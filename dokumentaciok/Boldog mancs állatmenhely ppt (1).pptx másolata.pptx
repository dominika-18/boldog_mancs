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1.xml"/>
  <Override ContentType="application/binary" PartName="/ppt/metadata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11.xml"/>
  <Override ContentType="application/vnd.openxmlformats-officedocument.presentationml.slide+xml" PartName="/ppt/slides/slide22.xml"/>
  <Override ContentType="application/vnd.openxmlformats-officedocument.presentationml.slide+xml" PartName="/ppt/slides/slide1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package.core-properties+xml" PartName="/docProps/core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package/2006/relationships/metadata/core-properties" Target="docProps/core.xml"/><Relationship Id="rId2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48" r:id="rId3"/>
  </p:sldMasterIdLst>
  <p:notesMasterIdLst>
    <p:notesMasterId r:id="rId4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  <p:sldId id="267" r:id="rId16"/>
    <p:sldId id="268" r:id="rId17"/>
    <p:sldId id="269" r:id="rId18"/>
    <p:sldId id="270" r:id="rId19"/>
    <p:sldId id="271" r:id="rId20"/>
    <p:sldId id="272" r:id="rId21"/>
    <p:sldId id="273" r:id="rId22"/>
    <p:sldId id="274" r:id="rId23"/>
    <p:sldId id="275" r:id="rId24"/>
    <p:sldId id="276" r:id="rId25"/>
    <p:sldId id="277" r:id="rId26"/>
  </p:sldIdLst>
  <p:sldSz cy="5143500" cx="9144000"/>
  <p:notesSz cx="6858000" cy="9144000"/>
  <p:embeddedFontLst>
    <p:embeddedFont>
      <p:font typeface="Fredoka"/>
      <p:regular r:id="rId27"/>
      <p:bold r:id="rId28"/>
    </p:embeddedFont>
    <p:embeddedFont>
      <p:font typeface="Lato"/>
      <p:regular r:id="rId29"/>
      <p:bold r:id="rId30"/>
      <p:italic r:id="rId31"/>
      <p:boldItalic r:id="rId32"/>
    </p:embeddedFont>
    <p:embeddedFont>
      <p:font typeface="Palanquin Dark"/>
      <p:regular r:id="rId33"/>
      <p:bold r:id="rId34"/>
    </p:embeddedFont>
    <p:embeddedFont>
      <p:font typeface="Arapey"/>
      <p:regular r:id="rId35"/>
      <p:italic r:id="rId36"/>
    </p:embeddedFont>
    <p:embeddedFont>
      <p:font typeface="Luckiest Guy"/>
      <p:regular r:id="rId37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GoogleSlidesCustomDataVersion2">
      <go:slidesCustomData xmlns:go="http://customooxmlschemas.google.com/" r:id="rId38" roundtripDataSignature="AMtx7miOGRWO5UuxKx/BTIApqrlRF+0Juw==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slide" Target="slides/slide16.xml"/><Relationship Id="rId22" Type="http://schemas.openxmlformats.org/officeDocument/2006/relationships/slide" Target="slides/slide18.xml"/><Relationship Id="rId21" Type="http://schemas.openxmlformats.org/officeDocument/2006/relationships/slide" Target="slides/slide17.xml"/><Relationship Id="rId24" Type="http://schemas.openxmlformats.org/officeDocument/2006/relationships/slide" Target="slides/slide20.xml"/><Relationship Id="rId23" Type="http://schemas.openxmlformats.org/officeDocument/2006/relationships/slide" Target="slides/slide19.xml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notesMaster" Target="notesMasters/notesMaster1.xml"/><Relationship Id="rId9" Type="http://schemas.openxmlformats.org/officeDocument/2006/relationships/slide" Target="slides/slide5.xml"/><Relationship Id="rId26" Type="http://schemas.openxmlformats.org/officeDocument/2006/relationships/slide" Target="slides/slide22.xml"/><Relationship Id="rId25" Type="http://schemas.openxmlformats.org/officeDocument/2006/relationships/slide" Target="slides/slide21.xml"/><Relationship Id="rId28" Type="http://schemas.openxmlformats.org/officeDocument/2006/relationships/font" Target="fonts/Fredoka-bold.fntdata"/><Relationship Id="rId27" Type="http://schemas.openxmlformats.org/officeDocument/2006/relationships/font" Target="fonts/Fredoka-regular.fntdata"/><Relationship Id="rId5" Type="http://schemas.openxmlformats.org/officeDocument/2006/relationships/slide" Target="slides/slide1.xml"/><Relationship Id="rId6" Type="http://schemas.openxmlformats.org/officeDocument/2006/relationships/slide" Target="slides/slide2.xml"/><Relationship Id="rId29" Type="http://schemas.openxmlformats.org/officeDocument/2006/relationships/font" Target="fonts/Lato-regular.fntdata"/><Relationship Id="rId7" Type="http://schemas.openxmlformats.org/officeDocument/2006/relationships/slide" Target="slides/slide3.xml"/><Relationship Id="rId8" Type="http://schemas.openxmlformats.org/officeDocument/2006/relationships/slide" Target="slides/slide4.xml"/><Relationship Id="rId31" Type="http://schemas.openxmlformats.org/officeDocument/2006/relationships/font" Target="fonts/Lato-italic.fntdata"/><Relationship Id="rId30" Type="http://schemas.openxmlformats.org/officeDocument/2006/relationships/font" Target="fonts/Lato-bold.fntdata"/><Relationship Id="rId11" Type="http://schemas.openxmlformats.org/officeDocument/2006/relationships/slide" Target="slides/slide7.xml"/><Relationship Id="rId33" Type="http://schemas.openxmlformats.org/officeDocument/2006/relationships/font" Target="fonts/PalanquinDark-regular.fntdata"/><Relationship Id="rId10" Type="http://schemas.openxmlformats.org/officeDocument/2006/relationships/slide" Target="slides/slide6.xml"/><Relationship Id="rId32" Type="http://schemas.openxmlformats.org/officeDocument/2006/relationships/font" Target="fonts/Lato-boldItalic.fntdata"/><Relationship Id="rId13" Type="http://schemas.openxmlformats.org/officeDocument/2006/relationships/slide" Target="slides/slide9.xml"/><Relationship Id="rId35" Type="http://schemas.openxmlformats.org/officeDocument/2006/relationships/font" Target="fonts/Arapey-regular.fntdata"/><Relationship Id="rId12" Type="http://schemas.openxmlformats.org/officeDocument/2006/relationships/slide" Target="slides/slide8.xml"/><Relationship Id="rId34" Type="http://schemas.openxmlformats.org/officeDocument/2006/relationships/font" Target="fonts/PalanquinDark-bold.fntdata"/><Relationship Id="rId15" Type="http://schemas.openxmlformats.org/officeDocument/2006/relationships/slide" Target="slides/slide11.xml"/><Relationship Id="rId37" Type="http://schemas.openxmlformats.org/officeDocument/2006/relationships/font" Target="fonts/LuckiestGuy-regular.fntdata"/><Relationship Id="rId14" Type="http://schemas.openxmlformats.org/officeDocument/2006/relationships/slide" Target="slides/slide10.xml"/><Relationship Id="rId36" Type="http://schemas.openxmlformats.org/officeDocument/2006/relationships/font" Target="fonts/Arapey-italic.fntdata"/><Relationship Id="rId17" Type="http://schemas.openxmlformats.org/officeDocument/2006/relationships/slide" Target="slides/slide13.xml"/><Relationship Id="rId16" Type="http://schemas.openxmlformats.org/officeDocument/2006/relationships/slide" Target="slides/slide12.xml"/><Relationship Id="rId38" Type="http://customschemas.google.com/relationships/presentationmetadata" Target="metadata"/><Relationship Id="rId19" Type="http://schemas.openxmlformats.org/officeDocument/2006/relationships/slide" Target="slides/slide15.xml"/><Relationship Id="rId18" Type="http://schemas.openxmlformats.org/officeDocument/2006/relationships/slide" Target="slides/slide14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29845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-29845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-29845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-29845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-29845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-29845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-29845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-29845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71" name="Shape 1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2" name="Google Shape;1272;p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273" name="Google Shape;1273;p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67" name="Shape 1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8" name="Google Shape;1768;p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769" name="Google Shape;1769;p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16" name="Shape 2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7" name="Google Shape;2317;p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318" name="Google Shape;2318;p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05" name="Shape 2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" name="Google Shape;2406;p4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407" name="Google Shape;2407;p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Modern weboldal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reszponzív, gyors, mobilbarát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Állatok bemutatása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képek, rövid leírás, szűrés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Digitalizált örökbefogadás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online űrlap, visszaigazolás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Adatbázis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kérelmek tárolása, keresés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Frontend–backend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API, JSON, GET/POST</a:t>
            </a:r>
            <a:endParaRPr/>
          </a:p>
          <a:p>
            <a:pPr indent="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hu-HU"/>
              <a:t>jegyzet: A weboldal célja az örökbefogadható állatok bemutatása, az örökbefogadási kérelmek egyszerű beadása, valamint egy admin rendszer létrehozása, ahol a menhely munkatársai kezelni tudják az adatokat.</a:t>
            </a:r>
            <a:endParaRPr/>
          </a:p>
          <a:p>
            <a:pPr indent="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34" name="Shape 2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5" name="Google Shape;2635;p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636" name="Google Shape;2636;p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A weboldal dinamikus működését JavaScript biztosítja, beleértve a navigációt és a vizuális elemeket (pl. slideshow, modális ablakok). A felhasználók szűrhetik az állatokat, regisztrálhatnak, és kérelmet adhatnak le. Az admin felületen kezelhetők az adatok, míg a profiloldalon a saját kérelmek követhetők.</a:t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00" name="Shape 3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1" name="Google Shape;3501;p6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502" name="Google Shape;3502;p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A főoldali slideshow látványos, reszponzív elem, amely automatikusan(6 mp változik) és manuálisan is vezérelhető. Az overlay segíti a szövegek kiemelését, így minden eszközön jól olvasható marad a tartalom.</a:t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94" name="Shape 3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5" name="Google Shape;3695;p7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696" name="Google Shape;3696;p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3–6 kártya gridben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A kiemelt állatok kártyás elrendezésben jelennek meg, jól áttekinthető formában. Minden kártya tartalmazza a legfontosabb adatokat, valamint gyors műveleti gombokat a továbblépéshez.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53" name="Shape 3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4" name="Google Shape;3754;p8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755" name="Google Shape;3755;p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A blog szekció a legújabb tartalmakat jeleníti meg képpel és alapadatokkal. Az adatok dinamikusan töltődnek be adatbázisból vagy tesztadatokból, így könnyen frissíthető a tartalom.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27" name="Shape 3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8" name="Google Shape;3828;p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829" name="Google Shape;3829;p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Az összes örökbefogadható állat kártyás formában jelenik meg. A sürgős esetek külön kiemelést kapnak, míg az örökbe fogadott állatok szürkítve és címkézve láthatók, így könnyen megkülönböztethetők.</a:t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94" name="Shape 4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5" name="Google Shape;4095;p10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096" name="Google Shape;4096;p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A felhasználók több szempont szerint szűrhetik az állatokat. A szűrők könnyen kezelhetők legördülő menükkel, az aktív beállítások címkékben jelennek meg, és egy kattintással törölhetők.</a:t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81" name="Shape 4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2" name="Google Shape;4482;p1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483" name="Google Shape;4483;p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b="1" lang="hu-HU" sz="1100" u="sng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Regisztráció: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Felhasználónév, email, teljes név, jelszó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Jelszó megerősítés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ÁSZF elfogadása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b="1" lang="hu-HU" sz="1100" u="sng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Bejelentkezés: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Felhasználónév vagy email + jelszó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"Emlékezz rám" funkció</a:t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46" name="Shape 4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7" name="Google Shape;4547;p1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548" name="Google Shape;4548;p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b="1" lang="hu-HU" sz="1100" u="sng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Dropdown menü bejelentkezett állapotban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Avatar (kezdőbetűk)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Profil 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b="1"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admin felület</a:t>
            </a: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 (csak adminoknak)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Kijelentkezés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b="0" i="1" lang="hu-HU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Fontos: a rendszer biztonságosan kezeli a jogosultságokat, az admin link csak admin felhasználóknak jelenik meg. </a:t>
            </a:r>
            <a:r>
              <a:rPr lang="hu-HU"/>
              <a:t>Dropdown menü bejelentkezett állapotban</a:t>
            </a:r>
            <a:endParaRPr b="0" i="1" sz="11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05" name="Shape 5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6" name="Google Shape;5006;p1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007" name="Google Shape;5007;p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b="1"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1. </a:t>
            </a: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Állat kiválasztása (Örökbefogadom)</a:t>
            </a:r>
            <a:b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</a:br>
            <a:r>
              <a:rPr b="1"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2. </a:t>
            </a: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Űrlap kitöltése</a:t>
            </a:r>
            <a:endParaRPr/>
          </a:p>
          <a:p>
            <a:pPr indent="-342900" lvl="0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Teljes név, email, telefonszám (kötelező)</a:t>
            </a:r>
            <a:endParaRPr/>
          </a:p>
          <a:p>
            <a:pPr indent="-342900" lvl="0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Lakás típusa, lakcím</a:t>
            </a:r>
            <a:endParaRPr/>
          </a:p>
          <a:p>
            <a:pPr indent="-342900" lvl="0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Korábbi tapasztalat</a:t>
            </a:r>
            <a:endParaRPr/>
          </a:p>
          <a:p>
            <a:pPr indent="-342900" lvl="0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Üzenet (opcionális)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b="1"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3. </a:t>
            </a: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Elküldés</a:t>
            </a:r>
            <a:b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</a:br>
            <a:r>
              <a:rPr b="1"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4. </a:t>
            </a: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Sikeres visszajelzés</a:t>
            </a:r>
            <a:b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</a:br>
            <a:r>
              <a:rPr b="1"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5. </a:t>
            </a: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Admin értesítés</a:t>
            </a:r>
            <a:endParaRPr/>
          </a:p>
          <a:p>
            <a:pPr indent="-2286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 sz="1100">
              <a:solidFill>
                <a:srgbClr val="3B2C27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89" name="Shape 5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0" name="Google Shape;5190;p14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191" name="Google Shape;5191;p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b="1" lang="hu-HU" sz="1100" u="sng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Saját adatok és kérelmek</a:t>
            </a:r>
            <a:endParaRPr sz="1100" u="sng">
              <a:solidFill>
                <a:srgbClr val="3B2C27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342900" lvl="0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b="1"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Adatok:</a:t>
            </a: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 felhasználónév, email, teljes név, tagság kezdete</a:t>
            </a:r>
            <a:endParaRPr/>
          </a:p>
          <a:p>
            <a:pPr indent="-342900" lvl="0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b="1"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Kérelmek: </a:t>
            </a: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lista státuszokkal</a:t>
            </a:r>
            <a:endParaRPr/>
          </a:p>
          <a:p>
            <a:pPr indent="-342900" lvl="0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b="1"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Tevékenységek: </a:t>
            </a: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esemény idővonal</a:t>
            </a:r>
            <a:endParaRPr/>
          </a:p>
          <a:p>
            <a:pPr indent="-342900" lvl="0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b="1"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Valós idejű frissítés </a:t>
            </a: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(státusz változás)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 Saját adatok és kérelmek áttekintése</a:t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99" name="Shape 5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0" name="Google Shape;5400;p1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401" name="Google Shape;5401;p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b="1" lang="hu-HU" sz="2000" u="sng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Admin dashboard</a:t>
            </a:r>
            <a:endParaRPr sz="2000" u="sng">
              <a:solidFill>
                <a:srgbClr val="3B2C27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342900" lvl="0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b="1"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Statisztikai kártyák:</a:t>
            </a:r>
            <a:endParaRPr sz="2000">
              <a:solidFill>
                <a:srgbClr val="3B2C27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342900" lvl="1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Összes állat</a:t>
            </a:r>
            <a:endParaRPr/>
          </a:p>
          <a:p>
            <a:pPr indent="-342900" lvl="1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Örökbefogadható állatok</a:t>
            </a:r>
            <a:endParaRPr/>
          </a:p>
          <a:p>
            <a:pPr indent="-342900" lvl="1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Örökbefogadott állatok</a:t>
            </a:r>
            <a:endParaRPr/>
          </a:p>
          <a:p>
            <a:pPr indent="-342900" lvl="1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Függőben lévő kérelmek</a:t>
            </a:r>
            <a:endParaRPr/>
          </a:p>
          <a:p>
            <a:pPr indent="-342900" lvl="0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b="1"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Navigáció:</a:t>
            </a: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 Állatok, Örökbefogadások, Felhasználók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 Admin áttekintő felület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jegyzet: Az admin felületen statisztikai dashboard található, ahol látható az összes állat és a függőben lévő kérelmek száma.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hu-HU"/>
              <a:t>Az admin tud állatot hozzáadni, szerkeszteni, törölni, illetve státuszt módosítani.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Ha egy örökbefogadás státusza megváltozik, az állat státusza automatikusan frissül.</a:t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68" name="Shape 5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9" name="Google Shape;5469;p16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470" name="Google Shape;5470;p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Állatok kezelése admin felületen</a:t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60" name="Shape 5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1" name="Google Shape;5661;p17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662" name="Google Shape;5662;p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b="1" lang="hu-HU" sz="2000" u="sng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Kérelmek kezelése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Kártyás nézet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Minden kártyán:</a:t>
            </a:r>
            <a:endParaRPr/>
          </a:p>
          <a:p>
            <a:pPr indent="-285750" lvl="1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Állat neve, képe</a:t>
            </a:r>
            <a:endParaRPr/>
          </a:p>
          <a:p>
            <a:pPr indent="-285750" lvl="1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Jelentkező adatai (név, email, telefon)</a:t>
            </a:r>
            <a:endParaRPr/>
          </a:p>
          <a:p>
            <a:pPr indent="-285750" lvl="1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Lakás típusa, cím</a:t>
            </a:r>
            <a:endParaRPr/>
          </a:p>
          <a:p>
            <a:pPr indent="-285750" lvl="1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Tapasztalat, üzenet</a:t>
            </a:r>
            <a:endParaRPr/>
          </a:p>
          <a:p>
            <a:pPr indent="-285750" lvl="1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Jelentkezés dátuma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Státusz módosítása gombokkal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Státusz változáskor az állat státusza automatikusan frissül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 Kérelmek kezelése és összekapcsolt státuszok</a:t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046" name="Shape 6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7" name="Google Shape;6047;p18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048" name="Google Shape;6048;p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adatbazis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59" name="Shape 6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0" name="Google Shape;6160;p1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161" name="Google Shape;6161;p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Fő funkciók tesztelése</a:t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28" name="Shape 6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9" name="Google Shape;6229;p20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230" name="Google Shape;6230;p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286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Lehetséges funkcióbővítések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42" name="Shape 7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3" name="Google Shape;7043;p2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044" name="Google Shape;7044;p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05" name="Shape 7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6" name="Google Shape;7306;p2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307" name="Google Shape;7307;p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4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4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" name="Google Shape;11;p24"/>
          <p:cNvSpPr txBox="1"/>
          <p:nvPr>
            <p:ph type="ctrTitle"/>
          </p:nvPr>
        </p:nvSpPr>
        <p:spPr>
          <a:xfrm>
            <a:off x="3661525" y="1078918"/>
            <a:ext cx="4834500" cy="2320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500"/>
              <a:buNone/>
              <a:defRPr sz="49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2" name="Google Shape;12;p24"/>
          <p:cNvSpPr txBox="1"/>
          <p:nvPr>
            <p:ph idx="1" type="subTitle"/>
          </p:nvPr>
        </p:nvSpPr>
        <p:spPr>
          <a:xfrm>
            <a:off x="3661525" y="3610626"/>
            <a:ext cx="4834500" cy="4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20_1_1_1"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Google Shape;14;p25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15" name="Google Shape;15;p25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" name="Google Shape;16;p25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/>
        </p:txBody>
      </p:sp>
      <p:grpSp>
        <p:nvGrpSpPr>
          <p:cNvPr id="17" name="Google Shape;17;p25"/>
          <p:cNvGrpSpPr/>
          <p:nvPr/>
        </p:nvGrpSpPr>
        <p:grpSpPr>
          <a:xfrm>
            <a:off x="119074" y="4238720"/>
            <a:ext cx="724544" cy="777090"/>
            <a:chOff x="472418" y="1285850"/>
            <a:chExt cx="393325" cy="421850"/>
          </a:xfrm>
        </p:grpSpPr>
        <p:sp>
          <p:nvSpPr>
            <p:cNvPr id="18" name="Google Shape;18;p25"/>
            <p:cNvSpPr/>
            <p:nvPr/>
          </p:nvSpPr>
          <p:spPr>
            <a:xfrm>
              <a:off x="802550" y="1511300"/>
              <a:ext cx="5625" cy="450"/>
            </a:xfrm>
            <a:custGeom>
              <a:rect b="b" l="l" r="r" t="t"/>
              <a:pathLst>
                <a:path extrusionOk="0" h="18" w="225">
                  <a:moveTo>
                    <a:pt x="1" y="1"/>
                  </a:moveTo>
                  <a:cubicBezTo>
                    <a:pt x="26" y="9"/>
                    <a:pt x="51" y="9"/>
                    <a:pt x="76" y="17"/>
                  </a:cubicBezTo>
                  <a:cubicBezTo>
                    <a:pt x="92" y="17"/>
                    <a:pt x="117" y="9"/>
                    <a:pt x="134" y="9"/>
                  </a:cubicBezTo>
                  <a:cubicBezTo>
                    <a:pt x="150" y="5"/>
                    <a:pt x="165" y="3"/>
                    <a:pt x="179" y="3"/>
                  </a:cubicBezTo>
                  <a:cubicBezTo>
                    <a:pt x="193" y="3"/>
                    <a:pt x="208" y="5"/>
                    <a:pt x="224" y="9"/>
                  </a:cubicBezTo>
                  <a:lnTo>
                    <a:pt x="224" y="9"/>
                  </a:lnTo>
                  <a:cubicBezTo>
                    <a:pt x="191" y="1"/>
                    <a:pt x="167" y="1"/>
                    <a:pt x="134" y="1"/>
                  </a:cubicBezTo>
                  <a:close/>
                </a:path>
              </a:pathLst>
            </a:custGeom>
            <a:solidFill>
              <a:srgbClr val="E0A5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19;p25"/>
            <p:cNvSpPr/>
            <p:nvPr/>
          </p:nvSpPr>
          <p:spPr>
            <a:xfrm>
              <a:off x="476950" y="1289050"/>
              <a:ext cx="384250" cy="415475"/>
            </a:xfrm>
            <a:custGeom>
              <a:rect b="b" l="l" r="r" t="t"/>
              <a:pathLst>
                <a:path extrusionOk="0" h="16619" w="15370">
                  <a:moveTo>
                    <a:pt x="12695" y="4818"/>
                  </a:moveTo>
                  <a:cubicBezTo>
                    <a:pt x="12697" y="4820"/>
                    <a:pt x="12700" y="4821"/>
                    <a:pt x="12702" y="4823"/>
                  </a:cubicBezTo>
                  <a:cubicBezTo>
                    <a:pt x="12700" y="4821"/>
                    <a:pt x="12698" y="4819"/>
                    <a:pt x="12695" y="4818"/>
                  </a:cubicBezTo>
                  <a:close/>
                  <a:moveTo>
                    <a:pt x="15025" y="11318"/>
                  </a:moveTo>
                  <a:cubicBezTo>
                    <a:pt x="15027" y="11318"/>
                    <a:pt x="15028" y="11318"/>
                    <a:pt x="15030" y="11318"/>
                  </a:cubicBezTo>
                  <a:cubicBezTo>
                    <a:pt x="15028" y="11318"/>
                    <a:pt x="15027" y="11318"/>
                    <a:pt x="15025" y="11318"/>
                  </a:cubicBezTo>
                  <a:close/>
                  <a:moveTo>
                    <a:pt x="15121" y="13953"/>
                  </a:moveTo>
                  <a:cubicBezTo>
                    <a:pt x="15121" y="13956"/>
                    <a:pt x="15121" y="13959"/>
                    <a:pt x="15121" y="13961"/>
                  </a:cubicBezTo>
                  <a:lnTo>
                    <a:pt x="15121" y="13953"/>
                  </a:lnTo>
                  <a:cubicBezTo>
                    <a:pt x="15121" y="13953"/>
                    <a:pt x="15121" y="13953"/>
                    <a:pt x="15121" y="13953"/>
                  </a:cubicBezTo>
                  <a:close/>
                  <a:moveTo>
                    <a:pt x="11318" y="0"/>
                  </a:moveTo>
                  <a:lnTo>
                    <a:pt x="11318" y="0"/>
                  </a:lnTo>
                  <a:cubicBezTo>
                    <a:pt x="11244" y="9"/>
                    <a:pt x="11161" y="17"/>
                    <a:pt x="11086" y="34"/>
                  </a:cubicBezTo>
                  <a:cubicBezTo>
                    <a:pt x="10945" y="92"/>
                    <a:pt x="10804" y="141"/>
                    <a:pt x="10647" y="166"/>
                  </a:cubicBezTo>
                  <a:lnTo>
                    <a:pt x="10622" y="166"/>
                  </a:lnTo>
                  <a:cubicBezTo>
                    <a:pt x="10481" y="208"/>
                    <a:pt x="10340" y="249"/>
                    <a:pt x="10200" y="299"/>
                  </a:cubicBezTo>
                  <a:cubicBezTo>
                    <a:pt x="10166" y="323"/>
                    <a:pt x="10133" y="348"/>
                    <a:pt x="10092" y="381"/>
                  </a:cubicBezTo>
                  <a:cubicBezTo>
                    <a:pt x="10001" y="464"/>
                    <a:pt x="9918" y="547"/>
                    <a:pt x="9843" y="647"/>
                  </a:cubicBezTo>
                  <a:cubicBezTo>
                    <a:pt x="9837" y="655"/>
                    <a:pt x="9829" y="659"/>
                    <a:pt x="9821" y="659"/>
                  </a:cubicBezTo>
                  <a:cubicBezTo>
                    <a:pt x="9797" y="659"/>
                    <a:pt x="9773" y="630"/>
                    <a:pt x="9785" y="605"/>
                  </a:cubicBezTo>
                  <a:cubicBezTo>
                    <a:pt x="9852" y="489"/>
                    <a:pt x="9926" y="390"/>
                    <a:pt x="10026" y="307"/>
                  </a:cubicBezTo>
                  <a:cubicBezTo>
                    <a:pt x="10034" y="299"/>
                    <a:pt x="10050" y="282"/>
                    <a:pt x="10059" y="274"/>
                  </a:cubicBezTo>
                  <a:lnTo>
                    <a:pt x="10059" y="274"/>
                  </a:lnTo>
                  <a:cubicBezTo>
                    <a:pt x="10050" y="282"/>
                    <a:pt x="10042" y="282"/>
                    <a:pt x="10026" y="290"/>
                  </a:cubicBezTo>
                  <a:cubicBezTo>
                    <a:pt x="9868" y="373"/>
                    <a:pt x="9719" y="489"/>
                    <a:pt x="9578" y="597"/>
                  </a:cubicBezTo>
                  <a:cubicBezTo>
                    <a:pt x="9566" y="606"/>
                    <a:pt x="9552" y="610"/>
                    <a:pt x="9539" y="610"/>
                  </a:cubicBezTo>
                  <a:cubicBezTo>
                    <a:pt x="9504" y="610"/>
                    <a:pt x="9470" y="585"/>
                    <a:pt x="9470" y="555"/>
                  </a:cubicBezTo>
                  <a:cubicBezTo>
                    <a:pt x="9346" y="655"/>
                    <a:pt x="9230" y="763"/>
                    <a:pt x="9106" y="862"/>
                  </a:cubicBezTo>
                  <a:cubicBezTo>
                    <a:pt x="9095" y="869"/>
                    <a:pt x="9085" y="872"/>
                    <a:pt x="9074" y="872"/>
                  </a:cubicBezTo>
                  <a:cubicBezTo>
                    <a:pt x="9036" y="872"/>
                    <a:pt x="9005" y="830"/>
                    <a:pt x="9031" y="804"/>
                  </a:cubicBezTo>
                  <a:cubicBezTo>
                    <a:pt x="9031" y="796"/>
                    <a:pt x="9023" y="787"/>
                    <a:pt x="9023" y="779"/>
                  </a:cubicBezTo>
                  <a:cubicBezTo>
                    <a:pt x="9023" y="754"/>
                    <a:pt x="9015" y="721"/>
                    <a:pt x="9006" y="696"/>
                  </a:cubicBezTo>
                  <a:cubicBezTo>
                    <a:pt x="8990" y="705"/>
                    <a:pt x="8982" y="721"/>
                    <a:pt x="8965" y="729"/>
                  </a:cubicBezTo>
                  <a:cubicBezTo>
                    <a:pt x="8958" y="734"/>
                    <a:pt x="8950" y="736"/>
                    <a:pt x="8941" y="736"/>
                  </a:cubicBezTo>
                  <a:cubicBezTo>
                    <a:pt x="8919" y="736"/>
                    <a:pt x="8894" y="723"/>
                    <a:pt x="8882" y="705"/>
                  </a:cubicBezTo>
                  <a:cubicBezTo>
                    <a:pt x="8872" y="725"/>
                    <a:pt x="8852" y="734"/>
                    <a:pt x="8833" y="734"/>
                  </a:cubicBezTo>
                  <a:cubicBezTo>
                    <a:pt x="8805" y="734"/>
                    <a:pt x="8778" y="714"/>
                    <a:pt x="8783" y="680"/>
                  </a:cubicBezTo>
                  <a:cubicBezTo>
                    <a:pt x="8783" y="613"/>
                    <a:pt x="8775" y="555"/>
                    <a:pt x="8750" y="489"/>
                  </a:cubicBezTo>
                  <a:cubicBezTo>
                    <a:pt x="8700" y="539"/>
                    <a:pt x="8650" y="580"/>
                    <a:pt x="8584" y="597"/>
                  </a:cubicBezTo>
                  <a:cubicBezTo>
                    <a:pt x="8567" y="597"/>
                    <a:pt x="8551" y="597"/>
                    <a:pt x="8543" y="580"/>
                  </a:cubicBezTo>
                  <a:cubicBezTo>
                    <a:pt x="8534" y="597"/>
                    <a:pt x="8526" y="613"/>
                    <a:pt x="8509" y="630"/>
                  </a:cubicBezTo>
                  <a:cubicBezTo>
                    <a:pt x="8499" y="646"/>
                    <a:pt x="8485" y="655"/>
                    <a:pt x="8469" y="655"/>
                  </a:cubicBezTo>
                  <a:cubicBezTo>
                    <a:pt x="8461" y="655"/>
                    <a:pt x="8452" y="653"/>
                    <a:pt x="8443" y="647"/>
                  </a:cubicBezTo>
                  <a:cubicBezTo>
                    <a:pt x="8402" y="622"/>
                    <a:pt x="8369" y="589"/>
                    <a:pt x="8344" y="547"/>
                  </a:cubicBezTo>
                  <a:lnTo>
                    <a:pt x="8327" y="555"/>
                  </a:lnTo>
                  <a:cubicBezTo>
                    <a:pt x="8318" y="561"/>
                    <a:pt x="8308" y="564"/>
                    <a:pt x="8299" y="564"/>
                  </a:cubicBezTo>
                  <a:cubicBezTo>
                    <a:pt x="8281" y="564"/>
                    <a:pt x="8263" y="555"/>
                    <a:pt x="8253" y="539"/>
                  </a:cubicBezTo>
                  <a:cubicBezTo>
                    <a:pt x="8244" y="522"/>
                    <a:pt x="8244" y="514"/>
                    <a:pt x="8236" y="506"/>
                  </a:cubicBezTo>
                  <a:cubicBezTo>
                    <a:pt x="8224" y="517"/>
                    <a:pt x="8209" y="523"/>
                    <a:pt x="8194" y="523"/>
                  </a:cubicBezTo>
                  <a:cubicBezTo>
                    <a:pt x="8176" y="523"/>
                    <a:pt x="8158" y="515"/>
                    <a:pt x="8145" y="497"/>
                  </a:cubicBezTo>
                  <a:cubicBezTo>
                    <a:pt x="8128" y="473"/>
                    <a:pt x="8112" y="448"/>
                    <a:pt x="8103" y="423"/>
                  </a:cubicBezTo>
                  <a:cubicBezTo>
                    <a:pt x="8087" y="439"/>
                    <a:pt x="8070" y="456"/>
                    <a:pt x="8045" y="473"/>
                  </a:cubicBezTo>
                  <a:cubicBezTo>
                    <a:pt x="8011" y="493"/>
                    <a:pt x="7975" y="498"/>
                    <a:pt x="7937" y="498"/>
                  </a:cubicBezTo>
                  <a:cubicBezTo>
                    <a:pt x="7900" y="498"/>
                    <a:pt x="7862" y="493"/>
                    <a:pt x="7824" y="493"/>
                  </a:cubicBezTo>
                  <a:cubicBezTo>
                    <a:pt x="7807" y="493"/>
                    <a:pt x="7789" y="494"/>
                    <a:pt x="7772" y="497"/>
                  </a:cubicBezTo>
                  <a:cubicBezTo>
                    <a:pt x="7727" y="507"/>
                    <a:pt x="7689" y="521"/>
                    <a:pt x="7653" y="521"/>
                  </a:cubicBezTo>
                  <a:cubicBezTo>
                    <a:pt x="7623" y="521"/>
                    <a:pt x="7595" y="511"/>
                    <a:pt x="7565" y="481"/>
                  </a:cubicBezTo>
                  <a:cubicBezTo>
                    <a:pt x="7540" y="456"/>
                    <a:pt x="7519" y="431"/>
                    <a:pt x="7490" y="431"/>
                  </a:cubicBezTo>
                  <a:cubicBezTo>
                    <a:pt x="7480" y="431"/>
                    <a:pt x="7469" y="433"/>
                    <a:pt x="7457" y="439"/>
                  </a:cubicBezTo>
                  <a:cubicBezTo>
                    <a:pt x="7432" y="448"/>
                    <a:pt x="7407" y="473"/>
                    <a:pt x="7374" y="489"/>
                  </a:cubicBezTo>
                  <a:cubicBezTo>
                    <a:pt x="7339" y="513"/>
                    <a:pt x="7299" y="532"/>
                    <a:pt x="7255" y="532"/>
                  </a:cubicBezTo>
                  <a:cubicBezTo>
                    <a:pt x="7237" y="532"/>
                    <a:pt x="7219" y="529"/>
                    <a:pt x="7200" y="522"/>
                  </a:cubicBezTo>
                  <a:cubicBezTo>
                    <a:pt x="7173" y="509"/>
                    <a:pt x="7147" y="485"/>
                    <a:pt x="7115" y="485"/>
                  </a:cubicBezTo>
                  <a:cubicBezTo>
                    <a:pt x="7108" y="485"/>
                    <a:pt x="7100" y="486"/>
                    <a:pt x="7093" y="489"/>
                  </a:cubicBezTo>
                  <a:cubicBezTo>
                    <a:pt x="7059" y="506"/>
                    <a:pt x="7043" y="531"/>
                    <a:pt x="7001" y="531"/>
                  </a:cubicBezTo>
                  <a:cubicBezTo>
                    <a:pt x="6995" y="532"/>
                    <a:pt x="6989" y="532"/>
                    <a:pt x="6984" y="532"/>
                  </a:cubicBezTo>
                  <a:cubicBezTo>
                    <a:pt x="6935" y="532"/>
                    <a:pt x="6898" y="501"/>
                    <a:pt x="6861" y="464"/>
                  </a:cubicBezTo>
                  <a:cubicBezTo>
                    <a:pt x="6836" y="439"/>
                    <a:pt x="6811" y="415"/>
                    <a:pt x="6778" y="398"/>
                  </a:cubicBezTo>
                  <a:cubicBezTo>
                    <a:pt x="6771" y="395"/>
                    <a:pt x="6763" y="393"/>
                    <a:pt x="6755" y="393"/>
                  </a:cubicBezTo>
                  <a:cubicBezTo>
                    <a:pt x="6726" y="393"/>
                    <a:pt x="6698" y="415"/>
                    <a:pt x="6711" y="448"/>
                  </a:cubicBezTo>
                  <a:cubicBezTo>
                    <a:pt x="6717" y="496"/>
                    <a:pt x="6684" y="527"/>
                    <a:pt x="6649" y="527"/>
                  </a:cubicBezTo>
                  <a:cubicBezTo>
                    <a:pt x="6630" y="527"/>
                    <a:pt x="6610" y="518"/>
                    <a:pt x="6595" y="497"/>
                  </a:cubicBezTo>
                  <a:cubicBezTo>
                    <a:pt x="6592" y="490"/>
                    <a:pt x="6581" y="486"/>
                    <a:pt x="6570" y="486"/>
                  </a:cubicBezTo>
                  <a:cubicBezTo>
                    <a:pt x="6557" y="486"/>
                    <a:pt x="6542" y="492"/>
                    <a:pt x="6537" y="506"/>
                  </a:cubicBezTo>
                  <a:cubicBezTo>
                    <a:pt x="6532" y="532"/>
                    <a:pt x="6503" y="552"/>
                    <a:pt x="6474" y="552"/>
                  </a:cubicBezTo>
                  <a:cubicBezTo>
                    <a:pt x="6458" y="552"/>
                    <a:pt x="6442" y="546"/>
                    <a:pt x="6430" y="531"/>
                  </a:cubicBezTo>
                  <a:cubicBezTo>
                    <a:pt x="6421" y="539"/>
                    <a:pt x="6413" y="543"/>
                    <a:pt x="6404" y="543"/>
                  </a:cubicBezTo>
                  <a:cubicBezTo>
                    <a:pt x="6394" y="543"/>
                    <a:pt x="6384" y="539"/>
                    <a:pt x="6372" y="531"/>
                  </a:cubicBezTo>
                  <a:cubicBezTo>
                    <a:pt x="6355" y="522"/>
                    <a:pt x="6347" y="506"/>
                    <a:pt x="6339" y="497"/>
                  </a:cubicBezTo>
                  <a:cubicBezTo>
                    <a:pt x="6292" y="466"/>
                    <a:pt x="6230" y="406"/>
                    <a:pt x="6182" y="406"/>
                  </a:cubicBezTo>
                  <a:cubicBezTo>
                    <a:pt x="6179" y="406"/>
                    <a:pt x="6176" y="406"/>
                    <a:pt x="6173" y="406"/>
                  </a:cubicBezTo>
                  <a:cubicBezTo>
                    <a:pt x="6140" y="415"/>
                    <a:pt x="6123" y="439"/>
                    <a:pt x="6107" y="456"/>
                  </a:cubicBezTo>
                  <a:cubicBezTo>
                    <a:pt x="6082" y="464"/>
                    <a:pt x="6057" y="473"/>
                    <a:pt x="6032" y="481"/>
                  </a:cubicBezTo>
                  <a:cubicBezTo>
                    <a:pt x="6023" y="482"/>
                    <a:pt x="6014" y="483"/>
                    <a:pt x="6006" y="483"/>
                  </a:cubicBezTo>
                  <a:cubicBezTo>
                    <a:pt x="5950" y="483"/>
                    <a:pt x="5901" y="461"/>
                    <a:pt x="5858" y="439"/>
                  </a:cubicBezTo>
                  <a:cubicBezTo>
                    <a:pt x="5799" y="417"/>
                    <a:pt x="5746" y="388"/>
                    <a:pt x="5683" y="388"/>
                  </a:cubicBezTo>
                  <a:cubicBezTo>
                    <a:pt x="5675" y="388"/>
                    <a:pt x="5667" y="389"/>
                    <a:pt x="5659" y="390"/>
                  </a:cubicBezTo>
                  <a:cubicBezTo>
                    <a:pt x="5585" y="390"/>
                    <a:pt x="5535" y="431"/>
                    <a:pt x="5469" y="473"/>
                  </a:cubicBezTo>
                  <a:cubicBezTo>
                    <a:pt x="5455" y="483"/>
                    <a:pt x="5441" y="488"/>
                    <a:pt x="5427" y="488"/>
                  </a:cubicBezTo>
                  <a:cubicBezTo>
                    <a:pt x="5408" y="488"/>
                    <a:pt x="5388" y="479"/>
                    <a:pt x="5369" y="464"/>
                  </a:cubicBezTo>
                  <a:cubicBezTo>
                    <a:pt x="5353" y="456"/>
                    <a:pt x="5328" y="423"/>
                    <a:pt x="5311" y="406"/>
                  </a:cubicBezTo>
                  <a:cubicBezTo>
                    <a:pt x="5292" y="457"/>
                    <a:pt x="5245" y="493"/>
                    <a:pt x="5191" y="493"/>
                  </a:cubicBezTo>
                  <a:cubicBezTo>
                    <a:pt x="5173" y="493"/>
                    <a:pt x="5155" y="489"/>
                    <a:pt x="5137" y="481"/>
                  </a:cubicBezTo>
                  <a:cubicBezTo>
                    <a:pt x="5114" y="466"/>
                    <a:pt x="5064" y="388"/>
                    <a:pt x="5043" y="388"/>
                  </a:cubicBezTo>
                  <a:cubicBezTo>
                    <a:pt x="5041" y="388"/>
                    <a:pt x="5039" y="388"/>
                    <a:pt x="5038" y="390"/>
                  </a:cubicBezTo>
                  <a:cubicBezTo>
                    <a:pt x="5029" y="398"/>
                    <a:pt x="5021" y="439"/>
                    <a:pt x="5013" y="456"/>
                  </a:cubicBezTo>
                  <a:cubicBezTo>
                    <a:pt x="5005" y="473"/>
                    <a:pt x="4988" y="489"/>
                    <a:pt x="4971" y="497"/>
                  </a:cubicBezTo>
                  <a:cubicBezTo>
                    <a:pt x="4963" y="503"/>
                    <a:pt x="4954" y="506"/>
                    <a:pt x="4945" y="506"/>
                  </a:cubicBezTo>
                  <a:cubicBezTo>
                    <a:pt x="4930" y="506"/>
                    <a:pt x="4916" y="497"/>
                    <a:pt x="4905" y="481"/>
                  </a:cubicBezTo>
                  <a:cubicBezTo>
                    <a:pt x="4897" y="473"/>
                    <a:pt x="4889" y="456"/>
                    <a:pt x="4880" y="439"/>
                  </a:cubicBezTo>
                  <a:cubicBezTo>
                    <a:pt x="4872" y="473"/>
                    <a:pt x="4864" y="506"/>
                    <a:pt x="4847" y="547"/>
                  </a:cubicBezTo>
                  <a:cubicBezTo>
                    <a:pt x="4838" y="566"/>
                    <a:pt x="4821" y="577"/>
                    <a:pt x="4803" y="577"/>
                  </a:cubicBezTo>
                  <a:cubicBezTo>
                    <a:pt x="4789" y="577"/>
                    <a:pt x="4775" y="570"/>
                    <a:pt x="4764" y="555"/>
                  </a:cubicBezTo>
                  <a:cubicBezTo>
                    <a:pt x="4731" y="514"/>
                    <a:pt x="4706" y="473"/>
                    <a:pt x="4681" y="431"/>
                  </a:cubicBezTo>
                  <a:cubicBezTo>
                    <a:pt x="4665" y="448"/>
                    <a:pt x="4657" y="473"/>
                    <a:pt x="4640" y="489"/>
                  </a:cubicBezTo>
                  <a:cubicBezTo>
                    <a:pt x="4657" y="497"/>
                    <a:pt x="4657" y="506"/>
                    <a:pt x="4665" y="514"/>
                  </a:cubicBezTo>
                  <a:cubicBezTo>
                    <a:pt x="4673" y="564"/>
                    <a:pt x="4648" y="605"/>
                    <a:pt x="4607" y="622"/>
                  </a:cubicBezTo>
                  <a:cubicBezTo>
                    <a:pt x="4590" y="632"/>
                    <a:pt x="4569" y="637"/>
                    <a:pt x="4549" y="637"/>
                  </a:cubicBezTo>
                  <a:cubicBezTo>
                    <a:pt x="4521" y="637"/>
                    <a:pt x="4494" y="628"/>
                    <a:pt x="4474" y="613"/>
                  </a:cubicBezTo>
                  <a:cubicBezTo>
                    <a:pt x="4433" y="589"/>
                    <a:pt x="4400" y="547"/>
                    <a:pt x="4383" y="506"/>
                  </a:cubicBezTo>
                  <a:cubicBezTo>
                    <a:pt x="4375" y="489"/>
                    <a:pt x="4375" y="481"/>
                    <a:pt x="4367" y="464"/>
                  </a:cubicBezTo>
                  <a:cubicBezTo>
                    <a:pt x="4342" y="514"/>
                    <a:pt x="4333" y="572"/>
                    <a:pt x="4325" y="622"/>
                  </a:cubicBezTo>
                  <a:cubicBezTo>
                    <a:pt x="4320" y="661"/>
                    <a:pt x="4295" y="680"/>
                    <a:pt x="4268" y="680"/>
                  </a:cubicBezTo>
                  <a:cubicBezTo>
                    <a:pt x="4250" y="680"/>
                    <a:pt x="4231" y="672"/>
                    <a:pt x="4217" y="655"/>
                  </a:cubicBezTo>
                  <a:cubicBezTo>
                    <a:pt x="4211" y="659"/>
                    <a:pt x="4203" y="661"/>
                    <a:pt x="4195" y="661"/>
                  </a:cubicBezTo>
                  <a:cubicBezTo>
                    <a:pt x="4173" y="661"/>
                    <a:pt x="4149" y="646"/>
                    <a:pt x="4143" y="622"/>
                  </a:cubicBezTo>
                  <a:cubicBezTo>
                    <a:pt x="4135" y="597"/>
                    <a:pt x="4126" y="572"/>
                    <a:pt x="4118" y="547"/>
                  </a:cubicBezTo>
                  <a:cubicBezTo>
                    <a:pt x="4110" y="605"/>
                    <a:pt x="4101" y="671"/>
                    <a:pt x="4101" y="729"/>
                  </a:cubicBezTo>
                  <a:cubicBezTo>
                    <a:pt x="4101" y="746"/>
                    <a:pt x="4101" y="754"/>
                    <a:pt x="4093" y="754"/>
                  </a:cubicBezTo>
                  <a:cubicBezTo>
                    <a:pt x="4101" y="779"/>
                    <a:pt x="4101" y="796"/>
                    <a:pt x="4101" y="821"/>
                  </a:cubicBezTo>
                  <a:cubicBezTo>
                    <a:pt x="4097" y="834"/>
                    <a:pt x="4087" y="840"/>
                    <a:pt x="4078" y="840"/>
                  </a:cubicBezTo>
                  <a:cubicBezTo>
                    <a:pt x="4071" y="840"/>
                    <a:pt x="4064" y="836"/>
                    <a:pt x="4060" y="829"/>
                  </a:cubicBezTo>
                  <a:cubicBezTo>
                    <a:pt x="4055" y="831"/>
                    <a:pt x="4050" y="832"/>
                    <a:pt x="4044" y="832"/>
                  </a:cubicBezTo>
                  <a:cubicBezTo>
                    <a:pt x="4030" y="832"/>
                    <a:pt x="4016" y="826"/>
                    <a:pt x="4010" y="821"/>
                  </a:cubicBezTo>
                  <a:lnTo>
                    <a:pt x="4010" y="829"/>
                  </a:lnTo>
                  <a:cubicBezTo>
                    <a:pt x="4019" y="845"/>
                    <a:pt x="4010" y="870"/>
                    <a:pt x="3985" y="879"/>
                  </a:cubicBezTo>
                  <a:cubicBezTo>
                    <a:pt x="3994" y="895"/>
                    <a:pt x="4002" y="920"/>
                    <a:pt x="4010" y="945"/>
                  </a:cubicBezTo>
                  <a:cubicBezTo>
                    <a:pt x="4022" y="987"/>
                    <a:pt x="3986" y="1016"/>
                    <a:pt x="3950" y="1016"/>
                  </a:cubicBezTo>
                  <a:cubicBezTo>
                    <a:pt x="3936" y="1016"/>
                    <a:pt x="3922" y="1012"/>
                    <a:pt x="3911" y="1003"/>
                  </a:cubicBezTo>
                  <a:cubicBezTo>
                    <a:pt x="3845" y="1003"/>
                    <a:pt x="3787" y="945"/>
                    <a:pt x="3753" y="895"/>
                  </a:cubicBezTo>
                  <a:cubicBezTo>
                    <a:pt x="3737" y="887"/>
                    <a:pt x="3720" y="870"/>
                    <a:pt x="3704" y="862"/>
                  </a:cubicBezTo>
                  <a:cubicBezTo>
                    <a:pt x="3654" y="821"/>
                    <a:pt x="3604" y="779"/>
                    <a:pt x="3555" y="746"/>
                  </a:cubicBezTo>
                  <a:cubicBezTo>
                    <a:pt x="3513" y="713"/>
                    <a:pt x="3464" y="688"/>
                    <a:pt x="3414" y="663"/>
                  </a:cubicBezTo>
                  <a:lnTo>
                    <a:pt x="3414" y="663"/>
                  </a:lnTo>
                  <a:cubicBezTo>
                    <a:pt x="3439" y="696"/>
                    <a:pt x="3464" y="729"/>
                    <a:pt x="3480" y="763"/>
                  </a:cubicBezTo>
                  <a:cubicBezTo>
                    <a:pt x="3502" y="806"/>
                    <a:pt x="3474" y="867"/>
                    <a:pt x="3428" y="867"/>
                  </a:cubicBezTo>
                  <a:cubicBezTo>
                    <a:pt x="3421" y="867"/>
                    <a:pt x="3413" y="865"/>
                    <a:pt x="3406" y="862"/>
                  </a:cubicBezTo>
                  <a:cubicBezTo>
                    <a:pt x="3207" y="779"/>
                    <a:pt x="3000" y="721"/>
                    <a:pt x="2792" y="688"/>
                  </a:cubicBezTo>
                  <a:cubicBezTo>
                    <a:pt x="2776" y="688"/>
                    <a:pt x="2751" y="688"/>
                    <a:pt x="2734" y="680"/>
                  </a:cubicBezTo>
                  <a:cubicBezTo>
                    <a:pt x="2728" y="693"/>
                    <a:pt x="2715" y="707"/>
                    <a:pt x="2698" y="707"/>
                  </a:cubicBezTo>
                  <a:cubicBezTo>
                    <a:pt x="2694" y="707"/>
                    <a:pt x="2689" y="706"/>
                    <a:pt x="2685" y="705"/>
                  </a:cubicBezTo>
                  <a:cubicBezTo>
                    <a:pt x="2610" y="688"/>
                    <a:pt x="2544" y="671"/>
                    <a:pt x="2469" y="655"/>
                  </a:cubicBezTo>
                  <a:cubicBezTo>
                    <a:pt x="2370" y="647"/>
                    <a:pt x="2262" y="655"/>
                    <a:pt x="2171" y="638"/>
                  </a:cubicBezTo>
                  <a:cubicBezTo>
                    <a:pt x="2138" y="630"/>
                    <a:pt x="2138" y="597"/>
                    <a:pt x="2146" y="580"/>
                  </a:cubicBezTo>
                  <a:cubicBezTo>
                    <a:pt x="1997" y="547"/>
                    <a:pt x="1840" y="514"/>
                    <a:pt x="1690" y="489"/>
                  </a:cubicBezTo>
                  <a:cubicBezTo>
                    <a:pt x="1608" y="481"/>
                    <a:pt x="1525" y="464"/>
                    <a:pt x="1442" y="456"/>
                  </a:cubicBezTo>
                  <a:cubicBezTo>
                    <a:pt x="1414" y="453"/>
                    <a:pt x="1387" y="451"/>
                    <a:pt x="1359" y="451"/>
                  </a:cubicBezTo>
                  <a:cubicBezTo>
                    <a:pt x="1321" y="451"/>
                    <a:pt x="1282" y="455"/>
                    <a:pt x="1243" y="464"/>
                  </a:cubicBezTo>
                  <a:cubicBezTo>
                    <a:pt x="1235" y="473"/>
                    <a:pt x="1226" y="473"/>
                    <a:pt x="1210" y="481"/>
                  </a:cubicBezTo>
                  <a:cubicBezTo>
                    <a:pt x="1218" y="489"/>
                    <a:pt x="1218" y="506"/>
                    <a:pt x="1202" y="514"/>
                  </a:cubicBezTo>
                  <a:cubicBezTo>
                    <a:pt x="1193" y="522"/>
                    <a:pt x="1177" y="531"/>
                    <a:pt x="1168" y="539"/>
                  </a:cubicBezTo>
                  <a:cubicBezTo>
                    <a:pt x="1135" y="605"/>
                    <a:pt x="1152" y="713"/>
                    <a:pt x="1160" y="779"/>
                  </a:cubicBezTo>
                  <a:cubicBezTo>
                    <a:pt x="1165" y="819"/>
                    <a:pt x="1134" y="841"/>
                    <a:pt x="1103" y="841"/>
                  </a:cubicBezTo>
                  <a:cubicBezTo>
                    <a:pt x="1082" y="841"/>
                    <a:pt x="1062" y="832"/>
                    <a:pt x="1052" y="812"/>
                  </a:cubicBezTo>
                  <a:cubicBezTo>
                    <a:pt x="1011" y="746"/>
                    <a:pt x="994" y="663"/>
                    <a:pt x="994" y="580"/>
                  </a:cubicBezTo>
                  <a:cubicBezTo>
                    <a:pt x="978" y="589"/>
                    <a:pt x="961" y="597"/>
                    <a:pt x="945" y="613"/>
                  </a:cubicBezTo>
                  <a:cubicBezTo>
                    <a:pt x="928" y="630"/>
                    <a:pt x="920" y="671"/>
                    <a:pt x="920" y="705"/>
                  </a:cubicBezTo>
                  <a:lnTo>
                    <a:pt x="895" y="812"/>
                  </a:lnTo>
                  <a:cubicBezTo>
                    <a:pt x="878" y="879"/>
                    <a:pt x="870" y="953"/>
                    <a:pt x="854" y="1019"/>
                  </a:cubicBezTo>
                  <a:cubicBezTo>
                    <a:pt x="829" y="1169"/>
                    <a:pt x="812" y="1318"/>
                    <a:pt x="804" y="1467"/>
                  </a:cubicBezTo>
                  <a:cubicBezTo>
                    <a:pt x="796" y="1541"/>
                    <a:pt x="787" y="1616"/>
                    <a:pt x="779" y="1682"/>
                  </a:cubicBezTo>
                  <a:cubicBezTo>
                    <a:pt x="771" y="1749"/>
                    <a:pt x="771" y="1823"/>
                    <a:pt x="746" y="1889"/>
                  </a:cubicBezTo>
                  <a:cubicBezTo>
                    <a:pt x="742" y="1902"/>
                    <a:pt x="729" y="1908"/>
                    <a:pt x="717" y="1908"/>
                  </a:cubicBezTo>
                  <a:cubicBezTo>
                    <a:pt x="704" y="1908"/>
                    <a:pt x="692" y="1902"/>
                    <a:pt x="688" y="1889"/>
                  </a:cubicBezTo>
                  <a:cubicBezTo>
                    <a:pt x="663" y="1815"/>
                    <a:pt x="663" y="1724"/>
                    <a:pt x="663" y="1649"/>
                  </a:cubicBezTo>
                  <a:cubicBezTo>
                    <a:pt x="663" y="1608"/>
                    <a:pt x="663" y="1558"/>
                    <a:pt x="663" y="1517"/>
                  </a:cubicBezTo>
                  <a:cubicBezTo>
                    <a:pt x="651" y="1499"/>
                    <a:pt x="635" y="1481"/>
                    <a:pt x="621" y="1481"/>
                  </a:cubicBezTo>
                  <a:cubicBezTo>
                    <a:pt x="615" y="1481"/>
                    <a:pt x="610" y="1484"/>
                    <a:pt x="605" y="1492"/>
                  </a:cubicBezTo>
                  <a:cubicBezTo>
                    <a:pt x="580" y="1517"/>
                    <a:pt x="572" y="1583"/>
                    <a:pt x="572" y="1624"/>
                  </a:cubicBezTo>
                  <a:cubicBezTo>
                    <a:pt x="547" y="1740"/>
                    <a:pt x="522" y="1856"/>
                    <a:pt x="514" y="1972"/>
                  </a:cubicBezTo>
                  <a:cubicBezTo>
                    <a:pt x="506" y="2088"/>
                    <a:pt x="497" y="2204"/>
                    <a:pt x="497" y="2320"/>
                  </a:cubicBezTo>
                  <a:cubicBezTo>
                    <a:pt x="497" y="2428"/>
                    <a:pt x="514" y="2552"/>
                    <a:pt x="481" y="2660"/>
                  </a:cubicBezTo>
                  <a:cubicBezTo>
                    <a:pt x="476" y="2674"/>
                    <a:pt x="460" y="2683"/>
                    <a:pt x="444" y="2683"/>
                  </a:cubicBezTo>
                  <a:cubicBezTo>
                    <a:pt x="433" y="2683"/>
                    <a:pt x="421" y="2679"/>
                    <a:pt x="414" y="2668"/>
                  </a:cubicBezTo>
                  <a:cubicBezTo>
                    <a:pt x="398" y="2635"/>
                    <a:pt x="390" y="2610"/>
                    <a:pt x="381" y="2577"/>
                  </a:cubicBezTo>
                  <a:cubicBezTo>
                    <a:pt x="375" y="2580"/>
                    <a:pt x="367" y="2582"/>
                    <a:pt x="358" y="2582"/>
                  </a:cubicBezTo>
                  <a:cubicBezTo>
                    <a:pt x="342" y="2582"/>
                    <a:pt x="322" y="2576"/>
                    <a:pt x="307" y="2561"/>
                  </a:cubicBezTo>
                  <a:cubicBezTo>
                    <a:pt x="297" y="2543"/>
                    <a:pt x="286" y="2536"/>
                    <a:pt x="276" y="2536"/>
                  </a:cubicBezTo>
                  <a:cubicBezTo>
                    <a:pt x="253" y="2536"/>
                    <a:pt x="232" y="2575"/>
                    <a:pt x="232" y="2610"/>
                  </a:cubicBezTo>
                  <a:cubicBezTo>
                    <a:pt x="232" y="2652"/>
                    <a:pt x="249" y="2693"/>
                    <a:pt x="265" y="2726"/>
                  </a:cubicBezTo>
                  <a:cubicBezTo>
                    <a:pt x="290" y="2768"/>
                    <a:pt x="307" y="2809"/>
                    <a:pt x="323" y="2851"/>
                  </a:cubicBezTo>
                  <a:cubicBezTo>
                    <a:pt x="356" y="2942"/>
                    <a:pt x="390" y="3025"/>
                    <a:pt x="414" y="3116"/>
                  </a:cubicBezTo>
                  <a:cubicBezTo>
                    <a:pt x="439" y="3199"/>
                    <a:pt x="464" y="3290"/>
                    <a:pt x="448" y="3381"/>
                  </a:cubicBezTo>
                  <a:cubicBezTo>
                    <a:pt x="448" y="3399"/>
                    <a:pt x="431" y="3407"/>
                    <a:pt x="413" y="3407"/>
                  </a:cubicBezTo>
                  <a:cubicBezTo>
                    <a:pt x="397" y="3407"/>
                    <a:pt x="381" y="3401"/>
                    <a:pt x="373" y="3389"/>
                  </a:cubicBezTo>
                  <a:cubicBezTo>
                    <a:pt x="348" y="3339"/>
                    <a:pt x="323" y="3281"/>
                    <a:pt x="307" y="3223"/>
                  </a:cubicBezTo>
                  <a:cubicBezTo>
                    <a:pt x="265" y="3223"/>
                    <a:pt x="232" y="3232"/>
                    <a:pt x="191" y="3232"/>
                  </a:cubicBezTo>
                  <a:cubicBezTo>
                    <a:pt x="180" y="3232"/>
                    <a:pt x="158" y="3228"/>
                    <a:pt x="139" y="3228"/>
                  </a:cubicBezTo>
                  <a:cubicBezTo>
                    <a:pt x="130" y="3228"/>
                    <a:pt x="122" y="3229"/>
                    <a:pt x="116" y="3232"/>
                  </a:cubicBezTo>
                  <a:cubicBezTo>
                    <a:pt x="116" y="3232"/>
                    <a:pt x="124" y="3232"/>
                    <a:pt x="116" y="3240"/>
                  </a:cubicBezTo>
                  <a:cubicBezTo>
                    <a:pt x="116" y="3248"/>
                    <a:pt x="108" y="3257"/>
                    <a:pt x="108" y="3265"/>
                  </a:cubicBezTo>
                  <a:cubicBezTo>
                    <a:pt x="91" y="3364"/>
                    <a:pt x="100" y="3480"/>
                    <a:pt x="124" y="3580"/>
                  </a:cubicBezTo>
                  <a:cubicBezTo>
                    <a:pt x="141" y="3687"/>
                    <a:pt x="182" y="3795"/>
                    <a:pt x="224" y="3895"/>
                  </a:cubicBezTo>
                  <a:cubicBezTo>
                    <a:pt x="240" y="3944"/>
                    <a:pt x="265" y="3994"/>
                    <a:pt x="282" y="4044"/>
                  </a:cubicBezTo>
                  <a:cubicBezTo>
                    <a:pt x="307" y="4093"/>
                    <a:pt x="332" y="4143"/>
                    <a:pt x="315" y="4201"/>
                  </a:cubicBezTo>
                  <a:cubicBezTo>
                    <a:pt x="307" y="4226"/>
                    <a:pt x="290" y="4234"/>
                    <a:pt x="274" y="4243"/>
                  </a:cubicBezTo>
                  <a:cubicBezTo>
                    <a:pt x="323" y="4301"/>
                    <a:pt x="381" y="4334"/>
                    <a:pt x="448" y="4375"/>
                  </a:cubicBezTo>
                  <a:cubicBezTo>
                    <a:pt x="481" y="4392"/>
                    <a:pt x="514" y="4408"/>
                    <a:pt x="547" y="4425"/>
                  </a:cubicBezTo>
                  <a:lnTo>
                    <a:pt x="555" y="4425"/>
                  </a:lnTo>
                  <a:lnTo>
                    <a:pt x="564" y="4433"/>
                  </a:lnTo>
                  <a:cubicBezTo>
                    <a:pt x="576" y="4429"/>
                    <a:pt x="588" y="4427"/>
                    <a:pt x="601" y="4427"/>
                  </a:cubicBezTo>
                  <a:cubicBezTo>
                    <a:pt x="613" y="4427"/>
                    <a:pt x="626" y="4429"/>
                    <a:pt x="638" y="4433"/>
                  </a:cubicBezTo>
                  <a:cubicBezTo>
                    <a:pt x="663" y="4450"/>
                    <a:pt x="671" y="4483"/>
                    <a:pt x="646" y="4499"/>
                  </a:cubicBezTo>
                  <a:cubicBezTo>
                    <a:pt x="663" y="4524"/>
                    <a:pt x="655" y="4549"/>
                    <a:pt x="630" y="4566"/>
                  </a:cubicBezTo>
                  <a:cubicBezTo>
                    <a:pt x="630" y="4566"/>
                    <a:pt x="630" y="4566"/>
                    <a:pt x="613" y="4574"/>
                  </a:cubicBezTo>
                  <a:cubicBezTo>
                    <a:pt x="613" y="4582"/>
                    <a:pt x="605" y="4582"/>
                    <a:pt x="597" y="4582"/>
                  </a:cubicBezTo>
                  <a:cubicBezTo>
                    <a:pt x="588" y="4586"/>
                    <a:pt x="580" y="4588"/>
                    <a:pt x="571" y="4588"/>
                  </a:cubicBezTo>
                  <a:cubicBezTo>
                    <a:pt x="562" y="4588"/>
                    <a:pt x="551" y="4586"/>
                    <a:pt x="539" y="4582"/>
                  </a:cubicBezTo>
                  <a:cubicBezTo>
                    <a:pt x="522" y="4582"/>
                    <a:pt x="497" y="4574"/>
                    <a:pt x="481" y="4566"/>
                  </a:cubicBezTo>
                  <a:cubicBezTo>
                    <a:pt x="464" y="4574"/>
                    <a:pt x="456" y="4574"/>
                    <a:pt x="439" y="4582"/>
                  </a:cubicBezTo>
                  <a:cubicBezTo>
                    <a:pt x="406" y="4591"/>
                    <a:pt x="373" y="4607"/>
                    <a:pt x="340" y="4615"/>
                  </a:cubicBezTo>
                  <a:cubicBezTo>
                    <a:pt x="332" y="4624"/>
                    <a:pt x="323" y="4624"/>
                    <a:pt x="315" y="4632"/>
                  </a:cubicBezTo>
                  <a:cubicBezTo>
                    <a:pt x="340" y="4649"/>
                    <a:pt x="373" y="4665"/>
                    <a:pt x="406" y="4673"/>
                  </a:cubicBezTo>
                  <a:lnTo>
                    <a:pt x="414" y="4682"/>
                  </a:lnTo>
                  <a:cubicBezTo>
                    <a:pt x="423" y="4682"/>
                    <a:pt x="431" y="4690"/>
                    <a:pt x="439" y="4690"/>
                  </a:cubicBezTo>
                  <a:cubicBezTo>
                    <a:pt x="456" y="4698"/>
                    <a:pt x="472" y="4698"/>
                    <a:pt x="489" y="4707"/>
                  </a:cubicBezTo>
                  <a:cubicBezTo>
                    <a:pt x="522" y="4715"/>
                    <a:pt x="555" y="4723"/>
                    <a:pt x="588" y="4731"/>
                  </a:cubicBezTo>
                  <a:cubicBezTo>
                    <a:pt x="622" y="4740"/>
                    <a:pt x="646" y="4773"/>
                    <a:pt x="638" y="4814"/>
                  </a:cubicBezTo>
                  <a:cubicBezTo>
                    <a:pt x="680" y="4831"/>
                    <a:pt x="671" y="4897"/>
                    <a:pt x="622" y="4897"/>
                  </a:cubicBezTo>
                  <a:cubicBezTo>
                    <a:pt x="588" y="4901"/>
                    <a:pt x="553" y="4903"/>
                    <a:pt x="518" y="4903"/>
                  </a:cubicBezTo>
                  <a:cubicBezTo>
                    <a:pt x="483" y="4903"/>
                    <a:pt x="448" y="4901"/>
                    <a:pt x="414" y="4897"/>
                  </a:cubicBezTo>
                  <a:cubicBezTo>
                    <a:pt x="332" y="4955"/>
                    <a:pt x="249" y="5030"/>
                    <a:pt x="182" y="5113"/>
                  </a:cubicBezTo>
                  <a:cubicBezTo>
                    <a:pt x="149" y="5154"/>
                    <a:pt x="108" y="5195"/>
                    <a:pt x="75" y="5245"/>
                  </a:cubicBezTo>
                  <a:cubicBezTo>
                    <a:pt x="66" y="5253"/>
                    <a:pt x="58" y="5270"/>
                    <a:pt x="58" y="5278"/>
                  </a:cubicBezTo>
                  <a:cubicBezTo>
                    <a:pt x="66" y="5270"/>
                    <a:pt x="83" y="5270"/>
                    <a:pt x="100" y="5262"/>
                  </a:cubicBezTo>
                  <a:cubicBezTo>
                    <a:pt x="158" y="5237"/>
                    <a:pt x="216" y="5204"/>
                    <a:pt x="282" y="5187"/>
                  </a:cubicBezTo>
                  <a:cubicBezTo>
                    <a:pt x="348" y="5162"/>
                    <a:pt x="423" y="5154"/>
                    <a:pt x="489" y="5154"/>
                  </a:cubicBezTo>
                  <a:cubicBezTo>
                    <a:pt x="530" y="5154"/>
                    <a:pt x="580" y="5154"/>
                    <a:pt x="613" y="5171"/>
                  </a:cubicBezTo>
                  <a:cubicBezTo>
                    <a:pt x="622" y="5168"/>
                    <a:pt x="630" y="5167"/>
                    <a:pt x="638" y="5167"/>
                  </a:cubicBezTo>
                  <a:cubicBezTo>
                    <a:pt x="662" y="5167"/>
                    <a:pt x="686" y="5177"/>
                    <a:pt x="704" y="5195"/>
                  </a:cubicBezTo>
                  <a:cubicBezTo>
                    <a:pt x="746" y="5237"/>
                    <a:pt x="721" y="5303"/>
                    <a:pt x="688" y="5344"/>
                  </a:cubicBezTo>
                  <a:cubicBezTo>
                    <a:pt x="671" y="5369"/>
                    <a:pt x="638" y="5386"/>
                    <a:pt x="613" y="5402"/>
                  </a:cubicBezTo>
                  <a:cubicBezTo>
                    <a:pt x="547" y="5436"/>
                    <a:pt x="481" y="5460"/>
                    <a:pt x="423" y="5485"/>
                  </a:cubicBezTo>
                  <a:cubicBezTo>
                    <a:pt x="390" y="5502"/>
                    <a:pt x="365" y="5518"/>
                    <a:pt x="332" y="5535"/>
                  </a:cubicBezTo>
                  <a:cubicBezTo>
                    <a:pt x="207" y="5651"/>
                    <a:pt x="116" y="5800"/>
                    <a:pt x="83" y="5958"/>
                  </a:cubicBezTo>
                  <a:cubicBezTo>
                    <a:pt x="108" y="5941"/>
                    <a:pt x="141" y="5924"/>
                    <a:pt x="166" y="5908"/>
                  </a:cubicBezTo>
                  <a:cubicBezTo>
                    <a:pt x="224" y="5866"/>
                    <a:pt x="282" y="5833"/>
                    <a:pt x="340" y="5825"/>
                  </a:cubicBezTo>
                  <a:cubicBezTo>
                    <a:pt x="346" y="5823"/>
                    <a:pt x="352" y="5822"/>
                    <a:pt x="359" y="5822"/>
                  </a:cubicBezTo>
                  <a:cubicBezTo>
                    <a:pt x="412" y="5822"/>
                    <a:pt x="467" y="5881"/>
                    <a:pt x="423" y="5933"/>
                  </a:cubicBezTo>
                  <a:cubicBezTo>
                    <a:pt x="332" y="6057"/>
                    <a:pt x="249" y="6198"/>
                    <a:pt x="191" y="6347"/>
                  </a:cubicBezTo>
                  <a:cubicBezTo>
                    <a:pt x="224" y="6330"/>
                    <a:pt x="257" y="6306"/>
                    <a:pt x="290" y="6289"/>
                  </a:cubicBezTo>
                  <a:cubicBezTo>
                    <a:pt x="365" y="6239"/>
                    <a:pt x="456" y="6173"/>
                    <a:pt x="547" y="6173"/>
                  </a:cubicBezTo>
                  <a:cubicBezTo>
                    <a:pt x="588" y="6173"/>
                    <a:pt x="605" y="6214"/>
                    <a:pt x="588" y="6239"/>
                  </a:cubicBezTo>
                  <a:cubicBezTo>
                    <a:pt x="572" y="6272"/>
                    <a:pt x="539" y="6306"/>
                    <a:pt x="514" y="6330"/>
                  </a:cubicBezTo>
                  <a:cubicBezTo>
                    <a:pt x="530" y="6355"/>
                    <a:pt x="530" y="6380"/>
                    <a:pt x="514" y="6397"/>
                  </a:cubicBezTo>
                  <a:cubicBezTo>
                    <a:pt x="481" y="6446"/>
                    <a:pt x="448" y="6504"/>
                    <a:pt x="431" y="6562"/>
                  </a:cubicBezTo>
                  <a:cubicBezTo>
                    <a:pt x="423" y="6579"/>
                    <a:pt x="414" y="6596"/>
                    <a:pt x="414" y="6620"/>
                  </a:cubicBezTo>
                  <a:lnTo>
                    <a:pt x="431" y="6604"/>
                  </a:lnTo>
                  <a:cubicBezTo>
                    <a:pt x="481" y="6571"/>
                    <a:pt x="522" y="6538"/>
                    <a:pt x="564" y="6513"/>
                  </a:cubicBezTo>
                  <a:cubicBezTo>
                    <a:pt x="575" y="6503"/>
                    <a:pt x="587" y="6499"/>
                    <a:pt x="599" y="6499"/>
                  </a:cubicBezTo>
                  <a:cubicBezTo>
                    <a:pt x="627" y="6499"/>
                    <a:pt x="651" y="6525"/>
                    <a:pt x="663" y="6554"/>
                  </a:cubicBezTo>
                  <a:cubicBezTo>
                    <a:pt x="671" y="6562"/>
                    <a:pt x="671" y="6571"/>
                    <a:pt x="671" y="6579"/>
                  </a:cubicBezTo>
                  <a:cubicBezTo>
                    <a:pt x="680" y="6562"/>
                    <a:pt x="688" y="6554"/>
                    <a:pt x="704" y="6546"/>
                  </a:cubicBezTo>
                  <a:cubicBezTo>
                    <a:pt x="716" y="6540"/>
                    <a:pt x="728" y="6534"/>
                    <a:pt x="743" y="6534"/>
                  </a:cubicBezTo>
                  <a:cubicBezTo>
                    <a:pt x="749" y="6534"/>
                    <a:pt x="755" y="6535"/>
                    <a:pt x="762" y="6538"/>
                  </a:cubicBezTo>
                  <a:cubicBezTo>
                    <a:pt x="787" y="6538"/>
                    <a:pt x="804" y="6571"/>
                    <a:pt x="787" y="6596"/>
                  </a:cubicBezTo>
                  <a:cubicBezTo>
                    <a:pt x="771" y="6612"/>
                    <a:pt x="762" y="6620"/>
                    <a:pt x="754" y="6637"/>
                  </a:cubicBezTo>
                  <a:lnTo>
                    <a:pt x="754" y="6645"/>
                  </a:lnTo>
                  <a:lnTo>
                    <a:pt x="746" y="6670"/>
                  </a:lnTo>
                  <a:cubicBezTo>
                    <a:pt x="738" y="6678"/>
                    <a:pt x="738" y="6687"/>
                    <a:pt x="729" y="6695"/>
                  </a:cubicBezTo>
                  <a:cubicBezTo>
                    <a:pt x="696" y="6736"/>
                    <a:pt x="655" y="6761"/>
                    <a:pt x="605" y="6761"/>
                  </a:cubicBezTo>
                  <a:cubicBezTo>
                    <a:pt x="489" y="6869"/>
                    <a:pt x="381" y="6993"/>
                    <a:pt x="282" y="7118"/>
                  </a:cubicBezTo>
                  <a:cubicBezTo>
                    <a:pt x="224" y="7200"/>
                    <a:pt x="166" y="7275"/>
                    <a:pt x="116" y="7358"/>
                  </a:cubicBezTo>
                  <a:cubicBezTo>
                    <a:pt x="91" y="7383"/>
                    <a:pt x="66" y="7416"/>
                    <a:pt x="50" y="7449"/>
                  </a:cubicBezTo>
                  <a:lnTo>
                    <a:pt x="124" y="7383"/>
                  </a:lnTo>
                  <a:cubicBezTo>
                    <a:pt x="138" y="7371"/>
                    <a:pt x="154" y="7366"/>
                    <a:pt x="169" y="7366"/>
                  </a:cubicBezTo>
                  <a:cubicBezTo>
                    <a:pt x="208" y="7366"/>
                    <a:pt x="244" y="7401"/>
                    <a:pt x="232" y="7449"/>
                  </a:cubicBezTo>
                  <a:cubicBezTo>
                    <a:pt x="199" y="7615"/>
                    <a:pt x="191" y="7789"/>
                    <a:pt x="191" y="7963"/>
                  </a:cubicBezTo>
                  <a:lnTo>
                    <a:pt x="240" y="7963"/>
                  </a:lnTo>
                  <a:cubicBezTo>
                    <a:pt x="290" y="7822"/>
                    <a:pt x="390" y="7673"/>
                    <a:pt x="514" y="7623"/>
                  </a:cubicBezTo>
                  <a:lnTo>
                    <a:pt x="539" y="7623"/>
                  </a:lnTo>
                  <a:cubicBezTo>
                    <a:pt x="539" y="7623"/>
                    <a:pt x="547" y="7623"/>
                    <a:pt x="547" y="7631"/>
                  </a:cubicBezTo>
                  <a:cubicBezTo>
                    <a:pt x="564" y="7640"/>
                    <a:pt x="564" y="7664"/>
                    <a:pt x="555" y="7681"/>
                  </a:cubicBezTo>
                  <a:cubicBezTo>
                    <a:pt x="522" y="7739"/>
                    <a:pt x="464" y="7789"/>
                    <a:pt x="423" y="7855"/>
                  </a:cubicBezTo>
                  <a:cubicBezTo>
                    <a:pt x="398" y="7896"/>
                    <a:pt x="381" y="7938"/>
                    <a:pt x="365" y="7979"/>
                  </a:cubicBezTo>
                  <a:lnTo>
                    <a:pt x="373" y="7971"/>
                  </a:lnTo>
                  <a:cubicBezTo>
                    <a:pt x="377" y="7970"/>
                    <a:pt x="380" y="7970"/>
                    <a:pt x="384" y="7970"/>
                  </a:cubicBezTo>
                  <a:cubicBezTo>
                    <a:pt x="429" y="7970"/>
                    <a:pt x="462" y="8016"/>
                    <a:pt x="439" y="8062"/>
                  </a:cubicBezTo>
                  <a:cubicBezTo>
                    <a:pt x="398" y="8162"/>
                    <a:pt x="356" y="8261"/>
                    <a:pt x="332" y="8360"/>
                  </a:cubicBezTo>
                  <a:cubicBezTo>
                    <a:pt x="381" y="8360"/>
                    <a:pt x="414" y="8410"/>
                    <a:pt x="390" y="8460"/>
                  </a:cubicBezTo>
                  <a:cubicBezTo>
                    <a:pt x="315" y="8609"/>
                    <a:pt x="224" y="8775"/>
                    <a:pt x="207" y="8957"/>
                  </a:cubicBezTo>
                  <a:cubicBezTo>
                    <a:pt x="199" y="9040"/>
                    <a:pt x="207" y="9123"/>
                    <a:pt x="232" y="9206"/>
                  </a:cubicBezTo>
                  <a:cubicBezTo>
                    <a:pt x="257" y="9255"/>
                    <a:pt x="290" y="9297"/>
                    <a:pt x="315" y="9338"/>
                  </a:cubicBezTo>
                  <a:cubicBezTo>
                    <a:pt x="340" y="9305"/>
                    <a:pt x="365" y="9264"/>
                    <a:pt x="398" y="9230"/>
                  </a:cubicBezTo>
                  <a:cubicBezTo>
                    <a:pt x="404" y="9224"/>
                    <a:pt x="411" y="9222"/>
                    <a:pt x="419" y="9222"/>
                  </a:cubicBezTo>
                  <a:cubicBezTo>
                    <a:pt x="443" y="9222"/>
                    <a:pt x="468" y="9247"/>
                    <a:pt x="456" y="9272"/>
                  </a:cubicBezTo>
                  <a:cubicBezTo>
                    <a:pt x="423" y="9380"/>
                    <a:pt x="365" y="9479"/>
                    <a:pt x="332" y="9587"/>
                  </a:cubicBezTo>
                  <a:cubicBezTo>
                    <a:pt x="356" y="9603"/>
                    <a:pt x="373" y="9636"/>
                    <a:pt x="365" y="9670"/>
                  </a:cubicBezTo>
                  <a:cubicBezTo>
                    <a:pt x="348" y="9736"/>
                    <a:pt x="332" y="9802"/>
                    <a:pt x="323" y="9868"/>
                  </a:cubicBezTo>
                  <a:cubicBezTo>
                    <a:pt x="323" y="9893"/>
                    <a:pt x="323" y="9926"/>
                    <a:pt x="315" y="9951"/>
                  </a:cubicBezTo>
                  <a:lnTo>
                    <a:pt x="315" y="9960"/>
                  </a:lnTo>
                  <a:lnTo>
                    <a:pt x="323" y="9960"/>
                  </a:lnTo>
                  <a:cubicBezTo>
                    <a:pt x="332" y="9968"/>
                    <a:pt x="348" y="9968"/>
                    <a:pt x="356" y="9976"/>
                  </a:cubicBezTo>
                  <a:cubicBezTo>
                    <a:pt x="398" y="10018"/>
                    <a:pt x="414" y="10084"/>
                    <a:pt x="439" y="10134"/>
                  </a:cubicBezTo>
                  <a:lnTo>
                    <a:pt x="448" y="10142"/>
                  </a:lnTo>
                  <a:cubicBezTo>
                    <a:pt x="464" y="10100"/>
                    <a:pt x="489" y="10067"/>
                    <a:pt x="514" y="10026"/>
                  </a:cubicBezTo>
                  <a:cubicBezTo>
                    <a:pt x="523" y="10011"/>
                    <a:pt x="536" y="10005"/>
                    <a:pt x="550" y="10005"/>
                  </a:cubicBezTo>
                  <a:cubicBezTo>
                    <a:pt x="575" y="10005"/>
                    <a:pt x="599" y="10027"/>
                    <a:pt x="588" y="10059"/>
                  </a:cubicBezTo>
                  <a:cubicBezTo>
                    <a:pt x="564" y="10183"/>
                    <a:pt x="539" y="10299"/>
                    <a:pt x="522" y="10423"/>
                  </a:cubicBezTo>
                  <a:cubicBezTo>
                    <a:pt x="564" y="10432"/>
                    <a:pt x="605" y="10473"/>
                    <a:pt x="588" y="10523"/>
                  </a:cubicBezTo>
                  <a:cubicBezTo>
                    <a:pt x="547" y="10680"/>
                    <a:pt x="514" y="10846"/>
                    <a:pt x="522" y="11003"/>
                  </a:cubicBezTo>
                  <a:cubicBezTo>
                    <a:pt x="530" y="11070"/>
                    <a:pt x="547" y="11144"/>
                    <a:pt x="572" y="11202"/>
                  </a:cubicBezTo>
                  <a:cubicBezTo>
                    <a:pt x="580" y="11219"/>
                    <a:pt x="588" y="11235"/>
                    <a:pt x="597" y="11252"/>
                  </a:cubicBezTo>
                  <a:cubicBezTo>
                    <a:pt x="613" y="11227"/>
                    <a:pt x="630" y="11194"/>
                    <a:pt x="655" y="11177"/>
                  </a:cubicBezTo>
                  <a:cubicBezTo>
                    <a:pt x="660" y="11169"/>
                    <a:pt x="669" y="11166"/>
                    <a:pt x="679" y="11166"/>
                  </a:cubicBezTo>
                  <a:cubicBezTo>
                    <a:pt x="699" y="11166"/>
                    <a:pt x="721" y="11180"/>
                    <a:pt x="721" y="11202"/>
                  </a:cubicBezTo>
                  <a:cubicBezTo>
                    <a:pt x="721" y="11260"/>
                    <a:pt x="704" y="11318"/>
                    <a:pt x="696" y="11376"/>
                  </a:cubicBezTo>
                  <a:lnTo>
                    <a:pt x="696" y="11385"/>
                  </a:lnTo>
                  <a:cubicBezTo>
                    <a:pt x="738" y="11385"/>
                    <a:pt x="787" y="11409"/>
                    <a:pt x="779" y="11459"/>
                  </a:cubicBezTo>
                  <a:cubicBezTo>
                    <a:pt x="771" y="11592"/>
                    <a:pt x="787" y="11724"/>
                    <a:pt x="845" y="11840"/>
                  </a:cubicBezTo>
                  <a:cubicBezTo>
                    <a:pt x="870" y="11898"/>
                    <a:pt x="903" y="11956"/>
                    <a:pt x="945" y="12006"/>
                  </a:cubicBezTo>
                  <a:cubicBezTo>
                    <a:pt x="986" y="12056"/>
                    <a:pt x="1036" y="12097"/>
                    <a:pt x="1052" y="12155"/>
                  </a:cubicBezTo>
                  <a:cubicBezTo>
                    <a:pt x="1094" y="12105"/>
                    <a:pt x="1152" y="12072"/>
                    <a:pt x="1210" y="12039"/>
                  </a:cubicBezTo>
                  <a:cubicBezTo>
                    <a:pt x="1214" y="12037"/>
                    <a:pt x="1219" y="12036"/>
                    <a:pt x="1223" y="12036"/>
                  </a:cubicBezTo>
                  <a:cubicBezTo>
                    <a:pt x="1251" y="12036"/>
                    <a:pt x="1272" y="12076"/>
                    <a:pt x="1243" y="12097"/>
                  </a:cubicBezTo>
                  <a:cubicBezTo>
                    <a:pt x="1168" y="12147"/>
                    <a:pt x="1110" y="12221"/>
                    <a:pt x="1069" y="12304"/>
                  </a:cubicBezTo>
                  <a:cubicBezTo>
                    <a:pt x="1119" y="12279"/>
                    <a:pt x="1168" y="12246"/>
                    <a:pt x="1210" y="12205"/>
                  </a:cubicBezTo>
                  <a:cubicBezTo>
                    <a:pt x="1223" y="12192"/>
                    <a:pt x="1242" y="12185"/>
                    <a:pt x="1260" y="12185"/>
                  </a:cubicBezTo>
                  <a:cubicBezTo>
                    <a:pt x="1291" y="12185"/>
                    <a:pt x="1321" y="12202"/>
                    <a:pt x="1326" y="12238"/>
                  </a:cubicBezTo>
                  <a:cubicBezTo>
                    <a:pt x="1334" y="12313"/>
                    <a:pt x="1326" y="12387"/>
                    <a:pt x="1301" y="12462"/>
                  </a:cubicBezTo>
                  <a:cubicBezTo>
                    <a:pt x="1284" y="12511"/>
                    <a:pt x="1260" y="12569"/>
                    <a:pt x="1284" y="12627"/>
                  </a:cubicBezTo>
                  <a:cubicBezTo>
                    <a:pt x="1294" y="12646"/>
                    <a:pt x="1306" y="12653"/>
                    <a:pt x="1318" y="12653"/>
                  </a:cubicBezTo>
                  <a:cubicBezTo>
                    <a:pt x="1339" y="12653"/>
                    <a:pt x="1363" y="12635"/>
                    <a:pt x="1384" y="12619"/>
                  </a:cubicBezTo>
                  <a:cubicBezTo>
                    <a:pt x="1434" y="12594"/>
                    <a:pt x="1483" y="12561"/>
                    <a:pt x="1550" y="12561"/>
                  </a:cubicBezTo>
                  <a:cubicBezTo>
                    <a:pt x="1591" y="12561"/>
                    <a:pt x="1624" y="12603"/>
                    <a:pt x="1624" y="12644"/>
                  </a:cubicBezTo>
                  <a:cubicBezTo>
                    <a:pt x="1624" y="12727"/>
                    <a:pt x="1624" y="12810"/>
                    <a:pt x="1624" y="12893"/>
                  </a:cubicBezTo>
                  <a:cubicBezTo>
                    <a:pt x="1632" y="12959"/>
                    <a:pt x="1624" y="13042"/>
                    <a:pt x="1657" y="13100"/>
                  </a:cubicBezTo>
                  <a:cubicBezTo>
                    <a:pt x="1694" y="13158"/>
                    <a:pt x="1749" y="13173"/>
                    <a:pt x="1810" y="13173"/>
                  </a:cubicBezTo>
                  <a:cubicBezTo>
                    <a:pt x="1875" y="13173"/>
                    <a:pt x="1946" y="13156"/>
                    <a:pt x="2006" y="13156"/>
                  </a:cubicBezTo>
                  <a:cubicBezTo>
                    <a:pt x="2017" y="13156"/>
                    <a:pt x="2028" y="13156"/>
                    <a:pt x="2038" y="13158"/>
                  </a:cubicBezTo>
                  <a:cubicBezTo>
                    <a:pt x="2072" y="13158"/>
                    <a:pt x="2105" y="13207"/>
                    <a:pt x="2072" y="13241"/>
                  </a:cubicBezTo>
                  <a:cubicBezTo>
                    <a:pt x="2004" y="13295"/>
                    <a:pt x="1907" y="13327"/>
                    <a:pt x="1810" y="13327"/>
                  </a:cubicBezTo>
                  <a:cubicBezTo>
                    <a:pt x="1716" y="13327"/>
                    <a:pt x="1623" y="13297"/>
                    <a:pt x="1558" y="13232"/>
                  </a:cubicBezTo>
                  <a:cubicBezTo>
                    <a:pt x="1500" y="13158"/>
                    <a:pt x="1483" y="13075"/>
                    <a:pt x="1475" y="12984"/>
                  </a:cubicBezTo>
                  <a:cubicBezTo>
                    <a:pt x="1467" y="12901"/>
                    <a:pt x="1467" y="12826"/>
                    <a:pt x="1467" y="12752"/>
                  </a:cubicBezTo>
                  <a:cubicBezTo>
                    <a:pt x="1434" y="12768"/>
                    <a:pt x="1400" y="12793"/>
                    <a:pt x="1367" y="12801"/>
                  </a:cubicBezTo>
                  <a:cubicBezTo>
                    <a:pt x="1352" y="12805"/>
                    <a:pt x="1337" y="12806"/>
                    <a:pt x="1323" y="12806"/>
                  </a:cubicBezTo>
                  <a:cubicBezTo>
                    <a:pt x="1266" y="12806"/>
                    <a:pt x="1216" y="12781"/>
                    <a:pt x="1177" y="12735"/>
                  </a:cubicBezTo>
                  <a:cubicBezTo>
                    <a:pt x="1160" y="12710"/>
                    <a:pt x="1144" y="12685"/>
                    <a:pt x="1135" y="12652"/>
                  </a:cubicBezTo>
                  <a:cubicBezTo>
                    <a:pt x="1052" y="12752"/>
                    <a:pt x="978" y="12851"/>
                    <a:pt x="903" y="12967"/>
                  </a:cubicBezTo>
                  <a:cubicBezTo>
                    <a:pt x="920" y="12984"/>
                    <a:pt x="928" y="13009"/>
                    <a:pt x="912" y="13042"/>
                  </a:cubicBezTo>
                  <a:cubicBezTo>
                    <a:pt x="787" y="13232"/>
                    <a:pt x="655" y="13423"/>
                    <a:pt x="530" y="13622"/>
                  </a:cubicBezTo>
                  <a:cubicBezTo>
                    <a:pt x="555" y="13655"/>
                    <a:pt x="564" y="13713"/>
                    <a:pt x="547" y="13754"/>
                  </a:cubicBezTo>
                  <a:cubicBezTo>
                    <a:pt x="514" y="13837"/>
                    <a:pt x="414" y="13887"/>
                    <a:pt x="356" y="13953"/>
                  </a:cubicBezTo>
                  <a:cubicBezTo>
                    <a:pt x="298" y="14028"/>
                    <a:pt x="249" y="14119"/>
                    <a:pt x="216" y="14210"/>
                  </a:cubicBezTo>
                  <a:cubicBezTo>
                    <a:pt x="199" y="14251"/>
                    <a:pt x="182" y="14293"/>
                    <a:pt x="174" y="14343"/>
                  </a:cubicBezTo>
                  <a:cubicBezTo>
                    <a:pt x="166" y="14367"/>
                    <a:pt x="166" y="14392"/>
                    <a:pt x="166" y="14417"/>
                  </a:cubicBezTo>
                  <a:cubicBezTo>
                    <a:pt x="158" y="14434"/>
                    <a:pt x="158" y="14442"/>
                    <a:pt x="158" y="14450"/>
                  </a:cubicBezTo>
                  <a:cubicBezTo>
                    <a:pt x="167" y="14434"/>
                    <a:pt x="183" y="14427"/>
                    <a:pt x="198" y="14427"/>
                  </a:cubicBezTo>
                  <a:cubicBezTo>
                    <a:pt x="222" y="14427"/>
                    <a:pt x="242" y="14445"/>
                    <a:pt x="232" y="14475"/>
                  </a:cubicBezTo>
                  <a:cubicBezTo>
                    <a:pt x="207" y="14558"/>
                    <a:pt x="191" y="14633"/>
                    <a:pt x="166" y="14715"/>
                  </a:cubicBezTo>
                  <a:cubicBezTo>
                    <a:pt x="166" y="14757"/>
                    <a:pt x="158" y="14790"/>
                    <a:pt x="149" y="14831"/>
                  </a:cubicBezTo>
                  <a:cubicBezTo>
                    <a:pt x="133" y="14931"/>
                    <a:pt x="133" y="15022"/>
                    <a:pt x="116" y="15121"/>
                  </a:cubicBezTo>
                  <a:cubicBezTo>
                    <a:pt x="108" y="15138"/>
                    <a:pt x="91" y="15155"/>
                    <a:pt x="75" y="15155"/>
                  </a:cubicBezTo>
                  <a:cubicBezTo>
                    <a:pt x="66" y="15171"/>
                    <a:pt x="66" y="15188"/>
                    <a:pt x="66" y="15196"/>
                  </a:cubicBezTo>
                  <a:cubicBezTo>
                    <a:pt x="42" y="15312"/>
                    <a:pt x="17" y="15428"/>
                    <a:pt x="0" y="15544"/>
                  </a:cubicBezTo>
                  <a:lnTo>
                    <a:pt x="8" y="15544"/>
                  </a:lnTo>
                  <a:cubicBezTo>
                    <a:pt x="14" y="15543"/>
                    <a:pt x="20" y="15542"/>
                    <a:pt x="26" y="15542"/>
                  </a:cubicBezTo>
                  <a:cubicBezTo>
                    <a:pt x="57" y="15542"/>
                    <a:pt x="93" y="15559"/>
                    <a:pt x="100" y="15594"/>
                  </a:cubicBezTo>
                  <a:cubicBezTo>
                    <a:pt x="116" y="15701"/>
                    <a:pt x="149" y="15809"/>
                    <a:pt x="191" y="15908"/>
                  </a:cubicBezTo>
                  <a:cubicBezTo>
                    <a:pt x="257" y="15875"/>
                    <a:pt x="332" y="15859"/>
                    <a:pt x="406" y="15850"/>
                  </a:cubicBezTo>
                  <a:cubicBezTo>
                    <a:pt x="427" y="15849"/>
                    <a:pt x="447" y="15848"/>
                    <a:pt x="467" y="15848"/>
                  </a:cubicBezTo>
                  <a:cubicBezTo>
                    <a:pt x="678" y="15848"/>
                    <a:pt x="882" y="15922"/>
                    <a:pt x="1086" y="15975"/>
                  </a:cubicBezTo>
                  <a:cubicBezTo>
                    <a:pt x="1342" y="16041"/>
                    <a:pt x="1608" y="16107"/>
                    <a:pt x="1864" y="16165"/>
                  </a:cubicBezTo>
                  <a:cubicBezTo>
                    <a:pt x="2395" y="16281"/>
                    <a:pt x="2925" y="16381"/>
                    <a:pt x="3464" y="16455"/>
                  </a:cubicBezTo>
                  <a:cubicBezTo>
                    <a:pt x="4289" y="16564"/>
                    <a:pt x="5125" y="16619"/>
                    <a:pt x="5959" y="16619"/>
                  </a:cubicBezTo>
                  <a:cubicBezTo>
                    <a:pt x="6205" y="16619"/>
                    <a:pt x="6450" y="16614"/>
                    <a:pt x="6695" y="16604"/>
                  </a:cubicBezTo>
                  <a:cubicBezTo>
                    <a:pt x="7780" y="16563"/>
                    <a:pt x="8857" y="16422"/>
                    <a:pt x="9918" y="16215"/>
                  </a:cubicBezTo>
                  <a:cubicBezTo>
                    <a:pt x="10987" y="16008"/>
                    <a:pt x="12047" y="15743"/>
                    <a:pt x="13091" y="15444"/>
                  </a:cubicBezTo>
                  <a:cubicBezTo>
                    <a:pt x="13356" y="15370"/>
                    <a:pt x="13613" y="15295"/>
                    <a:pt x="13878" y="15221"/>
                  </a:cubicBezTo>
                  <a:cubicBezTo>
                    <a:pt x="14061" y="15163"/>
                    <a:pt x="14251" y="15113"/>
                    <a:pt x="14425" y="15030"/>
                  </a:cubicBezTo>
                  <a:cubicBezTo>
                    <a:pt x="14467" y="15005"/>
                    <a:pt x="14500" y="14997"/>
                    <a:pt x="14533" y="14972"/>
                  </a:cubicBezTo>
                  <a:cubicBezTo>
                    <a:pt x="14723" y="14873"/>
                    <a:pt x="14889" y="14724"/>
                    <a:pt x="14964" y="14517"/>
                  </a:cubicBezTo>
                  <a:cubicBezTo>
                    <a:pt x="15030" y="14343"/>
                    <a:pt x="15030" y="14127"/>
                    <a:pt x="14914" y="13978"/>
                  </a:cubicBezTo>
                  <a:cubicBezTo>
                    <a:pt x="14897" y="13953"/>
                    <a:pt x="14889" y="13928"/>
                    <a:pt x="14889" y="13903"/>
                  </a:cubicBezTo>
                  <a:cubicBezTo>
                    <a:pt x="14856" y="13879"/>
                    <a:pt x="14815" y="13854"/>
                    <a:pt x="14765" y="13829"/>
                  </a:cubicBezTo>
                  <a:cubicBezTo>
                    <a:pt x="14721" y="13807"/>
                    <a:pt x="14755" y="13752"/>
                    <a:pt x="14793" y="13752"/>
                  </a:cubicBezTo>
                  <a:cubicBezTo>
                    <a:pt x="14797" y="13752"/>
                    <a:pt x="14802" y="13752"/>
                    <a:pt x="14806" y="13754"/>
                  </a:cubicBezTo>
                  <a:cubicBezTo>
                    <a:pt x="14856" y="13779"/>
                    <a:pt x="14906" y="13804"/>
                    <a:pt x="14947" y="13829"/>
                  </a:cubicBezTo>
                  <a:cubicBezTo>
                    <a:pt x="14959" y="13823"/>
                    <a:pt x="14974" y="13819"/>
                    <a:pt x="14989" y="13819"/>
                  </a:cubicBezTo>
                  <a:cubicBezTo>
                    <a:pt x="15015" y="13819"/>
                    <a:pt x="15042" y="13830"/>
                    <a:pt x="15063" y="13862"/>
                  </a:cubicBezTo>
                  <a:cubicBezTo>
                    <a:pt x="15088" y="13895"/>
                    <a:pt x="15105" y="13920"/>
                    <a:pt x="15121" y="13953"/>
                  </a:cubicBezTo>
                  <a:lnTo>
                    <a:pt x="15121" y="13953"/>
                  </a:lnTo>
                  <a:cubicBezTo>
                    <a:pt x="15120" y="13824"/>
                    <a:pt x="15086" y="13710"/>
                    <a:pt x="15013" y="13597"/>
                  </a:cubicBezTo>
                  <a:cubicBezTo>
                    <a:pt x="14982" y="13553"/>
                    <a:pt x="15026" y="13505"/>
                    <a:pt x="15075" y="13505"/>
                  </a:cubicBezTo>
                  <a:cubicBezTo>
                    <a:pt x="15091" y="13505"/>
                    <a:pt x="15107" y="13510"/>
                    <a:pt x="15121" y="13522"/>
                  </a:cubicBezTo>
                  <a:cubicBezTo>
                    <a:pt x="15171" y="13564"/>
                    <a:pt x="15229" y="13597"/>
                    <a:pt x="15295" y="13605"/>
                  </a:cubicBezTo>
                  <a:cubicBezTo>
                    <a:pt x="15320" y="13473"/>
                    <a:pt x="15320" y="13340"/>
                    <a:pt x="15279" y="13207"/>
                  </a:cubicBezTo>
                  <a:cubicBezTo>
                    <a:pt x="15254" y="13083"/>
                    <a:pt x="15171" y="12967"/>
                    <a:pt x="15270" y="12859"/>
                  </a:cubicBezTo>
                  <a:cubicBezTo>
                    <a:pt x="15320" y="12810"/>
                    <a:pt x="15353" y="12777"/>
                    <a:pt x="15353" y="12702"/>
                  </a:cubicBezTo>
                  <a:cubicBezTo>
                    <a:pt x="15345" y="12644"/>
                    <a:pt x="15320" y="12578"/>
                    <a:pt x="15287" y="12528"/>
                  </a:cubicBezTo>
                  <a:cubicBezTo>
                    <a:pt x="15221" y="12420"/>
                    <a:pt x="15138" y="12321"/>
                    <a:pt x="15113" y="12188"/>
                  </a:cubicBezTo>
                  <a:lnTo>
                    <a:pt x="15096" y="12197"/>
                  </a:lnTo>
                  <a:cubicBezTo>
                    <a:pt x="15089" y="12166"/>
                    <a:pt x="15109" y="12121"/>
                    <a:pt x="15145" y="12121"/>
                  </a:cubicBezTo>
                  <a:cubicBezTo>
                    <a:pt x="15148" y="12121"/>
                    <a:pt x="15151" y="12121"/>
                    <a:pt x="15154" y="12122"/>
                  </a:cubicBezTo>
                  <a:cubicBezTo>
                    <a:pt x="15204" y="12122"/>
                    <a:pt x="15254" y="12130"/>
                    <a:pt x="15303" y="12139"/>
                  </a:cubicBezTo>
                  <a:cubicBezTo>
                    <a:pt x="15320" y="12139"/>
                    <a:pt x="15345" y="12139"/>
                    <a:pt x="15361" y="12147"/>
                  </a:cubicBezTo>
                  <a:lnTo>
                    <a:pt x="15370" y="12147"/>
                  </a:lnTo>
                  <a:lnTo>
                    <a:pt x="15361" y="12139"/>
                  </a:lnTo>
                  <a:cubicBezTo>
                    <a:pt x="15312" y="12072"/>
                    <a:pt x="15270" y="11981"/>
                    <a:pt x="15229" y="11898"/>
                  </a:cubicBezTo>
                  <a:cubicBezTo>
                    <a:pt x="15138" y="11741"/>
                    <a:pt x="15047" y="11583"/>
                    <a:pt x="14947" y="11418"/>
                  </a:cubicBezTo>
                  <a:cubicBezTo>
                    <a:pt x="14924" y="11364"/>
                    <a:pt x="14965" y="11317"/>
                    <a:pt x="15017" y="11317"/>
                  </a:cubicBezTo>
                  <a:cubicBezTo>
                    <a:pt x="15020" y="11317"/>
                    <a:pt x="15023" y="11318"/>
                    <a:pt x="15025" y="11318"/>
                  </a:cubicBezTo>
                  <a:lnTo>
                    <a:pt x="15025" y="11318"/>
                  </a:lnTo>
                  <a:cubicBezTo>
                    <a:pt x="15013" y="11315"/>
                    <a:pt x="15013" y="11300"/>
                    <a:pt x="15013" y="11285"/>
                  </a:cubicBezTo>
                  <a:cubicBezTo>
                    <a:pt x="15005" y="11269"/>
                    <a:pt x="14989" y="11252"/>
                    <a:pt x="14980" y="11235"/>
                  </a:cubicBezTo>
                  <a:cubicBezTo>
                    <a:pt x="14955" y="11202"/>
                    <a:pt x="14931" y="11169"/>
                    <a:pt x="14906" y="11136"/>
                  </a:cubicBezTo>
                  <a:cubicBezTo>
                    <a:pt x="14873" y="11103"/>
                    <a:pt x="14839" y="11070"/>
                    <a:pt x="14798" y="11037"/>
                  </a:cubicBezTo>
                  <a:cubicBezTo>
                    <a:pt x="14773" y="11037"/>
                    <a:pt x="14748" y="11020"/>
                    <a:pt x="14748" y="10995"/>
                  </a:cubicBezTo>
                  <a:lnTo>
                    <a:pt x="14748" y="10987"/>
                  </a:lnTo>
                  <a:cubicBezTo>
                    <a:pt x="14632" y="10896"/>
                    <a:pt x="14491" y="10829"/>
                    <a:pt x="14359" y="10763"/>
                  </a:cubicBezTo>
                  <a:cubicBezTo>
                    <a:pt x="14290" y="10732"/>
                    <a:pt x="14328" y="10637"/>
                    <a:pt x="14393" y="10637"/>
                  </a:cubicBezTo>
                  <a:cubicBezTo>
                    <a:pt x="14398" y="10637"/>
                    <a:pt x="14403" y="10638"/>
                    <a:pt x="14409" y="10639"/>
                  </a:cubicBezTo>
                  <a:cubicBezTo>
                    <a:pt x="14500" y="10664"/>
                    <a:pt x="14591" y="10705"/>
                    <a:pt x="14674" y="10755"/>
                  </a:cubicBezTo>
                  <a:cubicBezTo>
                    <a:pt x="14657" y="10722"/>
                    <a:pt x="14641" y="10689"/>
                    <a:pt x="14616" y="10655"/>
                  </a:cubicBezTo>
                  <a:cubicBezTo>
                    <a:pt x="14591" y="10597"/>
                    <a:pt x="14558" y="10548"/>
                    <a:pt x="14541" y="10481"/>
                  </a:cubicBezTo>
                  <a:cubicBezTo>
                    <a:pt x="14533" y="10448"/>
                    <a:pt x="14533" y="10415"/>
                    <a:pt x="14516" y="10374"/>
                  </a:cubicBezTo>
                  <a:cubicBezTo>
                    <a:pt x="14500" y="10341"/>
                    <a:pt x="14475" y="10324"/>
                    <a:pt x="14450" y="10299"/>
                  </a:cubicBezTo>
                  <a:cubicBezTo>
                    <a:pt x="14375" y="10250"/>
                    <a:pt x="14301" y="10200"/>
                    <a:pt x="14226" y="10150"/>
                  </a:cubicBezTo>
                  <a:cubicBezTo>
                    <a:pt x="14168" y="10109"/>
                    <a:pt x="14094" y="10076"/>
                    <a:pt x="14044" y="10018"/>
                  </a:cubicBezTo>
                  <a:cubicBezTo>
                    <a:pt x="13994" y="9968"/>
                    <a:pt x="13986" y="9885"/>
                    <a:pt x="14011" y="9827"/>
                  </a:cubicBezTo>
                  <a:cubicBezTo>
                    <a:pt x="13903" y="9736"/>
                    <a:pt x="13812" y="9612"/>
                    <a:pt x="13704" y="9512"/>
                  </a:cubicBezTo>
                  <a:cubicBezTo>
                    <a:pt x="13602" y="9416"/>
                    <a:pt x="13454" y="9315"/>
                    <a:pt x="13303" y="9315"/>
                  </a:cubicBezTo>
                  <a:cubicBezTo>
                    <a:pt x="13271" y="9315"/>
                    <a:pt x="13239" y="9320"/>
                    <a:pt x="13207" y="9330"/>
                  </a:cubicBezTo>
                  <a:cubicBezTo>
                    <a:pt x="13202" y="9331"/>
                    <a:pt x="13197" y="9332"/>
                    <a:pt x="13191" y="9332"/>
                  </a:cubicBezTo>
                  <a:cubicBezTo>
                    <a:pt x="13133" y="9332"/>
                    <a:pt x="13095" y="9252"/>
                    <a:pt x="13141" y="9214"/>
                  </a:cubicBezTo>
                  <a:cubicBezTo>
                    <a:pt x="13166" y="9181"/>
                    <a:pt x="13199" y="9156"/>
                    <a:pt x="13240" y="9139"/>
                  </a:cubicBezTo>
                  <a:cubicBezTo>
                    <a:pt x="13166" y="9098"/>
                    <a:pt x="13091" y="9073"/>
                    <a:pt x="13017" y="9048"/>
                  </a:cubicBezTo>
                  <a:cubicBezTo>
                    <a:pt x="12984" y="9056"/>
                    <a:pt x="12959" y="9065"/>
                    <a:pt x="12926" y="9081"/>
                  </a:cubicBezTo>
                  <a:lnTo>
                    <a:pt x="12909" y="9081"/>
                  </a:lnTo>
                  <a:cubicBezTo>
                    <a:pt x="12909" y="9090"/>
                    <a:pt x="12901" y="9106"/>
                    <a:pt x="12901" y="9114"/>
                  </a:cubicBezTo>
                  <a:cubicBezTo>
                    <a:pt x="12884" y="9139"/>
                    <a:pt x="12859" y="9164"/>
                    <a:pt x="12834" y="9181"/>
                  </a:cubicBezTo>
                  <a:cubicBezTo>
                    <a:pt x="12843" y="9247"/>
                    <a:pt x="12851" y="9305"/>
                    <a:pt x="12843" y="9371"/>
                  </a:cubicBezTo>
                  <a:cubicBezTo>
                    <a:pt x="12836" y="9399"/>
                    <a:pt x="12811" y="9433"/>
                    <a:pt x="12779" y="9433"/>
                  </a:cubicBezTo>
                  <a:cubicBezTo>
                    <a:pt x="12773" y="9433"/>
                    <a:pt x="12766" y="9432"/>
                    <a:pt x="12760" y="9429"/>
                  </a:cubicBezTo>
                  <a:lnTo>
                    <a:pt x="12760" y="9429"/>
                  </a:lnTo>
                  <a:cubicBezTo>
                    <a:pt x="12768" y="9462"/>
                    <a:pt x="12768" y="9496"/>
                    <a:pt x="12768" y="9520"/>
                  </a:cubicBezTo>
                  <a:cubicBezTo>
                    <a:pt x="12773" y="9540"/>
                    <a:pt x="12760" y="9551"/>
                    <a:pt x="12745" y="9551"/>
                  </a:cubicBezTo>
                  <a:cubicBezTo>
                    <a:pt x="12735" y="9551"/>
                    <a:pt x="12725" y="9547"/>
                    <a:pt x="12718" y="9537"/>
                  </a:cubicBezTo>
                  <a:cubicBezTo>
                    <a:pt x="12694" y="9512"/>
                    <a:pt x="12677" y="9479"/>
                    <a:pt x="12652" y="9446"/>
                  </a:cubicBezTo>
                  <a:cubicBezTo>
                    <a:pt x="12636" y="9421"/>
                    <a:pt x="12627" y="9380"/>
                    <a:pt x="12602" y="9355"/>
                  </a:cubicBezTo>
                  <a:cubicBezTo>
                    <a:pt x="12588" y="9311"/>
                    <a:pt x="12612" y="9261"/>
                    <a:pt x="12657" y="9261"/>
                  </a:cubicBezTo>
                  <a:cubicBezTo>
                    <a:pt x="12664" y="9261"/>
                    <a:pt x="12670" y="9262"/>
                    <a:pt x="12677" y="9264"/>
                  </a:cubicBezTo>
                  <a:cubicBezTo>
                    <a:pt x="12685" y="9264"/>
                    <a:pt x="12702" y="9272"/>
                    <a:pt x="12710" y="9280"/>
                  </a:cubicBezTo>
                  <a:cubicBezTo>
                    <a:pt x="12710" y="9239"/>
                    <a:pt x="12702" y="9197"/>
                    <a:pt x="12685" y="9156"/>
                  </a:cubicBezTo>
                  <a:cubicBezTo>
                    <a:pt x="12677" y="9114"/>
                    <a:pt x="12710" y="9073"/>
                    <a:pt x="12752" y="9073"/>
                  </a:cubicBezTo>
                  <a:cubicBezTo>
                    <a:pt x="12754" y="9073"/>
                    <a:pt x="12756" y="9073"/>
                    <a:pt x="12758" y="9073"/>
                  </a:cubicBezTo>
                  <a:cubicBezTo>
                    <a:pt x="12829" y="9073"/>
                    <a:pt x="12735" y="8923"/>
                    <a:pt x="12718" y="8899"/>
                  </a:cubicBezTo>
                  <a:cubicBezTo>
                    <a:pt x="12694" y="8866"/>
                    <a:pt x="12660" y="8833"/>
                    <a:pt x="12627" y="8800"/>
                  </a:cubicBezTo>
                  <a:cubicBezTo>
                    <a:pt x="12594" y="8758"/>
                    <a:pt x="12561" y="8725"/>
                    <a:pt x="12544" y="8684"/>
                  </a:cubicBezTo>
                  <a:cubicBezTo>
                    <a:pt x="12529" y="8653"/>
                    <a:pt x="12549" y="8608"/>
                    <a:pt x="12592" y="8608"/>
                  </a:cubicBezTo>
                  <a:cubicBezTo>
                    <a:pt x="12595" y="8608"/>
                    <a:pt x="12599" y="8608"/>
                    <a:pt x="12602" y="8609"/>
                  </a:cubicBezTo>
                  <a:cubicBezTo>
                    <a:pt x="12627" y="8617"/>
                    <a:pt x="12652" y="8634"/>
                    <a:pt x="12669" y="8650"/>
                  </a:cubicBezTo>
                  <a:cubicBezTo>
                    <a:pt x="12677" y="8646"/>
                    <a:pt x="12683" y="8644"/>
                    <a:pt x="12689" y="8644"/>
                  </a:cubicBezTo>
                  <a:cubicBezTo>
                    <a:pt x="12696" y="8644"/>
                    <a:pt x="12702" y="8646"/>
                    <a:pt x="12710" y="8650"/>
                  </a:cubicBezTo>
                  <a:cubicBezTo>
                    <a:pt x="12743" y="8667"/>
                    <a:pt x="12776" y="8684"/>
                    <a:pt x="12810" y="8692"/>
                  </a:cubicBezTo>
                  <a:cubicBezTo>
                    <a:pt x="12801" y="8659"/>
                    <a:pt x="12793" y="8617"/>
                    <a:pt x="12776" y="8584"/>
                  </a:cubicBezTo>
                  <a:cubicBezTo>
                    <a:pt x="12727" y="8559"/>
                    <a:pt x="12710" y="8510"/>
                    <a:pt x="12735" y="8452"/>
                  </a:cubicBezTo>
                  <a:cubicBezTo>
                    <a:pt x="12746" y="8429"/>
                    <a:pt x="12764" y="8422"/>
                    <a:pt x="12783" y="8422"/>
                  </a:cubicBezTo>
                  <a:cubicBezTo>
                    <a:pt x="12792" y="8422"/>
                    <a:pt x="12801" y="8424"/>
                    <a:pt x="12810" y="8427"/>
                  </a:cubicBezTo>
                  <a:cubicBezTo>
                    <a:pt x="12810" y="8418"/>
                    <a:pt x="12810" y="8418"/>
                    <a:pt x="12810" y="8410"/>
                  </a:cubicBezTo>
                  <a:lnTo>
                    <a:pt x="12793" y="8377"/>
                  </a:lnTo>
                  <a:cubicBezTo>
                    <a:pt x="12785" y="8377"/>
                    <a:pt x="12776" y="8385"/>
                    <a:pt x="12768" y="8385"/>
                  </a:cubicBezTo>
                  <a:cubicBezTo>
                    <a:pt x="12718" y="8385"/>
                    <a:pt x="12718" y="8319"/>
                    <a:pt x="12768" y="8319"/>
                  </a:cubicBezTo>
                  <a:lnTo>
                    <a:pt x="12776" y="8319"/>
                  </a:lnTo>
                  <a:cubicBezTo>
                    <a:pt x="12776" y="8278"/>
                    <a:pt x="12776" y="8236"/>
                    <a:pt x="12801" y="8203"/>
                  </a:cubicBezTo>
                  <a:cubicBezTo>
                    <a:pt x="12816" y="8188"/>
                    <a:pt x="12840" y="8176"/>
                    <a:pt x="12862" y="8176"/>
                  </a:cubicBezTo>
                  <a:cubicBezTo>
                    <a:pt x="12877" y="8176"/>
                    <a:pt x="12891" y="8181"/>
                    <a:pt x="12901" y="8195"/>
                  </a:cubicBezTo>
                  <a:cubicBezTo>
                    <a:pt x="12909" y="8195"/>
                    <a:pt x="12909" y="8203"/>
                    <a:pt x="12917" y="8203"/>
                  </a:cubicBezTo>
                  <a:cubicBezTo>
                    <a:pt x="12909" y="8170"/>
                    <a:pt x="12892" y="8145"/>
                    <a:pt x="12876" y="8112"/>
                  </a:cubicBezTo>
                  <a:cubicBezTo>
                    <a:pt x="12851" y="8070"/>
                    <a:pt x="12810" y="8037"/>
                    <a:pt x="12793" y="7988"/>
                  </a:cubicBezTo>
                  <a:cubicBezTo>
                    <a:pt x="12776" y="7938"/>
                    <a:pt x="12776" y="7888"/>
                    <a:pt x="12743" y="7847"/>
                  </a:cubicBezTo>
                  <a:cubicBezTo>
                    <a:pt x="12718" y="7797"/>
                    <a:pt x="12685" y="7764"/>
                    <a:pt x="12644" y="7731"/>
                  </a:cubicBezTo>
                  <a:cubicBezTo>
                    <a:pt x="12589" y="7696"/>
                    <a:pt x="12620" y="7621"/>
                    <a:pt x="12670" y="7621"/>
                  </a:cubicBezTo>
                  <a:cubicBezTo>
                    <a:pt x="12680" y="7621"/>
                    <a:pt x="12691" y="7624"/>
                    <a:pt x="12702" y="7631"/>
                  </a:cubicBezTo>
                  <a:cubicBezTo>
                    <a:pt x="12727" y="7648"/>
                    <a:pt x="12760" y="7664"/>
                    <a:pt x="12793" y="7681"/>
                  </a:cubicBezTo>
                  <a:cubicBezTo>
                    <a:pt x="12785" y="7532"/>
                    <a:pt x="12702" y="7383"/>
                    <a:pt x="12569" y="7300"/>
                  </a:cubicBezTo>
                  <a:cubicBezTo>
                    <a:pt x="12530" y="7268"/>
                    <a:pt x="12535" y="7183"/>
                    <a:pt x="12594" y="7183"/>
                  </a:cubicBezTo>
                  <a:cubicBezTo>
                    <a:pt x="12597" y="7183"/>
                    <a:pt x="12600" y="7184"/>
                    <a:pt x="12602" y="7184"/>
                  </a:cubicBezTo>
                  <a:lnTo>
                    <a:pt x="12694" y="7192"/>
                  </a:lnTo>
                  <a:cubicBezTo>
                    <a:pt x="12652" y="7134"/>
                    <a:pt x="12602" y="7076"/>
                    <a:pt x="12544" y="7018"/>
                  </a:cubicBezTo>
                  <a:cubicBezTo>
                    <a:pt x="12511" y="6993"/>
                    <a:pt x="12528" y="6935"/>
                    <a:pt x="12569" y="6919"/>
                  </a:cubicBezTo>
                  <a:lnTo>
                    <a:pt x="12594" y="6910"/>
                  </a:lnTo>
                  <a:cubicBezTo>
                    <a:pt x="12586" y="6902"/>
                    <a:pt x="12578" y="6894"/>
                    <a:pt x="12569" y="6877"/>
                  </a:cubicBezTo>
                  <a:cubicBezTo>
                    <a:pt x="12536" y="6836"/>
                    <a:pt x="12486" y="6794"/>
                    <a:pt x="12470" y="6736"/>
                  </a:cubicBezTo>
                  <a:cubicBezTo>
                    <a:pt x="12445" y="6687"/>
                    <a:pt x="12462" y="6629"/>
                    <a:pt x="12495" y="6596"/>
                  </a:cubicBezTo>
                  <a:cubicBezTo>
                    <a:pt x="12462" y="6546"/>
                    <a:pt x="12437" y="6504"/>
                    <a:pt x="12437" y="6446"/>
                  </a:cubicBezTo>
                  <a:cubicBezTo>
                    <a:pt x="12437" y="6397"/>
                    <a:pt x="12462" y="6355"/>
                    <a:pt x="12495" y="6322"/>
                  </a:cubicBezTo>
                  <a:cubicBezTo>
                    <a:pt x="12470" y="6272"/>
                    <a:pt x="12453" y="6214"/>
                    <a:pt x="12428" y="6156"/>
                  </a:cubicBezTo>
                  <a:cubicBezTo>
                    <a:pt x="12420" y="6132"/>
                    <a:pt x="12437" y="6098"/>
                    <a:pt x="12453" y="6090"/>
                  </a:cubicBezTo>
                  <a:cubicBezTo>
                    <a:pt x="12470" y="6082"/>
                    <a:pt x="12486" y="6074"/>
                    <a:pt x="12511" y="6065"/>
                  </a:cubicBezTo>
                  <a:cubicBezTo>
                    <a:pt x="12453" y="6007"/>
                    <a:pt x="12395" y="5941"/>
                    <a:pt x="12337" y="5875"/>
                  </a:cubicBezTo>
                  <a:cubicBezTo>
                    <a:pt x="12298" y="5836"/>
                    <a:pt x="12325" y="5775"/>
                    <a:pt x="12370" y="5775"/>
                  </a:cubicBezTo>
                  <a:cubicBezTo>
                    <a:pt x="12373" y="5775"/>
                    <a:pt x="12376" y="5775"/>
                    <a:pt x="12379" y="5775"/>
                  </a:cubicBezTo>
                  <a:cubicBezTo>
                    <a:pt x="12370" y="5759"/>
                    <a:pt x="12354" y="5742"/>
                    <a:pt x="12346" y="5726"/>
                  </a:cubicBezTo>
                  <a:cubicBezTo>
                    <a:pt x="12337" y="5717"/>
                    <a:pt x="12337" y="5709"/>
                    <a:pt x="12337" y="5701"/>
                  </a:cubicBezTo>
                  <a:cubicBezTo>
                    <a:pt x="12279" y="5634"/>
                    <a:pt x="12230" y="5568"/>
                    <a:pt x="12180" y="5494"/>
                  </a:cubicBezTo>
                  <a:cubicBezTo>
                    <a:pt x="12138" y="5436"/>
                    <a:pt x="12097" y="5378"/>
                    <a:pt x="12056" y="5320"/>
                  </a:cubicBezTo>
                  <a:cubicBezTo>
                    <a:pt x="12031" y="5276"/>
                    <a:pt x="12071" y="5228"/>
                    <a:pt x="12111" y="5228"/>
                  </a:cubicBezTo>
                  <a:cubicBezTo>
                    <a:pt x="12124" y="5228"/>
                    <a:pt x="12136" y="5233"/>
                    <a:pt x="12147" y="5245"/>
                  </a:cubicBezTo>
                  <a:cubicBezTo>
                    <a:pt x="12196" y="5295"/>
                    <a:pt x="12238" y="5344"/>
                    <a:pt x="12279" y="5402"/>
                  </a:cubicBezTo>
                  <a:cubicBezTo>
                    <a:pt x="12321" y="5452"/>
                    <a:pt x="12362" y="5494"/>
                    <a:pt x="12395" y="5543"/>
                  </a:cubicBezTo>
                  <a:lnTo>
                    <a:pt x="12395" y="5535"/>
                  </a:lnTo>
                  <a:cubicBezTo>
                    <a:pt x="12379" y="5485"/>
                    <a:pt x="12362" y="5427"/>
                    <a:pt x="12379" y="5378"/>
                  </a:cubicBezTo>
                  <a:cubicBezTo>
                    <a:pt x="12379" y="5336"/>
                    <a:pt x="12395" y="5303"/>
                    <a:pt x="12428" y="5278"/>
                  </a:cubicBezTo>
                  <a:cubicBezTo>
                    <a:pt x="12440" y="5272"/>
                    <a:pt x="12452" y="5266"/>
                    <a:pt x="12464" y="5266"/>
                  </a:cubicBezTo>
                  <a:cubicBezTo>
                    <a:pt x="12468" y="5266"/>
                    <a:pt x="12473" y="5268"/>
                    <a:pt x="12478" y="5270"/>
                  </a:cubicBezTo>
                  <a:lnTo>
                    <a:pt x="12478" y="5262"/>
                  </a:lnTo>
                  <a:cubicBezTo>
                    <a:pt x="12486" y="5195"/>
                    <a:pt x="12536" y="5137"/>
                    <a:pt x="12611" y="5129"/>
                  </a:cubicBezTo>
                  <a:cubicBezTo>
                    <a:pt x="12622" y="5129"/>
                    <a:pt x="12655" y="5133"/>
                    <a:pt x="12681" y="5133"/>
                  </a:cubicBezTo>
                  <a:cubicBezTo>
                    <a:pt x="12694" y="5133"/>
                    <a:pt x="12705" y="5132"/>
                    <a:pt x="12710" y="5129"/>
                  </a:cubicBezTo>
                  <a:cubicBezTo>
                    <a:pt x="12718" y="5121"/>
                    <a:pt x="12710" y="5088"/>
                    <a:pt x="12702" y="5071"/>
                  </a:cubicBezTo>
                  <a:cubicBezTo>
                    <a:pt x="12694" y="5038"/>
                    <a:pt x="12660" y="5013"/>
                    <a:pt x="12636" y="4988"/>
                  </a:cubicBezTo>
                  <a:cubicBezTo>
                    <a:pt x="12611" y="4955"/>
                    <a:pt x="12586" y="4922"/>
                    <a:pt x="12578" y="4881"/>
                  </a:cubicBezTo>
                  <a:cubicBezTo>
                    <a:pt x="12557" y="4833"/>
                    <a:pt x="12604" y="4802"/>
                    <a:pt x="12645" y="4802"/>
                  </a:cubicBezTo>
                  <a:cubicBezTo>
                    <a:pt x="12653" y="4802"/>
                    <a:pt x="12661" y="4803"/>
                    <a:pt x="12669" y="4806"/>
                  </a:cubicBezTo>
                  <a:cubicBezTo>
                    <a:pt x="12675" y="4812"/>
                    <a:pt x="12687" y="4814"/>
                    <a:pt x="12695" y="4818"/>
                  </a:cubicBezTo>
                  <a:lnTo>
                    <a:pt x="12695" y="4818"/>
                  </a:lnTo>
                  <a:cubicBezTo>
                    <a:pt x="12674" y="4803"/>
                    <a:pt x="12659" y="4788"/>
                    <a:pt x="12644" y="4773"/>
                  </a:cubicBezTo>
                  <a:cubicBezTo>
                    <a:pt x="12602" y="4740"/>
                    <a:pt x="12569" y="4707"/>
                    <a:pt x="12536" y="4673"/>
                  </a:cubicBezTo>
                  <a:cubicBezTo>
                    <a:pt x="12520" y="4657"/>
                    <a:pt x="12503" y="4632"/>
                    <a:pt x="12486" y="4615"/>
                  </a:cubicBezTo>
                  <a:cubicBezTo>
                    <a:pt x="12478" y="4607"/>
                    <a:pt x="12470" y="4599"/>
                    <a:pt x="12462" y="4591"/>
                  </a:cubicBezTo>
                  <a:cubicBezTo>
                    <a:pt x="12420" y="4582"/>
                    <a:pt x="12404" y="4533"/>
                    <a:pt x="12428" y="4499"/>
                  </a:cubicBezTo>
                  <a:cubicBezTo>
                    <a:pt x="12395" y="4483"/>
                    <a:pt x="12354" y="4458"/>
                    <a:pt x="12321" y="4433"/>
                  </a:cubicBezTo>
                  <a:cubicBezTo>
                    <a:pt x="12304" y="4417"/>
                    <a:pt x="12288" y="4375"/>
                    <a:pt x="12296" y="4350"/>
                  </a:cubicBezTo>
                  <a:cubicBezTo>
                    <a:pt x="12279" y="4342"/>
                    <a:pt x="12271" y="4325"/>
                    <a:pt x="12254" y="4317"/>
                  </a:cubicBezTo>
                  <a:cubicBezTo>
                    <a:pt x="12196" y="4284"/>
                    <a:pt x="12130" y="4251"/>
                    <a:pt x="12072" y="4209"/>
                  </a:cubicBezTo>
                  <a:cubicBezTo>
                    <a:pt x="12047" y="4185"/>
                    <a:pt x="12031" y="4151"/>
                    <a:pt x="12047" y="4127"/>
                  </a:cubicBezTo>
                  <a:cubicBezTo>
                    <a:pt x="12031" y="4127"/>
                    <a:pt x="12022" y="4127"/>
                    <a:pt x="12014" y="4118"/>
                  </a:cubicBezTo>
                  <a:cubicBezTo>
                    <a:pt x="11956" y="4077"/>
                    <a:pt x="11890" y="4044"/>
                    <a:pt x="11815" y="4019"/>
                  </a:cubicBezTo>
                  <a:cubicBezTo>
                    <a:pt x="11782" y="4011"/>
                    <a:pt x="11749" y="4002"/>
                    <a:pt x="11708" y="3994"/>
                  </a:cubicBezTo>
                  <a:cubicBezTo>
                    <a:pt x="11674" y="3986"/>
                    <a:pt x="11633" y="3986"/>
                    <a:pt x="11600" y="3977"/>
                  </a:cubicBezTo>
                  <a:cubicBezTo>
                    <a:pt x="11567" y="3969"/>
                    <a:pt x="11575" y="3936"/>
                    <a:pt x="11600" y="3928"/>
                  </a:cubicBezTo>
                  <a:cubicBezTo>
                    <a:pt x="11641" y="3911"/>
                    <a:pt x="11683" y="3911"/>
                    <a:pt x="11724" y="3911"/>
                  </a:cubicBezTo>
                  <a:cubicBezTo>
                    <a:pt x="11766" y="3919"/>
                    <a:pt x="11807" y="3928"/>
                    <a:pt x="11848" y="3936"/>
                  </a:cubicBezTo>
                  <a:cubicBezTo>
                    <a:pt x="11923" y="3969"/>
                    <a:pt x="11998" y="4011"/>
                    <a:pt x="12064" y="4060"/>
                  </a:cubicBezTo>
                  <a:cubicBezTo>
                    <a:pt x="12072" y="4069"/>
                    <a:pt x="12072" y="4077"/>
                    <a:pt x="12072" y="4085"/>
                  </a:cubicBezTo>
                  <a:cubicBezTo>
                    <a:pt x="12080" y="4085"/>
                    <a:pt x="12080" y="4085"/>
                    <a:pt x="12089" y="4077"/>
                  </a:cubicBezTo>
                  <a:cubicBezTo>
                    <a:pt x="12072" y="4052"/>
                    <a:pt x="12089" y="4011"/>
                    <a:pt x="12122" y="4002"/>
                  </a:cubicBezTo>
                  <a:cubicBezTo>
                    <a:pt x="12155" y="3994"/>
                    <a:pt x="12180" y="3977"/>
                    <a:pt x="12205" y="3977"/>
                  </a:cubicBezTo>
                  <a:cubicBezTo>
                    <a:pt x="12228" y="3972"/>
                    <a:pt x="12252" y="3966"/>
                    <a:pt x="12275" y="3966"/>
                  </a:cubicBezTo>
                  <a:cubicBezTo>
                    <a:pt x="12285" y="3966"/>
                    <a:pt x="12294" y="3967"/>
                    <a:pt x="12304" y="3969"/>
                  </a:cubicBezTo>
                  <a:cubicBezTo>
                    <a:pt x="12321" y="3977"/>
                    <a:pt x="12337" y="4002"/>
                    <a:pt x="12321" y="4027"/>
                  </a:cubicBezTo>
                  <a:cubicBezTo>
                    <a:pt x="12312" y="4044"/>
                    <a:pt x="12288" y="4060"/>
                    <a:pt x="12263" y="4069"/>
                  </a:cubicBezTo>
                  <a:cubicBezTo>
                    <a:pt x="12279" y="4085"/>
                    <a:pt x="12296" y="4102"/>
                    <a:pt x="12312" y="4110"/>
                  </a:cubicBezTo>
                  <a:cubicBezTo>
                    <a:pt x="12395" y="4060"/>
                    <a:pt x="12470" y="3994"/>
                    <a:pt x="12544" y="3928"/>
                  </a:cubicBezTo>
                  <a:cubicBezTo>
                    <a:pt x="12586" y="3886"/>
                    <a:pt x="12636" y="3837"/>
                    <a:pt x="12677" y="3779"/>
                  </a:cubicBezTo>
                  <a:cubicBezTo>
                    <a:pt x="12685" y="3770"/>
                    <a:pt x="12694" y="3762"/>
                    <a:pt x="12702" y="3745"/>
                  </a:cubicBezTo>
                  <a:cubicBezTo>
                    <a:pt x="12735" y="3687"/>
                    <a:pt x="12768" y="3629"/>
                    <a:pt x="12801" y="3563"/>
                  </a:cubicBezTo>
                  <a:lnTo>
                    <a:pt x="12801" y="3555"/>
                  </a:lnTo>
                  <a:cubicBezTo>
                    <a:pt x="12876" y="3356"/>
                    <a:pt x="12901" y="3149"/>
                    <a:pt x="12909" y="2942"/>
                  </a:cubicBezTo>
                  <a:cubicBezTo>
                    <a:pt x="12892" y="2942"/>
                    <a:pt x="12876" y="2933"/>
                    <a:pt x="12868" y="2917"/>
                  </a:cubicBezTo>
                  <a:cubicBezTo>
                    <a:pt x="12868" y="2983"/>
                    <a:pt x="12859" y="3058"/>
                    <a:pt x="12868" y="3124"/>
                  </a:cubicBezTo>
                  <a:cubicBezTo>
                    <a:pt x="12868" y="3152"/>
                    <a:pt x="12850" y="3164"/>
                    <a:pt x="12831" y="3164"/>
                  </a:cubicBezTo>
                  <a:cubicBezTo>
                    <a:pt x="12811" y="3164"/>
                    <a:pt x="12789" y="3150"/>
                    <a:pt x="12785" y="3124"/>
                  </a:cubicBezTo>
                  <a:cubicBezTo>
                    <a:pt x="12768" y="2975"/>
                    <a:pt x="12776" y="2817"/>
                    <a:pt x="12810" y="2668"/>
                  </a:cubicBezTo>
                  <a:lnTo>
                    <a:pt x="12810" y="2403"/>
                  </a:lnTo>
                  <a:cubicBezTo>
                    <a:pt x="12810" y="2345"/>
                    <a:pt x="12810" y="2279"/>
                    <a:pt x="12810" y="2221"/>
                  </a:cubicBezTo>
                  <a:cubicBezTo>
                    <a:pt x="12801" y="2262"/>
                    <a:pt x="12793" y="2304"/>
                    <a:pt x="12793" y="2353"/>
                  </a:cubicBezTo>
                  <a:cubicBezTo>
                    <a:pt x="12789" y="2371"/>
                    <a:pt x="12772" y="2380"/>
                    <a:pt x="12754" y="2380"/>
                  </a:cubicBezTo>
                  <a:cubicBezTo>
                    <a:pt x="12730" y="2380"/>
                    <a:pt x="12705" y="2365"/>
                    <a:pt x="12710" y="2337"/>
                  </a:cubicBezTo>
                  <a:cubicBezTo>
                    <a:pt x="12710" y="2237"/>
                    <a:pt x="12710" y="2138"/>
                    <a:pt x="12710" y="2030"/>
                  </a:cubicBezTo>
                  <a:cubicBezTo>
                    <a:pt x="12694" y="2030"/>
                    <a:pt x="12677" y="2014"/>
                    <a:pt x="12677" y="1989"/>
                  </a:cubicBezTo>
                  <a:cubicBezTo>
                    <a:pt x="12652" y="1865"/>
                    <a:pt x="12644" y="1732"/>
                    <a:pt x="12636" y="1608"/>
                  </a:cubicBezTo>
                  <a:lnTo>
                    <a:pt x="12627" y="1541"/>
                  </a:lnTo>
                  <a:lnTo>
                    <a:pt x="12594" y="1425"/>
                  </a:lnTo>
                  <a:cubicBezTo>
                    <a:pt x="12586" y="1392"/>
                    <a:pt x="12561" y="1367"/>
                    <a:pt x="12553" y="1343"/>
                  </a:cubicBezTo>
                  <a:cubicBezTo>
                    <a:pt x="12553" y="1318"/>
                    <a:pt x="12561" y="1301"/>
                    <a:pt x="12569" y="1293"/>
                  </a:cubicBezTo>
                  <a:cubicBezTo>
                    <a:pt x="12569" y="1285"/>
                    <a:pt x="12578" y="1276"/>
                    <a:pt x="12578" y="1276"/>
                  </a:cubicBezTo>
                  <a:cubicBezTo>
                    <a:pt x="12553" y="1210"/>
                    <a:pt x="12528" y="1135"/>
                    <a:pt x="12569" y="1094"/>
                  </a:cubicBezTo>
                  <a:cubicBezTo>
                    <a:pt x="12569" y="1077"/>
                    <a:pt x="12569" y="1069"/>
                    <a:pt x="12561" y="1061"/>
                  </a:cubicBezTo>
                  <a:cubicBezTo>
                    <a:pt x="12555" y="1033"/>
                    <a:pt x="12584" y="1012"/>
                    <a:pt x="12611" y="1012"/>
                  </a:cubicBezTo>
                  <a:cubicBezTo>
                    <a:pt x="12623" y="1012"/>
                    <a:pt x="12636" y="1017"/>
                    <a:pt x="12644" y="1028"/>
                  </a:cubicBezTo>
                  <a:lnTo>
                    <a:pt x="12644" y="1036"/>
                  </a:lnTo>
                  <a:cubicBezTo>
                    <a:pt x="12652" y="1036"/>
                    <a:pt x="12660" y="1044"/>
                    <a:pt x="12660" y="1044"/>
                  </a:cubicBezTo>
                  <a:lnTo>
                    <a:pt x="12669" y="1053"/>
                  </a:lnTo>
                  <a:lnTo>
                    <a:pt x="12677" y="1061"/>
                  </a:lnTo>
                  <a:cubicBezTo>
                    <a:pt x="12685" y="1069"/>
                    <a:pt x="12702" y="1069"/>
                    <a:pt x="12710" y="1077"/>
                  </a:cubicBezTo>
                  <a:lnTo>
                    <a:pt x="12710" y="1086"/>
                  </a:lnTo>
                  <a:lnTo>
                    <a:pt x="12718" y="1086"/>
                  </a:lnTo>
                  <a:lnTo>
                    <a:pt x="12727" y="1094"/>
                  </a:lnTo>
                  <a:cubicBezTo>
                    <a:pt x="12702" y="1069"/>
                    <a:pt x="12685" y="1044"/>
                    <a:pt x="12660" y="1019"/>
                  </a:cubicBezTo>
                  <a:cubicBezTo>
                    <a:pt x="12578" y="920"/>
                    <a:pt x="12495" y="821"/>
                    <a:pt x="12404" y="729"/>
                  </a:cubicBezTo>
                  <a:cubicBezTo>
                    <a:pt x="12379" y="696"/>
                    <a:pt x="12387" y="647"/>
                    <a:pt x="12428" y="638"/>
                  </a:cubicBezTo>
                  <a:cubicBezTo>
                    <a:pt x="12445" y="630"/>
                    <a:pt x="12462" y="630"/>
                    <a:pt x="12486" y="630"/>
                  </a:cubicBezTo>
                  <a:cubicBezTo>
                    <a:pt x="12412" y="580"/>
                    <a:pt x="12337" y="547"/>
                    <a:pt x="12254" y="514"/>
                  </a:cubicBezTo>
                  <a:lnTo>
                    <a:pt x="12254" y="514"/>
                  </a:lnTo>
                  <a:cubicBezTo>
                    <a:pt x="12263" y="522"/>
                    <a:pt x="12254" y="539"/>
                    <a:pt x="12246" y="539"/>
                  </a:cubicBezTo>
                  <a:cubicBezTo>
                    <a:pt x="12221" y="547"/>
                    <a:pt x="12196" y="555"/>
                    <a:pt x="12180" y="555"/>
                  </a:cubicBezTo>
                  <a:cubicBezTo>
                    <a:pt x="12155" y="564"/>
                    <a:pt x="12130" y="564"/>
                    <a:pt x="12114" y="564"/>
                  </a:cubicBezTo>
                  <a:lnTo>
                    <a:pt x="12089" y="564"/>
                  </a:lnTo>
                  <a:cubicBezTo>
                    <a:pt x="12080" y="555"/>
                    <a:pt x="12080" y="547"/>
                    <a:pt x="12080" y="539"/>
                  </a:cubicBezTo>
                  <a:cubicBezTo>
                    <a:pt x="12072" y="522"/>
                    <a:pt x="12089" y="514"/>
                    <a:pt x="12105" y="514"/>
                  </a:cubicBezTo>
                  <a:cubicBezTo>
                    <a:pt x="12122" y="506"/>
                    <a:pt x="12147" y="506"/>
                    <a:pt x="12172" y="506"/>
                  </a:cubicBezTo>
                  <a:lnTo>
                    <a:pt x="12221" y="506"/>
                  </a:lnTo>
                  <a:cubicBezTo>
                    <a:pt x="12213" y="497"/>
                    <a:pt x="12205" y="497"/>
                    <a:pt x="12196" y="497"/>
                  </a:cubicBezTo>
                  <a:cubicBezTo>
                    <a:pt x="12138" y="481"/>
                    <a:pt x="12147" y="390"/>
                    <a:pt x="12205" y="390"/>
                  </a:cubicBezTo>
                  <a:cubicBezTo>
                    <a:pt x="12254" y="390"/>
                    <a:pt x="12296" y="390"/>
                    <a:pt x="12337" y="398"/>
                  </a:cubicBezTo>
                  <a:cubicBezTo>
                    <a:pt x="12238" y="332"/>
                    <a:pt x="12130" y="282"/>
                    <a:pt x="12006" y="249"/>
                  </a:cubicBezTo>
                  <a:cubicBezTo>
                    <a:pt x="11989" y="249"/>
                    <a:pt x="11981" y="232"/>
                    <a:pt x="11981" y="224"/>
                  </a:cubicBezTo>
                  <a:cubicBezTo>
                    <a:pt x="11963" y="223"/>
                    <a:pt x="11945" y="222"/>
                    <a:pt x="11928" y="222"/>
                  </a:cubicBezTo>
                  <a:cubicBezTo>
                    <a:pt x="11840" y="222"/>
                    <a:pt x="11756" y="239"/>
                    <a:pt x="11666" y="274"/>
                  </a:cubicBezTo>
                  <a:cubicBezTo>
                    <a:pt x="11663" y="274"/>
                    <a:pt x="11661" y="275"/>
                    <a:pt x="11658" y="275"/>
                  </a:cubicBezTo>
                  <a:cubicBezTo>
                    <a:pt x="11624" y="275"/>
                    <a:pt x="11619" y="223"/>
                    <a:pt x="11650" y="208"/>
                  </a:cubicBezTo>
                  <a:cubicBezTo>
                    <a:pt x="11758" y="157"/>
                    <a:pt x="11880" y="131"/>
                    <a:pt x="12003" y="131"/>
                  </a:cubicBezTo>
                  <a:cubicBezTo>
                    <a:pt x="12020" y="131"/>
                    <a:pt x="12038" y="132"/>
                    <a:pt x="12056" y="133"/>
                  </a:cubicBezTo>
                  <a:cubicBezTo>
                    <a:pt x="12014" y="116"/>
                    <a:pt x="11964" y="108"/>
                    <a:pt x="11915" y="100"/>
                  </a:cubicBezTo>
                  <a:cubicBezTo>
                    <a:pt x="11774" y="83"/>
                    <a:pt x="11633" y="83"/>
                    <a:pt x="11492" y="83"/>
                  </a:cubicBezTo>
                  <a:cubicBezTo>
                    <a:pt x="11467" y="83"/>
                    <a:pt x="11442" y="58"/>
                    <a:pt x="11442" y="42"/>
                  </a:cubicBezTo>
                  <a:cubicBezTo>
                    <a:pt x="11418" y="42"/>
                    <a:pt x="11384" y="50"/>
                    <a:pt x="11360" y="50"/>
                  </a:cubicBezTo>
                  <a:cubicBezTo>
                    <a:pt x="11355" y="51"/>
                    <a:pt x="11351" y="52"/>
                    <a:pt x="11347" y="52"/>
                  </a:cubicBezTo>
                  <a:cubicBezTo>
                    <a:pt x="11323" y="52"/>
                    <a:pt x="11311" y="29"/>
                    <a:pt x="11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20;p25"/>
            <p:cNvSpPr/>
            <p:nvPr/>
          </p:nvSpPr>
          <p:spPr>
            <a:xfrm>
              <a:off x="505950" y="1599125"/>
              <a:ext cx="425" cy="250"/>
            </a:xfrm>
            <a:custGeom>
              <a:rect b="b" l="l" r="r" t="t"/>
              <a:pathLst>
                <a:path extrusionOk="0" h="10" w="17">
                  <a:moveTo>
                    <a:pt x="17" y="1"/>
                  </a:moveTo>
                  <a:cubicBezTo>
                    <a:pt x="8" y="1"/>
                    <a:pt x="0" y="9"/>
                    <a:pt x="0" y="9"/>
                  </a:cubicBezTo>
                  <a:lnTo>
                    <a:pt x="17" y="9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E0A5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21;p25"/>
            <p:cNvSpPr/>
            <p:nvPr/>
          </p:nvSpPr>
          <p:spPr>
            <a:xfrm>
              <a:off x="563100" y="1468975"/>
              <a:ext cx="165125" cy="108850"/>
            </a:xfrm>
            <a:custGeom>
              <a:rect b="b" l="l" r="r" t="t"/>
              <a:pathLst>
                <a:path extrusionOk="0" h="4354" w="6605">
                  <a:moveTo>
                    <a:pt x="3499" y="0"/>
                  </a:moveTo>
                  <a:cubicBezTo>
                    <a:pt x="3160" y="0"/>
                    <a:pt x="2820" y="38"/>
                    <a:pt x="2487" y="103"/>
                  </a:cubicBezTo>
                  <a:cubicBezTo>
                    <a:pt x="2155" y="169"/>
                    <a:pt x="1824" y="269"/>
                    <a:pt x="1492" y="376"/>
                  </a:cubicBezTo>
                  <a:cubicBezTo>
                    <a:pt x="1227" y="467"/>
                    <a:pt x="937" y="567"/>
                    <a:pt x="730" y="774"/>
                  </a:cubicBezTo>
                  <a:cubicBezTo>
                    <a:pt x="506" y="998"/>
                    <a:pt x="465" y="1337"/>
                    <a:pt x="399" y="1636"/>
                  </a:cubicBezTo>
                  <a:lnTo>
                    <a:pt x="158" y="2688"/>
                  </a:lnTo>
                  <a:cubicBezTo>
                    <a:pt x="117" y="2870"/>
                    <a:pt x="76" y="3044"/>
                    <a:pt x="42" y="3226"/>
                  </a:cubicBezTo>
                  <a:cubicBezTo>
                    <a:pt x="9" y="3376"/>
                    <a:pt x="1" y="3525"/>
                    <a:pt x="59" y="3674"/>
                  </a:cubicBezTo>
                  <a:cubicBezTo>
                    <a:pt x="175" y="3964"/>
                    <a:pt x="465" y="4121"/>
                    <a:pt x="763" y="4163"/>
                  </a:cubicBezTo>
                  <a:cubicBezTo>
                    <a:pt x="821" y="4170"/>
                    <a:pt x="880" y="4174"/>
                    <a:pt x="940" y="4174"/>
                  </a:cubicBezTo>
                  <a:cubicBezTo>
                    <a:pt x="1202" y="4174"/>
                    <a:pt x="1470" y="4102"/>
                    <a:pt x="1699" y="3980"/>
                  </a:cubicBezTo>
                  <a:cubicBezTo>
                    <a:pt x="1757" y="3947"/>
                    <a:pt x="1815" y="3889"/>
                    <a:pt x="1873" y="3881"/>
                  </a:cubicBezTo>
                  <a:cubicBezTo>
                    <a:pt x="1884" y="3879"/>
                    <a:pt x="1894" y="3878"/>
                    <a:pt x="1904" y="3878"/>
                  </a:cubicBezTo>
                  <a:cubicBezTo>
                    <a:pt x="1968" y="3878"/>
                    <a:pt x="2031" y="3919"/>
                    <a:pt x="2081" y="3947"/>
                  </a:cubicBezTo>
                  <a:cubicBezTo>
                    <a:pt x="2221" y="4030"/>
                    <a:pt x="2362" y="4105"/>
                    <a:pt x="2511" y="4163"/>
                  </a:cubicBezTo>
                  <a:cubicBezTo>
                    <a:pt x="2801" y="4287"/>
                    <a:pt x="3125" y="4353"/>
                    <a:pt x="3448" y="4353"/>
                  </a:cubicBezTo>
                  <a:cubicBezTo>
                    <a:pt x="3613" y="4353"/>
                    <a:pt x="3779" y="4328"/>
                    <a:pt x="3928" y="4254"/>
                  </a:cubicBezTo>
                  <a:cubicBezTo>
                    <a:pt x="4061" y="4179"/>
                    <a:pt x="4185" y="4080"/>
                    <a:pt x="4343" y="4055"/>
                  </a:cubicBezTo>
                  <a:cubicBezTo>
                    <a:pt x="4376" y="4050"/>
                    <a:pt x="4410" y="4047"/>
                    <a:pt x="4444" y="4047"/>
                  </a:cubicBezTo>
                  <a:cubicBezTo>
                    <a:pt x="4570" y="4047"/>
                    <a:pt x="4699" y="4079"/>
                    <a:pt x="4823" y="4105"/>
                  </a:cubicBezTo>
                  <a:cubicBezTo>
                    <a:pt x="4989" y="4146"/>
                    <a:pt x="5155" y="4188"/>
                    <a:pt x="5329" y="4204"/>
                  </a:cubicBezTo>
                  <a:cubicBezTo>
                    <a:pt x="5392" y="4211"/>
                    <a:pt x="5456" y="4213"/>
                    <a:pt x="5521" y="4213"/>
                  </a:cubicBezTo>
                  <a:cubicBezTo>
                    <a:pt x="5625" y="4213"/>
                    <a:pt x="5728" y="4206"/>
                    <a:pt x="5826" y="4196"/>
                  </a:cubicBezTo>
                  <a:cubicBezTo>
                    <a:pt x="5983" y="4179"/>
                    <a:pt x="6149" y="4154"/>
                    <a:pt x="6273" y="4072"/>
                  </a:cubicBezTo>
                  <a:cubicBezTo>
                    <a:pt x="6406" y="3980"/>
                    <a:pt x="6455" y="3840"/>
                    <a:pt x="6488" y="3699"/>
                  </a:cubicBezTo>
                  <a:cubicBezTo>
                    <a:pt x="6530" y="3541"/>
                    <a:pt x="6555" y="3384"/>
                    <a:pt x="6571" y="3226"/>
                  </a:cubicBezTo>
                  <a:cubicBezTo>
                    <a:pt x="6604" y="2920"/>
                    <a:pt x="6596" y="2605"/>
                    <a:pt x="6555" y="2290"/>
                  </a:cubicBezTo>
                  <a:cubicBezTo>
                    <a:pt x="6505" y="1975"/>
                    <a:pt x="6414" y="1669"/>
                    <a:pt x="6290" y="1379"/>
                  </a:cubicBezTo>
                  <a:cubicBezTo>
                    <a:pt x="6182" y="1122"/>
                    <a:pt x="6033" y="857"/>
                    <a:pt x="5801" y="683"/>
                  </a:cubicBezTo>
                  <a:cubicBezTo>
                    <a:pt x="5710" y="617"/>
                    <a:pt x="5618" y="575"/>
                    <a:pt x="5511" y="559"/>
                  </a:cubicBezTo>
                  <a:cubicBezTo>
                    <a:pt x="5436" y="509"/>
                    <a:pt x="5353" y="459"/>
                    <a:pt x="5279" y="418"/>
                  </a:cubicBezTo>
                  <a:cubicBezTo>
                    <a:pt x="5014" y="277"/>
                    <a:pt x="4715" y="169"/>
                    <a:pt x="4417" y="103"/>
                  </a:cubicBezTo>
                  <a:cubicBezTo>
                    <a:pt x="4116" y="32"/>
                    <a:pt x="3808" y="0"/>
                    <a:pt x="34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22;p25"/>
            <p:cNvSpPr/>
            <p:nvPr/>
          </p:nvSpPr>
          <p:spPr>
            <a:xfrm>
              <a:off x="569625" y="1474850"/>
              <a:ext cx="31550" cy="20925"/>
            </a:xfrm>
            <a:custGeom>
              <a:rect b="b" l="l" r="r" t="t"/>
              <a:pathLst>
                <a:path extrusionOk="0" h="837" w="1262">
                  <a:moveTo>
                    <a:pt x="1182" y="0"/>
                  </a:moveTo>
                  <a:cubicBezTo>
                    <a:pt x="933" y="42"/>
                    <a:pt x="709" y="116"/>
                    <a:pt x="502" y="249"/>
                  </a:cubicBezTo>
                  <a:cubicBezTo>
                    <a:pt x="444" y="282"/>
                    <a:pt x="394" y="315"/>
                    <a:pt x="345" y="357"/>
                  </a:cubicBezTo>
                  <a:cubicBezTo>
                    <a:pt x="345" y="340"/>
                    <a:pt x="345" y="332"/>
                    <a:pt x="336" y="324"/>
                  </a:cubicBezTo>
                  <a:cubicBezTo>
                    <a:pt x="324" y="311"/>
                    <a:pt x="312" y="305"/>
                    <a:pt x="300" y="305"/>
                  </a:cubicBezTo>
                  <a:cubicBezTo>
                    <a:pt x="289" y="305"/>
                    <a:pt x="278" y="311"/>
                    <a:pt x="270" y="324"/>
                  </a:cubicBezTo>
                  <a:cubicBezTo>
                    <a:pt x="220" y="365"/>
                    <a:pt x="179" y="406"/>
                    <a:pt x="146" y="456"/>
                  </a:cubicBezTo>
                  <a:cubicBezTo>
                    <a:pt x="129" y="481"/>
                    <a:pt x="113" y="506"/>
                    <a:pt x="96" y="531"/>
                  </a:cubicBezTo>
                  <a:cubicBezTo>
                    <a:pt x="88" y="547"/>
                    <a:pt x="80" y="564"/>
                    <a:pt x="80" y="580"/>
                  </a:cubicBezTo>
                  <a:cubicBezTo>
                    <a:pt x="71" y="589"/>
                    <a:pt x="71" y="605"/>
                    <a:pt x="63" y="622"/>
                  </a:cubicBezTo>
                  <a:cubicBezTo>
                    <a:pt x="63" y="630"/>
                    <a:pt x="63" y="638"/>
                    <a:pt x="71" y="647"/>
                  </a:cubicBezTo>
                  <a:cubicBezTo>
                    <a:pt x="46" y="688"/>
                    <a:pt x="22" y="730"/>
                    <a:pt x="13" y="771"/>
                  </a:cubicBezTo>
                  <a:cubicBezTo>
                    <a:pt x="0" y="804"/>
                    <a:pt x="29" y="836"/>
                    <a:pt x="57" y="836"/>
                  </a:cubicBezTo>
                  <a:cubicBezTo>
                    <a:pt x="65" y="836"/>
                    <a:pt x="73" y="834"/>
                    <a:pt x="80" y="829"/>
                  </a:cubicBezTo>
                  <a:cubicBezTo>
                    <a:pt x="171" y="763"/>
                    <a:pt x="245" y="680"/>
                    <a:pt x="328" y="605"/>
                  </a:cubicBezTo>
                  <a:cubicBezTo>
                    <a:pt x="403" y="522"/>
                    <a:pt x="494" y="448"/>
                    <a:pt x="585" y="382"/>
                  </a:cubicBezTo>
                  <a:cubicBezTo>
                    <a:pt x="776" y="257"/>
                    <a:pt x="983" y="158"/>
                    <a:pt x="1206" y="100"/>
                  </a:cubicBezTo>
                  <a:cubicBezTo>
                    <a:pt x="1262" y="84"/>
                    <a:pt x="1242" y="8"/>
                    <a:pt x="1190" y="8"/>
                  </a:cubicBezTo>
                  <a:cubicBezTo>
                    <a:pt x="1187" y="8"/>
                    <a:pt x="1184" y="8"/>
                    <a:pt x="1182" y="9"/>
                  </a:cubicBezTo>
                  <a:lnTo>
                    <a:pt x="1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23;p25"/>
            <p:cNvSpPr/>
            <p:nvPr/>
          </p:nvSpPr>
          <p:spPr>
            <a:xfrm>
              <a:off x="686250" y="1468775"/>
              <a:ext cx="32250" cy="22675"/>
            </a:xfrm>
            <a:custGeom>
              <a:rect b="b" l="l" r="r" t="t"/>
              <a:pathLst>
                <a:path extrusionOk="0" h="907" w="1290">
                  <a:moveTo>
                    <a:pt x="66" y="1"/>
                  </a:moveTo>
                  <a:cubicBezTo>
                    <a:pt x="24" y="1"/>
                    <a:pt x="1" y="72"/>
                    <a:pt x="46" y="94"/>
                  </a:cubicBezTo>
                  <a:cubicBezTo>
                    <a:pt x="162" y="161"/>
                    <a:pt x="262" y="243"/>
                    <a:pt x="386" y="301"/>
                  </a:cubicBezTo>
                  <a:cubicBezTo>
                    <a:pt x="494" y="351"/>
                    <a:pt x="610" y="409"/>
                    <a:pt x="717" y="475"/>
                  </a:cubicBezTo>
                  <a:cubicBezTo>
                    <a:pt x="808" y="533"/>
                    <a:pt x="891" y="600"/>
                    <a:pt x="966" y="683"/>
                  </a:cubicBezTo>
                  <a:cubicBezTo>
                    <a:pt x="999" y="716"/>
                    <a:pt x="1032" y="757"/>
                    <a:pt x="1065" y="799"/>
                  </a:cubicBezTo>
                  <a:cubicBezTo>
                    <a:pt x="1107" y="840"/>
                    <a:pt x="1140" y="890"/>
                    <a:pt x="1198" y="906"/>
                  </a:cubicBezTo>
                  <a:cubicBezTo>
                    <a:pt x="1223" y="906"/>
                    <a:pt x="1264" y="890"/>
                    <a:pt x="1264" y="865"/>
                  </a:cubicBezTo>
                  <a:cubicBezTo>
                    <a:pt x="1289" y="749"/>
                    <a:pt x="1181" y="633"/>
                    <a:pt x="1115" y="558"/>
                  </a:cubicBezTo>
                  <a:cubicBezTo>
                    <a:pt x="1032" y="467"/>
                    <a:pt x="941" y="384"/>
                    <a:pt x="842" y="326"/>
                  </a:cubicBezTo>
                  <a:cubicBezTo>
                    <a:pt x="734" y="252"/>
                    <a:pt x="610" y="194"/>
                    <a:pt x="494" y="144"/>
                  </a:cubicBezTo>
                  <a:cubicBezTo>
                    <a:pt x="427" y="119"/>
                    <a:pt x="369" y="86"/>
                    <a:pt x="295" y="69"/>
                  </a:cubicBezTo>
                  <a:cubicBezTo>
                    <a:pt x="229" y="45"/>
                    <a:pt x="154" y="28"/>
                    <a:pt x="79" y="3"/>
                  </a:cubicBezTo>
                  <a:cubicBezTo>
                    <a:pt x="75" y="2"/>
                    <a:pt x="71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24;p25"/>
            <p:cNvSpPr/>
            <p:nvPr/>
          </p:nvSpPr>
          <p:spPr>
            <a:xfrm>
              <a:off x="708925" y="1472700"/>
              <a:ext cx="9775" cy="8525"/>
            </a:xfrm>
            <a:custGeom>
              <a:rect b="b" l="l" r="r" t="t"/>
              <a:pathLst>
                <a:path extrusionOk="0" h="341" w="391">
                  <a:moveTo>
                    <a:pt x="59" y="0"/>
                  </a:moveTo>
                  <a:cubicBezTo>
                    <a:pt x="43" y="0"/>
                    <a:pt x="24" y="8"/>
                    <a:pt x="17" y="20"/>
                  </a:cubicBezTo>
                  <a:cubicBezTo>
                    <a:pt x="1" y="45"/>
                    <a:pt x="9" y="70"/>
                    <a:pt x="34" y="86"/>
                  </a:cubicBezTo>
                  <a:cubicBezTo>
                    <a:pt x="59" y="103"/>
                    <a:pt x="75" y="120"/>
                    <a:pt x="100" y="136"/>
                  </a:cubicBezTo>
                  <a:cubicBezTo>
                    <a:pt x="125" y="161"/>
                    <a:pt x="150" y="178"/>
                    <a:pt x="175" y="202"/>
                  </a:cubicBezTo>
                  <a:cubicBezTo>
                    <a:pt x="200" y="219"/>
                    <a:pt x="225" y="244"/>
                    <a:pt x="241" y="260"/>
                  </a:cubicBezTo>
                  <a:cubicBezTo>
                    <a:pt x="258" y="277"/>
                    <a:pt x="266" y="285"/>
                    <a:pt x="283" y="302"/>
                  </a:cubicBezTo>
                  <a:cubicBezTo>
                    <a:pt x="291" y="310"/>
                    <a:pt x="299" y="318"/>
                    <a:pt x="316" y="327"/>
                  </a:cubicBezTo>
                  <a:cubicBezTo>
                    <a:pt x="325" y="336"/>
                    <a:pt x="335" y="340"/>
                    <a:pt x="345" y="340"/>
                  </a:cubicBezTo>
                  <a:cubicBezTo>
                    <a:pt x="352" y="340"/>
                    <a:pt x="359" y="338"/>
                    <a:pt x="365" y="335"/>
                  </a:cubicBezTo>
                  <a:cubicBezTo>
                    <a:pt x="382" y="318"/>
                    <a:pt x="390" y="302"/>
                    <a:pt x="374" y="285"/>
                  </a:cubicBezTo>
                  <a:cubicBezTo>
                    <a:pt x="341" y="227"/>
                    <a:pt x="291" y="178"/>
                    <a:pt x="241" y="128"/>
                  </a:cubicBezTo>
                  <a:cubicBezTo>
                    <a:pt x="191" y="86"/>
                    <a:pt x="133" y="45"/>
                    <a:pt x="75" y="4"/>
                  </a:cubicBezTo>
                  <a:cubicBezTo>
                    <a:pt x="71" y="1"/>
                    <a:pt x="65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25;p25"/>
            <p:cNvSpPr/>
            <p:nvPr/>
          </p:nvSpPr>
          <p:spPr>
            <a:xfrm>
              <a:off x="499925" y="1319250"/>
              <a:ext cx="58450" cy="54425"/>
            </a:xfrm>
            <a:custGeom>
              <a:rect b="b" l="l" r="r" t="t"/>
              <a:pathLst>
                <a:path extrusionOk="0" h="2177" w="2338">
                  <a:moveTo>
                    <a:pt x="1240" y="0"/>
                  </a:moveTo>
                  <a:cubicBezTo>
                    <a:pt x="1130" y="0"/>
                    <a:pt x="1020" y="7"/>
                    <a:pt x="912" y="19"/>
                  </a:cubicBezTo>
                  <a:cubicBezTo>
                    <a:pt x="780" y="35"/>
                    <a:pt x="647" y="60"/>
                    <a:pt x="523" y="110"/>
                  </a:cubicBezTo>
                  <a:cubicBezTo>
                    <a:pt x="407" y="168"/>
                    <a:pt x="316" y="259"/>
                    <a:pt x="249" y="367"/>
                  </a:cubicBezTo>
                  <a:cubicBezTo>
                    <a:pt x="100" y="590"/>
                    <a:pt x="42" y="880"/>
                    <a:pt x="17" y="1137"/>
                  </a:cubicBezTo>
                  <a:cubicBezTo>
                    <a:pt x="1" y="1303"/>
                    <a:pt x="1" y="1460"/>
                    <a:pt x="17" y="1626"/>
                  </a:cubicBezTo>
                  <a:cubicBezTo>
                    <a:pt x="34" y="1759"/>
                    <a:pt x="51" y="1957"/>
                    <a:pt x="216" y="1974"/>
                  </a:cubicBezTo>
                  <a:lnTo>
                    <a:pt x="233" y="1974"/>
                  </a:lnTo>
                  <a:cubicBezTo>
                    <a:pt x="249" y="2024"/>
                    <a:pt x="266" y="2065"/>
                    <a:pt x="283" y="2107"/>
                  </a:cubicBezTo>
                  <a:cubicBezTo>
                    <a:pt x="297" y="2150"/>
                    <a:pt x="337" y="2176"/>
                    <a:pt x="375" y="2176"/>
                  </a:cubicBezTo>
                  <a:cubicBezTo>
                    <a:pt x="403" y="2176"/>
                    <a:pt x="431" y="2163"/>
                    <a:pt x="448" y="2131"/>
                  </a:cubicBezTo>
                  <a:cubicBezTo>
                    <a:pt x="490" y="2065"/>
                    <a:pt x="523" y="1999"/>
                    <a:pt x="539" y="1924"/>
                  </a:cubicBezTo>
                  <a:cubicBezTo>
                    <a:pt x="558" y="1950"/>
                    <a:pt x="583" y="1960"/>
                    <a:pt x="609" y="1960"/>
                  </a:cubicBezTo>
                  <a:cubicBezTo>
                    <a:pt x="650" y="1960"/>
                    <a:pt x="693" y="1932"/>
                    <a:pt x="713" y="1891"/>
                  </a:cubicBezTo>
                  <a:cubicBezTo>
                    <a:pt x="730" y="1850"/>
                    <a:pt x="747" y="1808"/>
                    <a:pt x="763" y="1759"/>
                  </a:cubicBezTo>
                  <a:cubicBezTo>
                    <a:pt x="771" y="1767"/>
                    <a:pt x="780" y="1775"/>
                    <a:pt x="780" y="1783"/>
                  </a:cubicBezTo>
                  <a:cubicBezTo>
                    <a:pt x="800" y="1801"/>
                    <a:pt x="827" y="1809"/>
                    <a:pt x="853" y="1809"/>
                  </a:cubicBezTo>
                  <a:cubicBezTo>
                    <a:pt x="888" y="1809"/>
                    <a:pt x="923" y="1792"/>
                    <a:pt x="937" y="1759"/>
                  </a:cubicBezTo>
                  <a:cubicBezTo>
                    <a:pt x="954" y="1734"/>
                    <a:pt x="970" y="1701"/>
                    <a:pt x="979" y="1667"/>
                  </a:cubicBezTo>
                  <a:cubicBezTo>
                    <a:pt x="984" y="1668"/>
                    <a:pt x="990" y="1668"/>
                    <a:pt x="995" y="1668"/>
                  </a:cubicBezTo>
                  <a:cubicBezTo>
                    <a:pt x="1098" y="1668"/>
                    <a:pt x="1206" y="1596"/>
                    <a:pt x="1277" y="1510"/>
                  </a:cubicBezTo>
                  <a:cubicBezTo>
                    <a:pt x="1302" y="1477"/>
                    <a:pt x="1318" y="1452"/>
                    <a:pt x="1343" y="1419"/>
                  </a:cubicBezTo>
                  <a:cubicBezTo>
                    <a:pt x="1376" y="1386"/>
                    <a:pt x="1409" y="1377"/>
                    <a:pt x="1451" y="1361"/>
                  </a:cubicBezTo>
                  <a:cubicBezTo>
                    <a:pt x="1542" y="1328"/>
                    <a:pt x="1575" y="1270"/>
                    <a:pt x="1633" y="1195"/>
                  </a:cubicBezTo>
                  <a:cubicBezTo>
                    <a:pt x="1675" y="1137"/>
                    <a:pt x="1774" y="1162"/>
                    <a:pt x="1832" y="1129"/>
                  </a:cubicBezTo>
                  <a:cubicBezTo>
                    <a:pt x="1873" y="1104"/>
                    <a:pt x="1898" y="1071"/>
                    <a:pt x="1923" y="1038"/>
                  </a:cubicBezTo>
                  <a:cubicBezTo>
                    <a:pt x="1940" y="1013"/>
                    <a:pt x="1956" y="988"/>
                    <a:pt x="1981" y="971"/>
                  </a:cubicBezTo>
                  <a:cubicBezTo>
                    <a:pt x="2006" y="947"/>
                    <a:pt x="2047" y="947"/>
                    <a:pt x="2081" y="938"/>
                  </a:cubicBezTo>
                  <a:cubicBezTo>
                    <a:pt x="2122" y="922"/>
                    <a:pt x="2155" y="897"/>
                    <a:pt x="2180" y="864"/>
                  </a:cubicBezTo>
                  <a:cubicBezTo>
                    <a:pt x="2197" y="822"/>
                    <a:pt x="2213" y="781"/>
                    <a:pt x="2213" y="739"/>
                  </a:cubicBezTo>
                  <a:cubicBezTo>
                    <a:pt x="2221" y="723"/>
                    <a:pt x="2221" y="706"/>
                    <a:pt x="2230" y="690"/>
                  </a:cubicBezTo>
                  <a:cubicBezTo>
                    <a:pt x="2230" y="681"/>
                    <a:pt x="2246" y="673"/>
                    <a:pt x="2230" y="673"/>
                  </a:cubicBezTo>
                  <a:cubicBezTo>
                    <a:pt x="2279" y="673"/>
                    <a:pt x="2337" y="623"/>
                    <a:pt x="2329" y="574"/>
                  </a:cubicBezTo>
                  <a:lnTo>
                    <a:pt x="2329" y="574"/>
                  </a:lnTo>
                  <a:lnTo>
                    <a:pt x="2329" y="582"/>
                  </a:lnTo>
                  <a:cubicBezTo>
                    <a:pt x="2304" y="300"/>
                    <a:pt x="2072" y="135"/>
                    <a:pt x="1815" y="68"/>
                  </a:cubicBezTo>
                  <a:cubicBezTo>
                    <a:pt x="1630" y="21"/>
                    <a:pt x="1435" y="0"/>
                    <a:pt x="1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26;p25"/>
            <p:cNvSpPr/>
            <p:nvPr/>
          </p:nvSpPr>
          <p:spPr>
            <a:xfrm>
              <a:off x="724950" y="1311550"/>
              <a:ext cx="62100" cy="68950"/>
            </a:xfrm>
            <a:custGeom>
              <a:rect b="b" l="l" r="r" t="t"/>
              <a:pathLst>
                <a:path extrusionOk="0" h="2758" w="2484">
                  <a:moveTo>
                    <a:pt x="1087" y="1"/>
                  </a:moveTo>
                  <a:cubicBezTo>
                    <a:pt x="1083" y="1"/>
                    <a:pt x="1079" y="1"/>
                    <a:pt x="1075" y="3"/>
                  </a:cubicBezTo>
                  <a:cubicBezTo>
                    <a:pt x="628" y="186"/>
                    <a:pt x="280" y="575"/>
                    <a:pt x="39" y="989"/>
                  </a:cubicBezTo>
                  <a:cubicBezTo>
                    <a:pt x="0" y="1052"/>
                    <a:pt x="58" y="1123"/>
                    <a:pt x="120" y="1123"/>
                  </a:cubicBezTo>
                  <a:cubicBezTo>
                    <a:pt x="124" y="1123"/>
                    <a:pt x="127" y="1122"/>
                    <a:pt x="130" y="1122"/>
                  </a:cubicBezTo>
                  <a:lnTo>
                    <a:pt x="130" y="1122"/>
                  </a:lnTo>
                  <a:cubicBezTo>
                    <a:pt x="122" y="1163"/>
                    <a:pt x="114" y="1205"/>
                    <a:pt x="106" y="1246"/>
                  </a:cubicBezTo>
                  <a:cubicBezTo>
                    <a:pt x="91" y="1304"/>
                    <a:pt x="133" y="1367"/>
                    <a:pt x="192" y="1367"/>
                  </a:cubicBezTo>
                  <a:cubicBezTo>
                    <a:pt x="202" y="1367"/>
                    <a:pt x="212" y="1366"/>
                    <a:pt x="222" y="1362"/>
                  </a:cubicBezTo>
                  <a:cubicBezTo>
                    <a:pt x="321" y="1337"/>
                    <a:pt x="412" y="1296"/>
                    <a:pt x="503" y="1246"/>
                  </a:cubicBezTo>
                  <a:cubicBezTo>
                    <a:pt x="528" y="1329"/>
                    <a:pt x="536" y="1420"/>
                    <a:pt x="536" y="1511"/>
                  </a:cubicBezTo>
                  <a:cubicBezTo>
                    <a:pt x="532" y="1575"/>
                    <a:pt x="582" y="1608"/>
                    <a:pt x="632" y="1608"/>
                  </a:cubicBezTo>
                  <a:cubicBezTo>
                    <a:pt x="674" y="1608"/>
                    <a:pt x="716" y="1585"/>
                    <a:pt x="727" y="1536"/>
                  </a:cubicBezTo>
                  <a:cubicBezTo>
                    <a:pt x="777" y="1636"/>
                    <a:pt x="826" y="1727"/>
                    <a:pt x="884" y="1810"/>
                  </a:cubicBezTo>
                  <a:cubicBezTo>
                    <a:pt x="909" y="1840"/>
                    <a:pt x="943" y="1854"/>
                    <a:pt x="975" y="1854"/>
                  </a:cubicBezTo>
                  <a:cubicBezTo>
                    <a:pt x="996" y="1854"/>
                    <a:pt x="1017" y="1848"/>
                    <a:pt x="1034" y="1835"/>
                  </a:cubicBezTo>
                  <a:cubicBezTo>
                    <a:pt x="1083" y="1901"/>
                    <a:pt x="1125" y="1975"/>
                    <a:pt x="1174" y="2042"/>
                  </a:cubicBezTo>
                  <a:cubicBezTo>
                    <a:pt x="1195" y="2069"/>
                    <a:pt x="1221" y="2085"/>
                    <a:pt x="1253" y="2085"/>
                  </a:cubicBezTo>
                  <a:cubicBezTo>
                    <a:pt x="1260" y="2085"/>
                    <a:pt x="1267" y="2085"/>
                    <a:pt x="1274" y="2083"/>
                  </a:cubicBezTo>
                  <a:cubicBezTo>
                    <a:pt x="1324" y="2158"/>
                    <a:pt x="1373" y="2232"/>
                    <a:pt x="1431" y="2307"/>
                  </a:cubicBezTo>
                  <a:cubicBezTo>
                    <a:pt x="1452" y="2334"/>
                    <a:pt x="1478" y="2350"/>
                    <a:pt x="1505" y="2350"/>
                  </a:cubicBezTo>
                  <a:cubicBezTo>
                    <a:pt x="1511" y="2350"/>
                    <a:pt x="1517" y="2350"/>
                    <a:pt x="1522" y="2348"/>
                  </a:cubicBezTo>
                  <a:cubicBezTo>
                    <a:pt x="1589" y="2431"/>
                    <a:pt x="1655" y="2497"/>
                    <a:pt x="1730" y="2564"/>
                  </a:cubicBezTo>
                  <a:cubicBezTo>
                    <a:pt x="1755" y="2584"/>
                    <a:pt x="1783" y="2595"/>
                    <a:pt x="1808" y="2595"/>
                  </a:cubicBezTo>
                  <a:cubicBezTo>
                    <a:pt x="1825" y="2595"/>
                    <a:pt x="1841" y="2590"/>
                    <a:pt x="1854" y="2580"/>
                  </a:cubicBezTo>
                  <a:cubicBezTo>
                    <a:pt x="1879" y="2622"/>
                    <a:pt x="1895" y="2663"/>
                    <a:pt x="1920" y="2713"/>
                  </a:cubicBezTo>
                  <a:cubicBezTo>
                    <a:pt x="1941" y="2744"/>
                    <a:pt x="1972" y="2758"/>
                    <a:pt x="2003" y="2758"/>
                  </a:cubicBezTo>
                  <a:cubicBezTo>
                    <a:pt x="2046" y="2758"/>
                    <a:pt x="2088" y="2731"/>
                    <a:pt x="2102" y="2688"/>
                  </a:cubicBezTo>
                  <a:cubicBezTo>
                    <a:pt x="2127" y="2622"/>
                    <a:pt x="2152" y="2555"/>
                    <a:pt x="2177" y="2489"/>
                  </a:cubicBezTo>
                  <a:cubicBezTo>
                    <a:pt x="2185" y="2493"/>
                    <a:pt x="2195" y="2494"/>
                    <a:pt x="2204" y="2494"/>
                  </a:cubicBezTo>
                  <a:cubicBezTo>
                    <a:pt x="2241" y="2494"/>
                    <a:pt x="2281" y="2469"/>
                    <a:pt x="2301" y="2423"/>
                  </a:cubicBezTo>
                  <a:cubicBezTo>
                    <a:pt x="2484" y="1893"/>
                    <a:pt x="2475" y="1304"/>
                    <a:pt x="2268" y="774"/>
                  </a:cubicBezTo>
                  <a:lnTo>
                    <a:pt x="2268" y="782"/>
                  </a:lnTo>
                  <a:cubicBezTo>
                    <a:pt x="2177" y="534"/>
                    <a:pt x="2036" y="227"/>
                    <a:pt x="1796" y="103"/>
                  </a:cubicBezTo>
                  <a:cubicBezTo>
                    <a:pt x="1699" y="53"/>
                    <a:pt x="1590" y="32"/>
                    <a:pt x="1479" y="32"/>
                  </a:cubicBezTo>
                  <a:cubicBezTo>
                    <a:pt x="1332" y="32"/>
                    <a:pt x="1182" y="68"/>
                    <a:pt x="1050" y="119"/>
                  </a:cubicBezTo>
                  <a:cubicBezTo>
                    <a:pt x="1067" y="103"/>
                    <a:pt x="1092" y="78"/>
                    <a:pt x="1116" y="61"/>
                  </a:cubicBezTo>
                  <a:cubicBezTo>
                    <a:pt x="1138" y="47"/>
                    <a:pt x="1115" y="1"/>
                    <a:pt x="10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27;p25"/>
            <p:cNvSpPr/>
            <p:nvPr/>
          </p:nvSpPr>
          <p:spPr>
            <a:xfrm>
              <a:off x="550625" y="1428950"/>
              <a:ext cx="50425" cy="37425"/>
            </a:xfrm>
            <a:custGeom>
              <a:rect b="b" l="l" r="r" t="t"/>
              <a:pathLst>
                <a:path extrusionOk="0" h="1497" w="2017">
                  <a:moveTo>
                    <a:pt x="1377" y="1"/>
                  </a:moveTo>
                  <a:cubicBezTo>
                    <a:pt x="1316" y="1"/>
                    <a:pt x="1257" y="6"/>
                    <a:pt x="1204" y="14"/>
                  </a:cubicBezTo>
                  <a:cubicBezTo>
                    <a:pt x="956" y="47"/>
                    <a:pt x="699" y="121"/>
                    <a:pt x="467" y="221"/>
                  </a:cubicBezTo>
                  <a:cubicBezTo>
                    <a:pt x="251" y="312"/>
                    <a:pt x="53" y="461"/>
                    <a:pt x="28" y="710"/>
                  </a:cubicBezTo>
                  <a:cubicBezTo>
                    <a:pt x="0" y="907"/>
                    <a:pt x="124" y="1094"/>
                    <a:pt x="308" y="1094"/>
                  </a:cubicBezTo>
                  <a:cubicBezTo>
                    <a:pt x="347" y="1094"/>
                    <a:pt x="390" y="1085"/>
                    <a:pt x="434" y="1066"/>
                  </a:cubicBezTo>
                  <a:cubicBezTo>
                    <a:pt x="525" y="1024"/>
                    <a:pt x="599" y="975"/>
                    <a:pt x="699" y="958"/>
                  </a:cubicBezTo>
                  <a:cubicBezTo>
                    <a:pt x="722" y="956"/>
                    <a:pt x="744" y="955"/>
                    <a:pt x="766" y="955"/>
                  </a:cubicBezTo>
                  <a:cubicBezTo>
                    <a:pt x="832" y="955"/>
                    <a:pt x="896" y="964"/>
                    <a:pt x="964" y="983"/>
                  </a:cubicBezTo>
                  <a:cubicBezTo>
                    <a:pt x="1047" y="1008"/>
                    <a:pt x="1121" y="1041"/>
                    <a:pt x="1196" y="1099"/>
                  </a:cubicBezTo>
                  <a:cubicBezTo>
                    <a:pt x="1262" y="1157"/>
                    <a:pt x="1312" y="1232"/>
                    <a:pt x="1362" y="1314"/>
                  </a:cubicBezTo>
                  <a:cubicBezTo>
                    <a:pt x="1411" y="1397"/>
                    <a:pt x="1486" y="1488"/>
                    <a:pt x="1594" y="1497"/>
                  </a:cubicBezTo>
                  <a:cubicBezTo>
                    <a:pt x="1710" y="1497"/>
                    <a:pt x="1792" y="1414"/>
                    <a:pt x="1834" y="1314"/>
                  </a:cubicBezTo>
                  <a:cubicBezTo>
                    <a:pt x="1884" y="1198"/>
                    <a:pt x="1925" y="1066"/>
                    <a:pt x="1933" y="925"/>
                  </a:cubicBezTo>
                  <a:cubicBezTo>
                    <a:pt x="2016" y="710"/>
                    <a:pt x="1966" y="444"/>
                    <a:pt x="1875" y="237"/>
                  </a:cubicBezTo>
                  <a:cubicBezTo>
                    <a:pt x="1793" y="54"/>
                    <a:pt x="1575" y="1"/>
                    <a:pt x="13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28;p25"/>
            <p:cNvSpPr/>
            <p:nvPr/>
          </p:nvSpPr>
          <p:spPr>
            <a:xfrm>
              <a:off x="685525" y="1419800"/>
              <a:ext cx="51825" cy="38100"/>
            </a:xfrm>
            <a:custGeom>
              <a:rect b="b" l="l" r="r" t="t"/>
              <a:pathLst>
                <a:path extrusionOk="0" h="1524" w="2073">
                  <a:moveTo>
                    <a:pt x="811" y="1"/>
                  </a:moveTo>
                  <a:cubicBezTo>
                    <a:pt x="581" y="1"/>
                    <a:pt x="353" y="97"/>
                    <a:pt x="200" y="280"/>
                  </a:cubicBezTo>
                  <a:cubicBezTo>
                    <a:pt x="84" y="421"/>
                    <a:pt x="17" y="595"/>
                    <a:pt x="9" y="777"/>
                  </a:cubicBezTo>
                  <a:cubicBezTo>
                    <a:pt x="1" y="984"/>
                    <a:pt x="84" y="1175"/>
                    <a:pt x="299" y="1208"/>
                  </a:cubicBezTo>
                  <a:cubicBezTo>
                    <a:pt x="326" y="1212"/>
                    <a:pt x="354" y="1213"/>
                    <a:pt x="382" y="1213"/>
                  </a:cubicBezTo>
                  <a:cubicBezTo>
                    <a:pt x="472" y="1213"/>
                    <a:pt x="565" y="1199"/>
                    <a:pt x="654" y="1199"/>
                  </a:cubicBezTo>
                  <a:cubicBezTo>
                    <a:pt x="733" y="1199"/>
                    <a:pt x="809" y="1210"/>
                    <a:pt x="879" y="1250"/>
                  </a:cubicBezTo>
                  <a:cubicBezTo>
                    <a:pt x="970" y="1291"/>
                    <a:pt x="1028" y="1374"/>
                    <a:pt x="1111" y="1432"/>
                  </a:cubicBezTo>
                  <a:cubicBezTo>
                    <a:pt x="1194" y="1490"/>
                    <a:pt x="1285" y="1523"/>
                    <a:pt x="1393" y="1523"/>
                  </a:cubicBezTo>
                  <a:cubicBezTo>
                    <a:pt x="1400" y="1523"/>
                    <a:pt x="1408" y="1523"/>
                    <a:pt x="1415" y="1523"/>
                  </a:cubicBezTo>
                  <a:cubicBezTo>
                    <a:pt x="1619" y="1523"/>
                    <a:pt x="1877" y="1417"/>
                    <a:pt x="1981" y="1233"/>
                  </a:cubicBezTo>
                  <a:cubicBezTo>
                    <a:pt x="2014" y="1175"/>
                    <a:pt x="2031" y="1109"/>
                    <a:pt x="2031" y="1042"/>
                  </a:cubicBezTo>
                  <a:cubicBezTo>
                    <a:pt x="2072" y="1026"/>
                    <a:pt x="2072" y="951"/>
                    <a:pt x="2022" y="935"/>
                  </a:cubicBezTo>
                  <a:cubicBezTo>
                    <a:pt x="1997" y="835"/>
                    <a:pt x="1948" y="744"/>
                    <a:pt x="1857" y="694"/>
                  </a:cubicBezTo>
                  <a:cubicBezTo>
                    <a:pt x="1841" y="684"/>
                    <a:pt x="1824" y="679"/>
                    <a:pt x="1809" y="679"/>
                  </a:cubicBezTo>
                  <a:cubicBezTo>
                    <a:pt x="1777" y="679"/>
                    <a:pt x="1749" y="700"/>
                    <a:pt x="1732" y="728"/>
                  </a:cubicBezTo>
                  <a:cubicBezTo>
                    <a:pt x="1691" y="670"/>
                    <a:pt x="1649" y="612"/>
                    <a:pt x="1616" y="554"/>
                  </a:cubicBezTo>
                  <a:cubicBezTo>
                    <a:pt x="1509" y="388"/>
                    <a:pt x="1401" y="214"/>
                    <a:pt x="1227" y="114"/>
                  </a:cubicBezTo>
                  <a:cubicBezTo>
                    <a:pt x="1100" y="38"/>
                    <a:pt x="955" y="1"/>
                    <a:pt x="8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29;p25"/>
            <p:cNvSpPr/>
            <p:nvPr/>
          </p:nvSpPr>
          <p:spPr>
            <a:xfrm>
              <a:off x="543225" y="1422550"/>
              <a:ext cx="39600" cy="18325"/>
            </a:xfrm>
            <a:custGeom>
              <a:rect b="b" l="l" r="r" t="t"/>
              <a:pathLst>
                <a:path extrusionOk="0" h="733" w="1584">
                  <a:moveTo>
                    <a:pt x="1243" y="0"/>
                  </a:moveTo>
                  <a:cubicBezTo>
                    <a:pt x="1178" y="0"/>
                    <a:pt x="1114" y="7"/>
                    <a:pt x="1061" y="13"/>
                  </a:cubicBezTo>
                  <a:cubicBezTo>
                    <a:pt x="895" y="38"/>
                    <a:pt x="730" y="71"/>
                    <a:pt x="581" y="120"/>
                  </a:cubicBezTo>
                  <a:cubicBezTo>
                    <a:pt x="531" y="137"/>
                    <a:pt x="481" y="154"/>
                    <a:pt x="431" y="178"/>
                  </a:cubicBezTo>
                  <a:cubicBezTo>
                    <a:pt x="440" y="162"/>
                    <a:pt x="440" y="145"/>
                    <a:pt x="431" y="137"/>
                  </a:cubicBezTo>
                  <a:cubicBezTo>
                    <a:pt x="421" y="121"/>
                    <a:pt x="403" y="112"/>
                    <a:pt x="387" y="112"/>
                  </a:cubicBezTo>
                  <a:cubicBezTo>
                    <a:pt x="379" y="112"/>
                    <a:pt x="371" y="115"/>
                    <a:pt x="365" y="120"/>
                  </a:cubicBezTo>
                  <a:cubicBezTo>
                    <a:pt x="340" y="137"/>
                    <a:pt x="315" y="154"/>
                    <a:pt x="291" y="178"/>
                  </a:cubicBezTo>
                  <a:cubicBezTo>
                    <a:pt x="266" y="195"/>
                    <a:pt x="241" y="212"/>
                    <a:pt x="224" y="228"/>
                  </a:cubicBezTo>
                  <a:cubicBezTo>
                    <a:pt x="183" y="278"/>
                    <a:pt x="133" y="319"/>
                    <a:pt x="108" y="369"/>
                  </a:cubicBezTo>
                  <a:cubicBezTo>
                    <a:pt x="100" y="377"/>
                    <a:pt x="108" y="394"/>
                    <a:pt x="117" y="402"/>
                  </a:cubicBezTo>
                  <a:lnTo>
                    <a:pt x="125" y="402"/>
                  </a:lnTo>
                  <a:cubicBezTo>
                    <a:pt x="59" y="485"/>
                    <a:pt x="1" y="601"/>
                    <a:pt x="42" y="700"/>
                  </a:cubicBezTo>
                  <a:cubicBezTo>
                    <a:pt x="54" y="718"/>
                    <a:pt x="79" y="732"/>
                    <a:pt x="101" y="732"/>
                  </a:cubicBezTo>
                  <a:cubicBezTo>
                    <a:pt x="110" y="732"/>
                    <a:pt x="118" y="730"/>
                    <a:pt x="125" y="725"/>
                  </a:cubicBezTo>
                  <a:cubicBezTo>
                    <a:pt x="166" y="692"/>
                    <a:pt x="199" y="651"/>
                    <a:pt x="224" y="601"/>
                  </a:cubicBezTo>
                  <a:cubicBezTo>
                    <a:pt x="257" y="551"/>
                    <a:pt x="291" y="510"/>
                    <a:pt x="332" y="468"/>
                  </a:cubicBezTo>
                  <a:cubicBezTo>
                    <a:pt x="431" y="386"/>
                    <a:pt x="547" y="336"/>
                    <a:pt x="663" y="303"/>
                  </a:cubicBezTo>
                  <a:cubicBezTo>
                    <a:pt x="796" y="261"/>
                    <a:pt x="929" y="228"/>
                    <a:pt x="1061" y="203"/>
                  </a:cubicBezTo>
                  <a:cubicBezTo>
                    <a:pt x="1136" y="195"/>
                    <a:pt x="1202" y="178"/>
                    <a:pt x="1276" y="178"/>
                  </a:cubicBezTo>
                  <a:cubicBezTo>
                    <a:pt x="1336" y="178"/>
                    <a:pt x="1396" y="189"/>
                    <a:pt x="1451" y="189"/>
                  </a:cubicBezTo>
                  <a:cubicBezTo>
                    <a:pt x="1465" y="189"/>
                    <a:pt x="1479" y="188"/>
                    <a:pt x="1492" y="187"/>
                  </a:cubicBezTo>
                  <a:cubicBezTo>
                    <a:pt x="1542" y="178"/>
                    <a:pt x="1583" y="120"/>
                    <a:pt x="1533" y="79"/>
                  </a:cubicBezTo>
                  <a:cubicBezTo>
                    <a:pt x="1461" y="17"/>
                    <a:pt x="1351" y="0"/>
                    <a:pt x="124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0;p25"/>
            <p:cNvSpPr/>
            <p:nvPr/>
          </p:nvSpPr>
          <p:spPr>
            <a:xfrm>
              <a:off x="697675" y="1411025"/>
              <a:ext cx="31800" cy="19400"/>
            </a:xfrm>
            <a:custGeom>
              <a:rect b="b" l="l" r="r" t="t"/>
              <a:pathLst>
                <a:path extrusionOk="0" h="776" w="1272">
                  <a:moveTo>
                    <a:pt x="416" y="0"/>
                  </a:moveTo>
                  <a:cubicBezTo>
                    <a:pt x="297" y="0"/>
                    <a:pt x="183" y="38"/>
                    <a:pt x="70" y="76"/>
                  </a:cubicBezTo>
                  <a:cubicBezTo>
                    <a:pt x="1" y="107"/>
                    <a:pt x="17" y="194"/>
                    <a:pt x="85" y="194"/>
                  </a:cubicBezTo>
                  <a:cubicBezTo>
                    <a:pt x="91" y="194"/>
                    <a:pt x="97" y="193"/>
                    <a:pt x="103" y="192"/>
                  </a:cubicBezTo>
                  <a:cubicBezTo>
                    <a:pt x="164" y="182"/>
                    <a:pt x="232" y="175"/>
                    <a:pt x="300" y="175"/>
                  </a:cubicBezTo>
                  <a:cubicBezTo>
                    <a:pt x="343" y="175"/>
                    <a:pt x="385" y="177"/>
                    <a:pt x="426" y="184"/>
                  </a:cubicBezTo>
                  <a:cubicBezTo>
                    <a:pt x="534" y="200"/>
                    <a:pt x="608" y="267"/>
                    <a:pt x="699" y="333"/>
                  </a:cubicBezTo>
                  <a:cubicBezTo>
                    <a:pt x="774" y="399"/>
                    <a:pt x="849" y="474"/>
                    <a:pt x="923" y="548"/>
                  </a:cubicBezTo>
                  <a:cubicBezTo>
                    <a:pt x="956" y="581"/>
                    <a:pt x="981" y="623"/>
                    <a:pt x="1014" y="664"/>
                  </a:cubicBezTo>
                  <a:cubicBezTo>
                    <a:pt x="1047" y="706"/>
                    <a:pt x="1081" y="755"/>
                    <a:pt x="1139" y="772"/>
                  </a:cubicBezTo>
                  <a:cubicBezTo>
                    <a:pt x="1145" y="774"/>
                    <a:pt x="1151" y="775"/>
                    <a:pt x="1157" y="775"/>
                  </a:cubicBezTo>
                  <a:cubicBezTo>
                    <a:pt x="1175" y="775"/>
                    <a:pt x="1192" y="766"/>
                    <a:pt x="1205" y="747"/>
                  </a:cubicBezTo>
                  <a:cubicBezTo>
                    <a:pt x="1271" y="623"/>
                    <a:pt x="1139" y="490"/>
                    <a:pt x="1072" y="416"/>
                  </a:cubicBezTo>
                  <a:lnTo>
                    <a:pt x="1064" y="416"/>
                  </a:lnTo>
                  <a:cubicBezTo>
                    <a:pt x="989" y="325"/>
                    <a:pt x="890" y="250"/>
                    <a:pt x="799" y="167"/>
                  </a:cubicBezTo>
                  <a:cubicBezTo>
                    <a:pt x="699" y="84"/>
                    <a:pt x="592" y="10"/>
                    <a:pt x="451" y="2"/>
                  </a:cubicBezTo>
                  <a:cubicBezTo>
                    <a:pt x="439" y="1"/>
                    <a:pt x="428" y="0"/>
                    <a:pt x="41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1;p25"/>
            <p:cNvSpPr/>
            <p:nvPr/>
          </p:nvSpPr>
          <p:spPr>
            <a:xfrm>
              <a:off x="727575" y="1419325"/>
              <a:ext cx="7900" cy="10175"/>
            </a:xfrm>
            <a:custGeom>
              <a:rect b="b" l="l" r="r" t="t"/>
              <a:pathLst>
                <a:path extrusionOk="0" h="407" w="316">
                  <a:moveTo>
                    <a:pt x="51" y="0"/>
                  </a:moveTo>
                  <a:cubicBezTo>
                    <a:pt x="37" y="0"/>
                    <a:pt x="22" y="7"/>
                    <a:pt x="17" y="18"/>
                  </a:cubicBezTo>
                  <a:cubicBezTo>
                    <a:pt x="1" y="34"/>
                    <a:pt x="1" y="67"/>
                    <a:pt x="17" y="84"/>
                  </a:cubicBezTo>
                  <a:cubicBezTo>
                    <a:pt x="42" y="100"/>
                    <a:pt x="67" y="125"/>
                    <a:pt x="92" y="150"/>
                  </a:cubicBezTo>
                  <a:cubicBezTo>
                    <a:pt x="117" y="175"/>
                    <a:pt x="125" y="191"/>
                    <a:pt x="141" y="216"/>
                  </a:cubicBezTo>
                  <a:cubicBezTo>
                    <a:pt x="183" y="274"/>
                    <a:pt x="208" y="332"/>
                    <a:pt x="241" y="382"/>
                  </a:cubicBezTo>
                  <a:cubicBezTo>
                    <a:pt x="249" y="399"/>
                    <a:pt x="266" y="407"/>
                    <a:pt x="282" y="407"/>
                  </a:cubicBezTo>
                  <a:cubicBezTo>
                    <a:pt x="299" y="399"/>
                    <a:pt x="315" y="382"/>
                    <a:pt x="315" y="365"/>
                  </a:cubicBezTo>
                  <a:cubicBezTo>
                    <a:pt x="315" y="349"/>
                    <a:pt x="307" y="324"/>
                    <a:pt x="307" y="307"/>
                  </a:cubicBezTo>
                  <a:cubicBezTo>
                    <a:pt x="299" y="291"/>
                    <a:pt x="291" y="274"/>
                    <a:pt x="282" y="258"/>
                  </a:cubicBezTo>
                  <a:cubicBezTo>
                    <a:pt x="266" y="225"/>
                    <a:pt x="249" y="191"/>
                    <a:pt x="233" y="167"/>
                  </a:cubicBezTo>
                  <a:cubicBezTo>
                    <a:pt x="183" y="100"/>
                    <a:pt x="133" y="51"/>
                    <a:pt x="75" y="9"/>
                  </a:cubicBezTo>
                  <a:cubicBezTo>
                    <a:pt x="69" y="3"/>
                    <a:pt x="60" y="0"/>
                    <a:pt x="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2;p25"/>
            <p:cNvSpPr/>
            <p:nvPr/>
          </p:nvSpPr>
          <p:spPr>
            <a:xfrm>
              <a:off x="736900" y="1429025"/>
              <a:ext cx="3550" cy="8725"/>
            </a:xfrm>
            <a:custGeom>
              <a:rect b="b" l="l" r="r" t="t"/>
              <a:pathLst>
                <a:path extrusionOk="0" h="349" w="142">
                  <a:moveTo>
                    <a:pt x="64" y="0"/>
                  </a:moveTo>
                  <a:cubicBezTo>
                    <a:pt x="59" y="0"/>
                    <a:pt x="54" y="1"/>
                    <a:pt x="50" y="2"/>
                  </a:cubicBezTo>
                  <a:cubicBezTo>
                    <a:pt x="17" y="11"/>
                    <a:pt x="0" y="44"/>
                    <a:pt x="9" y="69"/>
                  </a:cubicBezTo>
                  <a:lnTo>
                    <a:pt x="17" y="102"/>
                  </a:lnTo>
                  <a:cubicBezTo>
                    <a:pt x="17" y="110"/>
                    <a:pt x="17" y="118"/>
                    <a:pt x="17" y="118"/>
                  </a:cubicBezTo>
                  <a:cubicBezTo>
                    <a:pt x="17" y="118"/>
                    <a:pt x="22" y="132"/>
                    <a:pt x="21" y="132"/>
                  </a:cubicBezTo>
                  <a:cubicBezTo>
                    <a:pt x="20" y="132"/>
                    <a:pt x="19" y="131"/>
                    <a:pt x="17" y="127"/>
                  </a:cubicBezTo>
                  <a:lnTo>
                    <a:pt x="17" y="127"/>
                  </a:lnTo>
                  <a:cubicBezTo>
                    <a:pt x="25" y="151"/>
                    <a:pt x="25" y="168"/>
                    <a:pt x="25" y="193"/>
                  </a:cubicBezTo>
                  <a:cubicBezTo>
                    <a:pt x="25" y="218"/>
                    <a:pt x="34" y="243"/>
                    <a:pt x="34" y="267"/>
                  </a:cubicBezTo>
                  <a:cubicBezTo>
                    <a:pt x="34" y="267"/>
                    <a:pt x="34" y="276"/>
                    <a:pt x="34" y="276"/>
                  </a:cubicBezTo>
                  <a:cubicBezTo>
                    <a:pt x="42" y="292"/>
                    <a:pt x="42" y="292"/>
                    <a:pt x="42" y="309"/>
                  </a:cubicBezTo>
                  <a:cubicBezTo>
                    <a:pt x="50" y="317"/>
                    <a:pt x="58" y="325"/>
                    <a:pt x="67" y="342"/>
                  </a:cubicBezTo>
                  <a:cubicBezTo>
                    <a:pt x="71" y="346"/>
                    <a:pt x="79" y="348"/>
                    <a:pt x="88" y="348"/>
                  </a:cubicBezTo>
                  <a:cubicBezTo>
                    <a:pt x="98" y="348"/>
                    <a:pt x="108" y="346"/>
                    <a:pt x="116" y="342"/>
                  </a:cubicBezTo>
                  <a:cubicBezTo>
                    <a:pt x="125" y="325"/>
                    <a:pt x="133" y="317"/>
                    <a:pt x="133" y="301"/>
                  </a:cubicBezTo>
                  <a:cubicBezTo>
                    <a:pt x="141" y="284"/>
                    <a:pt x="141" y="276"/>
                    <a:pt x="141" y="259"/>
                  </a:cubicBezTo>
                  <a:cubicBezTo>
                    <a:pt x="141" y="234"/>
                    <a:pt x="141" y="209"/>
                    <a:pt x="141" y="193"/>
                  </a:cubicBezTo>
                  <a:lnTo>
                    <a:pt x="141" y="185"/>
                  </a:lnTo>
                  <a:cubicBezTo>
                    <a:pt x="133" y="135"/>
                    <a:pt x="125" y="93"/>
                    <a:pt x="116" y="44"/>
                  </a:cubicBezTo>
                  <a:cubicBezTo>
                    <a:pt x="110" y="16"/>
                    <a:pt x="86" y="0"/>
                    <a:pt x="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3;p25"/>
            <p:cNvSpPr/>
            <p:nvPr/>
          </p:nvSpPr>
          <p:spPr>
            <a:xfrm>
              <a:off x="571625" y="1500975"/>
              <a:ext cx="76225" cy="71100"/>
            </a:xfrm>
            <a:custGeom>
              <a:rect b="b" l="l" r="r" t="t"/>
              <a:pathLst>
                <a:path extrusionOk="0" h="2844" w="3049">
                  <a:moveTo>
                    <a:pt x="2093" y="1"/>
                  </a:moveTo>
                  <a:cubicBezTo>
                    <a:pt x="2067" y="1"/>
                    <a:pt x="2041" y="19"/>
                    <a:pt x="2046" y="49"/>
                  </a:cubicBezTo>
                  <a:cubicBezTo>
                    <a:pt x="2063" y="173"/>
                    <a:pt x="2121" y="273"/>
                    <a:pt x="2212" y="364"/>
                  </a:cubicBezTo>
                  <a:cubicBezTo>
                    <a:pt x="2303" y="447"/>
                    <a:pt x="2394" y="505"/>
                    <a:pt x="2444" y="621"/>
                  </a:cubicBezTo>
                  <a:cubicBezTo>
                    <a:pt x="2543" y="853"/>
                    <a:pt x="2411" y="1077"/>
                    <a:pt x="2228" y="1217"/>
                  </a:cubicBezTo>
                  <a:cubicBezTo>
                    <a:pt x="2030" y="1375"/>
                    <a:pt x="1781" y="1474"/>
                    <a:pt x="1615" y="1673"/>
                  </a:cubicBezTo>
                  <a:cubicBezTo>
                    <a:pt x="1524" y="1773"/>
                    <a:pt x="1458" y="1888"/>
                    <a:pt x="1342" y="1971"/>
                  </a:cubicBezTo>
                  <a:cubicBezTo>
                    <a:pt x="1234" y="2046"/>
                    <a:pt x="1110" y="2104"/>
                    <a:pt x="986" y="2154"/>
                  </a:cubicBezTo>
                  <a:cubicBezTo>
                    <a:pt x="827" y="2209"/>
                    <a:pt x="664" y="2242"/>
                    <a:pt x="501" y="2242"/>
                  </a:cubicBezTo>
                  <a:cubicBezTo>
                    <a:pt x="374" y="2242"/>
                    <a:pt x="247" y="2222"/>
                    <a:pt x="124" y="2178"/>
                  </a:cubicBezTo>
                  <a:cubicBezTo>
                    <a:pt x="116" y="2176"/>
                    <a:pt x="108" y="2175"/>
                    <a:pt x="101" y="2175"/>
                  </a:cubicBezTo>
                  <a:cubicBezTo>
                    <a:pt x="50" y="2175"/>
                    <a:pt x="1" y="2219"/>
                    <a:pt x="8" y="2270"/>
                  </a:cubicBezTo>
                  <a:cubicBezTo>
                    <a:pt x="24" y="2624"/>
                    <a:pt x="413" y="2843"/>
                    <a:pt x="736" y="2843"/>
                  </a:cubicBezTo>
                  <a:cubicBezTo>
                    <a:pt x="753" y="2843"/>
                    <a:pt x="770" y="2843"/>
                    <a:pt x="787" y="2841"/>
                  </a:cubicBezTo>
                  <a:cubicBezTo>
                    <a:pt x="1160" y="2808"/>
                    <a:pt x="1458" y="2560"/>
                    <a:pt x="1706" y="2294"/>
                  </a:cubicBezTo>
                  <a:cubicBezTo>
                    <a:pt x="1831" y="2162"/>
                    <a:pt x="1947" y="2021"/>
                    <a:pt x="2079" y="1905"/>
                  </a:cubicBezTo>
                  <a:cubicBezTo>
                    <a:pt x="2220" y="1773"/>
                    <a:pt x="2402" y="1773"/>
                    <a:pt x="2568" y="1698"/>
                  </a:cubicBezTo>
                  <a:cubicBezTo>
                    <a:pt x="2916" y="1541"/>
                    <a:pt x="3024" y="1151"/>
                    <a:pt x="3040" y="803"/>
                  </a:cubicBezTo>
                  <a:cubicBezTo>
                    <a:pt x="3049" y="695"/>
                    <a:pt x="3049" y="579"/>
                    <a:pt x="3040" y="463"/>
                  </a:cubicBezTo>
                  <a:cubicBezTo>
                    <a:pt x="3040" y="364"/>
                    <a:pt x="3032" y="240"/>
                    <a:pt x="2974" y="157"/>
                  </a:cubicBezTo>
                  <a:cubicBezTo>
                    <a:pt x="2916" y="57"/>
                    <a:pt x="2775" y="57"/>
                    <a:pt x="2676" y="49"/>
                  </a:cubicBezTo>
                  <a:cubicBezTo>
                    <a:pt x="2614" y="41"/>
                    <a:pt x="2554" y="37"/>
                    <a:pt x="2495" y="37"/>
                  </a:cubicBezTo>
                  <a:cubicBezTo>
                    <a:pt x="2436" y="37"/>
                    <a:pt x="2378" y="41"/>
                    <a:pt x="2320" y="49"/>
                  </a:cubicBezTo>
                  <a:cubicBezTo>
                    <a:pt x="2253" y="49"/>
                    <a:pt x="2228" y="99"/>
                    <a:pt x="2228" y="149"/>
                  </a:cubicBezTo>
                  <a:cubicBezTo>
                    <a:pt x="2195" y="107"/>
                    <a:pt x="2162" y="66"/>
                    <a:pt x="2137" y="24"/>
                  </a:cubicBezTo>
                  <a:cubicBezTo>
                    <a:pt x="2128" y="8"/>
                    <a:pt x="2110" y="1"/>
                    <a:pt x="20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34;p25"/>
            <p:cNvSpPr/>
            <p:nvPr/>
          </p:nvSpPr>
          <p:spPr>
            <a:xfrm>
              <a:off x="641400" y="1493500"/>
              <a:ext cx="77300" cy="75100"/>
            </a:xfrm>
            <a:custGeom>
              <a:rect b="b" l="l" r="r" t="t"/>
              <a:pathLst>
                <a:path extrusionOk="0" h="3004" w="3092">
                  <a:moveTo>
                    <a:pt x="1078" y="0"/>
                  </a:moveTo>
                  <a:cubicBezTo>
                    <a:pt x="1070" y="0"/>
                    <a:pt x="1062" y="3"/>
                    <a:pt x="1053" y="8"/>
                  </a:cubicBezTo>
                  <a:cubicBezTo>
                    <a:pt x="1037" y="25"/>
                    <a:pt x="1020" y="33"/>
                    <a:pt x="1003" y="50"/>
                  </a:cubicBezTo>
                  <a:cubicBezTo>
                    <a:pt x="987" y="50"/>
                    <a:pt x="979" y="50"/>
                    <a:pt x="970" y="58"/>
                  </a:cubicBezTo>
                  <a:cubicBezTo>
                    <a:pt x="970" y="58"/>
                    <a:pt x="970" y="58"/>
                    <a:pt x="962" y="66"/>
                  </a:cubicBezTo>
                  <a:cubicBezTo>
                    <a:pt x="954" y="66"/>
                    <a:pt x="945" y="83"/>
                    <a:pt x="937" y="91"/>
                  </a:cubicBezTo>
                  <a:cubicBezTo>
                    <a:pt x="838" y="158"/>
                    <a:pt x="738" y="216"/>
                    <a:pt x="631" y="257"/>
                  </a:cubicBezTo>
                  <a:cubicBezTo>
                    <a:pt x="556" y="282"/>
                    <a:pt x="481" y="307"/>
                    <a:pt x="407" y="315"/>
                  </a:cubicBezTo>
                  <a:cubicBezTo>
                    <a:pt x="332" y="332"/>
                    <a:pt x="249" y="332"/>
                    <a:pt x="175" y="365"/>
                  </a:cubicBezTo>
                  <a:cubicBezTo>
                    <a:pt x="117" y="398"/>
                    <a:pt x="84" y="464"/>
                    <a:pt x="67" y="530"/>
                  </a:cubicBezTo>
                  <a:cubicBezTo>
                    <a:pt x="42" y="630"/>
                    <a:pt x="42" y="729"/>
                    <a:pt x="34" y="829"/>
                  </a:cubicBezTo>
                  <a:cubicBezTo>
                    <a:pt x="9" y="1019"/>
                    <a:pt x="1" y="1210"/>
                    <a:pt x="1" y="1400"/>
                  </a:cubicBezTo>
                  <a:cubicBezTo>
                    <a:pt x="9" y="1541"/>
                    <a:pt x="26" y="1690"/>
                    <a:pt x="117" y="1798"/>
                  </a:cubicBezTo>
                  <a:cubicBezTo>
                    <a:pt x="196" y="1896"/>
                    <a:pt x="303" y="1922"/>
                    <a:pt x="417" y="1922"/>
                  </a:cubicBezTo>
                  <a:cubicBezTo>
                    <a:pt x="457" y="1922"/>
                    <a:pt x="498" y="1918"/>
                    <a:pt x="539" y="1914"/>
                  </a:cubicBezTo>
                  <a:cubicBezTo>
                    <a:pt x="569" y="1910"/>
                    <a:pt x="600" y="1907"/>
                    <a:pt x="631" y="1907"/>
                  </a:cubicBezTo>
                  <a:cubicBezTo>
                    <a:pt x="669" y="1907"/>
                    <a:pt x="706" y="1912"/>
                    <a:pt x="738" y="1931"/>
                  </a:cubicBezTo>
                  <a:cubicBezTo>
                    <a:pt x="796" y="1964"/>
                    <a:pt x="838" y="2030"/>
                    <a:pt x="871" y="2088"/>
                  </a:cubicBezTo>
                  <a:cubicBezTo>
                    <a:pt x="962" y="2229"/>
                    <a:pt x="1053" y="2378"/>
                    <a:pt x="1153" y="2527"/>
                  </a:cubicBezTo>
                  <a:cubicBezTo>
                    <a:pt x="1244" y="2651"/>
                    <a:pt x="1343" y="2759"/>
                    <a:pt x="1467" y="2850"/>
                  </a:cubicBezTo>
                  <a:cubicBezTo>
                    <a:pt x="1608" y="2950"/>
                    <a:pt x="1774" y="2991"/>
                    <a:pt x="1940" y="2999"/>
                  </a:cubicBezTo>
                  <a:cubicBezTo>
                    <a:pt x="1976" y="3002"/>
                    <a:pt x="2014" y="3004"/>
                    <a:pt x="2051" y="3004"/>
                  </a:cubicBezTo>
                  <a:cubicBezTo>
                    <a:pt x="2357" y="3004"/>
                    <a:pt x="2674" y="2913"/>
                    <a:pt x="2926" y="2751"/>
                  </a:cubicBezTo>
                  <a:cubicBezTo>
                    <a:pt x="2984" y="2709"/>
                    <a:pt x="3042" y="2660"/>
                    <a:pt x="3066" y="2593"/>
                  </a:cubicBezTo>
                  <a:cubicBezTo>
                    <a:pt x="3091" y="2511"/>
                    <a:pt x="3058" y="2419"/>
                    <a:pt x="2992" y="2361"/>
                  </a:cubicBezTo>
                  <a:cubicBezTo>
                    <a:pt x="2921" y="2303"/>
                    <a:pt x="2834" y="2289"/>
                    <a:pt x="2744" y="2289"/>
                  </a:cubicBezTo>
                  <a:cubicBezTo>
                    <a:pt x="2654" y="2289"/>
                    <a:pt x="2561" y="2303"/>
                    <a:pt x="2478" y="2303"/>
                  </a:cubicBezTo>
                  <a:cubicBezTo>
                    <a:pt x="2296" y="2303"/>
                    <a:pt x="2105" y="2295"/>
                    <a:pt x="1931" y="2237"/>
                  </a:cubicBezTo>
                  <a:cubicBezTo>
                    <a:pt x="1766" y="2196"/>
                    <a:pt x="1633" y="2063"/>
                    <a:pt x="1509" y="1947"/>
                  </a:cubicBezTo>
                  <a:cubicBezTo>
                    <a:pt x="1376" y="1831"/>
                    <a:pt x="1260" y="1690"/>
                    <a:pt x="1153" y="1550"/>
                  </a:cubicBezTo>
                  <a:cubicBezTo>
                    <a:pt x="1053" y="1400"/>
                    <a:pt x="945" y="1235"/>
                    <a:pt x="887" y="1069"/>
                  </a:cubicBezTo>
                  <a:cubicBezTo>
                    <a:pt x="821" y="895"/>
                    <a:pt x="863" y="738"/>
                    <a:pt x="945" y="572"/>
                  </a:cubicBezTo>
                  <a:cubicBezTo>
                    <a:pt x="979" y="497"/>
                    <a:pt x="1028" y="414"/>
                    <a:pt x="1070" y="340"/>
                  </a:cubicBezTo>
                  <a:cubicBezTo>
                    <a:pt x="1103" y="265"/>
                    <a:pt x="1161" y="166"/>
                    <a:pt x="1111" y="91"/>
                  </a:cubicBezTo>
                  <a:cubicBezTo>
                    <a:pt x="1138" y="57"/>
                    <a:pt x="1115" y="0"/>
                    <a:pt x="10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35;p25"/>
            <p:cNvSpPr/>
            <p:nvPr/>
          </p:nvSpPr>
          <p:spPr>
            <a:xfrm>
              <a:off x="616975" y="1475800"/>
              <a:ext cx="50350" cy="28075"/>
            </a:xfrm>
            <a:custGeom>
              <a:rect b="b" l="l" r="r" t="t"/>
              <a:pathLst>
                <a:path extrusionOk="0" h="1123" w="2014">
                  <a:moveTo>
                    <a:pt x="1198" y="0"/>
                  </a:moveTo>
                  <a:cubicBezTo>
                    <a:pt x="1089" y="0"/>
                    <a:pt x="981" y="6"/>
                    <a:pt x="870" y="12"/>
                  </a:cubicBezTo>
                  <a:cubicBezTo>
                    <a:pt x="721" y="20"/>
                    <a:pt x="572" y="29"/>
                    <a:pt x="431" y="95"/>
                  </a:cubicBezTo>
                  <a:cubicBezTo>
                    <a:pt x="307" y="161"/>
                    <a:pt x="199" y="277"/>
                    <a:pt x="124" y="393"/>
                  </a:cubicBezTo>
                  <a:cubicBezTo>
                    <a:pt x="42" y="518"/>
                    <a:pt x="0" y="675"/>
                    <a:pt x="83" y="808"/>
                  </a:cubicBezTo>
                  <a:cubicBezTo>
                    <a:pt x="232" y="1056"/>
                    <a:pt x="588" y="1122"/>
                    <a:pt x="854" y="1122"/>
                  </a:cubicBezTo>
                  <a:cubicBezTo>
                    <a:pt x="869" y="1123"/>
                    <a:pt x="884" y="1123"/>
                    <a:pt x="899" y="1123"/>
                  </a:cubicBezTo>
                  <a:cubicBezTo>
                    <a:pt x="1248" y="1123"/>
                    <a:pt x="1588" y="1033"/>
                    <a:pt x="1898" y="890"/>
                  </a:cubicBezTo>
                  <a:cubicBezTo>
                    <a:pt x="1947" y="874"/>
                    <a:pt x="1956" y="799"/>
                    <a:pt x="1931" y="758"/>
                  </a:cubicBezTo>
                  <a:cubicBezTo>
                    <a:pt x="1915" y="726"/>
                    <a:pt x="1885" y="711"/>
                    <a:pt x="1853" y="711"/>
                  </a:cubicBezTo>
                  <a:cubicBezTo>
                    <a:pt x="1835" y="711"/>
                    <a:pt x="1816" y="716"/>
                    <a:pt x="1798" y="725"/>
                  </a:cubicBezTo>
                  <a:cubicBezTo>
                    <a:pt x="1566" y="824"/>
                    <a:pt x="1326" y="890"/>
                    <a:pt x="1077" y="915"/>
                  </a:cubicBezTo>
                  <a:cubicBezTo>
                    <a:pt x="1010" y="922"/>
                    <a:pt x="941" y="927"/>
                    <a:pt x="872" y="927"/>
                  </a:cubicBezTo>
                  <a:cubicBezTo>
                    <a:pt x="704" y="927"/>
                    <a:pt x="537" y="901"/>
                    <a:pt x="390" y="824"/>
                  </a:cubicBezTo>
                  <a:cubicBezTo>
                    <a:pt x="315" y="783"/>
                    <a:pt x="224" y="708"/>
                    <a:pt x="240" y="617"/>
                  </a:cubicBezTo>
                  <a:cubicBezTo>
                    <a:pt x="240" y="609"/>
                    <a:pt x="249" y="600"/>
                    <a:pt x="249" y="592"/>
                  </a:cubicBezTo>
                  <a:cubicBezTo>
                    <a:pt x="257" y="592"/>
                    <a:pt x="274" y="584"/>
                    <a:pt x="282" y="576"/>
                  </a:cubicBezTo>
                  <a:cubicBezTo>
                    <a:pt x="506" y="426"/>
                    <a:pt x="771" y="377"/>
                    <a:pt x="1036" y="360"/>
                  </a:cubicBezTo>
                  <a:cubicBezTo>
                    <a:pt x="1059" y="359"/>
                    <a:pt x="1082" y="359"/>
                    <a:pt x="1106" y="359"/>
                  </a:cubicBezTo>
                  <a:cubicBezTo>
                    <a:pt x="1363" y="359"/>
                    <a:pt x="1613" y="402"/>
                    <a:pt x="1856" y="493"/>
                  </a:cubicBezTo>
                  <a:cubicBezTo>
                    <a:pt x="1864" y="496"/>
                    <a:pt x="1872" y="497"/>
                    <a:pt x="1880" y="497"/>
                  </a:cubicBezTo>
                  <a:cubicBezTo>
                    <a:pt x="1915" y="497"/>
                    <a:pt x="1952" y="470"/>
                    <a:pt x="1972" y="443"/>
                  </a:cubicBezTo>
                  <a:cubicBezTo>
                    <a:pt x="2014" y="385"/>
                    <a:pt x="2014" y="310"/>
                    <a:pt x="1980" y="244"/>
                  </a:cubicBezTo>
                  <a:lnTo>
                    <a:pt x="1980" y="244"/>
                  </a:lnTo>
                  <a:lnTo>
                    <a:pt x="1972" y="252"/>
                  </a:lnTo>
                  <a:cubicBezTo>
                    <a:pt x="1939" y="178"/>
                    <a:pt x="1864" y="136"/>
                    <a:pt x="1790" y="103"/>
                  </a:cubicBezTo>
                  <a:cubicBezTo>
                    <a:pt x="1641" y="45"/>
                    <a:pt x="1492" y="20"/>
                    <a:pt x="1334" y="4"/>
                  </a:cubicBezTo>
                  <a:cubicBezTo>
                    <a:pt x="1288" y="1"/>
                    <a:pt x="1243" y="0"/>
                    <a:pt x="1198" y="0"/>
                  </a:cubicBezTo>
                  <a:close/>
                </a:path>
              </a:pathLst>
            </a:custGeom>
            <a:solidFill>
              <a:srgbClr val="CE86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5"/>
            <p:cNvSpPr/>
            <p:nvPr/>
          </p:nvSpPr>
          <p:spPr>
            <a:xfrm>
              <a:off x="478400" y="1451200"/>
              <a:ext cx="19700" cy="36925"/>
            </a:xfrm>
            <a:custGeom>
              <a:rect b="b" l="l" r="r" t="t"/>
              <a:pathLst>
                <a:path extrusionOk="0" h="1477" w="788">
                  <a:moveTo>
                    <a:pt x="739" y="0"/>
                  </a:moveTo>
                  <a:cubicBezTo>
                    <a:pt x="731" y="0"/>
                    <a:pt x="722" y="3"/>
                    <a:pt x="713" y="10"/>
                  </a:cubicBezTo>
                  <a:cubicBezTo>
                    <a:pt x="688" y="18"/>
                    <a:pt x="671" y="43"/>
                    <a:pt x="655" y="60"/>
                  </a:cubicBezTo>
                  <a:cubicBezTo>
                    <a:pt x="671" y="52"/>
                    <a:pt x="688" y="43"/>
                    <a:pt x="704" y="43"/>
                  </a:cubicBezTo>
                  <a:cubicBezTo>
                    <a:pt x="738" y="52"/>
                    <a:pt x="754" y="85"/>
                    <a:pt x="738" y="110"/>
                  </a:cubicBezTo>
                  <a:cubicBezTo>
                    <a:pt x="721" y="126"/>
                    <a:pt x="713" y="134"/>
                    <a:pt x="704" y="151"/>
                  </a:cubicBezTo>
                  <a:lnTo>
                    <a:pt x="704" y="159"/>
                  </a:lnTo>
                  <a:lnTo>
                    <a:pt x="696" y="184"/>
                  </a:lnTo>
                  <a:cubicBezTo>
                    <a:pt x="688" y="192"/>
                    <a:pt x="680" y="201"/>
                    <a:pt x="680" y="209"/>
                  </a:cubicBezTo>
                  <a:cubicBezTo>
                    <a:pt x="646" y="250"/>
                    <a:pt x="605" y="275"/>
                    <a:pt x="555" y="275"/>
                  </a:cubicBezTo>
                  <a:cubicBezTo>
                    <a:pt x="439" y="383"/>
                    <a:pt x="332" y="507"/>
                    <a:pt x="232" y="632"/>
                  </a:cubicBezTo>
                  <a:cubicBezTo>
                    <a:pt x="174" y="714"/>
                    <a:pt x="116" y="789"/>
                    <a:pt x="58" y="872"/>
                  </a:cubicBezTo>
                  <a:cubicBezTo>
                    <a:pt x="42" y="897"/>
                    <a:pt x="17" y="930"/>
                    <a:pt x="0" y="963"/>
                  </a:cubicBezTo>
                  <a:lnTo>
                    <a:pt x="75" y="897"/>
                  </a:lnTo>
                  <a:cubicBezTo>
                    <a:pt x="89" y="885"/>
                    <a:pt x="104" y="880"/>
                    <a:pt x="119" y="880"/>
                  </a:cubicBezTo>
                  <a:cubicBezTo>
                    <a:pt x="159" y="880"/>
                    <a:pt x="197" y="915"/>
                    <a:pt x="191" y="963"/>
                  </a:cubicBezTo>
                  <a:cubicBezTo>
                    <a:pt x="158" y="1129"/>
                    <a:pt x="141" y="1303"/>
                    <a:pt x="141" y="1477"/>
                  </a:cubicBezTo>
                  <a:cubicBezTo>
                    <a:pt x="158" y="1477"/>
                    <a:pt x="174" y="1468"/>
                    <a:pt x="191" y="1468"/>
                  </a:cubicBezTo>
                  <a:cubicBezTo>
                    <a:pt x="249" y="1336"/>
                    <a:pt x="340" y="1187"/>
                    <a:pt x="464" y="1137"/>
                  </a:cubicBezTo>
                  <a:cubicBezTo>
                    <a:pt x="467" y="1134"/>
                    <a:pt x="470" y="1133"/>
                    <a:pt x="472" y="1133"/>
                  </a:cubicBezTo>
                  <a:cubicBezTo>
                    <a:pt x="478" y="1133"/>
                    <a:pt x="483" y="1137"/>
                    <a:pt x="489" y="1137"/>
                  </a:cubicBezTo>
                  <a:cubicBezTo>
                    <a:pt x="547" y="872"/>
                    <a:pt x="605" y="607"/>
                    <a:pt x="663" y="350"/>
                  </a:cubicBezTo>
                  <a:cubicBezTo>
                    <a:pt x="671" y="333"/>
                    <a:pt x="680" y="317"/>
                    <a:pt x="688" y="300"/>
                  </a:cubicBezTo>
                  <a:cubicBezTo>
                    <a:pt x="704" y="259"/>
                    <a:pt x="729" y="209"/>
                    <a:pt x="746" y="168"/>
                  </a:cubicBezTo>
                  <a:cubicBezTo>
                    <a:pt x="762" y="126"/>
                    <a:pt x="787" y="93"/>
                    <a:pt x="779" y="52"/>
                  </a:cubicBezTo>
                  <a:cubicBezTo>
                    <a:pt x="779" y="22"/>
                    <a:pt x="762" y="0"/>
                    <a:pt x="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37;p25"/>
            <p:cNvSpPr/>
            <p:nvPr/>
          </p:nvSpPr>
          <p:spPr>
            <a:xfrm>
              <a:off x="478600" y="1468775"/>
              <a:ext cx="142325" cy="200500"/>
            </a:xfrm>
            <a:custGeom>
              <a:rect b="b" l="l" r="r" t="t"/>
              <a:pathLst>
                <a:path extrusionOk="0" h="8020" w="5693">
                  <a:moveTo>
                    <a:pt x="1214" y="0"/>
                  </a:moveTo>
                  <a:cubicBezTo>
                    <a:pt x="1204" y="0"/>
                    <a:pt x="1195" y="4"/>
                    <a:pt x="1185" y="11"/>
                  </a:cubicBezTo>
                  <a:cubicBezTo>
                    <a:pt x="1028" y="127"/>
                    <a:pt x="895" y="243"/>
                    <a:pt x="779" y="393"/>
                  </a:cubicBezTo>
                  <a:cubicBezTo>
                    <a:pt x="763" y="417"/>
                    <a:pt x="746" y="442"/>
                    <a:pt x="730" y="459"/>
                  </a:cubicBezTo>
                  <a:cubicBezTo>
                    <a:pt x="647" y="451"/>
                    <a:pt x="564" y="442"/>
                    <a:pt x="481" y="442"/>
                  </a:cubicBezTo>
                  <a:cubicBezTo>
                    <a:pt x="498" y="451"/>
                    <a:pt x="506" y="475"/>
                    <a:pt x="498" y="492"/>
                  </a:cubicBezTo>
                  <a:cubicBezTo>
                    <a:pt x="456" y="550"/>
                    <a:pt x="398" y="600"/>
                    <a:pt x="357" y="666"/>
                  </a:cubicBezTo>
                  <a:cubicBezTo>
                    <a:pt x="332" y="707"/>
                    <a:pt x="315" y="749"/>
                    <a:pt x="299" y="790"/>
                  </a:cubicBezTo>
                  <a:lnTo>
                    <a:pt x="307" y="782"/>
                  </a:lnTo>
                  <a:cubicBezTo>
                    <a:pt x="311" y="781"/>
                    <a:pt x="315" y="781"/>
                    <a:pt x="320" y="781"/>
                  </a:cubicBezTo>
                  <a:cubicBezTo>
                    <a:pt x="370" y="781"/>
                    <a:pt x="397" y="827"/>
                    <a:pt x="382" y="873"/>
                  </a:cubicBezTo>
                  <a:cubicBezTo>
                    <a:pt x="332" y="973"/>
                    <a:pt x="299" y="1072"/>
                    <a:pt x="274" y="1171"/>
                  </a:cubicBezTo>
                  <a:cubicBezTo>
                    <a:pt x="315" y="1171"/>
                    <a:pt x="357" y="1221"/>
                    <a:pt x="332" y="1271"/>
                  </a:cubicBezTo>
                  <a:cubicBezTo>
                    <a:pt x="249" y="1420"/>
                    <a:pt x="158" y="1586"/>
                    <a:pt x="141" y="1768"/>
                  </a:cubicBezTo>
                  <a:cubicBezTo>
                    <a:pt x="133" y="1851"/>
                    <a:pt x="141" y="1934"/>
                    <a:pt x="174" y="2017"/>
                  </a:cubicBezTo>
                  <a:cubicBezTo>
                    <a:pt x="191" y="2066"/>
                    <a:pt x="224" y="2108"/>
                    <a:pt x="257" y="2149"/>
                  </a:cubicBezTo>
                  <a:cubicBezTo>
                    <a:pt x="274" y="2116"/>
                    <a:pt x="299" y="2075"/>
                    <a:pt x="332" y="2041"/>
                  </a:cubicBezTo>
                  <a:cubicBezTo>
                    <a:pt x="338" y="2035"/>
                    <a:pt x="345" y="2033"/>
                    <a:pt x="353" y="2033"/>
                  </a:cubicBezTo>
                  <a:cubicBezTo>
                    <a:pt x="378" y="2033"/>
                    <a:pt x="404" y="2058"/>
                    <a:pt x="398" y="2083"/>
                  </a:cubicBezTo>
                  <a:cubicBezTo>
                    <a:pt x="357" y="2191"/>
                    <a:pt x="307" y="2290"/>
                    <a:pt x="266" y="2398"/>
                  </a:cubicBezTo>
                  <a:cubicBezTo>
                    <a:pt x="290" y="2414"/>
                    <a:pt x="307" y="2447"/>
                    <a:pt x="299" y="2481"/>
                  </a:cubicBezTo>
                  <a:cubicBezTo>
                    <a:pt x="282" y="2547"/>
                    <a:pt x="274" y="2613"/>
                    <a:pt x="266" y="2679"/>
                  </a:cubicBezTo>
                  <a:cubicBezTo>
                    <a:pt x="257" y="2704"/>
                    <a:pt x="257" y="2737"/>
                    <a:pt x="249" y="2762"/>
                  </a:cubicBezTo>
                  <a:lnTo>
                    <a:pt x="249" y="2771"/>
                  </a:lnTo>
                  <a:lnTo>
                    <a:pt x="257" y="2771"/>
                  </a:lnTo>
                  <a:cubicBezTo>
                    <a:pt x="274" y="2779"/>
                    <a:pt x="282" y="2779"/>
                    <a:pt x="290" y="2787"/>
                  </a:cubicBezTo>
                  <a:cubicBezTo>
                    <a:pt x="332" y="2829"/>
                    <a:pt x="348" y="2895"/>
                    <a:pt x="373" y="2945"/>
                  </a:cubicBezTo>
                  <a:lnTo>
                    <a:pt x="382" y="2953"/>
                  </a:lnTo>
                  <a:cubicBezTo>
                    <a:pt x="398" y="2911"/>
                    <a:pt x="423" y="2878"/>
                    <a:pt x="448" y="2837"/>
                  </a:cubicBezTo>
                  <a:cubicBezTo>
                    <a:pt x="457" y="2822"/>
                    <a:pt x="470" y="2816"/>
                    <a:pt x="484" y="2816"/>
                  </a:cubicBezTo>
                  <a:cubicBezTo>
                    <a:pt x="510" y="2816"/>
                    <a:pt x="536" y="2838"/>
                    <a:pt x="531" y="2870"/>
                  </a:cubicBezTo>
                  <a:cubicBezTo>
                    <a:pt x="506" y="2994"/>
                    <a:pt x="473" y="3110"/>
                    <a:pt x="464" y="3234"/>
                  </a:cubicBezTo>
                  <a:cubicBezTo>
                    <a:pt x="506" y="3243"/>
                    <a:pt x="539" y="3284"/>
                    <a:pt x="522" y="3334"/>
                  </a:cubicBezTo>
                  <a:cubicBezTo>
                    <a:pt x="481" y="3491"/>
                    <a:pt x="448" y="3657"/>
                    <a:pt x="464" y="3814"/>
                  </a:cubicBezTo>
                  <a:cubicBezTo>
                    <a:pt x="464" y="3881"/>
                    <a:pt x="481" y="3955"/>
                    <a:pt x="506" y="4013"/>
                  </a:cubicBezTo>
                  <a:cubicBezTo>
                    <a:pt x="514" y="4030"/>
                    <a:pt x="522" y="4046"/>
                    <a:pt x="531" y="4063"/>
                  </a:cubicBezTo>
                  <a:cubicBezTo>
                    <a:pt x="547" y="4038"/>
                    <a:pt x="564" y="4005"/>
                    <a:pt x="589" y="3988"/>
                  </a:cubicBezTo>
                  <a:cubicBezTo>
                    <a:pt x="597" y="3980"/>
                    <a:pt x="608" y="3977"/>
                    <a:pt x="619" y="3977"/>
                  </a:cubicBezTo>
                  <a:cubicBezTo>
                    <a:pt x="640" y="3977"/>
                    <a:pt x="661" y="3991"/>
                    <a:pt x="655" y="4013"/>
                  </a:cubicBezTo>
                  <a:cubicBezTo>
                    <a:pt x="655" y="4071"/>
                    <a:pt x="638" y="4129"/>
                    <a:pt x="630" y="4187"/>
                  </a:cubicBezTo>
                  <a:lnTo>
                    <a:pt x="630" y="4196"/>
                  </a:lnTo>
                  <a:cubicBezTo>
                    <a:pt x="680" y="4196"/>
                    <a:pt x="721" y="4220"/>
                    <a:pt x="713" y="4270"/>
                  </a:cubicBezTo>
                  <a:cubicBezTo>
                    <a:pt x="705" y="4403"/>
                    <a:pt x="721" y="4535"/>
                    <a:pt x="779" y="4651"/>
                  </a:cubicBezTo>
                  <a:cubicBezTo>
                    <a:pt x="804" y="4709"/>
                    <a:pt x="837" y="4767"/>
                    <a:pt x="879" y="4817"/>
                  </a:cubicBezTo>
                  <a:cubicBezTo>
                    <a:pt x="920" y="4867"/>
                    <a:pt x="970" y="4908"/>
                    <a:pt x="986" y="4966"/>
                  </a:cubicBezTo>
                  <a:cubicBezTo>
                    <a:pt x="1036" y="4916"/>
                    <a:pt x="1086" y="4883"/>
                    <a:pt x="1144" y="4850"/>
                  </a:cubicBezTo>
                  <a:cubicBezTo>
                    <a:pt x="1150" y="4848"/>
                    <a:pt x="1155" y="4847"/>
                    <a:pt x="1160" y="4847"/>
                  </a:cubicBezTo>
                  <a:cubicBezTo>
                    <a:pt x="1191" y="4847"/>
                    <a:pt x="1206" y="4887"/>
                    <a:pt x="1177" y="4908"/>
                  </a:cubicBezTo>
                  <a:cubicBezTo>
                    <a:pt x="1102" y="4958"/>
                    <a:pt x="1044" y="5032"/>
                    <a:pt x="1003" y="5115"/>
                  </a:cubicBezTo>
                  <a:cubicBezTo>
                    <a:pt x="1061" y="5090"/>
                    <a:pt x="1102" y="5057"/>
                    <a:pt x="1152" y="5016"/>
                  </a:cubicBezTo>
                  <a:cubicBezTo>
                    <a:pt x="1162" y="5003"/>
                    <a:pt x="1179" y="4996"/>
                    <a:pt x="1196" y="4996"/>
                  </a:cubicBezTo>
                  <a:cubicBezTo>
                    <a:pt x="1225" y="4996"/>
                    <a:pt x="1255" y="5013"/>
                    <a:pt x="1260" y="5049"/>
                  </a:cubicBezTo>
                  <a:cubicBezTo>
                    <a:pt x="1276" y="5124"/>
                    <a:pt x="1260" y="5198"/>
                    <a:pt x="1235" y="5273"/>
                  </a:cubicBezTo>
                  <a:cubicBezTo>
                    <a:pt x="1218" y="5322"/>
                    <a:pt x="1202" y="5380"/>
                    <a:pt x="1227" y="5438"/>
                  </a:cubicBezTo>
                  <a:cubicBezTo>
                    <a:pt x="1233" y="5457"/>
                    <a:pt x="1243" y="5464"/>
                    <a:pt x="1255" y="5464"/>
                  </a:cubicBezTo>
                  <a:cubicBezTo>
                    <a:pt x="1275" y="5464"/>
                    <a:pt x="1300" y="5446"/>
                    <a:pt x="1326" y="5430"/>
                  </a:cubicBezTo>
                  <a:cubicBezTo>
                    <a:pt x="1376" y="5405"/>
                    <a:pt x="1426" y="5372"/>
                    <a:pt x="1484" y="5372"/>
                  </a:cubicBezTo>
                  <a:cubicBezTo>
                    <a:pt x="1525" y="5372"/>
                    <a:pt x="1566" y="5414"/>
                    <a:pt x="1566" y="5455"/>
                  </a:cubicBezTo>
                  <a:cubicBezTo>
                    <a:pt x="1558" y="5538"/>
                    <a:pt x="1558" y="5621"/>
                    <a:pt x="1566" y="5704"/>
                  </a:cubicBezTo>
                  <a:cubicBezTo>
                    <a:pt x="1566" y="5770"/>
                    <a:pt x="1558" y="5853"/>
                    <a:pt x="1600" y="5911"/>
                  </a:cubicBezTo>
                  <a:cubicBezTo>
                    <a:pt x="1632" y="5969"/>
                    <a:pt x="1686" y="5984"/>
                    <a:pt x="1745" y="5984"/>
                  </a:cubicBezTo>
                  <a:cubicBezTo>
                    <a:pt x="1809" y="5984"/>
                    <a:pt x="1880" y="5967"/>
                    <a:pt x="1940" y="5967"/>
                  </a:cubicBezTo>
                  <a:cubicBezTo>
                    <a:pt x="1951" y="5967"/>
                    <a:pt x="1962" y="5967"/>
                    <a:pt x="1972" y="5969"/>
                  </a:cubicBezTo>
                  <a:cubicBezTo>
                    <a:pt x="2014" y="5969"/>
                    <a:pt x="2047" y="6018"/>
                    <a:pt x="2006" y="6052"/>
                  </a:cubicBezTo>
                  <a:cubicBezTo>
                    <a:pt x="1938" y="6106"/>
                    <a:pt x="1841" y="6138"/>
                    <a:pt x="1745" y="6138"/>
                  </a:cubicBezTo>
                  <a:cubicBezTo>
                    <a:pt x="1652" y="6138"/>
                    <a:pt x="1561" y="6108"/>
                    <a:pt x="1500" y="6043"/>
                  </a:cubicBezTo>
                  <a:cubicBezTo>
                    <a:pt x="1434" y="5969"/>
                    <a:pt x="1417" y="5886"/>
                    <a:pt x="1409" y="5795"/>
                  </a:cubicBezTo>
                  <a:cubicBezTo>
                    <a:pt x="1401" y="5712"/>
                    <a:pt x="1401" y="5637"/>
                    <a:pt x="1401" y="5563"/>
                  </a:cubicBezTo>
                  <a:cubicBezTo>
                    <a:pt x="1368" y="5579"/>
                    <a:pt x="1334" y="5604"/>
                    <a:pt x="1301" y="5612"/>
                  </a:cubicBezTo>
                  <a:cubicBezTo>
                    <a:pt x="1288" y="5616"/>
                    <a:pt x="1274" y="5617"/>
                    <a:pt x="1260" y="5617"/>
                  </a:cubicBezTo>
                  <a:cubicBezTo>
                    <a:pt x="1206" y="5617"/>
                    <a:pt x="1150" y="5592"/>
                    <a:pt x="1111" y="5546"/>
                  </a:cubicBezTo>
                  <a:cubicBezTo>
                    <a:pt x="1094" y="5521"/>
                    <a:pt x="1078" y="5496"/>
                    <a:pt x="1078" y="5463"/>
                  </a:cubicBezTo>
                  <a:cubicBezTo>
                    <a:pt x="986" y="5563"/>
                    <a:pt x="912" y="5662"/>
                    <a:pt x="837" y="5778"/>
                  </a:cubicBezTo>
                  <a:cubicBezTo>
                    <a:pt x="862" y="5795"/>
                    <a:pt x="870" y="5820"/>
                    <a:pt x="846" y="5853"/>
                  </a:cubicBezTo>
                  <a:cubicBezTo>
                    <a:pt x="721" y="6043"/>
                    <a:pt x="597" y="6234"/>
                    <a:pt x="464" y="6433"/>
                  </a:cubicBezTo>
                  <a:cubicBezTo>
                    <a:pt x="498" y="6466"/>
                    <a:pt x="498" y="6524"/>
                    <a:pt x="481" y="6565"/>
                  </a:cubicBezTo>
                  <a:cubicBezTo>
                    <a:pt x="448" y="6648"/>
                    <a:pt x="348" y="6698"/>
                    <a:pt x="299" y="6764"/>
                  </a:cubicBezTo>
                  <a:cubicBezTo>
                    <a:pt x="232" y="6839"/>
                    <a:pt x="183" y="6930"/>
                    <a:pt x="150" y="7021"/>
                  </a:cubicBezTo>
                  <a:cubicBezTo>
                    <a:pt x="133" y="7062"/>
                    <a:pt x="116" y="7104"/>
                    <a:pt x="108" y="7154"/>
                  </a:cubicBezTo>
                  <a:cubicBezTo>
                    <a:pt x="108" y="7178"/>
                    <a:pt x="100" y="7203"/>
                    <a:pt x="100" y="7228"/>
                  </a:cubicBezTo>
                  <a:cubicBezTo>
                    <a:pt x="100" y="7245"/>
                    <a:pt x="100" y="7253"/>
                    <a:pt x="100" y="7261"/>
                  </a:cubicBezTo>
                  <a:cubicBezTo>
                    <a:pt x="106" y="7245"/>
                    <a:pt x="120" y="7238"/>
                    <a:pt x="135" y="7238"/>
                  </a:cubicBezTo>
                  <a:cubicBezTo>
                    <a:pt x="157" y="7238"/>
                    <a:pt x="180" y="7256"/>
                    <a:pt x="174" y="7286"/>
                  </a:cubicBezTo>
                  <a:cubicBezTo>
                    <a:pt x="150" y="7369"/>
                    <a:pt x="125" y="7444"/>
                    <a:pt x="108" y="7526"/>
                  </a:cubicBezTo>
                  <a:cubicBezTo>
                    <a:pt x="100" y="7568"/>
                    <a:pt x="92" y="7601"/>
                    <a:pt x="83" y="7642"/>
                  </a:cubicBezTo>
                  <a:cubicBezTo>
                    <a:pt x="75" y="7742"/>
                    <a:pt x="67" y="7833"/>
                    <a:pt x="50" y="7932"/>
                  </a:cubicBezTo>
                  <a:cubicBezTo>
                    <a:pt x="42" y="7949"/>
                    <a:pt x="25" y="7966"/>
                    <a:pt x="9" y="7966"/>
                  </a:cubicBezTo>
                  <a:cubicBezTo>
                    <a:pt x="9" y="7982"/>
                    <a:pt x="0" y="7999"/>
                    <a:pt x="0" y="8007"/>
                  </a:cubicBezTo>
                  <a:cubicBezTo>
                    <a:pt x="40" y="8016"/>
                    <a:pt x="80" y="8020"/>
                    <a:pt x="120" y="8020"/>
                  </a:cubicBezTo>
                  <a:cubicBezTo>
                    <a:pt x="389" y="8020"/>
                    <a:pt x="662" y="7838"/>
                    <a:pt x="879" y="7651"/>
                  </a:cubicBezTo>
                  <a:cubicBezTo>
                    <a:pt x="1334" y="7270"/>
                    <a:pt x="1782" y="6830"/>
                    <a:pt x="2354" y="6656"/>
                  </a:cubicBezTo>
                  <a:cubicBezTo>
                    <a:pt x="2445" y="6628"/>
                    <a:pt x="2548" y="6611"/>
                    <a:pt x="2649" y="6611"/>
                  </a:cubicBezTo>
                  <a:cubicBezTo>
                    <a:pt x="2866" y="6611"/>
                    <a:pt x="3075" y="6688"/>
                    <a:pt x="3149" y="6880"/>
                  </a:cubicBezTo>
                  <a:cubicBezTo>
                    <a:pt x="3315" y="6665"/>
                    <a:pt x="3505" y="6424"/>
                    <a:pt x="3770" y="6375"/>
                  </a:cubicBezTo>
                  <a:cubicBezTo>
                    <a:pt x="3809" y="6368"/>
                    <a:pt x="3847" y="6365"/>
                    <a:pt x="3886" y="6365"/>
                  </a:cubicBezTo>
                  <a:cubicBezTo>
                    <a:pt x="4032" y="6365"/>
                    <a:pt x="4181" y="6407"/>
                    <a:pt x="4325" y="6433"/>
                  </a:cubicBezTo>
                  <a:cubicBezTo>
                    <a:pt x="4456" y="6460"/>
                    <a:pt x="4591" y="6472"/>
                    <a:pt x="4726" y="6472"/>
                  </a:cubicBezTo>
                  <a:cubicBezTo>
                    <a:pt x="4882" y="6472"/>
                    <a:pt x="5040" y="6455"/>
                    <a:pt x="5195" y="6424"/>
                  </a:cubicBezTo>
                  <a:cubicBezTo>
                    <a:pt x="5320" y="6400"/>
                    <a:pt x="5452" y="6358"/>
                    <a:pt x="5552" y="6267"/>
                  </a:cubicBezTo>
                  <a:lnTo>
                    <a:pt x="5543" y="6267"/>
                  </a:lnTo>
                  <a:cubicBezTo>
                    <a:pt x="5643" y="6176"/>
                    <a:pt x="5693" y="6027"/>
                    <a:pt x="5635" y="5911"/>
                  </a:cubicBezTo>
                  <a:lnTo>
                    <a:pt x="5635" y="5911"/>
                  </a:lnTo>
                  <a:cubicBezTo>
                    <a:pt x="5436" y="6027"/>
                    <a:pt x="5220" y="6151"/>
                    <a:pt x="4997" y="6159"/>
                  </a:cubicBezTo>
                  <a:cubicBezTo>
                    <a:pt x="4990" y="6160"/>
                    <a:pt x="4983" y="6160"/>
                    <a:pt x="4976" y="6160"/>
                  </a:cubicBezTo>
                  <a:cubicBezTo>
                    <a:pt x="4750" y="6160"/>
                    <a:pt x="4506" y="6028"/>
                    <a:pt x="4458" y="5811"/>
                  </a:cubicBezTo>
                  <a:cubicBezTo>
                    <a:pt x="4389" y="5966"/>
                    <a:pt x="4225" y="6070"/>
                    <a:pt x="4063" y="6070"/>
                  </a:cubicBezTo>
                  <a:cubicBezTo>
                    <a:pt x="4051" y="6070"/>
                    <a:pt x="4039" y="6069"/>
                    <a:pt x="4027" y="6068"/>
                  </a:cubicBezTo>
                  <a:cubicBezTo>
                    <a:pt x="3845" y="6052"/>
                    <a:pt x="3679" y="5919"/>
                    <a:pt x="3638" y="5745"/>
                  </a:cubicBezTo>
                  <a:cubicBezTo>
                    <a:pt x="3571" y="5872"/>
                    <a:pt x="3424" y="5950"/>
                    <a:pt x="3283" y="5950"/>
                  </a:cubicBezTo>
                  <a:cubicBezTo>
                    <a:pt x="3249" y="5950"/>
                    <a:pt x="3215" y="5945"/>
                    <a:pt x="3182" y="5936"/>
                  </a:cubicBezTo>
                  <a:cubicBezTo>
                    <a:pt x="3008" y="5886"/>
                    <a:pt x="2892" y="5704"/>
                    <a:pt x="2909" y="5530"/>
                  </a:cubicBezTo>
                  <a:lnTo>
                    <a:pt x="2909" y="5530"/>
                  </a:lnTo>
                  <a:cubicBezTo>
                    <a:pt x="2734" y="5566"/>
                    <a:pt x="2586" y="5749"/>
                    <a:pt x="2418" y="5749"/>
                  </a:cubicBezTo>
                  <a:cubicBezTo>
                    <a:pt x="2394" y="5749"/>
                    <a:pt x="2370" y="5745"/>
                    <a:pt x="2345" y="5737"/>
                  </a:cubicBezTo>
                  <a:cubicBezTo>
                    <a:pt x="2204" y="5687"/>
                    <a:pt x="2163" y="5521"/>
                    <a:pt x="2130" y="5372"/>
                  </a:cubicBezTo>
                  <a:lnTo>
                    <a:pt x="2088" y="5132"/>
                  </a:lnTo>
                  <a:cubicBezTo>
                    <a:pt x="2088" y="5115"/>
                    <a:pt x="2088" y="5090"/>
                    <a:pt x="2080" y="5074"/>
                  </a:cubicBezTo>
                  <a:lnTo>
                    <a:pt x="2030" y="4834"/>
                  </a:lnTo>
                  <a:cubicBezTo>
                    <a:pt x="1955" y="4857"/>
                    <a:pt x="1872" y="4878"/>
                    <a:pt x="1793" y="4878"/>
                  </a:cubicBezTo>
                  <a:cubicBezTo>
                    <a:pt x="1732" y="4878"/>
                    <a:pt x="1675" y="4866"/>
                    <a:pt x="1624" y="4834"/>
                  </a:cubicBezTo>
                  <a:cubicBezTo>
                    <a:pt x="1608" y="4817"/>
                    <a:pt x="1591" y="4800"/>
                    <a:pt x="1583" y="4784"/>
                  </a:cubicBezTo>
                  <a:cubicBezTo>
                    <a:pt x="1550" y="4718"/>
                    <a:pt x="1533" y="4651"/>
                    <a:pt x="1517" y="4577"/>
                  </a:cubicBezTo>
                  <a:cubicBezTo>
                    <a:pt x="1517" y="4568"/>
                    <a:pt x="1525" y="4552"/>
                    <a:pt x="1517" y="4535"/>
                  </a:cubicBezTo>
                  <a:cubicBezTo>
                    <a:pt x="1508" y="4486"/>
                    <a:pt x="1500" y="4428"/>
                    <a:pt x="1492" y="4378"/>
                  </a:cubicBezTo>
                  <a:cubicBezTo>
                    <a:pt x="1484" y="4278"/>
                    <a:pt x="1484" y="4171"/>
                    <a:pt x="1492" y="4071"/>
                  </a:cubicBezTo>
                  <a:cubicBezTo>
                    <a:pt x="1492" y="3889"/>
                    <a:pt x="1500" y="3707"/>
                    <a:pt x="1525" y="3533"/>
                  </a:cubicBezTo>
                  <a:cubicBezTo>
                    <a:pt x="1525" y="3483"/>
                    <a:pt x="1484" y="3442"/>
                    <a:pt x="1434" y="3433"/>
                  </a:cubicBezTo>
                  <a:cubicBezTo>
                    <a:pt x="1429" y="3432"/>
                    <a:pt x="1424" y="3432"/>
                    <a:pt x="1419" y="3432"/>
                  </a:cubicBezTo>
                  <a:cubicBezTo>
                    <a:pt x="1377" y="3432"/>
                    <a:pt x="1349" y="3463"/>
                    <a:pt x="1334" y="3500"/>
                  </a:cubicBezTo>
                  <a:cubicBezTo>
                    <a:pt x="1301" y="3508"/>
                    <a:pt x="1276" y="3524"/>
                    <a:pt x="1268" y="3558"/>
                  </a:cubicBezTo>
                  <a:cubicBezTo>
                    <a:pt x="1260" y="3566"/>
                    <a:pt x="1260" y="3574"/>
                    <a:pt x="1260" y="3582"/>
                  </a:cubicBezTo>
                  <a:cubicBezTo>
                    <a:pt x="1253" y="3583"/>
                    <a:pt x="1247" y="3583"/>
                    <a:pt x="1240" y="3583"/>
                  </a:cubicBezTo>
                  <a:cubicBezTo>
                    <a:pt x="1130" y="3583"/>
                    <a:pt x="1016" y="3519"/>
                    <a:pt x="953" y="3433"/>
                  </a:cubicBezTo>
                  <a:cubicBezTo>
                    <a:pt x="862" y="3301"/>
                    <a:pt x="846" y="3135"/>
                    <a:pt x="837" y="2978"/>
                  </a:cubicBezTo>
                  <a:cubicBezTo>
                    <a:pt x="837" y="2729"/>
                    <a:pt x="854" y="2489"/>
                    <a:pt x="904" y="2249"/>
                  </a:cubicBezTo>
                  <a:cubicBezTo>
                    <a:pt x="945" y="2215"/>
                    <a:pt x="962" y="2157"/>
                    <a:pt x="928" y="2116"/>
                  </a:cubicBezTo>
                  <a:cubicBezTo>
                    <a:pt x="945" y="2066"/>
                    <a:pt x="953" y="2008"/>
                    <a:pt x="953" y="1959"/>
                  </a:cubicBezTo>
                  <a:cubicBezTo>
                    <a:pt x="978" y="1909"/>
                    <a:pt x="1003" y="1867"/>
                    <a:pt x="1028" y="1826"/>
                  </a:cubicBezTo>
                  <a:cubicBezTo>
                    <a:pt x="1054" y="1787"/>
                    <a:pt x="1020" y="1749"/>
                    <a:pt x="984" y="1749"/>
                  </a:cubicBezTo>
                  <a:cubicBezTo>
                    <a:pt x="973" y="1749"/>
                    <a:pt x="963" y="1752"/>
                    <a:pt x="953" y="1760"/>
                  </a:cubicBezTo>
                  <a:cubicBezTo>
                    <a:pt x="945" y="1768"/>
                    <a:pt x="937" y="1785"/>
                    <a:pt x="928" y="1793"/>
                  </a:cubicBezTo>
                  <a:cubicBezTo>
                    <a:pt x="912" y="1768"/>
                    <a:pt x="887" y="1743"/>
                    <a:pt x="862" y="1727"/>
                  </a:cubicBezTo>
                  <a:cubicBezTo>
                    <a:pt x="796" y="1693"/>
                    <a:pt x="713" y="1702"/>
                    <a:pt x="647" y="1669"/>
                  </a:cubicBezTo>
                  <a:cubicBezTo>
                    <a:pt x="514" y="1594"/>
                    <a:pt x="539" y="1403"/>
                    <a:pt x="589" y="1263"/>
                  </a:cubicBezTo>
                  <a:cubicBezTo>
                    <a:pt x="622" y="1147"/>
                    <a:pt x="655" y="1031"/>
                    <a:pt x="688" y="915"/>
                  </a:cubicBezTo>
                  <a:cubicBezTo>
                    <a:pt x="837" y="616"/>
                    <a:pt x="1028" y="343"/>
                    <a:pt x="1252" y="103"/>
                  </a:cubicBezTo>
                  <a:cubicBezTo>
                    <a:pt x="1285" y="62"/>
                    <a:pt x="1253" y="0"/>
                    <a:pt x="121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38;p25"/>
            <p:cNvSpPr/>
            <p:nvPr/>
          </p:nvSpPr>
          <p:spPr>
            <a:xfrm>
              <a:off x="784325" y="1423475"/>
              <a:ext cx="2925" cy="4175"/>
            </a:xfrm>
            <a:custGeom>
              <a:rect b="b" l="l" r="r" t="t"/>
              <a:pathLst>
                <a:path extrusionOk="0" h="167" w="117">
                  <a:moveTo>
                    <a:pt x="92" y="1"/>
                  </a:moveTo>
                  <a:cubicBezTo>
                    <a:pt x="67" y="1"/>
                    <a:pt x="34" y="9"/>
                    <a:pt x="1" y="25"/>
                  </a:cubicBezTo>
                  <a:cubicBezTo>
                    <a:pt x="38" y="63"/>
                    <a:pt x="75" y="106"/>
                    <a:pt x="106" y="151"/>
                  </a:cubicBezTo>
                  <a:lnTo>
                    <a:pt x="106" y="151"/>
                  </a:lnTo>
                  <a:cubicBezTo>
                    <a:pt x="91" y="103"/>
                    <a:pt x="84" y="48"/>
                    <a:pt x="92" y="1"/>
                  </a:cubicBezTo>
                  <a:close/>
                  <a:moveTo>
                    <a:pt x="106" y="151"/>
                  </a:moveTo>
                  <a:cubicBezTo>
                    <a:pt x="107" y="153"/>
                    <a:pt x="108" y="156"/>
                    <a:pt x="109" y="158"/>
                  </a:cubicBezTo>
                  <a:lnTo>
                    <a:pt x="117" y="166"/>
                  </a:lnTo>
                  <a:cubicBezTo>
                    <a:pt x="113" y="161"/>
                    <a:pt x="110" y="156"/>
                    <a:pt x="106" y="151"/>
                  </a:cubicBezTo>
                  <a:close/>
                </a:path>
              </a:pathLst>
            </a:custGeom>
            <a:solidFill>
              <a:srgbClr val="C17C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5"/>
            <p:cNvSpPr/>
            <p:nvPr/>
          </p:nvSpPr>
          <p:spPr>
            <a:xfrm>
              <a:off x="717850" y="1426375"/>
              <a:ext cx="143775" cy="238450"/>
            </a:xfrm>
            <a:custGeom>
              <a:rect b="b" l="l" r="r" t="t"/>
              <a:pathLst>
                <a:path extrusionOk="0" h="9538" w="5751">
                  <a:moveTo>
                    <a:pt x="5401" y="5825"/>
                  </a:moveTo>
                  <a:cubicBezTo>
                    <a:pt x="5401" y="5825"/>
                    <a:pt x="5402" y="5825"/>
                    <a:pt x="5402" y="5825"/>
                  </a:cubicBezTo>
                  <a:cubicBezTo>
                    <a:pt x="5402" y="5825"/>
                    <a:pt x="5401" y="5825"/>
                    <a:pt x="5401" y="5825"/>
                  </a:cubicBezTo>
                  <a:close/>
                  <a:moveTo>
                    <a:pt x="5485" y="8460"/>
                  </a:moveTo>
                  <a:cubicBezTo>
                    <a:pt x="5485" y="8463"/>
                    <a:pt x="5485" y="8466"/>
                    <a:pt x="5485" y="8468"/>
                  </a:cubicBezTo>
                  <a:lnTo>
                    <a:pt x="5485" y="8460"/>
                  </a:lnTo>
                  <a:cubicBezTo>
                    <a:pt x="5485" y="8460"/>
                    <a:pt x="5485" y="8460"/>
                    <a:pt x="5485" y="8460"/>
                  </a:cubicBezTo>
                  <a:close/>
                  <a:moveTo>
                    <a:pt x="2560" y="1"/>
                  </a:moveTo>
                  <a:cubicBezTo>
                    <a:pt x="2527" y="50"/>
                    <a:pt x="2502" y="108"/>
                    <a:pt x="2511" y="166"/>
                  </a:cubicBezTo>
                  <a:cubicBezTo>
                    <a:pt x="2511" y="208"/>
                    <a:pt x="2519" y="241"/>
                    <a:pt x="2544" y="274"/>
                  </a:cubicBezTo>
                  <a:cubicBezTo>
                    <a:pt x="2560" y="307"/>
                    <a:pt x="2560" y="299"/>
                    <a:pt x="2560" y="324"/>
                  </a:cubicBezTo>
                  <a:cubicBezTo>
                    <a:pt x="2569" y="365"/>
                    <a:pt x="2577" y="398"/>
                    <a:pt x="2585" y="440"/>
                  </a:cubicBezTo>
                  <a:cubicBezTo>
                    <a:pt x="2635" y="713"/>
                    <a:pt x="2685" y="987"/>
                    <a:pt x="2743" y="1252"/>
                  </a:cubicBezTo>
                  <a:cubicBezTo>
                    <a:pt x="2768" y="1359"/>
                    <a:pt x="2801" y="1517"/>
                    <a:pt x="2718" y="1600"/>
                  </a:cubicBezTo>
                  <a:cubicBezTo>
                    <a:pt x="2697" y="1626"/>
                    <a:pt x="2655" y="1646"/>
                    <a:pt x="2617" y="1646"/>
                  </a:cubicBezTo>
                  <a:cubicBezTo>
                    <a:pt x="2596" y="1646"/>
                    <a:pt x="2575" y="1640"/>
                    <a:pt x="2560" y="1625"/>
                  </a:cubicBezTo>
                  <a:cubicBezTo>
                    <a:pt x="2560" y="1616"/>
                    <a:pt x="2552" y="1616"/>
                    <a:pt x="2552" y="1608"/>
                  </a:cubicBezTo>
                  <a:cubicBezTo>
                    <a:pt x="2552" y="1608"/>
                    <a:pt x="2544" y="1600"/>
                    <a:pt x="2544" y="1600"/>
                  </a:cubicBezTo>
                  <a:cubicBezTo>
                    <a:pt x="2544" y="1591"/>
                    <a:pt x="2536" y="1591"/>
                    <a:pt x="2536" y="1583"/>
                  </a:cubicBezTo>
                  <a:cubicBezTo>
                    <a:pt x="2521" y="1565"/>
                    <a:pt x="2504" y="1557"/>
                    <a:pt x="2487" y="1557"/>
                  </a:cubicBezTo>
                  <a:cubicBezTo>
                    <a:pt x="2436" y="1557"/>
                    <a:pt x="2386" y="1627"/>
                    <a:pt x="2411" y="1683"/>
                  </a:cubicBezTo>
                  <a:cubicBezTo>
                    <a:pt x="2428" y="1707"/>
                    <a:pt x="2444" y="1732"/>
                    <a:pt x="2461" y="1749"/>
                  </a:cubicBezTo>
                  <a:cubicBezTo>
                    <a:pt x="2602" y="1939"/>
                    <a:pt x="2710" y="2163"/>
                    <a:pt x="2784" y="2387"/>
                  </a:cubicBezTo>
                  <a:cubicBezTo>
                    <a:pt x="2809" y="2470"/>
                    <a:pt x="2875" y="2627"/>
                    <a:pt x="2784" y="2693"/>
                  </a:cubicBezTo>
                  <a:cubicBezTo>
                    <a:pt x="2744" y="2720"/>
                    <a:pt x="2694" y="2728"/>
                    <a:pt x="2644" y="2728"/>
                  </a:cubicBezTo>
                  <a:cubicBezTo>
                    <a:pt x="2601" y="2728"/>
                    <a:pt x="2557" y="2722"/>
                    <a:pt x="2519" y="2718"/>
                  </a:cubicBezTo>
                  <a:cubicBezTo>
                    <a:pt x="2514" y="2718"/>
                    <a:pt x="2509" y="2717"/>
                    <a:pt x="2504" y="2717"/>
                  </a:cubicBezTo>
                  <a:cubicBezTo>
                    <a:pt x="2450" y="2717"/>
                    <a:pt x="2397" y="2757"/>
                    <a:pt x="2420" y="2818"/>
                  </a:cubicBezTo>
                  <a:cubicBezTo>
                    <a:pt x="2502" y="3058"/>
                    <a:pt x="2569" y="3307"/>
                    <a:pt x="2585" y="3555"/>
                  </a:cubicBezTo>
                  <a:cubicBezTo>
                    <a:pt x="2594" y="3663"/>
                    <a:pt x="2610" y="3787"/>
                    <a:pt x="2577" y="3887"/>
                  </a:cubicBezTo>
                  <a:cubicBezTo>
                    <a:pt x="2553" y="3935"/>
                    <a:pt x="2501" y="3980"/>
                    <a:pt x="2449" y="3980"/>
                  </a:cubicBezTo>
                  <a:cubicBezTo>
                    <a:pt x="2431" y="3980"/>
                    <a:pt x="2412" y="3974"/>
                    <a:pt x="2395" y="3961"/>
                  </a:cubicBezTo>
                  <a:cubicBezTo>
                    <a:pt x="2381" y="3951"/>
                    <a:pt x="2366" y="3947"/>
                    <a:pt x="2352" y="3947"/>
                  </a:cubicBezTo>
                  <a:cubicBezTo>
                    <a:pt x="2306" y="3947"/>
                    <a:pt x="2262" y="3991"/>
                    <a:pt x="2262" y="4036"/>
                  </a:cubicBezTo>
                  <a:cubicBezTo>
                    <a:pt x="2254" y="4326"/>
                    <a:pt x="2254" y="4624"/>
                    <a:pt x="2237" y="4922"/>
                  </a:cubicBezTo>
                  <a:cubicBezTo>
                    <a:pt x="2237" y="5013"/>
                    <a:pt x="2237" y="5146"/>
                    <a:pt x="2154" y="5204"/>
                  </a:cubicBezTo>
                  <a:cubicBezTo>
                    <a:pt x="2140" y="5223"/>
                    <a:pt x="2100" y="5239"/>
                    <a:pt x="2064" y="5239"/>
                  </a:cubicBezTo>
                  <a:cubicBezTo>
                    <a:pt x="2037" y="5239"/>
                    <a:pt x="2012" y="5229"/>
                    <a:pt x="2005" y="5204"/>
                  </a:cubicBezTo>
                  <a:cubicBezTo>
                    <a:pt x="1989" y="5161"/>
                    <a:pt x="1953" y="5141"/>
                    <a:pt x="1918" y="5141"/>
                  </a:cubicBezTo>
                  <a:cubicBezTo>
                    <a:pt x="1866" y="5141"/>
                    <a:pt x="1813" y="5184"/>
                    <a:pt x="1823" y="5254"/>
                  </a:cubicBezTo>
                  <a:cubicBezTo>
                    <a:pt x="1906" y="5718"/>
                    <a:pt x="1624" y="6215"/>
                    <a:pt x="1185" y="6380"/>
                  </a:cubicBezTo>
                  <a:cubicBezTo>
                    <a:pt x="1152" y="6397"/>
                    <a:pt x="1110" y="6430"/>
                    <a:pt x="1119" y="6472"/>
                  </a:cubicBezTo>
                  <a:cubicBezTo>
                    <a:pt x="1164" y="6787"/>
                    <a:pt x="889" y="7095"/>
                    <a:pt x="579" y="7095"/>
                  </a:cubicBezTo>
                  <a:cubicBezTo>
                    <a:pt x="546" y="7095"/>
                    <a:pt x="514" y="7092"/>
                    <a:pt x="481" y="7085"/>
                  </a:cubicBezTo>
                  <a:cubicBezTo>
                    <a:pt x="470" y="7081"/>
                    <a:pt x="460" y="7079"/>
                    <a:pt x="450" y="7079"/>
                  </a:cubicBezTo>
                  <a:cubicBezTo>
                    <a:pt x="393" y="7079"/>
                    <a:pt x="358" y="7137"/>
                    <a:pt x="365" y="7201"/>
                  </a:cubicBezTo>
                  <a:cubicBezTo>
                    <a:pt x="398" y="7424"/>
                    <a:pt x="274" y="7656"/>
                    <a:pt x="83" y="7764"/>
                  </a:cubicBezTo>
                  <a:cubicBezTo>
                    <a:pt x="0" y="7814"/>
                    <a:pt x="33" y="7946"/>
                    <a:pt x="124" y="7946"/>
                  </a:cubicBezTo>
                  <a:cubicBezTo>
                    <a:pt x="265" y="7930"/>
                    <a:pt x="381" y="7880"/>
                    <a:pt x="497" y="7806"/>
                  </a:cubicBezTo>
                  <a:cubicBezTo>
                    <a:pt x="605" y="7739"/>
                    <a:pt x="704" y="7656"/>
                    <a:pt x="820" y="7607"/>
                  </a:cubicBezTo>
                  <a:cubicBezTo>
                    <a:pt x="871" y="7585"/>
                    <a:pt x="939" y="7570"/>
                    <a:pt x="1006" y="7570"/>
                  </a:cubicBezTo>
                  <a:cubicBezTo>
                    <a:pt x="1116" y="7570"/>
                    <a:pt x="1222" y="7610"/>
                    <a:pt x="1243" y="7723"/>
                  </a:cubicBezTo>
                  <a:cubicBezTo>
                    <a:pt x="1251" y="7769"/>
                    <a:pt x="1283" y="7788"/>
                    <a:pt x="1320" y="7788"/>
                  </a:cubicBezTo>
                  <a:cubicBezTo>
                    <a:pt x="1361" y="7788"/>
                    <a:pt x="1408" y="7763"/>
                    <a:pt x="1425" y="7723"/>
                  </a:cubicBezTo>
                  <a:cubicBezTo>
                    <a:pt x="1483" y="7574"/>
                    <a:pt x="1632" y="7458"/>
                    <a:pt x="1798" y="7449"/>
                  </a:cubicBezTo>
                  <a:cubicBezTo>
                    <a:pt x="1956" y="7449"/>
                    <a:pt x="2113" y="7540"/>
                    <a:pt x="2179" y="7690"/>
                  </a:cubicBezTo>
                  <a:cubicBezTo>
                    <a:pt x="2188" y="7706"/>
                    <a:pt x="2196" y="7723"/>
                    <a:pt x="2204" y="7739"/>
                  </a:cubicBezTo>
                  <a:cubicBezTo>
                    <a:pt x="2221" y="7771"/>
                    <a:pt x="2251" y="7784"/>
                    <a:pt x="2282" y="7784"/>
                  </a:cubicBezTo>
                  <a:cubicBezTo>
                    <a:pt x="2340" y="7784"/>
                    <a:pt x="2400" y="7735"/>
                    <a:pt x="2378" y="7665"/>
                  </a:cubicBezTo>
                  <a:cubicBezTo>
                    <a:pt x="2370" y="7656"/>
                    <a:pt x="2370" y="7648"/>
                    <a:pt x="2370" y="7648"/>
                  </a:cubicBezTo>
                  <a:cubicBezTo>
                    <a:pt x="2362" y="7640"/>
                    <a:pt x="2362" y="7632"/>
                    <a:pt x="2362" y="7632"/>
                  </a:cubicBezTo>
                  <a:cubicBezTo>
                    <a:pt x="2362" y="7623"/>
                    <a:pt x="2362" y="7623"/>
                    <a:pt x="2362" y="7623"/>
                  </a:cubicBezTo>
                  <a:cubicBezTo>
                    <a:pt x="2296" y="7471"/>
                    <a:pt x="2517" y="7351"/>
                    <a:pt x="2661" y="7351"/>
                  </a:cubicBezTo>
                  <a:cubicBezTo>
                    <a:pt x="2682" y="7351"/>
                    <a:pt x="2701" y="7353"/>
                    <a:pt x="2718" y="7358"/>
                  </a:cubicBezTo>
                  <a:cubicBezTo>
                    <a:pt x="2975" y="7441"/>
                    <a:pt x="3082" y="7748"/>
                    <a:pt x="3157" y="7971"/>
                  </a:cubicBezTo>
                  <a:cubicBezTo>
                    <a:pt x="3172" y="8013"/>
                    <a:pt x="3213" y="8034"/>
                    <a:pt x="3253" y="8034"/>
                  </a:cubicBezTo>
                  <a:cubicBezTo>
                    <a:pt x="3300" y="8034"/>
                    <a:pt x="3344" y="8005"/>
                    <a:pt x="3339" y="7946"/>
                  </a:cubicBezTo>
                  <a:cubicBezTo>
                    <a:pt x="3339" y="7864"/>
                    <a:pt x="3339" y="7731"/>
                    <a:pt x="3414" y="7673"/>
                  </a:cubicBezTo>
                  <a:cubicBezTo>
                    <a:pt x="3420" y="7664"/>
                    <a:pt x="3426" y="7661"/>
                    <a:pt x="3434" y="7661"/>
                  </a:cubicBezTo>
                  <a:cubicBezTo>
                    <a:pt x="3448" y="7661"/>
                    <a:pt x="3464" y="7673"/>
                    <a:pt x="3480" y="7690"/>
                  </a:cubicBezTo>
                  <a:cubicBezTo>
                    <a:pt x="3530" y="7739"/>
                    <a:pt x="3571" y="7814"/>
                    <a:pt x="3613" y="7880"/>
                  </a:cubicBezTo>
                  <a:cubicBezTo>
                    <a:pt x="3778" y="8145"/>
                    <a:pt x="3886" y="8444"/>
                    <a:pt x="3944" y="8750"/>
                  </a:cubicBezTo>
                  <a:cubicBezTo>
                    <a:pt x="3961" y="8796"/>
                    <a:pt x="3995" y="8816"/>
                    <a:pt x="4030" y="8816"/>
                  </a:cubicBezTo>
                  <a:cubicBezTo>
                    <a:pt x="4083" y="8816"/>
                    <a:pt x="4136" y="8770"/>
                    <a:pt x="4126" y="8700"/>
                  </a:cubicBezTo>
                  <a:cubicBezTo>
                    <a:pt x="4118" y="8676"/>
                    <a:pt x="4151" y="8659"/>
                    <a:pt x="4176" y="8659"/>
                  </a:cubicBezTo>
                  <a:cubicBezTo>
                    <a:pt x="4180" y="8658"/>
                    <a:pt x="4183" y="8658"/>
                    <a:pt x="4187" y="8658"/>
                  </a:cubicBezTo>
                  <a:cubicBezTo>
                    <a:pt x="4218" y="8658"/>
                    <a:pt x="4253" y="8686"/>
                    <a:pt x="4276" y="8709"/>
                  </a:cubicBezTo>
                  <a:cubicBezTo>
                    <a:pt x="4350" y="8775"/>
                    <a:pt x="4416" y="8858"/>
                    <a:pt x="4466" y="8941"/>
                  </a:cubicBezTo>
                  <a:cubicBezTo>
                    <a:pt x="4590" y="9106"/>
                    <a:pt x="4690" y="9280"/>
                    <a:pt x="4764" y="9471"/>
                  </a:cubicBezTo>
                  <a:cubicBezTo>
                    <a:pt x="4773" y="9488"/>
                    <a:pt x="4781" y="9512"/>
                    <a:pt x="4789" y="9537"/>
                  </a:cubicBezTo>
                  <a:cubicBezTo>
                    <a:pt x="4831" y="9512"/>
                    <a:pt x="4864" y="9504"/>
                    <a:pt x="4897" y="9479"/>
                  </a:cubicBezTo>
                  <a:cubicBezTo>
                    <a:pt x="5087" y="9380"/>
                    <a:pt x="5253" y="9231"/>
                    <a:pt x="5328" y="9024"/>
                  </a:cubicBezTo>
                  <a:cubicBezTo>
                    <a:pt x="5394" y="8850"/>
                    <a:pt x="5394" y="8634"/>
                    <a:pt x="5278" y="8485"/>
                  </a:cubicBezTo>
                  <a:cubicBezTo>
                    <a:pt x="5261" y="8460"/>
                    <a:pt x="5253" y="8435"/>
                    <a:pt x="5253" y="8410"/>
                  </a:cubicBezTo>
                  <a:cubicBezTo>
                    <a:pt x="5220" y="8386"/>
                    <a:pt x="5179" y="8361"/>
                    <a:pt x="5129" y="8336"/>
                  </a:cubicBezTo>
                  <a:cubicBezTo>
                    <a:pt x="5085" y="8314"/>
                    <a:pt x="5119" y="8259"/>
                    <a:pt x="5157" y="8259"/>
                  </a:cubicBezTo>
                  <a:cubicBezTo>
                    <a:pt x="5161" y="8259"/>
                    <a:pt x="5166" y="8259"/>
                    <a:pt x="5170" y="8261"/>
                  </a:cubicBezTo>
                  <a:cubicBezTo>
                    <a:pt x="5220" y="8286"/>
                    <a:pt x="5270" y="8311"/>
                    <a:pt x="5311" y="8336"/>
                  </a:cubicBezTo>
                  <a:cubicBezTo>
                    <a:pt x="5323" y="8330"/>
                    <a:pt x="5338" y="8326"/>
                    <a:pt x="5353" y="8326"/>
                  </a:cubicBezTo>
                  <a:cubicBezTo>
                    <a:pt x="5379" y="8326"/>
                    <a:pt x="5406" y="8337"/>
                    <a:pt x="5427" y="8369"/>
                  </a:cubicBezTo>
                  <a:cubicBezTo>
                    <a:pt x="5452" y="8402"/>
                    <a:pt x="5469" y="8427"/>
                    <a:pt x="5485" y="8460"/>
                  </a:cubicBezTo>
                  <a:lnTo>
                    <a:pt x="5485" y="8460"/>
                  </a:lnTo>
                  <a:cubicBezTo>
                    <a:pt x="5484" y="8331"/>
                    <a:pt x="5450" y="8217"/>
                    <a:pt x="5377" y="8104"/>
                  </a:cubicBezTo>
                  <a:cubicBezTo>
                    <a:pt x="5346" y="8060"/>
                    <a:pt x="5390" y="8012"/>
                    <a:pt x="5439" y="8012"/>
                  </a:cubicBezTo>
                  <a:cubicBezTo>
                    <a:pt x="5455" y="8012"/>
                    <a:pt x="5471" y="8017"/>
                    <a:pt x="5485" y="8029"/>
                  </a:cubicBezTo>
                  <a:cubicBezTo>
                    <a:pt x="5535" y="8071"/>
                    <a:pt x="5593" y="8104"/>
                    <a:pt x="5659" y="8112"/>
                  </a:cubicBezTo>
                  <a:cubicBezTo>
                    <a:pt x="5684" y="7980"/>
                    <a:pt x="5684" y="7847"/>
                    <a:pt x="5643" y="7714"/>
                  </a:cubicBezTo>
                  <a:cubicBezTo>
                    <a:pt x="5618" y="7590"/>
                    <a:pt x="5535" y="7474"/>
                    <a:pt x="5634" y="7366"/>
                  </a:cubicBezTo>
                  <a:cubicBezTo>
                    <a:pt x="5684" y="7317"/>
                    <a:pt x="5717" y="7284"/>
                    <a:pt x="5717" y="7209"/>
                  </a:cubicBezTo>
                  <a:cubicBezTo>
                    <a:pt x="5709" y="7151"/>
                    <a:pt x="5684" y="7085"/>
                    <a:pt x="5651" y="7035"/>
                  </a:cubicBezTo>
                  <a:cubicBezTo>
                    <a:pt x="5585" y="6927"/>
                    <a:pt x="5502" y="6828"/>
                    <a:pt x="5477" y="6695"/>
                  </a:cubicBezTo>
                  <a:lnTo>
                    <a:pt x="5477" y="6704"/>
                  </a:lnTo>
                  <a:cubicBezTo>
                    <a:pt x="5469" y="6673"/>
                    <a:pt x="5490" y="6628"/>
                    <a:pt x="5526" y="6628"/>
                  </a:cubicBezTo>
                  <a:cubicBezTo>
                    <a:pt x="5529" y="6628"/>
                    <a:pt x="5532" y="6628"/>
                    <a:pt x="5535" y="6629"/>
                  </a:cubicBezTo>
                  <a:cubicBezTo>
                    <a:pt x="5585" y="6629"/>
                    <a:pt x="5634" y="6637"/>
                    <a:pt x="5684" y="6646"/>
                  </a:cubicBezTo>
                  <a:cubicBezTo>
                    <a:pt x="5701" y="6646"/>
                    <a:pt x="5725" y="6646"/>
                    <a:pt x="5742" y="6654"/>
                  </a:cubicBezTo>
                  <a:lnTo>
                    <a:pt x="5750" y="6654"/>
                  </a:lnTo>
                  <a:lnTo>
                    <a:pt x="5742" y="6646"/>
                  </a:lnTo>
                  <a:cubicBezTo>
                    <a:pt x="5684" y="6579"/>
                    <a:pt x="5651" y="6488"/>
                    <a:pt x="5609" y="6414"/>
                  </a:cubicBezTo>
                  <a:cubicBezTo>
                    <a:pt x="5510" y="6248"/>
                    <a:pt x="5419" y="6090"/>
                    <a:pt x="5328" y="5925"/>
                  </a:cubicBezTo>
                  <a:cubicBezTo>
                    <a:pt x="5297" y="5878"/>
                    <a:pt x="5345" y="5825"/>
                    <a:pt x="5393" y="5825"/>
                  </a:cubicBezTo>
                  <a:cubicBezTo>
                    <a:pt x="5395" y="5825"/>
                    <a:pt x="5398" y="5825"/>
                    <a:pt x="5401" y="5825"/>
                  </a:cubicBezTo>
                  <a:lnTo>
                    <a:pt x="5401" y="5825"/>
                  </a:lnTo>
                  <a:cubicBezTo>
                    <a:pt x="5394" y="5823"/>
                    <a:pt x="5393" y="5808"/>
                    <a:pt x="5386" y="5792"/>
                  </a:cubicBezTo>
                  <a:cubicBezTo>
                    <a:pt x="5377" y="5776"/>
                    <a:pt x="5369" y="5759"/>
                    <a:pt x="5361" y="5742"/>
                  </a:cubicBezTo>
                  <a:cubicBezTo>
                    <a:pt x="5336" y="5709"/>
                    <a:pt x="5311" y="5676"/>
                    <a:pt x="5286" y="5651"/>
                  </a:cubicBezTo>
                  <a:cubicBezTo>
                    <a:pt x="5253" y="5610"/>
                    <a:pt x="5212" y="5577"/>
                    <a:pt x="5179" y="5544"/>
                  </a:cubicBezTo>
                  <a:cubicBezTo>
                    <a:pt x="5154" y="5544"/>
                    <a:pt x="5121" y="5527"/>
                    <a:pt x="5129" y="5502"/>
                  </a:cubicBezTo>
                  <a:lnTo>
                    <a:pt x="5129" y="5494"/>
                  </a:lnTo>
                  <a:cubicBezTo>
                    <a:pt x="5013" y="5403"/>
                    <a:pt x="4872" y="5336"/>
                    <a:pt x="4731" y="5278"/>
                  </a:cubicBezTo>
                  <a:cubicBezTo>
                    <a:pt x="4664" y="5249"/>
                    <a:pt x="4705" y="5151"/>
                    <a:pt x="4768" y="5151"/>
                  </a:cubicBezTo>
                  <a:cubicBezTo>
                    <a:pt x="4775" y="5151"/>
                    <a:pt x="4782" y="5152"/>
                    <a:pt x="4789" y="5154"/>
                  </a:cubicBezTo>
                  <a:cubicBezTo>
                    <a:pt x="4880" y="5171"/>
                    <a:pt x="4971" y="5212"/>
                    <a:pt x="5054" y="5262"/>
                  </a:cubicBezTo>
                  <a:cubicBezTo>
                    <a:pt x="5038" y="5229"/>
                    <a:pt x="5013" y="5196"/>
                    <a:pt x="4996" y="5162"/>
                  </a:cubicBezTo>
                  <a:cubicBezTo>
                    <a:pt x="4963" y="5113"/>
                    <a:pt x="4938" y="5055"/>
                    <a:pt x="4922" y="4997"/>
                  </a:cubicBezTo>
                  <a:cubicBezTo>
                    <a:pt x="4905" y="4955"/>
                    <a:pt x="4905" y="4922"/>
                    <a:pt x="4897" y="4889"/>
                  </a:cubicBezTo>
                  <a:cubicBezTo>
                    <a:pt x="4880" y="4848"/>
                    <a:pt x="4855" y="4831"/>
                    <a:pt x="4822" y="4806"/>
                  </a:cubicBezTo>
                  <a:cubicBezTo>
                    <a:pt x="4756" y="4757"/>
                    <a:pt x="4673" y="4707"/>
                    <a:pt x="4599" y="4657"/>
                  </a:cubicBezTo>
                  <a:cubicBezTo>
                    <a:pt x="4541" y="4616"/>
                    <a:pt x="4474" y="4583"/>
                    <a:pt x="4425" y="4525"/>
                  </a:cubicBezTo>
                  <a:cubicBezTo>
                    <a:pt x="4375" y="4475"/>
                    <a:pt x="4367" y="4392"/>
                    <a:pt x="4392" y="4334"/>
                  </a:cubicBezTo>
                  <a:cubicBezTo>
                    <a:pt x="4276" y="4243"/>
                    <a:pt x="4184" y="4119"/>
                    <a:pt x="4085" y="4019"/>
                  </a:cubicBezTo>
                  <a:cubicBezTo>
                    <a:pt x="3974" y="3922"/>
                    <a:pt x="3823" y="3825"/>
                    <a:pt x="3674" y="3825"/>
                  </a:cubicBezTo>
                  <a:cubicBezTo>
                    <a:pt x="3645" y="3825"/>
                    <a:pt x="3616" y="3829"/>
                    <a:pt x="3588" y="3837"/>
                  </a:cubicBezTo>
                  <a:cubicBezTo>
                    <a:pt x="3582" y="3838"/>
                    <a:pt x="3576" y="3839"/>
                    <a:pt x="3571" y="3839"/>
                  </a:cubicBezTo>
                  <a:cubicBezTo>
                    <a:pt x="3514" y="3839"/>
                    <a:pt x="3476" y="3766"/>
                    <a:pt x="3522" y="3721"/>
                  </a:cubicBezTo>
                  <a:cubicBezTo>
                    <a:pt x="3546" y="3688"/>
                    <a:pt x="3580" y="3663"/>
                    <a:pt x="3613" y="3646"/>
                  </a:cubicBezTo>
                  <a:cubicBezTo>
                    <a:pt x="3546" y="3613"/>
                    <a:pt x="3472" y="3580"/>
                    <a:pt x="3389" y="3555"/>
                  </a:cubicBezTo>
                  <a:cubicBezTo>
                    <a:pt x="3364" y="3563"/>
                    <a:pt x="3331" y="3572"/>
                    <a:pt x="3306" y="3588"/>
                  </a:cubicBezTo>
                  <a:lnTo>
                    <a:pt x="3290" y="3588"/>
                  </a:lnTo>
                  <a:cubicBezTo>
                    <a:pt x="3281" y="3597"/>
                    <a:pt x="3281" y="3613"/>
                    <a:pt x="3273" y="3621"/>
                  </a:cubicBezTo>
                  <a:cubicBezTo>
                    <a:pt x="3265" y="3646"/>
                    <a:pt x="3240" y="3671"/>
                    <a:pt x="3207" y="3688"/>
                  </a:cubicBezTo>
                  <a:cubicBezTo>
                    <a:pt x="3223" y="3754"/>
                    <a:pt x="3223" y="3812"/>
                    <a:pt x="3215" y="3878"/>
                  </a:cubicBezTo>
                  <a:cubicBezTo>
                    <a:pt x="3215" y="3906"/>
                    <a:pt x="3191" y="3940"/>
                    <a:pt x="3159" y="3940"/>
                  </a:cubicBezTo>
                  <a:cubicBezTo>
                    <a:pt x="3153" y="3940"/>
                    <a:pt x="3147" y="3939"/>
                    <a:pt x="3140" y="3936"/>
                  </a:cubicBezTo>
                  <a:lnTo>
                    <a:pt x="3140" y="3936"/>
                  </a:lnTo>
                  <a:cubicBezTo>
                    <a:pt x="3140" y="3969"/>
                    <a:pt x="3149" y="4003"/>
                    <a:pt x="3149" y="4036"/>
                  </a:cubicBezTo>
                  <a:cubicBezTo>
                    <a:pt x="3153" y="4050"/>
                    <a:pt x="3139" y="4059"/>
                    <a:pt x="3124" y="4059"/>
                  </a:cubicBezTo>
                  <a:cubicBezTo>
                    <a:pt x="3113" y="4059"/>
                    <a:pt x="3102" y="4054"/>
                    <a:pt x="3099" y="4044"/>
                  </a:cubicBezTo>
                  <a:cubicBezTo>
                    <a:pt x="3074" y="4019"/>
                    <a:pt x="3049" y="3986"/>
                    <a:pt x="3033" y="3953"/>
                  </a:cubicBezTo>
                  <a:cubicBezTo>
                    <a:pt x="3016" y="3928"/>
                    <a:pt x="3000" y="3895"/>
                    <a:pt x="2983" y="3862"/>
                  </a:cubicBezTo>
                  <a:cubicBezTo>
                    <a:pt x="2961" y="3818"/>
                    <a:pt x="2991" y="3768"/>
                    <a:pt x="3038" y="3768"/>
                  </a:cubicBezTo>
                  <a:cubicBezTo>
                    <a:pt x="3044" y="3768"/>
                    <a:pt x="3051" y="3769"/>
                    <a:pt x="3058" y="3771"/>
                  </a:cubicBezTo>
                  <a:cubicBezTo>
                    <a:pt x="3066" y="3771"/>
                    <a:pt x="3082" y="3779"/>
                    <a:pt x="3091" y="3787"/>
                  </a:cubicBezTo>
                  <a:cubicBezTo>
                    <a:pt x="3091" y="3746"/>
                    <a:pt x="3082" y="3704"/>
                    <a:pt x="3066" y="3663"/>
                  </a:cubicBezTo>
                  <a:cubicBezTo>
                    <a:pt x="3049" y="3630"/>
                    <a:pt x="3091" y="3580"/>
                    <a:pt x="3132" y="3580"/>
                  </a:cubicBezTo>
                  <a:cubicBezTo>
                    <a:pt x="3134" y="3580"/>
                    <a:pt x="3136" y="3580"/>
                    <a:pt x="3138" y="3580"/>
                  </a:cubicBezTo>
                  <a:cubicBezTo>
                    <a:pt x="3210" y="3580"/>
                    <a:pt x="3115" y="3430"/>
                    <a:pt x="3091" y="3406"/>
                  </a:cubicBezTo>
                  <a:cubicBezTo>
                    <a:pt x="3066" y="3373"/>
                    <a:pt x="3041" y="3340"/>
                    <a:pt x="3008" y="3307"/>
                  </a:cubicBezTo>
                  <a:cubicBezTo>
                    <a:pt x="2975" y="3273"/>
                    <a:pt x="2942" y="3232"/>
                    <a:pt x="2917" y="3199"/>
                  </a:cubicBezTo>
                  <a:cubicBezTo>
                    <a:pt x="2902" y="3163"/>
                    <a:pt x="2925" y="3121"/>
                    <a:pt x="2958" y="3121"/>
                  </a:cubicBezTo>
                  <a:cubicBezTo>
                    <a:pt x="2964" y="3121"/>
                    <a:pt x="2969" y="3122"/>
                    <a:pt x="2975" y="3124"/>
                  </a:cubicBezTo>
                  <a:cubicBezTo>
                    <a:pt x="3008" y="3124"/>
                    <a:pt x="3024" y="3141"/>
                    <a:pt x="3049" y="3157"/>
                  </a:cubicBezTo>
                  <a:cubicBezTo>
                    <a:pt x="3058" y="3153"/>
                    <a:pt x="3064" y="3151"/>
                    <a:pt x="3070" y="3151"/>
                  </a:cubicBezTo>
                  <a:cubicBezTo>
                    <a:pt x="3076" y="3151"/>
                    <a:pt x="3082" y="3153"/>
                    <a:pt x="3091" y="3157"/>
                  </a:cubicBezTo>
                  <a:cubicBezTo>
                    <a:pt x="3124" y="3174"/>
                    <a:pt x="3157" y="3191"/>
                    <a:pt x="3190" y="3199"/>
                  </a:cubicBezTo>
                  <a:cubicBezTo>
                    <a:pt x="3182" y="3166"/>
                    <a:pt x="3165" y="3133"/>
                    <a:pt x="3149" y="3099"/>
                  </a:cubicBezTo>
                  <a:cubicBezTo>
                    <a:pt x="3107" y="3066"/>
                    <a:pt x="3082" y="3017"/>
                    <a:pt x="3116" y="2959"/>
                  </a:cubicBezTo>
                  <a:cubicBezTo>
                    <a:pt x="3121" y="2936"/>
                    <a:pt x="3141" y="2929"/>
                    <a:pt x="3162" y="2929"/>
                  </a:cubicBezTo>
                  <a:cubicBezTo>
                    <a:pt x="3172" y="2929"/>
                    <a:pt x="3182" y="2931"/>
                    <a:pt x="3190" y="2934"/>
                  </a:cubicBezTo>
                  <a:cubicBezTo>
                    <a:pt x="3190" y="2925"/>
                    <a:pt x="3190" y="2925"/>
                    <a:pt x="3190" y="2917"/>
                  </a:cubicBezTo>
                  <a:lnTo>
                    <a:pt x="3174" y="2884"/>
                  </a:lnTo>
                  <a:cubicBezTo>
                    <a:pt x="3165" y="2892"/>
                    <a:pt x="3157" y="2892"/>
                    <a:pt x="3149" y="2892"/>
                  </a:cubicBezTo>
                  <a:cubicBezTo>
                    <a:pt x="3099" y="2892"/>
                    <a:pt x="3099" y="2826"/>
                    <a:pt x="3149" y="2826"/>
                  </a:cubicBezTo>
                  <a:lnTo>
                    <a:pt x="3157" y="2826"/>
                  </a:lnTo>
                  <a:cubicBezTo>
                    <a:pt x="3149" y="2785"/>
                    <a:pt x="3157" y="2751"/>
                    <a:pt x="3182" y="2710"/>
                  </a:cubicBezTo>
                  <a:cubicBezTo>
                    <a:pt x="3197" y="2695"/>
                    <a:pt x="3218" y="2683"/>
                    <a:pt x="3239" y="2683"/>
                  </a:cubicBezTo>
                  <a:cubicBezTo>
                    <a:pt x="3253" y="2683"/>
                    <a:pt x="3268" y="2688"/>
                    <a:pt x="3281" y="2702"/>
                  </a:cubicBezTo>
                  <a:cubicBezTo>
                    <a:pt x="3281" y="2710"/>
                    <a:pt x="3290" y="2710"/>
                    <a:pt x="3298" y="2710"/>
                  </a:cubicBezTo>
                  <a:cubicBezTo>
                    <a:pt x="3290" y="2685"/>
                    <a:pt x="3273" y="2652"/>
                    <a:pt x="3256" y="2619"/>
                  </a:cubicBezTo>
                  <a:cubicBezTo>
                    <a:pt x="3232" y="2577"/>
                    <a:pt x="3182" y="2544"/>
                    <a:pt x="3165" y="2495"/>
                  </a:cubicBezTo>
                  <a:cubicBezTo>
                    <a:pt x="3149" y="2445"/>
                    <a:pt x="3157" y="2403"/>
                    <a:pt x="3124" y="2354"/>
                  </a:cubicBezTo>
                  <a:cubicBezTo>
                    <a:pt x="3099" y="2304"/>
                    <a:pt x="3066" y="2271"/>
                    <a:pt x="3016" y="2246"/>
                  </a:cubicBezTo>
                  <a:cubicBezTo>
                    <a:pt x="2961" y="2205"/>
                    <a:pt x="2998" y="2128"/>
                    <a:pt x="3050" y="2128"/>
                  </a:cubicBezTo>
                  <a:cubicBezTo>
                    <a:pt x="3060" y="2128"/>
                    <a:pt x="3071" y="2131"/>
                    <a:pt x="3082" y="2138"/>
                  </a:cubicBezTo>
                  <a:cubicBezTo>
                    <a:pt x="3107" y="2155"/>
                    <a:pt x="3140" y="2171"/>
                    <a:pt x="3165" y="2188"/>
                  </a:cubicBezTo>
                  <a:cubicBezTo>
                    <a:pt x="3165" y="2039"/>
                    <a:pt x="3082" y="1890"/>
                    <a:pt x="2950" y="1807"/>
                  </a:cubicBezTo>
                  <a:cubicBezTo>
                    <a:pt x="2910" y="1775"/>
                    <a:pt x="2916" y="1690"/>
                    <a:pt x="2975" y="1690"/>
                  </a:cubicBezTo>
                  <a:cubicBezTo>
                    <a:pt x="2977" y="1690"/>
                    <a:pt x="2980" y="1691"/>
                    <a:pt x="2983" y="1691"/>
                  </a:cubicBezTo>
                  <a:lnTo>
                    <a:pt x="3074" y="1699"/>
                  </a:lnTo>
                  <a:cubicBezTo>
                    <a:pt x="3024" y="1641"/>
                    <a:pt x="2975" y="1583"/>
                    <a:pt x="2925" y="1533"/>
                  </a:cubicBezTo>
                  <a:cubicBezTo>
                    <a:pt x="2892" y="1500"/>
                    <a:pt x="2908" y="1442"/>
                    <a:pt x="2950" y="1426"/>
                  </a:cubicBezTo>
                  <a:lnTo>
                    <a:pt x="2975" y="1426"/>
                  </a:lnTo>
                  <a:cubicBezTo>
                    <a:pt x="2966" y="1409"/>
                    <a:pt x="2958" y="1401"/>
                    <a:pt x="2950" y="1384"/>
                  </a:cubicBezTo>
                  <a:cubicBezTo>
                    <a:pt x="2908" y="1343"/>
                    <a:pt x="2867" y="1301"/>
                    <a:pt x="2850" y="1252"/>
                  </a:cubicBezTo>
                  <a:cubicBezTo>
                    <a:pt x="2826" y="1194"/>
                    <a:pt x="2834" y="1136"/>
                    <a:pt x="2875" y="1103"/>
                  </a:cubicBezTo>
                  <a:cubicBezTo>
                    <a:pt x="2842" y="1061"/>
                    <a:pt x="2817" y="1011"/>
                    <a:pt x="2817" y="953"/>
                  </a:cubicBezTo>
                  <a:cubicBezTo>
                    <a:pt x="2817" y="904"/>
                    <a:pt x="2834" y="862"/>
                    <a:pt x="2875" y="837"/>
                  </a:cubicBezTo>
                  <a:cubicBezTo>
                    <a:pt x="2850" y="779"/>
                    <a:pt x="2826" y="721"/>
                    <a:pt x="2809" y="663"/>
                  </a:cubicBezTo>
                  <a:cubicBezTo>
                    <a:pt x="2801" y="639"/>
                    <a:pt x="2817" y="605"/>
                    <a:pt x="2834" y="597"/>
                  </a:cubicBezTo>
                  <a:cubicBezTo>
                    <a:pt x="2850" y="589"/>
                    <a:pt x="2867" y="581"/>
                    <a:pt x="2884" y="572"/>
                  </a:cubicBezTo>
                  <a:cubicBezTo>
                    <a:pt x="2826" y="514"/>
                    <a:pt x="2768" y="448"/>
                    <a:pt x="2710" y="382"/>
                  </a:cubicBezTo>
                  <a:cubicBezTo>
                    <a:pt x="2671" y="343"/>
                    <a:pt x="2705" y="282"/>
                    <a:pt x="2751" y="282"/>
                  </a:cubicBezTo>
                  <a:cubicBezTo>
                    <a:pt x="2754" y="282"/>
                    <a:pt x="2756" y="282"/>
                    <a:pt x="2759" y="282"/>
                  </a:cubicBezTo>
                  <a:cubicBezTo>
                    <a:pt x="2751" y="266"/>
                    <a:pt x="2734" y="249"/>
                    <a:pt x="2726" y="233"/>
                  </a:cubicBezTo>
                  <a:cubicBezTo>
                    <a:pt x="2718" y="224"/>
                    <a:pt x="2718" y="216"/>
                    <a:pt x="2718" y="208"/>
                  </a:cubicBezTo>
                  <a:cubicBezTo>
                    <a:pt x="2660" y="141"/>
                    <a:pt x="2610" y="75"/>
                    <a:pt x="256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40;p25"/>
            <p:cNvSpPr/>
            <p:nvPr/>
          </p:nvSpPr>
          <p:spPr>
            <a:xfrm>
              <a:off x="635600" y="1591050"/>
              <a:ext cx="3150" cy="10500"/>
            </a:xfrm>
            <a:custGeom>
              <a:rect b="b" l="l" r="r" t="t"/>
              <a:pathLst>
                <a:path extrusionOk="0" h="420" w="126">
                  <a:moveTo>
                    <a:pt x="75" y="1"/>
                  </a:moveTo>
                  <a:cubicBezTo>
                    <a:pt x="59" y="1"/>
                    <a:pt x="26" y="17"/>
                    <a:pt x="26" y="42"/>
                  </a:cubicBezTo>
                  <a:cubicBezTo>
                    <a:pt x="9" y="100"/>
                    <a:pt x="9" y="158"/>
                    <a:pt x="1" y="216"/>
                  </a:cubicBezTo>
                  <a:cubicBezTo>
                    <a:pt x="1" y="249"/>
                    <a:pt x="1" y="274"/>
                    <a:pt x="1" y="299"/>
                  </a:cubicBezTo>
                  <a:cubicBezTo>
                    <a:pt x="1" y="340"/>
                    <a:pt x="1" y="373"/>
                    <a:pt x="26" y="407"/>
                  </a:cubicBezTo>
                  <a:cubicBezTo>
                    <a:pt x="34" y="415"/>
                    <a:pt x="46" y="419"/>
                    <a:pt x="59" y="419"/>
                  </a:cubicBezTo>
                  <a:cubicBezTo>
                    <a:pt x="71" y="419"/>
                    <a:pt x="84" y="415"/>
                    <a:pt x="92" y="407"/>
                  </a:cubicBezTo>
                  <a:cubicBezTo>
                    <a:pt x="117" y="382"/>
                    <a:pt x="117" y="340"/>
                    <a:pt x="117" y="307"/>
                  </a:cubicBezTo>
                  <a:cubicBezTo>
                    <a:pt x="117" y="282"/>
                    <a:pt x="117" y="249"/>
                    <a:pt x="117" y="224"/>
                  </a:cubicBezTo>
                  <a:cubicBezTo>
                    <a:pt x="117" y="166"/>
                    <a:pt x="125" y="108"/>
                    <a:pt x="125" y="50"/>
                  </a:cubicBezTo>
                  <a:cubicBezTo>
                    <a:pt x="125" y="25"/>
                    <a:pt x="100" y="9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41;p25"/>
            <p:cNvSpPr/>
            <p:nvPr/>
          </p:nvSpPr>
          <p:spPr>
            <a:xfrm>
              <a:off x="639750" y="1593700"/>
              <a:ext cx="1900" cy="7125"/>
            </a:xfrm>
            <a:custGeom>
              <a:rect b="b" l="l" r="r" t="t"/>
              <a:pathLst>
                <a:path extrusionOk="0" h="285" w="76">
                  <a:moveTo>
                    <a:pt x="46" y="0"/>
                  </a:moveTo>
                  <a:cubicBezTo>
                    <a:pt x="42" y="0"/>
                    <a:pt x="38" y="1"/>
                    <a:pt x="34" y="2"/>
                  </a:cubicBezTo>
                  <a:cubicBezTo>
                    <a:pt x="17" y="2"/>
                    <a:pt x="9" y="11"/>
                    <a:pt x="1" y="35"/>
                  </a:cubicBezTo>
                  <a:cubicBezTo>
                    <a:pt x="1" y="69"/>
                    <a:pt x="1" y="110"/>
                    <a:pt x="1" y="143"/>
                  </a:cubicBezTo>
                  <a:cubicBezTo>
                    <a:pt x="1" y="151"/>
                    <a:pt x="1" y="168"/>
                    <a:pt x="1" y="176"/>
                  </a:cubicBezTo>
                  <a:cubicBezTo>
                    <a:pt x="1" y="176"/>
                    <a:pt x="1" y="185"/>
                    <a:pt x="1" y="193"/>
                  </a:cubicBezTo>
                  <a:lnTo>
                    <a:pt x="1" y="201"/>
                  </a:lnTo>
                  <a:cubicBezTo>
                    <a:pt x="1" y="226"/>
                    <a:pt x="1" y="243"/>
                    <a:pt x="9" y="259"/>
                  </a:cubicBezTo>
                  <a:cubicBezTo>
                    <a:pt x="13" y="276"/>
                    <a:pt x="25" y="284"/>
                    <a:pt x="38" y="284"/>
                  </a:cubicBezTo>
                  <a:cubicBezTo>
                    <a:pt x="50" y="284"/>
                    <a:pt x="63" y="276"/>
                    <a:pt x="67" y="259"/>
                  </a:cubicBezTo>
                  <a:cubicBezTo>
                    <a:pt x="75" y="243"/>
                    <a:pt x="75" y="226"/>
                    <a:pt x="75" y="201"/>
                  </a:cubicBezTo>
                  <a:lnTo>
                    <a:pt x="75" y="193"/>
                  </a:lnTo>
                  <a:cubicBezTo>
                    <a:pt x="75" y="185"/>
                    <a:pt x="75" y="185"/>
                    <a:pt x="75" y="176"/>
                  </a:cubicBezTo>
                  <a:cubicBezTo>
                    <a:pt x="75" y="168"/>
                    <a:pt x="75" y="151"/>
                    <a:pt x="75" y="143"/>
                  </a:cubicBezTo>
                  <a:cubicBezTo>
                    <a:pt x="75" y="110"/>
                    <a:pt x="75" y="69"/>
                    <a:pt x="75" y="35"/>
                  </a:cubicBezTo>
                  <a:cubicBezTo>
                    <a:pt x="75" y="15"/>
                    <a:pt x="64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5"/>
            <p:cNvSpPr/>
            <p:nvPr/>
          </p:nvSpPr>
          <p:spPr>
            <a:xfrm>
              <a:off x="655500" y="1591050"/>
              <a:ext cx="5200" cy="7775"/>
            </a:xfrm>
            <a:custGeom>
              <a:rect b="b" l="l" r="r" t="t"/>
              <a:pathLst>
                <a:path extrusionOk="0" h="311" w="208">
                  <a:moveTo>
                    <a:pt x="62" y="0"/>
                  </a:moveTo>
                  <a:cubicBezTo>
                    <a:pt x="52" y="0"/>
                    <a:pt x="42" y="3"/>
                    <a:pt x="33" y="9"/>
                  </a:cubicBezTo>
                  <a:cubicBezTo>
                    <a:pt x="9" y="25"/>
                    <a:pt x="0" y="50"/>
                    <a:pt x="17" y="75"/>
                  </a:cubicBezTo>
                  <a:cubicBezTo>
                    <a:pt x="33" y="117"/>
                    <a:pt x="50" y="158"/>
                    <a:pt x="67" y="191"/>
                  </a:cubicBezTo>
                  <a:cubicBezTo>
                    <a:pt x="83" y="216"/>
                    <a:pt x="91" y="241"/>
                    <a:pt x="108" y="257"/>
                  </a:cubicBezTo>
                  <a:cubicBezTo>
                    <a:pt x="108" y="266"/>
                    <a:pt x="116" y="266"/>
                    <a:pt x="116" y="266"/>
                  </a:cubicBezTo>
                  <a:lnTo>
                    <a:pt x="125" y="274"/>
                  </a:lnTo>
                  <a:cubicBezTo>
                    <a:pt x="133" y="282"/>
                    <a:pt x="141" y="291"/>
                    <a:pt x="149" y="299"/>
                  </a:cubicBezTo>
                  <a:cubicBezTo>
                    <a:pt x="155" y="305"/>
                    <a:pt x="165" y="311"/>
                    <a:pt x="174" y="311"/>
                  </a:cubicBezTo>
                  <a:cubicBezTo>
                    <a:pt x="177" y="311"/>
                    <a:pt x="180" y="310"/>
                    <a:pt x="183" y="307"/>
                  </a:cubicBezTo>
                  <a:cubicBezTo>
                    <a:pt x="199" y="299"/>
                    <a:pt x="207" y="291"/>
                    <a:pt x="207" y="274"/>
                  </a:cubicBezTo>
                  <a:cubicBezTo>
                    <a:pt x="207" y="266"/>
                    <a:pt x="199" y="249"/>
                    <a:pt x="199" y="241"/>
                  </a:cubicBezTo>
                  <a:cubicBezTo>
                    <a:pt x="199" y="233"/>
                    <a:pt x="199" y="233"/>
                    <a:pt x="191" y="224"/>
                  </a:cubicBezTo>
                  <a:lnTo>
                    <a:pt x="191" y="224"/>
                  </a:lnTo>
                  <a:cubicBezTo>
                    <a:pt x="195" y="228"/>
                    <a:pt x="197" y="231"/>
                    <a:pt x="198" y="231"/>
                  </a:cubicBezTo>
                  <a:cubicBezTo>
                    <a:pt x="199" y="231"/>
                    <a:pt x="199" y="228"/>
                    <a:pt x="199" y="224"/>
                  </a:cubicBezTo>
                  <a:cubicBezTo>
                    <a:pt x="199" y="216"/>
                    <a:pt x="199" y="216"/>
                    <a:pt x="199" y="208"/>
                  </a:cubicBezTo>
                  <a:cubicBezTo>
                    <a:pt x="191" y="183"/>
                    <a:pt x="174" y="166"/>
                    <a:pt x="166" y="141"/>
                  </a:cubicBezTo>
                  <a:cubicBezTo>
                    <a:pt x="149" y="100"/>
                    <a:pt x="125" y="67"/>
                    <a:pt x="108" y="25"/>
                  </a:cubicBezTo>
                  <a:cubicBezTo>
                    <a:pt x="97" y="9"/>
                    <a:pt x="80" y="0"/>
                    <a:pt x="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5"/>
            <p:cNvSpPr/>
            <p:nvPr/>
          </p:nvSpPr>
          <p:spPr>
            <a:xfrm>
              <a:off x="668550" y="1591675"/>
              <a:ext cx="4375" cy="4725"/>
            </a:xfrm>
            <a:custGeom>
              <a:rect b="b" l="l" r="r" t="t"/>
              <a:pathLst>
                <a:path extrusionOk="0" h="189" w="175">
                  <a:moveTo>
                    <a:pt x="50" y="0"/>
                  </a:moveTo>
                  <a:cubicBezTo>
                    <a:pt x="33" y="0"/>
                    <a:pt x="17" y="0"/>
                    <a:pt x="9" y="9"/>
                  </a:cubicBezTo>
                  <a:cubicBezTo>
                    <a:pt x="0" y="25"/>
                    <a:pt x="0" y="34"/>
                    <a:pt x="0" y="50"/>
                  </a:cubicBezTo>
                  <a:cubicBezTo>
                    <a:pt x="0" y="58"/>
                    <a:pt x="0" y="75"/>
                    <a:pt x="9" y="83"/>
                  </a:cubicBezTo>
                  <a:cubicBezTo>
                    <a:pt x="25" y="100"/>
                    <a:pt x="42" y="116"/>
                    <a:pt x="58" y="133"/>
                  </a:cubicBezTo>
                  <a:cubicBezTo>
                    <a:pt x="67" y="141"/>
                    <a:pt x="75" y="150"/>
                    <a:pt x="83" y="158"/>
                  </a:cubicBezTo>
                  <a:cubicBezTo>
                    <a:pt x="91" y="166"/>
                    <a:pt x="100" y="174"/>
                    <a:pt x="116" y="183"/>
                  </a:cubicBezTo>
                  <a:cubicBezTo>
                    <a:pt x="120" y="187"/>
                    <a:pt x="129" y="189"/>
                    <a:pt x="137" y="189"/>
                  </a:cubicBezTo>
                  <a:cubicBezTo>
                    <a:pt x="145" y="189"/>
                    <a:pt x="154" y="187"/>
                    <a:pt x="158" y="183"/>
                  </a:cubicBezTo>
                  <a:cubicBezTo>
                    <a:pt x="166" y="174"/>
                    <a:pt x="166" y="174"/>
                    <a:pt x="174" y="166"/>
                  </a:cubicBezTo>
                  <a:cubicBezTo>
                    <a:pt x="174" y="158"/>
                    <a:pt x="174" y="150"/>
                    <a:pt x="174" y="141"/>
                  </a:cubicBezTo>
                  <a:cubicBezTo>
                    <a:pt x="174" y="133"/>
                    <a:pt x="166" y="133"/>
                    <a:pt x="166" y="125"/>
                  </a:cubicBezTo>
                  <a:cubicBezTo>
                    <a:pt x="166" y="116"/>
                    <a:pt x="166" y="116"/>
                    <a:pt x="158" y="108"/>
                  </a:cubicBezTo>
                  <a:lnTo>
                    <a:pt x="158" y="100"/>
                  </a:lnTo>
                  <a:cubicBezTo>
                    <a:pt x="141" y="92"/>
                    <a:pt x="133" y="75"/>
                    <a:pt x="125" y="67"/>
                  </a:cubicBezTo>
                  <a:cubicBezTo>
                    <a:pt x="116" y="50"/>
                    <a:pt x="100" y="34"/>
                    <a:pt x="83" y="9"/>
                  </a:cubicBezTo>
                  <a:cubicBezTo>
                    <a:pt x="75" y="0"/>
                    <a:pt x="58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5"/>
            <p:cNvSpPr/>
            <p:nvPr/>
          </p:nvSpPr>
          <p:spPr>
            <a:xfrm>
              <a:off x="677025" y="1591050"/>
              <a:ext cx="6250" cy="6800"/>
            </a:xfrm>
            <a:custGeom>
              <a:rect b="b" l="l" r="r" t="t"/>
              <a:pathLst>
                <a:path extrusionOk="0" h="272" w="250">
                  <a:moveTo>
                    <a:pt x="56" y="0"/>
                  </a:moveTo>
                  <a:cubicBezTo>
                    <a:pt x="48" y="0"/>
                    <a:pt x="40" y="3"/>
                    <a:pt x="34" y="9"/>
                  </a:cubicBezTo>
                  <a:cubicBezTo>
                    <a:pt x="9" y="25"/>
                    <a:pt x="1" y="50"/>
                    <a:pt x="9" y="75"/>
                  </a:cubicBezTo>
                  <a:cubicBezTo>
                    <a:pt x="26" y="92"/>
                    <a:pt x="34" y="108"/>
                    <a:pt x="42" y="125"/>
                  </a:cubicBezTo>
                  <a:cubicBezTo>
                    <a:pt x="59" y="150"/>
                    <a:pt x="76" y="166"/>
                    <a:pt x="92" y="183"/>
                  </a:cubicBezTo>
                  <a:cubicBezTo>
                    <a:pt x="109" y="199"/>
                    <a:pt x="117" y="216"/>
                    <a:pt x="134" y="224"/>
                  </a:cubicBezTo>
                  <a:cubicBezTo>
                    <a:pt x="142" y="233"/>
                    <a:pt x="150" y="241"/>
                    <a:pt x="158" y="249"/>
                  </a:cubicBezTo>
                  <a:cubicBezTo>
                    <a:pt x="167" y="257"/>
                    <a:pt x="175" y="266"/>
                    <a:pt x="192" y="266"/>
                  </a:cubicBezTo>
                  <a:cubicBezTo>
                    <a:pt x="200" y="270"/>
                    <a:pt x="208" y="272"/>
                    <a:pt x="215" y="272"/>
                  </a:cubicBezTo>
                  <a:cubicBezTo>
                    <a:pt x="223" y="272"/>
                    <a:pt x="229" y="270"/>
                    <a:pt x="233" y="266"/>
                  </a:cubicBezTo>
                  <a:cubicBezTo>
                    <a:pt x="241" y="249"/>
                    <a:pt x="250" y="233"/>
                    <a:pt x="241" y="224"/>
                  </a:cubicBezTo>
                  <a:cubicBezTo>
                    <a:pt x="233" y="216"/>
                    <a:pt x="225" y="199"/>
                    <a:pt x="216" y="191"/>
                  </a:cubicBezTo>
                  <a:cubicBezTo>
                    <a:pt x="208" y="183"/>
                    <a:pt x="200" y="183"/>
                    <a:pt x="200" y="166"/>
                  </a:cubicBezTo>
                  <a:cubicBezTo>
                    <a:pt x="192" y="166"/>
                    <a:pt x="183" y="158"/>
                    <a:pt x="175" y="150"/>
                  </a:cubicBezTo>
                  <a:lnTo>
                    <a:pt x="167" y="133"/>
                  </a:lnTo>
                  <a:lnTo>
                    <a:pt x="167" y="125"/>
                  </a:lnTo>
                  <a:cubicBezTo>
                    <a:pt x="150" y="117"/>
                    <a:pt x="142" y="92"/>
                    <a:pt x="134" y="75"/>
                  </a:cubicBezTo>
                  <a:cubicBezTo>
                    <a:pt x="117" y="59"/>
                    <a:pt x="109" y="42"/>
                    <a:pt x="100" y="25"/>
                  </a:cubicBezTo>
                  <a:cubicBezTo>
                    <a:pt x="90" y="9"/>
                    <a:pt x="72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5"/>
            <p:cNvSpPr/>
            <p:nvPr/>
          </p:nvSpPr>
          <p:spPr>
            <a:xfrm>
              <a:off x="613025" y="1595750"/>
              <a:ext cx="6875" cy="7125"/>
            </a:xfrm>
            <a:custGeom>
              <a:rect b="b" l="l" r="r" t="t"/>
              <a:pathLst>
                <a:path extrusionOk="0" h="285" w="275">
                  <a:moveTo>
                    <a:pt x="221" y="0"/>
                  </a:moveTo>
                  <a:cubicBezTo>
                    <a:pt x="201" y="0"/>
                    <a:pt x="179" y="9"/>
                    <a:pt x="166" y="28"/>
                  </a:cubicBezTo>
                  <a:cubicBezTo>
                    <a:pt x="158" y="45"/>
                    <a:pt x="150" y="61"/>
                    <a:pt x="133" y="78"/>
                  </a:cubicBezTo>
                  <a:cubicBezTo>
                    <a:pt x="117" y="103"/>
                    <a:pt x="100" y="119"/>
                    <a:pt x="84" y="136"/>
                  </a:cubicBezTo>
                  <a:cubicBezTo>
                    <a:pt x="67" y="144"/>
                    <a:pt x="59" y="152"/>
                    <a:pt x="50" y="169"/>
                  </a:cubicBezTo>
                  <a:cubicBezTo>
                    <a:pt x="42" y="169"/>
                    <a:pt x="34" y="177"/>
                    <a:pt x="34" y="185"/>
                  </a:cubicBezTo>
                  <a:cubicBezTo>
                    <a:pt x="26" y="194"/>
                    <a:pt x="17" y="194"/>
                    <a:pt x="9" y="210"/>
                  </a:cubicBezTo>
                  <a:cubicBezTo>
                    <a:pt x="1" y="227"/>
                    <a:pt x="1" y="243"/>
                    <a:pt x="9" y="260"/>
                  </a:cubicBezTo>
                  <a:cubicBezTo>
                    <a:pt x="17" y="277"/>
                    <a:pt x="34" y="285"/>
                    <a:pt x="59" y="285"/>
                  </a:cubicBezTo>
                  <a:cubicBezTo>
                    <a:pt x="67" y="285"/>
                    <a:pt x="84" y="285"/>
                    <a:pt x="92" y="277"/>
                  </a:cubicBezTo>
                  <a:cubicBezTo>
                    <a:pt x="108" y="268"/>
                    <a:pt x="117" y="268"/>
                    <a:pt x="125" y="260"/>
                  </a:cubicBezTo>
                  <a:cubicBezTo>
                    <a:pt x="133" y="260"/>
                    <a:pt x="142" y="252"/>
                    <a:pt x="142" y="243"/>
                  </a:cubicBezTo>
                  <a:cubicBezTo>
                    <a:pt x="166" y="235"/>
                    <a:pt x="183" y="219"/>
                    <a:pt x="191" y="202"/>
                  </a:cubicBezTo>
                  <a:cubicBezTo>
                    <a:pt x="224" y="161"/>
                    <a:pt x="249" y="119"/>
                    <a:pt x="274" y="69"/>
                  </a:cubicBezTo>
                  <a:cubicBezTo>
                    <a:pt x="274" y="53"/>
                    <a:pt x="274" y="36"/>
                    <a:pt x="266" y="28"/>
                  </a:cubicBezTo>
                  <a:cubicBezTo>
                    <a:pt x="258" y="11"/>
                    <a:pt x="249" y="3"/>
                    <a:pt x="241" y="3"/>
                  </a:cubicBezTo>
                  <a:cubicBezTo>
                    <a:pt x="235" y="1"/>
                    <a:pt x="228" y="0"/>
                    <a:pt x="2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5"/>
            <p:cNvSpPr/>
            <p:nvPr/>
          </p:nvSpPr>
          <p:spPr>
            <a:xfrm>
              <a:off x="604325" y="1594975"/>
              <a:ext cx="5625" cy="7225"/>
            </a:xfrm>
            <a:custGeom>
              <a:rect b="b" l="l" r="r" t="t"/>
              <a:pathLst>
                <a:path extrusionOk="0" h="289" w="225">
                  <a:moveTo>
                    <a:pt x="169" y="1"/>
                  </a:moveTo>
                  <a:cubicBezTo>
                    <a:pt x="154" y="1"/>
                    <a:pt x="139" y="10"/>
                    <a:pt x="133" y="26"/>
                  </a:cubicBezTo>
                  <a:cubicBezTo>
                    <a:pt x="108" y="59"/>
                    <a:pt x="84" y="100"/>
                    <a:pt x="67" y="134"/>
                  </a:cubicBezTo>
                  <a:cubicBezTo>
                    <a:pt x="50" y="150"/>
                    <a:pt x="42" y="167"/>
                    <a:pt x="34" y="183"/>
                  </a:cubicBezTo>
                  <a:lnTo>
                    <a:pt x="17" y="208"/>
                  </a:lnTo>
                  <a:cubicBezTo>
                    <a:pt x="17" y="216"/>
                    <a:pt x="9" y="225"/>
                    <a:pt x="9" y="233"/>
                  </a:cubicBezTo>
                  <a:cubicBezTo>
                    <a:pt x="9" y="233"/>
                    <a:pt x="1" y="241"/>
                    <a:pt x="1" y="250"/>
                  </a:cubicBezTo>
                  <a:cubicBezTo>
                    <a:pt x="1" y="258"/>
                    <a:pt x="1" y="274"/>
                    <a:pt x="17" y="283"/>
                  </a:cubicBezTo>
                  <a:cubicBezTo>
                    <a:pt x="21" y="287"/>
                    <a:pt x="28" y="289"/>
                    <a:pt x="35" y="289"/>
                  </a:cubicBezTo>
                  <a:cubicBezTo>
                    <a:pt x="42" y="289"/>
                    <a:pt x="50" y="287"/>
                    <a:pt x="59" y="283"/>
                  </a:cubicBezTo>
                  <a:lnTo>
                    <a:pt x="67" y="274"/>
                  </a:lnTo>
                  <a:cubicBezTo>
                    <a:pt x="75" y="274"/>
                    <a:pt x="84" y="266"/>
                    <a:pt x="92" y="258"/>
                  </a:cubicBezTo>
                  <a:cubicBezTo>
                    <a:pt x="92" y="250"/>
                    <a:pt x="100" y="241"/>
                    <a:pt x="108" y="233"/>
                  </a:cubicBezTo>
                  <a:cubicBezTo>
                    <a:pt x="125" y="216"/>
                    <a:pt x="133" y="192"/>
                    <a:pt x="142" y="175"/>
                  </a:cubicBezTo>
                  <a:lnTo>
                    <a:pt x="208" y="67"/>
                  </a:lnTo>
                  <a:cubicBezTo>
                    <a:pt x="224" y="51"/>
                    <a:pt x="216" y="18"/>
                    <a:pt x="191" y="9"/>
                  </a:cubicBezTo>
                  <a:cubicBezTo>
                    <a:pt x="185" y="3"/>
                    <a:pt x="177" y="1"/>
                    <a:pt x="16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5"/>
            <p:cNvSpPr/>
            <p:nvPr/>
          </p:nvSpPr>
          <p:spPr>
            <a:xfrm>
              <a:off x="697325" y="1587150"/>
              <a:ext cx="5825" cy="7325"/>
            </a:xfrm>
            <a:custGeom>
              <a:rect b="b" l="l" r="r" t="t"/>
              <a:pathLst>
                <a:path extrusionOk="0" h="293" w="233">
                  <a:moveTo>
                    <a:pt x="56" y="1"/>
                  </a:moveTo>
                  <a:cubicBezTo>
                    <a:pt x="49" y="1"/>
                    <a:pt x="41" y="3"/>
                    <a:pt x="34" y="7"/>
                  </a:cubicBezTo>
                  <a:cubicBezTo>
                    <a:pt x="9" y="24"/>
                    <a:pt x="1" y="57"/>
                    <a:pt x="18" y="82"/>
                  </a:cubicBezTo>
                  <a:cubicBezTo>
                    <a:pt x="34" y="115"/>
                    <a:pt x="51" y="148"/>
                    <a:pt x="76" y="181"/>
                  </a:cubicBezTo>
                  <a:lnTo>
                    <a:pt x="100" y="223"/>
                  </a:lnTo>
                  <a:cubicBezTo>
                    <a:pt x="100" y="231"/>
                    <a:pt x="109" y="239"/>
                    <a:pt x="117" y="248"/>
                  </a:cubicBezTo>
                  <a:lnTo>
                    <a:pt x="125" y="264"/>
                  </a:lnTo>
                  <a:cubicBezTo>
                    <a:pt x="125" y="273"/>
                    <a:pt x="134" y="273"/>
                    <a:pt x="142" y="281"/>
                  </a:cubicBezTo>
                  <a:cubicBezTo>
                    <a:pt x="150" y="281"/>
                    <a:pt x="150" y="289"/>
                    <a:pt x="158" y="289"/>
                  </a:cubicBezTo>
                  <a:cubicBezTo>
                    <a:pt x="163" y="292"/>
                    <a:pt x="168" y="293"/>
                    <a:pt x="173" y="293"/>
                  </a:cubicBezTo>
                  <a:cubicBezTo>
                    <a:pt x="185" y="293"/>
                    <a:pt x="196" y="287"/>
                    <a:pt x="208" y="281"/>
                  </a:cubicBezTo>
                  <a:cubicBezTo>
                    <a:pt x="225" y="264"/>
                    <a:pt x="225" y="256"/>
                    <a:pt x="225" y="239"/>
                  </a:cubicBezTo>
                  <a:cubicBezTo>
                    <a:pt x="233" y="215"/>
                    <a:pt x="208" y="181"/>
                    <a:pt x="200" y="165"/>
                  </a:cubicBezTo>
                  <a:cubicBezTo>
                    <a:pt x="191" y="148"/>
                    <a:pt x="175" y="132"/>
                    <a:pt x="167" y="123"/>
                  </a:cubicBezTo>
                  <a:cubicBezTo>
                    <a:pt x="150" y="90"/>
                    <a:pt x="125" y="57"/>
                    <a:pt x="109" y="32"/>
                  </a:cubicBezTo>
                  <a:cubicBezTo>
                    <a:pt x="97" y="14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5"/>
            <p:cNvSpPr/>
            <p:nvPr/>
          </p:nvSpPr>
          <p:spPr>
            <a:xfrm>
              <a:off x="701900" y="1587650"/>
              <a:ext cx="2500" cy="4925"/>
            </a:xfrm>
            <a:custGeom>
              <a:rect b="b" l="l" r="r" t="t"/>
              <a:pathLst>
                <a:path extrusionOk="0" h="197" w="100">
                  <a:moveTo>
                    <a:pt x="39" y="1"/>
                  </a:moveTo>
                  <a:cubicBezTo>
                    <a:pt x="34" y="1"/>
                    <a:pt x="29" y="2"/>
                    <a:pt x="25" y="4"/>
                  </a:cubicBezTo>
                  <a:cubicBezTo>
                    <a:pt x="8" y="4"/>
                    <a:pt x="0" y="21"/>
                    <a:pt x="0" y="45"/>
                  </a:cubicBezTo>
                  <a:cubicBezTo>
                    <a:pt x="17" y="87"/>
                    <a:pt x="33" y="128"/>
                    <a:pt x="42" y="178"/>
                  </a:cubicBezTo>
                  <a:cubicBezTo>
                    <a:pt x="48" y="185"/>
                    <a:pt x="55" y="197"/>
                    <a:pt x="66" y="197"/>
                  </a:cubicBezTo>
                  <a:cubicBezTo>
                    <a:pt x="69" y="197"/>
                    <a:pt x="72" y="196"/>
                    <a:pt x="75" y="195"/>
                  </a:cubicBezTo>
                  <a:cubicBezTo>
                    <a:pt x="91" y="195"/>
                    <a:pt x="100" y="178"/>
                    <a:pt x="100" y="161"/>
                  </a:cubicBezTo>
                  <a:cubicBezTo>
                    <a:pt x="83" y="120"/>
                    <a:pt x="75" y="70"/>
                    <a:pt x="66" y="29"/>
                  </a:cubicBezTo>
                  <a:cubicBezTo>
                    <a:pt x="66" y="10"/>
                    <a:pt x="53" y="1"/>
                    <a:pt x="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5"/>
            <p:cNvSpPr/>
            <p:nvPr/>
          </p:nvSpPr>
          <p:spPr>
            <a:xfrm>
              <a:off x="626850" y="1567100"/>
              <a:ext cx="17700" cy="5775"/>
            </a:xfrm>
            <a:custGeom>
              <a:rect b="b" l="l" r="r" t="t"/>
              <a:pathLst>
                <a:path extrusionOk="0" h="231" w="708">
                  <a:moveTo>
                    <a:pt x="50" y="1"/>
                  </a:moveTo>
                  <a:cubicBezTo>
                    <a:pt x="14" y="1"/>
                    <a:pt x="0" y="58"/>
                    <a:pt x="36" y="72"/>
                  </a:cubicBezTo>
                  <a:cubicBezTo>
                    <a:pt x="127" y="122"/>
                    <a:pt x="218" y="171"/>
                    <a:pt x="326" y="196"/>
                  </a:cubicBezTo>
                  <a:cubicBezTo>
                    <a:pt x="376" y="213"/>
                    <a:pt x="425" y="213"/>
                    <a:pt x="483" y="221"/>
                  </a:cubicBezTo>
                  <a:cubicBezTo>
                    <a:pt x="512" y="226"/>
                    <a:pt x="544" y="231"/>
                    <a:pt x="575" y="231"/>
                  </a:cubicBezTo>
                  <a:cubicBezTo>
                    <a:pt x="597" y="231"/>
                    <a:pt x="620" y="228"/>
                    <a:pt x="641" y="221"/>
                  </a:cubicBezTo>
                  <a:cubicBezTo>
                    <a:pt x="699" y="205"/>
                    <a:pt x="707" y="113"/>
                    <a:pt x="641" y="105"/>
                  </a:cubicBezTo>
                  <a:cubicBezTo>
                    <a:pt x="620" y="97"/>
                    <a:pt x="595" y="95"/>
                    <a:pt x="569" y="95"/>
                  </a:cubicBezTo>
                  <a:cubicBezTo>
                    <a:pt x="543" y="95"/>
                    <a:pt x="517" y="97"/>
                    <a:pt x="492" y="97"/>
                  </a:cubicBezTo>
                  <a:cubicBezTo>
                    <a:pt x="442" y="97"/>
                    <a:pt x="401" y="89"/>
                    <a:pt x="351" y="80"/>
                  </a:cubicBezTo>
                  <a:cubicBezTo>
                    <a:pt x="251" y="55"/>
                    <a:pt x="160" y="39"/>
                    <a:pt x="69" y="6"/>
                  </a:cubicBezTo>
                  <a:cubicBezTo>
                    <a:pt x="62" y="2"/>
                    <a:pt x="56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5"/>
            <p:cNvSpPr/>
            <p:nvPr/>
          </p:nvSpPr>
          <p:spPr>
            <a:xfrm>
              <a:off x="655900" y="1569425"/>
              <a:ext cx="6650" cy="2175"/>
            </a:xfrm>
            <a:custGeom>
              <a:rect b="b" l="l" r="r" t="t"/>
              <a:pathLst>
                <a:path extrusionOk="0" h="87" w="266">
                  <a:moveTo>
                    <a:pt x="200" y="0"/>
                  </a:moveTo>
                  <a:cubicBezTo>
                    <a:pt x="194" y="0"/>
                    <a:pt x="189" y="1"/>
                    <a:pt x="183" y="4"/>
                  </a:cubicBezTo>
                  <a:lnTo>
                    <a:pt x="42" y="4"/>
                  </a:lnTo>
                  <a:cubicBezTo>
                    <a:pt x="17" y="4"/>
                    <a:pt x="1" y="20"/>
                    <a:pt x="1" y="45"/>
                  </a:cubicBezTo>
                  <a:cubicBezTo>
                    <a:pt x="1" y="70"/>
                    <a:pt x="17" y="87"/>
                    <a:pt x="42" y="87"/>
                  </a:cubicBezTo>
                  <a:cubicBezTo>
                    <a:pt x="75" y="87"/>
                    <a:pt x="117" y="87"/>
                    <a:pt x="150" y="78"/>
                  </a:cubicBezTo>
                  <a:cubicBezTo>
                    <a:pt x="167" y="78"/>
                    <a:pt x="175" y="70"/>
                    <a:pt x="191" y="70"/>
                  </a:cubicBezTo>
                  <a:cubicBezTo>
                    <a:pt x="208" y="62"/>
                    <a:pt x="225" y="54"/>
                    <a:pt x="241" y="45"/>
                  </a:cubicBezTo>
                  <a:cubicBezTo>
                    <a:pt x="266" y="29"/>
                    <a:pt x="249" y="4"/>
                    <a:pt x="233" y="4"/>
                  </a:cubicBezTo>
                  <a:cubicBezTo>
                    <a:pt x="222" y="4"/>
                    <a:pt x="211" y="0"/>
                    <a:pt x="2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51;p25"/>
            <p:cNvSpPr/>
            <p:nvPr/>
          </p:nvSpPr>
          <p:spPr>
            <a:xfrm>
              <a:off x="612625" y="1532175"/>
              <a:ext cx="6225" cy="5550"/>
            </a:xfrm>
            <a:custGeom>
              <a:rect b="b" l="l" r="r" t="t"/>
              <a:pathLst>
                <a:path extrusionOk="0" h="222" w="249">
                  <a:moveTo>
                    <a:pt x="232" y="69"/>
                  </a:moveTo>
                  <a:lnTo>
                    <a:pt x="224" y="85"/>
                  </a:lnTo>
                  <a:cubicBezTo>
                    <a:pt x="224" y="85"/>
                    <a:pt x="232" y="77"/>
                    <a:pt x="232" y="69"/>
                  </a:cubicBezTo>
                  <a:close/>
                  <a:moveTo>
                    <a:pt x="208" y="0"/>
                  </a:moveTo>
                  <a:cubicBezTo>
                    <a:pt x="205" y="0"/>
                    <a:pt x="202" y="1"/>
                    <a:pt x="199" y="3"/>
                  </a:cubicBezTo>
                  <a:lnTo>
                    <a:pt x="166" y="3"/>
                  </a:lnTo>
                  <a:cubicBezTo>
                    <a:pt x="158" y="3"/>
                    <a:pt x="149" y="11"/>
                    <a:pt x="141" y="11"/>
                  </a:cubicBezTo>
                  <a:cubicBezTo>
                    <a:pt x="133" y="19"/>
                    <a:pt x="124" y="19"/>
                    <a:pt x="116" y="27"/>
                  </a:cubicBezTo>
                  <a:cubicBezTo>
                    <a:pt x="91" y="36"/>
                    <a:pt x="75" y="52"/>
                    <a:pt x="58" y="61"/>
                  </a:cubicBezTo>
                  <a:cubicBezTo>
                    <a:pt x="42" y="69"/>
                    <a:pt x="33" y="77"/>
                    <a:pt x="25" y="85"/>
                  </a:cubicBezTo>
                  <a:cubicBezTo>
                    <a:pt x="8" y="102"/>
                    <a:pt x="0" y="135"/>
                    <a:pt x="0" y="160"/>
                  </a:cubicBezTo>
                  <a:cubicBezTo>
                    <a:pt x="8" y="168"/>
                    <a:pt x="8" y="177"/>
                    <a:pt x="17" y="185"/>
                  </a:cubicBezTo>
                  <a:cubicBezTo>
                    <a:pt x="25" y="201"/>
                    <a:pt x="33" y="210"/>
                    <a:pt x="58" y="218"/>
                  </a:cubicBezTo>
                  <a:cubicBezTo>
                    <a:pt x="63" y="220"/>
                    <a:pt x="69" y="221"/>
                    <a:pt x="75" y="221"/>
                  </a:cubicBezTo>
                  <a:cubicBezTo>
                    <a:pt x="89" y="221"/>
                    <a:pt x="107" y="216"/>
                    <a:pt x="124" y="210"/>
                  </a:cubicBezTo>
                  <a:cubicBezTo>
                    <a:pt x="133" y="193"/>
                    <a:pt x="149" y="185"/>
                    <a:pt x="158" y="168"/>
                  </a:cubicBezTo>
                  <a:cubicBezTo>
                    <a:pt x="158" y="160"/>
                    <a:pt x="166" y="152"/>
                    <a:pt x="166" y="143"/>
                  </a:cubicBezTo>
                  <a:lnTo>
                    <a:pt x="191" y="119"/>
                  </a:lnTo>
                  <a:cubicBezTo>
                    <a:pt x="199" y="119"/>
                    <a:pt x="199" y="110"/>
                    <a:pt x="207" y="110"/>
                  </a:cubicBezTo>
                  <a:lnTo>
                    <a:pt x="216" y="102"/>
                  </a:lnTo>
                  <a:cubicBezTo>
                    <a:pt x="224" y="94"/>
                    <a:pt x="224" y="77"/>
                    <a:pt x="232" y="69"/>
                  </a:cubicBezTo>
                  <a:lnTo>
                    <a:pt x="240" y="69"/>
                  </a:lnTo>
                  <a:cubicBezTo>
                    <a:pt x="249" y="52"/>
                    <a:pt x="249" y="36"/>
                    <a:pt x="240" y="19"/>
                  </a:cubicBezTo>
                  <a:cubicBezTo>
                    <a:pt x="234" y="12"/>
                    <a:pt x="222" y="0"/>
                    <a:pt x="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52;p25"/>
            <p:cNvSpPr/>
            <p:nvPr/>
          </p:nvSpPr>
          <p:spPr>
            <a:xfrm>
              <a:off x="602875" y="1538550"/>
              <a:ext cx="6250" cy="3850"/>
            </a:xfrm>
            <a:custGeom>
              <a:rect b="b" l="l" r="r" t="t"/>
              <a:pathLst>
                <a:path extrusionOk="0" h="154" w="250">
                  <a:moveTo>
                    <a:pt x="200" y="0"/>
                  </a:moveTo>
                  <a:cubicBezTo>
                    <a:pt x="187" y="0"/>
                    <a:pt x="175" y="4"/>
                    <a:pt x="166" y="13"/>
                  </a:cubicBezTo>
                  <a:lnTo>
                    <a:pt x="158" y="21"/>
                  </a:lnTo>
                  <a:cubicBezTo>
                    <a:pt x="150" y="29"/>
                    <a:pt x="133" y="29"/>
                    <a:pt x="125" y="38"/>
                  </a:cubicBezTo>
                  <a:cubicBezTo>
                    <a:pt x="117" y="46"/>
                    <a:pt x="108" y="54"/>
                    <a:pt x="92" y="54"/>
                  </a:cubicBezTo>
                  <a:cubicBezTo>
                    <a:pt x="92" y="62"/>
                    <a:pt x="84" y="62"/>
                    <a:pt x="75" y="62"/>
                  </a:cubicBezTo>
                  <a:lnTo>
                    <a:pt x="75" y="71"/>
                  </a:lnTo>
                  <a:lnTo>
                    <a:pt x="67" y="71"/>
                  </a:lnTo>
                  <a:cubicBezTo>
                    <a:pt x="59" y="71"/>
                    <a:pt x="50" y="71"/>
                    <a:pt x="42" y="79"/>
                  </a:cubicBezTo>
                  <a:lnTo>
                    <a:pt x="34" y="79"/>
                  </a:lnTo>
                  <a:lnTo>
                    <a:pt x="34" y="87"/>
                  </a:lnTo>
                  <a:cubicBezTo>
                    <a:pt x="17" y="87"/>
                    <a:pt x="1" y="104"/>
                    <a:pt x="9" y="120"/>
                  </a:cubicBezTo>
                  <a:cubicBezTo>
                    <a:pt x="9" y="137"/>
                    <a:pt x="26" y="154"/>
                    <a:pt x="42" y="154"/>
                  </a:cubicBezTo>
                  <a:lnTo>
                    <a:pt x="100" y="154"/>
                  </a:lnTo>
                  <a:cubicBezTo>
                    <a:pt x="108" y="145"/>
                    <a:pt x="125" y="145"/>
                    <a:pt x="142" y="137"/>
                  </a:cubicBezTo>
                  <a:cubicBezTo>
                    <a:pt x="158" y="137"/>
                    <a:pt x="175" y="129"/>
                    <a:pt x="191" y="120"/>
                  </a:cubicBezTo>
                  <a:cubicBezTo>
                    <a:pt x="208" y="104"/>
                    <a:pt x="216" y="96"/>
                    <a:pt x="233" y="87"/>
                  </a:cubicBezTo>
                  <a:cubicBezTo>
                    <a:pt x="249" y="62"/>
                    <a:pt x="249" y="29"/>
                    <a:pt x="233" y="13"/>
                  </a:cubicBezTo>
                  <a:cubicBezTo>
                    <a:pt x="224" y="4"/>
                    <a:pt x="212" y="0"/>
                    <a:pt x="2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5"/>
            <p:cNvSpPr/>
            <p:nvPr/>
          </p:nvSpPr>
          <p:spPr>
            <a:xfrm>
              <a:off x="596675" y="1536575"/>
              <a:ext cx="2500" cy="1900"/>
            </a:xfrm>
            <a:custGeom>
              <a:rect b="b" l="l" r="r" t="t"/>
              <a:pathLst>
                <a:path extrusionOk="0" h="76" w="100">
                  <a:moveTo>
                    <a:pt x="50" y="1"/>
                  </a:moveTo>
                  <a:cubicBezTo>
                    <a:pt x="0" y="1"/>
                    <a:pt x="0" y="75"/>
                    <a:pt x="50" y="75"/>
                  </a:cubicBezTo>
                  <a:cubicBezTo>
                    <a:pt x="100" y="75"/>
                    <a:pt x="100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54;p25"/>
            <p:cNvSpPr/>
            <p:nvPr/>
          </p:nvSpPr>
          <p:spPr>
            <a:xfrm>
              <a:off x="609500" y="1525400"/>
              <a:ext cx="4175" cy="2700"/>
            </a:xfrm>
            <a:custGeom>
              <a:rect b="b" l="l" r="r" t="t"/>
              <a:pathLst>
                <a:path extrusionOk="0" h="108" w="167">
                  <a:moveTo>
                    <a:pt x="117" y="0"/>
                  </a:moveTo>
                  <a:cubicBezTo>
                    <a:pt x="109" y="0"/>
                    <a:pt x="100" y="0"/>
                    <a:pt x="100" y="8"/>
                  </a:cubicBezTo>
                  <a:lnTo>
                    <a:pt x="75" y="17"/>
                  </a:lnTo>
                  <a:cubicBezTo>
                    <a:pt x="67" y="17"/>
                    <a:pt x="59" y="25"/>
                    <a:pt x="59" y="25"/>
                  </a:cubicBezTo>
                  <a:cubicBezTo>
                    <a:pt x="51" y="33"/>
                    <a:pt x="42" y="33"/>
                    <a:pt x="34" y="42"/>
                  </a:cubicBezTo>
                  <a:cubicBezTo>
                    <a:pt x="26" y="42"/>
                    <a:pt x="17" y="50"/>
                    <a:pt x="17" y="58"/>
                  </a:cubicBezTo>
                  <a:lnTo>
                    <a:pt x="9" y="66"/>
                  </a:lnTo>
                  <a:cubicBezTo>
                    <a:pt x="1" y="75"/>
                    <a:pt x="9" y="83"/>
                    <a:pt x="9" y="91"/>
                  </a:cubicBezTo>
                  <a:cubicBezTo>
                    <a:pt x="9" y="100"/>
                    <a:pt x="17" y="108"/>
                    <a:pt x="34" y="108"/>
                  </a:cubicBezTo>
                  <a:cubicBezTo>
                    <a:pt x="42" y="108"/>
                    <a:pt x="51" y="108"/>
                    <a:pt x="67" y="100"/>
                  </a:cubicBezTo>
                  <a:lnTo>
                    <a:pt x="84" y="100"/>
                  </a:lnTo>
                  <a:cubicBezTo>
                    <a:pt x="92" y="100"/>
                    <a:pt x="100" y="91"/>
                    <a:pt x="109" y="91"/>
                  </a:cubicBezTo>
                  <a:cubicBezTo>
                    <a:pt x="117" y="91"/>
                    <a:pt x="125" y="91"/>
                    <a:pt x="133" y="83"/>
                  </a:cubicBezTo>
                  <a:cubicBezTo>
                    <a:pt x="142" y="83"/>
                    <a:pt x="150" y="75"/>
                    <a:pt x="158" y="66"/>
                  </a:cubicBezTo>
                  <a:cubicBezTo>
                    <a:pt x="167" y="58"/>
                    <a:pt x="167" y="42"/>
                    <a:pt x="158" y="25"/>
                  </a:cubicBezTo>
                  <a:cubicBezTo>
                    <a:pt x="150" y="17"/>
                    <a:pt x="150" y="8"/>
                    <a:pt x="133" y="8"/>
                  </a:cubicBezTo>
                  <a:lnTo>
                    <a:pt x="13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55;p25"/>
            <p:cNvSpPr/>
            <p:nvPr/>
          </p:nvSpPr>
          <p:spPr>
            <a:xfrm>
              <a:off x="601225" y="1527050"/>
              <a:ext cx="1900" cy="1475"/>
            </a:xfrm>
            <a:custGeom>
              <a:rect b="b" l="l" r="r" t="t"/>
              <a:pathLst>
                <a:path extrusionOk="0" h="59" w="76">
                  <a:moveTo>
                    <a:pt x="42" y="0"/>
                  </a:moveTo>
                  <a:cubicBezTo>
                    <a:pt x="0" y="0"/>
                    <a:pt x="0" y="58"/>
                    <a:pt x="42" y="58"/>
                  </a:cubicBezTo>
                  <a:cubicBezTo>
                    <a:pt x="75" y="58"/>
                    <a:pt x="75" y="0"/>
                    <a:pt x="42" y="0"/>
                  </a:cubicBezTo>
                  <a:close/>
                </a:path>
              </a:pathLst>
            </a:custGeom>
            <a:solidFill>
              <a:srgbClr val="5C30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56;p25"/>
            <p:cNvSpPr/>
            <p:nvPr/>
          </p:nvSpPr>
          <p:spPr>
            <a:xfrm>
              <a:off x="667100" y="1529525"/>
              <a:ext cx="6025" cy="5425"/>
            </a:xfrm>
            <a:custGeom>
              <a:rect b="b" l="l" r="r" t="t"/>
              <a:pathLst>
                <a:path extrusionOk="0" h="217" w="241">
                  <a:moveTo>
                    <a:pt x="42" y="1"/>
                  </a:moveTo>
                  <a:cubicBezTo>
                    <a:pt x="33" y="1"/>
                    <a:pt x="17" y="17"/>
                    <a:pt x="9" y="26"/>
                  </a:cubicBezTo>
                  <a:cubicBezTo>
                    <a:pt x="9" y="34"/>
                    <a:pt x="0" y="51"/>
                    <a:pt x="9" y="59"/>
                  </a:cubicBezTo>
                  <a:cubicBezTo>
                    <a:pt x="9" y="84"/>
                    <a:pt x="33" y="109"/>
                    <a:pt x="58" y="109"/>
                  </a:cubicBezTo>
                  <a:lnTo>
                    <a:pt x="75" y="109"/>
                  </a:lnTo>
                  <a:lnTo>
                    <a:pt x="91" y="117"/>
                  </a:lnTo>
                  <a:cubicBezTo>
                    <a:pt x="91" y="125"/>
                    <a:pt x="100" y="133"/>
                    <a:pt x="108" y="133"/>
                  </a:cubicBezTo>
                  <a:cubicBezTo>
                    <a:pt x="108" y="142"/>
                    <a:pt x="116" y="150"/>
                    <a:pt x="116" y="150"/>
                  </a:cubicBezTo>
                  <a:cubicBezTo>
                    <a:pt x="125" y="158"/>
                    <a:pt x="125" y="167"/>
                    <a:pt x="133" y="183"/>
                  </a:cubicBezTo>
                  <a:lnTo>
                    <a:pt x="125" y="175"/>
                  </a:lnTo>
                  <a:lnTo>
                    <a:pt x="125" y="175"/>
                  </a:lnTo>
                  <a:cubicBezTo>
                    <a:pt x="133" y="191"/>
                    <a:pt x="141" y="200"/>
                    <a:pt x="158" y="208"/>
                  </a:cubicBezTo>
                  <a:lnTo>
                    <a:pt x="149" y="208"/>
                  </a:lnTo>
                  <a:cubicBezTo>
                    <a:pt x="158" y="216"/>
                    <a:pt x="174" y="216"/>
                    <a:pt x="191" y="216"/>
                  </a:cubicBezTo>
                  <a:cubicBezTo>
                    <a:pt x="199" y="208"/>
                    <a:pt x="207" y="208"/>
                    <a:pt x="216" y="200"/>
                  </a:cubicBezTo>
                  <a:cubicBezTo>
                    <a:pt x="232" y="183"/>
                    <a:pt x="241" y="158"/>
                    <a:pt x="232" y="142"/>
                  </a:cubicBezTo>
                  <a:cubicBezTo>
                    <a:pt x="232" y="133"/>
                    <a:pt x="232" y="117"/>
                    <a:pt x="232" y="109"/>
                  </a:cubicBezTo>
                  <a:cubicBezTo>
                    <a:pt x="232" y="100"/>
                    <a:pt x="224" y="92"/>
                    <a:pt x="224" y="84"/>
                  </a:cubicBezTo>
                  <a:cubicBezTo>
                    <a:pt x="216" y="75"/>
                    <a:pt x="207" y="67"/>
                    <a:pt x="199" y="59"/>
                  </a:cubicBezTo>
                  <a:cubicBezTo>
                    <a:pt x="199" y="51"/>
                    <a:pt x="191" y="42"/>
                    <a:pt x="183" y="42"/>
                  </a:cubicBezTo>
                  <a:cubicBezTo>
                    <a:pt x="166" y="26"/>
                    <a:pt x="141" y="9"/>
                    <a:pt x="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57;p25"/>
            <p:cNvSpPr/>
            <p:nvPr/>
          </p:nvSpPr>
          <p:spPr>
            <a:xfrm>
              <a:off x="678900" y="1534925"/>
              <a:ext cx="2500" cy="1875"/>
            </a:xfrm>
            <a:custGeom>
              <a:rect b="b" l="l" r="r" t="t"/>
              <a:pathLst>
                <a:path extrusionOk="0" h="75" w="100">
                  <a:moveTo>
                    <a:pt x="50" y="0"/>
                  </a:moveTo>
                  <a:cubicBezTo>
                    <a:pt x="1" y="0"/>
                    <a:pt x="1" y="75"/>
                    <a:pt x="50" y="75"/>
                  </a:cubicBezTo>
                  <a:cubicBezTo>
                    <a:pt x="100" y="75"/>
                    <a:pt x="100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5"/>
            <p:cNvSpPr/>
            <p:nvPr/>
          </p:nvSpPr>
          <p:spPr>
            <a:xfrm>
              <a:off x="681375" y="1526975"/>
              <a:ext cx="3975" cy="4200"/>
            </a:xfrm>
            <a:custGeom>
              <a:rect b="b" l="l" r="r" t="t"/>
              <a:pathLst>
                <a:path extrusionOk="0" h="168" w="159">
                  <a:moveTo>
                    <a:pt x="54" y="0"/>
                  </a:moveTo>
                  <a:cubicBezTo>
                    <a:pt x="42" y="0"/>
                    <a:pt x="29" y="4"/>
                    <a:pt x="18" y="12"/>
                  </a:cubicBezTo>
                  <a:cubicBezTo>
                    <a:pt x="9" y="20"/>
                    <a:pt x="1" y="28"/>
                    <a:pt x="1" y="45"/>
                  </a:cubicBezTo>
                  <a:cubicBezTo>
                    <a:pt x="1" y="61"/>
                    <a:pt x="1" y="70"/>
                    <a:pt x="18" y="86"/>
                  </a:cubicBezTo>
                  <a:cubicBezTo>
                    <a:pt x="42" y="111"/>
                    <a:pt x="67" y="136"/>
                    <a:pt x="92" y="161"/>
                  </a:cubicBezTo>
                  <a:cubicBezTo>
                    <a:pt x="100" y="165"/>
                    <a:pt x="109" y="167"/>
                    <a:pt x="117" y="167"/>
                  </a:cubicBezTo>
                  <a:cubicBezTo>
                    <a:pt x="125" y="167"/>
                    <a:pt x="134" y="165"/>
                    <a:pt x="142" y="161"/>
                  </a:cubicBezTo>
                  <a:cubicBezTo>
                    <a:pt x="150" y="153"/>
                    <a:pt x="158" y="128"/>
                    <a:pt x="150" y="119"/>
                  </a:cubicBezTo>
                  <a:lnTo>
                    <a:pt x="92" y="20"/>
                  </a:lnTo>
                  <a:cubicBezTo>
                    <a:pt x="83" y="6"/>
                    <a:pt x="69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59;p25"/>
            <p:cNvSpPr/>
            <p:nvPr/>
          </p:nvSpPr>
          <p:spPr>
            <a:xfrm>
              <a:off x="668550" y="1515450"/>
              <a:ext cx="4575" cy="2725"/>
            </a:xfrm>
            <a:custGeom>
              <a:rect b="b" l="l" r="r" t="t"/>
              <a:pathLst>
                <a:path extrusionOk="0" h="109" w="183">
                  <a:moveTo>
                    <a:pt x="25" y="0"/>
                  </a:moveTo>
                  <a:cubicBezTo>
                    <a:pt x="17" y="0"/>
                    <a:pt x="9" y="9"/>
                    <a:pt x="0" y="17"/>
                  </a:cubicBezTo>
                  <a:cubicBezTo>
                    <a:pt x="0" y="25"/>
                    <a:pt x="0" y="34"/>
                    <a:pt x="0" y="42"/>
                  </a:cubicBezTo>
                  <a:cubicBezTo>
                    <a:pt x="9" y="58"/>
                    <a:pt x="17" y="58"/>
                    <a:pt x="25" y="67"/>
                  </a:cubicBezTo>
                  <a:cubicBezTo>
                    <a:pt x="42" y="75"/>
                    <a:pt x="67" y="83"/>
                    <a:pt x="83" y="92"/>
                  </a:cubicBezTo>
                  <a:cubicBezTo>
                    <a:pt x="91" y="92"/>
                    <a:pt x="100" y="100"/>
                    <a:pt x="116" y="100"/>
                  </a:cubicBezTo>
                  <a:cubicBezTo>
                    <a:pt x="125" y="100"/>
                    <a:pt x="133" y="108"/>
                    <a:pt x="149" y="108"/>
                  </a:cubicBezTo>
                  <a:cubicBezTo>
                    <a:pt x="158" y="108"/>
                    <a:pt x="174" y="108"/>
                    <a:pt x="174" y="92"/>
                  </a:cubicBezTo>
                  <a:cubicBezTo>
                    <a:pt x="183" y="83"/>
                    <a:pt x="174" y="67"/>
                    <a:pt x="166" y="58"/>
                  </a:cubicBezTo>
                  <a:cubicBezTo>
                    <a:pt x="158" y="50"/>
                    <a:pt x="149" y="50"/>
                    <a:pt x="141" y="42"/>
                  </a:cubicBezTo>
                  <a:cubicBezTo>
                    <a:pt x="125" y="42"/>
                    <a:pt x="116" y="34"/>
                    <a:pt x="108" y="25"/>
                  </a:cubicBezTo>
                  <a:cubicBezTo>
                    <a:pt x="91" y="17"/>
                    <a:pt x="67" y="9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60;p25"/>
            <p:cNvSpPr/>
            <p:nvPr/>
          </p:nvSpPr>
          <p:spPr>
            <a:xfrm>
              <a:off x="568468" y="1473700"/>
              <a:ext cx="154750" cy="99775"/>
            </a:xfrm>
            <a:custGeom>
              <a:rect b="b" l="l" r="r" t="t"/>
              <a:pathLst>
                <a:path extrusionOk="0" h="3991" w="6190">
                  <a:moveTo>
                    <a:pt x="3206" y="191"/>
                  </a:moveTo>
                  <a:cubicBezTo>
                    <a:pt x="3277" y="191"/>
                    <a:pt x="3347" y="195"/>
                    <a:pt x="3414" y="204"/>
                  </a:cubicBezTo>
                  <a:cubicBezTo>
                    <a:pt x="3530" y="229"/>
                    <a:pt x="3638" y="270"/>
                    <a:pt x="3729" y="336"/>
                  </a:cubicBezTo>
                  <a:cubicBezTo>
                    <a:pt x="3641" y="336"/>
                    <a:pt x="3556" y="333"/>
                    <a:pt x="3470" y="333"/>
                  </a:cubicBezTo>
                  <a:cubicBezTo>
                    <a:pt x="3427" y="333"/>
                    <a:pt x="3384" y="334"/>
                    <a:pt x="3340" y="336"/>
                  </a:cubicBezTo>
                  <a:cubicBezTo>
                    <a:pt x="3215" y="345"/>
                    <a:pt x="3091" y="345"/>
                    <a:pt x="2967" y="361"/>
                  </a:cubicBezTo>
                  <a:cubicBezTo>
                    <a:pt x="2809" y="370"/>
                    <a:pt x="2660" y="394"/>
                    <a:pt x="2511" y="419"/>
                  </a:cubicBezTo>
                  <a:cubicBezTo>
                    <a:pt x="2437" y="436"/>
                    <a:pt x="2345" y="436"/>
                    <a:pt x="2287" y="469"/>
                  </a:cubicBezTo>
                  <a:cubicBezTo>
                    <a:pt x="2273" y="483"/>
                    <a:pt x="2259" y="491"/>
                    <a:pt x="2250" y="504"/>
                  </a:cubicBezTo>
                  <a:lnTo>
                    <a:pt x="2250" y="504"/>
                  </a:lnTo>
                  <a:cubicBezTo>
                    <a:pt x="2275" y="464"/>
                    <a:pt x="2306" y="426"/>
                    <a:pt x="2345" y="394"/>
                  </a:cubicBezTo>
                  <a:cubicBezTo>
                    <a:pt x="2478" y="287"/>
                    <a:pt x="2669" y="237"/>
                    <a:pt x="2843" y="212"/>
                  </a:cubicBezTo>
                  <a:cubicBezTo>
                    <a:pt x="2958" y="202"/>
                    <a:pt x="3083" y="191"/>
                    <a:pt x="3206" y="191"/>
                  </a:cubicBezTo>
                  <a:close/>
                  <a:moveTo>
                    <a:pt x="3787" y="510"/>
                  </a:moveTo>
                  <a:cubicBezTo>
                    <a:pt x="3804" y="510"/>
                    <a:pt x="3829" y="519"/>
                    <a:pt x="3853" y="519"/>
                  </a:cubicBezTo>
                  <a:cubicBezTo>
                    <a:pt x="3853" y="527"/>
                    <a:pt x="3862" y="544"/>
                    <a:pt x="3862" y="552"/>
                  </a:cubicBezTo>
                  <a:cubicBezTo>
                    <a:pt x="3837" y="535"/>
                    <a:pt x="3812" y="527"/>
                    <a:pt x="3787" y="510"/>
                  </a:cubicBezTo>
                  <a:close/>
                  <a:moveTo>
                    <a:pt x="2234" y="528"/>
                  </a:moveTo>
                  <a:cubicBezTo>
                    <a:pt x="2213" y="566"/>
                    <a:pt x="2212" y="607"/>
                    <a:pt x="2205" y="643"/>
                  </a:cubicBezTo>
                  <a:cubicBezTo>
                    <a:pt x="2196" y="660"/>
                    <a:pt x="2180" y="676"/>
                    <a:pt x="2163" y="693"/>
                  </a:cubicBezTo>
                  <a:cubicBezTo>
                    <a:pt x="2178" y="641"/>
                    <a:pt x="2200" y="582"/>
                    <a:pt x="2234" y="528"/>
                  </a:cubicBezTo>
                  <a:close/>
                  <a:moveTo>
                    <a:pt x="2221" y="974"/>
                  </a:moveTo>
                  <a:lnTo>
                    <a:pt x="2221" y="974"/>
                  </a:lnTo>
                  <a:cubicBezTo>
                    <a:pt x="2238" y="983"/>
                    <a:pt x="2246" y="983"/>
                    <a:pt x="2263" y="991"/>
                  </a:cubicBezTo>
                  <a:cubicBezTo>
                    <a:pt x="2271" y="1008"/>
                    <a:pt x="2279" y="1016"/>
                    <a:pt x="2296" y="1032"/>
                  </a:cubicBezTo>
                  <a:cubicBezTo>
                    <a:pt x="2271" y="1016"/>
                    <a:pt x="2246" y="999"/>
                    <a:pt x="2221" y="974"/>
                  </a:cubicBezTo>
                  <a:close/>
                  <a:moveTo>
                    <a:pt x="3207" y="1024"/>
                  </a:moveTo>
                  <a:lnTo>
                    <a:pt x="3207" y="1024"/>
                  </a:lnTo>
                  <a:cubicBezTo>
                    <a:pt x="3182" y="1049"/>
                    <a:pt x="3149" y="1074"/>
                    <a:pt x="3133" y="1107"/>
                  </a:cubicBezTo>
                  <a:lnTo>
                    <a:pt x="3108" y="1140"/>
                  </a:lnTo>
                  <a:cubicBezTo>
                    <a:pt x="3091" y="1099"/>
                    <a:pt x="3083" y="1066"/>
                    <a:pt x="3058" y="1032"/>
                  </a:cubicBezTo>
                  <a:cubicBezTo>
                    <a:pt x="3108" y="1032"/>
                    <a:pt x="3157" y="1032"/>
                    <a:pt x="3207" y="1024"/>
                  </a:cubicBezTo>
                  <a:close/>
                  <a:moveTo>
                    <a:pt x="3254" y="1"/>
                  </a:moveTo>
                  <a:cubicBezTo>
                    <a:pt x="3205" y="1"/>
                    <a:pt x="3156" y="2"/>
                    <a:pt x="3108" y="5"/>
                  </a:cubicBezTo>
                  <a:cubicBezTo>
                    <a:pt x="2942" y="13"/>
                    <a:pt x="2768" y="38"/>
                    <a:pt x="2602" y="71"/>
                  </a:cubicBezTo>
                  <a:cubicBezTo>
                    <a:pt x="2329" y="121"/>
                    <a:pt x="1981" y="212"/>
                    <a:pt x="1931" y="535"/>
                  </a:cubicBezTo>
                  <a:cubicBezTo>
                    <a:pt x="1915" y="626"/>
                    <a:pt x="1931" y="709"/>
                    <a:pt x="1973" y="776"/>
                  </a:cubicBezTo>
                  <a:cubicBezTo>
                    <a:pt x="1973" y="858"/>
                    <a:pt x="1989" y="941"/>
                    <a:pt x="2022" y="1024"/>
                  </a:cubicBezTo>
                  <a:cubicBezTo>
                    <a:pt x="2072" y="1115"/>
                    <a:pt x="2155" y="1198"/>
                    <a:pt x="2254" y="1231"/>
                  </a:cubicBezTo>
                  <a:cubicBezTo>
                    <a:pt x="2307" y="1250"/>
                    <a:pt x="2365" y="1255"/>
                    <a:pt x="2424" y="1255"/>
                  </a:cubicBezTo>
                  <a:cubicBezTo>
                    <a:pt x="2495" y="1255"/>
                    <a:pt x="2568" y="1248"/>
                    <a:pt x="2635" y="1248"/>
                  </a:cubicBezTo>
                  <a:lnTo>
                    <a:pt x="2917" y="1248"/>
                  </a:lnTo>
                  <a:cubicBezTo>
                    <a:pt x="2917" y="1248"/>
                    <a:pt x="2925" y="1256"/>
                    <a:pt x="2925" y="1264"/>
                  </a:cubicBezTo>
                  <a:cubicBezTo>
                    <a:pt x="2950" y="1397"/>
                    <a:pt x="2959" y="1530"/>
                    <a:pt x="2967" y="1662"/>
                  </a:cubicBezTo>
                  <a:cubicBezTo>
                    <a:pt x="2967" y="1670"/>
                    <a:pt x="2975" y="1679"/>
                    <a:pt x="2975" y="1695"/>
                  </a:cubicBezTo>
                  <a:lnTo>
                    <a:pt x="2975" y="1704"/>
                  </a:lnTo>
                  <a:lnTo>
                    <a:pt x="2975" y="1712"/>
                  </a:lnTo>
                  <a:cubicBezTo>
                    <a:pt x="2967" y="1778"/>
                    <a:pt x="2959" y="1853"/>
                    <a:pt x="2959" y="1919"/>
                  </a:cubicBezTo>
                  <a:cubicBezTo>
                    <a:pt x="2950" y="1960"/>
                    <a:pt x="2950" y="2010"/>
                    <a:pt x="2942" y="2052"/>
                  </a:cubicBezTo>
                  <a:cubicBezTo>
                    <a:pt x="2917" y="2201"/>
                    <a:pt x="2917" y="2400"/>
                    <a:pt x="2801" y="2499"/>
                  </a:cubicBezTo>
                  <a:cubicBezTo>
                    <a:pt x="2702" y="2582"/>
                    <a:pt x="2569" y="2607"/>
                    <a:pt x="2453" y="2640"/>
                  </a:cubicBezTo>
                  <a:cubicBezTo>
                    <a:pt x="2329" y="2673"/>
                    <a:pt x="2213" y="2723"/>
                    <a:pt x="2105" y="2797"/>
                  </a:cubicBezTo>
                  <a:cubicBezTo>
                    <a:pt x="1915" y="2938"/>
                    <a:pt x="1782" y="3145"/>
                    <a:pt x="1649" y="3344"/>
                  </a:cubicBezTo>
                  <a:cubicBezTo>
                    <a:pt x="1509" y="3535"/>
                    <a:pt x="1351" y="3742"/>
                    <a:pt x="1111" y="3808"/>
                  </a:cubicBezTo>
                  <a:cubicBezTo>
                    <a:pt x="1044" y="3828"/>
                    <a:pt x="979" y="3837"/>
                    <a:pt x="914" y="3837"/>
                  </a:cubicBezTo>
                  <a:cubicBezTo>
                    <a:pt x="611" y="3837"/>
                    <a:pt x="335" y="3634"/>
                    <a:pt x="117" y="3435"/>
                  </a:cubicBezTo>
                  <a:cubicBezTo>
                    <a:pt x="117" y="3410"/>
                    <a:pt x="125" y="3369"/>
                    <a:pt x="108" y="3344"/>
                  </a:cubicBezTo>
                  <a:cubicBezTo>
                    <a:pt x="102" y="3338"/>
                    <a:pt x="97" y="3332"/>
                    <a:pt x="88" y="3332"/>
                  </a:cubicBezTo>
                  <a:cubicBezTo>
                    <a:pt x="84" y="3332"/>
                    <a:pt x="80" y="3333"/>
                    <a:pt x="75" y="3336"/>
                  </a:cubicBezTo>
                  <a:cubicBezTo>
                    <a:pt x="42" y="3344"/>
                    <a:pt x="34" y="3377"/>
                    <a:pt x="26" y="3410"/>
                  </a:cubicBezTo>
                  <a:cubicBezTo>
                    <a:pt x="17" y="3435"/>
                    <a:pt x="9" y="3460"/>
                    <a:pt x="9" y="3493"/>
                  </a:cubicBezTo>
                  <a:cubicBezTo>
                    <a:pt x="1" y="3551"/>
                    <a:pt x="9" y="3601"/>
                    <a:pt x="26" y="3659"/>
                  </a:cubicBezTo>
                  <a:cubicBezTo>
                    <a:pt x="29" y="3673"/>
                    <a:pt x="41" y="3680"/>
                    <a:pt x="53" y="3680"/>
                  </a:cubicBezTo>
                  <a:cubicBezTo>
                    <a:pt x="69" y="3680"/>
                    <a:pt x="87" y="3669"/>
                    <a:pt x="92" y="3651"/>
                  </a:cubicBezTo>
                  <a:cubicBezTo>
                    <a:pt x="92" y="3626"/>
                    <a:pt x="92" y="3601"/>
                    <a:pt x="92" y="3576"/>
                  </a:cubicBezTo>
                  <a:cubicBezTo>
                    <a:pt x="315" y="3816"/>
                    <a:pt x="605" y="3990"/>
                    <a:pt x="937" y="3990"/>
                  </a:cubicBezTo>
                  <a:cubicBezTo>
                    <a:pt x="1243" y="3990"/>
                    <a:pt x="1467" y="3808"/>
                    <a:pt x="1649" y="3576"/>
                  </a:cubicBezTo>
                  <a:cubicBezTo>
                    <a:pt x="1724" y="3468"/>
                    <a:pt x="1799" y="3361"/>
                    <a:pt x="1873" y="3245"/>
                  </a:cubicBezTo>
                  <a:cubicBezTo>
                    <a:pt x="1877" y="3249"/>
                    <a:pt x="1884" y="3251"/>
                    <a:pt x="1890" y="3251"/>
                  </a:cubicBezTo>
                  <a:cubicBezTo>
                    <a:pt x="1896" y="3251"/>
                    <a:pt x="1902" y="3249"/>
                    <a:pt x="1906" y="3245"/>
                  </a:cubicBezTo>
                  <a:lnTo>
                    <a:pt x="1964" y="3245"/>
                  </a:lnTo>
                  <a:lnTo>
                    <a:pt x="1964" y="3253"/>
                  </a:lnTo>
                  <a:cubicBezTo>
                    <a:pt x="1981" y="3327"/>
                    <a:pt x="2072" y="3352"/>
                    <a:pt x="2130" y="3369"/>
                  </a:cubicBezTo>
                  <a:cubicBezTo>
                    <a:pt x="2205" y="3394"/>
                    <a:pt x="2287" y="3402"/>
                    <a:pt x="2370" y="3410"/>
                  </a:cubicBezTo>
                  <a:cubicBezTo>
                    <a:pt x="2403" y="3419"/>
                    <a:pt x="2428" y="3419"/>
                    <a:pt x="2461" y="3427"/>
                  </a:cubicBezTo>
                  <a:cubicBezTo>
                    <a:pt x="2470" y="3427"/>
                    <a:pt x="2478" y="3435"/>
                    <a:pt x="2486" y="3435"/>
                  </a:cubicBezTo>
                  <a:cubicBezTo>
                    <a:pt x="2586" y="3452"/>
                    <a:pt x="2677" y="3460"/>
                    <a:pt x="2776" y="3460"/>
                  </a:cubicBezTo>
                  <a:cubicBezTo>
                    <a:pt x="2826" y="3468"/>
                    <a:pt x="2876" y="3477"/>
                    <a:pt x="2934" y="3477"/>
                  </a:cubicBezTo>
                  <a:cubicBezTo>
                    <a:pt x="3019" y="3484"/>
                    <a:pt x="3103" y="3488"/>
                    <a:pt x="3186" y="3488"/>
                  </a:cubicBezTo>
                  <a:cubicBezTo>
                    <a:pt x="3288" y="3488"/>
                    <a:pt x="3388" y="3482"/>
                    <a:pt x="3489" y="3468"/>
                  </a:cubicBezTo>
                  <a:cubicBezTo>
                    <a:pt x="3514" y="3468"/>
                    <a:pt x="3547" y="3460"/>
                    <a:pt x="3563" y="3452"/>
                  </a:cubicBezTo>
                  <a:cubicBezTo>
                    <a:pt x="3597" y="3460"/>
                    <a:pt x="3621" y="3460"/>
                    <a:pt x="3646" y="3460"/>
                  </a:cubicBezTo>
                  <a:cubicBezTo>
                    <a:pt x="3659" y="3461"/>
                    <a:pt x="3672" y="3461"/>
                    <a:pt x="3685" y="3461"/>
                  </a:cubicBezTo>
                  <a:cubicBezTo>
                    <a:pt x="3806" y="3461"/>
                    <a:pt x="3929" y="3426"/>
                    <a:pt x="4011" y="3336"/>
                  </a:cubicBezTo>
                  <a:cubicBezTo>
                    <a:pt x="4077" y="3443"/>
                    <a:pt x="4152" y="3551"/>
                    <a:pt x="4251" y="3642"/>
                  </a:cubicBezTo>
                  <a:cubicBezTo>
                    <a:pt x="4429" y="3795"/>
                    <a:pt x="4676" y="3845"/>
                    <a:pt x="4916" y="3845"/>
                  </a:cubicBezTo>
                  <a:cubicBezTo>
                    <a:pt x="4988" y="3845"/>
                    <a:pt x="5060" y="3841"/>
                    <a:pt x="5129" y="3833"/>
                  </a:cubicBezTo>
                  <a:cubicBezTo>
                    <a:pt x="5452" y="3800"/>
                    <a:pt x="5776" y="3675"/>
                    <a:pt x="6024" y="3452"/>
                  </a:cubicBezTo>
                  <a:lnTo>
                    <a:pt x="6024" y="3460"/>
                  </a:lnTo>
                  <a:cubicBezTo>
                    <a:pt x="6024" y="3493"/>
                    <a:pt x="6024" y="3518"/>
                    <a:pt x="6024" y="3543"/>
                  </a:cubicBezTo>
                  <a:cubicBezTo>
                    <a:pt x="6024" y="3576"/>
                    <a:pt x="6049" y="3609"/>
                    <a:pt x="6074" y="3617"/>
                  </a:cubicBezTo>
                  <a:cubicBezTo>
                    <a:pt x="6107" y="3617"/>
                    <a:pt x="6140" y="3609"/>
                    <a:pt x="6157" y="3584"/>
                  </a:cubicBezTo>
                  <a:cubicBezTo>
                    <a:pt x="6173" y="3543"/>
                    <a:pt x="6190" y="3510"/>
                    <a:pt x="6190" y="3468"/>
                  </a:cubicBezTo>
                  <a:cubicBezTo>
                    <a:pt x="6190" y="3427"/>
                    <a:pt x="6190" y="3385"/>
                    <a:pt x="6182" y="3352"/>
                  </a:cubicBezTo>
                  <a:cubicBezTo>
                    <a:pt x="6173" y="3319"/>
                    <a:pt x="6157" y="3278"/>
                    <a:pt x="6140" y="3245"/>
                  </a:cubicBezTo>
                  <a:cubicBezTo>
                    <a:pt x="6115" y="3220"/>
                    <a:pt x="6082" y="3178"/>
                    <a:pt x="6041" y="3178"/>
                  </a:cubicBezTo>
                  <a:cubicBezTo>
                    <a:pt x="6037" y="3177"/>
                    <a:pt x="6032" y="3176"/>
                    <a:pt x="6027" y="3176"/>
                  </a:cubicBezTo>
                  <a:cubicBezTo>
                    <a:pt x="6005" y="3176"/>
                    <a:pt x="5981" y="3192"/>
                    <a:pt x="5974" y="3220"/>
                  </a:cubicBezTo>
                  <a:cubicBezTo>
                    <a:pt x="5974" y="3228"/>
                    <a:pt x="5974" y="3228"/>
                    <a:pt x="5974" y="3236"/>
                  </a:cubicBezTo>
                  <a:cubicBezTo>
                    <a:pt x="5974" y="3245"/>
                    <a:pt x="5974" y="3245"/>
                    <a:pt x="5974" y="3253"/>
                  </a:cubicBezTo>
                  <a:cubicBezTo>
                    <a:pt x="5974" y="3278"/>
                    <a:pt x="5983" y="3294"/>
                    <a:pt x="5991" y="3311"/>
                  </a:cubicBezTo>
                  <a:lnTo>
                    <a:pt x="5991" y="3319"/>
                  </a:lnTo>
                  <a:lnTo>
                    <a:pt x="5983" y="3327"/>
                  </a:lnTo>
                  <a:cubicBezTo>
                    <a:pt x="5742" y="3477"/>
                    <a:pt x="5486" y="3601"/>
                    <a:pt x="5204" y="3651"/>
                  </a:cubicBezTo>
                  <a:cubicBezTo>
                    <a:pt x="5118" y="3664"/>
                    <a:pt x="5023" y="3674"/>
                    <a:pt x="4927" y="3674"/>
                  </a:cubicBezTo>
                  <a:cubicBezTo>
                    <a:pt x="4734" y="3674"/>
                    <a:pt x="4536" y="3637"/>
                    <a:pt x="4392" y="3526"/>
                  </a:cubicBezTo>
                  <a:cubicBezTo>
                    <a:pt x="4193" y="3377"/>
                    <a:pt x="4110" y="3112"/>
                    <a:pt x="3986" y="2905"/>
                  </a:cubicBezTo>
                  <a:cubicBezTo>
                    <a:pt x="3920" y="2781"/>
                    <a:pt x="3837" y="2681"/>
                    <a:pt x="3688" y="2665"/>
                  </a:cubicBezTo>
                  <a:cubicBezTo>
                    <a:pt x="3630" y="2656"/>
                    <a:pt x="3572" y="2656"/>
                    <a:pt x="3505" y="2640"/>
                  </a:cubicBezTo>
                  <a:cubicBezTo>
                    <a:pt x="3447" y="2623"/>
                    <a:pt x="3398" y="2582"/>
                    <a:pt x="3348" y="2540"/>
                  </a:cubicBezTo>
                  <a:cubicBezTo>
                    <a:pt x="3240" y="2441"/>
                    <a:pt x="3174" y="2308"/>
                    <a:pt x="3133" y="2159"/>
                  </a:cubicBezTo>
                  <a:cubicBezTo>
                    <a:pt x="3116" y="2101"/>
                    <a:pt x="3116" y="2035"/>
                    <a:pt x="3108" y="1969"/>
                  </a:cubicBezTo>
                  <a:cubicBezTo>
                    <a:pt x="3116" y="1919"/>
                    <a:pt x="3124" y="1861"/>
                    <a:pt x="3124" y="1811"/>
                  </a:cubicBezTo>
                  <a:cubicBezTo>
                    <a:pt x="3133" y="1786"/>
                    <a:pt x="3133" y="1762"/>
                    <a:pt x="3133" y="1737"/>
                  </a:cubicBezTo>
                  <a:cubicBezTo>
                    <a:pt x="3149" y="1720"/>
                    <a:pt x="3166" y="1695"/>
                    <a:pt x="3157" y="1670"/>
                  </a:cubicBezTo>
                  <a:cubicBezTo>
                    <a:pt x="3157" y="1654"/>
                    <a:pt x="3157" y="1637"/>
                    <a:pt x="3157" y="1629"/>
                  </a:cubicBezTo>
                  <a:cubicBezTo>
                    <a:pt x="3166" y="1505"/>
                    <a:pt x="3182" y="1364"/>
                    <a:pt x="3257" y="1273"/>
                  </a:cubicBezTo>
                  <a:cubicBezTo>
                    <a:pt x="3365" y="1140"/>
                    <a:pt x="3555" y="1190"/>
                    <a:pt x="3704" y="1148"/>
                  </a:cubicBezTo>
                  <a:cubicBezTo>
                    <a:pt x="3862" y="1099"/>
                    <a:pt x="4003" y="991"/>
                    <a:pt x="4069" y="834"/>
                  </a:cubicBezTo>
                  <a:cubicBezTo>
                    <a:pt x="4119" y="709"/>
                    <a:pt x="4102" y="568"/>
                    <a:pt x="4044" y="461"/>
                  </a:cubicBezTo>
                  <a:cubicBezTo>
                    <a:pt x="3994" y="245"/>
                    <a:pt x="3787" y="88"/>
                    <a:pt x="3580" y="38"/>
                  </a:cubicBezTo>
                  <a:cubicBezTo>
                    <a:pt x="3471" y="10"/>
                    <a:pt x="3362" y="1"/>
                    <a:pt x="32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61;p25"/>
            <p:cNvSpPr/>
            <p:nvPr/>
          </p:nvSpPr>
          <p:spPr>
            <a:xfrm>
              <a:off x="595225" y="1592925"/>
              <a:ext cx="6850" cy="4375"/>
            </a:xfrm>
            <a:custGeom>
              <a:rect b="b" l="l" r="r" t="t"/>
              <a:pathLst>
                <a:path extrusionOk="0" h="175" w="274">
                  <a:moveTo>
                    <a:pt x="240" y="0"/>
                  </a:moveTo>
                  <a:cubicBezTo>
                    <a:pt x="224" y="0"/>
                    <a:pt x="216" y="0"/>
                    <a:pt x="207" y="8"/>
                  </a:cubicBezTo>
                  <a:cubicBezTo>
                    <a:pt x="174" y="25"/>
                    <a:pt x="141" y="33"/>
                    <a:pt x="108" y="50"/>
                  </a:cubicBezTo>
                  <a:cubicBezTo>
                    <a:pt x="91" y="58"/>
                    <a:pt x="75" y="66"/>
                    <a:pt x="58" y="66"/>
                  </a:cubicBezTo>
                  <a:cubicBezTo>
                    <a:pt x="50" y="75"/>
                    <a:pt x="42" y="75"/>
                    <a:pt x="33" y="83"/>
                  </a:cubicBezTo>
                  <a:cubicBezTo>
                    <a:pt x="33" y="91"/>
                    <a:pt x="25" y="91"/>
                    <a:pt x="17" y="100"/>
                  </a:cubicBezTo>
                  <a:cubicBezTo>
                    <a:pt x="17" y="100"/>
                    <a:pt x="8" y="108"/>
                    <a:pt x="8" y="116"/>
                  </a:cubicBezTo>
                  <a:cubicBezTo>
                    <a:pt x="0" y="133"/>
                    <a:pt x="8" y="158"/>
                    <a:pt x="33" y="166"/>
                  </a:cubicBezTo>
                  <a:cubicBezTo>
                    <a:pt x="33" y="174"/>
                    <a:pt x="42" y="174"/>
                    <a:pt x="50" y="174"/>
                  </a:cubicBezTo>
                  <a:cubicBezTo>
                    <a:pt x="58" y="174"/>
                    <a:pt x="66" y="174"/>
                    <a:pt x="75" y="166"/>
                  </a:cubicBezTo>
                  <a:cubicBezTo>
                    <a:pt x="83" y="166"/>
                    <a:pt x="91" y="158"/>
                    <a:pt x="108" y="158"/>
                  </a:cubicBezTo>
                  <a:cubicBezTo>
                    <a:pt x="124" y="149"/>
                    <a:pt x="133" y="141"/>
                    <a:pt x="149" y="133"/>
                  </a:cubicBezTo>
                  <a:cubicBezTo>
                    <a:pt x="182" y="116"/>
                    <a:pt x="216" y="100"/>
                    <a:pt x="249" y="83"/>
                  </a:cubicBezTo>
                  <a:cubicBezTo>
                    <a:pt x="274" y="75"/>
                    <a:pt x="274" y="42"/>
                    <a:pt x="265" y="25"/>
                  </a:cubicBezTo>
                  <a:cubicBezTo>
                    <a:pt x="257" y="17"/>
                    <a:pt x="249" y="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62;p25"/>
            <p:cNvSpPr/>
            <p:nvPr/>
          </p:nvSpPr>
          <p:spPr>
            <a:xfrm>
              <a:off x="593775" y="1590225"/>
              <a:ext cx="2300" cy="1675"/>
            </a:xfrm>
            <a:custGeom>
              <a:rect b="b" l="l" r="r" t="t"/>
              <a:pathLst>
                <a:path extrusionOk="0" h="67" w="92">
                  <a:moveTo>
                    <a:pt x="42" y="0"/>
                  </a:moveTo>
                  <a:cubicBezTo>
                    <a:pt x="0" y="0"/>
                    <a:pt x="0" y="67"/>
                    <a:pt x="42" y="67"/>
                  </a:cubicBezTo>
                  <a:cubicBezTo>
                    <a:pt x="91" y="67"/>
                    <a:pt x="91" y="0"/>
                    <a:pt x="42" y="0"/>
                  </a:cubicBezTo>
                  <a:close/>
                </a:path>
              </a:pathLst>
            </a:custGeom>
            <a:solidFill>
              <a:srgbClr val="5C30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63;p25"/>
            <p:cNvSpPr/>
            <p:nvPr/>
          </p:nvSpPr>
          <p:spPr>
            <a:xfrm>
              <a:off x="712875" y="1582300"/>
              <a:ext cx="4575" cy="2575"/>
            </a:xfrm>
            <a:custGeom>
              <a:rect b="b" l="l" r="r" t="t"/>
              <a:pathLst>
                <a:path extrusionOk="0" h="103" w="183">
                  <a:moveTo>
                    <a:pt x="40" y="0"/>
                  </a:moveTo>
                  <a:cubicBezTo>
                    <a:pt x="25" y="0"/>
                    <a:pt x="7" y="14"/>
                    <a:pt x="0" y="27"/>
                  </a:cubicBezTo>
                  <a:cubicBezTo>
                    <a:pt x="0" y="52"/>
                    <a:pt x="9" y="77"/>
                    <a:pt x="33" y="77"/>
                  </a:cubicBezTo>
                  <a:cubicBezTo>
                    <a:pt x="50" y="85"/>
                    <a:pt x="75" y="94"/>
                    <a:pt x="91" y="102"/>
                  </a:cubicBezTo>
                  <a:lnTo>
                    <a:pt x="149" y="102"/>
                  </a:lnTo>
                  <a:cubicBezTo>
                    <a:pt x="158" y="102"/>
                    <a:pt x="166" y="102"/>
                    <a:pt x="166" y="94"/>
                  </a:cubicBezTo>
                  <a:cubicBezTo>
                    <a:pt x="183" y="94"/>
                    <a:pt x="183" y="77"/>
                    <a:pt x="174" y="61"/>
                  </a:cubicBezTo>
                  <a:lnTo>
                    <a:pt x="166" y="52"/>
                  </a:lnTo>
                  <a:cubicBezTo>
                    <a:pt x="166" y="52"/>
                    <a:pt x="158" y="44"/>
                    <a:pt x="149" y="44"/>
                  </a:cubicBezTo>
                  <a:cubicBezTo>
                    <a:pt x="141" y="36"/>
                    <a:pt x="125" y="27"/>
                    <a:pt x="116" y="19"/>
                  </a:cubicBezTo>
                  <a:cubicBezTo>
                    <a:pt x="91" y="19"/>
                    <a:pt x="75" y="11"/>
                    <a:pt x="50" y="3"/>
                  </a:cubicBezTo>
                  <a:cubicBezTo>
                    <a:pt x="47" y="1"/>
                    <a:pt x="44" y="0"/>
                    <a:pt x="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64;p25"/>
            <p:cNvSpPr/>
            <p:nvPr/>
          </p:nvSpPr>
          <p:spPr>
            <a:xfrm>
              <a:off x="570343" y="1482525"/>
              <a:ext cx="16200" cy="34350"/>
            </a:xfrm>
            <a:custGeom>
              <a:rect b="b" l="l" r="r" t="t"/>
              <a:pathLst>
                <a:path extrusionOk="0" h="1374" w="648">
                  <a:moveTo>
                    <a:pt x="602" y="1"/>
                  </a:moveTo>
                  <a:cubicBezTo>
                    <a:pt x="595" y="1"/>
                    <a:pt x="587" y="3"/>
                    <a:pt x="580" y="8"/>
                  </a:cubicBezTo>
                  <a:cubicBezTo>
                    <a:pt x="497" y="99"/>
                    <a:pt x="406" y="182"/>
                    <a:pt x="340" y="290"/>
                  </a:cubicBezTo>
                  <a:cubicBezTo>
                    <a:pt x="265" y="389"/>
                    <a:pt x="199" y="505"/>
                    <a:pt x="149" y="621"/>
                  </a:cubicBezTo>
                  <a:cubicBezTo>
                    <a:pt x="100" y="737"/>
                    <a:pt x="58" y="862"/>
                    <a:pt x="33" y="986"/>
                  </a:cubicBezTo>
                  <a:cubicBezTo>
                    <a:pt x="25" y="1044"/>
                    <a:pt x="17" y="1102"/>
                    <a:pt x="8" y="1168"/>
                  </a:cubicBezTo>
                  <a:cubicBezTo>
                    <a:pt x="8" y="1226"/>
                    <a:pt x="0" y="1301"/>
                    <a:pt x="42" y="1351"/>
                  </a:cubicBezTo>
                  <a:cubicBezTo>
                    <a:pt x="51" y="1365"/>
                    <a:pt x="66" y="1374"/>
                    <a:pt x="81" y="1374"/>
                  </a:cubicBezTo>
                  <a:cubicBezTo>
                    <a:pt x="91" y="1374"/>
                    <a:pt x="101" y="1369"/>
                    <a:pt x="108" y="1359"/>
                  </a:cubicBezTo>
                  <a:cubicBezTo>
                    <a:pt x="141" y="1317"/>
                    <a:pt x="149" y="1268"/>
                    <a:pt x="158" y="1218"/>
                  </a:cubicBezTo>
                  <a:cubicBezTo>
                    <a:pt x="166" y="1152"/>
                    <a:pt x="166" y="1094"/>
                    <a:pt x="182" y="1036"/>
                  </a:cubicBezTo>
                  <a:cubicBezTo>
                    <a:pt x="199" y="920"/>
                    <a:pt x="232" y="804"/>
                    <a:pt x="274" y="688"/>
                  </a:cubicBezTo>
                  <a:cubicBezTo>
                    <a:pt x="348" y="464"/>
                    <a:pt x="464" y="232"/>
                    <a:pt x="622" y="58"/>
                  </a:cubicBezTo>
                  <a:cubicBezTo>
                    <a:pt x="648" y="32"/>
                    <a:pt x="628" y="1"/>
                    <a:pt x="6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65;p25"/>
            <p:cNvSpPr/>
            <p:nvPr/>
          </p:nvSpPr>
          <p:spPr>
            <a:xfrm>
              <a:off x="568068" y="1494750"/>
              <a:ext cx="4500" cy="14025"/>
            </a:xfrm>
            <a:custGeom>
              <a:rect b="b" l="l" r="r" t="t"/>
              <a:pathLst>
                <a:path extrusionOk="0" h="561" w="180">
                  <a:moveTo>
                    <a:pt x="137" y="1"/>
                  </a:moveTo>
                  <a:cubicBezTo>
                    <a:pt x="124" y="1"/>
                    <a:pt x="111" y="8"/>
                    <a:pt x="108" y="25"/>
                  </a:cubicBezTo>
                  <a:cubicBezTo>
                    <a:pt x="75" y="108"/>
                    <a:pt x="50" y="190"/>
                    <a:pt x="33" y="282"/>
                  </a:cubicBezTo>
                  <a:cubicBezTo>
                    <a:pt x="17" y="364"/>
                    <a:pt x="0" y="456"/>
                    <a:pt x="17" y="538"/>
                  </a:cubicBezTo>
                  <a:cubicBezTo>
                    <a:pt x="17" y="554"/>
                    <a:pt x="27" y="560"/>
                    <a:pt x="39" y="560"/>
                  </a:cubicBezTo>
                  <a:cubicBezTo>
                    <a:pt x="52" y="560"/>
                    <a:pt x="66" y="552"/>
                    <a:pt x="66" y="538"/>
                  </a:cubicBezTo>
                  <a:cubicBezTo>
                    <a:pt x="83" y="497"/>
                    <a:pt x="91" y="456"/>
                    <a:pt x="99" y="414"/>
                  </a:cubicBezTo>
                  <a:cubicBezTo>
                    <a:pt x="108" y="373"/>
                    <a:pt x="108" y="331"/>
                    <a:pt x="116" y="290"/>
                  </a:cubicBezTo>
                  <a:cubicBezTo>
                    <a:pt x="133" y="207"/>
                    <a:pt x="149" y="124"/>
                    <a:pt x="174" y="50"/>
                  </a:cubicBezTo>
                  <a:lnTo>
                    <a:pt x="174" y="41"/>
                  </a:lnTo>
                  <a:cubicBezTo>
                    <a:pt x="179" y="17"/>
                    <a:pt x="157" y="1"/>
                    <a:pt x="1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66;p25"/>
            <p:cNvSpPr/>
            <p:nvPr/>
          </p:nvSpPr>
          <p:spPr>
            <a:xfrm>
              <a:off x="707618" y="1487525"/>
              <a:ext cx="14375" cy="23725"/>
            </a:xfrm>
            <a:custGeom>
              <a:rect b="b" l="l" r="r" t="t"/>
              <a:pathLst>
                <a:path extrusionOk="0" h="949" w="575">
                  <a:moveTo>
                    <a:pt x="49" y="0"/>
                  </a:moveTo>
                  <a:cubicBezTo>
                    <a:pt x="23" y="0"/>
                    <a:pt x="1" y="37"/>
                    <a:pt x="27" y="57"/>
                  </a:cubicBezTo>
                  <a:cubicBezTo>
                    <a:pt x="85" y="115"/>
                    <a:pt x="135" y="189"/>
                    <a:pt x="185" y="256"/>
                  </a:cubicBezTo>
                  <a:cubicBezTo>
                    <a:pt x="234" y="322"/>
                    <a:pt x="276" y="397"/>
                    <a:pt x="309" y="471"/>
                  </a:cubicBezTo>
                  <a:cubicBezTo>
                    <a:pt x="342" y="546"/>
                    <a:pt x="367" y="629"/>
                    <a:pt x="375" y="703"/>
                  </a:cubicBezTo>
                  <a:cubicBezTo>
                    <a:pt x="392" y="786"/>
                    <a:pt x="384" y="877"/>
                    <a:pt x="450" y="935"/>
                  </a:cubicBezTo>
                  <a:cubicBezTo>
                    <a:pt x="464" y="945"/>
                    <a:pt x="479" y="949"/>
                    <a:pt x="495" y="949"/>
                  </a:cubicBezTo>
                  <a:cubicBezTo>
                    <a:pt x="507" y="949"/>
                    <a:pt x="519" y="947"/>
                    <a:pt x="533" y="943"/>
                  </a:cubicBezTo>
                  <a:cubicBezTo>
                    <a:pt x="574" y="919"/>
                    <a:pt x="558" y="869"/>
                    <a:pt x="541" y="827"/>
                  </a:cubicBezTo>
                  <a:cubicBezTo>
                    <a:pt x="524" y="794"/>
                    <a:pt x="524" y="753"/>
                    <a:pt x="516" y="711"/>
                  </a:cubicBezTo>
                  <a:cubicBezTo>
                    <a:pt x="500" y="612"/>
                    <a:pt x="475" y="521"/>
                    <a:pt x="433" y="438"/>
                  </a:cubicBezTo>
                  <a:cubicBezTo>
                    <a:pt x="392" y="347"/>
                    <a:pt x="350" y="264"/>
                    <a:pt x="292" y="189"/>
                  </a:cubicBezTo>
                  <a:cubicBezTo>
                    <a:pt x="226" y="115"/>
                    <a:pt x="152" y="57"/>
                    <a:pt x="69" y="7"/>
                  </a:cubicBezTo>
                  <a:cubicBezTo>
                    <a:pt x="62" y="2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67;p25"/>
            <p:cNvSpPr/>
            <p:nvPr/>
          </p:nvSpPr>
          <p:spPr>
            <a:xfrm>
              <a:off x="721543" y="1494650"/>
              <a:ext cx="5125" cy="11925"/>
            </a:xfrm>
            <a:custGeom>
              <a:rect b="b" l="l" r="r" t="t"/>
              <a:pathLst>
                <a:path extrusionOk="0" h="477" w="205">
                  <a:moveTo>
                    <a:pt x="49" y="1"/>
                  </a:moveTo>
                  <a:cubicBezTo>
                    <a:pt x="43" y="1"/>
                    <a:pt x="38" y="2"/>
                    <a:pt x="34" y="4"/>
                  </a:cubicBezTo>
                  <a:cubicBezTo>
                    <a:pt x="9" y="4"/>
                    <a:pt x="1" y="29"/>
                    <a:pt x="1" y="54"/>
                  </a:cubicBezTo>
                  <a:cubicBezTo>
                    <a:pt x="17" y="128"/>
                    <a:pt x="34" y="194"/>
                    <a:pt x="50" y="269"/>
                  </a:cubicBezTo>
                  <a:cubicBezTo>
                    <a:pt x="67" y="302"/>
                    <a:pt x="75" y="335"/>
                    <a:pt x="92" y="377"/>
                  </a:cubicBezTo>
                  <a:cubicBezTo>
                    <a:pt x="100" y="393"/>
                    <a:pt x="108" y="410"/>
                    <a:pt x="117" y="418"/>
                  </a:cubicBezTo>
                  <a:cubicBezTo>
                    <a:pt x="125" y="435"/>
                    <a:pt x="133" y="451"/>
                    <a:pt x="150" y="468"/>
                  </a:cubicBezTo>
                  <a:cubicBezTo>
                    <a:pt x="156" y="474"/>
                    <a:pt x="165" y="476"/>
                    <a:pt x="173" y="476"/>
                  </a:cubicBezTo>
                  <a:cubicBezTo>
                    <a:pt x="189" y="476"/>
                    <a:pt x="205" y="467"/>
                    <a:pt x="199" y="451"/>
                  </a:cubicBezTo>
                  <a:cubicBezTo>
                    <a:pt x="199" y="426"/>
                    <a:pt x="199" y="410"/>
                    <a:pt x="191" y="393"/>
                  </a:cubicBezTo>
                  <a:cubicBezTo>
                    <a:pt x="183" y="377"/>
                    <a:pt x="183" y="360"/>
                    <a:pt x="175" y="335"/>
                  </a:cubicBezTo>
                  <a:cubicBezTo>
                    <a:pt x="158" y="302"/>
                    <a:pt x="150" y="269"/>
                    <a:pt x="141" y="236"/>
                  </a:cubicBezTo>
                  <a:cubicBezTo>
                    <a:pt x="117" y="170"/>
                    <a:pt x="100" y="103"/>
                    <a:pt x="83" y="29"/>
                  </a:cubicBezTo>
                  <a:cubicBezTo>
                    <a:pt x="83" y="10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68;p25"/>
            <p:cNvSpPr/>
            <p:nvPr/>
          </p:nvSpPr>
          <p:spPr>
            <a:xfrm>
              <a:off x="621093" y="1467375"/>
              <a:ext cx="34825" cy="7525"/>
            </a:xfrm>
            <a:custGeom>
              <a:rect b="b" l="l" r="r" t="t"/>
              <a:pathLst>
                <a:path extrusionOk="0" h="301" w="1393">
                  <a:moveTo>
                    <a:pt x="910" y="0"/>
                  </a:moveTo>
                  <a:cubicBezTo>
                    <a:pt x="833" y="0"/>
                    <a:pt x="756" y="7"/>
                    <a:pt x="680" y="18"/>
                  </a:cubicBezTo>
                  <a:cubicBezTo>
                    <a:pt x="555" y="34"/>
                    <a:pt x="439" y="67"/>
                    <a:pt x="323" y="101"/>
                  </a:cubicBezTo>
                  <a:cubicBezTo>
                    <a:pt x="265" y="117"/>
                    <a:pt x="216" y="142"/>
                    <a:pt x="158" y="159"/>
                  </a:cubicBezTo>
                  <a:cubicBezTo>
                    <a:pt x="108" y="183"/>
                    <a:pt x="50" y="208"/>
                    <a:pt x="17" y="250"/>
                  </a:cubicBezTo>
                  <a:cubicBezTo>
                    <a:pt x="0" y="275"/>
                    <a:pt x="25" y="299"/>
                    <a:pt x="42" y="299"/>
                  </a:cubicBezTo>
                  <a:cubicBezTo>
                    <a:pt x="48" y="300"/>
                    <a:pt x="54" y="301"/>
                    <a:pt x="60" y="301"/>
                  </a:cubicBezTo>
                  <a:cubicBezTo>
                    <a:pt x="110" y="301"/>
                    <a:pt x="155" y="273"/>
                    <a:pt x="199" y="258"/>
                  </a:cubicBezTo>
                  <a:cubicBezTo>
                    <a:pt x="257" y="241"/>
                    <a:pt x="315" y="225"/>
                    <a:pt x="373" y="208"/>
                  </a:cubicBezTo>
                  <a:cubicBezTo>
                    <a:pt x="481" y="175"/>
                    <a:pt x="588" y="150"/>
                    <a:pt x="696" y="142"/>
                  </a:cubicBezTo>
                  <a:cubicBezTo>
                    <a:pt x="812" y="125"/>
                    <a:pt x="928" y="109"/>
                    <a:pt x="1036" y="109"/>
                  </a:cubicBezTo>
                  <a:lnTo>
                    <a:pt x="1218" y="109"/>
                  </a:lnTo>
                  <a:cubicBezTo>
                    <a:pt x="1247" y="114"/>
                    <a:pt x="1278" y="118"/>
                    <a:pt x="1309" y="118"/>
                  </a:cubicBezTo>
                  <a:cubicBezTo>
                    <a:pt x="1332" y="118"/>
                    <a:pt x="1355" y="116"/>
                    <a:pt x="1376" y="109"/>
                  </a:cubicBezTo>
                  <a:cubicBezTo>
                    <a:pt x="1392" y="101"/>
                    <a:pt x="1392" y="76"/>
                    <a:pt x="1384" y="67"/>
                  </a:cubicBezTo>
                  <a:cubicBezTo>
                    <a:pt x="1293" y="9"/>
                    <a:pt x="1152" y="9"/>
                    <a:pt x="1052" y="9"/>
                  </a:cubicBezTo>
                  <a:cubicBezTo>
                    <a:pt x="1005" y="3"/>
                    <a:pt x="957" y="0"/>
                    <a:pt x="9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69;p25"/>
            <p:cNvSpPr/>
            <p:nvPr/>
          </p:nvSpPr>
          <p:spPr>
            <a:xfrm>
              <a:off x="662718" y="1469875"/>
              <a:ext cx="2925" cy="2925"/>
            </a:xfrm>
            <a:custGeom>
              <a:rect b="b" l="l" r="r" t="t"/>
              <a:pathLst>
                <a:path extrusionOk="0" h="117" w="117">
                  <a:moveTo>
                    <a:pt x="34" y="1"/>
                  </a:moveTo>
                  <a:cubicBezTo>
                    <a:pt x="25" y="1"/>
                    <a:pt x="17" y="9"/>
                    <a:pt x="9" y="17"/>
                  </a:cubicBezTo>
                  <a:cubicBezTo>
                    <a:pt x="1" y="17"/>
                    <a:pt x="1" y="25"/>
                    <a:pt x="1" y="42"/>
                  </a:cubicBezTo>
                  <a:cubicBezTo>
                    <a:pt x="1" y="50"/>
                    <a:pt x="1" y="59"/>
                    <a:pt x="9" y="67"/>
                  </a:cubicBezTo>
                  <a:lnTo>
                    <a:pt x="34" y="92"/>
                  </a:lnTo>
                  <a:cubicBezTo>
                    <a:pt x="50" y="100"/>
                    <a:pt x="59" y="108"/>
                    <a:pt x="67" y="117"/>
                  </a:cubicBezTo>
                  <a:lnTo>
                    <a:pt x="75" y="108"/>
                  </a:lnTo>
                  <a:lnTo>
                    <a:pt x="83" y="117"/>
                  </a:lnTo>
                  <a:lnTo>
                    <a:pt x="92" y="117"/>
                  </a:lnTo>
                  <a:cubicBezTo>
                    <a:pt x="92" y="117"/>
                    <a:pt x="100" y="108"/>
                    <a:pt x="108" y="108"/>
                  </a:cubicBezTo>
                  <a:lnTo>
                    <a:pt x="108" y="100"/>
                  </a:lnTo>
                  <a:cubicBezTo>
                    <a:pt x="117" y="92"/>
                    <a:pt x="108" y="83"/>
                    <a:pt x="108" y="75"/>
                  </a:cubicBezTo>
                  <a:cubicBezTo>
                    <a:pt x="100" y="67"/>
                    <a:pt x="92" y="50"/>
                    <a:pt x="83" y="42"/>
                  </a:cubicBezTo>
                  <a:cubicBezTo>
                    <a:pt x="75" y="34"/>
                    <a:pt x="67" y="25"/>
                    <a:pt x="59" y="17"/>
                  </a:cubicBezTo>
                  <a:lnTo>
                    <a:pt x="50" y="9"/>
                  </a:lnTo>
                  <a:cubicBezTo>
                    <a:pt x="50" y="9"/>
                    <a:pt x="34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0;p25"/>
            <p:cNvSpPr/>
            <p:nvPr/>
          </p:nvSpPr>
          <p:spPr>
            <a:xfrm>
              <a:off x="625518" y="1464500"/>
              <a:ext cx="10925" cy="3350"/>
            </a:xfrm>
            <a:custGeom>
              <a:rect b="b" l="l" r="r" t="t"/>
              <a:pathLst>
                <a:path extrusionOk="0" h="134" w="437">
                  <a:moveTo>
                    <a:pt x="411" y="0"/>
                  </a:moveTo>
                  <a:cubicBezTo>
                    <a:pt x="378" y="0"/>
                    <a:pt x="345" y="8"/>
                    <a:pt x="320" y="17"/>
                  </a:cubicBezTo>
                  <a:cubicBezTo>
                    <a:pt x="287" y="25"/>
                    <a:pt x="254" y="33"/>
                    <a:pt x="221" y="42"/>
                  </a:cubicBezTo>
                  <a:cubicBezTo>
                    <a:pt x="155" y="58"/>
                    <a:pt x="88" y="75"/>
                    <a:pt x="22" y="91"/>
                  </a:cubicBezTo>
                  <a:lnTo>
                    <a:pt x="30" y="91"/>
                  </a:lnTo>
                  <a:cubicBezTo>
                    <a:pt x="0" y="99"/>
                    <a:pt x="11" y="134"/>
                    <a:pt x="32" y="134"/>
                  </a:cubicBezTo>
                  <a:cubicBezTo>
                    <a:pt x="34" y="134"/>
                    <a:pt x="36" y="133"/>
                    <a:pt x="39" y="133"/>
                  </a:cubicBezTo>
                  <a:cubicBezTo>
                    <a:pt x="105" y="116"/>
                    <a:pt x="163" y="100"/>
                    <a:pt x="229" y="91"/>
                  </a:cubicBezTo>
                  <a:cubicBezTo>
                    <a:pt x="262" y="83"/>
                    <a:pt x="295" y="75"/>
                    <a:pt x="329" y="66"/>
                  </a:cubicBezTo>
                  <a:cubicBezTo>
                    <a:pt x="362" y="58"/>
                    <a:pt x="387" y="50"/>
                    <a:pt x="420" y="33"/>
                  </a:cubicBezTo>
                  <a:cubicBezTo>
                    <a:pt x="436" y="25"/>
                    <a:pt x="428" y="0"/>
                    <a:pt x="4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71;p25"/>
            <p:cNvSpPr/>
            <p:nvPr/>
          </p:nvSpPr>
          <p:spPr>
            <a:xfrm>
              <a:off x="651150" y="1463675"/>
              <a:ext cx="1050" cy="625"/>
            </a:xfrm>
            <a:custGeom>
              <a:rect b="b" l="l" r="r" t="t"/>
              <a:pathLst>
                <a:path extrusionOk="0" h="25" w="42">
                  <a:moveTo>
                    <a:pt x="0" y="0"/>
                  </a:moveTo>
                  <a:lnTo>
                    <a:pt x="0" y="8"/>
                  </a:lnTo>
                  <a:lnTo>
                    <a:pt x="0" y="25"/>
                  </a:lnTo>
                  <a:lnTo>
                    <a:pt x="33" y="25"/>
                  </a:lnTo>
                  <a:lnTo>
                    <a:pt x="33" y="17"/>
                  </a:lnTo>
                  <a:lnTo>
                    <a:pt x="42" y="17"/>
                  </a:lnTo>
                  <a:lnTo>
                    <a:pt x="42" y="8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5C30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72;p25"/>
            <p:cNvSpPr/>
            <p:nvPr/>
          </p:nvSpPr>
          <p:spPr>
            <a:xfrm>
              <a:off x="569268" y="1435850"/>
              <a:ext cx="26150" cy="18325"/>
            </a:xfrm>
            <a:custGeom>
              <a:rect b="b" l="l" r="r" t="t"/>
              <a:pathLst>
                <a:path extrusionOk="0" h="733" w="1046">
                  <a:moveTo>
                    <a:pt x="943" y="0"/>
                  </a:moveTo>
                  <a:cubicBezTo>
                    <a:pt x="909" y="0"/>
                    <a:pt x="874" y="7"/>
                    <a:pt x="855" y="11"/>
                  </a:cubicBezTo>
                  <a:cubicBezTo>
                    <a:pt x="781" y="28"/>
                    <a:pt x="706" y="61"/>
                    <a:pt x="631" y="77"/>
                  </a:cubicBezTo>
                  <a:cubicBezTo>
                    <a:pt x="573" y="102"/>
                    <a:pt x="507" y="127"/>
                    <a:pt x="449" y="168"/>
                  </a:cubicBezTo>
                  <a:cubicBezTo>
                    <a:pt x="300" y="268"/>
                    <a:pt x="167" y="392"/>
                    <a:pt x="35" y="508"/>
                  </a:cubicBezTo>
                  <a:cubicBezTo>
                    <a:pt x="1" y="542"/>
                    <a:pt x="34" y="599"/>
                    <a:pt x="75" y="599"/>
                  </a:cubicBezTo>
                  <a:cubicBezTo>
                    <a:pt x="84" y="599"/>
                    <a:pt x="93" y="597"/>
                    <a:pt x="101" y="591"/>
                  </a:cubicBezTo>
                  <a:cubicBezTo>
                    <a:pt x="209" y="516"/>
                    <a:pt x="308" y="450"/>
                    <a:pt x="416" y="376"/>
                  </a:cubicBezTo>
                  <a:lnTo>
                    <a:pt x="416" y="376"/>
                  </a:lnTo>
                  <a:cubicBezTo>
                    <a:pt x="408" y="400"/>
                    <a:pt x="408" y="417"/>
                    <a:pt x="408" y="434"/>
                  </a:cubicBezTo>
                  <a:cubicBezTo>
                    <a:pt x="416" y="533"/>
                    <a:pt x="457" y="624"/>
                    <a:pt x="540" y="682"/>
                  </a:cubicBezTo>
                  <a:cubicBezTo>
                    <a:pt x="589" y="716"/>
                    <a:pt x="645" y="733"/>
                    <a:pt x="702" y="733"/>
                  </a:cubicBezTo>
                  <a:cubicBezTo>
                    <a:pt x="743" y="733"/>
                    <a:pt x="784" y="724"/>
                    <a:pt x="822" y="707"/>
                  </a:cubicBezTo>
                  <a:cubicBezTo>
                    <a:pt x="913" y="666"/>
                    <a:pt x="963" y="566"/>
                    <a:pt x="979" y="475"/>
                  </a:cubicBezTo>
                  <a:cubicBezTo>
                    <a:pt x="979" y="450"/>
                    <a:pt x="979" y="425"/>
                    <a:pt x="979" y="400"/>
                  </a:cubicBezTo>
                  <a:cubicBezTo>
                    <a:pt x="979" y="376"/>
                    <a:pt x="971" y="351"/>
                    <a:pt x="963" y="326"/>
                  </a:cubicBezTo>
                  <a:cubicBezTo>
                    <a:pt x="955" y="268"/>
                    <a:pt x="913" y="218"/>
                    <a:pt x="872" y="185"/>
                  </a:cubicBezTo>
                  <a:cubicBezTo>
                    <a:pt x="880" y="177"/>
                    <a:pt x="880" y="177"/>
                    <a:pt x="888" y="177"/>
                  </a:cubicBezTo>
                  <a:cubicBezTo>
                    <a:pt x="938" y="160"/>
                    <a:pt x="1046" y="119"/>
                    <a:pt x="1037" y="52"/>
                  </a:cubicBezTo>
                  <a:cubicBezTo>
                    <a:pt x="1028" y="11"/>
                    <a:pt x="986" y="0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73;p25"/>
            <p:cNvSpPr/>
            <p:nvPr/>
          </p:nvSpPr>
          <p:spPr>
            <a:xfrm>
              <a:off x="690075" y="1433775"/>
              <a:ext cx="26175" cy="18350"/>
            </a:xfrm>
            <a:custGeom>
              <a:rect b="b" l="l" r="r" t="t"/>
              <a:pathLst>
                <a:path extrusionOk="0" h="734" w="1047">
                  <a:moveTo>
                    <a:pt x="104" y="1"/>
                  </a:moveTo>
                  <a:cubicBezTo>
                    <a:pt x="61" y="1"/>
                    <a:pt x="18" y="11"/>
                    <a:pt x="9" y="53"/>
                  </a:cubicBezTo>
                  <a:cubicBezTo>
                    <a:pt x="1" y="119"/>
                    <a:pt x="109" y="160"/>
                    <a:pt x="158" y="177"/>
                  </a:cubicBezTo>
                  <a:cubicBezTo>
                    <a:pt x="167" y="185"/>
                    <a:pt x="167" y="185"/>
                    <a:pt x="175" y="185"/>
                  </a:cubicBezTo>
                  <a:cubicBezTo>
                    <a:pt x="134" y="218"/>
                    <a:pt x="100" y="268"/>
                    <a:pt x="84" y="326"/>
                  </a:cubicBezTo>
                  <a:cubicBezTo>
                    <a:pt x="76" y="351"/>
                    <a:pt x="67" y="376"/>
                    <a:pt x="67" y="401"/>
                  </a:cubicBezTo>
                  <a:cubicBezTo>
                    <a:pt x="67" y="425"/>
                    <a:pt x="67" y="450"/>
                    <a:pt x="67" y="475"/>
                  </a:cubicBezTo>
                  <a:cubicBezTo>
                    <a:pt x="84" y="575"/>
                    <a:pt x="134" y="666"/>
                    <a:pt x="225" y="707"/>
                  </a:cubicBezTo>
                  <a:cubicBezTo>
                    <a:pt x="263" y="724"/>
                    <a:pt x="303" y="733"/>
                    <a:pt x="344" y="733"/>
                  </a:cubicBezTo>
                  <a:cubicBezTo>
                    <a:pt x="401" y="733"/>
                    <a:pt x="458" y="716"/>
                    <a:pt x="506" y="682"/>
                  </a:cubicBezTo>
                  <a:cubicBezTo>
                    <a:pt x="589" y="624"/>
                    <a:pt x="639" y="533"/>
                    <a:pt x="639" y="434"/>
                  </a:cubicBezTo>
                  <a:cubicBezTo>
                    <a:pt x="639" y="417"/>
                    <a:pt x="639" y="401"/>
                    <a:pt x="639" y="384"/>
                  </a:cubicBezTo>
                  <a:cubicBezTo>
                    <a:pt x="738" y="450"/>
                    <a:pt x="846" y="525"/>
                    <a:pt x="945" y="591"/>
                  </a:cubicBezTo>
                  <a:cubicBezTo>
                    <a:pt x="954" y="597"/>
                    <a:pt x="963" y="599"/>
                    <a:pt x="972" y="599"/>
                  </a:cubicBezTo>
                  <a:cubicBezTo>
                    <a:pt x="1012" y="599"/>
                    <a:pt x="1046" y="543"/>
                    <a:pt x="1012" y="508"/>
                  </a:cubicBezTo>
                  <a:cubicBezTo>
                    <a:pt x="879" y="392"/>
                    <a:pt x="747" y="268"/>
                    <a:pt x="597" y="169"/>
                  </a:cubicBezTo>
                  <a:cubicBezTo>
                    <a:pt x="548" y="127"/>
                    <a:pt x="481" y="102"/>
                    <a:pt x="415" y="86"/>
                  </a:cubicBezTo>
                  <a:cubicBezTo>
                    <a:pt x="341" y="61"/>
                    <a:pt x="266" y="28"/>
                    <a:pt x="192" y="11"/>
                  </a:cubicBezTo>
                  <a:cubicBezTo>
                    <a:pt x="173" y="8"/>
                    <a:pt x="138" y="1"/>
                    <a:pt x="1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74;p25"/>
            <p:cNvSpPr/>
            <p:nvPr/>
          </p:nvSpPr>
          <p:spPr>
            <a:xfrm>
              <a:off x="558975" y="1558025"/>
              <a:ext cx="13850" cy="25100"/>
            </a:xfrm>
            <a:custGeom>
              <a:rect b="b" l="l" r="r" t="t"/>
              <a:pathLst>
                <a:path extrusionOk="0" h="1004" w="554">
                  <a:moveTo>
                    <a:pt x="92" y="1"/>
                  </a:moveTo>
                  <a:cubicBezTo>
                    <a:pt x="81" y="1"/>
                    <a:pt x="70" y="5"/>
                    <a:pt x="67" y="12"/>
                  </a:cubicBezTo>
                  <a:cubicBezTo>
                    <a:pt x="9" y="79"/>
                    <a:pt x="0" y="203"/>
                    <a:pt x="0" y="286"/>
                  </a:cubicBezTo>
                  <a:cubicBezTo>
                    <a:pt x="0" y="385"/>
                    <a:pt x="25" y="476"/>
                    <a:pt x="75" y="559"/>
                  </a:cubicBezTo>
                  <a:cubicBezTo>
                    <a:pt x="125" y="642"/>
                    <a:pt x="183" y="708"/>
                    <a:pt x="249" y="783"/>
                  </a:cubicBezTo>
                  <a:cubicBezTo>
                    <a:pt x="315" y="858"/>
                    <a:pt x="381" y="957"/>
                    <a:pt x="472" y="998"/>
                  </a:cubicBezTo>
                  <a:cubicBezTo>
                    <a:pt x="481" y="1002"/>
                    <a:pt x="490" y="1004"/>
                    <a:pt x="499" y="1004"/>
                  </a:cubicBezTo>
                  <a:cubicBezTo>
                    <a:pt x="529" y="1004"/>
                    <a:pt x="554" y="981"/>
                    <a:pt x="547" y="949"/>
                  </a:cubicBezTo>
                  <a:cubicBezTo>
                    <a:pt x="514" y="858"/>
                    <a:pt x="448" y="783"/>
                    <a:pt x="390" y="717"/>
                  </a:cubicBezTo>
                  <a:cubicBezTo>
                    <a:pt x="332" y="650"/>
                    <a:pt x="274" y="584"/>
                    <a:pt x="224" y="510"/>
                  </a:cubicBezTo>
                  <a:cubicBezTo>
                    <a:pt x="174" y="443"/>
                    <a:pt x="141" y="369"/>
                    <a:pt x="133" y="286"/>
                  </a:cubicBezTo>
                  <a:cubicBezTo>
                    <a:pt x="133" y="244"/>
                    <a:pt x="133" y="195"/>
                    <a:pt x="133" y="153"/>
                  </a:cubicBezTo>
                  <a:cubicBezTo>
                    <a:pt x="141" y="104"/>
                    <a:pt x="141" y="62"/>
                    <a:pt x="125" y="21"/>
                  </a:cubicBezTo>
                  <a:cubicBezTo>
                    <a:pt x="120" y="7"/>
                    <a:pt x="105" y="1"/>
                    <a:pt x="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75;p25"/>
            <p:cNvSpPr/>
            <p:nvPr/>
          </p:nvSpPr>
          <p:spPr>
            <a:xfrm>
              <a:off x="730868" y="1556225"/>
              <a:ext cx="9750" cy="16825"/>
            </a:xfrm>
            <a:custGeom>
              <a:rect b="b" l="l" r="r" t="t"/>
              <a:pathLst>
                <a:path extrusionOk="0" h="673" w="390">
                  <a:moveTo>
                    <a:pt x="200" y="0"/>
                  </a:moveTo>
                  <a:cubicBezTo>
                    <a:pt x="176" y="0"/>
                    <a:pt x="150" y="30"/>
                    <a:pt x="150" y="60"/>
                  </a:cubicBezTo>
                  <a:cubicBezTo>
                    <a:pt x="150" y="63"/>
                    <a:pt x="150" y="68"/>
                    <a:pt x="150" y="68"/>
                  </a:cubicBezTo>
                  <a:cubicBezTo>
                    <a:pt x="150" y="76"/>
                    <a:pt x="150" y="84"/>
                    <a:pt x="150" y="93"/>
                  </a:cubicBezTo>
                  <a:cubicBezTo>
                    <a:pt x="158" y="101"/>
                    <a:pt x="158" y="109"/>
                    <a:pt x="158" y="126"/>
                  </a:cubicBezTo>
                  <a:lnTo>
                    <a:pt x="158" y="142"/>
                  </a:lnTo>
                  <a:cubicBezTo>
                    <a:pt x="158" y="151"/>
                    <a:pt x="158" y="151"/>
                    <a:pt x="158" y="159"/>
                  </a:cubicBezTo>
                  <a:lnTo>
                    <a:pt x="158" y="167"/>
                  </a:lnTo>
                  <a:cubicBezTo>
                    <a:pt x="150" y="217"/>
                    <a:pt x="133" y="275"/>
                    <a:pt x="116" y="333"/>
                  </a:cubicBezTo>
                  <a:cubicBezTo>
                    <a:pt x="100" y="391"/>
                    <a:pt x="92" y="441"/>
                    <a:pt x="75" y="499"/>
                  </a:cubicBezTo>
                  <a:cubicBezTo>
                    <a:pt x="75" y="515"/>
                    <a:pt x="67" y="540"/>
                    <a:pt x="58" y="557"/>
                  </a:cubicBezTo>
                  <a:cubicBezTo>
                    <a:pt x="58" y="565"/>
                    <a:pt x="58" y="573"/>
                    <a:pt x="50" y="582"/>
                  </a:cubicBezTo>
                  <a:lnTo>
                    <a:pt x="42" y="582"/>
                  </a:lnTo>
                  <a:cubicBezTo>
                    <a:pt x="9" y="590"/>
                    <a:pt x="0" y="640"/>
                    <a:pt x="25" y="656"/>
                  </a:cubicBezTo>
                  <a:cubicBezTo>
                    <a:pt x="46" y="668"/>
                    <a:pt x="65" y="673"/>
                    <a:pt x="82" y="673"/>
                  </a:cubicBezTo>
                  <a:cubicBezTo>
                    <a:pt x="190" y="673"/>
                    <a:pt x="237" y="477"/>
                    <a:pt x="266" y="391"/>
                  </a:cubicBezTo>
                  <a:cubicBezTo>
                    <a:pt x="290" y="292"/>
                    <a:pt x="390" y="18"/>
                    <a:pt x="208" y="2"/>
                  </a:cubicBezTo>
                  <a:cubicBezTo>
                    <a:pt x="205" y="1"/>
                    <a:pt x="202" y="0"/>
                    <a:pt x="2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76;p25"/>
            <p:cNvSpPr/>
            <p:nvPr/>
          </p:nvSpPr>
          <p:spPr>
            <a:xfrm>
              <a:off x="739993" y="1554400"/>
              <a:ext cx="2300" cy="4375"/>
            </a:xfrm>
            <a:custGeom>
              <a:rect b="b" l="l" r="r" t="t"/>
              <a:pathLst>
                <a:path extrusionOk="0" h="175" w="92">
                  <a:moveTo>
                    <a:pt x="66" y="0"/>
                  </a:moveTo>
                  <a:cubicBezTo>
                    <a:pt x="58" y="0"/>
                    <a:pt x="41" y="8"/>
                    <a:pt x="33" y="17"/>
                  </a:cubicBezTo>
                  <a:cubicBezTo>
                    <a:pt x="33" y="25"/>
                    <a:pt x="25" y="33"/>
                    <a:pt x="25" y="41"/>
                  </a:cubicBezTo>
                  <a:cubicBezTo>
                    <a:pt x="17" y="50"/>
                    <a:pt x="17" y="58"/>
                    <a:pt x="8" y="66"/>
                  </a:cubicBezTo>
                  <a:cubicBezTo>
                    <a:pt x="8" y="75"/>
                    <a:pt x="8" y="91"/>
                    <a:pt x="8" y="99"/>
                  </a:cubicBezTo>
                  <a:cubicBezTo>
                    <a:pt x="8" y="99"/>
                    <a:pt x="0" y="116"/>
                    <a:pt x="0" y="124"/>
                  </a:cubicBezTo>
                  <a:cubicBezTo>
                    <a:pt x="0" y="133"/>
                    <a:pt x="0" y="141"/>
                    <a:pt x="8" y="157"/>
                  </a:cubicBezTo>
                  <a:cubicBezTo>
                    <a:pt x="8" y="166"/>
                    <a:pt x="24" y="174"/>
                    <a:pt x="40" y="174"/>
                  </a:cubicBezTo>
                  <a:lnTo>
                    <a:pt x="40" y="174"/>
                  </a:lnTo>
                  <a:cubicBezTo>
                    <a:pt x="52" y="174"/>
                    <a:pt x="59" y="173"/>
                    <a:pt x="66" y="166"/>
                  </a:cubicBezTo>
                  <a:cubicBezTo>
                    <a:pt x="75" y="166"/>
                    <a:pt x="75" y="157"/>
                    <a:pt x="83" y="157"/>
                  </a:cubicBezTo>
                  <a:cubicBezTo>
                    <a:pt x="83" y="149"/>
                    <a:pt x="83" y="141"/>
                    <a:pt x="83" y="133"/>
                  </a:cubicBezTo>
                  <a:cubicBezTo>
                    <a:pt x="91" y="116"/>
                    <a:pt x="91" y="99"/>
                    <a:pt x="91" y="83"/>
                  </a:cubicBezTo>
                  <a:lnTo>
                    <a:pt x="91" y="58"/>
                  </a:lnTo>
                  <a:cubicBezTo>
                    <a:pt x="91" y="50"/>
                    <a:pt x="91" y="41"/>
                    <a:pt x="91" y="33"/>
                  </a:cubicBezTo>
                  <a:cubicBezTo>
                    <a:pt x="91" y="25"/>
                    <a:pt x="91" y="17"/>
                    <a:pt x="83" y="17"/>
                  </a:cubicBezTo>
                  <a:cubicBezTo>
                    <a:pt x="83" y="8"/>
                    <a:pt x="75" y="0"/>
                    <a:pt x="66" y="0"/>
                  </a:cubicBezTo>
                  <a:close/>
                  <a:moveTo>
                    <a:pt x="40" y="174"/>
                  </a:moveTo>
                  <a:cubicBezTo>
                    <a:pt x="38" y="174"/>
                    <a:pt x="36" y="174"/>
                    <a:pt x="33" y="174"/>
                  </a:cubicBezTo>
                  <a:lnTo>
                    <a:pt x="41" y="174"/>
                  </a:lnTo>
                  <a:cubicBezTo>
                    <a:pt x="41" y="174"/>
                    <a:pt x="40" y="174"/>
                    <a:pt x="40" y="1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77;p25"/>
            <p:cNvSpPr/>
            <p:nvPr/>
          </p:nvSpPr>
          <p:spPr>
            <a:xfrm>
              <a:off x="540093" y="1427600"/>
              <a:ext cx="35000" cy="17200"/>
            </a:xfrm>
            <a:custGeom>
              <a:rect b="b" l="l" r="r" t="t"/>
              <a:pathLst>
                <a:path extrusionOk="0" h="688" w="1400">
                  <a:moveTo>
                    <a:pt x="1374" y="0"/>
                  </a:moveTo>
                  <a:cubicBezTo>
                    <a:pt x="1372" y="0"/>
                    <a:pt x="1370" y="1"/>
                    <a:pt x="1368" y="1"/>
                  </a:cubicBezTo>
                  <a:cubicBezTo>
                    <a:pt x="1111" y="26"/>
                    <a:pt x="912" y="200"/>
                    <a:pt x="730" y="366"/>
                  </a:cubicBezTo>
                  <a:cubicBezTo>
                    <a:pt x="639" y="449"/>
                    <a:pt x="539" y="515"/>
                    <a:pt x="415" y="540"/>
                  </a:cubicBezTo>
                  <a:cubicBezTo>
                    <a:pt x="380" y="546"/>
                    <a:pt x="340" y="552"/>
                    <a:pt x="300" y="552"/>
                  </a:cubicBezTo>
                  <a:cubicBezTo>
                    <a:pt x="283" y="552"/>
                    <a:pt x="266" y="551"/>
                    <a:pt x="249" y="548"/>
                  </a:cubicBezTo>
                  <a:cubicBezTo>
                    <a:pt x="183" y="548"/>
                    <a:pt x="125" y="532"/>
                    <a:pt x="59" y="532"/>
                  </a:cubicBezTo>
                  <a:cubicBezTo>
                    <a:pt x="25" y="540"/>
                    <a:pt x="1" y="581"/>
                    <a:pt x="25" y="614"/>
                  </a:cubicBezTo>
                  <a:cubicBezTo>
                    <a:pt x="86" y="669"/>
                    <a:pt x="190" y="688"/>
                    <a:pt x="281" y="688"/>
                  </a:cubicBezTo>
                  <a:cubicBezTo>
                    <a:pt x="314" y="688"/>
                    <a:pt x="346" y="685"/>
                    <a:pt x="373" y="681"/>
                  </a:cubicBezTo>
                  <a:cubicBezTo>
                    <a:pt x="506" y="664"/>
                    <a:pt x="630" y="623"/>
                    <a:pt x="738" y="540"/>
                  </a:cubicBezTo>
                  <a:cubicBezTo>
                    <a:pt x="846" y="457"/>
                    <a:pt x="929" y="349"/>
                    <a:pt x="1036" y="275"/>
                  </a:cubicBezTo>
                  <a:cubicBezTo>
                    <a:pt x="1144" y="184"/>
                    <a:pt x="1276" y="142"/>
                    <a:pt x="1384" y="51"/>
                  </a:cubicBezTo>
                  <a:cubicBezTo>
                    <a:pt x="1399" y="36"/>
                    <a:pt x="1394" y="0"/>
                    <a:pt x="13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78;p25"/>
            <p:cNvSpPr/>
            <p:nvPr/>
          </p:nvSpPr>
          <p:spPr>
            <a:xfrm>
              <a:off x="552718" y="1431450"/>
              <a:ext cx="8875" cy="6575"/>
            </a:xfrm>
            <a:custGeom>
              <a:rect b="b" l="l" r="r" t="t"/>
              <a:pathLst>
                <a:path extrusionOk="0" h="263" w="355">
                  <a:moveTo>
                    <a:pt x="306" y="0"/>
                  </a:moveTo>
                  <a:cubicBezTo>
                    <a:pt x="301" y="0"/>
                    <a:pt x="296" y="2"/>
                    <a:pt x="291" y="5"/>
                  </a:cubicBezTo>
                  <a:cubicBezTo>
                    <a:pt x="283" y="13"/>
                    <a:pt x="266" y="21"/>
                    <a:pt x="258" y="30"/>
                  </a:cubicBezTo>
                  <a:cubicBezTo>
                    <a:pt x="250" y="38"/>
                    <a:pt x="233" y="46"/>
                    <a:pt x="225" y="54"/>
                  </a:cubicBezTo>
                  <a:cubicBezTo>
                    <a:pt x="208" y="71"/>
                    <a:pt x="192" y="88"/>
                    <a:pt x="167" y="96"/>
                  </a:cubicBezTo>
                  <a:cubicBezTo>
                    <a:pt x="125" y="129"/>
                    <a:pt x="76" y="162"/>
                    <a:pt x="34" y="187"/>
                  </a:cubicBezTo>
                  <a:cubicBezTo>
                    <a:pt x="9" y="195"/>
                    <a:pt x="1" y="220"/>
                    <a:pt x="18" y="245"/>
                  </a:cubicBezTo>
                  <a:cubicBezTo>
                    <a:pt x="23" y="255"/>
                    <a:pt x="34" y="262"/>
                    <a:pt x="48" y="262"/>
                  </a:cubicBezTo>
                  <a:cubicBezTo>
                    <a:pt x="57" y="262"/>
                    <a:pt x="66" y="260"/>
                    <a:pt x="76" y="253"/>
                  </a:cubicBezTo>
                  <a:cubicBezTo>
                    <a:pt x="125" y="228"/>
                    <a:pt x="167" y="204"/>
                    <a:pt x="208" y="170"/>
                  </a:cubicBezTo>
                  <a:cubicBezTo>
                    <a:pt x="233" y="154"/>
                    <a:pt x="258" y="137"/>
                    <a:pt x="274" y="112"/>
                  </a:cubicBezTo>
                  <a:cubicBezTo>
                    <a:pt x="291" y="104"/>
                    <a:pt x="299" y="96"/>
                    <a:pt x="308" y="88"/>
                  </a:cubicBezTo>
                  <a:cubicBezTo>
                    <a:pt x="316" y="71"/>
                    <a:pt x="324" y="63"/>
                    <a:pt x="341" y="46"/>
                  </a:cubicBezTo>
                  <a:cubicBezTo>
                    <a:pt x="354" y="26"/>
                    <a:pt x="329" y="0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79;p25"/>
            <p:cNvSpPr/>
            <p:nvPr/>
          </p:nvSpPr>
          <p:spPr>
            <a:xfrm>
              <a:off x="578618" y="1427525"/>
              <a:ext cx="9150" cy="3025"/>
            </a:xfrm>
            <a:custGeom>
              <a:rect b="b" l="l" r="r" t="t"/>
              <a:pathLst>
                <a:path extrusionOk="0" h="121" w="366">
                  <a:moveTo>
                    <a:pt x="284" y="1"/>
                  </a:moveTo>
                  <a:cubicBezTo>
                    <a:pt x="275" y="1"/>
                    <a:pt x="266" y="2"/>
                    <a:pt x="257" y="4"/>
                  </a:cubicBezTo>
                  <a:cubicBezTo>
                    <a:pt x="233" y="4"/>
                    <a:pt x="208" y="13"/>
                    <a:pt x="183" y="21"/>
                  </a:cubicBezTo>
                  <a:lnTo>
                    <a:pt x="34" y="54"/>
                  </a:lnTo>
                  <a:cubicBezTo>
                    <a:pt x="17" y="62"/>
                    <a:pt x="1" y="79"/>
                    <a:pt x="9" y="95"/>
                  </a:cubicBezTo>
                  <a:cubicBezTo>
                    <a:pt x="17" y="120"/>
                    <a:pt x="34" y="120"/>
                    <a:pt x="50" y="120"/>
                  </a:cubicBezTo>
                  <a:cubicBezTo>
                    <a:pt x="100" y="112"/>
                    <a:pt x="150" y="104"/>
                    <a:pt x="199" y="95"/>
                  </a:cubicBezTo>
                  <a:cubicBezTo>
                    <a:pt x="224" y="95"/>
                    <a:pt x="249" y="95"/>
                    <a:pt x="274" y="87"/>
                  </a:cubicBezTo>
                  <a:cubicBezTo>
                    <a:pt x="299" y="79"/>
                    <a:pt x="324" y="71"/>
                    <a:pt x="349" y="54"/>
                  </a:cubicBezTo>
                  <a:cubicBezTo>
                    <a:pt x="365" y="46"/>
                    <a:pt x="365" y="13"/>
                    <a:pt x="340" y="4"/>
                  </a:cubicBezTo>
                  <a:cubicBezTo>
                    <a:pt x="324" y="4"/>
                    <a:pt x="304" y="1"/>
                    <a:pt x="2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" name="Google Shape;80;p25"/>
            <p:cNvSpPr/>
            <p:nvPr/>
          </p:nvSpPr>
          <p:spPr>
            <a:xfrm>
              <a:off x="580268" y="1422025"/>
              <a:ext cx="5625" cy="1525"/>
            </a:xfrm>
            <a:custGeom>
              <a:rect b="b" l="l" r="r" t="t"/>
              <a:pathLst>
                <a:path extrusionOk="0" h="61" w="225">
                  <a:moveTo>
                    <a:pt x="117" y="1"/>
                  </a:moveTo>
                  <a:cubicBezTo>
                    <a:pt x="84" y="1"/>
                    <a:pt x="59" y="1"/>
                    <a:pt x="26" y="9"/>
                  </a:cubicBezTo>
                  <a:cubicBezTo>
                    <a:pt x="9" y="9"/>
                    <a:pt x="1" y="17"/>
                    <a:pt x="1" y="34"/>
                  </a:cubicBezTo>
                  <a:cubicBezTo>
                    <a:pt x="1" y="47"/>
                    <a:pt x="6" y="61"/>
                    <a:pt x="17" y="61"/>
                  </a:cubicBezTo>
                  <a:cubicBezTo>
                    <a:pt x="20" y="61"/>
                    <a:pt x="23" y="60"/>
                    <a:pt x="26" y="59"/>
                  </a:cubicBezTo>
                  <a:lnTo>
                    <a:pt x="117" y="50"/>
                  </a:lnTo>
                  <a:cubicBezTo>
                    <a:pt x="142" y="50"/>
                    <a:pt x="175" y="42"/>
                    <a:pt x="208" y="34"/>
                  </a:cubicBezTo>
                  <a:cubicBezTo>
                    <a:pt x="225" y="34"/>
                    <a:pt x="216" y="1"/>
                    <a:pt x="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81;p25"/>
            <p:cNvSpPr/>
            <p:nvPr/>
          </p:nvSpPr>
          <p:spPr>
            <a:xfrm>
              <a:off x="691600" y="1424475"/>
              <a:ext cx="47600" cy="20750"/>
            </a:xfrm>
            <a:custGeom>
              <a:rect b="b" l="l" r="r" t="t"/>
              <a:pathLst>
                <a:path extrusionOk="0" h="830" w="1904">
                  <a:moveTo>
                    <a:pt x="319" y="1"/>
                  </a:moveTo>
                  <a:cubicBezTo>
                    <a:pt x="231" y="1"/>
                    <a:pt x="143" y="14"/>
                    <a:pt x="56" y="35"/>
                  </a:cubicBezTo>
                  <a:cubicBezTo>
                    <a:pt x="1" y="51"/>
                    <a:pt x="21" y="127"/>
                    <a:pt x="73" y="127"/>
                  </a:cubicBezTo>
                  <a:cubicBezTo>
                    <a:pt x="75" y="127"/>
                    <a:pt x="78" y="127"/>
                    <a:pt x="81" y="126"/>
                  </a:cubicBezTo>
                  <a:cubicBezTo>
                    <a:pt x="126" y="118"/>
                    <a:pt x="171" y="114"/>
                    <a:pt x="217" y="114"/>
                  </a:cubicBezTo>
                  <a:cubicBezTo>
                    <a:pt x="347" y="114"/>
                    <a:pt x="476" y="148"/>
                    <a:pt x="586" y="209"/>
                  </a:cubicBezTo>
                  <a:cubicBezTo>
                    <a:pt x="735" y="284"/>
                    <a:pt x="860" y="400"/>
                    <a:pt x="984" y="507"/>
                  </a:cubicBezTo>
                  <a:cubicBezTo>
                    <a:pt x="1108" y="607"/>
                    <a:pt x="1241" y="706"/>
                    <a:pt x="1398" y="764"/>
                  </a:cubicBezTo>
                  <a:cubicBezTo>
                    <a:pt x="1485" y="800"/>
                    <a:pt x="1590" y="829"/>
                    <a:pt x="1691" y="829"/>
                  </a:cubicBezTo>
                  <a:cubicBezTo>
                    <a:pt x="1755" y="829"/>
                    <a:pt x="1816" y="818"/>
                    <a:pt x="1870" y="789"/>
                  </a:cubicBezTo>
                  <a:cubicBezTo>
                    <a:pt x="1904" y="773"/>
                    <a:pt x="1895" y="723"/>
                    <a:pt x="1862" y="715"/>
                  </a:cubicBezTo>
                  <a:cubicBezTo>
                    <a:pt x="1779" y="690"/>
                    <a:pt x="1696" y="690"/>
                    <a:pt x="1622" y="673"/>
                  </a:cubicBezTo>
                  <a:cubicBezTo>
                    <a:pt x="1531" y="648"/>
                    <a:pt x="1456" y="623"/>
                    <a:pt x="1373" y="590"/>
                  </a:cubicBezTo>
                  <a:cubicBezTo>
                    <a:pt x="1224" y="507"/>
                    <a:pt x="1100" y="400"/>
                    <a:pt x="967" y="292"/>
                  </a:cubicBezTo>
                  <a:cubicBezTo>
                    <a:pt x="843" y="193"/>
                    <a:pt x="710" y="93"/>
                    <a:pt x="553" y="35"/>
                  </a:cubicBezTo>
                  <a:cubicBezTo>
                    <a:pt x="478" y="11"/>
                    <a:pt x="399" y="1"/>
                    <a:pt x="3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2;p25"/>
            <p:cNvSpPr/>
            <p:nvPr/>
          </p:nvSpPr>
          <p:spPr>
            <a:xfrm>
              <a:off x="727175" y="1433225"/>
              <a:ext cx="11400" cy="4375"/>
            </a:xfrm>
            <a:custGeom>
              <a:rect b="b" l="l" r="r" t="t"/>
              <a:pathLst>
                <a:path extrusionOk="0" h="175" w="456">
                  <a:moveTo>
                    <a:pt x="58" y="0"/>
                  </a:moveTo>
                  <a:cubicBezTo>
                    <a:pt x="33" y="0"/>
                    <a:pt x="17" y="8"/>
                    <a:pt x="8" y="33"/>
                  </a:cubicBezTo>
                  <a:cubicBezTo>
                    <a:pt x="0" y="58"/>
                    <a:pt x="17" y="83"/>
                    <a:pt x="33" y="91"/>
                  </a:cubicBezTo>
                  <a:lnTo>
                    <a:pt x="41" y="91"/>
                  </a:lnTo>
                  <a:cubicBezTo>
                    <a:pt x="99" y="108"/>
                    <a:pt x="166" y="124"/>
                    <a:pt x="224" y="141"/>
                  </a:cubicBezTo>
                  <a:cubicBezTo>
                    <a:pt x="257" y="149"/>
                    <a:pt x="282" y="157"/>
                    <a:pt x="315" y="157"/>
                  </a:cubicBezTo>
                  <a:cubicBezTo>
                    <a:pt x="331" y="166"/>
                    <a:pt x="348" y="166"/>
                    <a:pt x="365" y="174"/>
                  </a:cubicBezTo>
                  <a:cubicBezTo>
                    <a:pt x="381" y="174"/>
                    <a:pt x="398" y="166"/>
                    <a:pt x="423" y="166"/>
                  </a:cubicBezTo>
                  <a:cubicBezTo>
                    <a:pt x="439" y="157"/>
                    <a:pt x="456" y="124"/>
                    <a:pt x="431" y="108"/>
                  </a:cubicBezTo>
                  <a:cubicBezTo>
                    <a:pt x="423" y="99"/>
                    <a:pt x="406" y="83"/>
                    <a:pt x="389" y="75"/>
                  </a:cubicBezTo>
                  <a:cubicBezTo>
                    <a:pt x="373" y="75"/>
                    <a:pt x="356" y="66"/>
                    <a:pt x="340" y="66"/>
                  </a:cubicBezTo>
                  <a:cubicBezTo>
                    <a:pt x="307" y="58"/>
                    <a:pt x="282" y="50"/>
                    <a:pt x="249" y="41"/>
                  </a:cubicBezTo>
                  <a:cubicBezTo>
                    <a:pt x="182" y="33"/>
                    <a:pt x="124" y="17"/>
                    <a:pt x="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3;p25"/>
            <p:cNvSpPr/>
            <p:nvPr/>
          </p:nvSpPr>
          <p:spPr>
            <a:xfrm>
              <a:off x="728825" y="1446875"/>
              <a:ext cx="6850" cy="1700"/>
            </a:xfrm>
            <a:custGeom>
              <a:rect b="b" l="l" r="r" t="t"/>
              <a:pathLst>
                <a:path extrusionOk="0" h="68" w="274">
                  <a:moveTo>
                    <a:pt x="33" y="1"/>
                  </a:moveTo>
                  <a:cubicBezTo>
                    <a:pt x="17" y="1"/>
                    <a:pt x="0" y="17"/>
                    <a:pt x="9" y="34"/>
                  </a:cubicBezTo>
                  <a:cubicBezTo>
                    <a:pt x="9" y="51"/>
                    <a:pt x="17" y="67"/>
                    <a:pt x="33" y="67"/>
                  </a:cubicBezTo>
                  <a:lnTo>
                    <a:pt x="141" y="67"/>
                  </a:lnTo>
                  <a:cubicBezTo>
                    <a:pt x="174" y="67"/>
                    <a:pt x="216" y="67"/>
                    <a:pt x="249" y="59"/>
                  </a:cubicBezTo>
                  <a:cubicBezTo>
                    <a:pt x="274" y="51"/>
                    <a:pt x="274" y="17"/>
                    <a:pt x="249" y="9"/>
                  </a:cubicBezTo>
                  <a:cubicBezTo>
                    <a:pt x="216" y="1"/>
                    <a:pt x="174" y="1"/>
                    <a:pt x="1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84;p25"/>
            <p:cNvSpPr/>
            <p:nvPr/>
          </p:nvSpPr>
          <p:spPr>
            <a:xfrm>
              <a:off x="769818" y="1393225"/>
              <a:ext cx="12850" cy="8600"/>
            </a:xfrm>
            <a:custGeom>
              <a:rect b="b" l="l" r="r" t="t"/>
              <a:pathLst>
                <a:path extrusionOk="0" h="344" w="514">
                  <a:moveTo>
                    <a:pt x="141" y="1"/>
                  </a:moveTo>
                  <a:cubicBezTo>
                    <a:pt x="108" y="1"/>
                    <a:pt x="66" y="1"/>
                    <a:pt x="33" y="18"/>
                  </a:cubicBezTo>
                  <a:cubicBezTo>
                    <a:pt x="0" y="42"/>
                    <a:pt x="17" y="84"/>
                    <a:pt x="42" y="92"/>
                  </a:cubicBezTo>
                  <a:cubicBezTo>
                    <a:pt x="54" y="100"/>
                    <a:pt x="68" y="102"/>
                    <a:pt x="83" y="102"/>
                  </a:cubicBezTo>
                  <a:cubicBezTo>
                    <a:pt x="97" y="102"/>
                    <a:pt x="112" y="100"/>
                    <a:pt x="124" y="100"/>
                  </a:cubicBezTo>
                  <a:cubicBezTo>
                    <a:pt x="149" y="100"/>
                    <a:pt x="174" y="109"/>
                    <a:pt x="199" y="109"/>
                  </a:cubicBezTo>
                  <a:cubicBezTo>
                    <a:pt x="249" y="117"/>
                    <a:pt x="298" y="125"/>
                    <a:pt x="340" y="142"/>
                  </a:cubicBezTo>
                  <a:cubicBezTo>
                    <a:pt x="373" y="158"/>
                    <a:pt x="406" y="175"/>
                    <a:pt x="423" y="208"/>
                  </a:cubicBezTo>
                  <a:cubicBezTo>
                    <a:pt x="439" y="225"/>
                    <a:pt x="431" y="258"/>
                    <a:pt x="406" y="274"/>
                  </a:cubicBezTo>
                  <a:cubicBezTo>
                    <a:pt x="377" y="296"/>
                    <a:pt x="412" y="344"/>
                    <a:pt x="443" y="344"/>
                  </a:cubicBezTo>
                  <a:cubicBezTo>
                    <a:pt x="448" y="344"/>
                    <a:pt x="452" y="343"/>
                    <a:pt x="456" y="341"/>
                  </a:cubicBezTo>
                  <a:cubicBezTo>
                    <a:pt x="497" y="308"/>
                    <a:pt x="514" y="250"/>
                    <a:pt x="506" y="200"/>
                  </a:cubicBezTo>
                  <a:cubicBezTo>
                    <a:pt x="497" y="142"/>
                    <a:pt x="456" y="100"/>
                    <a:pt x="414" y="76"/>
                  </a:cubicBezTo>
                  <a:cubicBezTo>
                    <a:pt x="356" y="42"/>
                    <a:pt x="298" y="26"/>
                    <a:pt x="240" y="18"/>
                  </a:cubicBezTo>
                  <a:cubicBezTo>
                    <a:pt x="207" y="9"/>
                    <a:pt x="174" y="9"/>
                    <a:pt x="1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85;p25"/>
            <p:cNvSpPr/>
            <p:nvPr/>
          </p:nvSpPr>
          <p:spPr>
            <a:xfrm>
              <a:off x="727393" y="1386700"/>
              <a:ext cx="29700" cy="11775"/>
            </a:xfrm>
            <a:custGeom>
              <a:rect b="b" l="l" r="r" t="t"/>
              <a:pathLst>
                <a:path extrusionOk="0" h="471" w="1188">
                  <a:moveTo>
                    <a:pt x="868" y="1"/>
                  </a:moveTo>
                  <a:cubicBezTo>
                    <a:pt x="776" y="1"/>
                    <a:pt x="682" y="23"/>
                    <a:pt x="595" y="63"/>
                  </a:cubicBezTo>
                  <a:cubicBezTo>
                    <a:pt x="496" y="105"/>
                    <a:pt x="396" y="154"/>
                    <a:pt x="305" y="212"/>
                  </a:cubicBezTo>
                  <a:cubicBezTo>
                    <a:pt x="206" y="270"/>
                    <a:pt x="106" y="328"/>
                    <a:pt x="23" y="411"/>
                  </a:cubicBezTo>
                  <a:cubicBezTo>
                    <a:pt x="1" y="426"/>
                    <a:pt x="20" y="470"/>
                    <a:pt x="49" y="470"/>
                  </a:cubicBezTo>
                  <a:cubicBezTo>
                    <a:pt x="52" y="470"/>
                    <a:pt x="54" y="470"/>
                    <a:pt x="57" y="469"/>
                  </a:cubicBezTo>
                  <a:cubicBezTo>
                    <a:pt x="239" y="386"/>
                    <a:pt x="405" y="270"/>
                    <a:pt x="587" y="187"/>
                  </a:cubicBezTo>
                  <a:cubicBezTo>
                    <a:pt x="685" y="136"/>
                    <a:pt x="806" y="94"/>
                    <a:pt x="924" y="94"/>
                  </a:cubicBezTo>
                  <a:cubicBezTo>
                    <a:pt x="994" y="94"/>
                    <a:pt x="1063" y="109"/>
                    <a:pt x="1125" y="146"/>
                  </a:cubicBezTo>
                  <a:cubicBezTo>
                    <a:pt x="1130" y="148"/>
                    <a:pt x="1135" y="149"/>
                    <a:pt x="1139" y="149"/>
                  </a:cubicBezTo>
                  <a:cubicBezTo>
                    <a:pt x="1166" y="149"/>
                    <a:pt x="1187" y="109"/>
                    <a:pt x="1159" y="88"/>
                  </a:cubicBezTo>
                  <a:cubicBezTo>
                    <a:pt x="1068" y="28"/>
                    <a:pt x="968" y="1"/>
                    <a:pt x="8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86;p25"/>
            <p:cNvSpPr/>
            <p:nvPr/>
          </p:nvSpPr>
          <p:spPr>
            <a:xfrm>
              <a:off x="719543" y="1376125"/>
              <a:ext cx="27300" cy="14550"/>
            </a:xfrm>
            <a:custGeom>
              <a:rect b="b" l="l" r="r" t="t"/>
              <a:pathLst>
                <a:path extrusionOk="0" h="582" w="1092">
                  <a:moveTo>
                    <a:pt x="748" y="0"/>
                  </a:moveTo>
                  <a:cubicBezTo>
                    <a:pt x="689" y="0"/>
                    <a:pt x="622" y="25"/>
                    <a:pt x="586" y="47"/>
                  </a:cubicBezTo>
                  <a:cubicBezTo>
                    <a:pt x="478" y="105"/>
                    <a:pt x="387" y="188"/>
                    <a:pt x="288" y="271"/>
                  </a:cubicBezTo>
                  <a:cubicBezTo>
                    <a:pt x="188" y="354"/>
                    <a:pt x="97" y="436"/>
                    <a:pt x="14" y="536"/>
                  </a:cubicBezTo>
                  <a:cubicBezTo>
                    <a:pt x="1" y="556"/>
                    <a:pt x="20" y="582"/>
                    <a:pt x="41" y="582"/>
                  </a:cubicBezTo>
                  <a:cubicBezTo>
                    <a:pt x="46" y="582"/>
                    <a:pt x="51" y="580"/>
                    <a:pt x="56" y="577"/>
                  </a:cubicBezTo>
                  <a:cubicBezTo>
                    <a:pt x="205" y="461"/>
                    <a:pt x="346" y="329"/>
                    <a:pt x="503" y="221"/>
                  </a:cubicBezTo>
                  <a:cubicBezTo>
                    <a:pt x="536" y="196"/>
                    <a:pt x="578" y="163"/>
                    <a:pt x="619" y="138"/>
                  </a:cubicBezTo>
                  <a:cubicBezTo>
                    <a:pt x="636" y="130"/>
                    <a:pt x="652" y="122"/>
                    <a:pt x="669" y="113"/>
                  </a:cubicBezTo>
                  <a:cubicBezTo>
                    <a:pt x="685" y="113"/>
                    <a:pt x="710" y="113"/>
                    <a:pt x="727" y="105"/>
                  </a:cubicBezTo>
                  <a:lnTo>
                    <a:pt x="727" y="113"/>
                  </a:lnTo>
                  <a:cubicBezTo>
                    <a:pt x="710" y="130"/>
                    <a:pt x="694" y="146"/>
                    <a:pt x="677" y="171"/>
                  </a:cubicBezTo>
                  <a:cubicBezTo>
                    <a:pt x="636" y="204"/>
                    <a:pt x="603" y="246"/>
                    <a:pt x="569" y="279"/>
                  </a:cubicBezTo>
                  <a:cubicBezTo>
                    <a:pt x="540" y="309"/>
                    <a:pt x="564" y="372"/>
                    <a:pt x="605" y="372"/>
                  </a:cubicBezTo>
                  <a:cubicBezTo>
                    <a:pt x="610" y="372"/>
                    <a:pt x="614" y="372"/>
                    <a:pt x="619" y="370"/>
                  </a:cubicBezTo>
                  <a:cubicBezTo>
                    <a:pt x="694" y="337"/>
                    <a:pt x="768" y="312"/>
                    <a:pt x="843" y="296"/>
                  </a:cubicBezTo>
                  <a:cubicBezTo>
                    <a:pt x="884" y="287"/>
                    <a:pt x="917" y="287"/>
                    <a:pt x="959" y="279"/>
                  </a:cubicBezTo>
                  <a:cubicBezTo>
                    <a:pt x="992" y="271"/>
                    <a:pt x="1033" y="271"/>
                    <a:pt x="1067" y="254"/>
                  </a:cubicBezTo>
                  <a:cubicBezTo>
                    <a:pt x="1083" y="238"/>
                    <a:pt x="1091" y="204"/>
                    <a:pt x="1067" y="196"/>
                  </a:cubicBezTo>
                  <a:cubicBezTo>
                    <a:pt x="1042" y="184"/>
                    <a:pt x="1012" y="179"/>
                    <a:pt x="981" y="179"/>
                  </a:cubicBezTo>
                  <a:cubicBezTo>
                    <a:pt x="930" y="179"/>
                    <a:pt x="876" y="191"/>
                    <a:pt x="835" y="196"/>
                  </a:cubicBezTo>
                  <a:cubicBezTo>
                    <a:pt x="818" y="204"/>
                    <a:pt x="801" y="204"/>
                    <a:pt x="777" y="213"/>
                  </a:cubicBezTo>
                  <a:lnTo>
                    <a:pt x="785" y="204"/>
                  </a:lnTo>
                  <a:cubicBezTo>
                    <a:pt x="818" y="171"/>
                    <a:pt x="876" y="130"/>
                    <a:pt x="859" y="72"/>
                  </a:cubicBezTo>
                  <a:cubicBezTo>
                    <a:pt x="844" y="18"/>
                    <a:pt x="799" y="0"/>
                    <a:pt x="7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87;p25"/>
            <p:cNvSpPr/>
            <p:nvPr/>
          </p:nvSpPr>
          <p:spPr>
            <a:xfrm>
              <a:off x="714618" y="1373700"/>
              <a:ext cx="12600" cy="13300"/>
            </a:xfrm>
            <a:custGeom>
              <a:rect b="b" l="l" r="r" t="t"/>
              <a:pathLst>
                <a:path extrusionOk="0" h="532" w="504">
                  <a:moveTo>
                    <a:pt x="459" y="0"/>
                  </a:moveTo>
                  <a:cubicBezTo>
                    <a:pt x="451" y="0"/>
                    <a:pt x="443" y="4"/>
                    <a:pt x="435" y="11"/>
                  </a:cubicBezTo>
                  <a:cubicBezTo>
                    <a:pt x="269" y="152"/>
                    <a:pt x="128" y="318"/>
                    <a:pt x="12" y="500"/>
                  </a:cubicBezTo>
                  <a:cubicBezTo>
                    <a:pt x="1" y="518"/>
                    <a:pt x="19" y="532"/>
                    <a:pt x="36" y="532"/>
                  </a:cubicBezTo>
                  <a:cubicBezTo>
                    <a:pt x="43" y="532"/>
                    <a:pt x="49" y="530"/>
                    <a:pt x="54" y="525"/>
                  </a:cubicBezTo>
                  <a:cubicBezTo>
                    <a:pt x="178" y="359"/>
                    <a:pt x="319" y="194"/>
                    <a:pt x="485" y="53"/>
                  </a:cubicBezTo>
                  <a:cubicBezTo>
                    <a:pt x="504" y="34"/>
                    <a:pt x="484" y="0"/>
                    <a:pt x="4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88;p25"/>
            <p:cNvSpPr/>
            <p:nvPr/>
          </p:nvSpPr>
          <p:spPr>
            <a:xfrm>
              <a:off x="534718" y="1404425"/>
              <a:ext cx="15550" cy="7250"/>
            </a:xfrm>
            <a:custGeom>
              <a:rect b="b" l="l" r="r" t="t"/>
              <a:pathLst>
                <a:path extrusionOk="0" h="290" w="622">
                  <a:moveTo>
                    <a:pt x="100" y="0"/>
                  </a:moveTo>
                  <a:cubicBezTo>
                    <a:pt x="91" y="0"/>
                    <a:pt x="75" y="0"/>
                    <a:pt x="58" y="9"/>
                  </a:cubicBezTo>
                  <a:cubicBezTo>
                    <a:pt x="25" y="9"/>
                    <a:pt x="0" y="42"/>
                    <a:pt x="17" y="75"/>
                  </a:cubicBezTo>
                  <a:lnTo>
                    <a:pt x="25" y="83"/>
                  </a:lnTo>
                  <a:cubicBezTo>
                    <a:pt x="25" y="100"/>
                    <a:pt x="33" y="108"/>
                    <a:pt x="50" y="125"/>
                  </a:cubicBezTo>
                  <a:cubicBezTo>
                    <a:pt x="91" y="150"/>
                    <a:pt x="133" y="166"/>
                    <a:pt x="182" y="191"/>
                  </a:cubicBezTo>
                  <a:cubicBezTo>
                    <a:pt x="224" y="208"/>
                    <a:pt x="265" y="224"/>
                    <a:pt x="315" y="241"/>
                  </a:cubicBezTo>
                  <a:cubicBezTo>
                    <a:pt x="356" y="257"/>
                    <a:pt x="406" y="266"/>
                    <a:pt x="448" y="274"/>
                  </a:cubicBezTo>
                  <a:cubicBezTo>
                    <a:pt x="475" y="283"/>
                    <a:pt x="502" y="289"/>
                    <a:pt x="528" y="289"/>
                  </a:cubicBezTo>
                  <a:cubicBezTo>
                    <a:pt x="549" y="289"/>
                    <a:pt x="570" y="285"/>
                    <a:pt x="588" y="274"/>
                  </a:cubicBezTo>
                  <a:cubicBezTo>
                    <a:pt x="622" y="274"/>
                    <a:pt x="622" y="232"/>
                    <a:pt x="597" y="216"/>
                  </a:cubicBezTo>
                  <a:cubicBezTo>
                    <a:pt x="572" y="183"/>
                    <a:pt x="522" y="174"/>
                    <a:pt x="481" y="158"/>
                  </a:cubicBezTo>
                  <a:cubicBezTo>
                    <a:pt x="439" y="141"/>
                    <a:pt x="390" y="133"/>
                    <a:pt x="348" y="116"/>
                  </a:cubicBezTo>
                  <a:cubicBezTo>
                    <a:pt x="307" y="100"/>
                    <a:pt x="274" y="83"/>
                    <a:pt x="232" y="67"/>
                  </a:cubicBezTo>
                  <a:cubicBezTo>
                    <a:pt x="191" y="42"/>
                    <a:pt x="149" y="25"/>
                    <a:pt x="1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89;p25"/>
            <p:cNvSpPr/>
            <p:nvPr/>
          </p:nvSpPr>
          <p:spPr>
            <a:xfrm>
              <a:off x="544443" y="1401925"/>
              <a:ext cx="10800" cy="3975"/>
            </a:xfrm>
            <a:custGeom>
              <a:rect b="b" l="l" r="r" t="t"/>
              <a:pathLst>
                <a:path extrusionOk="0" h="159" w="432">
                  <a:moveTo>
                    <a:pt x="42" y="1"/>
                  </a:moveTo>
                  <a:cubicBezTo>
                    <a:pt x="9" y="9"/>
                    <a:pt x="1" y="42"/>
                    <a:pt x="25" y="59"/>
                  </a:cubicBezTo>
                  <a:cubicBezTo>
                    <a:pt x="50" y="76"/>
                    <a:pt x="83" y="84"/>
                    <a:pt x="108" y="92"/>
                  </a:cubicBezTo>
                  <a:cubicBezTo>
                    <a:pt x="141" y="100"/>
                    <a:pt x="175" y="109"/>
                    <a:pt x="199" y="117"/>
                  </a:cubicBezTo>
                  <a:cubicBezTo>
                    <a:pt x="257" y="125"/>
                    <a:pt x="315" y="142"/>
                    <a:pt x="382" y="158"/>
                  </a:cubicBezTo>
                  <a:cubicBezTo>
                    <a:pt x="398" y="158"/>
                    <a:pt x="423" y="150"/>
                    <a:pt x="431" y="125"/>
                  </a:cubicBezTo>
                  <a:cubicBezTo>
                    <a:pt x="431" y="109"/>
                    <a:pt x="423" y="84"/>
                    <a:pt x="398" y="76"/>
                  </a:cubicBezTo>
                  <a:cubicBezTo>
                    <a:pt x="340" y="59"/>
                    <a:pt x="282" y="42"/>
                    <a:pt x="224" y="34"/>
                  </a:cubicBezTo>
                  <a:cubicBezTo>
                    <a:pt x="199" y="26"/>
                    <a:pt x="166" y="18"/>
                    <a:pt x="141" y="9"/>
                  </a:cubicBezTo>
                  <a:cubicBezTo>
                    <a:pt x="108" y="9"/>
                    <a:pt x="75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90;p25"/>
            <p:cNvSpPr/>
            <p:nvPr/>
          </p:nvSpPr>
          <p:spPr>
            <a:xfrm>
              <a:off x="535118" y="1414175"/>
              <a:ext cx="12675" cy="4075"/>
            </a:xfrm>
            <a:custGeom>
              <a:rect b="b" l="l" r="r" t="t"/>
              <a:pathLst>
                <a:path extrusionOk="0" h="163" w="507">
                  <a:moveTo>
                    <a:pt x="125" y="1"/>
                  </a:moveTo>
                  <a:cubicBezTo>
                    <a:pt x="88" y="1"/>
                    <a:pt x="51" y="5"/>
                    <a:pt x="17" y="16"/>
                  </a:cubicBezTo>
                  <a:cubicBezTo>
                    <a:pt x="1" y="33"/>
                    <a:pt x="9" y="58"/>
                    <a:pt x="26" y="66"/>
                  </a:cubicBezTo>
                  <a:cubicBezTo>
                    <a:pt x="59" y="83"/>
                    <a:pt x="92" y="83"/>
                    <a:pt x="133" y="83"/>
                  </a:cubicBezTo>
                  <a:cubicBezTo>
                    <a:pt x="166" y="91"/>
                    <a:pt x="200" y="91"/>
                    <a:pt x="233" y="99"/>
                  </a:cubicBezTo>
                  <a:cubicBezTo>
                    <a:pt x="299" y="116"/>
                    <a:pt x="374" y="132"/>
                    <a:pt x="432" y="157"/>
                  </a:cubicBezTo>
                  <a:cubicBezTo>
                    <a:pt x="441" y="160"/>
                    <a:pt x="450" y="162"/>
                    <a:pt x="458" y="162"/>
                  </a:cubicBezTo>
                  <a:cubicBezTo>
                    <a:pt x="473" y="162"/>
                    <a:pt x="487" y="156"/>
                    <a:pt x="498" y="141"/>
                  </a:cubicBezTo>
                  <a:cubicBezTo>
                    <a:pt x="506" y="124"/>
                    <a:pt x="498" y="91"/>
                    <a:pt x="481" y="83"/>
                  </a:cubicBezTo>
                  <a:cubicBezTo>
                    <a:pt x="407" y="50"/>
                    <a:pt x="332" y="33"/>
                    <a:pt x="258" y="16"/>
                  </a:cubicBezTo>
                  <a:cubicBezTo>
                    <a:pt x="217" y="7"/>
                    <a:pt x="171" y="1"/>
                    <a:pt x="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91;p25"/>
            <p:cNvSpPr/>
            <p:nvPr/>
          </p:nvSpPr>
          <p:spPr>
            <a:xfrm>
              <a:off x="546318" y="1395100"/>
              <a:ext cx="9125" cy="2925"/>
            </a:xfrm>
            <a:custGeom>
              <a:rect b="b" l="l" r="r" t="t"/>
              <a:pathLst>
                <a:path extrusionOk="0" h="117" w="365">
                  <a:moveTo>
                    <a:pt x="50" y="1"/>
                  </a:moveTo>
                  <a:cubicBezTo>
                    <a:pt x="8" y="1"/>
                    <a:pt x="0" y="59"/>
                    <a:pt x="42" y="67"/>
                  </a:cubicBezTo>
                  <a:cubicBezTo>
                    <a:pt x="58" y="75"/>
                    <a:pt x="83" y="83"/>
                    <a:pt x="108" y="83"/>
                  </a:cubicBezTo>
                  <a:cubicBezTo>
                    <a:pt x="124" y="92"/>
                    <a:pt x="149" y="92"/>
                    <a:pt x="174" y="92"/>
                  </a:cubicBezTo>
                  <a:cubicBezTo>
                    <a:pt x="216" y="100"/>
                    <a:pt x="265" y="108"/>
                    <a:pt x="307" y="117"/>
                  </a:cubicBezTo>
                  <a:cubicBezTo>
                    <a:pt x="332" y="117"/>
                    <a:pt x="348" y="108"/>
                    <a:pt x="356" y="83"/>
                  </a:cubicBezTo>
                  <a:cubicBezTo>
                    <a:pt x="365" y="67"/>
                    <a:pt x="348" y="42"/>
                    <a:pt x="332" y="34"/>
                  </a:cubicBezTo>
                  <a:lnTo>
                    <a:pt x="323" y="34"/>
                  </a:lnTo>
                  <a:cubicBezTo>
                    <a:pt x="282" y="34"/>
                    <a:pt x="232" y="25"/>
                    <a:pt x="191" y="17"/>
                  </a:cubicBezTo>
                  <a:lnTo>
                    <a:pt x="124" y="9"/>
                  </a:lnTo>
                  <a:cubicBezTo>
                    <a:pt x="100" y="1"/>
                    <a:pt x="75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92;p25"/>
            <p:cNvSpPr/>
            <p:nvPr/>
          </p:nvSpPr>
          <p:spPr>
            <a:xfrm>
              <a:off x="769350" y="1562000"/>
              <a:ext cx="11700" cy="25400"/>
            </a:xfrm>
            <a:custGeom>
              <a:rect b="b" l="l" r="r" t="t"/>
              <a:pathLst>
                <a:path extrusionOk="0" h="1016" w="468">
                  <a:moveTo>
                    <a:pt x="356" y="0"/>
                  </a:moveTo>
                  <a:cubicBezTo>
                    <a:pt x="338" y="0"/>
                    <a:pt x="320" y="8"/>
                    <a:pt x="310" y="27"/>
                  </a:cubicBezTo>
                  <a:cubicBezTo>
                    <a:pt x="293" y="69"/>
                    <a:pt x="302" y="110"/>
                    <a:pt x="310" y="152"/>
                  </a:cubicBezTo>
                  <a:cubicBezTo>
                    <a:pt x="310" y="201"/>
                    <a:pt x="318" y="235"/>
                    <a:pt x="318" y="284"/>
                  </a:cubicBezTo>
                  <a:cubicBezTo>
                    <a:pt x="326" y="375"/>
                    <a:pt x="335" y="467"/>
                    <a:pt x="335" y="558"/>
                  </a:cubicBezTo>
                  <a:cubicBezTo>
                    <a:pt x="335" y="607"/>
                    <a:pt x="335" y="649"/>
                    <a:pt x="335" y="699"/>
                  </a:cubicBezTo>
                  <a:cubicBezTo>
                    <a:pt x="335" y="715"/>
                    <a:pt x="326" y="740"/>
                    <a:pt x="326" y="757"/>
                  </a:cubicBezTo>
                  <a:cubicBezTo>
                    <a:pt x="318" y="757"/>
                    <a:pt x="318" y="748"/>
                    <a:pt x="310" y="748"/>
                  </a:cubicBezTo>
                  <a:cubicBezTo>
                    <a:pt x="293" y="732"/>
                    <a:pt x="277" y="715"/>
                    <a:pt x="260" y="699"/>
                  </a:cubicBezTo>
                  <a:cubicBezTo>
                    <a:pt x="227" y="665"/>
                    <a:pt x="194" y="632"/>
                    <a:pt x="161" y="599"/>
                  </a:cubicBezTo>
                  <a:cubicBezTo>
                    <a:pt x="149" y="591"/>
                    <a:pt x="133" y="586"/>
                    <a:pt x="117" y="586"/>
                  </a:cubicBezTo>
                  <a:cubicBezTo>
                    <a:pt x="86" y="586"/>
                    <a:pt x="56" y="603"/>
                    <a:pt x="61" y="641"/>
                  </a:cubicBezTo>
                  <a:cubicBezTo>
                    <a:pt x="70" y="748"/>
                    <a:pt x="53" y="856"/>
                    <a:pt x="12" y="964"/>
                  </a:cubicBezTo>
                  <a:cubicBezTo>
                    <a:pt x="0" y="992"/>
                    <a:pt x="31" y="1016"/>
                    <a:pt x="59" y="1016"/>
                  </a:cubicBezTo>
                  <a:cubicBezTo>
                    <a:pt x="73" y="1016"/>
                    <a:pt x="86" y="1010"/>
                    <a:pt x="94" y="997"/>
                  </a:cubicBezTo>
                  <a:cubicBezTo>
                    <a:pt x="128" y="922"/>
                    <a:pt x="152" y="848"/>
                    <a:pt x="161" y="773"/>
                  </a:cubicBezTo>
                  <a:cubicBezTo>
                    <a:pt x="177" y="790"/>
                    <a:pt x="186" y="798"/>
                    <a:pt x="194" y="815"/>
                  </a:cubicBezTo>
                  <a:cubicBezTo>
                    <a:pt x="235" y="848"/>
                    <a:pt x="268" y="889"/>
                    <a:pt x="318" y="897"/>
                  </a:cubicBezTo>
                  <a:cubicBezTo>
                    <a:pt x="329" y="902"/>
                    <a:pt x="340" y="904"/>
                    <a:pt x="351" y="904"/>
                  </a:cubicBezTo>
                  <a:cubicBezTo>
                    <a:pt x="384" y="904"/>
                    <a:pt x="416" y="887"/>
                    <a:pt x="434" y="856"/>
                  </a:cubicBezTo>
                  <a:cubicBezTo>
                    <a:pt x="459" y="815"/>
                    <a:pt x="459" y="757"/>
                    <a:pt x="459" y="707"/>
                  </a:cubicBezTo>
                  <a:cubicBezTo>
                    <a:pt x="467" y="591"/>
                    <a:pt x="459" y="467"/>
                    <a:pt x="451" y="351"/>
                  </a:cubicBezTo>
                  <a:cubicBezTo>
                    <a:pt x="451" y="293"/>
                    <a:pt x="442" y="235"/>
                    <a:pt x="434" y="177"/>
                  </a:cubicBezTo>
                  <a:cubicBezTo>
                    <a:pt x="426" y="119"/>
                    <a:pt x="426" y="61"/>
                    <a:pt x="393" y="11"/>
                  </a:cubicBezTo>
                  <a:cubicBezTo>
                    <a:pt x="382" y="4"/>
                    <a:pt x="369" y="0"/>
                    <a:pt x="3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93;p25"/>
            <p:cNvSpPr/>
            <p:nvPr/>
          </p:nvSpPr>
          <p:spPr>
            <a:xfrm>
              <a:off x="780400" y="1542200"/>
              <a:ext cx="11825" cy="20575"/>
            </a:xfrm>
            <a:custGeom>
              <a:rect b="b" l="l" r="r" t="t"/>
              <a:pathLst>
                <a:path extrusionOk="0" h="823" w="473">
                  <a:moveTo>
                    <a:pt x="96" y="0"/>
                  </a:moveTo>
                  <a:cubicBezTo>
                    <a:pt x="86" y="0"/>
                    <a:pt x="77" y="3"/>
                    <a:pt x="67" y="8"/>
                  </a:cubicBezTo>
                  <a:cubicBezTo>
                    <a:pt x="0" y="49"/>
                    <a:pt x="50" y="148"/>
                    <a:pt x="75" y="198"/>
                  </a:cubicBezTo>
                  <a:cubicBezTo>
                    <a:pt x="108" y="256"/>
                    <a:pt x="141" y="314"/>
                    <a:pt x="174" y="372"/>
                  </a:cubicBezTo>
                  <a:cubicBezTo>
                    <a:pt x="191" y="405"/>
                    <a:pt x="208" y="438"/>
                    <a:pt x="224" y="471"/>
                  </a:cubicBezTo>
                  <a:cubicBezTo>
                    <a:pt x="241" y="488"/>
                    <a:pt x="249" y="505"/>
                    <a:pt x="249" y="529"/>
                  </a:cubicBezTo>
                  <a:cubicBezTo>
                    <a:pt x="234" y="517"/>
                    <a:pt x="217" y="511"/>
                    <a:pt x="200" y="511"/>
                  </a:cubicBezTo>
                  <a:cubicBezTo>
                    <a:pt x="161" y="511"/>
                    <a:pt x="125" y="541"/>
                    <a:pt x="125" y="587"/>
                  </a:cubicBezTo>
                  <a:lnTo>
                    <a:pt x="125" y="596"/>
                  </a:lnTo>
                  <a:cubicBezTo>
                    <a:pt x="116" y="629"/>
                    <a:pt x="116" y="654"/>
                    <a:pt x="116" y="679"/>
                  </a:cubicBezTo>
                  <a:cubicBezTo>
                    <a:pt x="108" y="695"/>
                    <a:pt x="108" y="712"/>
                    <a:pt x="108" y="728"/>
                  </a:cubicBezTo>
                  <a:cubicBezTo>
                    <a:pt x="108" y="753"/>
                    <a:pt x="116" y="761"/>
                    <a:pt x="116" y="778"/>
                  </a:cubicBezTo>
                  <a:cubicBezTo>
                    <a:pt x="116" y="806"/>
                    <a:pt x="136" y="823"/>
                    <a:pt x="156" y="823"/>
                  </a:cubicBezTo>
                  <a:cubicBezTo>
                    <a:pt x="165" y="823"/>
                    <a:pt x="175" y="819"/>
                    <a:pt x="183" y="811"/>
                  </a:cubicBezTo>
                  <a:cubicBezTo>
                    <a:pt x="199" y="795"/>
                    <a:pt x="216" y="786"/>
                    <a:pt x="224" y="770"/>
                  </a:cubicBezTo>
                  <a:cubicBezTo>
                    <a:pt x="241" y="753"/>
                    <a:pt x="249" y="728"/>
                    <a:pt x="249" y="712"/>
                  </a:cubicBezTo>
                  <a:lnTo>
                    <a:pt x="257" y="695"/>
                  </a:lnTo>
                  <a:cubicBezTo>
                    <a:pt x="299" y="695"/>
                    <a:pt x="348" y="679"/>
                    <a:pt x="373" y="645"/>
                  </a:cubicBezTo>
                  <a:cubicBezTo>
                    <a:pt x="473" y="538"/>
                    <a:pt x="373" y="389"/>
                    <a:pt x="324" y="289"/>
                  </a:cubicBezTo>
                  <a:cubicBezTo>
                    <a:pt x="290" y="231"/>
                    <a:pt x="257" y="173"/>
                    <a:pt x="224" y="115"/>
                  </a:cubicBezTo>
                  <a:cubicBezTo>
                    <a:pt x="196" y="73"/>
                    <a:pt x="150" y="0"/>
                    <a:pt x="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94;p25"/>
            <p:cNvSpPr/>
            <p:nvPr/>
          </p:nvSpPr>
          <p:spPr>
            <a:xfrm>
              <a:off x="783975" y="1532150"/>
              <a:ext cx="9300" cy="15550"/>
            </a:xfrm>
            <a:custGeom>
              <a:rect b="b" l="l" r="r" t="t"/>
              <a:pathLst>
                <a:path extrusionOk="0" h="622" w="372">
                  <a:moveTo>
                    <a:pt x="35" y="0"/>
                  </a:moveTo>
                  <a:cubicBezTo>
                    <a:pt x="11" y="0"/>
                    <a:pt x="1" y="40"/>
                    <a:pt x="15" y="62"/>
                  </a:cubicBezTo>
                  <a:cubicBezTo>
                    <a:pt x="89" y="128"/>
                    <a:pt x="156" y="202"/>
                    <a:pt x="205" y="294"/>
                  </a:cubicBezTo>
                  <a:cubicBezTo>
                    <a:pt x="247" y="376"/>
                    <a:pt x="272" y="476"/>
                    <a:pt x="263" y="575"/>
                  </a:cubicBezTo>
                  <a:cubicBezTo>
                    <a:pt x="263" y="607"/>
                    <a:pt x="285" y="622"/>
                    <a:pt x="308" y="622"/>
                  </a:cubicBezTo>
                  <a:cubicBezTo>
                    <a:pt x="332" y="622"/>
                    <a:pt x="359" y="605"/>
                    <a:pt x="363" y="575"/>
                  </a:cubicBezTo>
                  <a:cubicBezTo>
                    <a:pt x="371" y="459"/>
                    <a:pt x="346" y="343"/>
                    <a:pt x="297" y="236"/>
                  </a:cubicBezTo>
                  <a:cubicBezTo>
                    <a:pt x="263" y="186"/>
                    <a:pt x="230" y="136"/>
                    <a:pt x="197" y="95"/>
                  </a:cubicBezTo>
                  <a:cubicBezTo>
                    <a:pt x="156" y="53"/>
                    <a:pt x="106" y="28"/>
                    <a:pt x="48" y="4"/>
                  </a:cubicBezTo>
                  <a:cubicBezTo>
                    <a:pt x="43" y="1"/>
                    <a:pt x="39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95;p25"/>
            <p:cNvSpPr/>
            <p:nvPr/>
          </p:nvSpPr>
          <p:spPr>
            <a:xfrm>
              <a:off x="824525" y="1548175"/>
              <a:ext cx="8725" cy="4375"/>
            </a:xfrm>
            <a:custGeom>
              <a:rect b="b" l="l" r="r" t="t"/>
              <a:pathLst>
                <a:path extrusionOk="0" h="175" w="349">
                  <a:moveTo>
                    <a:pt x="100" y="0"/>
                  </a:moveTo>
                  <a:cubicBezTo>
                    <a:pt x="83" y="0"/>
                    <a:pt x="58" y="0"/>
                    <a:pt x="42" y="9"/>
                  </a:cubicBezTo>
                  <a:cubicBezTo>
                    <a:pt x="33" y="17"/>
                    <a:pt x="25" y="17"/>
                    <a:pt x="17" y="25"/>
                  </a:cubicBezTo>
                  <a:cubicBezTo>
                    <a:pt x="0" y="42"/>
                    <a:pt x="0" y="67"/>
                    <a:pt x="17" y="75"/>
                  </a:cubicBezTo>
                  <a:cubicBezTo>
                    <a:pt x="25" y="83"/>
                    <a:pt x="33" y="92"/>
                    <a:pt x="42" y="100"/>
                  </a:cubicBezTo>
                  <a:cubicBezTo>
                    <a:pt x="50" y="108"/>
                    <a:pt x="67" y="108"/>
                    <a:pt x="75" y="108"/>
                  </a:cubicBezTo>
                  <a:lnTo>
                    <a:pt x="83" y="108"/>
                  </a:lnTo>
                  <a:cubicBezTo>
                    <a:pt x="91" y="108"/>
                    <a:pt x="100" y="108"/>
                    <a:pt x="108" y="116"/>
                  </a:cubicBezTo>
                  <a:cubicBezTo>
                    <a:pt x="105" y="114"/>
                    <a:pt x="105" y="113"/>
                    <a:pt x="106" y="113"/>
                  </a:cubicBezTo>
                  <a:cubicBezTo>
                    <a:pt x="109" y="113"/>
                    <a:pt x="116" y="116"/>
                    <a:pt x="116" y="116"/>
                  </a:cubicBezTo>
                  <a:lnTo>
                    <a:pt x="149" y="116"/>
                  </a:lnTo>
                  <a:cubicBezTo>
                    <a:pt x="174" y="125"/>
                    <a:pt x="191" y="133"/>
                    <a:pt x="216" y="141"/>
                  </a:cubicBezTo>
                  <a:lnTo>
                    <a:pt x="224" y="141"/>
                  </a:lnTo>
                  <a:cubicBezTo>
                    <a:pt x="224" y="141"/>
                    <a:pt x="232" y="150"/>
                    <a:pt x="232" y="150"/>
                  </a:cubicBezTo>
                  <a:cubicBezTo>
                    <a:pt x="241" y="158"/>
                    <a:pt x="257" y="158"/>
                    <a:pt x="265" y="166"/>
                  </a:cubicBezTo>
                  <a:cubicBezTo>
                    <a:pt x="274" y="172"/>
                    <a:pt x="284" y="175"/>
                    <a:pt x="294" y="175"/>
                  </a:cubicBezTo>
                  <a:cubicBezTo>
                    <a:pt x="312" y="175"/>
                    <a:pt x="329" y="166"/>
                    <a:pt x="340" y="150"/>
                  </a:cubicBezTo>
                  <a:cubicBezTo>
                    <a:pt x="348" y="125"/>
                    <a:pt x="340" y="92"/>
                    <a:pt x="315" y="75"/>
                  </a:cubicBezTo>
                  <a:cubicBezTo>
                    <a:pt x="274" y="50"/>
                    <a:pt x="224" y="25"/>
                    <a:pt x="174" y="17"/>
                  </a:cubicBezTo>
                  <a:cubicBezTo>
                    <a:pt x="149" y="9"/>
                    <a:pt x="125" y="0"/>
                    <a:pt x="1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96;p25"/>
            <p:cNvSpPr/>
            <p:nvPr/>
          </p:nvSpPr>
          <p:spPr>
            <a:xfrm>
              <a:off x="492275" y="1631225"/>
              <a:ext cx="10325" cy="13975"/>
            </a:xfrm>
            <a:custGeom>
              <a:rect b="b" l="l" r="r" t="t"/>
              <a:pathLst>
                <a:path extrusionOk="0" h="559" w="413">
                  <a:moveTo>
                    <a:pt x="355" y="0"/>
                  </a:moveTo>
                  <a:cubicBezTo>
                    <a:pt x="353" y="0"/>
                    <a:pt x="351" y="0"/>
                    <a:pt x="348" y="1"/>
                  </a:cubicBezTo>
                  <a:cubicBezTo>
                    <a:pt x="299" y="26"/>
                    <a:pt x="249" y="42"/>
                    <a:pt x="199" y="76"/>
                  </a:cubicBezTo>
                  <a:cubicBezTo>
                    <a:pt x="149" y="109"/>
                    <a:pt x="108" y="150"/>
                    <a:pt x="75" y="200"/>
                  </a:cubicBezTo>
                  <a:cubicBezTo>
                    <a:pt x="42" y="250"/>
                    <a:pt x="17" y="299"/>
                    <a:pt x="9" y="357"/>
                  </a:cubicBezTo>
                  <a:cubicBezTo>
                    <a:pt x="0" y="374"/>
                    <a:pt x="0" y="390"/>
                    <a:pt x="0" y="407"/>
                  </a:cubicBezTo>
                  <a:cubicBezTo>
                    <a:pt x="0" y="424"/>
                    <a:pt x="0" y="432"/>
                    <a:pt x="0" y="448"/>
                  </a:cubicBezTo>
                  <a:cubicBezTo>
                    <a:pt x="0" y="482"/>
                    <a:pt x="0" y="506"/>
                    <a:pt x="17" y="540"/>
                  </a:cubicBezTo>
                  <a:cubicBezTo>
                    <a:pt x="25" y="552"/>
                    <a:pt x="40" y="558"/>
                    <a:pt x="54" y="558"/>
                  </a:cubicBezTo>
                  <a:cubicBezTo>
                    <a:pt x="69" y="558"/>
                    <a:pt x="83" y="552"/>
                    <a:pt x="91" y="540"/>
                  </a:cubicBezTo>
                  <a:cubicBezTo>
                    <a:pt x="100" y="515"/>
                    <a:pt x="108" y="490"/>
                    <a:pt x="116" y="465"/>
                  </a:cubicBezTo>
                  <a:cubicBezTo>
                    <a:pt x="116" y="457"/>
                    <a:pt x="116" y="457"/>
                    <a:pt x="116" y="457"/>
                  </a:cubicBezTo>
                  <a:cubicBezTo>
                    <a:pt x="116" y="448"/>
                    <a:pt x="125" y="440"/>
                    <a:pt x="125" y="432"/>
                  </a:cubicBezTo>
                  <a:cubicBezTo>
                    <a:pt x="133" y="424"/>
                    <a:pt x="133" y="407"/>
                    <a:pt x="133" y="399"/>
                  </a:cubicBezTo>
                  <a:cubicBezTo>
                    <a:pt x="141" y="382"/>
                    <a:pt x="141" y="374"/>
                    <a:pt x="149" y="366"/>
                  </a:cubicBezTo>
                  <a:cubicBezTo>
                    <a:pt x="149" y="357"/>
                    <a:pt x="149" y="349"/>
                    <a:pt x="158" y="341"/>
                  </a:cubicBezTo>
                  <a:lnTo>
                    <a:pt x="158" y="332"/>
                  </a:lnTo>
                  <a:cubicBezTo>
                    <a:pt x="166" y="308"/>
                    <a:pt x="174" y="291"/>
                    <a:pt x="191" y="266"/>
                  </a:cubicBezTo>
                  <a:cubicBezTo>
                    <a:pt x="199" y="250"/>
                    <a:pt x="216" y="233"/>
                    <a:pt x="224" y="208"/>
                  </a:cubicBezTo>
                  <a:lnTo>
                    <a:pt x="232" y="200"/>
                  </a:lnTo>
                  <a:cubicBezTo>
                    <a:pt x="232" y="200"/>
                    <a:pt x="237" y="195"/>
                    <a:pt x="241" y="192"/>
                  </a:cubicBezTo>
                  <a:cubicBezTo>
                    <a:pt x="249" y="175"/>
                    <a:pt x="257" y="167"/>
                    <a:pt x="265" y="158"/>
                  </a:cubicBezTo>
                  <a:cubicBezTo>
                    <a:pt x="299" y="125"/>
                    <a:pt x="332" y="92"/>
                    <a:pt x="381" y="76"/>
                  </a:cubicBezTo>
                  <a:cubicBezTo>
                    <a:pt x="413" y="60"/>
                    <a:pt x="392" y="0"/>
                    <a:pt x="3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97;p25"/>
            <p:cNvSpPr/>
            <p:nvPr/>
          </p:nvSpPr>
          <p:spPr>
            <a:xfrm>
              <a:off x="491650" y="1648850"/>
              <a:ext cx="2300" cy="6800"/>
            </a:xfrm>
            <a:custGeom>
              <a:rect b="b" l="l" r="r" t="t"/>
              <a:pathLst>
                <a:path extrusionOk="0" h="272" w="92">
                  <a:moveTo>
                    <a:pt x="50" y="0"/>
                  </a:moveTo>
                  <a:cubicBezTo>
                    <a:pt x="25" y="0"/>
                    <a:pt x="9" y="17"/>
                    <a:pt x="9" y="42"/>
                  </a:cubicBezTo>
                  <a:cubicBezTo>
                    <a:pt x="9" y="58"/>
                    <a:pt x="9" y="75"/>
                    <a:pt x="0" y="100"/>
                  </a:cubicBezTo>
                  <a:cubicBezTo>
                    <a:pt x="0" y="116"/>
                    <a:pt x="0" y="133"/>
                    <a:pt x="0" y="149"/>
                  </a:cubicBezTo>
                  <a:cubicBezTo>
                    <a:pt x="0" y="166"/>
                    <a:pt x="9" y="191"/>
                    <a:pt x="9" y="207"/>
                  </a:cubicBezTo>
                  <a:cubicBezTo>
                    <a:pt x="9" y="224"/>
                    <a:pt x="17" y="249"/>
                    <a:pt x="25" y="265"/>
                  </a:cubicBezTo>
                  <a:cubicBezTo>
                    <a:pt x="29" y="270"/>
                    <a:pt x="38" y="272"/>
                    <a:pt x="46" y="272"/>
                  </a:cubicBezTo>
                  <a:cubicBezTo>
                    <a:pt x="54" y="272"/>
                    <a:pt x="63" y="270"/>
                    <a:pt x="67" y="265"/>
                  </a:cubicBezTo>
                  <a:cubicBezTo>
                    <a:pt x="75" y="249"/>
                    <a:pt x="83" y="232"/>
                    <a:pt x="83" y="216"/>
                  </a:cubicBezTo>
                  <a:cubicBezTo>
                    <a:pt x="92" y="191"/>
                    <a:pt x="92" y="174"/>
                    <a:pt x="92" y="149"/>
                  </a:cubicBezTo>
                  <a:cubicBezTo>
                    <a:pt x="92" y="133"/>
                    <a:pt x="92" y="116"/>
                    <a:pt x="92" y="100"/>
                  </a:cubicBezTo>
                  <a:cubicBezTo>
                    <a:pt x="92" y="83"/>
                    <a:pt x="92" y="58"/>
                    <a:pt x="92" y="42"/>
                  </a:cubicBezTo>
                  <a:cubicBezTo>
                    <a:pt x="92" y="25"/>
                    <a:pt x="67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98;p25"/>
            <p:cNvSpPr/>
            <p:nvPr/>
          </p:nvSpPr>
          <p:spPr>
            <a:xfrm>
              <a:off x="615925" y="1627450"/>
              <a:ext cx="4600" cy="10075"/>
            </a:xfrm>
            <a:custGeom>
              <a:rect b="b" l="l" r="r" t="t"/>
              <a:pathLst>
                <a:path extrusionOk="0" h="403" w="184">
                  <a:moveTo>
                    <a:pt x="104" y="1"/>
                  </a:moveTo>
                  <a:cubicBezTo>
                    <a:pt x="88" y="1"/>
                    <a:pt x="71" y="7"/>
                    <a:pt x="59" y="19"/>
                  </a:cubicBezTo>
                  <a:lnTo>
                    <a:pt x="59" y="28"/>
                  </a:lnTo>
                  <a:lnTo>
                    <a:pt x="50" y="28"/>
                  </a:lnTo>
                  <a:cubicBezTo>
                    <a:pt x="50" y="36"/>
                    <a:pt x="42" y="36"/>
                    <a:pt x="34" y="44"/>
                  </a:cubicBezTo>
                  <a:cubicBezTo>
                    <a:pt x="26" y="69"/>
                    <a:pt x="34" y="86"/>
                    <a:pt x="42" y="102"/>
                  </a:cubicBezTo>
                  <a:cubicBezTo>
                    <a:pt x="42" y="102"/>
                    <a:pt x="42" y="111"/>
                    <a:pt x="34" y="119"/>
                  </a:cubicBezTo>
                  <a:cubicBezTo>
                    <a:pt x="26" y="135"/>
                    <a:pt x="26" y="152"/>
                    <a:pt x="17" y="169"/>
                  </a:cubicBezTo>
                  <a:cubicBezTo>
                    <a:pt x="9" y="202"/>
                    <a:pt x="1" y="235"/>
                    <a:pt x="1" y="268"/>
                  </a:cubicBezTo>
                  <a:lnTo>
                    <a:pt x="1" y="309"/>
                  </a:lnTo>
                  <a:cubicBezTo>
                    <a:pt x="1" y="334"/>
                    <a:pt x="9" y="351"/>
                    <a:pt x="26" y="367"/>
                  </a:cubicBezTo>
                  <a:cubicBezTo>
                    <a:pt x="32" y="388"/>
                    <a:pt x="50" y="403"/>
                    <a:pt x="70" y="403"/>
                  </a:cubicBezTo>
                  <a:cubicBezTo>
                    <a:pt x="75" y="403"/>
                    <a:pt x="79" y="402"/>
                    <a:pt x="84" y="401"/>
                  </a:cubicBezTo>
                  <a:cubicBezTo>
                    <a:pt x="92" y="401"/>
                    <a:pt x="108" y="392"/>
                    <a:pt x="108" y="384"/>
                  </a:cubicBezTo>
                  <a:cubicBezTo>
                    <a:pt x="117" y="384"/>
                    <a:pt x="117" y="376"/>
                    <a:pt x="125" y="367"/>
                  </a:cubicBezTo>
                  <a:cubicBezTo>
                    <a:pt x="125" y="367"/>
                    <a:pt x="125" y="359"/>
                    <a:pt x="125" y="351"/>
                  </a:cubicBezTo>
                  <a:cubicBezTo>
                    <a:pt x="133" y="343"/>
                    <a:pt x="142" y="326"/>
                    <a:pt x="142" y="309"/>
                  </a:cubicBezTo>
                  <a:lnTo>
                    <a:pt x="142" y="276"/>
                  </a:lnTo>
                  <a:cubicBezTo>
                    <a:pt x="142" y="268"/>
                    <a:pt x="142" y="260"/>
                    <a:pt x="142" y="251"/>
                  </a:cubicBezTo>
                  <a:cubicBezTo>
                    <a:pt x="142" y="243"/>
                    <a:pt x="142" y="235"/>
                    <a:pt x="142" y="235"/>
                  </a:cubicBezTo>
                  <a:cubicBezTo>
                    <a:pt x="150" y="193"/>
                    <a:pt x="175" y="152"/>
                    <a:pt x="183" y="102"/>
                  </a:cubicBezTo>
                  <a:cubicBezTo>
                    <a:pt x="183" y="69"/>
                    <a:pt x="175" y="36"/>
                    <a:pt x="150" y="19"/>
                  </a:cubicBezTo>
                  <a:cubicBezTo>
                    <a:pt x="137" y="7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99;p25"/>
            <p:cNvSpPr/>
            <p:nvPr/>
          </p:nvSpPr>
          <p:spPr>
            <a:xfrm>
              <a:off x="622550" y="1628900"/>
              <a:ext cx="3350" cy="8425"/>
            </a:xfrm>
            <a:custGeom>
              <a:rect b="b" l="l" r="r" t="t"/>
              <a:pathLst>
                <a:path extrusionOk="0" h="337" w="134">
                  <a:moveTo>
                    <a:pt x="79" y="1"/>
                  </a:moveTo>
                  <a:cubicBezTo>
                    <a:pt x="59" y="1"/>
                    <a:pt x="41" y="16"/>
                    <a:pt x="34" y="36"/>
                  </a:cubicBezTo>
                  <a:cubicBezTo>
                    <a:pt x="17" y="77"/>
                    <a:pt x="9" y="127"/>
                    <a:pt x="9" y="177"/>
                  </a:cubicBezTo>
                  <a:cubicBezTo>
                    <a:pt x="1" y="235"/>
                    <a:pt x="9" y="293"/>
                    <a:pt x="42" y="326"/>
                  </a:cubicBezTo>
                  <a:cubicBezTo>
                    <a:pt x="49" y="333"/>
                    <a:pt x="60" y="337"/>
                    <a:pt x="71" y="337"/>
                  </a:cubicBezTo>
                  <a:cubicBezTo>
                    <a:pt x="86" y="337"/>
                    <a:pt x="100" y="329"/>
                    <a:pt x="100" y="309"/>
                  </a:cubicBezTo>
                  <a:cubicBezTo>
                    <a:pt x="109" y="285"/>
                    <a:pt x="109" y="260"/>
                    <a:pt x="100" y="235"/>
                  </a:cubicBezTo>
                  <a:lnTo>
                    <a:pt x="100" y="227"/>
                  </a:lnTo>
                  <a:cubicBezTo>
                    <a:pt x="100" y="218"/>
                    <a:pt x="100" y="218"/>
                    <a:pt x="100" y="210"/>
                  </a:cubicBezTo>
                  <a:lnTo>
                    <a:pt x="100" y="177"/>
                  </a:lnTo>
                  <a:cubicBezTo>
                    <a:pt x="100" y="169"/>
                    <a:pt x="100" y="160"/>
                    <a:pt x="100" y="144"/>
                  </a:cubicBezTo>
                  <a:lnTo>
                    <a:pt x="100" y="135"/>
                  </a:lnTo>
                  <a:lnTo>
                    <a:pt x="109" y="127"/>
                  </a:lnTo>
                  <a:cubicBezTo>
                    <a:pt x="109" y="102"/>
                    <a:pt x="117" y="77"/>
                    <a:pt x="125" y="61"/>
                  </a:cubicBezTo>
                  <a:cubicBezTo>
                    <a:pt x="133" y="36"/>
                    <a:pt x="117" y="11"/>
                    <a:pt x="92" y="3"/>
                  </a:cubicBezTo>
                  <a:cubicBezTo>
                    <a:pt x="88" y="1"/>
                    <a:pt x="83" y="1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100;p25"/>
            <p:cNvSpPr/>
            <p:nvPr/>
          </p:nvSpPr>
          <p:spPr>
            <a:xfrm>
              <a:off x="682225" y="1623150"/>
              <a:ext cx="7050" cy="11225"/>
            </a:xfrm>
            <a:custGeom>
              <a:rect b="b" l="l" r="r" t="t"/>
              <a:pathLst>
                <a:path extrusionOk="0" h="449" w="282">
                  <a:moveTo>
                    <a:pt x="250" y="437"/>
                  </a:moveTo>
                  <a:cubicBezTo>
                    <a:pt x="249" y="437"/>
                    <a:pt x="246" y="438"/>
                    <a:pt x="242" y="439"/>
                  </a:cubicBezTo>
                  <a:lnTo>
                    <a:pt x="242" y="439"/>
                  </a:lnTo>
                  <a:cubicBezTo>
                    <a:pt x="248" y="437"/>
                    <a:pt x="250" y="437"/>
                    <a:pt x="250" y="437"/>
                  </a:cubicBezTo>
                  <a:close/>
                  <a:moveTo>
                    <a:pt x="83" y="1"/>
                  </a:moveTo>
                  <a:cubicBezTo>
                    <a:pt x="58" y="1"/>
                    <a:pt x="17" y="17"/>
                    <a:pt x="8" y="51"/>
                  </a:cubicBezTo>
                  <a:cubicBezTo>
                    <a:pt x="0" y="133"/>
                    <a:pt x="8" y="216"/>
                    <a:pt x="42" y="291"/>
                  </a:cubicBezTo>
                  <a:cubicBezTo>
                    <a:pt x="58" y="324"/>
                    <a:pt x="83" y="357"/>
                    <a:pt x="108" y="382"/>
                  </a:cubicBezTo>
                  <a:cubicBezTo>
                    <a:pt x="116" y="399"/>
                    <a:pt x="124" y="407"/>
                    <a:pt x="141" y="415"/>
                  </a:cubicBezTo>
                  <a:cubicBezTo>
                    <a:pt x="158" y="432"/>
                    <a:pt x="166" y="440"/>
                    <a:pt x="182" y="448"/>
                  </a:cubicBezTo>
                  <a:lnTo>
                    <a:pt x="232" y="448"/>
                  </a:lnTo>
                  <a:cubicBezTo>
                    <a:pt x="232" y="445"/>
                    <a:pt x="237" y="442"/>
                    <a:pt x="242" y="439"/>
                  </a:cubicBezTo>
                  <a:lnTo>
                    <a:pt x="242" y="439"/>
                  </a:lnTo>
                  <a:cubicBezTo>
                    <a:pt x="242" y="440"/>
                    <a:pt x="241" y="440"/>
                    <a:pt x="240" y="440"/>
                  </a:cubicBezTo>
                  <a:cubicBezTo>
                    <a:pt x="257" y="432"/>
                    <a:pt x="282" y="415"/>
                    <a:pt x="282" y="390"/>
                  </a:cubicBezTo>
                  <a:cubicBezTo>
                    <a:pt x="282" y="390"/>
                    <a:pt x="282" y="390"/>
                    <a:pt x="282" y="382"/>
                  </a:cubicBezTo>
                  <a:cubicBezTo>
                    <a:pt x="282" y="374"/>
                    <a:pt x="282" y="357"/>
                    <a:pt x="282" y="349"/>
                  </a:cubicBezTo>
                  <a:cubicBezTo>
                    <a:pt x="274" y="324"/>
                    <a:pt x="257" y="316"/>
                    <a:pt x="240" y="299"/>
                  </a:cubicBezTo>
                  <a:lnTo>
                    <a:pt x="240" y="299"/>
                  </a:lnTo>
                  <a:cubicBezTo>
                    <a:pt x="240" y="299"/>
                    <a:pt x="248" y="303"/>
                    <a:pt x="250" y="303"/>
                  </a:cubicBezTo>
                  <a:cubicBezTo>
                    <a:pt x="251" y="303"/>
                    <a:pt x="251" y="302"/>
                    <a:pt x="249" y="299"/>
                  </a:cubicBezTo>
                  <a:lnTo>
                    <a:pt x="240" y="291"/>
                  </a:lnTo>
                  <a:cubicBezTo>
                    <a:pt x="232" y="291"/>
                    <a:pt x="224" y="283"/>
                    <a:pt x="224" y="274"/>
                  </a:cubicBezTo>
                  <a:cubicBezTo>
                    <a:pt x="216" y="274"/>
                    <a:pt x="207" y="266"/>
                    <a:pt x="207" y="266"/>
                  </a:cubicBezTo>
                  <a:lnTo>
                    <a:pt x="199" y="258"/>
                  </a:lnTo>
                  <a:cubicBezTo>
                    <a:pt x="191" y="241"/>
                    <a:pt x="182" y="233"/>
                    <a:pt x="174" y="216"/>
                  </a:cubicBezTo>
                  <a:cubicBezTo>
                    <a:pt x="174" y="208"/>
                    <a:pt x="166" y="208"/>
                    <a:pt x="166" y="200"/>
                  </a:cubicBezTo>
                  <a:lnTo>
                    <a:pt x="166" y="191"/>
                  </a:lnTo>
                  <a:cubicBezTo>
                    <a:pt x="158" y="175"/>
                    <a:pt x="158" y="158"/>
                    <a:pt x="149" y="150"/>
                  </a:cubicBezTo>
                  <a:cubicBezTo>
                    <a:pt x="149" y="142"/>
                    <a:pt x="149" y="125"/>
                    <a:pt x="149" y="125"/>
                  </a:cubicBezTo>
                  <a:lnTo>
                    <a:pt x="149" y="117"/>
                  </a:lnTo>
                  <a:cubicBezTo>
                    <a:pt x="141" y="100"/>
                    <a:pt x="149" y="84"/>
                    <a:pt x="149" y="67"/>
                  </a:cubicBezTo>
                  <a:cubicBezTo>
                    <a:pt x="149" y="34"/>
                    <a:pt x="116" y="9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101;p25"/>
            <p:cNvSpPr/>
            <p:nvPr/>
          </p:nvSpPr>
          <p:spPr>
            <a:xfrm>
              <a:off x="686350" y="1627925"/>
              <a:ext cx="25" cy="225"/>
            </a:xfrm>
            <a:custGeom>
              <a:rect b="b" l="l" r="r" t="t"/>
              <a:pathLst>
                <a:path extrusionOk="0" h="9" w="1">
                  <a:moveTo>
                    <a:pt x="1" y="9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5C30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02;p25"/>
            <p:cNvSpPr/>
            <p:nvPr/>
          </p:nvSpPr>
          <p:spPr>
            <a:xfrm>
              <a:off x="689250" y="1632675"/>
              <a:ext cx="250" cy="250"/>
            </a:xfrm>
            <a:custGeom>
              <a:rect b="b" l="l" r="r" t="t"/>
              <a:pathLst>
                <a:path extrusionOk="0" h="10" w="10">
                  <a:moveTo>
                    <a:pt x="9" y="1"/>
                  </a:moveTo>
                  <a:lnTo>
                    <a:pt x="1" y="9"/>
                  </a:lnTo>
                  <a:cubicBezTo>
                    <a:pt x="9" y="9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5C30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03;p25"/>
            <p:cNvSpPr/>
            <p:nvPr/>
          </p:nvSpPr>
          <p:spPr>
            <a:xfrm>
              <a:off x="689875" y="1625575"/>
              <a:ext cx="6025" cy="6150"/>
            </a:xfrm>
            <a:custGeom>
              <a:rect b="b" l="l" r="r" t="t"/>
              <a:pathLst>
                <a:path extrusionOk="0" h="246" w="241">
                  <a:moveTo>
                    <a:pt x="45" y="0"/>
                  </a:moveTo>
                  <a:cubicBezTo>
                    <a:pt x="38" y="0"/>
                    <a:pt x="32" y="1"/>
                    <a:pt x="26" y="3"/>
                  </a:cubicBezTo>
                  <a:cubicBezTo>
                    <a:pt x="1" y="20"/>
                    <a:pt x="1" y="53"/>
                    <a:pt x="9" y="70"/>
                  </a:cubicBezTo>
                  <a:cubicBezTo>
                    <a:pt x="26" y="103"/>
                    <a:pt x="50" y="136"/>
                    <a:pt x="67" y="161"/>
                  </a:cubicBezTo>
                  <a:cubicBezTo>
                    <a:pt x="92" y="194"/>
                    <a:pt x="117" y="219"/>
                    <a:pt x="150" y="235"/>
                  </a:cubicBezTo>
                  <a:cubicBezTo>
                    <a:pt x="160" y="243"/>
                    <a:pt x="169" y="246"/>
                    <a:pt x="178" y="246"/>
                  </a:cubicBezTo>
                  <a:cubicBezTo>
                    <a:pt x="200" y="246"/>
                    <a:pt x="219" y="228"/>
                    <a:pt x="224" y="210"/>
                  </a:cubicBezTo>
                  <a:lnTo>
                    <a:pt x="233" y="194"/>
                  </a:lnTo>
                  <a:cubicBezTo>
                    <a:pt x="233" y="186"/>
                    <a:pt x="233" y="177"/>
                    <a:pt x="233" y="177"/>
                  </a:cubicBezTo>
                  <a:cubicBezTo>
                    <a:pt x="233" y="161"/>
                    <a:pt x="241" y="144"/>
                    <a:pt x="241" y="128"/>
                  </a:cubicBezTo>
                  <a:cubicBezTo>
                    <a:pt x="241" y="105"/>
                    <a:pt x="226" y="94"/>
                    <a:pt x="209" y="94"/>
                  </a:cubicBezTo>
                  <a:cubicBezTo>
                    <a:pt x="200" y="94"/>
                    <a:pt x="191" y="97"/>
                    <a:pt x="183" y="103"/>
                  </a:cubicBezTo>
                  <a:cubicBezTo>
                    <a:pt x="183" y="103"/>
                    <a:pt x="175" y="111"/>
                    <a:pt x="166" y="119"/>
                  </a:cubicBezTo>
                  <a:cubicBezTo>
                    <a:pt x="150" y="103"/>
                    <a:pt x="142" y="86"/>
                    <a:pt x="125" y="70"/>
                  </a:cubicBezTo>
                  <a:cubicBezTo>
                    <a:pt x="117" y="53"/>
                    <a:pt x="100" y="36"/>
                    <a:pt x="92" y="28"/>
                  </a:cubicBezTo>
                  <a:cubicBezTo>
                    <a:pt x="86" y="9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04;p25"/>
            <p:cNvSpPr/>
            <p:nvPr/>
          </p:nvSpPr>
          <p:spPr>
            <a:xfrm>
              <a:off x="695875" y="1624825"/>
              <a:ext cx="8525" cy="6025"/>
            </a:xfrm>
            <a:custGeom>
              <a:rect b="b" l="l" r="r" t="t"/>
              <a:pathLst>
                <a:path extrusionOk="0" h="241" w="341">
                  <a:moveTo>
                    <a:pt x="63" y="0"/>
                  </a:moveTo>
                  <a:cubicBezTo>
                    <a:pt x="52" y="0"/>
                    <a:pt x="42" y="3"/>
                    <a:pt x="34" y="8"/>
                  </a:cubicBezTo>
                  <a:cubicBezTo>
                    <a:pt x="9" y="25"/>
                    <a:pt x="1" y="58"/>
                    <a:pt x="18" y="83"/>
                  </a:cubicBezTo>
                  <a:cubicBezTo>
                    <a:pt x="42" y="141"/>
                    <a:pt x="84" y="182"/>
                    <a:pt x="134" y="207"/>
                  </a:cubicBezTo>
                  <a:cubicBezTo>
                    <a:pt x="158" y="216"/>
                    <a:pt x="183" y="232"/>
                    <a:pt x="216" y="232"/>
                  </a:cubicBezTo>
                  <a:cubicBezTo>
                    <a:pt x="233" y="240"/>
                    <a:pt x="249" y="240"/>
                    <a:pt x="266" y="240"/>
                  </a:cubicBezTo>
                  <a:cubicBezTo>
                    <a:pt x="283" y="240"/>
                    <a:pt x="299" y="232"/>
                    <a:pt x="316" y="224"/>
                  </a:cubicBezTo>
                  <a:cubicBezTo>
                    <a:pt x="332" y="216"/>
                    <a:pt x="341" y="199"/>
                    <a:pt x="341" y="182"/>
                  </a:cubicBezTo>
                  <a:cubicBezTo>
                    <a:pt x="341" y="166"/>
                    <a:pt x="332" y="149"/>
                    <a:pt x="316" y="141"/>
                  </a:cubicBezTo>
                  <a:cubicBezTo>
                    <a:pt x="302" y="134"/>
                    <a:pt x="289" y="127"/>
                    <a:pt x="275" y="125"/>
                  </a:cubicBezTo>
                  <a:lnTo>
                    <a:pt x="275" y="125"/>
                  </a:lnTo>
                  <a:cubicBezTo>
                    <a:pt x="275" y="125"/>
                    <a:pt x="275" y="125"/>
                    <a:pt x="274" y="124"/>
                  </a:cubicBezTo>
                  <a:lnTo>
                    <a:pt x="249" y="124"/>
                  </a:lnTo>
                  <a:cubicBezTo>
                    <a:pt x="233" y="116"/>
                    <a:pt x="225" y="116"/>
                    <a:pt x="216" y="116"/>
                  </a:cubicBezTo>
                  <a:lnTo>
                    <a:pt x="208" y="108"/>
                  </a:lnTo>
                  <a:cubicBezTo>
                    <a:pt x="208" y="108"/>
                    <a:pt x="200" y="108"/>
                    <a:pt x="192" y="100"/>
                  </a:cubicBezTo>
                  <a:cubicBezTo>
                    <a:pt x="183" y="100"/>
                    <a:pt x="175" y="91"/>
                    <a:pt x="167" y="83"/>
                  </a:cubicBezTo>
                  <a:lnTo>
                    <a:pt x="150" y="75"/>
                  </a:lnTo>
                  <a:cubicBezTo>
                    <a:pt x="142" y="66"/>
                    <a:pt x="134" y="58"/>
                    <a:pt x="125" y="50"/>
                  </a:cubicBezTo>
                  <a:cubicBezTo>
                    <a:pt x="125" y="42"/>
                    <a:pt x="117" y="33"/>
                    <a:pt x="117" y="33"/>
                  </a:cubicBezTo>
                  <a:cubicBezTo>
                    <a:pt x="106" y="11"/>
                    <a:pt x="84" y="0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05;p25"/>
            <p:cNvSpPr/>
            <p:nvPr/>
          </p:nvSpPr>
          <p:spPr>
            <a:xfrm>
              <a:off x="699825" y="1626675"/>
              <a:ext cx="225" cy="225"/>
            </a:xfrm>
            <a:custGeom>
              <a:rect b="b" l="l" r="r" t="t"/>
              <a:pathLst>
                <a:path extrusionOk="0" h="9" w="9">
                  <a:moveTo>
                    <a:pt x="9" y="9"/>
                  </a:moveTo>
                  <a:cubicBezTo>
                    <a:pt x="0" y="1"/>
                    <a:pt x="9" y="9"/>
                    <a:pt x="9" y="9"/>
                  </a:cubicBezTo>
                  <a:lnTo>
                    <a:pt x="9" y="9"/>
                  </a:lnTo>
                  <a:lnTo>
                    <a:pt x="9" y="9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p25"/>
            <p:cNvSpPr/>
            <p:nvPr/>
          </p:nvSpPr>
          <p:spPr>
            <a:xfrm>
              <a:off x="712450" y="1623150"/>
              <a:ext cx="2525" cy="2100"/>
            </a:xfrm>
            <a:custGeom>
              <a:rect b="b" l="l" r="r" t="t"/>
              <a:pathLst>
                <a:path extrusionOk="0" h="84" w="101">
                  <a:moveTo>
                    <a:pt x="50" y="1"/>
                  </a:moveTo>
                  <a:cubicBezTo>
                    <a:pt x="1" y="1"/>
                    <a:pt x="1" y="84"/>
                    <a:pt x="50" y="84"/>
                  </a:cubicBezTo>
                  <a:cubicBezTo>
                    <a:pt x="100" y="84"/>
                    <a:pt x="100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107;p25"/>
            <p:cNvSpPr/>
            <p:nvPr/>
          </p:nvSpPr>
          <p:spPr>
            <a:xfrm>
              <a:off x="739800" y="1609800"/>
              <a:ext cx="5200" cy="3225"/>
            </a:xfrm>
            <a:custGeom>
              <a:rect b="b" l="l" r="r" t="t"/>
              <a:pathLst>
                <a:path extrusionOk="0" h="129" w="208">
                  <a:moveTo>
                    <a:pt x="58" y="1"/>
                  </a:moveTo>
                  <a:cubicBezTo>
                    <a:pt x="47" y="1"/>
                    <a:pt x="36" y="5"/>
                    <a:pt x="25" y="5"/>
                  </a:cubicBezTo>
                  <a:cubicBezTo>
                    <a:pt x="17" y="13"/>
                    <a:pt x="9" y="21"/>
                    <a:pt x="9" y="29"/>
                  </a:cubicBezTo>
                  <a:cubicBezTo>
                    <a:pt x="0" y="38"/>
                    <a:pt x="0" y="46"/>
                    <a:pt x="0" y="54"/>
                  </a:cubicBezTo>
                  <a:cubicBezTo>
                    <a:pt x="0" y="71"/>
                    <a:pt x="0" y="87"/>
                    <a:pt x="9" y="96"/>
                  </a:cubicBezTo>
                  <a:cubicBezTo>
                    <a:pt x="17" y="104"/>
                    <a:pt x="25" y="112"/>
                    <a:pt x="25" y="112"/>
                  </a:cubicBezTo>
                  <a:cubicBezTo>
                    <a:pt x="42" y="121"/>
                    <a:pt x="50" y="121"/>
                    <a:pt x="58" y="121"/>
                  </a:cubicBezTo>
                  <a:lnTo>
                    <a:pt x="108" y="129"/>
                  </a:lnTo>
                  <a:lnTo>
                    <a:pt x="166" y="129"/>
                  </a:lnTo>
                  <a:cubicBezTo>
                    <a:pt x="183" y="129"/>
                    <a:pt x="199" y="112"/>
                    <a:pt x="208" y="96"/>
                  </a:cubicBezTo>
                  <a:cubicBezTo>
                    <a:pt x="208" y="87"/>
                    <a:pt x="208" y="79"/>
                    <a:pt x="208" y="71"/>
                  </a:cubicBezTo>
                  <a:cubicBezTo>
                    <a:pt x="199" y="63"/>
                    <a:pt x="191" y="54"/>
                    <a:pt x="183" y="46"/>
                  </a:cubicBezTo>
                  <a:cubicBezTo>
                    <a:pt x="166" y="38"/>
                    <a:pt x="150" y="29"/>
                    <a:pt x="125" y="21"/>
                  </a:cubicBezTo>
                  <a:cubicBezTo>
                    <a:pt x="108" y="13"/>
                    <a:pt x="92" y="13"/>
                    <a:pt x="75" y="5"/>
                  </a:cubicBezTo>
                  <a:cubicBezTo>
                    <a:pt x="70" y="2"/>
                    <a:pt x="64" y="1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08;p25"/>
            <p:cNvSpPr/>
            <p:nvPr/>
          </p:nvSpPr>
          <p:spPr>
            <a:xfrm>
              <a:off x="567050" y="1621075"/>
              <a:ext cx="7275" cy="8950"/>
            </a:xfrm>
            <a:custGeom>
              <a:rect b="b" l="l" r="r" t="t"/>
              <a:pathLst>
                <a:path extrusionOk="0" h="358" w="291">
                  <a:moveTo>
                    <a:pt x="223" y="1"/>
                  </a:moveTo>
                  <a:cubicBezTo>
                    <a:pt x="213" y="1"/>
                    <a:pt x="202" y="4"/>
                    <a:pt x="191" y="9"/>
                  </a:cubicBezTo>
                  <a:cubicBezTo>
                    <a:pt x="133" y="34"/>
                    <a:pt x="83" y="76"/>
                    <a:pt x="50" y="134"/>
                  </a:cubicBezTo>
                  <a:cubicBezTo>
                    <a:pt x="34" y="158"/>
                    <a:pt x="17" y="192"/>
                    <a:pt x="9" y="216"/>
                  </a:cubicBezTo>
                  <a:cubicBezTo>
                    <a:pt x="9" y="233"/>
                    <a:pt x="0" y="250"/>
                    <a:pt x="0" y="266"/>
                  </a:cubicBezTo>
                  <a:cubicBezTo>
                    <a:pt x="0" y="291"/>
                    <a:pt x="9" y="316"/>
                    <a:pt x="25" y="332"/>
                  </a:cubicBezTo>
                  <a:cubicBezTo>
                    <a:pt x="34" y="349"/>
                    <a:pt x="50" y="357"/>
                    <a:pt x="67" y="357"/>
                  </a:cubicBezTo>
                  <a:cubicBezTo>
                    <a:pt x="83" y="357"/>
                    <a:pt x="100" y="349"/>
                    <a:pt x="108" y="332"/>
                  </a:cubicBezTo>
                  <a:cubicBezTo>
                    <a:pt x="116" y="316"/>
                    <a:pt x="125" y="308"/>
                    <a:pt x="125" y="299"/>
                  </a:cubicBezTo>
                  <a:cubicBezTo>
                    <a:pt x="133" y="283"/>
                    <a:pt x="133" y="266"/>
                    <a:pt x="141" y="258"/>
                  </a:cubicBezTo>
                  <a:cubicBezTo>
                    <a:pt x="141" y="241"/>
                    <a:pt x="149" y="233"/>
                    <a:pt x="149" y="225"/>
                  </a:cubicBezTo>
                  <a:lnTo>
                    <a:pt x="149" y="216"/>
                  </a:lnTo>
                  <a:cubicBezTo>
                    <a:pt x="158" y="208"/>
                    <a:pt x="158" y="208"/>
                    <a:pt x="166" y="200"/>
                  </a:cubicBezTo>
                  <a:lnTo>
                    <a:pt x="174" y="183"/>
                  </a:lnTo>
                  <a:lnTo>
                    <a:pt x="174" y="175"/>
                  </a:lnTo>
                  <a:lnTo>
                    <a:pt x="183" y="167"/>
                  </a:lnTo>
                  <a:lnTo>
                    <a:pt x="191" y="167"/>
                  </a:lnTo>
                  <a:lnTo>
                    <a:pt x="199" y="150"/>
                  </a:lnTo>
                  <a:cubicBezTo>
                    <a:pt x="199" y="150"/>
                    <a:pt x="207" y="142"/>
                    <a:pt x="216" y="134"/>
                  </a:cubicBezTo>
                  <a:cubicBezTo>
                    <a:pt x="232" y="125"/>
                    <a:pt x="241" y="117"/>
                    <a:pt x="249" y="109"/>
                  </a:cubicBezTo>
                  <a:cubicBezTo>
                    <a:pt x="282" y="100"/>
                    <a:pt x="290" y="59"/>
                    <a:pt x="274" y="34"/>
                  </a:cubicBezTo>
                  <a:cubicBezTo>
                    <a:pt x="263" y="12"/>
                    <a:pt x="244" y="1"/>
                    <a:pt x="2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109;p25"/>
            <p:cNvSpPr/>
            <p:nvPr/>
          </p:nvSpPr>
          <p:spPr>
            <a:xfrm>
              <a:off x="577400" y="1624825"/>
              <a:ext cx="2725" cy="6700"/>
            </a:xfrm>
            <a:custGeom>
              <a:rect b="b" l="l" r="r" t="t"/>
              <a:pathLst>
                <a:path extrusionOk="0" h="268" w="109">
                  <a:moveTo>
                    <a:pt x="50" y="0"/>
                  </a:moveTo>
                  <a:cubicBezTo>
                    <a:pt x="25" y="0"/>
                    <a:pt x="1" y="25"/>
                    <a:pt x="1" y="50"/>
                  </a:cubicBezTo>
                  <a:lnTo>
                    <a:pt x="1" y="58"/>
                  </a:lnTo>
                  <a:cubicBezTo>
                    <a:pt x="1" y="83"/>
                    <a:pt x="1" y="116"/>
                    <a:pt x="1" y="149"/>
                  </a:cubicBezTo>
                  <a:cubicBezTo>
                    <a:pt x="9" y="166"/>
                    <a:pt x="9" y="174"/>
                    <a:pt x="9" y="191"/>
                  </a:cubicBezTo>
                  <a:cubicBezTo>
                    <a:pt x="9" y="199"/>
                    <a:pt x="9" y="207"/>
                    <a:pt x="9" y="216"/>
                  </a:cubicBezTo>
                  <a:cubicBezTo>
                    <a:pt x="9" y="224"/>
                    <a:pt x="9" y="232"/>
                    <a:pt x="17" y="240"/>
                  </a:cubicBezTo>
                  <a:lnTo>
                    <a:pt x="25" y="249"/>
                  </a:lnTo>
                  <a:cubicBezTo>
                    <a:pt x="30" y="261"/>
                    <a:pt x="40" y="267"/>
                    <a:pt x="51" y="267"/>
                  </a:cubicBezTo>
                  <a:cubicBezTo>
                    <a:pt x="63" y="267"/>
                    <a:pt x="75" y="261"/>
                    <a:pt x="83" y="249"/>
                  </a:cubicBezTo>
                  <a:lnTo>
                    <a:pt x="92" y="240"/>
                  </a:lnTo>
                  <a:cubicBezTo>
                    <a:pt x="92" y="232"/>
                    <a:pt x="92" y="224"/>
                    <a:pt x="100" y="216"/>
                  </a:cubicBezTo>
                  <a:cubicBezTo>
                    <a:pt x="100" y="207"/>
                    <a:pt x="100" y="199"/>
                    <a:pt x="100" y="191"/>
                  </a:cubicBezTo>
                  <a:cubicBezTo>
                    <a:pt x="100" y="182"/>
                    <a:pt x="100" y="166"/>
                    <a:pt x="100" y="149"/>
                  </a:cubicBezTo>
                  <a:cubicBezTo>
                    <a:pt x="108" y="116"/>
                    <a:pt x="108" y="83"/>
                    <a:pt x="108" y="50"/>
                  </a:cubicBezTo>
                  <a:cubicBezTo>
                    <a:pt x="108" y="25"/>
                    <a:pt x="83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p25"/>
            <p:cNvSpPr/>
            <p:nvPr/>
          </p:nvSpPr>
          <p:spPr>
            <a:xfrm>
              <a:off x="587750" y="1634125"/>
              <a:ext cx="2725" cy="2100"/>
            </a:xfrm>
            <a:custGeom>
              <a:rect b="b" l="l" r="r" t="t"/>
              <a:pathLst>
                <a:path extrusionOk="0" h="84" w="109">
                  <a:moveTo>
                    <a:pt x="59" y="1"/>
                  </a:moveTo>
                  <a:cubicBezTo>
                    <a:pt x="1" y="1"/>
                    <a:pt x="1" y="84"/>
                    <a:pt x="59" y="84"/>
                  </a:cubicBezTo>
                  <a:cubicBezTo>
                    <a:pt x="109" y="84"/>
                    <a:pt x="109" y="1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p25"/>
            <p:cNvSpPr/>
            <p:nvPr/>
          </p:nvSpPr>
          <p:spPr>
            <a:xfrm>
              <a:off x="554625" y="1615500"/>
              <a:ext cx="2300" cy="1875"/>
            </a:xfrm>
            <a:custGeom>
              <a:rect b="b" l="l" r="r" t="t"/>
              <a:pathLst>
                <a:path extrusionOk="0" h="75" w="92">
                  <a:moveTo>
                    <a:pt x="42" y="0"/>
                  </a:moveTo>
                  <a:cubicBezTo>
                    <a:pt x="0" y="0"/>
                    <a:pt x="0" y="75"/>
                    <a:pt x="42" y="75"/>
                  </a:cubicBezTo>
                  <a:cubicBezTo>
                    <a:pt x="91" y="75"/>
                    <a:pt x="91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5"/>
            <p:cNvSpPr/>
            <p:nvPr/>
          </p:nvSpPr>
          <p:spPr>
            <a:xfrm>
              <a:off x="472418" y="1285850"/>
              <a:ext cx="393325" cy="421850"/>
            </a:xfrm>
            <a:custGeom>
              <a:rect b="b" l="l" r="r" t="t"/>
              <a:pathLst>
                <a:path extrusionOk="0" h="16874" w="15733">
                  <a:moveTo>
                    <a:pt x="13259" y="9012"/>
                  </a:moveTo>
                  <a:cubicBezTo>
                    <a:pt x="13280" y="9012"/>
                    <a:pt x="13301" y="9015"/>
                    <a:pt x="13321" y="9019"/>
                  </a:cubicBezTo>
                  <a:lnTo>
                    <a:pt x="13330" y="9019"/>
                  </a:lnTo>
                  <a:cubicBezTo>
                    <a:pt x="13354" y="9019"/>
                    <a:pt x="13387" y="9019"/>
                    <a:pt x="13420" y="9027"/>
                  </a:cubicBezTo>
                  <a:lnTo>
                    <a:pt x="13420" y="9027"/>
                  </a:lnTo>
                  <a:cubicBezTo>
                    <a:pt x="13404" y="9023"/>
                    <a:pt x="13387" y="9021"/>
                    <a:pt x="13372" y="9021"/>
                  </a:cubicBezTo>
                  <a:cubicBezTo>
                    <a:pt x="13356" y="9021"/>
                    <a:pt x="13342" y="9023"/>
                    <a:pt x="13330" y="9027"/>
                  </a:cubicBezTo>
                  <a:cubicBezTo>
                    <a:pt x="13305" y="9027"/>
                    <a:pt x="13288" y="9027"/>
                    <a:pt x="13263" y="9035"/>
                  </a:cubicBezTo>
                  <a:cubicBezTo>
                    <a:pt x="13238" y="9027"/>
                    <a:pt x="13222" y="9027"/>
                    <a:pt x="13197" y="9019"/>
                  </a:cubicBezTo>
                  <a:cubicBezTo>
                    <a:pt x="13218" y="9015"/>
                    <a:pt x="13238" y="9012"/>
                    <a:pt x="13259" y="9012"/>
                  </a:cubicBezTo>
                  <a:close/>
                  <a:moveTo>
                    <a:pt x="1349" y="12532"/>
                  </a:moveTo>
                  <a:lnTo>
                    <a:pt x="1349" y="12540"/>
                  </a:lnTo>
                  <a:lnTo>
                    <a:pt x="1332" y="12540"/>
                  </a:lnTo>
                  <a:cubicBezTo>
                    <a:pt x="1332" y="12540"/>
                    <a:pt x="1340" y="12532"/>
                    <a:pt x="1349" y="12532"/>
                  </a:cubicBezTo>
                  <a:close/>
                  <a:moveTo>
                    <a:pt x="11515" y="137"/>
                  </a:moveTo>
                  <a:lnTo>
                    <a:pt x="11515" y="137"/>
                  </a:lnTo>
                  <a:cubicBezTo>
                    <a:pt x="11508" y="159"/>
                    <a:pt x="11520" y="188"/>
                    <a:pt x="11546" y="188"/>
                  </a:cubicBezTo>
                  <a:cubicBezTo>
                    <a:pt x="11550" y="188"/>
                    <a:pt x="11553" y="187"/>
                    <a:pt x="11556" y="186"/>
                  </a:cubicBezTo>
                  <a:cubicBezTo>
                    <a:pt x="11581" y="178"/>
                    <a:pt x="11606" y="178"/>
                    <a:pt x="11631" y="170"/>
                  </a:cubicBezTo>
                  <a:cubicBezTo>
                    <a:pt x="11639" y="195"/>
                    <a:pt x="11656" y="211"/>
                    <a:pt x="11689" y="211"/>
                  </a:cubicBezTo>
                  <a:cubicBezTo>
                    <a:pt x="11830" y="211"/>
                    <a:pt x="11971" y="220"/>
                    <a:pt x="12112" y="236"/>
                  </a:cubicBezTo>
                  <a:cubicBezTo>
                    <a:pt x="12161" y="236"/>
                    <a:pt x="12203" y="253"/>
                    <a:pt x="12252" y="261"/>
                  </a:cubicBezTo>
                  <a:cubicBezTo>
                    <a:pt x="12112" y="261"/>
                    <a:pt x="11971" y="286"/>
                    <a:pt x="11846" y="336"/>
                  </a:cubicBezTo>
                  <a:cubicBezTo>
                    <a:pt x="11810" y="350"/>
                    <a:pt x="11819" y="404"/>
                    <a:pt x="11850" y="404"/>
                  </a:cubicBezTo>
                  <a:cubicBezTo>
                    <a:pt x="11854" y="404"/>
                    <a:pt x="11858" y="404"/>
                    <a:pt x="11863" y="402"/>
                  </a:cubicBezTo>
                  <a:cubicBezTo>
                    <a:pt x="11962" y="369"/>
                    <a:pt x="12070" y="352"/>
                    <a:pt x="12178" y="352"/>
                  </a:cubicBezTo>
                  <a:cubicBezTo>
                    <a:pt x="12178" y="369"/>
                    <a:pt x="12186" y="377"/>
                    <a:pt x="12203" y="385"/>
                  </a:cubicBezTo>
                  <a:cubicBezTo>
                    <a:pt x="12327" y="418"/>
                    <a:pt x="12435" y="468"/>
                    <a:pt x="12534" y="526"/>
                  </a:cubicBezTo>
                  <a:lnTo>
                    <a:pt x="12402" y="526"/>
                  </a:lnTo>
                  <a:cubicBezTo>
                    <a:pt x="12344" y="526"/>
                    <a:pt x="12335" y="609"/>
                    <a:pt x="12393" y="625"/>
                  </a:cubicBezTo>
                  <a:cubicBezTo>
                    <a:pt x="12402" y="634"/>
                    <a:pt x="12410" y="634"/>
                    <a:pt x="12418" y="642"/>
                  </a:cubicBezTo>
                  <a:lnTo>
                    <a:pt x="12368" y="642"/>
                  </a:lnTo>
                  <a:cubicBezTo>
                    <a:pt x="12344" y="642"/>
                    <a:pt x="12319" y="642"/>
                    <a:pt x="12302" y="650"/>
                  </a:cubicBezTo>
                  <a:cubicBezTo>
                    <a:pt x="12286" y="650"/>
                    <a:pt x="12269" y="659"/>
                    <a:pt x="12277" y="675"/>
                  </a:cubicBezTo>
                  <a:cubicBezTo>
                    <a:pt x="12277" y="683"/>
                    <a:pt x="12277" y="692"/>
                    <a:pt x="12286" y="692"/>
                  </a:cubicBezTo>
                  <a:cubicBezTo>
                    <a:pt x="12294" y="700"/>
                    <a:pt x="12302" y="700"/>
                    <a:pt x="12310" y="700"/>
                  </a:cubicBezTo>
                  <a:cubicBezTo>
                    <a:pt x="12327" y="700"/>
                    <a:pt x="12352" y="692"/>
                    <a:pt x="12377" y="692"/>
                  </a:cubicBezTo>
                  <a:cubicBezTo>
                    <a:pt x="12402" y="683"/>
                    <a:pt x="12418" y="683"/>
                    <a:pt x="12443" y="675"/>
                  </a:cubicBezTo>
                  <a:cubicBezTo>
                    <a:pt x="12451" y="667"/>
                    <a:pt x="12460" y="659"/>
                    <a:pt x="12451" y="650"/>
                  </a:cubicBezTo>
                  <a:lnTo>
                    <a:pt x="12451" y="650"/>
                  </a:lnTo>
                  <a:cubicBezTo>
                    <a:pt x="12534" y="675"/>
                    <a:pt x="12609" y="717"/>
                    <a:pt x="12683" y="758"/>
                  </a:cubicBezTo>
                  <a:cubicBezTo>
                    <a:pt x="12658" y="766"/>
                    <a:pt x="12642" y="766"/>
                    <a:pt x="12625" y="775"/>
                  </a:cubicBezTo>
                  <a:cubicBezTo>
                    <a:pt x="12584" y="783"/>
                    <a:pt x="12576" y="833"/>
                    <a:pt x="12600" y="866"/>
                  </a:cubicBezTo>
                  <a:cubicBezTo>
                    <a:pt x="12692" y="957"/>
                    <a:pt x="12774" y="1056"/>
                    <a:pt x="12857" y="1147"/>
                  </a:cubicBezTo>
                  <a:cubicBezTo>
                    <a:pt x="12882" y="1172"/>
                    <a:pt x="12899" y="1197"/>
                    <a:pt x="12924" y="1230"/>
                  </a:cubicBezTo>
                  <a:lnTo>
                    <a:pt x="12915" y="1222"/>
                  </a:lnTo>
                  <a:lnTo>
                    <a:pt x="12907" y="1222"/>
                  </a:lnTo>
                  <a:lnTo>
                    <a:pt x="12907" y="1214"/>
                  </a:lnTo>
                  <a:cubicBezTo>
                    <a:pt x="12899" y="1205"/>
                    <a:pt x="12882" y="1197"/>
                    <a:pt x="12874" y="1197"/>
                  </a:cubicBezTo>
                  <a:lnTo>
                    <a:pt x="12866" y="1189"/>
                  </a:lnTo>
                  <a:lnTo>
                    <a:pt x="12857" y="1181"/>
                  </a:lnTo>
                  <a:cubicBezTo>
                    <a:pt x="12857" y="1181"/>
                    <a:pt x="12849" y="1172"/>
                    <a:pt x="12841" y="1172"/>
                  </a:cubicBezTo>
                  <a:lnTo>
                    <a:pt x="12841" y="1164"/>
                  </a:lnTo>
                  <a:cubicBezTo>
                    <a:pt x="12829" y="1150"/>
                    <a:pt x="12814" y="1143"/>
                    <a:pt x="12801" y="1143"/>
                  </a:cubicBezTo>
                  <a:cubicBezTo>
                    <a:pt x="12775" y="1143"/>
                    <a:pt x="12752" y="1165"/>
                    <a:pt x="12758" y="1197"/>
                  </a:cubicBezTo>
                  <a:cubicBezTo>
                    <a:pt x="12758" y="1205"/>
                    <a:pt x="12766" y="1214"/>
                    <a:pt x="12766" y="1222"/>
                  </a:cubicBezTo>
                  <a:cubicBezTo>
                    <a:pt x="12725" y="1263"/>
                    <a:pt x="12750" y="1346"/>
                    <a:pt x="12774" y="1404"/>
                  </a:cubicBezTo>
                  <a:cubicBezTo>
                    <a:pt x="12774" y="1413"/>
                    <a:pt x="12766" y="1421"/>
                    <a:pt x="12766" y="1429"/>
                  </a:cubicBezTo>
                  <a:cubicBezTo>
                    <a:pt x="12758" y="1437"/>
                    <a:pt x="12750" y="1454"/>
                    <a:pt x="12750" y="1471"/>
                  </a:cubicBezTo>
                  <a:cubicBezTo>
                    <a:pt x="12758" y="1504"/>
                    <a:pt x="12783" y="1529"/>
                    <a:pt x="12791" y="1562"/>
                  </a:cubicBezTo>
                  <a:lnTo>
                    <a:pt x="12824" y="1669"/>
                  </a:lnTo>
                  <a:cubicBezTo>
                    <a:pt x="12824" y="1694"/>
                    <a:pt x="12824" y="1719"/>
                    <a:pt x="12832" y="1736"/>
                  </a:cubicBezTo>
                  <a:cubicBezTo>
                    <a:pt x="12841" y="1868"/>
                    <a:pt x="12849" y="1993"/>
                    <a:pt x="12874" y="2125"/>
                  </a:cubicBezTo>
                  <a:cubicBezTo>
                    <a:pt x="12874" y="2150"/>
                    <a:pt x="12890" y="2158"/>
                    <a:pt x="12907" y="2167"/>
                  </a:cubicBezTo>
                  <a:cubicBezTo>
                    <a:pt x="12907" y="2266"/>
                    <a:pt x="12907" y="2365"/>
                    <a:pt x="12899" y="2473"/>
                  </a:cubicBezTo>
                  <a:cubicBezTo>
                    <a:pt x="12899" y="2497"/>
                    <a:pt x="12925" y="2512"/>
                    <a:pt x="12948" y="2512"/>
                  </a:cubicBezTo>
                  <a:cubicBezTo>
                    <a:pt x="12966" y="2512"/>
                    <a:pt x="12982" y="2503"/>
                    <a:pt x="12982" y="2481"/>
                  </a:cubicBezTo>
                  <a:cubicBezTo>
                    <a:pt x="12990" y="2440"/>
                    <a:pt x="12998" y="2399"/>
                    <a:pt x="12998" y="2357"/>
                  </a:cubicBezTo>
                  <a:cubicBezTo>
                    <a:pt x="13006" y="2415"/>
                    <a:pt x="13006" y="2473"/>
                    <a:pt x="13006" y="2531"/>
                  </a:cubicBezTo>
                  <a:cubicBezTo>
                    <a:pt x="13006" y="2622"/>
                    <a:pt x="12998" y="2705"/>
                    <a:pt x="13006" y="2796"/>
                  </a:cubicBezTo>
                  <a:cubicBezTo>
                    <a:pt x="12965" y="2954"/>
                    <a:pt x="12957" y="3103"/>
                    <a:pt x="12982" y="3260"/>
                  </a:cubicBezTo>
                  <a:cubicBezTo>
                    <a:pt x="12982" y="3285"/>
                    <a:pt x="13002" y="3298"/>
                    <a:pt x="13022" y="3298"/>
                  </a:cubicBezTo>
                  <a:cubicBezTo>
                    <a:pt x="13042" y="3298"/>
                    <a:pt x="13060" y="3285"/>
                    <a:pt x="13056" y="3260"/>
                  </a:cubicBezTo>
                  <a:cubicBezTo>
                    <a:pt x="13056" y="3186"/>
                    <a:pt x="13056" y="3119"/>
                    <a:pt x="13064" y="3045"/>
                  </a:cubicBezTo>
                  <a:cubicBezTo>
                    <a:pt x="13073" y="3070"/>
                    <a:pt x="13089" y="3078"/>
                    <a:pt x="13106" y="3078"/>
                  </a:cubicBezTo>
                  <a:cubicBezTo>
                    <a:pt x="13098" y="3285"/>
                    <a:pt x="13073" y="3484"/>
                    <a:pt x="12998" y="3683"/>
                  </a:cubicBezTo>
                  <a:lnTo>
                    <a:pt x="12998" y="3699"/>
                  </a:lnTo>
                  <a:cubicBezTo>
                    <a:pt x="12965" y="3757"/>
                    <a:pt x="12932" y="3824"/>
                    <a:pt x="12899" y="3882"/>
                  </a:cubicBezTo>
                  <a:cubicBezTo>
                    <a:pt x="12890" y="3890"/>
                    <a:pt x="12882" y="3907"/>
                    <a:pt x="12866" y="3915"/>
                  </a:cubicBezTo>
                  <a:cubicBezTo>
                    <a:pt x="12824" y="3965"/>
                    <a:pt x="12783" y="4014"/>
                    <a:pt x="12733" y="4064"/>
                  </a:cubicBezTo>
                  <a:cubicBezTo>
                    <a:pt x="12667" y="4130"/>
                    <a:pt x="12592" y="4188"/>
                    <a:pt x="12509" y="4246"/>
                  </a:cubicBezTo>
                  <a:cubicBezTo>
                    <a:pt x="12493" y="4230"/>
                    <a:pt x="12476" y="4221"/>
                    <a:pt x="12460" y="4205"/>
                  </a:cubicBezTo>
                  <a:cubicBezTo>
                    <a:pt x="12484" y="4188"/>
                    <a:pt x="12501" y="4180"/>
                    <a:pt x="12518" y="4155"/>
                  </a:cubicBezTo>
                  <a:cubicBezTo>
                    <a:pt x="12534" y="4139"/>
                    <a:pt x="12518" y="4105"/>
                    <a:pt x="12501" y="4105"/>
                  </a:cubicBezTo>
                  <a:cubicBezTo>
                    <a:pt x="12487" y="4098"/>
                    <a:pt x="12473" y="4096"/>
                    <a:pt x="12459" y="4096"/>
                  </a:cubicBezTo>
                  <a:cubicBezTo>
                    <a:pt x="12440" y="4096"/>
                    <a:pt x="12421" y="4101"/>
                    <a:pt x="12402" y="4105"/>
                  </a:cubicBezTo>
                  <a:cubicBezTo>
                    <a:pt x="12377" y="4114"/>
                    <a:pt x="12344" y="4122"/>
                    <a:pt x="12319" y="4130"/>
                  </a:cubicBezTo>
                  <a:cubicBezTo>
                    <a:pt x="12286" y="4147"/>
                    <a:pt x="12269" y="4180"/>
                    <a:pt x="12286" y="4213"/>
                  </a:cubicBezTo>
                  <a:cubicBezTo>
                    <a:pt x="12277" y="4213"/>
                    <a:pt x="12269" y="4213"/>
                    <a:pt x="12269" y="4221"/>
                  </a:cubicBezTo>
                  <a:cubicBezTo>
                    <a:pt x="12269" y="4213"/>
                    <a:pt x="12269" y="4205"/>
                    <a:pt x="12252" y="4197"/>
                  </a:cubicBezTo>
                  <a:cubicBezTo>
                    <a:pt x="12194" y="4139"/>
                    <a:pt x="12120" y="4097"/>
                    <a:pt x="12037" y="4072"/>
                  </a:cubicBezTo>
                  <a:cubicBezTo>
                    <a:pt x="12004" y="4056"/>
                    <a:pt x="11962" y="4047"/>
                    <a:pt x="11921" y="4047"/>
                  </a:cubicBezTo>
                  <a:cubicBezTo>
                    <a:pt x="11900" y="4047"/>
                    <a:pt x="11877" y="4045"/>
                    <a:pt x="11856" y="4045"/>
                  </a:cubicBezTo>
                  <a:cubicBezTo>
                    <a:pt x="11834" y="4045"/>
                    <a:pt x="11813" y="4047"/>
                    <a:pt x="11797" y="4056"/>
                  </a:cubicBezTo>
                  <a:cubicBezTo>
                    <a:pt x="11772" y="4064"/>
                    <a:pt x="11764" y="4105"/>
                    <a:pt x="11797" y="4114"/>
                  </a:cubicBezTo>
                  <a:cubicBezTo>
                    <a:pt x="11830" y="4122"/>
                    <a:pt x="11871" y="4122"/>
                    <a:pt x="11904" y="4130"/>
                  </a:cubicBezTo>
                  <a:cubicBezTo>
                    <a:pt x="11938" y="4139"/>
                    <a:pt x="11979" y="4147"/>
                    <a:pt x="12012" y="4155"/>
                  </a:cubicBezTo>
                  <a:cubicBezTo>
                    <a:pt x="12087" y="4172"/>
                    <a:pt x="12153" y="4205"/>
                    <a:pt x="12211" y="4255"/>
                  </a:cubicBezTo>
                  <a:cubicBezTo>
                    <a:pt x="12215" y="4259"/>
                    <a:pt x="12219" y="4261"/>
                    <a:pt x="12223" y="4261"/>
                  </a:cubicBezTo>
                  <a:cubicBezTo>
                    <a:pt x="12228" y="4261"/>
                    <a:pt x="12232" y="4259"/>
                    <a:pt x="12236" y="4255"/>
                  </a:cubicBezTo>
                  <a:lnTo>
                    <a:pt x="12236" y="4255"/>
                  </a:lnTo>
                  <a:cubicBezTo>
                    <a:pt x="12228" y="4288"/>
                    <a:pt x="12244" y="4321"/>
                    <a:pt x="12269" y="4337"/>
                  </a:cubicBezTo>
                  <a:cubicBezTo>
                    <a:pt x="12327" y="4379"/>
                    <a:pt x="12385" y="4412"/>
                    <a:pt x="12443" y="4453"/>
                  </a:cubicBezTo>
                  <a:cubicBezTo>
                    <a:pt x="12460" y="4462"/>
                    <a:pt x="12476" y="4478"/>
                    <a:pt x="12493" y="4487"/>
                  </a:cubicBezTo>
                  <a:cubicBezTo>
                    <a:pt x="12484" y="4511"/>
                    <a:pt x="12493" y="4545"/>
                    <a:pt x="12518" y="4561"/>
                  </a:cubicBezTo>
                  <a:cubicBezTo>
                    <a:pt x="12551" y="4586"/>
                    <a:pt x="12584" y="4611"/>
                    <a:pt x="12625" y="4636"/>
                  </a:cubicBezTo>
                  <a:cubicBezTo>
                    <a:pt x="12600" y="4661"/>
                    <a:pt x="12617" y="4719"/>
                    <a:pt x="12658" y="4719"/>
                  </a:cubicBezTo>
                  <a:cubicBezTo>
                    <a:pt x="12667" y="4735"/>
                    <a:pt x="12675" y="4743"/>
                    <a:pt x="12683" y="4752"/>
                  </a:cubicBezTo>
                  <a:cubicBezTo>
                    <a:pt x="12700" y="4768"/>
                    <a:pt x="12716" y="4785"/>
                    <a:pt x="12733" y="4801"/>
                  </a:cubicBezTo>
                  <a:cubicBezTo>
                    <a:pt x="12766" y="4843"/>
                    <a:pt x="12799" y="4876"/>
                    <a:pt x="12841" y="4901"/>
                  </a:cubicBezTo>
                  <a:cubicBezTo>
                    <a:pt x="12857" y="4917"/>
                    <a:pt x="12874" y="4934"/>
                    <a:pt x="12899" y="4951"/>
                  </a:cubicBezTo>
                  <a:cubicBezTo>
                    <a:pt x="12890" y="4951"/>
                    <a:pt x="12874" y="4942"/>
                    <a:pt x="12866" y="4942"/>
                  </a:cubicBezTo>
                  <a:cubicBezTo>
                    <a:pt x="12857" y="4937"/>
                    <a:pt x="12847" y="4935"/>
                    <a:pt x="12837" y="4935"/>
                  </a:cubicBezTo>
                  <a:cubicBezTo>
                    <a:pt x="12798" y="4935"/>
                    <a:pt x="12755" y="4971"/>
                    <a:pt x="12774" y="5017"/>
                  </a:cubicBezTo>
                  <a:cubicBezTo>
                    <a:pt x="12791" y="5058"/>
                    <a:pt x="12808" y="5091"/>
                    <a:pt x="12832" y="5116"/>
                  </a:cubicBezTo>
                  <a:cubicBezTo>
                    <a:pt x="12857" y="5149"/>
                    <a:pt x="12890" y="5174"/>
                    <a:pt x="12899" y="5207"/>
                  </a:cubicBezTo>
                  <a:cubicBezTo>
                    <a:pt x="12907" y="5216"/>
                    <a:pt x="12915" y="5249"/>
                    <a:pt x="12907" y="5265"/>
                  </a:cubicBezTo>
                  <a:cubicBezTo>
                    <a:pt x="12904" y="5268"/>
                    <a:pt x="12894" y="5269"/>
                    <a:pt x="12881" y="5269"/>
                  </a:cubicBezTo>
                  <a:cubicBezTo>
                    <a:pt x="12855" y="5269"/>
                    <a:pt x="12819" y="5265"/>
                    <a:pt x="12808" y="5265"/>
                  </a:cubicBezTo>
                  <a:cubicBezTo>
                    <a:pt x="12733" y="5274"/>
                    <a:pt x="12692" y="5323"/>
                    <a:pt x="12675" y="5398"/>
                  </a:cubicBezTo>
                  <a:cubicBezTo>
                    <a:pt x="12658" y="5398"/>
                    <a:pt x="12642" y="5398"/>
                    <a:pt x="12625" y="5414"/>
                  </a:cubicBezTo>
                  <a:cubicBezTo>
                    <a:pt x="12551" y="5472"/>
                    <a:pt x="12559" y="5580"/>
                    <a:pt x="12592" y="5663"/>
                  </a:cubicBezTo>
                  <a:lnTo>
                    <a:pt x="12600" y="5680"/>
                  </a:lnTo>
                  <a:cubicBezTo>
                    <a:pt x="12518" y="5572"/>
                    <a:pt x="12435" y="5472"/>
                    <a:pt x="12352" y="5381"/>
                  </a:cubicBezTo>
                  <a:cubicBezTo>
                    <a:pt x="12339" y="5368"/>
                    <a:pt x="12323" y="5363"/>
                    <a:pt x="12308" y="5363"/>
                  </a:cubicBezTo>
                  <a:cubicBezTo>
                    <a:pt x="12266" y="5363"/>
                    <a:pt x="12228" y="5405"/>
                    <a:pt x="12252" y="5448"/>
                  </a:cubicBezTo>
                  <a:cubicBezTo>
                    <a:pt x="12335" y="5580"/>
                    <a:pt x="12435" y="5713"/>
                    <a:pt x="12534" y="5829"/>
                  </a:cubicBezTo>
                  <a:cubicBezTo>
                    <a:pt x="12534" y="5845"/>
                    <a:pt x="12534" y="5854"/>
                    <a:pt x="12542" y="5862"/>
                  </a:cubicBezTo>
                  <a:cubicBezTo>
                    <a:pt x="12551" y="5878"/>
                    <a:pt x="12567" y="5887"/>
                    <a:pt x="12584" y="5903"/>
                  </a:cubicBezTo>
                  <a:cubicBezTo>
                    <a:pt x="12526" y="5903"/>
                    <a:pt x="12493" y="5961"/>
                    <a:pt x="12534" y="6011"/>
                  </a:cubicBezTo>
                  <a:cubicBezTo>
                    <a:pt x="12592" y="6069"/>
                    <a:pt x="12650" y="6135"/>
                    <a:pt x="12708" y="6202"/>
                  </a:cubicBezTo>
                  <a:cubicBezTo>
                    <a:pt x="12692" y="6210"/>
                    <a:pt x="12675" y="6218"/>
                    <a:pt x="12658" y="6226"/>
                  </a:cubicBezTo>
                  <a:cubicBezTo>
                    <a:pt x="12634" y="6235"/>
                    <a:pt x="12625" y="6268"/>
                    <a:pt x="12625" y="6284"/>
                  </a:cubicBezTo>
                  <a:cubicBezTo>
                    <a:pt x="12650" y="6342"/>
                    <a:pt x="12675" y="6400"/>
                    <a:pt x="12692" y="6458"/>
                  </a:cubicBezTo>
                  <a:cubicBezTo>
                    <a:pt x="12658" y="6483"/>
                    <a:pt x="12642" y="6525"/>
                    <a:pt x="12634" y="6574"/>
                  </a:cubicBezTo>
                  <a:cubicBezTo>
                    <a:pt x="12634" y="6632"/>
                    <a:pt x="12658" y="6682"/>
                    <a:pt x="12692" y="6724"/>
                  </a:cubicBezTo>
                  <a:cubicBezTo>
                    <a:pt x="12658" y="6765"/>
                    <a:pt x="12642" y="6823"/>
                    <a:pt x="12667" y="6873"/>
                  </a:cubicBezTo>
                  <a:cubicBezTo>
                    <a:pt x="12692" y="6922"/>
                    <a:pt x="12733" y="6964"/>
                    <a:pt x="12766" y="7014"/>
                  </a:cubicBezTo>
                  <a:lnTo>
                    <a:pt x="12791" y="7047"/>
                  </a:lnTo>
                  <a:lnTo>
                    <a:pt x="12766" y="7055"/>
                  </a:lnTo>
                  <a:cubicBezTo>
                    <a:pt x="12725" y="7063"/>
                    <a:pt x="12708" y="7121"/>
                    <a:pt x="12741" y="7154"/>
                  </a:cubicBezTo>
                  <a:cubicBezTo>
                    <a:pt x="12799" y="7204"/>
                    <a:pt x="12849" y="7262"/>
                    <a:pt x="12890" y="7320"/>
                  </a:cubicBezTo>
                  <a:lnTo>
                    <a:pt x="12799" y="7312"/>
                  </a:lnTo>
                  <a:cubicBezTo>
                    <a:pt x="12733" y="7312"/>
                    <a:pt x="12725" y="7403"/>
                    <a:pt x="12774" y="7428"/>
                  </a:cubicBezTo>
                  <a:cubicBezTo>
                    <a:pt x="12899" y="7511"/>
                    <a:pt x="12982" y="7660"/>
                    <a:pt x="12990" y="7809"/>
                  </a:cubicBezTo>
                  <a:cubicBezTo>
                    <a:pt x="12957" y="7792"/>
                    <a:pt x="12924" y="7776"/>
                    <a:pt x="12899" y="7759"/>
                  </a:cubicBezTo>
                  <a:cubicBezTo>
                    <a:pt x="12888" y="7753"/>
                    <a:pt x="12878" y="7750"/>
                    <a:pt x="12869" y="7750"/>
                  </a:cubicBezTo>
                  <a:cubicBezTo>
                    <a:pt x="12817" y="7750"/>
                    <a:pt x="12783" y="7832"/>
                    <a:pt x="12832" y="7867"/>
                  </a:cubicBezTo>
                  <a:cubicBezTo>
                    <a:pt x="12882" y="7892"/>
                    <a:pt x="12915" y="7933"/>
                    <a:pt x="12940" y="7975"/>
                  </a:cubicBezTo>
                  <a:cubicBezTo>
                    <a:pt x="12973" y="8024"/>
                    <a:pt x="12973" y="8074"/>
                    <a:pt x="12990" y="8124"/>
                  </a:cubicBezTo>
                  <a:cubicBezTo>
                    <a:pt x="13006" y="8165"/>
                    <a:pt x="13048" y="8207"/>
                    <a:pt x="13073" y="8248"/>
                  </a:cubicBezTo>
                  <a:cubicBezTo>
                    <a:pt x="13089" y="8273"/>
                    <a:pt x="13106" y="8306"/>
                    <a:pt x="13114" y="8339"/>
                  </a:cubicBezTo>
                  <a:cubicBezTo>
                    <a:pt x="13106" y="8331"/>
                    <a:pt x="13106" y="8331"/>
                    <a:pt x="13098" y="8323"/>
                  </a:cubicBezTo>
                  <a:cubicBezTo>
                    <a:pt x="13088" y="8313"/>
                    <a:pt x="13074" y="8308"/>
                    <a:pt x="13060" y="8308"/>
                  </a:cubicBezTo>
                  <a:cubicBezTo>
                    <a:pt x="13037" y="8308"/>
                    <a:pt x="13013" y="8319"/>
                    <a:pt x="12998" y="8339"/>
                  </a:cubicBezTo>
                  <a:cubicBezTo>
                    <a:pt x="12973" y="8372"/>
                    <a:pt x="12973" y="8414"/>
                    <a:pt x="12973" y="8447"/>
                  </a:cubicBezTo>
                  <a:lnTo>
                    <a:pt x="12965" y="8447"/>
                  </a:lnTo>
                  <a:cubicBezTo>
                    <a:pt x="12924" y="8447"/>
                    <a:pt x="12924" y="8513"/>
                    <a:pt x="12965" y="8513"/>
                  </a:cubicBezTo>
                  <a:cubicBezTo>
                    <a:pt x="12973" y="8513"/>
                    <a:pt x="12982" y="8513"/>
                    <a:pt x="12990" y="8505"/>
                  </a:cubicBezTo>
                  <a:lnTo>
                    <a:pt x="13006" y="8546"/>
                  </a:lnTo>
                  <a:cubicBezTo>
                    <a:pt x="13006" y="8546"/>
                    <a:pt x="13006" y="8552"/>
                    <a:pt x="13010" y="8554"/>
                  </a:cubicBezTo>
                  <a:lnTo>
                    <a:pt x="13010" y="8554"/>
                  </a:lnTo>
                  <a:cubicBezTo>
                    <a:pt x="13004" y="8552"/>
                    <a:pt x="12998" y="8552"/>
                    <a:pt x="12991" y="8552"/>
                  </a:cubicBezTo>
                  <a:cubicBezTo>
                    <a:pt x="12967" y="8552"/>
                    <a:pt x="12944" y="8563"/>
                    <a:pt x="12932" y="8588"/>
                  </a:cubicBezTo>
                  <a:cubicBezTo>
                    <a:pt x="12907" y="8638"/>
                    <a:pt x="12932" y="8696"/>
                    <a:pt x="12973" y="8720"/>
                  </a:cubicBezTo>
                  <a:cubicBezTo>
                    <a:pt x="12990" y="8754"/>
                    <a:pt x="12998" y="8787"/>
                    <a:pt x="13015" y="8820"/>
                  </a:cubicBezTo>
                  <a:cubicBezTo>
                    <a:pt x="12973" y="8812"/>
                    <a:pt x="12940" y="8795"/>
                    <a:pt x="12907" y="8778"/>
                  </a:cubicBezTo>
                  <a:lnTo>
                    <a:pt x="12874" y="8778"/>
                  </a:lnTo>
                  <a:cubicBezTo>
                    <a:pt x="12849" y="8762"/>
                    <a:pt x="12824" y="8754"/>
                    <a:pt x="12799" y="8745"/>
                  </a:cubicBezTo>
                  <a:cubicBezTo>
                    <a:pt x="12793" y="8743"/>
                    <a:pt x="12786" y="8742"/>
                    <a:pt x="12780" y="8742"/>
                  </a:cubicBezTo>
                  <a:cubicBezTo>
                    <a:pt x="12744" y="8742"/>
                    <a:pt x="12727" y="8784"/>
                    <a:pt x="12741" y="8820"/>
                  </a:cubicBezTo>
                  <a:cubicBezTo>
                    <a:pt x="12758" y="8861"/>
                    <a:pt x="12799" y="8894"/>
                    <a:pt x="12824" y="8928"/>
                  </a:cubicBezTo>
                  <a:cubicBezTo>
                    <a:pt x="12857" y="8961"/>
                    <a:pt x="12890" y="8994"/>
                    <a:pt x="12915" y="9035"/>
                  </a:cubicBezTo>
                  <a:cubicBezTo>
                    <a:pt x="12931" y="9051"/>
                    <a:pt x="13026" y="9201"/>
                    <a:pt x="12954" y="9201"/>
                  </a:cubicBezTo>
                  <a:cubicBezTo>
                    <a:pt x="12953" y="9201"/>
                    <a:pt x="12951" y="9201"/>
                    <a:pt x="12948" y="9201"/>
                  </a:cubicBezTo>
                  <a:cubicBezTo>
                    <a:pt x="12907" y="9201"/>
                    <a:pt x="12874" y="9251"/>
                    <a:pt x="12882" y="9284"/>
                  </a:cubicBezTo>
                  <a:cubicBezTo>
                    <a:pt x="12899" y="9325"/>
                    <a:pt x="12907" y="9367"/>
                    <a:pt x="12907" y="9408"/>
                  </a:cubicBezTo>
                  <a:cubicBezTo>
                    <a:pt x="12899" y="9400"/>
                    <a:pt x="12882" y="9400"/>
                    <a:pt x="12874" y="9392"/>
                  </a:cubicBezTo>
                  <a:cubicBezTo>
                    <a:pt x="12868" y="9390"/>
                    <a:pt x="12862" y="9389"/>
                    <a:pt x="12856" y="9389"/>
                  </a:cubicBezTo>
                  <a:cubicBezTo>
                    <a:pt x="12809" y="9389"/>
                    <a:pt x="12784" y="9446"/>
                    <a:pt x="12799" y="9483"/>
                  </a:cubicBezTo>
                  <a:cubicBezTo>
                    <a:pt x="12824" y="9516"/>
                    <a:pt x="12832" y="9549"/>
                    <a:pt x="12849" y="9582"/>
                  </a:cubicBezTo>
                  <a:cubicBezTo>
                    <a:pt x="12874" y="9615"/>
                    <a:pt x="12890" y="9640"/>
                    <a:pt x="12915" y="9673"/>
                  </a:cubicBezTo>
                  <a:cubicBezTo>
                    <a:pt x="12922" y="9680"/>
                    <a:pt x="12933" y="9684"/>
                    <a:pt x="12943" y="9684"/>
                  </a:cubicBezTo>
                  <a:cubicBezTo>
                    <a:pt x="12958" y="9684"/>
                    <a:pt x="12970" y="9676"/>
                    <a:pt x="12965" y="9657"/>
                  </a:cubicBezTo>
                  <a:cubicBezTo>
                    <a:pt x="12965" y="9624"/>
                    <a:pt x="12965" y="9590"/>
                    <a:pt x="12957" y="9557"/>
                  </a:cubicBezTo>
                  <a:lnTo>
                    <a:pt x="12957" y="9557"/>
                  </a:lnTo>
                  <a:cubicBezTo>
                    <a:pt x="12964" y="9562"/>
                    <a:pt x="12972" y="9564"/>
                    <a:pt x="12979" y="9564"/>
                  </a:cubicBezTo>
                  <a:cubicBezTo>
                    <a:pt x="13010" y="9564"/>
                    <a:pt x="13033" y="9526"/>
                    <a:pt x="13040" y="9499"/>
                  </a:cubicBezTo>
                  <a:cubicBezTo>
                    <a:pt x="13048" y="9441"/>
                    <a:pt x="13040" y="9375"/>
                    <a:pt x="13031" y="9317"/>
                  </a:cubicBezTo>
                  <a:cubicBezTo>
                    <a:pt x="13056" y="9300"/>
                    <a:pt x="13081" y="9276"/>
                    <a:pt x="13098" y="9242"/>
                  </a:cubicBezTo>
                  <a:cubicBezTo>
                    <a:pt x="13098" y="9234"/>
                    <a:pt x="13106" y="9226"/>
                    <a:pt x="13106" y="9218"/>
                  </a:cubicBezTo>
                  <a:cubicBezTo>
                    <a:pt x="13114" y="9218"/>
                    <a:pt x="13122" y="9209"/>
                    <a:pt x="13122" y="9209"/>
                  </a:cubicBezTo>
                  <a:cubicBezTo>
                    <a:pt x="13156" y="9201"/>
                    <a:pt x="13180" y="9184"/>
                    <a:pt x="13214" y="9184"/>
                  </a:cubicBezTo>
                  <a:cubicBezTo>
                    <a:pt x="13288" y="9201"/>
                    <a:pt x="13363" y="9234"/>
                    <a:pt x="13437" y="9267"/>
                  </a:cubicBezTo>
                  <a:cubicBezTo>
                    <a:pt x="13396" y="9284"/>
                    <a:pt x="13363" y="9309"/>
                    <a:pt x="13338" y="9342"/>
                  </a:cubicBezTo>
                  <a:cubicBezTo>
                    <a:pt x="13293" y="9387"/>
                    <a:pt x="13330" y="9460"/>
                    <a:pt x="13387" y="9460"/>
                  </a:cubicBezTo>
                  <a:cubicBezTo>
                    <a:pt x="13392" y="9460"/>
                    <a:pt x="13398" y="9459"/>
                    <a:pt x="13404" y="9458"/>
                  </a:cubicBezTo>
                  <a:cubicBezTo>
                    <a:pt x="13434" y="9450"/>
                    <a:pt x="13464" y="9446"/>
                    <a:pt x="13493" y="9446"/>
                  </a:cubicBezTo>
                  <a:cubicBezTo>
                    <a:pt x="13647" y="9446"/>
                    <a:pt x="13797" y="9544"/>
                    <a:pt x="13901" y="9648"/>
                  </a:cubicBezTo>
                  <a:cubicBezTo>
                    <a:pt x="14009" y="9748"/>
                    <a:pt x="14100" y="9864"/>
                    <a:pt x="14208" y="9955"/>
                  </a:cubicBezTo>
                  <a:cubicBezTo>
                    <a:pt x="14183" y="10013"/>
                    <a:pt x="14191" y="10096"/>
                    <a:pt x="14241" y="10154"/>
                  </a:cubicBezTo>
                  <a:cubicBezTo>
                    <a:pt x="14291" y="10204"/>
                    <a:pt x="14365" y="10237"/>
                    <a:pt x="14423" y="10278"/>
                  </a:cubicBezTo>
                  <a:cubicBezTo>
                    <a:pt x="14498" y="10328"/>
                    <a:pt x="14572" y="10378"/>
                    <a:pt x="14647" y="10427"/>
                  </a:cubicBezTo>
                  <a:cubicBezTo>
                    <a:pt x="14672" y="10452"/>
                    <a:pt x="14697" y="10469"/>
                    <a:pt x="14713" y="10510"/>
                  </a:cubicBezTo>
                  <a:cubicBezTo>
                    <a:pt x="14730" y="10543"/>
                    <a:pt x="14730" y="10576"/>
                    <a:pt x="14738" y="10618"/>
                  </a:cubicBezTo>
                  <a:cubicBezTo>
                    <a:pt x="14755" y="10676"/>
                    <a:pt x="14788" y="10734"/>
                    <a:pt x="14813" y="10783"/>
                  </a:cubicBezTo>
                  <a:cubicBezTo>
                    <a:pt x="14837" y="10817"/>
                    <a:pt x="14854" y="10850"/>
                    <a:pt x="14871" y="10883"/>
                  </a:cubicBezTo>
                  <a:cubicBezTo>
                    <a:pt x="14788" y="10833"/>
                    <a:pt x="14697" y="10792"/>
                    <a:pt x="14605" y="10775"/>
                  </a:cubicBezTo>
                  <a:cubicBezTo>
                    <a:pt x="14598" y="10773"/>
                    <a:pt x="14591" y="10772"/>
                    <a:pt x="14585" y="10772"/>
                  </a:cubicBezTo>
                  <a:cubicBezTo>
                    <a:pt x="14523" y="10772"/>
                    <a:pt x="14488" y="10870"/>
                    <a:pt x="14556" y="10899"/>
                  </a:cubicBezTo>
                  <a:cubicBezTo>
                    <a:pt x="14688" y="10957"/>
                    <a:pt x="14829" y="11024"/>
                    <a:pt x="14945" y="11115"/>
                  </a:cubicBezTo>
                  <a:lnTo>
                    <a:pt x="14945" y="11123"/>
                  </a:lnTo>
                  <a:cubicBezTo>
                    <a:pt x="14945" y="11156"/>
                    <a:pt x="14970" y="11165"/>
                    <a:pt x="14995" y="11165"/>
                  </a:cubicBezTo>
                  <a:cubicBezTo>
                    <a:pt x="15036" y="11198"/>
                    <a:pt x="15069" y="11231"/>
                    <a:pt x="15103" y="11272"/>
                  </a:cubicBezTo>
                  <a:cubicBezTo>
                    <a:pt x="15127" y="11297"/>
                    <a:pt x="15152" y="11330"/>
                    <a:pt x="15177" y="11363"/>
                  </a:cubicBezTo>
                  <a:cubicBezTo>
                    <a:pt x="15185" y="11380"/>
                    <a:pt x="15202" y="11397"/>
                    <a:pt x="15202" y="11413"/>
                  </a:cubicBezTo>
                  <a:cubicBezTo>
                    <a:pt x="15209" y="11428"/>
                    <a:pt x="15210" y="11443"/>
                    <a:pt x="15222" y="11446"/>
                  </a:cubicBezTo>
                  <a:lnTo>
                    <a:pt x="15222" y="11446"/>
                  </a:lnTo>
                  <a:cubicBezTo>
                    <a:pt x="15220" y="11446"/>
                    <a:pt x="15218" y="11446"/>
                    <a:pt x="15216" y="11446"/>
                  </a:cubicBezTo>
                  <a:cubicBezTo>
                    <a:pt x="15162" y="11446"/>
                    <a:pt x="15113" y="11499"/>
                    <a:pt x="15144" y="11546"/>
                  </a:cubicBezTo>
                  <a:cubicBezTo>
                    <a:pt x="15235" y="11711"/>
                    <a:pt x="15335" y="11869"/>
                    <a:pt x="15426" y="12035"/>
                  </a:cubicBezTo>
                  <a:cubicBezTo>
                    <a:pt x="15467" y="12109"/>
                    <a:pt x="15500" y="12200"/>
                    <a:pt x="15558" y="12267"/>
                  </a:cubicBezTo>
                  <a:lnTo>
                    <a:pt x="15567" y="12275"/>
                  </a:lnTo>
                  <a:lnTo>
                    <a:pt x="15558" y="12275"/>
                  </a:lnTo>
                  <a:cubicBezTo>
                    <a:pt x="15542" y="12267"/>
                    <a:pt x="15517" y="12267"/>
                    <a:pt x="15500" y="12267"/>
                  </a:cubicBezTo>
                  <a:cubicBezTo>
                    <a:pt x="15451" y="12258"/>
                    <a:pt x="15401" y="12250"/>
                    <a:pt x="15351" y="12250"/>
                  </a:cubicBezTo>
                  <a:lnTo>
                    <a:pt x="15343" y="12242"/>
                  </a:lnTo>
                  <a:cubicBezTo>
                    <a:pt x="15301" y="12242"/>
                    <a:pt x="15277" y="12283"/>
                    <a:pt x="15285" y="12316"/>
                  </a:cubicBezTo>
                  <a:cubicBezTo>
                    <a:pt x="15310" y="12449"/>
                    <a:pt x="15393" y="12548"/>
                    <a:pt x="15459" y="12656"/>
                  </a:cubicBezTo>
                  <a:cubicBezTo>
                    <a:pt x="15492" y="12706"/>
                    <a:pt x="15517" y="12772"/>
                    <a:pt x="15525" y="12830"/>
                  </a:cubicBezTo>
                  <a:cubicBezTo>
                    <a:pt x="15525" y="12905"/>
                    <a:pt x="15492" y="12938"/>
                    <a:pt x="15442" y="12987"/>
                  </a:cubicBezTo>
                  <a:cubicBezTo>
                    <a:pt x="15343" y="13095"/>
                    <a:pt x="15417" y="13211"/>
                    <a:pt x="15451" y="13335"/>
                  </a:cubicBezTo>
                  <a:cubicBezTo>
                    <a:pt x="15484" y="13468"/>
                    <a:pt x="15492" y="13601"/>
                    <a:pt x="15467" y="13733"/>
                  </a:cubicBezTo>
                  <a:cubicBezTo>
                    <a:pt x="15401" y="13725"/>
                    <a:pt x="15343" y="13692"/>
                    <a:pt x="15285" y="13650"/>
                  </a:cubicBezTo>
                  <a:cubicBezTo>
                    <a:pt x="15273" y="13638"/>
                    <a:pt x="15258" y="13633"/>
                    <a:pt x="15243" y="13633"/>
                  </a:cubicBezTo>
                  <a:cubicBezTo>
                    <a:pt x="15198" y="13633"/>
                    <a:pt x="15154" y="13681"/>
                    <a:pt x="15185" y="13725"/>
                  </a:cubicBezTo>
                  <a:cubicBezTo>
                    <a:pt x="15260" y="13841"/>
                    <a:pt x="15293" y="13957"/>
                    <a:pt x="15293" y="14089"/>
                  </a:cubicBezTo>
                  <a:lnTo>
                    <a:pt x="15285" y="14081"/>
                  </a:lnTo>
                  <a:cubicBezTo>
                    <a:pt x="15268" y="14048"/>
                    <a:pt x="15252" y="14023"/>
                    <a:pt x="15235" y="13990"/>
                  </a:cubicBezTo>
                  <a:cubicBezTo>
                    <a:pt x="15214" y="13958"/>
                    <a:pt x="15187" y="13947"/>
                    <a:pt x="15161" y="13947"/>
                  </a:cubicBezTo>
                  <a:cubicBezTo>
                    <a:pt x="15146" y="13947"/>
                    <a:pt x="15131" y="13951"/>
                    <a:pt x="15119" y="13957"/>
                  </a:cubicBezTo>
                  <a:cubicBezTo>
                    <a:pt x="15069" y="13924"/>
                    <a:pt x="15028" y="13907"/>
                    <a:pt x="14978" y="13882"/>
                  </a:cubicBezTo>
                  <a:cubicBezTo>
                    <a:pt x="14973" y="13880"/>
                    <a:pt x="14968" y="13880"/>
                    <a:pt x="14963" y="13880"/>
                  </a:cubicBezTo>
                  <a:cubicBezTo>
                    <a:pt x="14921" y="13880"/>
                    <a:pt x="14893" y="13935"/>
                    <a:pt x="14937" y="13957"/>
                  </a:cubicBezTo>
                  <a:cubicBezTo>
                    <a:pt x="14978" y="13982"/>
                    <a:pt x="15020" y="14007"/>
                    <a:pt x="15061" y="14031"/>
                  </a:cubicBezTo>
                  <a:cubicBezTo>
                    <a:pt x="15061" y="14056"/>
                    <a:pt x="15069" y="14081"/>
                    <a:pt x="15086" y="14106"/>
                  </a:cubicBezTo>
                  <a:cubicBezTo>
                    <a:pt x="15202" y="14255"/>
                    <a:pt x="15202" y="14471"/>
                    <a:pt x="15136" y="14645"/>
                  </a:cubicBezTo>
                  <a:cubicBezTo>
                    <a:pt x="15061" y="14852"/>
                    <a:pt x="14895" y="15001"/>
                    <a:pt x="14705" y="15100"/>
                  </a:cubicBezTo>
                  <a:cubicBezTo>
                    <a:pt x="14498" y="15216"/>
                    <a:pt x="14274" y="15274"/>
                    <a:pt x="14050" y="15341"/>
                  </a:cubicBezTo>
                  <a:cubicBezTo>
                    <a:pt x="13785" y="15415"/>
                    <a:pt x="13528" y="15490"/>
                    <a:pt x="13263" y="15564"/>
                  </a:cubicBezTo>
                  <a:cubicBezTo>
                    <a:pt x="12219" y="15862"/>
                    <a:pt x="11159" y="16136"/>
                    <a:pt x="10090" y="16343"/>
                  </a:cubicBezTo>
                  <a:cubicBezTo>
                    <a:pt x="9029" y="16542"/>
                    <a:pt x="7952" y="16683"/>
                    <a:pt x="6867" y="16724"/>
                  </a:cubicBezTo>
                  <a:cubicBezTo>
                    <a:pt x="6622" y="16734"/>
                    <a:pt x="6377" y="16738"/>
                    <a:pt x="6131" y="16738"/>
                  </a:cubicBezTo>
                  <a:cubicBezTo>
                    <a:pt x="5297" y="16738"/>
                    <a:pt x="4461" y="16684"/>
                    <a:pt x="3636" y="16575"/>
                  </a:cubicBezTo>
                  <a:cubicBezTo>
                    <a:pt x="3097" y="16509"/>
                    <a:pt x="2567" y="16409"/>
                    <a:pt x="2045" y="16285"/>
                  </a:cubicBezTo>
                  <a:cubicBezTo>
                    <a:pt x="1780" y="16227"/>
                    <a:pt x="1514" y="16169"/>
                    <a:pt x="1258" y="16103"/>
                  </a:cubicBezTo>
                  <a:cubicBezTo>
                    <a:pt x="1061" y="16050"/>
                    <a:pt x="851" y="15976"/>
                    <a:pt x="640" y="15976"/>
                  </a:cubicBezTo>
                  <a:cubicBezTo>
                    <a:pt x="619" y="15976"/>
                    <a:pt x="599" y="15977"/>
                    <a:pt x="578" y="15978"/>
                  </a:cubicBezTo>
                  <a:cubicBezTo>
                    <a:pt x="504" y="15987"/>
                    <a:pt x="429" y="16003"/>
                    <a:pt x="363" y="16036"/>
                  </a:cubicBezTo>
                  <a:cubicBezTo>
                    <a:pt x="321" y="15937"/>
                    <a:pt x="296" y="15829"/>
                    <a:pt x="272" y="15722"/>
                  </a:cubicBezTo>
                  <a:cubicBezTo>
                    <a:pt x="272" y="15689"/>
                    <a:pt x="241" y="15667"/>
                    <a:pt x="208" y="15667"/>
                  </a:cubicBezTo>
                  <a:cubicBezTo>
                    <a:pt x="199" y="15667"/>
                    <a:pt x="189" y="15668"/>
                    <a:pt x="180" y="15672"/>
                  </a:cubicBezTo>
                  <a:lnTo>
                    <a:pt x="172" y="15672"/>
                  </a:lnTo>
                  <a:cubicBezTo>
                    <a:pt x="197" y="15539"/>
                    <a:pt x="222" y="15415"/>
                    <a:pt x="247" y="15283"/>
                  </a:cubicBezTo>
                  <a:cubicBezTo>
                    <a:pt x="263" y="15283"/>
                    <a:pt x="280" y="15266"/>
                    <a:pt x="288" y="15249"/>
                  </a:cubicBezTo>
                  <a:cubicBezTo>
                    <a:pt x="305" y="15150"/>
                    <a:pt x="313" y="15059"/>
                    <a:pt x="321" y="14959"/>
                  </a:cubicBezTo>
                  <a:cubicBezTo>
                    <a:pt x="330" y="14918"/>
                    <a:pt x="338" y="14885"/>
                    <a:pt x="346" y="14843"/>
                  </a:cubicBezTo>
                  <a:cubicBezTo>
                    <a:pt x="363" y="14761"/>
                    <a:pt x="388" y="14678"/>
                    <a:pt x="412" y="14603"/>
                  </a:cubicBezTo>
                  <a:cubicBezTo>
                    <a:pt x="418" y="14573"/>
                    <a:pt x="395" y="14555"/>
                    <a:pt x="373" y="14555"/>
                  </a:cubicBezTo>
                  <a:cubicBezTo>
                    <a:pt x="358" y="14555"/>
                    <a:pt x="344" y="14562"/>
                    <a:pt x="338" y="14578"/>
                  </a:cubicBezTo>
                  <a:cubicBezTo>
                    <a:pt x="338" y="14562"/>
                    <a:pt x="338" y="14553"/>
                    <a:pt x="338" y="14545"/>
                  </a:cubicBezTo>
                  <a:cubicBezTo>
                    <a:pt x="338" y="14520"/>
                    <a:pt x="346" y="14495"/>
                    <a:pt x="346" y="14462"/>
                  </a:cubicBezTo>
                  <a:cubicBezTo>
                    <a:pt x="363" y="14421"/>
                    <a:pt x="371" y="14379"/>
                    <a:pt x="388" y="14330"/>
                  </a:cubicBezTo>
                  <a:cubicBezTo>
                    <a:pt x="421" y="14239"/>
                    <a:pt x="470" y="14156"/>
                    <a:pt x="537" y="14081"/>
                  </a:cubicBezTo>
                  <a:cubicBezTo>
                    <a:pt x="586" y="14015"/>
                    <a:pt x="686" y="13957"/>
                    <a:pt x="719" y="13882"/>
                  </a:cubicBezTo>
                  <a:cubicBezTo>
                    <a:pt x="736" y="13833"/>
                    <a:pt x="736" y="13783"/>
                    <a:pt x="711" y="13750"/>
                  </a:cubicBezTo>
                  <a:lnTo>
                    <a:pt x="1084" y="13161"/>
                  </a:lnTo>
                  <a:cubicBezTo>
                    <a:pt x="1108" y="13137"/>
                    <a:pt x="1100" y="13112"/>
                    <a:pt x="1075" y="13087"/>
                  </a:cubicBezTo>
                  <a:cubicBezTo>
                    <a:pt x="1150" y="12979"/>
                    <a:pt x="1224" y="12880"/>
                    <a:pt x="1316" y="12780"/>
                  </a:cubicBezTo>
                  <a:cubicBezTo>
                    <a:pt x="1324" y="12805"/>
                    <a:pt x="1332" y="12838"/>
                    <a:pt x="1357" y="12863"/>
                  </a:cubicBezTo>
                  <a:cubicBezTo>
                    <a:pt x="1390" y="12909"/>
                    <a:pt x="1444" y="12934"/>
                    <a:pt x="1498" y="12934"/>
                  </a:cubicBezTo>
                  <a:cubicBezTo>
                    <a:pt x="1512" y="12934"/>
                    <a:pt x="1526" y="12933"/>
                    <a:pt x="1539" y="12929"/>
                  </a:cubicBezTo>
                  <a:cubicBezTo>
                    <a:pt x="1572" y="12921"/>
                    <a:pt x="1606" y="12896"/>
                    <a:pt x="1639" y="12880"/>
                  </a:cubicBezTo>
                  <a:cubicBezTo>
                    <a:pt x="1639" y="12954"/>
                    <a:pt x="1639" y="13029"/>
                    <a:pt x="1647" y="13112"/>
                  </a:cubicBezTo>
                  <a:cubicBezTo>
                    <a:pt x="1655" y="13195"/>
                    <a:pt x="1672" y="13286"/>
                    <a:pt x="1738" y="13352"/>
                  </a:cubicBezTo>
                  <a:cubicBezTo>
                    <a:pt x="1799" y="13421"/>
                    <a:pt x="1890" y="13452"/>
                    <a:pt x="1983" y="13452"/>
                  </a:cubicBezTo>
                  <a:cubicBezTo>
                    <a:pt x="2079" y="13452"/>
                    <a:pt x="2176" y="13419"/>
                    <a:pt x="2244" y="13360"/>
                  </a:cubicBezTo>
                  <a:cubicBezTo>
                    <a:pt x="2285" y="13335"/>
                    <a:pt x="2252" y="13286"/>
                    <a:pt x="2210" y="13277"/>
                  </a:cubicBezTo>
                  <a:cubicBezTo>
                    <a:pt x="2205" y="13277"/>
                    <a:pt x="2199" y="13277"/>
                    <a:pt x="2193" y="13277"/>
                  </a:cubicBezTo>
                  <a:cubicBezTo>
                    <a:pt x="2130" y="13277"/>
                    <a:pt x="2052" y="13297"/>
                    <a:pt x="1983" y="13297"/>
                  </a:cubicBezTo>
                  <a:cubicBezTo>
                    <a:pt x="1924" y="13297"/>
                    <a:pt x="1870" y="13282"/>
                    <a:pt x="1838" y="13228"/>
                  </a:cubicBezTo>
                  <a:cubicBezTo>
                    <a:pt x="1796" y="13170"/>
                    <a:pt x="1804" y="13087"/>
                    <a:pt x="1804" y="13021"/>
                  </a:cubicBezTo>
                  <a:cubicBezTo>
                    <a:pt x="1796" y="12938"/>
                    <a:pt x="1796" y="12855"/>
                    <a:pt x="1804" y="12772"/>
                  </a:cubicBezTo>
                  <a:cubicBezTo>
                    <a:pt x="1804" y="12731"/>
                    <a:pt x="1763" y="12689"/>
                    <a:pt x="1722" y="12689"/>
                  </a:cubicBezTo>
                  <a:cubicBezTo>
                    <a:pt x="1664" y="12689"/>
                    <a:pt x="1614" y="12714"/>
                    <a:pt x="1564" y="12747"/>
                  </a:cubicBezTo>
                  <a:cubicBezTo>
                    <a:pt x="1544" y="12763"/>
                    <a:pt x="1517" y="12781"/>
                    <a:pt x="1495" y="12781"/>
                  </a:cubicBezTo>
                  <a:cubicBezTo>
                    <a:pt x="1482" y="12781"/>
                    <a:pt x="1471" y="12774"/>
                    <a:pt x="1465" y="12755"/>
                  </a:cubicBezTo>
                  <a:cubicBezTo>
                    <a:pt x="1440" y="12697"/>
                    <a:pt x="1456" y="12639"/>
                    <a:pt x="1473" y="12590"/>
                  </a:cubicBezTo>
                  <a:cubicBezTo>
                    <a:pt x="1498" y="12515"/>
                    <a:pt x="1514" y="12441"/>
                    <a:pt x="1498" y="12358"/>
                  </a:cubicBezTo>
                  <a:cubicBezTo>
                    <a:pt x="1493" y="12328"/>
                    <a:pt x="1467" y="12313"/>
                    <a:pt x="1440" y="12313"/>
                  </a:cubicBezTo>
                  <a:cubicBezTo>
                    <a:pt x="1422" y="12313"/>
                    <a:pt x="1403" y="12320"/>
                    <a:pt x="1390" y="12333"/>
                  </a:cubicBezTo>
                  <a:cubicBezTo>
                    <a:pt x="1349" y="12374"/>
                    <a:pt x="1299" y="12407"/>
                    <a:pt x="1249" y="12424"/>
                  </a:cubicBezTo>
                  <a:cubicBezTo>
                    <a:pt x="1282" y="12349"/>
                    <a:pt x="1340" y="12275"/>
                    <a:pt x="1415" y="12225"/>
                  </a:cubicBezTo>
                  <a:cubicBezTo>
                    <a:pt x="1444" y="12204"/>
                    <a:pt x="1429" y="12164"/>
                    <a:pt x="1398" y="12164"/>
                  </a:cubicBezTo>
                  <a:cubicBezTo>
                    <a:pt x="1393" y="12164"/>
                    <a:pt x="1388" y="12165"/>
                    <a:pt x="1382" y="12167"/>
                  </a:cubicBezTo>
                  <a:cubicBezTo>
                    <a:pt x="1324" y="12200"/>
                    <a:pt x="1274" y="12233"/>
                    <a:pt x="1224" y="12283"/>
                  </a:cubicBezTo>
                  <a:cubicBezTo>
                    <a:pt x="1208" y="12225"/>
                    <a:pt x="1158" y="12184"/>
                    <a:pt x="1117" y="12134"/>
                  </a:cubicBezTo>
                  <a:cubicBezTo>
                    <a:pt x="1075" y="12084"/>
                    <a:pt x="1042" y="12026"/>
                    <a:pt x="1017" y="11968"/>
                  </a:cubicBezTo>
                  <a:cubicBezTo>
                    <a:pt x="959" y="11852"/>
                    <a:pt x="943" y="11711"/>
                    <a:pt x="951" y="11587"/>
                  </a:cubicBezTo>
                  <a:cubicBezTo>
                    <a:pt x="958" y="11536"/>
                    <a:pt x="927" y="11511"/>
                    <a:pt x="892" y="11511"/>
                  </a:cubicBezTo>
                  <a:cubicBezTo>
                    <a:pt x="887" y="11511"/>
                    <a:pt x="882" y="11512"/>
                    <a:pt x="876" y="11513"/>
                  </a:cubicBezTo>
                  <a:lnTo>
                    <a:pt x="876" y="11504"/>
                  </a:lnTo>
                  <a:cubicBezTo>
                    <a:pt x="876" y="11446"/>
                    <a:pt x="893" y="11388"/>
                    <a:pt x="901" y="11330"/>
                  </a:cubicBezTo>
                  <a:cubicBezTo>
                    <a:pt x="901" y="11308"/>
                    <a:pt x="879" y="11290"/>
                    <a:pt x="857" y="11290"/>
                  </a:cubicBezTo>
                  <a:cubicBezTo>
                    <a:pt x="846" y="11290"/>
                    <a:pt x="835" y="11294"/>
                    <a:pt x="827" y="11305"/>
                  </a:cubicBezTo>
                  <a:cubicBezTo>
                    <a:pt x="802" y="11322"/>
                    <a:pt x="785" y="11355"/>
                    <a:pt x="777" y="11380"/>
                  </a:cubicBezTo>
                  <a:cubicBezTo>
                    <a:pt x="769" y="11363"/>
                    <a:pt x="760" y="11347"/>
                    <a:pt x="752" y="11330"/>
                  </a:cubicBezTo>
                  <a:cubicBezTo>
                    <a:pt x="719" y="11264"/>
                    <a:pt x="702" y="11198"/>
                    <a:pt x="702" y="11131"/>
                  </a:cubicBezTo>
                  <a:cubicBezTo>
                    <a:pt x="694" y="10966"/>
                    <a:pt x="727" y="10800"/>
                    <a:pt x="769" y="10651"/>
                  </a:cubicBezTo>
                  <a:cubicBezTo>
                    <a:pt x="777" y="10601"/>
                    <a:pt x="744" y="10560"/>
                    <a:pt x="702" y="10551"/>
                  </a:cubicBezTo>
                  <a:cubicBezTo>
                    <a:pt x="719" y="10427"/>
                    <a:pt x="744" y="10311"/>
                    <a:pt x="769" y="10187"/>
                  </a:cubicBezTo>
                  <a:cubicBezTo>
                    <a:pt x="774" y="10155"/>
                    <a:pt x="748" y="10133"/>
                    <a:pt x="722" y="10133"/>
                  </a:cubicBezTo>
                  <a:cubicBezTo>
                    <a:pt x="708" y="10133"/>
                    <a:pt x="695" y="10139"/>
                    <a:pt x="686" y="10154"/>
                  </a:cubicBezTo>
                  <a:cubicBezTo>
                    <a:pt x="661" y="10195"/>
                    <a:pt x="636" y="10228"/>
                    <a:pt x="620" y="10270"/>
                  </a:cubicBezTo>
                  <a:lnTo>
                    <a:pt x="620" y="10262"/>
                  </a:lnTo>
                  <a:cubicBezTo>
                    <a:pt x="595" y="10212"/>
                    <a:pt x="570" y="10146"/>
                    <a:pt x="528" y="10104"/>
                  </a:cubicBezTo>
                  <a:cubicBezTo>
                    <a:pt x="520" y="10096"/>
                    <a:pt x="512" y="10096"/>
                    <a:pt x="504" y="10088"/>
                  </a:cubicBezTo>
                  <a:lnTo>
                    <a:pt x="495" y="10088"/>
                  </a:lnTo>
                  <a:lnTo>
                    <a:pt x="495" y="10079"/>
                  </a:lnTo>
                  <a:cubicBezTo>
                    <a:pt x="504" y="10054"/>
                    <a:pt x="495" y="10021"/>
                    <a:pt x="504" y="9996"/>
                  </a:cubicBezTo>
                  <a:cubicBezTo>
                    <a:pt x="512" y="9930"/>
                    <a:pt x="520" y="9864"/>
                    <a:pt x="537" y="9798"/>
                  </a:cubicBezTo>
                  <a:cubicBezTo>
                    <a:pt x="545" y="9764"/>
                    <a:pt x="528" y="9731"/>
                    <a:pt x="512" y="9715"/>
                  </a:cubicBezTo>
                  <a:cubicBezTo>
                    <a:pt x="545" y="9607"/>
                    <a:pt x="595" y="9508"/>
                    <a:pt x="636" y="9400"/>
                  </a:cubicBezTo>
                  <a:cubicBezTo>
                    <a:pt x="648" y="9376"/>
                    <a:pt x="622" y="9353"/>
                    <a:pt x="598" y="9353"/>
                  </a:cubicBezTo>
                  <a:cubicBezTo>
                    <a:pt x="587" y="9353"/>
                    <a:pt x="577" y="9357"/>
                    <a:pt x="570" y="9367"/>
                  </a:cubicBezTo>
                  <a:cubicBezTo>
                    <a:pt x="545" y="9400"/>
                    <a:pt x="520" y="9433"/>
                    <a:pt x="495" y="9466"/>
                  </a:cubicBezTo>
                  <a:cubicBezTo>
                    <a:pt x="462" y="9425"/>
                    <a:pt x="429" y="9383"/>
                    <a:pt x="412" y="9334"/>
                  </a:cubicBezTo>
                  <a:cubicBezTo>
                    <a:pt x="379" y="9251"/>
                    <a:pt x="379" y="9168"/>
                    <a:pt x="388" y="9085"/>
                  </a:cubicBezTo>
                  <a:cubicBezTo>
                    <a:pt x="404" y="8911"/>
                    <a:pt x="487" y="8737"/>
                    <a:pt x="570" y="8588"/>
                  </a:cubicBezTo>
                  <a:cubicBezTo>
                    <a:pt x="595" y="8538"/>
                    <a:pt x="562" y="8497"/>
                    <a:pt x="512" y="8497"/>
                  </a:cubicBezTo>
                  <a:cubicBezTo>
                    <a:pt x="537" y="8389"/>
                    <a:pt x="570" y="8290"/>
                    <a:pt x="620" y="8190"/>
                  </a:cubicBezTo>
                  <a:cubicBezTo>
                    <a:pt x="643" y="8144"/>
                    <a:pt x="609" y="8098"/>
                    <a:pt x="564" y="8098"/>
                  </a:cubicBezTo>
                  <a:cubicBezTo>
                    <a:pt x="561" y="8098"/>
                    <a:pt x="557" y="8098"/>
                    <a:pt x="553" y="8099"/>
                  </a:cubicBezTo>
                  <a:lnTo>
                    <a:pt x="537" y="8107"/>
                  </a:lnTo>
                  <a:cubicBezTo>
                    <a:pt x="553" y="8066"/>
                    <a:pt x="578" y="8024"/>
                    <a:pt x="603" y="7983"/>
                  </a:cubicBezTo>
                  <a:cubicBezTo>
                    <a:pt x="636" y="7925"/>
                    <a:pt x="702" y="7867"/>
                    <a:pt x="736" y="7809"/>
                  </a:cubicBezTo>
                  <a:cubicBezTo>
                    <a:pt x="751" y="7786"/>
                    <a:pt x="731" y="7750"/>
                    <a:pt x="703" y="7750"/>
                  </a:cubicBezTo>
                  <a:cubicBezTo>
                    <a:pt x="700" y="7750"/>
                    <a:pt x="697" y="7750"/>
                    <a:pt x="694" y="7751"/>
                  </a:cubicBezTo>
                  <a:cubicBezTo>
                    <a:pt x="562" y="7801"/>
                    <a:pt x="470" y="7950"/>
                    <a:pt x="421" y="8091"/>
                  </a:cubicBezTo>
                  <a:lnTo>
                    <a:pt x="363" y="8091"/>
                  </a:lnTo>
                  <a:cubicBezTo>
                    <a:pt x="371" y="7917"/>
                    <a:pt x="379" y="7743"/>
                    <a:pt x="412" y="7577"/>
                  </a:cubicBezTo>
                  <a:cubicBezTo>
                    <a:pt x="424" y="7529"/>
                    <a:pt x="389" y="7494"/>
                    <a:pt x="349" y="7494"/>
                  </a:cubicBezTo>
                  <a:cubicBezTo>
                    <a:pt x="334" y="7494"/>
                    <a:pt x="319" y="7499"/>
                    <a:pt x="305" y="7511"/>
                  </a:cubicBezTo>
                  <a:lnTo>
                    <a:pt x="230" y="7577"/>
                  </a:lnTo>
                  <a:cubicBezTo>
                    <a:pt x="247" y="7544"/>
                    <a:pt x="272" y="7511"/>
                    <a:pt x="288" y="7486"/>
                  </a:cubicBezTo>
                  <a:cubicBezTo>
                    <a:pt x="346" y="7403"/>
                    <a:pt x="404" y="7328"/>
                    <a:pt x="462" y="7246"/>
                  </a:cubicBezTo>
                  <a:cubicBezTo>
                    <a:pt x="562" y="7121"/>
                    <a:pt x="669" y="6997"/>
                    <a:pt x="785" y="6889"/>
                  </a:cubicBezTo>
                  <a:cubicBezTo>
                    <a:pt x="835" y="6889"/>
                    <a:pt x="876" y="6864"/>
                    <a:pt x="910" y="6823"/>
                  </a:cubicBezTo>
                  <a:cubicBezTo>
                    <a:pt x="910" y="6815"/>
                    <a:pt x="918" y="6806"/>
                    <a:pt x="918" y="6798"/>
                  </a:cubicBezTo>
                  <a:lnTo>
                    <a:pt x="934" y="6773"/>
                  </a:lnTo>
                  <a:lnTo>
                    <a:pt x="934" y="6765"/>
                  </a:lnTo>
                  <a:cubicBezTo>
                    <a:pt x="943" y="6748"/>
                    <a:pt x="951" y="6740"/>
                    <a:pt x="959" y="6724"/>
                  </a:cubicBezTo>
                  <a:cubicBezTo>
                    <a:pt x="984" y="6699"/>
                    <a:pt x="968" y="6666"/>
                    <a:pt x="934" y="6666"/>
                  </a:cubicBezTo>
                  <a:cubicBezTo>
                    <a:pt x="930" y="6664"/>
                    <a:pt x="926" y="6664"/>
                    <a:pt x="921" y="6664"/>
                  </a:cubicBezTo>
                  <a:cubicBezTo>
                    <a:pt x="893" y="6664"/>
                    <a:pt x="865" y="6686"/>
                    <a:pt x="843" y="6707"/>
                  </a:cubicBezTo>
                  <a:cubicBezTo>
                    <a:pt x="843" y="6699"/>
                    <a:pt x="843" y="6690"/>
                    <a:pt x="843" y="6682"/>
                  </a:cubicBezTo>
                  <a:cubicBezTo>
                    <a:pt x="831" y="6653"/>
                    <a:pt x="803" y="6627"/>
                    <a:pt x="775" y="6627"/>
                  </a:cubicBezTo>
                  <a:cubicBezTo>
                    <a:pt x="764" y="6627"/>
                    <a:pt x="753" y="6631"/>
                    <a:pt x="744" y="6641"/>
                  </a:cubicBezTo>
                  <a:cubicBezTo>
                    <a:pt x="694" y="6666"/>
                    <a:pt x="653" y="6699"/>
                    <a:pt x="611" y="6732"/>
                  </a:cubicBezTo>
                  <a:lnTo>
                    <a:pt x="595" y="6748"/>
                  </a:lnTo>
                  <a:cubicBezTo>
                    <a:pt x="595" y="6724"/>
                    <a:pt x="603" y="6707"/>
                    <a:pt x="603" y="6690"/>
                  </a:cubicBezTo>
                  <a:cubicBezTo>
                    <a:pt x="628" y="6632"/>
                    <a:pt x="653" y="6574"/>
                    <a:pt x="694" y="6525"/>
                  </a:cubicBezTo>
                  <a:cubicBezTo>
                    <a:pt x="711" y="6508"/>
                    <a:pt x="711" y="6483"/>
                    <a:pt x="694" y="6458"/>
                  </a:cubicBezTo>
                  <a:lnTo>
                    <a:pt x="686" y="6458"/>
                  </a:lnTo>
                  <a:cubicBezTo>
                    <a:pt x="719" y="6434"/>
                    <a:pt x="744" y="6400"/>
                    <a:pt x="769" y="6367"/>
                  </a:cubicBezTo>
                  <a:cubicBezTo>
                    <a:pt x="785" y="6342"/>
                    <a:pt x="760" y="6301"/>
                    <a:pt x="727" y="6301"/>
                  </a:cubicBezTo>
                  <a:cubicBezTo>
                    <a:pt x="636" y="6301"/>
                    <a:pt x="545" y="6367"/>
                    <a:pt x="470" y="6417"/>
                  </a:cubicBezTo>
                  <a:cubicBezTo>
                    <a:pt x="437" y="6434"/>
                    <a:pt x="404" y="6458"/>
                    <a:pt x="371" y="6475"/>
                  </a:cubicBezTo>
                  <a:cubicBezTo>
                    <a:pt x="429" y="6326"/>
                    <a:pt x="512" y="6185"/>
                    <a:pt x="603" y="6061"/>
                  </a:cubicBezTo>
                  <a:cubicBezTo>
                    <a:pt x="640" y="6009"/>
                    <a:pt x="591" y="5950"/>
                    <a:pt x="539" y="5950"/>
                  </a:cubicBezTo>
                  <a:cubicBezTo>
                    <a:pt x="533" y="5950"/>
                    <a:pt x="526" y="5951"/>
                    <a:pt x="520" y="5953"/>
                  </a:cubicBezTo>
                  <a:cubicBezTo>
                    <a:pt x="454" y="5961"/>
                    <a:pt x="396" y="5994"/>
                    <a:pt x="346" y="6036"/>
                  </a:cubicBezTo>
                  <a:cubicBezTo>
                    <a:pt x="321" y="6052"/>
                    <a:pt x="288" y="6069"/>
                    <a:pt x="255" y="6086"/>
                  </a:cubicBezTo>
                  <a:cubicBezTo>
                    <a:pt x="296" y="5928"/>
                    <a:pt x="388" y="5779"/>
                    <a:pt x="504" y="5663"/>
                  </a:cubicBezTo>
                  <a:cubicBezTo>
                    <a:pt x="537" y="5646"/>
                    <a:pt x="570" y="5630"/>
                    <a:pt x="603" y="5613"/>
                  </a:cubicBezTo>
                  <a:cubicBezTo>
                    <a:pt x="661" y="5588"/>
                    <a:pt x="727" y="5564"/>
                    <a:pt x="785" y="5530"/>
                  </a:cubicBezTo>
                  <a:cubicBezTo>
                    <a:pt x="818" y="5514"/>
                    <a:pt x="843" y="5497"/>
                    <a:pt x="868" y="5472"/>
                  </a:cubicBezTo>
                  <a:cubicBezTo>
                    <a:pt x="901" y="5431"/>
                    <a:pt x="918" y="5365"/>
                    <a:pt x="876" y="5323"/>
                  </a:cubicBezTo>
                  <a:cubicBezTo>
                    <a:pt x="864" y="5305"/>
                    <a:pt x="842" y="5295"/>
                    <a:pt x="818" y="5295"/>
                  </a:cubicBezTo>
                  <a:cubicBezTo>
                    <a:pt x="810" y="5295"/>
                    <a:pt x="802" y="5296"/>
                    <a:pt x="794" y="5299"/>
                  </a:cubicBezTo>
                  <a:cubicBezTo>
                    <a:pt x="752" y="5282"/>
                    <a:pt x="702" y="5282"/>
                    <a:pt x="669" y="5282"/>
                  </a:cubicBezTo>
                  <a:cubicBezTo>
                    <a:pt x="595" y="5282"/>
                    <a:pt x="528" y="5290"/>
                    <a:pt x="462" y="5315"/>
                  </a:cubicBezTo>
                  <a:cubicBezTo>
                    <a:pt x="396" y="5332"/>
                    <a:pt x="338" y="5365"/>
                    <a:pt x="272" y="5390"/>
                  </a:cubicBezTo>
                  <a:cubicBezTo>
                    <a:pt x="263" y="5398"/>
                    <a:pt x="247" y="5398"/>
                    <a:pt x="230" y="5406"/>
                  </a:cubicBezTo>
                  <a:cubicBezTo>
                    <a:pt x="238" y="5398"/>
                    <a:pt x="247" y="5381"/>
                    <a:pt x="255" y="5373"/>
                  </a:cubicBezTo>
                  <a:cubicBezTo>
                    <a:pt x="288" y="5323"/>
                    <a:pt x="321" y="5282"/>
                    <a:pt x="363" y="5241"/>
                  </a:cubicBezTo>
                  <a:cubicBezTo>
                    <a:pt x="429" y="5158"/>
                    <a:pt x="504" y="5083"/>
                    <a:pt x="586" y="5025"/>
                  </a:cubicBezTo>
                  <a:cubicBezTo>
                    <a:pt x="624" y="5029"/>
                    <a:pt x="659" y="5031"/>
                    <a:pt x="694" y="5031"/>
                  </a:cubicBezTo>
                  <a:cubicBezTo>
                    <a:pt x="729" y="5031"/>
                    <a:pt x="765" y="5029"/>
                    <a:pt x="802" y="5025"/>
                  </a:cubicBezTo>
                  <a:cubicBezTo>
                    <a:pt x="852" y="5025"/>
                    <a:pt x="860" y="4959"/>
                    <a:pt x="818" y="4942"/>
                  </a:cubicBezTo>
                  <a:cubicBezTo>
                    <a:pt x="818" y="4901"/>
                    <a:pt x="802" y="4868"/>
                    <a:pt x="769" y="4859"/>
                  </a:cubicBezTo>
                  <a:cubicBezTo>
                    <a:pt x="736" y="4851"/>
                    <a:pt x="702" y="4843"/>
                    <a:pt x="669" y="4835"/>
                  </a:cubicBezTo>
                  <a:cubicBezTo>
                    <a:pt x="653" y="4826"/>
                    <a:pt x="636" y="4826"/>
                    <a:pt x="620" y="4818"/>
                  </a:cubicBezTo>
                  <a:cubicBezTo>
                    <a:pt x="611" y="4818"/>
                    <a:pt x="603" y="4810"/>
                    <a:pt x="595" y="4810"/>
                  </a:cubicBezTo>
                  <a:lnTo>
                    <a:pt x="586" y="4801"/>
                  </a:lnTo>
                  <a:cubicBezTo>
                    <a:pt x="553" y="4785"/>
                    <a:pt x="520" y="4777"/>
                    <a:pt x="495" y="4760"/>
                  </a:cubicBezTo>
                  <a:cubicBezTo>
                    <a:pt x="504" y="4752"/>
                    <a:pt x="512" y="4743"/>
                    <a:pt x="520" y="4743"/>
                  </a:cubicBezTo>
                  <a:cubicBezTo>
                    <a:pt x="553" y="4735"/>
                    <a:pt x="586" y="4719"/>
                    <a:pt x="620" y="4710"/>
                  </a:cubicBezTo>
                  <a:cubicBezTo>
                    <a:pt x="628" y="4702"/>
                    <a:pt x="644" y="4702"/>
                    <a:pt x="661" y="4694"/>
                  </a:cubicBezTo>
                  <a:cubicBezTo>
                    <a:pt x="678" y="4702"/>
                    <a:pt x="702" y="4710"/>
                    <a:pt x="719" y="4710"/>
                  </a:cubicBezTo>
                  <a:cubicBezTo>
                    <a:pt x="727" y="4714"/>
                    <a:pt x="738" y="4716"/>
                    <a:pt x="748" y="4716"/>
                  </a:cubicBezTo>
                  <a:cubicBezTo>
                    <a:pt x="758" y="4716"/>
                    <a:pt x="769" y="4714"/>
                    <a:pt x="777" y="4710"/>
                  </a:cubicBezTo>
                  <a:cubicBezTo>
                    <a:pt x="785" y="4710"/>
                    <a:pt x="794" y="4710"/>
                    <a:pt x="794" y="4702"/>
                  </a:cubicBezTo>
                  <a:cubicBezTo>
                    <a:pt x="810" y="4694"/>
                    <a:pt x="810" y="4694"/>
                    <a:pt x="810" y="4694"/>
                  </a:cubicBezTo>
                  <a:cubicBezTo>
                    <a:pt x="827" y="4677"/>
                    <a:pt x="843" y="4652"/>
                    <a:pt x="827" y="4627"/>
                  </a:cubicBezTo>
                  <a:cubicBezTo>
                    <a:pt x="843" y="4611"/>
                    <a:pt x="843" y="4578"/>
                    <a:pt x="810" y="4569"/>
                  </a:cubicBezTo>
                  <a:cubicBezTo>
                    <a:pt x="793" y="4564"/>
                    <a:pt x="779" y="4558"/>
                    <a:pt x="764" y="4558"/>
                  </a:cubicBezTo>
                  <a:cubicBezTo>
                    <a:pt x="758" y="4558"/>
                    <a:pt x="751" y="4559"/>
                    <a:pt x="744" y="4561"/>
                  </a:cubicBezTo>
                  <a:lnTo>
                    <a:pt x="736" y="4553"/>
                  </a:lnTo>
                  <a:lnTo>
                    <a:pt x="727" y="4553"/>
                  </a:lnTo>
                  <a:cubicBezTo>
                    <a:pt x="694" y="4536"/>
                    <a:pt x="661" y="4520"/>
                    <a:pt x="628" y="4503"/>
                  </a:cubicBezTo>
                  <a:cubicBezTo>
                    <a:pt x="562" y="4462"/>
                    <a:pt x="504" y="4429"/>
                    <a:pt x="454" y="4371"/>
                  </a:cubicBezTo>
                  <a:cubicBezTo>
                    <a:pt x="470" y="4362"/>
                    <a:pt x="487" y="4354"/>
                    <a:pt x="495" y="4329"/>
                  </a:cubicBezTo>
                  <a:cubicBezTo>
                    <a:pt x="512" y="4271"/>
                    <a:pt x="487" y="4221"/>
                    <a:pt x="462" y="4172"/>
                  </a:cubicBezTo>
                  <a:cubicBezTo>
                    <a:pt x="446" y="4122"/>
                    <a:pt x="421" y="4072"/>
                    <a:pt x="404" y="4023"/>
                  </a:cubicBezTo>
                  <a:cubicBezTo>
                    <a:pt x="363" y="3923"/>
                    <a:pt x="321" y="3815"/>
                    <a:pt x="305" y="3699"/>
                  </a:cubicBezTo>
                  <a:cubicBezTo>
                    <a:pt x="280" y="3600"/>
                    <a:pt x="272" y="3492"/>
                    <a:pt x="288" y="3393"/>
                  </a:cubicBezTo>
                  <a:cubicBezTo>
                    <a:pt x="296" y="3385"/>
                    <a:pt x="296" y="3376"/>
                    <a:pt x="296" y="3368"/>
                  </a:cubicBezTo>
                  <a:cubicBezTo>
                    <a:pt x="301" y="3360"/>
                    <a:pt x="301" y="3358"/>
                    <a:pt x="301" y="3358"/>
                  </a:cubicBezTo>
                  <a:cubicBezTo>
                    <a:pt x="301" y="3358"/>
                    <a:pt x="301" y="3360"/>
                    <a:pt x="305" y="3360"/>
                  </a:cubicBezTo>
                  <a:cubicBezTo>
                    <a:pt x="313" y="3351"/>
                    <a:pt x="354" y="3351"/>
                    <a:pt x="371" y="3351"/>
                  </a:cubicBezTo>
                  <a:lnTo>
                    <a:pt x="487" y="3351"/>
                  </a:lnTo>
                  <a:cubicBezTo>
                    <a:pt x="504" y="3401"/>
                    <a:pt x="528" y="3467"/>
                    <a:pt x="553" y="3517"/>
                  </a:cubicBezTo>
                  <a:cubicBezTo>
                    <a:pt x="561" y="3529"/>
                    <a:pt x="578" y="3535"/>
                    <a:pt x="593" y="3535"/>
                  </a:cubicBezTo>
                  <a:cubicBezTo>
                    <a:pt x="611" y="3535"/>
                    <a:pt x="628" y="3527"/>
                    <a:pt x="628" y="3509"/>
                  </a:cubicBezTo>
                  <a:cubicBezTo>
                    <a:pt x="644" y="3418"/>
                    <a:pt x="620" y="3327"/>
                    <a:pt x="595" y="3244"/>
                  </a:cubicBezTo>
                  <a:cubicBezTo>
                    <a:pt x="570" y="3153"/>
                    <a:pt x="537" y="3061"/>
                    <a:pt x="504" y="2979"/>
                  </a:cubicBezTo>
                  <a:cubicBezTo>
                    <a:pt x="487" y="2937"/>
                    <a:pt x="470" y="2896"/>
                    <a:pt x="454" y="2854"/>
                  </a:cubicBezTo>
                  <a:cubicBezTo>
                    <a:pt x="437" y="2821"/>
                    <a:pt x="412" y="2780"/>
                    <a:pt x="412" y="2738"/>
                  </a:cubicBezTo>
                  <a:cubicBezTo>
                    <a:pt x="412" y="2703"/>
                    <a:pt x="433" y="2664"/>
                    <a:pt x="459" y="2664"/>
                  </a:cubicBezTo>
                  <a:cubicBezTo>
                    <a:pt x="471" y="2664"/>
                    <a:pt x="483" y="2671"/>
                    <a:pt x="495" y="2689"/>
                  </a:cubicBezTo>
                  <a:cubicBezTo>
                    <a:pt x="504" y="2702"/>
                    <a:pt x="519" y="2708"/>
                    <a:pt x="534" y="2708"/>
                  </a:cubicBezTo>
                  <a:cubicBezTo>
                    <a:pt x="546" y="2708"/>
                    <a:pt x="559" y="2704"/>
                    <a:pt x="570" y="2697"/>
                  </a:cubicBezTo>
                  <a:cubicBezTo>
                    <a:pt x="570" y="2730"/>
                    <a:pt x="578" y="2763"/>
                    <a:pt x="595" y="2796"/>
                  </a:cubicBezTo>
                  <a:cubicBezTo>
                    <a:pt x="602" y="2807"/>
                    <a:pt x="613" y="2811"/>
                    <a:pt x="624" y="2811"/>
                  </a:cubicBezTo>
                  <a:cubicBezTo>
                    <a:pt x="640" y="2811"/>
                    <a:pt x="656" y="2802"/>
                    <a:pt x="661" y="2788"/>
                  </a:cubicBezTo>
                  <a:cubicBezTo>
                    <a:pt x="694" y="2680"/>
                    <a:pt x="678" y="2556"/>
                    <a:pt x="678" y="2448"/>
                  </a:cubicBezTo>
                  <a:cubicBezTo>
                    <a:pt x="678" y="2332"/>
                    <a:pt x="686" y="2216"/>
                    <a:pt x="702" y="2100"/>
                  </a:cubicBezTo>
                  <a:cubicBezTo>
                    <a:pt x="711" y="1984"/>
                    <a:pt x="727" y="1860"/>
                    <a:pt x="752" y="1744"/>
                  </a:cubicBezTo>
                  <a:cubicBezTo>
                    <a:pt x="760" y="1711"/>
                    <a:pt x="760" y="1645"/>
                    <a:pt x="785" y="1620"/>
                  </a:cubicBezTo>
                  <a:cubicBezTo>
                    <a:pt x="794" y="1611"/>
                    <a:pt x="803" y="1607"/>
                    <a:pt x="811" y="1607"/>
                  </a:cubicBezTo>
                  <a:cubicBezTo>
                    <a:pt x="826" y="1607"/>
                    <a:pt x="841" y="1620"/>
                    <a:pt x="852" y="1636"/>
                  </a:cubicBezTo>
                  <a:cubicBezTo>
                    <a:pt x="843" y="1686"/>
                    <a:pt x="843" y="1727"/>
                    <a:pt x="843" y="1777"/>
                  </a:cubicBezTo>
                  <a:cubicBezTo>
                    <a:pt x="843" y="1852"/>
                    <a:pt x="843" y="1935"/>
                    <a:pt x="868" y="2009"/>
                  </a:cubicBezTo>
                  <a:cubicBezTo>
                    <a:pt x="876" y="2026"/>
                    <a:pt x="891" y="2034"/>
                    <a:pt x="904" y="2034"/>
                  </a:cubicBezTo>
                  <a:cubicBezTo>
                    <a:pt x="918" y="2034"/>
                    <a:pt x="930" y="2026"/>
                    <a:pt x="934" y="2009"/>
                  </a:cubicBezTo>
                  <a:cubicBezTo>
                    <a:pt x="959" y="1951"/>
                    <a:pt x="959" y="1877"/>
                    <a:pt x="968" y="1810"/>
                  </a:cubicBezTo>
                  <a:cubicBezTo>
                    <a:pt x="976" y="1744"/>
                    <a:pt x="984" y="1669"/>
                    <a:pt x="984" y="1595"/>
                  </a:cubicBezTo>
                  <a:cubicBezTo>
                    <a:pt x="1001" y="1446"/>
                    <a:pt x="1017" y="1297"/>
                    <a:pt x="1042" y="1147"/>
                  </a:cubicBezTo>
                  <a:cubicBezTo>
                    <a:pt x="1050" y="1073"/>
                    <a:pt x="1067" y="1007"/>
                    <a:pt x="1084" y="932"/>
                  </a:cubicBezTo>
                  <a:lnTo>
                    <a:pt x="1100" y="824"/>
                  </a:lnTo>
                  <a:cubicBezTo>
                    <a:pt x="1108" y="799"/>
                    <a:pt x="1108" y="758"/>
                    <a:pt x="1133" y="733"/>
                  </a:cubicBezTo>
                  <a:cubicBezTo>
                    <a:pt x="1142" y="717"/>
                    <a:pt x="1166" y="708"/>
                    <a:pt x="1183" y="700"/>
                  </a:cubicBezTo>
                  <a:lnTo>
                    <a:pt x="1183" y="700"/>
                  </a:lnTo>
                  <a:cubicBezTo>
                    <a:pt x="1175" y="783"/>
                    <a:pt x="1200" y="866"/>
                    <a:pt x="1233" y="940"/>
                  </a:cubicBezTo>
                  <a:cubicBezTo>
                    <a:pt x="1245" y="959"/>
                    <a:pt x="1265" y="967"/>
                    <a:pt x="1286" y="967"/>
                  </a:cubicBezTo>
                  <a:cubicBezTo>
                    <a:pt x="1320" y="967"/>
                    <a:pt x="1354" y="944"/>
                    <a:pt x="1349" y="907"/>
                  </a:cubicBezTo>
                  <a:cubicBezTo>
                    <a:pt x="1340" y="833"/>
                    <a:pt x="1324" y="733"/>
                    <a:pt x="1349" y="667"/>
                  </a:cubicBezTo>
                  <a:cubicBezTo>
                    <a:pt x="1365" y="659"/>
                    <a:pt x="1382" y="650"/>
                    <a:pt x="1390" y="634"/>
                  </a:cubicBezTo>
                  <a:cubicBezTo>
                    <a:pt x="1398" y="625"/>
                    <a:pt x="1398" y="617"/>
                    <a:pt x="1398" y="609"/>
                  </a:cubicBezTo>
                  <a:cubicBezTo>
                    <a:pt x="1407" y="601"/>
                    <a:pt x="1423" y="592"/>
                    <a:pt x="1432" y="592"/>
                  </a:cubicBezTo>
                  <a:cubicBezTo>
                    <a:pt x="1465" y="580"/>
                    <a:pt x="1498" y="576"/>
                    <a:pt x="1531" y="576"/>
                  </a:cubicBezTo>
                  <a:cubicBezTo>
                    <a:pt x="1564" y="576"/>
                    <a:pt x="1597" y="580"/>
                    <a:pt x="1630" y="584"/>
                  </a:cubicBezTo>
                  <a:cubicBezTo>
                    <a:pt x="1713" y="592"/>
                    <a:pt x="1788" y="601"/>
                    <a:pt x="1871" y="617"/>
                  </a:cubicBezTo>
                  <a:cubicBezTo>
                    <a:pt x="2028" y="642"/>
                    <a:pt x="2186" y="667"/>
                    <a:pt x="2335" y="700"/>
                  </a:cubicBezTo>
                  <a:cubicBezTo>
                    <a:pt x="2318" y="725"/>
                    <a:pt x="2326" y="750"/>
                    <a:pt x="2351" y="758"/>
                  </a:cubicBezTo>
                  <a:cubicBezTo>
                    <a:pt x="2411" y="773"/>
                    <a:pt x="2474" y="776"/>
                    <a:pt x="2536" y="776"/>
                  </a:cubicBezTo>
                  <a:cubicBezTo>
                    <a:pt x="2577" y="776"/>
                    <a:pt x="2618" y="775"/>
                    <a:pt x="2658" y="775"/>
                  </a:cubicBezTo>
                  <a:cubicBezTo>
                    <a:pt x="2732" y="799"/>
                    <a:pt x="2799" y="816"/>
                    <a:pt x="2873" y="833"/>
                  </a:cubicBezTo>
                  <a:cubicBezTo>
                    <a:pt x="2876" y="834"/>
                    <a:pt x="2880" y="835"/>
                    <a:pt x="2883" y="835"/>
                  </a:cubicBezTo>
                  <a:cubicBezTo>
                    <a:pt x="2898" y="835"/>
                    <a:pt x="2916" y="821"/>
                    <a:pt x="2923" y="808"/>
                  </a:cubicBezTo>
                  <a:cubicBezTo>
                    <a:pt x="2940" y="808"/>
                    <a:pt x="2956" y="808"/>
                    <a:pt x="2981" y="816"/>
                  </a:cubicBezTo>
                  <a:cubicBezTo>
                    <a:pt x="3188" y="849"/>
                    <a:pt x="3395" y="907"/>
                    <a:pt x="3586" y="990"/>
                  </a:cubicBezTo>
                  <a:cubicBezTo>
                    <a:pt x="3593" y="993"/>
                    <a:pt x="3600" y="995"/>
                    <a:pt x="3607" y="995"/>
                  </a:cubicBezTo>
                  <a:cubicBezTo>
                    <a:pt x="3655" y="995"/>
                    <a:pt x="3690" y="927"/>
                    <a:pt x="3669" y="891"/>
                  </a:cubicBezTo>
                  <a:cubicBezTo>
                    <a:pt x="3644" y="849"/>
                    <a:pt x="3627" y="816"/>
                    <a:pt x="3602" y="791"/>
                  </a:cubicBezTo>
                  <a:lnTo>
                    <a:pt x="3602" y="791"/>
                  </a:lnTo>
                  <a:cubicBezTo>
                    <a:pt x="3652" y="816"/>
                    <a:pt x="3694" y="841"/>
                    <a:pt x="3735" y="874"/>
                  </a:cubicBezTo>
                  <a:cubicBezTo>
                    <a:pt x="3793" y="907"/>
                    <a:pt x="3843" y="949"/>
                    <a:pt x="3892" y="990"/>
                  </a:cubicBezTo>
                  <a:cubicBezTo>
                    <a:pt x="3909" y="998"/>
                    <a:pt x="3925" y="1007"/>
                    <a:pt x="3942" y="1023"/>
                  </a:cubicBezTo>
                  <a:cubicBezTo>
                    <a:pt x="3975" y="1073"/>
                    <a:pt x="4033" y="1123"/>
                    <a:pt x="4091" y="1123"/>
                  </a:cubicBezTo>
                  <a:lnTo>
                    <a:pt x="4099" y="1123"/>
                  </a:lnTo>
                  <a:cubicBezTo>
                    <a:pt x="4112" y="1135"/>
                    <a:pt x="4128" y="1141"/>
                    <a:pt x="4142" y="1141"/>
                  </a:cubicBezTo>
                  <a:cubicBezTo>
                    <a:pt x="4174" y="1141"/>
                    <a:pt x="4202" y="1113"/>
                    <a:pt x="4191" y="1073"/>
                  </a:cubicBezTo>
                  <a:cubicBezTo>
                    <a:pt x="4191" y="1048"/>
                    <a:pt x="4182" y="1023"/>
                    <a:pt x="4174" y="998"/>
                  </a:cubicBezTo>
                  <a:cubicBezTo>
                    <a:pt x="4191" y="990"/>
                    <a:pt x="4199" y="973"/>
                    <a:pt x="4199" y="949"/>
                  </a:cubicBezTo>
                  <a:lnTo>
                    <a:pt x="4199" y="940"/>
                  </a:lnTo>
                  <a:cubicBezTo>
                    <a:pt x="4205" y="952"/>
                    <a:pt x="4215" y="960"/>
                    <a:pt x="4227" y="960"/>
                  </a:cubicBezTo>
                  <a:cubicBezTo>
                    <a:pt x="4231" y="960"/>
                    <a:pt x="4236" y="959"/>
                    <a:pt x="4240" y="957"/>
                  </a:cubicBezTo>
                  <a:cubicBezTo>
                    <a:pt x="4244" y="964"/>
                    <a:pt x="4253" y="968"/>
                    <a:pt x="4261" y="968"/>
                  </a:cubicBezTo>
                  <a:cubicBezTo>
                    <a:pt x="4272" y="968"/>
                    <a:pt x="4282" y="962"/>
                    <a:pt x="4282" y="949"/>
                  </a:cubicBezTo>
                  <a:cubicBezTo>
                    <a:pt x="4282" y="924"/>
                    <a:pt x="4282" y="907"/>
                    <a:pt x="4282" y="882"/>
                  </a:cubicBezTo>
                  <a:cubicBezTo>
                    <a:pt x="4290" y="874"/>
                    <a:pt x="4290" y="866"/>
                    <a:pt x="4290" y="857"/>
                  </a:cubicBezTo>
                  <a:cubicBezTo>
                    <a:pt x="4290" y="799"/>
                    <a:pt x="4298" y="733"/>
                    <a:pt x="4298" y="675"/>
                  </a:cubicBezTo>
                  <a:cubicBezTo>
                    <a:pt x="4307" y="700"/>
                    <a:pt x="4315" y="725"/>
                    <a:pt x="4323" y="750"/>
                  </a:cubicBezTo>
                  <a:cubicBezTo>
                    <a:pt x="4329" y="774"/>
                    <a:pt x="4353" y="789"/>
                    <a:pt x="4378" y="789"/>
                  </a:cubicBezTo>
                  <a:cubicBezTo>
                    <a:pt x="4388" y="789"/>
                    <a:pt x="4397" y="787"/>
                    <a:pt x="4406" y="783"/>
                  </a:cubicBezTo>
                  <a:cubicBezTo>
                    <a:pt x="4419" y="799"/>
                    <a:pt x="4436" y="806"/>
                    <a:pt x="4453" y="806"/>
                  </a:cubicBezTo>
                  <a:cubicBezTo>
                    <a:pt x="4481" y="806"/>
                    <a:pt x="4509" y="786"/>
                    <a:pt x="4514" y="750"/>
                  </a:cubicBezTo>
                  <a:cubicBezTo>
                    <a:pt x="4514" y="700"/>
                    <a:pt x="4530" y="642"/>
                    <a:pt x="4555" y="592"/>
                  </a:cubicBezTo>
                  <a:cubicBezTo>
                    <a:pt x="4555" y="609"/>
                    <a:pt x="4563" y="617"/>
                    <a:pt x="4572" y="634"/>
                  </a:cubicBezTo>
                  <a:cubicBezTo>
                    <a:pt x="4588" y="675"/>
                    <a:pt x="4613" y="717"/>
                    <a:pt x="4655" y="741"/>
                  </a:cubicBezTo>
                  <a:cubicBezTo>
                    <a:pt x="4679" y="756"/>
                    <a:pt x="4706" y="765"/>
                    <a:pt x="4732" y="765"/>
                  </a:cubicBezTo>
                  <a:cubicBezTo>
                    <a:pt x="4751" y="765"/>
                    <a:pt x="4770" y="760"/>
                    <a:pt x="4787" y="750"/>
                  </a:cubicBezTo>
                  <a:cubicBezTo>
                    <a:pt x="4829" y="733"/>
                    <a:pt x="4862" y="692"/>
                    <a:pt x="4845" y="642"/>
                  </a:cubicBezTo>
                  <a:cubicBezTo>
                    <a:pt x="4845" y="634"/>
                    <a:pt x="4837" y="625"/>
                    <a:pt x="4829" y="617"/>
                  </a:cubicBezTo>
                  <a:cubicBezTo>
                    <a:pt x="4837" y="601"/>
                    <a:pt x="4853" y="576"/>
                    <a:pt x="4862" y="559"/>
                  </a:cubicBezTo>
                  <a:cubicBezTo>
                    <a:pt x="4895" y="601"/>
                    <a:pt x="4920" y="642"/>
                    <a:pt x="4945" y="683"/>
                  </a:cubicBezTo>
                  <a:cubicBezTo>
                    <a:pt x="4955" y="697"/>
                    <a:pt x="4970" y="704"/>
                    <a:pt x="4985" y="704"/>
                  </a:cubicBezTo>
                  <a:cubicBezTo>
                    <a:pt x="5005" y="704"/>
                    <a:pt x="5026" y="691"/>
                    <a:pt x="5036" y="667"/>
                  </a:cubicBezTo>
                  <a:cubicBezTo>
                    <a:pt x="5044" y="634"/>
                    <a:pt x="5052" y="601"/>
                    <a:pt x="5061" y="567"/>
                  </a:cubicBezTo>
                  <a:cubicBezTo>
                    <a:pt x="5069" y="584"/>
                    <a:pt x="5085" y="601"/>
                    <a:pt x="5094" y="609"/>
                  </a:cubicBezTo>
                  <a:cubicBezTo>
                    <a:pt x="5104" y="625"/>
                    <a:pt x="5115" y="634"/>
                    <a:pt x="5128" y="634"/>
                  </a:cubicBezTo>
                  <a:cubicBezTo>
                    <a:pt x="5135" y="634"/>
                    <a:pt x="5143" y="631"/>
                    <a:pt x="5152" y="625"/>
                  </a:cubicBezTo>
                  <a:cubicBezTo>
                    <a:pt x="5177" y="617"/>
                    <a:pt x="5185" y="601"/>
                    <a:pt x="5201" y="584"/>
                  </a:cubicBezTo>
                  <a:cubicBezTo>
                    <a:pt x="5210" y="567"/>
                    <a:pt x="5210" y="526"/>
                    <a:pt x="5226" y="518"/>
                  </a:cubicBezTo>
                  <a:cubicBezTo>
                    <a:pt x="5228" y="516"/>
                    <a:pt x="5229" y="516"/>
                    <a:pt x="5231" y="516"/>
                  </a:cubicBezTo>
                  <a:cubicBezTo>
                    <a:pt x="5252" y="516"/>
                    <a:pt x="5303" y="594"/>
                    <a:pt x="5326" y="609"/>
                  </a:cubicBezTo>
                  <a:cubicBezTo>
                    <a:pt x="5345" y="619"/>
                    <a:pt x="5364" y="624"/>
                    <a:pt x="5382" y="624"/>
                  </a:cubicBezTo>
                  <a:cubicBezTo>
                    <a:pt x="5434" y="624"/>
                    <a:pt x="5479" y="584"/>
                    <a:pt x="5491" y="534"/>
                  </a:cubicBezTo>
                  <a:cubicBezTo>
                    <a:pt x="5516" y="551"/>
                    <a:pt x="5541" y="584"/>
                    <a:pt x="5549" y="601"/>
                  </a:cubicBezTo>
                  <a:cubicBezTo>
                    <a:pt x="5568" y="610"/>
                    <a:pt x="5588" y="616"/>
                    <a:pt x="5609" y="616"/>
                  </a:cubicBezTo>
                  <a:cubicBezTo>
                    <a:pt x="5626" y="616"/>
                    <a:pt x="5642" y="612"/>
                    <a:pt x="5657" y="601"/>
                  </a:cubicBezTo>
                  <a:cubicBezTo>
                    <a:pt x="5723" y="559"/>
                    <a:pt x="5765" y="518"/>
                    <a:pt x="5848" y="518"/>
                  </a:cubicBezTo>
                  <a:cubicBezTo>
                    <a:pt x="5855" y="517"/>
                    <a:pt x="5862" y="516"/>
                    <a:pt x="5869" y="516"/>
                  </a:cubicBezTo>
                  <a:cubicBezTo>
                    <a:pt x="5928" y="516"/>
                    <a:pt x="5986" y="545"/>
                    <a:pt x="6038" y="567"/>
                  </a:cubicBezTo>
                  <a:cubicBezTo>
                    <a:pt x="6089" y="589"/>
                    <a:pt x="6139" y="611"/>
                    <a:pt x="6189" y="611"/>
                  </a:cubicBezTo>
                  <a:cubicBezTo>
                    <a:pt x="6197" y="611"/>
                    <a:pt x="6205" y="610"/>
                    <a:pt x="6212" y="609"/>
                  </a:cubicBezTo>
                  <a:cubicBezTo>
                    <a:pt x="6245" y="601"/>
                    <a:pt x="6270" y="592"/>
                    <a:pt x="6287" y="584"/>
                  </a:cubicBezTo>
                  <a:cubicBezTo>
                    <a:pt x="6312" y="567"/>
                    <a:pt x="6328" y="543"/>
                    <a:pt x="6353" y="534"/>
                  </a:cubicBezTo>
                  <a:cubicBezTo>
                    <a:pt x="6357" y="534"/>
                    <a:pt x="6360" y="534"/>
                    <a:pt x="6363" y="534"/>
                  </a:cubicBezTo>
                  <a:cubicBezTo>
                    <a:pt x="6418" y="534"/>
                    <a:pt x="6473" y="594"/>
                    <a:pt x="6527" y="625"/>
                  </a:cubicBezTo>
                  <a:cubicBezTo>
                    <a:pt x="6527" y="634"/>
                    <a:pt x="6544" y="650"/>
                    <a:pt x="6560" y="659"/>
                  </a:cubicBezTo>
                  <a:cubicBezTo>
                    <a:pt x="6573" y="667"/>
                    <a:pt x="6583" y="671"/>
                    <a:pt x="6592" y="671"/>
                  </a:cubicBezTo>
                  <a:cubicBezTo>
                    <a:pt x="6602" y="671"/>
                    <a:pt x="6610" y="667"/>
                    <a:pt x="6618" y="659"/>
                  </a:cubicBezTo>
                  <a:cubicBezTo>
                    <a:pt x="6630" y="674"/>
                    <a:pt x="6647" y="680"/>
                    <a:pt x="6663" y="680"/>
                  </a:cubicBezTo>
                  <a:cubicBezTo>
                    <a:pt x="6692" y="680"/>
                    <a:pt x="6721" y="660"/>
                    <a:pt x="6726" y="634"/>
                  </a:cubicBezTo>
                  <a:cubicBezTo>
                    <a:pt x="6731" y="620"/>
                    <a:pt x="6745" y="614"/>
                    <a:pt x="6759" y="614"/>
                  </a:cubicBezTo>
                  <a:cubicBezTo>
                    <a:pt x="6770" y="614"/>
                    <a:pt x="6780" y="618"/>
                    <a:pt x="6784" y="625"/>
                  </a:cubicBezTo>
                  <a:cubicBezTo>
                    <a:pt x="6796" y="646"/>
                    <a:pt x="6815" y="655"/>
                    <a:pt x="6833" y="655"/>
                  </a:cubicBezTo>
                  <a:cubicBezTo>
                    <a:pt x="6868" y="655"/>
                    <a:pt x="6902" y="624"/>
                    <a:pt x="6892" y="576"/>
                  </a:cubicBezTo>
                  <a:cubicBezTo>
                    <a:pt x="6885" y="543"/>
                    <a:pt x="6915" y="521"/>
                    <a:pt x="6943" y="521"/>
                  </a:cubicBezTo>
                  <a:cubicBezTo>
                    <a:pt x="6951" y="521"/>
                    <a:pt x="6959" y="523"/>
                    <a:pt x="6966" y="526"/>
                  </a:cubicBezTo>
                  <a:cubicBezTo>
                    <a:pt x="6999" y="543"/>
                    <a:pt x="7024" y="576"/>
                    <a:pt x="7049" y="592"/>
                  </a:cubicBezTo>
                  <a:cubicBezTo>
                    <a:pt x="7086" y="629"/>
                    <a:pt x="7123" y="660"/>
                    <a:pt x="7172" y="660"/>
                  </a:cubicBezTo>
                  <a:cubicBezTo>
                    <a:pt x="7178" y="660"/>
                    <a:pt x="7184" y="660"/>
                    <a:pt x="7190" y="659"/>
                  </a:cubicBezTo>
                  <a:cubicBezTo>
                    <a:pt x="7223" y="659"/>
                    <a:pt x="7248" y="634"/>
                    <a:pt x="7281" y="625"/>
                  </a:cubicBezTo>
                  <a:cubicBezTo>
                    <a:pt x="7292" y="619"/>
                    <a:pt x="7302" y="617"/>
                    <a:pt x="7312" y="617"/>
                  </a:cubicBezTo>
                  <a:cubicBezTo>
                    <a:pt x="7340" y="617"/>
                    <a:pt x="7364" y="638"/>
                    <a:pt x="7389" y="650"/>
                  </a:cubicBezTo>
                  <a:cubicBezTo>
                    <a:pt x="7408" y="657"/>
                    <a:pt x="7426" y="660"/>
                    <a:pt x="7443" y="660"/>
                  </a:cubicBezTo>
                  <a:cubicBezTo>
                    <a:pt x="7488" y="660"/>
                    <a:pt x="7530" y="641"/>
                    <a:pt x="7571" y="617"/>
                  </a:cubicBezTo>
                  <a:cubicBezTo>
                    <a:pt x="7596" y="601"/>
                    <a:pt x="7621" y="584"/>
                    <a:pt x="7646" y="567"/>
                  </a:cubicBezTo>
                  <a:cubicBezTo>
                    <a:pt x="7658" y="561"/>
                    <a:pt x="7668" y="559"/>
                    <a:pt x="7678" y="559"/>
                  </a:cubicBezTo>
                  <a:cubicBezTo>
                    <a:pt x="7708" y="559"/>
                    <a:pt x="7728" y="584"/>
                    <a:pt x="7753" y="609"/>
                  </a:cubicBezTo>
                  <a:cubicBezTo>
                    <a:pt x="7783" y="639"/>
                    <a:pt x="7812" y="649"/>
                    <a:pt x="7841" y="649"/>
                  </a:cubicBezTo>
                  <a:cubicBezTo>
                    <a:pt x="7877" y="649"/>
                    <a:pt x="7915" y="635"/>
                    <a:pt x="7961" y="625"/>
                  </a:cubicBezTo>
                  <a:cubicBezTo>
                    <a:pt x="7972" y="624"/>
                    <a:pt x="7983" y="624"/>
                    <a:pt x="7994" y="624"/>
                  </a:cubicBezTo>
                  <a:cubicBezTo>
                    <a:pt x="8034" y="624"/>
                    <a:pt x="8074" y="629"/>
                    <a:pt x="8114" y="629"/>
                  </a:cubicBezTo>
                  <a:cubicBezTo>
                    <a:pt x="8157" y="629"/>
                    <a:pt x="8201" y="623"/>
                    <a:pt x="8242" y="601"/>
                  </a:cubicBezTo>
                  <a:cubicBezTo>
                    <a:pt x="8259" y="584"/>
                    <a:pt x="8275" y="576"/>
                    <a:pt x="8292" y="559"/>
                  </a:cubicBezTo>
                  <a:cubicBezTo>
                    <a:pt x="8309" y="576"/>
                    <a:pt x="8317" y="601"/>
                    <a:pt x="8333" y="625"/>
                  </a:cubicBezTo>
                  <a:cubicBezTo>
                    <a:pt x="8347" y="643"/>
                    <a:pt x="8365" y="651"/>
                    <a:pt x="8383" y="651"/>
                  </a:cubicBezTo>
                  <a:cubicBezTo>
                    <a:pt x="8398" y="651"/>
                    <a:pt x="8413" y="645"/>
                    <a:pt x="8425" y="634"/>
                  </a:cubicBezTo>
                  <a:lnTo>
                    <a:pt x="8441" y="667"/>
                  </a:lnTo>
                  <a:cubicBezTo>
                    <a:pt x="8452" y="683"/>
                    <a:pt x="8469" y="692"/>
                    <a:pt x="8489" y="692"/>
                  </a:cubicBezTo>
                  <a:cubicBezTo>
                    <a:pt x="8500" y="692"/>
                    <a:pt x="8512" y="689"/>
                    <a:pt x="8524" y="683"/>
                  </a:cubicBezTo>
                  <a:lnTo>
                    <a:pt x="8532" y="683"/>
                  </a:lnTo>
                  <a:cubicBezTo>
                    <a:pt x="8557" y="725"/>
                    <a:pt x="8590" y="758"/>
                    <a:pt x="8632" y="783"/>
                  </a:cubicBezTo>
                  <a:cubicBezTo>
                    <a:pt x="8639" y="788"/>
                    <a:pt x="8646" y="790"/>
                    <a:pt x="8653" y="790"/>
                  </a:cubicBezTo>
                  <a:cubicBezTo>
                    <a:pt x="8670" y="790"/>
                    <a:pt x="8686" y="778"/>
                    <a:pt x="8698" y="766"/>
                  </a:cubicBezTo>
                  <a:cubicBezTo>
                    <a:pt x="8715" y="750"/>
                    <a:pt x="8723" y="733"/>
                    <a:pt x="8731" y="717"/>
                  </a:cubicBezTo>
                  <a:cubicBezTo>
                    <a:pt x="8748" y="725"/>
                    <a:pt x="8756" y="733"/>
                    <a:pt x="8773" y="733"/>
                  </a:cubicBezTo>
                  <a:cubicBezTo>
                    <a:pt x="8839" y="717"/>
                    <a:pt x="8897" y="675"/>
                    <a:pt x="8947" y="625"/>
                  </a:cubicBezTo>
                  <a:cubicBezTo>
                    <a:pt x="8963" y="683"/>
                    <a:pt x="8971" y="750"/>
                    <a:pt x="8971" y="816"/>
                  </a:cubicBezTo>
                  <a:cubicBezTo>
                    <a:pt x="8971" y="850"/>
                    <a:pt x="8997" y="867"/>
                    <a:pt x="9023" y="867"/>
                  </a:cubicBezTo>
                  <a:cubicBezTo>
                    <a:pt x="9041" y="867"/>
                    <a:pt x="9060" y="858"/>
                    <a:pt x="9071" y="841"/>
                  </a:cubicBezTo>
                  <a:cubicBezTo>
                    <a:pt x="9083" y="859"/>
                    <a:pt x="9108" y="872"/>
                    <a:pt x="9130" y="872"/>
                  </a:cubicBezTo>
                  <a:cubicBezTo>
                    <a:pt x="9138" y="872"/>
                    <a:pt x="9147" y="870"/>
                    <a:pt x="9154" y="866"/>
                  </a:cubicBezTo>
                  <a:cubicBezTo>
                    <a:pt x="9170" y="849"/>
                    <a:pt x="9187" y="841"/>
                    <a:pt x="9195" y="824"/>
                  </a:cubicBezTo>
                  <a:cubicBezTo>
                    <a:pt x="9203" y="857"/>
                    <a:pt x="9212" y="882"/>
                    <a:pt x="9220" y="915"/>
                  </a:cubicBezTo>
                  <a:cubicBezTo>
                    <a:pt x="9220" y="924"/>
                    <a:pt x="9220" y="924"/>
                    <a:pt x="9228" y="932"/>
                  </a:cubicBezTo>
                  <a:cubicBezTo>
                    <a:pt x="9203" y="964"/>
                    <a:pt x="9231" y="1001"/>
                    <a:pt x="9265" y="1001"/>
                  </a:cubicBezTo>
                  <a:cubicBezTo>
                    <a:pt x="9275" y="1001"/>
                    <a:pt x="9285" y="998"/>
                    <a:pt x="9294" y="990"/>
                  </a:cubicBezTo>
                  <a:cubicBezTo>
                    <a:pt x="9419" y="891"/>
                    <a:pt x="9543" y="791"/>
                    <a:pt x="9667" y="683"/>
                  </a:cubicBezTo>
                  <a:cubicBezTo>
                    <a:pt x="9667" y="718"/>
                    <a:pt x="9699" y="740"/>
                    <a:pt x="9732" y="740"/>
                  </a:cubicBezTo>
                  <a:cubicBezTo>
                    <a:pt x="9747" y="740"/>
                    <a:pt x="9762" y="735"/>
                    <a:pt x="9775" y="725"/>
                  </a:cubicBezTo>
                  <a:cubicBezTo>
                    <a:pt x="9916" y="617"/>
                    <a:pt x="10065" y="509"/>
                    <a:pt x="10222" y="427"/>
                  </a:cubicBezTo>
                  <a:cubicBezTo>
                    <a:pt x="10231" y="418"/>
                    <a:pt x="10239" y="410"/>
                    <a:pt x="10256" y="402"/>
                  </a:cubicBezTo>
                  <a:lnTo>
                    <a:pt x="10256" y="402"/>
                  </a:lnTo>
                  <a:cubicBezTo>
                    <a:pt x="10239" y="418"/>
                    <a:pt x="10231" y="427"/>
                    <a:pt x="10214" y="435"/>
                  </a:cubicBezTo>
                  <a:cubicBezTo>
                    <a:pt x="10123" y="526"/>
                    <a:pt x="10048" y="625"/>
                    <a:pt x="9982" y="733"/>
                  </a:cubicBezTo>
                  <a:cubicBezTo>
                    <a:pt x="9964" y="758"/>
                    <a:pt x="9986" y="787"/>
                    <a:pt x="10013" y="787"/>
                  </a:cubicBezTo>
                  <a:cubicBezTo>
                    <a:pt x="10022" y="787"/>
                    <a:pt x="10032" y="783"/>
                    <a:pt x="10040" y="775"/>
                  </a:cubicBezTo>
                  <a:cubicBezTo>
                    <a:pt x="10115" y="683"/>
                    <a:pt x="10198" y="592"/>
                    <a:pt x="10289" y="518"/>
                  </a:cubicBezTo>
                  <a:cubicBezTo>
                    <a:pt x="10322" y="485"/>
                    <a:pt x="10355" y="460"/>
                    <a:pt x="10396" y="427"/>
                  </a:cubicBezTo>
                  <a:cubicBezTo>
                    <a:pt x="10537" y="385"/>
                    <a:pt x="10678" y="336"/>
                    <a:pt x="10811" y="294"/>
                  </a:cubicBezTo>
                  <a:cubicBezTo>
                    <a:pt x="10819" y="298"/>
                    <a:pt x="10825" y="300"/>
                    <a:pt x="10830" y="300"/>
                  </a:cubicBezTo>
                  <a:cubicBezTo>
                    <a:pt x="10836" y="300"/>
                    <a:pt x="10840" y="298"/>
                    <a:pt x="10844" y="294"/>
                  </a:cubicBezTo>
                  <a:cubicBezTo>
                    <a:pt x="10993" y="269"/>
                    <a:pt x="11142" y="228"/>
                    <a:pt x="11283" y="170"/>
                  </a:cubicBezTo>
                  <a:cubicBezTo>
                    <a:pt x="11358" y="153"/>
                    <a:pt x="11432" y="145"/>
                    <a:pt x="11515" y="137"/>
                  </a:cubicBezTo>
                  <a:close/>
                  <a:moveTo>
                    <a:pt x="11498" y="1"/>
                  </a:moveTo>
                  <a:cubicBezTo>
                    <a:pt x="11262" y="1"/>
                    <a:pt x="11018" y="89"/>
                    <a:pt x="10802" y="178"/>
                  </a:cubicBezTo>
                  <a:lnTo>
                    <a:pt x="10794" y="178"/>
                  </a:lnTo>
                  <a:cubicBezTo>
                    <a:pt x="10769" y="195"/>
                    <a:pt x="10736" y="203"/>
                    <a:pt x="10711" y="211"/>
                  </a:cubicBezTo>
                  <a:cubicBezTo>
                    <a:pt x="10720" y="195"/>
                    <a:pt x="10703" y="162"/>
                    <a:pt x="10686" y="162"/>
                  </a:cubicBezTo>
                  <a:cubicBezTo>
                    <a:pt x="10655" y="154"/>
                    <a:pt x="10623" y="151"/>
                    <a:pt x="10591" y="151"/>
                  </a:cubicBezTo>
                  <a:cubicBezTo>
                    <a:pt x="10437" y="151"/>
                    <a:pt x="10278" y="225"/>
                    <a:pt x="10148" y="294"/>
                  </a:cubicBezTo>
                  <a:cubicBezTo>
                    <a:pt x="10073" y="336"/>
                    <a:pt x="10007" y="385"/>
                    <a:pt x="9932" y="435"/>
                  </a:cubicBezTo>
                  <a:cubicBezTo>
                    <a:pt x="9951" y="392"/>
                    <a:pt x="9915" y="353"/>
                    <a:pt x="9878" y="353"/>
                  </a:cubicBezTo>
                  <a:cubicBezTo>
                    <a:pt x="9865" y="353"/>
                    <a:pt x="9852" y="358"/>
                    <a:pt x="9841" y="369"/>
                  </a:cubicBezTo>
                  <a:cubicBezTo>
                    <a:pt x="9725" y="468"/>
                    <a:pt x="9618" y="559"/>
                    <a:pt x="9510" y="659"/>
                  </a:cubicBezTo>
                  <a:cubicBezTo>
                    <a:pt x="9506" y="654"/>
                    <a:pt x="9500" y="652"/>
                    <a:pt x="9492" y="652"/>
                  </a:cubicBezTo>
                  <a:cubicBezTo>
                    <a:pt x="9485" y="652"/>
                    <a:pt x="9477" y="654"/>
                    <a:pt x="9468" y="659"/>
                  </a:cubicBezTo>
                  <a:cubicBezTo>
                    <a:pt x="9419" y="700"/>
                    <a:pt x="9361" y="741"/>
                    <a:pt x="9311" y="783"/>
                  </a:cubicBezTo>
                  <a:cubicBezTo>
                    <a:pt x="9303" y="775"/>
                    <a:pt x="9303" y="766"/>
                    <a:pt x="9303" y="758"/>
                  </a:cubicBezTo>
                  <a:cubicBezTo>
                    <a:pt x="9294" y="717"/>
                    <a:pt x="9286" y="683"/>
                    <a:pt x="9253" y="667"/>
                  </a:cubicBezTo>
                  <a:cubicBezTo>
                    <a:pt x="9237" y="656"/>
                    <a:pt x="9222" y="652"/>
                    <a:pt x="9207" y="652"/>
                  </a:cubicBezTo>
                  <a:cubicBezTo>
                    <a:pt x="9177" y="652"/>
                    <a:pt x="9149" y="672"/>
                    <a:pt x="9121" y="700"/>
                  </a:cubicBezTo>
                  <a:cubicBezTo>
                    <a:pt x="9112" y="667"/>
                    <a:pt x="9079" y="659"/>
                    <a:pt x="9054" y="659"/>
                  </a:cubicBezTo>
                  <a:cubicBezTo>
                    <a:pt x="9046" y="601"/>
                    <a:pt x="9029" y="543"/>
                    <a:pt x="9005" y="493"/>
                  </a:cubicBezTo>
                  <a:cubicBezTo>
                    <a:pt x="8995" y="474"/>
                    <a:pt x="8974" y="465"/>
                    <a:pt x="8953" y="465"/>
                  </a:cubicBezTo>
                  <a:cubicBezTo>
                    <a:pt x="8938" y="465"/>
                    <a:pt x="8924" y="469"/>
                    <a:pt x="8913" y="476"/>
                  </a:cubicBezTo>
                  <a:cubicBezTo>
                    <a:pt x="8880" y="509"/>
                    <a:pt x="8847" y="543"/>
                    <a:pt x="8806" y="567"/>
                  </a:cubicBezTo>
                  <a:cubicBezTo>
                    <a:pt x="8806" y="551"/>
                    <a:pt x="8792" y="539"/>
                    <a:pt x="8775" y="539"/>
                  </a:cubicBezTo>
                  <a:cubicBezTo>
                    <a:pt x="8766" y="539"/>
                    <a:pt x="8756" y="542"/>
                    <a:pt x="8748" y="551"/>
                  </a:cubicBezTo>
                  <a:cubicBezTo>
                    <a:pt x="8715" y="584"/>
                    <a:pt x="8681" y="617"/>
                    <a:pt x="8640" y="650"/>
                  </a:cubicBezTo>
                  <a:cubicBezTo>
                    <a:pt x="8623" y="634"/>
                    <a:pt x="8607" y="609"/>
                    <a:pt x="8599" y="576"/>
                  </a:cubicBezTo>
                  <a:cubicBezTo>
                    <a:pt x="8592" y="552"/>
                    <a:pt x="8569" y="536"/>
                    <a:pt x="8547" y="536"/>
                  </a:cubicBezTo>
                  <a:cubicBezTo>
                    <a:pt x="8538" y="536"/>
                    <a:pt x="8531" y="538"/>
                    <a:pt x="8524" y="543"/>
                  </a:cubicBezTo>
                  <a:cubicBezTo>
                    <a:pt x="8516" y="543"/>
                    <a:pt x="8507" y="551"/>
                    <a:pt x="8507" y="551"/>
                  </a:cubicBezTo>
                  <a:cubicBezTo>
                    <a:pt x="8491" y="518"/>
                    <a:pt x="8474" y="493"/>
                    <a:pt x="8458" y="460"/>
                  </a:cubicBezTo>
                  <a:cubicBezTo>
                    <a:pt x="8448" y="441"/>
                    <a:pt x="8429" y="430"/>
                    <a:pt x="8409" y="430"/>
                  </a:cubicBezTo>
                  <a:cubicBezTo>
                    <a:pt x="8393" y="430"/>
                    <a:pt x="8377" y="437"/>
                    <a:pt x="8367" y="451"/>
                  </a:cubicBezTo>
                  <a:cubicBezTo>
                    <a:pt x="8367" y="451"/>
                    <a:pt x="8367" y="460"/>
                    <a:pt x="8358" y="460"/>
                  </a:cubicBezTo>
                  <a:cubicBezTo>
                    <a:pt x="8342" y="435"/>
                    <a:pt x="8325" y="410"/>
                    <a:pt x="8309" y="385"/>
                  </a:cubicBezTo>
                  <a:cubicBezTo>
                    <a:pt x="8297" y="364"/>
                    <a:pt x="8276" y="355"/>
                    <a:pt x="8256" y="355"/>
                  </a:cubicBezTo>
                  <a:cubicBezTo>
                    <a:pt x="8220" y="355"/>
                    <a:pt x="8185" y="384"/>
                    <a:pt x="8201" y="427"/>
                  </a:cubicBezTo>
                  <a:cubicBezTo>
                    <a:pt x="8230" y="501"/>
                    <a:pt x="8119" y="508"/>
                    <a:pt x="8031" y="508"/>
                  </a:cubicBezTo>
                  <a:cubicBezTo>
                    <a:pt x="8012" y="508"/>
                    <a:pt x="7993" y="508"/>
                    <a:pt x="7978" y="508"/>
                  </a:cubicBezTo>
                  <a:cubicBezTo>
                    <a:pt x="7963" y="508"/>
                    <a:pt x="7951" y="508"/>
                    <a:pt x="7944" y="509"/>
                  </a:cubicBezTo>
                  <a:cubicBezTo>
                    <a:pt x="7903" y="518"/>
                    <a:pt x="7861" y="534"/>
                    <a:pt x="7820" y="534"/>
                  </a:cubicBezTo>
                  <a:cubicBezTo>
                    <a:pt x="7778" y="526"/>
                    <a:pt x="7753" y="493"/>
                    <a:pt x="7720" y="476"/>
                  </a:cubicBezTo>
                  <a:cubicBezTo>
                    <a:pt x="7707" y="473"/>
                    <a:pt x="7695" y="471"/>
                    <a:pt x="7682" y="471"/>
                  </a:cubicBezTo>
                  <a:cubicBezTo>
                    <a:pt x="7640" y="471"/>
                    <a:pt x="7601" y="490"/>
                    <a:pt x="7563" y="509"/>
                  </a:cubicBezTo>
                  <a:cubicBezTo>
                    <a:pt x="7530" y="526"/>
                    <a:pt x="7505" y="551"/>
                    <a:pt x="7472" y="559"/>
                  </a:cubicBezTo>
                  <a:cubicBezTo>
                    <a:pt x="7466" y="560"/>
                    <a:pt x="7461" y="561"/>
                    <a:pt x="7455" y="561"/>
                  </a:cubicBezTo>
                  <a:cubicBezTo>
                    <a:pt x="7421" y="561"/>
                    <a:pt x="7393" y="540"/>
                    <a:pt x="7364" y="526"/>
                  </a:cubicBezTo>
                  <a:cubicBezTo>
                    <a:pt x="7340" y="514"/>
                    <a:pt x="7320" y="506"/>
                    <a:pt x="7298" y="506"/>
                  </a:cubicBezTo>
                  <a:cubicBezTo>
                    <a:pt x="7290" y="506"/>
                    <a:pt x="7282" y="507"/>
                    <a:pt x="7273" y="509"/>
                  </a:cubicBezTo>
                  <a:cubicBezTo>
                    <a:pt x="7240" y="518"/>
                    <a:pt x="7207" y="551"/>
                    <a:pt x="7173" y="551"/>
                  </a:cubicBezTo>
                  <a:cubicBezTo>
                    <a:pt x="7124" y="551"/>
                    <a:pt x="7066" y="476"/>
                    <a:pt x="7033" y="443"/>
                  </a:cubicBezTo>
                  <a:cubicBezTo>
                    <a:pt x="6999" y="421"/>
                    <a:pt x="6959" y="403"/>
                    <a:pt x="6918" y="403"/>
                  </a:cubicBezTo>
                  <a:cubicBezTo>
                    <a:pt x="6898" y="403"/>
                    <a:pt x="6878" y="407"/>
                    <a:pt x="6859" y="418"/>
                  </a:cubicBezTo>
                  <a:cubicBezTo>
                    <a:pt x="6834" y="435"/>
                    <a:pt x="6809" y="451"/>
                    <a:pt x="6792" y="485"/>
                  </a:cubicBezTo>
                  <a:cubicBezTo>
                    <a:pt x="6778" y="479"/>
                    <a:pt x="6762" y="476"/>
                    <a:pt x="6746" y="476"/>
                  </a:cubicBezTo>
                  <a:cubicBezTo>
                    <a:pt x="6717" y="476"/>
                    <a:pt x="6686" y="485"/>
                    <a:pt x="6660" y="501"/>
                  </a:cubicBezTo>
                  <a:cubicBezTo>
                    <a:pt x="6640" y="487"/>
                    <a:pt x="6621" y="478"/>
                    <a:pt x="6600" y="478"/>
                  </a:cubicBezTo>
                  <a:cubicBezTo>
                    <a:pt x="6585" y="478"/>
                    <a:pt x="6569" y="483"/>
                    <a:pt x="6552" y="493"/>
                  </a:cubicBezTo>
                  <a:cubicBezTo>
                    <a:pt x="6544" y="501"/>
                    <a:pt x="6544" y="501"/>
                    <a:pt x="6535" y="509"/>
                  </a:cubicBezTo>
                  <a:cubicBezTo>
                    <a:pt x="6511" y="493"/>
                    <a:pt x="6486" y="468"/>
                    <a:pt x="6461" y="451"/>
                  </a:cubicBezTo>
                  <a:cubicBezTo>
                    <a:pt x="6425" y="434"/>
                    <a:pt x="6385" y="420"/>
                    <a:pt x="6347" y="420"/>
                  </a:cubicBezTo>
                  <a:cubicBezTo>
                    <a:pt x="6332" y="420"/>
                    <a:pt x="6317" y="422"/>
                    <a:pt x="6303" y="427"/>
                  </a:cubicBezTo>
                  <a:cubicBezTo>
                    <a:pt x="6250" y="450"/>
                    <a:pt x="6225" y="494"/>
                    <a:pt x="6169" y="494"/>
                  </a:cubicBezTo>
                  <a:cubicBezTo>
                    <a:pt x="6164" y="494"/>
                    <a:pt x="6159" y="494"/>
                    <a:pt x="6154" y="493"/>
                  </a:cubicBezTo>
                  <a:cubicBezTo>
                    <a:pt x="6088" y="485"/>
                    <a:pt x="6030" y="451"/>
                    <a:pt x="5964" y="435"/>
                  </a:cubicBezTo>
                  <a:cubicBezTo>
                    <a:pt x="5929" y="424"/>
                    <a:pt x="5892" y="419"/>
                    <a:pt x="5855" y="419"/>
                  </a:cubicBezTo>
                  <a:cubicBezTo>
                    <a:pt x="5779" y="419"/>
                    <a:pt x="5702" y="443"/>
                    <a:pt x="5641" y="493"/>
                  </a:cubicBezTo>
                  <a:cubicBezTo>
                    <a:pt x="5632" y="501"/>
                    <a:pt x="5616" y="509"/>
                    <a:pt x="5607" y="518"/>
                  </a:cubicBezTo>
                  <a:cubicBezTo>
                    <a:pt x="5591" y="518"/>
                    <a:pt x="5591" y="509"/>
                    <a:pt x="5574" y="501"/>
                  </a:cubicBezTo>
                  <a:cubicBezTo>
                    <a:pt x="5566" y="493"/>
                    <a:pt x="5549" y="476"/>
                    <a:pt x="5533" y="460"/>
                  </a:cubicBezTo>
                  <a:cubicBezTo>
                    <a:pt x="5514" y="441"/>
                    <a:pt x="5496" y="432"/>
                    <a:pt x="5470" y="432"/>
                  </a:cubicBezTo>
                  <a:cubicBezTo>
                    <a:pt x="5461" y="432"/>
                    <a:pt x="5452" y="433"/>
                    <a:pt x="5442" y="435"/>
                  </a:cubicBezTo>
                  <a:cubicBezTo>
                    <a:pt x="5425" y="443"/>
                    <a:pt x="5417" y="460"/>
                    <a:pt x="5417" y="485"/>
                  </a:cubicBezTo>
                  <a:cubicBezTo>
                    <a:pt x="5423" y="509"/>
                    <a:pt x="5398" y="524"/>
                    <a:pt x="5374" y="524"/>
                  </a:cubicBezTo>
                  <a:cubicBezTo>
                    <a:pt x="5366" y="524"/>
                    <a:pt x="5357" y="522"/>
                    <a:pt x="5351" y="518"/>
                  </a:cubicBezTo>
                  <a:cubicBezTo>
                    <a:pt x="5334" y="509"/>
                    <a:pt x="5317" y="493"/>
                    <a:pt x="5309" y="476"/>
                  </a:cubicBezTo>
                  <a:cubicBezTo>
                    <a:pt x="5293" y="451"/>
                    <a:pt x="5268" y="427"/>
                    <a:pt x="5235" y="418"/>
                  </a:cubicBezTo>
                  <a:cubicBezTo>
                    <a:pt x="5229" y="417"/>
                    <a:pt x="5223" y="416"/>
                    <a:pt x="5217" y="416"/>
                  </a:cubicBezTo>
                  <a:cubicBezTo>
                    <a:pt x="5190" y="416"/>
                    <a:pt x="5165" y="431"/>
                    <a:pt x="5152" y="451"/>
                  </a:cubicBezTo>
                  <a:cubicBezTo>
                    <a:pt x="5143" y="460"/>
                    <a:pt x="5135" y="485"/>
                    <a:pt x="5127" y="501"/>
                  </a:cubicBezTo>
                  <a:cubicBezTo>
                    <a:pt x="5102" y="468"/>
                    <a:pt x="5077" y="435"/>
                    <a:pt x="5052" y="402"/>
                  </a:cubicBezTo>
                  <a:cubicBezTo>
                    <a:pt x="5042" y="389"/>
                    <a:pt x="5026" y="382"/>
                    <a:pt x="5010" y="382"/>
                  </a:cubicBezTo>
                  <a:cubicBezTo>
                    <a:pt x="4985" y="382"/>
                    <a:pt x="4961" y="397"/>
                    <a:pt x="4961" y="427"/>
                  </a:cubicBezTo>
                  <a:cubicBezTo>
                    <a:pt x="4969" y="460"/>
                    <a:pt x="4969" y="501"/>
                    <a:pt x="4961" y="534"/>
                  </a:cubicBezTo>
                  <a:cubicBezTo>
                    <a:pt x="4945" y="501"/>
                    <a:pt x="4920" y="476"/>
                    <a:pt x="4903" y="443"/>
                  </a:cubicBezTo>
                  <a:cubicBezTo>
                    <a:pt x="4894" y="429"/>
                    <a:pt x="4876" y="420"/>
                    <a:pt x="4859" y="420"/>
                  </a:cubicBezTo>
                  <a:cubicBezTo>
                    <a:pt x="4847" y="420"/>
                    <a:pt x="4836" y="425"/>
                    <a:pt x="4829" y="435"/>
                  </a:cubicBezTo>
                  <a:cubicBezTo>
                    <a:pt x="4779" y="493"/>
                    <a:pt x="4737" y="559"/>
                    <a:pt x="4713" y="634"/>
                  </a:cubicBezTo>
                  <a:lnTo>
                    <a:pt x="4713" y="625"/>
                  </a:lnTo>
                  <a:cubicBezTo>
                    <a:pt x="4696" y="617"/>
                    <a:pt x="4688" y="609"/>
                    <a:pt x="4688" y="601"/>
                  </a:cubicBezTo>
                  <a:cubicBezTo>
                    <a:pt x="4646" y="543"/>
                    <a:pt x="4638" y="468"/>
                    <a:pt x="4580" y="427"/>
                  </a:cubicBezTo>
                  <a:cubicBezTo>
                    <a:pt x="4565" y="415"/>
                    <a:pt x="4548" y="409"/>
                    <a:pt x="4532" y="409"/>
                  </a:cubicBezTo>
                  <a:cubicBezTo>
                    <a:pt x="4514" y="409"/>
                    <a:pt x="4498" y="417"/>
                    <a:pt x="4489" y="435"/>
                  </a:cubicBezTo>
                  <a:cubicBezTo>
                    <a:pt x="4456" y="485"/>
                    <a:pt x="4431" y="534"/>
                    <a:pt x="4423" y="584"/>
                  </a:cubicBezTo>
                  <a:cubicBezTo>
                    <a:pt x="4414" y="567"/>
                    <a:pt x="4414" y="559"/>
                    <a:pt x="4406" y="551"/>
                  </a:cubicBezTo>
                  <a:cubicBezTo>
                    <a:pt x="4400" y="526"/>
                    <a:pt x="4384" y="515"/>
                    <a:pt x="4365" y="515"/>
                  </a:cubicBezTo>
                  <a:cubicBezTo>
                    <a:pt x="4360" y="515"/>
                    <a:pt x="4354" y="516"/>
                    <a:pt x="4348" y="518"/>
                  </a:cubicBezTo>
                  <a:cubicBezTo>
                    <a:pt x="4340" y="493"/>
                    <a:pt x="4331" y="468"/>
                    <a:pt x="4323" y="451"/>
                  </a:cubicBezTo>
                  <a:lnTo>
                    <a:pt x="4323" y="443"/>
                  </a:lnTo>
                  <a:cubicBezTo>
                    <a:pt x="4331" y="435"/>
                    <a:pt x="4323" y="427"/>
                    <a:pt x="4315" y="418"/>
                  </a:cubicBezTo>
                  <a:cubicBezTo>
                    <a:pt x="4307" y="402"/>
                    <a:pt x="4286" y="391"/>
                    <a:pt x="4266" y="391"/>
                  </a:cubicBezTo>
                  <a:cubicBezTo>
                    <a:pt x="4247" y="391"/>
                    <a:pt x="4228" y="402"/>
                    <a:pt x="4224" y="427"/>
                  </a:cubicBezTo>
                  <a:cubicBezTo>
                    <a:pt x="4224" y="451"/>
                    <a:pt x="4215" y="476"/>
                    <a:pt x="4215" y="501"/>
                  </a:cubicBezTo>
                  <a:cubicBezTo>
                    <a:pt x="4209" y="498"/>
                    <a:pt x="4200" y="496"/>
                    <a:pt x="4192" y="496"/>
                  </a:cubicBezTo>
                  <a:cubicBezTo>
                    <a:pt x="4180" y="496"/>
                    <a:pt x="4167" y="500"/>
                    <a:pt x="4157" y="509"/>
                  </a:cubicBezTo>
                  <a:cubicBezTo>
                    <a:pt x="4141" y="534"/>
                    <a:pt x="4133" y="559"/>
                    <a:pt x="4124" y="592"/>
                  </a:cubicBezTo>
                  <a:cubicBezTo>
                    <a:pt x="4108" y="551"/>
                    <a:pt x="4083" y="509"/>
                    <a:pt x="4066" y="468"/>
                  </a:cubicBezTo>
                  <a:cubicBezTo>
                    <a:pt x="4057" y="449"/>
                    <a:pt x="4039" y="441"/>
                    <a:pt x="4021" y="441"/>
                  </a:cubicBezTo>
                  <a:cubicBezTo>
                    <a:pt x="3991" y="441"/>
                    <a:pt x="3962" y="462"/>
                    <a:pt x="3967" y="493"/>
                  </a:cubicBezTo>
                  <a:cubicBezTo>
                    <a:pt x="3967" y="567"/>
                    <a:pt x="3975" y="634"/>
                    <a:pt x="3992" y="700"/>
                  </a:cubicBezTo>
                  <a:lnTo>
                    <a:pt x="3975" y="700"/>
                  </a:lnTo>
                  <a:cubicBezTo>
                    <a:pt x="3959" y="692"/>
                    <a:pt x="3942" y="675"/>
                    <a:pt x="3925" y="659"/>
                  </a:cubicBezTo>
                  <a:cubicBezTo>
                    <a:pt x="3909" y="642"/>
                    <a:pt x="3892" y="625"/>
                    <a:pt x="3876" y="601"/>
                  </a:cubicBezTo>
                  <a:cubicBezTo>
                    <a:pt x="3851" y="584"/>
                    <a:pt x="3834" y="551"/>
                    <a:pt x="3810" y="543"/>
                  </a:cubicBezTo>
                  <a:cubicBezTo>
                    <a:pt x="3785" y="543"/>
                    <a:pt x="3760" y="551"/>
                    <a:pt x="3752" y="576"/>
                  </a:cubicBezTo>
                  <a:cubicBezTo>
                    <a:pt x="3743" y="609"/>
                    <a:pt x="3760" y="634"/>
                    <a:pt x="3785" y="659"/>
                  </a:cubicBezTo>
                  <a:cubicBezTo>
                    <a:pt x="3801" y="683"/>
                    <a:pt x="3818" y="700"/>
                    <a:pt x="3834" y="717"/>
                  </a:cubicBezTo>
                  <a:cubicBezTo>
                    <a:pt x="3859" y="733"/>
                    <a:pt x="3876" y="750"/>
                    <a:pt x="3901" y="758"/>
                  </a:cubicBezTo>
                  <a:lnTo>
                    <a:pt x="3909" y="766"/>
                  </a:lnTo>
                  <a:cubicBezTo>
                    <a:pt x="3901" y="775"/>
                    <a:pt x="3909" y="783"/>
                    <a:pt x="3917" y="791"/>
                  </a:cubicBezTo>
                  <a:cubicBezTo>
                    <a:pt x="3925" y="799"/>
                    <a:pt x="3934" y="808"/>
                    <a:pt x="3942" y="816"/>
                  </a:cubicBezTo>
                  <a:cubicBezTo>
                    <a:pt x="3957" y="846"/>
                    <a:pt x="3979" y="877"/>
                    <a:pt x="3996" y="907"/>
                  </a:cubicBezTo>
                  <a:lnTo>
                    <a:pt x="3992" y="907"/>
                  </a:lnTo>
                  <a:cubicBezTo>
                    <a:pt x="3818" y="741"/>
                    <a:pt x="3611" y="592"/>
                    <a:pt x="3370" y="567"/>
                  </a:cubicBezTo>
                  <a:cubicBezTo>
                    <a:pt x="3368" y="567"/>
                    <a:pt x="3365" y="567"/>
                    <a:pt x="3363" y="567"/>
                  </a:cubicBezTo>
                  <a:cubicBezTo>
                    <a:pt x="3310" y="567"/>
                    <a:pt x="3281" y="652"/>
                    <a:pt x="3321" y="683"/>
                  </a:cubicBezTo>
                  <a:cubicBezTo>
                    <a:pt x="3354" y="717"/>
                    <a:pt x="3387" y="741"/>
                    <a:pt x="3412" y="775"/>
                  </a:cubicBezTo>
                  <a:cubicBezTo>
                    <a:pt x="3271" y="725"/>
                    <a:pt x="3130" y="692"/>
                    <a:pt x="2981" y="675"/>
                  </a:cubicBezTo>
                  <a:cubicBezTo>
                    <a:pt x="2882" y="659"/>
                    <a:pt x="2774" y="650"/>
                    <a:pt x="2666" y="650"/>
                  </a:cubicBezTo>
                  <a:lnTo>
                    <a:pt x="2650" y="650"/>
                  </a:lnTo>
                  <a:cubicBezTo>
                    <a:pt x="2351" y="543"/>
                    <a:pt x="2045" y="468"/>
                    <a:pt x="1730" y="427"/>
                  </a:cubicBezTo>
                  <a:cubicBezTo>
                    <a:pt x="1669" y="420"/>
                    <a:pt x="1603" y="412"/>
                    <a:pt x="1538" y="412"/>
                  </a:cubicBezTo>
                  <a:cubicBezTo>
                    <a:pt x="1442" y="412"/>
                    <a:pt x="1348" y="429"/>
                    <a:pt x="1274" y="493"/>
                  </a:cubicBezTo>
                  <a:cubicBezTo>
                    <a:pt x="1233" y="526"/>
                    <a:pt x="1208" y="559"/>
                    <a:pt x="1191" y="609"/>
                  </a:cubicBezTo>
                  <a:cubicBezTo>
                    <a:pt x="1142" y="609"/>
                    <a:pt x="1084" y="609"/>
                    <a:pt x="1042" y="659"/>
                  </a:cubicBezTo>
                  <a:cubicBezTo>
                    <a:pt x="1001" y="700"/>
                    <a:pt x="984" y="775"/>
                    <a:pt x="968" y="833"/>
                  </a:cubicBezTo>
                  <a:cubicBezTo>
                    <a:pt x="951" y="915"/>
                    <a:pt x="934" y="990"/>
                    <a:pt x="918" y="1073"/>
                  </a:cubicBezTo>
                  <a:cubicBezTo>
                    <a:pt x="893" y="1214"/>
                    <a:pt x="868" y="1355"/>
                    <a:pt x="852" y="1504"/>
                  </a:cubicBezTo>
                  <a:cubicBezTo>
                    <a:pt x="833" y="1490"/>
                    <a:pt x="810" y="1484"/>
                    <a:pt x="787" y="1484"/>
                  </a:cubicBezTo>
                  <a:cubicBezTo>
                    <a:pt x="769" y="1484"/>
                    <a:pt x="750" y="1488"/>
                    <a:pt x="736" y="1495"/>
                  </a:cubicBezTo>
                  <a:cubicBezTo>
                    <a:pt x="686" y="1520"/>
                    <a:pt x="661" y="1578"/>
                    <a:pt x="644" y="1620"/>
                  </a:cubicBezTo>
                  <a:cubicBezTo>
                    <a:pt x="620" y="1694"/>
                    <a:pt x="611" y="1777"/>
                    <a:pt x="595" y="1852"/>
                  </a:cubicBezTo>
                  <a:cubicBezTo>
                    <a:pt x="570" y="2009"/>
                    <a:pt x="553" y="2167"/>
                    <a:pt x="545" y="2324"/>
                  </a:cubicBezTo>
                  <a:cubicBezTo>
                    <a:pt x="545" y="2399"/>
                    <a:pt x="545" y="2481"/>
                    <a:pt x="545" y="2556"/>
                  </a:cubicBezTo>
                  <a:lnTo>
                    <a:pt x="545" y="2564"/>
                  </a:lnTo>
                  <a:cubicBezTo>
                    <a:pt x="520" y="2544"/>
                    <a:pt x="483" y="2533"/>
                    <a:pt x="446" y="2533"/>
                  </a:cubicBezTo>
                  <a:cubicBezTo>
                    <a:pt x="422" y="2533"/>
                    <a:pt x="399" y="2538"/>
                    <a:pt x="379" y="2548"/>
                  </a:cubicBezTo>
                  <a:cubicBezTo>
                    <a:pt x="280" y="2597"/>
                    <a:pt x="263" y="2722"/>
                    <a:pt x="296" y="2821"/>
                  </a:cubicBezTo>
                  <a:cubicBezTo>
                    <a:pt x="313" y="2871"/>
                    <a:pt x="338" y="2929"/>
                    <a:pt x="363" y="2979"/>
                  </a:cubicBezTo>
                  <a:cubicBezTo>
                    <a:pt x="388" y="3037"/>
                    <a:pt x="404" y="3095"/>
                    <a:pt x="421" y="3153"/>
                  </a:cubicBezTo>
                  <a:cubicBezTo>
                    <a:pt x="429" y="3177"/>
                    <a:pt x="437" y="3194"/>
                    <a:pt x="446" y="3219"/>
                  </a:cubicBezTo>
                  <a:cubicBezTo>
                    <a:pt x="412" y="3211"/>
                    <a:pt x="371" y="3211"/>
                    <a:pt x="338" y="3211"/>
                  </a:cubicBezTo>
                  <a:cubicBezTo>
                    <a:pt x="325" y="3209"/>
                    <a:pt x="312" y="3208"/>
                    <a:pt x="299" y="3208"/>
                  </a:cubicBezTo>
                  <a:cubicBezTo>
                    <a:pt x="255" y="3208"/>
                    <a:pt x="213" y="3220"/>
                    <a:pt x="180" y="3252"/>
                  </a:cubicBezTo>
                  <a:cubicBezTo>
                    <a:pt x="139" y="3293"/>
                    <a:pt x="131" y="3360"/>
                    <a:pt x="122" y="3418"/>
                  </a:cubicBezTo>
                  <a:cubicBezTo>
                    <a:pt x="114" y="3484"/>
                    <a:pt x="114" y="3550"/>
                    <a:pt x="122" y="3617"/>
                  </a:cubicBezTo>
                  <a:cubicBezTo>
                    <a:pt x="131" y="3749"/>
                    <a:pt x="164" y="3873"/>
                    <a:pt x="205" y="3998"/>
                  </a:cubicBezTo>
                  <a:cubicBezTo>
                    <a:pt x="214" y="4006"/>
                    <a:pt x="214" y="4014"/>
                    <a:pt x="214" y="4014"/>
                  </a:cubicBezTo>
                  <a:cubicBezTo>
                    <a:pt x="147" y="4064"/>
                    <a:pt x="172" y="4172"/>
                    <a:pt x="197" y="4230"/>
                  </a:cubicBezTo>
                  <a:cubicBezTo>
                    <a:pt x="255" y="4387"/>
                    <a:pt x="363" y="4511"/>
                    <a:pt x="495" y="4603"/>
                  </a:cubicBezTo>
                  <a:cubicBezTo>
                    <a:pt x="470" y="4611"/>
                    <a:pt x="437" y="4627"/>
                    <a:pt x="412" y="4636"/>
                  </a:cubicBezTo>
                  <a:cubicBezTo>
                    <a:pt x="379" y="4652"/>
                    <a:pt x="354" y="4669"/>
                    <a:pt x="330" y="4694"/>
                  </a:cubicBezTo>
                  <a:cubicBezTo>
                    <a:pt x="305" y="4735"/>
                    <a:pt x="313" y="4785"/>
                    <a:pt x="346" y="4818"/>
                  </a:cubicBezTo>
                  <a:cubicBezTo>
                    <a:pt x="371" y="4835"/>
                    <a:pt x="396" y="4851"/>
                    <a:pt x="421" y="4868"/>
                  </a:cubicBezTo>
                  <a:cubicBezTo>
                    <a:pt x="388" y="4876"/>
                    <a:pt x="371" y="4909"/>
                    <a:pt x="371" y="4942"/>
                  </a:cubicBezTo>
                  <a:cubicBezTo>
                    <a:pt x="379" y="4975"/>
                    <a:pt x="404" y="5000"/>
                    <a:pt x="446" y="5000"/>
                  </a:cubicBezTo>
                  <a:lnTo>
                    <a:pt x="454" y="5000"/>
                  </a:lnTo>
                  <a:cubicBezTo>
                    <a:pt x="388" y="5050"/>
                    <a:pt x="330" y="5100"/>
                    <a:pt x="280" y="5149"/>
                  </a:cubicBezTo>
                  <a:cubicBezTo>
                    <a:pt x="230" y="5191"/>
                    <a:pt x="197" y="5241"/>
                    <a:pt x="156" y="5290"/>
                  </a:cubicBezTo>
                  <a:cubicBezTo>
                    <a:pt x="114" y="5340"/>
                    <a:pt x="89" y="5398"/>
                    <a:pt x="48" y="5448"/>
                  </a:cubicBezTo>
                  <a:cubicBezTo>
                    <a:pt x="23" y="5481"/>
                    <a:pt x="48" y="5539"/>
                    <a:pt x="89" y="5547"/>
                  </a:cubicBezTo>
                  <a:cubicBezTo>
                    <a:pt x="109" y="5552"/>
                    <a:pt x="129" y="5555"/>
                    <a:pt x="149" y="5555"/>
                  </a:cubicBezTo>
                  <a:cubicBezTo>
                    <a:pt x="253" y="5555"/>
                    <a:pt x="356" y="5491"/>
                    <a:pt x="454" y="5456"/>
                  </a:cubicBezTo>
                  <a:cubicBezTo>
                    <a:pt x="495" y="5439"/>
                    <a:pt x="528" y="5431"/>
                    <a:pt x="570" y="5423"/>
                  </a:cubicBezTo>
                  <a:lnTo>
                    <a:pt x="570" y="5423"/>
                  </a:lnTo>
                  <a:cubicBezTo>
                    <a:pt x="537" y="5439"/>
                    <a:pt x="512" y="5456"/>
                    <a:pt x="487" y="5472"/>
                  </a:cubicBezTo>
                  <a:cubicBezTo>
                    <a:pt x="363" y="5547"/>
                    <a:pt x="247" y="5646"/>
                    <a:pt x="147" y="5754"/>
                  </a:cubicBezTo>
                  <a:cubicBezTo>
                    <a:pt x="120" y="5782"/>
                    <a:pt x="143" y="5837"/>
                    <a:pt x="180" y="5837"/>
                  </a:cubicBezTo>
                  <a:cubicBezTo>
                    <a:pt x="188" y="5837"/>
                    <a:pt x="197" y="5835"/>
                    <a:pt x="205" y="5829"/>
                  </a:cubicBezTo>
                  <a:cubicBezTo>
                    <a:pt x="214" y="5829"/>
                    <a:pt x="222" y="5820"/>
                    <a:pt x="230" y="5812"/>
                  </a:cubicBezTo>
                  <a:lnTo>
                    <a:pt x="230" y="5812"/>
                  </a:lnTo>
                  <a:cubicBezTo>
                    <a:pt x="172" y="5912"/>
                    <a:pt x="131" y="6019"/>
                    <a:pt x="106" y="6135"/>
                  </a:cubicBezTo>
                  <a:cubicBezTo>
                    <a:pt x="98" y="6168"/>
                    <a:pt x="122" y="6210"/>
                    <a:pt x="156" y="6218"/>
                  </a:cubicBezTo>
                  <a:cubicBezTo>
                    <a:pt x="174" y="6223"/>
                    <a:pt x="192" y="6225"/>
                    <a:pt x="209" y="6225"/>
                  </a:cubicBezTo>
                  <a:cubicBezTo>
                    <a:pt x="254" y="6225"/>
                    <a:pt x="294" y="6211"/>
                    <a:pt x="330" y="6193"/>
                  </a:cubicBezTo>
                  <a:lnTo>
                    <a:pt x="330" y="6193"/>
                  </a:lnTo>
                  <a:cubicBezTo>
                    <a:pt x="321" y="6218"/>
                    <a:pt x="305" y="6243"/>
                    <a:pt x="296" y="6268"/>
                  </a:cubicBezTo>
                  <a:cubicBezTo>
                    <a:pt x="272" y="6318"/>
                    <a:pt x="247" y="6367"/>
                    <a:pt x="222" y="6425"/>
                  </a:cubicBezTo>
                  <a:cubicBezTo>
                    <a:pt x="205" y="6475"/>
                    <a:pt x="172" y="6533"/>
                    <a:pt x="205" y="6591"/>
                  </a:cubicBezTo>
                  <a:cubicBezTo>
                    <a:pt x="229" y="6631"/>
                    <a:pt x="262" y="6645"/>
                    <a:pt x="299" y="6645"/>
                  </a:cubicBezTo>
                  <a:cubicBezTo>
                    <a:pt x="355" y="6645"/>
                    <a:pt x="417" y="6613"/>
                    <a:pt x="462" y="6583"/>
                  </a:cubicBezTo>
                  <a:cubicBezTo>
                    <a:pt x="495" y="6566"/>
                    <a:pt x="537" y="6550"/>
                    <a:pt x="570" y="6525"/>
                  </a:cubicBezTo>
                  <a:lnTo>
                    <a:pt x="570" y="6525"/>
                  </a:lnTo>
                  <a:cubicBezTo>
                    <a:pt x="495" y="6624"/>
                    <a:pt x="454" y="6740"/>
                    <a:pt x="446" y="6873"/>
                  </a:cubicBezTo>
                  <a:cubicBezTo>
                    <a:pt x="439" y="6912"/>
                    <a:pt x="479" y="6936"/>
                    <a:pt x="517" y="6936"/>
                  </a:cubicBezTo>
                  <a:cubicBezTo>
                    <a:pt x="527" y="6936"/>
                    <a:pt x="536" y="6934"/>
                    <a:pt x="545" y="6931"/>
                  </a:cubicBezTo>
                  <a:cubicBezTo>
                    <a:pt x="594" y="6898"/>
                    <a:pt x="635" y="6873"/>
                    <a:pt x="684" y="6841"/>
                  </a:cubicBezTo>
                  <a:lnTo>
                    <a:pt x="684" y="6841"/>
                  </a:lnTo>
                  <a:cubicBezTo>
                    <a:pt x="555" y="6962"/>
                    <a:pt x="434" y="7083"/>
                    <a:pt x="321" y="7221"/>
                  </a:cubicBezTo>
                  <a:cubicBezTo>
                    <a:pt x="255" y="7304"/>
                    <a:pt x="189" y="7386"/>
                    <a:pt x="131" y="7478"/>
                  </a:cubicBezTo>
                  <a:cubicBezTo>
                    <a:pt x="73" y="7569"/>
                    <a:pt x="31" y="7660"/>
                    <a:pt x="56" y="7768"/>
                  </a:cubicBezTo>
                  <a:cubicBezTo>
                    <a:pt x="66" y="7797"/>
                    <a:pt x="94" y="7812"/>
                    <a:pt x="122" y="7812"/>
                  </a:cubicBezTo>
                  <a:cubicBezTo>
                    <a:pt x="140" y="7812"/>
                    <a:pt x="159" y="7806"/>
                    <a:pt x="172" y="7792"/>
                  </a:cubicBezTo>
                  <a:cubicBezTo>
                    <a:pt x="205" y="7768"/>
                    <a:pt x="230" y="7743"/>
                    <a:pt x="263" y="7718"/>
                  </a:cubicBezTo>
                  <a:lnTo>
                    <a:pt x="263" y="7718"/>
                  </a:lnTo>
                  <a:cubicBezTo>
                    <a:pt x="247" y="7867"/>
                    <a:pt x="230" y="8008"/>
                    <a:pt x="222" y="8157"/>
                  </a:cubicBezTo>
                  <a:cubicBezTo>
                    <a:pt x="222" y="8198"/>
                    <a:pt x="255" y="8232"/>
                    <a:pt x="296" y="8232"/>
                  </a:cubicBezTo>
                  <a:lnTo>
                    <a:pt x="346" y="8232"/>
                  </a:lnTo>
                  <a:cubicBezTo>
                    <a:pt x="346" y="8256"/>
                    <a:pt x="346" y="8290"/>
                    <a:pt x="346" y="8314"/>
                  </a:cubicBezTo>
                  <a:cubicBezTo>
                    <a:pt x="354" y="8356"/>
                    <a:pt x="379" y="8381"/>
                    <a:pt x="412" y="8389"/>
                  </a:cubicBezTo>
                  <a:cubicBezTo>
                    <a:pt x="396" y="8439"/>
                    <a:pt x="388" y="8488"/>
                    <a:pt x="371" y="8538"/>
                  </a:cubicBezTo>
                  <a:cubicBezTo>
                    <a:pt x="363" y="8580"/>
                    <a:pt x="379" y="8604"/>
                    <a:pt x="412" y="8613"/>
                  </a:cubicBezTo>
                  <a:cubicBezTo>
                    <a:pt x="330" y="8762"/>
                    <a:pt x="263" y="8928"/>
                    <a:pt x="255" y="9102"/>
                  </a:cubicBezTo>
                  <a:cubicBezTo>
                    <a:pt x="238" y="9259"/>
                    <a:pt x="288" y="9483"/>
                    <a:pt x="429" y="9574"/>
                  </a:cubicBezTo>
                  <a:cubicBezTo>
                    <a:pt x="404" y="9632"/>
                    <a:pt x="379" y="9690"/>
                    <a:pt x="354" y="9748"/>
                  </a:cubicBezTo>
                  <a:cubicBezTo>
                    <a:pt x="338" y="9781"/>
                    <a:pt x="354" y="9822"/>
                    <a:pt x="379" y="9847"/>
                  </a:cubicBezTo>
                  <a:cubicBezTo>
                    <a:pt x="371" y="9880"/>
                    <a:pt x="363" y="9922"/>
                    <a:pt x="354" y="9955"/>
                  </a:cubicBezTo>
                  <a:cubicBezTo>
                    <a:pt x="346" y="10021"/>
                    <a:pt x="330" y="10104"/>
                    <a:pt x="363" y="10162"/>
                  </a:cubicBezTo>
                  <a:cubicBezTo>
                    <a:pt x="379" y="10195"/>
                    <a:pt x="404" y="10195"/>
                    <a:pt x="429" y="10220"/>
                  </a:cubicBezTo>
                  <a:cubicBezTo>
                    <a:pt x="446" y="10228"/>
                    <a:pt x="454" y="10270"/>
                    <a:pt x="462" y="10286"/>
                  </a:cubicBezTo>
                  <a:cubicBezTo>
                    <a:pt x="495" y="10344"/>
                    <a:pt x="512" y="10419"/>
                    <a:pt x="562" y="10460"/>
                  </a:cubicBezTo>
                  <a:cubicBezTo>
                    <a:pt x="537" y="10543"/>
                    <a:pt x="528" y="10626"/>
                    <a:pt x="528" y="10709"/>
                  </a:cubicBezTo>
                  <a:cubicBezTo>
                    <a:pt x="528" y="10742"/>
                    <a:pt x="553" y="10767"/>
                    <a:pt x="578" y="10775"/>
                  </a:cubicBezTo>
                  <a:cubicBezTo>
                    <a:pt x="553" y="10899"/>
                    <a:pt x="537" y="11024"/>
                    <a:pt x="545" y="11156"/>
                  </a:cubicBezTo>
                  <a:cubicBezTo>
                    <a:pt x="562" y="11289"/>
                    <a:pt x="603" y="11471"/>
                    <a:pt x="727" y="11546"/>
                  </a:cubicBezTo>
                  <a:cubicBezTo>
                    <a:pt x="727" y="11595"/>
                    <a:pt x="727" y="11637"/>
                    <a:pt x="727" y="11670"/>
                  </a:cubicBezTo>
                  <a:cubicBezTo>
                    <a:pt x="736" y="11711"/>
                    <a:pt x="769" y="11745"/>
                    <a:pt x="802" y="11745"/>
                  </a:cubicBezTo>
                  <a:cubicBezTo>
                    <a:pt x="810" y="11844"/>
                    <a:pt x="835" y="11943"/>
                    <a:pt x="876" y="12035"/>
                  </a:cubicBezTo>
                  <a:cubicBezTo>
                    <a:pt x="910" y="12109"/>
                    <a:pt x="951" y="12175"/>
                    <a:pt x="1001" y="12233"/>
                  </a:cubicBezTo>
                  <a:cubicBezTo>
                    <a:pt x="1042" y="12283"/>
                    <a:pt x="1092" y="12341"/>
                    <a:pt x="1166" y="12349"/>
                  </a:cubicBezTo>
                  <a:cubicBezTo>
                    <a:pt x="1133" y="12399"/>
                    <a:pt x="1108" y="12449"/>
                    <a:pt x="1084" y="12499"/>
                  </a:cubicBezTo>
                  <a:cubicBezTo>
                    <a:pt x="1067" y="12540"/>
                    <a:pt x="1108" y="12581"/>
                    <a:pt x="1142" y="12581"/>
                  </a:cubicBezTo>
                  <a:cubicBezTo>
                    <a:pt x="1133" y="12581"/>
                    <a:pt x="1125" y="12581"/>
                    <a:pt x="1125" y="12590"/>
                  </a:cubicBezTo>
                  <a:cubicBezTo>
                    <a:pt x="1075" y="12615"/>
                    <a:pt x="1034" y="12639"/>
                    <a:pt x="992" y="12681"/>
                  </a:cubicBezTo>
                  <a:cubicBezTo>
                    <a:pt x="968" y="12697"/>
                    <a:pt x="951" y="12722"/>
                    <a:pt x="934" y="12747"/>
                  </a:cubicBezTo>
                  <a:cubicBezTo>
                    <a:pt x="918" y="12755"/>
                    <a:pt x="918" y="12772"/>
                    <a:pt x="910" y="12789"/>
                  </a:cubicBezTo>
                  <a:cubicBezTo>
                    <a:pt x="912" y="12785"/>
                    <a:pt x="913" y="12783"/>
                    <a:pt x="913" y="12783"/>
                  </a:cubicBezTo>
                  <a:cubicBezTo>
                    <a:pt x="914" y="12783"/>
                    <a:pt x="910" y="12799"/>
                    <a:pt x="910" y="12805"/>
                  </a:cubicBezTo>
                  <a:cubicBezTo>
                    <a:pt x="901" y="12805"/>
                    <a:pt x="901" y="12813"/>
                    <a:pt x="901" y="12822"/>
                  </a:cubicBezTo>
                  <a:cubicBezTo>
                    <a:pt x="889" y="12853"/>
                    <a:pt x="923" y="12883"/>
                    <a:pt x="951" y="12883"/>
                  </a:cubicBezTo>
                  <a:cubicBezTo>
                    <a:pt x="961" y="12883"/>
                    <a:pt x="970" y="12880"/>
                    <a:pt x="976" y="12871"/>
                  </a:cubicBezTo>
                  <a:cubicBezTo>
                    <a:pt x="992" y="12847"/>
                    <a:pt x="1017" y="12838"/>
                    <a:pt x="1026" y="12822"/>
                  </a:cubicBezTo>
                  <a:cubicBezTo>
                    <a:pt x="1042" y="12805"/>
                    <a:pt x="1059" y="12789"/>
                    <a:pt x="1075" y="12772"/>
                  </a:cubicBezTo>
                  <a:cubicBezTo>
                    <a:pt x="1108" y="12739"/>
                    <a:pt x="1142" y="12714"/>
                    <a:pt x="1183" y="12689"/>
                  </a:cubicBezTo>
                  <a:cubicBezTo>
                    <a:pt x="1224" y="12673"/>
                    <a:pt x="1266" y="12648"/>
                    <a:pt x="1316" y="12639"/>
                  </a:cubicBezTo>
                  <a:lnTo>
                    <a:pt x="1316" y="12639"/>
                  </a:lnTo>
                  <a:cubicBezTo>
                    <a:pt x="1307" y="12648"/>
                    <a:pt x="1307" y="12656"/>
                    <a:pt x="1307" y="12664"/>
                  </a:cubicBezTo>
                  <a:lnTo>
                    <a:pt x="1299" y="12673"/>
                  </a:lnTo>
                  <a:cubicBezTo>
                    <a:pt x="1133" y="12780"/>
                    <a:pt x="992" y="12954"/>
                    <a:pt x="901" y="13128"/>
                  </a:cubicBezTo>
                  <a:cubicBezTo>
                    <a:pt x="885" y="13153"/>
                    <a:pt x="893" y="13178"/>
                    <a:pt x="901" y="13195"/>
                  </a:cubicBezTo>
                  <a:cubicBezTo>
                    <a:pt x="794" y="13377"/>
                    <a:pt x="678" y="13551"/>
                    <a:pt x="562" y="13725"/>
                  </a:cubicBezTo>
                  <a:cubicBezTo>
                    <a:pt x="537" y="13758"/>
                    <a:pt x="553" y="13816"/>
                    <a:pt x="595" y="13824"/>
                  </a:cubicBezTo>
                  <a:cubicBezTo>
                    <a:pt x="595" y="13833"/>
                    <a:pt x="586" y="13841"/>
                    <a:pt x="570" y="13849"/>
                  </a:cubicBezTo>
                  <a:cubicBezTo>
                    <a:pt x="553" y="13866"/>
                    <a:pt x="537" y="13882"/>
                    <a:pt x="512" y="13899"/>
                  </a:cubicBezTo>
                  <a:cubicBezTo>
                    <a:pt x="479" y="13932"/>
                    <a:pt x="454" y="13965"/>
                    <a:pt x="421" y="14007"/>
                  </a:cubicBezTo>
                  <a:cubicBezTo>
                    <a:pt x="363" y="14081"/>
                    <a:pt x="313" y="14164"/>
                    <a:pt x="272" y="14255"/>
                  </a:cubicBezTo>
                  <a:cubicBezTo>
                    <a:pt x="230" y="14355"/>
                    <a:pt x="147" y="14587"/>
                    <a:pt x="238" y="14686"/>
                  </a:cubicBezTo>
                  <a:cubicBezTo>
                    <a:pt x="205" y="14810"/>
                    <a:pt x="180" y="14935"/>
                    <a:pt x="180" y="15067"/>
                  </a:cubicBezTo>
                  <a:cubicBezTo>
                    <a:pt x="106" y="15316"/>
                    <a:pt x="48" y="15556"/>
                    <a:pt x="6" y="15813"/>
                  </a:cubicBezTo>
                  <a:cubicBezTo>
                    <a:pt x="1" y="15863"/>
                    <a:pt x="44" y="15905"/>
                    <a:pt x="88" y="15905"/>
                  </a:cubicBezTo>
                  <a:cubicBezTo>
                    <a:pt x="109" y="15905"/>
                    <a:pt x="131" y="15895"/>
                    <a:pt x="147" y="15871"/>
                  </a:cubicBezTo>
                  <a:cubicBezTo>
                    <a:pt x="147" y="15862"/>
                    <a:pt x="147" y="15854"/>
                    <a:pt x="156" y="15854"/>
                  </a:cubicBezTo>
                  <a:cubicBezTo>
                    <a:pt x="180" y="15962"/>
                    <a:pt x="214" y="16070"/>
                    <a:pt x="263" y="16177"/>
                  </a:cubicBezTo>
                  <a:cubicBezTo>
                    <a:pt x="274" y="16199"/>
                    <a:pt x="304" y="16214"/>
                    <a:pt x="332" y="16214"/>
                  </a:cubicBezTo>
                  <a:cubicBezTo>
                    <a:pt x="346" y="16214"/>
                    <a:pt x="360" y="16210"/>
                    <a:pt x="371" y="16202"/>
                  </a:cubicBezTo>
                  <a:cubicBezTo>
                    <a:pt x="456" y="16143"/>
                    <a:pt x="555" y="16122"/>
                    <a:pt x="658" y="16122"/>
                  </a:cubicBezTo>
                  <a:cubicBezTo>
                    <a:pt x="784" y="16122"/>
                    <a:pt x="915" y="16154"/>
                    <a:pt x="1034" y="16186"/>
                  </a:cubicBezTo>
                  <a:cubicBezTo>
                    <a:pt x="1291" y="16260"/>
                    <a:pt x="1556" y="16326"/>
                    <a:pt x="1821" y="16393"/>
                  </a:cubicBezTo>
                  <a:cubicBezTo>
                    <a:pt x="2360" y="16517"/>
                    <a:pt x="2906" y="16608"/>
                    <a:pt x="3453" y="16683"/>
                  </a:cubicBezTo>
                  <a:cubicBezTo>
                    <a:pt x="4348" y="16807"/>
                    <a:pt x="5260" y="16873"/>
                    <a:pt x="6171" y="16873"/>
                  </a:cubicBezTo>
                  <a:cubicBezTo>
                    <a:pt x="6356" y="16873"/>
                    <a:pt x="6541" y="16871"/>
                    <a:pt x="6726" y="16865"/>
                  </a:cubicBezTo>
                  <a:cubicBezTo>
                    <a:pt x="7828" y="16832"/>
                    <a:pt x="8922" y="16699"/>
                    <a:pt x="10007" y="16500"/>
                  </a:cubicBezTo>
                  <a:cubicBezTo>
                    <a:pt x="11101" y="16293"/>
                    <a:pt x="12178" y="16020"/>
                    <a:pt x="13255" y="15730"/>
                  </a:cubicBezTo>
                  <a:cubicBezTo>
                    <a:pt x="13520" y="15655"/>
                    <a:pt x="13785" y="15581"/>
                    <a:pt x="14050" y="15498"/>
                  </a:cubicBezTo>
                  <a:cubicBezTo>
                    <a:pt x="14282" y="15432"/>
                    <a:pt x="14514" y="15365"/>
                    <a:pt x="14730" y="15258"/>
                  </a:cubicBezTo>
                  <a:cubicBezTo>
                    <a:pt x="15086" y="15075"/>
                    <a:pt x="15401" y="14711"/>
                    <a:pt x="15351" y="14288"/>
                  </a:cubicBezTo>
                  <a:cubicBezTo>
                    <a:pt x="15376" y="14288"/>
                    <a:pt x="15401" y="14272"/>
                    <a:pt x="15409" y="14247"/>
                  </a:cubicBezTo>
                  <a:cubicBezTo>
                    <a:pt x="15442" y="14114"/>
                    <a:pt x="15434" y="13973"/>
                    <a:pt x="15393" y="13841"/>
                  </a:cubicBezTo>
                  <a:lnTo>
                    <a:pt x="15393" y="13841"/>
                  </a:lnTo>
                  <a:cubicBezTo>
                    <a:pt x="15434" y="13857"/>
                    <a:pt x="15475" y="13866"/>
                    <a:pt x="15517" y="13866"/>
                  </a:cubicBezTo>
                  <a:cubicBezTo>
                    <a:pt x="15542" y="13866"/>
                    <a:pt x="15575" y="13841"/>
                    <a:pt x="15583" y="13816"/>
                  </a:cubicBezTo>
                  <a:cubicBezTo>
                    <a:pt x="15616" y="13675"/>
                    <a:pt x="15625" y="13526"/>
                    <a:pt x="15591" y="13377"/>
                  </a:cubicBezTo>
                  <a:cubicBezTo>
                    <a:pt x="15583" y="13302"/>
                    <a:pt x="15558" y="13236"/>
                    <a:pt x="15533" y="13161"/>
                  </a:cubicBezTo>
                  <a:cubicBezTo>
                    <a:pt x="15517" y="13120"/>
                    <a:pt x="15509" y="13095"/>
                    <a:pt x="15542" y="13062"/>
                  </a:cubicBezTo>
                  <a:cubicBezTo>
                    <a:pt x="15558" y="13037"/>
                    <a:pt x="15575" y="13021"/>
                    <a:pt x="15591" y="12996"/>
                  </a:cubicBezTo>
                  <a:cubicBezTo>
                    <a:pt x="15666" y="12896"/>
                    <a:pt x="15649" y="12764"/>
                    <a:pt x="15600" y="12664"/>
                  </a:cubicBezTo>
                  <a:cubicBezTo>
                    <a:pt x="15550" y="12565"/>
                    <a:pt x="15459" y="12474"/>
                    <a:pt x="15417" y="12374"/>
                  </a:cubicBezTo>
                  <a:cubicBezTo>
                    <a:pt x="15451" y="12374"/>
                    <a:pt x="15484" y="12383"/>
                    <a:pt x="15517" y="12383"/>
                  </a:cubicBezTo>
                  <a:cubicBezTo>
                    <a:pt x="15531" y="12386"/>
                    <a:pt x="15546" y="12388"/>
                    <a:pt x="15561" y="12388"/>
                  </a:cubicBezTo>
                  <a:cubicBezTo>
                    <a:pt x="15583" y="12388"/>
                    <a:pt x="15605" y="12384"/>
                    <a:pt x="15625" y="12374"/>
                  </a:cubicBezTo>
                  <a:cubicBezTo>
                    <a:pt x="15732" y="12325"/>
                    <a:pt x="15658" y="12209"/>
                    <a:pt x="15616" y="12134"/>
                  </a:cubicBezTo>
                  <a:cubicBezTo>
                    <a:pt x="15509" y="11935"/>
                    <a:pt x="15401" y="11736"/>
                    <a:pt x="15293" y="11546"/>
                  </a:cubicBezTo>
                  <a:cubicBezTo>
                    <a:pt x="15335" y="11513"/>
                    <a:pt x="15351" y="11455"/>
                    <a:pt x="15335" y="11388"/>
                  </a:cubicBezTo>
                  <a:cubicBezTo>
                    <a:pt x="15310" y="11289"/>
                    <a:pt x="15219" y="11198"/>
                    <a:pt x="15152" y="11123"/>
                  </a:cubicBezTo>
                  <a:cubicBezTo>
                    <a:pt x="15119" y="11090"/>
                    <a:pt x="15086" y="11057"/>
                    <a:pt x="15053" y="11024"/>
                  </a:cubicBezTo>
                  <a:cubicBezTo>
                    <a:pt x="15053" y="11015"/>
                    <a:pt x="15053" y="11007"/>
                    <a:pt x="15053" y="10999"/>
                  </a:cubicBezTo>
                  <a:cubicBezTo>
                    <a:pt x="15053" y="10949"/>
                    <a:pt x="15028" y="10891"/>
                    <a:pt x="15003" y="10850"/>
                  </a:cubicBezTo>
                  <a:cubicBezTo>
                    <a:pt x="14953" y="10750"/>
                    <a:pt x="14879" y="10659"/>
                    <a:pt x="14854" y="10551"/>
                  </a:cubicBezTo>
                  <a:cubicBezTo>
                    <a:pt x="14837" y="10485"/>
                    <a:pt x="14837" y="10427"/>
                    <a:pt x="14796" y="10378"/>
                  </a:cubicBezTo>
                  <a:cubicBezTo>
                    <a:pt x="14755" y="10328"/>
                    <a:pt x="14688" y="10295"/>
                    <a:pt x="14630" y="10253"/>
                  </a:cubicBezTo>
                  <a:cubicBezTo>
                    <a:pt x="14572" y="10212"/>
                    <a:pt x="14506" y="10170"/>
                    <a:pt x="14440" y="10129"/>
                  </a:cubicBezTo>
                  <a:cubicBezTo>
                    <a:pt x="14415" y="10104"/>
                    <a:pt x="14382" y="10088"/>
                    <a:pt x="14349" y="10063"/>
                  </a:cubicBezTo>
                  <a:cubicBezTo>
                    <a:pt x="14340" y="10054"/>
                    <a:pt x="14324" y="10021"/>
                    <a:pt x="14316" y="10021"/>
                  </a:cubicBezTo>
                  <a:cubicBezTo>
                    <a:pt x="14382" y="10021"/>
                    <a:pt x="14415" y="9930"/>
                    <a:pt x="14349" y="9889"/>
                  </a:cubicBezTo>
                  <a:cubicBezTo>
                    <a:pt x="14258" y="9839"/>
                    <a:pt x="14183" y="9773"/>
                    <a:pt x="14108" y="9698"/>
                  </a:cubicBezTo>
                  <a:cubicBezTo>
                    <a:pt x="14042" y="9624"/>
                    <a:pt x="13968" y="9557"/>
                    <a:pt x="13901" y="9491"/>
                  </a:cubicBezTo>
                  <a:cubicBezTo>
                    <a:pt x="13827" y="9425"/>
                    <a:pt x="13744" y="9375"/>
                    <a:pt x="13653" y="9342"/>
                  </a:cubicBezTo>
                  <a:cubicBezTo>
                    <a:pt x="13694" y="9309"/>
                    <a:pt x="13694" y="9251"/>
                    <a:pt x="13644" y="9218"/>
                  </a:cubicBezTo>
                  <a:cubicBezTo>
                    <a:pt x="13620" y="9193"/>
                    <a:pt x="13586" y="9176"/>
                    <a:pt x="13545" y="9151"/>
                  </a:cubicBezTo>
                  <a:lnTo>
                    <a:pt x="13578" y="9151"/>
                  </a:lnTo>
                  <a:cubicBezTo>
                    <a:pt x="13603" y="9143"/>
                    <a:pt x="13611" y="9110"/>
                    <a:pt x="13595" y="9093"/>
                  </a:cubicBezTo>
                  <a:cubicBezTo>
                    <a:pt x="13562" y="9060"/>
                    <a:pt x="13512" y="9044"/>
                    <a:pt x="13470" y="9035"/>
                  </a:cubicBezTo>
                  <a:cubicBezTo>
                    <a:pt x="13462" y="9027"/>
                    <a:pt x="13454" y="9027"/>
                    <a:pt x="13446" y="9027"/>
                  </a:cubicBezTo>
                  <a:lnTo>
                    <a:pt x="13487" y="9027"/>
                  </a:lnTo>
                  <a:cubicBezTo>
                    <a:pt x="13512" y="9027"/>
                    <a:pt x="13520" y="8994"/>
                    <a:pt x="13495" y="8986"/>
                  </a:cubicBezTo>
                  <a:cubicBezTo>
                    <a:pt x="13470" y="8969"/>
                    <a:pt x="13446" y="8961"/>
                    <a:pt x="13412" y="8952"/>
                  </a:cubicBezTo>
                  <a:cubicBezTo>
                    <a:pt x="13388" y="8952"/>
                    <a:pt x="13354" y="8944"/>
                    <a:pt x="13321" y="8944"/>
                  </a:cubicBezTo>
                  <a:cubicBezTo>
                    <a:pt x="13272" y="8944"/>
                    <a:pt x="13222" y="8944"/>
                    <a:pt x="13172" y="8961"/>
                  </a:cubicBezTo>
                  <a:cubicBezTo>
                    <a:pt x="13164" y="8944"/>
                    <a:pt x="13156" y="8928"/>
                    <a:pt x="13139" y="8919"/>
                  </a:cubicBezTo>
                  <a:cubicBezTo>
                    <a:pt x="13147" y="8919"/>
                    <a:pt x="13147" y="8911"/>
                    <a:pt x="13147" y="8903"/>
                  </a:cubicBezTo>
                  <a:cubicBezTo>
                    <a:pt x="13139" y="8836"/>
                    <a:pt x="13122" y="8770"/>
                    <a:pt x="13098" y="8704"/>
                  </a:cubicBezTo>
                  <a:cubicBezTo>
                    <a:pt x="13139" y="8671"/>
                    <a:pt x="13147" y="8621"/>
                    <a:pt x="13139" y="8571"/>
                  </a:cubicBezTo>
                  <a:cubicBezTo>
                    <a:pt x="13131" y="8538"/>
                    <a:pt x="13106" y="8497"/>
                    <a:pt x="13089" y="8455"/>
                  </a:cubicBezTo>
                  <a:lnTo>
                    <a:pt x="13089" y="8455"/>
                  </a:lnTo>
                  <a:cubicBezTo>
                    <a:pt x="13100" y="8457"/>
                    <a:pt x="13110" y="8458"/>
                    <a:pt x="13120" y="8458"/>
                  </a:cubicBezTo>
                  <a:cubicBezTo>
                    <a:pt x="13151" y="8458"/>
                    <a:pt x="13180" y="8449"/>
                    <a:pt x="13205" y="8430"/>
                  </a:cubicBezTo>
                  <a:cubicBezTo>
                    <a:pt x="13230" y="8414"/>
                    <a:pt x="13238" y="8389"/>
                    <a:pt x="13238" y="8364"/>
                  </a:cubicBezTo>
                  <a:cubicBezTo>
                    <a:pt x="13214" y="8256"/>
                    <a:pt x="13164" y="8157"/>
                    <a:pt x="13089" y="8074"/>
                  </a:cubicBezTo>
                  <a:cubicBezTo>
                    <a:pt x="13081" y="8041"/>
                    <a:pt x="13073" y="8000"/>
                    <a:pt x="13064" y="7966"/>
                  </a:cubicBezTo>
                  <a:cubicBezTo>
                    <a:pt x="13073" y="7958"/>
                    <a:pt x="13089" y="7950"/>
                    <a:pt x="13089" y="7933"/>
                  </a:cubicBezTo>
                  <a:cubicBezTo>
                    <a:pt x="13122" y="7759"/>
                    <a:pt x="13073" y="7585"/>
                    <a:pt x="12965" y="7453"/>
                  </a:cubicBezTo>
                  <a:lnTo>
                    <a:pt x="13006" y="7453"/>
                  </a:lnTo>
                  <a:cubicBezTo>
                    <a:pt x="13010" y="7453"/>
                    <a:pt x="13013" y="7454"/>
                    <a:pt x="13016" y="7454"/>
                  </a:cubicBezTo>
                  <a:cubicBezTo>
                    <a:pt x="13059" y="7454"/>
                    <a:pt x="13079" y="7400"/>
                    <a:pt x="13056" y="7362"/>
                  </a:cubicBezTo>
                  <a:cubicBezTo>
                    <a:pt x="13023" y="7304"/>
                    <a:pt x="12982" y="7246"/>
                    <a:pt x="12940" y="7196"/>
                  </a:cubicBezTo>
                  <a:cubicBezTo>
                    <a:pt x="12982" y="7188"/>
                    <a:pt x="13006" y="7130"/>
                    <a:pt x="12973" y="7088"/>
                  </a:cubicBezTo>
                  <a:cubicBezTo>
                    <a:pt x="12932" y="7038"/>
                    <a:pt x="12899" y="6989"/>
                    <a:pt x="12857" y="6939"/>
                  </a:cubicBezTo>
                  <a:cubicBezTo>
                    <a:pt x="12832" y="6914"/>
                    <a:pt x="12816" y="6889"/>
                    <a:pt x="12791" y="6864"/>
                  </a:cubicBezTo>
                  <a:cubicBezTo>
                    <a:pt x="12791" y="6856"/>
                    <a:pt x="12758" y="6798"/>
                    <a:pt x="12758" y="6798"/>
                  </a:cubicBezTo>
                  <a:lnTo>
                    <a:pt x="12758" y="6798"/>
                  </a:lnTo>
                  <a:cubicBezTo>
                    <a:pt x="12762" y="6799"/>
                    <a:pt x="12765" y="6799"/>
                    <a:pt x="12769" y="6799"/>
                  </a:cubicBezTo>
                  <a:cubicBezTo>
                    <a:pt x="12821" y="6799"/>
                    <a:pt x="12855" y="6746"/>
                    <a:pt x="12816" y="6707"/>
                  </a:cubicBezTo>
                  <a:cubicBezTo>
                    <a:pt x="12774" y="6666"/>
                    <a:pt x="12683" y="6558"/>
                    <a:pt x="12774" y="6516"/>
                  </a:cubicBezTo>
                  <a:cubicBezTo>
                    <a:pt x="12791" y="6508"/>
                    <a:pt x="12808" y="6475"/>
                    <a:pt x="12799" y="6458"/>
                  </a:cubicBezTo>
                  <a:cubicBezTo>
                    <a:pt x="12774" y="6400"/>
                    <a:pt x="12758" y="6351"/>
                    <a:pt x="12741" y="6293"/>
                  </a:cubicBezTo>
                  <a:lnTo>
                    <a:pt x="12816" y="6260"/>
                  </a:lnTo>
                  <a:cubicBezTo>
                    <a:pt x="12849" y="6243"/>
                    <a:pt x="12849" y="6193"/>
                    <a:pt x="12824" y="6168"/>
                  </a:cubicBezTo>
                  <a:cubicBezTo>
                    <a:pt x="12791" y="6135"/>
                    <a:pt x="12758" y="6094"/>
                    <a:pt x="12725" y="6052"/>
                  </a:cubicBezTo>
                  <a:cubicBezTo>
                    <a:pt x="12733" y="6052"/>
                    <a:pt x="12741" y="6052"/>
                    <a:pt x="12750" y="6044"/>
                  </a:cubicBezTo>
                  <a:cubicBezTo>
                    <a:pt x="12791" y="6044"/>
                    <a:pt x="12816" y="5986"/>
                    <a:pt x="12791" y="5953"/>
                  </a:cubicBezTo>
                  <a:cubicBezTo>
                    <a:pt x="12791" y="5945"/>
                    <a:pt x="12783" y="5936"/>
                    <a:pt x="12783" y="5936"/>
                  </a:cubicBezTo>
                  <a:cubicBezTo>
                    <a:pt x="12783" y="5928"/>
                    <a:pt x="12783" y="5920"/>
                    <a:pt x="12783" y="5903"/>
                  </a:cubicBezTo>
                  <a:cubicBezTo>
                    <a:pt x="12791" y="5812"/>
                    <a:pt x="12741" y="5729"/>
                    <a:pt x="12708" y="5646"/>
                  </a:cubicBezTo>
                  <a:cubicBezTo>
                    <a:pt x="12741" y="5630"/>
                    <a:pt x="12766" y="5605"/>
                    <a:pt x="12774" y="5580"/>
                  </a:cubicBezTo>
                  <a:cubicBezTo>
                    <a:pt x="12799" y="5539"/>
                    <a:pt x="12799" y="5497"/>
                    <a:pt x="12799" y="5456"/>
                  </a:cubicBezTo>
                  <a:cubicBezTo>
                    <a:pt x="12799" y="5431"/>
                    <a:pt x="12799" y="5398"/>
                    <a:pt x="12816" y="5390"/>
                  </a:cubicBezTo>
                  <a:cubicBezTo>
                    <a:pt x="12819" y="5388"/>
                    <a:pt x="12824" y="5387"/>
                    <a:pt x="12828" y="5387"/>
                  </a:cubicBezTo>
                  <a:cubicBezTo>
                    <a:pt x="12841" y="5387"/>
                    <a:pt x="12857" y="5392"/>
                    <a:pt x="12870" y="5392"/>
                  </a:cubicBezTo>
                  <a:cubicBezTo>
                    <a:pt x="12874" y="5392"/>
                    <a:pt x="12879" y="5391"/>
                    <a:pt x="12882" y="5390"/>
                  </a:cubicBezTo>
                  <a:cubicBezTo>
                    <a:pt x="12915" y="5390"/>
                    <a:pt x="12940" y="5381"/>
                    <a:pt x="12965" y="5365"/>
                  </a:cubicBezTo>
                  <a:cubicBezTo>
                    <a:pt x="13006" y="5340"/>
                    <a:pt x="13031" y="5290"/>
                    <a:pt x="13031" y="5241"/>
                  </a:cubicBezTo>
                  <a:cubicBezTo>
                    <a:pt x="13031" y="5191"/>
                    <a:pt x="13015" y="5141"/>
                    <a:pt x="12982" y="5100"/>
                  </a:cubicBezTo>
                  <a:lnTo>
                    <a:pt x="12982" y="5091"/>
                  </a:lnTo>
                  <a:cubicBezTo>
                    <a:pt x="13023" y="5091"/>
                    <a:pt x="13064" y="5091"/>
                    <a:pt x="13114" y="5083"/>
                  </a:cubicBezTo>
                  <a:cubicBezTo>
                    <a:pt x="13172" y="5067"/>
                    <a:pt x="13172" y="4992"/>
                    <a:pt x="13122" y="4959"/>
                  </a:cubicBezTo>
                  <a:cubicBezTo>
                    <a:pt x="13023" y="4893"/>
                    <a:pt x="12924" y="4810"/>
                    <a:pt x="12832" y="4727"/>
                  </a:cubicBezTo>
                  <a:lnTo>
                    <a:pt x="12841" y="4727"/>
                  </a:lnTo>
                  <a:cubicBezTo>
                    <a:pt x="12845" y="4729"/>
                    <a:pt x="12850" y="4729"/>
                    <a:pt x="12854" y="4729"/>
                  </a:cubicBezTo>
                  <a:cubicBezTo>
                    <a:pt x="12887" y="4729"/>
                    <a:pt x="12903" y="4674"/>
                    <a:pt x="12874" y="4652"/>
                  </a:cubicBezTo>
                  <a:cubicBezTo>
                    <a:pt x="12808" y="4619"/>
                    <a:pt x="12750" y="4586"/>
                    <a:pt x="12692" y="4545"/>
                  </a:cubicBezTo>
                  <a:cubicBezTo>
                    <a:pt x="12708" y="4520"/>
                    <a:pt x="12708" y="4478"/>
                    <a:pt x="12683" y="4453"/>
                  </a:cubicBezTo>
                  <a:cubicBezTo>
                    <a:pt x="12667" y="4437"/>
                    <a:pt x="12642" y="4420"/>
                    <a:pt x="12617" y="4395"/>
                  </a:cubicBezTo>
                  <a:cubicBezTo>
                    <a:pt x="12625" y="4379"/>
                    <a:pt x="12617" y="4362"/>
                    <a:pt x="12609" y="4346"/>
                  </a:cubicBezTo>
                  <a:cubicBezTo>
                    <a:pt x="12600" y="4337"/>
                    <a:pt x="12592" y="4329"/>
                    <a:pt x="12584" y="4321"/>
                  </a:cubicBezTo>
                  <a:cubicBezTo>
                    <a:pt x="12667" y="4271"/>
                    <a:pt x="12750" y="4221"/>
                    <a:pt x="12816" y="4155"/>
                  </a:cubicBezTo>
                  <a:cubicBezTo>
                    <a:pt x="12915" y="4056"/>
                    <a:pt x="13031" y="3940"/>
                    <a:pt x="13064" y="3799"/>
                  </a:cubicBezTo>
                  <a:cubicBezTo>
                    <a:pt x="13073" y="3782"/>
                    <a:pt x="13056" y="3766"/>
                    <a:pt x="13048" y="3749"/>
                  </a:cubicBezTo>
                  <a:cubicBezTo>
                    <a:pt x="13048" y="3741"/>
                    <a:pt x="13048" y="3733"/>
                    <a:pt x="13056" y="3733"/>
                  </a:cubicBezTo>
                  <a:cubicBezTo>
                    <a:pt x="13064" y="3724"/>
                    <a:pt x="13064" y="3724"/>
                    <a:pt x="13073" y="3716"/>
                  </a:cubicBezTo>
                  <a:cubicBezTo>
                    <a:pt x="13122" y="3625"/>
                    <a:pt x="13156" y="3525"/>
                    <a:pt x="13172" y="3426"/>
                  </a:cubicBezTo>
                  <a:cubicBezTo>
                    <a:pt x="13172" y="3409"/>
                    <a:pt x="13172" y="3393"/>
                    <a:pt x="13164" y="3385"/>
                  </a:cubicBezTo>
                  <a:cubicBezTo>
                    <a:pt x="13189" y="3252"/>
                    <a:pt x="13197" y="3119"/>
                    <a:pt x="13180" y="2979"/>
                  </a:cubicBezTo>
                  <a:cubicBezTo>
                    <a:pt x="13189" y="2979"/>
                    <a:pt x="13180" y="2970"/>
                    <a:pt x="13180" y="2962"/>
                  </a:cubicBezTo>
                  <a:cubicBezTo>
                    <a:pt x="13180" y="2954"/>
                    <a:pt x="13180" y="2945"/>
                    <a:pt x="13180" y="2937"/>
                  </a:cubicBezTo>
                  <a:cubicBezTo>
                    <a:pt x="13174" y="2919"/>
                    <a:pt x="13156" y="2906"/>
                    <a:pt x="13136" y="2906"/>
                  </a:cubicBezTo>
                  <a:cubicBezTo>
                    <a:pt x="13129" y="2906"/>
                    <a:pt x="13121" y="2908"/>
                    <a:pt x="13114" y="2912"/>
                  </a:cubicBezTo>
                  <a:cubicBezTo>
                    <a:pt x="13122" y="2763"/>
                    <a:pt x="13122" y="2614"/>
                    <a:pt x="13114" y="2457"/>
                  </a:cubicBezTo>
                  <a:cubicBezTo>
                    <a:pt x="13114" y="2357"/>
                    <a:pt x="13131" y="2208"/>
                    <a:pt x="13031" y="2150"/>
                  </a:cubicBezTo>
                  <a:cubicBezTo>
                    <a:pt x="13031" y="2092"/>
                    <a:pt x="13023" y="2042"/>
                    <a:pt x="13015" y="1984"/>
                  </a:cubicBezTo>
                  <a:lnTo>
                    <a:pt x="13015" y="1951"/>
                  </a:lnTo>
                  <a:cubicBezTo>
                    <a:pt x="13015" y="1943"/>
                    <a:pt x="13006" y="1926"/>
                    <a:pt x="12998" y="1918"/>
                  </a:cubicBezTo>
                  <a:cubicBezTo>
                    <a:pt x="12990" y="1893"/>
                    <a:pt x="12982" y="1860"/>
                    <a:pt x="12982" y="1835"/>
                  </a:cubicBezTo>
                  <a:cubicBezTo>
                    <a:pt x="13015" y="1827"/>
                    <a:pt x="13056" y="1785"/>
                    <a:pt x="13040" y="1736"/>
                  </a:cubicBezTo>
                  <a:cubicBezTo>
                    <a:pt x="13015" y="1703"/>
                    <a:pt x="12998" y="1661"/>
                    <a:pt x="12982" y="1620"/>
                  </a:cubicBezTo>
                  <a:lnTo>
                    <a:pt x="13006" y="1620"/>
                  </a:lnTo>
                  <a:cubicBezTo>
                    <a:pt x="13006" y="1636"/>
                    <a:pt x="13015" y="1653"/>
                    <a:pt x="13031" y="1661"/>
                  </a:cubicBezTo>
                  <a:cubicBezTo>
                    <a:pt x="13041" y="1671"/>
                    <a:pt x="13054" y="1675"/>
                    <a:pt x="13066" y="1675"/>
                  </a:cubicBezTo>
                  <a:cubicBezTo>
                    <a:pt x="13074" y="1675"/>
                    <a:pt x="13082" y="1673"/>
                    <a:pt x="13089" y="1669"/>
                  </a:cubicBezTo>
                  <a:cubicBezTo>
                    <a:pt x="13122" y="1653"/>
                    <a:pt x="13131" y="1611"/>
                    <a:pt x="13131" y="1578"/>
                  </a:cubicBezTo>
                  <a:cubicBezTo>
                    <a:pt x="13139" y="1562"/>
                    <a:pt x="13139" y="1553"/>
                    <a:pt x="13139" y="1537"/>
                  </a:cubicBezTo>
                  <a:cubicBezTo>
                    <a:pt x="13139" y="1520"/>
                    <a:pt x="13139" y="1504"/>
                    <a:pt x="13131" y="1495"/>
                  </a:cubicBezTo>
                  <a:cubicBezTo>
                    <a:pt x="13131" y="1462"/>
                    <a:pt x="13114" y="1437"/>
                    <a:pt x="13106" y="1413"/>
                  </a:cubicBezTo>
                  <a:cubicBezTo>
                    <a:pt x="13098" y="1396"/>
                    <a:pt x="13089" y="1379"/>
                    <a:pt x="13081" y="1363"/>
                  </a:cubicBezTo>
                  <a:cubicBezTo>
                    <a:pt x="13089" y="1272"/>
                    <a:pt x="13015" y="1172"/>
                    <a:pt x="12965" y="1106"/>
                  </a:cubicBezTo>
                  <a:cubicBezTo>
                    <a:pt x="12890" y="1023"/>
                    <a:pt x="12816" y="940"/>
                    <a:pt x="12733" y="857"/>
                  </a:cubicBezTo>
                  <a:cubicBezTo>
                    <a:pt x="12766" y="857"/>
                    <a:pt x="12799" y="857"/>
                    <a:pt x="12832" y="866"/>
                  </a:cubicBezTo>
                  <a:cubicBezTo>
                    <a:pt x="12838" y="867"/>
                    <a:pt x="12844" y="868"/>
                    <a:pt x="12849" y="868"/>
                  </a:cubicBezTo>
                  <a:cubicBezTo>
                    <a:pt x="12899" y="868"/>
                    <a:pt x="12935" y="804"/>
                    <a:pt x="12890" y="766"/>
                  </a:cubicBezTo>
                  <a:cubicBezTo>
                    <a:pt x="12866" y="741"/>
                    <a:pt x="12832" y="717"/>
                    <a:pt x="12799" y="700"/>
                  </a:cubicBezTo>
                  <a:cubicBezTo>
                    <a:pt x="12849" y="692"/>
                    <a:pt x="12882" y="634"/>
                    <a:pt x="12841" y="592"/>
                  </a:cubicBezTo>
                  <a:cubicBezTo>
                    <a:pt x="12808" y="551"/>
                    <a:pt x="12766" y="518"/>
                    <a:pt x="12725" y="493"/>
                  </a:cubicBezTo>
                  <a:cubicBezTo>
                    <a:pt x="12741" y="485"/>
                    <a:pt x="12758" y="451"/>
                    <a:pt x="12741" y="427"/>
                  </a:cubicBezTo>
                  <a:cubicBezTo>
                    <a:pt x="12658" y="352"/>
                    <a:pt x="12551" y="302"/>
                    <a:pt x="12435" y="278"/>
                  </a:cubicBezTo>
                  <a:lnTo>
                    <a:pt x="12435" y="269"/>
                  </a:lnTo>
                  <a:cubicBezTo>
                    <a:pt x="12426" y="220"/>
                    <a:pt x="12360" y="178"/>
                    <a:pt x="12310" y="153"/>
                  </a:cubicBezTo>
                  <a:cubicBezTo>
                    <a:pt x="12294" y="145"/>
                    <a:pt x="12277" y="137"/>
                    <a:pt x="12261" y="128"/>
                  </a:cubicBezTo>
                  <a:cubicBezTo>
                    <a:pt x="12277" y="95"/>
                    <a:pt x="12277" y="46"/>
                    <a:pt x="12228" y="37"/>
                  </a:cubicBezTo>
                  <a:lnTo>
                    <a:pt x="12203" y="37"/>
                  </a:lnTo>
                  <a:cubicBezTo>
                    <a:pt x="12137" y="27"/>
                    <a:pt x="12071" y="22"/>
                    <a:pt x="12005" y="22"/>
                  </a:cubicBezTo>
                  <a:cubicBezTo>
                    <a:pt x="11915" y="22"/>
                    <a:pt x="11825" y="31"/>
                    <a:pt x="11739" y="46"/>
                  </a:cubicBezTo>
                  <a:cubicBezTo>
                    <a:pt x="11730" y="37"/>
                    <a:pt x="11722" y="37"/>
                    <a:pt x="11714" y="29"/>
                  </a:cubicBezTo>
                  <a:cubicBezTo>
                    <a:pt x="11643" y="9"/>
                    <a:pt x="11571" y="1"/>
                    <a:pt x="114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5"/>
            <p:cNvSpPr/>
            <p:nvPr/>
          </p:nvSpPr>
          <p:spPr>
            <a:xfrm>
              <a:off x="520618" y="1351400"/>
              <a:ext cx="12450" cy="12975"/>
            </a:xfrm>
            <a:custGeom>
              <a:rect b="b" l="l" r="r" t="t"/>
              <a:pathLst>
                <a:path extrusionOk="0" h="519" w="498">
                  <a:moveTo>
                    <a:pt x="266" y="0"/>
                  </a:moveTo>
                  <a:cubicBezTo>
                    <a:pt x="258" y="9"/>
                    <a:pt x="241" y="17"/>
                    <a:pt x="241" y="33"/>
                  </a:cubicBezTo>
                  <a:cubicBezTo>
                    <a:pt x="249" y="67"/>
                    <a:pt x="258" y="100"/>
                    <a:pt x="266" y="133"/>
                  </a:cubicBezTo>
                  <a:cubicBezTo>
                    <a:pt x="274" y="149"/>
                    <a:pt x="274" y="166"/>
                    <a:pt x="282" y="191"/>
                  </a:cubicBezTo>
                  <a:cubicBezTo>
                    <a:pt x="291" y="207"/>
                    <a:pt x="299" y="224"/>
                    <a:pt x="307" y="241"/>
                  </a:cubicBezTo>
                  <a:cubicBezTo>
                    <a:pt x="316" y="257"/>
                    <a:pt x="324" y="274"/>
                    <a:pt x="332" y="290"/>
                  </a:cubicBezTo>
                  <a:cubicBezTo>
                    <a:pt x="316" y="274"/>
                    <a:pt x="299" y="257"/>
                    <a:pt x="282" y="241"/>
                  </a:cubicBezTo>
                  <a:cubicBezTo>
                    <a:pt x="249" y="216"/>
                    <a:pt x="216" y="183"/>
                    <a:pt x="191" y="158"/>
                  </a:cubicBezTo>
                  <a:cubicBezTo>
                    <a:pt x="154" y="135"/>
                    <a:pt x="116" y="99"/>
                    <a:pt x="72" y="99"/>
                  </a:cubicBezTo>
                  <a:cubicBezTo>
                    <a:pt x="67" y="99"/>
                    <a:pt x="63" y="99"/>
                    <a:pt x="59" y="100"/>
                  </a:cubicBezTo>
                  <a:cubicBezTo>
                    <a:pt x="26" y="100"/>
                    <a:pt x="1" y="125"/>
                    <a:pt x="9" y="158"/>
                  </a:cubicBezTo>
                  <a:cubicBezTo>
                    <a:pt x="17" y="174"/>
                    <a:pt x="34" y="199"/>
                    <a:pt x="50" y="216"/>
                  </a:cubicBezTo>
                  <a:cubicBezTo>
                    <a:pt x="59" y="216"/>
                    <a:pt x="67" y="224"/>
                    <a:pt x="75" y="232"/>
                  </a:cubicBezTo>
                  <a:lnTo>
                    <a:pt x="92" y="241"/>
                  </a:lnTo>
                  <a:lnTo>
                    <a:pt x="100" y="249"/>
                  </a:lnTo>
                  <a:cubicBezTo>
                    <a:pt x="133" y="274"/>
                    <a:pt x="158" y="299"/>
                    <a:pt x="191" y="332"/>
                  </a:cubicBezTo>
                  <a:cubicBezTo>
                    <a:pt x="249" y="381"/>
                    <a:pt x="299" y="439"/>
                    <a:pt x="357" y="506"/>
                  </a:cubicBezTo>
                  <a:cubicBezTo>
                    <a:pt x="365" y="514"/>
                    <a:pt x="378" y="518"/>
                    <a:pt x="391" y="518"/>
                  </a:cubicBezTo>
                  <a:cubicBezTo>
                    <a:pt x="405" y="518"/>
                    <a:pt x="419" y="514"/>
                    <a:pt x="432" y="506"/>
                  </a:cubicBezTo>
                  <a:cubicBezTo>
                    <a:pt x="448" y="489"/>
                    <a:pt x="456" y="464"/>
                    <a:pt x="448" y="448"/>
                  </a:cubicBezTo>
                  <a:cubicBezTo>
                    <a:pt x="448" y="448"/>
                    <a:pt x="456" y="439"/>
                    <a:pt x="465" y="439"/>
                  </a:cubicBezTo>
                  <a:cubicBezTo>
                    <a:pt x="490" y="423"/>
                    <a:pt x="498" y="398"/>
                    <a:pt x="481" y="373"/>
                  </a:cubicBezTo>
                  <a:cubicBezTo>
                    <a:pt x="448" y="315"/>
                    <a:pt x="423" y="257"/>
                    <a:pt x="398" y="191"/>
                  </a:cubicBezTo>
                  <a:cubicBezTo>
                    <a:pt x="390" y="174"/>
                    <a:pt x="382" y="166"/>
                    <a:pt x="374" y="149"/>
                  </a:cubicBezTo>
                  <a:cubicBezTo>
                    <a:pt x="365" y="133"/>
                    <a:pt x="357" y="125"/>
                    <a:pt x="349" y="108"/>
                  </a:cubicBezTo>
                  <a:cubicBezTo>
                    <a:pt x="332" y="75"/>
                    <a:pt x="324" y="42"/>
                    <a:pt x="299" y="17"/>
                  </a:cubicBezTo>
                  <a:cubicBezTo>
                    <a:pt x="291" y="9"/>
                    <a:pt x="282" y="0"/>
                    <a:pt x="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5"/>
            <p:cNvSpPr/>
            <p:nvPr/>
          </p:nvSpPr>
          <p:spPr>
            <a:xfrm>
              <a:off x="529743" y="1346125"/>
              <a:ext cx="5825" cy="11525"/>
            </a:xfrm>
            <a:custGeom>
              <a:rect b="b" l="l" r="r" t="t"/>
              <a:pathLst>
                <a:path extrusionOk="0" h="461" w="233">
                  <a:moveTo>
                    <a:pt x="66" y="0"/>
                  </a:moveTo>
                  <a:cubicBezTo>
                    <a:pt x="56" y="0"/>
                    <a:pt x="46" y="4"/>
                    <a:pt x="42" y="12"/>
                  </a:cubicBezTo>
                  <a:cubicBezTo>
                    <a:pt x="0" y="162"/>
                    <a:pt x="67" y="319"/>
                    <a:pt x="149" y="435"/>
                  </a:cubicBezTo>
                  <a:cubicBezTo>
                    <a:pt x="155" y="451"/>
                    <a:pt x="167" y="460"/>
                    <a:pt x="179" y="460"/>
                  </a:cubicBezTo>
                  <a:cubicBezTo>
                    <a:pt x="186" y="460"/>
                    <a:pt x="193" y="457"/>
                    <a:pt x="199" y="452"/>
                  </a:cubicBezTo>
                  <a:cubicBezTo>
                    <a:pt x="224" y="443"/>
                    <a:pt x="232" y="418"/>
                    <a:pt x="216" y="394"/>
                  </a:cubicBezTo>
                  <a:cubicBezTo>
                    <a:pt x="183" y="344"/>
                    <a:pt x="149" y="278"/>
                    <a:pt x="133" y="211"/>
                  </a:cubicBezTo>
                  <a:cubicBezTo>
                    <a:pt x="116" y="145"/>
                    <a:pt x="100" y="79"/>
                    <a:pt x="83" y="12"/>
                  </a:cubicBezTo>
                  <a:cubicBezTo>
                    <a:pt x="83" y="4"/>
                    <a:pt x="75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5"/>
            <p:cNvSpPr/>
            <p:nvPr/>
          </p:nvSpPr>
          <p:spPr>
            <a:xfrm>
              <a:off x="531268" y="1334300"/>
              <a:ext cx="10475" cy="21125"/>
            </a:xfrm>
            <a:custGeom>
              <a:rect b="b" l="l" r="r" t="t"/>
              <a:pathLst>
                <a:path extrusionOk="0" h="845" w="419">
                  <a:moveTo>
                    <a:pt x="204" y="0"/>
                  </a:moveTo>
                  <a:cubicBezTo>
                    <a:pt x="185" y="0"/>
                    <a:pt x="167" y="11"/>
                    <a:pt x="171" y="30"/>
                  </a:cubicBezTo>
                  <a:cubicBezTo>
                    <a:pt x="171" y="79"/>
                    <a:pt x="180" y="121"/>
                    <a:pt x="188" y="162"/>
                  </a:cubicBezTo>
                  <a:cubicBezTo>
                    <a:pt x="182" y="157"/>
                    <a:pt x="175" y="154"/>
                    <a:pt x="168" y="154"/>
                  </a:cubicBezTo>
                  <a:cubicBezTo>
                    <a:pt x="153" y="154"/>
                    <a:pt x="138" y="165"/>
                    <a:pt x="138" y="187"/>
                  </a:cubicBezTo>
                  <a:cubicBezTo>
                    <a:pt x="130" y="179"/>
                    <a:pt x="113" y="179"/>
                    <a:pt x="105" y="179"/>
                  </a:cubicBezTo>
                  <a:cubicBezTo>
                    <a:pt x="88" y="187"/>
                    <a:pt x="80" y="212"/>
                    <a:pt x="80" y="229"/>
                  </a:cubicBezTo>
                  <a:lnTo>
                    <a:pt x="97" y="353"/>
                  </a:lnTo>
                  <a:cubicBezTo>
                    <a:pt x="88" y="336"/>
                    <a:pt x="80" y="320"/>
                    <a:pt x="72" y="303"/>
                  </a:cubicBezTo>
                  <a:cubicBezTo>
                    <a:pt x="65" y="292"/>
                    <a:pt x="49" y="286"/>
                    <a:pt x="35" y="286"/>
                  </a:cubicBezTo>
                  <a:cubicBezTo>
                    <a:pt x="17" y="286"/>
                    <a:pt x="1" y="296"/>
                    <a:pt x="6" y="320"/>
                  </a:cubicBezTo>
                  <a:cubicBezTo>
                    <a:pt x="14" y="419"/>
                    <a:pt x="64" y="502"/>
                    <a:pt x="105" y="585"/>
                  </a:cubicBezTo>
                  <a:cubicBezTo>
                    <a:pt x="122" y="618"/>
                    <a:pt x="138" y="643"/>
                    <a:pt x="155" y="676"/>
                  </a:cubicBezTo>
                  <a:cubicBezTo>
                    <a:pt x="155" y="676"/>
                    <a:pt x="155" y="684"/>
                    <a:pt x="163" y="693"/>
                  </a:cubicBezTo>
                  <a:cubicBezTo>
                    <a:pt x="163" y="701"/>
                    <a:pt x="171" y="709"/>
                    <a:pt x="180" y="709"/>
                  </a:cubicBezTo>
                  <a:cubicBezTo>
                    <a:pt x="204" y="751"/>
                    <a:pt x="229" y="784"/>
                    <a:pt x="254" y="825"/>
                  </a:cubicBezTo>
                  <a:cubicBezTo>
                    <a:pt x="266" y="837"/>
                    <a:pt x="283" y="845"/>
                    <a:pt x="297" y="845"/>
                  </a:cubicBezTo>
                  <a:cubicBezTo>
                    <a:pt x="303" y="845"/>
                    <a:pt x="308" y="844"/>
                    <a:pt x="312" y="842"/>
                  </a:cubicBezTo>
                  <a:cubicBezTo>
                    <a:pt x="337" y="825"/>
                    <a:pt x="345" y="800"/>
                    <a:pt x="329" y="784"/>
                  </a:cubicBezTo>
                  <a:cubicBezTo>
                    <a:pt x="287" y="717"/>
                    <a:pt x="246" y="643"/>
                    <a:pt x="204" y="568"/>
                  </a:cubicBezTo>
                  <a:cubicBezTo>
                    <a:pt x="204" y="527"/>
                    <a:pt x="196" y="485"/>
                    <a:pt x="188" y="444"/>
                  </a:cubicBezTo>
                  <a:cubicBezTo>
                    <a:pt x="180" y="386"/>
                    <a:pt x="171" y="328"/>
                    <a:pt x="163" y="270"/>
                  </a:cubicBezTo>
                  <a:lnTo>
                    <a:pt x="163" y="270"/>
                  </a:lnTo>
                  <a:cubicBezTo>
                    <a:pt x="180" y="311"/>
                    <a:pt x="196" y="361"/>
                    <a:pt x="204" y="403"/>
                  </a:cubicBezTo>
                  <a:cubicBezTo>
                    <a:pt x="213" y="436"/>
                    <a:pt x="213" y="469"/>
                    <a:pt x="213" y="502"/>
                  </a:cubicBezTo>
                  <a:cubicBezTo>
                    <a:pt x="221" y="535"/>
                    <a:pt x="221" y="577"/>
                    <a:pt x="238" y="610"/>
                  </a:cubicBezTo>
                  <a:cubicBezTo>
                    <a:pt x="241" y="621"/>
                    <a:pt x="250" y="625"/>
                    <a:pt x="259" y="625"/>
                  </a:cubicBezTo>
                  <a:cubicBezTo>
                    <a:pt x="271" y="625"/>
                    <a:pt x="283" y="619"/>
                    <a:pt x="287" y="610"/>
                  </a:cubicBezTo>
                  <a:cubicBezTo>
                    <a:pt x="304" y="577"/>
                    <a:pt x="304" y="527"/>
                    <a:pt x="296" y="494"/>
                  </a:cubicBezTo>
                  <a:cubicBezTo>
                    <a:pt x="296" y="477"/>
                    <a:pt x="296" y="461"/>
                    <a:pt x="287" y="444"/>
                  </a:cubicBezTo>
                  <a:lnTo>
                    <a:pt x="287" y="444"/>
                  </a:lnTo>
                  <a:cubicBezTo>
                    <a:pt x="304" y="477"/>
                    <a:pt x="329" y="510"/>
                    <a:pt x="362" y="535"/>
                  </a:cubicBezTo>
                  <a:cubicBezTo>
                    <a:pt x="365" y="537"/>
                    <a:pt x="368" y="537"/>
                    <a:pt x="373" y="537"/>
                  </a:cubicBezTo>
                  <a:cubicBezTo>
                    <a:pt x="392" y="537"/>
                    <a:pt x="418" y="522"/>
                    <a:pt x="412" y="502"/>
                  </a:cubicBezTo>
                  <a:cubicBezTo>
                    <a:pt x="412" y="452"/>
                    <a:pt x="387" y="419"/>
                    <a:pt x="362" y="378"/>
                  </a:cubicBezTo>
                  <a:cubicBezTo>
                    <a:pt x="345" y="345"/>
                    <a:pt x="329" y="303"/>
                    <a:pt x="312" y="270"/>
                  </a:cubicBezTo>
                  <a:cubicBezTo>
                    <a:pt x="279" y="187"/>
                    <a:pt x="254" y="104"/>
                    <a:pt x="238" y="21"/>
                  </a:cubicBezTo>
                  <a:cubicBezTo>
                    <a:pt x="234" y="7"/>
                    <a:pt x="219" y="0"/>
                    <a:pt x="2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5"/>
            <p:cNvSpPr/>
            <p:nvPr/>
          </p:nvSpPr>
          <p:spPr>
            <a:xfrm>
              <a:off x="498043" y="1358675"/>
              <a:ext cx="27750" cy="20300"/>
            </a:xfrm>
            <a:custGeom>
              <a:rect b="b" l="l" r="r" t="t"/>
              <a:pathLst>
                <a:path extrusionOk="0" h="812" w="1110">
                  <a:moveTo>
                    <a:pt x="763" y="264"/>
                  </a:moveTo>
                  <a:cubicBezTo>
                    <a:pt x="771" y="273"/>
                    <a:pt x="788" y="273"/>
                    <a:pt x="796" y="281"/>
                  </a:cubicBezTo>
                  <a:cubicBezTo>
                    <a:pt x="846" y="306"/>
                    <a:pt x="887" y="339"/>
                    <a:pt x="920" y="372"/>
                  </a:cubicBezTo>
                  <a:cubicBezTo>
                    <a:pt x="895" y="372"/>
                    <a:pt x="862" y="380"/>
                    <a:pt x="837" y="380"/>
                  </a:cubicBezTo>
                  <a:cubicBezTo>
                    <a:pt x="804" y="372"/>
                    <a:pt x="779" y="372"/>
                    <a:pt x="755" y="364"/>
                  </a:cubicBezTo>
                  <a:cubicBezTo>
                    <a:pt x="738" y="364"/>
                    <a:pt x="730" y="372"/>
                    <a:pt x="721" y="389"/>
                  </a:cubicBezTo>
                  <a:lnTo>
                    <a:pt x="697" y="389"/>
                  </a:lnTo>
                  <a:cubicBezTo>
                    <a:pt x="672" y="372"/>
                    <a:pt x="639" y="364"/>
                    <a:pt x="605" y="356"/>
                  </a:cubicBezTo>
                  <a:cubicBezTo>
                    <a:pt x="622" y="347"/>
                    <a:pt x="630" y="339"/>
                    <a:pt x="647" y="339"/>
                  </a:cubicBezTo>
                  <a:cubicBezTo>
                    <a:pt x="680" y="314"/>
                    <a:pt x="721" y="298"/>
                    <a:pt x="755" y="273"/>
                  </a:cubicBezTo>
                  <a:lnTo>
                    <a:pt x="763" y="264"/>
                  </a:lnTo>
                  <a:close/>
                  <a:moveTo>
                    <a:pt x="671" y="0"/>
                  </a:moveTo>
                  <a:cubicBezTo>
                    <a:pt x="660" y="0"/>
                    <a:pt x="649" y="2"/>
                    <a:pt x="639" y="8"/>
                  </a:cubicBezTo>
                  <a:cubicBezTo>
                    <a:pt x="605" y="32"/>
                    <a:pt x="639" y="66"/>
                    <a:pt x="655" y="82"/>
                  </a:cubicBezTo>
                  <a:cubicBezTo>
                    <a:pt x="688" y="107"/>
                    <a:pt x="721" y="115"/>
                    <a:pt x="746" y="132"/>
                  </a:cubicBezTo>
                  <a:cubicBezTo>
                    <a:pt x="779" y="148"/>
                    <a:pt x="804" y="165"/>
                    <a:pt x="837" y="182"/>
                  </a:cubicBezTo>
                  <a:lnTo>
                    <a:pt x="846" y="190"/>
                  </a:lnTo>
                  <a:cubicBezTo>
                    <a:pt x="796" y="165"/>
                    <a:pt x="746" y="148"/>
                    <a:pt x="697" y="140"/>
                  </a:cubicBezTo>
                  <a:cubicBezTo>
                    <a:pt x="647" y="140"/>
                    <a:pt x="581" y="140"/>
                    <a:pt x="539" y="173"/>
                  </a:cubicBezTo>
                  <a:cubicBezTo>
                    <a:pt x="531" y="182"/>
                    <a:pt x="531" y="215"/>
                    <a:pt x="547" y="223"/>
                  </a:cubicBezTo>
                  <a:cubicBezTo>
                    <a:pt x="589" y="240"/>
                    <a:pt x="630" y="231"/>
                    <a:pt x="672" y="248"/>
                  </a:cubicBezTo>
                  <a:cubicBezTo>
                    <a:pt x="688" y="248"/>
                    <a:pt x="697" y="248"/>
                    <a:pt x="705" y="256"/>
                  </a:cubicBezTo>
                  <a:cubicBezTo>
                    <a:pt x="672" y="256"/>
                    <a:pt x="647" y="264"/>
                    <a:pt x="622" y="273"/>
                  </a:cubicBezTo>
                  <a:cubicBezTo>
                    <a:pt x="581" y="289"/>
                    <a:pt x="539" y="306"/>
                    <a:pt x="498" y="322"/>
                  </a:cubicBezTo>
                  <a:cubicBezTo>
                    <a:pt x="489" y="322"/>
                    <a:pt x="489" y="331"/>
                    <a:pt x="481" y="339"/>
                  </a:cubicBezTo>
                  <a:lnTo>
                    <a:pt x="448" y="339"/>
                  </a:lnTo>
                  <a:cubicBezTo>
                    <a:pt x="349" y="347"/>
                    <a:pt x="224" y="380"/>
                    <a:pt x="158" y="472"/>
                  </a:cubicBezTo>
                  <a:lnTo>
                    <a:pt x="150" y="472"/>
                  </a:lnTo>
                  <a:cubicBezTo>
                    <a:pt x="135" y="500"/>
                    <a:pt x="165" y="523"/>
                    <a:pt x="189" y="523"/>
                  </a:cubicBezTo>
                  <a:cubicBezTo>
                    <a:pt x="193" y="523"/>
                    <a:pt x="196" y="522"/>
                    <a:pt x="199" y="521"/>
                  </a:cubicBezTo>
                  <a:cubicBezTo>
                    <a:pt x="224" y="513"/>
                    <a:pt x="241" y="505"/>
                    <a:pt x="257" y="496"/>
                  </a:cubicBezTo>
                  <a:lnTo>
                    <a:pt x="257" y="496"/>
                  </a:lnTo>
                  <a:cubicBezTo>
                    <a:pt x="241" y="513"/>
                    <a:pt x="224" y="521"/>
                    <a:pt x="216" y="546"/>
                  </a:cubicBezTo>
                  <a:lnTo>
                    <a:pt x="216" y="554"/>
                  </a:lnTo>
                  <a:cubicBezTo>
                    <a:pt x="191" y="563"/>
                    <a:pt x="183" y="588"/>
                    <a:pt x="199" y="612"/>
                  </a:cubicBezTo>
                  <a:cubicBezTo>
                    <a:pt x="191" y="629"/>
                    <a:pt x="199" y="654"/>
                    <a:pt x="199" y="670"/>
                  </a:cubicBezTo>
                  <a:lnTo>
                    <a:pt x="191" y="670"/>
                  </a:lnTo>
                  <a:cubicBezTo>
                    <a:pt x="175" y="670"/>
                    <a:pt x="158" y="662"/>
                    <a:pt x="133" y="662"/>
                  </a:cubicBezTo>
                  <a:lnTo>
                    <a:pt x="75" y="662"/>
                  </a:lnTo>
                  <a:cubicBezTo>
                    <a:pt x="59" y="662"/>
                    <a:pt x="42" y="662"/>
                    <a:pt x="25" y="670"/>
                  </a:cubicBezTo>
                  <a:cubicBezTo>
                    <a:pt x="1" y="670"/>
                    <a:pt x="1" y="695"/>
                    <a:pt x="17" y="712"/>
                  </a:cubicBezTo>
                  <a:cubicBezTo>
                    <a:pt x="34" y="720"/>
                    <a:pt x="50" y="728"/>
                    <a:pt x="67" y="737"/>
                  </a:cubicBezTo>
                  <a:cubicBezTo>
                    <a:pt x="75" y="737"/>
                    <a:pt x="83" y="745"/>
                    <a:pt x="92" y="745"/>
                  </a:cubicBezTo>
                  <a:cubicBezTo>
                    <a:pt x="100" y="753"/>
                    <a:pt x="108" y="762"/>
                    <a:pt x="125" y="762"/>
                  </a:cubicBezTo>
                  <a:cubicBezTo>
                    <a:pt x="158" y="770"/>
                    <a:pt x="191" y="778"/>
                    <a:pt x="233" y="786"/>
                  </a:cubicBezTo>
                  <a:cubicBezTo>
                    <a:pt x="307" y="795"/>
                    <a:pt x="382" y="803"/>
                    <a:pt x="456" y="811"/>
                  </a:cubicBezTo>
                  <a:cubicBezTo>
                    <a:pt x="459" y="812"/>
                    <a:pt x="461" y="812"/>
                    <a:pt x="463" y="812"/>
                  </a:cubicBezTo>
                  <a:cubicBezTo>
                    <a:pt x="499" y="812"/>
                    <a:pt x="504" y="753"/>
                    <a:pt x="465" y="745"/>
                  </a:cubicBezTo>
                  <a:cubicBezTo>
                    <a:pt x="415" y="728"/>
                    <a:pt x="365" y="712"/>
                    <a:pt x="307" y="695"/>
                  </a:cubicBezTo>
                  <a:lnTo>
                    <a:pt x="307" y="687"/>
                  </a:lnTo>
                  <a:lnTo>
                    <a:pt x="299" y="679"/>
                  </a:lnTo>
                  <a:lnTo>
                    <a:pt x="291" y="670"/>
                  </a:lnTo>
                  <a:cubicBezTo>
                    <a:pt x="291" y="662"/>
                    <a:pt x="291" y="662"/>
                    <a:pt x="291" y="654"/>
                  </a:cubicBezTo>
                  <a:lnTo>
                    <a:pt x="291" y="646"/>
                  </a:lnTo>
                  <a:cubicBezTo>
                    <a:pt x="382" y="654"/>
                    <a:pt x="473" y="662"/>
                    <a:pt x="556" y="670"/>
                  </a:cubicBezTo>
                  <a:cubicBezTo>
                    <a:pt x="610" y="675"/>
                    <a:pt x="665" y="679"/>
                    <a:pt x="720" y="679"/>
                  </a:cubicBezTo>
                  <a:cubicBezTo>
                    <a:pt x="775" y="679"/>
                    <a:pt x="829" y="675"/>
                    <a:pt x="879" y="662"/>
                  </a:cubicBezTo>
                  <a:cubicBezTo>
                    <a:pt x="912" y="654"/>
                    <a:pt x="904" y="612"/>
                    <a:pt x="879" y="604"/>
                  </a:cubicBezTo>
                  <a:cubicBezTo>
                    <a:pt x="779" y="563"/>
                    <a:pt x="663" y="563"/>
                    <a:pt x="556" y="563"/>
                  </a:cubicBezTo>
                  <a:cubicBezTo>
                    <a:pt x="498" y="554"/>
                    <a:pt x="431" y="554"/>
                    <a:pt x="365" y="554"/>
                  </a:cubicBezTo>
                  <a:cubicBezTo>
                    <a:pt x="373" y="554"/>
                    <a:pt x="382" y="554"/>
                    <a:pt x="390" y="546"/>
                  </a:cubicBezTo>
                  <a:cubicBezTo>
                    <a:pt x="398" y="546"/>
                    <a:pt x="398" y="538"/>
                    <a:pt x="407" y="538"/>
                  </a:cubicBezTo>
                  <a:cubicBezTo>
                    <a:pt x="423" y="530"/>
                    <a:pt x="423" y="505"/>
                    <a:pt x="407" y="488"/>
                  </a:cubicBezTo>
                  <a:cubicBezTo>
                    <a:pt x="407" y="480"/>
                    <a:pt x="390" y="480"/>
                    <a:pt x="382" y="472"/>
                  </a:cubicBezTo>
                  <a:cubicBezTo>
                    <a:pt x="448" y="463"/>
                    <a:pt x="514" y="455"/>
                    <a:pt x="581" y="455"/>
                  </a:cubicBezTo>
                  <a:lnTo>
                    <a:pt x="605" y="455"/>
                  </a:lnTo>
                  <a:cubicBezTo>
                    <a:pt x="639" y="463"/>
                    <a:pt x="680" y="480"/>
                    <a:pt x="713" y="488"/>
                  </a:cubicBezTo>
                  <a:cubicBezTo>
                    <a:pt x="730" y="488"/>
                    <a:pt x="755" y="472"/>
                    <a:pt x="746" y="455"/>
                  </a:cubicBezTo>
                  <a:cubicBezTo>
                    <a:pt x="813" y="447"/>
                    <a:pt x="879" y="447"/>
                    <a:pt x="953" y="447"/>
                  </a:cubicBezTo>
                  <a:cubicBezTo>
                    <a:pt x="962" y="447"/>
                    <a:pt x="962" y="447"/>
                    <a:pt x="970" y="438"/>
                  </a:cubicBezTo>
                  <a:cubicBezTo>
                    <a:pt x="978" y="447"/>
                    <a:pt x="978" y="455"/>
                    <a:pt x="978" y="455"/>
                  </a:cubicBezTo>
                  <a:cubicBezTo>
                    <a:pt x="989" y="474"/>
                    <a:pt x="1004" y="481"/>
                    <a:pt x="1018" y="481"/>
                  </a:cubicBezTo>
                  <a:cubicBezTo>
                    <a:pt x="1049" y="481"/>
                    <a:pt x="1078" y="447"/>
                    <a:pt x="1061" y="414"/>
                  </a:cubicBezTo>
                  <a:cubicBezTo>
                    <a:pt x="1045" y="372"/>
                    <a:pt x="1020" y="339"/>
                    <a:pt x="995" y="306"/>
                  </a:cubicBezTo>
                  <a:lnTo>
                    <a:pt x="995" y="306"/>
                  </a:lnTo>
                  <a:lnTo>
                    <a:pt x="1003" y="314"/>
                  </a:lnTo>
                  <a:cubicBezTo>
                    <a:pt x="1014" y="323"/>
                    <a:pt x="1026" y="327"/>
                    <a:pt x="1037" y="327"/>
                  </a:cubicBezTo>
                  <a:cubicBezTo>
                    <a:pt x="1077" y="327"/>
                    <a:pt x="1110" y="280"/>
                    <a:pt x="1078" y="248"/>
                  </a:cubicBezTo>
                  <a:cubicBezTo>
                    <a:pt x="978" y="148"/>
                    <a:pt x="862" y="66"/>
                    <a:pt x="746" y="16"/>
                  </a:cubicBezTo>
                  <a:cubicBezTo>
                    <a:pt x="723" y="10"/>
                    <a:pt x="697" y="0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5"/>
            <p:cNvSpPr/>
            <p:nvPr/>
          </p:nvSpPr>
          <p:spPr>
            <a:xfrm>
              <a:off x="541968" y="1335075"/>
              <a:ext cx="4375" cy="16050"/>
            </a:xfrm>
            <a:custGeom>
              <a:rect b="b" l="l" r="r" t="t"/>
              <a:pathLst>
                <a:path extrusionOk="0" h="642" w="175">
                  <a:moveTo>
                    <a:pt x="113" y="0"/>
                  </a:moveTo>
                  <a:cubicBezTo>
                    <a:pt x="106" y="0"/>
                    <a:pt x="98" y="2"/>
                    <a:pt x="91" y="7"/>
                  </a:cubicBezTo>
                  <a:cubicBezTo>
                    <a:pt x="83" y="7"/>
                    <a:pt x="83" y="7"/>
                    <a:pt x="75" y="15"/>
                  </a:cubicBezTo>
                  <a:lnTo>
                    <a:pt x="75" y="24"/>
                  </a:lnTo>
                  <a:lnTo>
                    <a:pt x="66" y="24"/>
                  </a:lnTo>
                  <a:cubicBezTo>
                    <a:pt x="58" y="32"/>
                    <a:pt x="58" y="40"/>
                    <a:pt x="50" y="40"/>
                  </a:cubicBezTo>
                  <a:cubicBezTo>
                    <a:pt x="50" y="48"/>
                    <a:pt x="50" y="57"/>
                    <a:pt x="50" y="65"/>
                  </a:cubicBezTo>
                  <a:cubicBezTo>
                    <a:pt x="42" y="82"/>
                    <a:pt x="42" y="98"/>
                    <a:pt x="42" y="106"/>
                  </a:cubicBezTo>
                  <a:cubicBezTo>
                    <a:pt x="33" y="106"/>
                    <a:pt x="17" y="115"/>
                    <a:pt x="8" y="131"/>
                  </a:cubicBezTo>
                  <a:cubicBezTo>
                    <a:pt x="0" y="173"/>
                    <a:pt x="0" y="214"/>
                    <a:pt x="0" y="256"/>
                  </a:cubicBezTo>
                  <a:cubicBezTo>
                    <a:pt x="0" y="297"/>
                    <a:pt x="8" y="330"/>
                    <a:pt x="8" y="372"/>
                  </a:cubicBezTo>
                  <a:cubicBezTo>
                    <a:pt x="25" y="454"/>
                    <a:pt x="42" y="537"/>
                    <a:pt x="66" y="612"/>
                  </a:cubicBezTo>
                  <a:cubicBezTo>
                    <a:pt x="73" y="632"/>
                    <a:pt x="89" y="641"/>
                    <a:pt x="105" y="641"/>
                  </a:cubicBezTo>
                  <a:cubicBezTo>
                    <a:pt x="128" y="641"/>
                    <a:pt x="151" y="621"/>
                    <a:pt x="141" y="587"/>
                  </a:cubicBezTo>
                  <a:cubicBezTo>
                    <a:pt x="124" y="512"/>
                    <a:pt x="116" y="438"/>
                    <a:pt x="100" y="363"/>
                  </a:cubicBezTo>
                  <a:cubicBezTo>
                    <a:pt x="100" y="322"/>
                    <a:pt x="91" y="289"/>
                    <a:pt x="91" y="247"/>
                  </a:cubicBezTo>
                  <a:lnTo>
                    <a:pt x="83" y="214"/>
                  </a:lnTo>
                  <a:lnTo>
                    <a:pt x="83" y="214"/>
                  </a:lnTo>
                  <a:cubicBezTo>
                    <a:pt x="91" y="222"/>
                    <a:pt x="91" y="222"/>
                    <a:pt x="100" y="231"/>
                  </a:cubicBezTo>
                  <a:cubicBezTo>
                    <a:pt x="108" y="239"/>
                    <a:pt x="118" y="243"/>
                    <a:pt x="129" y="243"/>
                  </a:cubicBezTo>
                  <a:cubicBezTo>
                    <a:pt x="139" y="243"/>
                    <a:pt x="149" y="239"/>
                    <a:pt x="158" y="231"/>
                  </a:cubicBezTo>
                  <a:cubicBezTo>
                    <a:pt x="174" y="214"/>
                    <a:pt x="174" y="189"/>
                    <a:pt x="158" y="173"/>
                  </a:cubicBezTo>
                  <a:lnTo>
                    <a:pt x="158" y="164"/>
                  </a:lnTo>
                  <a:lnTo>
                    <a:pt x="149" y="156"/>
                  </a:lnTo>
                  <a:cubicBezTo>
                    <a:pt x="149" y="156"/>
                    <a:pt x="149" y="148"/>
                    <a:pt x="141" y="148"/>
                  </a:cubicBezTo>
                  <a:lnTo>
                    <a:pt x="141" y="140"/>
                  </a:lnTo>
                  <a:lnTo>
                    <a:pt x="141" y="131"/>
                  </a:lnTo>
                  <a:lnTo>
                    <a:pt x="141" y="123"/>
                  </a:lnTo>
                  <a:lnTo>
                    <a:pt x="141" y="115"/>
                  </a:lnTo>
                  <a:lnTo>
                    <a:pt x="141" y="98"/>
                  </a:lnTo>
                  <a:lnTo>
                    <a:pt x="141" y="82"/>
                  </a:lnTo>
                  <a:lnTo>
                    <a:pt x="141" y="73"/>
                  </a:lnTo>
                  <a:cubicBezTo>
                    <a:pt x="141" y="65"/>
                    <a:pt x="141" y="57"/>
                    <a:pt x="141" y="48"/>
                  </a:cubicBezTo>
                  <a:cubicBezTo>
                    <a:pt x="141" y="48"/>
                    <a:pt x="149" y="40"/>
                    <a:pt x="149" y="32"/>
                  </a:cubicBezTo>
                  <a:cubicBezTo>
                    <a:pt x="149" y="14"/>
                    <a:pt x="132" y="0"/>
                    <a:pt x="1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5"/>
            <p:cNvSpPr/>
            <p:nvPr/>
          </p:nvSpPr>
          <p:spPr>
            <a:xfrm>
              <a:off x="546518" y="1331225"/>
              <a:ext cx="9750" cy="16675"/>
            </a:xfrm>
            <a:custGeom>
              <a:rect b="b" l="l" r="r" t="t"/>
              <a:pathLst>
                <a:path extrusionOk="0" h="667" w="390">
                  <a:moveTo>
                    <a:pt x="183" y="252"/>
                  </a:moveTo>
                  <a:cubicBezTo>
                    <a:pt x="199" y="285"/>
                    <a:pt x="208" y="310"/>
                    <a:pt x="224" y="343"/>
                  </a:cubicBezTo>
                  <a:cubicBezTo>
                    <a:pt x="208" y="376"/>
                    <a:pt x="191" y="418"/>
                    <a:pt x="174" y="451"/>
                  </a:cubicBezTo>
                  <a:cubicBezTo>
                    <a:pt x="174" y="434"/>
                    <a:pt x="174" y="410"/>
                    <a:pt x="174" y="385"/>
                  </a:cubicBezTo>
                  <a:lnTo>
                    <a:pt x="183" y="385"/>
                  </a:lnTo>
                  <a:cubicBezTo>
                    <a:pt x="183" y="343"/>
                    <a:pt x="183" y="302"/>
                    <a:pt x="183" y="269"/>
                  </a:cubicBezTo>
                  <a:lnTo>
                    <a:pt x="183" y="252"/>
                  </a:lnTo>
                  <a:close/>
                  <a:moveTo>
                    <a:pt x="284" y="0"/>
                  </a:moveTo>
                  <a:cubicBezTo>
                    <a:pt x="271" y="0"/>
                    <a:pt x="257" y="8"/>
                    <a:pt x="257" y="20"/>
                  </a:cubicBezTo>
                  <a:lnTo>
                    <a:pt x="257" y="45"/>
                  </a:lnTo>
                  <a:cubicBezTo>
                    <a:pt x="257" y="53"/>
                    <a:pt x="266" y="62"/>
                    <a:pt x="266" y="70"/>
                  </a:cubicBezTo>
                  <a:cubicBezTo>
                    <a:pt x="266" y="78"/>
                    <a:pt x="274" y="95"/>
                    <a:pt x="274" y="111"/>
                  </a:cubicBezTo>
                  <a:cubicBezTo>
                    <a:pt x="282" y="136"/>
                    <a:pt x="299" y="161"/>
                    <a:pt x="307" y="186"/>
                  </a:cubicBezTo>
                  <a:cubicBezTo>
                    <a:pt x="299" y="186"/>
                    <a:pt x="299" y="194"/>
                    <a:pt x="290" y="202"/>
                  </a:cubicBezTo>
                  <a:cubicBezTo>
                    <a:pt x="290" y="211"/>
                    <a:pt x="282" y="219"/>
                    <a:pt x="274" y="227"/>
                  </a:cubicBezTo>
                  <a:cubicBezTo>
                    <a:pt x="274" y="219"/>
                    <a:pt x="274" y="219"/>
                    <a:pt x="274" y="211"/>
                  </a:cubicBezTo>
                  <a:cubicBezTo>
                    <a:pt x="257" y="178"/>
                    <a:pt x="249" y="144"/>
                    <a:pt x="241" y="120"/>
                  </a:cubicBezTo>
                  <a:cubicBezTo>
                    <a:pt x="232" y="103"/>
                    <a:pt x="224" y="78"/>
                    <a:pt x="216" y="62"/>
                  </a:cubicBezTo>
                  <a:cubicBezTo>
                    <a:pt x="208" y="45"/>
                    <a:pt x="199" y="37"/>
                    <a:pt x="183" y="20"/>
                  </a:cubicBezTo>
                  <a:cubicBezTo>
                    <a:pt x="177" y="18"/>
                    <a:pt x="170" y="17"/>
                    <a:pt x="164" y="17"/>
                  </a:cubicBezTo>
                  <a:cubicBezTo>
                    <a:pt x="144" y="17"/>
                    <a:pt x="123" y="28"/>
                    <a:pt x="116" y="53"/>
                  </a:cubicBezTo>
                  <a:cubicBezTo>
                    <a:pt x="108" y="78"/>
                    <a:pt x="116" y="111"/>
                    <a:pt x="125" y="136"/>
                  </a:cubicBezTo>
                  <a:lnTo>
                    <a:pt x="116" y="144"/>
                  </a:lnTo>
                  <a:cubicBezTo>
                    <a:pt x="108" y="161"/>
                    <a:pt x="108" y="178"/>
                    <a:pt x="100" y="186"/>
                  </a:cubicBezTo>
                  <a:lnTo>
                    <a:pt x="100" y="178"/>
                  </a:lnTo>
                  <a:cubicBezTo>
                    <a:pt x="92" y="153"/>
                    <a:pt x="92" y="128"/>
                    <a:pt x="83" y="103"/>
                  </a:cubicBezTo>
                  <a:cubicBezTo>
                    <a:pt x="75" y="86"/>
                    <a:pt x="75" y="78"/>
                    <a:pt x="75" y="62"/>
                  </a:cubicBezTo>
                  <a:cubicBezTo>
                    <a:pt x="67" y="45"/>
                    <a:pt x="58" y="37"/>
                    <a:pt x="58" y="20"/>
                  </a:cubicBezTo>
                  <a:cubicBezTo>
                    <a:pt x="53" y="12"/>
                    <a:pt x="44" y="8"/>
                    <a:pt x="35" y="8"/>
                  </a:cubicBezTo>
                  <a:cubicBezTo>
                    <a:pt x="18" y="8"/>
                    <a:pt x="0" y="21"/>
                    <a:pt x="0" y="37"/>
                  </a:cubicBezTo>
                  <a:cubicBezTo>
                    <a:pt x="0" y="86"/>
                    <a:pt x="17" y="144"/>
                    <a:pt x="25" y="202"/>
                  </a:cubicBezTo>
                  <a:cubicBezTo>
                    <a:pt x="34" y="252"/>
                    <a:pt x="42" y="302"/>
                    <a:pt x="58" y="360"/>
                  </a:cubicBezTo>
                  <a:cubicBezTo>
                    <a:pt x="58" y="368"/>
                    <a:pt x="67" y="376"/>
                    <a:pt x="75" y="385"/>
                  </a:cubicBezTo>
                  <a:cubicBezTo>
                    <a:pt x="75" y="459"/>
                    <a:pt x="75" y="542"/>
                    <a:pt x="75" y="617"/>
                  </a:cubicBezTo>
                  <a:cubicBezTo>
                    <a:pt x="79" y="650"/>
                    <a:pt x="104" y="666"/>
                    <a:pt x="128" y="666"/>
                  </a:cubicBezTo>
                  <a:cubicBezTo>
                    <a:pt x="152" y="666"/>
                    <a:pt x="174" y="650"/>
                    <a:pt x="174" y="617"/>
                  </a:cubicBezTo>
                  <a:cubicBezTo>
                    <a:pt x="174" y="584"/>
                    <a:pt x="174" y="542"/>
                    <a:pt x="174" y="509"/>
                  </a:cubicBezTo>
                  <a:cubicBezTo>
                    <a:pt x="183" y="517"/>
                    <a:pt x="191" y="526"/>
                    <a:pt x="199" y="526"/>
                  </a:cubicBezTo>
                  <a:cubicBezTo>
                    <a:pt x="204" y="527"/>
                    <a:pt x="208" y="528"/>
                    <a:pt x="212" y="528"/>
                  </a:cubicBezTo>
                  <a:cubicBezTo>
                    <a:pt x="230" y="528"/>
                    <a:pt x="242" y="513"/>
                    <a:pt x="249" y="492"/>
                  </a:cubicBezTo>
                  <a:cubicBezTo>
                    <a:pt x="257" y="476"/>
                    <a:pt x="266" y="459"/>
                    <a:pt x="274" y="434"/>
                  </a:cubicBezTo>
                  <a:cubicBezTo>
                    <a:pt x="279" y="438"/>
                    <a:pt x="285" y="440"/>
                    <a:pt x="292" y="440"/>
                  </a:cubicBezTo>
                  <a:cubicBezTo>
                    <a:pt x="314" y="440"/>
                    <a:pt x="338" y="419"/>
                    <a:pt x="332" y="393"/>
                  </a:cubicBezTo>
                  <a:cubicBezTo>
                    <a:pt x="324" y="368"/>
                    <a:pt x="315" y="352"/>
                    <a:pt x="307" y="327"/>
                  </a:cubicBezTo>
                  <a:cubicBezTo>
                    <a:pt x="315" y="318"/>
                    <a:pt x="315" y="302"/>
                    <a:pt x="324" y="294"/>
                  </a:cubicBezTo>
                  <a:cubicBezTo>
                    <a:pt x="332" y="269"/>
                    <a:pt x="332" y="244"/>
                    <a:pt x="340" y="219"/>
                  </a:cubicBezTo>
                  <a:lnTo>
                    <a:pt x="365" y="219"/>
                  </a:lnTo>
                  <a:cubicBezTo>
                    <a:pt x="373" y="211"/>
                    <a:pt x="382" y="202"/>
                    <a:pt x="390" y="194"/>
                  </a:cubicBezTo>
                  <a:cubicBezTo>
                    <a:pt x="390" y="178"/>
                    <a:pt x="390" y="169"/>
                    <a:pt x="390" y="153"/>
                  </a:cubicBezTo>
                  <a:cubicBezTo>
                    <a:pt x="373" y="128"/>
                    <a:pt x="365" y="103"/>
                    <a:pt x="348" y="78"/>
                  </a:cubicBezTo>
                  <a:cubicBezTo>
                    <a:pt x="340" y="70"/>
                    <a:pt x="332" y="53"/>
                    <a:pt x="332" y="45"/>
                  </a:cubicBezTo>
                  <a:cubicBezTo>
                    <a:pt x="324" y="37"/>
                    <a:pt x="315" y="28"/>
                    <a:pt x="315" y="20"/>
                  </a:cubicBezTo>
                  <a:cubicBezTo>
                    <a:pt x="307" y="20"/>
                    <a:pt x="307" y="12"/>
                    <a:pt x="299" y="4"/>
                  </a:cubicBezTo>
                  <a:cubicBezTo>
                    <a:pt x="294" y="1"/>
                    <a:pt x="289" y="0"/>
                    <a:pt x="2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5"/>
            <p:cNvSpPr/>
            <p:nvPr/>
          </p:nvSpPr>
          <p:spPr>
            <a:xfrm>
              <a:off x="560818" y="1319900"/>
              <a:ext cx="7675" cy="7050"/>
            </a:xfrm>
            <a:custGeom>
              <a:rect b="b" l="l" r="r" t="t"/>
              <a:pathLst>
                <a:path extrusionOk="0" h="282" w="307">
                  <a:moveTo>
                    <a:pt x="25" y="1"/>
                  </a:moveTo>
                  <a:cubicBezTo>
                    <a:pt x="8" y="9"/>
                    <a:pt x="0" y="34"/>
                    <a:pt x="8" y="42"/>
                  </a:cubicBezTo>
                  <a:cubicBezTo>
                    <a:pt x="17" y="59"/>
                    <a:pt x="25" y="67"/>
                    <a:pt x="33" y="75"/>
                  </a:cubicBezTo>
                  <a:cubicBezTo>
                    <a:pt x="42" y="92"/>
                    <a:pt x="50" y="100"/>
                    <a:pt x="66" y="109"/>
                  </a:cubicBezTo>
                  <a:cubicBezTo>
                    <a:pt x="75" y="117"/>
                    <a:pt x="83" y="125"/>
                    <a:pt x="91" y="133"/>
                  </a:cubicBezTo>
                  <a:lnTo>
                    <a:pt x="100" y="142"/>
                  </a:lnTo>
                  <a:lnTo>
                    <a:pt x="108" y="142"/>
                  </a:lnTo>
                  <a:lnTo>
                    <a:pt x="116" y="150"/>
                  </a:lnTo>
                  <a:cubicBezTo>
                    <a:pt x="133" y="167"/>
                    <a:pt x="158" y="183"/>
                    <a:pt x="174" y="200"/>
                  </a:cubicBezTo>
                  <a:cubicBezTo>
                    <a:pt x="182" y="208"/>
                    <a:pt x="191" y="225"/>
                    <a:pt x="199" y="233"/>
                  </a:cubicBezTo>
                  <a:lnTo>
                    <a:pt x="199" y="241"/>
                  </a:lnTo>
                  <a:cubicBezTo>
                    <a:pt x="207" y="249"/>
                    <a:pt x="207" y="249"/>
                    <a:pt x="216" y="258"/>
                  </a:cubicBezTo>
                  <a:cubicBezTo>
                    <a:pt x="221" y="269"/>
                    <a:pt x="240" y="281"/>
                    <a:pt x="256" y="281"/>
                  </a:cubicBezTo>
                  <a:cubicBezTo>
                    <a:pt x="262" y="281"/>
                    <a:pt x="269" y="279"/>
                    <a:pt x="274" y="274"/>
                  </a:cubicBezTo>
                  <a:cubicBezTo>
                    <a:pt x="298" y="258"/>
                    <a:pt x="307" y="233"/>
                    <a:pt x="290" y="216"/>
                  </a:cubicBezTo>
                  <a:cubicBezTo>
                    <a:pt x="265" y="167"/>
                    <a:pt x="224" y="117"/>
                    <a:pt x="182" y="84"/>
                  </a:cubicBezTo>
                  <a:cubicBezTo>
                    <a:pt x="166" y="59"/>
                    <a:pt x="141" y="42"/>
                    <a:pt x="116" y="26"/>
                  </a:cubicBezTo>
                  <a:cubicBezTo>
                    <a:pt x="108" y="17"/>
                    <a:pt x="91" y="17"/>
                    <a:pt x="83" y="17"/>
                  </a:cubicBezTo>
                  <a:lnTo>
                    <a:pt x="83" y="9"/>
                  </a:lnTo>
                  <a:lnTo>
                    <a:pt x="75" y="9"/>
                  </a:lnTo>
                  <a:cubicBezTo>
                    <a:pt x="58" y="1"/>
                    <a:pt x="42" y="1"/>
                    <a:pt x="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5"/>
            <p:cNvSpPr/>
            <p:nvPr/>
          </p:nvSpPr>
          <p:spPr>
            <a:xfrm>
              <a:off x="570118" y="1320125"/>
              <a:ext cx="3150" cy="5050"/>
            </a:xfrm>
            <a:custGeom>
              <a:rect b="b" l="l" r="r" t="t"/>
              <a:pathLst>
                <a:path extrusionOk="0" h="202" w="126">
                  <a:moveTo>
                    <a:pt x="34" y="0"/>
                  </a:moveTo>
                  <a:cubicBezTo>
                    <a:pt x="9" y="8"/>
                    <a:pt x="1" y="25"/>
                    <a:pt x="1" y="42"/>
                  </a:cubicBezTo>
                  <a:cubicBezTo>
                    <a:pt x="17" y="83"/>
                    <a:pt x="26" y="124"/>
                    <a:pt x="34" y="166"/>
                  </a:cubicBezTo>
                  <a:cubicBezTo>
                    <a:pt x="34" y="186"/>
                    <a:pt x="57" y="201"/>
                    <a:pt x="74" y="201"/>
                  </a:cubicBezTo>
                  <a:cubicBezTo>
                    <a:pt x="77" y="201"/>
                    <a:pt x="81" y="201"/>
                    <a:pt x="84" y="199"/>
                  </a:cubicBezTo>
                  <a:cubicBezTo>
                    <a:pt x="109" y="191"/>
                    <a:pt x="125" y="166"/>
                    <a:pt x="117" y="141"/>
                  </a:cubicBezTo>
                  <a:cubicBezTo>
                    <a:pt x="100" y="108"/>
                    <a:pt x="92" y="66"/>
                    <a:pt x="75" y="25"/>
                  </a:cubicBezTo>
                  <a:cubicBezTo>
                    <a:pt x="75" y="17"/>
                    <a:pt x="67" y="8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5"/>
            <p:cNvSpPr/>
            <p:nvPr/>
          </p:nvSpPr>
          <p:spPr>
            <a:xfrm>
              <a:off x="506393" y="1383000"/>
              <a:ext cx="17075" cy="4475"/>
            </a:xfrm>
            <a:custGeom>
              <a:rect b="b" l="l" r="r" t="t"/>
              <a:pathLst>
                <a:path extrusionOk="0" h="179" w="683">
                  <a:moveTo>
                    <a:pt x="291" y="1"/>
                  </a:moveTo>
                  <a:cubicBezTo>
                    <a:pt x="213" y="1"/>
                    <a:pt x="134" y="12"/>
                    <a:pt x="64" y="37"/>
                  </a:cubicBezTo>
                  <a:cubicBezTo>
                    <a:pt x="0" y="69"/>
                    <a:pt x="29" y="178"/>
                    <a:pt x="91" y="178"/>
                  </a:cubicBezTo>
                  <a:cubicBezTo>
                    <a:pt x="93" y="178"/>
                    <a:pt x="95" y="178"/>
                    <a:pt x="97" y="178"/>
                  </a:cubicBezTo>
                  <a:cubicBezTo>
                    <a:pt x="189" y="170"/>
                    <a:pt x="271" y="145"/>
                    <a:pt x="363" y="137"/>
                  </a:cubicBezTo>
                  <a:lnTo>
                    <a:pt x="628" y="137"/>
                  </a:lnTo>
                  <a:cubicBezTo>
                    <a:pt x="630" y="137"/>
                    <a:pt x="633" y="137"/>
                    <a:pt x="636" y="137"/>
                  </a:cubicBezTo>
                  <a:cubicBezTo>
                    <a:pt x="671" y="137"/>
                    <a:pt x="683" y="86"/>
                    <a:pt x="644" y="70"/>
                  </a:cubicBezTo>
                  <a:cubicBezTo>
                    <a:pt x="603" y="54"/>
                    <a:pt x="561" y="37"/>
                    <a:pt x="512" y="21"/>
                  </a:cubicBezTo>
                  <a:cubicBezTo>
                    <a:pt x="470" y="4"/>
                    <a:pt x="412" y="4"/>
                    <a:pt x="363" y="4"/>
                  </a:cubicBezTo>
                  <a:cubicBezTo>
                    <a:pt x="339" y="2"/>
                    <a:pt x="315" y="1"/>
                    <a:pt x="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5"/>
            <p:cNvSpPr/>
            <p:nvPr/>
          </p:nvSpPr>
          <p:spPr>
            <a:xfrm>
              <a:off x="518575" y="1380450"/>
              <a:ext cx="8300" cy="3350"/>
            </a:xfrm>
            <a:custGeom>
              <a:rect b="b" l="l" r="r" t="t"/>
              <a:pathLst>
                <a:path extrusionOk="0" h="134" w="332">
                  <a:moveTo>
                    <a:pt x="67" y="0"/>
                  </a:moveTo>
                  <a:cubicBezTo>
                    <a:pt x="56" y="0"/>
                    <a:pt x="46" y="2"/>
                    <a:pt x="34" y="7"/>
                  </a:cubicBezTo>
                  <a:cubicBezTo>
                    <a:pt x="9" y="7"/>
                    <a:pt x="1" y="40"/>
                    <a:pt x="17" y="56"/>
                  </a:cubicBezTo>
                  <a:cubicBezTo>
                    <a:pt x="34" y="65"/>
                    <a:pt x="42" y="73"/>
                    <a:pt x="50" y="73"/>
                  </a:cubicBezTo>
                  <a:lnTo>
                    <a:pt x="83" y="89"/>
                  </a:lnTo>
                  <a:lnTo>
                    <a:pt x="92" y="89"/>
                  </a:lnTo>
                  <a:lnTo>
                    <a:pt x="100" y="98"/>
                  </a:lnTo>
                  <a:cubicBezTo>
                    <a:pt x="117" y="106"/>
                    <a:pt x="133" y="106"/>
                    <a:pt x="141" y="106"/>
                  </a:cubicBezTo>
                  <a:cubicBezTo>
                    <a:pt x="183" y="114"/>
                    <a:pt x="224" y="123"/>
                    <a:pt x="266" y="131"/>
                  </a:cubicBezTo>
                  <a:cubicBezTo>
                    <a:pt x="272" y="133"/>
                    <a:pt x="278" y="134"/>
                    <a:pt x="284" y="134"/>
                  </a:cubicBezTo>
                  <a:cubicBezTo>
                    <a:pt x="304" y="134"/>
                    <a:pt x="324" y="123"/>
                    <a:pt x="324" y="98"/>
                  </a:cubicBezTo>
                  <a:cubicBezTo>
                    <a:pt x="332" y="81"/>
                    <a:pt x="315" y="48"/>
                    <a:pt x="291" y="40"/>
                  </a:cubicBezTo>
                  <a:cubicBezTo>
                    <a:pt x="249" y="31"/>
                    <a:pt x="208" y="23"/>
                    <a:pt x="166" y="15"/>
                  </a:cubicBezTo>
                  <a:cubicBezTo>
                    <a:pt x="158" y="7"/>
                    <a:pt x="150" y="7"/>
                    <a:pt x="133" y="7"/>
                  </a:cubicBezTo>
                  <a:lnTo>
                    <a:pt x="100" y="7"/>
                  </a:lnTo>
                  <a:cubicBezTo>
                    <a:pt x="88" y="2"/>
                    <a:pt x="77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5"/>
            <p:cNvSpPr/>
            <p:nvPr/>
          </p:nvSpPr>
          <p:spPr>
            <a:xfrm>
              <a:off x="550868" y="1319775"/>
              <a:ext cx="12250" cy="20250"/>
            </a:xfrm>
            <a:custGeom>
              <a:rect b="b" l="l" r="r" t="t"/>
              <a:pathLst>
                <a:path extrusionOk="0" h="810" w="490">
                  <a:moveTo>
                    <a:pt x="38" y="0"/>
                  </a:moveTo>
                  <a:cubicBezTo>
                    <a:pt x="28" y="0"/>
                    <a:pt x="18" y="4"/>
                    <a:pt x="9" y="14"/>
                  </a:cubicBezTo>
                  <a:cubicBezTo>
                    <a:pt x="0" y="31"/>
                    <a:pt x="9" y="47"/>
                    <a:pt x="25" y="56"/>
                  </a:cubicBezTo>
                  <a:cubicBezTo>
                    <a:pt x="67" y="89"/>
                    <a:pt x="108" y="122"/>
                    <a:pt x="150" y="163"/>
                  </a:cubicBezTo>
                  <a:cubicBezTo>
                    <a:pt x="166" y="180"/>
                    <a:pt x="191" y="196"/>
                    <a:pt x="208" y="221"/>
                  </a:cubicBezTo>
                  <a:lnTo>
                    <a:pt x="216" y="230"/>
                  </a:lnTo>
                  <a:lnTo>
                    <a:pt x="199" y="230"/>
                  </a:lnTo>
                  <a:cubicBezTo>
                    <a:pt x="183" y="238"/>
                    <a:pt x="174" y="254"/>
                    <a:pt x="174" y="271"/>
                  </a:cubicBezTo>
                  <a:cubicBezTo>
                    <a:pt x="174" y="304"/>
                    <a:pt x="199" y="329"/>
                    <a:pt x="216" y="354"/>
                  </a:cubicBezTo>
                  <a:lnTo>
                    <a:pt x="266" y="420"/>
                  </a:lnTo>
                  <a:cubicBezTo>
                    <a:pt x="257" y="437"/>
                    <a:pt x="241" y="453"/>
                    <a:pt x="257" y="478"/>
                  </a:cubicBezTo>
                  <a:cubicBezTo>
                    <a:pt x="266" y="503"/>
                    <a:pt x="266" y="536"/>
                    <a:pt x="274" y="561"/>
                  </a:cubicBezTo>
                  <a:cubicBezTo>
                    <a:pt x="282" y="586"/>
                    <a:pt x="290" y="611"/>
                    <a:pt x="299" y="636"/>
                  </a:cubicBezTo>
                  <a:cubicBezTo>
                    <a:pt x="324" y="694"/>
                    <a:pt x="348" y="743"/>
                    <a:pt x="382" y="793"/>
                  </a:cubicBezTo>
                  <a:cubicBezTo>
                    <a:pt x="391" y="805"/>
                    <a:pt x="403" y="810"/>
                    <a:pt x="415" y="810"/>
                  </a:cubicBezTo>
                  <a:cubicBezTo>
                    <a:pt x="445" y="810"/>
                    <a:pt x="474" y="779"/>
                    <a:pt x="456" y="743"/>
                  </a:cubicBezTo>
                  <a:cubicBezTo>
                    <a:pt x="440" y="718"/>
                    <a:pt x="431" y="685"/>
                    <a:pt x="415" y="652"/>
                  </a:cubicBezTo>
                  <a:cubicBezTo>
                    <a:pt x="456" y="652"/>
                    <a:pt x="489" y="619"/>
                    <a:pt x="473" y="578"/>
                  </a:cubicBezTo>
                  <a:cubicBezTo>
                    <a:pt x="456" y="503"/>
                    <a:pt x="423" y="437"/>
                    <a:pt x="382" y="370"/>
                  </a:cubicBezTo>
                  <a:cubicBezTo>
                    <a:pt x="357" y="346"/>
                    <a:pt x="340" y="321"/>
                    <a:pt x="315" y="296"/>
                  </a:cubicBezTo>
                  <a:lnTo>
                    <a:pt x="324" y="288"/>
                  </a:lnTo>
                  <a:cubicBezTo>
                    <a:pt x="340" y="279"/>
                    <a:pt x="348" y="254"/>
                    <a:pt x="332" y="238"/>
                  </a:cubicBezTo>
                  <a:lnTo>
                    <a:pt x="332" y="230"/>
                  </a:lnTo>
                  <a:cubicBezTo>
                    <a:pt x="299" y="180"/>
                    <a:pt x="257" y="130"/>
                    <a:pt x="208" y="97"/>
                  </a:cubicBezTo>
                  <a:cubicBezTo>
                    <a:pt x="158" y="56"/>
                    <a:pt x="108" y="31"/>
                    <a:pt x="58" y="6"/>
                  </a:cubicBezTo>
                  <a:cubicBezTo>
                    <a:pt x="52" y="2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5"/>
            <p:cNvSpPr/>
            <p:nvPr/>
          </p:nvSpPr>
          <p:spPr>
            <a:xfrm>
              <a:off x="535118" y="1318675"/>
              <a:ext cx="10175" cy="2500"/>
            </a:xfrm>
            <a:custGeom>
              <a:rect b="b" l="l" r="r" t="t"/>
              <a:pathLst>
                <a:path extrusionOk="0" h="100" w="407">
                  <a:moveTo>
                    <a:pt x="117" y="0"/>
                  </a:moveTo>
                  <a:cubicBezTo>
                    <a:pt x="84" y="0"/>
                    <a:pt x="59" y="8"/>
                    <a:pt x="34" y="8"/>
                  </a:cubicBezTo>
                  <a:cubicBezTo>
                    <a:pt x="1" y="17"/>
                    <a:pt x="9" y="58"/>
                    <a:pt x="34" y="66"/>
                  </a:cubicBezTo>
                  <a:cubicBezTo>
                    <a:pt x="59" y="75"/>
                    <a:pt x="84" y="83"/>
                    <a:pt x="117" y="83"/>
                  </a:cubicBezTo>
                  <a:cubicBezTo>
                    <a:pt x="142" y="83"/>
                    <a:pt x="166" y="91"/>
                    <a:pt x="200" y="91"/>
                  </a:cubicBezTo>
                  <a:cubicBezTo>
                    <a:pt x="249" y="91"/>
                    <a:pt x="307" y="100"/>
                    <a:pt x="365" y="100"/>
                  </a:cubicBezTo>
                  <a:cubicBezTo>
                    <a:pt x="390" y="100"/>
                    <a:pt x="407" y="75"/>
                    <a:pt x="407" y="58"/>
                  </a:cubicBezTo>
                  <a:cubicBezTo>
                    <a:pt x="407" y="33"/>
                    <a:pt x="390" y="8"/>
                    <a:pt x="365" y="8"/>
                  </a:cubicBezTo>
                  <a:lnTo>
                    <a:pt x="365" y="17"/>
                  </a:lnTo>
                  <a:cubicBezTo>
                    <a:pt x="307" y="8"/>
                    <a:pt x="249" y="8"/>
                    <a:pt x="200" y="8"/>
                  </a:cubicBezTo>
                  <a:cubicBezTo>
                    <a:pt x="166" y="8"/>
                    <a:pt x="142" y="0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5"/>
            <p:cNvSpPr/>
            <p:nvPr/>
          </p:nvSpPr>
          <p:spPr>
            <a:xfrm>
              <a:off x="815825" y="1559150"/>
              <a:ext cx="2500" cy="2100"/>
            </a:xfrm>
            <a:custGeom>
              <a:rect b="b" l="l" r="r" t="t"/>
              <a:pathLst>
                <a:path extrusionOk="0" h="84" w="100">
                  <a:moveTo>
                    <a:pt x="50" y="1"/>
                  </a:moveTo>
                  <a:cubicBezTo>
                    <a:pt x="0" y="1"/>
                    <a:pt x="0" y="83"/>
                    <a:pt x="50" y="83"/>
                  </a:cubicBezTo>
                  <a:cubicBezTo>
                    <a:pt x="100" y="83"/>
                    <a:pt x="100" y="1"/>
                    <a:pt x="50" y="1"/>
                  </a:cubicBezTo>
                  <a:close/>
                </a:path>
              </a:pathLst>
            </a:custGeom>
            <a:solidFill>
              <a:srgbClr val="5C30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5"/>
            <p:cNvSpPr/>
            <p:nvPr/>
          </p:nvSpPr>
          <p:spPr>
            <a:xfrm>
              <a:off x="716168" y="1327950"/>
              <a:ext cx="7000" cy="17875"/>
            </a:xfrm>
            <a:custGeom>
              <a:rect b="b" l="l" r="r" t="t"/>
              <a:pathLst>
                <a:path extrusionOk="0" h="715" w="280">
                  <a:moveTo>
                    <a:pt x="246" y="0"/>
                  </a:moveTo>
                  <a:cubicBezTo>
                    <a:pt x="239" y="0"/>
                    <a:pt x="231" y="3"/>
                    <a:pt x="224" y="10"/>
                  </a:cubicBezTo>
                  <a:cubicBezTo>
                    <a:pt x="149" y="101"/>
                    <a:pt x="100" y="209"/>
                    <a:pt x="66" y="317"/>
                  </a:cubicBezTo>
                  <a:cubicBezTo>
                    <a:pt x="33" y="433"/>
                    <a:pt x="8" y="549"/>
                    <a:pt x="0" y="665"/>
                  </a:cubicBezTo>
                  <a:cubicBezTo>
                    <a:pt x="0" y="690"/>
                    <a:pt x="25" y="715"/>
                    <a:pt x="50" y="715"/>
                  </a:cubicBezTo>
                  <a:cubicBezTo>
                    <a:pt x="83" y="715"/>
                    <a:pt x="100" y="690"/>
                    <a:pt x="108" y="665"/>
                  </a:cubicBezTo>
                  <a:cubicBezTo>
                    <a:pt x="116" y="557"/>
                    <a:pt x="141" y="449"/>
                    <a:pt x="174" y="350"/>
                  </a:cubicBezTo>
                  <a:cubicBezTo>
                    <a:pt x="207" y="251"/>
                    <a:pt x="249" y="143"/>
                    <a:pt x="274" y="43"/>
                  </a:cubicBezTo>
                  <a:cubicBezTo>
                    <a:pt x="280" y="20"/>
                    <a:pt x="264" y="0"/>
                    <a:pt x="2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5"/>
            <p:cNvSpPr/>
            <p:nvPr/>
          </p:nvSpPr>
          <p:spPr>
            <a:xfrm>
              <a:off x="719018" y="1331225"/>
              <a:ext cx="28400" cy="18750"/>
            </a:xfrm>
            <a:custGeom>
              <a:rect b="b" l="l" r="r" t="t"/>
              <a:pathLst>
                <a:path extrusionOk="0" h="750" w="1136">
                  <a:moveTo>
                    <a:pt x="349" y="1"/>
                  </a:moveTo>
                  <a:cubicBezTo>
                    <a:pt x="320" y="1"/>
                    <a:pt x="286" y="34"/>
                    <a:pt x="267" y="53"/>
                  </a:cubicBezTo>
                  <a:cubicBezTo>
                    <a:pt x="209" y="120"/>
                    <a:pt x="168" y="194"/>
                    <a:pt x="126" y="269"/>
                  </a:cubicBezTo>
                  <a:cubicBezTo>
                    <a:pt x="85" y="360"/>
                    <a:pt x="52" y="451"/>
                    <a:pt x="19" y="542"/>
                  </a:cubicBezTo>
                  <a:cubicBezTo>
                    <a:pt x="12" y="568"/>
                    <a:pt x="36" y="589"/>
                    <a:pt x="59" y="589"/>
                  </a:cubicBezTo>
                  <a:cubicBezTo>
                    <a:pt x="65" y="589"/>
                    <a:pt x="71" y="587"/>
                    <a:pt x="77" y="584"/>
                  </a:cubicBezTo>
                  <a:lnTo>
                    <a:pt x="77" y="584"/>
                  </a:lnTo>
                  <a:cubicBezTo>
                    <a:pt x="60" y="600"/>
                    <a:pt x="44" y="608"/>
                    <a:pt x="27" y="625"/>
                  </a:cubicBezTo>
                  <a:cubicBezTo>
                    <a:pt x="1" y="651"/>
                    <a:pt x="32" y="693"/>
                    <a:pt x="62" y="693"/>
                  </a:cubicBezTo>
                  <a:cubicBezTo>
                    <a:pt x="70" y="693"/>
                    <a:pt x="78" y="690"/>
                    <a:pt x="85" y="683"/>
                  </a:cubicBezTo>
                  <a:cubicBezTo>
                    <a:pt x="143" y="625"/>
                    <a:pt x="209" y="567"/>
                    <a:pt x="267" y="509"/>
                  </a:cubicBezTo>
                  <a:lnTo>
                    <a:pt x="267" y="509"/>
                  </a:lnTo>
                  <a:cubicBezTo>
                    <a:pt x="242" y="559"/>
                    <a:pt x="218" y="600"/>
                    <a:pt x="193" y="650"/>
                  </a:cubicBezTo>
                  <a:cubicBezTo>
                    <a:pt x="181" y="684"/>
                    <a:pt x="205" y="710"/>
                    <a:pt x="229" y="710"/>
                  </a:cubicBezTo>
                  <a:cubicBezTo>
                    <a:pt x="240" y="710"/>
                    <a:pt x="251" y="704"/>
                    <a:pt x="259" y="691"/>
                  </a:cubicBezTo>
                  <a:cubicBezTo>
                    <a:pt x="267" y="683"/>
                    <a:pt x="267" y="683"/>
                    <a:pt x="267" y="675"/>
                  </a:cubicBezTo>
                  <a:cubicBezTo>
                    <a:pt x="276" y="683"/>
                    <a:pt x="284" y="683"/>
                    <a:pt x="292" y="683"/>
                  </a:cubicBezTo>
                  <a:cubicBezTo>
                    <a:pt x="292" y="691"/>
                    <a:pt x="300" y="700"/>
                    <a:pt x="309" y="700"/>
                  </a:cubicBezTo>
                  <a:cubicBezTo>
                    <a:pt x="309" y="708"/>
                    <a:pt x="309" y="716"/>
                    <a:pt x="309" y="724"/>
                  </a:cubicBezTo>
                  <a:cubicBezTo>
                    <a:pt x="319" y="740"/>
                    <a:pt x="334" y="750"/>
                    <a:pt x="349" y="750"/>
                  </a:cubicBezTo>
                  <a:cubicBezTo>
                    <a:pt x="357" y="750"/>
                    <a:pt x="366" y="747"/>
                    <a:pt x="375" y="741"/>
                  </a:cubicBezTo>
                  <a:cubicBezTo>
                    <a:pt x="450" y="708"/>
                    <a:pt x="524" y="675"/>
                    <a:pt x="590" y="633"/>
                  </a:cubicBezTo>
                  <a:cubicBezTo>
                    <a:pt x="632" y="617"/>
                    <a:pt x="665" y="600"/>
                    <a:pt x="698" y="584"/>
                  </a:cubicBezTo>
                  <a:cubicBezTo>
                    <a:pt x="715" y="575"/>
                    <a:pt x="731" y="567"/>
                    <a:pt x="748" y="550"/>
                  </a:cubicBezTo>
                  <a:cubicBezTo>
                    <a:pt x="764" y="534"/>
                    <a:pt x="789" y="526"/>
                    <a:pt x="806" y="509"/>
                  </a:cubicBezTo>
                  <a:cubicBezTo>
                    <a:pt x="822" y="492"/>
                    <a:pt x="814" y="468"/>
                    <a:pt x="798" y="451"/>
                  </a:cubicBezTo>
                  <a:cubicBezTo>
                    <a:pt x="839" y="426"/>
                    <a:pt x="880" y="401"/>
                    <a:pt x="930" y="376"/>
                  </a:cubicBezTo>
                  <a:cubicBezTo>
                    <a:pt x="988" y="335"/>
                    <a:pt x="1054" y="302"/>
                    <a:pt x="1112" y="252"/>
                  </a:cubicBezTo>
                  <a:cubicBezTo>
                    <a:pt x="1135" y="230"/>
                    <a:pt x="1116" y="193"/>
                    <a:pt x="1088" y="193"/>
                  </a:cubicBezTo>
                  <a:cubicBezTo>
                    <a:pt x="1085" y="193"/>
                    <a:pt x="1082" y="193"/>
                    <a:pt x="1079" y="194"/>
                  </a:cubicBezTo>
                  <a:cubicBezTo>
                    <a:pt x="1005" y="211"/>
                    <a:pt x="938" y="252"/>
                    <a:pt x="880" y="294"/>
                  </a:cubicBezTo>
                  <a:cubicBezTo>
                    <a:pt x="814" y="327"/>
                    <a:pt x="748" y="360"/>
                    <a:pt x="690" y="401"/>
                  </a:cubicBezTo>
                  <a:lnTo>
                    <a:pt x="673" y="410"/>
                  </a:lnTo>
                  <a:cubicBezTo>
                    <a:pt x="756" y="343"/>
                    <a:pt x="847" y="285"/>
                    <a:pt x="914" y="211"/>
                  </a:cubicBezTo>
                  <a:cubicBezTo>
                    <a:pt x="936" y="188"/>
                    <a:pt x="918" y="152"/>
                    <a:pt x="889" y="152"/>
                  </a:cubicBezTo>
                  <a:cubicBezTo>
                    <a:pt x="886" y="152"/>
                    <a:pt x="883" y="152"/>
                    <a:pt x="880" y="153"/>
                  </a:cubicBezTo>
                  <a:cubicBezTo>
                    <a:pt x="764" y="194"/>
                    <a:pt x="657" y="277"/>
                    <a:pt x="557" y="352"/>
                  </a:cubicBezTo>
                  <a:cubicBezTo>
                    <a:pt x="491" y="401"/>
                    <a:pt x="425" y="459"/>
                    <a:pt x="367" y="517"/>
                  </a:cubicBezTo>
                  <a:cubicBezTo>
                    <a:pt x="383" y="484"/>
                    <a:pt x="408" y="451"/>
                    <a:pt x="425" y="418"/>
                  </a:cubicBezTo>
                  <a:cubicBezTo>
                    <a:pt x="458" y="368"/>
                    <a:pt x="483" y="327"/>
                    <a:pt x="508" y="285"/>
                  </a:cubicBezTo>
                  <a:cubicBezTo>
                    <a:pt x="524" y="260"/>
                    <a:pt x="541" y="236"/>
                    <a:pt x="549" y="219"/>
                  </a:cubicBezTo>
                  <a:cubicBezTo>
                    <a:pt x="566" y="194"/>
                    <a:pt x="574" y="169"/>
                    <a:pt x="582" y="144"/>
                  </a:cubicBezTo>
                  <a:cubicBezTo>
                    <a:pt x="582" y="124"/>
                    <a:pt x="571" y="109"/>
                    <a:pt x="553" y="109"/>
                  </a:cubicBezTo>
                  <a:cubicBezTo>
                    <a:pt x="549" y="109"/>
                    <a:pt x="545" y="110"/>
                    <a:pt x="541" y="111"/>
                  </a:cubicBezTo>
                  <a:cubicBezTo>
                    <a:pt x="499" y="136"/>
                    <a:pt x="466" y="186"/>
                    <a:pt x="433" y="227"/>
                  </a:cubicBezTo>
                  <a:cubicBezTo>
                    <a:pt x="425" y="244"/>
                    <a:pt x="416" y="260"/>
                    <a:pt x="400" y="277"/>
                  </a:cubicBezTo>
                  <a:cubicBezTo>
                    <a:pt x="334" y="327"/>
                    <a:pt x="276" y="385"/>
                    <a:pt x="218" y="443"/>
                  </a:cubicBezTo>
                  <a:cubicBezTo>
                    <a:pt x="168" y="484"/>
                    <a:pt x="126" y="526"/>
                    <a:pt x="85" y="575"/>
                  </a:cubicBezTo>
                  <a:lnTo>
                    <a:pt x="85" y="567"/>
                  </a:lnTo>
                  <a:cubicBezTo>
                    <a:pt x="151" y="418"/>
                    <a:pt x="242" y="269"/>
                    <a:pt x="342" y="128"/>
                  </a:cubicBezTo>
                  <a:lnTo>
                    <a:pt x="342" y="136"/>
                  </a:lnTo>
                  <a:cubicBezTo>
                    <a:pt x="367" y="103"/>
                    <a:pt x="400" y="53"/>
                    <a:pt x="375" y="12"/>
                  </a:cubicBezTo>
                  <a:cubicBezTo>
                    <a:pt x="367" y="4"/>
                    <a:pt x="358" y="1"/>
                    <a:pt x="3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5"/>
            <p:cNvSpPr/>
            <p:nvPr/>
          </p:nvSpPr>
          <p:spPr>
            <a:xfrm>
              <a:off x="742193" y="1358425"/>
              <a:ext cx="21225" cy="7050"/>
            </a:xfrm>
            <a:custGeom>
              <a:rect b="b" l="l" r="r" t="t"/>
              <a:pathLst>
                <a:path extrusionOk="0" h="282" w="849">
                  <a:moveTo>
                    <a:pt x="807" y="1"/>
                  </a:moveTo>
                  <a:cubicBezTo>
                    <a:pt x="716" y="1"/>
                    <a:pt x="625" y="18"/>
                    <a:pt x="533" y="42"/>
                  </a:cubicBezTo>
                  <a:cubicBezTo>
                    <a:pt x="533" y="34"/>
                    <a:pt x="525" y="26"/>
                    <a:pt x="509" y="18"/>
                  </a:cubicBezTo>
                  <a:cubicBezTo>
                    <a:pt x="495" y="15"/>
                    <a:pt x="480" y="14"/>
                    <a:pt x="465" y="14"/>
                  </a:cubicBezTo>
                  <a:cubicBezTo>
                    <a:pt x="435" y="14"/>
                    <a:pt x="404" y="18"/>
                    <a:pt x="376" y="18"/>
                  </a:cubicBezTo>
                  <a:cubicBezTo>
                    <a:pt x="326" y="26"/>
                    <a:pt x="277" y="51"/>
                    <a:pt x="235" y="67"/>
                  </a:cubicBezTo>
                  <a:cubicBezTo>
                    <a:pt x="152" y="109"/>
                    <a:pt x="78" y="158"/>
                    <a:pt x="20" y="225"/>
                  </a:cubicBezTo>
                  <a:cubicBezTo>
                    <a:pt x="0" y="251"/>
                    <a:pt x="22" y="282"/>
                    <a:pt x="44" y="282"/>
                  </a:cubicBezTo>
                  <a:cubicBezTo>
                    <a:pt x="50" y="282"/>
                    <a:pt x="56" y="280"/>
                    <a:pt x="61" y="274"/>
                  </a:cubicBezTo>
                  <a:cubicBezTo>
                    <a:pt x="111" y="233"/>
                    <a:pt x="161" y="208"/>
                    <a:pt x="210" y="183"/>
                  </a:cubicBezTo>
                  <a:lnTo>
                    <a:pt x="210" y="183"/>
                  </a:lnTo>
                  <a:cubicBezTo>
                    <a:pt x="203" y="205"/>
                    <a:pt x="222" y="234"/>
                    <a:pt x="244" y="234"/>
                  </a:cubicBezTo>
                  <a:cubicBezTo>
                    <a:pt x="246" y="234"/>
                    <a:pt x="249" y="234"/>
                    <a:pt x="252" y="233"/>
                  </a:cubicBezTo>
                  <a:cubicBezTo>
                    <a:pt x="343" y="192"/>
                    <a:pt x="442" y="158"/>
                    <a:pt x="533" y="134"/>
                  </a:cubicBezTo>
                  <a:cubicBezTo>
                    <a:pt x="625" y="109"/>
                    <a:pt x="724" y="84"/>
                    <a:pt x="815" y="51"/>
                  </a:cubicBezTo>
                  <a:cubicBezTo>
                    <a:pt x="848" y="42"/>
                    <a:pt x="840" y="1"/>
                    <a:pt x="8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5"/>
            <p:cNvSpPr/>
            <p:nvPr/>
          </p:nvSpPr>
          <p:spPr>
            <a:xfrm>
              <a:off x="750743" y="1365275"/>
              <a:ext cx="10800" cy="2100"/>
            </a:xfrm>
            <a:custGeom>
              <a:rect b="b" l="l" r="r" t="t"/>
              <a:pathLst>
                <a:path extrusionOk="0" h="84" w="432">
                  <a:moveTo>
                    <a:pt x="59" y="0"/>
                  </a:moveTo>
                  <a:cubicBezTo>
                    <a:pt x="1" y="0"/>
                    <a:pt x="1" y="83"/>
                    <a:pt x="59" y="83"/>
                  </a:cubicBezTo>
                  <a:lnTo>
                    <a:pt x="365" y="83"/>
                  </a:lnTo>
                  <a:cubicBezTo>
                    <a:pt x="382" y="75"/>
                    <a:pt x="399" y="67"/>
                    <a:pt x="415" y="67"/>
                  </a:cubicBezTo>
                  <a:cubicBezTo>
                    <a:pt x="432" y="58"/>
                    <a:pt x="432" y="25"/>
                    <a:pt x="415" y="17"/>
                  </a:cubicBezTo>
                  <a:cubicBezTo>
                    <a:pt x="399" y="9"/>
                    <a:pt x="382" y="0"/>
                    <a:pt x="365" y="0"/>
                  </a:cubicBezTo>
                  <a:lnTo>
                    <a:pt x="365" y="9"/>
                  </a:lnTo>
                  <a:cubicBezTo>
                    <a:pt x="349" y="0"/>
                    <a:pt x="341" y="0"/>
                    <a:pt x="3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5"/>
            <p:cNvSpPr/>
            <p:nvPr/>
          </p:nvSpPr>
          <p:spPr>
            <a:xfrm>
              <a:off x="756768" y="1371700"/>
              <a:ext cx="17425" cy="7275"/>
            </a:xfrm>
            <a:custGeom>
              <a:rect b="b" l="l" r="r" t="t"/>
              <a:pathLst>
                <a:path extrusionOk="0" h="291" w="697">
                  <a:moveTo>
                    <a:pt x="58" y="0"/>
                  </a:moveTo>
                  <a:cubicBezTo>
                    <a:pt x="0" y="9"/>
                    <a:pt x="0" y="91"/>
                    <a:pt x="58" y="100"/>
                  </a:cubicBezTo>
                  <a:cubicBezTo>
                    <a:pt x="141" y="100"/>
                    <a:pt x="216" y="108"/>
                    <a:pt x="298" y="116"/>
                  </a:cubicBezTo>
                  <a:cubicBezTo>
                    <a:pt x="323" y="125"/>
                    <a:pt x="356" y="133"/>
                    <a:pt x="390" y="141"/>
                  </a:cubicBezTo>
                  <a:cubicBezTo>
                    <a:pt x="381" y="149"/>
                    <a:pt x="390" y="166"/>
                    <a:pt x="398" y="174"/>
                  </a:cubicBezTo>
                  <a:cubicBezTo>
                    <a:pt x="439" y="199"/>
                    <a:pt x="481" y="224"/>
                    <a:pt x="530" y="241"/>
                  </a:cubicBezTo>
                  <a:cubicBezTo>
                    <a:pt x="555" y="257"/>
                    <a:pt x="572" y="265"/>
                    <a:pt x="597" y="274"/>
                  </a:cubicBezTo>
                  <a:cubicBezTo>
                    <a:pt x="613" y="282"/>
                    <a:pt x="622" y="282"/>
                    <a:pt x="638" y="290"/>
                  </a:cubicBezTo>
                  <a:lnTo>
                    <a:pt x="671" y="290"/>
                  </a:lnTo>
                  <a:cubicBezTo>
                    <a:pt x="696" y="290"/>
                    <a:pt x="696" y="265"/>
                    <a:pt x="680" y="257"/>
                  </a:cubicBezTo>
                  <a:cubicBezTo>
                    <a:pt x="671" y="249"/>
                    <a:pt x="663" y="241"/>
                    <a:pt x="655" y="232"/>
                  </a:cubicBezTo>
                  <a:cubicBezTo>
                    <a:pt x="638" y="224"/>
                    <a:pt x="630" y="224"/>
                    <a:pt x="622" y="216"/>
                  </a:cubicBezTo>
                  <a:cubicBezTo>
                    <a:pt x="597" y="207"/>
                    <a:pt x="580" y="199"/>
                    <a:pt x="555" y="191"/>
                  </a:cubicBezTo>
                  <a:cubicBezTo>
                    <a:pt x="539" y="174"/>
                    <a:pt x="514" y="166"/>
                    <a:pt x="497" y="158"/>
                  </a:cubicBezTo>
                  <a:lnTo>
                    <a:pt x="539" y="158"/>
                  </a:lnTo>
                  <a:cubicBezTo>
                    <a:pt x="541" y="158"/>
                    <a:pt x="544" y="159"/>
                    <a:pt x="546" y="159"/>
                  </a:cubicBezTo>
                  <a:cubicBezTo>
                    <a:pt x="572" y="159"/>
                    <a:pt x="571" y="116"/>
                    <a:pt x="555" y="108"/>
                  </a:cubicBezTo>
                  <a:cubicBezTo>
                    <a:pt x="481" y="58"/>
                    <a:pt x="398" y="33"/>
                    <a:pt x="315" y="17"/>
                  </a:cubicBezTo>
                  <a:cubicBezTo>
                    <a:pt x="232" y="9"/>
                    <a:pt x="141" y="0"/>
                    <a:pt x="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5"/>
            <p:cNvSpPr/>
            <p:nvPr/>
          </p:nvSpPr>
          <p:spPr>
            <a:xfrm>
              <a:off x="756775" y="1298125"/>
              <a:ext cx="5225" cy="6025"/>
            </a:xfrm>
            <a:custGeom>
              <a:rect b="b" l="l" r="r" t="t"/>
              <a:pathLst>
                <a:path extrusionOk="0" h="241" w="209">
                  <a:moveTo>
                    <a:pt x="162" y="1"/>
                  </a:moveTo>
                  <a:cubicBezTo>
                    <a:pt x="153" y="1"/>
                    <a:pt x="145" y="3"/>
                    <a:pt x="142" y="10"/>
                  </a:cubicBezTo>
                  <a:cubicBezTo>
                    <a:pt x="117" y="43"/>
                    <a:pt x="92" y="76"/>
                    <a:pt x="67" y="101"/>
                  </a:cubicBezTo>
                  <a:lnTo>
                    <a:pt x="34" y="151"/>
                  </a:lnTo>
                  <a:cubicBezTo>
                    <a:pt x="26" y="168"/>
                    <a:pt x="17" y="176"/>
                    <a:pt x="9" y="192"/>
                  </a:cubicBezTo>
                  <a:cubicBezTo>
                    <a:pt x="1" y="209"/>
                    <a:pt x="1" y="226"/>
                    <a:pt x="9" y="234"/>
                  </a:cubicBezTo>
                  <a:cubicBezTo>
                    <a:pt x="17" y="238"/>
                    <a:pt x="26" y="240"/>
                    <a:pt x="33" y="240"/>
                  </a:cubicBezTo>
                  <a:cubicBezTo>
                    <a:pt x="40" y="240"/>
                    <a:pt x="46" y="238"/>
                    <a:pt x="51" y="234"/>
                  </a:cubicBezTo>
                  <a:cubicBezTo>
                    <a:pt x="67" y="217"/>
                    <a:pt x="75" y="209"/>
                    <a:pt x="92" y="192"/>
                  </a:cubicBezTo>
                  <a:cubicBezTo>
                    <a:pt x="100" y="184"/>
                    <a:pt x="117" y="168"/>
                    <a:pt x="125" y="151"/>
                  </a:cubicBezTo>
                  <a:cubicBezTo>
                    <a:pt x="150" y="126"/>
                    <a:pt x="175" y="101"/>
                    <a:pt x="191" y="68"/>
                  </a:cubicBezTo>
                  <a:cubicBezTo>
                    <a:pt x="200" y="60"/>
                    <a:pt x="208" y="52"/>
                    <a:pt x="208" y="43"/>
                  </a:cubicBezTo>
                  <a:cubicBezTo>
                    <a:pt x="208" y="35"/>
                    <a:pt x="200" y="18"/>
                    <a:pt x="191" y="10"/>
                  </a:cubicBezTo>
                  <a:cubicBezTo>
                    <a:pt x="187" y="5"/>
                    <a:pt x="174" y="1"/>
                    <a:pt x="1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5"/>
            <p:cNvSpPr/>
            <p:nvPr/>
          </p:nvSpPr>
          <p:spPr>
            <a:xfrm>
              <a:off x="507368" y="1306150"/>
              <a:ext cx="4775" cy="6425"/>
            </a:xfrm>
            <a:custGeom>
              <a:rect b="b" l="l" r="r" t="t"/>
              <a:pathLst>
                <a:path extrusionOk="0" h="257" w="191">
                  <a:moveTo>
                    <a:pt x="31" y="1"/>
                  </a:moveTo>
                  <a:cubicBezTo>
                    <a:pt x="27" y="1"/>
                    <a:pt x="22" y="2"/>
                    <a:pt x="17" y="4"/>
                  </a:cubicBezTo>
                  <a:cubicBezTo>
                    <a:pt x="9" y="12"/>
                    <a:pt x="0" y="29"/>
                    <a:pt x="9" y="37"/>
                  </a:cubicBezTo>
                  <a:cubicBezTo>
                    <a:pt x="25" y="79"/>
                    <a:pt x="50" y="120"/>
                    <a:pt x="67" y="153"/>
                  </a:cubicBezTo>
                  <a:cubicBezTo>
                    <a:pt x="83" y="170"/>
                    <a:pt x="92" y="186"/>
                    <a:pt x="108" y="203"/>
                  </a:cubicBezTo>
                  <a:cubicBezTo>
                    <a:pt x="125" y="219"/>
                    <a:pt x="141" y="236"/>
                    <a:pt x="158" y="244"/>
                  </a:cubicBezTo>
                  <a:cubicBezTo>
                    <a:pt x="164" y="250"/>
                    <a:pt x="170" y="256"/>
                    <a:pt x="175" y="256"/>
                  </a:cubicBezTo>
                  <a:cubicBezTo>
                    <a:pt x="178" y="256"/>
                    <a:pt x="180" y="255"/>
                    <a:pt x="183" y="253"/>
                  </a:cubicBezTo>
                  <a:cubicBezTo>
                    <a:pt x="191" y="244"/>
                    <a:pt x="191" y="228"/>
                    <a:pt x="191" y="219"/>
                  </a:cubicBezTo>
                  <a:cubicBezTo>
                    <a:pt x="174" y="203"/>
                    <a:pt x="166" y="186"/>
                    <a:pt x="150" y="170"/>
                  </a:cubicBezTo>
                  <a:cubicBezTo>
                    <a:pt x="141" y="153"/>
                    <a:pt x="125" y="137"/>
                    <a:pt x="116" y="120"/>
                  </a:cubicBezTo>
                  <a:cubicBezTo>
                    <a:pt x="92" y="87"/>
                    <a:pt x="75" y="54"/>
                    <a:pt x="50" y="12"/>
                  </a:cubicBezTo>
                  <a:cubicBezTo>
                    <a:pt x="50" y="6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5"/>
            <p:cNvSpPr/>
            <p:nvPr/>
          </p:nvSpPr>
          <p:spPr>
            <a:xfrm>
              <a:off x="785768" y="1345450"/>
              <a:ext cx="7675" cy="9525"/>
            </a:xfrm>
            <a:custGeom>
              <a:rect b="b" l="l" r="r" t="t"/>
              <a:pathLst>
                <a:path extrusionOk="0" h="381" w="307">
                  <a:moveTo>
                    <a:pt x="255" y="1"/>
                  </a:moveTo>
                  <a:cubicBezTo>
                    <a:pt x="247" y="1"/>
                    <a:pt x="239" y="3"/>
                    <a:pt x="232" y="6"/>
                  </a:cubicBezTo>
                  <a:cubicBezTo>
                    <a:pt x="224" y="6"/>
                    <a:pt x="216" y="15"/>
                    <a:pt x="207" y="23"/>
                  </a:cubicBezTo>
                  <a:lnTo>
                    <a:pt x="199" y="39"/>
                  </a:lnTo>
                  <a:lnTo>
                    <a:pt x="199" y="48"/>
                  </a:lnTo>
                  <a:cubicBezTo>
                    <a:pt x="191" y="64"/>
                    <a:pt x="182" y="73"/>
                    <a:pt x="174" y="89"/>
                  </a:cubicBezTo>
                  <a:cubicBezTo>
                    <a:pt x="166" y="122"/>
                    <a:pt x="149" y="147"/>
                    <a:pt x="133" y="172"/>
                  </a:cubicBezTo>
                  <a:cubicBezTo>
                    <a:pt x="100" y="222"/>
                    <a:pt x="58" y="271"/>
                    <a:pt x="17" y="313"/>
                  </a:cubicBezTo>
                  <a:cubicBezTo>
                    <a:pt x="0" y="321"/>
                    <a:pt x="0" y="354"/>
                    <a:pt x="17" y="371"/>
                  </a:cubicBezTo>
                  <a:cubicBezTo>
                    <a:pt x="24" y="378"/>
                    <a:pt x="31" y="380"/>
                    <a:pt x="38" y="380"/>
                  </a:cubicBezTo>
                  <a:cubicBezTo>
                    <a:pt x="47" y="380"/>
                    <a:pt x="57" y="376"/>
                    <a:pt x="66" y="371"/>
                  </a:cubicBezTo>
                  <a:lnTo>
                    <a:pt x="75" y="371"/>
                  </a:lnTo>
                  <a:cubicBezTo>
                    <a:pt x="124" y="321"/>
                    <a:pt x="166" y="271"/>
                    <a:pt x="207" y="213"/>
                  </a:cubicBezTo>
                  <a:cubicBezTo>
                    <a:pt x="224" y="189"/>
                    <a:pt x="240" y="164"/>
                    <a:pt x="257" y="139"/>
                  </a:cubicBezTo>
                  <a:cubicBezTo>
                    <a:pt x="274" y="97"/>
                    <a:pt x="307" y="56"/>
                    <a:pt x="282" y="15"/>
                  </a:cubicBezTo>
                  <a:cubicBezTo>
                    <a:pt x="277" y="5"/>
                    <a:pt x="266" y="1"/>
                    <a:pt x="2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5"/>
            <p:cNvSpPr/>
            <p:nvPr/>
          </p:nvSpPr>
          <p:spPr>
            <a:xfrm>
              <a:off x="788443" y="1338875"/>
              <a:ext cx="3350" cy="5775"/>
            </a:xfrm>
            <a:custGeom>
              <a:rect b="b" l="l" r="r" t="t"/>
              <a:pathLst>
                <a:path extrusionOk="0" h="231" w="134">
                  <a:moveTo>
                    <a:pt x="111" y="0"/>
                  </a:moveTo>
                  <a:cubicBezTo>
                    <a:pt x="105" y="0"/>
                    <a:pt x="98" y="4"/>
                    <a:pt x="92" y="12"/>
                  </a:cubicBezTo>
                  <a:cubicBezTo>
                    <a:pt x="75" y="37"/>
                    <a:pt x="59" y="62"/>
                    <a:pt x="51" y="95"/>
                  </a:cubicBezTo>
                  <a:cubicBezTo>
                    <a:pt x="34" y="112"/>
                    <a:pt x="26" y="120"/>
                    <a:pt x="17" y="137"/>
                  </a:cubicBezTo>
                  <a:cubicBezTo>
                    <a:pt x="17" y="153"/>
                    <a:pt x="9" y="170"/>
                    <a:pt x="1" y="186"/>
                  </a:cubicBezTo>
                  <a:cubicBezTo>
                    <a:pt x="1" y="203"/>
                    <a:pt x="9" y="228"/>
                    <a:pt x="34" y="228"/>
                  </a:cubicBezTo>
                  <a:cubicBezTo>
                    <a:pt x="37" y="229"/>
                    <a:pt x="40" y="230"/>
                    <a:pt x="43" y="230"/>
                  </a:cubicBezTo>
                  <a:cubicBezTo>
                    <a:pt x="56" y="230"/>
                    <a:pt x="69" y="217"/>
                    <a:pt x="75" y="203"/>
                  </a:cubicBezTo>
                  <a:cubicBezTo>
                    <a:pt x="84" y="186"/>
                    <a:pt x="92" y="170"/>
                    <a:pt x="92" y="162"/>
                  </a:cubicBezTo>
                  <a:cubicBezTo>
                    <a:pt x="100" y="145"/>
                    <a:pt x="100" y="128"/>
                    <a:pt x="109" y="120"/>
                  </a:cubicBezTo>
                  <a:cubicBezTo>
                    <a:pt x="117" y="87"/>
                    <a:pt x="125" y="62"/>
                    <a:pt x="133" y="29"/>
                  </a:cubicBezTo>
                  <a:cubicBezTo>
                    <a:pt x="133" y="13"/>
                    <a:pt x="123" y="0"/>
                    <a:pt x="1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5"/>
            <p:cNvSpPr/>
            <p:nvPr/>
          </p:nvSpPr>
          <p:spPr>
            <a:xfrm>
              <a:off x="654068" y="1387100"/>
              <a:ext cx="3700" cy="20825"/>
            </a:xfrm>
            <a:custGeom>
              <a:rect b="b" l="l" r="r" t="t"/>
              <a:pathLst>
                <a:path extrusionOk="0" h="833" w="148">
                  <a:moveTo>
                    <a:pt x="103" y="0"/>
                  </a:moveTo>
                  <a:cubicBezTo>
                    <a:pt x="91" y="0"/>
                    <a:pt x="78" y="9"/>
                    <a:pt x="73" y="22"/>
                  </a:cubicBezTo>
                  <a:cubicBezTo>
                    <a:pt x="40" y="147"/>
                    <a:pt x="40" y="287"/>
                    <a:pt x="40" y="420"/>
                  </a:cubicBezTo>
                  <a:cubicBezTo>
                    <a:pt x="32" y="486"/>
                    <a:pt x="32" y="553"/>
                    <a:pt x="40" y="619"/>
                  </a:cubicBezTo>
                  <a:cubicBezTo>
                    <a:pt x="48" y="685"/>
                    <a:pt x="40" y="743"/>
                    <a:pt x="7" y="809"/>
                  </a:cubicBezTo>
                  <a:cubicBezTo>
                    <a:pt x="1" y="821"/>
                    <a:pt x="16" y="833"/>
                    <a:pt x="28" y="833"/>
                  </a:cubicBezTo>
                  <a:cubicBezTo>
                    <a:pt x="33" y="833"/>
                    <a:pt x="38" y="831"/>
                    <a:pt x="40" y="826"/>
                  </a:cubicBezTo>
                  <a:cubicBezTo>
                    <a:pt x="48" y="818"/>
                    <a:pt x="48" y="809"/>
                    <a:pt x="48" y="809"/>
                  </a:cubicBezTo>
                  <a:lnTo>
                    <a:pt x="57" y="801"/>
                  </a:lnTo>
                  <a:lnTo>
                    <a:pt x="65" y="785"/>
                  </a:lnTo>
                  <a:cubicBezTo>
                    <a:pt x="73" y="776"/>
                    <a:pt x="81" y="776"/>
                    <a:pt x="81" y="768"/>
                  </a:cubicBezTo>
                  <a:cubicBezTo>
                    <a:pt x="81" y="760"/>
                    <a:pt x="73" y="751"/>
                    <a:pt x="65" y="751"/>
                  </a:cubicBezTo>
                  <a:cubicBezTo>
                    <a:pt x="81" y="718"/>
                    <a:pt x="90" y="693"/>
                    <a:pt x="98" y="660"/>
                  </a:cubicBezTo>
                  <a:cubicBezTo>
                    <a:pt x="115" y="594"/>
                    <a:pt x="123" y="528"/>
                    <a:pt x="123" y="453"/>
                  </a:cubicBezTo>
                  <a:cubicBezTo>
                    <a:pt x="131" y="312"/>
                    <a:pt x="148" y="163"/>
                    <a:pt x="123" y="22"/>
                  </a:cubicBezTo>
                  <a:cubicBezTo>
                    <a:pt x="123" y="7"/>
                    <a:pt x="114" y="0"/>
                    <a:pt x="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5"/>
            <p:cNvSpPr/>
            <p:nvPr/>
          </p:nvSpPr>
          <p:spPr>
            <a:xfrm>
              <a:off x="658793" y="1390250"/>
              <a:ext cx="2500" cy="7850"/>
            </a:xfrm>
            <a:custGeom>
              <a:rect b="b" l="l" r="r" t="t"/>
              <a:pathLst>
                <a:path extrusionOk="0" h="314" w="100">
                  <a:moveTo>
                    <a:pt x="74" y="1"/>
                  </a:moveTo>
                  <a:cubicBezTo>
                    <a:pt x="64" y="1"/>
                    <a:pt x="54" y="5"/>
                    <a:pt x="50" y="12"/>
                  </a:cubicBezTo>
                  <a:cubicBezTo>
                    <a:pt x="42" y="54"/>
                    <a:pt x="33" y="95"/>
                    <a:pt x="25" y="145"/>
                  </a:cubicBezTo>
                  <a:cubicBezTo>
                    <a:pt x="17" y="186"/>
                    <a:pt x="8" y="228"/>
                    <a:pt x="0" y="269"/>
                  </a:cubicBezTo>
                  <a:cubicBezTo>
                    <a:pt x="0" y="286"/>
                    <a:pt x="8" y="311"/>
                    <a:pt x="25" y="311"/>
                  </a:cubicBezTo>
                  <a:cubicBezTo>
                    <a:pt x="29" y="313"/>
                    <a:pt x="34" y="314"/>
                    <a:pt x="38" y="314"/>
                  </a:cubicBezTo>
                  <a:cubicBezTo>
                    <a:pt x="52" y="314"/>
                    <a:pt x="66" y="304"/>
                    <a:pt x="66" y="286"/>
                  </a:cubicBezTo>
                  <a:lnTo>
                    <a:pt x="75" y="286"/>
                  </a:lnTo>
                  <a:cubicBezTo>
                    <a:pt x="75" y="244"/>
                    <a:pt x="83" y="195"/>
                    <a:pt x="91" y="153"/>
                  </a:cubicBezTo>
                  <a:cubicBezTo>
                    <a:pt x="91" y="128"/>
                    <a:pt x="91" y="112"/>
                    <a:pt x="100" y="87"/>
                  </a:cubicBezTo>
                  <a:cubicBezTo>
                    <a:pt x="100" y="62"/>
                    <a:pt x="100" y="45"/>
                    <a:pt x="100" y="21"/>
                  </a:cubicBezTo>
                  <a:cubicBezTo>
                    <a:pt x="100" y="7"/>
                    <a:pt x="87" y="1"/>
                    <a:pt x="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5"/>
            <p:cNvSpPr/>
            <p:nvPr/>
          </p:nvSpPr>
          <p:spPr>
            <a:xfrm>
              <a:off x="601418" y="1399925"/>
              <a:ext cx="6550" cy="15675"/>
            </a:xfrm>
            <a:custGeom>
              <a:rect b="b" l="l" r="r" t="t"/>
              <a:pathLst>
                <a:path extrusionOk="0" h="627" w="262">
                  <a:moveTo>
                    <a:pt x="33" y="1"/>
                  </a:moveTo>
                  <a:cubicBezTo>
                    <a:pt x="24" y="1"/>
                    <a:pt x="13" y="5"/>
                    <a:pt x="8" y="15"/>
                  </a:cubicBezTo>
                  <a:cubicBezTo>
                    <a:pt x="0" y="64"/>
                    <a:pt x="25" y="114"/>
                    <a:pt x="41" y="156"/>
                  </a:cubicBezTo>
                  <a:cubicBezTo>
                    <a:pt x="50" y="205"/>
                    <a:pt x="75" y="255"/>
                    <a:pt x="91" y="305"/>
                  </a:cubicBezTo>
                  <a:cubicBezTo>
                    <a:pt x="124" y="404"/>
                    <a:pt x="157" y="504"/>
                    <a:pt x="182" y="603"/>
                  </a:cubicBezTo>
                  <a:cubicBezTo>
                    <a:pt x="189" y="620"/>
                    <a:pt x="204" y="627"/>
                    <a:pt x="219" y="627"/>
                  </a:cubicBezTo>
                  <a:cubicBezTo>
                    <a:pt x="240" y="627"/>
                    <a:pt x="262" y="611"/>
                    <a:pt x="257" y="586"/>
                  </a:cubicBezTo>
                  <a:cubicBezTo>
                    <a:pt x="232" y="487"/>
                    <a:pt x="207" y="388"/>
                    <a:pt x="174" y="288"/>
                  </a:cubicBezTo>
                  <a:cubicBezTo>
                    <a:pt x="157" y="238"/>
                    <a:pt x="141" y="189"/>
                    <a:pt x="124" y="139"/>
                  </a:cubicBezTo>
                  <a:cubicBezTo>
                    <a:pt x="108" y="98"/>
                    <a:pt x="91" y="40"/>
                    <a:pt x="50" y="6"/>
                  </a:cubicBezTo>
                  <a:cubicBezTo>
                    <a:pt x="46" y="3"/>
                    <a:pt x="40" y="1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5"/>
            <p:cNvSpPr/>
            <p:nvPr/>
          </p:nvSpPr>
          <p:spPr>
            <a:xfrm>
              <a:off x="607618" y="1399275"/>
              <a:ext cx="2850" cy="10600"/>
            </a:xfrm>
            <a:custGeom>
              <a:rect b="b" l="l" r="r" t="t"/>
              <a:pathLst>
                <a:path extrusionOk="0" h="424" w="114">
                  <a:moveTo>
                    <a:pt x="29" y="0"/>
                  </a:moveTo>
                  <a:cubicBezTo>
                    <a:pt x="19" y="0"/>
                    <a:pt x="9" y="7"/>
                    <a:pt x="9" y="16"/>
                  </a:cubicBezTo>
                  <a:cubicBezTo>
                    <a:pt x="9" y="32"/>
                    <a:pt x="1" y="57"/>
                    <a:pt x="1" y="74"/>
                  </a:cubicBezTo>
                  <a:cubicBezTo>
                    <a:pt x="1" y="82"/>
                    <a:pt x="9" y="99"/>
                    <a:pt x="9" y="115"/>
                  </a:cubicBezTo>
                  <a:cubicBezTo>
                    <a:pt x="9" y="148"/>
                    <a:pt x="9" y="182"/>
                    <a:pt x="17" y="215"/>
                  </a:cubicBezTo>
                  <a:cubicBezTo>
                    <a:pt x="25" y="281"/>
                    <a:pt x="34" y="339"/>
                    <a:pt x="50" y="405"/>
                  </a:cubicBezTo>
                  <a:cubicBezTo>
                    <a:pt x="53" y="418"/>
                    <a:pt x="64" y="423"/>
                    <a:pt x="75" y="423"/>
                  </a:cubicBezTo>
                  <a:cubicBezTo>
                    <a:pt x="93" y="423"/>
                    <a:pt x="113" y="409"/>
                    <a:pt x="108" y="389"/>
                  </a:cubicBezTo>
                  <a:cubicBezTo>
                    <a:pt x="100" y="322"/>
                    <a:pt x="83" y="264"/>
                    <a:pt x="75" y="198"/>
                  </a:cubicBezTo>
                  <a:cubicBezTo>
                    <a:pt x="75" y="173"/>
                    <a:pt x="67" y="140"/>
                    <a:pt x="67" y="107"/>
                  </a:cubicBezTo>
                  <a:cubicBezTo>
                    <a:pt x="67" y="90"/>
                    <a:pt x="67" y="74"/>
                    <a:pt x="59" y="66"/>
                  </a:cubicBezTo>
                  <a:cubicBezTo>
                    <a:pt x="59" y="49"/>
                    <a:pt x="50" y="32"/>
                    <a:pt x="50" y="16"/>
                  </a:cubicBezTo>
                  <a:cubicBezTo>
                    <a:pt x="47" y="5"/>
                    <a:pt x="38" y="0"/>
                    <a:pt x="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5"/>
            <p:cNvSpPr/>
            <p:nvPr/>
          </p:nvSpPr>
          <p:spPr>
            <a:xfrm>
              <a:off x="632693" y="1393675"/>
              <a:ext cx="1875" cy="12375"/>
            </a:xfrm>
            <a:custGeom>
              <a:rect b="b" l="l" r="r" t="t"/>
              <a:pathLst>
                <a:path extrusionOk="0" h="495" w="75">
                  <a:moveTo>
                    <a:pt x="51" y="0"/>
                  </a:moveTo>
                  <a:cubicBezTo>
                    <a:pt x="42" y="0"/>
                    <a:pt x="33" y="5"/>
                    <a:pt x="33" y="16"/>
                  </a:cubicBezTo>
                  <a:cubicBezTo>
                    <a:pt x="25" y="49"/>
                    <a:pt x="17" y="91"/>
                    <a:pt x="17" y="124"/>
                  </a:cubicBezTo>
                  <a:cubicBezTo>
                    <a:pt x="8" y="140"/>
                    <a:pt x="8" y="165"/>
                    <a:pt x="0" y="182"/>
                  </a:cubicBezTo>
                  <a:cubicBezTo>
                    <a:pt x="0" y="198"/>
                    <a:pt x="0" y="215"/>
                    <a:pt x="0" y="240"/>
                  </a:cubicBezTo>
                  <a:cubicBezTo>
                    <a:pt x="0" y="314"/>
                    <a:pt x="0" y="389"/>
                    <a:pt x="8" y="464"/>
                  </a:cubicBezTo>
                  <a:cubicBezTo>
                    <a:pt x="8" y="484"/>
                    <a:pt x="25" y="495"/>
                    <a:pt x="42" y="495"/>
                  </a:cubicBezTo>
                  <a:cubicBezTo>
                    <a:pt x="58" y="495"/>
                    <a:pt x="75" y="484"/>
                    <a:pt x="75" y="464"/>
                  </a:cubicBezTo>
                  <a:cubicBezTo>
                    <a:pt x="66" y="389"/>
                    <a:pt x="66" y="314"/>
                    <a:pt x="75" y="240"/>
                  </a:cubicBezTo>
                  <a:cubicBezTo>
                    <a:pt x="75" y="223"/>
                    <a:pt x="75" y="207"/>
                    <a:pt x="75" y="182"/>
                  </a:cubicBezTo>
                  <a:cubicBezTo>
                    <a:pt x="75" y="165"/>
                    <a:pt x="66" y="149"/>
                    <a:pt x="66" y="132"/>
                  </a:cubicBezTo>
                  <a:cubicBezTo>
                    <a:pt x="66" y="91"/>
                    <a:pt x="75" y="58"/>
                    <a:pt x="75" y="16"/>
                  </a:cubicBezTo>
                  <a:cubicBezTo>
                    <a:pt x="75" y="7"/>
                    <a:pt x="62" y="0"/>
                    <a:pt x="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5"/>
            <p:cNvSpPr/>
            <p:nvPr/>
          </p:nvSpPr>
          <p:spPr>
            <a:xfrm>
              <a:off x="636193" y="1393625"/>
              <a:ext cx="2325" cy="12025"/>
            </a:xfrm>
            <a:custGeom>
              <a:rect b="b" l="l" r="r" t="t"/>
              <a:pathLst>
                <a:path extrusionOk="0" h="481" w="93">
                  <a:moveTo>
                    <a:pt x="68" y="0"/>
                  </a:moveTo>
                  <a:cubicBezTo>
                    <a:pt x="57" y="0"/>
                    <a:pt x="46" y="7"/>
                    <a:pt x="42" y="18"/>
                  </a:cubicBezTo>
                  <a:cubicBezTo>
                    <a:pt x="1" y="151"/>
                    <a:pt x="1" y="308"/>
                    <a:pt x="1" y="449"/>
                  </a:cubicBezTo>
                  <a:cubicBezTo>
                    <a:pt x="1" y="470"/>
                    <a:pt x="18" y="480"/>
                    <a:pt x="34" y="480"/>
                  </a:cubicBezTo>
                  <a:cubicBezTo>
                    <a:pt x="51" y="480"/>
                    <a:pt x="67" y="470"/>
                    <a:pt x="67" y="449"/>
                  </a:cubicBezTo>
                  <a:cubicBezTo>
                    <a:pt x="67" y="383"/>
                    <a:pt x="67" y="308"/>
                    <a:pt x="76" y="234"/>
                  </a:cubicBezTo>
                  <a:cubicBezTo>
                    <a:pt x="84" y="167"/>
                    <a:pt x="92" y="93"/>
                    <a:pt x="92" y="26"/>
                  </a:cubicBezTo>
                  <a:cubicBezTo>
                    <a:pt x="92" y="9"/>
                    <a:pt x="80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5"/>
            <p:cNvSpPr/>
            <p:nvPr/>
          </p:nvSpPr>
          <p:spPr>
            <a:xfrm>
              <a:off x="640768" y="1390575"/>
              <a:ext cx="1875" cy="8900"/>
            </a:xfrm>
            <a:custGeom>
              <a:rect b="b" l="l" r="r" t="t"/>
              <a:pathLst>
                <a:path extrusionOk="0" h="356" w="75">
                  <a:moveTo>
                    <a:pt x="26" y="1"/>
                  </a:moveTo>
                  <a:cubicBezTo>
                    <a:pt x="14" y="1"/>
                    <a:pt x="0" y="10"/>
                    <a:pt x="0" y="24"/>
                  </a:cubicBezTo>
                  <a:cubicBezTo>
                    <a:pt x="0" y="74"/>
                    <a:pt x="0" y="124"/>
                    <a:pt x="0" y="173"/>
                  </a:cubicBezTo>
                  <a:cubicBezTo>
                    <a:pt x="0" y="223"/>
                    <a:pt x="0" y="264"/>
                    <a:pt x="0" y="314"/>
                  </a:cubicBezTo>
                  <a:cubicBezTo>
                    <a:pt x="9" y="339"/>
                    <a:pt x="17" y="356"/>
                    <a:pt x="42" y="356"/>
                  </a:cubicBezTo>
                  <a:lnTo>
                    <a:pt x="42" y="347"/>
                  </a:lnTo>
                  <a:cubicBezTo>
                    <a:pt x="58" y="347"/>
                    <a:pt x="75" y="339"/>
                    <a:pt x="75" y="314"/>
                  </a:cubicBezTo>
                  <a:cubicBezTo>
                    <a:pt x="75" y="264"/>
                    <a:pt x="67" y="215"/>
                    <a:pt x="58" y="165"/>
                  </a:cubicBezTo>
                  <a:cubicBezTo>
                    <a:pt x="58" y="115"/>
                    <a:pt x="58" y="66"/>
                    <a:pt x="42" y="16"/>
                  </a:cubicBezTo>
                  <a:cubicBezTo>
                    <a:pt x="42" y="5"/>
                    <a:pt x="34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5"/>
            <p:cNvSpPr/>
            <p:nvPr/>
          </p:nvSpPr>
          <p:spPr>
            <a:xfrm>
              <a:off x="732318" y="1340800"/>
              <a:ext cx="17150" cy="12600"/>
            </a:xfrm>
            <a:custGeom>
              <a:rect b="b" l="l" r="r" t="t"/>
              <a:pathLst>
                <a:path extrusionOk="0" h="504" w="686">
                  <a:moveTo>
                    <a:pt x="639" y="1"/>
                  </a:moveTo>
                  <a:cubicBezTo>
                    <a:pt x="636" y="1"/>
                    <a:pt x="633" y="1"/>
                    <a:pt x="630" y="2"/>
                  </a:cubicBezTo>
                  <a:cubicBezTo>
                    <a:pt x="514" y="35"/>
                    <a:pt x="415" y="93"/>
                    <a:pt x="315" y="159"/>
                  </a:cubicBezTo>
                  <a:cubicBezTo>
                    <a:pt x="216" y="225"/>
                    <a:pt x="116" y="300"/>
                    <a:pt x="25" y="375"/>
                  </a:cubicBezTo>
                  <a:cubicBezTo>
                    <a:pt x="0" y="391"/>
                    <a:pt x="17" y="424"/>
                    <a:pt x="34" y="441"/>
                  </a:cubicBezTo>
                  <a:cubicBezTo>
                    <a:pt x="25" y="457"/>
                    <a:pt x="34" y="474"/>
                    <a:pt x="42" y="491"/>
                  </a:cubicBezTo>
                  <a:cubicBezTo>
                    <a:pt x="50" y="499"/>
                    <a:pt x="63" y="503"/>
                    <a:pt x="75" y="503"/>
                  </a:cubicBezTo>
                  <a:cubicBezTo>
                    <a:pt x="87" y="503"/>
                    <a:pt x="100" y="499"/>
                    <a:pt x="108" y="491"/>
                  </a:cubicBezTo>
                  <a:cubicBezTo>
                    <a:pt x="133" y="466"/>
                    <a:pt x="158" y="449"/>
                    <a:pt x="174" y="433"/>
                  </a:cubicBezTo>
                  <a:cubicBezTo>
                    <a:pt x="187" y="445"/>
                    <a:pt x="203" y="452"/>
                    <a:pt x="218" y="452"/>
                  </a:cubicBezTo>
                  <a:cubicBezTo>
                    <a:pt x="223" y="452"/>
                    <a:pt x="228" y="451"/>
                    <a:pt x="232" y="449"/>
                  </a:cubicBezTo>
                  <a:cubicBezTo>
                    <a:pt x="299" y="399"/>
                    <a:pt x="365" y="358"/>
                    <a:pt x="431" y="325"/>
                  </a:cubicBezTo>
                  <a:cubicBezTo>
                    <a:pt x="498" y="283"/>
                    <a:pt x="564" y="250"/>
                    <a:pt x="630" y="201"/>
                  </a:cubicBezTo>
                  <a:cubicBezTo>
                    <a:pt x="638" y="192"/>
                    <a:pt x="638" y="176"/>
                    <a:pt x="630" y="167"/>
                  </a:cubicBezTo>
                  <a:cubicBezTo>
                    <a:pt x="622" y="151"/>
                    <a:pt x="614" y="151"/>
                    <a:pt x="597" y="151"/>
                  </a:cubicBezTo>
                  <a:cubicBezTo>
                    <a:pt x="522" y="167"/>
                    <a:pt x="448" y="201"/>
                    <a:pt x="382" y="242"/>
                  </a:cubicBezTo>
                  <a:lnTo>
                    <a:pt x="373" y="242"/>
                  </a:lnTo>
                  <a:cubicBezTo>
                    <a:pt x="473" y="176"/>
                    <a:pt x="572" y="126"/>
                    <a:pt x="663" y="51"/>
                  </a:cubicBezTo>
                  <a:cubicBezTo>
                    <a:pt x="686" y="36"/>
                    <a:pt x="667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5"/>
            <p:cNvSpPr/>
            <p:nvPr/>
          </p:nvSpPr>
          <p:spPr>
            <a:xfrm>
              <a:off x="737443" y="1346600"/>
              <a:ext cx="15150" cy="8275"/>
            </a:xfrm>
            <a:custGeom>
              <a:rect b="b" l="l" r="r" t="t"/>
              <a:pathLst>
                <a:path extrusionOk="0" h="331" w="606">
                  <a:moveTo>
                    <a:pt x="551" y="1"/>
                  </a:moveTo>
                  <a:cubicBezTo>
                    <a:pt x="548" y="1"/>
                    <a:pt x="544" y="1"/>
                    <a:pt x="541" y="2"/>
                  </a:cubicBezTo>
                  <a:lnTo>
                    <a:pt x="549" y="2"/>
                  </a:lnTo>
                  <a:cubicBezTo>
                    <a:pt x="450" y="18"/>
                    <a:pt x="367" y="68"/>
                    <a:pt x="284" y="109"/>
                  </a:cubicBezTo>
                  <a:cubicBezTo>
                    <a:pt x="201" y="159"/>
                    <a:pt x="119" y="209"/>
                    <a:pt x="36" y="259"/>
                  </a:cubicBezTo>
                  <a:cubicBezTo>
                    <a:pt x="1" y="280"/>
                    <a:pt x="25" y="330"/>
                    <a:pt x="58" y="330"/>
                  </a:cubicBezTo>
                  <a:cubicBezTo>
                    <a:pt x="64" y="330"/>
                    <a:pt x="71" y="329"/>
                    <a:pt x="77" y="325"/>
                  </a:cubicBezTo>
                  <a:cubicBezTo>
                    <a:pt x="160" y="283"/>
                    <a:pt x="243" y="242"/>
                    <a:pt x="326" y="201"/>
                  </a:cubicBezTo>
                  <a:cubicBezTo>
                    <a:pt x="409" y="167"/>
                    <a:pt x="500" y="126"/>
                    <a:pt x="574" y="76"/>
                  </a:cubicBezTo>
                  <a:cubicBezTo>
                    <a:pt x="605" y="53"/>
                    <a:pt x="593" y="1"/>
                    <a:pt x="5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5"/>
            <p:cNvSpPr/>
            <p:nvPr/>
          </p:nvSpPr>
          <p:spPr>
            <a:xfrm>
              <a:off x="738243" y="1351400"/>
              <a:ext cx="18325" cy="7100"/>
            </a:xfrm>
            <a:custGeom>
              <a:rect b="b" l="l" r="r" t="t"/>
              <a:pathLst>
                <a:path extrusionOk="0" h="284" w="733">
                  <a:moveTo>
                    <a:pt x="683" y="0"/>
                  </a:moveTo>
                  <a:cubicBezTo>
                    <a:pt x="642" y="9"/>
                    <a:pt x="600" y="25"/>
                    <a:pt x="559" y="42"/>
                  </a:cubicBezTo>
                  <a:cubicBezTo>
                    <a:pt x="509" y="58"/>
                    <a:pt x="468" y="75"/>
                    <a:pt x="426" y="91"/>
                  </a:cubicBezTo>
                  <a:lnTo>
                    <a:pt x="360" y="116"/>
                  </a:lnTo>
                  <a:cubicBezTo>
                    <a:pt x="343" y="116"/>
                    <a:pt x="327" y="125"/>
                    <a:pt x="310" y="125"/>
                  </a:cubicBezTo>
                  <a:cubicBezTo>
                    <a:pt x="285" y="125"/>
                    <a:pt x="252" y="133"/>
                    <a:pt x="219" y="133"/>
                  </a:cubicBezTo>
                  <a:cubicBezTo>
                    <a:pt x="161" y="149"/>
                    <a:pt x="103" y="166"/>
                    <a:pt x="53" y="183"/>
                  </a:cubicBezTo>
                  <a:cubicBezTo>
                    <a:pt x="1" y="198"/>
                    <a:pt x="17" y="268"/>
                    <a:pt x="57" y="268"/>
                  </a:cubicBezTo>
                  <a:cubicBezTo>
                    <a:pt x="61" y="268"/>
                    <a:pt x="66" y="267"/>
                    <a:pt x="70" y="265"/>
                  </a:cubicBezTo>
                  <a:cubicBezTo>
                    <a:pt x="103" y="257"/>
                    <a:pt x="128" y="249"/>
                    <a:pt x="153" y="241"/>
                  </a:cubicBezTo>
                  <a:cubicBezTo>
                    <a:pt x="160" y="262"/>
                    <a:pt x="173" y="284"/>
                    <a:pt x="198" y="284"/>
                  </a:cubicBezTo>
                  <a:cubicBezTo>
                    <a:pt x="202" y="284"/>
                    <a:pt x="206" y="283"/>
                    <a:pt x="211" y="282"/>
                  </a:cubicBezTo>
                  <a:cubicBezTo>
                    <a:pt x="294" y="249"/>
                    <a:pt x="377" y="216"/>
                    <a:pt x="459" y="174"/>
                  </a:cubicBezTo>
                  <a:cubicBezTo>
                    <a:pt x="509" y="158"/>
                    <a:pt x="551" y="141"/>
                    <a:pt x="592" y="125"/>
                  </a:cubicBezTo>
                  <a:cubicBezTo>
                    <a:pt x="633" y="100"/>
                    <a:pt x="675" y="83"/>
                    <a:pt x="708" y="58"/>
                  </a:cubicBezTo>
                  <a:cubicBezTo>
                    <a:pt x="733" y="33"/>
                    <a:pt x="716" y="0"/>
                    <a:pt x="6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5"/>
            <p:cNvSpPr/>
            <p:nvPr/>
          </p:nvSpPr>
          <p:spPr>
            <a:xfrm>
              <a:off x="754168" y="1365275"/>
              <a:ext cx="16900" cy="7125"/>
            </a:xfrm>
            <a:custGeom>
              <a:rect b="b" l="l" r="r" t="t"/>
              <a:pathLst>
                <a:path extrusionOk="0" h="285" w="676">
                  <a:moveTo>
                    <a:pt x="634" y="0"/>
                  </a:moveTo>
                  <a:cubicBezTo>
                    <a:pt x="535" y="17"/>
                    <a:pt x="436" y="58"/>
                    <a:pt x="336" y="92"/>
                  </a:cubicBezTo>
                  <a:cubicBezTo>
                    <a:pt x="245" y="125"/>
                    <a:pt x="146" y="158"/>
                    <a:pt x="46" y="199"/>
                  </a:cubicBezTo>
                  <a:cubicBezTo>
                    <a:pt x="1" y="214"/>
                    <a:pt x="17" y="284"/>
                    <a:pt x="58" y="284"/>
                  </a:cubicBezTo>
                  <a:cubicBezTo>
                    <a:pt x="62" y="284"/>
                    <a:pt x="67" y="284"/>
                    <a:pt x="71" y="282"/>
                  </a:cubicBezTo>
                  <a:lnTo>
                    <a:pt x="369" y="174"/>
                  </a:lnTo>
                  <a:cubicBezTo>
                    <a:pt x="460" y="133"/>
                    <a:pt x="560" y="100"/>
                    <a:pt x="651" y="50"/>
                  </a:cubicBezTo>
                  <a:cubicBezTo>
                    <a:pt x="676" y="34"/>
                    <a:pt x="659" y="0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5"/>
            <p:cNvSpPr/>
            <p:nvPr/>
          </p:nvSpPr>
          <p:spPr>
            <a:xfrm>
              <a:off x="778468" y="1338650"/>
              <a:ext cx="7725" cy="10675"/>
            </a:xfrm>
            <a:custGeom>
              <a:rect b="b" l="l" r="r" t="t"/>
              <a:pathLst>
                <a:path extrusionOk="0" h="427" w="309">
                  <a:moveTo>
                    <a:pt x="278" y="1"/>
                  </a:moveTo>
                  <a:cubicBezTo>
                    <a:pt x="272" y="1"/>
                    <a:pt x="265" y="4"/>
                    <a:pt x="259" y="13"/>
                  </a:cubicBezTo>
                  <a:cubicBezTo>
                    <a:pt x="234" y="38"/>
                    <a:pt x="226" y="71"/>
                    <a:pt x="209" y="104"/>
                  </a:cubicBezTo>
                  <a:cubicBezTo>
                    <a:pt x="193" y="137"/>
                    <a:pt x="168" y="171"/>
                    <a:pt x="151" y="195"/>
                  </a:cubicBezTo>
                  <a:cubicBezTo>
                    <a:pt x="118" y="262"/>
                    <a:pt x="77" y="320"/>
                    <a:pt x="27" y="369"/>
                  </a:cubicBezTo>
                  <a:cubicBezTo>
                    <a:pt x="1" y="396"/>
                    <a:pt x="26" y="427"/>
                    <a:pt x="54" y="427"/>
                  </a:cubicBezTo>
                  <a:cubicBezTo>
                    <a:pt x="62" y="427"/>
                    <a:pt x="70" y="424"/>
                    <a:pt x="77" y="419"/>
                  </a:cubicBezTo>
                  <a:lnTo>
                    <a:pt x="68" y="419"/>
                  </a:lnTo>
                  <a:cubicBezTo>
                    <a:pt x="126" y="369"/>
                    <a:pt x="184" y="311"/>
                    <a:pt x="226" y="245"/>
                  </a:cubicBezTo>
                  <a:cubicBezTo>
                    <a:pt x="251" y="212"/>
                    <a:pt x="267" y="179"/>
                    <a:pt x="284" y="146"/>
                  </a:cubicBezTo>
                  <a:cubicBezTo>
                    <a:pt x="284" y="129"/>
                    <a:pt x="292" y="104"/>
                    <a:pt x="300" y="88"/>
                  </a:cubicBezTo>
                  <a:cubicBezTo>
                    <a:pt x="300" y="71"/>
                    <a:pt x="309" y="46"/>
                    <a:pt x="309" y="30"/>
                  </a:cubicBezTo>
                  <a:cubicBezTo>
                    <a:pt x="303" y="14"/>
                    <a:pt x="291" y="1"/>
                    <a:pt x="2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5"/>
            <p:cNvSpPr/>
            <p:nvPr/>
          </p:nvSpPr>
          <p:spPr>
            <a:xfrm>
              <a:off x="772493" y="1334400"/>
              <a:ext cx="7075" cy="8900"/>
            </a:xfrm>
            <a:custGeom>
              <a:rect b="b" l="l" r="r" t="t"/>
              <a:pathLst>
                <a:path extrusionOk="0" h="356" w="283">
                  <a:moveTo>
                    <a:pt x="258" y="1"/>
                  </a:moveTo>
                  <a:cubicBezTo>
                    <a:pt x="249" y="1"/>
                    <a:pt x="233" y="1"/>
                    <a:pt x="225" y="17"/>
                  </a:cubicBezTo>
                  <a:cubicBezTo>
                    <a:pt x="191" y="59"/>
                    <a:pt x="158" y="117"/>
                    <a:pt x="125" y="158"/>
                  </a:cubicBezTo>
                  <a:cubicBezTo>
                    <a:pt x="92" y="208"/>
                    <a:pt x="59" y="249"/>
                    <a:pt x="17" y="299"/>
                  </a:cubicBezTo>
                  <a:cubicBezTo>
                    <a:pt x="9" y="307"/>
                    <a:pt x="1" y="332"/>
                    <a:pt x="17" y="349"/>
                  </a:cubicBezTo>
                  <a:cubicBezTo>
                    <a:pt x="26" y="353"/>
                    <a:pt x="36" y="355"/>
                    <a:pt x="45" y="355"/>
                  </a:cubicBezTo>
                  <a:cubicBezTo>
                    <a:pt x="55" y="355"/>
                    <a:pt x="63" y="353"/>
                    <a:pt x="67" y="349"/>
                  </a:cubicBezTo>
                  <a:cubicBezTo>
                    <a:pt x="150" y="258"/>
                    <a:pt x="233" y="150"/>
                    <a:pt x="274" y="34"/>
                  </a:cubicBezTo>
                  <a:cubicBezTo>
                    <a:pt x="283" y="26"/>
                    <a:pt x="274" y="9"/>
                    <a:pt x="2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5"/>
            <p:cNvSpPr/>
            <p:nvPr/>
          </p:nvSpPr>
          <p:spPr>
            <a:xfrm>
              <a:off x="498043" y="1331925"/>
              <a:ext cx="3050" cy="6750"/>
            </a:xfrm>
            <a:custGeom>
              <a:rect b="b" l="l" r="r" t="t"/>
              <a:pathLst>
                <a:path extrusionOk="0" h="270" w="122">
                  <a:moveTo>
                    <a:pt x="25" y="0"/>
                  </a:moveTo>
                  <a:cubicBezTo>
                    <a:pt x="9" y="0"/>
                    <a:pt x="1" y="17"/>
                    <a:pt x="1" y="34"/>
                  </a:cubicBezTo>
                  <a:cubicBezTo>
                    <a:pt x="17" y="116"/>
                    <a:pt x="34" y="191"/>
                    <a:pt x="83" y="257"/>
                  </a:cubicBezTo>
                  <a:cubicBezTo>
                    <a:pt x="86" y="266"/>
                    <a:pt x="92" y="270"/>
                    <a:pt x="98" y="270"/>
                  </a:cubicBezTo>
                  <a:cubicBezTo>
                    <a:pt x="110" y="270"/>
                    <a:pt x="122" y="257"/>
                    <a:pt x="117" y="241"/>
                  </a:cubicBezTo>
                  <a:cubicBezTo>
                    <a:pt x="92" y="174"/>
                    <a:pt x="67" y="100"/>
                    <a:pt x="59" y="17"/>
                  </a:cubicBezTo>
                  <a:cubicBezTo>
                    <a:pt x="50" y="9"/>
                    <a:pt x="34" y="0"/>
                    <a:pt x="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5"/>
            <p:cNvSpPr/>
            <p:nvPr/>
          </p:nvSpPr>
          <p:spPr>
            <a:xfrm>
              <a:off x="500118" y="1324950"/>
              <a:ext cx="4300" cy="7225"/>
            </a:xfrm>
            <a:custGeom>
              <a:rect b="b" l="l" r="r" t="t"/>
              <a:pathLst>
                <a:path extrusionOk="0" h="289" w="172">
                  <a:moveTo>
                    <a:pt x="37" y="1"/>
                  </a:moveTo>
                  <a:cubicBezTo>
                    <a:pt x="31" y="1"/>
                    <a:pt x="24" y="3"/>
                    <a:pt x="17" y="6"/>
                  </a:cubicBezTo>
                  <a:cubicBezTo>
                    <a:pt x="0" y="14"/>
                    <a:pt x="0" y="31"/>
                    <a:pt x="9" y="47"/>
                  </a:cubicBezTo>
                  <a:cubicBezTo>
                    <a:pt x="25" y="89"/>
                    <a:pt x="50" y="122"/>
                    <a:pt x="67" y="163"/>
                  </a:cubicBezTo>
                  <a:cubicBezTo>
                    <a:pt x="75" y="188"/>
                    <a:pt x="83" y="205"/>
                    <a:pt x="100" y="221"/>
                  </a:cubicBezTo>
                  <a:cubicBezTo>
                    <a:pt x="108" y="246"/>
                    <a:pt x="125" y="263"/>
                    <a:pt x="133" y="279"/>
                  </a:cubicBezTo>
                  <a:cubicBezTo>
                    <a:pt x="139" y="285"/>
                    <a:pt x="146" y="288"/>
                    <a:pt x="152" y="288"/>
                  </a:cubicBezTo>
                  <a:cubicBezTo>
                    <a:pt x="163" y="288"/>
                    <a:pt x="171" y="279"/>
                    <a:pt x="166" y="263"/>
                  </a:cubicBezTo>
                  <a:cubicBezTo>
                    <a:pt x="166" y="246"/>
                    <a:pt x="158" y="221"/>
                    <a:pt x="150" y="205"/>
                  </a:cubicBezTo>
                  <a:cubicBezTo>
                    <a:pt x="141" y="180"/>
                    <a:pt x="125" y="163"/>
                    <a:pt x="116" y="139"/>
                  </a:cubicBezTo>
                  <a:cubicBezTo>
                    <a:pt x="100" y="97"/>
                    <a:pt x="75" y="56"/>
                    <a:pt x="58" y="14"/>
                  </a:cubicBezTo>
                  <a:cubicBezTo>
                    <a:pt x="54" y="5"/>
                    <a:pt x="46" y="1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5"/>
            <p:cNvSpPr/>
            <p:nvPr/>
          </p:nvSpPr>
          <p:spPr>
            <a:xfrm>
              <a:off x="792625" y="1530775"/>
              <a:ext cx="3125" cy="10100"/>
            </a:xfrm>
            <a:custGeom>
              <a:rect b="b" l="l" r="r" t="t"/>
              <a:pathLst>
                <a:path extrusionOk="0" h="404" w="125">
                  <a:moveTo>
                    <a:pt x="42" y="1"/>
                  </a:moveTo>
                  <a:cubicBezTo>
                    <a:pt x="33" y="1"/>
                    <a:pt x="17" y="9"/>
                    <a:pt x="17" y="25"/>
                  </a:cubicBezTo>
                  <a:cubicBezTo>
                    <a:pt x="17" y="34"/>
                    <a:pt x="9" y="34"/>
                    <a:pt x="9" y="42"/>
                  </a:cubicBezTo>
                  <a:cubicBezTo>
                    <a:pt x="0" y="50"/>
                    <a:pt x="0" y="59"/>
                    <a:pt x="0" y="67"/>
                  </a:cubicBezTo>
                  <a:lnTo>
                    <a:pt x="0" y="108"/>
                  </a:lnTo>
                  <a:cubicBezTo>
                    <a:pt x="0" y="141"/>
                    <a:pt x="0" y="166"/>
                    <a:pt x="9" y="191"/>
                  </a:cubicBezTo>
                  <a:cubicBezTo>
                    <a:pt x="9" y="257"/>
                    <a:pt x="17" y="307"/>
                    <a:pt x="33" y="373"/>
                  </a:cubicBezTo>
                  <a:cubicBezTo>
                    <a:pt x="37" y="394"/>
                    <a:pt x="52" y="403"/>
                    <a:pt x="68" y="403"/>
                  </a:cubicBezTo>
                  <a:cubicBezTo>
                    <a:pt x="91" y="403"/>
                    <a:pt x="116" y="386"/>
                    <a:pt x="116" y="357"/>
                  </a:cubicBezTo>
                  <a:cubicBezTo>
                    <a:pt x="125" y="299"/>
                    <a:pt x="116" y="249"/>
                    <a:pt x="116" y="191"/>
                  </a:cubicBezTo>
                  <a:cubicBezTo>
                    <a:pt x="108" y="166"/>
                    <a:pt x="108" y="133"/>
                    <a:pt x="100" y="100"/>
                  </a:cubicBezTo>
                  <a:cubicBezTo>
                    <a:pt x="100" y="92"/>
                    <a:pt x="100" y="75"/>
                    <a:pt x="91" y="67"/>
                  </a:cubicBezTo>
                  <a:cubicBezTo>
                    <a:pt x="91" y="59"/>
                    <a:pt x="91" y="50"/>
                    <a:pt x="83" y="42"/>
                  </a:cubicBezTo>
                  <a:cubicBezTo>
                    <a:pt x="83" y="34"/>
                    <a:pt x="75" y="34"/>
                    <a:pt x="75" y="25"/>
                  </a:cubicBezTo>
                  <a:cubicBezTo>
                    <a:pt x="67" y="9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5"/>
            <p:cNvSpPr/>
            <p:nvPr/>
          </p:nvSpPr>
          <p:spPr>
            <a:xfrm>
              <a:off x="757625" y="1586450"/>
              <a:ext cx="5825" cy="11875"/>
            </a:xfrm>
            <a:custGeom>
              <a:rect b="b" l="l" r="r" t="t"/>
              <a:pathLst>
                <a:path extrusionOk="0" h="475" w="233">
                  <a:moveTo>
                    <a:pt x="200" y="1"/>
                  </a:moveTo>
                  <a:cubicBezTo>
                    <a:pt x="197" y="1"/>
                    <a:pt x="194" y="1"/>
                    <a:pt x="191" y="2"/>
                  </a:cubicBezTo>
                  <a:cubicBezTo>
                    <a:pt x="157" y="2"/>
                    <a:pt x="141" y="19"/>
                    <a:pt x="141" y="52"/>
                  </a:cubicBezTo>
                  <a:cubicBezTo>
                    <a:pt x="133" y="102"/>
                    <a:pt x="124" y="151"/>
                    <a:pt x="116" y="209"/>
                  </a:cubicBezTo>
                  <a:cubicBezTo>
                    <a:pt x="116" y="226"/>
                    <a:pt x="108" y="251"/>
                    <a:pt x="99" y="267"/>
                  </a:cubicBezTo>
                  <a:cubicBezTo>
                    <a:pt x="99" y="259"/>
                    <a:pt x="99" y="251"/>
                    <a:pt x="99" y="234"/>
                  </a:cubicBezTo>
                  <a:cubicBezTo>
                    <a:pt x="99" y="209"/>
                    <a:pt x="75" y="185"/>
                    <a:pt x="50" y="185"/>
                  </a:cubicBezTo>
                  <a:cubicBezTo>
                    <a:pt x="25" y="193"/>
                    <a:pt x="0" y="209"/>
                    <a:pt x="0" y="234"/>
                  </a:cubicBezTo>
                  <a:cubicBezTo>
                    <a:pt x="8" y="276"/>
                    <a:pt x="8" y="317"/>
                    <a:pt x="17" y="350"/>
                  </a:cubicBezTo>
                  <a:cubicBezTo>
                    <a:pt x="17" y="367"/>
                    <a:pt x="17" y="383"/>
                    <a:pt x="25" y="400"/>
                  </a:cubicBezTo>
                  <a:cubicBezTo>
                    <a:pt x="25" y="408"/>
                    <a:pt x="25" y="417"/>
                    <a:pt x="25" y="425"/>
                  </a:cubicBezTo>
                  <a:cubicBezTo>
                    <a:pt x="25" y="441"/>
                    <a:pt x="33" y="450"/>
                    <a:pt x="41" y="458"/>
                  </a:cubicBezTo>
                  <a:cubicBezTo>
                    <a:pt x="41" y="475"/>
                    <a:pt x="58" y="475"/>
                    <a:pt x="75" y="475"/>
                  </a:cubicBezTo>
                  <a:cubicBezTo>
                    <a:pt x="91" y="475"/>
                    <a:pt x="99" y="466"/>
                    <a:pt x="99" y="450"/>
                  </a:cubicBezTo>
                  <a:cubicBezTo>
                    <a:pt x="108" y="441"/>
                    <a:pt x="108" y="433"/>
                    <a:pt x="108" y="417"/>
                  </a:cubicBezTo>
                  <a:lnTo>
                    <a:pt x="108" y="400"/>
                  </a:lnTo>
                  <a:cubicBezTo>
                    <a:pt x="116" y="404"/>
                    <a:pt x="122" y="406"/>
                    <a:pt x="127" y="406"/>
                  </a:cubicBezTo>
                  <a:cubicBezTo>
                    <a:pt x="133" y="406"/>
                    <a:pt x="137" y="404"/>
                    <a:pt x="141" y="400"/>
                  </a:cubicBezTo>
                  <a:cubicBezTo>
                    <a:pt x="182" y="350"/>
                    <a:pt x="207" y="292"/>
                    <a:pt x="215" y="234"/>
                  </a:cubicBezTo>
                  <a:cubicBezTo>
                    <a:pt x="232" y="168"/>
                    <a:pt x="232" y="110"/>
                    <a:pt x="232" y="52"/>
                  </a:cubicBezTo>
                  <a:cubicBezTo>
                    <a:pt x="232" y="23"/>
                    <a:pt x="220" y="1"/>
                    <a:pt x="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5"/>
            <p:cNvSpPr/>
            <p:nvPr/>
          </p:nvSpPr>
          <p:spPr>
            <a:xfrm>
              <a:off x="490418" y="1500525"/>
              <a:ext cx="19875" cy="10650"/>
            </a:xfrm>
            <a:custGeom>
              <a:rect b="b" l="l" r="r" t="t"/>
              <a:pathLst>
                <a:path extrusionOk="0" h="426" w="795">
                  <a:moveTo>
                    <a:pt x="761" y="1"/>
                  </a:moveTo>
                  <a:cubicBezTo>
                    <a:pt x="612" y="1"/>
                    <a:pt x="463" y="34"/>
                    <a:pt x="330" y="109"/>
                  </a:cubicBezTo>
                  <a:cubicBezTo>
                    <a:pt x="264" y="142"/>
                    <a:pt x="198" y="183"/>
                    <a:pt x="140" y="225"/>
                  </a:cubicBezTo>
                  <a:cubicBezTo>
                    <a:pt x="90" y="274"/>
                    <a:pt x="32" y="332"/>
                    <a:pt x="7" y="399"/>
                  </a:cubicBezTo>
                  <a:cubicBezTo>
                    <a:pt x="1" y="412"/>
                    <a:pt x="16" y="426"/>
                    <a:pt x="31" y="426"/>
                  </a:cubicBezTo>
                  <a:cubicBezTo>
                    <a:pt x="34" y="426"/>
                    <a:pt x="37" y="425"/>
                    <a:pt x="40" y="423"/>
                  </a:cubicBezTo>
                  <a:cubicBezTo>
                    <a:pt x="98" y="390"/>
                    <a:pt x="140" y="332"/>
                    <a:pt x="190" y="291"/>
                  </a:cubicBezTo>
                  <a:cubicBezTo>
                    <a:pt x="248" y="249"/>
                    <a:pt x="306" y="208"/>
                    <a:pt x="364" y="183"/>
                  </a:cubicBezTo>
                  <a:cubicBezTo>
                    <a:pt x="488" y="117"/>
                    <a:pt x="629" y="67"/>
                    <a:pt x="761" y="59"/>
                  </a:cubicBezTo>
                  <a:cubicBezTo>
                    <a:pt x="794" y="51"/>
                    <a:pt x="794" y="1"/>
                    <a:pt x="7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5"/>
            <p:cNvSpPr/>
            <p:nvPr/>
          </p:nvSpPr>
          <p:spPr>
            <a:xfrm>
              <a:off x="494518" y="1508825"/>
              <a:ext cx="8100" cy="7600"/>
            </a:xfrm>
            <a:custGeom>
              <a:rect b="b" l="l" r="r" t="t"/>
              <a:pathLst>
                <a:path extrusionOk="0" h="304" w="324">
                  <a:moveTo>
                    <a:pt x="282" y="0"/>
                  </a:moveTo>
                  <a:cubicBezTo>
                    <a:pt x="208" y="17"/>
                    <a:pt x="150" y="50"/>
                    <a:pt x="92" y="100"/>
                  </a:cubicBezTo>
                  <a:cubicBezTo>
                    <a:pt x="67" y="116"/>
                    <a:pt x="42" y="149"/>
                    <a:pt x="26" y="174"/>
                  </a:cubicBezTo>
                  <a:cubicBezTo>
                    <a:pt x="17" y="191"/>
                    <a:pt x="9" y="207"/>
                    <a:pt x="9" y="232"/>
                  </a:cubicBezTo>
                  <a:cubicBezTo>
                    <a:pt x="1" y="249"/>
                    <a:pt x="1" y="265"/>
                    <a:pt x="1" y="290"/>
                  </a:cubicBezTo>
                  <a:cubicBezTo>
                    <a:pt x="1" y="300"/>
                    <a:pt x="12" y="304"/>
                    <a:pt x="23" y="304"/>
                  </a:cubicBezTo>
                  <a:cubicBezTo>
                    <a:pt x="31" y="304"/>
                    <a:pt x="39" y="302"/>
                    <a:pt x="42" y="299"/>
                  </a:cubicBezTo>
                  <a:cubicBezTo>
                    <a:pt x="50" y="282"/>
                    <a:pt x="67" y="274"/>
                    <a:pt x="67" y="257"/>
                  </a:cubicBezTo>
                  <a:cubicBezTo>
                    <a:pt x="75" y="249"/>
                    <a:pt x="84" y="232"/>
                    <a:pt x="92" y="224"/>
                  </a:cubicBezTo>
                  <a:cubicBezTo>
                    <a:pt x="100" y="216"/>
                    <a:pt x="100" y="207"/>
                    <a:pt x="108" y="199"/>
                  </a:cubicBezTo>
                  <a:lnTo>
                    <a:pt x="117" y="183"/>
                  </a:lnTo>
                  <a:lnTo>
                    <a:pt x="125" y="183"/>
                  </a:lnTo>
                  <a:lnTo>
                    <a:pt x="133" y="174"/>
                  </a:lnTo>
                  <a:cubicBezTo>
                    <a:pt x="133" y="166"/>
                    <a:pt x="142" y="158"/>
                    <a:pt x="150" y="158"/>
                  </a:cubicBezTo>
                  <a:cubicBezTo>
                    <a:pt x="175" y="133"/>
                    <a:pt x="191" y="116"/>
                    <a:pt x="216" y="100"/>
                  </a:cubicBezTo>
                  <a:cubicBezTo>
                    <a:pt x="224" y="100"/>
                    <a:pt x="233" y="91"/>
                    <a:pt x="241" y="91"/>
                  </a:cubicBezTo>
                  <a:lnTo>
                    <a:pt x="249" y="83"/>
                  </a:lnTo>
                  <a:cubicBezTo>
                    <a:pt x="266" y="75"/>
                    <a:pt x="282" y="75"/>
                    <a:pt x="299" y="67"/>
                  </a:cubicBezTo>
                  <a:cubicBezTo>
                    <a:pt x="316" y="67"/>
                    <a:pt x="324" y="42"/>
                    <a:pt x="324" y="25"/>
                  </a:cubicBezTo>
                  <a:cubicBezTo>
                    <a:pt x="316" y="9"/>
                    <a:pt x="299" y="0"/>
                    <a:pt x="2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5"/>
            <p:cNvSpPr/>
            <p:nvPr/>
          </p:nvSpPr>
          <p:spPr>
            <a:xfrm>
              <a:off x="764025" y="1485300"/>
              <a:ext cx="17225" cy="9975"/>
            </a:xfrm>
            <a:custGeom>
              <a:rect b="b" l="l" r="r" t="t"/>
              <a:pathLst>
                <a:path extrusionOk="0" h="399" w="689">
                  <a:moveTo>
                    <a:pt x="119" y="1"/>
                  </a:moveTo>
                  <a:cubicBezTo>
                    <a:pt x="97" y="1"/>
                    <a:pt x="74" y="2"/>
                    <a:pt x="51" y="5"/>
                  </a:cubicBezTo>
                  <a:cubicBezTo>
                    <a:pt x="1" y="5"/>
                    <a:pt x="1" y="80"/>
                    <a:pt x="51" y="80"/>
                  </a:cubicBezTo>
                  <a:cubicBezTo>
                    <a:pt x="167" y="80"/>
                    <a:pt x="283" y="113"/>
                    <a:pt x="382" y="171"/>
                  </a:cubicBezTo>
                  <a:cubicBezTo>
                    <a:pt x="432" y="196"/>
                    <a:pt x="481" y="237"/>
                    <a:pt x="523" y="278"/>
                  </a:cubicBezTo>
                  <a:cubicBezTo>
                    <a:pt x="539" y="295"/>
                    <a:pt x="564" y="320"/>
                    <a:pt x="581" y="345"/>
                  </a:cubicBezTo>
                  <a:cubicBezTo>
                    <a:pt x="589" y="353"/>
                    <a:pt x="597" y="370"/>
                    <a:pt x="606" y="378"/>
                  </a:cubicBezTo>
                  <a:cubicBezTo>
                    <a:pt x="622" y="378"/>
                    <a:pt x="631" y="378"/>
                    <a:pt x="639" y="386"/>
                  </a:cubicBezTo>
                  <a:cubicBezTo>
                    <a:pt x="634" y="384"/>
                    <a:pt x="632" y="383"/>
                    <a:pt x="632" y="383"/>
                  </a:cubicBezTo>
                  <a:cubicBezTo>
                    <a:pt x="631" y="383"/>
                    <a:pt x="639" y="389"/>
                    <a:pt x="639" y="394"/>
                  </a:cubicBezTo>
                  <a:cubicBezTo>
                    <a:pt x="644" y="398"/>
                    <a:pt x="648" y="399"/>
                    <a:pt x="653" y="399"/>
                  </a:cubicBezTo>
                  <a:cubicBezTo>
                    <a:pt x="672" y="399"/>
                    <a:pt x="689" y="375"/>
                    <a:pt x="689" y="361"/>
                  </a:cubicBezTo>
                  <a:lnTo>
                    <a:pt x="680" y="345"/>
                  </a:lnTo>
                  <a:cubicBezTo>
                    <a:pt x="689" y="320"/>
                    <a:pt x="672" y="287"/>
                    <a:pt x="647" y="262"/>
                  </a:cubicBezTo>
                  <a:cubicBezTo>
                    <a:pt x="631" y="237"/>
                    <a:pt x="614" y="220"/>
                    <a:pt x="589" y="196"/>
                  </a:cubicBezTo>
                  <a:cubicBezTo>
                    <a:pt x="539" y="146"/>
                    <a:pt x="481" y="113"/>
                    <a:pt x="423" y="80"/>
                  </a:cubicBezTo>
                  <a:cubicBezTo>
                    <a:pt x="328" y="32"/>
                    <a:pt x="226" y="1"/>
                    <a:pt x="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5"/>
            <p:cNvSpPr/>
            <p:nvPr/>
          </p:nvSpPr>
          <p:spPr>
            <a:xfrm>
              <a:off x="773150" y="1494775"/>
              <a:ext cx="6600" cy="5400"/>
            </a:xfrm>
            <a:custGeom>
              <a:rect b="b" l="l" r="r" t="t"/>
              <a:pathLst>
                <a:path extrusionOk="0" h="216" w="264">
                  <a:moveTo>
                    <a:pt x="45" y="1"/>
                  </a:moveTo>
                  <a:cubicBezTo>
                    <a:pt x="36" y="1"/>
                    <a:pt x="25" y="3"/>
                    <a:pt x="17" y="7"/>
                  </a:cubicBezTo>
                  <a:cubicBezTo>
                    <a:pt x="9" y="24"/>
                    <a:pt x="0" y="49"/>
                    <a:pt x="17" y="57"/>
                  </a:cubicBezTo>
                  <a:cubicBezTo>
                    <a:pt x="83" y="115"/>
                    <a:pt x="150" y="165"/>
                    <a:pt x="216" y="214"/>
                  </a:cubicBezTo>
                  <a:cubicBezTo>
                    <a:pt x="219" y="215"/>
                    <a:pt x="223" y="216"/>
                    <a:pt x="226" y="216"/>
                  </a:cubicBezTo>
                  <a:cubicBezTo>
                    <a:pt x="247" y="216"/>
                    <a:pt x="263" y="194"/>
                    <a:pt x="249" y="173"/>
                  </a:cubicBezTo>
                  <a:cubicBezTo>
                    <a:pt x="224" y="140"/>
                    <a:pt x="191" y="115"/>
                    <a:pt x="166" y="90"/>
                  </a:cubicBezTo>
                  <a:cubicBezTo>
                    <a:pt x="133" y="65"/>
                    <a:pt x="100" y="32"/>
                    <a:pt x="67" y="7"/>
                  </a:cubicBezTo>
                  <a:cubicBezTo>
                    <a:pt x="63" y="3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5"/>
            <p:cNvSpPr/>
            <p:nvPr/>
          </p:nvSpPr>
          <p:spPr>
            <a:xfrm>
              <a:off x="510300" y="1581475"/>
              <a:ext cx="14200" cy="9000"/>
            </a:xfrm>
            <a:custGeom>
              <a:rect b="b" l="l" r="r" t="t"/>
              <a:pathLst>
                <a:path extrusionOk="0" h="360" w="568">
                  <a:moveTo>
                    <a:pt x="512" y="0"/>
                  </a:moveTo>
                  <a:cubicBezTo>
                    <a:pt x="507" y="0"/>
                    <a:pt x="502" y="1"/>
                    <a:pt x="497" y="2"/>
                  </a:cubicBezTo>
                  <a:cubicBezTo>
                    <a:pt x="398" y="27"/>
                    <a:pt x="307" y="60"/>
                    <a:pt x="216" y="110"/>
                  </a:cubicBezTo>
                  <a:cubicBezTo>
                    <a:pt x="174" y="143"/>
                    <a:pt x="133" y="168"/>
                    <a:pt x="91" y="201"/>
                  </a:cubicBezTo>
                  <a:cubicBezTo>
                    <a:pt x="50" y="234"/>
                    <a:pt x="0" y="276"/>
                    <a:pt x="8" y="334"/>
                  </a:cubicBezTo>
                  <a:cubicBezTo>
                    <a:pt x="8" y="350"/>
                    <a:pt x="33" y="359"/>
                    <a:pt x="42" y="359"/>
                  </a:cubicBezTo>
                  <a:cubicBezTo>
                    <a:pt x="45" y="359"/>
                    <a:pt x="48" y="360"/>
                    <a:pt x="51" y="360"/>
                  </a:cubicBezTo>
                  <a:cubicBezTo>
                    <a:pt x="97" y="360"/>
                    <a:pt x="135" y="307"/>
                    <a:pt x="166" y="284"/>
                  </a:cubicBezTo>
                  <a:cubicBezTo>
                    <a:pt x="207" y="259"/>
                    <a:pt x="240" y="226"/>
                    <a:pt x="274" y="201"/>
                  </a:cubicBezTo>
                  <a:cubicBezTo>
                    <a:pt x="348" y="152"/>
                    <a:pt x="431" y="118"/>
                    <a:pt x="522" y="85"/>
                  </a:cubicBezTo>
                  <a:cubicBezTo>
                    <a:pt x="567" y="70"/>
                    <a:pt x="558" y="0"/>
                    <a:pt x="5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5"/>
            <p:cNvSpPr/>
            <p:nvPr/>
          </p:nvSpPr>
          <p:spPr>
            <a:xfrm>
              <a:off x="510700" y="1579450"/>
              <a:ext cx="2300" cy="1675"/>
            </a:xfrm>
            <a:custGeom>
              <a:rect b="b" l="l" r="r" t="t"/>
              <a:pathLst>
                <a:path extrusionOk="0" h="67" w="92">
                  <a:moveTo>
                    <a:pt x="50" y="1"/>
                  </a:moveTo>
                  <a:cubicBezTo>
                    <a:pt x="1" y="1"/>
                    <a:pt x="1" y="67"/>
                    <a:pt x="50" y="67"/>
                  </a:cubicBezTo>
                  <a:cubicBezTo>
                    <a:pt x="92" y="67"/>
                    <a:pt x="92" y="1"/>
                    <a:pt x="50" y="1"/>
                  </a:cubicBezTo>
                  <a:close/>
                </a:path>
              </a:pathLst>
            </a:custGeom>
            <a:solidFill>
              <a:srgbClr val="5C30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5"/>
            <p:cNvSpPr/>
            <p:nvPr/>
          </p:nvSpPr>
          <p:spPr>
            <a:xfrm>
              <a:off x="758825" y="1554175"/>
              <a:ext cx="11250" cy="11250"/>
            </a:xfrm>
            <a:custGeom>
              <a:rect b="b" l="l" r="r" t="t"/>
              <a:pathLst>
                <a:path extrusionOk="0" h="450" w="450">
                  <a:moveTo>
                    <a:pt x="70" y="1"/>
                  </a:moveTo>
                  <a:cubicBezTo>
                    <a:pt x="34" y="1"/>
                    <a:pt x="1" y="56"/>
                    <a:pt x="35" y="84"/>
                  </a:cubicBezTo>
                  <a:cubicBezTo>
                    <a:pt x="101" y="142"/>
                    <a:pt x="151" y="191"/>
                    <a:pt x="201" y="258"/>
                  </a:cubicBezTo>
                  <a:cubicBezTo>
                    <a:pt x="234" y="282"/>
                    <a:pt x="259" y="316"/>
                    <a:pt x="275" y="340"/>
                  </a:cubicBezTo>
                  <a:lnTo>
                    <a:pt x="283" y="349"/>
                  </a:lnTo>
                  <a:lnTo>
                    <a:pt x="292" y="357"/>
                  </a:lnTo>
                  <a:cubicBezTo>
                    <a:pt x="300" y="365"/>
                    <a:pt x="300" y="374"/>
                    <a:pt x="308" y="382"/>
                  </a:cubicBezTo>
                  <a:cubicBezTo>
                    <a:pt x="317" y="390"/>
                    <a:pt x="317" y="398"/>
                    <a:pt x="325" y="398"/>
                  </a:cubicBezTo>
                  <a:lnTo>
                    <a:pt x="333" y="407"/>
                  </a:lnTo>
                  <a:lnTo>
                    <a:pt x="341" y="423"/>
                  </a:lnTo>
                  <a:cubicBezTo>
                    <a:pt x="350" y="432"/>
                    <a:pt x="358" y="440"/>
                    <a:pt x="366" y="440"/>
                  </a:cubicBezTo>
                  <a:cubicBezTo>
                    <a:pt x="376" y="445"/>
                    <a:pt x="388" y="449"/>
                    <a:pt x="400" y="449"/>
                  </a:cubicBezTo>
                  <a:cubicBezTo>
                    <a:pt x="409" y="449"/>
                    <a:pt x="417" y="447"/>
                    <a:pt x="424" y="440"/>
                  </a:cubicBezTo>
                  <a:cubicBezTo>
                    <a:pt x="441" y="432"/>
                    <a:pt x="449" y="407"/>
                    <a:pt x="449" y="390"/>
                  </a:cubicBezTo>
                  <a:cubicBezTo>
                    <a:pt x="449" y="340"/>
                    <a:pt x="408" y="299"/>
                    <a:pt x="375" y="258"/>
                  </a:cubicBezTo>
                  <a:cubicBezTo>
                    <a:pt x="350" y="224"/>
                    <a:pt x="325" y="200"/>
                    <a:pt x="292" y="166"/>
                  </a:cubicBezTo>
                  <a:cubicBezTo>
                    <a:pt x="234" y="108"/>
                    <a:pt x="167" y="59"/>
                    <a:pt x="93" y="9"/>
                  </a:cubicBezTo>
                  <a:cubicBezTo>
                    <a:pt x="86" y="3"/>
                    <a:pt x="78" y="1"/>
                    <a:pt x="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5"/>
            <p:cNvSpPr/>
            <p:nvPr/>
          </p:nvSpPr>
          <p:spPr>
            <a:xfrm>
              <a:off x="764025" y="1547150"/>
              <a:ext cx="5000" cy="7425"/>
            </a:xfrm>
            <a:custGeom>
              <a:rect b="b" l="l" r="r" t="t"/>
              <a:pathLst>
                <a:path extrusionOk="0" h="297" w="200">
                  <a:moveTo>
                    <a:pt x="54" y="1"/>
                  </a:moveTo>
                  <a:cubicBezTo>
                    <a:pt x="41" y="1"/>
                    <a:pt x="27" y="8"/>
                    <a:pt x="17" y="17"/>
                  </a:cubicBezTo>
                  <a:cubicBezTo>
                    <a:pt x="1" y="33"/>
                    <a:pt x="1" y="58"/>
                    <a:pt x="17" y="83"/>
                  </a:cubicBezTo>
                  <a:lnTo>
                    <a:pt x="26" y="83"/>
                  </a:lnTo>
                  <a:lnTo>
                    <a:pt x="34" y="99"/>
                  </a:lnTo>
                  <a:cubicBezTo>
                    <a:pt x="34" y="108"/>
                    <a:pt x="42" y="116"/>
                    <a:pt x="51" y="124"/>
                  </a:cubicBezTo>
                  <a:cubicBezTo>
                    <a:pt x="59" y="141"/>
                    <a:pt x="75" y="157"/>
                    <a:pt x="84" y="174"/>
                  </a:cubicBezTo>
                  <a:cubicBezTo>
                    <a:pt x="92" y="199"/>
                    <a:pt x="100" y="215"/>
                    <a:pt x="117" y="232"/>
                  </a:cubicBezTo>
                  <a:cubicBezTo>
                    <a:pt x="125" y="249"/>
                    <a:pt x="133" y="273"/>
                    <a:pt x="150" y="290"/>
                  </a:cubicBezTo>
                  <a:cubicBezTo>
                    <a:pt x="155" y="295"/>
                    <a:pt x="160" y="297"/>
                    <a:pt x="165" y="297"/>
                  </a:cubicBezTo>
                  <a:cubicBezTo>
                    <a:pt x="179" y="297"/>
                    <a:pt x="194" y="283"/>
                    <a:pt x="200" y="265"/>
                  </a:cubicBezTo>
                  <a:cubicBezTo>
                    <a:pt x="200" y="240"/>
                    <a:pt x="191" y="224"/>
                    <a:pt x="183" y="199"/>
                  </a:cubicBezTo>
                  <a:cubicBezTo>
                    <a:pt x="175" y="174"/>
                    <a:pt x="167" y="149"/>
                    <a:pt x="158" y="133"/>
                  </a:cubicBezTo>
                  <a:cubicBezTo>
                    <a:pt x="142" y="91"/>
                    <a:pt x="109" y="50"/>
                    <a:pt x="84" y="17"/>
                  </a:cubicBezTo>
                  <a:cubicBezTo>
                    <a:pt x="76" y="5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5"/>
            <p:cNvSpPr/>
            <p:nvPr/>
          </p:nvSpPr>
          <p:spPr>
            <a:xfrm>
              <a:off x="483375" y="1663500"/>
              <a:ext cx="5600" cy="13200"/>
            </a:xfrm>
            <a:custGeom>
              <a:rect b="b" l="l" r="r" t="t"/>
              <a:pathLst>
                <a:path extrusionOk="0" h="528" w="224">
                  <a:moveTo>
                    <a:pt x="186" y="0"/>
                  </a:moveTo>
                  <a:cubicBezTo>
                    <a:pt x="180" y="0"/>
                    <a:pt x="174" y="3"/>
                    <a:pt x="166" y="3"/>
                  </a:cubicBezTo>
                  <a:cubicBezTo>
                    <a:pt x="124" y="19"/>
                    <a:pt x="108" y="77"/>
                    <a:pt x="91" y="110"/>
                  </a:cubicBezTo>
                  <a:cubicBezTo>
                    <a:pt x="75" y="143"/>
                    <a:pt x="58" y="185"/>
                    <a:pt x="41" y="226"/>
                  </a:cubicBezTo>
                  <a:cubicBezTo>
                    <a:pt x="33" y="268"/>
                    <a:pt x="25" y="309"/>
                    <a:pt x="17" y="351"/>
                  </a:cubicBezTo>
                  <a:cubicBezTo>
                    <a:pt x="8" y="392"/>
                    <a:pt x="0" y="433"/>
                    <a:pt x="0" y="475"/>
                  </a:cubicBezTo>
                  <a:cubicBezTo>
                    <a:pt x="0" y="508"/>
                    <a:pt x="27" y="527"/>
                    <a:pt x="53" y="527"/>
                  </a:cubicBezTo>
                  <a:cubicBezTo>
                    <a:pt x="73" y="527"/>
                    <a:pt x="92" y="516"/>
                    <a:pt x="99" y="491"/>
                  </a:cubicBezTo>
                  <a:cubicBezTo>
                    <a:pt x="108" y="450"/>
                    <a:pt x="116" y="408"/>
                    <a:pt x="124" y="367"/>
                  </a:cubicBezTo>
                  <a:cubicBezTo>
                    <a:pt x="124" y="334"/>
                    <a:pt x="141" y="293"/>
                    <a:pt x="149" y="259"/>
                  </a:cubicBezTo>
                  <a:cubicBezTo>
                    <a:pt x="157" y="218"/>
                    <a:pt x="174" y="185"/>
                    <a:pt x="182" y="143"/>
                  </a:cubicBezTo>
                  <a:cubicBezTo>
                    <a:pt x="199" y="110"/>
                    <a:pt x="224" y="77"/>
                    <a:pt x="215" y="36"/>
                  </a:cubicBezTo>
                  <a:lnTo>
                    <a:pt x="215" y="27"/>
                  </a:lnTo>
                  <a:cubicBezTo>
                    <a:pt x="215" y="19"/>
                    <a:pt x="207" y="11"/>
                    <a:pt x="207" y="11"/>
                  </a:cubicBezTo>
                  <a:cubicBezTo>
                    <a:pt x="199" y="3"/>
                    <a:pt x="193" y="0"/>
                    <a:pt x="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5"/>
            <p:cNvSpPr/>
            <p:nvPr/>
          </p:nvSpPr>
          <p:spPr>
            <a:xfrm>
              <a:off x="487100" y="1669050"/>
              <a:ext cx="2700" cy="5350"/>
            </a:xfrm>
            <a:custGeom>
              <a:rect b="b" l="l" r="r" t="t"/>
              <a:pathLst>
                <a:path extrusionOk="0" h="214" w="108">
                  <a:moveTo>
                    <a:pt x="72" y="0"/>
                  </a:moveTo>
                  <a:cubicBezTo>
                    <a:pt x="62" y="0"/>
                    <a:pt x="54" y="4"/>
                    <a:pt x="50" y="13"/>
                  </a:cubicBezTo>
                  <a:cubicBezTo>
                    <a:pt x="17" y="37"/>
                    <a:pt x="0" y="71"/>
                    <a:pt x="0" y="112"/>
                  </a:cubicBezTo>
                  <a:cubicBezTo>
                    <a:pt x="0" y="129"/>
                    <a:pt x="0" y="153"/>
                    <a:pt x="8" y="170"/>
                  </a:cubicBezTo>
                  <a:cubicBezTo>
                    <a:pt x="17" y="186"/>
                    <a:pt x="33" y="203"/>
                    <a:pt x="50" y="211"/>
                  </a:cubicBezTo>
                  <a:cubicBezTo>
                    <a:pt x="53" y="213"/>
                    <a:pt x="56" y="214"/>
                    <a:pt x="60" y="214"/>
                  </a:cubicBezTo>
                  <a:cubicBezTo>
                    <a:pt x="74" y="214"/>
                    <a:pt x="90" y="200"/>
                    <a:pt x="83" y="186"/>
                  </a:cubicBezTo>
                  <a:cubicBezTo>
                    <a:pt x="83" y="178"/>
                    <a:pt x="83" y="170"/>
                    <a:pt x="75" y="162"/>
                  </a:cubicBezTo>
                  <a:lnTo>
                    <a:pt x="75" y="153"/>
                  </a:lnTo>
                  <a:cubicBezTo>
                    <a:pt x="75" y="145"/>
                    <a:pt x="75" y="137"/>
                    <a:pt x="75" y="137"/>
                  </a:cubicBezTo>
                  <a:lnTo>
                    <a:pt x="75" y="129"/>
                  </a:lnTo>
                  <a:cubicBezTo>
                    <a:pt x="75" y="120"/>
                    <a:pt x="75" y="120"/>
                    <a:pt x="75" y="112"/>
                  </a:cubicBezTo>
                  <a:lnTo>
                    <a:pt x="75" y="104"/>
                  </a:lnTo>
                  <a:lnTo>
                    <a:pt x="75" y="87"/>
                  </a:lnTo>
                  <a:lnTo>
                    <a:pt x="83" y="79"/>
                  </a:lnTo>
                  <a:lnTo>
                    <a:pt x="83" y="71"/>
                  </a:lnTo>
                  <a:lnTo>
                    <a:pt x="91" y="62"/>
                  </a:lnTo>
                  <a:cubicBezTo>
                    <a:pt x="108" y="46"/>
                    <a:pt x="108" y="21"/>
                    <a:pt x="91" y="13"/>
                  </a:cubicBezTo>
                  <a:lnTo>
                    <a:pt x="100" y="13"/>
                  </a:lnTo>
                  <a:cubicBezTo>
                    <a:pt x="91" y="4"/>
                    <a:pt x="81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5"/>
            <p:cNvSpPr/>
            <p:nvPr/>
          </p:nvSpPr>
          <p:spPr>
            <a:xfrm>
              <a:off x="489375" y="1670600"/>
              <a:ext cx="25" cy="225"/>
            </a:xfrm>
            <a:custGeom>
              <a:rect b="b" l="l" r="r" t="t"/>
              <a:pathLst>
                <a:path extrusionOk="0" h="9" w="1">
                  <a:moveTo>
                    <a:pt x="0" y="9"/>
                  </a:moveTo>
                  <a:lnTo>
                    <a:pt x="0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5C30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5"/>
            <p:cNvSpPr/>
            <p:nvPr/>
          </p:nvSpPr>
          <p:spPr>
            <a:xfrm>
              <a:off x="816175" y="1585500"/>
              <a:ext cx="10300" cy="12700"/>
            </a:xfrm>
            <a:custGeom>
              <a:rect b="b" l="l" r="r" t="t"/>
              <a:pathLst>
                <a:path extrusionOk="0" h="508" w="412">
                  <a:moveTo>
                    <a:pt x="58" y="0"/>
                  </a:moveTo>
                  <a:cubicBezTo>
                    <a:pt x="28" y="0"/>
                    <a:pt x="1" y="38"/>
                    <a:pt x="28" y="65"/>
                  </a:cubicBezTo>
                  <a:cubicBezTo>
                    <a:pt x="169" y="181"/>
                    <a:pt x="268" y="330"/>
                    <a:pt x="359" y="496"/>
                  </a:cubicBezTo>
                  <a:cubicBezTo>
                    <a:pt x="362" y="504"/>
                    <a:pt x="369" y="508"/>
                    <a:pt x="377" y="508"/>
                  </a:cubicBezTo>
                  <a:cubicBezTo>
                    <a:pt x="393" y="508"/>
                    <a:pt x="412" y="493"/>
                    <a:pt x="401" y="471"/>
                  </a:cubicBezTo>
                  <a:cubicBezTo>
                    <a:pt x="343" y="297"/>
                    <a:pt x="218" y="131"/>
                    <a:pt x="77" y="7"/>
                  </a:cubicBezTo>
                  <a:cubicBezTo>
                    <a:pt x="71" y="2"/>
                    <a:pt x="64" y="0"/>
                    <a:pt x="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5"/>
            <p:cNvSpPr/>
            <p:nvPr/>
          </p:nvSpPr>
          <p:spPr>
            <a:xfrm>
              <a:off x="798625" y="1529075"/>
              <a:ext cx="12250" cy="4625"/>
            </a:xfrm>
            <a:custGeom>
              <a:rect b="b" l="l" r="r" t="t"/>
              <a:pathLst>
                <a:path extrusionOk="0" h="185" w="490">
                  <a:moveTo>
                    <a:pt x="43" y="1"/>
                  </a:moveTo>
                  <a:cubicBezTo>
                    <a:pt x="27" y="1"/>
                    <a:pt x="9" y="22"/>
                    <a:pt x="9" y="44"/>
                  </a:cubicBezTo>
                  <a:cubicBezTo>
                    <a:pt x="1" y="60"/>
                    <a:pt x="17" y="85"/>
                    <a:pt x="42" y="93"/>
                  </a:cubicBezTo>
                  <a:cubicBezTo>
                    <a:pt x="108" y="102"/>
                    <a:pt x="175" y="118"/>
                    <a:pt x="241" y="135"/>
                  </a:cubicBezTo>
                  <a:cubicBezTo>
                    <a:pt x="307" y="151"/>
                    <a:pt x="382" y="176"/>
                    <a:pt x="448" y="185"/>
                  </a:cubicBezTo>
                  <a:cubicBezTo>
                    <a:pt x="473" y="185"/>
                    <a:pt x="489" y="151"/>
                    <a:pt x="465" y="135"/>
                  </a:cubicBezTo>
                  <a:cubicBezTo>
                    <a:pt x="415" y="85"/>
                    <a:pt x="340" y="60"/>
                    <a:pt x="266" y="44"/>
                  </a:cubicBezTo>
                  <a:cubicBezTo>
                    <a:pt x="199" y="19"/>
                    <a:pt x="125" y="11"/>
                    <a:pt x="50" y="2"/>
                  </a:cubicBezTo>
                  <a:cubicBezTo>
                    <a:pt x="48" y="1"/>
                    <a:pt x="46" y="1"/>
                    <a:pt x="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5"/>
            <p:cNvSpPr/>
            <p:nvPr/>
          </p:nvSpPr>
          <p:spPr>
            <a:xfrm>
              <a:off x="798825" y="1523650"/>
              <a:ext cx="6050" cy="2800"/>
            </a:xfrm>
            <a:custGeom>
              <a:rect b="b" l="l" r="r" t="t"/>
              <a:pathLst>
                <a:path extrusionOk="0" h="112" w="242">
                  <a:moveTo>
                    <a:pt x="22" y="1"/>
                  </a:moveTo>
                  <a:cubicBezTo>
                    <a:pt x="13" y="1"/>
                    <a:pt x="7" y="8"/>
                    <a:pt x="1" y="20"/>
                  </a:cubicBezTo>
                  <a:cubicBezTo>
                    <a:pt x="1" y="37"/>
                    <a:pt x="9" y="45"/>
                    <a:pt x="17" y="54"/>
                  </a:cubicBezTo>
                  <a:cubicBezTo>
                    <a:pt x="51" y="62"/>
                    <a:pt x="84" y="70"/>
                    <a:pt x="117" y="87"/>
                  </a:cubicBezTo>
                  <a:cubicBezTo>
                    <a:pt x="133" y="87"/>
                    <a:pt x="150" y="95"/>
                    <a:pt x="158" y="95"/>
                  </a:cubicBezTo>
                  <a:cubicBezTo>
                    <a:pt x="175" y="103"/>
                    <a:pt x="200" y="103"/>
                    <a:pt x="216" y="112"/>
                  </a:cubicBezTo>
                  <a:cubicBezTo>
                    <a:pt x="233" y="112"/>
                    <a:pt x="241" y="87"/>
                    <a:pt x="225" y="78"/>
                  </a:cubicBezTo>
                  <a:cubicBezTo>
                    <a:pt x="208" y="70"/>
                    <a:pt x="191" y="62"/>
                    <a:pt x="175" y="54"/>
                  </a:cubicBezTo>
                  <a:cubicBezTo>
                    <a:pt x="158" y="54"/>
                    <a:pt x="142" y="45"/>
                    <a:pt x="133" y="37"/>
                  </a:cubicBezTo>
                  <a:cubicBezTo>
                    <a:pt x="100" y="20"/>
                    <a:pt x="67" y="12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5"/>
            <p:cNvSpPr/>
            <p:nvPr/>
          </p:nvSpPr>
          <p:spPr>
            <a:xfrm>
              <a:off x="489875" y="1599475"/>
              <a:ext cx="9050" cy="6925"/>
            </a:xfrm>
            <a:custGeom>
              <a:rect b="b" l="l" r="r" t="t"/>
              <a:pathLst>
                <a:path extrusionOk="0" h="277" w="362">
                  <a:moveTo>
                    <a:pt x="310" y="0"/>
                  </a:moveTo>
                  <a:cubicBezTo>
                    <a:pt x="305" y="0"/>
                    <a:pt x="300" y="1"/>
                    <a:pt x="295" y="3"/>
                  </a:cubicBezTo>
                  <a:cubicBezTo>
                    <a:pt x="237" y="28"/>
                    <a:pt x="187" y="61"/>
                    <a:pt x="146" y="103"/>
                  </a:cubicBezTo>
                  <a:cubicBezTo>
                    <a:pt x="121" y="119"/>
                    <a:pt x="96" y="136"/>
                    <a:pt x="71" y="161"/>
                  </a:cubicBezTo>
                  <a:cubicBezTo>
                    <a:pt x="47" y="177"/>
                    <a:pt x="30" y="202"/>
                    <a:pt x="13" y="227"/>
                  </a:cubicBezTo>
                  <a:cubicBezTo>
                    <a:pt x="1" y="253"/>
                    <a:pt x="18" y="274"/>
                    <a:pt x="38" y="274"/>
                  </a:cubicBezTo>
                  <a:cubicBezTo>
                    <a:pt x="44" y="274"/>
                    <a:pt x="49" y="272"/>
                    <a:pt x="55" y="268"/>
                  </a:cubicBezTo>
                  <a:lnTo>
                    <a:pt x="55" y="277"/>
                  </a:lnTo>
                  <a:cubicBezTo>
                    <a:pt x="80" y="260"/>
                    <a:pt x="105" y="244"/>
                    <a:pt x="129" y="219"/>
                  </a:cubicBezTo>
                  <a:cubicBezTo>
                    <a:pt x="154" y="202"/>
                    <a:pt x="171" y="186"/>
                    <a:pt x="196" y="169"/>
                  </a:cubicBezTo>
                  <a:cubicBezTo>
                    <a:pt x="237" y="136"/>
                    <a:pt x="287" y="103"/>
                    <a:pt x="337" y="78"/>
                  </a:cubicBezTo>
                  <a:cubicBezTo>
                    <a:pt x="353" y="70"/>
                    <a:pt x="361" y="36"/>
                    <a:pt x="353" y="20"/>
                  </a:cubicBezTo>
                  <a:cubicBezTo>
                    <a:pt x="341" y="8"/>
                    <a:pt x="324" y="0"/>
                    <a:pt x="3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167;p25"/>
            <p:cNvSpPr/>
            <p:nvPr/>
          </p:nvSpPr>
          <p:spPr>
            <a:xfrm>
              <a:off x="765900" y="1458225"/>
              <a:ext cx="10375" cy="9400"/>
            </a:xfrm>
            <a:custGeom>
              <a:rect b="b" l="l" r="r" t="t"/>
              <a:pathLst>
                <a:path extrusionOk="0" h="376" w="415">
                  <a:moveTo>
                    <a:pt x="69" y="0"/>
                  </a:moveTo>
                  <a:cubicBezTo>
                    <a:pt x="47" y="0"/>
                    <a:pt x="24" y="15"/>
                    <a:pt x="17" y="36"/>
                  </a:cubicBezTo>
                  <a:cubicBezTo>
                    <a:pt x="0" y="61"/>
                    <a:pt x="9" y="102"/>
                    <a:pt x="34" y="110"/>
                  </a:cubicBezTo>
                  <a:cubicBezTo>
                    <a:pt x="67" y="127"/>
                    <a:pt x="100" y="143"/>
                    <a:pt x="125" y="160"/>
                  </a:cubicBezTo>
                  <a:cubicBezTo>
                    <a:pt x="133" y="168"/>
                    <a:pt x="133" y="168"/>
                    <a:pt x="141" y="177"/>
                  </a:cubicBezTo>
                  <a:cubicBezTo>
                    <a:pt x="141" y="177"/>
                    <a:pt x="150" y="185"/>
                    <a:pt x="150" y="185"/>
                  </a:cubicBezTo>
                  <a:cubicBezTo>
                    <a:pt x="166" y="193"/>
                    <a:pt x="174" y="201"/>
                    <a:pt x="191" y="218"/>
                  </a:cubicBezTo>
                  <a:cubicBezTo>
                    <a:pt x="199" y="226"/>
                    <a:pt x="208" y="243"/>
                    <a:pt x="224" y="251"/>
                  </a:cubicBezTo>
                  <a:cubicBezTo>
                    <a:pt x="224" y="259"/>
                    <a:pt x="232" y="259"/>
                    <a:pt x="241" y="268"/>
                  </a:cubicBezTo>
                  <a:cubicBezTo>
                    <a:pt x="241" y="276"/>
                    <a:pt x="241" y="276"/>
                    <a:pt x="241" y="276"/>
                  </a:cubicBezTo>
                  <a:cubicBezTo>
                    <a:pt x="249" y="276"/>
                    <a:pt x="249" y="284"/>
                    <a:pt x="249" y="284"/>
                  </a:cubicBezTo>
                  <a:cubicBezTo>
                    <a:pt x="254" y="289"/>
                    <a:pt x="257" y="293"/>
                    <a:pt x="257" y="293"/>
                  </a:cubicBezTo>
                  <a:cubicBezTo>
                    <a:pt x="266" y="309"/>
                    <a:pt x="274" y="317"/>
                    <a:pt x="282" y="326"/>
                  </a:cubicBezTo>
                  <a:cubicBezTo>
                    <a:pt x="299" y="342"/>
                    <a:pt x="307" y="359"/>
                    <a:pt x="324" y="367"/>
                  </a:cubicBezTo>
                  <a:cubicBezTo>
                    <a:pt x="331" y="373"/>
                    <a:pt x="341" y="376"/>
                    <a:pt x="350" y="376"/>
                  </a:cubicBezTo>
                  <a:cubicBezTo>
                    <a:pt x="381" y="376"/>
                    <a:pt x="415" y="349"/>
                    <a:pt x="415" y="317"/>
                  </a:cubicBezTo>
                  <a:cubicBezTo>
                    <a:pt x="406" y="293"/>
                    <a:pt x="398" y="268"/>
                    <a:pt x="390" y="251"/>
                  </a:cubicBezTo>
                  <a:cubicBezTo>
                    <a:pt x="382" y="226"/>
                    <a:pt x="365" y="210"/>
                    <a:pt x="357" y="193"/>
                  </a:cubicBezTo>
                  <a:cubicBezTo>
                    <a:pt x="332" y="168"/>
                    <a:pt x="307" y="143"/>
                    <a:pt x="282" y="119"/>
                  </a:cubicBezTo>
                  <a:cubicBezTo>
                    <a:pt x="224" y="69"/>
                    <a:pt x="158" y="36"/>
                    <a:pt x="83" y="3"/>
                  </a:cubicBezTo>
                  <a:cubicBezTo>
                    <a:pt x="79" y="1"/>
                    <a:pt x="74" y="0"/>
                    <a:pt x="6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168;p25"/>
            <p:cNvSpPr/>
            <p:nvPr/>
          </p:nvSpPr>
          <p:spPr>
            <a:xfrm>
              <a:off x="769425" y="1503525"/>
              <a:ext cx="7400" cy="13625"/>
            </a:xfrm>
            <a:custGeom>
              <a:rect b="b" l="l" r="r" t="t"/>
              <a:pathLst>
                <a:path extrusionOk="0" h="545" w="296">
                  <a:moveTo>
                    <a:pt x="48" y="0"/>
                  </a:moveTo>
                  <a:cubicBezTo>
                    <a:pt x="39" y="0"/>
                    <a:pt x="31" y="2"/>
                    <a:pt x="25" y="5"/>
                  </a:cubicBezTo>
                  <a:cubicBezTo>
                    <a:pt x="0" y="22"/>
                    <a:pt x="0" y="47"/>
                    <a:pt x="9" y="71"/>
                  </a:cubicBezTo>
                  <a:cubicBezTo>
                    <a:pt x="42" y="146"/>
                    <a:pt x="75" y="229"/>
                    <a:pt x="108" y="303"/>
                  </a:cubicBezTo>
                  <a:cubicBezTo>
                    <a:pt x="141" y="378"/>
                    <a:pt x="174" y="461"/>
                    <a:pt x="224" y="527"/>
                  </a:cubicBezTo>
                  <a:cubicBezTo>
                    <a:pt x="233" y="539"/>
                    <a:pt x="246" y="545"/>
                    <a:pt x="257" y="545"/>
                  </a:cubicBezTo>
                  <a:cubicBezTo>
                    <a:pt x="278" y="545"/>
                    <a:pt x="296" y="528"/>
                    <a:pt x="290" y="502"/>
                  </a:cubicBezTo>
                  <a:cubicBezTo>
                    <a:pt x="265" y="411"/>
                    <a:pt x="232" y="337"/>
                    <a:pt x="199" y="254"/>
                  </a:cubicBezTo>
                  <a:cubicBezTo>
                    <a:pt x="158" y="179"/>
                    <a:pt x="125" y="96"/>
                    <a:pt x="91" y="22"/>
                  </a:cubicBezTo>
                  <a:cubicBezTo>
                    <a:pt x="81" y="6"/>
                    <a:pt x="64" y="0"/>
                    <a:pt x="4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169;p25"/>
            <p:cNvSpPr/>
            <p:nvPr/>
          </p:nvSpPr>
          <p:spPr>
            <a:xfrm>
              <a:off x="503050" y="1536825"/>
              <a:ext cx="11750" cy="17400"/>
            </a:xfrm>
            <a:custGeom>
              <a:rect b="b" l="l" r="r" t="t"/>
              <a:pathLst>
                <a:path extrusionOk="0" h="696" w="470">
                  <a:moveTo>
                    <a:pt x="432" y="0"/>
                  </a:moveTo>
                  <a:cubicBezTo>
                    <a:pt x="427" y="0"/>
                    <a:pt x="421" y="2"/>
                    <a:pt x="414" y="7"/>
                  </a:cubicBezTo>
                  <a:cubicBezTo>
                    <a:pt x="365" y="49"/>
                    <a:pt x="315" y="82"/>
                    <a:pt x="274" y="131"/>
                  </a:cubicBezTo>
                  <a:cubicBezTo>
                    <a:pt x="224" y="173"/>
                    <a:pt x="191" y="231"/>
                    <a:pt x="149" y="281"/>
                  </a:cubicBezTo>
                  <a:cubicBezTo>
                    <a:pt x="116" y="339"/>
                    <a:pt x="91" y="396"/>
                    <a:pt x="66" y="454"/>
                  </a:cubicBezTo>
                  <a:cubicBezTo>
                    <a:pt x="42" y="512"/>
                    <a:pt x="0" y="587"/>
                    <a:pt x="25" y="653"/>
                  </a:cubicBezTo>
                  <a:cubicBezTo>
                    <a:pt x="35" y="680"/>
                    <a:pt x="56" y="696"/>
                    <a:pt x="78" y="696"/>
                  </a:cubicBezTo>
                  <a:cubicBezTo>
                    <a:pt x="91" y="696"/>
                    <a:pt x="104" y="690"/>
                    <a:pt x="116" y="678"/>
                  </a:cubicBezTo>
                  <a:cubicBezTo>
                    <a:pt x="166" y="637"/>
                    <a:pt x="174" y="570"/>
                    <a:pt x="191" y="512"/>
                  </a:cubicBezTo>
                  <a:cubicBezTo>
                    <a:pt x="216" y="454"/>
                    <a:pt x="240" y="405"/>
                    <a:pt x="265" y="355"/>
                  </a:cubicBezTo>
                  <a:cubicBezTo>
                    <a:pt x="323" y="256"/>
                    <a:pt x="381" y="148"/>
                    <a:pt x="456" y="57"/>
                  </a:cubicBezTo>
                  <a:cubicBezTo>
                    <a:pt x="469" y="37"/>
                    <a:pt x="456" y="0"/>
                    <a:pt x="43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170;p25"/>
            <p:cNvSpPr/>
            <p:nvPr/>
          </p:nvSpPr>
          <p:spPr>
            <a:xfrm>
              <a:off x="513400" y="1545150"/>
              <a:ext cx="3750" cy="6575"/>
            </a:xfrm>
            <a:custGeom>
              <a:rect b="b" l="l" r="r" t="t"/>
              <a:pathLst>
                <a:path extrusionOk="0" h="263" w="150">
                  <a:moveTo>
                    <a:pt x="98" y="1"/>
                  </a:moveTo>
                  <a:cubicBezTo>
                    <a:pt x="84" y="1"/>
                    <a:pt x="72" y="6"/>
                    <a:pt x="67" y="22"/>
                  </a:cubicBezTo>
                  <a:cubicBezTo>
                    <a:pt x="42" y="55"/>
                    <a:pt x="34" y="88"/>
                    <a:pt x="17" y="121"/>
                  </a:cubicBezTo>
                  <a:cubicBezTo>
                    <a:pt x="17" y="138"/>
                    <a:pt x="9" y="155"/>
                    <a:pt x="9" y="171"/>
                  </a:cubicBezTo>
                  <a:cubicBezTo>
                    <a:pt x="0" y="179"/>
                    <a:pt x="0" y="196"/>
                    <a:pt x="0" y="204"/>
                  </a:cubicBezTo>
                  <a:lnTo>
                    <a:pt x="0" y="229"/>
                  </a:lnTo>
                  <a:cubicBezTo>
                    <a:pt x="0" y="246"/>
                    <a:pt x="9" y="262"/>
                    <a:pt x="25" y="262"/>
                  </a:cubicBezTo>
                  <a:cubicBezTo>
                    <a:pt x="42" y="262"/>
                    <a:pt x="58" y="254"/>
                    <a:pt x="67" y="237"/>
                  </a:cubicBezTo>
                  <a:lnTo>
                    <a:pt x="67" y="237"/>
                  </a:lnTo>
                  <a:cubicBezTo>
                    <a:pt x="65" y="239"/>
                    <a:pt x="64" y="240"/>
                    <a:pt x="64" y="240"/>
                  </a:cubicBezTo>
                  <a:cubicBezTo>
                    <a:pt x="61" y="240"/>
                    <a:pt x="67" y="229"/>
                    <a:pt x="67" y="229"/>
                  </a:cubicBezTo>
                  <a:cubicBezTo>
                    <a:pt x="67" y="229"/>
                    <a:pt x="75" y="221"/>
                    <a:pt x="75" y="213"/>
                  </a:cubicBezTo>
                  <a:cubicBezTo>
                    <a:pt x="75" y="204"/>
                    <a:pt x="83" y="196"/>
                    <a:pt x="83" y="188"/>
                  </a:cubicBezTo>
                  <a:cubicBezTo>
                    <a:pt x="83" y="171"/>
                    <a:pt x="92" y="163"/>
                    <a:pt x="100" y="146"/>
                  </a:cubicBezTo>
                  <a:cubicBezTo>
                    <a:pt x="100" y="146"/>
                    <a:pt x="100" y="141"/>
                    <a:pt x="100" y="138"/>
                  </a:cubicBezTo>
                  <a:cubicBezTo>
                    <a:pt x="100" y="138"/>
                    <a:pt x="100" y="130"/>
                    <a:pt x="108" y="130"/>
                  </a:cubicBezTo>
                  <a:lnTo>
                    <a:pt x="116" y="105"/>
                  </a:lnTo>
                  <a:cubicBezTo>
                    <a:pt x="125" y="88"/>
                    <a:pt x="133" y="80"/>
                    <a:pt x="141" y="63"/>
                  </a:cubicBezTo>
                  <a:cubicBezTo>
                    <a:pt x="150" y="47"/>
                    <a:pt x="141" y="14"/>
                    <a:pt x="125" y="6"/>
                  </a:cubicBezTo>
                  <a:cubicBezTo>
                    <a:pt x="116" y="2"/>
                    <a:pt x="107" y="1"/>
                    <a:pt x="9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171;p25"/>
            <p:cNvSpPr/>
            <p:nvPr/>
          </p:nvSpPr>
          <p:spPr>
            <a:xfrm>
              <a:off x="496000" y="1457625"/>
              <a:ext cx="8725" cy="15025"/>
            </a:xfrm>
            <a:custGeom>
              <a:rect b="b" l="l" r="r" t="t"/>
              <a:pathLst>
                <a:path extrusionOk="0" h="601" w="349">
                  <a:moveTo>
                    <a:pt x="245" y="0"/>
                  </a:moveTo>
                  <a:cubicBezTo>
                    <a:pt x="215" y="0"/>
                    <a:pt x="185" y="12"/>
                    <a:pt x="174" y="43"/>
                  </a:cubicBezTo>
                  <a:cubicBezTo>
                    <a:pt x="108" y="201"/>
                    <a:pt x="50" y="366"/>
                    <a:pt x="9" y="532"/>
                  </a:cubicBezTo>
                  <a:cubicBezTo>
                    <a:pt x="0" y="557"/>
                    <a:pt x="17" y="590"/>
                    <a:pt x="50" y="598"/>
                  </a:cubicBezTo>
                  <a:cubicBezTo>
                    <a:pt x="55" y="600"/>
                    <a:pt x="59" y="600"/>
                    <a:pt x="64" y="600"/>
                  </a:cubicBezTo>
                  <a:cubicBezTo>
                    <a:pt x="86" y="600"/>
                    <a:pt x="110" y="586"/>
                    <a:pt x="116" y="565"/>
                  </a:cubicBezTo>
                  <a:cubicBezTo>
                    <a:pt x="174" y="408"/>
                    <a:pt x="241" y="267"/>
                    <a:pt x="324" y="126"/>
                  </a:cubicBezTo>
                  <a:cubicBezTo>
                    <a:pt x="348" y="93"/>
                    <a:pt x="332" y="35"/>
                    <a:pt x="299" y="10"/>
                  </a:cubicBezTo>
                  <a:lnTo>
                    <a:pt x="290" y="10"/>
                  </a:lnTo>
                  <a:cubicBezTo>
                    <a:pt x="278" y="4"/>
                    <a:pt x="262" y="0"/>
                    <a:pt x="2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172;p25"/>
            <p:cNvSpPr/>
            <p:nvPr/>
          </p:nvSpPr>
          <p:spPr>
            <a:xfrm>
              <a:off x="507175" y="1448950"/>
              <a:ext cx="3750" cy="2725"/>
            </a:xfrm>
            <a:custGeom>
              <a:rect b="b" l="l" r="r" t="t"/>
              <a:pathLst>
                <a:path extrusionOk="0" h="109" w="150">
                  <a:moveTo>
                    <a:pt x="75" y="1"/>
                  </a:moveTo>
                  <a:cubicBezTo>
                    <a:pt x="1" y="1"/>
                    <a:pt x="1" y="108"/>
                    <a:pt x="75" y="108"/>
                  </a:cubicBezTo>
                  <a:cubicBezTo>
                    <a:pt x="150" y="108"/>
                    <a:pt x="150" y="1"/>
                    <a:pt x="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173;p25"/>
            <p:cNvSpPr/>
            <p:nvPr/>
          </p:nvSpPr>
          <p:spPr>
            <a:xfrm>
              <a:off x="661925" y="1391200"/>
              <a:ext cx="5600" cy="19325"/>
            </a:xfrm>
            <a:custGeom>
              <a:rect b="b" l="l" r="r" t="t"/>
              <a:pathLst>
                <a:path extrusionOk="0" h="773" w="224">
                  <a:moveTo>
                    <a:pt x="120" y="1"/>
                  </a:moveTo>
                  <a:cubicBezTo>
                    <a:pt x="110" y="1"/>
                    <a:pt x="101" y="3"/>
                    <a:pt x="91" y="7"/>
                  </a:cubicBezTo>
                  <a:cubicBezTo>
                    <a:pt x="33" y="49"/>
                    <a:pt x="33" y="123"/>
                    <a:pt x="25" y="181"/>
                  </a:cubicBezTo>
                  <a:cubicBezTo>
                    <a:pt x="17" y="248"/>
                    <a:pt x="8" y="306"/>
                    <a:pt x="8" y="372"/>
                  </a:cubicBezTo>
                  <a:cubicBezTo>
                    <a:pt x="0" y="488"/>
                    <a:pt x="8" y="604"/>
                    <a:pt x="17" y="720"/>
                  </a:cubicBezTo>
                  <a:cubicBezTo>
                    <a:pt x="21" y="754"/>
                    <a:pt x="49" y="773"/>
                    <a:pt x="76" y="773"/>
                  </a:cubicBezTo>
                  <a:cubicBezTo>
                    <a:pt x="101" y="773"/>
                    <a:pt x="124" y="756"/>
                    <a:pt x="124" y="720"/>
                  </a:cubicBezTo>
                  <a:cubicBezTo>
                    <a:pt x="133" y="604"/>
                    <a:pt x="149" y="496"/>
                    <a:pt x="166" y="380"/>
                  </a:cubicBezTo>
                  <a:cubicBezTo>
                    <a:pt x="166" y="331"/>
                    <a:pt x="174" y="281"/>
                    <a:pt x="182" y="231"/>
                  </a:cubicBezTo>
                  <a:cubicBezTo>
                    <a:pt x="191" y="173"/>
                    <a:pt x="224" y="90"/>
                    <a:pt x="182" y="32"/>
                  </a:cubicBezTo>
                  <a:cubicBezTo>
                    <a:pt x="170" y="14"/>
                    <a:pt x="146" y="1"/>
                    <a:pt x="12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174;p25"/>
            <p:cNvSpPr/>
            <p:nvPr/>
          </p:nvSpPr>
          <p:spPr>
            <a:xfrm>
              <a:off x="665400" y="1395400"/>
              <a:ext cx="4200" cy="11450"/>
            </a:xfrm>
            <a:custGeom>
              <a:rect b="b" l="l" r="r" t="t"/>
              <a:pathLst>
                <a:path extrusionOk="0" h="458" w="168">
                  <a:moveTo>
                    <a:pt x="117" y="1"/>
                  </a:moveTo>
                  <a:cubicBezTo>
                    <a:pt x="106" y="1"/>
                    <a:pt x="93" y="5"/>
                    <a:pt x="85" y="13"/>
                  </a:cubicBezTo>
                  <a:cubicBezTo>
                    <a:pt x="60" y="38"/>
                    <a:pt x="60" y="80"/>
                    <a:pt x="52" y="113"/>
                  </a:cubicBezTo>
                  <a:cubicBezTo>
                    <a:pt x="52" y="146"/>
                    <a:pt x="43" y="179"/>
                    <a:pt x="43" y="212"/>
                  </a:cubicBezTo>
                  <a:cubicBezTo>
                    <a:pt x="35" y="279"/>
                    <a:pt x="19" y="345"/>
                    <a:pt x="10" y="403"/>
                  </a:cubicBezTo>
                  <a:cubicBezTo>
                    <a:pt x="0" y="437"/>
                    <a:pt x="23" y="457"/>
                    <a:pt x="46" y="457"/>
                  </a:cubicBezTo>
                  <a:cubicBezTo>
                    <a:pt x="62" y="457"/>
                    <a:pt x="78" y="448"/>
                    <a:pt x="85" y="428"/>
                  </a:cubicBezTo>
                  <a:cubicBezTo>
                    <a:pt x="110" y="361"/>
                    <a:pt x="126" y="295"/>
                    <a:pt x="143" y="229"/>
                  </a:cubicBezTo>
                  <a:cubicBezTo>
                    <a:pt x="151" y="196"/>
                    <a:pt x="159" y="154"/>
                    <a:pt x="159" y="121"/>
                  </a:cubicBezTo>
                  <a:cubicBezTo>
                    <a:pt x="159" y="105"/>
                    <a:pt x="168" y="88"/>
                    <a:pt x="168" y="71"/>
                  </a:cubicBezTo>
                  <a:cubicBezTo>
                    <a:pt x="168" y="47"/>
                    <a:pt x="159" y="30"/>
                    <a:pt x="143" y="13"/>
                  </a:cubicBezTo>
                  <a:cubicBezTo>
                    <a:pt x="139" y="5"/>
                    <a:pt x="128" y="1"/>
                    <a:pt x="1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175;p25"/>
            <p:cNvSpPr/>
            <p:nvPr/>
          </p:nvSpPr>
          <p:spPr>
            <a:xfrm>
              <a:off x="670400" y="1396700"/>
              <a:ext cx="3550" cy="5550"/>
            </a:xfrm>
            <a:custGeom>
              <a:rect b="b" l="l" r="r" t="t"/>
              <a:pathLst>
                <a:path extrusionOk="0" h="222" w="142">
                  <a:moveTo>
                    <a:pt x="94" y="1"/>
                  </a:moveTo>
                  <a:cubicBezTo>
                    <a:pt x="90" y="1"/>
                    <a:pt x="87" y="1"/>
                    <a:pt x="84" y="3"/>
                  </a:cubicBezTo>
                  <a:cubicBezTo>
                    <a:pt x="75" y="11"/>
                    <a:pt x="67" y="19"/>
                    <a:pt x="59" y="28"/>
                  </a:cubicBezTo>
                  <a:cubicBezTo>
                    <a:pt x="59" y="36"/>
                    <a:pt x="51" y="36"/>
                    <a:pt x="51" y="44"/>
                  </a:cubicBezTo>
                  <a:cubicBezTo>
                    <a:pt x="51" y="53"/>
                    <a:pt x="42" y="69"/>
                    <a:pt x="34" y="77"/>
                  </a:cubicBezTo>
                  <a:cubicBezTo>
                    <a:pt x="34" y="94"/>
                    <a:pt x="26" y="111"/>
                    <a:pt x="17" y="127"/>
                  </a:cubicBezTo>
                  <a:lnTo>
                    <a:pt x="9" y="160"/>
                  </a:lnTo>
                  <a:cubicBezTo>
                    <a:pt x="1" y="185"/>
                    <a:pt x="17" y="218"/>
                    <a:pt x="42" y="218"/>
                  </a:cubicBezTo>
                  <a:cubicBezTo>
                    <a:pt x="45" y="221"/>
                    <a:pt x="49" y="222"/>
                    <a:pt x="53" y="222"/>
                  </a:cubicBezTo>
                  <a:cubicBezTo>
                    <a:pt x="61" y="222"/>
                    <a:pt x="70" y="218"/>
                    <a:pt x="75" y="218"/>
                  </a:cubicBezTo>
                  <a:cubicBezTo>
                    <a:pt x="92" y="210"/>
                    <a:pt x="92" y="202"/>
                    <a:pt x="100" y="185"/>
                  </a:cubicBezTo>
                  <a:cubicBezTo>
                    <a:pt x="100" y="177"/>
                    <a:pt x="109" y="160"/>
                    <a:pt x="109" y="152"/>
                  </a:cubicBezTo>
                  <a:cubicBezTo>
                    <a:pt x="117" y="135"/>
                    <a:pt x="117" y="127"/>
                    <a:pt x="125" y="111"/>
                  </a:cubicBezTo>
                  <a:cubicBezTo>
                    <a:pt x="125" y="102"/>
                    <a:pt x="133" y="94"/>
                    <a:pt x="133" y="77"/>
                  </a:cubicBezTo>
                  <a:cubicBezTo>
                    <a:pt x="133" y="69"/>
                    <a:pt x="142" y="69"/>
                    <a:pt x="142" y="61"/>
                  </a:cubicBezTo>
                  <a:cubicBezTo>
                    <a:pt x="142" y="44"/>
                    <a:pt x="142" y="36"/>
                    <a:pt x="133" y="28"/>
                  </a:cubicBezTo>
                  <a:cubicBezTo>
                    <a:pt x="133" y="14"/>
                    <a:pt x="111" y="1"/>
                    <a:pt x="9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176;p25"/>
            <p:cNvSpPr/>
            <p:nvPr/>
          </p:nvSpPr>
          <p:spPr>
            <a:xfrm>
              <a:off x="592950" y="1405250"/>
              <a:ext cx="10375" cy="12675"/>
            </a:xfrm>
            <a:custGeom>
              <a:rect b="b" l="l" r="r" t="t"/>
              <a:pathLst>
                <a:path extrusionOk="0" h="507" w="415">
                  <a:moveTo>
                    <a:pt x="58" y="1"/>
                  </a:moveTo>
                  <a:cubicBezTo>
                    <a:pt x="25" y="1"/>
                    <a:pt x="0" y="50"/>
                    <a:pt x="17" y="75"/>
                  </a:cubicBezTo>
                  <a:cubicBezTo>
                    <a:pt x="25" y="92"/>
                    <a:pt x="33" y="100"/>
                    <a:pt x="41" y="108"/>
                  </a:cubicBezTo>
                  <a:cubicBezTo>
                    <a:pt x="40" y="107"/>
                    <a:pt x="40" y="107"/>
                    <a:pt x="39" y="107"/>
                  </a:cubicBezTo>
                  <a:cubicBezTo>
                    <a:pt x="38" y="107"/>
                    <a:pt x="50" y="125"/>
                    <a:pt x="50" y="125"/>
                  </a:cubicBezTo>
                  <a:cubicBezTo>
                    <a:pt x="58" y="125"/>
                    <a:pt x="58" y="125"/>
                    <a:pt x="58" y="133"/>
                  </a:cubicBezTo>
                  <a:cubicBezTo>
                    <a:pt x="66" y="133"/>
                    <a:pt x="66" y="141"/>
                    <a:pt x="75" y="141"/>
                  </a:cubicBezTo>
                  <a:lnTo>
                    <a:pt x="75" y="150"/>
                  </a:lnTo>
                  <a:cubicBezTo>
                    <a:pt x="83" y="158"/>
                    <a:pt x="83" y="166"/>
                    <a:pt x="91" y="175"/>
                  </a:cubicBezTo>
                  <a:cubicBezTo>
                    <a:pt x="116" y="208"/>
                    <a:pt x="133" y="249"/>
                    <a:pt x="149" y="282"/>
                  </a:cubicBezTo>
                  <a:cubicBezTo>
                    <a:pt x="191" y="365"/>
                    <a:pt x="240" y="448"/>
                    <a:pt x="315" y="498"/>
                  </a:cubicBezTo>
                  <a:cubicBezTo>
                    <a:pt x="327" y="504"/>
                    <a:pt x="338" y="506"/>
                    <a:pt x="349" y="506"/>
                  </a:cubicBezTo>
                  <a:cubicBezTo>
                    <a:pt x="369" y="506"/>
                    <a:pt x="387" y="497"/>
                    <a:pt x="398" y="481"/>
                  </a:cubicBezTo>
                  <a:cubicBezTo>
                    <a:pt x="414" y="448"/>
                    <a:pt x="406" y="415"/>
                    <a:pt x="381" y="398"/>
                  </a:cubicBezTo>
                  <a:lnTo>
                    <a:pt x="381" y="390"/>
                  </a:lnTo>
                  <a:lnTo>
                    <a:pt x="373" y="390"/>
                  </a:lnTo>
                  <a:cubicBezTo>
                    <a:pt x="373" y="382"/>
                    <a:pt x="365" y="382"/>
                    <a:pt x="365" y="382"/>
                  </a:cubicBezTo>
                  <a:cubicBezTo>
                    <a:pt x="356" y="373"/>
                    <a:pt x="348" y="365"/>
                    <a:pt x="340" y="357"/>
                  </a:cubicBezTo>
                  <a:cubicBezTo>
                    <a:pt x="340" y="357"/>
                    <a:pt x="340" y="357"/>
                    <a:pt x="340" y="349"/>
                  </a:cubicBezTo>
                  <a:lnTo>
                    <a:pt x="331" y="340"/>
                  </a:lnTo>
                  <a:lnTo>
                    <a:pt x="315" y="315"/>
                  </a:lnTo>
                  <a:cubicBezTo>
                    <a:pt x="290" y="274"/>
                    <a:pt x="273" y="241"/>
                    <a:pt x="257" y="199"/>
                  </a:cubicBezTo>
                  <a:cubicBezTo>
                    <a:pt x="215" y="117"/>
                    <a:pt x="157" y="17"/>
                    <a:pt x="5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177;p25"/>
            <p:cNvSpPr/>
            <p:nvPr/>
          </p:nvSpPr>
          <p:spPr>
            <a:xfrm>
              <a:off x="601850" y="1406625"/>
              <a:ext cx="3750" cy="7000"/>
            </a:xfrm>
            <a:custGeom>
              <a:rect b="b" l="l" r="r" t="t"/>
              <a:pathLst>
                <a:path extrusionOk="0" h="280" w="150">
                  <a:moveTo>
                    <a:pt x="38" y="0"/>
                  </a:moveTo>
                  <a:cubicBezTo>
                    <a:pt x="34" y="0"/>
                    <a:pt x="30" y="1"/>
                    <a:pt x="25" y="4"/>
                  </a:cubicBezTo>
                  <a:cubicBezTo>
                    <a:pt x="9" y="4"/>
                    <a:pt x="0" y="20"/>
                    <a:pt x="0" y="37"/>
                  </a:cubicBezTo>
                  <a:cubicBezTo>
                    <a:pt x="0" y="45"/>
                    <a:pt x="0" y="62"/>
                    <a:pt x="0" y="70"/>
                  </a:cubicBezTo>
                  <a:cubicBezTo>
                    <a:pt x="0" y="78"/>
                    <a:pt x="9" y="86"/>
                    <a:pt x="9" y="95"/>
                  </a:cubicBezTo>
                  <a:cubicBezTo>
                    <a:pt x="17" y="111"/>
                    <a:pt x="25" y="128"/>
                    <a:pt x="25" y="144"/>
                  </a:cubicBezTo>
                  <a:cubicBezTo>
                    <a:pt x="42" y="186"/>
                    <a:pt x="50" y="219"/>
                    <a:pt x="67" y="252"/>
                  </a:cubicBezTo>
                  <a:cubicBezTo>
                    <a:pt x="73" y="266"/>
                    <a:pt x="86" y="279"/>
                    <a:pt x="103" y="279"/>
                  </a:cubicBezTo>
                  <a:cubicBezTo>
                    <a:pt x="107" y="279"/>
                    <a:pt x="112" y="278"/>
                    <a:pt x="116" y="277"/>
                  </a:cubicBezTo>
                  <a:cubicBezTo>
                    <a:pt x="133" y="277"/>
                    <a:pt x="149" y="252"/>
                    <a:pt x="149" y="227"/>
                  </a:cubicBezTo>
                  <a:cubicBezTo>
                    <a:pt x="133" y="194"/>
                    <a:pt x="125" y="161"/>
                    <a:pt x="116" y="128"/>
                  </a:cubicBezTo>
                  <a:cubicBezTo>
                    <a:pt x="108" y="111"/>
                    <a:pt x="100" y="86"/>
                    <a:pt x="100" y="70"/>
                  </a:cubicBezTo>
                  <a:cubicBezTo>
                    <a:pt x="91" y="62"/>
                    <a:pt x="91" y="53"/>
                    <a:pt x="91" y="45"/>
                  </a:cubicBezTo>
                  <a:cubicBezTo>
                    <a:pt x="83" y="37"/>
                    <a:pt x="75" y="28"/>
                    <a:pt x="67" y="20"/>
                  </a:cubicBezTo>
                  <a:cubicBezTo>
                    <a:pt x="61" y="8"/>
                    <a:pt x="50" y="0"/>
                    <a:pt x="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178;p25"/>
            <p:cNvSpPr/>
            <p:nvPr/>
          </p:nvSpPr>
          <p:spPr>
            <a:xfrm>
              <a:off x="594800" y="1310375"/>
              <a:ext cx="5425" cy="8900"/>
            </a:xfrm>
            <a:custGeom>
              <a:rect b="b" l="l" r="r" t="t"/>
              <a:pathLst>
                <a:path extrusionOk="0" h="356" w="217">
                  <a:moveTo>
                    <a:pt x="50" y="1"/>
                  </a:moveTo>
                  <a:cubicBezTo>
                    <a:pt x="34" y="9"/>
                    <a:pt x="25" y="17"/>
                    <a:pt x="17" y="26"/>
                  </a:cubicBezTo>
                  <a:cubicBezTo>
                    <a:pt x="1" y="59"/>
                    <a:pt x="9" y="92"/>
                    <a:pt x="25" y="125"/>
                  </a:cubicBezTo>
                  <a:cubicBezTo>
                    <a:pt x="34" y="150"/>
                    <a:pt x="42" y="183"/>
                    <a:pt x="50" y="208"/>
                  </a:cubicBezTo>
                  <a:cubicBezTo>
                    <a:pt x="75" y="249"/>
                    <a:pt x="92" y="291"/>
                    <a:pt x="125" y="332"/>
                  </a:cubicBezTo>
                  <a:cubicBezTo>
                    <a:pt x="131" y="344"/>
                    <a:pt x="149" y="356"/>
                    <a:pt x="168" y="356"/>
                  </a:cubicBezTo>
                  <a:cubicBezTo>
                    <a:pt x="176" y="356"/>
                    <a:pt x="184" y="354"/>
                    <a:pt x="191" y="349"/>
                  </a:cubicBezTo>
                  <a:cubicBezTo>
                    <a:pt x="208" y="332"/>
                    <a:pt x="216" y="307"/>
                    <a:pt x="208" y="282"/>
                  </a:cubicBezTo>
                  <a:cubicBezTo>
                    <a:pt x="175" y="241"/>
                    <a:pt x="166" y="208"/>
                    <a:pt x="150" y="166"/>
                  </a:cubicBezTo>
                  <a:cubicBezTo>
                    <a:pt x="141" y="142"/>
                    <a:pt x="133" y="117"/>
                    <a:pt x="133" y="100"/>
                  </a:cubicBezTo>
                  <a:cubicBezTo>
                    <a:pt x="125" y="84"/>
                    <a:pt x="125" y="75"/>
                    <a:pt x="125" y="59"/>
                  </a:cubicBezTo>
                  <a:cubicBezTo>
                    <a:pt x="125" y="59"/>
                    <a:pt x="125" y="50"/>
                    <a:pt x="117" y="42"/>
                  </a:cubicBezTo>
                  <a:cubicBezTo>
                    <a:pt x="117" y="26"/>
                    <a:pt x="108" y="17"/>
                    <a:pt x="92" y="9"/>
                  </a:cubicBezTo>
                  <a:cubicBezTo>
                    <a:pt x="83" y="1"/>
                    <a:pt x="59" y="1"/>
                    <a:pt x="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79;p25"/>
            <p:cNvSpPr/>
            <p:nvPr/>
          </p:nvSpPr>
          <p:spPr>
            <a:xfrm>
              <a:off x="600600" y="1310175"/>
              <a:ext cx="2525" cy="2725"/>
            </a:xfrm>
            <a:custGeom>
              <a:rect b="b" l="l" r="r" t="t"/>
              <a:pathLst>
                <a:path extrusionOk="0" h="109" w="101">
                  <a:moveTo>
                    <a:pt x="34" y="0"/>
                  </a:moveTo>
                  <a:cubicBezTo>
                    <a:pt x="25" y="0"/>
                    <a:pt x="25" y="0"/>
                    <a:pt x="25" y="9"/>
                  </a:cubicBezTo>
                  <a:cubicBezTo>
                    <a:pt x="17" y="9"/>
                    <a:pt x="17" y="9"/>
                    <a:pt x="9" y="17"/>
                  </a:cubicBezTo>
                  <a:cubicBezTo>
                    <a:pt x="9" y="17"/>
                    <a:pt x="9" y="17"/>
                    <a:pt x="1" y="25"/>
                  </a:cubicBezTo>
                  <a:cubicBezTo>
                    <a:pt x="1" y="25"/>
                    <a:pt x="1" y="25"/>
                    <a:pt x="1" y="34"/>
                  </a:cubicBezTo>
                  <a:cubicBezTo>
                    <a:pt x="1" y="34"/>
                    <a:pt x="1" y="42"/>
                    <a:pt x="1" y="50"/>
                  </a:cubicBezTo>
                  <a:cubicBezTo>
                    <a:pt x="1" y="50"/>
                    <a:pt x="1" y="58"/>
                    <a:pt x="1" y="58"/>
                  </a:cubicBezTo>
                  <a:cubicBezTo>
                    <a:pt x="9" y="67"/>
                    <a:pt x="9" y="75"/>
                    <a:pt x="17" y="83"/>
                  </a:cubicBezTo>
                  <a:cubicBezTo>
                    <a:pt x="17" y="92"/>
                    <a:pt x="25" y="92"/>
                    <a:pt x="34" y="100"/>
                  </a:cubicBezTo>
                  <a:cubicBezTo>
                    <a:pt x="34" y="100"/>
                    <a:pt x="42" y="108"/>
                    <a:pt x="50" y="108"/>
                  </a:cubicBezTo>
                  <a:cubicBezTo>
                    <a:pt x="59" y="108"/>
                    <a:pt x="59" y="108"/>
                    <a:pt x="67" y="100"/>
                  </a:cubicBezTo>
                  <a:cubicBezTo>
                    <a:pt x="75" y="100"/>
                    <a:pt x="83" y="100"/>
                    <a:pt x="83" y="92"/>
                  </a:cubicBezTo>
                  <a:cubicBezTo>
                    <a:pt x="92" y="92"/>
                    <a:pt x="92" y="83"/>
                    <a:pt x="92" y="75"/>
                  </a:cubicBezTo>
                  <a:cubicBezTo>
                    <a:pt x="100" y="75"/>
                    <a:pt x="100" y="67"/>
                    <a:pt x="100" y="58"/>
                  </a:cubicBezTo>
                  <a:cubicBezTo>
                    <a:pt x="100" y="50"/>
                    <a:pt x="100" y="42"/>
                    <a:pt x="92" y="34"/>
                  </a:cubicBezTo>
                  <a:cubicBezTo>
                    <a:pt x="92" y="25"/>
                    <a:pt x="83" y="25"/>
                    <a:pt x="75" y="17"/>
                  </a:cubicBezTo>
                  <a:cubicBezTo>
                    <a:pt x="67" y="17"/>
                    <a:pt x="67" y="9"/>
                    <a:pt x="59" y="9"/>
                  </a:cubicBezTo>
                  <a:cubicBezTo>
                    <a:pt x="50" y="9"/>
                    <a:pt x="50" y="9"/>
                    <a:pt x="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180;p25"/>
            <p:cNvSpPr/>
            <p:nvPr/>
          </p:nvSpPr>
          <p:spPr>
            <a:xfrm>
              <a:off x="707900" y="1310075"/>
              <a:ext cx="5825" cy="8400"/>
            </a:xfrm>
            <a:custGeom>
              <a:rect b="b" l="l" r="r" t="t"/>
              <a:pathLst>
                <a:path extrusionOk="0" h="336" w="233">
                  <a:moveTo>
                    <a:pt x="180" y="0"/>
                  </a:moveTo>
                  <a:cubicBezTo>
                    <a:pt x="168" y="0"/>
                    <a:pt x="158" y="4"/>
                    <a:pt x="150" y="13"/>
                  </a:cubicBezTo>
                  <a:cubicBezTo>
                    <a:pt x="133" y="29"/>
                    <a:pt x="116" y="54"/>
                    <a:pt x="100" y="71"/>
                  </a:cubicBezTo>
                  <a:cubicBezTo>
                    <a:pt x="83" y="96"/>
                    <a:pt x="75" y="112"/>
                    <a:pt x="67" y="137"/>
                  </a:cubicBezTo>
                  <a:cubicBezTo>
                    <a:pt x="42" y="178"/>
                    <a:pt x="25" y="228"/>
                    <a:pt x="9" y="270"/>
                  </a:cubicBezTo>
                  <a:cubicBezTo>
                    <a:pt x="0" y="294"/>
                    <a:pt x="17" y="328"/>
                    <a:pt x="42" y="336"/>
                  </a:cubicBezTo>
                  <a:cubicBezTo>
                    <a:pt x="75" y="336"/>
                    <a:pt x="100" y="328"/>
                    <a:pt x="108" y="294"/>
                  </a:cubicBezTo>
                  <a:lnTo>
                    <a:pt x="116" y="270"/>
                  </a:lnTo>
                  <a:cubicBezTo>
                    <a:pt x="116" y="261"/>
                    <a:pt x="125" y="261"/>
                    <a:pt x="125" y="261"/>
                  </a:cubicBezTo>
                  <a:cubicBezTo>
                    <a:pt x="125" y="253"/>
                    <a:pt x="125" y="245"/>
                    <a:pt x="133" y="245"/>
                  </a:cubicBezTo>
                  <a:cubicBezTo>
                    <a:pt x="141" y="220"/>
                    <a:pt x="150" y="203"/>
                    <a:pt x="158" y="187"/>
                  </a:cubicBezTo>
                  <a:cubicBezTo>
                    <a:pt x="183" y="145"/>
                    <a:pt x="199" y="104"/>
                    <a:pt x="224" y="71"/>
                  </a:cubicBezTo>
                  <a:cubicBezTo>
                    <a:pt x="232" y="46"/>
                    <a:pt x="232" y="21"/>
                    <a:pt x="216" y="13"/>
                  </a:cubicBezTo>
                  <a:cubicBezTo>
                    <a:pt x="203" y="4"/>
                    <a:pt x="191" y="0"/>
                    <a:pt x="18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81;p25"/>
            <p:cNvSpPr/>
            <p:nvPr/>
          </p:nvSpPr>
          <p:spPr>
            <a:xfrm>
              <a:off x="713700" y="1312800"/>
              <a:ext cx="5400" cy="7225"/>
            </a:xfrm>
            <a:custGeom>
              <a:rect b="b" l="l" r="r" t="t"/>
              <a:pathLst>
                <a:path extrusionOk="0" h="289" w="216">
                  <a:moveTo>
                    <a:pt x="188" y="0"/>
                  </a:moveTo>
                  <a:cubicBezTo>
                    <a:pt x="183" y="0"/>
                    <a:pt x="179" y="1"/>
                    <a:pt x="174" y="3"/>
                  </a:cubicBezTo>
                  <a:cubicBezTo>
                    <a:pt x="166" y="11"/>
                    <a:pt x="158" y="11"/>
                    <a:pt x="150" y="20"/>
                  </a:cubicBezTo>
                  <a:cubicBezTo>
                    <a:pt x="141" y="36"/>
                    <a:pt x="133" y="45"/>
                    <a:pt x="125" y="53"/>
                  </a:cubicBezTo>
                  <a:cubicBezTo>
                    <a:pt x="108" y="78"/>
                    <a:pt x="100" y="94"/>
                    <a:pt x="83" y="111"/>
                  </a:cubicBezTo>
                  <a:cubicBezTo>
                    <a:pt x="58" y="144"/>
                    <a:pt x="42" y="185"/>
                    <a:pt x="17" y="227"/>
                  </a:cubicBezTo>
                  <a:cubicBezTo>
                    <a:pt x="0" y="243"/>
                    <a:pt x="9" y="268"/>
                    <a:pt x="25" y="285"/>
                  </a:cubicBezTo>
                  <a:cubicBezTo>
                    <a:pt x="32" y="287"/>
                    <a:pt x="39" y="288"/>
                    <a:pt x="45" y="288"/>
                  </a:cubicBezTo>
                  <a:cubicBezTo>
                    <a:pt x="63" y="288"/>
                    <a:pt x="79" y="280"/>
                    <a:pt x="92" y="268"/>
                  </a:cubicBezTo>
                  <a:cubicBezTo>
                    <a:pt x="108" y="227"/>
                    <a:pt x="141" y="194"/>
                    <a:pt x="158" y="152"/>
                  </a:cubicBezTo>
                  <a:cubicBezTo>
                    <a:pt x="174" y="136"/>
                    <a:pt x="183" y="119"/>
                    <a:pt x="191" y="94"/>
                  </a:cubicBezTo>
                  <a:cubicBezTo>
                    <a:pt x="199" y="86"/>
                    <a:pt x="208" y="78"/>
                    <a:pt x="208" y="61"/>
                  </a:cubicBezTo>
                  <a:cubicBezTo>
                    <a:pt x="216" y="53"/>
                    <a:pt x="216" y="36"/>
                    <a:pt x="216" y="28"/>
                  </a:cubicBezTo>
                  <a:cubicBezTo>
                    <a:pt x="216" y="9"/>
                    <a:pt x="202" y="0"/>
                    <a:pt x="1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82;p25"/>
            <p:cNvSpPr/>
            <p:nvPr/>
          </p:nvSpPr>
          <p:spPr>
            <a:xfrm>
              <a:off x="755175" y="1498975"/>
              <a:ext cx="10550" cy="19000"/>
            </a:xfrm>
            <a:custGeom>
              <a:rect b="b" l="l" r="r" t="t"/>
              <a:pathLst>
                <a:path extrusionOk="0" h="760" w="422">
                  <a:moveTo>
                    <a:pt x="59" y="0"/>
                  </a:moveTo>
                  <a:cubicBezTo>
                    <a:pt x="27" y="0"/>
                    <a:pt x="0" y="29"/>
                    <a:pt x="7" y="63"/>
                  </a:cubicBezTo>
                  <a:cubicBezTo>
                    <a:pt x="15" y="88"/>
                    <a:pt x="23" y="104"/>
                    <a:pt x="32" y="121"/>
                  </a:cubicBezTo>
                  <a:cubicBezTo>
                    <a:pt x="40" y="171"/>
                    <a:pt x="73" y="229"/>
                    <a:pt x="98" y="278"/>
                  </a:cubicBezTo>
                  <a:cubicBezTo>
                    <a:pt x="115" y="320"/>
                    <a:pt x="139" y="369"/>
                    <a:pt x="156" y="419"/>
                  </a:cubicBezTo>
                  <a:cubicBezTo>
                    <a:pt x="173" y="469"/>
                    <a:pt x="189" y="527"/>
                    <a:pt x="197" y="577"/>
                  </a:cubicBezTo>
                  <a:cubicBezTo>
                    <a:pt x="214" y="610"/>
                    <a:pt x="222" y="643"/>
                    <a:pt x="231" y="676"/>
                  </a:cubicBezTo>
                  <a:cubicBezTo>
                    <a:pt x="247" y="701"/>
                    <a:pt x="264" y="734"/>
                    <a:pt x="289" y="751"/>
                  </a:cubicBezTo>
                  <a:cubicBezTo>
                    <a:pt x="298" y="757"/>
                    <a:pt x="309" y="760"/>
                    <a:pt x="320" y="760"/>
                  </a:cubicBezTo>
                  <a:cubicBezTo>
                    <a:pt x="338" y="760"/>
                    <a:pt x="356" y="752"/>
                    <a:pt x="371" y="742"/>
                  </a:cubicBezTo>
                  <a:cubicBezTo>
                    <a:pt x="421" y="693"/>
                    <a:pt x="405" y="585"/>
                    <a:pt x="388" y="519"/>
                  </a:cubicBezTo>
                  <a:cubicBezTo>
                    <a:pt x="371" y="452"/>
                    <a:pt x="347" y="386"/>
                    <a:pt x="322" y="328"/>
                  </a:cubicBezTo>
                  <a:cubicBezTo>
                    <a:pt x="297" y="270"/>
                    <a:pt x="264" y="212"/>
                    <a:pt x="231" y="162"/>
                  </a:cubicBezTo>
                  <a:cubicBezTo>
                    <a:pt x="206" y="129"/>
                    <a:pt x="189" y="96"/>
                    <a:pt x="164" y="71"/>
                  </a:cubicBezTo>
                  <a:cubicBezTo>
                    <a:pt x="139" y="46"/>
                    <a:pt x="115" y="21"/>
                    <a:pt x="81" y="5"/>
                  </a:cubicBez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183;p25"/>
            <p:cNvSpPr/>
            <p:nvPr/>
          </p:nvSpPr>
          <p:spPr>
            <a:xfrm>
              <a:off x="761975" y="1522200"/>
              <a:ext cx="2925" cy="7650"/>
            </a:xfrm>
            <a:custGeom>
              <a:rect b="b" l="l" r="r" t="t"/>
              <a:pathLst>
                <a:path extrusionOk="0" h="306" w="117">
                  <a:moveTo>
                    <a:pt x="38" y="1"/>
                  </a:moveTo>
                  <a:cubicBezTo>
                    <a:pt x="34" y="1"/>
                    <a:pt x="29" y="2"/>
                    <a:pt x="25" y="4"/>
                  </a:cubicBezTo>
                  <a:cubicBezTo>
                    <a:pt x="8" y="4"/>
                    <a:pt x="0" y="29"/>
                    <a:pt x="0" y="45"/>
                  </a:cubicBezTo>
                  <a:cubicBezTo>
                    <a:pt x="17" y="128"/>
                    <a:pt x="33" y="203"/>
                    <a:pt x="58" y="286"/>
                  </a:cubicBezTo>
                  <a:cubicBezTo>
                    <a:pt x="58" y="298"/>
                    <a:pt x="67" y="305"/>
                    <a:pt x="78" y="305"/>
                  </a:cubicBezTo>
                  <a:cubicBezTo>
                    <a:pt x="82" y="305"/>
                    <a:pt x="87" y="304"/>
                    <a:pt x="91" y="302"/>
                  </a:cubicBezTo>
                  <a:cubicBezTo>
                    <a:pt x="108" y="302"/>
                    <a:pt x="116" y="286"/>
                    <a:pt x="116" y="269"/>
                  </a:cubicBezTo>
                  <a:cubicBezTo>
                    <a:pt x="99" y="186"/>
                    <a:pt x="83" y="103"/>
                    <a:pt x="66" y="29"/>
                  </a:cubicBezTo>
                  <a:cubicBezTo>
                    <a:pt x="66" y="10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" name="Google Shape;184;p25"/>
            <p:cNvSpPr/>
            <p:nvPr/>
          </p:nvSpPr>
          <p:spPr>
            <a:xfrm>
              <a:off x="511125" y="1514400"/>
              <a:ext cx="15750" cy="18725"/>
            </a:xfrm>
            <a:custGeom>
              <a:rect b="b" l="l" r="r" t="t"/>
              <a:pathLst>
                <a:path extrusionOk="0" h="749" w="630">
                  <a:moveTo>
                    <a:pt x="567" y="1"/>
                  </a:moveTo>
                  <a:cubicBezTo>
                    <a:pt x="558" y="1"/>
                    <a:pt x="549" y="3"/>
                    <a:pt x="539" y="9"/>
                  </a:cubicBezTo>
                  <a:cubicBezTo>
                    <a:pt x="439" y="67"/>
                    <a:pt x="340" y="142"/>
                    <a:pt x="257" y="225"/>
                  </a:cubicBezTo>
                  <a:cubicBezTo>
                    <a:pt x="174" y="316"/>
                    <a:pt x="108" y="415"/>
                    <a:pt x="58" y="523"/>
                  </a:cubicBezTo>
                  <a:cubicBezTo>
                    <a:pt x="33" y="573"/>
                    <a:pt x="0" y="647"/>
                    <a:pt x="17" y="705"/>
                  </a:cubicBezTo>
                  <a:cubicBezTo>
                    <a:pt x="24" y="733"/>
                    <a:pt x="48" y="749"/>
                    <a:pt x="70" y="749"/>
                  </a:cubicBezTo>
                  <a:cubicBezTo>
                    <a:pt x="74" y="749"/>
                    <a:pt x="79" y="748"/>
                    <a:pt x="83" y="747"/>
                  </a:cubicBezTo>
                  <a:cubicBezTo>
                    <a:pt x="116" y="738"/>
                    <a:pt x="133" y="697"/>
                    <a:pt x="149" y="672"/>
                  </a:cubicBezTo>
                  <a:cubicBezTo>
                    <a:pt x="174" y="622"/>
                    <a:pt x="199" y="564"/>
                    <a:pt x="224" y="515"/>
                  </a:cubicBezTo>
                  <a:cubicBezTo>
                    <a:pt x="257" y="465"/>
                    <a:pt x="290" y="415"/>
                    <a:pt x="323" y="366"/>
                  </a:cubicBezTo>
                  <a:cubicBezTo>
                    <a:pt x="398" y="266"/>
                    <a:pt x="481" y="167"/>
                    <a:pt x="589" y="92"/>
                  </a:cubicBezTo>
                  <a:cubicBezTo>
                    <a:pt x="630" y="58"/>
                    <a:pt x="608" y="1"/>
                    <a:pt x="56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" name="Google Shape;185;p25"/>
            <p:cNvSpPr/>
            <p:nvPr/>
          </p:nvSpPr>
          <p:spPr>
            <a:xfrm>
              <a:off x="520850" y="1544250"/>
              <a:ext cx="1900" cy="5400"/>
            </a:xfrm>
            <a:custGeom>
              <a:rect b="b" l="l" r="r" t="t"/>
              <a:pathLst>
                <a:path extrusionOk="0" h="216" w="76">
                  <a:moveTo>
                    <a:pt x="42" y="0"/>
                  </a:moveTo>
                  <a:cubicBezTo>
                    <a:pt x="26" y="0"/>
                    <a:pt x="17" y="8"/>
                    <a:pt x="17" y="25"/>
                  </a:cubicBezTo>
                  <a:cubicBezTo>
                    <a:pt x="9" y="50"/>
                    <a:pt x="9" y="83"/>
                    <a:pt x="9" y="108"/>
                  </a:cubicBezTo>
                  <a:cubicBezTo>
                    <a:pt x="9" y="124"/>
                    <a:pt x="1" y="141"/>
                    <a:pt x="1" y="149"/>
                  </a:cubicBezTo>
                  <a:cubicBezTo>
                    <a:pt x="1" y="166"/>
                    <a:pt x="9" y="182"/>
                    <a:pt x="9" y="199"/>
                  </a:cubicBezTo>
                  <a:cubicBezTo>
                    <a:pt x="9" y="207"/>
                    <a:pt x="17" y="215"/>
                    <a:pt x="26" y="215"/>
                  </a:cubicBezTo>
                  <a:cubicBezTo>
                    <a:pt x="34" y="215"/>
                    <a:pt x="42" y="215"/>
                    <a:pt x="50" y="199"/>
                  </a:cubicBezTo>
                  <a:cubicBezTo>
                    <a:pt x="50" y="191"/>
                    <a:pt x="59" y="174"/>
                    <a:pt x="59" y="157"/>
                  </a:cubicBezTo>
                  <a:cubicBezTo>
                    <a:pt x="59" y="149"/>
                    <a:pt x="67" y="133"/>
                    <a:pt x="67" y="116"/>
                  </a:cubicBezTo>
                  <a:lnTo>
                    <a:pt x="75" y="25"/>
                  </a:lnTo>
                  <a:cubicBezTo>
                    <a:pt x="75" y="8"/>
                    <a:pt x="59" y="0"/>
                    <a:pt x="4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86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" name="Google Shape;187;p26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 flipH="1"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188" name="Google Shape;188;p26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" name="Google Shape;189;p26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Fredoka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Font typeface="Fredoka"/>
              <a:buNone/>
              <a:defRPr sz="3600">
                <a:latin typeface="Fredoka"/>
                <a:ea typeface="Fredoka"/>
                <a:cs typeface="Fredoka"/>
                <a:sym typeface="Fredoka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Font typeface="Fredoka"/>
              <a:buNone/>
              <a:defRPr sz="3600">
                <a:latin typeface="Fredoka"/>
                <a:ea typeface="Fredoka"/>
                <a:cs typeface="Fredoka"/>
                <a:sym typeface="Fredoka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Font typeface="Fredoka"/>
              <a:buNone/>
              <a:defRPr sz="3600">
                <a:latin typeface="Fredoka"/>
                <a:ea typeface="Fredoka"/>
                <a:cs typeface="Fredoka"/>
                <a:sym typeface="Fredoka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Font typeface="Fredoka"/>
              <a:buNone/>
              <a:defRPr sz="3600">
                <a:latin typeface="Fredoka"/>
                <a:ea typeface="Fredoka"/>
                <a:cs typeface="Fredoka"/>
                <a:sym typeface="Fredoka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Font typeface="Fredoka"/>
              <a:buNone/>
              <a:defRPr sz="3600">
                <a:latin typeface="Fredoka"/>
                <a:ea typeface="Fredoka"/>
                <a:cs typeface="Fredoka"/>
                <a:sym typeface="Fredoka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Font typeface="Fredoka"/>
              <a:buNone/>
              <a:defRPr sz="3600">
                <a:latin typeface="Fredoka"/>
                <a:ea typeface="Fredoka"/>
                <a:cs typeface="Fredoka"/>
                <a:sym typeface="Fredoka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Font typeface="Fredoka"/>
              <a:buNone/>
              <a:defRPr sz="3600">
                <a:latin typeface="Fredoka"/>
                <a:ea typeface="Fredoka"/>
                <a:cs typeface="Fredoka"/>
                <a:sym typeface="Fredoka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Font typeface="Fredoka"/>
              <a:buNone/>
              <a:defRPr sz="3600">
                <a:latin typeface="Fredoka"/>
                <a:ea typeface="Fredoka"/>
                <a:cs typeface="Fredoka"/>
                <a:sym typeface="Fredoka"/>
              </a:defRPr>
            </a:lvl9pPr>
          </a:lstStyle>
          <a:p/>
        </p:txBody>
      </p:sp>
      <p:sp>
        <p:nvSpPr>
          <p:cNvPr id="190" name="Google Shape;190;p26"/>
          <p:cNvSpPr txBox="1"/>
          <p:nvPr>
            <p:ph idx="1" type="body"/>
          </p:nvPr>
        </p:nvSpPr>
        <p:spPr>
          <a:xfrm>
            <a:off x="720000" y="1401575"/>
            <a:ext cx="7710900" cy="320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2385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1pPr>
            <a:lvl2pPr indent="-32385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○"/>
              <a:defRPr/>
            </a:lvl2pPr>
            <a:lvl3pPr indent="-32385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■"/>
              <a:defRPr/>
            </a:lvl3pPr>
            <a:lvl4pPr indent="-32385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●"/>
              <a:defRPr/>
            </a:lvl4pPr>
            <a:lvl5pPr indent="-32385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○"/>
              <a:defRPr/>
            </a:lvl5pPr>
            <a:lvl6pPr indent="-32385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■"/>
              <a:defRPr/>
            </a:lvl6pPr>
            <a:lvl7pPr indent="-32385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●"/>
              <a:defRPr/>
            </a:lvl7pPr>
            <a:lvl8pPr indent="-32385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○"/>
              <a:defRPr/>
            </a:lvl8pPr>
            <a:lvl9pPr indent="-32385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■"/>
              <a:defRPr/>
            </a:lvl9pPr>
          </a:lstStyle>
          <a:p/>
        </p:txBody>
      </p:sp>
      <p:grpSp>
        <p:nvGrpSpPr>
          <p:cNvPr id="191" name="Google Shape;191;p26"/>
          <p:cNvGrpSpPr/>
          <p:nvPr/>
        </p:nvGrpSpPr>
        <p:grpSpPr>
          <a:xfrm flipH="1">
            <a:off x="7986748" y="3987912"/>
            <a:ext cx="907796" cy="1003184"/>
            <a:chOff x="6388650" y="4086150"/>
            <a:chExt cx="448250" cy="495375"/>
          </a:xfrm>
        </p:grpSpPr>
        <p:sp>
          <p:nvSpPr>
            <p:cNvPr id="192" name="Google Shape;192;p26"/>
            <p:cNvSpPr/>
            <p:nvPr/>
          </p:nvSpPr>
          <p:spPr>
            <a:xfrm>
              <a:off x="6477925" y="4416825"/>
              <a:ext cx="278825" cy="161100"/>
            </a:xfrm>
            <a:custGeom>
              <a:rect b="b" l="l" r="r" t="t"/>
              <a:pathLst>
                <a:path extrusionOk="0" h="6444" w="11153">
                  <a:moveTo>
                    <a:pt x="2030" y="0"/>
                  </a:moveTo>
                  <a:cubicBezTo>
                    <a:pt x="1318" y="671"/>
                    <a:pt x="771" y="1525"/>
                    <a:pt x="439" y="2444"/>
                  </a:cubicBezTo>
                  <a:cubicBezTo>
                    <a:pt x="356" y="2560"/>
                    <a:pt x="290" y="2693"/>
                    <a:pt x="240" y="2817"/>
                  </a:cubicBezTo>
                  <a:cubicBezTo>
                    <a:pt x="149" y="3041"/>
                    <a:pt x="75" y="3265"/>
                    <a:pt x="42" y="3497"/>
                  </a:cubicBezTo>
                  <a:cubicBezTo>
                    <a:pt x="0" y="3762"/>
                    <a:pt x="42" y="3969"/>
                    <a:pt x="224" y="4168"/>
                  </a:cubicBezTo>
                  <a:cubicBezTo>
                    <a:pt x="381" y="4342"/>
                    <a:pt x="555" y="4491"/>
                    <a:pt x="738" y="4632"/>
                  </a:cubicBezTo>
                  <a:cubicBezTo>
                    <a:pt x="1483" y="5212"/>
                    <a:pt x="2395" y="5576"/>
                    <a:pt x="3289" y="5866"/>
                  </a:cubicBezTo>
                  <a:cubicBezTo>
                    <a:pt x="4500" y="6252"/>
                    <a:pt x="5777" y="6444"/>
                    <a:pt x="7052" y="6444"/>
                  </a:cubicBezTo>
                  <a:cubicBezTo>
                    <a:pt x="7749" y="6444"/>
                    <a:pt x="8446" y="6386"/>
                    <a:pt x="9131" y="6272"/>
                  </a:cubicBezTo>
                  <a:cubicBezTo>
                    <a:pt x="9603" y="6189"/>
                    <a:pt x="10200" y="6131"/>
                    <a:pt x="10548" y="5767"/>
                  </a:cubicBezTo>
                  <a:cubicBezTo>
                    <a:pt x="10730" y="5568"/>
                    <a:pt x="10813" y="5311"/>
                    <a:pt x="10887" y="5054"/>
                  </a:cubicBezTo>
                  <a:cubicBezTo>
                    <a:pt x="10970" y="4773"/>
                    <a:pt x="11061" y="4466"/>
                    <a:pt x="11053" y="4168"/>
                  </a:cubicBezTo>
                  <a:cubicBezTo>
                    <a:pt x="11053" y="4126"/>
                    <a:pt x="11036" y="4085"/>
                    <a:pt x="11012" y="4060"/>
                  </a:cubicBezTo>
                  <a:cubicBezTo>
                    <a:pt x="11020" y="3985"/>
                    <a:pt x="11020" y="3919"/>
                    <a:pt x="11020" y="3845"/>
                  </a:cubicBezTo>
                  <a:cubicBezTo>
                    <a:pt x="11086" y="3347"/>
                    <a:pt x="11136" y="2850"/>
                    <a:pt x="11152" y="2353"/>
                  </a:cubicBezTo>
                  <a:cubicBezTo>
                    <a:pt x="11152" y="2290"/>
                    <a:pt x="11130" y="2203"/>
                    <a:pt x="11070" y="2203"/>
                  </a:cubicBezTo>
                  <a:cubicBezTo>
                    <a:pt x="11067" y="2203"/>
                    <a:pt x="11064" y="2204"/>
                    <a:pt x="11061" y="2204"/>
                  </a:cubicBezTo>
                  <a:lnTo>
                    <a:pt x="203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193;p26"/>
            <p:cNvSpPr/>
            <p:nvPr/>
          </p:nvSpPr>
          <p:spPr>
            <a:xfrm>
              <a:off x="6524725" y="4404600"/>
              <a:ext cx="228075" cy="141075"/>
            </a:xfrm>
            <a:custGeom>
              <a:rect b="b" l="l" r="r" t="t"/>
              <a:pathLst>
                <a:path extrusionOk="0" h="5643" w="9123">
                  <a:moveTo>
                    <a:pt x="829" y="0"/>
                  </a:moveTo>
                  <a:cubicBezTo>
                    <a:pt x="804" y="50"/>
                    <a:pt x="796" y="100"/>
                    <a:pt x="779" y="149"/>
                  </a:cubicBezTo>
                  <a:cubicBezTo>
                    <a:pt x="755" y="249"/>
                    <a:pt x="738" y="357"/>
                    <a:pt x="721" y="464"/>
                  </a:cubicBezTo>
                  <a:cubicBezTo>
                    <a:pt x="713" y="580"/>
                    <a:pt x="713" y="696"/>
                    <a:pt x="713" y="812"/>
                  </a:cubicBezTo>
                  <a:cubicBezTo>
                    <a:pt x="721" y="870"/>
                    <a:pt x="721" y="920"/>
                    <a:pt x="721" y="970"/>
                  </a:cubicBezTo>
                  <a:cubicBezTo>
                    <a:pt x="721" y="1028"/>
                    <a:pt x="730" y="1086"/>
                    <a:pt x="705" y="1135"/>
                  </a:cubicBezTo>
                  <a:cubicBezTo>
                    <a:pt x="700" y="1153"/>
                    <a:pt x="687" y="1161"/>
                    <a:pt x="672" y="1161"/>
                  </a:cubicBezTo>
                  <a:cubicBezTo>
                    <a:pt x="659" y="1161"/>
                    <a:pt x="646" y="1155"/>
                    <a:pt x="639" y="1144"/>
                  </a:cubicBezTo>
                  <a:cubicBezTo>
                    <a:pt x="597" y="1102"/>
                    <a:pt x="581" y="1028"/>
                    <a:pt x="572" y="970"/>
                  </a:cubicBezTo>
                  <a:cubicBezTo>
                    <a:pt x="556" y="903"/>
                    <a:pt x="556" y="837"/>
                    <a:pt x="547" y="771"/>
                  </a:cubicBezTo>
                  <a:cubicBezTo>
                    <a:pt x="547" y="638"/>
                    <a:pt x="556" y="514"/>
                    <a:pt x="572" y="390"/>
                  </a:cubicBezTo>
                  <a:cubicBezTo>
                    <a:pt x="589" y="282"/>
                    <a:pt x="605" y="174"/>
                    <a:pt x="647" y="75"/>
                  </a:cubicBezTo>
                  <a:lnTo>
                    <a:pt x="647" y="75"/>
                  </a:lnTo>
                  <a:cubicBezTo>
                    <a:pt x="531" y="183"/>
                    <a:pt x="407" y="307"/>
                    <a:pt x="299" y="439"/>
                  </a:cubicBezTo>
                  <a:lnTo>
                    <a:pt x="299" y="448"/>
                  </a:lnTo>
                  <a:cubicBezTo>
                    <a:pt x="299" y="456"/>
                    <a:pt x="299" y="473"/>
                    <a:pt x="299" y="481"/>
                  </a:cubicBezTo>
                  <a:cubicBezTo>
                    <a:pt x="291" y="522"/>
                    <a:pt x="282" y="555"/>
                    <a:pt x="274" y="597"/>
                  </a:cubicBezTo>
                  <a:cubicBezTo>
                    <a:pt x="266" y="671"/>
                    <a:pt x="257" y="746"/>
                    <a:pt x="249" y="812"/>
                  </a:cubicBezTo>
                  <a:cubicBezTo>
                    <a:pt x="233" y="961"/>
                    <a:pt x="216" y="1110"/>
                    <a:pt x="216" y="1268"/>
                  </a:cubicBezTo>
                  <a:cubicBezTo>
                    <a:pt x="216" y="1417"/>
                    <a:pt x="233" y="1574"/>
                    <a:pt x="249" y="1724"/>
                  </a:cubicBezTo>
                  <a:cubicBezTo>
                    <a:pt x="266" y="1856"/>
                    <a:pt x="324" y="2014"/>
                    <a:pt x="291" y="2138"/>
                  </a:cubicBezTo>
                  <a:cubicBezTo>
                    <a:pt x="286" y="2160"/>
                    <a:pt x="270" y="2168"/>
                    <a:pt x="253" y="2168"/>
                  </a:cubicBezTo>
                  <a:cubicBezTo>
                    <a:pt x="239" y="2168"/>
                    <a:pt x="224" y="2162"/>
                    <a:pt x="216" y="2154"/>
                  </a:cubicBezTo>
                  <a:cubicBezTo>
                    <a:pt x="158" y="2096"/>
                    <a:pt x="133" y="1997"/>
                    <a:pt x="117" y="1922"/>
                  </a:cubicBezTo>
                  <a:cubicBezTo>
                    <a:pt x="100" y="1840"/>
                    <a:pt x="92" y="1757"/>
                    <a:pt x="84" y="1666"/>
                  </a:cubicBezTo>
                  <a:cubicBezTo>
                    <a:pt x="67" y="1500"/>
                    <a:pt x="59" y="1334"/>
                    <a:pt x="67" y="1168"/>
                  </a:cubicBezTo>
                  <a:cubicBezTo>
                    <a:pt x="75" y="1052"/>
                    <a:pt x="84" y="928"/>
                    <a:pt x="100" y="812"/>
                  </a:cubicBezTo>
                  <a:lnTo>
                    <a:pt x="100" y="812"/>
                  </a:lnTo>
                  <a:cubicBezTo>
                    <a:pt x="59" y="936"/>
                    <a:pt x="34" y="1061"/>
                    <a:pt x="26" y="1202"/>
                  </a:cubicBezTo>
                  <a:cubicBezTo>
                    <a:pt x="1" y="1500"/>
                    <a:pt x="50" y="1806"/>
                    <a:pt x="100" y="2105"/>
                  </a:cubicBezTo>
                  <a:cubicBezTo>
                    <a:pt x="208" y="2751"/>
                    <a:pt x="382" y="3372"/>
                    <a:pt x="622" y="3977"/>
                  </a:cubicBezTo>
                  <a:cubicBezTo>
                    <a:pt x="630" y="4002"/>
                    <a:pt x="630" y="4027"/>
                    <a:pt x="622" y="4044"/>
                  </a:cubicBezTo>
                  <a:cubicBezTo>
                    <a:pt x="879" y="4193"/>
                    <a:pt x="1078" y="4416"/>
                    <a:pt x="1277" y="4632"/>
                  </a:cubicBezTo>
                  <a:cubicBezTo>
                    <a:pt x="1517" y="4897"/>
                    <a:pt x="1782" y="5129"/>
                    <a:pt x="2105" y="5286"/>
                  </a:cubicBezTo>
                  <a:cubicBezTo>
                    <a:pt x="2751" y="5593"/>
                    <a:pt x="3472" y="5643"/>
                    <a:pt x="4177" y="5643"/>
                  </a:cubicBezTo>
                  <a:cubicBezTo>
                    <a:pt x="4881" y="5634"/>
                    <a:pt x="5610" y="5643"/>
                    <a:pt x="6298" y="5477"/>
                  </a:cubicBezTo>
                  <a:cubicBezTo>
                    <a:pt x="6629" y="5402"/>
                    <a:pt x="6952" y="5270"/>
                    <a:pt x="7234" y="5079"/>
                  </a:cubicBezTo>
                  <a:cubicBezTo>
                    <a:pt x="7540" y="4872"/>
                    <a:pt x="7797" y="4599"/>
                    <a:pt x="8062" y="4350"/>
                  </a:cubicBezTo>
                  <a:cubicBezTo>
                    <a:pt x="8212" y="4209"/>
                    <a:pt x="8352" y="4068"/>
                    <a:pt x="8493" y="3928"/>
                  </a:cubicBezTo>
                  <a:cubicBezTo>
                    <a:pt x="8626" y="3803"/>
                    <a:pt x="8758" y="3679"/>
                    <a:pt x="8866" y="3538"/>
                  </a:cubicBezTo>
                  <a:cubicBezTo>
                    <a:pt x="9057" y="3290"/>
                    <a:pt x="9098" y="2983"/>
                    <a:pt x="9123" y="2676"/>
                  </a:cubicBezTo>
                  <a:lnTo>
                    <a:pt x="9123" y="2676"/>
                  </a:lnTo>
                  <a:cubicBezTo>
                    <a:pt x="8792" y="2850"/>
                    <a:pt x="8468" y="3033"/>
                    <a:pt x="8137" y="3207"/>
                  </a:cubicBezTo>
                  <a:cubicBezTo>
                    <a:pt x="7723" y="3737"/>
                    <a:pt x="7159" y="4126"/>
                    <a:pt x="6538" y="4358"/>
                  </a:cubicBezTo>
                  <a:lnTo>
                    <a:pt x="6530" y="4358"/>
                  </a:lnTo>
                  <a:cubicBezTo>
                    <a:pt x="5963" y="4572"/>
                    <a:pt x="5351" y="4661"/>
                    <a:pt x="4746" y="4661"/>
                  </a:cubicBezTo>
                  <a:cubicBezTo>
                    <a:pt x="4669" y="4661"/>
                    <a:pt x="4593" y="4659"/>
                    <a:pt x="4516" y="4657"/>
                  </a:cubicBezTo>
                  <a:cubicBezTo>
                    <a:pt x="3878" y="4640"/>
                    <a:pt x="3232" y="4532"/>
                    <a:pt x="2660" y="4242"/>
                  </a:cubicBezTo>
                  <a:cubicBezTo>
                    <a:pt x="2122" y="3961"/>
                    <a:pt x="1691" y="3546"/>
                    <a:pt x="1426" y="3000"/>
                  </a:cubicBezTo>
                  <a:cubicBezTo>
                    <a:pt x="1277" y="2701"/>
                    <a:pt x="1169" y="2378"/>
                    <a:pt x="1078" y="2047"/>
                  </a:cubicBezTo>
                  <a:cubicBezTo>
                    <a:pt x="1011" y="1790"/>
                    <a:pt x="953" y="1508"/>
                    <a:pt x="945" y="1235"/>
                  </a:cubicBezTo>
                  <a:cubicBezTo>
                    <a:pt x="912" y="1185"/>
                    <a:pt x="887" y="1135"/>
                    <a:pt x="871" y="1077"/>
                  </a:cubicBezTo>
                  <a:cubicBezTo>
                    <a:pt x="804" y="845"/>
                    <a:pt x="862" y="597"/>
                    <a:pt x="862" y="357"/>
                  </a:cubicBezTo>
                  <a:cubicBezTo>
                    <a:pt x="862" y="241"/>
                    <a:pt x="854" y="116"/>
                    <a:pt x="8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194;p26"/>
            <p:cNvSpPr/>
            <p:nvPr/>
          </p:nvSpPr>
          <p:spPr>
            <a:xfrm>
              <a:off x="6790075" y="4405000"/>
              <a:ext cx="13700" cy="34000"/>
            </a:xfrm>
            <a:custGeom>
              <a:rect b="b" l="l" r="r" t="t"/>
              <a:pathLst>
                <a:path extrusionOk="0" h="1360" w="548">
                  <a:moveTo>
                    <a:pt x="0" y="1"/>
                  </a:moveTo>
                  <a:lnTo>
                    <a:pt x="0" y="1"/>
                  </a:lnTo>
                  <a:cubicBezTo>
                    <a:pt x="100" y="158"/>
                    <a:pt x="158" y="349"/>
                    <a:pt x="199" y="548"/>
                  </a:cubicBezTo>
                  <a:cubicBezTo>
                    <a:pt x="232" y="705"/>
                    <a:pt x="257" y="863"/>
                    <a:pt x="299" y="1020"/>
                  </a:cubicBezTo>
                  <a:cubicBezTo>
                    <a:pt x="332" y="1144"/>
                    <a:pt x="382" y="1260"/>
                    <a:pt x="448" y="1360"/>
                  </a:cubicBezTo>
                  <a:cubicBezTo>
                    <a:pt x="473" y="1302"/>
                    <a:pt x="489" y="1252"/>
                    <a:pt x="506" y="1194"/>
                  </a:cubicBezTo>
                  <a:lnTo>
                    <a:pt x="506" y="1186"/>
                  </a:lnTo>
                  <a:cubicBezTo>
                    <a:pt x="514" y="1103"/>
                    <a:pt x="531" y="1028"/>
                    <a:pt x="539" y="954"/>
                  </a:cubicBezTo>
                  <a:cubicBezTo>
                    <a:pt x="547" y="929"/>
                    <a:pt x="547" y="904"/>
                    <a:pt x="547" y="879"/>
                  </a:cubicBezTo>
                  <a:cubicBezTo>
                    <a:pt x="522" y="771"/>
                    <a:pt x="481" y="672"/>
                    <a:pt x="439" y="564"/>
                  </a:cubicBezTo>
                  <a:cubicBezTo>
                    <a:pt x="390" y="448"/>
                    <a:pt x="340" y="316"/>
                    <a:pt x="257" y="208"/>
                  </a:cubicBezTo>
                  <a:cubicBezTo>
                    <a:pt x="191" y="117"/>
                    <a:pt x="100" y="5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195;p26"/>
            <p:cNvSpPr/>
            <p:nvPr/>
          </p:nvSpPr>
          <p:spPr>
            <a:xfrm>
              <a:off x="6391325" y="4090150"/>
              <a:ext cx="440825" cy="425300"/>
            </a:xfrm>
            <a:custGeom>
              <a:rect b="b" l="l" r="r" t="t"/>
              <a:pathLst>
                <a:path extrusionOk="0" h="17012" w="17633">
                  <a:moveTo>
                    <a:pt x="12504" y="1"/>
                  </a:moveTo>
                  <a:cubicBezTo>
                    <a:pt x="12388" y="1"/>
                    <a:pt x="12276" y="30"/>
                    <a:pt x="12180" y="109"/>
                  </a:cubicBezTo>
                  <a:cubicBezTo>
                    <a:pt x="12081" y="191"/>
                    <a:pt x="12015" y="307"/>
                    <a:pt x="11973" y="432"/>
                  </a:cubicBezTo>
                  <a:cubicBezTo>
                    <a:pt x="11849" y="747"/>
                    <a:pt x="11832" y="1111"/>
                    <a:pt x="11791" y="1443"/>
                  </a:cubicBezTo>
                  <a:cubicBezTo>
                    <a:pt x="11741" y="1840"/>
                    <a:pt x="11700" y="2238"/>
                    <a:pt x="11667" y="2644"/>
                  </a:cubicBezTo>
                  <a:cubicBezTo>
                    <a:pt x="11642" y="3042"/>
                    <a:pt x="11634" y="3456"/>
                    <a:pt x="11592" y="3854"/>
                  </a:cubicBezTo>
                  <a:cubicBezTo>
                    <a:pt x="11592" y="3862"/>
                    <a:pt x="11584" y="3870"/>
                    <a:pt x="11584" y="3878"/>
                  </a:cubicBezTo>
                  <a:cubicBezTo>
                    <a:pt x="11683" y="3878"/>
                    <a:pt x="11783" y="3895"/>
                    <a:pt x="11882" y="3920"/>
                  </a:cubicBezTo>
                  <a:cubicBezTo>
                    <a:pt x="11980" y="3950"/>
                    <a:pt x="11934" y="4090"/>
                    <a:pt x="11844" y="4090"/>
                  </a:cubicBezTo>
                  <a:cubicBezTo>
                    <a:pt x="11835" y="4090"/>
                    <a:pt x="11826" y="4089"/>
                    <a:pt x="11816" y="4086"/>
                  </a:cubicBezTo>
                  <a:cubicBezTo>
                    <a:pt x="11733" y="4061"/>
                    <a:pt x="11651" y="4050"/>
                    <a:pt x="11569" y="4050"/>
                  </a:cubicBezTo>
                  <a:cubicBezTo>
                    <a:pt x="11216" y="4050"/>
                    <a:pt x="10873" y="4251"/>
                    <a:pt x="10557" y="4392"/>
                  </a:cubicBezTo>
                  <a:cubicBezTo>
                    <a:pt x="10374" y="4467"/>
                    <a:pt x="10192" y="4525"/>
                    <a:pt x="9993" y="4558"/>
                  </a:cubicBezTo>
                  <a:cubicBezTo>
                    <a:pt x="9819" y="4591"/>
                    <a:pt x="9629" y="4624"/>
                    <a:pt x="9463" y="4707"/>
                  </a:cubicBezTo>
                  <a:cubicBezTo>
                    <a:pt x="9305" y="4790"/>
                    <a:pt x="9206" y="4939"/>
                    <a:pt x="9057" y="5038"/>
                  </a:cubicBezTo>
                  <a:cubicBezTo>
                    <a:pt x="8982" y="5088"/>
                    <a:pt x="8899" y="5113"/>
                    <a:pt x="8808" y="5121"/>
                  </a:cubicBezTo>
                  <a:cubicBezTo>
                    <a:pt x="8788" y="5123"/>
                    <a:pt x="8767" y="5124"/>
                    <a:pt x="8745" y="5124"/>
                  </a:cubicBezTo>
                  <a:cubicBezTo>
                    <a:pt x="8707" y="5124"/>
                    <a:pt x="8669" y="5122"/>
                    <a:pt x="8630" y="5122"/>
                  </a:cubicBezTo>
                  <a:cubicBezTo>
                    <a:pt x="8595" y="5122"/>
                    <a:pt x="8560" y="5123"/>
                    <a:pt x="8527" y="5130"/>
                  </a:cubicBezTo>
                  <a:cubicBezTo>
                    <a:pt x="8361" y="5154"/>
                    <a:pt x="8212" y="5237"/>
                    <a:pt x="8079" y="5320"/>
                  </a:cubicBezTo>
                  <a:cubicBezTo>
                    <a:pt x="7938" y="5403"/>
                    <a:pt x="7806" y="5511"/>
                    <a:pt x="7648" y="5560"/>
                  </a:cubicBezTo>
                  <a:cubicBezTo>
                    <a:pt x="7569" y="5588"/>
                    <a:pt x="7489" y="5601"/>
                    <a:pt x="7409" y="5601"/>
                  </a:cubicBezTo>
                  <a:cubicBezTo>
                    <a:pt x="7323" y="5601"/>
                    <a:pt x="7237" y="5586"/>
                    <a:pt x="7151" y="5560"/>
                  </a:cubicBezTo>
                  <a:cubicBezTo>
                    <a:pt x="7075" y="5537"/>
                    <a:pt x="6960" y="5492"/>
                    <a:pt x="6862" y="5492"/>
                  </a:cubicBezTo>
                  <a:cubicBezTo>
                    <a:pt x="6822" y="5492"/>
                    <a:pt x="6785" y="5500"/>
                    <a:pt x="6753" y="5519"/>
                  </a:cubicBezTo>
                  <a:cubicBezTo>
                    <a:pt x="6795" y="5627"/>
                    <a:pt x="6828" y="5743"/>
                    <a:pt x="6853" y="5859"/>
                  </a:cubicBezTo>
                  <a:cubicBezTo>
                    <a:pt x="6861" y="5917"/>
                    <a:pt x="6811" y="5975"/>
                    <a:pt x="6762" y="5983"/>
                  </a:cubicBezTo>
                  <a:cubicBezTo>
                    <a:pt x="6757" y="5984"/>
                    <a:pt x="6752" y="5984"/>
                    <a:pt x="6747" y="5984"/>
                  </a:cubicBezTo>
                  <a:cubicBezTo>
                    <a:pt x="6689" y="5984"/>
                    <a:pt x="6653" y="5937"/>
                    <a:pt x="6637" y="5884"/>
                  </a:cubicBezTo>
                  <a:cubicBezTo>
                    <a:pt x="6604" y="5768"/>
                    <a:pt x="6563" y="5643"/>
                    <a:pt x="6521" y="5536"/>
                  </a:cubicBezTo>
                  <a:cubicBezTo>
                    <a:pt x="6323" y="5055"/>
                    <a:pt x="5983" y="4657"/>
                    <a:pt x="5602" y="4309"/>
                  </a:cubicBezTo>
                  <a:cubicBezTo>
                    <a:pt x="5403" y="4135"/>
                    <a:pt x="5196" y="3961"/>
                    <a:pt x="4972" y="3820"/>
                  </a:cubicBezTo>
                  <a:cubicBezTo>
                    <a:pt x="4732" y="3671"/>
                    <a:pt x="4458" y="3588"/>
                    <a:pt x="4177" y="3514"/>
                  </a:cubicBezTo>
                  <a:cubicBezTo>
                    <a:pt x="3613" y="3373"/>
                    <a:pt x="3042" y="3274"/>
                    <a:pt x="2453" y="3241"/>
                  </a:cubicBezTo>
                  <a:cubicBezTo>
                    <a:pt x="2236" y="3222"/>
                    <a:pt x="2018" y="3213"/>
                    <a:pt x="1801" y="3213"/>
                  </a:cubicBezTo>
                  <a:cubicBezTo>
                    <a:pt x="1728" y="3213"/>
                    <a:pt x="1656" y="3214"/>
                    <a:pt x="1583" y="3216"/>
                  </a:cubicBezTo>
                  <a:cubicBezTo>
                    <a:pt x="1293" y="3224"/>
                    <a:pt x="987" y="3232"/>
                    <a:pt x="697" y="3299"/>
                  </a:cubicBezTo>
                  <a:cubicBezTo>
                    <a:pt x="465" y="3348"/>
                    <a:pt x="216" y="3481"/>
                    <a:pt x="117" y="3713"/>
                  </a:cubicBezTo>
                  <a:cubicBezTo>
                    <a:pt x="1" y="3961"/>
                    <a:pt x="133" y="4243"/>
                    <a:pt x="241" y="4483"/>
                  </a:cubicBezTo>
                  <a:cubicBezTo>
                    <a:pt x="490" y="5014"/>
                    <a:pt x="771" y="5519"/>
                    <a:pt x="1111" y="6000"/>
                  </a:cubicBezTo>
                  <a:cubicBezTo>
                    <a:pt x="1277" y="6240"/>
                    <a:pt x="1459" y="6464"/>
                    <a:pt x="1600" y="6720"/>
                  </a:cubicBezTo>
                  <a:cubicBezTo>
                    <a:pt x="1749" y="6986"/>
                    <a:pt x="1857" y="7267"/>
                    <a:pt x="1989" y="7532"/>
                  </a:cubicBezTo>
                  <a:cubicBezTo>
                    <a:pt x="2254" y="8071"/>
                    <a:pt x="2536" y="8601"/>
                    <a:pt x="2843" y="9115"/>
                  </a:cubicBezTo>
                  <a:cubicBezTo>
                    <a:pt x="2909" y="9239"/>
                    <a:pt x="2984" y="9355"/>
                    <a:pt x="3091" y="9455"/>
                  </a:cubicBezTo>
                  <a:cubicBezTo>
                    <a:pt x="3174" y="9529"/>
                    <a:pt x="3274" y="9604"/>
                    <a:pt x="3332" y="9711"/>
                  </a:cubicBezTo>
                  <a:cubicBezTo>
                    <a:pt x="3365" y="9769"/>
                    <a:pt x="3365" y="9836"/>
                    <a:pt x="3373" y="9902"/>
                  </a:cubicBezTo>
                  <a:cubicBezTo>
                    <a:pt x="3381" y="9960"/>
                    <a:pt x="3406" y="10001"/>
                    <a:pt x="3456" y="10051"/>
                  </a:cubicBezTo>
                  <a:cubicBezTo>
                    <a:pt x="3547" y="10134"/>
                    <a:pt x="3655" y="10200"/>
                    <a:pt x="3771" y="10250"/>
                  </a:cubicBezTo>
                  <a:cubicBezTo>
                    <a:pt x="4003" y="10358"/>
                    <a:pt x="4251" y="10391"/>
                    <a:pt x="4508" y="10407"/>
                  </a:cubicBezTo>
                  <a:cubicBezTo>
                    <a:pt x="4624" y="10416"/>
                    <a:pt x="4757" y="10432"/>
                    <a:pt x="4873" y="10457"/>
                  </a:cubicBezTo>
                  <a:cubicBezTo>
                    <a:pt x="4889" y="10457"/>
                    <a:pt x="4906" y="10457"/>
                    <a:pt x="4914" y="10474"/>
                  </a:cubicBezTo>
                  <a:cubicBezTo>
                    <a:pt x="4964" y="10490"/>
                    <a:pt x="5014" y="10507"/>
                    <a:pt x="5055" y="10532"/>
                  </a:cubicBezTo>
                  <a:cubicBezTo>
                    <a:pt x="5055" y="10490"/>
                    <a:pt x="5063" y="10441"/>
                    <a:pt x="5088" y="10399"/>
                  </a:cubicBezTo>
                  <a:cubicBezTo>
                    <a:pt x="5097" y="10376"/>
                    <a:pt x="5114" y="10366"/>
                    <a:pt x="5132" y="10366"/>
                  </a:cubicBezTo>
                  <a:cubicBezTo>
                    <a:pt x="5163" y="10366"/>
                    <a:pt x="5195" y="10398"/>
                    <a:pt x="5179" y="10441"/>
                  </a:cubicBezTo>
                  <a:cubicBezTo>
                    <a:pt x="5146" y="10548"/>
                    <a:pt x="5196" y="10656"/>
                    <a:pt x="5237" y="10755"/>
                  </a:cubicBezTo>
                  <a:cubicBezTo>
                    <a:pt x="5287" y="10863"/>
                    <a:pt x="5337" y="10963"/>
                    <a:pt x="5386" y="11062"/>
                  </a:cubicBezTo>
                  <a:cubicBezTo>
                    <a:pt x="5486" y="11269"/>
                    <a:pt x="5585" y="11485"/>
                    <a:pt x="5693" y="11692"/>
                  </a:cubicBezTo>
                  <a:cubicBezTo>
                    <a:pt x="5767" y="11849"/>
                    <a:pt x="5875" y="12007"/>
                    <a:pt x="6041" y="12089"/>
                  </a:cubicBezTo>
                  <a:cubicBezTo>
                    <a:pt x="6198" y="12164"/>
                    <a:pt x="6397" y="12214"/>
                    <a:pt x="6422" y="12413"/>
                  </a:cubicBezTo>
                  <a:cubicBezTo>
                    <a:pt x="6429" y="12452"/>
                    <a:pt x="6399" y="12486"/>
                    <a:pt x="6369" y="12486"/>
                  </a:cubicBezTo>
                  <a:cubicBezTo>
                    <a:pt x="6362" y="12486"/>
                    <a:pt x="6354" y="12484"/>
                    <a:pt x="6347" y="12479"/>
                  </a:cubicBezTo>
                  <a:lnTo>
                    <a:pt x="6331" y="12471"/>
                  </a:lnTo>
                  <a:lnTo>
                    <a:pt x="6331" y="12471"/>
                  </a:lnTo>
                  <a:cubicBezTo>
                    <a:pt x="6455" y="12785"/>
                    <a:pt x="6372" y="13150"/>
                    <a:pt x="6397" y="13490"/>
                  </a:cubicBezTo>
                  <a:cubicBezTo>
                    <a:pt x="6422" y="13730"/>
                    <a:pt x="6637" y="13862"/>
                    <a:pt x="6803" y="14012"/>
                  </a:cubicBezTo>
                  <a:cubicBezTo>
                    <a:pt x="6894" y="14094"/>
                    <a:pt x="6977" y="14177"/>
                    <a:pt x="7068" y="14260"/>
                  </a:cubicBezTo>
                  <a:cubicBezTo>
                    <a:pt x="7151" y="14343"/>
                    <a:pt x="7251" y="14426"/>
                    <a:pt x="7317" y="14525"/>
                  </a:cubicBezTo>
                  <a:cubicBezTo>
                    <a:pt x="7339" y="14562"/>
                    <a:pt x="7316" y="14611"/>
                    <a:pt x="7276" y="14611"/>
                  </a:cubicBezTo>
                  <a:cubicBezTo>
                    <a:pt x="7271" y="14611"/>
                    <a:pt x="7265" y="14610"/>
                    <a:pt x="7259" y="14608"/>
                  </a:cubicBezTo>
                  <a:cubicBezTo>
                    <a:pt x="7143" y="14567"/>
                    <a:pt x="7043" y="14484"/>
                    <a:pt x="6952" y="14409"/>
                  </a:cubicBezTo>
                  <a:cubicBezTo>
                    <a:pt x="6853" y="14343"/>
                    <a:pt x="6753" y="14260"/>
                    <a:pt x="6654" y="14177"/>
                  </a:cubicBezTo>
                  <a:cubicBezTo>
                    <a:pt x="6604" y="14136"/>
                    <a:pt x="6546" y="14094"/>
                    <a:pt x="6497" y="14045"/>
                  </a:cubicBezTo>
                  <a:lnTo>
                    <a:pt x="6497" y="14045"/>
                  </a:lnTo>
                  <a:cubicBezTo>
                    <a:pt x="6505" y="14086"/>
                    <a:pt x="6505" y="14128"/>
                    <a:pt x="6513" y="14161"/>
                  </a:cubicBezTo>
                  <a:cubicBezTo>
                    <a:pt x="6555" y="14343"/>
                    <a:pt x="6596" y="14517"/>
                    <a:pt x="6646" y="14691"/>
                  </a:cubicBezTo>
                  <a:cubicBezTo>
                    <a:pt x="6745" y="15031"/>
                    <a:pt x="6878" y="15370"/>
                    <a:pt x="7060" y="15677"/>
                  </a:cubicBezTo>
                  <a:cubicBezTo>
                    <a:pt x="7681" y="16707"/>
                    <a:pt x="8948" y="17011"/>
                    <a:pt x="10080" y="17011"/>
                  </a:cubicBezTo>
                  <a:cubicBezTo>
                    <a:pt x="10095" y="17011"/>
                    <a:pt x="10110" y="17011"/>
                    <a:pt x="10126" y="17011"/>
                  </a:cubicBezTo>
                  <a:cubicBezTo>
                    <a:pt x="11128" y="17003"/>
                    <a:pt x="12164" y="16729"/>
                    <a:pt x="12910" y="16058"/>
                  </a:cubicBezTo>
                  <a:cubicBezTo>
                    <a:pt x="12901" y="16058"/>
                    <a:pt x="12885" y="16066"/>
                    <a:pt x="12876" y="16066"/>
                  </a:cubicBezTo>
                  <a:cubicBezTo>
                    <a:pt x="12457" y="16260"/>
                    <a:pt x="12013" y="16413"/>
                    <a:pt x="11560" y="16413"/>
                  </a:cubicBezTo>
                  <a:cubicBezTo>
                    <a:pt x="11430" y="16413"/>
                    <a:pt x="11300" y="16401"/>
                    <a:pt x="11170" y="16373"/>
                  </a:cubicBezTo>
                  <a:cubicBezTo>
                    <a:pt x="11153" y="16365"/>
                    <a:pt x="11136" y="16356"/>
                    <a:pt x="11128" y="16340"/>
                  </a:cubicBezTo>
                  <a:cubicBezTo>
                    <a:pt x="11082" y="16343"/>
                    <a:pt x="11035" y="16344"/>
                    <a:pt x="10988" y="16344"/>
                  </a:cubicBezTo>
                  <a:cubicBezTo>
                    <a:pt x="10668" y="16344"/>
                    <a:pt x="10343" y="16279"/>
                    <a:pt x="10018" y="16257"/>
                  </a:cubicBezTo>
                  <a:cubicBezTo>
                    <a:pt x="9917" y="16250"/>
                    <a:pt x="9816" y="16247"/>
                    <a:pt x="9715" y="16247"/>
                  </a:cubicBezTo>
                  <a:cubicBezTo>
                    <a:pt x="9301" y="16247"/>
                    <a:pt x="8888" y="16308"/>
                    <a:pt x="8502" y="16481"/>
                  </a:cubicBezTo>
                  <a:cubicBezTo>
                    <a:pt x="8496" y="16484"/>
                    <a:pt x="8490" y="16486"/>
                    <a:pt x="8484" y="16486"/>
                  </a:cubicBezTo>
                  <a:cubicBezTo>
                    <a:pt x="8448" y="16486"/>
                    <a:pt x="8418" y="16428"/>
                    <a:pt x="8460" y="16406"/>
                  </a:cubicBezTo>
                  <a:cubicBezTo>
                    <a:pt x="8701" y="16265"/>
                    <a:pt x="8966" y="16174"/>
                    <a:pt x="9239" y="16124"/>
                  </a:cubicBezTo>
                  <a:cubicBezTo>
                    <a:pt x="9446" y="16090"/>
                    <a:pt x="9653" y="16073"/>
                    <a:pt x="9865" y="16073"/>
                  </a:cubicBezTo>
                  <a:cubicBezTo>
                    <a:pt x="9908" y="16073"/>
                    <a:pt x="9950" y="16073"/>
                    <a:pt x="9993" y="16075"/>
                  </a:cubicBezTo>
                  <a:cubicBezTo>
                    <a:pt x="10250" y="16083"/>
                    <a:pt x="10507" y="16124"/>
                    <a:pt x="10772" y="16141"/>
                  </a:cubicBezTo>
                  <a:cubicBezTo>
                    <a:pt x="10849" y="16149"/>
                    <a:pt x="10928" y="16154"/>
                    <a:pt x="11008" y="16154"/>
                  </a:cubicBezTo>
                  <a:cubicBezTo>
                    <a:pt x="11168" y="16154"/>
                    <a:pt x="11330" y="16135"/>
                    <a:pt x="11484" y="16091"/>
                  </a:cubicBezTo>
                  <a:cubicBezTo>
                    <a:pt x="11692" y="16025"/>
                    <a:pt x="11857" y="15909"/>
                    <a:pt x="12031" y="15776"/>
                  </a:cubicBezTo>
                  <a:cubicBezTo>
                    <a:pt x="12042" y="15768"/>
                    <a:pt x="12053" y="15765"/>
                    <a:pt x="12064" y="15765"/>
                  </a:cubicBezTo>
                  <a:cubicBezTo>
                    <a:pt x="12097" y="15765"/>
                    <a:pt x="12127" y="15797"/>
                    <a:pt x="12114" y="15834"/>
                  </a:cubicBezTo>
                  <a:cubicBezTo>
                    <a:pt x="12031" y="16066"/>
                    <a:pt x="11791" y="16199"/>
                    <a:pt x="11567" y="16265"/>
                  </a:cubicBezTo>
                  <a:cubicBezTo>
                    <a:pt x="11741" y="16257"/>
                    <a:pt x="11924" y="16224"/>
                    <a:pt x="12089" y="16182"/>
                  </a:cubicBezTo>
                  <a:cubicBezTo>
                    <a:pt x="12504" y="16066"/>
                    <a:pt x="12893" y="15868"/>
                    <a:pt x="13274" y="15669"/>
                  </a:cubicBezTo>
                  <a:cubicBezTo>
                    <a:pt x="13282" y="15660"/>
                    <a:pt x="13291" y="15644"/>
                    <a:pt x="13299" y="15636"/>
                  </a:cubicBezTo>
                  <a:cubicBezTo>
                    <a:pt x="13325" y="15603"/>
                    <a:pt x="13355" y="15591"/>
                    <a:pt x="13383" y="15591"/>
                  </a:cubicBezTo>
                  <a:cubicBezTo>
                    <a:pt x="13391" y="15591"/>
                    <a:pt x="13399" y="15592"/>
                    <a:pt x="13407" y="15594"/>
                  </a:cubicBezTo>
                  <a:cubicBezTo>
                    <a:pt x="13465" y="15561"/>
                    <a:pt x="13523" y="15528"/>
                    <a:pt x="13581" y="15503"/>
                  </a:cubicBezTo>
                  <a:cubicBezTo>
                    <a:pt x="13829" y="15362"/>
                    <a:pt x="14086" y="15221"/>
                    <a:pt x="14343" y="15089"/>
                  </a:cubicBezTo>
                  <a:lnTo>
                    <a:pt x="14724" y="14882"/>
                  </a:lnTo>
                  <a:cubicBezTo>
                    <a:pt x="14757" y="14865"/>
                    <a:pt x="14799" y="14848"/>
                    <a:pt x="14832" y="14824"/>
                  </a:cubicBezTo>
                  <a:cubicBezTo>
                    <a:pt x="14696" y="14813"/>
                    <a:pt x="14559" y="14803"/>
                    <a:pt x="14423" y="14803"/>
                  </a:cubicBezTo>
                  <a:cubicBezTo>
                    <a:pt x="14344" y="14803"/>
                    <a:pt x="14265" y="14806"/>
                    <a:pt x="14186" y="14815"/>
                  </a:cubicBezTo>
                  <a:cubicBezTo>
                    <a:pt x="13995" y="14832"/>
                    <a:pt x="13838" y="14906"/>
                    <a:pt x="13664" y="14973"/>
                  </a:cubicBezTo>
                  <a:cubicBezTo>
                    <a:pt x="13506" y="15031"/>
                    <a:pt x="13340" y="15080"/>
                    <a:pt x="13175" y="15114"/>
                  </a:cubicBezTo>
                  <a:cubicBezTo>
                    <a:pt x="13001" y="15147"/>
                    <a:pt x="12827" y="15163"/>
                    <a:pt x="12644" y="15172"/>
                  </a:cubicBezTo>
                  <a:cubicBezTo>
                    <a:pt x="12577" y="15178"/>
                    <a:pt x="12511" y="15179"/>
                    <a:pt x="12445" y="15179"/>
                  </a:cubicBezTo>
                  <a:cubicBezTo>
                    <a:pt x="12373" y="15179"/>
                    <a:pt x="12301" y="15177"/>
                    <a:pt x="12229" y="15177"/>
                  </a:cubicBezTo>
                  <a:cubicBezTo>
                    <a:pt x="12188" y="15177"/>
                    <a:pt x="12147" y="15178"/>
                    <a:pt x="12106" y="15180"/>
                  </a:cubicBezTo>
                  <a:cubicBezTo>
                    <a:pt x="12073" y="15180"/>
                    <a:pt x="12064" y="15130"/>
                    <a:pt x="12098" y="15130"/>
                  </a:cubicBezTo>
                  <a:cubicBezTo>
                    <a:pt x="12280" y="15114"/>
                    <a:pt x="12462" y="15072"/>
                    <a:pt x="12644" y="15047"/>
                  </a:cubicBezTo>
                  <a:cubicBezTo>
                    <a:pt x="12827" y="15022"/>
                    <a:pt x="13001" y="14989"/>
                    <a:pt x="13183" y="14948"/>
                  </a:cubicBezTo>
                  <a:cubicBezTo>
                    <a:pt x="13357" y="14906"/>
                    <a:pt x="13531" y="14848"/>
                    <a:pt x="13705" y="14774"/>
                  </a:cubicBezTo>
                  <a:cubicBezTo>
                    <a:pt x="13862" y="14708"/>
                    <a:pt x="14028" y="14650"/>
                    <a:pt x="14202" y="14633"/>
                  </a:cubicBezTo>
                  <a:cubicBezTo>
                    <a:pt x="14285" y="14625"/>
                    <a:pt x="14368" y="14622"/>
                    <a:pt x="14451" y="14622"/>
                  </a:cubicBezTo>
                  <a:cubicBezTo>
                    <a:pt x="14616" y="14622"/>
                    <a:pt x="14782" y="14633"/>
                    <a:pt x="14948" y="14633"/>
                  </a:cubicBezTo>
                  <a:cubicBezTo>
                    <a:pt x="14966" y="14615"/>
                    <a:pt x="14989" y="14602"/>
                    <a:pt x="15012" y="14602"/>
                  </a:cubicBezTo>
                  <a:cubicBezTo>
                    <a:pt x="15031" y="14602"/>
                    <a:pt x="15049" y="14611"/>
                    <a:pt x="15064" y="14633"/>
                  </a:cubicBezTo>
                  <a:cubicBezTo>
                    <a:pt x="15089" y="14625"/>
                    <a:pt x="15122" y="14625"/>
                    <a:pt x="15147" y="14625"/>
                  </a:cubicBezTo>
                  <a:cubicBezTo>
                    <a:pt x="15462" y="14600"/>
                    <a:pt x="15768" y="14525"/>
                    <a:pt x="16058" y="14393"/>
                  </a:cubicBezTo>
                  <a:cubicBezTo>
                    <a:pt x="16166" y="14343"/>
                    <a:pt x="16265" y="14285"/>
                    <a:pt x="16348" y="14210"/>
                  </a:cubicBezTo>
                  <a:cubicBezTo>
                    <a:pt x="16340" y="14202"/>
                    <a:pt x="16340" y="14202"/>
                    <a:pt x="16332" y="14194"/>
                  </a:cubicBezTo>
                  <a:cubicBezTo>
                    <a:pt x="16315" y="14186"/>
                    <a:pt x="16307" y="14177"/>
                    <a:pt x="16290" y="14169"/>
                  </a:cubicBezTo>
                  <a:cubicBezTo>
                    <a:pt x="16066" y="13937"/>
                    <a:pt x="16017" y="13581"/>
                    <a:pt x="15967" y="13274"/>
                  </a:cubicBezTo>
                  <a:cubicBezTo>
                    <a:pt x="15926" y="13009"/>
                    <a:pt x="15868" y="12694"/>
                    <a:pt x="15677" y="12487"/>
                  </a:cubicBezTo>
                  <a:cubicBezTo>
                    <a:pt x="15578" y="12454"/>
                    <a:pt x="15470" y="12421"/>
                    <a:pt x="15370" y="12396"/>
                  </a:cubicBezTo>
                  <a:cubicBezTo>
                    <a:pt x="15333" y="12392"/>
                    <a:pt x="15294" y="12392"/>
                    <a:pt x="15254" y="12392"/>
                  </a:cubicBezTo>
                  <a:cubicBezTo>
                    <a:pt x="15215" y="12392"/>
                    <a:pt x="15176" y="12392"/>
                    <a:pt x="15138" y="12388"/>
                  </a:cubicBezTo>
                  <a:cubicBezTo>
                    <a:pt x="15022" y="12388"/>
                    <a:pt x="14906" y="12396"/>
                    <a:pt x="14799" y="12404"/>
                  </a:cubicBezTo>
                  <a:cubicBezTo>
                    <a:pt x="14633" y="12421"/>
                    <a:pt x="14467" y="12454"/>
                    <a:pt x="14318" y="12520"/>
                  </a:cubicBezTo>
                  <a:cubicBezTo>
                    <a:pt x="14277" y="12611"/>
                    <a:pt x="14252" y="12711"/>
                    <a:pt x="14227" y="12810"/>
                  </a:cubicBezTo>
                  <a:cubicBezTo>
                    <a:pt x="14177" y="13034"/>
                    <a:pt x="14136" y="13258"/>
                    <a:pt x="14061" y="13481"/>
                  </a:cubicBezTo>
                  <a:cubicBezTo>
                    <a:pt x="13937" y="13887"/>
                    <a:pt x="13730" y="14285"/>
                    <a:pt x="13382" y="14534"/>
                  </a:cubicBezTo>
                  <a:cubicBezTo>
                    <a:pt x="13372" y="14540"/>
                    <a:pt x="13363" y="14543"/>
                    <a:pt x="13354" y="14543"/>
                  </a:cubicBezTo>
                  <a:cubicBezTo>
                    <a:pt x="13316" y="14543"/>
                    <a:pt x="13290" y="14494"/>
                    <a:pt x="13324" y="14467"/>
                  </a:cubicBezTo>
                  <a:cubicBezTo>
                    <a:pt x="13672" y="14177"/>
                    <a:pt x="13862" y="13738"/>
                    <a:pt x="13954" y="13307"/>
                  </a:cubicBezTo>
                  <a:cubicBezTo>
                    <a:pt x="14003" y="13092"/>
                    <a:pt x="14020" y="12868"/>
                    <a:pt x="14070" y="12653"/>
                  </a:cubicBezTo>
                  <a:cubicBezTo>
                    <a:pt x="14070" y="12645"/>
                    <a:pt x="14070" y="12636"/>
                    <a:pt x="14078" y="12628"/>
                  </a:cubicBezTo>
                  <a:cubicBezTo>
                    <a:pt x="14061" y="12628"/>
                    <a:pt x="14053" y="12620"/>
                    <a:pt x="14036" y="12611"/>
                  </a:cubicBezTo>
                  <a:cubicBezTo>
                    <a:pt x="13937" y="12752"/>
                    <a:pt x="13854" y="12910"/>
                    <a:pt x="13780" y="13067"/>
                  </a:cubicBezTo>
                  <a:cubicBezTo>
                    <a:pt x="13771" y="13092"/>
                    <a:pt x="13755" y="13100"/>
                    <a:pt x="13738" y="13109"/>
                  </a:cubicBezTo>
                  <a:cubicBezTo>
                    <a:pt x="13655" y="13365"/>
                    <a:pt x="13597" y="13630"/>
                    <a:pt x="13498" y="13887"/>
                  </a:cubicBezTo>
                  <a:cubicBezTo>
                    <a:pt x="13390" y="14169"/>
                    <a:pt x="13241" y="14434"/>
                    <a:pt x="13001" y="14633"/>
                  </a:cubicBezTo>
                  <a:cubicBezTo>
                    <a:pt x="12744" y="14848"/>
                    <a:pt x="12404" y="14973"/>
                    <a:pt x="12089" y="15080"/>
                  </a:cubicBezTo>
                  <a:cubicBezTo>
                    <a:pt x="11741" y="15196"/>
                    <a:pt x="11385" y="15279"/>
                    <a:pt x="11029" y="15321"/>
                  </a:cubicBezTo>
                  <a:cubicBezTo>
                    <a:pt x="10810" y="15349"/>
                    <a:pt x="10587" y="15369"/>
                    <a:pt x="10364" y="15369"/>
                  </a:cubicBezTo>
                  <a:cubicBezTo>
                    <a:pt x="10257" y="15369"/>
                    <a:pt x="10150" y="15365"/>
                    <a:pt x="10043" y="15354"/>
                  </a:cubicBezTo>
                  <a:cubicBezTo>
                    <a:pt x="9761" y="15321"/>
                    <a:pt x="9463" y="15230"/>
                    <a:pt x="9231" y="15047"/>
                  </a:cubicBezTo>
                  <a:cubicBezTo>
                    <a:pt x="8991" y="14857"/>
                    <a:pt x="8866" y="14583"/>
                    <a:pt x="8825" y="14277"/>
                  </a:cubicBezTo>
                  <a:cubicBezTo>
                    <a:pt x="8783" y="13978"/>
                    <a:pt x="8833" y="13672"/>
                    <a:pt x="8966" y="13399"/>
                  </a:cubicBezTo>
                  <a:cubicBezTo>
                    <a:pt x="9024" y="13266"/>
                    <a:pt x="9107" y="13125"/>
                    <a:pt x="9198" y="13009"/>
                  </a:cubicBezTo>
                  <a:cubicBezTo>
                    <a:pt x="9297" y="12885"/>
                    <a:pt x="9405" y="12794"/>
                    <a:pt x="9529" y="12694"/>
                  </a:cubicBezTo>
                  <a:cubicBezTo>
                    <a:pt x="9538" y="12687"/>
                    <a:pt x="9547" y="12684"/>
                    <a:pt x="9556" y="12684"/>
                  </a:cubicBezTo>
                  <a:cubicBezTo>
                    <a:pt x="9591" y="12684"/>
                    <a:pt x="9622" y="12728"/>
                    <a:pt x="9595" y="12761"/>
                  </a:cubicBezTo>
                  <a:cubicBezTo>
                    <a:pt x="9488" y="12885"/>
                    <a:pt x="9388" y="13026"/>
                    <a:pt x="9297" y="13158"/>
                  </a:cubicBezTo>
                  <a:cubicBezTo>
                    <a:pt x="9206" y="13291"/>
                    <a:pt x="9123" y="13440"/>
                    <a:pt x="9065" y="13597"/>
                  </a:cubicBezTo>
                  <a:cubicBezTo>
                    <a:pt x="8966" y="13896"/>
                    <a:pt x="8966" y="14235"/>
                    <a:pt x="9107" y="14517"/>
                  </a:cubicBezTo>
                  <a:cubicBezTo>
                    <a:pt x="9223" y="14757"/>
                    <a:pt x="9430" y="14931"/>
                    <a:pt x="9687" y="15022"/>
                  </a:cubicBezTo>
                  <a:cubicBezTo>
                    <a:pt x="9935" y="15114"/>
                    <a:pt x="10209" y="15130"/>
                    <a:pt x="10474" y="15130"/>
                  </a:cubicBezTo>
                  <a:cubicBezTo>
                    <a:pt x="11145" y="15114"/>
                    <a:pt x="11824" y="14981"/>
                    <a:pt x="12446" y="14708"/>
                  </a:cubicBezTo>
                  <a:cubicBezTo>
                    <a:pt x="12719" y="14583"/>
                    <a:pt x="12968" y="14418"/>
                    <a:pt x="13133" y="14152"/>
                  </a:cubicBezTo>
                  <a:cubicBezTo>
                    <a:pt x="13282" y="13920"/>
                    <a:pt x="13365" y="13639"/>
                    <a:pt x="13448" y="13374"/>
                  </a:cubicBezTo>
                  <a:cubicBezTo>
                    <a:pt x="13606" y="12860"/>
                    <a:pt x="13788" y="12313"/>
                    <a:pt x="14302" y="12040"/>
                  </a:cubicBezTo>
                  <a:lnTo>
                    <a:pt x="14326" y="12040"/>
                  </a:lnTo>
                  <a:cubicBezTo>
                    <a:pt x="14335" y="12031"/>
                    <a:pt x="14343" y="12023"/>
                    <a:pt x="14351" y="12015"/>
                  </a:cubicBezTo>
                  <a:cubicBezTo>
                    <a:pt x="14409" y="11949"/>
                    <a:pt x="14401" y="11866"/>
                    <a:pt x="14401" y="11791"/>
                  </a:cubicBezTo>
                  <a:cubicBezTo>
                    <a:pt x="14393" y="11683"/>
                    <a:pt x="14393" y="11584"/>
                    <a:pt x="14384" y="11476"/>
                  </a:cubicBezTo>
                  <a:cubicBezTo>
                    <a:pt x="14368" y="11269"/>
                    <a:pt x="14351" y="11054"/>
                    <a:pt x="14326" y="10847"/>
                  </a:cubicBezTo>
                  <a:cubicBezTo>
                    <a:pt x="14318" y="10755"/>
                    <a:pt x="14310" y="10664"/>
                    <a:pt x="14293" y="10573"/>
                  </a:cubicBezTo>
                  <a:cubicBezTo>
                    <a:pt x="14268" y="10565"/>
                    <a:pt x="14235" y="10540"/>
                    <a:pt x="14219" y="10507"/>
                  </a:cubicBezTo>
                  <a:cubicBezTo>
                    <a:pt x="14164" y="10376"/>
                    <a:pt x="14028" y="10342"/>
                    <a:pt x="13881" y="10342"/>
                  </a:cubicBezTo>
                  <a:cubicBezTo>
                    <a:pt x="13737" y="10342"/>
                    <a:pt x="13583" y="10374"/>
                    <a:pt x="13481" y="10383"/>
                  </a:cubicBezTo>
                  <a:cubicBezTo>
                    <a:pt x="13376" y="10388"/>
                    <a:pt x="13270" y="10394"/>
                    <a:pt x="13165" y="10394"/>
                  </a:cubicBezTo>
                  <a:cubicBezTo>
                    <a:pt x="13121" y="10394"/>
                    <a:pt x="13078" y="10393"/>
                    <a:pt x="13034" y="10391"/>
                  </a:cubicBezTo>
                  <a:cubicBezTo>
                    <a:pt x="12918" y="10391"/>
                    <a:pt x="12794" y="10391"/>
                    <a:pt x="12678" y="10358"/>
                  </a:cubicBezTo>
                  <a:cubicBezTo>
                    <a:pt x="12570" y="10333"/>
                    <a:pt x="12479" y="10275"/>
                    <a:pt x="12412" y="10184"/>
                  </a:cubicBezTo>
                  <a:cubicBezTo>
                    <a:pt x="12346" y="10084"/>
                    <a:pt x="12338" y="9960"/>
                    <a:pt x="12330" y="9836"/>
                  </a:cubicBezTo>
                  <a:cubicBezTo>
                    <a:pt x="12330" y="9604"/>
                    <a:pt x="12305" y="9297"/>
                    <a:pt x="12470" y="9107"/>
                  </a:cubicBezTo>
                  <a:cubicBezTo>
                    <a:pt x="12504" y="9065"/>
                    <a:pt x="12537" y="9040"/>
                    <a:pt x="12578" y="9007"/>
                  </a:cubicBezTo>
                  <a:cubicBezTo>
                    <a:pt x="12578" y="8999"/>
                    <a:pt x="12586" y="8982"/>
                    <a:pt x="12603" y="8974"/>
                  </a:cubicBezTo>
                  <a:cubicBezTo>
                    <a:pt x="12934" y="8792"/>
                    <a:pt x="13307" y="8667"/>
                    <a:pt x="13672" y="8576"/>
                  </a:cubicBezTo>
                  <a:cubicBezTo>
                    <a:pt x="13826" y="8537"/>
                    <a:pt x="13987" y="8509"/>
                    <a:pt x="14147" y="8509"/>
                  </a:cubicBezTo>
                  <a:cubicBezTo>
                    <a:pt x="14287" y="8509"/>
                    <a:pt x="14427" y="8530"/>
                    <a:pt x="14558" y="8585"/>
                  </a:cubicBezTo>
                  <a:cubicBezTo>
                    <a:pt x="14815" y="8692"/>
                    <a:pt x="15047" y="8916"/>
                    <a:pt x="15114" y="9189"/>
                  </a:cubicBezTo>
                  <a:cubicBezTo>
                    <a:pt x="15188" y="9463"/>
                    <a:pt x="15031" y="9695"/>
                    <a:pt x="14807" y="9836"/>
                  </a:cubicBezTo>
                  <a:cubicBezTo>
                    <a:pt x="14749" y="9877"/>
                    <a:pt x="14691" y="9910"/>
                    <a:pt x="14625" y="9935"/>
                  </a:cubicBezTo>
                  <a:cubicBezTo>
                    <a:pt x="14592" y="9952"/>
                    <a:pt x="14517" y="9968"/>
                    <a:pt x="14492" y="10001"/>
                  </a:cubicBezTo>
                  <a:cubicBezTo>
                    <a:pt x="14476" y="10026"/>
                    <a:pt x="14484" y="10076"/>
                    <a:pt x="14484" y="10101"/>
                  </a:cubicBezTo>
                  <a:cubicBezTo>
                    <a:pt x="14484" y="10134"/>
                    <a:pt x="14476" y="10175"/>
                    <a:pt x="14476" y="10209"/>
                  </a:cubicBezTo>
                  <a:cubicBezTo>
                    <a:pt x="14476" y="10300"/>
                    <a:pt x="14467" y="10383"/>
                    <a:pt x="14467" y="10465"/>
                  </a:cubicBezTo>
                  <a:cubicBezTo>
                    <a:pt x="14467" y="10482"/>
                    <a:pt x="14467" y="10490"/>
                    <a:pt x="14459" y="10499"/>
                  </a:cubicBezTo>
                  <a:cubicBezTo>
                    <a:pt x="14459" y="10499"/>
                    <a:pt x="14467" y="10507"/>
                    <a:pt x="14467" y="10515"/>
                  </a:cubicBezTo>
                  <a:cubicBezTo>
                    <a:pt x="14484" y="10615"/>
                    <a:pt x="14509" y="10722"/>
                    <a:pt x="14525" y="10830"/>
                  </a:cubicBezTo>
                  <a:cubicBezTo>
                    <a:pt x="14542" y="10963"/>
                    <a:pt x="14558" y="11087"/>
                    <a:pt x="14575" y="11219"/>
                  </a:cubicBezTo>
                  <a:cubicBezTo>
                    <a:pt x="14592" y="11311"/>
                    <a:pt x="14608" y="11402"/>
                    <a:pt x="14616" y="11501"/>
                  </a:cubicBezTo>
                  <a:cubicBezTo>
                    <a:pt x="14633" y="11592"/>
                    <a:pt x="14641" y="11683"/>
                    <a:pt x="14666" y="11775"/>
                  </a:cubicBezTo>
                  <a:cubicBezTo>
                    <a:pt x="14683" y="11857"/>
                    <a:pt x="14732" y="11899"/>
                    <a:pt x="14807" y="11932"/>
                  </a:cubicBezTo>
                  <a:cubicBezTo>
                    <a:pt x="14956" y="11998"/>
                    <a:pt x="15130" y="12023"/>
                    <a:pt x="15288" y="12048"/>
                  </a:cubicBezTo>
                  <a:cubicBezTo>
                    <a:pt x="15594" y="12106"/>
                    <a:pt x="15917" y="12156"/>
                    <a:pt x="16182" y="12338"/>
                  </a:cubicBezTo>
                  <a:cubicBezTo>
                    <a:pt x="16406" y="12495"/>
                    <a:pt x="16580" y="12744"/>
                    <a:pt x="16663" y="13009"/>
                  </a:cubicBezTo>
                  <a:cubicBezTo>
                    <a:pt x="16704" y="13150"/>
                    <a:pt x="16729" y="13291"/>
                    <a:pt x="16721" y="13432"/>
                  </a:cubicBezTo>
                  <a:cubicBezTo>
                    <a:pt x="16721" y="13448"/>
                    <a:pt x="16721" y="13457"/>
                    <a:pt x="16721" y="13473"/>
                  </a:cubicBezTo>
                  <a:cubicBezTo>
                    <a:pt x="16729" y="13490"/>
                    <a:pt x="16737" y="13506"/>
                    <a:pt x="16729" y="13531"/>
                  </a:cubicBezTo>
                  <a:cubicBezTo>
                    <a:pt x="16737" y="13548"/>
                    <a:pt x="16737" y="13572"/>
                    <a:pt x="16746" y="13589"/>
                  </a:cubicBezTo>
                  <a:cubicBezTo>
                    <a:pt x="16804" y="13523"/>
                    <a:pt x="16862" y="13448"/>
                    <a:pt x="16920" y="13374"/>
                  </a:cubicBezTo>
                  <a:cubicBezTo>
                    <a:pt x="17094" y="13158"/>
                    <a:pt x="17276" y="12943"/>
                    <a:pt x="17442" y="12703"/>
                  </a:cubicBezTo>
                  <a:cubicBezTo>
                    <a:pt x="17574" y="12512"/>
                    <a:pt x="17632" y="12313"/>
                    <a:pt x="17591" y="12073"/>
                  </a:cubicBezTo>
                  <a:cubicBezTo>
                    <a:pt x="17549" y="11841"/>
                    <a:pt x="17467" y="11609"/>
                    <a:pt x="17400" y="11385"/>
                  </a:cubicBezTo>
                  <a:cubicBezTo>
                    <a:pt x="17367" y="11261"/>
                    <a:pt x="17326" y="11137"/>
                    <a:pt x="17293" y="11021"/>
                  </a:cubicBezTo>
                  <a:cubicBezTo>
                    <a:pt x="17210" y="10979"/>
                    <a:pt x="17193" y="10830"/>
                    <a:pt x="17185" y="10755"/>
                  </a:cubicBezTo>
                  <a:cubicBezTo>
                    <a:pt x="17177" y="10731"/>
                    <a:pt x="17177" y="10697"/>
                    <a:pt x="17168" y="10673"/>
                  </a:cubicBezTo>
                  <a:cubicBezTo>
                    <a:pt x="17102" y="10474"/>
                    <a:pt x="17019" y="10275"/>
                    <a:pt x="16928" y="10084"/>
                  </a:cubicBezTo>
                  <a:cubicBezTo>
                    <a:pt x="16721" y="9670"/>
                    <a:pt x="16456" y="9281"/>
                    <a:pt x="16108" y="8974"/>
                  </a:cubicBezTo>
                  <a:cubicBezTo>
                    <a:pt x="15760" y="8667"/>
                    <a:pt x="15337" y="8469"/>
                    <a:pt x="14890" y="8344"/>
                  </a:cubicBezTo>
                  <a:cubicBezTo>
                    <a:pt x="14873" y="8336"/>
                    <a:pt x="14865" y="8311"/>
                    <a:pt x="14873" y="8295"/>
                  </a:cubicBezTo>
                  <a:cubicBezTo>
                    <a:pt x="14790" y="8270"/>
                    <a:pt x="14699" y="8253"/>
                    <a:pt x="14608" y="8245"/>
                  </a:cubicBezTo>
                  <a:cubicBezTo>
                    <a:pt x="14393" y="8220"/>
                    <a:pt x="14186" y="8245"/>
                    <a:pt x="13978" y="8204"/>
                  </a:cubicBezTo>
                  <a:cubicBezTo>
                    <a:pt x="13929" y="8195"/>
                    <a:pt x="13912" y="8129"/>
                    <a:pt x="13962" y="8112"/>
                  </a:cubicBezTo>
                  <a:cubicBezTo>
                    <a:pt x="14079" y="8064"/>
                    <a:pt x="14205" y="8047"/>
                    <a:pt x="14333" y="8047"/>
                  </a:cubicBezTo>
                  <a:cubicBezTo>
                    <a:pt x="14468" y="8047"/>
                    <a:pt x="14605" y="8066"/>
                    <a:pt x="14732" y="8088"/>
                  </a:cubicBezTo>
                  <a:cubicBezTo>
                    <a:pt x="15188" y="8154"/>
                    <a:pt x="15619" y="8336"/>
                    <a:pt x="16000" y="8601"/>
                  </a:cubicBezTo>
                  <a:cubicBezTo>
                    <a:pt x="16348" y="8850"/>
                    <a:pt x="16671" y="9181"/>
                    <a:pt x="16829" y="9587"/>
                  </a:cubicBezTo>
                  <a:cubicBezTo>
                    <a:pt x="16862" y="9645"/>
                    <a:pt x="16903" y="9703"/>
                    <a:pt x="16936" y="9761"/>
                  </a:cubicBezTo>
                  <a:cubicBezTo>
                    <a:pt x="16936" y="9728"/>
                    <a:pt x="16928" y="9703"/>
                    <a:pt x="16928" y="9670"/>
                  </a:cubicBezTo>
                  <a:lnTo>
                    <a:pt x="16928" y="9670"/>
                  </a:lnTo>
                  <a:cubicBezTo>
                    <a:pt x="16961" y="9736"/>
                    <a:pt x="17003" y="9803"/>
                    <a:pt x="17044" y="9869"/>
                  </a:cubicBezTo>
                  <a:cubicBezTo>
                    <a:pt x="17069" y="9919"/>
                    <a:pt x="17085" y="9968"/>
                    <a:pt x="17110" y="10018"/>
                  </a:cubicBezTo>
                  <a:cubicBezTo>
                    <a:pt x="17102" y="9935"/>
                    <a:pt x="17077" y="9844"/>
                    <a:pt x="17052" y="9761"/>
                  </a:cubicBezTo>
                  <a:cubicBezTo>
                    <a:pt x="17047" y="9735"/>
                    <a:pt x="17069" y="9711"/>
                    <a:pt x="17090" y="9711"/>
                  </a:cubicBezTo>
                  <a:cubicBezTo>
                    <a:pt x="17101" y="9711"/>
                    <a:pt x="17113" y="9719"/>
                    <a:pt x="17119" y="9736"/>
                  </a:cubicBezTo>
                  <a:lnTo>
                    <a:pt x="17119" y="9745"/>
                  </a:lnTo>
                  <a:cubicBezTo>
                    <a:pt x="17185" y="9910"/>
                    <a:pt x="17226" y="10093"/>
                    <a:pt x="17259" y="10275"/>
                  </a:cubicBezTo>
                  <a:cubicBezTo>
                    <a:pt x="17268" y="10200"/>
                    <a:pt x="17276" y="10134"/>
                    <a:pt x="17284" y="10068"/>
                  </a:cubicBezTo>
                  <a:cubicBezTo>
                    <a:pt x="17326" y="9811"/>
                    <a:pt x="17400" y="9571"/>
                    <a:pt x="17458" y="9322"/>
                  </a:cubicBezTo>
                  <a:cubicBezTo>
                    <a:pt x="17516" y="9082"/>
                    <a:pt x="17541" y="8833"/>
                    <a:pt x="17425" y="8609"/>
                  </a:cubicBezTo>
                  <a:cubicBezTo>
                    <a:pt x="17309" y="8386"/>
                    <a:pt x="17110" y="8195"/>
                    <a:pt x="16953" y="7996"/>
                  </a:cubicBezTo>
                  <a:cubicBezTo>
                    <a:pt x="16870" y="7889"/>
                    <a:pt x="16779" y="7789"/>
                    <a:pt x="16696" y="7682"/>
                  </a:cubicBezTo>
                  <a:cubicBezTo>
                    <a:pt x="16655" y="7624"/>
                    <a:pt x="16597" y="7566"/>
                    <a:pt x="16555" y="7499"/>
                  </a:cubicBezTo>
                  <a:lnTo>
                    <a:pt x="16547" y="7499"/>
                  </a:lnTo>
                  <a:lnTo>
                    <a:pt x="16547" y="7491"/>
                  </a:lnTo>
                  <a:cubicBezTo>
                    <a:pt x="16514" y="7450"/>
                    <a:pt x="16497" y="7400"/>
                    <a:pt x="16489" y="7358"/>
                  </a:cubicBezTo>
                  <a:cubicBezTo>
                    <a:pt x="16481" y="7334"/>
                    <a:pt x="16489" y="7317"/>
                    <a:pt x="16505" y="7309"/>
                  </a:cubicBezTo>
                  <a:cubicBezTo>
                    <a:pt x="16497" y="7276"/>
                    <a:pt x="16489" y="7242"/>
                    <a:pt x="16489" y="7209"/>
                  </a:cubicBezTo>
                  <a:lnTo>
                    <a:pt x="16481" y="7201"/>
                  </a:lnTo>
                  <a:cubicBezTo>
                    <a:pt x="16398" y="7118"/>
                    <a:pt x="16323" y="7019"/>
                    <a:pt x="16282" y="6911"/>
                  </a:cubicBezTo>
                  <a:cubicBezTo>
                    <a:pt x="16257" y="6828"/>
                    <a:pt x="16257" y="6745"/>
                    <a:pt x="16265" y="6654"/>
                  </a:cubicBezTo>
                  <a:lnTo>
                    <a:pt x="16232" y="6654"/>
                  </a:lnTo>
                  <a:cubicBezTo>
                    <a:pt x="16191" y="6646"/>
                    <a:pt x="16149" y="6604"/>
                    <a:pt x="16116" y="6580"/>
                  </a:cubicBezTo>
                  <a:cubicBezTo>
                    <a:pt x="16091" y="6563"/>
                    <a:pt x="16058" y="6538"/>
                    <a:pt x="16033" y="6530"/>
                  </a:cubicBezTo>
                  <a:cubicBezTo>
                    <a:pt x="15967" y="6497"/>
                    <a:pt x="15901" y="6480"/>
                    <a:pt x="15834" y="6480"/>
                  </a:cubicBezTo>
                  <a:cubicBezTo>
                    <a:pt x="15760" y="6480"/>
                    <a:pt x="15685" y="6497"/>
                    <a:pt x="15611" y="6513"/>
                  </a:cubicBezTo>
                  <a:cubicBezTo>
                    <a:pt x="15520" y="6530"/>
                    <a:pt x="15428" y="6555"/>
                    <a:pt x="15337" y="6588"/>
                  </a:cubicBezTo>
                  <a:cubicBezTo>
                    <a:pt x="15329" y="6591"/>
                    <a:pt x="15322" y="6592"/>
                    <a:pt x="15315" y="6592"/>
                  </a:cubicBezTo>
                  <a:cubicBezTo>
                    <a:pt x="15264" y="6592"/>
                    <a:pt x="15245" y="6517"/>
                    <a:pt x="15296" y="6480"/>
                  </a:cubicBezTo>
                  <a:cubicBezTo>
                    <a:pt x="15387" y="6430"/>
                    <a:pt x="15478" y="6364"/>
                    <a:pt x="15586" y="6323"/>
                  </a:cubicBezTo>
                  <a:cubicBezTo>
                    <a:pt x="15677" y="6281"/>
                    <a:pt x="15776" y="6265"/>
                    <a:pt x="15876" y="6265"/>
                  </a:cubicBezTo>
                  <a:cubicBezTo>
                    <a:pt x="15967" y="6265"/>
                    <a:pt x="16058" y="6290"/>
                    <a:pt x="16141" y="6331"/>
                  </a:cubicBezTo>
                  <a:cubicBezTo>
                    <a:pt x="16182" y="6356"/>
                    <a:pt x="16216" y="6381"/>
                    <a:pt x="16240" y="6406"/>
                  </a:cubicBezTo>
                  <a:cubicBezTo>
                    <a:pt x="16207" y="6232"/>
                    <a:pt x="16116" y="6082"/>
                    <a:pt x="15984" y="5950"/>
                  </a:cubicBezTo>
                  <a:cubicBezTo>
                    <a:pt x="15843" y="5817"/>
                    <a:pt x="15677" y="5718"/>
                    <a:pt x="15528" y="5585"/>
                  </a:cubicBezTo>
                  <a:cubicBezTo>
                    <a:pt x="15428" y="5502"/>
                    <a:pt x="15337" y="5411"/>
                    <a:pt x="15263" y="5304"/>
                  </a:cubicBezTo>
                  <a:cubicBezTo>
                    <a:pt x="15254" y="5304"/>
                    <a:pt x="15254" y="5295"/>
                    <a:pt x="15246" y="5287"/>
                  </a:cubicBezTo>
                  <a:cubicBezTo>
                    <a:pt x="15172" y="5237"/>
                    <a:pt x="15114" y="5163"/>
                    <a:pt x="15072" y="5096"/>
                  </a:cubicBezTo>
                  <a:cubicBezTo>
                    <a:pt x="15056" y="5113"/>
                    <a:pt x="15031" y="5130"/>
                    <a:pt x="15006" y="5130"/>
                  </a:cubicBezTo>
                  <a:cubicBezTo>
                    <a:pt x="14865" y="5121"/>
                    <a:pt x="14716" y="5096"/>
                    <a:pt x="14575" y="5080"/>
                  </a:cubicBezTo>
                  <a:cubicBezTo>
                    <a:pt x="14451" y="5072"/>
                    <a:pt x="14326" y="5063"/>
                    <a:pt x="14194" y="5038"/>
                  </a:cubicBezTo>
                  <a:cubicBezTo>
                    <a:pt x="14012" y="4997"/>
                    <a:pt x="13854" y="4898"/>
                    <a:pt x="13713" y="4773"/>
                  </a:cubicBezTo>
                  <a:cubicBezTo>
                    <a:pt x="13581" y="4641"/>
                    <a:pt x="13456" y="4500"/>
                    <a:pt x="13316" y="4376"/>
                  </a:cubicBezTo>
                  <a:cubicBezTo>
                    <a:pt x="13166" y="4243"/>
                    <a:pt x="12984" y="4152"/>
                    <a:pt x="12777" y="4119"/>
                  </a:cubicBezTo>
                  <a:cubicBezTo>
                    <a:pt x="12603" y="4086"/>
                    <a:pt x="12404" y="4086"/>
                    <a:pt x="12255" y="3978"/>
                  </a:cubicBezTo>
                  <a:cubicBezTo>
                    <a:pt x="12208" y="3944"/>
                    <a:pt x="12243" y="3884"/>
                    <a:pt x="12288" y="3884"/>
                  </a:cubicBezTo>
                  <a:cubicBezTo>
                    <a:pt x="12299" y="3884"/>
                    <a:pt x="12310" y="3887"/>
                    <a:pt x="12321" y="3895"/>
                  </a:cubicBezTo>
                  <a:cubicBezTo>
                    <a:pt x="12399" y="3939"/>
                    <a:pt x="12480" y="3943"/>
                    <a:pt x="12562" y="3943"/>
                  </a:cubicBezTo>
                  <a:cubicBezTo>
                    <a:pt x="12578" y="3943"/>
                    <a:pt x="12595" y="3943"/>
                    <a:pt x="12611" y="3943"/>
                  </a:cubicBezTo>
                  <a:cubicBezTo>
                    <a:pt x="12636" y="3943"/>
                    <a:pt x="12661" y="3943"/>
                    <a:pt x="12686" y="3945"/>
                  </a:cubicBezTo>
                  <a:cubicBezTo>
                    <a:pt x="12810" y="3945"/>
                    <a:pt x="12934" y="3961"/>
                    <a:pt x="13050" y="4003"/>
                  </a:cubicBezTo>
                  <a:cubicBezTo>
                    <a:pt x="13282" y="4086"/>
                    <a:pt x="13465" y="4243"/>
                    <a:pt x="13630" y="4417"/>
                  </a:cubicBezTo>
                  <a:cubicBezTo>
                    <a:pt x="13788" y="4574"/>
                    <a:pt x="13945" y="4757"/>
                    <a:pt x="14152" y="4840"/>
                  </a:cubicBezTo>
                  <a:cubicBezTo>
                    <a:pt x="14285" y="4889"/>
                    <a:pt x="14426" y="4898"/>
                    <a:pt x="14558" y="4914"/>
                  </a:cubicBezTo>
                  <a:cubicBezTo>
                    <a:pt x="14708" y="4939"/>
                    <a:pt x="14857" y="4947"/>
                    <a:pt x="15006" y="4980"/>
                  </a:cubicBezTo>
                  <a:cubicBezTo>
                    <a:pt x="14915" y="4790"/>
                    <a:pt x="14882" y="4558"/>
                    <a:pt x="14865" y="4342"/>
                  </a:cubicBezTo>
                  <a:cubicBezTo>
                    <a:pt x="14840" y="3953"/>
                    <a:pt x="14832" y="3572"/>
                    <a:pt x="14782" y="3191"/>
                  </a:cubicBezTo>
                  <a:cubicBezTo>
                    <a:pt x="14683" y="2503"/>
                    <a:pt x="14500" y="1815"/>
                    <a:pt x="14144" y="1219"/>
                  </a:cubicBezTo>
                  <a:cubicBezTo>
                    <a:pt x="13821" y="680"/>
                    <a:pt x="13324" y="117"/>
                    <a:pt x="12669" y="17"/>
                  </a:cubicBezTo>
                  <a:cubicBezTo>
                    <a:pt x="12614" y="7"/>
                    <a:pt x="12558" y="1"/>
                    <a:pt x="125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6"/>
            <p:cNvSpPr/>
            <p:nvPr/>
          </p:nvSpPr>
          <p:spPr>
            <a:xfrm>
              <a:off x="6580875" y="4290250"/>
              <a:ext cx="88875" cy="84000"/>
            </a:xfrm>
            <a:custGeom>
              <a:rect b="b" l="l" r="r" t="t"/>
              <a:pathLst>
                <a:path extrusionOk="0" h="3360" w="3555">
                  <a:moveTo>
                    <a:pt x="1571" y="0"/>
                  </a:moveTo>
                  <a:cubicBezTo>
                    <a:pt x="1561" y="0"/>
                    <a:pt x="1551" y="0"/>
                    <a:pt x="1541" y="1"/>
                  </a:cubicBezTo>
                  <a:cubicBezTo>
                    <a:pt x="1326" y="1"/>
                    <a:pt x="1119" y="84"/>
                    <a:pt x="928" y="183"/>
                  </a:cubicBezTo>
                  <a:cubicBezTo>
                    <a:pt x="862" y="216"/>
                    <a:pt x="804" y="249"/>
                    <a:pt x="746" y="282"/>
                  </a:cubicBezTo>
                  <a:cubicBezTo>
                    <a:pt x="713" y="299"/>
                    <a:pt x="688" y="307"/>
                    <a:pt x="663" y="316"/>
                  </a:cubicBezTo>
                  <a:cubicBezTo>
                    <a:pt x="505" y="390"/>
                    <a:pt x="365" y="481"/>
                    <a:pt x="257" y="605"/>
                  </a:cubicBezTo>
                  <a:cubicBezTo>
                    <a:pt x="141" y="738"/>
                    <a:pt x="91" y="895"/>
                    <a:pt x="58" y="1069"/>
                  </a:cubicBezTo>
                  <a:cubicBezTo>
                    <a:pt x="25" y="1268"/>
                    <a:pt x="0" y="1459"/>
                    <a:pt x="25" y="1658"/>
                  </a:cubicBezTo>
                  <a:cubicBezTo>
                    <a:pt x="58" y="1857"/>
                    <a:pt x="99" y="2064"/>
                    <a:pt x="141" y="2254"/>
                  </a:cubicBezTo>
                  <a:cubicBezTo>
                    <a:pt x="182" y="2437"/>
                    <a:pt x="282" y="2561"/>
                    <a:pt x="447" y="2644"/>
                  </a:cubicBezTo>
                  <a:cubicBezTo>
                    <a:pt x="548" y="2694"/>
                    <a:pt x="668" y="2714"/>
                    <a:pt x="787" y="2714"/>
                  </a:cubicBezTo>
                  <a:cubicBezTo>
                    <a:pt x="843" y="2714"/>
                    <a:pt x="899" y="2710"/>
                    <a:pt x="953" y="2702"/>
                  </a:cubicBezTo>
                  <a:cubicBezTo>
                    <a:pt x="1027" y="2685"/>
                    <a:pt x="1102" y="2669"/>
                    <a:pt x="1168" y="2644"/>
                  </a:cubicBezTo>
                  <a:lnTo>
                    <a:pt x="1168" y="2644"/>
                  </a:lnTo>
                  <a:cubicBezTo>
                    <a:pt x="1085" y="2751"/>
                    <a:pt x="1003" y="2859"/>
                    <a:pt x="895" y="2942"/>
                  </a:cubicBezTo>
                  <a:cubicBezTo>
                    <a:pt x="779" y="3033"/>
                    <a:pt x="621" y="3083"/>
                    <a:pt x="530" y="3207"/>
                  </a:cubicBezTo>
                  <a:cubicBezTo>
                    <a:pt x="493" y="3260"/>
                    <a:pt x="523" y="3360"/>
                    <a:pt x="591" y="3360"/>
                  </a:cubicBezTo>
                  <a:cubicBezTo>
                    <a:pt x="598" y="3360"/>
                    <a:pt x="605" y="3359"/>
                    <a:pt x="613" y="3356"/>
                  </a:cubicBezTo>
                  <a:cubicBezTo>
                    <a:pt x="928" y="3273"/>
                    <a:pt x="1152" y="3058"/>
                    <a:pt x="1334" y="2818"/>
                  </a:cubicBezTo>
                  <a:cubicBezTo>
                    <a:pt x="1342" y="2801"/>
                    <a:pt x="1359" y="2785"/>
                    <a:pt x="1375" y="2776"/>
                  </a:cubicBezTo>
                  <a:cubicBezTo>
                    <a:pt x="1467" y="2685"/>
                    <a:pt x="1549" y="2602"/>
                    <a:pt x="1649" y="2528"/>
                  </a:cubicBezTo>
                  <a:cubicBezTo>
                    <a:pt x="1831" y="2362"/>
                    <a:pt x="2030" y="2221"/>
                    <a:pt x="2237" y="2072"/>
                  </a:cubicBezTo>
                  <a:cubicBezTo>
                    <a:pt x="2610" y="1799"/>
                    <a:pt x="2991" y="1517"/>
                    <a:pt x="3273" y="1136"/>
                  </a:cubicBezTo>
                  <a:cubicBezTo>
                    <a:pt x="3347" y="1036"/>
                    <a:pt x="3422" y="929"/>
                    <a:pt x="3472" y="813"/>
                  </a:cubicBezTo>
                  <a:cubicBezTo>
                    <a:pt x="3497" y="755"/>
                    <a:pt x="3521" y="697"/>
                    <a:pt x="3538" y="639"/>
                  </a:cubicBezTo>
                  <a:cubicBezTo>
                    <a:pt x="3554" y="572"/>
                    <a:pt x="3546" y="523"/>
                    <a:pt x="3546" y="456"/>
                  </a:cubicBezTo>
                  <a:cubicBezTo>
                    <a:pt x="3541" y="422"/>
                    <a:pt x="3510" y="402"/>
                    <a:pt x="3479" y="402"/>
                  </a:cubicBezTo>
                  <a:cubicBezTo>
                    <a:pt x="3457" y="402"/>
                    <a:pt x="3435" y="411"/>
                    <a:pt x="3422" y="432"/>
                  </a:cubicBezTo>
                  <a:cubicBezTo>
                    <a:pt x="3422" y="432"/>
                    <a:pt x="3414" y="440"/>
                    <a:pt x="3414" y="440"/>
                  </a:cubicBezTo>
                  <a:cubicBezTo>
                    <a:pt x="3422" y="423"/>
                    <a:pt x="3422" y="407"/>
                    <a:pt x="3430" y="390"/>
                  </a:cubicBezTo>
                  <a:cubicBezTo>
                    <a:pt x="3443" y="352"/>
                    <a:pt x="3417" y="310"/>
                    <a:pt x="3382" y="310"/>
                  </a:cubicBezTo>
                  <a:cubicBezTo>
                    <a:pt x="3371" y="310"/>
                    <a:pt x="3359" y="314"/>
                    <a:pt x="3347" y="324"/>
                  </a:cubicBezTo>
                  <a:cubicBezTo>
                    <a:pt x="3190" y="440"/>
                    <a:pt x="3082" y="614"/>
                    <a:pt x="2958" y="771"/>
                  </a:cubicBezTo>
                  <a:cubicBezTo>
                    <a:pt x="2955" y="768"/>
                    <a:pt x="2952" y="768"/>
                    <a:pt x="2950" y="768"/>
                  </a:cubicBezTo>
                  <a:cubicBezTo>
                    <a:pt x="2944" y="768"/>
                    <a:pt x="2939" y="771"/>
                    <a:pt x="2933" y="771"/>
                  </a:cubicBezTo>
                  <a:cubicBezTo>
                    <a:pt x="2883" y="680"/>
                    <a:pt x="2801" y="605"/>
                    <a:pt x="2726" y="547"/>
                  </a:cubicBezTo>
                  <a:cubicBezTo>
                    <a:pt x="2535" y="415"/>
                    <a:pt x="2328" y="299"/>
                    <a:pt x="2129" y="183"/>
                  </a:cubicBezTo>
                  <a:cubicBezTo>
                    <a:pt x="1956" y="80"/>
                    <a:pt x="1774" y="0"/>
                    <a:pt x="15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6"/>
            <p:cNvSpPr/>
            <p:nvPr/>
          </p:nvSpPr>
          <p:spPr>
            <a:xfrm>
              <a:off x="6726700" y="4249025"/>
              <a:ext cx="87575" cy="67575"/>
            </a:xfrm>
            <a:custGeom>
              <a:rect b="b" l="l" r="r" t="t"/>
              <a:pathLst>
                <a:path extrusionOk="0" h="2703" w="3503">
                  <a:moveTo>
                    <a:pt x="2314" y="0"/>
                  </a:moveTo>
                  <a:cubicBezTo>
                    <a:pt x="2181" y="0"/>
                    <a:pt x="2053" y="57"/>
                    <a:pt x="1931" y="125"/>
                  </a:cubicBezTo>
                  <a:cubicBezTo>
                    <a:pt x="1773" y="208"/>
                    <a:pt x="1632" y="307"/>
                    <a:pt x="1458" y="349"/>
                  </a:cubicBezTo>
                  <a:cubicBezTo>
                    <a:pt x="1276" y="390"/>
                    <a:pt x="1085" y="382"/>
                    <a:pt x="911" y="432"/>
                  </a:cubicBezTo>
                  <a:cubicBezTo>
                    <a:pt x="754" y="473"/>
                    <a:pt x="613" y="548"/>
                    <a:pt x="530" y="689"/>
                  </a:cubicBezTo>
                  <a:cubicBezTo>
                    <a:pt x="456" y="813"/>
                    <a:pt x="431" y="970"/>
                    <a:pt x="456" y="1111"/>
                  </a:cubicBezTo>
                  <a:cubicBezTo>
                    <a:pt x="464" y="1144"/>
                    <a:pt x="481" y="1177"/>
                    <a:pt x="489" y="1211"/>
                  </a:cubicBezTo>
                  <a:cubicBezTo>
                    <a:pt x="481" y="1211"/>
                    <a:pt x="472" y="1219"/>
                    <a:pt x="464" y="1219"/>
                  </a:cubicBezTo>
                  <a:cubicBezTo>
                    <a:pt x="398" y="1227"/>
                    <a:pt x="331" y="1235"/>
                    <a:pt x="265" y="1252"/>
                  </a:cubicBezTo>
                  <a:cubicBezTo>
                    <a:pt x="182" y="1269"/>
                    <a:pt x="133" y="1302"/>
                    <a:pt x="58" y="1343"/>
                  </a:cubicBezTo>
                  <a:cubicBezTo>
                    <a:pt x="0" y="1376"/>
                    <a:pt x="0" y="1476"/>
                    <a:pt x="75" y="1484"/>
                  </a:cubicBezTo>
                  <a:cubicBezTo>
                    <a:pt x="113" y="1484"/>
                    <a:pt x="152" y="1488"/>
                    <a:pt x="191" y="1488"/>
                  </a:cubicBezTo>
                  <a:cubicBezTo>
                    <a:pt x="210" y="1488"/>
                    <a:pt x="229" y="1487"/>
                    <a:pt x="249" y="1484"/>
                  </a:cubicBezTo>
                  <a:cubicBezTo>
                    <a:pt x="298" y="1484"/>
                    <a:pt x="356" y="1467"/>
                    <a:pt x="414" y="1467"/>
                  </a:cubicBezTo>
                  <a:cubicBezTo>
                    <a:pt x="421" y="1481"/>
                    <a:pt x="433" y="1494"/>
                    <a:pt x="451" y="1494"/>
                  </a:cubicBezTo>
                  <a:cubicBezTo>
                    <a:pt x="455" y="1494"/>
                    <a:pt x="459" y="1494"/>
                    <a:pt x="464" y="1492"/>
                  </a:cubicBezTo>
                  <a:cubicBezTo>
                    <a:pt x="530" y="1484"/>
                    <a:pt x="597" y="1476"/>
                    <a:pt x="663" y="1476"/>
                  </a:cubicBezTo>
                  <a:cubicBezTo>
                    <a:pt x="779" y="1583"/>
                    <a:pt x="936" y="1666"/>
                    <a:pt x="1094" y="1708"/>
                  </a:cubicBezTo>
                  <a:cubicBezTo>
                    <a:pt x="1442" y="1791"/>
                    <a:pt x="1815" y="1741"/>
                    <a:pt x="2146" y="1898"/>
                  </a:cubicBezTo>
                  <a:cubicBezTo>
                    <a:pt x="2361" y="1998"/>
                    <a:pt x="2585" y="2147"/>
                    <a:pt x="2817" y="2155"/>
                  </a:cubicBezTo>
                  <a:cubicBezTo>
                    <a:pt x="2859" y="2188"/>
                    <a:pt x="2900" y="2221"/>
                    <a:pt x="2941" y="2254"/>
                  </a:cubicBezTo>
                  <a:cubicBezTo>
                    <a:pt x="3024" y="2337"/>
                    <a:pt x="3107" y="2420"/>
                    <a:pt x="3198" y="2478"/>
                  </a:cubicBezTo>
                  <a:cubicBezTo>
                    <a:pt x="3240" y="2536"/>
                    <a:pt x="3281" y="2602"/>
                    <a:pt x="3322" y="2669"/>
                  </a:cubicBezTo>
                  <a:cubicBezTo>
                    <a:pt x="3344" y="2693"/>
                    <a:pt x="3370" y="2703"/>
                    <a:pt x="3396" y="2703"/>
                  </a:cubicBezTo>
                  <a:cubicBezTo>
                    <a:pt x="3450" y="2703"/>
                    <a:pt x="3502" y="2656"/>
                    <a:pt x="3496" y="2594"/>
                  </a:cubicBezTo>
                  <a:cubicBezTo>
                    <a:pt x="3488" y="2486"/>
                    <a:pt x="3430" y="2379"/>
                    <a:pt x="3356" y="2288"/>
                  </a:cubicBezTo>
                  <a:cubicBezTo>
                    <a:pt x="3364" y="2279"/>
                    <a:pt x="3364" y="2279"/>
                    <a:pt x="3372" y="2279"/>
                  </a:cubicBezTo>
                  <a:cubicBezTo>
                    <a:pt x="3380" y="2271"/>
                    <a:pt x="3389" y="2246"/>
                    <a:pt x="3380" y="2238"/>
                  </a:cubicBezTo>
                  <a:cubicBezTo>
                    <a:pt x="3372" y="2221"/>
                    <a:pt x="3364" y="2205"/>
                    <a:pt x="3356" y="2196"/>
                  </a:cubicBezTo>
                  <a:lnTo>
                    <a:pt x="3339" y="2188"/>
                  </a:lnTo>
                  <a:cubicBezTo>
                    <a:pt x="3339" y="2180"/>
                    <a:pt x="3339" y="2180"/>
                    <a:pt x="3331" y="2180"/>
                  </a:cubicBezTo>
                  <a:cubicBezTo>
                    <a:pt x="3331" y="2172"/>
                    <a:pt x="3322" y="2163"/>
                    <a:pt x="3314" y="2155"/>
                  </a:cubicBezTo>
                  <a:cubicBezTo>
                    <a:pt x="3306" y="2147"/>
                    <a:pt x="3306" y="2147"/>
                    <a:pt x="3298" y="2139"/>
                  </a:cubicBezTo>
                  <a:lnTo>
                    <a:pt x="3289" y="2139"/>
                  </a:lnTo>
                  <a:lnTo>
                    <a:pt x="3289" y="2130"/>
                  </a:lnTo>
                  <a:cubicBezTo>
                    <a:pt x="3256" y="2097"/>
                    <a:pt x="3231" y="2064"/>
                    <a:pt x="3198" y="2031"/>
                  </a:cubicBezTo>
                  <a:cubicBezTo>
                    <a:pt x="3198" y="2031"/>
                    <a:pt x="3198" y="2023"/>
                    <a:pt x="3198" y="2023"/>
                  </a:cubicBezTo>
                  <a:cubicBezTo>
                    <a:pt x="3397" y="1840"/>
                    <a:pt x="3447" y="1525"/>
                    <a:pt x="3414" y="1269"/>
                  </a:cubicBezTo>
                  <a:cubicBezTo>
                    <a:pt x="3380" y="979"/>
                    <a:pt x="3248" y="713"/>
                    <a:pt x="3049" y="506"/>
                  </a:cubicBezTo>
                  <a:cubicBezTo>
                    <a:pt x="2983" y="407"/>
                    <a:pt x="2908" y="316"/>
                    <a:pt x="2817" y="233"/>
                  </a:cubicBezTo>
                  <a:cubicBezTo>
                    <a:pt x="2709" y="125"/>
                    <a:pt x="2569" y="34"/>
                    <a:pt x="2403" y="9"/>
                  </a:cubicBezTo>
                  <a:cubicBezTo>
                    <a:pt x="2373" y="3"/>
                    <a:pt x="2343" y="0"/>
                    <a:pt x="23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6"/>
            <p:cNvSpPr/>
            <p:nvPr/>
          </p:nvSpPr>
          <p:spPr>
            <a:xfrm>
              <a:off x="6610900" y="4293800"/>
              <a:ext cx="222900" cy="199500"/>
            </a:xfrm>
            <a:custGeom>
              <a:rect b="b" l="l" r="r" t="t"/>
              <a:pathLst>
                <a:path extrusionOk="0" h="7980" w="8916">
                  <a:moveTo>
                    <a:pt x="5299" y="1"/>
                  </a:moveTo>
                  <a:cubicBezTo>
                    <a:pt x="4833" y="1"/>
                    <a:pt x="4366" y="74"/>
                    <a:pt x="3919" y="198"/>
                  </a:cubicBezTo>
                  <a:cubicBezTo>
                    <a:pt x="3149" y="405"/>
                    <a:pt x="2345" y="803"/>
                    <a:pt x="1931" y="1516"/>
                  </a:cubicBezTo>
                  <a:cubicBezTo>
                    <a:pt x="1707" y="1889"/>
                    <a:pt x="1633" y="2319"/>
                    <a:pt x="1575" y="2742"/>
                  </a:cubicBezTo>
                  <a:cubicBezTo>
                    <a:pt x="1508" y="3173"/>
                    <a:pt x="1450" y="3604"/>
                    <a:pt x="1210" y="3977"/>
                  </a:cubicBezTo>
                  <a:cubicBezTo>
                    <a:pt x="986" y="4349"/>
                    <a:pt x="663" y="4656"/>
                    <a:pt x="406" y="5012"/>
                  </a:cubicBezTo>
                  <a:cubicBezTo>
                    <a:pt x="174" y="5344"/>
                    <a:pt x="0" y="5766"/>
                    <a:pt x="50" y="6180"/>
                  </a:cubicBezTo>
                  <a:cubicBezTo>
                    <a:pt x="100" y="6595"/>
                    <a:pt x="390" y="6901"/>
                    <a:pt x="779" y="7034"/>
                  </a:cubicBezTo>
                  <a:cubicBezTo>
                    <a:pt x="1038" y="7123"/>
                    <a:pt x="1305" y="7141"/>
                    <a:pt x="1574" y="7141"/>
                  </a:cubicBezTo>
                  <a:cubicBezTo>
                    <a:pt x="1754" y="7141"/>
                    <a:pt x="1934" y="7133"/>
                    <a:pt x="2113" y="7133"/>
                  </a:cubicBezTo>
                  <a:cubicBezTo>
                    <a:pt x="2320" y="7133"/>
                    <a:pt x="2577" y="7133"/>
                    <a:pt x="2759" y="7241"/>
                  </a:cubicBezTo>
                  <a:cubicBezTo>
                    <a:pt x="2834" y="7282"/>
                    <a:pt x="2892" y="7340"/>
                    <a:pt x="2884" y="7432"/>
                  </a:cubicBezTo>
                  <a:cubicBezTo>
                    <a:pt x="2875" y="7531"/>
                    <a:pt x="2834" y="7630"/>
                    <a:pt x="2859" y="7730"/>
                  </a:cubicBezTo>
                  <a:cubicBezTo>
                    <a:pt x="2917" y="7962"/>
                    <a:pt x="3190" y="7978"/>
                    <a:pt x="3381" y="7978"/>
                  </a:cubicBezTo>
                  <a:cubicBezTo>
                    <a:pt x="3402" y="7979"/>
                    <a:pt x="3423" y="7979"/>
                    <a:pt x="3444" y="7979"/>
                  </a:cubicBezTo>
                  <a:cubicBezTo>
                    <a:pt x="3670" y="7979"/>
                    <a:pt x="3889" y="7940"/>
                    <a:pt x="4102" y="7879"/>
                  </a:cubicBezTo>
                  <a:cubicBezTo>
                    <a:pt x="4574" y="7746"/>
                    <a:pt x="5005" y="7498"/>
                    <a:pt x="5427" y="7249"/>
                  </a:cubicBezTo>
                  <a:cubicBezTo>
                    <a:pt x="5635" y="7125"/>
                    <a:pt x="5850" y="7001"/>
                    <a:pt x="6074" y="6893"/>
                  </a:cubicBezTo>
                  <a:cubicBezTo>
                    <a:pt x="6289" y="6785"/>
                    <a:pt x="6505" y="6702"/>
                    <a:pt x="6737" y="6628"/>
                  </a:cubicBezTo>
                  <a:cubicBezTo>
                    <a:pt x="6952" y="6545"/>
                    <a:pt x="7167" y="6462"/>
                    <a:pt x="7358" y="6321"/>
                  </a:cubicBezTo>
                  <a:cubicBezTo>
                    <a:pt x="7549" y="6197"/>
                    <a:pt x="7698" y="6031"/>
                    <a:pt x="7838" y="5849"/>
                  </a:cubicBezTo>
                  <a:cubicBezTo>
                    <a:pt x="7988" y="5658"/>
                    <a:pt x="8128" y="5460"/>
                    <a:pt x="8269" y="5261"/>
                  </a:cubicBezTo>
                  <a:cubicBezTo>
                    <a:pt x="8418" y="5062"/>
                    <a:pt x="8568" y="4863"/>
                    <a:pt x="8708" y="4648"/>
                  </a:cubicBezTo>
                  <a:cubicBezTo>
                    <a:pt x="8841" y="4449"/>
                    <a:pt x="8907" y="4242"/>
                    <a:pt x="8916" y="4001"/>
                  </a:cubicBezTo>
                  <a:cubicBezTo>
                    <a:pt x="8916" y="3786"/>
                    <a:pt x="8891" y="3571"/>
                    <a:pt x="8858" y="3355"/>
                  </a:cubicBezTo>
                  <a:cubicBezTo>
                    <a:pt x="8783" y="2957"/>
                    <a:pt x="8650" y="2560"/>
                    <a:pt x="8476" y="2195"/>
                  </a:cubicBezTo>
                  <a:cubicBezTo>
                    <a:pt x="8120" y="1458"/>
                    <a:pt x="7573" y="811"/>
                    <a:pt x="6902" y="348"/>
                  </a:cubicBezTo>
                  <a:cubicBezTo>
                    <a:pt x="6728" y="232"/>
                    <a:pt x="6554" y="132"/>
                    <a:pt x="6380" y="41"/>
                  </a:cubicBezTo>
                  <a:cubicBezTo>
                    <a:pt x="6362" y="33"/>
                    <a:pt x="6345" y="29"/>
                    <a:pt x="6329" y="29"/>
                  </a:cubicBezTo>
                  <a:cubicBezTo>
                    <a:pt x="6280" y="29"/>
                    <a:pt x="6244" y="63"/>
                    <a:pt x="6231" y="107"/>
                  </a:cubicBezTo>
                  <a:cubicBezTo>
                    <a:pt x="5925" y="34"/>
                    <a:pt x="5612" y="1"/>
                    <a:pt x="5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6"/>
            <p:cNvSpPr/>
            <p:nvPr/>
          </p:nvSpPr>
          <p:spPr>
            <a:xfrm>
              <a:off x="6390300" y="4165725"/>
              <a:ext cx="167175" cy="189500"/>
            </a:xfrm>
            <a:custGeom>
              <a:rect b="b" l="l" r="r" t="t"/>
              <a:pathLst>
                <a:path extrusionOk="0" h="7580" w="6687">
                  <a:moveTo>
                    <a:pt x="2442" y="1"/>
                  </a:moveTo>
                  <a:cubicBezTo>
                    <a:pt x="2316" y="1"/>
                    <a:pt x="2189" y="6"/>
                    <a:pt x="2063" y="19"/>
                  </a:cubicBezTo>
                  <a:cubicBezTo>
                    <a:pt x="1856" y="35"/>
                    <a:pt x="1657" y="77"/>
                    <a:pt x="1459" y="126"/>
                  </a:cubicBezTo>
                  <a:cubicBezTo>
                    <a:pt x="1417" y="143"/>
                    <a:pt x="1376" y="176"/>
                    <a:pt x="1367" y="218"/>
                  </a:cubicBezTo>
                  <a:cubicBezTo>
                    <a:pt x="1251" y="218"/>
                    <a:pt x="1144" y="218"/>
                    <a:pt x="1028" y="226"/>
                  </a:cubicBezTo>
                  <a:cubicBezTo>
                    <a:pt x="754" y="234"/>
                    <a:pt x="456" y="267"/>
                    <a:pt x="249" y="458"/>
                  </a:cubicBezTo>
                  <a:cubicBezTo>
                    <a:pt x="50" y="657"/>
                    <a:pt x="0" y="955"/>
                    <a:pt x="75" y="1220"/>
                  </a:cubicBezTo>
                  <a:cubicBezTo>
                    <a:pt x="150" y="1535"/>
                    <a:pt x="357" y="1808"/>
                    <a:pt x="522" y="2082"/>
                  </a:cubicBezTo>
                  <a:cubicBezTo>
                    <a:pt x="1251" y="3275"/>
                    <a:pt x="1923" y="4501"/>
                    <a:pt x="2536" y="5760"/>
                  </a:cubicBezTo>
                  <a:cubicBezTo>
                    <a:pt x="2643" y="5984"/>
                    <a:pt x="2751" y="6208"/>
                    <a:pt x="2875" y="6432"/>
                  </a:cubicBezTo>
                  <a:cubicBezTo>
                    <a:pt x="2975" y="6448"/>
                    <a:pt x="3049" y="6514"/>
                    <a:pt x="3099" y="6589"/>
                  </a:cubicBezTo>
                  <a:cubicBezTo>
                    <a:pt x="3107" y="6597"/>
                    <a:pt x="3116" y="6606"/>
                    <a:pt x="3124" y="6614"/>
                  </a:cubicBezTo>
                  <a:cubicBezTo>
                    <a:pt x="3132" y="6614"/>
                    <a:pt x="3132" y="6606"/>
                    <a:pt x="3132" y="6606"/>
                  </a:cubicBezTo>
                  <a:cubicBezTo>
                    <a:pt x="3138" y="6604"/>
                    <a:pt x="3143" y="6603"/>
                    <a:pt x="3149" y="6603"/>
                  </a:cubicBezTo>
                  <a:cubicBezTo>
                    <a:pt x="3173" y="6603"/>
                    <a:pt x="3192" y="6620"/>
                    <a:pt x="3199" y="6647"/>
                  </a:cubicBezTo>
                  <a:cubicBezTo>
                    <a:pt x="3240" y="6755"/>
                    <a:pt x="3273" y="6871"/>
                    <a:pt x="3306" y="6978"/>
                  </a:cubicBezTo>
                  <a:cubicBezTo>
                    <a:pt x="3306" y="6995"/>
                    <a:pt x="3306" y="7012"/>
                    <a:pt x="3298" y="7028"/>
                  </a:cubicBezTo>
                  <a:cubicBezTo>
                    <a:pt x="3381" y="7119"/>
                    <a:pt x="3472" y="7202"/>
                    <a:pt x="3571" y="7277"/>
                  </a:cubicBezTo>
                  <a:cubicBezTo>
                    <a:pt x="3822" y="7465"/>
                    <a:pt x="4131" y="7580"/>
                    <a:pt x="4437" y="7580"/>
                  </a:cubicBezTo>
                  <a:cubicBezTo>
                    <a:pt x="4658" y="7580"/>
                    <a:pt x="4877" y="7520"/>
                    <a:pt x="5071" y="7384"/>
                  </a:cubicBezTo>
                  <a:cubicBezTo>
                    <a:pt x="5179" y="7318"/>
                    <a:pt x="5270" y="7219"/>
                    <a:pt x="5336" y="7111"/>
                  </a:cubicBezTo>
                  <a:cubicBezTo>
                    <a:pt x="5369" y="7061"/>
                    <a:pt x="5353" y="6970"/>
                    <a:pt x="5278" y="6970"/>
                  </a:cubicBezTo>
                  <a:cubicBezTo>
                    <a:pt x="4922" y="6962"/>
                    <a:pt x="4557" y="6929"/>
                    <a:pt x="4226" y="6813"/>
                  </a:cubicBezTo>
                  <a:cubicBezTo>
                    <a:pt x="3886" y="6697"/>
                    <a:pt x="3596" y="6498"/>
                    <a:pt x="3397" y="6200"/>
                  </a:cubicBezTo>
                  <a:cubicBezTo>
                    <a:pt x="3174" y="5876"/>
                    <a:pt x="3041" y="5495"/>
                    <a:pt x="2884" y="5139"/>
                  </a:cubicBezTo>
                  <a:cubicBezTo>
                    <a:pt x="2701" y="4725"/>
                    <a:pt x="2519" y="4319"/>
                    <a:pt x="2320" y="3921"/>
                  </a:cubicBezTo>
                  <a:cubicBezTo>
                    <a:pt x="2130" y="3515"/>
                    <a:pt x="1923" y="3117"/>
                    <a:pt x="1724" y="2720"/>
                  </a:cubicBezTo>
                  <a:cubicBezTo>
                    <a:pt x="1541" y="2347"/>
                    <a:pt x="1351" y="1982"/>
                    <a:pt x="1077" y="1667"/>
                  </a:cubicBezTo>
                  <a:cubicBezTo>
                    <a:pt x="937" y="1510"/>
                    <a:pt x="787" y="1361"/>
                    <a:pt x="663" y="1195"/>
                  </a:cubicBezTo>
                  <a:cubicBezTo>
                    <a:pt x="613" y="1129"/>
                    <a:pt x="555" y="1054"/>
                    <a:pt x="539" y="971"/>
                  </a:cubicBezTo>
                  <a:cubicBezTo>
                    <a:pt x="531" y="880"/>
                    <a:pt x="597" y="839"/>
                    <a:pt x="671" y="814"/>
                  </a:cubicBezTo>
                  <a:cubicBezTo>
                    <a:pt x="754" y="789"/>
                    <a:pt x="837" y="781"/>
                    <a:pt x="928" y="773"/>
                  </a:cubicBezTo>
                  <a:cubicBezTo>
                    <a:pt x="1036" y="756"/>
                    <a:pt x="1144" y="739"/>
                    <a:pt x="1251" y="731"/>
                  </a:cubicBezTo>
                  <a:cubicBezTo>
                    <a:pt x="1459" y="715"/>
                    <a:pt x="1674" y="706"/>
                    <a:pt x="1881" y="706"/>
                  </a:cubicBezTo>
                  <a:cubicBezTo>
                    <a:pt x="2685" y="706"/>
                    <a:pt x="3530" y="831"/>
                    <a:pt x="4284" y="1129"/>
                  </a:cubicBezTo>
                  <a:cubicBezTo>
                    <a:pt x="4466" y="1203"/>
                    <a:pt x="4640" y="1295"/>
                    <a:pt x="4781" y="1435"/>
                  </a:cubicBezTo>
                  <a:cubicBezTo>
                    <a:pt x="4881" y="1527"/>
                    <a:pt x="4963" y="1634"/>
                    <a:pt x="5030" y="1750"/>
                  </a:cubicBezTo>
                  <a:cubicBezTo>
                    <a:pt x="5005" y="1725"/>
                    <a:pt x="4980" y="1701"/>
                    <a:pt x="4947" y="1684"/>
                  </a:cubicBezTo>
                  <a:cubicBezTo>
                    <a:pt x="4939" y="1681"/>
                    <a:pt x="4932" y="1680"/>
                    <a:pt x="4925" y="1680"/>
                  </a:cubicBezTo>
                  <a:cubicBezTo>
                    <a:pt x="4895" y="1680"/>
                    <a:pt x="4874" y="1707"/>
                    <a:pt x="4881" y="1734"/>
                  </a:cubicBezTo>
                  <a:cubicBezTo>
                    <a:pt x="4881" y="1808"/>
                    <a:pt x="4922" y="1883"/>
                    <a:pt x="4955" y="1941"/>
                  </a:cubicBezTo>
                  <a:cubicBezTo>
                    <a:pt x="4988" y="2015"/>
                    <a:pt x="5030" y="2082"/>
                    <a:pt x="5063" y="2148"/>
                  </a:cubicBezTo>
                  <a:cubicBezTo>
                    <a:pt x="5137" y="2297"/>
                    <a:pt x="5204" y="2446"/>
                    <a:pt x="5262" y="2595"/>
                  </a:cubicBezTo>
                  <a:cubicBezTo>
                    <a:pt x="5320" y="2753"/>
                    <a:pt x="5378" y="2902"/>
                    <a:pt x="5427" y="3059"/>
                  </a:cubicBezTo>
                  <a:cubicBezTo>
                    <a:pt x="5444" y="3126"/>
                    <a:pt x="5469" y="3200"/>
                    <a:pt x="5485" y="3267"/>
                  </a:cubicBezTo>
                  <a:cubicBezTo>
                    <a:pt x="5510" y="3639"/>
                    <a:pt x="5461" y="4021"/>
                    <a:pt x="5593" y="4377"/>
                  </a:cubicBezTo>
                  <a:cubicBezTo>
                    <a:pt x="5626" y="4460"/>
                    <a:pt x="5668" y="4543"/>
                    <a:pt x="5767" y="4559"/>
                  </a:cubicBezTo>
                  <a:cubicBezTo>
                    <a:pt x="5781" y="4563"/>
                    <a:pt x="5794" y="4564"/>
                    <a:pt x="5808" y="4564"/>
                  </a:cubicBezTo>
                  <a:cubicBezTo>
                    <a:pt x="5885" y="4564"/>
                    <a:pt x="5959" y="4510"/>
                    <a:pt x="6016" y="4468"/>
                  </a:cubicBezTo>
                  <a:cubicBezTo>
                    <a:pt x="6165" y="4369"/>
                    <a:pt x="6289" y="4236"/>
                    <a:pt x="6380" y="4087"/>
                  </a:cubicBezTo>
                  <a:cubicBezTo>
                    <a:pt x="6596" y="3755"/>
                    <a:pt x="6678" y="3366"/>
                    <a:pt x="6678" y="2977"/>
                  </a:cubicBezTo>
                  <a:cubicBezTo>
                    <a:pt x="6687" y="2769"/>
                    <a:pt x="6678" y="2554"/>
                    <a:pt x="6612" y="2347"/>
                  </a:cubicBezTo>
                  <a:cubicBezTo>
                    <a:pt x="6546" y="2165"/>
                    <a:pt x="6430" y="2007"/>
                    <a:pt x="6297" y="1866"/>
                  </a:cubicBezTo>
                  <a:cubicBezTo>
                    <a:pt x="6040" y="1585"/>
                    <a:pt x="5767" y="1319"/>
                    <a:pt x="5477" y="1063"/>
                  </a:cubicBezTo>
                  <a:cubicBezTo>
                    <a:pt x="5195" y="814"/>
                    <a:pt x="4889" y="590"/>
                    <a:pt x="4549" y="425"/>
                  </a:cubicBezTo>
                  <a:cubicBezTo>
                    <a:pt x="4168" y="251"/>
                    <a:pt x="3745" y="151"/>
                    <a:pt x="3339" y="85"/>
                  </a:cubicBezTo>
                  <a:cubicBezTo>
                    <a:pt x="3043" y="33"/>
                    <a:pt x="2742" y="1"/>
                    <a:pt x="2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6"/>
            <p:cNvSpPr/>
            <p:nvPr/>
          </p:nvSpPr>
          <p:spPr>
            <a:xfrm>
              <a:off x="6505250" y="4199125"/>
              <a:ext cx="5000" cy="6600"/>
            </a:xfrm>
            <a:custGeom>
              <a:rect b="b" l="l" r="r" t="t"/>
              <a:pathLst>
                <a:path extrusionOk="0" h="264" w="200">
                  <a:moveTo>
                    <a:pt x="34" y="0"/>
                  </a:moveTo>
                  <a:cubicBezTo>
                    <a:pt x="26" y="0"/>
                    <a:pt x="17" y="8"/>
                    <a:pt x="9" y="17"/>
                  </a:cubicBezTo>
                  <a:cubicBezTo>
                    <a:pt x="1" y="25"/>
                    <a:pt x="9" y="41"/>
                    <a:pt x="9" y="50"/>
                  </a:cubicBezTo>
                  <a:cubicBezTo>
                    <a:pt x="9" y="75"/>
                    <a:pt x="9" y="91"/>
                    <a:pt x="17" y="108"/>
                  </a:cubicBezTo>
                  <a:cubicBezTo>
                    <a:pt x="26" y="124"/>
                    <a:pt x="34" y="133"/>
                    <a:pt x="34" y="149"/>
                  </a:cubicBezTo>
                  <a:cubicBezTo>
                    <a:pt x="59" y="182"/>
                    <a:pt x="75" y="215"/>
                    <a:pt x="100" y="240"/>
                  </a:cubicBezTo>
                  <a:cubicBezTo>
                    <a:pt x="110" y="255"/>
                    <a:pt x="125" y="264"/>
                    <a:pt x="139" y="264"/>
                  </a:cubicBezTo>
                  <a:cubicBezTo>
                    <a:pt x="150" y="264"/>
                    <a:pt x="160" y="259"/>
                    <a:pt x="167" y="249"/>
                  </a:cubicBezTo>
                  <a:cubicBezTo>
                    <a:pt x="191" y="232"/>
                    <a:pt x="200" y="207"/>
                    <a:pt x="175" y="182"/>
                  </a:cubicBezTo>
                  <a:cubicBezTo>
                    <a:pt x="167" y="174"/>
                    <a:pt x="158" y="157"/>
                    <a:pt x="150" y="149"/>
                  </a:cubicBezTo>
                  <a:cubicBezTo>
                    <a:pt x="150" y="141"/>
                    <a:pt x="142" y="141"/>
                    <a:pt x="142" y="133"/>
                  </a:cubicBezTo>
                  <a:cubicBezTo>
                    <a:pt x="142" y="133"/>
                    <a:pt x="133" y="124"/>
                    <a:pt x="133" y="124"/>
                  </a:cubicBezTo>
                  <a:cubicBezTo>
                    <a:pt x="133" y="124"/>
                    <a:pt x="133" y="116"/>
                    <a:pt x="133" y="116"/>
                  </a:cubicBezTo>
                  <a:cubicBezTo>
                    <a:pt x="117" y="91"/>
                    <a:pt x="100" y="58"/>
                    <a:pt x="84" y="25"/>
                  </a:cubicBezTo>
                  <a:cubicBezTo>
                    <a:pt x="75" y="17"/>
                    <a:pt x="75" y="8"/>
                    <a:pt x="67" y="8"/>
                  </a:cubicBezTo>
                  <a:cubicBezTo>
                    <a:pt x="5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6"/>
            <p:cNvSpPr/>
            <p:nvPr/>
          </p:nvSpPr>
          <p:spPr>
            <a:xfrm>
              <a:off x="6517500" y="4225925"/>
              <a:ext cx="7575" cy="14950"/>
            </a:xfrm>
            <a:custGeom>
              <a:rect b="b" l="l" r="r" t="t"/>
              <a:pathLst>
                <a:path extrusionOk="0" h="598" w="303">
                  <a:moveTo>
                    <a:pt x="49" y="0"/>
                  </a:moveTo>
                  <a:cubicBezTo>
                    <a:pt x="25" y="0"/>
                    <a:pt x="0" y="20"/>
                    <a:pt x="16" y="47"/>
                  </a:cubicBezTo>
                  <a:cubicBezTo>
                    <a:pt x="58" y="138"/>
                    <a:pt x="91" y="221"/>
                    <a:pt x="124" y="312"/>
                  </a:cubicBezTo>
                  <a:cubicBezTo>
                    <a:pt x="157" y="403"/>
                    <a:pt x="190" y="494"/>
                    <a:pt x="232" y="577"/>
                  </a:cubicBezTo>
                  <a:cubicBezTo>
                    <a:pt x="239" y="591"/>
                    <a:pt x="253" y="597"/>
                    <a:pt x="266" y="597"/>
                  </a:cubicBezTo>
                  <a:cubicBezTo>
                    <a:pt x="285" y="597"/>
                    <a:pt x="303" y="584"/>
                    <a:pt x="298" y="560"/>
                  </a:cubicBezTo>
                  <a:cubicBezTo>
                    <a:pt x="281" y="461"/>
                    <a:pt x="240" y="370"/>
                    <a:pt x="207" y="287"/>
                  </a:cubicBezTo>
                  <a:cubicBezTo>
                    <a:pt x="165" y="196"/>
                    <a:pt x="132" y="105"/>
                    <a:pt x="83" y="22"/>
                  </a:cubicBezTo>
                  <a:cubicBezTo>
                    <a:pt x="77" y="7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6"/>
            <p:cNvSpPr/>
            <p:nvPr/>
          </p:nvSpPr>
          <p:spPr>
            <a:xfrm>
              <a:off x="6679250" y="4086625"/>
              <a:ext cx="69200" cy="100925"/>
            </a:xfrm>
            <a:custGeom>
              <a:rect b="b" l="l" r="r" t="t"/>
              <a:pathLst>
                <a:path extrusionOk="0" h="4037" w="2768">
                  <a:moveTo>
                    <a:pt x="531" y="763"/>
                  </a:moveTo>
                  <a:cubicBezTo>
                    <a:pt x="531" y="772"/>
                    <a:pt x="531" y="788"/>
                    <a:pt x="539" y="796"/>
                  </a:cubicBezTo>
                  <a:cubicBezTo>
                    <a:pt x="523" y="805"/>
                    <a:pt x="514" y="813"/>
                    <a:pt x="506" y="830"/>
                  </a:cubicBezTo>
                  <a:cubicBezTo>
                    <a:pt x="506" y="821"/>
                    <a:pt x="514" y="805"/>
                    <a:pt x="514" y="796"/>
                  </a:cubicBezTo>
                  <a:cubicBezTo>
                    <a:pt x="514" y="788"/>
                    <a:pt x="523" y="772"/>
                    <a:pt x="523" y="763"/>
                  </a:cubicBezTo>
                  <a:close/>
                  <a:moveTo>
                    <a:pt x="932" y="1"/>
                  </a:moveTo>
                  <a:cubicBezTo>
                    <a:pt x="900" y="1"/>
                    <a:pt x="868" y="3"/>
                    <a:pt x="837" y="9"/>
                  </a:cubicBezTo>
                  <a:cubicBezTo>
                    <a:pt x="630" y="42"/>
                    <a:pt x="498" y="216"/>
                    <a:pt x="423" y="399"/>
                  </a:cubicBezTo>
                  <a:cubicBezTo>
                    <a:pt x="332" y="606"/>
                    <a:pt x="274" y="830"/>
                    <a:pt x="224" y="1053"/>
                  </a:cubicBezTo>
                  <a:cubicBezTo>
                    <a:pt x="133" y="1509"/>
                    <a:pt x="100" y="1981"/>
                    <a:pt x="75" y="2445"/>
                  </a:cubicBezTo>
                  <a:cubicBezTo>
                    <a:pt x="59" y="2727"/>
                    <a:pt x="42" y="3017"/>
                    <a:pt x="25" y="3307"/>
                  </a:cubicBezTo>
                  <a:cubicBezTo>
                    <a:pt x="17" y="3440"/>
                    <a:pt x="1" y="3580"/>
                    <a:pt x="1" y="3721"/>
                  </a:cubicBezTo>
                  <a:cubicBezTo>
                    <a:pt x="1" y="3821"/>
                    <a:pt x="17" y="3928"/>
                    <a:pt x="100" y="3995"/>
                  </a:cubicBezTo>
                  <a:cubicBezTo>
                    <a:pt x="108" y="4028"/>
                    <a:pt x="141" y="4036"/>
                    <a:pt x="166" y="4036"/>
                  </a:cubicBezTo>
                  <a:cubicBezTo>
                    <a:pt x="257" y="4036"/>
                    <a:pt x="332" y="3912"/>
                    <a:pt x="241" y="3845"/>
                  </a:cubicBezTo>
                  <a:cubicBezTo>
                    <a:pt x="233" y="3837"/>
                    <a:pt x="224" y="3829"/>
                    <a:pt x="216" y="3812"/>
                  </a:cubicBezTo>
                  <a:cubicBezTo>
                    <a:pt x="233" y="3680"/>
                    <a:pt x="249" y="3547"/>
                    <a:pt x="257" y="3406"/>
                  </a:cubicBezTo>
                  <a:cubicBezTo>
                    <a:pt x="274" y="3216"/>
                    <a:pt x="299" y="3025"/>
                    <a:pt x="315" y="2843"/>
                  </a:cubicBezTo>
                  <a:cubicBezTo>
                    <a:pt x="357" y="2454"/>
                    <a:pt x="407" y="2072"/>
                    <a:pt x="465" y="1691"/>
                  </a:cubicBezTo>
                  <a:cubicBezTo>
                    <a:pt x="489" y="1517"/>
                    <a:pt x="514" y="1335"/>
                    <a:pt x="556" y="1169"/>
                  </a:cubicBezTo>
                  <a:cubicBezTo>
                    <a:pt x="589" y="1020"/>
                    <a:pt x="672" y="912"/>
                    <a:pt x="813" y="854"/>
                  </a:cubicBezTo>
                  <a:cubicBezTo>
                    <a:pt x="900" y="823"/>
                    <a:pt x="994" y="810"/>
                    <a:pt x="1090" y="810"/>
                  </a:cubicBezTo>
                  <a:cubicBezTo>
                    <a:pt x="1294" y="810"/>
                    <a:pt x="1508" y="870"/>
                    <a:pt x="1683" y="937"/>
                  </a:cubicBezTo>
                  <a:cubicBezTo>
                    <a:pt x="2014" y="1062"/>
                    <a:pt x="2304" y="1252"/>
                    <a:pt x="2528" y="1517"/>
                  </a:cubicBezTo>
                  <a:cubicBezTo>
                    <a:pt x="2550" y="1540"/>
                    <a:pt x="2582" y="1552"/>
                    <a:pt x="2613" y="1552"/>
                  </a:cubicBezTo>
                  <a:cubicBezTo>
                    <a:pt x="2650" y="1552"/>
                    <a:pt x="2684" y="1533"/>
                    <a:pt x="2693" y="1492"/>
                  </a:cubicBezTo>
                  <a:cubicBezTo>
                    <a:pt x="2768" y="1277"/>
                    <a:pt x="2644" y="1095"/>
                    <a:pt x="2503" y="937"/>
                  </a:cubicBezTo>
                  <a:cubicBezTo>
                    <a:pt x="2370" y="772"/>
                    <a:pt x="2213" y="631"/>
                    <a:pt x="2047" y="506"/>
                  </a:cubicBezTo>
                  <a:cubicBezTo>
                    <a:pt x="1873" y="374"/>
                    <a:pt x="1683" y="266"/>
                    <a:pt x="1492" y="175"/>
                  </a:cubicBezTo>
                  <a:cubicBezTo>
                    <a:pt x="1322" y="97"/>
                    <a:pt x="1121" y="1"/>
                    <a:pt x="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6"/>
            <p:cNvSpPr/>
            <p:nvPr/>
          </p:nvSpPr>
          <p:spPr>
            <a:xfrm>
              <a:off x="6741725" y="4159900"/>
              <a:ext cx="27875" cy="59825"/>
            </a:xfrm>
            <a:custGeom>
              <a:rect b="b" l="l" r="r" t="t"/>
              <a:pathLst>
                <a:path extrusionOk="0" h="2393" w="1115">
                  <a:moveTo>
                    <a:pt x="758" y="1876"/>
                  </a:moveTo>
                  <a:cubicBezTo>
                    <a:pt x="750" y="1900"/>
                    <a:pt x="750" y="1925"/>
                    <a:pt x="741" y="1950"/>
                  </a:cubicBezTo>
                  <a:lnTo>
                    <a:pt x="708" y="1950"/>
                  </a:lnTo>
                  <a:cubicBezTo>
                    <a:pt x="725" y="1925"/>
                    <a:pt x="741" y="1900"/>
                    <a:pt x="758" y="1876"/>
                  </a:cubicBezTo>
                  <a:close/>
                  <a:moveTo>
                    <a:pt x="711" y="1"/>
                  </a:moveTo>
                  <a:cubicBezTo>
                    <a:pt x="672" y="1"/>
                    <a:pt x="628" y="31"/>
                    <a:pt x="634" y="78"/>
                  </a:cubicBezTo>
                  <a:cubicBezTo>
                    <a:pt x="658" y="219"/>
                    <a:pt x="667" y="359"/>
                    <a:pt x="692" y="500"/>
                  </a:cubicBezTo>
                  <a:cubicBezTo>
                    <a:pt x="716" y="641"/>
                    <a:pt x="741" y="782"/>
                    <a:pt x="758" y="923"/>
                  </a:cubicBezTo>
                  <a:cubicBezTo>
                    <a:pt x="766" y="989"/>
                    <a:pt x="774" y="1055"/>
                    <a:pt x="783" y="1130"/>
                  </a:cubicBezTo>
                  <a:cubicBezTo>
                    <a:pt x="750" y="1296"/>
                    <a:pt x="692" y="1453"/>
                    <a:pt x="609" y="1602"/>
                  </a:cubicBezTo>
                  <a:cubicBezTo>
                    <a:pt x="542" y="1718"/>
                    <a:pt x="460" y="1818"/>
                    <a:pt x="368" y="1909"/>
                  </a:cubicBezTo>
                  <a:cubicBezTo>
                    <a:pt x="344" y="1942"/>
                    <a:pt x="310" y="1967"/>
                    <a:pt x="286" y="2008"/>
                  </a:cubicBezTo>
                  <a:cubicBezTo>
                    <a:pt x="228" y="2008"/>
                    <a:pt x="153" y="2008"/>
                    <a:pt x="87" y="1992"/>
                  </a:cubicBezTo>
                  <a:cubicBezTo>
                    <a:pt x="81" y="1990"/>
                    <a:pt x="75" y="1989"/>
                    <a:pt x="69" y="1989"/>
                  </a:cubicBezTo>
                  <a:cubicBezTo>
                    <a:pt x="28" y="1989"/>
                    <a:pt x="1" y="2038"/>
                    <a:pt x="37" y="2074"/>
                  </a:cubicBezTo>
                  <a:cubicBezTo>
                    <a:pt x="120" y="2132"/>
                    <a:pt x="203" y="2157"/>
                    <a:pt x="294" y="2166"/>
                  </a:cubicBezTo>
                  <a:cubicBezTo>
                    <a:pt x="310" y="2190"/>
                    <a:pt x="344" y="2207"/>
                    <a:pt x="377" y="2224"/>
                  </a:cubicBezTo>
                  <a:cubicBezTo>
                    <a:pt x="402" y="2232"/>
                    <a:pt x="418" y="2232"/>
                    <a:pt x="443" y="2240"/>
                  </a:cubicBezTo>
                  <a:lnTo>
                    <a:pt x="435" y="2240"/>
                  </a:lnTo>
                  <a:cubicBezTo>
                    <a:pt x="403" y="2303"/>
                    <a:pt x="469" y="2373"/>
                    <a:pt x="525" y="2373"/>
                  </a:cubicBezTo>
                  <a:cubicBezTo>
                    <a:pt x="528" y="2373"/>
                    <a:pt x="531" y="2373"/>
                    <a:pt x="534" y="2373"/>
                  </a:cubicBezTo>
                  <a:cubicBezTo>
                    <a:pt x="556" y="2371"/>
                    <a:pt x="578" y="2369"/>
                    <a:pt x="599" y="2369"/>
                  </a:cubicBezTo>
                  <a:cubicBezTo>
                    <a:pt x="657" y="2369"/>
                    <a:pt x="712" y="2377"/>
                    <a:pt x="766" y="2389"/>
                  </a:cubicBezTo>
                  <a:cubicBezTo>
                    <a:pt x="773" y="2392"/>
                    <a:pt x="779" y="2393"/>
                    <a:pt x="786" y="2393"/>
                  </a:cubicBezTo>
                  <a:cubicBezTo>
                    <a:pt x="828" y="2393"/>
                    <a:pt x="867" y="2350"/>
                    <a:pt x="874" y="2306"/>
                  </a:cubicBezTo>
                  <a:cubicBezTo>
                    <a:pt x="874" y="2306"/>
                    <a:pt x="874" y="2306"/>
                    <a:pt x="874" y="2298"/>
                  </a:cubicBezTo>
                  <a:lnTo>
                    <a:pt x="990" y="2298"/>
                  </a:lnTo>
                  <a:cubicBezTo>
                    <a:pt x="1064" y="2298"/>
                    <a:pt x="1114" y="2248"/>
                    <a:pt x="1089" y="2174"/>
                  </a:cubicBezTo>
                  <a:cubicBezTo>
                    <a:pt x="1073" y="2116"/>
                    <a:pt x="1056" y="2066"/>
                    <a:pt x="1048" y="2008"/>
                  </a:cubicBezTo>
                  <a:cubicBezTo>
                    <a:pt x="1056" y="1884"/>
                    <a:pt x="1040" y="1751"/>
                    <a:pt x="1031" y="1635"/>
                  </a:cubicBezTo>
                  <a:cubicBezTo>
                    <a:pt x="1031" y="1619"/>
                    <a:pt x="1031" y="1594"/>
                    <a:pt x="1023" y="1577"/>
                  </a:cubicBezTo>
                  <a:cubicBezTo>
                    <a:pt x="1031" y="1337"/>
                    <a:pt x="1056" y="1088"/>
                    <a:pt x="998" y="856"/>
                  </a:cubicBezTo>
                  <a:cubicBezTo>
                    <a:pt x="990" y="815"/>
                    <a:pt x="973" y="790"/>
                    <a:pt x="940" y="782"/>
                  </a:cubicBezTo>
                  <a:cubicBezTo>
                    <a:pt x="932" y="716"/>
                    <a:pt x="924" y="649"/>
                    <a:pt x="907" y="591"/>
                  </a:cubicBezTo>
                  <a:cubicBezTo>
                    <a:pt x="890" y="500"/>
                    <a:pt x="882" y="401"/>
                    <a:pt x="857" y="310"/>
                  </a:cubicBezTo>
                  <a:cubicBezTo>
                    <a:pt x="832" y="219"/>
                    <a:pt x="791" y="136"/>
                    <a:pt x="766" y="36"/>
                  </a:cubicBezTo>
                  <a:cubicBezTo>
                    <a:pt x="757" y="11"/>
                    <a:pt x="735" y="1"/>
                    <a:pt x="7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6"/>
            <p:cNvSpPr/>
            <p:nvPr/>
          </p:nvSpPr>
          <p:spPr>
            <a:xfrm>
              <a:off x="6589975" y="4364400"/>
              <a:ext cx="3950" cy="2875"/>
            </a:xfrm>
            <a:custGeom>
              <a:rect b="b" l="l" r="r" t="t"/>
              <a:pathLst>
                <a:path extrusionOk="0" h="115" w="158">
                  <a:moveTo>
                    <a:pt x="100" y="1"/>
                  </a:moveTo>
                  <a:cubicBezTo>
                    <a:pt x="92" y="1"/>
                    <a:pt x="75" y="9"/>
                    <a:pt x="67" y="9"/>
                  </a:cubicBezTo>
                  <a:cubicBezTo>
                    <a:pt x="50" y="17"/>
                    <a:pt x="34" y="26"/>
                    <a:pt x="25" y="34"/>
                  </a:cubicBezTo>
                  <a:cubicBezTo>
                    <a:pt x="9" y="34"/>
                    <a:pt x="1" y="42"/>
                    <a:pt x="1" y="51"/>
                  </a:cubicBezTo>
                  <a:cubicBezTo>
                    <a:pt x="1" y="59"/>
                    <a:pt x="1" y="75"/>
                    <a:pt x="1" y="84"/>
                  </a:cubicBezTo>
                  <a:cubicBezTo>
                    <a:pt x="9" y="92"/>
                    <a:pt x="9" y="109"/>
                    <a:pt x="25" y="109"/>
                  </a:cubicBezTo>
                  <a:cubicBezTo>
                    <a:pt x="30" y="113"/>
                    <a:pt x="34" y="115"/>
                    <a:pt x="39" y="115"/>
                  </a:cubicBezTo>
                  <a:cubicBezTo>
                    <a:pt x="44" y="115"/>
                    <a:pt x="50" y="113"/>
                    <a:pt x="59" y="109"/>
                  </a:cubicBezTo>
                  <a:cubicBezTo>
                    <a:pt x="67" y="100"/>
                    <a:pt x="83" y="92"/>
                    <a:pt x="100" y="84"/>
                  </a:cubicBezTo>
                  <a:lnTo>
                    <a:pt x="108" y="84"/>
                  </a:lnTo>
                  <a:lnTo>
                    <a:pt x="117" y="75"/>
                  </a:lnTo>
                  <a:cubicBezTo>
                    <a:pt x="125" y="75"/>
                    <a:pt x="133" y="67"/>
                    <a:pt x="133" y="67"/>
                  </a:cubicBezTo>
                  <a:cubicBezTo>
                    <a:pt x="141" y="59"/>
                    <a:pt x="141" y="51"/>
                    <a:pt x="150" y="42"/>
                  </a:cubicBezTo>
                  <a:cubicBezTo>
                    <a:pt x="150" y="34"/>
                    <a:pt x="158" y="26"/>
                    <a:pt x="150" y="17"/>
                  </a:cubicBezTo>
                  <a:cubicBezTo>
                    <a:pt x="150" y="9"/>
                    <a:pt x="141" y="1"/>
                    <a:pt x="1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6"/>
            <p:cNvSpPr/>
            <p:nvPr/>
          </p:nvSpPr>
          <p:spPr>
            <a:xfrm>
              <a:off x="6608950" y="4353800"/>
              <a:ext cx="20175" cy="17125"/>
            </a:xfrm>
            <a:custGeom>
              <a:rect b="b" l="l" r="r" t="t"/>
              <a:pathLst>
                <a:path extrusionOk="0" h="685" w="807">
                  <a:moveTo>
                    <a:pt x="771" y="0"/>
                  </a:moveTo>
                  <a:cubicBezTo>
                    <a:pt x="767" y="0"/>
                    <a:pt x="762" y="1"/>
                    <a:pt x="758" y="2"/>
                  </a:cubicBezTo>
                  <a:cubicBezTo>
                    <a:pt x="725" y="19"/>
                    <a:pt x="700" y="44"/>
                    <a:pt x="675" y="69"/>
                  </a:cubicBezTo>
                  <a:cubicBezTo>
                    <a:pt x="642" y="93"/>
                    <a:pt x="617" y="127"/>
                    <a:pt x="584" y="151"/>
                  </a:cubicBezTo>
                  <a:cubicBezTo>
                    <a:pt x="526" y="209"/>
                    <a:pt x="468" y="267"/>
                    <a:pt x="410" y="317"/>
                  </a:cubicBezTo>
                  <a:cubicBezTo>
                    <a:pt x="294" y="425"/>
                    <a:pt x="161" y="524"/>
                    <a:pt x="37" y="615"/>
                  </a:cubicBezTo>
                  <a:cubicBezTo>
                    <a:pt x="1" y="637"/>
                    <a:pt x="28" y="685"/>
                    <a:pt x="58" y="685"/>
                  </a:cubicBezTo>
                  <a:cubicBezTo>
                    <a:pt x="62" y="685"/>
                    <a:pt x="66" y="684"/>
                    <a:pt x="70" y="682"/>
                  </a:cubicBezTo>
                  <a:cubicBezTo>
                    <a:pt x="211" y="591"/>
                    <a:pt x="352" y="508"/>
                    <a:pt x="476" y="400"/>
                  </a:cubicBezTo>
                  <a:cubicBezTo>
                    <a:pt x="542" y="342"/>
                    <a:pt x="600" y="292"/>
                    <a:pt x="658" y="234"/>
                  </a:cubicBezTo>
                  <a:cubicBezTo>
                    <a:pt x="692" y="201"/>
                    <a:pt x="716" y="176"/>
                    <a:pt x="741" y="143"/>
                  </a:cubicBezTo>
                  <a:cubicBezTo>
                    <a:pt x="766" y="110"/>
                    <a:pt x="791" y="77"/>
                    <a:pt x="799" y="35"/>
                  </a:cubicBezTo>
                  <a:cubicBezTo>
                    <a:pt x="806" y="15"/>
                    <a:pt x="790" y="0"/>
                    <a:pt x="7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6"/>
            <p:cNvSpPr/>
            <p:nvPr/>
          </p:nvSpPr>
          <p:spPr>
            <a:xfrm>
              <a:off x="6631825" y="4342275"/>
              <a:ext cx="10450" cy="9400"/>
            </a:xfrm>
            <a:custGeom>
              <a:rect b="b" l="l" r="r" t="t"/>
              <a:pathLst>
                <a:path extrusionOk="0" h="376" w="418">
                  <a:moveTo>
                    <a:pt x="370" y="0"/>
                  </a:moveTo>
                  <a:cubicBezTo>
                    <a:pt x="363" y="0"/>
                    <a:pt x="355" y="2"/>
                    <a:pt x="348" y="8"/>
                  </a:cubicBezTo>
                  <a:cubicBezTo>
                    <a:pt x="323" y="24"/>
                    <a:pt x="290" y="49"/>
                    <a:pt x="265" y="66"/>
                  </a:cubicBezTo>
                  <a:cubicBezTo>
                    <a:pt x="241" y="90"/>
                    <a:pt x="216" y="115"/>
                    <a:pt x="191" y="140"/>
                  </a:cubicBezTo>
                  <a:cubicBezTo>
                    <a:pt x="133" y="182"/>
                    <a:pt x="83" y="231"/>
                    <a:pt x="33" y="281"/>
                  </a:cubicBezTo>
                  <a:cubicBezTo>
                    <a:pt x="9" y="298"/>
                    <a:pt x="0" y="331"/>
                    <a:pt x="25" y="356"/>
                  </a:cubicBezTo>
                  <a:cubicBezTo>
                    <a:pt x="34" y="369"/>
                    <a:pt x="48" y="375"/>
                    <a:pt x="63" y="375"/>
                  </a:cubicBezTo>
                  <a:cubicBezTo>
                    <a:pt x="76" y="375"/>
                    <a:pt x="89" y="371"/>
                    <a:pt x="100" y="364"/>
                  </a:cubicBezTo>
                  <a:cubicBezTo>
                    <a:pt x="158" y="322"/>
                    <a:pt x="216" y="273"/>
                    <a:pt x="265" y="223"/>
                  </a:cubicBezTo>
                  <a:cubicBezTo>
                    <a:pt x="290" y="198"/>
                    <a:pt x="307" y="173"/>
                    <a:pt x="332" y="148"/>
                  </a:cubicBezTo>
                  <a:cubicBezTo>
                    <a:pt x="357" y="124"/>
                    <a:pt x="381" y="90"/>
                    <a:pt x="398" y="57"/>
                  </a:cubicBezTo>
                  <a:cubicBezTo>
                    <a:pt x="418" y="31"/>
                    <a:pt x="396" y="0"/>
                    <a:pt x="3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6"/>
            <p:cNvSpPr/>
            <p:nvPr/>
          </p:nvSpPr>
          <p:spPr>
            <a:xfrm>
              <a:off x="6749275" y="4254375"/>
              <a:ext cx="10775" cy="5950"/>
            </a:xfrm>
            <a:custGeom>
              <a:rect b="b" l="l" r="r" t="t"/>
              <a:pathLst>
                <a:path extrusionOk="0" h="238" w="431">
                  <a:moveTo>
                    <a:pt x="333" y="1"/>
                  </a:moveTo>
                  <a:cubicBezTo>
                    <a:pt x="319" y="1"/>
                    <a:pt x="304" y="6"/>
                    <a:pt x="290" y="11"/>
                  </a:cubicBezTo>
                  <a:cubicBezTo>
                    <a:pt x="265" y="19"/>
                    <a:pt x="232" y="27"/>
                    <a:pt x="207" y="44"/>
                  </a:cubicBezTo>
                  <a:cubicBezTo>
                    <a:pt x="158" y="60"/>
                    <a:pt x="108" y="85"/>
                    <a:pt x="50" y="110"/>
                  </a:cubicBezTo>
                  <a:cubicBezTo>
                    <a:pt x="17" y="127"/>
                    <a:pt x="0" y="168"/>
                    <a:pt x="17" y="201"/>
                  </a:cubicBezTo>
                  <a:cubicBezTo>
                    <a:pt x="29" y="226"/>
                    <a:pt x="52" y="237"/>
                    <a:pt x="80" y="237"/>
                  </a:cubicBezTo>
                  <a:cubicBezTo>
                    <a:pt x="89" y="237"/>
                    <a:pt x="98" y="236"/>
                    <a:pt x="108" y="234"/>
                  </a:cubicBezTo>
                  <a:cubicBezTo>
                    <a:pt x="158" y="218"/>
                    <a:pt x="216" y="201"/>
                    <a:pt x="265" y="176"/>
                  </a:cubicBezTo>
                  <a:cubicBezTo>
                    <a:pt x="290" y="168"/>
                    <a:pt x="323" y="160"/>
                    <a:pt x="348" y="151"/>
                  </a:cubicBezTo>
                  <a:cubicBezTo>
                    <a:pt x="371" y="144"/>
                    <a:pt x="393" y="130"/>
                    <a:pt x="403" y="102"/>
                  </a:cubicBezTo>
                  <a:lnTo>
                    <a:pt x="403" y="102"/>
                  </a:lnTo>
                  <a:cubicBezTo>
                    <a:pt x="404" y="101"/>
                    <a:pt x="406" y="97"/>
                    <a:pt x="406" y="93"/>
                  </a:cubicBezTo>
                  <a:lnTo>
                    <a:pt x="406" y="93"/>
                  </a:lnTo>
                  <a:cubicBezTo>
                    <a:pt x="406" y="93"/>
                    <a:pt x="406" y="93"/>
                    <a:pt x="406" y="93"/>
                  </a:cubicBezTo>
                  <a:cubicBezTo>
                    <a:pt x="414" y="85"/>
                    <a:pt x="423" y="77"/>
                    <a:pt x="423" y="69"/>
                  </a:cubicBezTo>
                  <a:cubicBezTo>
                    <a:pt x="431" y="44"/>
                    <a:pt x="423" y="27"/>
                    <a:pt x="398" y="11"/>
                  </a:cubicBezTo>
                  <a:cubicBezTo>
                    <a:pt x="390" y="11"/>
                    <a:pt x="381" y="11"/>
                    <a:pt x="373" y="2"/>
                  </a:cubicBezTo>
                  <a:cubicBezTo>
                    <a:pt x="365" y="2"/>
                    <a:pt x="356" y="2"/>
                    <a:pt x="365" y="11"/>
                  </a:cubicBezTo>
                  <a:cubicBezTo>
                    <a:pt x="354" y="4"/>
                    <a:pt x="344" y="1"/>
                    <a:pt x="3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6"/>
            <p:cNvSpPr/>
            <p:nvPr/>
          </p:nvSpPr>
          <p:spPr>
            <a:xfrm>
              <a:off x="6760850" y="4249650"/>
              <a:ext cx="17225" cy="4900"/>
            </a:xfrm>
            <a:custGeom>
              <a:rect b="b" l="l" r="r" t="t"/>
              <a:pathLst>
                <a:path extrusionOk="0" h="196" w="689">
                  <a:moveTo>
                    <a:pt x="498" y="1"/>
                  </a:moveTo>
                  <a:cubicBezTo>
                    <a:pt x="449" y="1"/>
                    <a:pt x="399" y="1"/>
                    <a:pt x="349" y="9"/>
                  </a:cubicBezTo>
                  <a:cubicBezTo>
                    <a:pt x="250" y="26"/>
                    <a:pt x="150" y="50"/>
                    <a:pt x="59" y="92"/>
                  </a:cubicBezTo>
                  <a:cubicBezTo>
                    <a:pt x="0" y="114"/>
                    <a:pt x="26" y="195"/>
                    <a:pt x="86" y="195"/>
                  </a:cubicBezTo>
                  <a:cubicBezTo>
                    <a:pt x="93" y="195"/>
                    <a:pt x="101" y="194"/>
                    <a:pt x="109" y="191"/>
                  </a:cubicBezTo>
                  <a:cubicBezTo>
                    <a:pt x="192" y="158"/>
                    <a:pt x="275" y="142"/>
                    <a:pt x="366" y="133"/>
                  </a:cubicBezTo>
                  <a:cubicBezTo>
                    <a:pt x="415" y="125"/>
                    <a:pt x="457" y="117"/>
                    <a:pt x="498" y="117"/>
                  </a:cubicBezTo>
                  <a:cubicBezTo>
                    <a:pt x="548" y="117"/>
                    <a:pt x="589" y="117"/>
                    <a:pt x="639" y="108"/>
                  </a:cubicBezTo>
                  <a:cubicBezTo>
                    <a:pt x="681" y="100"/>
                    <a:pt x="689" y="34"/>
                    <a:pt x="647" y="26"/>
                  </a:cubicBezTo>
                  <a:cubicBezTo>
                    <a:pt x="598" y="9"/>
                    <a:pt x="556" y="1"/>
                    <a:pt x="4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6"/>
            <p:cNvSpPr/>
            <p:nvPr/>
          </p:nvSpPr>
          <p:spPr>
            <a:xfrm>
              <a:off x="6774950" y="4244375"/>
              <a:ext cx="11625" cy="3850"/>
            </a:xfrm>
            <a:custGeom>
              <a:rect b="b" l="l" r="r" t="t"/>
              <a:pathLst>
                <a:path extrusionOk="0" h="154" w="465">
                  <a:moveTo>
                    <a:pt x="110" y="1"/>
                  </a:moveTo>
                  <a:cubicBezTo>
                    <a:pt x="90" y="1"/>
                    <a:pt x="70" y="2"/>
                    <a:pt x="50" y="5"/>
                  </a:cubicBezTo>
                  <a:cubicBezTo>
                    <a:pt x="25" y="13"/>
                    <a:pt x="9" y="29"/>
                    <a:pt x="9" y="54"/>
                  </a:cubicBezTo>
                  <a:cubicBezTo>
                    <a:pt x="1" y="71"/>
                    <a:pt x="17" y="96"/>
                    <a:pt x="34" y="104"/>
                  </a:cubicBezTo>
                  <a:cubicBezTo>
                    <a:pt x="92" y="129"/>
                    <a:pt x="158" y="129"/>
                    <a:pt x="216" y="137"/>
                  </a:cubicBezTo>
                  <a:cubicBezTo>
                    <a:pt x="274" y="145"/>
                    <a:pt x="332" y="145"/>
                    <a:pt x="390" y="154"/>
                  </a:cubicBezTo>
                  <a:cubicBezTo>
                    <a:pt x="423" y="154"/>
                    <a:pt x="456" y="129"/>
                    <a:pt x="465" y="96"/>
                  </a:cubicBezTo>
                  <a:cubicBezTo>
                    <a:pt x="465" y="63"/>
                    <a:pt x="440" y="29"/>
                    <a:pt x="407" y="29"/>
                  </a:cubicBezTo>
                  <a:cubicBezTo>
                    <a:pt x="349" y="21"/>
                    <a:pt x="291" y="13"/>
                    <a:pt x="233" y="5"/>
                  </a:cubicBezTo>
                  <a:cubicBezTo>
                    <a:pt x="194" y="5"/>
                    <a:pt x="152" y="1"/>
                    <a:pt x="11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6"/>
            <p:cNvSpPr/>
            <p:nvPr/>
          </p:nvSpPr>
          <p:spPr>
            <a:xfrm>
              <a:off x="6592250" y="4283625"/>
              <a:ext cx="35750" cy="8425"/>
            </a:xfrm>
            <a:custGeom>
              <a:rect b="b" l="l" r="r" t="t"/>
              <a:pathLst>
                <a:path extrusionOk="0" h="337" w="1430">
                  <a:moveTo>
                    <a:pt x="738" y="1"/>
                  </a:moveTo>
                  <a:cubicBezTo>
                    <a:pt x="606" y="1"/>
                    <a:pt x="465" y="9"/>
                    <a:pt x="332" y="50"/>
                  </a:cubicBezTo>
                  <a:cubicBezTo>
                    <a:pt x="266" y="67"/>
                    <a:pt x="208" y="100"/>
                    <a:pt x="150" y="141"/>
                  </a:cubicBezTo>
                  <a:cubicBezTo>
                    <a:pt x="100" y="175"/>
                    <a:pt x="42" y="199"/>
                    <a:pt x="9" y="266"/>
                  </a:cubicBezTo>
                  <a:cubicBezTo>
                    <a:pt x="1" y="291"/>
                    <a:pt x="17" y="332"/>
                    <a:pt x="50" y="332"/>
                  </a:cubicBezTo>
                  <a:cubicBezTo>
                    <a:pt x="62" y="335"/>
                    <a:pt x="73" y="336"/>
                    <a:pt x="84" y="336"/>
                  </a:cubicBezTo>
                  <a:cubicBezTo>
                    <a:pt x="130" y="336"/>
                    <a:pt x="176" y="312"/>
                    <a:pt x="216" y="299"/>
                  </a:cubicBezTo>
                  <a:lnTo>
                    <a:pt x="374" y="257"/>
                  </a:lnTo>
                  <a:cubicBezTo>
                    <a:pt x="490" y="224"/>
                    <a:pt x="606" y="216"/>
                    <a:pt x="730" y="208"/>
                  </a:cubicBezTo>
                  <a:cubicBezTo>
                    <a:pt x="791" y="208"/>
                    <a:pt x="856" y="205"/>
                    <a:pt x="922" y="205"/>
                  </a:cubicBezTo>
                  <a:cubicBezTo>
                    <a:pt x="1054" y="205"/>
                    <a:pt x="1188" y="216"/>
                    <a:pt x="1293" y="282"/>
                  </a:cubicBezTo>
                  <a:cubicBezTo>
                    <a:pt x="1307" y="292"/>
                    <a:pt x="1322" y="296"/>
                    <a:pt x="1335" y="296"/>
                  </a:cubicBezTo>
                  <a:cubicBezTo>
                    <a:pt x="1391" y="296"/>
                    <a:pt x="1430" y="222"/>
                    <a:pt x="1376" y="175"/>
                  </a:cubicBezTo>
                  <a:cubicBezTo>
                    <a:pt x="1202" y="17"/>
                    <a:pt x="970" y="1"/>
                    <a:pt x="7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6"/>
            <p:cNvSpPr/>
            <p:nvPr/>
          </p:nvSpPr>
          <p:spPr>
            <a:xfrm>
              <a:off x="6568850" y="4294325"/>
              <a:ext cx="12025" cy="9425"/>
            </a:xfrm>
            <a:custGeom>
              <a:rect b="b" l="l" r="r" t="t"/>
              <a:pathLst>
                <a:path extrusionOk="0" h="377" w="481">
                  <a:moveTo>
                    <a:pt x="400" y="1"/>
                  </a:moveTo>
                  <a:cubicBezTo>
                    <a:pt x="386" y="1"/>
                    <a:pt x="370" y="5"/>
                    <a:pt x="357" y="12"/>
                  </a:cubicBezTo>
                  <a:cubicBezTo>
                    <a:pt x="299" y="61"/>
                    <a:pt x="241" y="111"/>
                    <a:pt x="174" y="153"/>
                  </a:cubicBezTo>
                  <a:cubicBezTo>
                    <a:pt x="150" y="177"/>
                    <a:pt x="116" y="202"/>
                    <a:pt x="92" y="227"/>
                  </a:cubicBezTo>
                  <a:cubicBezTo>
                    <a:pt x="58" y="252"/>
                    <a:pt x="25" y="285"/>
                    <a:pt x="17" y="318"/>
                  </a:cubicBezTo>
                  <a:cubicBezTo>
                    <a:pt x="0" y="351"/>
                    <a:pt x="25" y="376"/>
                    <a:pt x="50" y="376"/>
                  </a:cubicBezTo>
                  <a:cubicBezTo>
                    <a:pt x="92" y="368"/>
                    <a:pt x="133" y="343"/>
                    <a:pt x="166" y="327"/>
                  </a:cubicBezTo>
                  <a:cubicBezTo>
                    <a:pt x="199" y="302"/>
                    <a:pt x="232" y="285"/>
                    <a:pt x="257" y="260"/>
                  </a:cubicBezTo>
                  <a:cubicBezTo>
                    <a:pt x="324" y="219"/>
                    <a:pt x="382" y="169"/>
                    <a:pt x="440" y="119"/>
                  </a:cubicBezTo>
                  <a:cubicBezTo>
                    <a:pt x="473" y="103"/>
                    <a:pt x="481" y="53"/>
                    <a:pt x="456" y="28"/>
                  </a:cubicBezTo>
                  <a:cubicBezTo>
                    <a:pt x="442" y="9"/>
                    <a:pt x="421" y="1"/>
                    <a:pt x="4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6"/>
            <p:cNvSpPr/>
            <p:nvPr/>
          </p:nvSpPr>
          <p:spPr>
            <a:xfrm>
              <a:off x="6676775" y="4379275"/>
              <a:ext cx="77475" cy="88225"/>
            </a:xfrm>
            <a:custGeom>
              <a:rect b="b" l="l" r="r" t="t"/>
              <a:pathLst>
                <a:path extrusionOk="0" h="3529" w="3099">
                  <a:moveTo>
                    <a:pt x="2776" y="549"/>
                  </a:moveTo>
                  <a:lnTo>
                    <a:pt x="2776" y="549"/>
                  </a:lnTo>
                  <a:cubicBezTo>
                    <a:pt x="2726" y="657"/>
                    <a:pt x="2627" y="732"/>
                    <a:pt x="2536" y="806"/>
                  </a:cubicBezTo>
                  <a:cubicBezTo>
                    <a:pt x="2569" y="765"/>
                    <a:pt x="2602" y="723"/>
                    <a:pt x="2635" y="690"/>
                  </a:cubicBezTo>
                  <a:lnTo>
                    <a:pt x="2693" y="624"/>
                  </a:lnTo>
                  <a:cubicBezTo>
                    <a:pt x="2718" y="599"/>
                    <a:pt x="2743" y="574"/>
                    <a:pt x="2776" y="549"/>
                  </a:cubicBezTo>
                  <a:close/>
                  <a:moveTo>
                    <a:pt x="2903" y="1"/>
                  </a:moveTo>
                  <a:cubicBezTo>
                    <a:pt x="2847" y="1"/>
                    <a:pt x="2790" y="41"/>
                    <a:pt x="2776" y="102"/>
                  </a:cubicBezTo>
                  <a:cubicBezTo>
                    <a:pt x="2734" y="276"/>
                    <a:pt x="2577" y="408"/>
                    <a:pt x="2453" y="533"/>
                  </a:cubicBezTo>
                  <a:cubicBezTo>
                    <a:pt x="2304" y="698"/>
                    <a:pt x="2196" y="881"/>
                    <a:pt x="2105" y="1080"/>
                  </a:cubicBezTo>
                  <a:cubicBezTo>
                    <a:pt x="1914" y="1494"/>
                    <a:pt x="1699" y="1892"/>
                    <a:pt x="1450" y="2273"/>
                  </a:cubicBezTo>
                  <a:cubicBezTo>
                    <a:pt x="1309" y="2488"/>
                    <a:pt x="1152" y="2695"/>
                    <a:pt x="1028" y="2919"/>
                  </a:cubicBezTo>
                  <a:cubicBezTo>
                    <a:pt x="1011" y="2952"/>
                    <a:pt x="1019" y="2985"/>
                    <a:pt x="1052" y="3002"/>
                  </a:cubicBezTo>
                  <a:cubicBezTo>
                    <a:pt x="1052" y="3002"/>
                    <a:pt x="1052" y="3010"/>
                    <a:pt x="1044" y="3010"/>
                  </a:cubicBezTo>
                  <a:cubicBezTo>
                    <a:pt x="762" y="3217"/>
                    <a:pt x="406" y="3399"/>
                    <a:pt x="50" y="3433"/>
                  </a:cubicBezTo>
                  <a:cubicBezTo>
                    <a:pt x="0" y="3433"/>
                    <a:pt x="0" y="3515"/>
                    <a:pt x="50" y="3524"/>
                  </a:cubicBezTo>
                  <a:cubicBezTo>
                    <a:pt x="82" y="3527"/>
                    <a:pt x="114" y="3528"/>
                    <a:pt x="146" y="3528"/>
                  </a:cubicBezTo>
                  <a:cubicBezTo>
                    <a:pt x="463" y="3528"/>
                    <a:pt x="748" y="3384"/>
                    <a:pt x="1019" y="3225"/>
                  </a:cubicBezTo>
                  <a:cubicBezTo>
                    <a:pt x="1293" y="3068"/>
                    <a:pt x="1541" y="2877"/>
                    <a:pt x="1715" y="2621"/>
                  </a:cubicBezTo>
                  <a:cubicBezTo>
                    <a:pt x="1906" y="2339"/>
                    <a:pt x="1964" y="2007"/>
                    <a:pt x="2105" y="1701"/>
                  </a:cubicBezTo>
                  <a:cubicBezTo>
                    <a:pt x="2171" y="1560"/>
                    <a:pt x="2246" y="1428"/>
                    <a:pt x="2345" y="1303"/>
                  </a:cubicBezTo>
                  <a:cubicBezTo>
                    <a:pt x="2444" y="1187"/>
                    <a:pt x="2552" y="1096"/>
                    <a:pt x="2676" y="997"/>
                  </a:cubicBezTo>
                  <a:cubicBezTo>
                    <a:pt x="2817" y="889"/>
                    <a:pt x="2950" y="765"/>
                    <a:pt x="3016" y="591"/>
                  </a:cubicBezTo>
                  <a:cubicBezTo>
                    <a:pt x="3049" y="483"/>
                    <a:pt x="3066" y="367"/>
                    <a:pt x="3049" y="259"/>
                  </a:cubicBezTo>
                  <a:cubicBezTo>
                    <a:pt x="3066" y="218"/>
                    <a:pt x="3074" y="185"/>
                    <a:pt x="3091" y="152"/>
                  </a:cubicBezTo>
                  <a:cubicBezTo>
                    <a:pt x="3099" y="127"/>
                    <a:pt x="3091" y="102"/>
                    <a:pt x="3074" y="85"/>
                  </a:cubicBezTo>
                  <a:cubicBezTo>
                    <a:pt x="3062" y="73"/>
                    <a:pt x="3045" y="65"/>
                    <a:pt x="3028" y="65"/>
                  </a:cubicBezTo>
                  <a:cubicBezTo>
                    <a:pt x="3021" y="65"/>
                    <a:pt x="3014" y="66"/>
                    <a:pt x="3008" y="69"/>
                  </a:cubicBezTo>
                  <a:cubicBezTo>
                    <a:pt x="3008" y="69"/>
                    <a:pt x="3008" y="77"/>
                    <a:pt x="3008" y="77"/>
                  </a:cubicBezTo>
                  <a:cubicBezTo>
                    <a:pt x="2986" y="23"/>
                    <a:pt x="2945" y="1"/>
                    <a:pt x="2903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6"/>
            <p:cNvSpPr/>
            <p:nvPr/>
          </p:nvSpPr>
          <p:spPr>
            <a:xfrm>
              <a:off x="6753200" y="4365675"/>
              <a:ext cx="59475" cy="61325"/>
            </a:xfrm>
            <a:custGeom>
              <a:rect b="b" l="l" r="r" t="t"/>
              <a:pathLst>
                <a:path extrusionOk="0" h="2453" w="2379">
                  <a:moveTo>
                    <a:pt x="172" y="1"/>
                  </a:moveTo>
                  <a:cubicBezTo>
                    <a:pt x="147" y="1"/>
                    <a:pt x="121" y="15"/>
                    <a:pt x="108" y="41"/>
                  </a:cubicBezTo>
                  <a:cubicBezTo>
                    <a:pt x="100" y="74"/>
                    <a:pt x="92" y="107"/>
                    <a:pt x="83" y="140"/>
                  </a:cubicBezTo>
                  <a:cubicBezTo>
                    <a:pt x="1" y="323"/>
                    <a:pt x="117" y="555"/>
                    <a:pt x="216" y="696"/>
                  </a:cubicBezTo>
                  <a:cubicBezTo>
                    <a:pt x="340" y="870"/>
                    <a:pt x="514" y="994"/>
                    <a:pt x="697" y="1085"/>
                  </a:cubicBezTo>
                  <a:cubicBezTo>
                    <a:pt x="895" y="1193"/>
                    <a:pt x="1103" y="1259"/>
                    <a:pt x="1301" y="1358"/>
                  </a:cubicBezTo>
                  <a:cubicBezTo>
                    <a:pt x="1500" y="1450"/>
                    <a:pt x="1683" y="1574"/>
                    <a:pt x="1848" y="1715"/>
                  </a:cubicBezTo>
                  <a:cubicBezTo>
                    <a:pt x="1931" y="1789"/>
                    <a:pt x="2022" y="1889"/>
                    <a:pt x="2080" y="2005"/>
                  </a:cubicBezTo>
                  <a:cubicBezTo>
                    <a:pt x="2080" y="2121"/>
                    <a:pt x="2080" y="2237"/>
                    <a:pt x="2105" y="2353"/>
                  </a:cubicBezTo>
                  <a:cubicBezTo>
                    <a:pt x="2122" y="2419"/>
                    <a:pt x="2171" y="2452"/>
                    <a:pt x="2221" y="2452"/>
                  </a:cubicBezTo>
                  <a:cubicBezTo>
                    <a:pt x="2271" y="2452"/>
                    <a:pt x="2320" y="2419"/>
                    <a:pt x="2337" y="2353"/>
                  </a:cubicBezTo>
                  <a:cubicBezTo>
                    <a:pt x="2378" y="2220"/>
                    <a:pt x="2362" y="2088"/>
                    <a:pt x="2312" y="1963"/>
                  </a:cubicBezTo>
                  <a:cubicBezTo>
                    <a:pt x="2304" y="1822"/>
                    <a:pt x="2304" y="1690"/>
                    <a:pt x="2246" y="1566"/>
                  </a:cubicBezTo>
                  <a:cubicBezTo>
                    <a:pt x="2155" y="1367"/>
                    <a:pt x="1989" y="1226"/>
                    <a:pt x="1799" y="1135"/>
                  </a:cubicBezTo>
                  <a:cubicBezTo>
                    <a:pt x="1409" y="928"/>
                    <a:pt x="920" y="961"/>
                    <a:pt x="564" y="687"/>
                  </a:cubicBezTo>
                  <a:cubicBezTo>
                    <a:pt x="465" y="613"/>
                    <a:pt x="390" y="513"/>
                    <a:pt x="340" y="397"/>
                  </a:cubicBezTo>
                  <a:cubicBezTo>
                    <a:pt x="315" y="356"/>
                    <a:pt x="307" y="323"/>
                    <a:pt x="291" y="281"/>
                  </a:cubicBezTo>
                  <a:cubicBezTo>
                    <a:pt x="282" y="232"/>
                    <a:pt x="274" y="182"/>
                    <a:pt x="249" y="132"/>
                  </a:cubicBezTo>
                  <a:cubicBezTo>
                    <a:pt x="249" y="124"/>
                    <a:pt x="249" y="124"/>
                    <a:pt x="249" y="116"/>
                  </a:cubicBezTo>
                  <a:cubicBezTo>
                    <a:pt x="241" y="91"/>
                    <a:pt x="233" y="66"/>
                    <a:pt x="224" y="41"/>
                  </a:cubicBezTo>
                  <a:cubicBezTo>
                    <a:pt x="216" y="13"/>
                    <a:pt x="195" y="1"/>
                    <a:pt x="172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6"/>
            <p:cNvSpPr/>
            <p:nvPr/>
          </p:nvSpPr>
          <p:spPr>
            <a:xfrm>
              <a:off x="6736850" y="4399825"/>
              <a:ext cx="62175" cy="21150"/>
            </a:xfrm>
            <a:custGeom>
              <a:rect b="b" l="l" r="r" t="t"/>
              <a:pathLst>
                <a:path extrusionOk="0" h="846" w="2487">
                  <a:moveTo>
                    <a:pt x="1061" y="1"/>
                  </a:moveTo>
                  <a:cubicBezTo>
                    <a:pt x="1027" y="1"/>
                    <a:pt x="1003" y="9"/>
                    <a:pt x="978" y="26"/>
                  </a:cubicBezTo>
                  <a:cubicBezTo>
                    <a:pt x="812" y="50"/>
                    <a:pt x="655" y="100"/>
                    <a:pt x="497" y="166"/>
                  </a:cubicBezTo>
                  <a:cubicBezTo>
                    <a:pt x="489" y="175"/>
                    <a:pt x="472" y="175"/>
                    <a:pt x="456" y="175"/>
                  </a:cubicBezTo>
                  <a:cubicBezTo>
                    <a:pt x="307" y="216"/>
                    <a:pt x="149" y="274"/>
                    <a:pt x="50" y="407"/>
                  </a:cubicBezTo>
                  <a:cubicBezTo>
                    <a:pt x="1" y="476"/>
                    <a:pt x="52" y="575"/>
                    <a:pt x="128" y="575"/>
                  </a:cubicBezTo>
                  <a:cubicBezTo>
                    <a:pt x="143" y="575"/>
                    <a:pt x="158" y="572"/>
                    <a:pt x="174" y="564"/>
                  </a:cubicBezTo>
                  <a:cubicBezTo>
                    <a:pt x="282" y="514"/>
                    <a:pt x="389" y="473"/>
                    <a:pt x="497" y="440"/>
                  </a:cubicBezTo>
                  <a:lnTo>
                    <a:pt x="497" y="440"/>
                  </a:lnTo>
                  <a:cubicBezTo>
                    <a:pt x="389" y="498"/>
                    <a:pt x="282" y="572"/>
                    <a:pt x="199" y="664"/>
                  </a:cubicBezTo>
                  <a:cubicBezTo>
                    <a:pt x="126" y="736"/>
                    <a:pt x="180" y="845"/>
                    <a:pt x="255" y="845"/>
                  </a:cubicBezTo>
                  <a:cubicBezTo>
                    <a:pt x="274" y="845"/>
                    <a:pt x="294" y="838"/>
                    <a:pt x="315" y="821"/>
                  </a:cubicBezTo>
                  <a:cubicBezTo>
                    <a:pt x="348" y="796"/>
                    <a:pt x="373" y="771"/>
                    <a:pt x="406" y="746"/>
                  </a:cubicBezTo>
                  <a:cubicBezTo>
                    <a:pt x="423" y="746"/>
                    <a:pt x="431" y="738"/>
                    <a:pt x="439" y="722"/>
                  </a:cubicBezTo>
                  <a:cubicBezTo>
                    <a:pt x="572" y="630"/>
                    <a:pt x="713" y="556"/>
                    <a:pt x="862" y="498"/>
                  </a:cubicBezTo>
                  <a:cubicBezTo>
                    <a:pt x="936" y="481"/>
                    <a:pt x="1011" y="473"/>
                    <a:pt x="1077" y="456"/>
                  </a:cubicBezTo>
                  <a:cubicBezTo>
                    <a:pt x="1218" y="432"/>
                    <a:pt x="1359" y="415"/>
                    <a:pt x="1500" y="398"/>
                  </a:cubicBezTo>
                  <a:cubicBezTo>
                    <a:pt x="1508" y="415"/>
                    <a:pt x="1525" y="423"/>
                    <a:pt x="1541" y="440"/>
                  </a:cubicBezTo>
                  <a:cubicBezTo>
                    <a:pt x="1648" y="499"/>
                    <a:pt x="1767" y="529"/>
                    <a:pt x="1887" y="529"/>
                  </a:cubicBezTo>
                  <a:cubicBezTo>
                    <a:pt x="1935" y="529"/>
                    <a:pt x="1983" y="524"/>
                    <a:pt x="2030" y="514"/>
                  </a:cubicBezTo>
                  <a:cubicBezTo>
                    <a:pt x="2088" y="539"/>
                    <a:pt x="2146" y="564"/>
                    <a:pt x="2196" y="564"/>
                  </a:cubicBezTo>
                  <a:cubicBezTo>
                    <a:pt x="2206" y="566"/>
                    <a:pt x="2217" y="566"/>
                    <a:pt x="2227" y="566"/>
                  </a:cubicBezTo>
                  <a:cubicBezTo>
                    <a:pt x="2378" y="566"/>
                    <a:pt x="2486" y="406"/>
                    <a:pt x="2378" y="274"/>
                  </a:cubicBezTo>
                  <a:cubicBezTo>
                    <a:pt x="2295" y="166"/>
                    <a:pt x="2121" y="125"/>
                    <a:pt x="1980" y="117"/>
                  </a:cubicBezTo>
                  <a:cubicBezTo>
                    <a:pt x="1914" y="50"/>
                    <a:pt x="1815" y="42"/>
                    <a:pt x="1723" y="34"/>
                  </a:cubicBezTo>
                  <a:cubicBezTo>
                    <a:pt x="1649" y="34"/>
                    <a:pt x="1566" y="26"/>
                    <a:pt x="1491" y="26"/>
                  </a:cubicBezTo>
                  <a:cubicBezTo>
                    <a:pt x="1400" y="9"/>
                    <a:pt x="1309" y="9"/>
                    <a:pt x="1218" y="9"/>
                  </a:cubicBezTo>
                  <a:cubicBezTo>
                    <a:pt x="1168" y="9"/>
                    <a:pt x="1110" y="1"/>
                    <a:pt x="1061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6"/>
            <p:cNvSpPr/>
            <p:nvPr/>
          </p:nvSpPr>
          <p:spPr>
            <a:xfrm>
              <a:off x="6778825" y="4305525"/>
              <a:ext cx="36125" cy="42575"/>
            </a:xfrm>
            <a:custGeom>
              <a:rect b="b" l="l" r="r" t="t"/>
              <a:pathLst>
                <a:path extrusionOk="0" h="1703" w="1445">
                  <a:moveTo>
                    <a:pt x="69" y="0"/>
                  </a:moveTo>
                  <a:cubicBezTo>
                    <a:pt x="22" y="0"/>
                    <a:pt x="0" y="63"/>
                    <a:pt x="53" y="86"/>
                  </a:cubicBezTo>
                  <a:cubicBezTo>
                    <a:pt x="210" y="160"/>
                    <a:pt x="334" y="301"/>
                    <a:pt x="459" y="425"/>
                  </a:cubicBezTo>
                  <a:cubicBezTo>
                    <a:pt x="591" y="541"/>
                    <a:pt x="716" y="666"/>
                    <a:pt x="832" y="806"/>
                  </a:cubicBezTo>
                  <a:cubicBezTo>
                    <a:pt x="939" y="939"/>
                    <a:pt x="1030" y="1088"/>
                    <a:pt x="1105" y="1246"/>
                  </a:cubicBezTo>
                  <a:cubicBezTo>
                    <a:pt x="1138" y="1320"/>
                    <a:pt x="1163" y="1403"/>
                    <a:pt x="1179" y="1486"/>
                  </a:cubicBezTo>
                  <a:cubicBezTo>
                    <a:pt x="1204" y="1569"/>
                    <a:pt x="1213" y="1652"/>
                    <a:pt x="1287" y="1693"/>
                  </a:cubicBezTo>
                  <a:cubicBezTo>
                    <a:pt x="1297" y="1699"/>
                    <a:pt x="1307" y="1702"/>
                    <a:pt x="1318" y="1702"/>
                  </a:cubicBezTo>
                  <a:cubicBezTo>
                    <a:pt x="1335" y="1702"/>
                    <a:pt x="1352" y="1695"/>
                    <a:pt x="1362" y="1685"/>
                  </a:cubicBezTo>
                  <a:cubicBezTo>
                    <a:pt x="1445" y="1627"/>
                    <a:pt x="1428" y="1511"/>
                    <a:pt x="1411" y="1428"/>
                  </a:cubicBezTo>
                  <a:lnTo>
                    <a:pt x="1403" y="1428"/>
                  </a:lnTo>
                  <a:cubicBezTo>
                    <a:pt x="1387" y="1337"/>
                    <a:pt x="1353" y="1246"/>
                    <a:pt x="1312" y="1154"/>
                  </a:cubicBezTo>
                  <a:cubicBezTo>
                    <a:pt x="1237" y="980"/>
                    <a:pt x="1121" y="815"/>
                    <a:pt x="997" y="674"/>
                  </a:cubicBezTo>
                  <a:cubicBezTo>
                    <a:pt x="865" y="533"/>
                    <a:pt x="716" y="409"/>
                    <a:pt x="566" y="284"/>
                  </a:cubicBezTo>
                  <a:cubicBezTo>
                    <a:pt x="417" y="177"/>
                    <a:pt x="260" y="61"/>
                    <a:pt x="86" y="3"/>
                  </a:cubicBezTo>
                  <a:cubicBezTo>
                    <a:pt x="80" y="1"/>
                    <a:pt x="75" y="0"/>
                    <a:pt x="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6"/>
            <p:cNvSpPr/>
            <p:nvPr/>
          </p:nvSpPr>
          <p:spPr>
            <a:xfrm>
              <a:off x="6792350" y="4323925"/>
              <a:ext cx="9975" cy="11875"/>
            </a:xfrm>
            <a:custGeom>
              <a:rect b="b" l="l" r="r" t="t"/>
              <a:pathLst>
                <a:path extrusionOk="0" h="475" w="399">
                  <a:moveTo>
                    <a:pt x="64" y="1"/>
                  </a:moveTo>
                  <a:cubicBezTo>
                    <a:pt x="49" y="1"/>
                    <a:pt x="34" y="7"/>
                    <a:pt x="25" y="21"/>
                  </a:cubicBezTo>
                  <a:cubicBezTo>
                    <a:pt x="9" y="37"/>
                    <a:pt x="1" y="70"/>
                    <a:pt x="17" y="95"/>
                  </a:cubicBezTo>
                  <a:cubicBezTo>
                    <a:pt x="75" y="153"/>
                    <a:pt x="125" y="211"/>
                    <a:pt x="175" y="278"/>
                  </a:cubicBezTo>
                  <a:cubicBezTo>
                    <a:pt x="233" y="344"/>
                    <a:pt x="274" y="410"/>
                    <a:pt x="340" y="468"/>
                  </a:cubicBezTo>
                  <a:cubicBezTo>
                    <a:pt x="344" y="472"/>
                    <a:pt x="353" y="474"/>
                    <a:pt x="361" y="474"/>
                  </a:cubicBezTo>
                  <a:cubicBezTo>
                    <a:pt x="369" y="474"/>
                    <a:pt x="377" y="472"/>
                    <a:pt x="382" y="468"/>
                  </a:cubicBezTo>
                  <a:cubicBezTo>
                    <a:pt x="398" y="460"/>
                    <a:pt x="398" y="435"/>
                    <a:pt x="398" y="418"/>
                  </a:cubicBezTo>
                  <a:cubicBezTo>
                    <a:pt x="373" y="344"/>
                    <a:pt x="324" y="269"/>
                    <a:pt x="274" y="203"/>
                  </a:cubicBezTo>
                  <a:cubicBezTo>
                    <a:pt x="224" y="128"/>
                    <a:pt x="158" y="70"/>
                    <a:pt x="100" y="12"/>
                  </a:cubicBezTo>
                  <a:cubicBezTo>
                    <a:pt x="89" y="5"/>
                    <a:pt x="76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6"/>
            <p:cNvSpPr/>
            <p:nvPr/>
          </p:nvSpPr>
          <p:spPr>
            <a:xfrm>
              <a:off x="6813050" y="4353975"/>
              <a:ext cx="17850" cy="62775"/>
            </a:xfrm>
            <a:custGeom>
              <a:rect b="b" l="l" r="r" t="t"/>
              <a:pathLst>
                <a:path extrusionOk="0" h="2511" w="714">
                  <a:moveTo>
                    <a:pt x="80" y="1"/>
                  </a:moveTo>
                  <a:cubicBezTo>
                    <a:pt x="40" y="1"/>
                    <a:pt x="0" y="46"/>
                    <a:pt x="18" y="86"/>
                  </a:cubicBezTo>
                  <a:cubicBezTo>
                    <a:pt x="59" y="194"/>
                    <a:pt x="92" y="302"/>
                    <a:pt x="134" y="410"/>
                  </a:cubicBezTo>
                  <a:cubicBezTo>
                    <a:pt x="175" y="517"/>
                    <a:pt x="225" y="617"/>
                    <a:pt x="266" y="724"/>
                  </a:cubicBezTo>
                  <a:cubicBezTo>
                    <a:pt x="349" y="932"/>
                    <a:pt x="415" y="1139"/>
                    <a:pt x="448" y="1354"/>
                  </a:cubicBezTo>
                  <a:cubicBezTo>
                    <a:pt x="482" y="1545"/>
                    <a:pt x="482" y="1727"/>
                    <a:pt x="448" y="1918"/>
                  </a:cubicBezTo>
                  <a:cubicBezTo>
                    <a:pt x="432" y="2000"/>
                    <a:pt x="407" y="2083"/>
                    <a:pt x="374" y="2166"/>
                  </a:cubicBezTo>
                  <a:cubicBezTo>
                    <a:pt x="341" y="2257"/>
                    <a:pt x="274" y="2340"/>
                    <a:pt x="283" y="2440"/>
                  </a:cubicBezTo>
                  <a:cubicBezTo>
                    <a:pt x="289" y="2486"/>
                    <a:pt x="327" y="2511"/>
                    <a:pt x="368" y="2511"/>
                  </a:cubicBezTo>
                  <a:cubicBezTo>
                    <a:pt x="378" y="2511"/>
                    <a:pt x="389" y="2509"/>
                    <a:pt x="399" y="2506"/>
                  </a:cubicBezTo>
                  <a:cubicBezTo>
                    <a:pt x="498" y="2473"/>
                    <a:pt x="548" y="2365"/>
                    <a:pt x="589" y="2274"/>
                  </a:cubicBezTo>
                  <a:cubicBezTo>
                    <a:pt x="631" y="2174"/>
                    <a:pt x="656" y="2075"/>
                    <a:pt x="680" y="1967"/>
                  </a:cubicBezTo>
                  <a:cubicBezTo>
                    <a:pt x="714" y="1768"/>
                    <a:pt x="714" y="1553"/>
                    <a:pt x="680" y="1346"/>
                  </a:cubicBezTo>
                  <a:cubicBezTo>
                    <a:pt x="647" y="1114"/>
                    <a:pt x="581" y="882"/>
                    <a:pt x="482" y="666"/>
                  </a:cubicBezTo>
                  <a:cubicBezTo>
                    <a:pt x="432" y="550"/>
                    <a:pt x="382" y="434"/>
                    <a:pt x="324" y="327"/>
                  </a:cubicBezTo>
                  <a:cubicBezTo>
                    <a:pt x="258" y="227"/>
                    <a:pt x="192" y="128"/>
                    <a:pt x="125" y="28"/>
                  </a:cubicBezTo>
                  <a:cubicBezTo>
                    <a:pt x="113" y="9"/>
                    <a:pt x="96" y="1"/>
                    <a:pt x="80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6"/>
            <p:cNvSpPr/>
            <p:nvPr/>
          </p:nvSpPr>
          <p:spPr>
            <a:xfrm>
              <a:off x="6804975" y="4348875"/>
              <a:ext cx="4375" cy="8150"/>
            </a:xfrm>
            <a:custGeom>
              <a:rect b="b" l="l" r="r" t="t"/>
              <a:pathLst>
                <a:path extrusionOk="0" h="326" w="175">
                  <a:moveTo>
                    <a:pt x="59" y="0"/>
                  </a:moveTo>
                  <a:cubicBezTo>
                    <a:pt x="42" y="0"/>
                    <a:pt x="26" y="9"/>
                    <a:pt x="17" y="34"/>
                  </a:cubicBezTo>
                  <a:cubicBezTo>
                    <a:pt x="17" y="27"/>
                    <a:pt x="17" y="24"/>
                    <a:pt x="17" y="24"/>
                  </a:cubicBezTo>
                  <a:cubicBezTo>
                    <a:pt x="16" y="24"/>
                    <a:pt x="14" y="29"/>
                    <a:pt x="9" y="34"/>
                  </a:cubicBezTo>
                  <a:cubicBezTo>
                    <a:pt x="9" y="42"/>
                    <a:pt x="1" y="50"/>
                    <a:pt x="9" y="58"/>
                  </a:cubicBezTo>
                  <a:cubicBezTo>
                    <a:pt x="9" y="67"/>
                    <a:pt x="9" y="75"/>
                    <a:pt x="9" y="83"/>
                  </a:cubicBezTo>
                  <a:cubicBezTo>
                    <a:pt x="17" y="92"/>
                    <a:pt x="17" y="92"/>
                    <a:pt x="17" y="100"/>
                  </a:cubicBezTo>
                  <a:cubicBezTo>
                    <a:pt x="26" y="125"/>
                    <a:pt x="34" y="150"/>
                    <a:pt x="42" y="174"/>
                  </a:cubicBezTo>
                  <a:cubicBezTo>
                    <a:pt x="42" y="183"/>
                    <a:pt x="51" y="191"/>
                    <a:pt x="51" y="199"/>
                  </a:cubicBezTo>
                  <a:cubicBezTo>
                    <a:pt x="51" y="208"/>
                    <a:pt x="51" y="216"/>
                    <a:pt x="51" y="216"/>
                  </a:cubicBezTo>
                  <a:cubicBezTo>
                    <a:pt x="59" y="241"/>
                    <a:pt x="59" y="257"/>
                    <a:pt x="67" y="282"/>
                  </a:cubicBezTo>
                  <a:cubicBezTo>
                    <a:pt x="67" y="304"/>
                    <a:pt x="92" y="325"/>
                    <a:pt x="115" y="325"/>
                  </a:cubicBezTo>
                  <a:cubicBezTo>
                    <a:pt x="118" y="325"/>
                    <a:pt x="122" y="325"/>
                    <a:pt x="125" y="324"/>
                  </a:cubicBezTo>
                  <a:cubicBezTo>
                    <a:pt x="158" y="324"/>
                    <a:pt x="175" y="299"/>
                    <a:pt x="175" y="266"/>
                  </a:cubicBezTo>
                  <a:cubicBezTo>
                    <a:pt x="167" y="216"/>
                    <a:pt x="158" y="174"/>
                    <a:pt x="150" y="133"/>
                  </a:cubicBezTo>
                  <a:cubicBezTo>
                    <a:pt x="142" y="108"/>
                    <a:pt x="133" y="83"/>
                    <a:pt x="125" y="58"/>
                  </a:cubicBezTo>
                  <a:cubicBezTo>
                    <a:pt x="109" y="34"/>
                    <a:pt x="92" y="9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6"/>
            <p:cNvSpPr/>
            <p:nvPr/>
          </p:nvSpPr>
          <p:spPr>
            <a:xfrm>
              <a:off x="6800025" y="4342450"/>
              <a:ext cx="4375" cy="6200"/>
            </a:xfrm>
            <a:custGeom>
              <a:rect b="b" l="l" r="r" t="t"/>
              <a:pathLst>
                <a:path extrusionOk="0" h="248" w="175">
                  <a:moveTo>
                    <a:pt x="25" y="1"/>
                  </a:moveTo>
                  <a:cubicBezTo>
                    <a:pt x="17" y="9"/>
                    <a:pt x="8" y="17"/>
                    <a:pt x="8" y="25"/>
                  </a:cubicBezTo>
                  <a:cubicBezTo>
                    <a:pt x="0" y="34"/>
                    <a:pt x="0" y="42"/>
                    <a:pt x="0" y="50"/>
                  </a:cubicBezTo>
                  <a:cubicBezTo>
                    <a:pt x="0" y="67"/>
                    <a:pt x="0" y="75"/>
                    <a:pt x="0" y="92"/>
                  </a:cubicBezTo>
                  <a:cubicBezTo>
                    <a:pt x="8" y="108"/>
                    <a:pt x="17" y="117"/>
                    <a:pt x="17" y="133"/>
                  </a:cubicBezTo>
                  <a:cubicBezTo>
                    <a:pt x="25" y="158"/>
                    <a:pt x="41" y="183"/>
                    <a:pt x="50" y="208"/>
                  </a:cubicBezTo>
                  <a:cubicBezTo>
                    <a:pt x="58" y="224"/>
                    <a:pt x="66" y="233"/>
                    <a:pt x="83" y="241"/>
                  </a:cubicBezTo>
                  <a:cubicBezTo>
                    <a:pt x="91" y="245"/>
                    <a:pt x="99" y="247"/>
                    <a:pt x="108" y="247"/>
                  </a:cubicBezTo>
                  <a:cubicBezTo>
                    <a:pt x="116" y="247"/>
                    <a:pt x="124" y="245"/>
                    <a:pt x="133" y="241"/>
                  </a:cubicBezTo>
                  <a:cubicBezTo>
                    <a:pt x="157" y="233"/>
                    <a:pt x="174" y="191"/>
                    <a:pt x="157" y="166"/>
                  </a:cubicBezTo>
                  <a:cubicBezTo>
                    <a:pt x="149" y="133"/>
                    <a:pt x="141" y="108"/>
                    <a:pt x="124" y="83"/>
                  </a:cubicBezTo>
                  <a:cubicBezTo>
                    <a:pt x="116" y="75"/>
                    <a:pt x="108" y="59"/>
                    <a:pt x="108" y="50"/>
                  </a:cubicBezTo>
                  <a:cubicBezTo>
                    <a:pt x="99" y="34"/>
                    <a:pt x="91" y="25"/>
                    <a:pt x="83" y="17"/>
                  </a:cubicBezTo>
                  <a:cubicBezTo>
                    <a:pt x="75" y="9"/>
                    <a:pt x="66" y="9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6"/>
            <p:cNvSpPr/>
            <p:nvPr/>
          </p:nvSpPr>
          <p:spPr>
            <a:xfrm>
              <a:off x="6658925" y="4312425"/>
              <a:ext cx="30300" cy="35375"/>
            </a:xfrm>
            <a:custGeom>
              <a:rect b="b" l="l" r="r" t="t"/>
              <a:pathLst>
                <a:path extrusionOk="0" h="1415" w="1212">
                  <a:moveTo>
                    <a:pt x="1112" y="0"/>
                  </a:moveTo>
                  <a:cubicBezTo>
                    <a:pt x="1046" y="0"/>
                    <a:pt x="979" y="58"/>
                    <a:pt x="930" y="91"/>
                  </a:cubicBezTo>
                  <a:cubicBezTo>
                    <a:pt x="880" y="133"/>
                    <a:pt x="830" y="174"/>
                    <a:pt x="772" y="216"/>
                  </a:cubicBezTo>
                  <a:cubicBezTo>
                    <a:pt x="664" y="298"/>
                    <a:pt x="548" y="373"/>
                    <a:pt x="449" y="464"/>
                  </a:cubicBezTo>
                  <a:cubicBezTo>
                    <a:pt x="217" y="696"/>
                    <a:pt x="134" y="1019"/>
                    <a:pt x="18" y="1318"/>
                  </a:cubicBezTo>
                  <a:cubicBezTo>
                    <a:pt x="1" y="1364"/>
                    <a:pt x="45" y="1415"/>
                    <a:pt x="87" y="1415"/>
                  </a:cubicBezTo>
                  <a:cubicBezTo>
                    <a:pt x="105" y="1415"/>
                    <a:pt x="122" y="1406"/>
                    <a:pt x="134" y="1384"/>
                  </a:cubicBezTo>
                  <a:cubicBezTo>
                    <a:pt x="225" y="1243"/>
                    <a:pt x="317" y="1094"/>
                    <a:pt x="399" y="945"/>
                  </a:cubicBezTo>
                  <a:cubicBezTo>
                    <a:pt x="457" y="829"/>
                    <a:pt x="532" y="713"/>
                    <a:pt x="631" y="622"/>
                  </a:cubicBezTo>
                  <a:cubicBezTo>
                    <a:pt x="731" y="539"/>
                    <a:pt x="838" y="464"/>
                    <a:pt x="946" y="381"/>
                  </a:cubicBezTo>
                  <a:cubicBezTo>
                    <a:pt x="1046" y="315"/>
                    <a:pt x="1211" y="207"/>
                    <a:pt x="1195" y="66"/>
                  </a:cubicBezTo>
                  <a:cubicBezTo>
                    <a:pt x="1186" y="17"/>
                    <a:pt x="1153" y="0"/>
                    <a:pt x="1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6"/>
            <p:cNvSpPr/>
            <p:nvPr/>
          </p:nvSpPr>
          <p:spPr>
            <a:xfrm>
              <a:off x="6522450" y="4403125"/>
              <a:ext cx="42900" cy="86450"/>
            </a:xfrm>
            <a:custGeom>
              <a:rect b="b" l="l" r="r" t="t"/>
              <a:pathLst>
                <a:path extrusionOk="0" h="3458" w="1716">
                  <a:moveTo>
                    <a:pt x="905" y="1"/>
                  </a:moveTo>
                  <a:cubicBezTo>
                    <a:pt x="883" y="1"/>
                    <a:pt x="860" y="4"/>
                    <a:pt x="837" y="10"/>
                  </a:cubicBezTo>
                  <a:cubicBezTo>
                    <a:pt x="705" y="43"/>
                    <a:pt x="580" y="167"/>
                    <a:pt x="481" y="258"/>
                  </a:cubicBezTo>
                  <a:cubicBezTo>
                    <a:pt x="373" y="349"/>
                    <a:pt x="266" y="449"/>
                    <a:pt x="191" y="573"/>
                  </a:cubicBezTo>
                  <a:cubicBezTo>
                    <a:pt x="9" y="838"/>
                    <a:pt x="1" y="1153"/>
                    <a:pt x="9" y="1459"/>
                  </a:cubicBezTo>
                  <a:cubicBezTo>
                    <a:pt x="17" y="1824"/>
                    <a:pt x="50" y="2172"/>
                    <a:pt x="108" y="2528"/>
                  </a:cubicBezTo>
                  <a:cubicBezTo>
                    <a:pt x="125" y="2619"/>
                    <a:pt x="141" y="2719"/>
                    <a:pt x="166" y="2810"/>
                  </a:cubicBezTo>
                  <a:cubicBezTo>
                    <a:pt x="183" y="2885"/>
                    <a:pt x="216" y="2959"/>
                    <a:pt x="282" y="2992"/>
                  </a:cubicBezTo>
                  <a:cubicBezTo>
                    <a:pt x="314" y="3008"/>
                    <a:pt x="342" y="3014"/>
                    <a:pt x="371" y="3014"/>
                  </a:cubicBezTo>
                  <a:cubicBezTo>
                    <a:pt x="388" y="3014"/>
                    <a:pt x="405" y="3012"/>
                    <a:pt x="423" y="3009"/>
                  </a:cubicBezTo>
                  <a:lnTo>
                    <a:pt x="423" y="3009"/>
                  </a:lnTo>
                  <a:cubicBezTo>
                    <a:pt x="382" y="3075"/>
                    <a:pt x="365" y="3150"/>
                    <a:pt x="348" y="3224"/>
                  </a:cubicBezTo>
                  <a:cubicBezTo>
                    <a:pt x="339" y="3259"/>
                    <a:pt x="364" y="3279"/>
                    <a:pt x="389" y="3279"/>
                  </a:cubicBezTo>
                  <a:cubicBezTo>
                    <a:pt x="407" y="3279"/>
                    <a:pt x="425" y="3269"/>
                    <a:pt x="431" y="3249"/>
                  </a:cubicBezTo>
                  <a:cubicBezTo>
                    <a:pt x="473" y="3175"/>
                    <a:pt x="531" y="3050"/>
                    <a:pt x="622" y="3001"/>
                  </a:cubicBezTo>
                  <a:cubicBezTo>
                    <a:pt x="672" y="3009"/>
                    <a:pt x="721" y="3009"/>
                    <a:pt x="771" y="3025"/>
                  </a:cubicBezTo>
                  <a:cubicBezTo>
                    <a:pt x="1069" y="3108"/>
                    <a:pt x="1252" y="3423"/>
                    <a:pt x="1566" y="3456"/>
                  </a:cubicBezTo>
                  <a:cubicBezTo>
                    <a:pt x="1572" y="3457"/>
                    <a:pt x="1577" y="3458"/>
                    <a:pt x="1583" y="3458"/>
                  </a:cubicBezTo>
                  <a:cubicBezTo>
                    <a:pt x="1622" y="3458"/>
                    <a:pt x="1668" y="3434"/>
                    <a:pt x="1682" y="3398"/>
                  </a:cubicBezTo>
                  <a:cubicBezTo>
                    <a:pt x="1716" y="3257"/>
                    <a:pt x="1666" y="3158"/>
                    <a:pt x="1600" y="3034"/>
                  </a:cubicBezTo>
                  <a:cubicBezTo>
                    <a:pt x="1542" y="2926"/>
                    <a:pt x="1484" y="2810"/>
                    <a:pt x="1434" y="2694"/>
                  </a:cubicBezTo>
                  <a:cubicBezTo>
                    <a:pt x="1384" y="2570"/>
                    <a:pt x="1343" y="2437"/>
                    <a:pt x="1301" y="2305"/>
                  </a:cubicBezTo>
                  <a:cubicBezTo>
                    <a:pt x="1243" y="1716"/>
                    <a:pt x="1160" y="1120"/>
                    <a:pt x="1185" y="523"/>
                  </a:cubicBezTo>
                  <a:cubicBezTo>
                    <a:pt x="1185" y="399"/>
                    <a:pt x="1194" y="275"/>
                    <a:pt x="1144" y="159"/>
                  </a:cubicBezTo>
                  <a:cubicBezTo>
                    <a:pt x="1096" y="63"/>
                    <a:pt x="1009" y="1"/>
                    <a:pt x="905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6"/>
            <p:cNvSpPr/>
            <p:nvPr/>
          </p:nvSpPr>
          <p:spPr>
            <a:xfrm>
              <a:off x="6641100" y="4472475"/>
              <a:ext cx="113575" cy="73125"/>
            </a:xfrm>
            <a:custGeom>
              <a:rect b="b" l="l" r="r" t="t"/>
              <a:pathLst>
                <a:path extrusionOk="0" h="2925" w="4543">
                  <a:moveTo>
                    <a:pt x="4391" y="1"/>
                  </a:moveTo>
                  <a:cubicBezTo>
                    <a:pt x="4376" y="1"/>
                    <a:pt x="4360" y="4"/>
                    <a:pt x="4344" y="11"/>
                  </a:cubicBezTo>
                  <a:cubicBezTo>
                    <a:pt x="4095" y="111"/>
                    <a:pt x="3838" y="202"/>
                    <a:pt x="3590" y="318"/>
                  </a:cubicBezTo>
                  <a:cubicBezTo>
                    <a:pt x="3366" y="417"/>
                    <a:pt x="3209" y="591"/>
                    <a:pt x="3043" y="765"/>
                  </a:cubicBezTo>
                  <a:cubicBezTo>
                    <a:pt x="2877" y="939"/>
                    <a:pt x="2695" y="1088"/>
                    <a:pt x="2504" y="1213"/>
                  </a:cubicBezTo>
                  <a:cubicBezTo>
                    <a:pt x="2405" y="1279"/>
                    <a:pt x="2297" y="1337"/>
                    <a:pt x="2189" y="1395"/>
                  </a:cubicBezTo>
                  <a:cubicBezTo>
                    <a:pt x="2082" y="1461"/>
                    <a:pt x="1982" y="1519"/>
                    <a:pt x="1866" y="1577"/>
                  </a:cubicBezTo>
                  <a:cubicBezTo>
                    <a:pt x="1841" y="1585"/>
                    <a:pt x="1833" y="1610"/>
                    <a:pt x="1833" y="1635"/>
                  </a:cubicBezTo>
                  <a:cubicBezTo>
                    <a:pt x="1676" y="1668"/>
                    <a:pt x="1510" y="1710"/>
                    <a:pt x="1353" y="1735"/>
                  </a:cubicBezTo>
                  <a:cubicBezTo>
                    <a:pt x="1170" y="1768"/>
                    <a:pt x="988" y="1793"/>
                    <a:pt x="806" y="1817"/>
                  </a:cubicBezTo>
                  <a:cubicBezTo>
                    <a:pt x="615" y="1842"/>
                    <a:pt x="425" y="1851"/>
                    <a:pt x="242" y="1917"/>
                  </a:cubicBezTo>
                  <a:cubicBezTo>
                    <a:pt x="184" y="1933"/>
                    <a:pt x="209" y="2016"/>
                    <a:pt x="259" y="2033"/>
                  </a:cubicBezTo>
                  <a:cubicBezTo>
                    <a:pt x="300" y="2041"/>
                    <a:pt x="342" y="2049"/>
                    <a:pt x="375" y="2049"/>
                  </a:cubicBezTo>
                  <a:cubicBezTo>
                    <a:pt x="367" y="2083"/>
                    <a:pt x="375" y="2107"/>
                    <a:pt x="408" y="2124"/>
                  </a:cubicBezTo>
                  <a:cubicBezTo>
                    <a:pt x="580" y="2177"/>
                    <a:pt x="753" y="2204"/>
                    <a:pt x="921" y="2204"/>
                  </a:cubicBezTo>
                  <a:cubicBezTo>
                    <a:pt x="963" y="2204"/>
                    <a:pt x="1005" y="2202"/>
                    <a:pt x="1046" y="2199"/>
                  </a:cubicBezTo>
                  <a:lnTo>
                    <a:pt x="1046" y="2199"/>
                  </a:lnTo>
                  <a:cubicBezTo>
                    <a:pt x="847" y="2273"/>
                    <a:pt x="657" y="2364"/>
                    <a:pt x="499" y="2505"/>
                  </a:cubicBezTo>
                  <a:cubicBezTo>
                    <a:pt x="433" y="2563"/>
                    <a:pt x="450" y="2654"/>
                    <a:pt x="524" y="2696"/>
                  </a:cubicBezTo>
                  <a:cubicBezTo>
                    <a:pt x="557" y="2712"/>
                    <a:pt x="582" y="2721"/>
                    <a:pt x="615" y="2737"/>
                  </a:cubicBezTo>
                  <a:cubicBezTo>
                    <a:pt x="557" y="2742"/>
                    <a:pt x="498" y="2746"/>
                    <a:pt x="439" y="2746"/>
                  </a:cubicBezTo>
                  <a:cubicBezTo>
                    <a:pt x="313" y="2746"/>
                    <a:pt x="189" y="2730"/>
                    <a:pt x="77" y="2679"/>
                  </a:cubicBezTo>
                  <a:cubicBezTo>
                    <a:pt x="69" y="2675"/>
                    <a:pt x="62" y="2674"/>
                    <a:pt x="56" y="2674"/>
                  </a:cubicBezTo>
                  <a:cubicBezTo>
                    <a:pt x="19" y="2674"/>
                    <a:pt x="0" y="2727"/>
                    <a:pt x="35" y="2762"/>
                  </a:cubicBezTo>
                  <a:cubicBezTo>
                    <a:pt x="126" y="2837"/>
                    <a:pt x="218" y="2886"/>
                    <a:pt x="334" y="2903"/>
                  </a:cubicBezTo>
                  <a:cubicBezTo>
                    <a:pt x="412" y="2919"/>
                    <a:pt x="488" y="2924"/>
                    <a:pt x="564" y="2924"/>
                  </a:cubicBezTo>
                  <a:cubicBezTo>
                    <a:pt x="608" y="2924"/>
                    <a:pt x="653" y="2922"/>
                    <a:pt x="698" y="2919"/>
                  </a:cubicBezTo>
                  <a:cubicBezTo>
                    <a:pt x="963" y="2903"/>
                    <a:pt x="1228" y="2861"/>
                    <a:pt x="1493" y="2803"/>
                  </a:cubicBezTo>
                  <a:cubicBezTo>
                    <a:pt x="1717" y="2745"/>
                    <a:pt x="1941" y="2679"/>
                    <a:pt x="2156" y="2596"/>
                  </a:cubicBezTo>
                  <a:cubicBezTo>
                    <a:pt x="2181" y="2596"/>
                    <a:pt x="2198" y="2588"/>
                    <a:pt x="2223" y="2580"/>
                  </a:cubicBezTo>
                  <a:cubicBezTo>
                    <a:pt x="2537" y="2505"/>
                    <a:pt x="2827" y="2397"/>
                    <a:pt x="3059" y="2165"/>
                  </a:cubicBezTo>
                  <a:cubicBezTo>
                    <a:pt x="3093" y="2124"/>
                    <a:pt x="3076" y="2058"/>
                    <a:pt x="3043" y="2016"/>
                  </a:cubicBezTo>
                  <a:cubicBezTo>
                    <a:pt x="3043" y="2016"/>
                    <a:pt x="3035" y="2016"/>
                    <a:pt x="3035" y="2008"/>
                  </a:cubicBezTo>
                  <a:cubicBezTo>
                    <a:pt x="3407" y="1751"/>
                    <a:pt x="3764" y="1445"/>
                    <a:pt x="4054" y="1097"/>
                  </a:cubicBezTo>
                  <a:cubicBezTo>
                    <a:pt x="4161" y="956"/>
                    <a:pt x="4261" y="807"/>
                    <a:pt x="4344" y="649"/>
                  </a:cubicBezTo>
                  <a:cubicBezTo>
                    <a:pt x="4435" y="492"/>
                    <a:pt x="4543" y="293"/>
                    <a:pt x="4501" y="102"/>
                  </a:cubicBezTo>
                  <a:cubicBezTo>
                    <a:pt x="4488" y="44"/>
                    <a:pt x="4445" y="1"/>
                    <a:pt x="4391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6"/>
            <p:cNvSpPr/>
            <p:nvPr/>
          </p:nvSpPr>
          <p:spPr>
            <a:xfrm>
              <a:off x="6517275" y="4337650"/>
              <a:ext cx="94900" cy="172875"/>
            </a:xfrm>
            <a:custGeom>
              <a:rect b="b" l="l" r="r" t="t"/>
              <a:pathLst>
                <a:path extrusionOk="0" h="6915" w="3796">
                  <a:moveTo>
                    <a:pt x="597" y="0"/>
                  </a:moveTo>
                  <a:cubicBezTo>
                    <a:pt x="570" y="0"/>
                    <a:pt x="542" y="4"/>
                    <a:pt x="514" y="10"/>
                  </a:cubicBezTo>
                  <a:cubicBezTo>
                    <a:pt x="324" y="52"/>
                    <a:pt x="191" y="217"/>
                    <a:pt x="133" y="400"/>
                  </a:cubicBezTo>
                  <a:cubicBezTo>
                    <a:pt x="0" y="839"/>
                    <a:pt x="266" y="1286"/>
                    <a:pt x="514" y="1634"/>
                  </a:cubicBezTo>
                  <a:cubicBezTo>
                    <a:pt x="539" y="1676"/>
                    <a:pt x="572" y="1717"/>
                    <a:pt x="605" y="1767"/>
                  </a:cubicBezTo>
                  <a:cubicBezTo>
                    <a:pt x="547" y="1800"/>
                    <a:pt x="522" y="1883"/>
                    <a:pt x="572" y="1933"/>
                  </a:cubicBezTo>
                  <a:cubicBezTo>
                    <a:pt x="879" y="2272"/>
                    <a:pt x="1160" y="2629"/>
                    <a:pt x="1409" y="3001"/>
                  </a:cubicBezTo>
                  <a:cubicBezTo>
                    <a:pt x="1409" y="3068"/>
                    <a:pt x="1401" y="3126"/>
                    <a:pt x="1392" y="3192"/>
                  </a:cubicBezTo>
                  <a:cubicBezTo>
                    <a:pt x="1359" y="3424"/>
                    <a:pt x="1326" y="3648"/>
                    <a:pt x="1351" y="3880"/>
                  </a:cubicBezTo>
                  <a:cubicBezTo>
                    <a:pt x="1384" y="4352"/>
                    <a:pt x="1550" y="4808"/>
                    <a:pt x="1740" y="5230"/>
                  </a:cubicBezTo>
                  <a:cubicBezTo>
                    <a:pt x="1947" y="5669"/>
                    <a:pt x="2204" y="6117"/>
                    <a:pt x="2552" y="6465"/>
                  </a:cubicBezTo>
                  <a:cubicBezTo>
                    <a:pt x="2756" y="6668"/>
                    <a:pt x="3080" y="6914"/>
                    <a:pt x="3388" y="6914"/>
                  </a:cubicBezTo>
                  <a:cubicBezTo>
                    <a:pt x="3506" y="6914"/>
                    <a:pt x="3623" y="6878"/>
                    <a:pt x="3729" y="6788"/>
                  </a:cubicBezTo>
                  <a:cubicBezTo>
                    <a:pt x="3795" y="6738"/>
                    <a:pt x="3787" y="6664"/>
                    <a:pt x="3729" y="6614"/>
                  </a:cubicBezTo>
                  <a:cubicBezTo>
                    <a:pt x="3489" y="6382"/>
                    <a:pt x="3273" y="6125"/>
                    <a:pt x="3099" y="5843"/>
                  </a:cubicBezTo>
                  <a:cubicBezTo>
                    <a:pt x="3008" y="5711"/>
                    <a:pt x="2925" y="5562"/>
                    <a:pt x="2859" y="5412"/>
                  </a:cubicBezTo>
                  <a:cubicBezTo>
                    <a:pt x="2793" y="5288"/>
                    <a:pt x="2735" y="5147"/>
                    <a:pt x="2735" y="5006"/>
                  </a:cubicBezTo>
                  <a:cubicBezTo>
                    <a:pt x="2735" y="4940"/>
                    <a:pt x="2751" y="4882"/>
                    <a:pt x="2784" y="4824"/>
                  </a:cubicBezTo>
                  <a:cubicBezTo>
                    <a:pt x="2826" y="4758"/>
                    <a:pt x="2867" y="4700"/>
                    <a:pt x="2875" y="4625"/>
                  </a:cubicBezTo>
                  <a:cubicBezTo>
                    <a:pt x="2900" y="4451"/>
                    <a:pt x="2743" y="4360"/>
                    <a:pt x="2610" y="4286"/>
                  </a:cubicBezTo>
                  <a:cubicBezTo>
                    <a:pt x="2461" y="4203"/>
                    <a:pt x="2320" y="4103"/>
                    <a:pt x="2188" y="3996"/>
                  </a:cubicBezTo>
                  <a:cubicBezTo>
                    <a:pt x="2063" y="3896"/>
                    <a:pt x="1939" y="3788"/>
                    <a:pt x="1881" y="3639"/>
                  </a:cubicBezTo>
                  <a:cubicBezTo>
                    <a:pt x="1807" y="3457"/>
                    <a:pt x="1815" y="3267"/>
                    <a:pt x="1823" y="3076"/>
                  </a:cubicBezTo>
                  <a:cubicBezTo>
                    <a:pt x="1840" y="2894"/>
                    <a:pt x="1856" y="2703"/>
                    <a:pt x="1865" y="2521"/>
                  </a:cubicBezTo>
                  <a:cubicBezTo>
                    <a:pt x="1873" y="2513"/>
                    <a:pt x="1881" y="2513"/>
                    <a:pt x="1889" y="2504"/>
                  </a:cubicBezTo>
                  <a:cubicBezTo>
                    <a:pt x="2022" y="2397"/>
                    <a:pt x="2179" y="2264"/>
                    <a:pt x="2163" y="2082"/>
                  </a:cubicBezTo>
                  <a:cubicBezTo>
                    <a:pt x="2171" y="2073"/>
                    <a:pt x="2171" y="2057"/>
                    <a:pt x="2163" y="2049"/>
                  </a:cubicBezTo>
                  <a:cubicBezTo>
                    <a:pt x="2163" y="2049"/>
                    <a:pt x="2163" y="2040"/>
                    <a:pt x="2155" y="2040"/>
                  </a:cubicBezTo>
                  <a:cubicBezTo>
                    <a:pt x="2155" y="2024"/>
                    <a:pt x="2146" y="2007"/>
                    <a:pt x="2138" y="1991"/>
                  </a:cubicBezTo>
                  <a:cubicBezTo>
                    <a:pt x="2055" y="1808"/>
                    <a:pt x="1823" y="1783"/>
                    <a:pt x="1657" y="1717"/>
                  </a:cubicBezTo>
                  <a:cubicBezTo>
                    <a:pt x="1475" y="1651"/>
                    <a:pt x="1301" y="1551"/>
                    <a:pt x="1152" y="1419"/>
                  </a:cubicBezTo>
                  <a:cubicBezTo>
                    <a:pt x="1003" y="1278"/>
                    <a:pt x="895" y="1096"/>
                    <a:pt x="854" y="905"/>
                  </a:cubicBezTo>
                  <a:cubicBezTo>
                    <a:pt x="829" y="806"/>
                    <a:pt x="821" y="706"/>
                    <a:pt x="837" y="615"/>
                  </a:cubicBezTo>
                  <a:cubicBezTo>
                    <a:pt x="845" y="507"/>
                    <a:pt x="887" y="408"/>
                    <a:pt x="887" y="309"/>
                  </a:cubicBezTo>
                  <a:cubicBezTo>
                    <a:pt x="894" y="130"/>
                    <a:pt x="765" y="0"/>
                    <a:pt x="597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6"/>
            <p:cNvSpPr/>
            <p:nvPr/>
          </p:nvSpPr>
          <p:spPr>
            <a:xfrm>
              <a:off x="6487850" y="4209475"/>
              <a:ext cx="56175" cy="120100"/>
            </a:xfrm>
            <a:custGeom>
              <a:rect b="b" l="l" r="r" t="t"/>
              <a:pathLst>
                <a:path extrusionOk="0" h="4804" w="2247">
                  <a:moveTo>
                    <a:pt x="243" y="0"/>
                  </a:moveTo>
                  <a:cubicBezTo>
                    <a:pt x="198" y="0"/>
                    <a:pt x="156" y="32"/>
                    <a:pt x="150" y="83"/>
                  </a:cubicBezTo>
                  <a:cubicBezTo>
                    <a:pt x="133" y="241"/>
                    <a:pt x="191" y="390"/>
                    <a:pt x="249" y="539"/>
                  </a:cubicBezTo>
                  <a:cubicBezTo>
                    <a:pt x="316" y="688"/>
                    <a:pt x="390" y="837"/>
                    <a:pt x="457" y="986"/>
                  </a:cubicBezTo>
                  <a:cubicBezTo>
                    <a:pt x="581" y="1260"/>
                    <a:pt x="697" y="1533"/>
                    <a:pt x="780" y="1815"/>
                  </a:cubicBezTo>
                  <a:cubicBezTo>
                    <a:pt x="689" y="1657"/>
                    <a:pt x="581" y="1508"/>
                    <a:pt x="473" y="1359"/>
                  </a:cubicBezTo>
                  <a:cubicBezTo>
                    <a:pt x="357" y="1202"/>
                    <a:pt x="225" y="1061"/>
                    <a:pt x="92" y="903"/>
                  </a:cubicBezTo>
                  <a:cubicBezTo>
                    <a:pt x="84" y="895"/>
                    <a:pt x="73" y="891"/>
                    <a:pt x="62" y="891"/>
                  </a:cubicBezTo>
                  <a:cubicBezTo>
                    <a:pt x="32" y="891"/>
                    <a:pt x="1" y="922"/>
                    <a:pt x="26" y="953"/>
                  </a:cubicBezTo>
                  <a:cubicBezTo>
                    <a:pt x="133" y="1119"/>
                    <a:pt x="233" y="1293"/>
                    <a:pt x="332" y="1459"/>
                  </a:cubicBezTo>
                  <a:cubicBezTo>
                    <a:pt x="432" y="1624"/>
                    <a:pt x="531" y="1790"/>
                    <a:pt x="614" y="1956"/>
                  </a:cubicBezTo>
                  <a:cubicBezTo>
                    <a:pt x="689" y="2097"/>
                    <a:pt x="747" y="2237"/>
                    <a:pt x="788" y="2387"/>
                  </a:cubicBezTo>
                  <a:cubicBezTo>
                    <a:pt x="738" y="2428"/>
                    <a:pt x="664" y="2445"/>
                    <a:pt x="597" y="2461"/>
                  </a:cubicBezTo>
                  <a:cubicBezTo>
                    <a:pt x="481" y="2478"/>
                    <a:pt x="324" y="2469"/>
                    <a:pt x="233" y="2552"/>
                  </a:cubicBezTo>
                  <a:cubicBezTo>
                    <a:pt x="117" y="2660"/>
                    <a:pt x="208" y="2817"/>
                    <a:pt x="274" y="2925"/>
                  </a:cubicBezTo>
                  <a:cubicBezTo>
                    <a:pt x="407" y="3157"/>
                    <a:pt x="606" y="3373"/>
                    <a:pt x="672" y="3646"/>
                  </a:cubicBezTo>
                  <a:cubicBezTo>
                    <a:pt x="738" y="3928"/>
                    <a:pt x="606" y="4234"/>
                    <a:pt x="755" y="4508"/>
                  </a:cubicBezTo>
                  <a:cubicBezTo>
                    <a:pt x="843" y="4663"/>
                    <a:pt x="997" y="4764"/>
                    <a:pt x="1154" y="4764"/>
                  </a:cubicBezTo>
                  <a:cubicBezTo>
                    <a:pt x="1190" y="4764"/>
                    <a:pt x="1225" y="4759"/>
                    <a:pt x="1260" y="4748"/>
                  </a:cubicBezTo>
                  <a:cubicBezTo>
                    <a:pt x="1260" y="4776"/>
                    <a:pt x="1287" y="4804"/>
                    <a:pt x="1311" y="4804"/>
                  </a:cubicBezTo>
                  <a:cubicBezTo>
                    <a:pt x="1323" y="4804"/>
                    <a:pt x="1335" y="4797"/>
                    <a:pt x="1343" y="4781"/>
                  </a:cubicBezTo>
                  <a:cubicBezTo>
                    <a:pt x="1376" y="4723"/>
                    <a:pt x="1418" y="4673"/>
                    <a:pt x="1459" y="4615"/>
                  </a:cubicBezTo>
                  <a:cubicBezTo>
                    <a:pt x="1542" y="4541"/>
                    <a:pt x="1608" y="4441"/>
                    <a:pt x="1666" y="4350"/>
                  </a:cubicBezTo>
                  <a:cubicBezTo>
                    <a:pt x="1691" y="4317"/>
                    <a:pt x="1708" y="4284"/>
                    <a:pt x="1732" y="4251"/>
                  </a:cubicBezTo>
                  <a:cubicBezTo>
                    <a:pt x="1832" y="4110"/>
                    <a:pt x="1923" y="3952"/>
                    <a:pt x="1981" y="3778"/>
                  </a:cubicBezTo>
                  <a:cubicBezTo>
                    <a:pt x="1989" y="3762"/>
                    <a:pt x="1998" y="3745"/>
                    <a:pt x="1998" y="3729"/>
                  </a:cubicBezTo>
                  <a:cubicBezTo>
                    <a:pt x="2031" y="3663"/>
                    <a:pt x="2064" y="3588"/>
                    <a:pt x="2089" y="3522"/>
                  </a:cubicBezTo>
                  <a:cubicBezTo>
                    <a:pt x="2147" y="3381"/>
                    <a:pt x="2246" y="3215"/>
                    <a:pt x="2163" y="3066"/>
                  </a:cubicBezTo>
                  <a:cubicBezTo>
                    <a:pt x="2089" y="2933"/>
                    <a:pt x="1931" y="2875"/>
                    <a:pt x="1824" y="2784"/>
                  </a:cubicBezTo>
                  <a:cubicBezTo>
                    <a:pt x="1807" y="2759"/>
                    <a:pt x="1790" y="2735"/>
                    <a:pt x="1782" y="2710"/>
                  </a:cubicBezTo>
                  <a:cubicBezTo>
                    <a:pt x="1732" y="2635"/>
                    <a:pt x="1691" y="2552"/>
                    <a:pt x="1666" y="2469"/>
                  </a:cubicBezTo>
                  <a:cubicBezTo>
                    <a:pt x="1633" y="2362"/>
                    <a:pt x="1625" y="2246"/>
                    <a:pt x="1625" y="2138"/>
                  </a:cubicBezTo>
                  <a:cubicBezTo>
                    <a:pt x="1625" y="1947"/>
                    <a:pt x="1633" y="1765"/>
                    <a:pt x="1600" y="1575"/>
                  </a:cubicBezTo>
                  <a:cubicBezTo>
                    <a:pt x="1534" y="1251"/>
                    <a:pt x="1393" y="937"/>
                    <a:pt x="1194" y="680"/>
                  </a:cubicBezTo>
                  <a:cubicBezTo>
                    <a:pt x="954" y="373"/>
                    <a:pt x="639" y="133"/>
                    <a:pt x="283" y="9"/>
                  </a:cubicBezTo>
                  <a:cubicBezTo>
                    <a:pt x="269" y="3"/>
                    <a:pt x="256" y="0"/>
                    <a:pt x="243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6"/>
            <p:cNvSpPr/>
            <p:nvPr/>
          </p:nvSpPr>
          <p:spPr>
            <a:xfrm>
              <a:off x="6479375" y="4224175"/>
              <a:ext cx="5825" cy="6325"/>
            </a:xfrm>
            <a:custGeom>
              <a:rect b="b" l="l" r="r" t="t"/>
              <a:pathLst>
                <a:path extrusionOk="0" h="253" w="233">
                  <a:moveTo>
                    <a:pt x="33" y="1"/>
                  </a:moveTo>
                  <a:cubicBezTo>
                    <a:pt x="17" y="1"/>
                    <a:pt x="8" y="9"/>
                    <a:pt x="8" y="25"/>
                  </a:cubicBezTo>
                  <a:cubicBezTo>
                    <a:pt x="0" y="50"/>
                    <a:pt x="8" y="67"/>
                    <a:pt x="17" y="92"/>
                  </a:cubicBezTo>
                  <a:cubicBezTo>
                    <a:pt x="25" y="117"/>
                    <a:pt x="42" y="125"/>
                    <a:pt x="58" y="141"/>
                  </a:cubicBezTo>
                  <a:cubicBezTo>
                    <a:pt x="83" y="175"/>
                    <a:pt x="108" y="208"/>
                    <a:pt x="133" y="233"/>
                  </a:cubicBezTo>
                  <a:cubicBezTo>
                    <a:pt x="142" y="246"/>
                    <a:pt x="156" y="252"/>
                    <a:pt x="171" y="252"/>
                  </a:cubicBezTo>
                  <a:cubicBezTo>
                    <a:pt x="183" y="252"/>
                    <a:pt x="196" y="248"/>
                    <a:pt x="207" y="241"/>
                  </a:cubicBezTo>
                  <a:cubicBezTo>
                    <a:pt x="224" y="224"/>
                    <a:pt x="232" y="191"/>
                    <a:pt x="216" y="166"/>
                  </a:cubicBezTo>
                  <a:cubicBezTo>
                    <a:pt x="191" y="141"/>
                    <a:pt x="166" y="108"/>
                    <a:pt x="141" y="75"/>
                  </a:cubicBezTo>
                  <a:cubicBezTo>
                    <a:pt x="124" y="59"/>
                    <a:pt x="116" y="42"/>
                    <a:pt x="100" y="25"/>
                  </a:cubicBezTo>
                  <a:cubicBezTo>
                    <a:pt x="83" y="17"/>
                    <a:pt x="58" y="1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6"/>
            <p:cNvSpPr/>
            <p:nvPr/>
          </p:nvSpPr>
          <p:spPr>
            <a:xfrm>
              <a:off x="6491375" y="4247275"/>
              <a:ext cx="7225" cy="9575"/>
            </a:xfrm>
            <a:custGeom>
              <a:rect b="b" l="l" r="r" t="t"/>
              <a:pathLst>
                <a:path extrusionOk="0" h="383" w="289">
                  <a:moveTo>
                    <a:pt x="46" y="0"/>
                  </a:moveTo>
                  <a:cubicBezTo>
                    <a:pt x="36" y="0"/>
                    <a:pt x="26" y="5"/>
                    <a:pt x="17" y="13"/>
                  </a:cubicBezTo>
                  <a:cubicBezTo>
                    <a:pt x="1" y="21"/>
                    <a:pt x="1" y="46"/>
                    <a:pt x="9" y="63"/>
                  </a:cubicBezTo>
                  <a:cubicBezTo>
                    <a:pt x="50" y="121"/>
                    <a:pt x="84" y="170"/>
                    <a:pt x="117" y="220"/>
                  </a:cubicBezTo>
                  <a:cubicBezTo>
                    <a:pt x="133" y="245"/>
                    <a:pt x="158" y="278"/>
                    <a:pt x="175" y="303"/>
                  </a:cubicBezTo>
                  <a:cubicBezTo>
                    <a:pt x="183" y="311"/>
                    <a:pt x="191" y="328"/>
                    <a:pt x="200" y="336"/>
                  </a:cubicBezTo>
                  <a:cubicBezTo>
                    <a:pt x="216" y="353"/>
                    <a:pt x="224" y="361"/>
                    <a:pt x="241" y="377"/>
                  </a:cubicBezTo>
                  <a:cubicBezTo>
                    <a:pt x="245" y="381"/>
                    <a:pt x="249" y="383"/>
                    <a:pt x="254" y="383"/>
                  </a:cubicBezTo>
                  <a:cubicBezTo>
                    <a:pt x="270" y="383"/>
                    <a:pt x="289" y="364"/>
                    <a:pt x="282" y="344"/>
                  </a:cubicBezTo>
                  <a:cubicBezTo>
                    <a:pt x="274" y="328"/>
                    <a:pt x="266" y="311"/>
                    <a:pt x="258" y="295"/>
                  </a:cubicBezTo>
                  <a:cubicBezTo>
                    <a:pt x="258" y="278"/>
                    <a:pt x="241" y="270"/>
                    <a:pt x="233" y="253"/>
                  </a:cubicBezTo>
                  <a:cubicBezTo>
                    <a:pt x="216" y="228"/>
                    <a:pt x="200" y="203"/>
                    <a:pt x="183" y="179"/>
                  </a:cubicBezTo>
                  <a:cubicBezTo>
                    <a:pt x="150" y="121"/>
                    <a:pt x="108" y="71"/>
                    <a:pt x="75" y="13"/>
                  </a:cubicBezTo>
                  <a:cubicBezTo>
                    <a:pt x="67" y="5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6"/>
            <p:cNvSpPr/>
            <p:nvPr/>
          </p:nvSpPr>
          <p:spPr>
            <a:xfrm>
              <a:off x="6494475" y="4264000"/>
              <a:ext cx="3975" cy="7575"/>
            </a:xfrm>
            <a:custGeom>
              <a:rect b="b" l="l" r="r" t="t"/>
              <a:pathLst>
                <a:path extrusionOk="0" h="303" w="159">
                  <a:moveTo>
                    <a:pt x="56" y="0"/>
                  </a:moveTo>
                  <a:cubicBezTo>
                    <a:pt x="49" y="0"/>
                    <a:pt x="41" y="2"/>
                    <a:pt x="34" y="7"/>
                  </a:cubicBezTo>
                  <a:cubicBezTo>
                    <a:pt x="9" y="15"/>
                    <a:pt x="1" y="40"/>
                    <a:pt x="9" y="65"/>
                  </a:cubicBezTo>
                  <a:cubicBezTo>
                    <a:pt x="26" y="106"/>
                    <a:pt x="34" y="139"/>
                    <a:pt x="51" y="181"/>
                  </a:cubicBezTo>
                  <a:cubicBezTo>
                    <a:pt x="59" y="197"/>
                    <a:pt x="59" y="222"/>
                    <a:pt x="67" y="239"/>
                  </a:cubicBezTo>
                  <a:cubicBezTo>
                    <a:pt x="84" y="255"/>
                    <a:pt x="92" y="272"/>
                    <a:pt x="100" y="288"/>
                  </a:cubicBezTo>
                  <a:cubicBezTo>
                    <a:pt x="105" y="298"/>
                    <a:pt x="116" y="302"/>
                    <a:pt x="125" y="302"/>
                  </a:cubicBezTo>
                  <a:cubicBezTo>
                    <a:pt x="132" y="302"/>
                    <a:pt x="138" y="300"/>
                    <a:pt x="142" y="297"/>
                  </a:cubicBezTo>
                  <a:cubicBezTo>
                    <a:pt x="158" y="297"/>
                    <a:pt x="158" y="280"/>
                    <a:pt x="158" y="264"/>
                  </a:cubicBezTo>
                  <a:cubicBezTo>
                    <a:pt x="158" y="247"/>
                    <a:pt x="158" y="222"/>
                    <a:pt x="158" y="206"/>
                  </a:cubicBezTo>
                  <a:cubicBezTo>
                    <a:pt x="150" y="189"/>
                    <a:pt x="142" y="164"/>
                    <a:pt x="134" y="139"/>
                  </a:cubicBezTo>
                  <a:lnTo>
                    <a:pt x="134" y="139"/>
                  </a:lnTo>
                  <a:lnTo>
                    <a:pt x="142" y="148"/>
                  </a:lnTo>
                  <a:lnTo>
                    <a:pt x="100" y="32"/>
                  </a:lnTo>
                  <a:cubicBezTo>
                    <a:pt x="94" y="14"/>
                    <a:pt x="76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6"/>
            <p:cNvSpPr/>
            <p:nvPr/>
          </p:nvSpPr>
          <p:spPr>
            <a:xfrm>
              <a:off x="6691675" y="4124075"/>
              <a:ext cx="68375" cy="87600"/>
            </a:xfrm>
            <a:custGeom>
              <a:rect b="b" l="l" r="r" t="t"/>
              <a:pathLst>
                <a:path extrusionOk="0" h="3504" w="2735">
                  <a:moveTo>
                    <a:pt x="1391" y="1"/>
                  </a:moveTo>
                  <a:cubicBezTo>
                    <a:pt x="1363" y="1"/>
                    <a:pt x="1336" y="24"/>
                    <a:pt x="1351" y="61"/>
                  </a:cubicBezTo>
                  <a:cubicBezTo>
                    <a:pt x="1467" y="359"/>
                    <a:pt x="1558" y="674"/>
                    <a:pt x="1625" y="989"/>
                  </a:cubicBezTo>
                  <a:cubicBezTo>
                    <a:pt x="1592" y="1038"/>
                    <a:pt x="1558" y="1080"/>
                    <a:pt x="1509" y="1121"/>
                  </a:cubicBezTo>
                  <a:cubicBezTo>
                    <a:pt x="1418" y="1212"/>
                    <a:pt x="1293" y="1279"/>
                    <a:pt x="1161" y="1295"/>
                  </a:cubicBezTo>
                  <a:cubicBezTo>
                    <a:pt x="1134" y="1299"/>
                    <a:pt x="1108" y="1300"/>
                    <a:pt x="1082" y="1300"/>
                  </a:cubicBezTo>
                  <a:cubicBezTo>
                    <a:pt x="856" y="1300"/>
                    <a:pt x="650" y="1174"/>
                    <a:pt x="531" y="980"/>
                  </a:cubicBezTo>
                  <a:cubicBezTo>
                    <a:pt x="511" y="951"/>
                    <a:pt x="476" y="936"/>
                    <a:pt x="443" y="936"/>
                  </a:cubicBezTo>
                  <a:cubicBezTo>
                    <a:pt x="420" y="936"/>
                    <a:pt x="398" y="942"/>
                    <a:pt x="382" y="956"/>
                  </a:cubicBezTo>
                  <a:cubicBezTo>
                    <a:pt x="216" y="1088"/>
                    <a:pt x="200" y="1287"/>
                    <a:pt x="166" y="1478"/>
                  </a:cubicBezTo>
                  <a:cubicBezTo>
                    <a:pt x="133" y="1726"/>
                    <a:pt x="100" y="1966"/>
                    <a:pt x="67" y="2215"/>
                  </a:cubicBezTo>
                  <a:cubicBezTo>
                    <a:pt x="59" y="2314"/>
                    <a:pt x="34" y="2414"/>
                    <a:pt x="75" y="2513"/>
                  </a:cubicBezTo>
                  <a:lnTo>
                    <a:pt x="84" y="2521"/>
                  </a:lnTo>
                  <a:cubicBezTo>
                    <a:pt x="75" y="2521"/>
                    <a:pt x="67" y="2521"/>
                    <a:pt x="67" y="2530"/>
                  </a:cubicBezTo>
                  <a:cubicBezTo>
                    <a:pt x="1" y="2546"/>
                    <a:pt x="34" y="2629"/>
                    <a:pt x="92" y="2629"/>
                  </a:cubicBezTo>
                  <a:lnTo>
                    <a:pt x="200" y="2629"/>
                  </a:lnTo>
                  <a:cubicBezTo>
                    <a:pt x="233" y="2637"/>
                    <a:pt x="274" y="2646"/>
                    <a:pt x="316" y="2646"/>
                  </a:cubicBezTo>
                  <a:cubicBezTo>
                    <a:pt x="465" y="2662"/>
                    <a:pt x="614" y="2687"/>
                    <a:pt x="763" y="2729"/>
                  </a:cubicBezTo>
                  <a:cubicBezTo>
                    <a:pt x="1012" y="2803"/>
                    <a:pt x="1252" y="2927"/>
                    <a:pt x="1459" y="3068"/>
                  </a:cubicBezTo>
                  <a:cubicBezTo>
                    <a:pt x="1666" y="3201"/>
                    <a:pt x="1848" y="3416"/>
                    <a:pt x="2089" y="3483"/>
                  </a:cubicBezTo>
                  <a:cubicBezTo>
                    <a:pt x="2140" y="3497"/>
                    <a:pt x="2190" y="3504"/>
                    <a:pt x="2240" y="3504"/>
                  </a:cubicBezTo>
                  <a:cubicBezTo>
                    <a:pt x="2424" y="3504"/>
                    <a:pt x="2589" y="3407"/>
                    <a:pt x="2660" y="3217"/>
                  </a:cubicBezTo>
                  <a:cubicBezTo>
                    <a:pt x="2735" y="3002"/>
                    <a:pt x="2702" y="2745"/>
                    <a:pt x="2685" y="2521"/>
                  </a:cubicBezTo>
                  <a:cubicBezTo>
                    <a:pt x="2669" y="2265"/>
                    <a:pt x="2627" y="2000"/>
                    <a:pt x="2553" y="1751"/>
                  </a:cubicBezTo>
                  <a:cubicBezTo>
                    <a:pt x="2486" y="1494"/>
                    <a:pt x="2387" y="1254"/>
                    <a:pt x="2263" y="1022"/>
                  </a:cubicBezTo>
                  <a:cubicBezTo>
                    <a:pt x="2254" y="1014"/>
                    <a:pt x="2254" y="1014"/>
                    <a:pt x="2246" y="1005"/>
                  </a:cubicBezTo>
                  <a:cubicBezTo>
                    <a:pt x="2205" y="831"/>
                    <a:pt x="2147" y="657"/>
                    <a:pt x="2064" y="500"/>
                  </a:cubicBezTo>
                  <a:cubicBezTo>
                    <a:pt x="1973" y="334"/>
                    <a:pt x="1857" y="218"/>
                    <a:pt x="1716" y="94"/>
                  </a:cubicBezTo>
                  <a:cubicBezTo>
                    <a:pt x="1706" y="85"/>
                    <a:pt x="1695" y="82"/>
                    <a:pt x="1684" y="82"/>
                  </a:cubicBezTo>
                  <a:cubicBezTo>
                    <a:pt x="1641" y="82"/>
                    <a:pt x="1600" y="137"/>
                    <a:pt x="1633" y="177"/>
                  </a:cubicBezTo>
                  <a:cubicBezTo>
                    <a:pt x="1741" y="301"/>
                    <a:pt x="1815" y="467"/>
                    <a:pt x="1882" y="616"/>
                  </a:cubicBezTo>
                  <a:cubicBezTo>
                    <a:pt x="1890" y="641"/>
                    <a:pt x="1898" y="666"/>
                    <a:pt x="1906" y="690"/>
                  </a:cubicBezTo>
                  <a:cubicBezTo>
                    <a:pt x="1857" y="707"/>
                    <a:pt x="1815" y="740"/>
                    <a:pt x="1774" y="782"/>
                  </a:cubicBezTo>
                  <a:cubicBezTo>
                    <a:pt x="1749" y="690"/>
                    <a:pt x="1716" y="608"/>
                    <a:pt x="1683" y="516"/>
                  </a:cubicBezTo>
                  <a:cubicBezTo>
                    <a:pt x="1616" y="351"/>
                    <a:pt x="1525" y="185"/>
                    <a:pt x="1434" y="28"/>
                  </a:cubicBezTo>
                  <a:cubicBezTo>
                    <a:pt x="1425" y="9"/>
                    <a:pt x="1408" y="1"/>
                    <a:pt x="1391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6"/>
            <p:cNvSpPr/>
            <p:nvPr/>
          </p:nvSpPr>
          <p:spPr>
            <a:xfrm>
              <a:off x="6686275" y="4244250"/>
              <a:ext cx="18900" cy="39200"/>
            </a:xfrm>
            <a:custGeom>
              <a:rect b="b" l="l" r="r" t="t"/>
              <a:pathLst>
                <a:path extrusionOk="0" h="1568" w="756">
                  <a:moveTo>
                    <a:pt x="55" y="1"/>
                  </a:moveTo>
                  <a:cubicBezTo>
                    <a:pt x="28" y="1"/>
                    <a:pt x="0" y="30"/>
                    <a:pt x="18" y="59"/>
                  </a:cubicBezTo>
                  <a:cubicBezTo>
                    <a:pt x="134" y="283"/>
                    <a:pt x="225" y="532"/>
                    <a:pt x="308" y="772"/>
                  </a:cubicBezTo>
                  <a:cubicBezTo>
                    <a:pt x="349" y="888"/>
                    <a:pt x="391" y="1004"/>
                    <a:pt x="424" y="1128"/>
                  </a:cubicBezTo>
                  <a:cubicBezTo>
                    <a:pt x="465" y="1252"/>
                    <a:pt x="490" y="1377"/>
                    <a:pt x="540" y="1501"/>
                  </a:cubicBezTo>
                  <a:cubicBezTo>
                    <a:pt x="548" y="1534"/>
                    <a:pt x="590" y="1567"/>
                    <a:pt x="623" y="1567"/>
                  </a:cubicBezTo>
                  <a:cubicBezTo>
                    <a:pt x="656" y="1567"/>
                    <a:pt x="681" y="1567"/>
                    <a:pt x="706" y="1542"/>
                  </a:cubicBezTo>
                  <a:cubicBezTo>
                    <a:pt x="739" y="1526"/>
                    <a:pt x="755" y="1476"/>
                    <a:pt x="747" y="1443"/>
                  </a:cubicBezTo>
                  <a:cubicBezTo>
                    <a:pt x="730" y="1319"/>
                    <a:pt x="681" y="1186"/>
                    <a:pt x="639" y="1070"/>
                  </a:cubicBezTo>
                  <a:cubicBezTo>
                    <a:pt x="590" y="938"/>
                    <a:pt x="540" y="813"/>
                    <a:pt x="482" y="697"/>
                  </a:cubicBezTo>
                  <a:cubicBezTo>
                    <a:pt x="374" y="457"/>
                    <a:pt x="233" y="242"/>
                    <a:pt x="84" y="18"/>
                  </a:cubicBezTo>
                  <a:cubicBezTo>
                    <a:pt x="77" y="6"/>
                    <a:pt x="66" y="1"/>
                    <a:pt x="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6"/>
            <p:cNvSpPr/>
            <p:nvPr/>
          </p:nvSpPr>
          <p:spPr>
            <a:xfrm>
              <a:off x="6706175" y="4265200"/>
              <a:ext cx="4175" cy="9050"/>
            </a:xfrm>
            <a:custGeom>
              <a:rect b="b" l="l" r="r" t="t"/>
              <a:pathLst>
                <a:path extrusionOk="0" h="362" w="167">
                  <a:moveTo>
                    <a:pt x="142" y="191"/>
                  </a:moveTo>
                  <a:cubicBezTo>
                    <a:pt x="142" y="195"/>
                    <a:pt x="144" y="197"/>
                    <a:pt x="145" y="197"/>
                  </a:cubicBezTo>
                  <a:cubicBezTo>
                    <a:pt x="146" y="197"/>
                    <a:pt x="146" y="195"/>
                    <a:pt x="142" y="191"/>
                  </a:cubicBezTo>
                  <a:close/>
                  <a:moveTo>
                    <a:pt x="50" y="0"/>
                  </a:moveTo>
                  <a:cubicBezTo>
                    <a:pt x="17" y="8"/>
                    <a:pt x="1" y="33"/>
                    <a:pt x="1" y="66"/>
                  </a:cubicBezTo>
                  <a:cubicBezTo>
                    <a:pt x="9" y="116"/>
                    <a:pt x="17" y="166"/>
                    <a:pt x="26" y="216"/>
                  </a:cubicBezTo>
                  <a:cubicBezTo>
                    <a:pt x="34" y="240"/>
                    <a:pt x="42" y="265"/>
                    <a:pt x="59" y="298"/>
                  </a:cubicBezTo>
                  <a:cubicBezTo>
                    <a:pt x="67" y="323"/>
                    <a:pt x="84" y="348"/>
                    <a:pt x="117" y="356"/>
                  </a:cubicBezTo>
                  <a:cubicBezTo>
                    <a:pt x="120" y="360"/>
                    <a:pt x="125" y="362"/>
                    <a:pt x="130" y="362"/>
                  </a:cubicBezTo>
                  <a:cubicBezTo>
                    <a:pt x="137" y="362"/>
                    <a:pt x="145" y="358"/>
                    <a:pt x="150" y="348"/>
                  </a:cubicBezTo>
                  <a:cubicBezTo>
                    <a:pt x="166" y="323"/>
                    <a:pt x="166" y="298"/>
                    <a:pt x="158" y="265"/>
                  </a:cubicBezTo>
                  <a:cubicBezTo>
                    <a:pt x="158" y="257"/>
                    <a:pt x="158" y="240"/>
                    <a:pt x="158" y="232"/>
                  </a:cubicBezTo>
                  <a:cubicBezTo>
                    <a:pt x="158" y="224"/>
                    <a:pt x="150" y="224"/>
                    <a:pt x="150" y="216"/>
                  </a:cubicBezTo>
                  <a:cubicBezTo>
                    <a:pt x="150" y="207"/>
                    <a:pt x="150" y="199"/>
                    <a:pt x="142" y="199"/>
                  </a:cubicBezTo>
                  <a:cubicBezTo>
                    <a:pt x="142" y="191"/>
                    <a:pt x="142" y="191"/>
                    <a:pt x="142" y="191"/>
                  </a:cubicBezTo>
                  <a:cubicBezTo>
                    <a:pt x="142" y="182"/>
                    <a:pt x="142" y="182"/>
                    <a:pt x="142" y="182"/>
                  </a:cubicBezTo>
                  <a:cubicBezTo>
                    <a:pt x="142" y="174"/>
                    <a:pt x="142" y="166"/>
                    <a:pt x="133" y="166"/>
                  </a:cubicBezTo>
                  <a:cubicBezTo>
                    <a:pt x="133" y="149"/>
                    <a:pt x="133" y="141"/>
                    <a:pt x="125" y="124"/>
                  </a:cubicBezTo>
                  <a:cubicBezTo>
                    <a:pt x="125" y="100"/>
                    <a:pt x="117" y="75"/>
                    <a:pt x="117" y="50"/>
                  </a:cubicBezTo>
                  <a:cubicBezTo>
                    <a:pt x="108" y="25"/>
                    <a:pt x="84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6"/>
            <p:cNvSpPr/>
            <p:nvPr/>
          </p:nvSpPr>
          <p:spPr>
            <a:xfrm>
              <a:off x="6714475" y="4269125"/>
              <a:ext cx="3325" cy="6575"/>
            </a:xfrm>
            <a:custGeom>
              <a:rect b="b" l="l" r="r" t="t"/>
              <a:pathLst>
                <a:path extrusionOk="0" h="263" w="133">
                  <a:moveTo>
                    <a:pt x="50" y="1"/>
                  </a:moveTo>
                  <a:cubicBezTo>
                    <a:pt x="25" y="9"/>
                    <a:pt x="0" y="34"/>
                    <a:pt x="0" y="67"/>
                  </a:cubicBezTo>
                  <a:cubicBezTo>
                    <a:pt x="8" y="100"/>
                    <a:pt x="8" y="125"/>
                    <a:pt x="17" y="158"/>
                  </a:cubicBezTo>
                  <a:cubicBezTo>
                    <a:pt x="17" y="166"/>
                    <a:pt x="25" y="183"/>
                    <a:pt x="25" y="199"/>
                  </a:cubicBezTo>
                  <a:cubicBezTo>
                    <a:pt x="25" y="208"/>
                    <a:pt x="33" y="216"/>
                    <a:pt x="33" y="216"/>
                  </a:cubicBezTo>
                  <a:cubicBezTo>
                    <a:pt x="33" y="224"/>
                    <a:pt x="42" y="233"/>
                    <a:pt x="42" y="241"/>
                  </a:cubicBezTo>
                  <a:cubicBezTo>
                    <a:pt x="50" y="241"/>
                    <a:pt x="50" y="249"/>
                    <a:pt x="58" y="257"/>
                  </a:cubicBezTo>
                  <a:cubicBezTo>
                    <a:pt x="65" y="261"/>
                    <a:pt x="73" y="263"/>
                    <a:pt x="81" y="263"/>
                  </a:cubicBezTo>
                  <a:cubicBezTo>
                    <a:pt x="92" y="263"/>
                    <a:pt x="103" y="259"/>
                    <a:pt x="108" y="249"/>
                  </a:cubicBezTo>
                  <a:cubicBezTo>
                    <a:pt x="116" y="241"/>
                    <a:pt x="124" y="233"/>
                    <a:pt x="124" y="224"/>
                  </a:cubicBezTo>
                  <a:cubicBezTo>
                    <a:pt x="124" y="224"/>
                    <a:pt x="124" y="216"/>
                    <a:pt x="133" y="208"/>
                  </a:cubicBezTo>
                  <a:cubicBezTo>
                    <a:pt x="133" y="199"/>
                    <a:pt x="133" y="191"/>
                    <a:pt x="133" y="183"/>
                  </a:cubicBezTo>
                  <a:cubicBezTo>
                    <a:pt x="133" y="166"/>
                    <a:pt x="124" y="158"/>
                    <a:pt x="124" y="141"/>
                  </a:cubicBezTo>
                  <a:cubicBezTo>
                    <a:pt x="124" y="108"/>
                    <a:pt x="124" y="83"/>
                    <a:pt x="116" y="50"/>
                  </a:cubicBezTo>
                  <a:cubicBezTo>
                    <a:pt x="108" y="25"/>
                    <a:pt x="83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6"/>
            <p:cNvSpPr/>
            <p:nvPr/>
          </p:nvSpPr>
          <p:spPr>
            <a:xfrm>
              <a:off x="6734150" y="4245350"/>
              <a:ext cx="12850" cy="14225"/>
            </a:xfrm>
            <a:custGeom>
              <a:rect b="b" l="l" r="r" t="t"/>
              <a:pathLst>
                <a:path extrusionOk="0" h="569" w="514">
                  <a:moveTo>
                    <a:pt x="430" y="0"/>
                  </a:moveTo>
                  <a:cubicBezTo>
                    <a:pt x="393" y="0"/>
                    <a:pt x="354" y="24"/>
                    <a:pt x="332" y="40"/>
                  </a:cubicBezTo>
                  <a:cubicBezTo>
                    <a:pt x="265" y="98"/>
                    <a:pt x="216" y="164"/>
                    <a:pt x="166" y="231"/>
                  </a:cubicBezTo>
                  <a:cubicBezTo>
                    <a:pt x="108" y="305"/>
                    <a:pt x="58" y="388"/>
                    <a:pt x="17" y="471"/>
                  </a:cubicBezTo>
                  <a:cubicBezTo>
                    <a:pt x="0" y="504"/>
                    <a:pt x="25" y="546"/>
                    <a:pt x="58" y="562"/>
                  </a:cubicBezTo>
                  <a:cubicBezTo>
                    <a:pt x="69" y="566"/>
                    <a:pt x="79" y="568"/>
                    <a:pt x="89" y="568"/>
                  </a:cubicBezTo>
                  <a:cubicBezTo>
                    <a:pt x="116" y="568"/>
                    <a:pt x="137" y="551"/>
                    <a:pt x="149" y="521"/>
                  </a:cubicBezTo>
                  <a:lnTo>
                    <a:pt x="158" y="512"/>
                  </a:lnTo>
                  <a:cubicBezTo>
                    <a:pt x="158" y="512"/>
                    <a:pt x="158" y="504"/>
                    <a:pt x="158" y="504"/>
                  </a:cubicBezTo>
                  <a:cubicBezTo>
                    <a:pt x="166" y="496"/>
                    <a:pt x="166" y="496"/>
                    <a:pt x="166" y="496"/>
                  </a:cubicBezTo>
                  <a:cubicBezTo>
                    <a:pt x="166" y="488"/>
                    <a:pt x="166" y="488"/>
                    <a:pt x="174" y="479"/>
                  </a:cubicBezTo>
                  <a:cubicBezTo>
                    <a:pt x="183" y="463"/>
                    <a:pt x="191" y="446"/>
                    <a:pt x="207" y="430"/>
                  </a:cubicBezTo>
                  <a:cubicBezTo>
                    <a:pt x="232" y="396"/>
                    <a:pt x="249" y="363"/>
                    <a:pt x="274" y="330"/>
                  </a:cubicBezTo>
                  <a:cubicBezTo>
                    <a:pt x="299" y="305"/>
                    <a:pt x="323" y="272"/>
                    <a:pt x="348" y="247"/>
                  </a:cubicBezTo>
                  <a:cubicBezTo>
                    <a:pt x="365" y="231"/>
                    <a:pt x="381" y="214"/>
                    <a:pt x="390" y="198"/>
                  </a:cubicBezTo>
                  <a:lnTo>
                    <a:pt x="398" y="189"/>
                  </a:lnTo>
                  <a:cubicBezTo>
                    <a:pt x="415" y="181"/>
                    <a:pt x="423" y="173"/>
                    <a:pt x="431" y="156"/>
                  </a:cubicBezTo>
                  <a:cubicBezTo>
                    <a:pt x="464" y="123"/>
                    <a:pt x="514" y="65"/>
                    <a:pt x="481" y="15"/>
                  </a:cubicBezTo>
                  <a:lnTo>
                    <a:pt x="481" y="15"/>
                  </a:lnTo>
                  <a:lnTo>
                    <a:pt x="481" y="24"/>
                  </a:lnTo>
                  <a:cubicBezTo>
                    <a:pt x="467" y="7"/>
                    <a:pt x="449" y="0"/>
                    <a:pt x="4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6"/>
            <p:cNvSpPr/>
            <p:nvPr/>
          </p:nvSpPr>
          <p:spPr>
            <a:xfrm>
              <a:off x="6731250" y="4246625"/>
              <a:ext cx="4375" cy="4300"/>
            </a:xfrm>
            <a:custGeom>
              <a:rect b="b" l="l" r="r" t="t"/>
              <a:pathLst>
                <a:path extrusionOk="0" h="172" w="175">
                  <a:moveTo>
                    <a:pt x="131" y="0"/>
                  </a:moveTo>
                  <a:cubicBezTo>
                    <a:pt x="123" y="0"/>
                    <a:pt x="115" y="2"/>
                    <a:pt x="108" y="6"/>
                  </a:cubicBezTo>
                  <a:cubicBezTo>
                    <a:pt x="100" y="14"/>
                    <a:pt x="91" y="22"/>
                    <a:pt x="83" y="22"/>
                  </a:cubicBezTo>
                  <a:lnTo>
                    <a:pt x="75" y="31"/>
                  </a:lnTo>
                  <a:cubicBezTo>
                    <a:pt x="67" y="39"/>
                    <a:pt x="58" y="47"/>
                    <a:pt x="58" y="55"/>
                  </a:cubicBezTo>
                  <a:cubicBezTo>
                    <a:pt x="42" y="64"/>
                    <a:pt x="25" y="80"/>
                    <a:pt x="17" y="97"/>
                  </a:cubicBezTo>
                  <a:cubicBezTo>
                    <a:pt x="9" y="105"/>
                    <a:pt x="0" y="122"/>
                    <a:pt x="0" y="130"/>
                  </a:cubicBezTo>
                  <a:cubicBezTo>
                    <a:pt x="9" y="147"/>
                    <a:pt x="9" y="155"/>
                    <a:pt x="25" y="163"/>
                  </a:cubicBezTo>
                  <a:cubicBezTo>
                    <a:pt x="33" y="171"/>
                    <a:pt x="42" y="171"/>
                    <a:pt x="58" y="171"/>
                  </a:cubicBezTo>
                  <a:lnTo>
                    <a:pt x="67" y="171"/>
                  </a:lnTo>
                  <a:cubicBezTo>
                    <a:pt x="75" y="163"/>
                    <a:pt x="83" y="163"/>
                    <a:pt x="91" y="155"/>
                  </a:cubicBezTo>
                  <a:cubicBezTo>
                    <a:pt x="100" y="138"/>
                    <a:pt x="116" y="122"/>
                    <a:pt x="133" y="113"/>
                  </a:cubicBezTo>
                  <a:cubicBezTo>
                    <a:pt x="133" y="105"/>
                    <a:pt x="133" y="105"/>
                    <a:pt x="141" y="97"/>
                  </a:cubicBezTo>
                  <a:cubicBezTo>
                    <a:pt x="141" y="97"/>
                    <a:pt x="149" y="89"/>
                    <a:pt x="149" y="89"/>
                  </a:cubicBezTo>
                  <a:cubicBezTo>
                    <a:pt x="149" y="80"/>
                    <a:pt x="158" y="72"/>
                    <a:pt x="166" y="64"/>
                  </a:cubicBezTo>
                  <a:cubicBezTo>
                    <a:pt x="166" y="55"/>
                    <a:pt x="174" y="47"/>
                    <a:pt x="174" y="31"/>
                  </a:cubicBezTo>
                  <a:cubicBezTo>
                    <a:pt x="166" y="22"/>
                    <a:pt x="166" y="14"/>
                    <a:pt x="158" y="14"/>
                  </a:cubicBezTo>
                  <a:cubicBezTo>
                    <a:pt x="153" y="4"/>
                    <a:pt x="142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6"/>
            <p:cNvSpPr/>
            <p:nvPr/>
          </p:nvSpPr>
          <p:spPr>
            <a:xfrm>
              <a:off x="6618150" y="4275950"/>
              <a:ext cx="21375" cy="12375"/>
            </a:xfrm>
            <a:custGeom>
              <a:rect b="b" l="l" r="r" t="t"/>
              <a:pathLst>
                <a:path extrusionOk="0" h="495" w="855">
                  <a:moveTo>
                    <a:pt x="92" y="1"/>
                  </a:moveTo>
                  <a:cubicBezTo>
                    <a:pt x="58" y="1"/>
                    <a:pt x="34" y="26"/>
                    <a:pt x="17" y="51"/>
                  </a:cubicBezTo>
                  <a:cubicBezTo>
                    <a:pt x="0" y="84"/>
                    <a:pt x="0" y="109"/>
                    <a:pt x="9" y="142"/>
                  </a:cubicBezTo>
                  <a:cubicBezTo>
                    <a:pt x="25" y="200"/>
                    <a:pt x="83" y="208"/>
                    <a:pt x="125" y="216"/>
                  </a:cubicBezTo>
                  <a:cubicBezTo>
                    <a:pt x="141" y="225"/>
                    <a:pt x="158" y="225"/>
                    <a:pt x="166" y="225"/>
                  </a:cubicBezTo>
                  <a:lnTo>
                    <a:pt x="174" y="225"/>
                  </a:lnTo>
                  <a:cubicBezTo>
                    <a:pt x="183" y="233"/>
                    <a:pt x="191" y="233"/>
                    <a:pt x="199" y="233"/>
                  </a:cubicBezTo>
                  <a:cubicBezTo>
                    <a:pt x="257" y="258"/>
                    <a:pt x="315" y="283"/>
                    <a:pt x="365" y="316"/>
                  </a:cubicBezTo>
                  <a:cubicBezTo>
                    <a:pt x="423" y="341"/>
                    <a:pt x="481" y="374"/>
                    <a:pt x="547" y="407"/>
                  </a:cubicBezTo>
                  <a:cubicBezTo>
                    <a:pt x="605" y="440"/>
                    <a:pt x="672" y="465"/>
                    <a:pt x="738" y="490"/>
                  </a:cubicBezTo>
                  <a:cubicBezTo>
                    <a:pt x="747" y="493"/>
                    <a:pt x="756" y="494"/>
                    <a:pt x="765" y="494"/>
                  </a:cubicBezTo>
                  <a:cubicBezTo>
                    <a:pt x="823" y="494"/>
                    <a:pt x="855" y="426"/>
                    <a:pt x="804" y="382"/>
                  </a:cubicBezTo>
                  <a:cubicBezTo>
                    <a:pt x="696" y="291"/>
                    <a:pt x="589" y="208"/>
                    <a:pt x="464" y="142"/>
                  </a:cubicBezTo>
                  <a:cubicBezTo>
                    <a:pt x="406" y="109"/>
                    <a:pt x="348" y="76"/>
                    <a:pt x="290" y="51"/>
                  </a:cubicBezTo>
                  <a:cubicBezTo>
                    <a:pt x="257" y="34"/>
                    <a:pt x="224" y="26"/>
                    <a:pt x="191" y="18"/>
                  </a:cubicBezTo>
                  <a:cubicBezTo>
                    <a:pt x="174" y="18"/>
                    <a:pt x="158" y="9"/>
                    <a:pt x="141" y="9"/>
                  </a:cubicBezTo>
                  <a:lnTo>
                    <a:pt x="133" y="9"/>
                  </a:lnTo>
                  <a:cubicBezTo>
                    <a:pt x="116" y="1"/>
                    <a:pt x="100" y="1"/>
                    <a:pt x="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26"/>
            <p:cNvSpPr/>
            <p:nvPr/>
          </p:nvSpPr>
          <p:spPr>
            <a:xfrm>
              <a:off x="6629550" y="4277050"/>
              <a:ext cx="4575" cy="3575"/>
            </a:xfrm>
            <a:custGeom>
              <a:rect b="b" l="l" r="r" t="t"/>
              <a:pathLst>
                <a:path extrusionOk="0" h="143" w="183">
                  <a:moveTo>
                    <a:pt x="36" y="0"/>
                  </a:moveTo>
                  <a:cubicBezTo>
                    <a:pt x="33" y="0"/>
                    <a:pt x="29" y="3"/>
                    <a:pt x="25" y="7"/>
                  </a:cubicBezTo>
                  <a:cubicBezTo>
                    <a:pt x="17" y="7"/>
                    <a:pt x="8" y="7"/>
                    <a:pt x="8" y="15"/>
                  </a:cubicBezTo>
                  <a:cubicBezTo>
                    <a:pt x="8" y="15"/>
                    <a:pt x="0" y="23"/>
                    <a:pt x="0" y="32"/>
                  </a:cubicBezTo>
                  <a:cubicBezTo>
                    <a:pt x="0" y="32"/>
                    <a:pt x="0" y="48"/>
                    <a:pt x="8" y="48"/>
                  </a:cubicBezTo>
                  <a:cubicBezTo>
                    <a:pt x="25" y="65"/>
                    <a:pt x="42" y="81"/>
                    <a:pt x="58" y="98"/>
                  </a:cubicBezTo>
                  <a:cubicBezTo>
                    <a:pt x="75" y="114"/>
                    <a:pt x="91" y="123"/>
                    <a:pt x="108" y="131"/>
                  </a:cubicBezTo>
                  <a:cubicBezTo>
                    <a:pt x="114" y="137"/>
                    <a:pt x="120" y="143"/>
                    <a:pt x="128" y="143"/>
                  </a:cubicBezTo>
                  <a:cubicBezTo>
                    <a:pt x="132" y="143"/>
                    <a:pt x="136" y="142"/>
                    <a:pt x="141" y="139"/>
                  </a:cubicBezTo>
                  <a:cubicBezTo>
                    <a:pt x="158" y="139"/>
                    <a:pt x="166" y="131"/>
                    <a:pt x="174" y="123"/>
                  </a:cubicBezTo>
                  <a:cubicBezTo>
                    <a:pt x="182" y="106"/>
                    <a:pt x="182" y="98"/>
                    <a:pt x="182" y="81"/>
                  </a:cubicBezTo>
                  <a:cubicBezTo>
                    <a:pt x="174" y="65"/>
                    <a:pt x="166" y="56"/>
                    <a:pt x="149" y="48"/>
                  </a:cubicBezTo>
                  <a:lnTo>
                    <a:pt x="158" y="48"/>
                  </a:lnTo>
                  <a:cubicBezTo>
                    <a:pt x="133" y="40"/>
                    <a:pt x="116" y="32"/>
                    <a:pt x="100" y="23"/>
                  </a:cubicBezTo>
                  <a:cubicBezTo>
                    <a:pt x="83" y="15"/>
                    <a:pt x="66" y="7"/>
                    <a:pt x="42" y="7"/>
                  </a:cubicBezTo>
                  <a:cubicBezTo>
                    <a:pt x="42" y="3"/>
                    <a:pt x="39" y="0"/>
                    <a:pt x="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26"/>
            <p:cNvSpPr/>
            <p:nvPr/>
          </p:nvSpPr>
          <p:spPr>
            <a:xfrm>
              <a:off x="6647350" y="4271100"/>
              <a:ext cx="5000" cy="5375"/>
            </a:xfrm>
            <a:custGeom>
              <a:rect b="b" l="l" r="r" t="t"/>
              <a:pathLst>
                <a:path extrusionOk="0" h="215" w="200">
                  <a:moveTo>
                    <a:pt x="36" y="1"/>
                  </a:moveTo>
                  <a:cubicBezTo>
                    <a:pt x="25" y="1"/>
                    <a:pt x="15" y="7"/>
                    <a:pt x="9" y="13"/>
                  </a:cubicBezTo>
                  <a:cubicBezTo>
                    <a:pt x="1" y="21"/>
                    <a:pt x="1" y="38"/>
                    <a:pt x="1" y="46"/>
                  </a:cubicBezTo>
                  <a:cubicBezTo>
                    <a:pt x="9" y="62"/>
                    <a:pt x="9" y="71"/>
                    <a:pt x="17" y="87"/>
                  </a:cubicBezTo>
                  <a:cubicBezTo>
                    <a:pt x="26" y="104"/>
                    <a:pt x="34" y="112"/>
                    <a:pt x="50" y="129"/>
                  </a:cubicBezTo>
                  <a:cubicBezTo>
                    <a:pt x="67" y="154"/>
                    <a:pt x="84" y="170"/>
                    <a:pt x="100" y="195"/>
                  </a:cubicBezTo>
                  <a:cubicBezTo>
                    <a:pt x="109" y="209"/>
                    <a:pt x="126" y="215"/>
                    <a:pt x="143" y="215"/>
                  </a:cubicBezTo>
                  <a:cubicBezTo>
                    <a:pt x="157" y="215"/>
                    <a:pt x="172" y="211"/>
                    <a:pt x="183" y="203"/>
                  </a:cubicBezTo>
                  <a:cubicBezTo>
                    <a:pt x="191" y="187"/>
                    <a:pt x="200" y="178"/>
                    <a:pt x="200" y="162"/>
                  </a:cubicBezTo>
                  <a:cubicBezTo>
                    <a:pt x="200" y="154"/>
                    <a:pt x="200" y="145"/>
                    <a:pt x="191" y="137"/>
                  </a:cubicBezTo>
                  <a:lnTo>
                    <a:pt x="200" y="137"/>
                  </a:lnTo>
                  <a:cubicBezTo>
                    <a:pt x="191" y="129"/>
                    <a:pt x="183" y="120"/>
                    <a:pt x="183" y="112"/>
                  </a:cubicBezTo>
                  <a:cubicBezTo>
                    <a:pt x="158" y="96"/>
                    <a:pt x="142" y="79"/>
                    <a:pt x="117" y="54"/>
                  </a:cubicBezTo>
                  <a:cubicBezTo>
                    <a:pt x="108" y="46"/>
                    <a:pt x="100" y="38"/>
                    <a:pt x="92" y="29"/>
                  </a:cubicBezTo>
                  <a:cubicBezTo>
                    <a:pt x="75" y="21"/>
                    <a:pt x="59" y="13"/>
                    <a:pt x="50" y="4"/>
                  </a:cubicBezTo>
                  <a:cubicBezTo>
                    <a:pt x="46" y="2"/>
                    <a:pt x="41" y="1"/>
                    <a:pt x="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26"/>
            <p:cNvSpPr/>
            <p:nvPr/>
          </p:nvSpPr>
          <p:spPr>
            <a:xfrm>
              <a:off x="6807675" y="4297400"/>
              <a:ext cx="22825" cy="49475"/>
            </a:xfrm>
            <a:custGeom>
              <a:rect b="b" l="l" r="r" t="t"/>
              <a:pathLst>
                <a:path extrusionOk="0" h="1979" w="913">
                  <a:moveTo>
                    <a:pt x="593" y="0"/>
                  </a:moveTo>
                  <a:cubicBezTo>
                    <a:pt x="532" y="0"/>
                    <a:pt x="464" y="53"/>
                    <a:pt x="481" y="121"/>
                  </a:cubicBezTo>
                  <a:cubicBezTo>
                    <a:pt x="506" y="245"/>
                    <a:pt x="531" y="369"/>
                    <a:pt x="556" y="493"/>
                  </a:cubicBezTo>
                  <a:cubicBezTo>
                    <a:pt x="556" y="510"/>
                    <a:pt x="556" y="518"/>
                    <a:pt x="556" y="527"/>
                  </a:cubicBezTo>
                  <a:cubicBezTo>
                    <a:pt x="539" y="651"/>
                    <a:pt x="514" y="767"/>
                    <a:pt x="473" y="891"/>
                  </a:cubicBezTo>
                  <a:cubicBezTo>
                    <a:pt x="440" y="982"/>
                    <a:pt x="398" y="1090"/>
                    <a:pt x="324" y="1156"/>
                  </a:cubicBezTo>
                  <a:cubicBezTo>
                    <a:pt x="296" y="1180"/>
                    <a:pt x="254" y="1195"/>
                    <a:pt x="214" y="1195"/>
                  </a:cubicBezTo>
                  <a:cubicBezTo>
                    <a:pt x="171" y="1195"/>
                    <a:pt x="130" y="1178"/>
                    <a:pt x="108" y="1140"/>
                  </a:cubicBezTo>
                  <a:cubicBezTo>
                    <a:pt x="101" y="1121"/>
                    <a:pt x="79" y="1110"/>
                    <a:pt x="58" y="1110"/>
                  </a:cubicBezTo>
                  <a:cubicBezTo>
                    <a:pt x="33" y="1110"/>
                    <a:pt x="9" y="1125"/>
                    <a:pt x="9" y="1156"/>
                  </a:cubicBezTo>
                  <a:cubicBezTo>
                    <a:pt x="1" y="1272"/>
                    <a:pt x="92" y="1355"/>
                    <a:pt x="199" y="1372"/>
                  </a:cubicBezTo>
                  <a:cubicBezTo>
                    <a:pt x="183" y="1438"/>
                    <a:pt x="208" y="1496"/>
                    <a:pt x="241" y="1546"/>
                  </a:cubicBezTo>
                  <a:cubicBezTo>
                    <a:pt x="274" y="1695"/>
                    <a:pt x="340" y="1819"/>
                    <a:pt x="456" y="1919"/>
                  </a:cubicBezTo>
                  <a:cubicBezTo>
                    <a:pt x="465" y="1935"/>
                    <a:pt x="473" y="1935"/>
                    <a:pt x="489" y="1943"/>
                  </a:cubicBezTo>
                  <a:cubicBezTo>
                    <a:pt x="508" y="1966"/>
                    <a:pt x="538" y="1978"/>
                    <a:pt x="568" y="1978"/>
                  </a:cubicBezTo>
                  <a:cubicBezTo>
                    <a:pt x="605" y="1978"/>
                    <a:pt x="642" y="1960"/>
                    <a:pt x="655" y="1919"/>
                  </a:cubicBezTo>
                  <a:cubicBezTo>
                    <a:pt x="730" y="1720"/>
                    <a:pt x="755" y="1513"/>
                    <a:pt x="746" y="1305"/>
                  </a:cubicBezTo>
                  <a:cubicBezTo>
                    <a:pt x="746" y="1289"/>
                    <a:pt x="738" y="1272"/>
                    <a:pt x="730" y="1256"/>
                  </a:cubicBezTo>
                  <a:cubicBezTo>
                    <a:pt x="788" y="1098"/>
                    <a:pt x="837" y="941"/>
                    <a:pt x="871" y="775"/>
                  </a:cubicBezTo>
                  <a:cubicBezTo>
                    <a:pt x="895" y="651"/>
                    <a:pt x="912" y="527"/>
                    <a:pt x="871" y="411"/>
                  </a:cubicBezTo>
                  <a:cubicBezTo>
                    <a:pt x="854" y="353"/>
                    <a:pt x="821" y="295"/>
                    <a:pt x="763" y="261"/>
                  </a:cubicBezTo>
                  <a:cubicBezTo>
                    <a:pt x="738" y="187"/>
                    <a:pt x="713" y="112"/>
                    <a:pt x="663" y="38"/>
                  </a:cubicBezTo>
                  <a:cubicBezTo>
                    <a:pt x="648" y="12"/>
                    <a:pt x="621" y="0"/>
                    <a:pt x="5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26"/>
            <p:cNvSpPr/>
            <p:nvPr/>
          </p:nvSpPr>
          <p:spPr>
            <a:xfrm>
              <a:off x="6629725" y="4497300"/>
              <a:ext cx="71100" cy="20025"/>
            </a:xfrm>
            <a:custGeom>
              <a:rect b="b" l="l" r="r" t="t"/>
              <a:pathLst>
                <a:path extrusionOk="0" h="801" w="2844">
                  <a:moveTo>
                    <a:pt x="2711" y="0"/>
                  </a:moveTo>
                  <a:cubicBezTo>
                    <a:pt x="2656" y="0"/>
                    <a:pt x="2619" y="35"/>
                    <a:pt x="2570" y="70"/>
                  </a:cubicBezTo>
                  <a:cubicBezTo>
                    <a:pt x="2520" y="95"/>
                    <a:pt x="2470" y="120"/>
                    <a:pt x="2429" y="153"/>
                  </a:cubicBezTo>
                  <a:cubicBezTo>
                    <a:pt x="2321" y="203"/>
                    <a:pt x="2222" y="253"/>
                    <a:pt x="2114" y="302"/>
                  </a:cubicBezTo>
                  <a:cubicBezTo>
                    <a:pt x="1899" y="394"/>
                    <a:pt x="1675" y="460"/>
                    <a:pt x="1443" y="510"/>
                  </a:cubicBezTo>
                  <a:cubicBezTo>
                    <a:pt x="1218" y="558"/>
                    <a:pt x="974" y="595"/>
                    <a:pt x="734" y="595"/>
                  </a:cubicBezTo>
                  <a:cubicBezTo>
                    <a:pt x="523" y="595"/>
                    <a:pt x="315" y="567"/>
                    <a:pt x="126" y="493"/>
                  </a:cubicBezTo>
                  <a:cubicBezTo>
                    <a:pt x="118" y="491"/>
                    <a:pt x="110" y="490"/>
                    <a:pt x="103" y="490"/>
                  </a:cubicBezTo>
                  <a:cubicBezTo>
                    <a:pt x="34" y="490"/>
                    <a:pt x="0" y="588"/>
                    <a:pt x="68" y="626"/>
                  </a:cubicBezTo>
                  <a:cubicBezTo>
                    <a:pt x="283" y="725"/>
                    <a:pt x="499" y="783"/>
                    <a:pt x="731" y="800"/>
                  </a:cubicBezTo>
                  <a:cubicBezTo>
                    <a:pt x="755" y="800"/>
                    <a:pt x="780" y="801"/>
                    <a:pt x="805" y="801"/>
                  </a:cubicBezTo>
                  <a:cubicBezTo>
                    <a:pt x="1022" y="801"/>
                    <a:pt x="1244" y="770"/>
                    <a:pt x="1460" y="725"/>
                  </a:cubicBezTo>
                  <a:cubicBezTo>
                    <a:pt x="1700" y="675"/>
                    <a:pt x="1940" y="609"/>
                    <a:pt x="2172" y="518"/>
                  </a:cubicBezTo>
                  <a:cubicBezTo>
                    <a:pt x="2288" y="468"/>
                    <a:pt x="2404" y="418"/>
                    <a:pt x="2512" y="360"/>
                  </a:cubicBezTo>
                  <a:cubicBezTo>
                    <a:pt x="2570" y="327"/>
                    <a:pt x="2628" y="302"/>
                    <a:pt x="2686" y="269"/>
                  </a:cubicBezTo>
                  <a:cubicBezTo>
                    <a:pt x="2744" y="236"/>
                    <a:pt x="2810" y="211"/>
                    <a:pt x="2827" y="137"/>
                  </a:cubicBezTo>
                  <a:cubicBezTo>
                    <a:pt x="2843" y="79"/>
                    <a:pt x="2818" y="12"/>
                    <a:pt x="2752" y="4"/>
                  </a:cubicBezTo>
                  <a:lnTo>
                    <a:pt x="2744" y="4"/>
                  </a:lnTo>
                  <a:cubicBezTo>
                    <a:pt x="2732" y="2"/>
                    <a:pt x="2722" y="0"/>
                    <a:pt x="27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26"/>
            <p:cNvSpPr/>
            <p:nvPr/>
          </p:nvSpPr>
          <p:spPr>
            <a:xfrm>
              <a:off x="6636750" y="4310625"/>
              <a:ext cx="57900" cy="105475"/>
            </a:xfrm>
            <a:custGeom>
              <a:rect b="b" l="l" r="r" t="t"/>
              <a:pathLst>
                <a:path extrusionOk="0" h="4219" w="2316">
                  <a:moveTo>
                    <a:pt x="2237" y="1"/>
                  </a:moveTo>
                  <a:cubicBezTo>
                    <a:pt x="2229" y="1"/>
                    <a:pt x="2222" y="2"/>
                    <a:pt x="2214" y="6"/>
                  </a:cubicBezTo>
                  <a:lnTo>
                    <a:pt x="2206" y="6"/>
                  </a:lnTo>
                  <a:cubicBezTo>
                    <a:pt x="2057" y="72"/>
                    <a:pt x="1933" y="163"/>
                    <a:pt x="1800" y="271"/>
                  </a:cubicBezTo>
                  <a:cubicBezTo>
                    <a:pt x="1676" y="370"/>
                    <a:pt x="1551" y="478"/>
                    <a:pt x="1444" y="602"/>
                  </a:cubicBezTo>
                  <a:cubicBezTo>
                    <a:pt x="1228" y="843"/>
                    <a:pt x="1088" y="1141"/>
                    <a:pt x="996" y="1456"/>
                  </a:cubicBezTo>
                  <a:cubicBezTo>
                    <a:pt x="831" y="2052"/>
                    <a:pt x="740" y="2682"/>
                    <a:pt x="524" y="3262"/>
                  </a:cubicBezTo>
                  <a:cubicBezTo>
                    <a:pt x="400" y="3585"/>
                    <a:pt x="242" y="3908"/>
                    <a:pt x="19" y="4174"/>
                  </a:cubicBezTo>
                  <a:cubicBezTo>
                    <a:pt x="0" y="4192"/>
                    <a:pt x="22" y="4219"/>
                    <a:pt x="45" y="4219"/>
                  </a:cubicBezTo>
                  <a:cubicBezTo>
                    <a:pt x="53" y="4219"/>
                    <a:pt x="62" y="4215"/>
                    <a:pt x="68" y="4207"/>
                  </a:cubicBezTo>
                  <a:cubicBezTo>
                    <a:pt x="168" y="4099"/>
                    <a:pt x="276" y="3991"/>
                    <a:pt x="358" y="3867"/>
                  </a:cubicBezTo>
                  <a:cubicBezTo>
                    <a:pt x="441" y="3743"/>
                    <a:pt x="516" y="3610"/>
                    <a:pt x="574" y="3478"/>
                  </a:cubicBezTo>
                  <a:cubicBezTo>
                    <a:pt x="706" y="3204"/>
                    <a:pt x="798" y="2922"/>
                    <a:pt x="889" y="2632"/>
                  </a:cubicBezTo>
                  <a:cubicBezTo>
                    <a:pt x="972" y="2334"/>
                    <a:pt x="1038" y="2036"/>
                    <a:pt x="1121" y="1729"/>
                  </a:cubicBezTo>
                  <a:cubicBezTo>
                    <a:pt x="1204" y="1414"/>
                    <a:pt x="1303" y="1091"/>
                    <a:pt x="1502" y="826"/>
                  </a:cubicBezTo>
                  <a:cubicBezTo>
                    <a:pt x="1609" y="694"/>
                    <a:pt x="1742" y="569"/>
                    <a:pt x="1875" y="453"/>
                  </a:cubicBezTo>
                  <a:cubicBezTo>
                    <a:pt x="2007" y="337"/>
                    <a:pt x="2156" y="230"/>
                    <a:pt x="2281" y="97"/>
                  </a:cubicBezTo>
                  <a:cubicBezTo>
                    <a:pt x="2316" y="55"/>
                    <a:pt x="2279" y="1"/>
                    <a:pt x="22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26"/>
            <p:cNvSpPr/>
            <p:nvPr/>
          </p:nvSpPr>
          <p:spPr>
            <a:xfrm>
              <a:off x="6701200" y="4301200"/>
              <a:ext cx="8875" cy="5775"/>
            </a:xfrm>
            <a:custGeom>
              <a:rect b="b" l="l" r="r" t="t"/>
              <a:pathLst>
                <a:path extrusionOk="0" h="231" w="355">
                  <a:moveTo>
                    <a:pt x="315" y="0"/>
                  </a:moveTo>
                  <a:cubicBezTo>
                    <a:pt x="313" y="0"/>
                    <a:pt x="310" y="1"/>
                    <a:pt x="307" y="2"/>
                  </a:cubicBezTo>
                  <a:lnTo>
                    <a:pt x="307" y="10"/>
                  </a:lnTo>
                  <a:cubicBezTo>
                    <a:pt x="283" y="18"/>
                    <a:pt x="266" y="27"/>
                    <a:pt x="241" y="35"/>
                  </a:cubicBezTo>
                  <a:cubicBezTo>
                    <a:pt x="225" y="43"/>
                    <a:pt x="216" y="52"/>
                    <a:pt x="200" y="60"/>
                  </a:cubicBezTo>
                  <a:cubicBezTo>
                    <a:pt x="191" y="60"/>
                    <a:pt x="175" y="68"/>
                    <a:pt x="158" y="76"/>
                  </a:cubicBezTo>
                  <a:cubicBezTo>
                    <a:pt x="117" y="101"/>
                    <a:pt x="67" y="126"/>
                    <a:pt x="26" y="159"/>
                  </a:cubicBezTo>
                  <a:cubicBezTo>
                    <a:pt x="1" y="167"/>
                    <a:pt x="1" y="201"/>
                    <a:pt x="17" y="217"/>
                  </a:cubicBezTo>
                  <a:cubicBezTo>
                    <a:pt x="27" y="227"/>
                    <a:pt x="40" y="231"/>
                    <a:pt x="52" y="231"/>
                  </a:cubicBezTo>
                  <a:cubicBezTo>
                    <a:pt x="60" y="231"/>
                    <a:pt x="69" y="229"/>
                    <a:pt x="75" y="225"/>
                  </a:cubicBezTo>
                  <a:cubicBezTo>
                    <a:pt x="125" y="192"/>
                    <a:pt x="167" y="176"/>
                    <a:pt x="208" y="143"/>
                  </a:cubicBezTo>
                  <a:cubicBezTo>
                    <a:pt x="225" y="134"/>
                    <a:pt x="233" y="126"/>
                    <a:pt x="241" y="118"/>
                  </a:cubicBezTo>
                  <a:cubicBezTo>
                    <a:pt x="249" y="109"/>
                    <a:pt x="258" y="101"/>
                    <a:pt x="274" y="93"/>
                  </a:cubicBezTo>
                  <a:cubicBezTo>
                    <a:pt x="291" y="76"/>
                    <a:pt x="316" y="68"/>
                    <a:pt x="332" y="43"/>
                  </a:cubicBezTo>
                  <a:cubicBezTo>
                    <a:pt x="354" y="28"/>
                    <a:pt x="337" y="0"/>
                    <a:pt x="3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26"/>
            <p:cNvSpPr/>
            <p:nvPr/>
          </p:nvSpPr>
          <p:spPr>
            <a:xfrm>
              <a:off x="6669100" y="4414850"/>
              <a:ext cx="10375" cy="4950"/>
            </a:xfrm>
            <a:custGeom>
              <a:rect b="b" l="l" r="r" t="t"/>
              <a:pathLst>
                <a:path extrusionOk="0" h="198" w="415">
                  <a:moveTo>
                    <a:pt x="334" y="1"/>
                  </a:moveTo>
                  <a:cubicBezTo>
                    <a:pt x="320" y="1"/>
                    <a:pt x="307" y="5"/>
                    <a:pt x="291" y="5"/>
                  </a:cubicBezTo>
                  <a:cubicBezTo>
                    <a:pt x="274" y="13"/>
                    <a:pt x="266" y="13"/>
                    <a:pt x="249" y="21"/>
                  </a:cubicBezTo>
                  <a:cubicBezTo>
                    <a:pt x="233" y="29"/>
                    <a:pt x="208" y="46"/>
                    <a:pt x="183" y="54"/>
                  </a:cubicBezTo>
                  <a:cubicBezTo>
                    <a:pt x="175" y="54"/>
                    <a:pt x="158" y="54"/>
                    <a:pt x="150" y="63"/>
                  </a:cubicBezTo>
                  <a:lnTo>
                    <a:pt x="141" y="63"/>
                  </a:lnTo>
                  <a:cubicBezTo>
                    <a:pt x="133" y="63"/>
                    <a:pt x="125" y="71"/>
                    <a:pt x="117" y="71"/>
                  </a:cubicBezTo>
                  <a:lnTo>
                    <a:pt x="92" y="79"/>
                  </a:lnTo>
                  <a:lnTo>
                    <a:pt x="83" y="79"/>
                  </a:lnTo>
                  <a:cubicBezTo>
                    <a:pt x="75" y="79"/>
                    <a:pt x="59" y="87"/>
                    <a:pt x="50" y="87"/>
                  </a:cubicBezTo>
                  <a:cubicBezTo>
                    <a:pt x="17" y="96"/>
                    <a:pt x="1" y="112"/>
                    <a:pt x="1" y="137"/>
                  </a:cubicBezTo>
                  <a:cubicBezTo>
                    <a:pt x="1" y="170"/>
                    <a:pt x="25" y="195"/>
                    <a:pt x="50" y="195"/>
                  </a:cubicBezTo>
                  <a:cubicBezTo>
                    <a:pt x="79" y="195"/>
                    <a:pt x="108" y="197"/>
                    <a:pt x="136" y="197"/>
                  </a:cubicBezTo>
                  <a:cubicBezTo>
                    <a:pt x="164" y="197"/>
                    <a:pt x="191" y="195"/>
                    <a:pt x="216" y="187"/>
                  </a:cubicBezTo>
                  <a:cubicBezTo>
                    <a:pt x="282" y="179"/>
                    <a:pt x="365" y="162"/>
                    <a:pt x="398" y="104"/>
                  </a:cubicBezTo>
                  <a:cubicBezTo>
                    <a:pt x="415" y="87"/>
                    <a:pt x="415" y="63"/>
                    <a:pt x="407" y="38"/>
                  </a:cubicBezTo>
                  <a:cubicBezTo>
                    <a:pt x="398" y="21"/>
                    <a:pt x="382" y="5"/>
                    <a:pt x="357" y="5"/>
                  </a:cubicBezTo>
                  <a:cubicBezTo>
                    <a:pt x="349" y="2"/>
                    <a:pt x="341" y="1"/>
                    <a:pt x="3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26"/>
            <p:cNvSpPr/>
            <p:nvPr/>
          </p:nvSpPr>
          <p:spPr>
            <a:xfrm>
              <a:off x="6690225" y="4408950"/>
              <a:ext cx="4800" cy="4150"/>
            </a:xfrm>
            <a:custGeom>
              <a:rect b="b" l="l" r="r" t="t"/>
              <a:pathLst>
                <a:path extrusionOk="0" h="166" w="192">
                  <a:moveTo>
                    <a:pt x="125" y="0"/>
                  </a:moveTo>
                  <a:cubicBezTo>
                    <a:pt x="117" y="0"/>
                    <a:pt x="108" y="9"/>
                    <a:pt x="100" y="9"/>
                  </a:cubicBezTo>
                  <a:cubicBezTo>
                    <a:pt x="92" y="9"/>
                    <a:pt x="84" y="17"/>
                    <a:pt x="84" y="17"/>
                  </a:cubicBezTo>
                  <a:lnTo>
                    <a:pt x="42" y="42"/>
                  </a:lnTo>
                  <a:cubicBezTo>
                    <a:pt x="26" y="42"/>
                    <a:pt x="9" y="58"/>
                    <a:pt x="1" y="75"/>
                  </a:cubicBezTo>
                  <a:cubicBezTo>
                    <a:pt x="1" y="83"/>
                    <a:pt x="1" y="91"/>
                    <a:pt x="1" y="108"/>
                  </a:cubicBezTo>
                  <a:cubicBezTo>
                    <a:pt x="1" y="116"/>
                    <a:pt x="1" y="125"/>
                    <a:pt x="9" y="133"/>
                  </a:cubicBezTo>
                  <a:cubicBezTo>
                    <a:pt x="17" y="141"/>
                    <a:pt x="17" y="141"/>
                    <a:pt x="26" y="149"/>
                  </a:cubicBezTo>
                  <a:cubicBezTo>
                    <a:pt x="34" y="158"/>
                    <a:pt x="42" y="158"/>
                    <a:pt x="50" y="158"/>
                  </a:cubicBezTo>
                  <a:cubicBezTo>
                    <a:pt x="59" y="166"/>
                    <a:pt x="67" y="166"/>
                    <a:pt x="75" y="166"/>
                  </a:cubicBezTo>
                  <a:cubicBezTo>
                    <a:pt x="84" y="158"/>
                    <a:pt x="100" y="158"/>
                    <a:pt x="108" y="149"/>
                  </a:cubicBezTo>
                  <a:cubicBezTo>
                    <a:pt x="117" y="141"/>
                    <a:pt x="125" y="125"/>
                    <a:pt x="142" y="116"/>
                  </a:cubicBezTo>
                  <a:cubicBezTo>
                    <a:pt x="142" y="108"/>
                    <a:pt x="150" y="108"/>
                    <a:pt x="158" y="100"/>
                  </a:cubicBezTo>
                  <a:lnTo>
                    <a:pt x="166" y="83"/>
                  </a:lnTo>
                  <a:lnTo>
                    <a:pt x="175" y="75"/>
                  </a:lnTo>
                  <a:lnTo>
                    <a:pt x="183" y="58"/>
                  </a:lnTo>
                  <a:cubicBezTo>
                    <a:pt x="191" y="50"/>
                    <a:pt x="183" y="25"/>
                    <a:pt x="175" y="17"/>
                  </a:cubicBezTo>
                  <a:cubicBezTo>
                    <a:pt x="175" y="9"/>
                    <a:pt x="166" y="9"/>
                    <a:pt x="158" y="0"/>
                  </a:cubicBezTo>
                  <a:lnTo>
                    <a:pt x="158" y="9"/>
                  </a:lnTo>
                  <a:cubicBezTo>
                    <a:pt x="150" y="0"/>
                    <a:pt x="142" y="0"/>
                    <a:pt x="1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26"/>
            <p:cNvSpPr/>
            <p:nvPr/>
          </p:nvSpPr>
          <p:spPr>
            <a:xfrm>
              <a:off x="6698525" y="4401900"/>
              <a:ext cx="5200" cy="5400"/>
            </a:xfrm>
            <a:custGeom>
              <a:rect b="b" l="l" r="r" t="t"/>
              <a:pathLst>
                <a:path extrusionOk="0" h="216" w="208">
                  <a:moveTo>
                    <a:pt x="166" y="1"/>
                  </a:moveTo>
                  <a:cubicBezTo>
                    <a:pt x="158" y="9"/>
                    <a:pt x="158" y="9"/>
                    <a:pt x="149" y="9"/>
                  </a:cubicBezTo>
                  <a:cubicBezTo>
                    <a:pt x="141" y="17"/>
                    <a:pt x="133" y="25"/>
                    <a:pt x="124" y="34"/>
                  </a:cubicBezTo>
                  <a:cubicBezTo>
                    <a:pt x="108" y="42"/>
                    <a:pt x="91" y="50"/>
                    <a:pt x="83" y="67"/>
                  </a:cubicBezTo>
                  <a:cubicBezTo>
                    <a:pt x="58" y="92"/>
                    <a:pt x="42" y="117"/>
                    <a:pt x="17" y="141"/>
                  </a:cubicBezTo>
                  <a:cubicBezTo>
                    <a:pt x="0" y="158"/>
                    <a:pt x="8" y="191"/>
                    <a:pt x="25" y="208"/>
                  </a:cubicBezTo>
                  <a:cubicBezTo>
                    <a:pt x="33" y="208"/>
                    <a:pt x="50" y="216"/>
                    <a:pt x="58" y="216"/>
                  </a:cubicBezTo>
                  <a:cubicBezTo>
                    <a:pt x="75" y="208"/>
                    <a:pt x="83" y="208"/>
                    <a:pt x="91" y="191"/>
                  </a:cubicBezTo>
                  <a:lnTo>
                    <a:pt x="124" y="158"/>
                  </a:lnTo>
                  <a:cubicBezTo>
                    <a:pt x="133" y="150"/>
                    <a:pt x="141" y="133"/>
                    <a:pt x="158" y="125"/>
                  </a:cubicBezTo>
                  <a:cubicBezTo>
                    <a:pt x="166" y="108"/>
                    <a:pt x="174" y="100"/>
                    <a:pt x="182" y="83"/>
                  </a:cubicBezTo>
                  <a:cubicBezTo>
                    <a:pt x="191" y="75"/>
                    <a:pt x="199" y="67"/>
                    <a:pt x="199" y="59"/>
                  </a:cubicBezTo>
                  <a:cubicBezTo>
                    <a:pt x="199" y="50"/>
                    <a:pt x="207" y="42"/>
                    <a:pt x="207" y="34"/>
                  </a:cubicBezTo>
                  <a:cubicBezTo>
                    <a:pt x="207" y="25"/>
                    <a:pt x="199" y="9"/>
                    <a:pt x="199" y="9"/>
                  </a:cubicBezTo>
                  <a:cubicBezTo>
                    <a:pt x="191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26"/>
            <p:cNvSpPr/>
            <p:nvPr/>
          </p:nvSpPr>
          <p:spPr>
            <a:xfrm>
              <a:off x="6789650" y="4377600"/>
              <a:ext cx="15975" cy="7800"/>
            </a:xfrm>
            <a:custGeom>
              <a:rect b="b" l="l" r="r" t="t"/>
              <a:pathLst>
                <a:path extrusionOk="0" h="312" w="639">
                  <a:moveTo>
                    <a:pt x="69" y="0"/>
                  </a:moveTo>
                  <a:cubicBezTo>
                    <a:pt x="45" y="0"/>
                    <a:pt x="24" y="11"/>
                    <a:pt x="17" y="36"/>
                  </a:cubicBezTo>
                  <a:cubicBezTo>
                    <a:pt x="1" y="69"/>
                    <a:pt x="17" y="103"/>
                    <a:pt x="51" y="111"/>
                  </a:cubicBezTo>
                  <a:cubicBezTo>
                    <a:pt x="133" y="152"/>
                    <a:pt x="216" y="194"/>
                    <a:pt x="299" y="235"/>
                  </a:cubicBezTo>
                  <a:cubicBezTo>
                    <a:pt x="341" y="260"/>
                    <a:pt x="382" y="277"/>
                    <a:pt x="423" y="293"/>
                  </a:cubicBezTo>
                  <a:cubicBezTo>
                    <a:pt x="440" y="301"/>
                    <a:pt x="456" y="301"/>
                    <a:pt x="473" y="310"/>
                  </a:cubicBezTo>
                  <a:lnTo>
                    <a:pt x="506" y="310"/>
                  </a:lnTo>
                  <a:cubicBezTo>
                    <a:pt x="519" y="310"/>
                    <a:pt x="533" y="312"/>
                    <a:pt x="548" y="312"/>
                  </a:cubicBezTo>
                  <a:cubicBezTo>
                    <a:pt x="562" y="312"/>
                    <a:pt x="577" y="310"/>
                    <a:pt x="589" y="301"/>
                  </a:cubicBezTo>
                  <a:cubicBezTo>
                    <a:pt x="622" y="293"/>
                    <a:pt x="639" y="252"/>
                    <a:pt x="622" y="227"/>
                  </a:cubicBezTo>
                  <a:cubicBezTo>
                    <a:pt x="606" y="194"/>
                    <a:pt x="589" y="185"/>
                    <a:pt x="564" y="169"/>
                  </a:cubicBezTo>
                  <a:cubicBezTo>
                    <a:pt x="539" y="152"/>
                    <a:pt x="523" y="136"/>
                    <a:pt x="498" y="127"/>
                  </a:cubicBezTo>
                  <a:cubicBezTo>
                    <a:pt x="448" y="111"/>
                    <a:pt x="407" y="94"/>
                    <a:pt x="357" y="78"/>
                  </a:cubicBezTo>
                  <a:cubicBezTo>
                    <a:pt x="266" y="53"/>
                    <a:pt x="183" y="28"/>
                    <a:pt x="92" y="3"/>
                  </a:cubicBezTo>
                  <a:cubicBezTo>
                    <a:pt x="84" y="1"/>
                    <a:pt x="76" y="0"/>
                    <a:pt x="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26"/>
            <p:cNvSpPr/>
            <p:nvPr/>
          </p:nvSpPr>
          <p:spPr>
            <a:xfrm>
              <a:off x="6811400" y="4384675"/>
              <a:ext cx="7900" cy="3375"/>
            </a:xfrm>
            <a:custGeom>
              <a:rect b="b" l="l" r="r" t="t"/>
              <a:pathLst>
                <a:path extrusionOk="0" h="135" w="316">
                  <a:moveTo>
                    <a:pt x="41" y="0"/>
                  </a:moveTo>
                  <a:cubicBezTo>
                    <a:pt x="19" y="0"/>
                    <a:pt x="1" y="22"/>
                    <a:pt x="1" y="43"/>
                  </a:cubicBezTo>
                  <a:cubicBezTo>
                    <a:pt x="1" y="68"/>
                    <a:pt x="17" y="85"/>
                    <a:pt x="42" y="93"/>
                  </a:cubicBezTo>
                  <a:cubicBezTo>
                    <a:pt x="84" y="101"/>
                    <a:pt x="125" y="110"/>
                    <a:pt x="158" y="118"/>
                  </a:cubicBezTo>
                  <a:cubicBezTo>
                    <a:pt x="183" y="126"/>
                    <a:pt x="200" y="126"/>
                    <a:pt x="224" y="134"/>
                  </a:cubicBezTo>
                  <a:lnTo>
                    <a:pt x="258" y="134"/>
                  </a:lnTo>
                  <a:cubicBezTo>
                    <a:pt x="274" y="134"/>
                    <a:pt x="282" y="134"/>
                    <a:pt x="299" y="126"/>
                  </a:cubicBezTo>
                  <a:cubicBezTo>
                    <a:pt x="316" y="110"/>
                    <a:pt x="316" y="93"/>
                    <a:pt x="307" y="76"/>
                  </a:cubicBezTo>
                  <a:cubicBezTo>
                    <a:pt x="291" y="52"/>
                    <a:pt x="266" y="52"/>
                    <a:pt x="241" y="43"/>
                  </a:cubicBezTo>
                  <a:cubicBezTo>
                    <a:pt x="216" y="35"/>
                    <a:pt x="200" y="27"/>
                    <a:pt x="175" y="27"/>
                  </a:cubicBezTo>
                  <a:cubicBezTo>
                    <a:pt x="133" y="18"/>
                    <a:pt x="92" y="10"/>
                    <a:pt x="50" y="2"/>
                  </a:cubicBezTo>
                  <a:cubicBezTo>
                    <a:pt x="47" y="1"/>
                    <a:pt x="44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26"/>
            <p:cNvSpPr/>
            <p:nvPr/>
          </p:nvSpPr>
          <p:spPr>
            <a:xfrm>
              <a:off x="6684850" y="4382625"/>
              <a:ext cx="10800" cy="4900"/>
            </a:xfrm>
            <a:custGeom>
              <a:rect b="b" l="l" r="r" t="t"/>
              <a:pathLst>
                <a:path extrusionOk="0" h="196" w="432">
                  <a:moveTo>
                    <a:pt x="373" y="1"/>
                  </a:moveTo>
                  <a:cubicBezTo>
                    <a:pt x="315" y="18"/>
                    <a:pt x="257" y="51"/>
                    <a:pt x="199" y="67"/>
                  </a:cubicBezTo>
                  <a:lnTo>
                    <a:pt x="183" y="76"/>
                  </a:lnTo>
                  <a:lnTo>
                    <a:pt x="158" y="76"/>
                  </a:lnTo>
                  <a:cubicBezTo>
                    <a:pt x="174" y="76"/>
                    <a:pt x="149" y="84"/>
                    <a:pt x="149" y="84"/>
                  </a:cubicBezTo>
                  <a:cubicBezTo>
                    <a:pt x="133" y="84"/>
                    <a:pt x="125" y="84"/>
                    <a:pt x="116" y="92"/>
                  </a:cubicBezTo>
                  <a:lnTo>
                    <a:pt x="108" y="92"/>
                  </a:lnTo>
                  <a:cubicBezTo>
                    <a:pt x="91" y="92"/>
                    <a:pt x="83" y="100"/>
                    <a:pt x="75" y="100"/>
                  </a:cubicBezTo>
                  <a:cubicBezTo>
                    <a:pt x="67" y="100"/>
                    <a:pt x="50" y="109"/>
                    <a:pt x="33" y="109"/>
                  </a:cubicBezTo>
                  <a:cubicBezTo>
                    <a:pt x="17" y="109"/>
                    <a:pt x="0" y="125"/>
                    <a:pt x="0" y="142"/>
                  </a:cubicBezTo>
                  <a:cubicBezTo>
                    <a:pt x="0" y="167"/>
                    <a:pt x="17" y="175"/>
                    <a:pt x="33" y="183"/>
                  </a:cubicBezTo>
                  <a:cubicBezTo>
                    <a:pt x="71" y="192"/>
                    <a:pt x="106" y="196"/>
                    <a:pt x="140" y="196"/>
                  </a:cubicBezTo>
                  <a:cubicBezTo>
                    <a:pt x="174" y="196"/>
                    <a:pt x="207" y="192"/>
                    <a:pt x="241" y="183"/>
                  </a:cubicBezTo>
                  <a:cubicBezTo>
                    <a:pt x="274" y="175"/>
                    <a:pt x="307" y="167"/>
                    <a:pt x="332" y="150"/>
                  </a:cubicBezTo>
                  <a:cubicBezTo>
                    <a:pt x="365" y="134"/>
                    <a:pt x="398" y="100"/>
                    <a:pt x="415" y="76"/>
                  </a:cubicBezTo>
                  <a:cubicBezTo>
                    <a:pt x="423" y="59"/>
                    <a:pt x="431" y="42"/>
                    <a:pt x="415" y="26"/>
                  </a:cubicBezTo>
                  <a:cubicBezTo>
                    <a:pt x="409" y="14"/>
                    <a:pt x="398" y="6"/>
                    <a:pt x="386" y="6"/>
                  </a:cubicBezTo>
                  <a:cubicBezTo>
                    <a:pt x="382" y="6"/>
                    <a:pt x="378" y="7"/>
                    <a:pt x="373" y="9"/>
                  </a:cubicBezTo>
                  <a:lnTo>
                    <a:pt x="3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26"/>
            <p:cNvSpPr/>
            <p:nvPr/>
          </p:nvSpPr>
          <p:spPr>
            <a:xfrm>
              <a:off x="6700025" y="4378900"/>
              <a:ext cx="3200" cy="2325"/>
            </a:xfrm>
            <a:custGeom>
              <a:rect b="b" l="l" r="r" t="t"/>
              <a:pathLst>
                <a:path extrusionOk="0" h="93" w="128">
                  <a:moveTo>
                    <a:pt x="63" y="0"/>
                  </a:moveTo>
                  <a:cubicBezTo>
                    <a:pt x="61" y="0"/>
                    <a:pt x="59" y="0"/>
                    <a:pt x="56" y="1"/>
                  </a:cubicBezTo>
                  <a:cubicBezTo>
                    <a:pt x="1" y="9"/>
                    <a:pt x="6" y="93"/>
                    <a:pt x="57" y="93"/>
                  </a:cubicBezTo>
                  <a:cubicBezTo>
                    <a:pt x="60" y="93"/>
                    <a:pt x="62" y="92"/>
                    <a:pt x="64" y="92"/>
                  </a:cubicBezTo>
                  <a:cubicBezTo>
                    <a:pt x="128" y="84"/>
                    <a:pt x="115" y="0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26"/>
            <p:cNvSpPr/>
            <p:nvPr/>
          </p:nvSpPr>
          <p:spPr>
            <a:xfrm>
              <a:off x="6686925" y="4372900"/>
              <a:ext cx="5600" cy="3225"/>
            </a:xfrm>
            <a:custGeom>
              <a:rect b="b" l="l" r="r" t="t"/>
              <a:pathLst>
                <a:path extrusionOk="0" h="129" w="224">
                  <a:moveTo>
                    <a:pt x="199" y="1"/>
                  </a:moveTo>
                  <a:cubicBezTo>
                    <a:pt x="166" y="9"/>
                    <a:pt x="141" y="17"/>
                    <a:pt x="108" y="25"/>
                  </a:cubicBezTo>
                  <a:cubicBezTo>
                    <a:pt x="83" y="34"/>
                    <a:pt x="58" y="50"/>
                    <a:pt x="25" y="59"/>
                  </a:cubicBezTo>
                  <a:cubicBezTo>
                    <a:pt x="8" y="59"/>
                    <a:pt x="0" y="83"/>
                    <a:pt x="8" y="108"/>
                  </a:cubicBezTo>
                  <a:cubicBezTo>
                    <a:pt x="15" y="120"/>
                    <a:pt x="29" y="128"/>
                    <a:pt x="44" y="128"/>
                  </a:cubicBezTo>
                  <a:cubicBezTo>
                    <a:pt x="49" y="128"/>
                    <a:pt x="54" y="127"/>
                    <a:pt x="58" y="125"/>
                  </a:cubicBezTo>
                  <a:cubicBezTo>
                    <a:pt x="83" y="108"/>
                    <a:pt x="108" y="100"/>
                    <a:pt x="133" y="92"/>
                  </a:cubicBezTo>
                  <a:cubicBezTo>
                    <a:pt x="158" y="75"/>
                    <a:pt x="182" y="59"/>
                    <a:pt x="207" y="50"/>
                  </a:cubicBezTo>
                  <a:cubicBezTo>
                    <a:pt x="216" y="42"/>
                    <a:pt x="224" y="34"/>
                    <a:pt x="224" y="25"/>
                  </a:cubicBezTo>
                  <a:cubicBezTo>
                    <a:pt x="216" y="9"/>
                    <a:pt x="207" y="1"/>
                    <a:pt x="1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26"/>
            <p:cNvSpPr/>
            <p:nvPr/>
          </p:nvSpPr>
          <p:spPr>
            <a:xfrm>
              <a:off x="6790700" y="4365025"/>
              <a:ext cx="9950" cy="3525"/>
            </a:xfrm>
            <a:custGeom>
              <a:rect b="b" l="l" r="r" t="t"/>
              <a:pathLst>
                <a:path extrusionOk="0" h="141" w="398">
                  <a:moveTo>
                    <a:pt x="58" y="1"/>
                  </a:moveTo>
                  <a:cubicBezTo>
                    <a:pt x="33" y="1"/>
                    <a:pt x="17" y="9"/>
                    <a:pt x="9" y="34"/>
                  </a:cubicBezTo>
                  <a:cubicBezTo>
                    <a:pt x="0" y="59"/>
                    <a:pt x="17" y="75"/>
                    <a:pt x="33" y="84"/>
                  </a:cubicBezTo>
                  <a:cubicBezTo>
                    <a:pt x="83" y="117"/>
                    <a:pt x="141" y="125"/>
                    <a:pt x="191" y="133"/>
                  </a:cubicBezTo>
                  <a:cubicBezTo>
                    <a:pt x="220" y="137"/>
                    <a:pt x="250" y="141"/>
                    <a:pt x="279" y="141"/>
                  </a:cubicBezTo>
                  <a:cubicBezTo>
                    <a:pt x="315" y="141"/>
                    <a:pt x="349" y="135"/>
                    <a:pt x="381" y="117"/>
                  </a:cubicBezTo>
                  <a:cubicBezTo>
                    <a:pt x="398" y="108"/>
                    <a:pt x="398" y="92"/>
                    <a:pt x="398" y="75"/>
                  </a:cubicBezTo>
                  <a:cubicBezTo>
                    <a:pt x="398" y="50"/>
                    <a:pt x="381" y="42"/>
                    <a:pt x="365" y="34"/>
                  </a:cubicBezTo>
                  <a:cubicBezTo>
                    <a:pt x="340" y="17"/>
                    <a:pt x="307" y="17"/>
                    <a:pt x="282" y="17"/>
                  </a:cubicBezTo>
                  <a:lnTo>
                    <a:pt x="207" y="17"/>
                  </a:lnTo>
                  <a:cubicBezTo>
                    <a:pt x="158" y="9"/>
                    <a:pt x="100" y="9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26"/>
            <p:cNvSpPr/>
            <p:nvPr/>
          </p:nvSpPr>
          <p:spPr>
            <a:xfrm>
              <a:off x="6797525" y="4359175"/>
              <a:ext cx="8525" cy="2775"/>
            </a:xfrm>
            <a:custGeom>
              <a:rect b="b" l="l" r="r" t="t"/>
              <a:pathLst>
                <a:path extrusionOk="0" h="111" w="341">
                  <a:moveTo>
                    <a:pt x="46" y="1"/>
                  </a:moveTo>
                  <a:cubicBezTo>
                    <a:pt x="26" y="1"/>
                    <a:pt x="9" y="15"/>
                    <a:pt x="9" y="36"/>
                  </a:cubicBezTo>
                  <a:cubicBezTo>
                    <a:pt x="1" y="61"/>
                    <a:pt x="17" y="86"/>
                    <a:pt x="42" y="86"/>
                  </a:cubicBezTo>
                  <a:lnTo>
                    <a:pt x="42" y="94"/>
                  </a:lnTo>
                  <a:cubicBezTo>
                    <a:pt x="84" y="94"/>
                    <a:pt x="133" y="102"/>
                    <a:pt x="175" y="102"/>
                  </a:cubicBezTo>
                  <a:cubicBezTo>
                    <a:pt x="191" y="102"/>
                    <a:pt x="216" y="102"/>
                    <a:pt x="241" y="110"/>
                  </a:cubicBezTo>
                  <a:lnTo>
                    <a:pt x="274" y="110"/>
                  </a:lnTo>
                  <a:cubicBezTo>
                    <a:pt x="282" y="102"/>
                    <a:pt x="299" y="102"/>
                    <a:pt x="307" y="102"/>
                  </a:cubicBezTo>
                  <a:cubicBezTo>
                    <a:pt x="332" y="94"/>
                    <a:pt x="340" y="61"/>
                    <a:pt x="315" y="44"/>
                  </a:cubicBezTo>
                  <a:cubicBezTo>
                    <a:pt x="307" y="44"/>
                    <a:pt x="291" y="36"/>
                    <a:pt x="282" y="36"/>
                  </a:cubicBezTo>
                  <a:cubicBezTo>
                    <a:pt x="274" y="28"/>
                    <a:pt x="257" y="28"/>
                    <a:pt x="249" y="28"/>
                  </a:cubicBezTo>
                  <a:lnTo>
                    <a:pt x="183" y="11"/>
                  </a:lnTo>
                  <a:cubicBezTo>
                    <a:pt x="141" y="11"/>
                    <a:pt x="100" y="3"/>
                    <a:pt x="59" y="3"/>
                  </a:cubicBezTo>
                  <a:cubicBezTo>
                    <a:pt x="54" y="1"/>
                    <a:pt x="50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26"/>
            <p:cNvSpPr/>
            <p:nvPr/>
          </p:nvSpPr>
          <p:spPr>
            <a:xfrm>
              <a:off x="6722375" y="4294950"/>
              <a:ext cx="11800" cy="6350"/>
            </a:xfrm>
            <a:custGeom>
              <a:rect b="b" l="l" r="r" t="t"/>
              <a:pathLst>
                <a:path extrusionOk="0" h="254" w="472">
                  <a:moveTo>
                    <a:pt x="415" y="0"/>
                  </a:moveTo>
                  <a:cubicBezTo>
                    <a:pt x="409" y="0"/>
                    <a:pt x="403" y="1"/>
                    <a:pt x="397" y="3"/>
                  </a:cubicBezTo>
                  <a:cubicBezTo>
                    <a:pt x="330" y="28"/>
                    <a:pt x="264" y="53"/>
                    <a:pt x="198" y="78"/>
                  </a:cubicBezTo>
                  <a:cubicBezTo>
                    <a:pt x="165" y="94"/>
                    <a:pt x="132" y="111"/>
                    <a:pt x="107" y="136"/>
                  </a:cubicBezTo>
                  <a:cubicBezTo>
                    <a:pt x="90" y="144"/>
                    <a:pt x="74" y="152"/>
                    <a:pt x="57" y="161"/>
                  </a:cubicBezTo>
                  <a:cubicBezTo>
                    <a:pt x="40" y="169"/>
                    <a:pt x="32" y="186"/>
                    <a:pt x="16" y="202"/>
                  </a:cubicBezTo>
                  <a:cubicBezTo>
                    <a:pt x="1" y="224"/>
                    <a:pt x="19" y="253"/>
                    <a:pt x="41" y="253"/>
                  </a:cubicBezTo>
                  <a:cubicBezTo>
                    <a:pt x="43" y="253"/>
                    <a:pt x="46" y="253"/>
                    <a:pt x="49" y="252"/>
                  </a:cubicBezTo>
                  <a:cubicBezTo>
                    <a:pt x="82" y="244"/>
                    <a:pt x="115" y="235"/>
                    <a:pt x="148" y="219"/>
                  </a:cubicBezTo>
                  <a:lnTo>
                    <a:pt x="239" y="177"/>
                  </a:lnTo>
                  <a:cubicBezTo>
                    <a:pt x="306" y="144"/>
                    <a:pt x="372" y="119"/>
                    <a:pt x="438" y="94"/>
                  </a:cubicBezTo>
                  <a:cubicBezTo>
                    <a:pt x="463" y="86"/>
                    <a:pt x="471" y="53"/>
                    <a:pt x="463" y="28"/>
                  </a:cubicBezTo>
                  <a:cubicBezTo>
                    <a:pt x="451" y="9"/>
                    <a:pt x="433" y="0"/>
                    <a:pt x="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26"/>
            <p:cNvSpPr/>
            <p:nvPr/>
          </p:nvSpPr>
          <p:spPr>
            <a:xfrm>
              <a:off x="6626800" y="4441700"/>
              <a:ext cx="54275" cy="19250"/>
            </a:xfrm>
            <a:custGeom>
              <a:rect b="b" l="l" r="r" t="t"/>
              <a:pathLst>
                <a:path extrusionOk="0" h="770" w="2171">
                  <a:moveTo>
                    <a:pt x="56" y="0"/>
                  </a:moveTo>
                  <a:cubicBezTo>
                    <a:pt x="27" y="0"/>
                    <a:pt x="1" y="35"/>
                    <a:pt x="19" y="66"/>
                  </a:cubicBezTo>
                  <a:cubicBezTo>
                    <a:pt x="118" y="231"/>
                    <a:pt x="251" y="372"/>
                    <a:pt x="408" y="472"/>
                  </a:cubicBezTo>
                  <a:cubicBezTo>
                    <a:pt x="574" y="588"/>
                    <a:pt x="765" y="646"/>
                    <a:pt x="964" y="687"/>
                  </a:cubicBezTo>
                  <a:cubicBezTo>
                    <a:pt x="1171" y="728"/>
                    <a:pt x="1386" y="770"/>
                    <a:pt x="1593" y="770"/>
                  </a:cubicBezTo>
                  <a:cubicBezTo>
                    <a:pt x="1792" y="762"/>
                    <a:pt x="2007" y="704"/>
                    <a:pt x="2148" y="563"/>
                  </a:cubicBezTo>
                  <a:cubicBezTo>
                    <a:pt x="2171" y="548"/>
                    <a:pt x="2152" y="512"/>
                    <a:pt x="2124" y="512"/>
                  </a:cubicBezTo>
                  <a:cubicBezTo>
                    <a:pt x="2121" y="512"/>
                    <a:pt x="2118" y="512"/>
                    <a:pt x="2115" y="513"/>
                  </a:cubicBezTo>
                  <a:lnTo>
                    <a:pt x="2123" y="513"/>
                  </a:lnTo>
                  <a:cubicBezTo>
                    <a:pt x="2024" y="546"/>
                    <a:pt x="1933" y="563"/>
                    <a:pt x="1833" y="579"/>
                  </a:cubicBezTo>
                  <a:cubicBezTo>
                    <a:pt x="1806" y="582"/>
                    <a:pt x="1777" y="583"/>
                    <a:pt x="1748" y="583"/>
                  </a:cubicBezTo>
                  <a:cubicBezTo>
                    <a:pt x="1690" y="583"/>
                    <a:pt x="1629" y="579"/>
                    <a:pt x="1568" y="579"/>
                  </a:cubicBezTo>
                  <a:cubicBezTo>
                    <a:pt x="1378" y="579"/>
                    <a:pt x="1187" y="546"/>
                    <a:pt x="1005" y="513"/>
                  </a:cubicBezTo>
                  <a:cubicBezTo>
                    <a:pt x="640" y="455"/>
                    <a:pt x="317" y="306"/>
                    <a:pt x="85" y="16"/>
                  </a:cubicBezTo>
                  <a:cubicBezTo>
                    <a:pt x="76" y="5"/>
                    <a:pt x="66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26"/>
            <p:cNvSpPr/>
            <p:nvPr/>
          </p:nvSpPr>
          <p:spPr>
            <a:xfrm>
              <a:off x="6681850" y="4447100"/>
              <a:ext cx="15875" cy="7300"/>
            </a:xfrm>
            <a:custGeom>
              <a:rect b="b" l="l" r="r" t="t"/>
              <a:pathLst>
                <a:path extrusionOk="0" h="292" w="635">
                  <a:moveTo>
                    <a:pt x="566" y="0"/>
                  </a:moveTo>
                  <a:cubicBezTo>
                    <a:pt x="530" y="0"/>
                    <a:pt x="495" y="12"/>
                    <a:pt x="460" y="24"/>
                  </a:cubicBezTo>
                  <a:cubicBezTo>
                    <a:pt x="410" y="40"/>
                    <a:pt x="369" y="65"/>
                    <a:pt x="319" y="82"/>
                  </a:cubicBezTo>
                  <a:cubicBezTo>
                    <a:pt x="228" y="123"/>
                    <a:pt x="137" y="164"/>
                    <a:pt x="46" y="206"/>
                  </a:cubicBezTo>
                  <a:cubicBezTo>
                    <a:pt x="1" y="228"/>
                    <a:pt x="23" y="291"/>
                    <a:pt x="65" y="291"/>
                  </a:cubicBezTo>
                  <a:cubicBezTo>
                    <a:pt x="69" y="291"/>
                    <a:pt x="74" y="290"/>
                    <a:pt x="79" y="289"/>
                  </a:cubicBezTo>
                  <a:cubicBezTo>
                    <a:pt x="178" y="256"/>
                    <a:pt x="269" y="222"/>
                    <a:pt x="361" y="189"/>
                  </a:cubicBezTo>
                  <a:cubicBezTo>
                    <a:pt x="410" y="173"/>
                    <a:pt x="452" y="164"/>
                    <a:pt x="493" y="140"/>
                  </a:cubicBezTo>
                  <a:cubicBezTo>
                    <a:pt x="535" y="123"/>
                    <a:pt x="601" y="98"/>
                    <a:pt x="626" y="57"/>
                  </a:cubicBezTo>
                  <a:cubicBezTo>
                    <a:pt x="634" y="40"/>
                    <a:pt x="634" y="7"/>
                    <a:pt x="609" y="7"/>
                  </a:cubicBezTo>
                  <a:cubicBezTo>
                    <a:pt x="595" y="2"/>
                    <a:pt x="580" y="0"/>
                    <a:pt x="5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26"/>
            <p:cNvSpPr/>
            <p:nvPr/>
          </p:nvSpPr>
          <p:spPr>
            <a:xfrm>
              <a:off x="6814100" y="4298750"/>
              <a:ext cx="5400" cy="6650"/>
            </a:xfrm>
            <a:custGeom>
              <a:rect b="b" l="l" r="r" t="t"/>
              <a:pathLst>
                <a:path extrusionOk="0" h="266" w="216">
                  <a:moveTo>
                    <a:pt x="0" y="0"/>
                  </a:moveTo>
                  <a:lnTo>
                    <a:pt x="0" y="9"/>
                  </a:lnTo>
                  <a:cubicBezTo>
                    <a:pt x="9" y="25"/>
                    <a:pt x="17" y="34"/>
                    <a:pt x="25" y="50"/>
                  </a:cubicBezTo>
                  <a:cubicBezTo>
                    <a:pt x="92" y="125"/>
                    <a:pt x="158" y="191"/>
                    <a:pt x="216" y="265"/>
                  </a:cubicBezTo>
                  <a:lnTo>
                    <a:pt x="216" y="249"/>
                  </a:lnTo>
                  <a:lnTo>
                    <a:pt x="216" y="232"/>
                  </a:lnTo>
                  <a:cubicBezTo>
                    <a:pt x="208" y="224"/>
                    <a:pt x="208" y="216"/>
                    <a:pt x="199" y="207"/>
                  </a:cubicBezTo>
                  <a:cubicBezTo>
                    <a:pt x="141" y="133"/>
                    <a:pt x="75" y="6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26"/>
            <p:cNvSpPr/>
            <p:nvPr/>
          </p:nvSpPr>
          <p:spPr>
            <a:xfrm>
              <a:off x="6388650" y="4086150"/>
              <a:ext cx="448250" cy="495375"/>
            </a:xfrm>
            <a:custGeom>
              <a:rect b="b" l="l" r="r" t="t"/>
              <a:pathLst>
                <a:path extrusionOk="0" h="19815" w="17930">
                  <a:moveTo>
                    <a:pt x="16049" y="12755"/>
                  </a:moveTo>
                  <a:lnTo>
                    <a:pt x="16049" y="12755"/>
                  </a:lnTo>
                  <a:cubicBezTo>
                    <a:pt x="16157" y="12805"/>
                    <a:pt x="16248" y="12871"/>
                    <a:pt x="16314" y="12962"/>
                  </a:cubicBezTo>
                  <a:cubicBezTo>
                    <a:pt x="16397" y="13070"/>
                    <a:pt x="16447" y="13194"/>
                    <a:pt x="16496" y="13318"/>
                  </a:cubicBezTo>
                  <a:cubicBezTo>
                    <a:pt x="16538" y="13418"/>
                    <a:pt x="16579" y="13525"/>
                    <a:pt x="16604" y="13633"/>
                  </a:cubicBezTo>
                  <a:cubicBezTo>
                    <a:pt x="16604" y="13658"/>
                    <a:pt x="16604" y="13683"/>
                    <a:pt x="16596" y="13708"/>
                  </a:cubicBezTo>
                  <a:cubicBezTo>
                    <a:pt x="16588" y="13782"/>
                    <a:pt x="16571" y="13857"/>
                    <a:pt x="16563" y="13940"/>
                  </a:cubicBezTo>
                  <a:lnTo>
                    <a:pt x="16563" y="13948"/>
                  </a:lnTo>
                  <a:cubicBezTo>
                    <a:pt x="16546" y="14006"/>
                    <a:pt x="16521" y="14056"/>
                    <a:pt x="16496" y="14114"/>
                  </a:cubicBezTo>
                  <a:cubicBezTo>
                    <a:pt x="16430" y="14014"/>
                    <a:pt x="16389" y="13898"/>
                    <a:pt x="16356" y="13774"/>
                  </a:cubicBezTo>
                  <a:cubicBezTo>
                    <a:pt x="16306" y="13617"/>
                    <a:pt x="16289" y="13459"/>
                    <a:pt x="16256" y="13302"/>
                  </a:cubicBezTo>
                  <a:cubicBezTo>
                    <a:pt x="16215" y="13103"/>
                    <a:pt x="16157" y="12912"/>
                    <a:pt x="16049" y="12755"/>
                  </a:cubicBezTo>
                  <a:close/>
                  <a:moveTo>
                    <a:pt x="12608" y="173"/>
                  </a:moveTo>
                  <a:cubicBezTo>
                    <a:pt x="12661" y="173"/>
                    <a:pt x="12716" y="178"/>
                    <a:pt x="12768" y="186"/>
                  </a:cubicBezTo>
                  <a:cubicBezTo>
                    <a:pt x="13423" y="285"/>
                    <a:pt x="13920" y="849"/>
                    <a:pt x="14243" y="1387"/>
                  </a:cubicBezTo>
                  <a:cubicBezTo>
                    <a:pt x="14599" y="1984"/>
                    <a:pt x="14790" y="2671"/>
                    <a:pt x="14881" y="3359"/>
                  </a:cubicBezTo>
                  <a:cubicBezTo>
                    <a:pt x="14931" y="3740"/>
                    <a:pt x="14947" y="4130"/>
                    <a:pt x="14972" y="4511"/>
                  </a:cubicBezTo>
                  <a:cubicBezTo>
                    <a:pt x="14980" y="4734"/>
                    <a:pt x="15013" y="4958"/>
                    <a:pt x="15113" y="5149"/>
                  </a:cubicBezTo>
                  <a:cubicBezTo>
                    <a:pt x="14964" y="5124"/>
                    <a:pt x="14806" y="5107"/>
                    <a:pt x="14657" y="5091"/>
                  </a:cubicBezTo>
                  <a:cubicBezTo>
                    <a:pt x="14525" y="5066"/>
                    <a:pt x="14384" y="5058"/>
                    <a:pt x="14259" y="5008"/>
                  </a:cubicBezTo>
                  <a:cubicBezTo>
                    <a:pt x="14044" y="4925"/>
                    <a:pt x="13887" y="4743"/>
                    <a:pt x="13737" y="4585"/>
                  </a:cubicBezTo>
                  <a:cubicBezTo>
                    <a:pt x="13563" y="4411"/>
                    <a:pt x="13389" y="4254"/>
                    <a:pt x="13157" y="4171"/>
                  </a:cubicBezTo>
                  <a:cubicBezTo>
                    <a:pt x="13033" y="4130"/>
                    <a:pt x="12917" y="4113"/>
                    <a:pt x="12785" y="4113"/>
                  </a:cubicBezTo>
                  <a:cubicBezTo>
                    <a:pt x="12743" y="4113"/>
                    <a:pt x="12702" y="4115"/>
                    <a:pt x="12661" y="4115"/>
                  </a:cubicBezTo>
                  <a:cubicBezTo>
                    <a:pt x="12579" y="4115"/>
                    <a:pt x="12500" y="4108"/>
                    <a:pt x="12428" y="4063"/>
                  </a:cubicBezTo>
                  <a:cubicBezTo>
                    <a:pt x="12416" y="4055"/>
                    <a:pt x="12403" y="4052"/>
                    <a:pt x="12391" y="4052"/>
                  </a:cubicBezTo>
                  <a:cubicBezTo>
                    <a:pt x="12341" y="4052"/>
                    <a:pt x="12307" y="4113"/>
                    <a:pt x="12354" y="4146"/>
                  </a:cubicBezTo>
                  <a:cubicBezTo>
                    <a:pt x="12511" y="4254"/>
                    <a:pt x="12702" y="4254"/>
                    <a:pt x="12884" y="4287"/>
                  </a:cubicBezTo>
                  <a:cubicBezTo>
                    <a:pt x="13083" y="4320"/>
                    <a:pt x="13265" y="4411"/>
                    <a:pt x="13423" y="4544"/>
                  </a:cubicBezTo>
                  <a:cubicBezTo>
                    <a:pt x="13563" y="4668"/>
                    <a:pt x="13679" y="4817"/>
                    <a:pt x="13820" y="4942"/>
                  </a:cubicBezTo>
                  <a:cubicBezTo>
                    <a:pt x="13961" y="5074"/>
                    <a:pt x="14110" y="5165"/>
                    <a:pt x="14301" y="5207"/>
                  </a:cubicBezTo>
                  <a:cubicBezTo>
                    <a:pt x="14425" y="5232"/>
                    <a:pt x="14558" y="5240"/>
                    <a:pt x="14682" y="5256"/>
                  </a:cubicBezTo>
                  <a:cubicBezTo>
                    <a:pt x="14823" y="5273"/>
                    <a:pt x="14964" y="5290"/>
                    <a:pt x="15105" y="5298"/>
                  </a:cubicBezTo>
                  <a:cubicBezTo>
                    <a:pt x="15138" y="5298"/>
                    <a:pt x="15163" y="5281"/>
                    <a:pt x="15171" y="5265"/>
                  </a:cubicBezTo>
                  <a:cubicBezTo>
                    <a:pt x="15221" y="5339"/>
                    <a:pt x="15279" y="5406"/>
                    <a:pt x="15345" y="5455"/>
                  </a:cubicBezTo>
                  <a:cubicBezTo>
                    <a:pt x="15353" y="5464"/>
                    <a:pt x="15361" y="5472"/>
                    <a:pt x="15370" y="5472"/>
                  </a:cubicBezTo>
                  <a:cubicBezTo>
                    <a:pt x="15444" y="5580"/>
                    <a:pt x="15535" y="5671"/>
                    <a:pt x="15627" y="5754"/>
                  </a:cubicBezTo>
                  <a:cubicBezTo>
                    <a:pt x="15776" y="5886"/>
                    <a:pt x="15950" y="5986"/>
                    <a:pt x="16091" y="6118"/>
                  </a:cubicBezTo>
                  <a:cubicBezTo>
                    <a:pt x="16215" y="6242"/>
                    <a:pt x="16306" y="6400"/>
                    <a:pt x="16347" y="6574"/>
                  </a:cubicBezTo>
                  <a:cubicBezTo>
                    <a:pt x="16314" y="6549"/>
                    <a:pt x="16281" y="6524"/>
                    <a:pt x="16248" y="6499"/>
                  </a:cubicBezTo>
                  <a:cubicBezTo>
                    <a:pt x="16165" y="6458"/>
                    <a:pt x="16074" y="6433"/>
                    <a:pt x="15983" y="6433"/>
                  </a:cubicBezTo>
                  <a:cubicBezTo>
                    <a:pt x="15875" y="6433"/>
                    <a:pt x="15784" y="6450"/>
                    <a:pt x="15685" y="6491"/>
                  </a:cubicBezTo>
                  <a:cubicBezTo>
                    <a:pt x="15585" y="6532"/>
                    <a:pt x="15494" y="6599"/>
                    <a:pt x="15403" y="6648"/>
                  </a:cubicBezTo>
                  <a:cubicBezTo>
                    <a:pt x="15344" y="6685"/>
                    <a:pt x="15363" y="6760"/>
                    <a:pt x="15420" y="6760"/>
                  </a:cubicBezTo>
                  <a:cubicBezTo>
                    <a:pt x="15427" y="6760"/>
                    <a:pt x="15436" y="6759"/>
                    <a:pt x="15444" y="6756"/>
                  </a:cubicBezTo>
                  <a:cubicBezTo>
                    <a:pt x="15535" y="6723"/>
                    <a:pt x="15618" y="6698"/>
                    <a:pt x="15709" y="6682"/>
                  </a:cubicBezTo>
                  <a:cubicBezTo>
                    <a:pt x="15784" y="6665"/>
                    <a:pt x="15867" y="6648"/>
                    <a:pt x="15941" y="6648"/>
                  </a:cubicBezTo>
                  <a:cubicBezTo>
                    <a:pt x="16008" y="6648"/>
                    <a:pt x="16074" y="6665"/>
                    <a:pt x="16132" y="6698"/>
                  </a:cubicBezTo>
                  <a:cubicBezTo>
                    <a:pt x="16165" y="6706"/>
                    <a:pt x="16198" y="6731"/>
                    <a:pt x="16223" y="6748"/>
                  </a:cubicBezTo>
                  <a:cubicBezTo>
                    <a:pt x="16256" y="6773"/>
                    <a:pt x="16289" y="6814"/>
                    <a:pt x="16331" y="6822"/>
                  </a:cubicBezTo>
                  <a:cubicBezTo>
                    <a:pt x="16342" y="6822"/>
                    <a:pt x="16349" y="6826"/>
                    <a:pt x="16355" y="6826"/>
                  </a:cubicBezTo>
                  <a:cubicBezTo>
                    <a:pt x="16358" y="6826"/>
                    <a:pt x="16361" y="6825"/>
                    <a:pt x="16364" y="6822"/>
                  </a:cubicBezTo>
                  <a:cubicBezTo>
                    <a:pt x="16364" y="6914"/>
                    <a:pt x="16364" y="6996"/>
                    <a:pt x="16389" y="7079"/>
                  </a:cubicBezTo>
                  <a:cubicBezTo>
                    <a:pt x="16430" y="7187"/>
                    <a:pt x="16505" y="7286"/>
                    <a:pt x="16579" y="7369"/>
                  </a:cubicBezTo>
                  <a:lnTo>
                    <a:pt x="16588" y="7378"/>
                  </a:lnTo>
                  <a:cubicBezTo>
                    <a:pt x="16596" y="7411"/>
                    <a:pt x="16596" y="7444"/>
                    <a:pt x="16604" y="7477"/>
                  </a:cubicBezTo>
                  <a:cubicBezTo>
                    <a:pt x="16596" y="7485"/>
                    <a:pt x="16588" y="7502"/>
                    <a:pt x="16588" y="7527"/>
                  </a:cubicBezTo>
                  <a:cubicBezTo>
                    <a:pt x="16596" y="7568"/>
                    <a:pt x="16621" y="7618"/>
                    <a:pt x="16654" y="7659"/>
                  </a:cubicBezTo>
                  <a:lnTo>
                    <a:pt x="16654" y="7668"/>
                  </a:lnTo>
                  <a:cubicBezTo>
                    <a:pt x="16704" y="7734"/>
                    <a:pt x="16762" y="7792"/>
                    <a:pt x="16803" y="7850"/>
                  </a:cubicBezTo>
                  <a:cubicBezTo>
                    <a:pt x="16886" y="7949"/>
                    <a:pt x="16969" y="8057"/>
                    <a:pt x="17052" y="8165"/>
                  </a:cubicBezTo>
                  <a:cubicBezTo>
                    <a:pt x="17217" y="8355"/>
                    <a:pt x="17408" y="8546"/>
                    <a:pt x="17524" y="8778"/>
                  </a:cubicBezTo>
                  <a:cubicBezTo>
                    <a:pt x="17648" y="9001"/>
                    <a:pt x="17623" y="9250"/>
                    <a:pt x="17565" y="9490"/>
                  </a:cubicBezTo>
                  <a:cubicBezTo>
                    <a:pt x="17507" y="9739"/>
                    <a:pt x="17424" y="9979"/>
                    <a:pt x="17391" y="10228"/>
                  </a:cubicBezTo>
                  <a:cubicBezTo>
                    <a:pt x="17375" y="10302"/>
                    <a:pt x="17366" y="10369"/>
                    <a:pt x="17366" y="10443"/>
                  </a:cubicBezTo>
                  <a:cubicBezTo>
                    <a:pt x="17325" y="10261"/>
                    <a:pt x="17284" y="10079"/>
                    <a:pt x="17217" y="9905"/>
                  </a:cubicBezTo>
                  <a:cubicBezTo>
                    <a:pt x="17212" y="9891"/>
                    <a:pt x="17202" y="9886"/>
                    <a:pt x="17192" y="9886"/>
                  </a:cubicBezTo>
                  <a:cubicBezTo>
                    <a:pt x="17170" y="9886"/>
                    <a:pt x="17145" y="9910"/>
                    <a:pt x="17151" y="9938"/>
                  </a:cubicBezTo>
                  <a:cubicBezTo>
                    <a:pt x="17184" y="10021"/>
                    <a:pt x="17201" y="10112"/>
                    <a:pt x="17209" y="10195"/>
                  </a:cubicBezTo>
                  <a:lnTo>
                    <a:pt x="17143" y="10045"/>
                  </a:lnTo>
                  <a:cubicBezTo>
                    <a:pt x="17101" y="9979"/>
                    <a:pt x="17060" y="9913"/>
                    <a:pt x="17027" y="9847"/>
                  </a:cubicBezTo>
                  <a:lnTo>
                    <a:pt x="17027" y="9847"/>
                  </a:lnTo>
                  <a:cubicBezTo>
                    <a:pt x="17027" y="9871"/>
                    <a:pt x="17035" y="9905"/>
                    <a:pt x="17035" y="9938"/>
                  </a:cubicBezTo>
                  <a:cubicBezTo>
                    <a:pt x="17002" y="9880"/>
                    <a:pt x="16969" y="9822"/>
                    <a:pt x="16927" y="9755"/>
                  </a:cubicBezTo>
                  <a:cubicBezTo>
                    <a:pt x="16770" y="9349"/>
                    <a:pt x="16447" y="9026"/>
                    <a:pt x="16099" y="8778"/>
                  </a:cubicBezTo>
                  <a:cubicBezTo>
                    <a:pt x="15726" y="8513"/>
                    <a:pt x="15287" y="8330"/>
                    <a:pt x="14831" y="8264"/>
                  </a:cubicBezTo>
                  <a:cubicBezTo>
                    <a:pt x="14699" y="8242"/>
                    <a:pt x="14558" y="8222"/>
                    <a:pt x="14419" y="8222"/>
                  </a:cubicBezTo>
                  <a:cubicBezTo>
                    <a:pt x="14295" y="8222"/>
                    <a:pt x="14173" y="8238"/>
                    <a:pt x="14061" y="8281"/>
                  </a:cubicBezTo>
                  <a:cubicBezTo>
                    <a:pt x="14019" y="8306"/>
                    <a:pt x="14027" y="8372"/>
                    <a:pt x="14077" y="8380"/>
                  </a:cubicBezTo>
                  <a:cubicBezTo>
                    <a:pt x="14284" y="8422"/>
                    <a:pt x="14500" y="8397"/>
                    <a:pt x="14707" y="8422"/>
                  </a:cubicBezTo>
                  <a:cubicBezTo>
                    <a:pt x="14798" y="8430"/>
                    <a:pt x="14889" y="8446"/>
                    <a:pt x="14980" y="8463"/>
                  </a:cubicBezTo>
                  <a:cubicBezTo>
                    <a:pt x="14964" y="8488"/>
                    <a:pt x="14972" y="8513"/>
                    <a:pt x="14997" y="8513"/>
                  </a:cubicBezTo>
                  <a:cubicBezTo>
                    <a:pt x="15436" y="8645"/>
                    <a:pt x="15859" y="8844"/>
                    <a:pt x="16215" y="9151"/>
                  </a:cubicBezTo>
                  <a:cubicBezTo>
                    <a:pt x="16563" y="9457"/>
                    <a:pt x="16820" y="9847"/>
                    <a:pt x="17027" y="10261"/>
                  </a:cubicBezTo>
                  <a:cubicBezTo>
                    <a:pt x="17118" y="10451"/>
                    <a:pt x="17201" y="10642"/>
                    <a:pt x="17275" y="10849"/>
                  </a:cubicBezTo>
                  <a:cubicBezTo>
                    <a:pt x="17275" y="10874"/>
                    <a:pt x="17275" y="10907"/>
                    <a:pt x="17284" y="10932"/>
                  </a:cubicBezTo>
                  <a:cubicBezTo>
                    <a:pt x="17300" y="11007"/>
                    <a:pt x="17308" y="11156"/>
                    <a:pt x="17391" y="11189"/>
                  </a:cubicBezTo>
                  <a:cubicBezTo>
                    <a:pt x="17433" y="11313"/>
                    <a:pt x="17466" y="11437"/>
                    <a:pt x="17499" y="11562"/>
                  </a:cubicBezTo>
                  <a:cubicBezTo>
                    <a:pt x="17565" y="11785"/>
                    <a:pt x="17648" y="12017"/>
                    <a:pt x="17690" y="12249"/>
                  </a:cubicBezTo>
                  <a:cubicBezTo>
                    <a:pt x="17731" y="12490"/>
                    <a:pt x="17673" y="12689"/>
                    <a:pt x="17540" y="12879"/>
                  </a:cubicBezTo>
                  <a:cubicBezTo>
                    <a:pt x="17383" y="13111"/>
                    <a:pt x="17201" y="13327"/>
                    <a:pt x="17018" y="13550"/>
                  </a:cubicBezTo>
                  <a:cubicBezTo>
                    <a:pt x="16960" y="13617"/>
                    <a:pt x="16902" y="13691"/>
                    <a:pt x="16844" y="13757"/>
                  </a:cubicBezTo>
                  <a:cubicBezTo>
                    <a:pt x="16844" y="13741"/>
                    <a:pt x="16844" y="13716"/>
                    <a:pt x="16836" y="13699"/>
                  </a:cubicBezTo>
                  <a:cubicBezTo>
                    <a:pt x="16836" y="13674"/>
                    <a:pt x="16836" y="13658"/>
                    <a:pt x="16828" y="13641"/>
                  </a:cubicBezTo>
                  <a:cubicBezTo>
                    <a:pt x="16828" y="13625"/>
                    <a:pt x="16828" y="13617"/>
                    <a:pt x="16828" y="13600"/>
                  </a:cubicBezTo>
                  <a:cubicBezTo>
                    <a:pt x="16828" y="13459"/>
                    <a:pt x="16803" y="13318"/>
                    <a:pt x="16762" y="13177"/>
                  </a:cubicBezTo>
                  <a:cubicBezTo>
                    <a:pt x="16687" y="12912"/>
                    <a:pt x="16513" y="12664"/>
                    <a:pt x="16281" y="12506"/>
                  </a:cubicBezTo>
                  <a:cubicBezTo>
                    <a:pt x="16024" y="12324"/>
                    <a:pt x="15701" y="12274"/>
                    <a:pt x="15395" y="12216"/>
                  </a:cubicBezTo>
                  <a:cubicBezTo>
                    <a:pt x="15229" y="12191"/>
                    <a:pt x="15063" y="12167"/>
                    <a:pt x="14914" y="12100"/>
                  </a:cubicBezTo>
                  <a:cubicBezTo>
                    <a:pt x="14831" y="12075"/>
                    <a:pt x="14790" y="12026"/>
                    <a:pt x="14773" y="11943"/>
                  </a:cubicBezTo>
                  <a:cubicBezTo>
                    <a:pt x="14748" y="11852"/>
                    <a:pt x="14740" y="11761"/>
                    <a:pt x="14723" y="11669"/>
                  </a:cubicBezTo>
                  <a:cubicBezTo>
                    <a:pt x="14707" y="11570"/>
                    <a:pt x="14690" y="11479"/>
                    <a:pt x="14682" y="11388"/>
                  </a:cubicBezTo>
                  <a:cubicBezTo>
                    <a:pt x="14665" y="11263"/>
                    <a:pt x="14649" y="11131"/>
                    <a:pt x="14624" y="10998"/>
                  </a:cubicBezTo>
                  <a:cubicBezTo>
                    <a:pt x="14607" y="10891"/>
                    <a:pt x="14591" y="10791"/>
                    <a:pt x="14566" y="10683"/>
                  </a:cubicBezTo>
                  <a:cubicBezTo>
                    <a:pt x="14566" y="10675"/>
                    <a:pt x="14566" y="10667"/>
                    <a:pt x="14566" y="10667"/>
                  </a:cubicBezTo>
                  <a:cubicBezTo>
                    <a:pt x="14566" y="10659"/>
                    <a:pt x="14574" y="10650"/>
                    <a:pt x="14574" y="10642"/>
                  </a:cubicBezTo>
                  <a:cubicBezTo>
                    <a:pt x="14574" y="10551"/>
                    <a:pt x="14574" y="10468"/>
                    <a:pt x="14583" y="10385"/>
                  </a:cubicBezTo>
                  <a:cubicBezTo>
                    <a:pt x="14583" y="10344"/>
                    <a:pt x="14583" y="10302"/>
                    <a:pt x="14591" y="10269"/>
                  </a:cubicBezTo>
                  <a:cubicBezTo>
                    <a:pt x="14591" y="10244"/>
                    <a:pt x="14583" y="10195"/>
                    <a:pt x="14599" y="10170"/>
                  </a:cubicBezTo>
                  <a:cubicBezTo>
                    <a:pt x="14624" y="10137"/>
                    <a:pt x="14690" y="10120"/>
                    <a:pt x="14732" y="10103"/>
                  </a:cubicBezTo>
                  <a:cubicBezTo>
                    <a:pt x="14790" y="10079"/>
                    <a:pt x="14856" y="10045"/>
                    <a:pt x="14914" y="10004"/>
                  </a:cubicBezTo>
                  <a:cubicBezTo>
                    <a:pt x="15138" y="9863"/>
                    <a:pt x="15295" y="9631"/>
                    <a:pt x="15221" y="9358"/>
                  </a:cubicBezTo>
                  <a:cubicBezTo>
                    <a:pt x="15146" y="9084"/>
                    <a:pt x="14922" y="8861"/>
                    <a:pt x="14665" y="8761"/>
                  </a:cubicBezTo>
                  <a:cubicBezTo>
                    <a:pt x="14534" y="8703"/>
                    <a:pt x="14394" y="8681"/>
                    <a:pt x="14254" y="8681"/>
                  </a:cubicBezTo>
                  <a:cubicBezTo>
                    <a:pt x="14094" y="8681"/>
                    <a:pt x="13933" y="8709"/>
                    <a:pt x="13779" y="8745"/>
                  </a:cubicBezTo>
                  <a:cubicBezTo>
                    <a:pt x="13406" y="8836"/>
                    <a:pt x="13041" y="8960"/>
                    <a:pt x="12702" y="9142"/>
                  </a:cubicBezTo>
                  <a:cubicBezTo>
                    <a:pt x="12685" y="9151"/>
                    <a:pt x="12677" y="9167"/>
                    <a:pt x="12677" y="9184"/>
                  </a:cubicBezTo>
                  <a:cubicBezTo>
                    <a:pt x="12644" y="9209"/>
                    <a:pt x="12602" y="9233"/>
                    <a:pt x="12577" y="9275"/>
                  </a:cubicBezTo>
                  <a:cubicBezTo>
                    <a:pt x="12412" y="9465"/>
                    <a:pt x="12437" y="9772"/>
                    <a:pt x="12437" y="10004"/>
                  </a:cubicBezTo>
                  <a:cubicBezTo>
                    <a:pt x="12437" y="10128"/>
                    <a:pt x="12453" y="10253"/>
                    <a:pt x="12519" y="10352"/>
                  </a:cubicBezTo>
                  <a:cubicBezTo>
                    <a:pt x="12586" y="10451"/>
                    <a:pt x="12677" y="10501"/>
                    <a:pt x="12785" y="10526"/>
                  </a:cubicBezTo>
                  <a:cubicBezTo>
                    <a:pt x="12901" y="10559"/>
                    <a:pt x="13025" y="10559"/>
                    <a:pt x="13141" y="10559"/>
                  </a:cubicBezTo>
                  <a:cubicBezTo>
                    <a:pt x="13185" y="10562"/>
                    <a:pt x="13228" y="10563"/>
                    <a:pt x="13272" y="10563"/>
                  </a:cubicBezTo>
                  <a:cubicBezTo>
                    <a:pt x="13377" y="10563"/>
                    <a:pt x="13480" y="10557"/>
                    <a:pt x="13580" y="10551"/>
                  </a:cubicBezTo>
                  <a:cubicBezTo>
                    <a:pt x="13686" y="10543"/>
                    <a:pt x="13840" y="10510"/>
                    <a:pt x="13983" y="10510"/>
                  </a:cubicBezTo>
                  <a:cubicBezTo>
                    <a:pt x="14131" y="10510"/>
                    <a:pt x="14267" y="10545"/>
                    <a:pt x="14326" y="10675"/>
                  </a:cubicBezTo>
                  <a:cubicBezTo>
                    <a:pt x="14342" y="10708"/>
                    <a:pt x="14367" y="10733"/>
                    <a:pt x="14400" y="10741"/>
                  </a:cubicBezTo>
                  <a:cubicBezTo>
                    <a:pt x="14417" y="10833"/>
                    <a:pt x="14425" y="10924"/>
                    <a:pt x="14433" y="11015"/>
                  </a:cubicBezTo>
                  <a:cubicBezTo>
                    <a:pt x="14458" y="11222"/>
                    <a:pt x="14475" y="11437"/>
                    <a:pt x="14491" y="11645"/>
                  </a:cubicBezTo>
                  <a:cubicBezTo>
                    <a:pt x="14491" y="11752"/>
                    <a:pt x="14500" y="11852"/>
                    <a:pt x="14500" y="11959"/>
                  </a:cubicBezTo>
                  <a:cubicBezTo>
                    <a:pt x="14508" y="12034"/>
                    <a:pt x="14516" y="12117"/>
                    <a:pt x="14458" y="12183"/>
                  </a:cubicBezTo>
                  <a:cubicBezTo>
                    <a:pt x="14450" y="12191"/>
                    <a:pt x="14442" y="12200"/>
                    <a:pt x="14425" y="12208"/>
                  </a:cubicBezTo>
                  <a:lnTo>
                    <a:pt x="14400" y="12208"/>
                  </a:lnTo>
                  <a:cubicBezTo>
                    <a:pt x="13895" y="12481"/>
                    <a:pt x="13713" y="13028"/>
                    <a:pt x="13555" y="13542"/>
                  </a:cubicBezTo>
                  <a:cubicBezTo>
                    <a:pt x="13472" y="13815"/>
                    <a:pt x="13389" y="14089"/>
                    <a:pt x="13240" y="14321"/>
                  </a:cubicBezTo>
                  <a:cubicBezTo>
                    <a:pt x="13075" y="14586"/>
                    <a:pt x="12826" y="14752"/>
                    <a:pt x="12544" y="14876"/>
                  </a:cubicBezTo>
                  <a:cubicBezTo>
                    <a:pt x="11931" y="15149"/>
                    <a:pt x="11252" y="15282"/>
                    <a:pt x="10581" y="15298"/>
                  </a:cubicBezTo>
                  <a:cubicBezTo>
                    <a:pt x="10549" y="15299"/>
                    <a:pt x="10518" y="15300"/>
                    <a:pt x="10486" y="15300"/>
                  </a:cubicBezTo>
                  <a:cubicBezTo>
                    <a:pt x="10251" y="15300"/>
                    <a:pt x="10013" y="15271"/>
                    <a:pt x="9794" y="15191"/>
                  </a:cubicBezTo>
                  <a:cubicBezTo>
                    <a:pt x="9537" y="15100"/>
                    <a:pt x="9330" y="14926"/>
                    <a:pt x="9205" y="14685"/>
                  </a:cubicBezTo>
                  <a:cubicBezTo>
                    <a:pt x="9064" y="14404"/>
                    <a:pt x="9073" y="14064"/>
                    <a:pt x="9172" y="13766"/>
                  </a:cubicBezTo>
                  <a:cubicBezTo>
                    <a:pt x="9230" y="13608"/>
                    <a:pt x="9305" y="13467"/>
                    <a:pt x="9404" y="13327"/>
                  </a:cubicBezTo>
                  <a:cubicBezTo>
                    <a:pt x="9495" y="13194"/>
                    <a:pt x="9595" y="13053"/>
                    <a:pt x="9702" y="12929"/>
                  </a:cubicBezTo>
                  <a:cubicBezTo>
                    <a:pt x="9729" y="12896"/>
                    <a:pt x="9698" y="12853"/>
                    <a:pt x="9663" y="12853"/>
                  </a:cubicBezTo>
                  <a:cubicBezTo>
                    <a:pt x="9654" y="12853"/>
                    <a:pt x="9645" y="12856"/>
                    <a:pt x="9636" y="12863"/>
                  </a:cubicBezTo>
                  <a:cubicBezTo>
                    <a:pt x="9512" y="12962"/>
                    <a:pt x="9404" y="13053"/>
                    <a:pt x="9305" y="13177"/>
                  </a:cubicBezTo>
                  <a:cubicBezTo>
                    <a:pt x="9214" y="13293"/>
                    <a:pt x="9131" y="13434"/>
                    <a:pt x="9064" y="13567"/>
                  </a:cubicBezTo>
                  <a:cubicBezTo>
                    <a:pt x="8940" y="13840"/>
                    <a:pt x="8882" y="14147"/>
                    <a:pt x="8924" y="14445"/>
                  </a:cubicBezTo>
                  <a:cubicBezTo>
                    <a:pt x="8965" y="14752"/>
                    <a:pt x="9098" y="15025"/>
                    <a:pt x="9338" y="15224"/>
                  </a:cubicBezTo>
                  <a:cubicBezTo>
                    <a:pt x="9570" y="15398"/>
                    <a:pt x="9860" y="15489"/>
                    <a:pt x="10150" y="15522"/>
                  </a:cubicBezTo>
                  <a:cubicBezTo>
                    <a:pt x="10254" y="15533"/>
                    <a:pt x="10360" y="15538"/>
                    <a:pt x="10467" y="15538"/>
                  </a:cubicBezTo>
                  <a:cubicBezTo>
                    <a:pt x="10691" y="15538"/>
                    <a:pt x="10917" y="15517"/>
                    <a:pt x="11136" y="15489"/>
                  </a:cubicBezTo>
                  <a:cubicBezTo>
                    <a:pt x="11492" y="15448"/>
                    <a:pt x="11848" y="15365"/>
                    <a:pt x="12188" y="15249"/>
                  </a:cubicBezTo>
                  <a:cubicBezTo>
                    <a:pt x="12511" y="15141"/>
                    <a:pt x="12851" y="15017"/>
                    <a:pt x="13108" y="14801"/>
                  </a:cubicBezTo>
                  <a:cubicBezTo>
                    <a:pt x="13340" y="14602"/>
                    <a:pt x="13497" y="14337"/>
                    <a:pt x="13605" y="14056"/>
                  </a:cubicBezTo>
                  <a:cubicBezTo>
                    <a:pt x="13696" y="13799"/>
                    <a:pt x="13762" y="13534"/>
                    <a:pt x="13845" y="13277"/>
                  </a:cubicBezTo>
                  <a:cubicBezTo>
                    <a:pt x="13862" y="13269"/>
                    <a:pt x="13878" y="13260"/>
                    <a:pt x="13887" y="13235"/>
                  </a:cubicBezTo>
                  <a:cubicBezTo>
                    <a:pt x="13961" y="13078"/>
                    <a:pt x="14044" y="12921"/>
                    <a:pt x="14143" y="12780"/>
                  </a:cubicBezTo>
                  <a:cubicBezTo>
                    <a:pt x="14152" y="12788"/>
                    <a:pt x="14168" y="12796"/>
                    <a:pt x="14177" y="12796"/>
                  </a:cubicBezTo>
                  <a:cubicBezTo>
                    <a:pt x="14177" y="12805"/>
                    <a:pt x="14177" y="12813"/>
                    <a:pt x="14168" y="12821"/>
                  </a:cubicBezTo>
                  <a:cubicBezTo>
                    <a:pt x="14119" y="13037"/>
                    <a:pt x="14102" y="13260"/>
                    <a:pt x="14061" y="13476"/>
                  </a:cubicBezTo>
                  <a:cubicBezTo>
                    <a:pt x="13961" y="13906"/>
                    <a:pt x="13779" y="14346"/>
                    <a:pt x="13431" y="14636"/>
                  </a:cubicBezTo>
                  <a:cubicBezTo>
                    <a:pt x="13397" y="14662"/>
                    <a:pt x="13423" y="14711"/>
                    <a:pt x="13457" y="14711"/>
                  </a:cubicBezTo>
                  <a:cubicBezTo>
                    <a:pt x="13464" y="14711"/>
                    <a:pt x="13473" y="14708"/>
                    <a:pt x="13481" y="14702"/>
                  </a:cubicBezTo>
                  <a:cubicBezTo>
                    <a:pt x="13837" y="14453"/>
                    <a:pt x="14044" y="14056"/>
                    <a:pt x="14168" y="13650"/>
                  </a:cubicBezTo>
                  <a:cubicBezTo>
                    <a:pt x="14235" y="13426"/>
                    <a:pt x="14284" y="13202"/>
                    <a:pt x="14334" y="12979"/>
                  </a:cubicBezTo>
                  <a:cubicBezTo>
                    <a:pt x="14351" y="12879"/>
                    <a:pt x="14384" y="12780"/>
                    <a:pt x="14425" y="12689"/>
                  </a:cubicBezTo>
                  <a:cubicBezTo>
                    <a:pt x="14574" y="12622"/>
                    <a:pt x="14740" y="12589"/>
                    <a:pt x="14897" y="12573"/>
                  </a:cubicBezTo>
                  <a:cubicBezTo>
                    <a:pt x="14979" y="12567"/>
                    <a:pt x="15061" y="12561"/>
                    <a:pt x="15143" y="12561"/>
                  </a:cubicBezTo>
                  <a:cubicBezTo>
                    <a:pt x="15177" y="12561"/>
                    <a:pt x="15211" y="12562"/>
                    <a:pt x="15245" y="12564"/>
                  </a:cubicBezTo>
                  <a:lnTo>
                    <a:pt x="15477" y="12564"/>
                  </a:lnTo>
                  <a:cubicBezTo>
                    <a:pt x="15577" y="12597"/>
                    <a:pt x="15676" y="12622"/>
                    <a:pt x="15784" y="12655"/>
                  </a:cubicBezTo>
                  <a:cubicBezTo>
                    <a:pt x="15966" y="12863"/>
                    <a:pt x="16033" y="13177"/>
                    <a:pt x="16074" y="13443"/>
                  </a:cubicBezTo>
                  <a:cubicBezTo>
                    <a:pt x="16124" y="13749"/>
                    <a:pt x="16165" y="14105"/>
                    <a:pt x="16397" y="14337"/>
                  </a:cubicBezTo>
                  <a:cubicBezTo>
                    <a:pt x="16405" y="14354"/>
                    <a:pt x="16422" y="14362"/>
                    <a:pt x="16439" y="14362"/>
                  </a:cubicBezTo>
                  <a:cubicBezTo>
                    <a:pt x="16439" y="14370"/>
                    <a:pt x="16447" y="14379"/>
                    <a:pt x="16447" y="14379"/>
                  </a:cubicBezTo>
                  <a:cubicBezTo>
                    <a:pt x="16372" y="14453"/>
                    <a:pt x="16273" y="14511"/>
                    <a:pt x="16165" y="14561"/>
                  </a:cubicBezTo>
                  <a:cubicBezTo>
                    <a:pt x="15875" y="14694"/>
                    <a:pt x="15569" y="14768"/>
                    <a:pt x="15254" y="14793"/>
                  </a:cubicBezTo>
                  <a:cubicBezTo>
                    <a:pt x="15229" y="14793"/>
                    <a:pt x="15196" y="14801"/>
                    <a:pt x="15171" y="14801"/>
                  </a:cubicBezTo>
                  <a:cubicBezTo>
                    <a:pt x="15156" y="14779"/>
                    <a:pt x="15136" y="14770"/>
                    <a:pt x="15115" y="14770"/>
                  </a:cubicBezTo>
                  <a:cubicBezTo>
                    <a:pt x="15090" y="14770"/>
                    <a:pt x="15065" y="14783"/>
                    <a:pt x="15047" y="14801"/>
                  </a:cubicBezTo>
                  <a:cubicBezTo>
                    <a:pt x="14881" y="14801"/>
                    <a:pt x="14715" y="14790"/>
                    <a:pt x="14549" y="14790"/>
                  </a:cubicBezTo>
                  <a:cubicBezTo>
                    <a:pt x="14467" y="14790"/>
                    <a:pt x="14384" y="14793"/>
                    <a:pt x="14301" y="14801"/>
                  </a:cubicBezTo>
                  <a:cubicBezTo>
                    <a:pt x="14127" y="14818"/>
                    <a:pt x="13969" y="14876"/>
                    <a:pt x="13804" y="14942"/>
                  </a:cubicBezTo>
                  <a:cubicBezTo>
                    <a:pt x="13638" y="15017"/>
                    <a:pt x="13464" y="15075"/>
                    <a:pt x="13282" y="15116"/>
                  </a:cubicBezTo>
                  <a:cubicBezTo>
                    <a:pt x="13108" y="15158"/>
                    <a:pt x="12925" y="15191"/>
                    <a:pt x="12743" y="15216"/>
                  </a:cubicBezTo>
                  <a:cubicBezTo>
                    <a:pt x="12569" y="15240"/>
                    <a:pt x="12387" y="15282"/>
                    <a:pt x="12205" y="15298"/>
                  </a:cubicBezTo>
                  <a:cubicBezTo>
                    <a:pt x="12174" y="15298"/>
                    <a:pt x="12179" y="15349"/>
                    <a:pt x="12207" y="15349"/>
                  </a:cubicBezTo>
                  <a:cubicBezTo>
                    <a:pt x="12209" y="15349"/>
                    <a:pt x="12211" y="15349"/>
                    <a:pt x="12213" y="15348"/>
                  </a:cubicBezTo>
                  <a:cubicBezTo>
                    <a:pt x="12251" y="15346"/>
                    <a:pt x="12290" y="15346"/>
                    <a:pt x="12328" y="15346"/>
                  </a:cubicBezTo>
                  <a:cubicBezTo>
                    <a:pt x="12431" y="15346"/>
                    <a:pt x="12533" y="15351"/>
                    <a:pt x="12637" y="15351"/>
                  </a:cubicBezTo>
                  <a:cubicBezTo>
                    <a:pt x="12675" y="15351"/>
                    <a:pt x="12713" y="15350"/>
                    <a:pt x="12751" y="15348"/>
                  </a:cubicBezTo>
                  <a:cubicBezTo>
                    <a:pt x="12925" y="15332"/>
                    <a:pt x="13108" y="15315"/>
                    <a:pt x="13282" y="15282"/>
                  </a:cubicBezTo>
                  <a:cubicBezTo>
                    <a:pt x="13447" y="15249"/>
                    <a:pt x="13613" y="15199"/>
                    <a:pt x="13771" y="15141"/>
                  </a:cubicBezTo>
                  <a:cubicBezTo>
                    <a:pt x="13936" y="15075"/>
                    <a:pt x="14102" y="15000"/>
                    <a:pt x="14284" y="14984"/>
                  </a:cubicBezTo>
                  <a:cubicBezTo>
                    <a:pt x="14363" y="14974"/>
                    <a:pt x="14443" y="14971"/>
                    <a:pt x="14522" y="14971"/>
                  </a:cubicBezTo>
                  <a:cubicBezTo>
                    <a:pt x="14659" y="14971"/>
                    <a:pt x="14797" y="14981"/>
                    <a:pt x="14939" y="14992"/>
                  </a:cubicBezTo>
                  <a:cubicBezTo>
                    <a:pt x="14897" y="15017"/>
                    <a:pt x="14864" y="15033"/>
                    <a:pt x="14831" y="15050"/>
                  </a:cubicBezTo>
                  <a:lnTo>
                    <a:pt x="14450" y="15257"/>
                  </a:lnTo>
                  <a:cubicBezTo>
                    <a:pt x="14193" y="15390"/>
                    <a:pt x="13936" y="15530"/>
                    <a:pt x="13679" y="15671"/>
                  </a:cubicBezTo>
                  <a:cubicBezTo>
                    <a:pt x="13621" y="15696"/>
                    <a:pt x="13572" y="15729"/>
                    <a:pt x="13514" y="15762"/>
                  </a:cubicBezTo>
                  <a:cubicBezTo>
                    <a:pt x="13504" y="15761"/>
                    <a:pt x="13495" y="15760"/>
                    <a:pt x="13486" y="15760"/>
                  </a:cubicBezTo>
                  <a:cubicBezTo>
                    <a:pt x="13455" y="15760"/>
                    <a:pt x="13425" y="15772"/>
                    <a:pt x="13406" y="15804"/>
                  </a:cubicBezTo>
                  <a:cubicBezTo>
                    <a:pt x="13398" y="15812"/>
                    <a:pt x="13381" y="15829"/>
                    <a:pt x="13373" y="15837"/>
                  </a:cubicBezTo>
                  <a:cubicBezTo>
                    <a:pt x="13000" y="16044"/>
                    <a:pt x="12611" y="16235"/>
                    <a:pt x="12196" y="16351"/>
                  </a:cubicBezTo>
                  <a:cubicBezTo>
                    <a:pt x="12022" y="16392"/>
                    <a:pt x="11848" y="16425"/>
                    <a:pt x="11674" y="16434"/>
                  </a:cubicBezTo>
                  <a:cubicBezTo>
                    <a:pt x="11890" y="16367"/>
                    <a:pt x="12130" y="16235"/>
                    <a:pt x="12221" y="16003"/>
                  </a:cubicBezTo>
                  <a:cubicBezTo>
                    <a:pt x="12234" y="15965"/>
                    <a:pt x="12204" y="15933"/>
                    <a:pt x="12171" y="15933"/>
                  </a:cubicBezTo>
                  <a:cubicBezTo>
                    <a:pt x="12160" y="15933"/>
                    <a:pt x="12149" y="15936"/>
                    <a:pt x="12138" y="15945"/>
                  </a:cubicBezTo>
                  <a:cubicBezTo>
                    <a:pt x="11964" y="16077"/>
                    <a:pt x="11799" y="16193"/>
                    <a:pt x="11583" y="16260"/>
                  </a:cubicBezTo>
                  <a:cubicBezTo>
                    <a:pt x="11422" y="16307"/>
                    <a:pt x="11249" y="16325"/>
                    <a:pt x="11074" y="16325"/>
                  </a:cubicBezTo>
                  <a:cubicBezTo>
                    <a:pt x="11006" y="16325"/>
                    <a:pt x="10938" y="16322"/>
                    <a:pt x="10871" y="16318"/>
                  </a:cubicBezTo>
                  <a:cubicBezTo>
                    <a:pt x="10614" y="16293"/>
                    <a:pt x="10357" y="16260"/>
                    <a:pt x="10092" y="16243"/>
                  </a:cubicBezTo>
                  <a:cubicBezTo>
                    <a:pt x="10050" y="16242"/>
                    <a:pt x="10009" y="16241"/>
                    <a:pt x="9967" y="16241"/>
                  </a:cubicBezTo>
                  <a:cubicBezTo>
                    <a:pt x="9758" y="16241"/>
                    <a:pt x="9546" y="16258"/>
                    <a:pt x="9346" y="16293"/>
                  </a:cubicBezTo>
                  <a:cubicBezTo>
                    <a:pt x="9064" y="16342"/>
                    <a:pt x="8808" y="16434"/>
                    <a:pt x="8559" y="16574"/>
                  </a:cubicBezTo>
                  <a:cubicBezTo>
                    <a:pt x="8522" y="16597"/>
                    <a:pt x="8552" y="16660"/>
                    <a:pt x="8594" y="16660"/>
                  </a:cubicBezTo>
                  <a:cubicBezTo>
                    <a:pt x="8599" y="16660"/>
                    <a:pt x="8604" y="16659"/>
                    <a:pt x="8609" y="16657"/>
                  </a:cubicBezTo>
                  <a:cubicBezTo>
                    <a:pt x="8989" y="16477"/>
                    <a:pt x="9401" y="16415"/>
                    <a:pt x="9820" y="16415"/>
                  </a:cubicBezTo>
                  <a:cubicBezTo>
                    <a:pt x="9922" y="16415"/>
                    <a:pt x="10023" y="16419"/>
                    <a:pt x="10125" y="16425"/>
                  </a:cubicBezTo>
                  <a:cubicBezTo>
                    <a:pt x="10454" y="16455"/>
                    <a:pt x="10789" y="16519"/>
                    <a:pt x="11126" y="16519"/>
                  </a:cubicBezTo>
                  <a:cubicBezTo>
                    <a:pt x="11162" y="16519"/>
                    <a:pt x="11199" y="16518"/>
                    <a:pt x="11235" y="16516"/>
                  </a:cubicBezTo>
                  <a:cubicBezTo>
                    <a:pt x="11243" y="16525"/>
                    <a:pt x="11252" y="16533"/>
                    <a:pt x="11277" y="16541"/>
                  </a:cubicBezTo>
                  <a:cubicBezTo>
                    <a:pt x="11408" y="16569"/>
                    <a:pt x="11538" y="16581"/>
                    <a:pt x="11668" y="16581"/>
                  </a:cubicBezTo>
                  <a:cubicBezTo>
                    <a:pt x="12121" y="16581"/>
                    <a:pt x="12565" y="16430"/>
                    <a:pt x="12983" y="16243"/>
                  </a:cubicBezTo>
                  <a:cubicBezTo>
                    <a:pt x="12992" y="16235"/>
                    <a:pt x="13000" y="16226"/>
                    <a:pt x="13008" y="16226"/>
                  </a:cubicBezTo>
                  <a:cubicBezTo>
                    <a:pt x="12263" y="16898"/>
                    <a:pt x="11227" y="17171"/>
                    <a:pt x="10224" y="17179"/>
                  </a:cubicBezTo>
                  <a:cubicBezTo>
                    <a:pt x="10196" y="17180"/>
                    <a:pt x="10167" y="17180"/>
                    <a:pt x="10138" y="17180"/>
                  </a:cubicBezTo>
                  <a:cubicBezTo>
                    <a:pt x="9024" y="17180"/>
                    <a:pt x="7781" y="16863"/>
                    <a:pt x="7167" y="15845"/>
                  </a:cubicBezTo>
                  <a:cubicBezTo>
                    <a:pt x="6976" y="15539"/>
                    <a:pt x="6852" y="15199"/>
                    <a:pt x="6753" y="14859"/>
                  </a:cubicBezTo>
                  <a:cubicBezTo>
                    <a:pt x="6695" y="14685"/>
                    <a:pt x="6653" y="14511"/>
                    <a:pt x="6620" y="14329"/>
                  </a:cubicBezTo>
                  <a:cubicBezTo>
                    <a:pt x="6612" y="14296"/>
                    <a:pt x="6604" y="14254"/>
                    <a:pt x="6595" y="14213"/>
                  </a:cubicBezTo>
                  <a:lnTo>
                    <a:pt x="6595" y="14213"/>
                  </a:lnTo>
                  <a:cubicBezTo>
                    <a:pt x="6653" y="14263"/>
                    <a:pt x="6703" y="14304"/>
                    <a:pt x="6761" y="14346"/>
                  </a:cubicBezTo>
                  <a:cubicBezTo>
                    <a:pt x="6852" y="14428"/>
                    <a:pt x="6952" y="14511"/>
                    <a:pt x="7051" y="14578"/>
                  </a:cubicBezTo>
                  <a:cubicBezTo>
                    <a:pt x="7150" y="14652"/>
                    <a:pt x="7250" y="14735"/>
                    <a:pt x="7358" y="14776"/>
                  </a:cubicBezTo>
                  <a:cubicBezTo>
                    <a:pt x="7364" y="14778"/>
                    <a:pt x="7369" y="14779"/>
                    <a:pt x="7375" y="14779"/>
                  </a:cubicBezTo>
                  <a:cubicBezTo>
                    <a:pt x="7416" y="14779"/>
                    <a:pt x="7446" y="14730"/>
                    <a:pt x="7424" y="14694"/>
                  </a:cubicBezTo>
                  <a:cubicBezTo>
                    <a:pt x="7358" y="14594"/>
                    <a:pt x="7258" y="14511"/>
                    <a:pt x="7167" y="14428"/>
                  </a:cubicBezTo>
                  <a:cubicBezTo>
                    <a:pt x="7084" y="14346"/>
                    <a:pt x="6993" y="14263"/>
                    <a:pt x="6902" y="14180"/>
                  </a:cubicBezTo>
                  <a:cubicBezTo>
                    <a:pt x="6744" y="14031"/>
                    <a:pt x="6521" y="13898"/>
                    <a:pt x="6504" y="13658"/>
                  </a:cubicBezTo>
                  <a:cubicBezTo>
                    <a:pt x="6479" y="13318"/>
                    <a:pt x="6554" y="12954"/>
                    <a:pt x="6430" y="12639"/>
                  </a:cubicBezTo>
                  <a:lnTo>
                    <a:pt x="6430" y="12639"/>
                  </a:lnTo>
                  <a:lnTo>
                    <a:pt x="6446" y="12647"/>
                  </a:lnTo>
                  <a:cubicBezTo>
                    <a:pt x="6455" y="12652"/>
                    <a:pt x="6464" y="12655"/>
                    <a:pt x="6472" y="12655"/>
                  </a:cubicBezTo>
                  <a:cubicBezTo>
                    <a:pt x="6506" y="12655"/>
                    <a:pt x="6536" y="12620"/>
                    <a:pt x="6529" y="12581"/>
                  </a:cubicBezTo>
                  <a:cubicBezTo>
                    <a:pt x="6496" y="12382"/>
                    <a:pt x="6297" y="12332"/>
                    <a:pt x="6140" y="12258"/>
                  </a:cubicBezTo>
                  <a:cubicBezTo>
                    <a:pt x="5974" y="12175"/>
                    <a:pt x="5874" y="12017"/>
                    <a:pt x="5792" y="11860"/>
                  </a:cubicBezTo>
                  <a:cubicBezTo>
                    <a:pt x="5684" y="11653"/>
                    <a:pt x="5593" y="11446"/>
                    <a:pt x="5493" y="11239"/>
                  </a:cubicBezTo>
                  <a:cubicBezTo>
                    <a:pt x="5444" y="11131"/>
                    <a:pt x="5386" y="11031"/>
                    <a:pt x="5344" y="10924"/>
                  </a:cubicBezTo>
                  <a:cubicBezTo>
                    <a:pt x="5295" y="10824"/>
                    <a:pt x="5253" y="10717"/>
                    <a:pt x="5286" y="10609"/>
                  </a:cubicBezTo>
                  <a:cubicBezTo>
                    <a:pt x="5297" y="10566"/>
                    <a:pt x="5263" y="10534"/>
                    <a:pt x="5231" y="10534"/>
                  </a:cubicBezTo>
                  <a:cubicBezTo>
                    <a:pt x="5213" y="10534"/>
                    <a:pt x="5196" y="10544"/>
                    <a:pt x="5187" y="10567"/>
                  </a:cubicBezTo>
                  <a:cubicBezTo>
                    <a:pt x="5170" y="10609"/>
                    <a:pt x="5162" y="10650"/>
                    <a:pt x="5154" y="10700"/>
                  </a:cubicBezTo>
                  <a:cubicBezTo>
                    <a:pt x="5112" y="10675"/>
                    <a:pt x="5063" y="10659"/>
                    <a:pt x="5021" y="10642"/>
                  </a:cubicBezTo>
                  <a:cubicBezTo>
                    <a:pt x="5005" y="10634"/>
                    <a:pt x="4988" y="10625"/>
                    <a:pt x="4971" y="10625"/>
                  </a:cubicBezTo>
                  <a:cubicBezTo>
                    <a:pt x="4855" y="10601"/>
                    <a:pt x="4731" y="10584"/>
                    <a:pt x="4607" y="10584"/>
                  </a:cubicBezTo>
                  <a:cubicBezTo>
                    <a:pt x="4350" y="10567"/>
                    <a:pt x="4110" y="10526"/>
                    <a:pt x="3869" y="10418"/>
                  </a:cubicBezTo>
                  <a:cubicBezTo>
                    <a:pt x="3762" y="10369"/>
                    <a:pt x="3646" y="10302"/>
                    <a:pt x="3555" y="10219"/>
                  </a:cubicBezTo>
                  <a:cubicBezTo>
                    <a:pt x="3505" y="10170"/>
                    <a:pt x="3488" y="10137"/>
                    <a:pt x="3480" y="10070"/>
                  </a:cubicBezTo>
                  <a:cubicBezTo>
                    <a:pt x="3472" y="10004"/>
                    <a:pt x="3463" y="9938"/>
                    <a:pt x="3430" y="9880"/>
                  </a:cubicBezTo>
                  <a:cubicBezTo>
                    <a:pt x="3381" y="9772"/>
                    <a:pt x="3273" y="9706"/>
                    <a:pt x="3190" y="9623"/>
                  </a:cubicBezTo>
                  <a:cubicBezTo>
                    <a:pt x="3091" y="9523"/>
                    <a:pt x="3016" y="9407"/>
                    <a:pt x="2941" y="9291"/>
                  </a:cubicBezTo>
                  <a:cubicBezTo>
                    <a:pt x="2643" y="8769"/>
                    <a:pt x="2353" y="8239"/>
                    <a:pt x="2096" y="7701"/>
                  </a:cubicBezTo>
                  <a:cubicBezTo>
                    <a:pt x="1964" y="7436"/>
                    <a:pt x="1848" y="7154"/>
                    <a:pt x="1707" y="6889"/>
                  </a:cubicBezTo>
                  <a:cubicBezTo>
                    <a:pt x="1566" y="6632"/>
                    <a:pt x="1384" y="6408"/>
                    <a:pt x="1210" y="6168"/>
                  </a:cubicBezTo>
                  <a:cubicBezTo>
                    <a:pt x="878" y="5687"/>
                    <a:pt x="588" y="5182"/>
                    <a:pt x="340" y="4652"/>
                  </a:cubicBezTo>
                  <a:cubicBezTo>
                    <a:pt x="232" y="4411"/>
                    <a:pt x="100" y="4130"/>
                    <a:pt x="216" y="3881"/>
                  </a:cubicBezTo>
                  <a:cubicBezTo>
                    <a:pt x="323" y="3649"/>
                    <a:pt x="563" y="3517"/>
                    <a:pt x="804" y="3467"/>
                  </a:cubicBezTo>
                  <a:cubicBezTo>
                    <a:pt x="1085" y="3401"/>
                    <a:pt x="1392" y="3392"/>
                    <a:pt x="1682" y="3384"/>
                  </a:cubicBezTo>
                  <a:cubicBezTo>
                    <a:pt x="1757" y="3382"/>
                    <a:pt x="1831" y="3381"/>
                    <a:pt x="1904" y="3381"/>
                  </a:cubicBezTo>
                  <a:cubicBezTo>
                    <a:pt x="2125" y="3381"/>
                    <a:pt x="2343" y="3390"/>
                    <a:pt x="2560" y="3409"/>
                  </a:cubicBezTo>
                  <a:cubicBezTo>
                    <a:pt x="3140" y="3450"/>
                    <a:pt x="3720" y="3541"/>
                    <a:pt x="4284" y="3690"/>
                  </a:cubicBezTo>
                  <a:cubicBezTo>
                    <a:pt x="4557" y="3757"/>
                    <a:pt x="4831" y="3840"/>
                    <a:pt x="5079" y="3989"/>
                  </a:cubicBezTo>
                  <a:cubicBezTo>
                    <a:pt x="5303" y="4130"/>
                    <a:pt x="5510" y="4304"/>
                    <a:pt x="5709" y="4486"/>
                  </a:cubicBezTo>
                  <a:cubicBezTo>
                    <a:pt x="6082" y="4826"/>
                    <a:pt x="6430" y="5223"/>
                    <a:pt x="6620" y="5704"/>
                  </a:cubicBezTo>
                  <a:cubicBezTo>
                    <a:pt x="6670" y="5820"/>
                    <a:pt x="6711" y="5936"/>
                    <a:pt x="6736" y="6052"/>
                  </a:cubicBezTo>
                  <a:cubicBezTo>
                    <a:pt x="6752" y="6106"/>
                    <a:pt x="6795" y="6152"/>
                    <a:pt x="6848" y="6152"/>
                  </a:cubicBezTo>
                  <a:cubicBezTo>
                    <a:pt x="6852" y="6152"/>
                    <a:pt x="6856" y="6152"/>
                    <a:pt x="6860" y="6151"/>
                  </a:cubicBezTo>
                  <a:cubicBezTo>
                    <a:pt x="6918" y="6143"/>
                    <a:pt x="6968" y="6085"/>
                    <a:pt x="6952" y="6027"/>
                  </a:cubicBezTo>
                  <a:cubicBezTo>
                    <a:pt x="6935" y="5911"/>
                    <a:pt x="6894" y="5795"/>
                    <a:pt x="6852" y="5687"/>
                  </a:cubicBezTo>
                  <a:cubicBezTo>
                    <a:pt x="6886" y="5668"/>
                    <a:pt x="6925" y="5661"/>
                    <a:pt x="6966" y="5661"/>
                  </a:cubicBezTo>
                  <a:cubicBezTo>
                    <a:pt x="7067" y="5661"/>
                    <a:pt x="7182" y="5705"/>
                    <a:pt x="7258" y="5729"/>
                  </a:cubicBezTo>
                  <a:cubicBezTo>
                    <a:pt x="7344" y="5755"/>
                    <a:pt x="7428" y="5769"/>
                    <a:pt x="7513" y="5769"/>
                  </a:cubicBezTo>
                  <a:cubicBezTo>
                    <a:pt x="7592" y="5769"/>
                    <a:pt x="7672" y="5757"/>
                    <a:pt x="7755" y="5729"/>
                  </a:cubicBezTo>
                  <a:cubicBezTo>
                    <a:pt x="7913" y="5679"/>
                    <a:pt x="8037" y="5571"/>
                    <a:pt x="8178" y="5488"/>
                  </a:cubicBezTo>
                  <a:cubicBezTo>
                    <a:pt x="8319" y="5406"/>
                    <a:pt x="8468" y="5323"/>
                    <a:pt x="8625" y="5298"/>
                  </a:cubicBezTo>
                  <a:cubicBezTo>
                    <a:pt x="8653" y="5293"/>
                    <a:pt x="8680" y="5292"/>
                    <a:pt x="8706" y="5292"/>
                  </a:cubicBezTo>
                  <a:cubicBezTo>
                    <a:pt x="8749" y="5292"/>
                    <a:pt x="8791" y="5296"/>
                    <a:pt x="8834" y="5296"/>
                  </a:cubicBezTo>
                  <a:cubicBezTo>
                    <a:pt x="8861" y="5296"/>
                    <a:pt x="8888" y="5294"/>
                    <a:pt x="8915" y="5290"/>
                  </a:cubicBezTo>
                  <a:cubicBezTo>
                    <a:pt x="9006" y="5281"/>
                    <a:pt x="9089" y="5256"/>
                    <a:pt x="9164" y="5207"/>
                  </a:cubicBezTo>
                  <a:cubicBezTo>
                    <a:pt x="9305" y="5107"/>
                    <a:pt x="9404" y="4958"/>
                    <a:pt x="9562" y="4875"/>
                  </a:cubicBezTo>
                  <a:cubicBezTo>
                    <a:pt x="9736" y="4792"/>
                    <a:pt x="9918" y="4768"/>
                    <a:pt x="10100" y="4726"/>
                  </a:cubicBezTo>
                  <a:cubicBezTo>
                    <a:pt x="10291" y="4693"/>
                    <a:pt x="10481" y="4635"/>
                    <a:pt x="10655" y="4560"/>
                  </a:cubicBezTo>
                  <a:cubicBezTo>
                    <a:pt x="10971" y="4419"/>
                    <a:pt x="11320" y="4218"/>
                    <a:pt x="11675" y="4218"/>
                  </a:cubicBezTo>
                  <a:cubicBezTo>
                    <a:pt x="11757" y="4218"/>
                    <a:pt x="11840" y="4229"/>
                    <a:pt x="11923" y="4254"/>
                  </a:cubicBezTo>
                  <a:cubicBezTo>
                    <a:pt x="11933" y="4257"/>
                    <a:pt x="11942" y="4258"/>
                    <a:pt x="11951" y="4258"/>
                  </a:cubicBezTo>
                  <a:cubicBezTo>
                    <a:pt x="12041" y="4258"/>
                    <a:pt x="12087" y="4118"/>
                    <a:pt x="11989" y="4088"/>
                  </a:cubicBezTo>
                  <a:cubicBezTo>
                    <a:pt x="11890" y="4063"/>
                    <a:pt x="11782" y="4047"/>
                    <a:pt x="11683" y="4047"/>
                  </a:cubicBezTo>
                  <a:cubicBezTo>
                    <a:pt x="11691" y="4047"/>
                    <a:pt x="11691" y="4038"/>
                    <a:pt x="11691" y="4030"/>
                  </a:cubicBezTo>
                  <a:cubicBezTo>
                    <a:pt x="11741" y="3624"/>
                    <a:pt x="11741" y="3218"/>
                    <a:pt x="11774" y="2812"/>
                  </a:cubicBezTo>
                  <a:cubicBezTo>
                    <a:pt x="11807" y="2406"/>
                    <a:pt x="11840" y="2009"/>
                    <a:pt x="11890" y="1611"/>
                  </a:cubicBezTo>
                  <a:cubicBezTo>
                    <a:pt x="11931" y="1279"/>
                    <a:pt x="11956" y="915"/>
                    <a:pt x="12072" y="600"/>
                  </a:cubicBezTo>
                  <a:cubicBezTo>
                    <a:pt x="12122" y="476"/>
                    <a:pt x="12180" y="360"/>
                    <a:pt x="12287" y="277"/>
                  </a:cubicBezTo>
                  <a:cubicBezTo>
                    <a:pt x="12378" y="198"/>
                    <a:pt x="12492" y="173"/>
                    <a:pt x="12608" y="173"/>
                  </a:cubicBezTo>
                  <a:close/>
                  <a:moveTo>
                    <a:pt x="6272" y="12738"/>
                  </a:moveTo>
                  <a:cubicBezTo>
                    <a:pt x="6297" y="12854"/>
                    <a:pt x="6305" y="12979"/>
                    <a:pt x="6305" y="13103"/>
                  </a:cubicBezTo>
                  <a:cubicBezTo>
                    <a:pt x="6305" y="13335"/>
                    <a:pt x="6247" y="13583"/>
                    <a:pt x="6314" y="13815"/>
                  </a:cubicBezTo>
                  <a:cubicBezTo>
                    <a:pt x="6330" y="13873"/>
                    <a:pt x="6355" y="13923"/>
                    <a:pt x="6388" y="13981"/>
                  </a:cubicBezTo>
                  <a:cubicBezTo>
                    <a:pt x="6396" y="14254"/>
                    <a:pt x="6454" y="14528"/>
                    <a:pt x="6521" y="14793"/>
                  </a:cubicBezTo>
                  <a:cubicBezTo>
                    <a:pt x="6604" y="15116"/>
                    <a:pt x="6720" y="15439"/>
                    <a:pt x="6869" y="15738"/>
                  </a:cubicBezTo>
                  <a:cubicBezTo>
                    <a:pt x="7134" y="16284"/>
                    <a:pt x="7565" y="16707"/>
                    <a:pt x="8103" y="16980"/>
                  </a:cubicBezTo>
                  <a:cubicBezTo>
                    <a:pt x="8675" y="17270"/>
                    <a:pt x="9321" y="17378"/>
                    <a:pt x="9959" y="17395"/>
                  </a:cubicBezTo>
                  <a:cubicBezTo>
                    <a:pt x="10036" y="17397"/>
                    <a:pt x="10112" y="17399"/>
                    <a:pt x="10189" y="17399"/>
                  </a:cubicBezTo>
                  <a:cubicBezTo>
                    <a:pt x="10794" y="17399"/>
                    <a:pt x="11406" y="17310"/>
                    <a:pt x="11973" y="17096"/>
                  </a:cubicBezTo>
                  <a:cubicBezTo>
                    <a:pt x="12594" y="16864"/>
                    <a:pt x="13166" y="16475"/>
                    <a:pt x="13572" y="15945"/>
                  </a:cubicBezTo>
                  <a:cubicBezTo>
                    <a:pt x="13853" y="15804"/>
                    <a:pt x="14135" y="15646"/>
                    <a:pt x="14417" y="15497"/>
                  </a:cubicBezTo>
                  <a:lnTo>
                    <a:pt x="14417" y="15497"/>
                  </a:lnTo>
                  <a:cubicBezTo>
                    <a:pt x="14409" y="15530"/>
                    <a:pt x="14400" y="15564"/>
                    <a:pt x="14417" y="15588"/>
                  </a:cubicBezTo>
                  <a:cubicBezTo>
                    <a:pt x="14450" y="15688"/>
                    <a:pt x="14475" y="15787"/>
                    <a:pt x="14491" y="15887"/>
                  </a:cubicBezTo>
                  <a:cubicBezTo>
                    <a:pt x="14450" y="16028"/>
                    <a:pt x="14392" y="16160"/>
                    <a:pt x="14301" y="16284"/>
                  </a:cubicBezTo>
                  <a:cubicBezTo>
                    <a:pt x="14201" y="16425"/>
                    <a:pt x="14069" y="16541"/>
                    <a:pt x="13936" y="16666"/>
                  </a:cubicBezTo>
                  <a:cubicBezTo>
                    <a:pt x="13795" y="16806"/>
                    <a:pt x="13655" y="16947"/>
                    <a:pt x="13505" y="17088"/>
                  </a:cubicBezTo>
                  <a:cubicBezTo>
                    <a:pt x="13240" y="17345"/>
                    <a:pt x="12983" y="17618"/>
                    <a:pt x="12677" y="17826"/>
                  </a:cubicBezTo>
                  <a:cubicBezTo>
                    <a:pt x="12395" y="18016"/>
                    <a:pt x="12072" y="18140"/>
                    <a:pt x="11741" y="18223"/>
                  </a:cubicBezTo>
                  <a:cubicBezTo>
                    <a:pt x="11115" y="18374"/>
                    <a:pt x="10456" y="18381"/>
                    <a:pt x="9806" y="18381"/>
                  </a:cubicBezTo>
                  <a:cubicBezTo>
                    <a:pt x="9741" y="18381"/>
                    <a:pt x="9676" y="18381"/>
                    <a:pt x="9611" y="18381"/>
                  </a:cubicBezTo>
                  <a:cubicBezTo>
                    <a:pt x="8915" y="18381"/>
                    <a:pt x="8186" y="18339"/>
                    <a:pt x="7548" y="18024"/>
                  </a:cubicBezTo>
                  <a:cubicBezTo>
                    <a:pt x="7225" y="17867"/>
                    <a:pt x="6960" y="17643"/>
                    <a:pt x="6720" y="17378"/>
                  </a:cubicBezTo>
                  <a:cubicBezTo>
                    <a:pt x="6521" y="17163"/>
                    <a:pt x="6322" y="16931"/>
                    <a:pt x="6057" y="16790"/>
                  </a:cubicBezTo>
                  <a:cubicBezTo>
                    <a:pt x="6065" y="16765"/>
                    <a:pt x="6073" y="16740"/>
                    <a:pt x="6057" y="16715"/>
                  </a:cubicBezTo>
                  <a:cubicBezTo>
                    <a:pt x="5816" y="16110"/>
                    <a:pt x="5642" y="15489"/>
                    <a:pt x="5543" y="14851"/>
                  </a:cubicBezTo>
                  <a:cubicBezTo>
                    <a:pt x="5493" y="14553"/>
                    <a:pt x="5444" y="14246"/>
                    <a:pt x="5460" y="13940"/>
                  </a:cubicBezTo>
                  <a:lnTo>
                    <a:pt x="5469" y="13940"/>
                  </a:lnTo>
                  <a:cubicBezTo>
                    <a:pt x="5477" y="13824"/>
                    <a:pt x="5493" y="13708"/>
                    <a:pt x="5527" y="13600"/>
                  </a:cubicBezTo>
                  <a:cubicBezTo>
                    <a:pt x="5535" y="13600"/>
                    <a:pt x="5535" y="13592"/>
                    <a:pt x="5543" y="13592"/>
                  </a:cubicBezTo>
                  <a:cubicBezTo>
                    <a:pt x="5527" y="13699"/>
                    <a:pt x="5510" y="13807"/>
                    <a:pt x="5510" y="13915"/>
                  </a:cubicBezTo>
                  <a:cubicBezTo>
                    <a:pt x="5502" y="14080"/>
                    <a:pt x="5510" y="14246"/>
                    <a:pt x="5527" y="14412"/>
                  </a:cubicBezTo>
                  <a:cubicBezTo>
                    <a:pt x="5535" y="14495"/>
                    <a:pt x="5543" y="14578"/>
                    <a:pt x="5560" y="14660"/>
                  </a:cubicBezTo>
                  <a:cubicBezTo>
                    <a:pt x="5576" y="14743"/>
                    <a:pt x="5601" y="14834"/>
                    <a:pt x="5651" y="14892"/>
                  </a:cubicBezTo>
                  <a:cubicBezTo>
                    <a:pt x="5662" y="14904"/>
                    <a:pt x="5677" y="14910"/>
                    <a:pt x="5692" y="14910"/>
                  </a:cubicBezTo>
                  <a:cubicBezTo>
                    <a:pt x="5709" y="14910"/>
                    <a:pt x="5725" y="14902"/>
                    <a:pt x="5734" y="14884"/>
                  </a:cubicBezTo>
                  <a:cubicBezTo>
                    <a:pt x="5767" y="14752"/>
                    <a:pt x="5709" y="14602"/>
                    <a:pt x="5692" y="14470"/>
                  </a:cubicBezTo>
                  <a:cubicBezTo>
                    <a:pt x="5667" y="14312"/>
                    <a:pt x="5659" y="14163"/>
                    <a:pt x="5659" y="14006"/>
                  </a:cubicBezTo>
                  <a:cubicBezTo>
                    <a:pt x="5659" y="13857"/>
                    <a:pt x="5676" y="13708"/>
                    <a:pt x="5692" y="13559"/>
                  </a:cubicBezTo>
                  <a:cubicBezTo>
                    <a:pt x="5700" y="13484"/>
                    <a:pt x="5709" y="13409"/>
                    <a:pt x="5717" y="13343"/>
                  </a:cubicBezTo>
                  <a:cubicBezTo>
                    <a:pt x="5725" y="13327"/>
                    <a:pt x="5725" y="13310"/>
                    <a:pt x="5725" y="13302"/>
                  </a:cubicBezTo>
                  <a:cubicBezTo>
                    <a:pt x="5758" y="13244"/>
                    <a:pt x="5783" y="13177"/>
                    <a:pt x="5808" y="13119"/>
                  </a:cubicBezTo>
                  <a:cubicBezTo>
                    <a:pt x="5808" y="13111"/>
                    <a:pt x="5808" y="13111"/>
                    <a:pt x="5808" y="13103"/>
                  </a:cubicBezTo>
                  <a:cubicBezTo>
                    <a:pt x="5899" y="13003"/>
                    <a:pt x="5990" y="12904"/>
                    <a:pt x="6090" y="12813"/>
                  </a:cubicBezTo>
                  <a:lnTo>
                    <a:pt x="6090" y="12813"/>
                  </a:lnTo>
                  <a:cubicBezTo>
                    <a:pt x="6048" y="12912"/>
                    <a:pt x="6032" y="13020"/>
                    <a:pt x="6015" y="13128"/>
                  </a:cubicBezTo>
                  <a:cubicBezTo>
                    <a:pt x="5999" y="13252"/>
                    <a:pt x="5990" y="13385"/>
                    <a:pt x="5990" y="13509"/>
                  </a:cubicBezTo>
                  <a:cubicBezTo>
                    <a:pt x="5990" y="13575"/>
                    <a:pt x="5999" y="13641"/>
                    <a:pt x="6015" y="13708"/>
                  </a:cubicBezTo>
                  <a:cubicBezTo>
                    <a:pt x="6024" y="13766"/>
                    <a:pt x="6040" y="13840"/>
                    <a:pt x="6073" y="13882"/>
                  </a:cubicBezTo>
                  <a:cubicBezTo>
                    <a:pt x="6085" y="13893"/>
                    <a:pt x="6100" y="13899"/>
                    <a:pt x="6114" y="13899"/>
                  </a:cubicBezTo>
                  <a:cubicBezTo>
                    <a:pt x="6130" y="13899"/>
                    <a:pt x="6143" y="13891"/>
                    <a:pt x="6148" y="13873"/>
                  </a:cubicBezTo>
                  <a:cubicBezTo>
                    <a:pt x="6173" y="13824"/>
                    <a:pt x="6164" y="13766"/>
                    <a:pt x="6164" y="13708"/>
                  </a:cubicBezTo>
                  <a:cubicBezTo>
                    <a:pt x="6164" y="13658"/>
                    <a:pt x="6164" y="13608"/>
                    <a:pt x="6156" y="13559"/>
                  </a:cubicBezTo>
                  <a:cubicBezTo>
                    <a:pt x="6156" y="13434"/>
                    <a:pt x="6156" y="13318"/>
                    <a:pt x="6164" y="13202"/>
                  </a:cubicBezTo>
                  <a:cubicBezTo>
                    <a:pt x="6181" y="13095"/>
                    <a:pt x="6198" y="12995"/>
                    <a:pt x="6222" y="12887"/>
                  </a:cubicBezTo>
                  <a:cubicBezTo>
                    <a:pt x="6231" y="12838"/>
                    <a:pt x="6247" y="12788"/>
                    <a:pt x="6272" y="12738"/>
                  </a:cubicBezTo>
                  <a:close/>
                  <a:moveTo>
                    <a:pt x="5286" y="13882"/>
                  </a:moveTo>
                  <a:lnTo>
                    <a:pt x="5286" y="13882"/>
                  </a:lnTo>
                  <a:cubicBezTo>
                    <a:pt x="5261" y="14155"/>
                    <a:pt x="5295" y="14428"/>
                    <a:pt x="5328" y="14702"/>
                  </a:cubicBezTo>
                  <a:cubicBezTo>
                    <a:pt x="5377" y="15033"/>
                    <a:pt x="5444" y="15365"/>
                    <a:pt x="5535" y="15696"/>
                  </a:cubicBezTo>
                  <a:cubicBezTo>
                    <a:pt x="5626" y="16044"/>
                    <a:pt x="5734" y="16392"/>
                    <a:pt x="5866" y="16732"/>
                  </a:cubicBezTo>
                  <a:cubicBezTo>
                    <a:pt x="5825" y="16757"/>
                    <a:pt x="5808" y="16823"/>
                    <a:pt x="5858" y="16848"/>
                  </a:cubicBezTo>
                  <a:cubicBezTo>
                    <a:pt x="6131" y="17014"/>
                    <a:pt x="6338" y="17254"/>
                    <a:pt x="6554" y="17486"/>
                  </a:cubicBezTo>
                  <a:cubicBezTo>
                    <a:pt x="6778" y="17734"/>
                    <a:pt x="7018" y="17958"/>
                    <a:pt x="7308" y="18124"/>
                  </a:cubicBezTo>
                  <a:cubicBezTo>
                    <a:pt x="7938" y="18488"/>
                    <a:pt x="8675" y="18571"/>
                    <a:pt x="9388" y="18580"/>
                  </a:cubicBezTo>
                  <a:cubicBezTo>
                    <a:pt x="9490" y="18582"/>
                    <a:pt x="9592" y="18583"/>
                    <a:pt x="9694" y="18583"/>
                  </a:cubicBezTo>
                  <a:cubicBezTo>
                    <a:pt x="9972" y="18583"/>
                    <a:pt x="10250" y="18575"/>
                    <a:pt x="10523" y="18563"/>
                  </a:cubicBezTo>
                  <a:cubicBezTo>
                    <a:pt x="10887" y="18546"/>
                    <a:pt x="11260" y="18522"/>
                    <a:pt x="11616" y="18455"/>
                  </a:cubicBezTo>
                  <a:cubicBezTo>
                    <a:pt x="11964" y="18381"/>
                    <a:pt x="12304" y="18273"/>
                    <a:pt x="12611" y="18099"/>
                  </a:cubicBezTo>
                  <a:cubicBezTo>
                    <a:pt x="12934" y="17908"/>
                    <a:pt x="13207" y="17643"/>
                    <a:pt x="13472" y="17386"/>
                  </a:cubicBezTo>
                  <a:cubicBezTo>
                    <a:pt x="13638" y="17221"/>
                    <a:pt x="13804" y="17063"/>
                    <a:pt x="13969" y="16906"/>
                  </a:cubicBezTo>
                  <a:cubicBezTo>
                    <a:pt x="14119" y="16757"/>
                    <a:pt x="14276" y="16616"/>
                    <a:pt x="14417" y="16458"/>
                  </a:cubicBezTo>
                  <a:cubicBezTo>
                    <a:pt x="14442" y="16425"/>
                    <a:pt x="14475" y="16384"/>
                    <a:pt x="14500" y="16351"/>
                  </a:cubicBezTo>
                  <a:lnTo>
                    <a:pt x="14500" y="16351"/>
                  </a:lnTo>
                  <a:cubicBezTo>
                    <a:pt x="14483" y="16566"/>
                    <a:pt x="14442" y="16782"/>
                    <a:pt x="14417" y="16980"/>
                  </a:cubicBezTo>
                  <a:lnTo>
                    <a:pt x="14425" y="16989"/>
                  </a:lnTo>
                  <a:cubicBezTo>
                    <a:pt x="14392" y="17237"/>
                    <a:pt x="14367" y="17494"/>
                    <a:pt x="14342" y="17751"/>
                  </a:cubicBezTo>
                  <a:cubicBezTo>
                    <a:pt x="14317" y="17983"/>
                    <a:pt x="14309" y="18232"/>
                    <a:pt x="14218" y="18447"/>
                  </a:cubicBezTo>
                  <a:cubicBezTo>
                    <a:pt x="14069" y="18803"/>
                    <a:pt x="13746" y="18994"/>
                    <a:pt x="13398" y="19118"/>
                  </a:cubicBezTo>
                  <a:cubicBezTo>
                    <a:pt x="12967" y="19267"/>
                    <a:pt x="12519" y="19367"/>
                    <a:pt x="12072" y="19416"/>
                  </a:cubicBezTo>
                  <a:cubicBezTo>
                    <a:pt x="11693" y="19462"/>
                    <a:pt x="11311" y="19484"/>
                    <a:pt x="10927" y="19484"/>
                  </a:cubicBezTo>
                  <a:cubicBezTo>
                    <a:pt x="10346" y="19484"/>
                    <a:pt x="9763" y="19435"/>
                    <a:pt x="9189" y="19350"/>
                  </a:cubicBezTo>
                  <a:cubicBezTo>
                    <a:pt x="8708" y="19275"/>
                    <a:pt x="8228" y="19184"/>
                    <a:pt x="7755" y="19077"/>
                  </a:cubicBezTo>
                  <a:cubicBezTo>
                    <a:pt x="7275" y="18969"/>
                    <a:pt x="6811" y="18836"/>
                    <a:pt x="6355" y="18638"/>
                  </a:cubicBezTo>
                  <a:cubicBezTo>
                    <a:pt x="5841" y="18414"/>
                    <a:pt x="5336" y="18165"/>
                    <a:pt x="4831" y="17925"/>
                  </a:cubicBezTo>
                  <a:cubicBezTo>
                    <a:pt x="4532" y="17784"/>
                    <a:pt x="4193" y="17660"/>
                    <a:pt x="3936" y="17444"/>
                  </a:cubicBezTo>
                  <a:lnTo>
                    <a:pt x="3936" y="17436"/>
                  </a:lnTo>
                  <a:cubicBezTo>
                    <a:pt x="3944" y="17345"/>
                    <a:pt x="3894" y="17262"/>
                    <a:pt x="3853" y="17179"/>
                  </a:cubicBezTo>
                  <a:cubicBezTo>
                    <a:pt x="3811" y="17096"/>
                    <a:pt x="3778" y="17014"/>
                    <a:pt x="3762" y="16922"/>
                  </a:cubicBezTo>
                  <a:cubicBezTo>
                    <a:pt x="3729" y="16757"/>
                    <a:pt x="3737" y="16574"/>
                    <a:pt x="3787" y="16400"/>
                  </a:cubicBezTo>
                  <a:cubicBezTo>
                    <a:pt x="3894" y="15978"/>
                    <a:pt x="4159" y="15588"/>
                    <a:pt x="4375" y="15207"/>
                  </a:cubicBezTo>
                  <a:cubicBezTo>
                    <a:pt x="4599" y="14818"/>
                    <a:pt x="4814" y="14420"/>
                    <a:pt x="5104" y="14080"/>
                  </a:cubicBezTo>
                  <a:cubicBezTo>
                    <a:pt x="5162" y="14014"/>
                    <a:pt x="5228" y="13948"/>
                    <a:pt x="5286" y="13882"/>
                  </a:cubicBezTo>
                  <a:close/>
                  <a:moveTo>
                    <a:pt x="12604" y="0"/>
                  </a:moveTo>
                  <a:cubicBezTo>
                    <a:pt x="12517" y="0"/>
                    <a:pt x="12429" y="13"/>
                    <a:pt x="12345" y="45"/>
                  </a:cubicBezTo>
                  <a:cubicBezTo>
                    <a:pt x="12221" y="103"/>
                    <a:pt x="12113" y="194"/>
                    <a:pt x="12039" y="310"/>
                  </a:cubicBezTo>
                  <a:cubicBezTo>
                    <a:pt x="11865" y="583"/>
                    <a:pt x="11823" y="907"/>
                    <a:pt x="11782" y="1213"/>
                  </a:cubicBezTo>
                  <a:cubicBezTo>
                    <a:pt x="11724" y="1677"/>
                    <a:pt x="11666" y="2149"/>
                    <a:pt x="11633" y="2613"/>
                  </a:cubicBezTo>
                  <a:cubicBezTo>
                    <a:pt x="11616" y="2845"/>
                    <a:pt x="11600" y="3077"/>
                    <a:pt x="11583" y="3309"/>
                  </a:cubicBezTo>
                  <a:cubicBezTo>
                    <a:pt x="11575" y="3541"/>
                    <a:pt x="11558" y="3782"/>
                    <a:pt x="11575" y="4014"/>
                  </a:cubicBezTo>
                  <a:cubicBezTo>
                    <a:pt x="11575" y="4030"/>
                    <a:pt x="11575" y="4038"/>
                    <a:pt x="11583" y="4047"/>
                  </a:cubicBezTo>
                  <a:cubicBezTo>
                    <a:pt x="11318" y="4072"/>
                    <a:pt x="11061" y="4179"/>
                    <a:pt x="10821" y="4287"/>
                  </a:cubicBezTo>
                  <a:cubicBezTo>
                    <a:pt x="10630" y="4378"/>
                    <a:pt x="10432" y="4478"/>
                    <a:pt x="10224" y="4527"/>
                  </a:cubicBezTo>
                  <a:cubicBezTo>
                    <a:pt x="10042" y="4577"/>
                    <a:pt x="9852" y="4602"/>
                    <a:pt x="9661" y="4660"/>
                  </a:cubicBezTo>
                  <a:cubicBezTo>
                    <a:pt x="9479" y="4710"/>
                    <a:pt x="9338" y="4809"/>
                    <a:pt x="9197" y="4942"/>
                  </a:cubicBezTo>
                  <a:cubicBezTo>
                    <a:pt x="9139" y="5000"/>
                    <a:pt x="9081" y="5066"/>
                    <a:pt x="8998" y="5099"/>
                  </a:cubicBezTo>
                  <a:cubicBezTo>
                    <a:pt x="8899" y="5140"/>
                    <a:pt x="8774" y="5140"/>
                    <a:pt x="8675" y="5149"/>
                  </a:cubicBezTo>
                  <a:cubicBezTo>
                    <a:pt x="8327" y="5190"/>
                    <a:pt x="8045" y="5414"/>
                    <a:pt x="7722" y="5530"/>
                  </a:cubicBezTo>
                  <a:cubicBezTo>
                    <a:pt x="7643" y="5551"/>
                    <a:pt x="7571" y="5573"/>
                    <a:pt x="7493" y="5573"/>
                  </a:cubicBezTo>
                  <a:cubicBezTo>
                    <a:pt x="7481" y="5573"/>
                    <a:pt x="7469" y="5572"/>
                    <a:pt x="7457" y="5571"/>
                  </a:cubicBezTo>
                  <a:cubicBezTo>
                    <a:pt x="7341" y="5563"/>
                    <a:pt x="7233" y="5522"/>
                    <a:pt x="7117" y="5505"/>
                  </a:cubicBezTo>
                  <a:cubicBezTo>
                    <a:pt x="7092" y="5497"/>
                    <a:pt x="7059" y="5497"/>
                    <a:pt x="7026" y="5497"/>
                  </a:cubicBezTo>
                  <a:cubicBezTo>
                    <a:pt x="7026" y="5480"/>
                    <a:pt x="7034" y="5464"/>
                    <a:pt x="7026" y="5455"/>
                  </a:cubicBezTo>
                  <a:cubicBezTo>
                    <a:pt x="7026" y="5439"/>
                    <a:pt x="7026" y="5422"/>
                    <a:pt x="7026" y="5406"/>
                  </a:cubicBezTo>
                  <a:cubicBezTo>
                    <a:pt x="7026" y="5397"/>
                    <a:pt x="7018" y="5389"/>
                    <a:pt x="7010" y="5389"/>
                  </a:cubicBezTo>
                  <a:cubicBezTo>
                    <a:pt x="6993" y="5389"/>
                    <a:pt x="6985" y="5389"/>
                    <a:pt x="6976" y="5406"/>
                  </a:cubicBezTo>
                  <a:cubicBezTo>
                    <a:pt x="6968" y="5414"/>
                    <a:pt x="6960" y="5430"/>
                    <a:pt x="6960" y="5447"/>
                  </a:cubicBezTo>
                  <a:cubicBezTo>
                    <a:pt x="6952" y="5455"/>
                    <a:pt x="6952" y="5464"/>
                    <a:pt x="6952" y="5472"/>
                  </a:cubicBezTo>
                  <a:cubicBezTo>
                    <a:pt x="6952" y="5480"/>
                    <a:pt x="6943" y="5488"/>
                    <a:pt x="6943" y="5488"/>
                  </a:cubicBezTo>
                  <a:cubicBezTo>
                    <a:pt x="6943" y="5497"/>
                    <a:pt x="6943" y="5505"/>
                    <a:pt x="6943" y="5513"/>
                  </a:cubicBezTo>
                  <a:cubicBezTo>
                    <a:pt x="6902" y="5522"/>
                    <a:pt x="6860" y="5530"/>
                    <a:pt x="6827" y="5555"/>
                  </a:cubicBezTo>
                  <a:cubicBezTo>
                    <a:pt x="6827" y="5530"/>
                    <a:pt x="6819" y="5513"/>
                    <a:pt x="6819" y="5488"/>
                  </a:cubicBezTo>
                  <a:cubicBezTo>
                    <a:pt x="6811" y="5472"/>
                    <a:pt x="6811" y="5464"/>
                    <a:pt x="6802" y="5447"/>
                  </a:cubicBezTo>
                  <a:lnTo>
                    <a:pt x="6786" y="5414"/>
                  </a:lnTo>
                  <a:cubicBezTo>
                    <a:pt x="6779" y="5400"/>
                    <a:pt x="6761" y="5387"/>
                    <a:pt x="6746" y="5387"/>
                  </a:cubicBezTo>
                  <a:cubicBezTo>
                    <a:pt x="6743" y="5387"/>
                    <a:pt x="6739" y="5388"/>
                    <a:pt x="6736" y="5389"/>
                  </a:cubicBezTo>
                  <a:cubicBezTo>
                    <a:pt x="6728" y="5389"/>
                    <a:pt x="6728" y="5389"/>
                    <a:pt x="6720" y="5397"/>
                  </a:cubicBezTo>
                  <a:cubicBezTo>
                    <a:pt x="6570" y="5124"/>
                    <a:pt x="6372" y="4867"/>
                    <a:pt x="6156" y="4643"/>
                  </a:cubicBezTo>
                  <a:cubicBezTo>
                    <a:pt x="5966" y="4453"/>
                    <a:pt x="5767" y="4270"/>
                    <a:pt x="5551" y="4105"/>
                  </a:cubicBezTo>
                  <a:cubicBezTo>
                    <a:pt x="5319" y="3922"/>
                    <a:pt x="5079" y="3765"/>
                    <a:pt x="4806" y="3657"/>
                  </a:cubicBezTo>
                  <a:cubicBezTo>
                    <a:pt x="4524" y="3558"/>
                    <a:pt x="4234" y="3492"/>
                    <a:pt x="3944" y="3425"/>
                  </a:cubicBezTo>
                  <a:cubicBezTo>
                    <a:pt x="3646" y="3359"/>
                    <a:pt x="3347" y="3309"/>
                    <a:pt x="3041" y="3276"/>
                  </a:cubicBezTo>
                  <a:cubicBezTo>
                    <a:pt x="2688" y="3233"/>
                    <a:pt x="2335" y="3212"/>
                    <a:pt x="1980" y="3212"/>
                  </a:cubicBezTo>
                  <a:cubicBezTo>
                    <a:pt x="1727" y="3212"/>
                    <a:pt x="1473" y="3222"/>
                    <a:pt x="1218" y="3243"/>
                  </a:cubicBezTo>
                  <a:cubicBezTo>
                    <a:pt x="936" y="3260"/>
                    <a:pt x="638" y="3301"/>
                    <a:pt x="389" y="3459"/>
                  </a:cubicBezTo>
                  <a:cubicBezTo>
                    <a:pt x="182" y="3591"/>
                    <a:pt x="25" y="3806"/>
                    <a:pt x="17" y="4055"/>
                  </a:cubicBezTo>
                  <a:cubicBezTo>
                    <a:pt x="0" y="4345"/>
                    <a:pt x="141" y="4627"/>
                    <a:pt x="257" y="4875"/>
                  </a:cubicBezTo>
                  <a:cubicBezTo>
                    <a:pt x="389" y="5157"/>
                    <a:pt x="539" y="5422"/>
                    <a:pt x="696" y="5687"/>
                  </a:cubicBezTo>
                  <a:cubicBezTo>
                    <a:pt x="853" y="5944"/>
                    <a:pt x="1019" y="6201"/>
                    <a:pt x="1201" y="6441"/>
                  </a:cubicBezTo>
                  <a:cubicBezTo>
                    <a:pt x="1293" y="6574"/>
                    <a:pt x="1384" y="6698"/>
                    <a:pt x="1467" y="6831"/>
                  </a:cubicBezTo>
                  <a:cubicBezTo>
                    <a:pt x="1549" y="6963"/>
                    <a:pt x="1624" y="7104"/>
                    <a:pt x="1690" y="7245"/>
                  </a:cubicBezTo>
                  <a:cubicBezTo>
                    <a:pt x="1955" y="7817"/>
                    <a:pt x="2237" y="8380"/>
                    <a:pt x="2544" y="8935"/>
                  </a:cubicBezTo>
                  <a:cubicBezTo>
                    <a:pt x="2685" y="9184"/>
                    <a:pt x="2809" y="9474"/>
                    <a:pt x="3008" y="9689"/>
                  </a:cubicBezTo>
                  <a:cubicBezTo>
                    <a:pt x="3091" y="9772"/>
                    <a:pt x="3215" y="9847"/>
                    <a:pt x="3273" y="9954"/>
                  </a:cubicBezTo>
                  <a:cubicBezTo>
                    <a:pt x="3298" y="10012"/>
                    <a:pt x="3289" y="10087"/>
                    <a:pt x="3306" y="10145"/>
                  </a:cubicBezTo>
                  <a:cubicBezTo>
                    <a:pt x="3323" y="10211"/>
                    <a:pt x="3356" y="10269"/>
                    <a:pt x="3405" y="10319"/>
                  </a:cubicBezTo>
                  <a:cubicBezTo>
                    <a:pt x="3588" y="10501"/>
                    <a:pt x="3845" y="10617"/>
                    <a:pt x="4093" y="10683"/>
                  </a:cubicBezTo>
                  <a:cubicBezTo>
                    <a:pt x="4325" y="10750"/>
                    <a:pt x="4565" y="10733"/>
                    <a:pt x="4797" y="10758"/>
                  </a:cubicBezTo>
                  <a:cubicBezTo>
                    <a:pt x="4789" y="10775"/>
                    <a:pt x="4781" y="10783"/>
                    <a:pt x="4773" y="10799"/>
                  </a:cubicBezTo>
                  <a:cubicBezTo>
                    <a:pt x="4773" y="10808"/>
                    <a:pt x="4764" y="10824"/>
                    <a:pt x="4764" y="10833"/>
                  </a:cubicBezTo>
                  <a:cubicBezTo>
                    <a:pt x="4756" y="10849"/>
                    <a:pt x="4756" y="10866"/>
                    <a:pt x="4756" y="10882"/>
                  </a:cubicBezTo>
                  <a:cubicBezTo>
                    <a:pt x="4756" y="10882"/>
                    <a:pt x="4756" y="10891"/>
                    <a:pt x="4756" y="10899"/>
                  </a:cubicBezTo>
                  <a:cubicBezTo>
                    <a:pt x="4764" y="10915"/>
                    <a:pt x="4773" y="10932"/>
                    <a:pt x="4789" y="10940"/>
                  </a:cubicBezTo>
                  <a:cubicBezTo>
                    <a:pt x="4794" y="10943"/>
                    <a:pt x="4800" y="10944"/>
                    <a:pt x="4805" y="10944"/>
                  </a:cubicBezTo>
                  <a:cubicBezTo>
                    <a:pt x="4819" y="10944"/>
                    <a:pt x="4833" y="10938"/>
                    <a:pt x="4839" y="10932"/>
                  </a:cubicBezTo>
                  <a:lnTo>
                    <a:pt x="4855" y="10915"/>
                  </a:lnTo>
                  <a:cubicBezTo>
                    <a:pt x="4864" y="10915"/>
                    <a:pt x="4864" y="10907"/>
                    <a:pt x="4872" y="10907"/>
                  </a:cubicBezTo>
                  <a:cubicBezTo>
                    <a:pt x="4872" y="10899"/>
                    <a:pt x="4880" y="10891"/>
                    <a:pt x="4880" y="10882"/>
                  </a:cubicBezTo>
                  <a:cubicBezTo>
                    <a:pt x="4889" y="10874"/>
                    <a:pt x="4897" y="10866"/>
                    <a:pt x="4897" y="10849"/>
                  </a:cubicBezTo>
                  <a:cubicBezTo>
                    <a:pt x="4913" y="10824"/>
                    <a:pt x="4930" y="10799"/>
                    <a:pt x="4955" y="10775"/>
                  </a:cubicBezTo>
                  <a:cubicBezTo>
                    <a:pt x="5029" y="10791"/>
                    <a:pt x="5096" y="10808"/>
                    <a:pt x="5170" y="10833"/>
                  </a:cubicBezTo>
                  <a:cubicBezTo>
                    <a:pt x="5195" y="10957"/>
                    <a:pt x="5245" y="11073"/>
                    <a:pt x="5286" y="11189"/>
                  </a:cubicBezTo>
                  <a:cubicBezTo>
                    <a:pt x="5377" y="11421"/>
                    <a:pt x="5469" y="11661"/>
                    <a:pt x="5576" y="11893"/>
                  </a:cubicBezTo>
                  <a:cubicBezTo>
                    <a:pt x="5659" y="12084"/>
                    <a:pt x="5767" y="12274"/>
                    <a:pt x="5932" y="12399"/>
                  </a:cubicBezTo>
                  <a:cubicBezTo>
                    <a:pt x="6007" y="12448"/>
                    <a:pt x="6082" y="12490"/>
                    <a:pt x="6164" y="12523"/>
                  </a:cubicBezTo>
                  <a:cubicBezTo>
                    <a:pt x="5974" y="12655"/>
                    <a:pt x="5800" y="12821"/>
                    <a:pt x="5651" y="13003"/>
                  </a:cubicBezTo>
                  <a:cubicBezTo>
                    <a:pt x="5585" y="13078"/>
                    <a:pt x="5535" y="13161"/>
                    <a:pt x="5485" y="13244"/>
                  </a:cubicBezTo>
                  <a:cubicBezTo>
                    <a:pt x="5319" y="13434"/>
                    <a:pt x="5154" y="13608"/>
                    <a:pt x="4988" y="13790"/>
                  </a:cubicBezTo>
                  <a:cubicBezTo>
                    <a:pt x="4748" y="14064"/>
                    <a:pt x="4557" y="14354"/>
                    <a:pt x="4367" y="14660"/>
                  </a:cubicBezTo>
                  <a:cubicBezTo>
                    <a:pt x="4159" y="15000"/>
                    <a:pt x="3936" y="15332"/>
                    <a:pt x="3729" y="15663"/>
                  </a:cubicBezTo>
                  <a:cubicBezTo>
                    <a:pt x="3546" y="15961"/>
                    <a:pt x="3414" y="16301"/>
                    <a:pt x="3389" y="16649"/>
                  </a:cubicBezTo>
                  <a:cubicBezTo>
                    <a:pt x="3372" y="16823"/>
                    <a:pt x="3397" y="17022"/>
                    <a:pt x="3455" y="17188"/>
                  </a:cubicBezTo>
                  <a:cubicBezTo>
                    <a:pt x="3488" y="17262"/>
                    <a:pt x="3521" y="17345"/>
                    <a:pt x="3579" y="17411"/>
                  </a:cubicBezTo>
                  <a:cubicBezTo>
                    <a:pt x="3745" y="17718"/>
                    <a:pt x="4068" y="17917"/>
                    <a:pt x="4383" y="18074"/>
                  </a:cubicBezTo>
                  <a:cubicBezTo>
                    <a:pt x="4855" y="18314"/>
                    <a:pt x="5344" y="18538"/>
                    <a:pt x="5833" y="18770"/>
                  </a:cubicBezTo>
                  <a:cubicBezTo>
                    <a:pt x="6314" y="19002"/>
                    <a:pt x="6794" y="19193"/>
                    <a:pt x="7316" y="19325"/>
                  </a:cubicBezTo>
                  <a:cubicBezTo>
                    <a:pt x="7813" y="19449"/>
                    <a:pt x="8327" y="19549"/>
                    <a:pt x="8832" y="19632"/>
                  </a:cubicBezTo>
                  <a:cubicBezTo>
                    <a:pt x="9519" y="19744"/>
                    <a:pt x="10216" y="19815"/>
                    <a:pt x="10912" y="19815"/>
                  </a:cubicBezTo>
                  <a:cubicBezTo>
                    <a:pt x="11242" y="19815"/>
                    <a:pt x="11571" y="19799"/>
                    <a:pt x="11898" y="19764"/>
                  </a:cubicBezTo>
                  <a:cubicBezTo>
                    <a:pt x="12395" y="19715"/>
                    <a:pt x="12892" y="19632"/>
                    <a:pt x="13365" y="19474"/>
                  </a:cubicBezTo>
                  <a:cubicBezTo>
                    <a:pt x="13746" y="19358"/>
                    <a:pt x="14135" y="19159"/>
                    <a:pt x="14367" y="18820"/>
                  </a:cubicBezTo>
                  <a:cubicBezTo>
                    <a:pt x="14516" y="18596"/>
                    <a:pt x="14541" y="18348"/>
                    <a:pt x="14583" y="18091"/>
                  </a:cubicBezTo>
                  <a:cubicBezTo>
                    <a:pt x="14624" y="17801"/>
                    <a:pt x="14682" y="17502"/>
                    <a:pt x="14715" y="17204"/>
                  </a:cubicBezTo>
                  <a:cubicBezTo>
                    <a:pt x="14790" y="16682"/>
                    <a:pt x="14947" y="16086"/>
                    <a:pt x="14765" y="15564"/>
                  </a:cubicBezTo>
                  <a:cubicBezTo>
                    <a:pt x="14781" y="15489"/>
                    <a:pt x="14790" y="15423"/>
                    <a:pt x="14798" y="15348"/>
                  </a:cubicBezTo>
                  <a:cubicBezTo>
                    <a:pt x="14798" y="15323"/>
                    <a:pt x="14798" y="15307"/>
                    <a:pt x="14790" y="15290"/>
                  </a:cubicBezTo>
                  <a:cubicBezTo>
                    <a:pt x="14889" y="15240"/>
                    <a:pt x="14989" y="15191"/>
                    <a:pt x="15071" y="15124"/>
                  </a:cubicBezTo>
                  <a:cubicBezTo>
                    <a:pt x="15121" y="15091"/>
                    <a:pt x="15163" y="15042"/>
                    <a:pt x="15187" y="14992"/>
                  </a:cubicBezTo>
                  <a:lnTo>
                    <a:pt x="15320" y="14992"/>
                  </a:lnTo>
                  <a:cubicBezTo>
                    <a:pt x="15660" y="14967"/>
                    <a:pt x="15999" y="14876"/>
                    <a:pt x="16306" y="14727"/>
                  </a:cubicBezTo>
                  <a:cubicBezTo>
                    <a:pt x="16571" y="14602"/>
                    <a:pt x="16770" y="14412"/>
                    <a:pt x="16836" y="14122"/>
                  </a:cubicBezTo>
                  <a:cubicBezTo>
                    <a:pt x="17126" y="13790"/>
                    <a:pt x="17400" y="13443"/>
                    <a:pt x="17656" y="13086"/>
                  </a:cubicBezTo>
                  <a:cubicBezTo>
                    <a:pt x="17797" y="12896"/>
                    <a:pt x="17922" y="12689"/>
                    <a:pt x="17930" y="12448"/>
                  </a:cubicBezTo>
                  <a:cubicBezTo>
                    <a:pt x="17930" y="12191"/>
                    <a:pt x="17830" y="11935"/>
                    <a:pt x="17756" y="11686"/>
                  </a:cubicBezTo>
                  <a:lnTo>
                    <a:pt x="17756" y="11686"/>
                  </a:lnTo>
                  <a:lnTo>
                    <a:pt x="17764" y="11694"/>
                  </a:lnTo>
                  <a:cubicBezTo>
                    <a:pt x="17698" y="11487"/>
                    <a:pt x="17632" y="11280"/>
                    <a:pt x="17557" y="11073"/>
                  </a:cubicBezTo>
                  <a:lnTo>
                    <a:pt x="17557" y="11065"/>
                  </a:lnTo>
                  <a:cubicBezTo>
                    <a:pt x="17565" y="10940"/>
                    <a:pt x="17549" y="10816"/>
                    <a:pt x="17549" y="10683"/>
                  </a:cubicBezTo>
                  <a:cubicBezTo>
                    <a:pt x="17549" y="10551"/>
                    <a:pt x="17565" y="10410"/>
                    <a:pt x="17582" y="10277"/>
                  </a:cubicBezTo>
                  <a:cubicBezTo>
                    <a:pt x="17623" y="10021"/>
                    <a:pt x="17706" y="9764"/>
                    <a:pt x="17764" y="9507"/>
                  </a:cubicBezTo>
                  <a:cubicBezTo>
                    <a:pt x="17830" y="9267"/>
                    <a:pt x="17847" y="9010"/>
                    <a:pt x="17756" y="8769"/>
                  </a:cubicBezTo>
                  <a:cubicBezTo>
                    <a:pt x="17665" y="8538"/>
                    <a:pt x="17474" y="8339"/>
                    <a:pt x="17308" y="8148"/>
                  </a:cubicBezTo>
                  <a:cubicBezTo>
                    <a:pt x="17209" y="8024"/>
                    <a:pt x="17101" y="7908"/>
                    <a:pt x="16994" y="7784"/>
                  </a:cubicBezTo>
                  <a:cubicBezTo>
                    <a:pt x="16944" y="7726"/>
                    <a:pt x="16894" y="7668"/>
                    <a:pt x="16836" y="7601"/>
                  </a:cubicBezTo>
                  <a:cubicBezTo>
                    <a:pt x="16820" y="7585"/>
                    <a:pt x="16803" y="7568"/>
                    <a:pt x="16786" y="7543"/>
                  </a:cubicBezTo>
                  <a:cubicBezTo>
                    <a:pt x="16762" y="7494"/>
                    <a:pt x="16745" y="7436"/>
                    <a:pt x="16728" y="7378"/>
                  </a:cubicBezTo>
                  <a:cubicBezTo>
                    <a:pt x="16778" y="7353"/>
                    <a:pt x="16803" y="7286"/>
                    <a:pt x="16753" y="7228"/>
                  </a:cubicBezTo>
                  <a:cubicBezTo>
                    <a:pt x="16728" y="7204"/>
                    <a:pt x="16704" y="7179"/>
                    <a:pt x="16679" y="7146"/>
                  </a:cubicBezTo>
                  <a:cubicBezTo>
                    <a:pt x="16679" y="7121"/>
                    <a:pt x="16670" y="7104"/>
                    <a:pt x="16670" y="7079"/>
                  </a:cubicBezTo>
                  <a:cubicBezTo>
                    <a:pt x="16670" y="7052"/>
                    <a:pt x="16648" y="7036"/>
                    <a:pt x="16621" y="7036"/>
                  </a:cubicBezTo>
                  <a:cubicBezTo>
                    <a:pt x="16616" y="7036"/>
                    <a:pt x="16610" y="7036"/>
                    <a:pt x="16604" y="7038"/>
                  </a:cubicBezTo>
                  <a:cubicBezTo>
                    <a:pt x="16588" y="7005"/>
                    <a:pt x="16579" y="6972"/>
                    <a:pt x="16571" y="6938"/>
                  </a:cubicBezTo>
                  <a:cubicBezTo>
                    <a:pt x="16563" y="6814"/>
                    <a:pt x="16588" y="6690"/>
                    <a:pt x="16563" y="6566"/>
                  </a:cubicBezTo>
                  <a:cubicBezTo>
                    <a:pt x="16521" y="6342"/>
                    <a:pt x="16414" y="6151"/>
                    <a:pt x="16256" y="6002"/>
                  </a:cubicBezTo>
                  <a:cubicBezTo>
                    <a:pt x="16115" y="5870"/>
                    <a:pt x="15958" y="5762"/>
                    <a:pt x="15801" y="5662"/>
                  </a:cubicBezTo>
                  <a:cubicBezTo>
                    <a:pt x="15693" y="5588"/>
                    <a:pt x="15585" y="5522"/>
                    <a:pt x="15494" y="5430"/>
                  </a:cubicBezTo>
                  <a:cubicBezTo>
                    <a:pt x="15527" y="5381"/>
                    <a:pt x="15527" y="5323"/>
                    <a:pt x="15477" y="5281"/>
                  </a:cubicBezTo>
                  <a:cubicBezTo>
                    <a:pt x="15229" y="5074"/>
                    <a:pt x="15187" y="4726"/>
                    <a:pt x="15163" y="4420"/>
                  </a:cubicBezTo>
                  <a:cubicBezTo>
                    <a:pt x="15138" y="4063"/>
                    <a:pt x="15121" y="3707"/>
                    <a:pt x="15071" y="3351"/>
                  </a:cubicBezTo>
                  <a:cubicBezTo>
                    <a:pt x="14964" y="2638"/>
                    <a:pt x="14757" y="1934"/>
                    <a:pt x="14392" y="1304"/>
                  </a:cubicBezTo>
                  <a:cubicBezTo>
                    <a:pt x="14052" y="741"/>
                    <a:pt x="13555" y="177"/>
                    <a:pt x="12884" y="37"/>
                  </a:cubicBezTo>
                  <a:cubicBezTo>
                    <a:pt x="12794" y="15"/>
                    <a:pt x="12699" y="0"/>
                    <a:pt x="12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26"/>
            <p:cNvSpPr/>
            <p:nvPr/>
          </p:nvSpPr>
          <p:spPr>
            <a:xfrm>
              <a:off x="6643725" y="4303500"/>
              <a:ext cx="48750" cy="81000"/>
            </a:xfrm>
            <a:custGeom>
              <a:rect b="b" l="l" r="r" t="t"/>
              <a:pathLst>
                <a:path extrusionOk="0" h="3240" w="1950">
                  <a:moveTo>
                    <a:pt x="1894" y="0"/>
                  </a:moveTo>
                  <a:cubicBezTo>
                    <a:pt x="1891" y="0"/>
                    <a:pt x="1888" y="0"/>
                    <a:pt x="1886" y="1"/>
                  </a:cubicBezTo>
                  <a:cubicBezTo>
                    <a:pt x="1397" y="17"/>
                    <a:pt x="1007" y="365"/>
                    <a:pt x="742" y="755"/>
                  </a:cubicBezTo>
                  <a:cubicBezTo>
                    <a:pt x="452" y="1194"/>
                    <a:pt x="311" y="1716"/>
                    <a:pt x="195" y="2230"/>
                  </a:cubicBezTo>
                  <a:cubicBezTo>
                    <a:pt x="121" y="2553"/>
                    <a:pt x="71" y="2876"/>
                    <a:pt x="5" y="3207"/>
                  </a:cubicBezTo>
                  <a:cubicBezTo>
                    <a:pt x="0" y="3229"/>
                    <a:pt x="15" y="3240"/>
                    <a:pt x="30" y="3240"/>
                  </a:cubicBezTo>
                  <a:cubicBezTo>
                    <a:pt x="44" y="3240"/>
                    <a:pt x="59" y="3231"/>
                    <a:pt x="63" y="3216"/>
                  </a:cubicBezTo>
                  <a:cubicBezTo>
                    <a:pt x="137" y="2942"/>
                    <a:pt x="229" y="2669"/>
                    <a:pt x="303" y="2395"/>
                  </a:cubicBezTo>
                  <a:cubicBezTo>
                    <a:pt x="369" y="2147"/>
                    <a:pt x="436" y="1898"/>
                    <a:pt x="527" y="1658"/>
                  </a:cubicBezTo>
                  <a:cubicBezTo>
                    <a:pt x="693" y="1219"/>
                    <a:pt x="908" y="796"/>
                    <a:pt x="1272" y="481"/>
                  </a:cubicBezTo>
                  <a:cubicBezTo>
                    <a:pt x="1463" y="316"/>
                    <a:pt x="1678" y="175"/>
                    <a:pt x="1910" y="75"/>
                  </a:cubicBezTo>
                  <a:cubicBezTo>
                    <a:pt x="1949" y="52"/>
                    <a:pt x="1930" y="0"/>
                    <a:pt x="18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26"/>
            <p:cNvSpPr/>
            <p:nvPr/>
          </p:nvSpPr>
          <p:spPr>
            <a:xfrm>
              <a:off x="6698925" y="4293525"/>
              <a:ext cx="7225" cy="4750"/>
            </a:xfrm>
            <a:custGeom>
              <a:rect b="b" l="l" r="r" t="t"/>
              <a:pathLst>
                <a:path extrusionOk="0" h="190" w="289">
                  <a:moveTo>
                    <a:pt x="259" y="1"/>
                  </a:moveTo>
                  <a:cubicBezTo>
                    <a:pt x="256" y="1"/>
                    <a:pt x="253" y="1"/>
                    <a:pt x="249" y="2"/>
                  </a:cubicBezTo>
                  <a:cubicBezTo>
                    <a:pt x="233" y="11"/>
                    <a:pt x="208" y="19"/>
                    <a:pt x="191" y="27"/>
                  </a:cubicBezTo>
                  <a:cubicBezTo>
                    <a:pt x="175" y="35"/>
                    <a:pt x="150" y="52"/>
                    <a:pt x="133" y="60"/>
                  </a:cubicBezTo>
                  <a:cubicBezTo>
                    <a:pt x="92" y="85"/>
                    <a:pt x="50" y="110"/>
                    <a:pt x="17" y="135"/>
                  </a:cubicBezTo>
                  <a:cubicBezTo>
                    <a:pt x="1" y="143"/>
                    <a:pt x="1" y="168"/>
                    <a:pt x="9" y="176"/>
                  </a:cubicBezTo>
                  <a:cubicBezTo>
                    <a:pt x="14" y="186"/>
                    <a:pt x="24" y="190"/>
                    <a:pt x="36" y="190"/>
                  </a:cubicBezTo>
                  <a:cubicBezTo>
                    <a:pt x="44" y="190"/>
                    <a:pt x="52" y="188"/>
                    <a:pt x="59" y="185"/>
                  </a:cubicBezTo>
                  <a:cubicBezTo>
                    <a:pt x="92" y="160"/>
                    <a:pt x="133" y="135"/>
                    <a:pt x="166" y="110"/>
                  </a:cubicBezTo>
                  <a:lnTo>
                    <a:pt x="224" y="77"/>
                  </a:lnTo>
                  <a:cubicBezTo>
                    <a:pt x="241" y="60"/>
                    <a:pt x="258" y="52"/>
                    <a:pt x="274" y="35"/>
                  </a:cubicBezTo>
                  <a:cubicBezTo>
                    <a:pt x="288" y="21"/>
                    <a:pt x="278" y="1"/>
                    <a:pt x="2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26"/>
            <p:cNvSpPr/>
            <p:nvPr/>
          </p:nvSpPr>
          <p:spPr>
            <a:xfrm>
              <a:off x="6609025" y="4310750"/>
              <a:ext cx="23650" cy="26075"/>
            </a:xfrm>
            <a:custGeom>
              <a:rect b="b" l="l" r="r" t="t"/>
              <a:pathLst>
                <a:path extrusionOk="0" h="1043" w="946">
                  <a:moveTo>
                    <a:pt x="432" y="1"/>
                  </a:moveTo>
                  <a:cubicBezTo>
                    <a:pt x="341" y="1"/>
                    <a:pt x="258" y="26"/>
                    <a:pt x="183" y="75"/>
                  </a:cubicBezTo>
                  <a:cubicBezTo>
                    <a:pt x="109" y="125"/>
                    <a:pt x="67" y="216"/>
                    <a:pt x="42" y="307"/>
                  </a:cubicBezTo>
                  <a:cubicBezTo>
                    <a:pt x="1" y="481"/>
                    <a:pt x="34" y="680"/>
                    <a:pt x="125" y="829"/>
                  </a:cubicBezTo>
                  <a:cubicBezTo>
                    <a:pt x="197" y="952"/>
                    <a:pt x="344" y="1043"/>
                    <a:pt x="496" y="1043"/>
                  </a:cubicBezTo>
                  <a:cubicBezTo>
                    <a:pt x="519" y="1043"/>
                    <a:pt x="541" y="1041"/>
                    <a:pt x="564" y="1037"/>
                  </a:cubicBezTo>
                  <a:cubicBezTo>
                    <a:pt x="863" y="987"/>
                    <a:pt x="945" y="614"/>
                    <a:pt x="829" y="357"/>
                  </a:cubicBezTo>
                  <a:cubicBezTo>
                    <a:pt x="829" y="341"/>
                    <a:pt x="821" y="324"/>
                    <a:pt x="821" y="307"/>
                  </a:cubicBezTo>
                  <a:lnTo>
                    <a:pt x="813" y="291"/>
                  </a:lnTo>
                  <a:cubicBezTo>
                    <a:pt x="796" y="233"/>
                    <a:pt x="763" y="183"/>
                    <a:pt x="713" y="142"/>
                  </a:cubicBezTo>
                  <a:cubicBezTo>
                    <a:pt x="639" y="59"/>
                    <a:pt x="539" y="9"/>
                    <a:pt x="4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26"/>
            <p:cNvSpPr/>
            <p:nvPr/>
          </p:nvSpPr>
          <p:spPr>
            <a:xfrm>
              <a:off x="6775150" y="4262025"/>
              <a:ext cx="22000" cy="26300"/>
            </a:xfrm>
            <a:custGeom>
              <a:rect b="b" l="l" r="r" t="t"/>
              <a:pathLst>
                <a:path extrusionOk="0" h="1052" w="880">
                  <a:moveTo>
                    <a:pt x="457" y="525"/>
                  </a:moveTo>
                  <a:lnTo>
                    <a:pt x="465" y="533"/>
                  </a:lnTo>
                  <a:cubicBezTo>
                    <a:pt x="465" y="538"/>
                    <a:pt x="465" y="552"/>
                    <a:pt x="465" y="558"/>
                  </a:cubicBezTo>
                  <a:lnTo>
                    <a:pt x="465" y="566"/>
                  </a:lnTo>
                  <a:cubicBezTo>
                    <a:pt x="465" y="575"/>
                    <a:pt x="465" y="583"/>
                    <a:pt x="465" y="591"/>
                  </a:cubicBezTo>
                  <a:lnTo>
                    <a:pt x="457" y="599"/>
                  </a:lnTo>
                  <a:lnTo>
                    <a:pt x="448" y="608"/>
                  </a:lnTo>
                  <a:lnTo>
                    <a:pt x="432" y="608"/>
                  </a:lnTo>
                  <a:cubicBezTo>
                    <a:pt x="432" y="575"/>
                    <a:pt x="448" y="550"/>
                    <a:pt x="457" y="525"/>
                  </a:cubicBezTo>
                  <a:close/>
                  <a:moveTo>
                    <a:pt x="389" y="0"/>
                  </a:moveTo>
                  <a:cubicBezTo>
                    <a:pt x="358" y="0"/>
                    <a:pt x="325" y="6"/>
                    <a:pt x="291" y="19"/>
                  </a:cubicBezTo>
                  <a:cubicBezTo>
                    <a:pt x="67" y="102"/>
                    <a:pt x="1" y="384"/>
                    <a:pt x="9" y="591"/>
                  </a:cubicBezTo>
                  <a:cubicBezTo>
                    <a:pt x="17" y="815"/>
                    <a:pt x="167" y="1005"/>
                    <a:pt x="382" y="1047"/>
                  </a:cubicBezTo>
                  <a:cubicBezTo>
                    <a:pt x="400" y="1050"/>
                    <a:pt x="419" y="1051"/>
                    <a:pt x="437" y="1051"/>
                  </a:cubicBezTo>
                  <a:cubicBezTo>
                    <a:pt x="526" y="1051"/>
                    <a:pt x="610" y="1019"/>
                    <a:pt x="672" y="964"/>
                  </a:cubicBezTo>
                  <a:cubicBezTo>
                    <a:pt x="879" y="840"/>
                    <a:pt x="871" y="566"/>
                    <a:pt x="788" y="376"/>
                  </a:cubicBezTo>
                  <a:cubicBezTo>
                    <a:pt x="710" y="212"/>
                    <a:pt x="577" y="0"/>
                    <a:pt x="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26"/>
            <p:cNvSpPr/>
            <p:nvPr/>
          </p:nvSpPr>
          <p:spPr>
            <a:xfrm>
              <a:off x="6602475" y="4343050"/>
              <a:ext cx="30350" cy="8800"/>
            </a:xfrm>
            <a:custGeom>
              <a:rect b="b" l="l" r="r" t="t"/>
              <a:pathLst>
                <a:path extrusionOk="0" h="352" w="1214">
                  <a:moveTo>
                    <a:pt x="1127" y="1"/>
                  </a:moveTo>
                  <a:cubicBezTo>
                    <a:pt x="1124" y="1"/>
                    <a:pt x="1120" y="1"/>
                    <a:pt x="1116" y="1"/>
                  </a:cubicBezTo>
                  <a:cubicBezTo>
                    <a:pt x="1033" y="1"/>
                    <a:pt x="951" y="59"/>
                    <a:pt x="868" y="93"/>
                  </a:cubicBezTo>
                  <a:cubicBezTo>
                    <a:pt x="785" y="126"/>
                    <a:pt x="694" y="151"/>
                    <a:pt x="603" y="167"/>
                  </a:cubicBezTo>
                  <a:cubicBezTo>
                    <a:pt x="476" y="197"/>
                    <a:pt x="346" y="219"/>
                    <a:pt x="218" y="219"/>
                  </a:cubicBezTo>
                  <a:cubicBezTo>
                    <a:pt x="169" y="219"/>
                    <a:pt x="120" y="215"/>
                    <a:pt x="72" y="209"/>
                  </a:cubicBezTo>
                  <a:cubicBezTo>
                    <a:pt x="70" y="208"/>
                    <a:pt x="67" y="208"/>
                    <a:pt x="64" y="208"/>
                  </a:cubicBezTo>
                  <a:cubicBezTo>
                    <a:pt x="13" y="208"/>
                    <a:pt x="0" y="284"/>
                    <a:pt x="47" y="300"/>
                  </a:cubicBezTo>
                  <a:cubicBezTo>
                    <a:pt x="139" y="337"/>
                    <a:pt x="234" y="352"/>
                    <a:pt x="330" y="352"/>
                  </a:cubicBezTo>
                  <a:cubicBezTo>
                    <a:pt x="426" y="352"/>
                    <a:pt x="524" y="337"/>
                    <a:pt x="619" y="316"/>
                  </a:cubicBezTo>
                  <a:cubicBezTo>
                    <a:pt x="719" y="300"/>
                    <a:pt x="818" y="275"/>
                    <a:pt x="909" y="242"/>
                  </a:cubicBezTo>
                  <a:cubicBezTo>
                    <a:pt x="1000" y="209"/>
                    <a:pt x="1116" y="175"/>
                    <a:pt x="1183" y="101"/>
                  </a:cubicBezTo>
                  <a:cubicBezTo>
                    <a:pt x="1214" y="54"/>
                    <a:pt x="1179" y="1"/>
                    <a:pt x="11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26"/>
            <p:cNvSpPr/>
            <p:nvPr/>
          </p:nvSpPr>
          <p:spPr>
            <a:xfrm>
              <a:off x="6608825" y="4355300"/>
              <a:ext cx="10175" cy="5400"/>
            </a:xfrm>
            <a:custGeom>
              <a:rect b="b" l="l" r="r" t="t"/>
              <a:pathLst>
                <a:path extrusionOk="0" h="216" w="407">
                  <a:moveTo>
                    <a:pt x="357" y="0"/>
                  </a:moveTo>
                  <a:cubicBezTo>
                    <a:pt x="332" y="9"/>
                    <a:pt x="307" y="25"/>
                    <a:pt x="282" y="42"/>
                  </a:cubicBezTo>
                  <a:cubicBezTo>
                    <a:pt x="249" y="58"/>
                    <a:pt x="224" y="67"/>
                    <a:pt x="199" y="83"/>
                  </a:cubicBezTo>
                  <a:cubicBezTo>
                    <a:pt x="141" y="108"/>
                    <a:pt x="83" y="133"/>
                    <a:pt x="25" y="149"/>
                  </a:cubicBezTo>
                  <a:cubicBezTo>
                    <a:pt x="9" y="149"/>
                    <a:pt x="1" y="174"/>
                    <a:pt x="9" y="191"/>
                  </a:cubicBezTo>
                  <a:cubicBezTo>
                    <a:pt x="17" y="216"/>
                    <a:pt x="34" y="216"/>
                    <a:pt x="59" y="216"/>
                  </a:cubicBezTo>
                  <a:cubicBezTo>
                    <a:pt x="117" y="199"/>
                    <a:pt x="175" y="174"/>
                    <a:pt x="233" y="149"/>
                  </a:cubicBezTo>
                  <a:cubicBezTo>
                    <a:pt x="257" y="133"/>
                    <a:pt x="291" y="125"/>
                    <a:pt x="315" y="108"/>
                  </a:cubicBezTo>
                  <a:cubicBezTo>
                    <a:pt x="349" y="91"/>
                    <a:pt x="373" y="75"/>
                    <a:pt x="398" y="50"/>
                  </a:cubicBezTo>
                  <a:cubicBezTo>
                    <a:pt x="407" y="42"/>
                    <a:pt x="407" y="25"/>
                    <a:pt x="398" y="9"/>
                  </a:cubicBezTo>
                  <a:cubicBezTo>
                    <a:pt x="390" y="0"/>
                    <a:pt x="373" y="0"/>
                    <a:pt x="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26"/>
            <p:cNvSpPr/>
            <p:nvPr/>
          </p:nvSpPr>
          <p:spPr>
            <a:xfrm>
              <a:off x="6600425" y="4390325"/>
              <a:ext cx="15050" cy="6900"/>
            </a:xfrm>
            <a:custGeom>
              <a:rect b="b" l="l" r="r" t="t"/>
              <a:pathLst>
                <a:path extrusionOk="0" h="276" w="602">
                  <a:moveTo>
                    <a:pt x="532" y="0"/>
                  </a:moveTo>
                  <a:cubicBezTo>
                    <a:pt x="497" y="0"/>
                    <a:pt x="463" y="16"/>
                    <a:pt x="436" y="33"/>
                  </a:cubicBezTo>
                  <a:cubicBezTo>
                    <a:pt x="395" y="49"/>
                    <a:pt x="345" y="66"/>
                    <a:pt x="303" y="91"/>
                  </a:cubicBezTo>
                  <a:cubicBezTo>
                    <a:pt x="212" y="124"/>
                    <a:pt x="129" y="165"/>
                    <a:pt x="38" y="198"/>
                  </a:cubicBezTo>
                  <a:cubicBezTo>
                    <a:pt x="1" y="213"/>
                    <a:pt x="11" y="275"/>
                    <a:pt x="49" y="275"/>
                  </a:cubicBezTo>
                  <a:cubicBezTo>
                    <a:pt x="54" y="275"/>
                    <a:pt x="58" y="275"/>
                    <a:pt x="63" y="273"/>
                  </a:cubicBezTo>
                  <a:cubicBezTo>
                    <a:pt x="154" y="256"/>
                    <a:pt x="254" y="232"/>
                    <a:pt x="345" y="207"/>
                  </a:cubicBezTo>
                  <a:cubicBezTo>
                    <a:pt x="395" y="190"/>
                    <a:pt x="436" y="174"/>
                    <a:pt x="486" y="157"/>
                  </a:cubicBezTo>
                  <a:cubicBezTo>
                    <a:pt x="527" y="132"/>
                    <a:pt x="593" y="107"/>
                    <a:pt x="602" y="58"/>
                  </a:cubicBezTo>
                  <a:cubicBezTo>
                    <a:pt x="602" y="41"/>
                    <a:pt x="593" y="24"/>
                    <a:pt x="585" y="16"/>
                  </a:cubicBezTo>
                  <a:cubicBezTo>
                    <a:pt x="568" y="5"/>
                    <a:pt x="550" y="0"/>
                    <a:pt x="5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263;p26"/>
            <p:cNvSpPr/>
            <p:nvPr/>
          </p:nvSpPr>
          <p:spPr>
            <a:xfrm>
              <a:off x="6608200" y="4399425"/>
              <a:ext cx="5425" cy="2875"/>
            </a:xfrm>
            <a:custGeom>
              <a:rect b="b" l="l" r="r" t="t"/>
              <a:pathLst>
                <a:path extrusionOk="0" h="115" w="217">
                  <a:moveTo>
                    <a:pt x="175" y="0"/>
                  </a:moveTo>
                  <a:cubicBezTo>
                    <a:pt x="166" y="0"/>
                    <a:pt x="150" y="0"/>
                    <a:pt x="142" y="8"/>
                  </a:cubicBezTo>
                  <a:lnTo>
                    <a:pt x="108" y="17"/>
                  </a:lnTo>
                  <a:cubicBezTo>
                    <a:pt x="84" y="25"/>
                    <a:pt x="59" y="25"/>
                    <a:pt x="34" y="33"/>
                  </a:cubicBezTo>
                  <a:cubicBezTo>
                    <a:pt x="26" y="33"/>
                    <a:pt x="17" y="42"/>
                    <a:pt x="9" y="50"/>
                  </a:cubicBezTo>
                  <a:cubicBezTo>
                    <a:pt x="1" y="58"/>
                    <a:pt x="1" y="75"/>
                    <a:pt x="1" y="83"/>
                  </a:cubicBezTo>
                  <a:cubicBezTo>
                    <a:pt x="9" y="91"/>
                    <a:pt x="9" y="100"/>
                    <a:pt x="17" y="108"/>
                  </a:cubicBezTo>
                  <a:cubicBezTo>
                    <a:pt x="26" y="112"/>
                    <a:pt x="32" y="114"/>
                    <a:pt x="38" y="114"/>
                  </a:cubicBezTo>
                  <a:cubicBezTo>
                    <a:pt x="44" y="114"/>
                    <a:pt x="50" y="112"/>
                    <a:pt x="59" y="108"/>
                  </a:cubicBezTo>
                  <a:cubicBezTo>
                    <a:pt x="75" y="100"/>
                    <a:pt x="100" y="100"/>
                    <a:pt x="125" y="91"/>
                  </a:cubicBezTo>
                  <a:cubicBezTo>
                    <a:pt x="133" y="83"/>
                    <a:pt x="150" y="83"/>
                    <a:pt x="158" y="83"/>
                  </a:cubicBezTo>
                  <a:cubicBezTo>
                    <a:pt x="175" y="75"/>
                    <a:pt x="183" y="66"/>
                    <a:pt x="191" y="66"/>
                  </a:cubicBezTo>
                  <a:cubicBezTo>
                    <a:pt x="208" y="58"/>
                    <a:pt x="216" y="42"/>
                    <a:pt x="208" y="25"/>
                  </a:cubicBezTo>
                  <a:cubicBezTo>
                    <a:pt x="208" y="8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" name="Google Shape;264;p26"/>
            <p:cNvSpPr/>
            <p:nvPr/>
          </p:nvSpPr>
          <p:spPr>
            <a:xfrm>
              <a:off x="6581900" y="4293900"/>
              <a:ext cx="37100" cy="16050"/>
            </a:xfrm>
            <a:custGeom>
              <a:rect b="b" l="l" r="r" t="t"/>
              <a:pathLst>
                <a:path extrusionOk="0" h="642" w="1484">
                  <a:moveTo>
                    <a:pt x="1084" y="0"/>
                  </a:moveTo>
                  <a:cubicBezTo>
                    <a:pt x="1042" y="0"/>
                    <a:pt x="1001" y="2"/>
                    <a:pt x="962" y="4"/>
                  </a:cubicBezTo>
                  <a:cubicBezTo>
                    <a:pt x="821" y="12"/>
                    <a:pt x="680" y="37"/>
                    <a:pt x="547" y="87"/>
                  </a:cubicBezTo>
                  <a:cubicBezTo>
                    <a:pt x="423" y="128"/>
                    <a:pt x="307" y="194"/>
                    <a:pt x="216" y="277"/>
                  </a:cubicBezTo>
                  <a:cubicBezTo>
                    <a:pt x="125" y="352"/>
                    <a:pt x="0" y="484"/>
                    <a:pt x="50" y="609"/>
                  </a:cubicBezTo>
                  <a:cubicBezTo>
                    <a:pt x="58" y="625"/>
                    <a:pt x="92" y="642"/>
                    <a:pt x="108" y="642"/>
                  </a:cubicBezTo>
                  <a:cubicBezTo>
                    <a:pt x="208" y="617"/>
                    <a:pt x="274" y="501"/>
                    <a:pt x="357" y="443"/>
                  </a:cubicBezTo>
                  <a:cubicBezTo>
                    <a:pt x="440" y="368"/>
                    <a:pt x="539" y="319"/>
                    <a:pt x="638" y="286"/>
                  </a:cubicBezTo>
                  <a:lnTo>
                    <a:pt x="638" y="277"/>
                  </a:lnTo>
                  <a:cubicBezTo>
                    <a:pt x="746" y="236"/>
                    <a:pt x="862" y="219"/>
                    <a:pt x="978" y="211"/>
                  </a:cubicBezTo>
                  <a:cubicBezTo>
                    <a:pt x="1044" y="203"/>
                    <a:pt x="1119" y="194"/>
                    <a:pt x="1185" y="194"/>
                  </a:cubicBezTo>
                  <a:cubicBezTo>
                    <a:pt x="1235" y="194"/>
                    <a:pt x="1285" y="198"/>
                    <a:pt x="1334" y="198"/>
                  </a:cubicBezTo>
                  <a:cubicBezTo>
                    <a:pt x="1359" y="198"/>
                    <a:pt x="1384" y="197"/>
                    <a:pt x="1409" y="194"/>
                  </a:cubicBezTo>
                  <a:cubicBezTo>
                    <a:pt x="1475" y="186"/>
                    <a:pt x="1484" y="95"/>
                    <a:pt x="1426" y="62"/>
                  </a:cubicBezTo>
                  <a:cubicBezTo>
                    <a:pt x="1328" y="13"/>
                    <a:pt x="1203" y="0"/>
                    <a:pt x="10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" name="Google Shape;265;p26"/>
            <p:cNvSpPr/>
            <p:nvPr/>
          </p:nvSpPr>
          <p:spPr>
            <a:xfrm>
              <a:off x="6650200" y="4298875"/>
              <a:ext cx="13550" cy="17100"/>
            </a:xfrm>
            <a:custGeom>
              <a:rect b="b" l="l" r="r" t="t"/>
              <a:pathLst>
                <a:path extrusionOk="0" h="684" w="542">
                  <a:moveTo>
                    <a:pt x="485" y="0"/>
                  </a:moveTo>
                  <a:cubicBezTo>
                    <a:pt x="450" y="0"/>
                    <a:pt x="407" y="41"/>
                    <a:pt x="384" y="70"/>
                  </a:cubicBezTo>
                  <a:cubicBezTo>
                    <a:pt x="359" y="111"/>
                    <a:pt x="334" y="161"/>
                    <a:pt x="309" y="202"/>
                  </a:cubicBezTo>
                  <a:cubicBezTo>
                    <a:pt x="284" y="244"/>
                    <a:pt x="260" y="285"/>
                    <a:pt x="235" y="327"/>
                  </a:cubicBezTo>
                  <a:cubicBezTo>
                    <a:pt x="177" y="426"/>
                    <a:pt x="110" y="517"/>
                    <a:pt x="28" y="608"/>
                  </a:cubicBezTo>
                  <a:cubicBezTo>
                    <a:pt x="1" y="635"/>
                    <a:pt x="34" y="684"/>
                    <a:pt x="69" y="684"/>
                  </a:cubicBezTo>
                  <a:cubicBezTo>
                    <a:pt x="77" y="684"/>
                    <a:pt x="86" y="681"/>
                    <a:pt x="94" y="675"/>
                  </a:cubicBezTo>
                  <a:cubicBezTo>
                    <a:pt x="177" y="600"/>
                    <a:pt x="251" y="534"/>
                    <a:pt x="318" y="451"/>
                  </a:cubicBezTo>
                  <a:cubicBezTo>
                    <a:pt x="351" y="418"/>
                    <a:pt x="384" y="376"/>
                    <a:pt x="417" y="335"/>
                  </a:cubicBezTo>
                  <a:cubicBezTo>
                    <a:pt x="442" y="294"/>
                    <a:pt x="475" y="244"/>
                    <a:pt x="500" y="194"/>
                  </a:cubicBezTo>
                  <a:cubicBezTo>
                    <a:pt x="508" y="169"/>
                    <a:pt x="516" y="153"/>
                    <a:pt x="525" y="128"/>
                  </a:cubicBezTo>
                  <a:cubicBezTo>
                    <a:pt x="533" y="103"/>
                    <a:pt x="541" y="53"/>
                    <a:pt x="525" y="29"/>
                  </a:cubicBezTo>
                  <a:cubicBezTo>
                    <a:pt x="515" y="8"/>
                    <a:pt x="501" y="0"/>
                    <a:pt x="4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" name="Google Shape;266;p26"/>
            <p:cNvSpPr/>
            <p:nvPr/>
          </p:nvSpPr>
          <p:spPr>
            <a:xfrm>
              <a:off x="6655225" y="4301850"/>
              <a:ext cx="1275" cy="2725"/>
            </a:xfrm>
            <a:custGeom>
              <a:rect b="b" l="l" r="r" t="t"/>
              <a:pathLst>
                <a:path extrusionOk="0" h="109" w="51">
                  <a:moveTo>
                    <a:pt x="34" y="1"/>
                  </a:moveTo>
                  <a:lnTo>
                    <a:pt x="17" y="9"/>
                  </a:lnTo>
                  <a:lnTo>
                    <a:pt x="9" y="17"/>
                  </a:lnTo>
                  <a:lnTo>
                    <a:pt x="1" y="83"/>
                  </a:lnTo>
                  <a:lnTo>
                    <a:pt x="1" y="100"/>
                  </a:lnTo>
                  <a:lnTo>
                    <a:pt x="17" y="108"/>
                  </a:lnTo>
                  <a:cubicBezTo>
                    <a:pt x="25" y="108"/>
                    <a:pt x="34" y="100"/>
                    <a:pt x="42" y="83"/>
                  </a:cubicBezTo>
                  <a:cubicBezTo>
                    <a:pt x="42" y="67"/>
                    <a:pt x="42" y="42"/>
                    <a:pt x="50" y="26"/>
                  </a:cubicBezTo>
                  <a:cubicBezTo>
                    <a:pt x="50" y="17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" name="Google Shape;267;p26"/>
            <p:cNvSpPr/>
            <p:nvPr/>
          </p:nvSpPr>
          <p:spPr>
            <a:xfrm>
              <a:off x="6740725" y="4272725"/>
              <a:ext cx="10775" cy="6400"/>
            </a:xfrm>
            <a:custGeom>
              <a:rect b="b" l="l" r="r" t="t"/>
              <a:pathLst>
                <a:path extrusionOk="0" h="256" w="431">
                  <a:moveTo>
                    <a:pt x="53" y="0"/>
                  </a:moveTo>
                  <a:cubicBezTo>
                    <a:pt x="25" y="0"/>
                    <a:pt x="0" y="51"/>
                    <a:pt x="36" y="72"/>
                  </a:cubicBezTo>
                  <a:lnTo>
                    <a:pt x="210" y="180"/>
                  </a:lnTo>
                  <a:cubicBezTo>
                    <a:pt x="234" y="196"/>
                    <a:pt x="268" y="213"/>
                    <a:pt x="301" y="229"/>
                  </a:cubicBezTo>
                  <a:cubicBezTo>
                    <a:pt x="326" y="246"/>
                    <a:pt x="367" y="254"/>
                    <a:pt x="400" y="254"/>
                  </a:cubicBezTo>
                  <a:cubicBezTo>
                    <a:pt x="402" y="255"/>
                    <a:pt x="405" y="256"/>
                    <a:pt x="407" y="256"/>
                  </a:cubicBezTo>
                  <a:cubicBezTo>
                    <a:pt x="421" y="256"/>
                    <a:pt x="431" y="235"/>
                    <a:pt x="417" y="221"/>
                  </a:cubicBezTo>
                  <a:cubicBezTo>
                    <a:pt x="400" y="196"/>
                    <a:pt x="375" y="171"/>
                    <a:pt x="350" y="155"/>
                  </a:cubicBezTo>
                  <a:cubicBezTo>
                    <a:pt x="317" y="130"/>
                    <a:pt x="284" y="113"/>
                    <a:pt x="251" y="97"/>
                  </a:cubicBezTo>
                  <a:cubicBezTo>
                    <a:pt x="193" y="64"/>
                    <a:pt x="135" y="39"/>
                    <a:pt x="69" y="6"/>
                  </a:cubicBezTo>
                  <a:cubicBezTo>
                    <a:pt x="64" y="2"/>
                    <a:pt x="58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268;p26"/>
            <p:cNvSpPr/>
            <p:nvPr/>
          </p:nvSpPr>
          <p:spPr>
            <a:xfrm>
              <a:off x="6584375" y="4454575"/>
              <a:ext cx="7250" cy="5375"/>
            </a:xfrm>
            <a:custGeom>
              <a:rect b="b" l="l" r="r" t="t"/>
              <a:pathLst>
                <a:path extrusionOk="0" h="215" w="290">
                  <a:moveTo>
                    <a:pt x="43" y="1"/>
                  </a:moveTo>
                  <a:cubicBezTo>
                    <a:pt x="31" y="1"/>
                    <a:pt x="19" y="5"/>
                    <a:pt x="9" y="15"/>
                  </a:cubicBezTo>
                  <a:cubicBezTo>
                    <a:pt x="1" y="23"/>
                    <a:pt x="1" y="39"/>
                    <a:pt x="1" y="48"/>
                  </a:cubicBezTo>
                  <a:cubicBezTo>
                    <a:pt x="1" y="56"/>
                    <a:pt x="9" y="64"/>
                    <a:pt x="17" y="73"/>
                  </a:cubicBezTo>
                  <a:cubicBezTo>
                    <a:pt x="51" y="106"/>
                    <a:pt x="84" y="131"/>
                    <a:pt x="117" y="155"/>
                  </a:cubicBezTo>
                  <a:cubicBezTo>
                    <a:pt x="133" y="172"/>
                    <a:pt x="150" y="180"/>
                    <a:pt x="167" y="189"/>
                  </a:cubicBezTo>
                  <a:cubicBezTo>
                    <a:pt x="183" y="197"/>
                    <a:pt x="191" y="205"/>
                    <a:pt x="208" y="205"/>
                  </a:cubicBezTo>
                  <a:cubicBezTo>
                    <a:pt x="216" y="213"/>
                    <a:pt x="233" y="213"/>
                    <a:pt x="241" y="213"/>
                  </a:cubicBezTo>
                  <a:cubicBezTo>
                    <a:pt x="244" y="214"/>
                    <a:pt x="246" y="215"/>
                    <a:pt x="249" y="215"/>
                  </a:cubicBezTo>
                  <a:cubicBezTo>
                    <a:pt x="271" y="215"/>
                    <a:pt x="289" y="186"/>
                    <a:pt x="274" y="164"/>
                  </a:cubicBezTo>
                  <a:cubicBezTo>
                    <a:pt x="258" y="147"/>
                    <a:pt x="241" y="131"/>
                    <a:pt x="225" y="122"/>
                  </a:cubicBezTo>
                  <a:lnTo>
                    <a:pt x="216" y="122"/>
                  </a:lnTo>
                  <a:cubicBezTo>
                    <a:pt x="200" y="114"/>
                    <a:pt x="183" y="97"/>
                    <a:pt x="167" y="89"/>
                  </a:cubicBezTo>
                  <a:cubicBezTo>
                    <a:pt x="133" y="64"/>
                    <a:pt x="100" y="39"/>
                    <a:pt x="67" y="6"/>
                  </a:cubicBezTo>
                  <a:cubicBezTo>
                    <a:pt x="60" y="3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26"/>
            <p:cNvSpPr/>
            <p:nvPr/>
          </p:nvSpPr>
          <p:spPr>
            <a:xfrm>
              <a:off x="6533025" y="4466125"/>
              <a:ext cx="3125" cy="9425"/>
            </a:xfrm>
            <a:custGeom>
              <a:rect b="b" l="l" r="r" t="t"/>
              <a:pathLst>
                <a:path extrusionOk="0" h="377" w="125">
                  <a:moveTo>
                    <a:pt x="51" y="1"/>
                  </a:moveTo>
                  <a:cubicBezTo>
                    <a:pt x="27" y="1"/>
                    <a:pt x="4" y="17"/>
                    <a:pt x="8" y="50"/>
                  </a:cubicBezTo>
                  <a:lnTo>
                    <a:pt x="0" y="50"/>
                  </a:lnTo>
                  <a:lnTo>
                    <a:pt x="25" y="207"/>
                  </a:lnTo>
                  <a:cubicBezTo>
                    <a:pt x="25" y="232"/>
                    <a:pt x="33" y="257"/>
                    <a:pt x="33" y="282"/>
                  </a:cubicBezTo>
                  <a:cubicBezTo>
                    <a:pt x="41" y="315"/>
                    <a:pt x="41" y="340"/>
                    <a:pt x="66" y="365"/>
                  </a:cubicBezTo>
                  <a:cubicBezTo>
                    <a:pt x="70" y="372"/>
                    <a:pt x="79" y="376"/>
                    <a:pt x="88" y="376"/>
                  </a:cubicBezTo>
                  <a:cubicBezTo>
                    <a:pt x="99" y="376"/>
                    <a:pt x="112" y="370"/>
                    <a:pt x="116" y="356"/>
                  </a:cubicBezTo>
                  <a:cubicBezTo>
                    <a:pt x="124" y="331"/>
                    <a:pt x="124" y="307"/>
                    <a:pt x="124" y="273"/>
                  </a:cubicBezTo>
                  <a:cubicBezTo>
                    <a:pt x="124" y="249"/>
                    <a:pt x="116" y="224"/>
                    <a:pt x="116" y="191"/>
                  </a:cubicBezTo>
                  <a:cubicBezTo>
                    <a:pt x="108" y="141"/>
                    <a:pt x="99" y="91"/>
                    <a:pt x="91" y="33"/>
                  </a:cubicBezTo>
                  <a:cubicBezTo>
                    <a:pt x="88" y="11"/>
                    <a:pt x="69" y="1"/>
                    <a:pt x="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26"/>
            <p:cNvSpPr/>
            <p:nvPr/>
          </p:nvSpPr>
          <p:spPr>
            <a:xfrm>
              <a:off x="6541150" y="4445600"/>
              <a:ext cx="3425" cy="2525"/>
            </a:xfrm>
            <a:custGeom>
              <a:rect b="b" l="l" r="r" t="t"/>
              <a:pathLst>
                <a:path extrusionOk="0" h="101" w="137">
                  <a:moveTo>
                    <a:pt x="71" y="0"/>
                  </a:moveTo>
                  <a:cubicBezTo>
                    <a:pt x="69" y="0"/>
                    <a:pt x="67" y="0"/>
                    <a:pt x="64" y="1"/>
                  </a:cubicBezTo>
                  <a:cubicBezTo>
                    <a:pt x="1" y="9"/>
                    <a:pt x="14" y="101"/>
                    <a:pt x="66" y="101"/>
                  </a:cubicBezTo>
                  <a:cubicBezTo>
                    <a:pt x="68" y="101"/>
                    <a:pt x="70" y="101"/>
                    <a:pt x="73" y="100"/>
                  </a:cubicBezTo>
                  <a:cubicBezTo>
                    <a:pt x="136" y="92"/>
                    <a:pt x="124" y="0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26"/>
            <p:cNvSpPr/>
            <p:nvPr/>
          </p:nvSpPr>
          <p:spPr>
            <a:xfrm>
              <a:off x="6639250" y="4268375"/>
              <a:ext cx="11325" cy="10675"/>
            </a:xfrm>
            <a:custGeom>
              <a:rect b="b" l="l" r="r" t="t"/>
              <a:pathLst>
                <a:path extrusionOk="0" h="427" w="453">
                  <a:moveTo>
                    <a:pt x="43" y="0"/>
                  </a:moveTo>
                  <a:cubicBezTo>
                    <a:pt x="21" y="0"/>
                    <a:pt x="0" y="26"/>
                    <a:pt x="18" y="55"/>
                  </a:cubicBezTo>
                  <a:cubicBezTo>
                    <a:pt x="68" y="122"/>
                    <a:pt x="126" y="188"/>
                    <a:pt x="184" y="254"/>
                  </a:cubicBezTo>
                  <a:cubicBezTo>
                    <a:pt x="217" y="287"/>
                    <a:pt x="250" y="312"/>
                    <a:pt x="283" y="345"/>
                  </a:cubicBezTo>
                  <a:cubicBezTo>
                    <a:pt x="300" y="354"/>
                    <a:pt x="308" y="370"/>
                    <a:pt x="333" y="387"/>
                  </a:cubicBezTo>
                  <a:cubicBezTo>
                    <a:pt x="350" y="403"/>
                    <a:pt x="374" y="412"/>
                    <a:pt x="391" y="420"/>
                  </a:cubicBezTo>
                  <a:cubicBezTo>
                    <a:pt x="397" y="425"/>
                    <a:pt x="404" y="427"/>
                    <a:pt x="410" y="427"/>
                  </a:cubicBezTo>
                  <a:cubicBezTo>
                    <a:pt x="435" y="427"/>
                    <a:pt x="452" y="390"/>
                    <a:pt x="432" y="370"/>
                  </a:cubicBezTo>
                  <a:cubicBezTo>
                    <a:pt x="416" y="354"/>
                    <a:pt x="408" y="329"/>
                    <a:pt x="391" y="321"/>
                  </a:cubicBezTo>
                  <a:cubicBezTo>
                    <a:pt x="374" y="304"/>
                    <a:pt x="358" y="287"/>
                    <a:pt x="341" y="279"/>
                  </a:cubicBezTo>
                  <a:cubicBezTo>
                    <a:pt x="308" y="246"/>
                    <a:pt x="275" y="221"/>
                    <a:pt x="242" y="188"/>
                  </a:cubicBezTo>
                  <a:cubicBezTo>
                    <a:pt x="184" y="138"/>
                    <a:pt x="126" y="72"/>
                    <a:pt x="68" y="14"/>
                  </a:cubicBezTo>
                  <a:cubicBezTo>
                    <a:pt x="61" y="4"/>
                    <a:pt x="52" y="0"/>
                    <a:pt x="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" name="Google Shape;272;p26"/>
            <p:cNvSpPr/>
            <p:nvPr/>
          </p:nvSpPr>
          <p:spPr>
            <a:xfrm>
              <a:off x="6646525" y="4270850"/>
              <a:ext cx="5200" cy="6950"/>
            </a:xfrm>
            <a:custGeom>
              <a:rect b="b" l="l" r="r" t="t"/>
              <a:pathLst>
                <a:path extrusionOk="0" h="278" w="208">
                  <a:moveTo>
                    <a:pt x="43" y="1"/>
                  </a:moveTo>
                  <a:cubicBezTo>
                    <a:pt x="34" y="1"/>
                    <a:pt x="24" y="3"/>
                    <a:pt x="17" y="6"/>
                  </a:cubicBezTo>
                  <a:cubicBezTo>
                    <a:pt x="1" y="23"/>
                    <a:pt x="1" y="48"/>
                    <a:pt x="17" y="64"/>
                  </a:cubicBezTo>
                  <a:cubicBezTo>
                    <a:pt x="34" y="106"/>
                    <a:pt x="59" y="139"/>
                    <a:pt x="83" y="172"/>
                  </a:cubicBezTo>
                  <a:cubicBezTo>
                    <a:pt x="92" y="188"/>
                    <a:pt x="108" y="205"/>
                    <a:pt x="117" y="222"/>
                  </a:cubicBezTo>
                  <a:cubicBezTo>
                    <a:pt x="125" y="238"/>
                    <a:pt x="133" y="246"/>
                    <a:pt x="141" y="255"/>
                  </a:cubicBezTo>
                  <a:cubicBezTo>
                    <a:pt x="150" y="263"/>
                    <a:pt x="158" y="263"/>
                    <a:pt x="166" y="271"/>
                  </a:cubicBezTo>
                  <a:cubicBezTo>
                    <a:pt x="170" y="275"/>
                    <a:pt x="177" y="277"/>
                    <a:pt x="183" y="277"/>
                  </a:cubicBezTo>
                  <a:cubicBezTo>
                    <a:pt x="189" y="277"/>
                    <a:pt x="195" y="275"/>
                    <a:pt x="199" y="271"/>
                  </a:cubicBezTo>
                  <a:cubicBezTo>
                    <a:pt x="208" y="263"/>
                    <a:pt x="208" y="255"/>
                    <a:pt x="208" y="238"/>
                  </a:cubicBezTo>
                  <a:cubicBezTo>
                    <a:pt x="208" y="230"/>
                    <a:pt x="199" y="222"/>
                    <a:pt x="199" y="213"/>
                  </a:cubicBezTo>
                  <a:cubicBezTo>
                    <a:pt x="191" y="197"/>
                    <a:pt x="191" y="188"/>
                    <a:pt x="183" y="180"/>
                  </a:cubicBezTo>
                  <a:cubicBezTo>
                    <a:pt x="166" y="155"/>
                    <a:pt x="158" y="139"/>
                    <a:pt x="150" y="122"/>
                  </a:cubicBezTo>
                  <a:cubicBezTo>
                    <a:pt x="125" y="89"/>
                    <a:pt x="100" y="56"/>
                    <a:pt x="75" y="14"/>
                  </a:cubicBezTo>
                  <a:cubicBezTo>
                    <a:pt x="70" y="5"/>
                    <a:pt x="57" y="1"/>
                    <a:pt x="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6"/>
            <p:cNvSpPr/>
            <p:nvPr/>
          </p:nvSpPr>
          <p:spPr>
            <a:xfrm>
              <a:off x="6698100" y="4265400"/>
              <a:ext cx="8300" cy="18975"/>
            </a:xfrm>
            <a:custGeom>
              <a:rect b="b" l="l" r="r" t="t"/>
              <a:pathLst>
                <a:path extrusionOk="0" h="759" w="332">
                  <a:moveTo>
                    <a:pt x="67" y="0"/>
                  </a:moveTo>
                  <a:cubicBezTo>
                    <a:pt x="50" y="0"/>
                    <a:pt x="34" y="9"/>
                    <a:pt x="25" y="25"/>
                  </a:cubicBezTo>
                  <a:cubicBezTo>
                    <a:pt x="1" y="75"/>
                    <a:pt x="42" y="150"/>
                    <a:pt x="59" y="199"/>
                  </a:cubicBezTo>
                  <a:cubicBezTo>
                    <a:pt x="92" y="257"/>
                    <a:pt x="117" y="315"/>
                    <a:pt x="141" y="373"/>
                  </a:cubicBezTo>
                  <a:cubicBezTo>
                    <a:pt x="166" y="431"/>
                    <a:pt x="191" y="489"/>
                    <a:pt x="216" y="547"/>
                  </a:cubicBezTo>
                  <a:cubicBezTo>
                    <a:pt x="233" y="614"/>
                    <a:pt x="257" y="672"/>
                    <a:pt x="274" y="738"/>
                  </a:cubicBezTo>
                  <a:cubicBezTo>
                    <a:pt x="278" y="752"/>
                    <a:pt x="289" y="759"/>
                    <a:pt x="301" y="759"/>
                  </a:cubicBezTo>
                  <a:cubicBezTo>
                    <a:pt x="316" y="759"/>
                    <a:pt x="332" y="748"/>
                    <a:pt x="332" y="730"/>
                  </a:cubicBezTo>
                  <a:cubicBezTo>
                    <a:pt x="324" y="663"/>
                    <a:pt x="324" y="597"/>
                    <a:pt x="315" y="531"/>
                  </a:cubicBezTo>
                  <a:cubicBezTo>
                    <a:pt x="307" y="464"/>
                    <a:pt x="282" y="398"/>
                    <a:pt x="266" y="332"/>
                  </a:cubicBezTo>
                  <a:cubicBezTo>
                    <a:pt x="249" y="266"/>
                    <a:pt x="224" y="199"/>
                    <a:pt x="191" y="141"/>
                  </a:cubicBezTo>
                  <a:cubicBezTo>
                    <a:pt x="166" y="92"/>
                    <a:pt x="125" y="9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26"/>
            <p:cNvSpPr/>
            <p:nvPr/>
          </p:nvSpPr>
          <p:spPr>
            <a:xfrm>
              <a:off x="6692300" y="4250075"/>
              <a:ext cx="3125" cy="4875"/>
            </a:xfrm>
            <a:custGeom>
              <a:rect b="b" l="l" r="r" t="t"/>
              <a:pathLst>
                <a:path extrusionOk="0" h="195" w="125">
                  <a:moveTo>
                    <a:pt x="25" y="0"/>
                  </a:moveTo>
                  <a:cubicBezTo>
                    <a:pt x="9" y="0"/>
                    <a:pt x="1" y="9"/>
                    <a:pt x="1" y="25"/>
                  </a:cubicBezTo>
                  <a:cubicBezTo>
                    <a:pt x="1" y="33"/>
                    <a:pt x="1" y="42"/>
                    <a:pt x="1" y="50"/>
                  </a:cubicBezTo>
                  <a:cubicBezTo>
                    <a:pt x="1" y="67"/>
                    <a:pt x="1" y="83"/>
                    <a:pt x="1" y="91"/>
                  </a:cubicBezTo>
                  <a:cubicBezTo>
                    <a:pt x="9" y="116"/>
                    <a:pt x="17" y="133"/>
                    <a:pt x="17" y="158"/>
                  </a:cubicBezTo>
                  <a:cubicBezTo>
                    <a:pt x="25" y="166"/>
                    <a:pt x="25" y="174"/>
                    <a:pt x="34" y="174"/>
                  </a:cubicBezTo>
                  <a:lnTo>
                    <a:pt x="42" y="183"/>
                  </a:lnTo>
                  <a:cubicBezTo>
                    <a:pt x="48" y="188"/>
                    <a:pt x="58" y="194"/>
                    <a:pt x="69" y="194"/>
                  </a:cubicBezTo>
                  <a:cubicBezTo>
                    <a:pt x="74" y="194"/>
                    <a:pt x="79" y="193"/>
                    <a:pt x="83" y="191"/>
                  </a:cubicBezTo>
                  <a:cubicBezTo>
                    <a:pt x="108" y="183"/>
                    <a:pt x="125" y="158"/>
                    <a:pt x="108" y="125"/>
                  </a:cubicBezTo>
                  <a:lnTo>
                    <a:pt x="108" y="125"/>
                  </a:lnTo>
                  <a:lnTo>
                    <a:pt x="108" y="133"/>
                  </a:lnTo>
                  <a:lnTo>
                    <a:pt x="92" y="67"/>
                  </a:lnTo>
                  <a:cubicBezTo>
                    <a:pt x="83" y="58"/>
                    <a:pt x="83" y="42"/>
                    <a:pt x="75" y="33"/>
                  </a:cubicBezTo>
                  <a:cubicBezTo>
                    <a:pt x="67" y="25"/>
                    <a:pt x="59" y="17"/>
                    <a:pt x="50" y="9"/>
                  </a:cubicBezTo>
                  <a:cubicBezTo>
                    <a:pt x="50" y="0"/>
                    <a:pt x="34" y="0"/>
                    <a:pt x="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26"/>
            <p:cNvSpPr/>
            <p:nvPr/>
          </p:nvSpPr>
          <p:spPr>
            <a:xfrm>
              <a:off x="6686500" y="4243450"/>
              <a:ext cx="1075" cy="1475"/>
            </a:xfrm>
            <a:custGeom>
              <a:rect b="b" l="l" r="r" t="t"/>
              <a:pathLst>
                <a:path extrusionOk="0" h="59" w="43">
                  <a:moveTo>
                    <a:pt x="9" y="0"/>
                  </a:moveTo>
                  <a:lnTo>
                    <a:pt x="1" y="17"/>
                  </a:lnTo>
                  <a:cubicBezTo>
                    <a:pt x="1" y="17"/>
                    <a:pt x="1" y="25"/>
                    <a:pt x="1" y="33"/>
                  </a:cubicBezTo>
                  <a:lnTo>
                    <a:pt x="1" y="42"/>
                  </a:lnTo>
                  <a:lnTo>
                    <a:pt x="9" y="50"/>
                  </a:lnTo>
                  <a:lnTo>
                    <a:pt x="17" y="58"/>
                  </a:lnTo>
                  <a:lnTo>
                    <a:pt x="25" y="58"/>
                  </a:lnTo>
                  <a:lnTo>
                    <a:pt x="34" y="50"/>
                  </a:lnTo>
                  <a:lnTo>
                    <a:pt x="42" y="50"/>
                  </a:lnTo>
                  <a:lnTo>
                    <a:pt x="42" y="42"/>
                  </a:lnTo>
                  <a:lnTo>
                    <a:pt x="42" y="25"/>
                  </a:lnTo>
                  <a:cubicBezTo>
                    <a:pt x="42" y="25"/>
                    <a:pt x="34" y="17"/>
                    <a:pt x="34" y="8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26"/>
            <p:cNvSpPr/>
            <p:nvPr/>
          </p:nvSpPr>
          <p:spPr>
            <a:xfrm>
              <a:off x="6742350" y="4241000"/>
              <a:ext cx="11500" cy="15325"/>
            </a:xfrm>
            <a:custGeom>
              <a:rect b="b" l="l" r="r" t="t"/>
              <a:pathLst>
                <a:path extrusionOk="0" h="613" w="460">
                  <a:moveTo>
                    <a:pt x="381" y="0"/>
                  </a:moveTo>
                  <a:cubicBezTo>
                    <a:pt x="367" y="0"/>
                    <a:pt x="354" y="5"/>
                    <a:pt x="343" y="15"/>
                  </a:cubicBezTo>
                  <a:cubicBezTo>
                    <a:pt x="310" y="57"/>
                    <a:pt x="277" y="98"/>
                    <a:pt x="244" y="148"/>
                  </a:cubicBezTo>
                  <a:cubicBezTo>
                    <a:pt x="219" y="189"/>
                    <a:pt x="186" y="231"/>
                    <a:pt x="161" y="272"/>
                  </a:cubicBezTo>
                  <a:cubicBezTo>
                    <a:pt x="103" y="363"/>
                    <a:pt x="53" y="454"/>
                    <a:pt x="12" y="554"/>
                  </a:cubicBezTo>
                  <a:cubicBezTo>
                    <a:pt x="0" y="583"/>
                    <a:pt x="26" y="612"/>
                    <a:pt x="51" y="612"/>
                  </a:cubicBezTo>
                  <a:cubicBezTo>
                    <a:pt x="61" y="612"/>
                    <a:pt x="71" y="607"/>
                    <a:pt x="78" y="595"/>
                  </a:cubicBezTo>
                  <a:cubicBezTo>
                    <a:pt x="136" y="512"/>
                    <a:pt x="203" y="430"/>
                    <a:pt x="261" y="347"/>
                  </a:cubicBezTo>
                  <a:cubicBezTo>
                    <a:pt x="285" y="314"/>
                    <a:pt x="319" y="272"/>
                    <a:pt x="343" y="231"/>
                  </a:cubicBezTo>
                  <a:cubicBezTo>
                    <a:pt x="377" y="189"/>
                    <a:pt x="410" y="148"/>
                    <a:pt x="435" y="106"/>
                  </a:cubicBezTo>
                  <a:cubicBezTo>
                    <a:pt x="451" y="82"/>
                    <a:pt x="459" y="48"/>
                    <a:pt x="435" y="24"/>
                  </a:cubicBezTo>
                  <a:cubicBezTo>
                    <a:pt x="420" y="9"/>
                    <a:pt x="400" y="0"/>
                    <a:pt x="3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26"/>
            <p:cNvSpPr/>
            <p:nvPr/>
          </p:nvSpPr>
          <p:spPr>
            <a:xfrm>
              <a:off x="6748250" y="4241850"/>
              <a:ext cx="10475" cy="11750"/>
            </a:xfrm>
            <a:custGeom>
              <a:rect b="b" l="l" r="r" t="t"/>
              <a:pathLst>
                <a:path extrusionOk="0" h="470" w="419">
                  <a:moveTo>
                    <a:pt x="378" y="1"/>
                  </a:moveTo>
                  <a:cubicBezTo>
                    <a:pt x="373" y="1"/>
                    <a:pt x="368" y="3"/>
                    <a:pt x="364" y="6"/>
                  </a:cubicBezTo>
                  <a:cubicBezTo>
                    <a:pt x="298" y="64"/>
                    <a:pt x="240" y="139"/>
                    <a:pt x="190" y="205"/>
                  </a:cubicBezTo>
                  <a:lnTo>
                    <a:pt x="25" y="404"/>
                  </a:lnTo>
                  <a:cubicBezTo>
                    <a:pt x="0" y="434"/>
                    <a:pt x="29" y="469"/>
                    <a:pt x="60" y="469"/>
                  </a:cubicBezTo>
                  <a:cubicBezTo>
                    <a:pt x="71" y="469"/>
                    <a:pt x="82" y="465"/>
                    <a:pt x="91" y="454"/>
                  </a:cubicBezTo>
                  <a:lnTo>
                    <a:pt x="257" y="255"/>
                  </a:lnTo>
                  <a:cubicBezTo>
                    <a:pt x="306" y="188"/>
                    <a:pt x="364" y="122"/>
                    <a:pt x="406" y="48"/>
                  </a:cubicBezTo>
                  <a:cubicBezTo>
                    <a:pt x="419" y="22"/>
                    <a:pt x="396" y="1"/>
                    <a:pt x="3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26"/>
            <p:cNvSpPr/>
            <p:nvPr/>
          </p:nvSpPr>
          <p:spPr>
            <a:xfrm>
              <a:off x="6742225" y="4233175"/>
              <a:ext cx="8425" cy="8250"/>
            </a:xfrm>
            <a:custGeom>
              <a:rect b="b" l="l" r="r" t="t"/>
              <a:pathLst>
                <a:path extrusionOk="0" h="330" w="337">
                  <a:moveTo>
                    <a:pt x="300" y="1"/>
                  </a:moveTo>
                  <a:cubicBezTo>
                    <a:pt x="294" y="1"/>
                    <a:pt x="288" y="2"/>
                    <a:pt x="282" y="5"/>
                  </a:cubicBezTo>
                  <a:lnTo>
                    <a:pt x="249" y="30"/>
                  </a:lnTo>
                  <a:cubicBezTo>
                    <a:pt x="232" y="38"/>
                    <a:pt x="224" y="47"/>
                    <a:pt x="216" y="63"/>
                  </a:cubicBezTo>
                  <a:cubicBezTo>
                    <a:pt x="191" y="80"/>
                    <a:pt x="166" y="105"/>
                    <a:pt x="150" y="129"/>
                  </a:cubicBezTo>
                  <a:cubicBezTo>
                    <a:pt x="100" y="179"/>
                    <a:pt x="58" y="221"/>
                    <a:pt x="17" y="262"/>
                  </a:cubicBezTo>
                  <a:cubicBezTo>
                    <a:pt x="0" y="279"/>
                    <a:pt x="9" y="312"/>
                    <a:pt x="25" y="320"/>
                  </a:cubicBezTo>
                  <a:cubicBezTo>
                    <a:pt x="32" y="326"/>
                    <a:pt x="39" y="329"/>
                    <a:pt x="47" y="329"/>
                  </a:cubicBezTo>
                  <a:cubicBezTo>
                    <a:pt x="60" y="329"/>
                    <a:pt x="73" y="322"/>
                    <a:pt x="83" y="312"/>
                  </a:cubicBezTo>
                  <a:lnTo>
                    <a:pt x="83" y="320"/>
                  </a:lnTo>
                  <a:cubicBezTo>
                    <a:pt x="125" y="270"/>
                    <a:pt x="166" y="229"/>
                    <a:pt x="208" y="187"/>
                  </a:cubicBezTo>
                  <a:cubicBezTo>
                    <a:pt x="232" y="163"/>
                    <a:pt x="249" y="138"/>
                    <a:pt x="274" y="121"/>
                  </a:cubicBezTo>
                  <a:cubicBezTo>
                    <a:pt x="282" y="105"/>
                    <a:pt x="290" y="96"/>
                    <a:pt x="299" y="88"/>
                  </a:cubicBezTo>
                  <a:cubicBezTo>
                    <a:pt x="307" y="71"/>
                    <a:pt x="315" y="55"/>
                    <a:pt x="324" y="47"/>
                  </a:cubicBezTo>
                  <a:cubicBezTo>
                    <a:pt x="337" y="26"/>
                    <a:pt x="323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26"/>
            <p:cNvSpPr/>
            <p:nvPr/>
          </p:nvSpPr>
          <p:spPr>
            <a:xfrm>
              <a:off x="6520450" y="4322175"/>
              <a:ext cx="7350" cy="14950"/>
            </a:xfrm>
            <a:custGeom>
              <a:rect b="b" l="l" r="r" t="t"/>
              <a:pathLst>
                <a:path extrusionOk="0" h="598" w="294">
                  <a:moveTo>
                    <a:pt x="247" y="1"/>
                  </a:moveTo>
                  <a:cubicBezTo>
                    <a:pt x="236" y="1"/>
                    <a:pt x="227" y="5"/>
                    <a:pt x="221" y="16"/>
                  </a:cubicBezTo>
                  <a:cubicBezTo>
                    <a:pt x="172" y="99"/>
                    <a:pt x="130" y="190"/>
                    <a:pt x="105" y="281"/>
                  </a:cubicBezTo>
                  <a:cubicBezTo>
                    <a:pt x="72" y="372"/>
                    <a:pt x="39" y="464"/>
                    <a:pt x="6" y="555"/>
                  </a:cubicBezTo>
                  <a:cubicBezTo>
                    <a:pt x="1" y="581"/>
                    <a:pt x="19" y="597"/>
                    <a:pt x="37" y="597"/>
                  </a:cubicBezTo>
                  <a:cubicBezTo>
                    <a:pt x="47" y="597"/>
                    <a:pt x="58" y="592"/>
                    <a:pt x="64" y="580"/>
                  </a:cubicBezTo>
                  <a:cubicBezTo>
                    <a:pt x="105" y="497"/>
                    <a:pt x="147" y="406"/>
                    <a:pt x="188" y="323"/>
                  </a:cubicBezTo>
                  <a:cubicBezTo>
                    <a:pt x="230" y="232"/>
                    <a:pt x="263" y="140"/>
                    <a:pt x="288" y="49"/>
                  </a:cubicBezTo>
                  <a:cubicBezTo>
                    <a:pt x="293" y="21"/>
                    <a:pt x="268" y="1"/>
                    <a:pt x="2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26"/>
            <p:cNvSpPr/>
            <p:nvPr/>
          </p:nvSpPr>
          <p:spPr>
            <a:xfrm>
              <a:off x="6534250" y="4299200"/>
              <a:ext cx="6400" cy="8400"/>
            </a:xfrm>
            <a:custGeom>
              <a:rect b="b" l="l" r="r" t="t"/>
              <a:pathLst>
                <a:path extrusionOk="0" h="336" w="256">
                  <a:moveTo>
                    <a:pt x="224" y="1"/>
                  </a:moveTo>
                  <a:cubicBezTo>
                    <a:pt x="218" y="1"/>
                    <a:pt x="213" y="3"/>
                    <a:pt x="208" y="7"/>
                  </a:cubicBezTo>
                  <a:cubicBezTo>
                    <a:pt x="183" y="24"/>
                    <a:pt x="166" y="40"/>
                    <a:pt x="150" y="65"/>
                  </a:cubicBezTo>
                  <a:cubicBezTo>
                    <a:pt x="133" y="90"/>
                    <a:pt x="117" y="107"/>
                    <a:pt x="100" y="132"/>
                  </a:cubicBezTo>
                  <a:lnTo>
                    <a:pt x="17" y="272"/>
                  </a:lnTo>
                  <a:cubicBezTo>
                    <a:pt x="1" y="289"/>
                    <a:pt x="1" y="314"/>
                    <a:pt x="26" y="330"/>
                  </a:cubicBezTo>
                  <a:cubicBezTo>
                    <a:pt x="33" y="334"/>
                    <a:pt x="41" y="336"/>
                    <a:pt x="49" y="336"/>
                  </a:cubicBezTo>
                  <a:cubicBezTo>
                    <a:pt x="61" y="336"/>
                    <a:pt x="74" y="332"/>
                    <a:pt x="84" y="322"/>
                  </a:cubicBezTo>
                  <a:cubicBezTo>
                    <a:pt x="108" y="272"/>
                    <a:pt x="142" y="231"/>
                    <a:pt x="166" y="181"/>
                  </a:cubicBezTo>
                  <a:cubicBezTo>
                    <a:pt x="183" y="156"/>
                    <a:pt x="200" y="132"/>
                    <a:pt x="216" y="107"/>
                  </a:cubicBezTo>
                  <a:cubicBezTo>
                    <a:pt x="224" y="82"/>
                    <a:pt x="241" y="57"/>
                    <a:pt x="249" y="32"/>
                  </a:cubicBezTo>
                  <a:cubicBezTo>
                    <a:pt x="255" y="14"/>
                    <a:pt x="240" y="1"/>
                    <a:pt x="2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26"/>
            <p:cNvSpPr/>
            <p:nvPr/>
          </p:nvSpPr>
          <p:spPr>
            <a:xfrm>
              <a:off x="6525625" y="4284450"/>
              <a:ext cx="12850" cy="14250"/>
            </a:xfrm>
            <a:custGeom>
              <a:rect b="b" l="l" r="r" t="t"/>
              <a:pathLst>
                <a:path extrusionOk="0" h="570" w="514">
                  <a:moveTo>
                    <a:pt x="26" y="0"/>
                  </a:moveTo>
                  <a:cubicBezTo>
                    <a:pt x="13" y="0"/>
                    <a:pt x="1" y="9"/>
                    <a:pt x="6" y="26"/>
                  </a:cubicBezTo>
                  <a:cubicBezTo>
                    <a:pt x="14" y="84"/>
                    <a:pt x="39" y="133"/>
                    <a:pt x="64" y="183"/>
                  </a:cubicBezTo>
                  <a:cubicBezTo>
                    <a:pt x="89" y="241"/>
                    <a:pt x="122" y="291"/>
                    <a:pt x="163" y="332"/>
                  </a:cubicBezTo>
                  <a:cubicBezTo>
                    <a:pt x="230" y="423"/>
                    <a:pt x="329" y="498"/>
                    <a:pt x="420" y="564"/>
                  </a:cubicBezTo>
                  <a:cubicBezTo>
                    <a:pt x="428" y="568"/>
                    <a:pt x="435" y="570"/>
                    <a:pt x="443" y="570"/>
                  </a:cubicBezTo>
                  <a:cubicBezTo>
                    <a:pt x="483" y="570"/>
                    <a:pt x="513" y="518"/>
                    <a:pt x="478" y="490"/>
                  </a:cubicBezTo>
                  <a:cubicBezTo>
                    <a:pt x="387" y="423"/>
                    <a:pt x="313" y="349"/>
                    <a:pt x="246" y="266"/>
                  </a:cubicBezTo>
                  <a:cubicBezTo>
                    <a:pt x="213" y="224"/>
                    <a:pt x="180" y="183"/>
                    <a:pt x="147" y="142"/>
                  </a:cubicBezTo>
                  <a:cubicBezTo>
                    <a:pt x="114" y="100"/>
                    <a:pt x="89" y="50"/>
                    <a:pt x="48" y="9"/>
                  </a:cubicBezTo>
                  <a:cubicBezTo>
                    <a:pt x="42" y="3"/>
                    <a:pt x="34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26"/>
            <p:cNvSpPr/>
            <p:nvPr/>
          </p:nvSpPr>
          <p:spPr>
            <a:xfrm>
              <a:off x="6537150" y="4282450"/>
              <a:ext cx="3350" cy="8250"/>
            </a:xfrm>
            <a:custGeom>
              <a:rect b="b" l="l" r="r" t="t"/>
              <a:pathLst>
                <a:path extrusionOk="0" h="330" w="134">
                  <a:moveTo>
                    <a:pt x="30" y="1"/>
                  </a:moveTo>
                  <a:cubicBezTo>
                    <a:pt x="22" y="1"/>
                    <a:pt x="14" y="5"/>
                    <a:pt x="9" y="14"/>
                  </a:cubicBezTo>
                  <a:cubicBezTo>
                    <a:pt x="9" y="23"/>
                    <a:pt x="1" y="39"/>
                    <a:pt x="1" y="48"/>
                  </a:cubicBezTo>
                  <a:lnTo>
                    <a:pt x="1" y="81"/>
                  </a:lnTo>
                  <a:cubicBezTo>
                    <a:pt x="1" y="106"/>
                    <a:pt x="9" y="130"/>
                    <a:pt x="9" y="155"/>
                  </a:cubicBezTo>
                  <a:cubicBezTo>
                    <a:pt x="26" y="197"/>
                    <a:pt x="34" y="238"/>
                    <a:pt x="42" y="288"/>
                  </a:cubicBezTo>
                  <a:cubicBezTo>
                    <a:pt x="50" y="313"/>
                    <a:pt x="67" y="329"/>
                    <a:pt x="92" y="329"/>
                  </a:cubicBezTo>
                  <a:cubicBezTo>
                    <a:pt x="117" y="321"/>
                    <a:pt x="133" y="296"/>
                    <a:pt x="133" y="280"/>
                  </a:cubicBezTo>
                  <a:cubicBezTo>
                    <a:pt x="117" y="230"/>
                    <a:pt x="108" y="188"/>
                    <a:pt x="100" y="139"/>
                  </a:cubicBezTo>
                  <a:cubicBezTo>
                    <a:pt x="92" y="97"/>
                    <a:pt x="84" y="39"/>
                    <a:pt x="50" y="6"/>
                  </a:cubicBezTo>
                  <a:cubicBezTo>
                    <a:pt x="44" y="3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26"/>
            <p:cNvSpPr/>
            <p:nvPr/>
          </p:nvSpPr>
          <p:spPr>
            <a:xfrm>
              <a:off x="6541300" y="4271800"/>
              <a:ext cx="3125" cy="8150"/>
            </a:xfrm>
            <a:custGeom>
              <a:rect b="b" l="l" r="r" t="t"/>
              <a:pathLst>
                <a:path extrusionOk="0" h="326" w="125">
                  <a:moveTo>
                    <a:pt x="37" y="0"/>
                  </a:moveTo>
                  <a:cubicBezTo>
                    <a:pt x="25" y="0"/>
                    <a:pt x="13" y="8"/>
                    <a:pt x="9" y="26"/>
                  </a:cubicBezTo>
                  <a:cubicBezTo>
                    <a:pt x="9" y="51"/>
                    <a:pt x="0" y="68"/>
                    <a:pt x="0" y="92"/>
                  </a:cubicBezTo>
                  <a:cubicBezTo>
                    <a:pt x="9" y="117"/>
                    <a:pt x="9" y="134"/>
                    <a:pt x="9" y="159"/>
                  </a:cubicBezTo>
                  <a:cubicBezTo>
                    <a:pt x="9" y="175"/>
                    <a:pt x="17" y="200"/>
                    <a:pt x="17" y="217"/>
                  </a:cubicBezTo>
                  <a:cubicBezTo>
                    <a:pt x="17" y="242"/>
                    <a:pt x="17" y="258"/>
                    <a:pt x="17" y="283"/>
                  </a:cubicBezTo>
                  <a:cubicBezTo>
                    <a:pt x="24" y="304"/>
                    <a:pt x="44" y="326"/>
                    <a:pt x="65" y="326"/>
                  </a:cubicBezTo>
                  <a:cubicBezTo>
                    <a:pt x="68" y="326"/>
                    <a:pt x="72" y="325"/>
                    <a:pt x="75" y="324"/>
                  </a:cubicBezTo>
                  <a:cubicBezTo>
                    <a:pt x="108" y="316"/>
                    <a:pt x="125" y="291"/>
                    <a:pt x="125" y="266"/>
                  </a:cubicBezTo>
                  <a:cubicBezTo>
                    <a:pt x="116" y="250"/>
                    <a:pt x="116" y="225"/>
                    <a:pt x="108" y="208"/>
                  </a:cubicBezTo>
                  <a:cubicBezTo>
                    <a:pt x="108" y="184"/>
                    <a:pt x="100" y="167"/>
                    <a:pt x="100" y="142"/>
                  </a:cubicBezTo>
                  <a:cubicBezTo>
                    <a:pt x="92" y="126"/>
                    <a:pt x="92" y="101"/>
                    <a:pt x="83" y="84"/>
                  </a:cubicBezTo>
                  <a:cubicBezTo>
                    <a:pt x="83" y="59"/>
                    <a:pt x="75" y="43"/>
                    <a:pt x="67" y="18"/>
                  </a:cubicBezTo>
                  <a:cubicBezTo>
                    <a:pt x="59" y="6"/>
                    <a:pt x="48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26"/>
            <p:cNvSpPr/>
            <p:nvPr/>
          </p:nvSpPr>
          <p:spPr>
            <a:xfrm>
              <a:off x="6510850" y="4217300"/>
              <a:ext cx="21550" cy="57750"/>
            </a:xfrm>
            <a:custGeom>
              <a:rect b="b" l="l" r="r" t="t"/>
              <a:pathLst>
                <a:path extrusionOk="0" h="2310" w="862">
                  <a:moveTo>
                    <a:pt x="66" y="1"/>
                  </a:moveTo>
                  <a:cubicBezTo>
                    <a:pt x="39" y="1"/>
                    <a:pt x="9" y="22"/>
                    <a:pt x="9" y="52"/>
                  </a:cubicBezTo>
                  <a:cubicBezTo>
                    <a:pt x="1" y="151"/>
                    <a:pt x="42" y="234"/>
                    <a:pt x="75" y="334"/>
                  </a:cubicBezTo>
                  <a:cubicBezTo>
                    <a:pt x="108" y="433"/>
                    <a:pt x="141" y="532"/>
                    <a:pt x="166" y="632"/>
                  </a:cubicBezTo>
                  <a:cubicBezTo>
                    <a:pt x="224" y="839"/>
                    <a:pt x="257" y="1054"/>
                    <a:pt x="299" y="1262"/>
                  </a:cubicBezTo>
                  <a:cubicBezTo>
                    <a:pt x="365" y="1651"/>
                    <a:pt x="465" y="2016"/>
                    <a:pt x="754" y="2297"/>
                  </a:cubicBezTo>
                  <a:cubicBezTo>
                    <a:pt x="763" y="2306"/>
                    <a:pt x="773" y="2309"/>
                    <a:pt x="783" y="2309"/>
                  </a:cubicBezTo>
                  <a:cubicBezTo>
                    <a:pt x="822" y="2309"/>
                    <a:pt x="862" y="2256"/>
                    <a:pt x="829" y="2223"/>
                  </a:cubicBezTo>
                  <a:cubicBezTo>
                    <a:pt x="572" y="1933"/>
                    <a:pt x="506" y="1510"/>
                    <a:pt x="448" y="1137"/>
                  </a:cubicBezTo>
                  <a:cubicBezTo>
                    <a:pt x="423" y="938"/>
                    <a:pt x="390" y="740"/>
                    <a:pt x="332" y="541"/>
                  </a:cubicBezTo>
                  <a:cubicBezTo>
                    <a:pt x="282" y="367"/>
                    <a:pt x="241" y="143"/>
                    <a:pt x="92" y="10"/>
                  </a:cubicBezTo>
                  <a:cubicBezTo>
                    <a:pt x="85" y="4"/>
                    <a:pt x="75" y="1"/>
                    <a:pt x="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26"/>
            <p:cNvSpPr/>
            <p:nvPr/>
          </p:nvSpPr>
          <p:spPr>
            <a:xfrm>
              <a:off x="6496575" y="4201775"/>
              <a:ext cx="13875" cy="10575"/>
            </a:xfrm>
            <a:custGeom>
              <a:rect b="b" l="l" r="r" t="t"/>
              <a:pathLst>
                <a:path extrusionOk="0" h="423" w="555">
                  <a:moveTo>
                    <a:pt x="34" y="0"/>
                  </a:moveTo>
                  <a:cubicBezTo>
                    <a:pt x="19" y="0"/>
                    <a:pt x="1" y="21"/>
                    <a:pt x="8" y="35"/>
                  </a:cubicBezTo>
                  <a:cubicBezTo>
                    <a:pt x="16" y="60"/>
                    <a:pt x="25" y="85"/>
                    <a:pt x="50" y="101"/>
                  </a:cubicBezTo>
                  <a:cubicBezTo>
                    <a:pt x="66" y="126"/>
                    <a:pt x="83" y="143"/>
                    <a:pt x="108" y="159"/>
                  </a:cubicBezTo>
                  <a:cubicBezTo>
                    <a:pt x="141" y="192"/>
                    <a:pt x="182" y="225"/>
                    <a:pt x="224" y="259"/>
                  </a:cubicBezTo>
                  <a:cubicBezTo>
                    <a:pt x="315" y="317"/>
                    <a:pt x="398" y="366"/>
                    <a:pt x="489" y="416"/>
                  </a:cubicBezTo>
                  <a:cubicBezTo>
                    <a:pt x="494" y="421"/>
                    <a:pt x="500" y="423"/>
                    <a:pt x="506" y="423"/>
                  </a:cubicBezTo>
                  <a:cubicBezTo>
                    <a:pt x="523" y="423"/>
                    <a:pt x="541" y="411"/>
                    <a:pt x="547" y="399"/>
                  </a:cubicBezTo>
                  <a:cubicBezTo>
                    <a:pt x="555" y="383"/>
                    <a:pt x="555" y="358"/>
                    <a:pt x="530" y="341"/>
                  </a:cubicBezTo>
                  <a:cubicBezTo>
                    <a:pt x="447" y="292"/>
                    <a:pt x="373" y="234"/>
                    <a:pt x="290" y="167"/>
                  </a:cubicBezTo>
                  <a:cubicBezTo>
                    <a:pt x="257" y="134"/>
                    <a:pt x="215" y="109"/>
                    <a:pt x="182" y="76"/>
                  </a:cubicBezTo>
                  <a:cubicBezTo>
                    <a:pt x="157" y="60"/>
                    <a:pt x="141" y="43"/>
                    <a:pt x="116" y="35"/>
                  </a:cubicBezTo>
                  <a:cubicBezTo>
                    <a:pt x="91" y="18"/>
                    <a:pt x="74" y="2"/>
                    <a:pt x="41" y="2"/>
                  </a:cubicBezTo>
                  <a:cubicBezTo>
                    <a:pt x="39" y="1"/>
                    <a:pt x="37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26"/>
            <p:cNvSpPr/>
            <p:nvPr/>
          </p:nvSpPr>
          <p:spPr>
            <a:xfrm>
              <a:off x="6482050" y="4187725"/>
              <a:ext cx="6650" cy="7150"/>
            </a:xfrm>
            <a:custGeom>
              <a:rect b="b" l="l" r="r" t="t"/>
              <a:pathLst>
                <a:path extrusionOk="0" h="286" w="266">
                  <a:moveTo>
                    <a:pt x="34" y="0"/>
                  </a:moveTo>
                  <a:cubicBezTo>
                    <a:pt x="17" y="0"/>
                    <a:pt x="1" y="17"/>
                    <a:pt x="9" y="33"/>
                  </a:cubicBezTo>
                  <a:lnTo>
                    <a:pt x="17" y="50"/>
                  </a:lnTo>
                  <a:cubicBezTo>
                    <a:pt x="17" y="58"/>
                    <a:pt x="26" y="67"/>
                    <a:pt x="34" y="75"/>
                  </a:cubicBezTo>
                  <a:cubicBezTo>
                    <a:pt x="42" y="83"/>
                    <a:pt x="51" y="91"/>
                    <a:pt x="67" y="100"/>
                  </a:cubicBezTo>
                  <a:cubicBezTo>
                    <a:pt x="84" y="116"/>
                    <a:pt x="92" y="125"/>
                    <a:pt x="109" y="141"/>
                  </a:cubicBezTo>
                  <a:cubicBezTo>
                    <a:pt x="142" y="183"/>
                    <a:pt x="175" y="224"/>
                    <a:pt x="191" y="265"/>
                  </a:cubicBezTo>
                  <a:cubicBezTo>
                    <a:pt x="197" y="278"/>
                    <a:pt x="212" y="285"/>
                    <a:pt x="226" y="285"/>
                  </a:cubicBezTo>
                  <a:cubicBezTo>
                    <a:pt x="232" y="285"/>
                    <a:pt x="237" y="284"/>
                    <a:pt x="241" y="282"/>
                  </a:cubicBezTo>
                  <a:cubicBezTo>
                    <a:pt x="258" y="274"/>
                    <a:pt x="266" y="257"/>
                    <a:pt x="258" y="241"/>
                  </a:cubicBezTo>
                  <a:cubicBezTo>
                    <a:pt x="233" y="191"/>
                    <a:pt x="208" y="141"/>
                    <a:pt x="175" y="100"/>
                  </a:cubicBezTo>
                  <a:cubicBezTo>
                    <a:pt x="158" y="75"/>
                    <a:pt x="133" y="58"/>
                    <a:pt x="117" y="42"/>
                  </a:cubicBezTo>
                  <a:cubicBezTo>
                    <a:pt x="100" y="33"/>
                    <a:pt x="92" y="25"/>
                    <a:pt x="84" y="17"/>
                  </a:cubicBezTo>
                  <a:cubicBezTo>
                    <a:pt x="75" y="9"/>
                    <a:pt x="67" y="9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26"/>
            <p:cNvSpPr/>
            <p:nvPr/>
          </p:nvSpPr>
          <p:spPr>
            <a:xfrm>
              <a:off x="6546475" y="4244050"/>
              <a:ext cx="5825" cy="19900"/>
            </a:xfrm>
            <a:custGeom>
              <a:rect b="b" l="l" r="r" t="t"/>
              <a:pathLst>
                <a:path extrusionOk="0" h="796" w="233">
                  <a:moveTo>
                    <a:pt x="67" y="1"/>
                  </a:moveTo>
                  <a:cubicBezTo>
                    <a:pt x="1" y="9"/>
                    <a:pt x="34" y="109"/>
                    <a:pt x="42" y="150"/>
                  </a:cubicBezTo>
                  <a:cubicBezTo>
                    <a:pt x="59" y="216"/>
                    <a:pt x="83" y="283"/>
                    <a:pt x="92" y="349"/>
                  </a:cubicBezTo>
                  <a:cubicBezTo>
                    <a:pt x="108" y="415"/>
                    <a:pt x="108" y="482"/>
                    <a:pt x="117" y="548"/>
                  </a:cubicBezTo>
                  <a:cubicBezTo>
                    <a:pt x="125" y="622"/>
                    <a:pt x="133" y="689"/>
                    <a:pt x="125" y="763"/>
                  </a:cubicBezTo>
                  <a:cubicBezTo>
                    <a:pt x="121" y="785"/>
                    <a:pt x="135" y="795"/>
                    <a:pt x="150" y="795"/>
                  </a:cubicBezTo>
                  <a:cubicBezTo>
                    <a:pt x="164" y="795"/>
                    <a:pt x="179" y="787"/>
                    <a:pt x="183" y="772"/>
                  </a:cubicBezTo>
                  <a:cubicBezTo>
                    <a:pt x="199" y="705"/>
                    <a:pt x="224" y="631"/>
                    <a:pt x="224" y="564"/>
                  </a:cubicBezTo>
                  <a:cubicBezTo>
                    <a:pt x="233" y="490"/>
                    <a:pt x="233" y="424"/>
                    <a:pt x="224" y="357"/>
                  </a:cubicBezTo>
                  <a:cubicBezTo>
                    <a:pt x="216" y="291"/>
                    <a:pt x="208" y="216"/>
                    <a:pt x="183" y="142"/>
                  </a:cubicBezTo>
                  <a:cubicBezTo>
                    <a:pt x="175" y="117"/>
                    <a:pt x="158" y="84"/>
                    <a:pt x="141" y="59"/>
                  </a:cubicBezTo>
                  <a:cubicBezTo>
                    <a:pt x="125" y="34"/>
                    <a:pt x="100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26"/>
            <p:cNvSpPr/>
            <p:nvPr/>
          </p:nvSpPr>
          <p:spPr>
            <a:xfrm>
              <a:off x="6751550" y="4166000"/>
              <a:ext cx="3950" cy="29100"/>
            </a:xfrm>
            <a:custGeom>
              <a:rect b="b" l="l" r="r" t="t"/>
              <a:pathLst>
                <a:path extrusionOk="0" h="1164" w="158">
                  <a:moveTo>
                    <a:pt x="54" y="0"/>
                  </a:moveTo>
                  <a:cubicBezTo>
                    <a:pt x="43" y="0"/>
                    <a:pt x="33" y="5"/>
                    <a:pt x="25" y="16"/>
                  </a:cubicBezTo>
                  <a:cubicBezTo>
                    <a:pt x="0" y="99"/>
                    <a:pt x="0" y="190"/>
                    <a:pt x="9" y="273"/>
                  </a:cubicBezTo>
                  <a:cubicBezTo>
                    <a:pt x="17" y="372"/>
                    <a:pt x="17" y="472"/>
                    <a:pt x="25" y="571"/>
                  </a:cubicBezTo>
                  <a:cubicBezTo>
                    <a:pt x="33" y="662"/>
                    <a:pt x="42" y="762"/>
                    <a:pt x="50" y="853"/>
                  </a:cubicBezTo>
                  <a:cubicBezTo>
                    <a:pt x="58" y="952"/>
                    <a:pt x="83" y="1043"/>
                    <a:pt x="91" y="1143"/>
                  </a:cubicBezTo>
                  <a:cubicBezTo>
                    <a:pt x="95" y="1157"/>
                    <a:pt x="107" y="1164"/>
                    <a:pt x="119" y="1164"/>
                  </a:cubicBezTo>
                  <a:cubicBezTo>
                    <a:pt x="134" y="1164"/>
                    <a:pt x="149" y="1153"/>
                    <a:pt x="149" y="1134"/>
                  </a:cubicBezTo>
                  <a:cubicBezTo>
                    <a:pt x="149" y="1035"/>
                    <a:pt x="158" y="936"/>
                    <a:pt x="158" y="844"/>
                  </a:cubicBezTo>
                  <a:cubicBezTo>
                    <a:pt x="158" y="745"/>
                    <a:pt x="149" y="654"/>
                    <a:pt x="149" y="563"/>
                  </a:cubicBezTo>
                  <a:cubicBezTo>
                    <a:pt x="141" y="472"/>
                    <a:pt x="133" y="372"/>
                    <a:pt x="133" y="281"/>
                  </a:cubicBezTo>
                  <a:cubicBezTo>
                    <a:pt x="125" y="198"/>
                    <a:pt x="125" y="91"/>
                    <a:pt x="83" y="16"/>
                  </a:cubicBezTo>
                  <a:cubicBezTo>
                    <a:pt x="79" y="7"/>
                    <a:pt x="67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26"/>
            <p:cNvSpPr/>
            <p:nvPr/>
          </p:nvSpPr>
          <p:spPr>
            <a:xfrm>
              <a:off x="6745750" y="4135150"/>
              <a:ext cx="3950" cy="14750"/>
            </a:xfrm>
            <a:custGeom>
              <a:rect b="b" l="l" r="r" t="t"/>
              <a:pathLst>
                <a:path extrusionOk="0" h="590" w="158">
                  <a:moveTo>
                    <a:pt x="16" y="0"/>
                  </a:moveTo>
                  <a:cubicBezTo>
                    <a:pt x="8" y="0"/>
                    <a:pt x="0" y="10"/>
                    <a:pt x="0" y="15"/>
                  </a:cubicBezTo>
                  <a:cubicBezTo>
                    <a:pt x="0" y="65"/>
                    <a:pt x="9" y="115"/>
                    <a:pt x="9" y="156"/>
                  </a:cubicBezTo>
                  <a:cubicBezTo>
                    <a:pt x="17" y="198"/>
                    <a:pt x="25" y="247"/>
                    <a:pt x="33" y="289"/>
                  </a:cubicBezTo>
                  <a:cubicBezTo>
                    <a:pt x="50" y="380"/>
                    <a:pt x="75" y="471"/>
                    <a:pt x="83" y="562"/>
                  </a:cubicBezTo>
                  <a:cubicBezTo>
                    <a:pt x="87" y="581"/>
                    <a:pt x="102" y="589"/>
                    <a:pt x="118" y="589"/>
                  </a:cubicBezTo>
                  <a:cubicBezTo>
                    <a:pt x="138" y="589"/>
                    <a:pt x="158" y="577"/>
                    <a:pt x="158" y="554"/>
                  </a:cubicBezTo>
                  <a:cubicBezTo>
                    <a:pt x="149" y="455"/>
                    <a:pt x="141" y="363"/>
                    <a:pt x="116" y="264"/>
                  </a:cubicBezTo>
                  <a:cubicBezTo>
                    <a:pt x="108" y="223"/>
                    <a:pt x="100" y="173"/>
                    <a:pt x="83" y="131"/>
                  </a:cubicBezTo>
                  <a:cubicBezTo>
                    <a:pt x="67" y="90"/>
                    <a:pt x="50" y="40"/>
                    <a:pt x="25" y="7"/>
                  </a:cubicBezTo>
                  <a:cubicBezTo>
                    <a:pt x="23" y="2"/>
                    <a:pt x="19" y="0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26"/>
            <p:cNvSpPr/>
            <p:nvPr/>
          </p:nvSpPr>
          <p:spPr>
            <a:xfrm>
              <a:off x="6730825" y="4107500"/>
              <a:ext cx="12175" cy="18200"/>
            </a:xfrm>
            <a:custGeom>
              <a:rect b="b" l="l" r="r" t="t"/>
              <a:pathLst>
                <a:path extrusionOk="0" h="728" w="487">
                  <a:moveTo>
                    <a:pt x="25" y="1"/>
                  </a:moveTo>
                  <a:cubicBezTo>
                    <a:pt x="12" y="1"/>
                    <a:pt x="1" y="14"/>
                    <a:pt x="1" y="28"/>
                  </a:cubicBezTo>
                  <a:cubicBezTo>
                    <a:pt x="34" y="86"/>
                    <a:pt x="84" y="135"/>
                    <a:pt x="125" y="185"/>
                  </a:cubicBezTo>
                  <a:cubicBezTo>
                    <a:pt x="166" y="235"/>
                    <a:pt x="208" y="293"/>
                    <a:pt x="241" y="351"/>
                  </a:cubicBezTo>
                  <a:cubicBezTo>
                    <a:pt x="316" y="467"/>
                    <a:pt x="382" y="591"/>
                    <a:pt x="440" y="715"/>
                  </a:cubicBezTo>
                  <a:cubicBezTo>
                    <a:pt x="443" y="724"/>
                    <a:pt x="450" y="728"/>
                    <a:pt x="457" y="728"/>
                  </a:cubicBezTo>
                  <a:cubicBezTo>
                    <a:pt x="471" y="728"/>
                    <a:pt x="487" y="715"/>
                    <a:pt x="481" y="699"/>
                  </a:cubicBezTo>
                  <a:cubicBezTo>
                    <a:pt x="432" y="566"/>
                    <a:pt x="374" y="434"/>
                    <a:pt x="299" y="309"/>
                  </a:cubicBezTo>
                  <a:cubicBezTo>
                    <a:pt x="266" y="251"/>
                    <a:pt x="224" y="193"/>
                    <a:pt x="183" y="135"/>
                  </a:cubicBezTo>
                  <a:cubicBezTo>
                    <a:pt x="142" y="86"/>
                    <a:pt x="92" y="28"/>
                    <a:pt x="34" y="3"/>
                  </a:cubicBezTo>
                  <a:cubicBezTo>
                    <a:pt x="31" y="1"/>
                    <a:pt x="28" y="1"/>
                    <a:pt x="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20_1_2">
    <p:spTree>
      <p:nvGrpSpPr>
        <p:cNvPr id="291" name="Shape 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2" name="Google Shape;292;p27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 rot="10800000"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293" name="Google Shape;293;p27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7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7">
  <p:cSld name="CUSTOM_20_1_1_1_1_1_1_1_1">
    <p:spTree>
      <p:nvGrpSpPr>
        <p:cNvPr id="295" name="Shape 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" name="Google Shape;296;p28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 rot="10800000"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297" name="Google Shape;297;p28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8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99" name="Shape 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0" name="Google Shape;300;p29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 flipH="1"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301" name="Google Shape;301;p29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9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/>
        </p:txBody>
      </p:sp>
      <p:grpSp>
        <p:nvGrpSpPr>
          <p:cNvPr id="303" name="Google Shape;303;p29"/>
          <p:cNvGrpSpPr/>
          <p:nvPr/>
        </p:nvGrpSpPr>
        <p:grpSpPr>
          <a:xfrm>
            <a:off x="8350902" y="3904109"/>
            <a:ext cx="640674" cy="1087004"/>
            <a:chOff x="5485725" y="1401125"/>
            <a:chExt cx="312600" cy="530375"/>
          </a:xfrm>
        </p:grpSpPr>
        <p:sp>
          <p:nvSpPr>
            <p:cNvPr id="304" name="Google Shape;304;p29"/>
            <p:cNvSpPr/>
            <p:nvPr/>
          </p:nvSpPr>
          <p:spPr>
            <a:xfrm>
              <a:off x="5489450" y="1651325"/>
              <a:ext cx="20125" cy="39375"/>
            </a:xfrm>
            <a:custGeom>
              <a:rect b="b" l="l" r="r" t="t"/>
              <a:pathLst>
                <a:path extrusionOk="0" h="1575" w="805">
                  <a:moveTo>
                    <a:pt x="50" y="1"/>
                  </a:moveTo>
                  <a:cubicBezTo>
                    <a:pt x="1" y="183"/>
                    <a:pt x="9" y="374"/>
                    <a:pt x="42" y="548"/>
                  </a:cubicBezTo>
                  <a:cubicBezTo>
                    <a:pt x="67" y="730"/>
                    <a:pt x="108" y="912"/>
                    <a:pt x="166" y="1086"/>
                  </a:cubicBezTo>
                  <a:cubicBezTo>
                    <a:pt x="224" y="1252"/>
                    <a:pt x="307" y="1401"/>
                    <a:pt x="465" y="1484"/>
                  </a:cubicBezTo>
                  <a:cubicBezTo>
                    <a:pt x="556" y="1542"/>
                    <a:pt x="680" y="1575"/>
                    <a:pt x="796" y="1575"/>
                  </a:cubicBezTo>
                  <a:cubicBezTo>
                    <a:pt x="780" y="1500"/>
                    <a:pt x="763" y="1426"/>
                    <a:pt x="763" y="1343"/>
                  </a:cubicBezTo>
                  <a:cubicBezTo>
                    <a:pt x="763" y="1260"/>
                    <a:pt x="755" y="1144"/>
                    <a:pt x="804" y="1069"/>
                  </a:cubicBezTo>
                  <a:cubicBezTo>
                    <a:pt x="804" y="1061"/>
                    <a:pt x="804" y="1061"/>
                    <a:pt x="804" y="1053"/>
                  </a:cubicBezTo>
                  <a:cubicBezTo>
                    <a:pt x="790" y="1055"/>
                    <a:pt x="775" y="1057"/>
                    <a:pt x="760" y="1057"/>
                  </a:cubicBezTo>
                  <a:cubicBezTo>
                    <a:pt x="674" y="1057"/>
                    <a:pt x="585" y="1017"/>
                    <a:pt x="514" y="953"/>
                  </a:cubicBezTo>
                  <a:cubicBezTo>
                    <a:pt x="390" y="838"/>
                    <a:pt x="324" y="655"/>
                    <a:pt x="266" y="490"/>
                  </a:cubicBezTo>
                  <a:cubicBezTo>
                    <a:pt x="233" y="432"/>
                    <a:pt x="200" y="365"/>
                    <a:pt x="166" y="299"/>
                  </a:cubicBezTo>
                  <a:cubicBezTo>
                    <a:pt x="125" y="208"/>
                    <a:pt x="84" y="108"/>
                    <a:pt x="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29"/>
            <p:cNvSpPr/>
            <p:nvPr/>
          </p:nvSpPr>
          <p:spPr>
            <a:xfrm>
              <a:off x="5520325" y="1695875"/>
              <a:ext cx="8500" cy="10775"/>
            </a:xfrm>
            <a:custGeom>
              <a:rect b="b" l="l" r="r" t="t"/>
              <a:pathLst>
                <a:path extrusionOk="0" h="431" w="340">
                  <a:moveTo>
                    <a:pt x="141" y="0"/>
                  </a:moveTo>
                  <a:cubicBezTo>
                    <a:pt x="100" y="83"/>
                    <a:pt x="67" y="174"/>
                    <a:pt x="33" y="265"/>
                  </a:cubicBezTo>
                  <a:cubicBezTo>
                    <a:pt x="17" y="315"/>
                    <a:pt x="9" y="373"/>
                    <a:pt x="0" y="431"/>
                  </a:cubicBezTo>
                  <a:cubicBezTo>
                    <a:pt x="33" y="389"/>
                    <a:pt x="67" y="356"/>
                    <a:pt x="100" y="315"/>
                  </a:cubicBezTo>
                  <a:cubicBezTo>
                    <a:pt x="183" y="232"/>
                    <a:pt x="257" y="149"/>
                    <a:pt x="340" y="58"/>
                  </a:cubicBezTo>
                  <a:cubicBezTo>
                    <a:pt x="274" y="41"/>
                    <a:pt x="207" y="25"/>
                    <a:pt x="1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29"/>
            <p:cNvSpPr/>
            <p:nvPr/>
          </p:nvSpPr>
          <p:spPr>
            <a:xfrm>
              <a:off x="5504775" y="1698350"/>
              <a:ext cx="77100" cy="92825"/>
            </a:xfrm>
            <a:custGeom>
              <a:rect b="b" l="l" r="r" t="t"/>
              <a:pathLst>
                <a:path extrusionOk="0" h="3713" w="3084">
                  <a:moveTo>
                    <a:pt x="1095" y="0"/>
                  </a:moveTo>
                  <a:cubicBezTo>
                    <a:pt x="1003" y="108"/>
                    <a:pt x="912" y="208"/>
                    <a:pt x="813" y="315"/>
                  </a:cubicBezTo>
                  <a:cubicBezTo>
                    <a:pt x="697" y="448"/>
                    <a:pt x="581" y="580"/>
                    <a:pt x="457" y="721"/>
                  </a:cubicBezTo>
                  <a:cubicBezTo>
                    <a:pt x="399" y="788"/>
                    <a:pt x="341" y="854"/>
                    <a:pt x="283" y="928"/>
                  </a:cubicBezTo>
                  <a:cubicBezTo>
                    <a:pt x="266" y="945"/>
                    <a:pt x="249" y="962"/>
                    <a:pt x="241" y="978"/>
                  </a:cubicBezTo>
                  <a:cubicBezTo>
                    <a:pt x="208" y="1028"/>
                    <a:pt x="175" y="1078"/>
                    <a:pt x="142" y="1127"/>
                  </a:cubicBezTo>
                  <a:cubicBezTo>
                    <a:pt x="42" y="1285"/>
                    <a:pt x="26" y="1459"/>
                    <a:pt x="17" y="1641"/>
                  </a:cubicBezTo>
                  <a:cubicBezTo>
                    <a:pt x="1" y="1964"/>
                    <a:pt x="9" y="2287"/>
                    <a:pt x="42" y="2610"/>
                  </a:cubicBezTo>
                  <a:cubicBezTo>
                    <a:pt x="59" y="2776"/>
                    <a:pt x="84" y="2942"/>
                    <a:pt x="109" y="3108"/>
                  </a:cubicBezTo>
                  <a:cubicBezTo>
                    <a:pt x="133" y="3240"/>
                    <a:pt x="158" y="3373"/>
                    <a:pt x="266" y="3464"/>
                  </a:cubicBezTo>
                  <a:cubicBezTo>
                    <a:pt x="365" y="3547"/>
                    <a:pt x="506" y="3596"/>
                    <a:pt x="631" y="3638"/>
                  </a:cubicBezTo>
                  <a:cubicBezTo>
                    <a:pt x="730" y="3671"/>
                    <a:pt x="821" y="3696"/>
                    <a:pt x="921" y="3704"/>
                  </a:cubicBezTo>
                  <a:cubicBezTo>
                    <a:pt x="896" y="3389"/>
                    <a:pt x="912" y="3066"/>
                    <a:pt x="954" y="2743"/>
                  </a:cubicBezTo>
                  <a:cubicBezTo>
                    <a:pt x="954" y="2730"/>
                    <a:pt x="968" y="2721"/>
                    <a:pt x="981" y="2721"/>
                  </a:cubicBezTo>
                  <a:cubicBezTo>
                    <a:pt x="993" y="2721"/>
                    <a:pt x="1003" y="2728"/>
                    <a:pt x="1003" y="2743"/>
                  </a:cubicBezTo>
                  <a:cubicBezTo>
                    <a:pt x="1003" y="3066"/>
                    <a:pt x="1037" y="3389"/>
                    <a:pt x="1045" y="3712"/>
                  </a:cubicBezTo>
                  <a:lnTo>
                    <a:pt x="1086" y="3712"/>
                  </a:lnTo>
                  <a:cubicBezTo>
                    <a:pt x="1385" y="3704"/>
                    <a:pt x="1617" y="3538"/>
                    <a:pt x="1824" y="3340"/>
                  </a:cubicBezTo>
                  <a:cubicBezTo>
                    <a:pt x="2047" y="3132"/>
                    <a:pt x="2197" y="2884"/>
                    <a:pt x="2279" y="2594"/>
                  </a:cubicBezTo>
                  <a:cubicBezTo>
                    <a:pt x="2362" y="2312"/>
                    <a:pt x="2387" y="2022"/>
                    <a:pt x="2429" y="1740"/>
                  </a:cubicBezTo>
                  <a:cubicBezTo>
                    <a:pt x="2445" y="1600"/>
                    <a:pt x="2470" y="1459"/>
                    <a:pt x="2511" y="1326"/>
                  </a:cubicBezTo>
                  <a:cubicBezTo>
                    <a:pt x="2536" y="1235"/>
                    <a:pt x="2561" y="1152"/>
                    <a:pt x="2603" y="1078"/>
                  </a:cubicBezTo>
                  <a:cubicBezTo>
                    <a:pt x="2627" y="1028"/>
                    <a:pt x="2652" y="978"/>
                    <a:pt x="2677" y="937"/>
                  </a:cubicBezTo>
                  <a:cubicBezTo>
                    <a:pt x="2801" y="754"/>
                    <a:pt x="2934" y="572"/>
                    <a:pt x="3083" y="406"/>
                  </a:cubicBezTo>
                  <a:lnTo>
                    <a:pt x="3083" y="406"/>
                  </a:lnTo>
                  <a:cubicBezTo>
                    <a:pt x="3024" y="415"/>
                    <a:pt x="2964" y="419"/>
                    <a:pt x="2905" y="419"/>
                  </a:cubicBezTo>
                  <a:cubicBezTo>
                    <a:pt x="2581" y="419"/>
                    <a:pt x="2256" y="301"/>
                    <a:pt x="1948" y="224"/>
                  </a:cubicBezTo>
                  <a:cubicBezTo>
                    <a:pt x="1923" y="216"/>
                    <a:pt x="1898" y="208"/>
                    <a:pt x="1873" y="199"/>
                  </a:cubicBezTo>
                  <a:cubicBezTo>
                    <a:pt x="1849" y="232"/>
                    <a:pt x="1815" y="266"/>
                    <a:pt x="1791" y="290"/>
                  </a:cubicBezTo>
                  <a:cubicBezTo>
                    <a:pt x="1749" y="340"/>
                    <a:pt x="1708" y="382"/>
                    <a:pt x="1666" y="431"/>
                  </a:cubicBezTo>
                  <a:cubicBezTo>
                    <a:pt x="1625" y="481"/>
                    <a:pt x="1583" y="531"/>
                    <a:pt x="1542" y="572"/>
                  </a:cubicBezTo>
                  <a:lnTo>
                    <a:pt x="1476" y="638"/>
                  </a:lnTo>
                  <a:cubicBezTo>
                    <a:pt x="1459" y="655"/>
                    <a:pt x="1443" y="680"/>
                    <a:pt x="1418" y="696"/>
                  </a:cubicBezTo>
                  <a:cubicBezTo>
                    <a:pt x="1418" y="696"/>
                    <a:pt x="1418" y="696"/>
                    <a:pt x="1418" y="705"/>
                  </a:cubicBezTo>
                  <a:cubicBezTo>
                    <a:pt x="1409" y="705"/>
                    <a:pt x="1409" y="696"/>
                    <a:pt x="1409" y="696"/>
                  </a:cubicBezTo>
                  <a:cubicBezTo>
                    <a:pt x="1418" y="672"/>
                    <a:pt x="1434" y="647"/>
                    <a:pt x="1451" y="622"/>
                  </a:cubicBezTo>
                  <a:cubicBezTo>
                    <a:pt x="1467" y="589"/>
                    <a:pt x="1484" y="564"/>
                    <a:pt x="1501" y="531"/>
                  </a:cubicBezTo>
                  <a:cubicBezTo>
                    <a:pt x="1534" y="481"/>
                    <a:pt x="1575" y="440"/>
                    <a:pt x="1617" y="390"/>
                  </a:cubicBezTo>
                  <a:cubicBezTo>
                    <a:pt x="1650" y="340"/>
                    <a:pt x="1699" y="290"/>
                    <a:pt x="1741" y="249"/>
                  </a:cubicBezTo>
                  <a:cubicBezTo>
                    <a:pt x="1757" y="224"/>
                    <a:pt x="1774" y="208"/>
                    <a:pt x="1799" y="183"/>
                  </a:cubicBezTo>
                  <a:cubicBezTo>
                    <a:pt x="1625" y="133"/>
                    <a:pt x="1443" y="92"/>
                    <a:pt x="1269" y="42"/>
                  </a:cubicBezTo>
                  <a:cubicBezTo>
                    <a:pt x="1211" y="25"/>
                    <a:pt x="1153" y="17"/>
                    <a:pt x="10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29"/>
            <p:cNvSpPr/>
            <p:nvPr/>
          </p:nvSpPr>
          <p:spPr>
            <a:xfrm>
              <a:off x="5569200" y="1682400"/>
              <a:ext cx="66325" cy="52225"/>
            </a:xfrm>
            <a:custGeom>
              <a:rect b="b" l="l" r="r" t="t"/>
              <a:pathLst>
                <a:path extrusionOk="0" h="2089" w="2653">
                  <a:moveTo>
                    <a:pt x="2652" y="0"/>
                  </a:moveTo>
                  <a:lnTo>
                    <a:pt x="2652" y="0"/>
                  </a:lnTo>
                  <a:cubicBezTo>
                    <a:pt x="2627" y="25"/>
                    <a:pt x="2611" y="50"/>
                    <a:pt x="2594" y="75"/>
                  </a:cubicBezTo>
                  <a:cubicBezTo>
                    <a:pt x="2519" y="183"/>
                    <a:pt x="2445" y="282"/>
                    <a:pt x="2362" y="382"/>
                  </a:cubicBezTo>
                  <a:cubicBezTo>
                    <a:pt x="2072" y="730"/>
                    <a:pt x="1699" y="1011"/>
                    <a:pt x="1318" y="1260"/>
                  </a:cubicBezTo>
                  <a:cubicBezTo>
                    <a:pt x="937" y="1517"/>
                    <a:pt x="514" y="1724"/>
                    <a:pt x="75" y="1856"/>
                  </a:cubicBezTo>
                  <a:lnTo>
                    <a:pt x="59" y="1856"/>
                  </a:lnTo>
                  <a:cubicBezTo>
                    <a:pt x="34" y="1931"/>
                    <a:pt x="9" y="2006"/>
                    <a:pt x="1" y="2088"/>
                  </a:cubicBezTo>
                  <a:cubicBezTo>
                    <a:pt x="59" y="2064"/>
                    <a:pt x="117" y="2047"/>
                    <a:pt x="175" y="2030"/>
                  </a:cubicBezTo>
                  <a:cubicBezTo>
                    <a:pt x="249" y="2006"/>
                    <a:pt x="316" y="1972"/>
                    <a:pt x="390" y="1948"/>
                  </a:cubicBezTo>
                  <a:cubicBezTo>
                    <a:pt x="531" y="1890"/>
                    <a:pt x="672" y="1815"/>
                    <a:pt x="804" y="1740"/>
                  </a:cubicBezTo>
                  <a:cubicBezTo>
                    <a:pt x="1260" y="1492"/>
                    <a:pt x="1707" y="1202"/>
                    <a:pt x="2064" y="829"/>
                  </a:cubicBezTo>
                  <a:cubicBezTo>
                    <a:pt x="2238" y="647"/>
                    <a:pt x="2387" y="448"/>
                    <a:pt x="2519" y="241"/>
                  </a:cubicBezTo>
                  <a:cubicBezTo>
                    <a:pt x="2561" y="158"/>
                    <a:pt x="2611" y="83"/>
                    <a:pt x="2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29"/>
            <p:cNvSpPr/>
            <p:nvPr/>
          </p:nvSpPr>
          <p:spPr>
            <a:xfrm>
              <a:off x="5587025" y="1704775"/>
              <a:ext cx="5200" cy="3125"/>
            </a:xfrm>
            <a:custGeom>
              <a:rect b="b" l="l" r="r" t="t"/>
              <a:pathLst>
                <a:path extrusionOk="0" h="125" w="208">
                  <a:moveTo>
                    <a:pt x="207" y="0"/>
                  </a:moveTo>
                  <a:lnTo>
                    <a:pt x="207" y="0"/>
                  </a:lnTo>
                  <a:cubicBezTo>
                    <a:pt x="158" y="33"/>
                    <a:pt x="108" y="58"/>
                    <a:pt x="50" y="75"/>
                  </a:cubicBezTo>
                  <a:cubicBezTo>
                    <a:pt x="33" y="91"/>
                    <a:pt x="17" y="108"/>
                    <a:pt x="0" y="125"/>
                  </a:cubicBezTo>
                  <a:cubicBezTo>
                    <a:pt x="25" y="116"/>
                    <a:pt x="50" y="116"/>
                    <a:pt x="75" y="116"/>
                  </a:cubicBezTo>
                  <a:lnTo>
                    <a:pt x="91" y="100"/>
                  </a:lnTo>
                  <a:cubicBezTo>
                    <a:pt x="116" y="83"/>
                    <a:pt x="141" y="75"/>
                    <a:pt x="174" y="75"/>
                  </a:cubicBezTo>
                  <a:cubicBezTo>
                    <a:pt x="183" y="50"/>
                    <a:pt x="191" y="25"/>
                    <a:pt x="2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29"/>
            <p:cNvSpPr/>
            <p:nvPr/>
          </p:nvSpPr>
          <p:spPr>
            <a:xfrm>
              <a:off x="5602350" y="1696275"/>
              <a:ext cx="3125" cy="2300"/>
            </a:xfrm>
            <a:custGeom>
              <a:rect b="b" l="l" r="r" t="t"/>
              <a:pathLst>
                <a:path extrusionOk="0" h="92" w="125">
                  <a:moveTo>
                    <a:pt x="125" y="1"/>
                  </a:moveTo>
                  <a:cubicBezTo>
                    <a:pt x="83" y="34"/>
                    <a:pt x="42" y="59"/>
                    <a:pt x="0" y="92"/>
                  </a:cubicBezTo>
                  <a:lnTo>
                    <a:pt x="17" y="92"/>
                  </a:lnTo>
                  <a:cubicBezTo>
                    <a:pt x="33" y="75"/>
                    <a:pt x="58" y="59"/>
                    <a:pt x="75" y="50"/>
                  </a:cubicBezTo>
                  <a:cubicBezTo>
                    <a:pt x="83" y="42"/>
                    <a:pt x="91" y="42"/>
                    <a:pt x="100" y="34"/>
                  </a:cubicBezTo>
                  <a:cubicBezTo>
                    <a:pt x="108" y="25"/>
                    <a:pt x="116" y="17"/>
                    <a:pt x="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29"/>
            <p:cNvSpPr/>
            <p:nvPr/>
          </p:nvSpPr>
          <p:spPr>
            <a:xfrm>
              <a:off x="5572525" y="1709125"/>
              <a:ext cx="13275" cy="16175"/>
            </a:xfrm>
            <a:custGeom>
              <a:rect b="b" l="l" r="r" t="t"/>
              <a:pathLst>
                <a:path extrusionOk="0" h="647" w="531">
                  <a:moveTo>
                    <a:pt x="531" y="0"/>
                  </a:moveTo>
                  <a:lnTo>
                    <a:pt x="531" y="0"/>
                  </a:lnTo>
                  <a:cubicBezTo>
                    <a:pt x="439" y="100"/>
                    <a:pt x="340" y="199"/>
                    <a:pt x="249" y="307"/>
                  </a:cubicBezTo>
                  <a:cubicBezTo>
                    <a:pt x="166" y="415"/>
                    <a:pt x="67" y="522"/>
                    <a:pt x="0" y="647"/>
                  </a:cubicBezTo>
                  <a:cubicBezTo>
                    <a:pt x="133" y="597"/>
                    <a:pt x="265" y="539"/>
                    <a:pt x="406" y="473"/>
                  </a:cubicBezTo>
                  <a:cubicBezTo>
                    <a:pt x="398" y="456"/>
                    <a:pt x="390" y="431"/>
                    <a:pt x="398" y="406"/>
                  </a:cubicBezTo>
                  <a:cubicBezTo>
                    <a:pt x="398" y="398"/>
                    <a:pt x="398" y="390"/>
                    <a:pt x="406" y="373"/>
                  </a:cubicBezTo>
                  <a:lnTo>
                    <a:pt x="406" y="365"/>
                  </a:lnTo>
                  <a:cubicBezTo>
                    <a:pt x="415" y="274"/>
                    <a:pt x="439" y="183"/>
                    <a:pt x="489" y="100"/>
                  </a:cubicBezTo>
                  <a:cubicBezTo>
                    <a:pt x="497" y="67"/>
                    <a:pt x="514" y="33"/>
                    <a:pt x="5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29"/>
            <p:cNvSpPr/>
            <p:nvPr/>
          </p:nvSpPr>
          <p:spPr>
            <a:xfrm>
              <a:off x="5545800" y="1629775"/>
              <a:ext cx="225" cy="250"/>
            </a:xfrm>
            <a:custGeom>
              <a:rect b="b" l="l" r="r" t="t"/>
              <a:pathLst>
                <a:path extrusionOk="0" h="10" w="9">
                  <a:moveTo>
                    <a:pt x="9" y="1"/>
                  </a:moveTo>
                  <a:cubicBezTo>
                    <a:pt x="0" y="1"/>
                    <a:pt x="0" y="9"/>
                    <a:pt x="0" y="9"/>
                  </a:cubicBezTo>
                  <a:lnTo>
                    <a:pt x="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29"/>
            <p:cNvSpPr/>
            <p:nvPr/>
          </p:nvSpPr>
          <p:spPr>
            <a:xfrm>
              <a:off x="5496700" y="1405500"/>
              <a:ext cx="296025" cy="520575"/>
            </a:xfrm>
            <a:custGeom>
              <a:rect b="b" l="l" r="r" t="t"/>
              <a:pathLst>
                <a:path extrusionOk="0" h="20823" w="11841">
                  <a:moveTo>
                    <a:pt x="3408" y="0"/>
                  </a:moveTo>
                  <a:cubicBezTo>
                    <a:pt x="3342" y="0"/>
                    <a:pt x="3276" y="79"/>
                    <a:pt x="3240" y="115"/>
                  </a:cubicBezTo>
                  <a:cubicBezTo>
                    <a:pt x="3182" y="181"/>
                    <a:pt x="3124" y="239"/>
                    <a:pt x="3075" y="305"/>
                  </a:cubicBezTo>
                  <a:cubicBezTo>
                    <a:pt x="3008" y="372"/>
                    <a:pt x="2950" y="438"/>
                    <a:pt x="2892" y="513"/>
                  </a:cubicBezTo>
                  <a:cubicBezTo>
                    <a:pt x="2834" y="571"/>
                    <a:pt x="2785" y="628"/>
                    <a:pt x="2735" y="686"/>
                  </a:cubicBezTo>
                  <a:cubicBezTo>
                    <a:pt x="2503" y="960"/>
                    <a:pt x="2279" y="1225"/>
                    <a:pt x="2080" y="1515"/>
                  </a:cubicBezTo>
                  <a:cubicBezTo>
                    <a:pt x="1873" y="1797"/>
                    <a:pt x="1674" y="2087"/>
                    <a:pt x="1509" y="2393"/>
                  </a:cubicBezTo>
                  <a:cubicBezTo>
                    <a:pt x="1343" y="2708"/>
                    <a:pt x="1244" y="3048"/>
                    <a:pt x="1161" y="3396"/>
                  </a:cubicBezTo>
                  <a:cubicBezTo>
                    <a:pt x="1078" y="3752"/>
                    <a:pt x="1012" y="4117"/>
                    <a:pt x="987" y="4481"/>
                  </a:cubicBezTo>
                  <a:cubicBezTo>
                    <a:pt x="978" y="4664"/>
                    <a:pt x="978" y="4838"/>
                    <a:pt x="995" y="5020"/>
                  </a:cubicBezTo>
                  <a:cubicBezTo>
                    <a:pt x="1003" y="5152"/>
                    <a:pt x="1020" y="5302"/>
                    <a:pt x="1053" y="5434"/>
                  </a:cubicBezTo>
                  <a:cubicBezTo>
                    <a:pt x="1070" y="5426"/>
                    <a:pt x="1086" y="5409"/>
                    <a:pt x="1103" y="5409"/>
                  </a:cubicBezTo>
                  <a:cubicBezTo>
                    <a:pt x="1107" y="5407"/>
                    <a:pt x="1112" y="5406"/>
                    <a:pt x="1116" y="5406"/>
                  </a:cubicBezTo>
                  <a:cubicBezTo>
                    <a:pt x="1131" y="5406"/>
                    <a:pt x="1146" y="5415"/>
                    <a:pt x="1152" y="5434"/>
                  </a:cubicBezTo>
                  <a:cubicBezTo>
                    <a:pt x="1152" y="5459"/>
                    <a:pt x="1152" y="5484"/>
                    <a:pt x="1144" y="5509"/>
                  </a:cubicBezTo>
                  <a:cubicBezTo>
                    <a:pt x="1136" y="5534"/>
                    <a:pt x="1119" y="5558"/>
                    <a:pt x="1111" y="5583"/>
                  </a:cubicBezTo>
                  <a:cubicBezTo>
                    <a:pt x="1111" y="5633"/>
                    <a:pt x="1094" y="5658"/>
                    <a:pt x="1053" y="5691"/>
                  </a:cubicBezTo>
                  <a:lnTo>
                    <a:pt x="1045" y="5691"/>
                  </a:lnTo>
                  <a:cubicBezTo>
                    <a:pt x="1020" y="5741"/>
                    <a:pt x="995" y="5790"/>
                    <a:pt x="970" y="5840"/>
                  </a:cubicBezTo>
                  <a:cubicBezTo>
                    <a:pt x="954" y="5881"/>
                    <a:pt x="945" y="5915"/>
                    <a:pt x="929" y="5948"/>
                  </a:cubicBezTo>
                  <a:cubicBezTo>
                    <a:pt x="954" y="5923"/>
                    <a:pt x="970" y="5906"/>
                    <a:pt x="987" y="5881"/>
                  </a:cubicBezTo>
                  <a:cubicBezTo>
                    <a:pt x="1094" y="5757"/>
                    <a:pt x="1202" y="5641"/>
                    <a:pt x="1310" y="5517"/>
                  </a:cubicBezTo>
                  <a:cubicBezTo>
                    <a:pt x="1316" y="5508"/>
                    <a:pt x="1324" y="5505"/>
                    <a:pt x="1333" y="5505"/>
                  </a:cubicBezTo>
                  <a:cubicBezTo>
                    <a:pt x="1356" y="5505"/>
                    <a:pt x="1378" y="5534"/>
                    <a:pt x="1360" y="5558"/>
                  </a:cubicBezTo>
                  <a:cubicBezTo>
                    <a:pt x="1260" y="5699"/>
                    <a:pt x="1161" y="5832"/>
                    <a:pt x="1061" y="5973"/>
                  </a:cubicBezTo>
                  <a:cubicBezTo>
                    <a:pt x="970" y="6089"/>
                    <a:pt x="871" y="6213"/>
                    <a:pt x="846" y="6362"/>
                  </a:cubicBezTo>
                  <a:cubicBezTo>
                    <a:pt x="846" y="6387"/>
                    <a:pt x="846" y="6403"/>
                    <a:pt x="846" y="6420"/>
                  </a:cubicBezTo>
                  <a:cubicBezTo>
                    <a:pt x="838" y="6561"/>
                    <a:pt x="862" y="6710"/>
                    <a:pt x="862" y="6851"/>
                  </a:cubicBezTo>
                  <a:cubicBezTo>
                    <a:pt x="871" y="7017"/>
                    <a:pt x="871" y="7182"/>
                    <a:pt x="862" y="7348"/>
                  </a:cubicBezTo>
                  <a:cubicBezTo>
                    <a:pt x="846" y="7663"/>
                    <a:pt x="813" y="7994"/>
                    <a:pt x="738" y="8301"/>
                  </a:cubicBezTo>
                  <a:cubicBezTo>
                    <a:pt x="730" y="8334"/>
                    <a:pt x="722" y="8359"/>
                    <a:pt x="713" y="8384"/>
                  </a:cubicBezTo>
                  <a:cubicBezTo>
                    <a:pt x="713" y="8384"/>
                    <a:pt x="722" y="8384"/>
                    <a:pt x="730" y="8375"/>
                  </a:cubicBezTo>
                  <a:cubicBezTo>
                    <a:pt x="813" y="8334"/>
                    <a:pt x="896" y="8301"/>
                    <a:pt x="987" y="8259"/>
                  </a:cubicBezTo>
                  <a:cubicBezTo>
                    <a:pt x="1064" y="8221"/>
                    <a:pt x="1156" y="8167"/>
                    <a:pt x="1242" y="8167"/>
                  </a:cubicBezTo>
                  <a:cubicBezTo>
                    <a:pt x="1248" y="8167"/>
                    <a:pt x="1254" y="8168"/>
                    <a:pt x="1260" y="8168"/>
                  </a:cubicBezTo>
                  <a:cubicBezTo>
                    <a:pt x="1277" y="8168"/>
                    <a:pt x="1285" y="8168"/>
                    <a:pt x="1285" y="8177"/>
                  </a:cubicBezTo>
                  <a:cubicBezTo>
                    <a:pt x="1285" y="8160"/>
                    <a:pt x="1293" y="8143"/>
                    <a:pt x="1310" y="8135"/>
                  </a:cubicBezTo>
                  <a:lnTo>
                    <a:pt x="1459" y="8019"/>
                  </a:lnTo>
                  <a:cubicBezTo>
                    <a:pt x="1517" y="7986"/>
                    <a:pt x="1575" y="7953"/>
                    <a:pt x="1633" y="7936"/>
                  </a:cubicBezTo>
                  <a:cubicBezTo>
                    <a:pt x="1636" y="7935"/>
                    <a:pt x="1639" y="7935"/>
                    <a:pt x="1642" y="7935"/>
                  </a:cubicBezTo>
                  <a:cubicBezTo>
                    <a:pt x="1660" y="7935"/>
                    <a:pt x="1665" y="7955"/>
                    <a:pt x="1658" y="7969"/>
                  </a:cubicBezTo>
                  <a:cubicBezTo>
                    <a:pt x="1616" y="8027"/>
                    <a:pt x="1567" y="8069"/>
                    <a:pt x="1509" y="8102"/>
                  </a:cubicBezTo>
                  <a:cubicBezTo>
                    <a:pt x="1459" y="8135"/>
                    <a:pt x="1401" y="8168"/>
                    <a:pt x="1351" y="8210"/>
                  </a:cubicBezTo>
                  <a:cubicBezTo>
                    <a:pt x="1347" y="8212"/>
                    <a:pt x="1341" y="8213"/>
                    <a:pt x="1335" y="8213"/>
                  </a:cubicBezTo>
                  <a:cubicBezTo>
                    <a:pt x="1319" y="8213"/>
                    <a:pt x="1299" y="8205"/>
                    <a:pt x="1293" y="8193"/>
                  </a:cubicBezTo>
                  <a:cubicBezTo>
                    <a:pt x="1293" y="8201"/>
                    <a:pt x="1293" y="8218"/>
                    <a:pt x="1285" y="8226"/>
                  </a:cubicBezTo>
                  <a:cubicBezTo>
                    <a:pt x="1227" y="8293"/>
                    <a:pt x="1119" y="8334"/>
                    <a:pt x="1036" y="8367"/>
                  </a:cubicBezTo>
                  <a:cubicBezTo>
                    <a:pt x="954" y="8409"/>
                    <a:pt x="862" y="8442"/>
                    <a:pt x="780" y="8483"/>
                  </a:cubicBezTo>
                  <a:lnTo>
                    <a:pt x="597" y="8566"/>
                  </a:lnTo>
                  <a:cubicBezTo>
                    <a:pt x="572" y="8583"/>
                    <a:pt x="548" y="8599"/>
                    <a:pt x="523" y="8624"/>
                  </a:cubicBezTo>
                  <a:cubicBezTo>
                    <a:pt x="448" y="8665"/>
                    <a:pt x="382" y="8707"/>
                    <a:pt x="316" y="8757"/>
                  </a:cubicBezTo>
                  <a:cubicBezTo>
                    <a:pt x="249" y="8806"/>
                    <a:pt x="191" y="8856"/>
                    <a:pt x="117" y="8864"/>
                  </a:cubicBezTo>
                  <a:lnTo>
                    <a:pt x="108" y="8864"/>
                  </a:lnTo>
                  <a:cubicBezTo>
                    <a:pt x="108" y="8864"/>
                    <a:pt x="100" y="8873"/>
                    <a:pt x="100" y="8873"/>
                  </a:cubicBezTo>
                  <a:cubicBezTo>
                    <a:pt x="92" y="8881"/>
                    <a:pt x="92" y="8881"/>
                    <a:pt x="84" y="8889"/>
                  </a:cubicBezTo>
                  <a:cubicBezTo>
                    <a:pt x="75" y="8897"/>
                    <a:pt x="67" y="8906"/>
                    <a:pt x="50" y="8914"/>
                  </a:cubicBezTo>
                  <a:cubicBezTo>
                    <a:pt x="50" y="8922"/>
                    <a:pt x="50" y="8931"/>
                    <a:pt x="42" y="8939"/>
                  </a:cubicBezTo>
                  <a:cubicBezTo>
                    <a:pt x="34" y="8955"/>
                    <a:pt x="17" y="8972"/>
                    <a:pt x="1" y="8989"/>
                  </a:cubicBezTo>
                  <a:cubicBezTo>
                    <a:pt x="84" y="8989"/>
                    <a:pt x="166" y="9005"/>
                    <a:pt x="249" y="9005"/>
                  </a:cubicBezTo>
                  <a:cubicBezTo>
                    <a:pt x="382" y="9013"/>
                    <a:pt x="514" y="9022"/>
                    <a:pt x="647" y="9022"/>
                  </a:cubicBezTo>
                  <a:cubicBezTo>
                    <a:pt x="694" y="9023"/>
                    <a:pt x="741" y="9024"/>
                    <a:pt x="789" y="9024"/>
                  </a:cubicBezTo>
                  <a:cubicBezTo>
                    <a:pt x="1009" y="9024"/>
                    <a:pt x="1233" y="9009"/>
                    <a:pt x="1451" y="8989"/>
                  </a:cubicBezTo>
                  <a:cubicBezTo>
                    <a:pt x="1567" y="8972"/>
                    <a:pt x="1691" y="8947"/>
                    <a:pt x="1807" y="8947"/>
                  </a:cubicBezTo>
                  <a:lnTo>
                    <a:pt x="1832" y="8947"/>
                  </a:lnTo>
                  <a:cubicBezTo>
                    <a:pt x="1857" y="8931"/>
                    <a:pt x="1873" y="8914"/>
                    <a:pt x="1890" y="8897"/>
                  </a:cubicBezTo>
                  <a:cubicBezTo>
                    <a:pt x="1906" y="8889"/>
                    <a:pt x="1923" y="8873"/>
                    <a:pt x="1931" y="8864"/>
                  </a:cubicBezTo>
                  <a:lnTo>
                    <a:pt x="1948" y="8864"/>
                  </a:lnTo>
                  <a:cubicBezTo>
                    <a:pt x="1948" y="8856"/>
                    <a:pt x="1956" y="8856"/>
                    <a:pt x="1956" y="8856"/>
                  </a:cubicBezTo>
                  <a:cubicBezTo>
                    <a:pt x="1964" y="8848"/>
                    <a:pt x="1973" y="8848"/>
                    <a:pt x="1989" y="8839"/>
                  </a:cubicBezTo>
                  <a:cubicBezTo>
                    <a:pt x="1995" y="8839"/>
                    <a:pt x="2000" y="8836"/>
                    <a:pt x="2008" y="8836"/>
                  </a:cubicBezTo>
                  <a:cubicBezTo>
                    <a:pt x="2012" y="8836"/>
                    <a:pt x="2017" y="8837"/>
                    <a:pt x="2022" y="8839"/>
                  </a:cubicBezTo>
                  <a:lnTo>
                    <a:pt x="2031" y="8839"/>
                  </a:lnTo>
                  <a:cubicBezTo>
                    <a:pt x="2047" y="8839"/>
                    <a:pt x="2056" y="8864"/>
                    <a:pt x="2056" y="8873"/>
                  </a:cubicBezTo>
                  <a:cubicBezTo>
                    <a:pt x="2047" y="8889"/>
                    <a:pt x="2047" y="8906"/>
                    <a:pt x="2039" y="8914"/>
                  </a:cubicBezTo>
                  <a:cubicBezTo>
                    <a:pt x="2031" y="8914"/>
                    <a:pt x="2022" y="8922"/>
                    <a:pt x="2014" y="8931"/>
                  </a:cubicBezTo>
                  <a:lnTo>
                    <a:pt x="2006" y="8939"/>
                  </a:lnTo>
                  <a:cubicBezTo>
                    <a:pt x="1998" y="8947"/>
                    <a:pt x="1998" y="8955"/>
                    <a:pt x="1998" y="8955"/>
                  </a:cubicBezTo>
                  <a:cubicBezTo>
                    <a:pt x="1989" y="8964"/>
                    <a:pt x="1981" y="8964"/>
                    <a:pt x="1973" y="8972"/>
                  </a:cubicBezTo>
                  <a:cubicBezTo>
                    <a:pt x="1956" y="8980"/>
                    <a:pt x="1948" y="8989"/>
                    <a:pt x="1940" y="8997"/>
                  </a:cubicBezTo>
                  <a:cubicBezTo>
                    <a:pt x="1964" y="9022"/>
                    <a:pt x="1981" y="9047"/>
                    <a:pt x="1989" y="9080"/>
                  </a:cubicBezTo>
                  <a:cubicBezTo>
                    <a:pt x="2022" y="9245"/>
                    <a:pt x="1906" y="9436"/>
                    <a:pt x="1790" y="9535"/>
                  </a:cubicBezTo>
                  <a:cubicBezTo>
                    <a:pt x="1641" y="9668"/>
                    <a:pt x="1451" y="9734"/>
                    <a:pt x="1268" y="9801"/>
                  </a:cubicBezTo>
                  <a:cubicBezTo>
                    <a:pt x="1103" y="9859"/>
                    <a:pt x="879" y="9950"/>
                    <a:pt x="862" y="10149"/>
                  </a:cubicBezTo>
                  <a:cubicBezTo>
                    <a:pt x="846" y="10265"/>
                    <a:pt x="862" y="10372"/>
                    <a:pt x="838" y="10488"/>
                  </a:cubicBezTo>
                  <a:cubicBezTo>
                    <a:pt x="813" y="10579"/>
                    <a:pt x="788" y="10679"/>
                    <a:pt x="730" y="10753"/>
                  </a:cubicBezTo>
                  <a:cubicBezTo>
                    <a:pt x="705" y="10803"/>
                    <a:pt x="664" y="10836"/>
                    <a:pt x="622" y="10853"/>
                  </a:cubicBezTo>
                  <a:cubicBezTo>
                    <a:pt x="630" y="10869"/>
                    <a:pt x="630" y="10878"/>
                    <a:pt x="639" y="10894"/>
                  </a:cubicBezTo>
                  <a:cubicBezTo>
                    <a:pt x="655" y="10919"/>
                    <a:pt x="664" y="10944"/>
                    <a:pt x="664" y="10977"/>
                  </a:cubicBezTo>
                  <a:cubicBezTo>
                    <a:pt x="664" y="10985"/>
                    <a:pt x="672" y="11002"/>
                    <a:pt x="680" y="11010"/>
                  </a:cubicBezTo>
                  <a:cubicBezTo>
                    <a:pt x="722" y="11110"/>
                    <a:pt x="780" y="11201"/>
                    <a:pt x="854" y="11275"/>
                  </a:cubicBezTo>
                  <a:cubicBezTo>
                    <a:pt x="1020" y="11441"/>
                    <a:pt x="1244" y="11482"/>
                    <a:pt x="1459" y="11540"/>
                  </a:cubicBezTo>
                  <a:cubicBezTo>
                    <a:pt x="1915" y="11665"/>
                    <a:pt x="2370" y="11806"/>
                    <a:pt x="2826" y="11913"/>
                  </a:cubicBezTo>
                  <a:cubicBezTo>
                    <a:pt x="2978" y="11947"/>
                    <a:pt x="3135" y="11977"/>
                    <a:pt x="3292" y="11977"/>
                  </a:cubicBezTo>
                  <a:cubicBezTo>
                    <a:pt x="3366" y="11977"/>
                    <a:pt x="3440" y="11971"/>
                    <a:pt x="3514" y="11955"/>
                  </a:cubicBezTo>
                  <a:cubicBezTo>
                    <a:pt x="3713" y="11905"/>
                    <a:pt x="3887" y="11781"/>
                    <a:pt x="4052" y="11665"/>
                  </a:cubicBezTo>
                  <a:cubicBezTo>
                    <a:pt x="4417" y="11408"/>
                    <a:pt x="4773" y="11151"/>
                    <a:pt x="5163" y="10927"/>
                  </a:cubicBezTo>
                  <a:cubicBezTo>
                    <a:pt x="5254" y="10869"/>
                    <a:pt x="5353" y="10820"/>
                    <a:pt x="5453" y="10762"/>
                  </a:cubicBezTo>
                  <a:cubicBezTo>
                    <a:pt x="5544" y="10712"/>
                    <a:pt x="5635" y="10646"/>
                    <a:pt x="5734" y="10604"/>
                  </a:cubicBezTo>
                  <a:cubicBezTo>
                    <a:pt x="5765" y="10593"/>
                    <a:pt x="5796" y="10588"/>
                    <a:pt x="5826" y="10588"/>
                  </a:cubicBezTo>
                  <a:cubicBezTo>
                    <a:pt x="5972" y="10588"/>
                    <a:pt x="6092" y="10713"/>
                    <a:pt x="6057" y="10878"/>
                  </a:cubicBezTo>
                  <a:cubicBezTo>
                    <a:pt x="6049" y="10919"/>
                    <a:pt x="6012" y="10940"/>
                    <a:pt x="5975" y="10940"/>
                  </a:cubicBezTo>
                  <a:cubicBezTo>
                    <a:pt x="5937" y="10940"/>
                    <a:pt x="5900" y="10919"/>
                    <a:pt x="5892" y="10878"/>
                  </a:cubicBezTo>
                  <a:cubicBezTo>
                    <a:pt x="5883" y="10820"/>
                    <a:pt x="5850" y="10803"/>
                    <a:pt x="5809" y="10803"/>
                  </a:cubicBezTo>
                  <a:cubicBezTo>
                    <a:pt x="5792" y="10911"/>
                    <a:pt x="5743" y="11018"/>
                    <a:pt x="5701" y="11110"/>
                  </a:cubicBezTo>
                  <a:cubicBezTo>
                    <a:pt x="5643" y="11234"/>
                    <a:pt x="5569" y="11358"/>
                    <a:pt x="5486" y="11466"/>
                  </a:cubicBezTo>
                  <a:cubicBezTo>
                    <a:pt x="5179" y="11888"/>
                    <a:pt x="4773" y="12228"/>
                    <a:pt x="4342" y="12518"/>
                  </a:cubicBezTo>
                  <a:cubicBezTo>
                    <a:pt x="4110" y="12667"/>
                    <a:pt x="3878" y="12816"/>
                    <a:pt x="3646" y="12949"/>
                  </a:cubicBezTo>
                  <a:cubicBezTo>
                    <a:pt x="3522" y="13015"/>
                    <a:pt x="3398" y="13082"/>
                    <a:pt x="3274" y="13131"/>
                  </a:cubicBezTo>
                  <a:cubicBezTo>
                    <a:pt x="3170" y="13176"/>
                    <a:pt x="3046" y="13233"/>
                    <a:pt x="2933" y="13233"/>
                  </a:cubicBezTo>
                  <a:cubicBezTo>
                    <a:pt x="2919" y="13233"/>
                    <a:pt x="2906" y="13232"/>
                    <a:pt x="2892" y="13231"/>
                  </a:cubicBezTo>
                  <a:lnTo>
                    <a:pt x="2884" y="13231"/>
                  </a:lnTo>
                  <a:cubicBezTo>
                    <a:pt x="2876" y="13305"/>
                    <a:pt x="2868" y="13380"/>
                    <a:pt x="2859" y="13454"/>
                  </a:cubicBezTo>
                  <a:cubicBezTo>
                    <a:pt x="2834" y="13628"/>
                    <a:pt x="2818" y="13794"/>
                    <a:pt x="2793" y="13968"/>
                  </a:cubicBezTo>
                  <a:cubicBezTo>
                    <a:pt x="2752" y="14266"/>
                    <a:pt x="2685" y="14573"/>
                    <a:pt x="2520" y="14830"/>
                  </a:cubicBezTo>
                  <a:cubicBezTo>
                    <a:pt x="2370" y="15087"/>
                    <a:pt x="2155" y="15319"/>
                    <a:pt x="1906" y="15468"/>
                  </a:cubicBezTo>
                  <a:cubicBezTo>
                    <a:pt x="1729" y="15568"/>
                    <a:pt x="1540" y="15614"/>
                    <a:pt x="1349" y="15614"/>
                  </a:cubicBezTo>
                  <a:cubicBezTo>
                    <a:pt x="1272" y="15614"/>
                    <a:pt x="1196" y="15606"/>
                    <a:pt x="1119" y="15592"/>
                  </a:cubicBezTo>
                  <a:cubicBezTo>
                    <a:pt x="1078" y="15658"/>
                    <a:pt x="1070" y="15741"/>
                    <a:pt x="1070" y="15816"/>
                  </a:cubicBezTo>
                  <a:cubicBezTo>
                    <a:pt x="1076" y="15789"/>
                    <a:pt x="1096" y="15777"/>
                    <a:pt x="1115" y="15777"/>
                  </a:cubicBezTo>
                  <a:cubicBezTo>
                    <a:pt x="1144" y="15777"/>
                    <a:pt x="1174" y="15801"/>
                    <a:pt x="1169" y="15841"/>
                  </a:cubicBezTo>
                  <a:cubicBezTo>
                    <a:pt x="1128" y="16023"/>
                    <a:pt x="1111" y="16213"/>
                    <a:pt x="1103" y="16396"/>
                  </a:cubicBezTo>
                  <a:cubicBezTo>
                    <a:pt x="1111" y="16354"/>
                    <a:pt x="1119" y="16305"/>
                    <a:pt x="1136" y="16263"/>
                  </a:cubicBezTo>
                  <a:cubicBezTo>
                    <a:pt x="1142" y="16237"/>
                    <a:pt x="1162" y="16225"/>
                    <a:pt x="1183" y="16225"/>
                  </a:cubicBezTo>
                  <a:cubicBezTo>
                    <a:pt x="1215" y="16225"/>
                    <a:pt x="1249" y="16252"/>
                    <a:pt x="1244" y="16296"/>
                  </a:cubicBezTo>
                  <a:cubicBezTo>
                    <a:pt x="1186" y="16561"/>
                    <a:pt x="1177" y="16835"/>
                    <a:pt x="1210" y="17108"/>
                  </a:cubicBezTo>
                  <a:cubicBezTo>
                    <a:pt x="1223" y="17096"/>
                    <a:pt x="1239" y="17090"/>
                    <a:pt x="1255" y="17090"/>
                  </a:cubicBezTo>
                  <a:cubicBezTo>
                    <a:pt x="1281" y="17090"/>
                    <a:pt x="1305" y="17104"/>
                    <a:pt x="1310" y="17125"/>
                  </a:cubicBezTo>
                  <a:cubicBezTo>
                    <a:pt x="1318" y="17141"/>
                    <a:pt x="1318" y="17150"/>
                    <a:pt x="1318" y="17166"/>
                  </a:cubicBezTo>
                  <a:cubicBezTo>
                    <a:pt x="1293" y="17257"/>
                    <a:pt x="1285" y="17340"/>
                    <a:pt x="1285" y="17431"/>
                  </a:cubicBezTo>
                  <a:cubicBezTo>
                    <a:pt x="1293" y="17473"/>
                    <a:pt x="1302" y="17506"/>
                    <a:pt x="1318" y="17539"/>
                  </a:cubicBezTo>
                  <a:cubicBezTo>
                    <a:pt x="1360" y="17663"/>
                    <a:pt x="1418" y="17788"/>
                    <a:pt x="1434" y="17920"/>
                  </a:cubicBezTo>
                  <a:cubicBezTo>
                    <a:pt x="1440" y="17945"/>
                    <a:pt x="1420" y="17960"/>
                    <a:pt x="1398" y="17960"/>
                  </a:cubicBezTo>
                  <a:cubicBezTo>
                    <a:pt x="1391" y="17960"/>
                    <a:pt x="1383" y="17958"/>
                    <a:pt x="1376" y="17953"/>
                  </a:cubicBezTo>
                  <a:lnTo>
                    <a:pt x="1376" y="17953"/>
                  </a:lnTo>
                  <a:cubicBezTo>
                    <a:pt x="1401" y="18144"/>
                    <a:pt x="1384" y="18343"/>
                    <a:pt x="1351" y="18533"/>
                  </a:cubicBezTo>
                  <a:cubicBezTo>
                    <a:pt x="1326" y="18707"/>
                    <a:pt x="1277" y="18890"/>
                    <a:pt x="1252" y="19064"/>
                  </a:cubicBezTo>
                  <a:cubicBezTo>
                    <a:pt x="1235" y="19155"/>
                    <a:pt x="1219" y="19238"/>
                    <a:pt x="1210" y="19329"/>
                  </a:cubicBezTo>
                  <a:cubicBezTo>
                    <a:pt x="1202" y="19403"/>
                    <a:pt x="1202" y="19503"/>
                    <a:pt x="1161" y="19569"/>
                  </a:cubicBezTo>
                  <a:cubicBezTo>
                    <a:pt x="1155" y="19585"/>
                    <a:pt x="1140" y="19594"/>
                    <a:pt x="1123" y="19594"/>
                  </a:cubicBezTo>
                  <a:cubicBezTo>
                    <a:pt x="1113" y="19594"/>
                    <a:pt x="1103" y="19592"/>
                    <a:pt x="1094" y="19586"/>
                  </a:cubicBezTo>
                  <a:cubicBezTo>
                    <a:pt x="1078" y="19644"/>
                    <a:pt x="1070" y="19702"/>
                    <a:pt x="1061" y="19760"/>
                  </a:cubicBezTo>
                  <a:cubicBezTo>
                    <a:pt x="1053" y="19818"/>
                    <a:pt x="1045" y="19876"/>
                    <a:pt x="1045" y="19934"/>
                  </a:cubicBezTo>
                  <a:cubicBezTo>
                    <a:pt x="1036" y="20058"/>
                    <a:pt x="1020" y="20215"/>
                    <a:pt x="1078" y="20331"/>
                  </a:cubicBezTo>
                  <a:cubicBezTo>
                    <a:pt x="1128" y="20439"/>
                    <a:pt x="1277" y="20497"/>
                    <a:pt x="1384" y="20539"/>
                  </a:cubicBezTo>
                  <a:cubicBezTo>
                    <a:pt x="1633" y="20655"/>
                    <a:pt x="1898" y="20721"/>
                    <a:pt x="2172" y="20762"/>
                  </a:cubicBezTo>
                  <a:cubicBezTo>
                    <a:pt x="2401" y="20804"/>
                    <a:pt x="2635" y="20822"/>
                    <a:pt x="2866" y="20822"/>
                  </a:cubicBezTo>
                  <a:cubicBezTo>
                    <a:pt x="2911" y="20822"/>
                    <a:pt x="2956" y="20822"/>
                    <a:pt x="3000" y="20820"/>
                  </a:cubicBezTo>
                  <a:cubicBezTo>
                    <a:pt x="3141" y="20820"/>
                    <a:pt x="3274" y="20812"/>
                    <a:pt x="3414" y="20804"/>
                  </a:cubicBezTo>
                  <a:cubicBezTo>
                    <a:pt x="3555" y="20737"/>
                    <a:pt x="3704" y="20696"/>
                    <a:pt x="3854" y="20655"/>
                  </a:cubicBezTo>
                  <a:cubicBezTo>
                    <a:pt x="4061" y="20597"/>
                    <a:pt x="4268" y="20547"/>
                    <a:pt x="4475" y="20497"/>
                  </a:cubicBezTo>
                  <a:cubicBezTo>
                    <a:pt x="4897" y="20406"/>
                    <a:pt x="5328" y="20340"/>
                    <a:pt x="5767" y="20273"/>
                  </a:cubicBezTo>
                  <a:cubicBezTo>
                    <a:pt x="7217" y="20066"/>
                    <a:pt x="8750" y="19942"/>
                    <a:pt x="10043" y="19196"/>
                  </a:cubicBezTo>
                  <a:cubicBezTo>
                    <a:pt x="10084" y="19171"/>
                    <a:pt x="10126" y="19147"/>
                    <a:pt x="10167" y="19122"/>
                  </a:cubicBezTo>
                  <a:cubicBezTo>
                    <a:pt x="10656" y="18823"/>
                    <a:pt x="11103" y="18434"/>
                    <a:pt x="11426" y="17953"/>
                  </a:cubicBezTo>
                  <a:cubicBezTo>
                    <a:pt x="11518" y="17821"/>
                    <a:pt x="11600" y="17688"/>
                    <a:pt x="11667" y="17539"/>
                  </a:cubicBezTo>
                  <a:cubicBezTo>
                    <a:pt x="11741" y="17398"/>
                    <a:pt x="11824" y="17233"/>
                    <a:pt x="11832" y="17067"/>
                  </a:cubicBezTo>
                  <a:cubicBezTo>
                    <a:pt x="11841" y="16967"/>
                    <a:pt x="11791" y="16876"/>
                    <a:pt x="11741" y="16793"/>
                  </a:cubicBezTo>
                  <a:cubicBezTo>
                    <a:pt x="11700" y="16702"/>
                    <a:pt x="11650" y="16619"/>
                    <a:pt x="11609" y="16528"/>
                  </a:cubicBezTo>
                  <a:cubicBezTo>
                    <a:pt x="11592" y="16487"/>
                    <a:pt x="11576" y="16454"/>
                    <a:pt x="11551" y="16412"/>
                  </a:cubicBezTo>
                  <a:cubicBezTo>
                    <a:pt x="11518" y="16520"/>
                    <a:pt x="11460" y="16619"/>
                    <a:pt x="11360" y="16644"/>
                  </a:cubicBezTo>
                  <a:cubicBezTo>
                    <a:pt x="11353" y="16647"/>
                    <a:pt x="11345" y="16648"/>
                    <a:pt x="11337" y="16648"/>
                  </a:cubicBezTo>
                  <a:cubicBezTo>
                    <a:pt x="11294" y="16648"/>
                    <a:pt x="11254" y="16612"/>
                    <a:pt x="11261" y="16570"/>
                  </a:cubicBezTo>
                  <a:cubicBezTo>
                    <a:pt x="11261" y="16479"/>
                    <a:pt x="11319" y="16396"/>
                    <a:pt x="11335" y="16313"/>
                  </a:cubicBezTo>
                  <a:cubicBezTo>
                    <a:pt x="11360" y="16222"/>
                    <a:pt x="11360" y="16122"/>
                    <a:pt x="11335" y="16039"/>
                  </a:cubicBezTo>
                  <a:cubicBezTo>
                    <a:pt x="11302" y="15832"/>
                    <a:pt x="11194" y="15658"/>
                    <a:pt x="11095" y="15476"/>
                  </a:cubicBezTo>
                  <a:cubicBezTo>
                    <a:pt x="10938" y="15203"/>
                    <a:pt x="10797" y="14921"/>
                    <a:pt x="10664" y="14639"/>
                  </a:cubicBezTo>
                  <a:cubicBezTo>
                    <a:pt x="10656" y="14672"/>
                    <a:pt x="10639" y="14706"/>
                    <a:pt x="10623" y="14730"/>
                  </a:cubicBezTo>
                  <a:cubicBezTo>
                    <a:pt x="10606" y="14755"/>
                    <a:pt x="10583" y="14768"/>
                    <a:pt x="10561" y="14768"/>
                  </a:cubicBezTo>
                  <a:cubicBezTo>
                    <a:pt x="10538" y="14768"/>
                    <a:pt x="10515" y="14755"/>
                    <a:pt x="10498" y="14730"/>
                  </a:cubicBezTo>
                  <a:cubicBezTo>
                    <a:pt x="10449" y="14664"/>
                    <a:pt x="10449" y="14573"/>
                    <a:pt x="10440" y="14490"/>
                  </a:cubicBezTo>
                  <a:cubicBezTo>
                    <a:pt x="10440" y="14399"/>
                    <a:pt x="10432" y="14308"/>
                    <a:pt x="10432" y="14217"/>
                  </a:cubicBezTo>
                  <a:cubicBezTo>
                    <a:pt x="10416" y="14043"/>
                    <a:pt x="10399" y="13877"/>
                    <a:pt x="10358" y="13703"/>
                  </a:cubicBezTo>
                  <a:cubicBezTo>
                    <a:pt x="10283" y="13405"/>
                    <a:pt x="10126" y="13156"/>
                    <a:pt x="9976" y="12883"/>
                  </a:cubicBezTo>
                  <a:cubicBezTo>
                    <a:pt x="9960" y="12850"/>
                    <a:pt x="9935" y="12808"/>
                    <a:pt x="9918" y="12767"/>
                  </a:cubicBezTo>
                  <a:cubicBezTo>
                    <a:pt x="9877" y="12676"/>
                    <a:pt x="9836" y="12584"/>
                    <a:pt x="9811" y="12485"/>
                  </a:cubicBezTo>
                  <a:cubicBezTo>
                    <a:pt x="9778" y="12336"/>
                    <a:pt x="9778" y="12178"/>
                    <a:pt x="9769" y="12021"/>
                  </a:cubicBezTo>
                  <a:cubicBezTo>
                    <a:pt x="9753" y="11839"/>
                    <a:pt x="9744" y="11665"/>
                    <a:pt x="9720" y="11482"/>
                  </a:cubicBezTo>
                  <a:cubicBezTo>
                    <a:pt x="9703" y="11333"/>
                    <a:pt x="9678" y="11184"/>
                    <a:pt x="9653" y="11035"/>
                  </a:cubicBezTo>
                  <a:cubicBezTo>
                    <a:pt x="9653" y="11043"/>
                    <a:pt x="9653" y="11043"/>
                    <a:pt x="9653" y="11043"/>
                  </a:cubicBezTo>
                  <a:cubicBezTo>
                    <a:pt x="9649" y="11047"/>
                    <a:pt x="9641" y="11050"/>
                    <a:pt x="9633" y="11050"/>
                  </a:cubicBezTo>
                  <a:cubicBezTo>
                    <a:pt x="9624" y="11050"/>
                    <a:pt x="9616" y="11047"/>
                    <a:pt x="9612" y="11043"/>
                  </a:cubicBezTo>
                  <a:cubicBezTo>
                    <a:pt x="9587" y="11018"/>
                    <a:pt x="9587" y="10985"/>
                    <a:pt x="9579" y="10952"/>
                  </a:cubicBezTo>
                  <a:cubicBezTo>
                    <a:pt x="9570" y="10911"/>
                    <a:pt x="9570" y="10878"/>
                    <a:pt x="9562" y="10836"/>
                  </a:cubicBezTo>
                  <a:cubicBezTo>
                    <a:pt x="9554" y="10762"/>
                    <a:pt x="9546" y="10687"/>
                    <a:pt x="9537" y="10613"/>
                  </a:cubicBezTo>
                  <a:cubicBezTo>
                    <a:pt x="9529" y="10571"/>
                    <a:pt x="9521" y="10530"/>
                    <a:pt x="9513" y="10488"/>
                  </a:cubicBezTo>
                  <a:cubicBezTo>
                    <a:pt x="9496" y="10430"/>
                    <a:pt x="9479" y="10372"/>
                    <a:pt x="9471" y="10306"/>
                  </a:cubicBezTo>
                  <a:cubicBezTo>
                    <a:pt x="9450" y="10322"/>
                    <a:pt x="9426" y="10327"/>
                    <a:pt x="9404" y="10327"/>
                  </a:cubicBezTo>
                  <a:cubicBezTo>
                    <a:pt x="9392" y="10327"/>
                    <a:pt x="9381" y="10326"/>
                    <a:pt x="9372" y="10323"/>
                  </a:cubicBezTo>
                  <a:cubicBezTo>
                    <a:pt x="9347" y="10306"/>
                    <a:pt x="9330" y="10281"/>
                    <a:pt x="9330" y="10248"/>
                  </a:cubicBezTo>
                  <a:cubicBezTo>
                    <a:pt x="9330" y="10198"/>
                    <a:pt x="9330" y="10157"/>
                    <a:pt x="9330" y="10107"/>
                  </a:cubicBezTo>
                  <a:cubicBezTo>
                    <a:pt x="9330" y="10041"/>
                    <a:pt x="9330" y="9975"/>
                    <a:pt x="9314" y="9917"/>
                  </a:cubicBezTo>
                  <a:cubicBezTo>
                    <a:pt x="9297" y="9834"/>
                    <a:pt x="9272" y="9759"/>
                    <a:pt x="9247" y="9685"/>
                  </a:cubicBezTo>
                  <a:cubicBezTo>
                    <a:pt x="9231" y="9651"/>
                    <a:pt x="9223" y="9618"/>
                    <a:pt x="9206" y="9585"/>
                  </a:cubicBezTo>
                  <a:cubicBezTo>
                    <a:pt x="9173" y="9494"/>
                    <a:pt x="9131" y="9395"/>
                    <a:pt x="9107" y="9287"/>
                  </a:cubicBezTo>
                  <a:cubicBezTo>
                    <a:pt x="9107" y="9303"/>
                    <a:pt x="9098" y="9312"/>
                    <a:pt x="9090" y="9320"/>
                  </a:cubicBezTo>
                  <a:cubicBezTo>
                    <a:pt x="9080" y="9334"/>
                    <a:pt x="9065" y="9343"/>
                    <a:pt x="9051" y="9343"/>
                  </a:cubicBezTo>
                  <a:cubicBezTo>
                    <a:pt x="9040" y="9343"/>
                    <a:pt x="9031" y="9339"/>
                    <a:pt x="9024" y="9328"/>
                  </a:cubicBezTo>
                  <a:cubicBezTo>
                    <a:pt x="8949" y="9245"/>
                    <a:pt x="8982" y="9105"/>
                    <a:pt x="9007" y="9005"/>
                  </a:cubicBezTo>
                  <a:cubicBezTo>
                    <a:pt x="9032" y="8873"/>
                    <a:pt x="9065" y="8748"/>
                    <a:pt x="9073" y="8616"/>
                  </a:cubicBezTo>
                  <a:cubicBezTo>
                    <a:pt x="9073" y="8433"/>
                    <a:pt x="9057" y="8243"/>
                    <a:pt x="9040" y="8061"/>
                  </a:cubicBezTo>
                  <a:cubicBezTo>
                    <a:pt x="8999" y="8027"/>
                    <a:pt x="8982" y="7969"/>
                    <a:pt x="8957" y="7920"/>
                  </a:cubicBezTo>
                  <a:cubicBezTo>
                    <a:pt x="8924" y="7853"/>
                    <a:pt x="8883" y="7787"/>
                    <a:pt x="8850" y="7729"/>
                  </a:cubicBezTo>
                  <a:cubicBezTo>
                    <a:pt x="8775" y="7605"/>
                    <a:pt x="8692" y="7489"/>
                    <a:pt x="8609" y="7373"/>
                  </a:cubicBezTo>
                  <a:cubicBezTo>
                    <a:pt x="8568" y="7315"/>
                    <a:pt x="8527" y="7265"/>
                    <a:pt x="8469" y="7224"/>
                  </a:cubicBezTo>
                  <a:cubicBezTo>
                    <a:pt x="8419" y="7182"/>
                    <a:pt x="8361" y="7141"/>
                    <a:pt x="8311" y="7099"/>
                  </a:cubicBezTo>
                  <a:cubicBezTo>
                    <a:pt x="8203" y="7008"/>
                    <a:pt x="8121" y="6892"/>
                    <a:pt x="8046" y="6776"/>
                  </a:cubicBezTo>
                  <a:cubicBezTo>
                    <a:pt x="8020" y="6738"/>
                    <a:pt x="8059" y="6699"/>
                    <a:pt x="8094" y="6699"/>
                  </a:cubicBezTo>
                  <a:cubicBezTo>
                    <a:pt x="8103" y="6699"/>
                    <a:pt x="8113" y="6703"/>
                    <a:pt x="8121" y="6710"/>
                  </a:cubicBezTo>
                  <a:cubicBezTo>
                    <a:pt x="8228" y="6818"/>
                    <a:pt x="8336" y="6925"/>
                    <a:pt x="8469" y="7000"/>
                  </a:cubicBezTo>
                  <a:cubicBezTo>
                    <a:pt x="8527" y="7033"/>
                    <a:pt x="8585" y="7066"/>
                    <a:pt x="8643" y="7108"/>
                  </a:cubicBezTo>
                  <a:cubicBezTo>
                    <a:pt x="8701" y="7157"/>
                    <a:pt x="8742" y="7207"/>
                    <a:pt x="8783" y="7265"/>
                  </a:cubicBezTo>
                  <a:cubicBezTo>
                    <a:pt x="8875" y="7389"/>
                    <a:pt x="8974" y="7505"/>
                    <a:pt x="9049" y="7630"/>
                  </a:cubicBezTo>
                  <a:cubicBezTo>
                    <a:pt x="9065" y="7655"/>
                    <a:pt x="9073" y="7671"/>
                    <a:pt x="9090" y="7696"/>
                  </a:cubicBezTo>
                  <a:cubicBezTo>
                    <a:pt x="9090" y="7688"/>
                    <a:pt x="9098" y="7679"/>
                    <a:pt x="9098" y="7671"/>
                  </a:cubicBezTo>
                  <a:cubicBezTo>
                    <a:pt x="9156" y="7547"/>
                    <a:pt x="9165" y="7406"/>
                    <a:pt x="9173" y="7273"/>
                  </a:cubicBezTo>
                  <a:cubicBezTo>
                    <a:pt x="9173" y="7191"/>
                    <a:pt x="9165" y="7108"/>
                    <a:pt x="9156" y="7033"/>
                  </a:cubicBezTo>
                  <a:cubicBezTo>
                    <a:pt x="9148" y="6992"/>
                    <a:pt x="9148" y="6950"/>
                    <a:pt x="9140" y="6909"/>
                  </a:cubicBezTo>
                  <a:cubicBezTo>
                    <a:pt x="9140" y="6876"/>
                    <a:pt x="9131" y="6834"/>
                    <a:pt x="9156" y="6809"/>
                  </a:cubicBezTo>
                  <a:cubicBezTo>
                    <a:pt x="9165" y="6801"/>
                    <a:pt x="9173" y="6801"/>
                    <a:pt x="9181" y="6801"/>
                  </a:cubicBezTo>
                  <a:cubicBezTo>
                    <a:pt x="9256" y="6826"/>
                    <a:pt x="9256" y="6967"/>
                    <a:pt x="9264" y="7025"/>
                  </a:cubicBezTo>
                  <a:cubicBezTo>
                    <a:pt x="9272" y="7116"/>
                    <a:pt x="9272" y="7207"/>
                    <a:pt x="9272" y="7298"/>
                  </a:cubicBezTo>
                  <a:cubicBezTo>
                    <a:pt x="9272" y="7373"/>
                    <a:pt x="9264" y="7456"/>
                    <a:pt x="9239" y="7539"/>
                  </a:cubicBezTo>
                  <a:cubicBezTo>
                    <a:pt x="9223" y="7605"/>
                    <a:pt x="9189" y="7671"/>
                    <a:pt x="9140" y="7729"/>
                  </a:cubicBezTo>
                  <a:cubicBezTo>
                    <a:pt x="9140" y="7737"/>
                    <a:pt x="9140" y="7737"/>
                    <a:pt x="9140" y="7737"/>
                  </a:cubicBezTo>
                  <a:cubicBezTo>
                    <a:pt x="9131" y="7746"/>
                    <a:pt x="9123" y="7754"/>
                    <a:pt x="9123" y="7754"/>
                  </a:cubicBezTo>
                  <a:lnTo>
                    <a:pt x="9131" y="7779"/>
                  </a:lnTo>
                  <a:cubicBezTo>
                    <a:pt x="9140" y="7771"/>
                    <a:pt x="9148" y="7762"/>
                    <a:pt x="9156" y="7754"/>
                  </a:cubicBezTo>
                  <a:lnTo>
                    <a:pt x="9165" y="7754"/>
                  </a:lnTo>
                  <a:cubicBezTo>
                    <a:pt x="9322" y="7655"/>
                    <a:pt x="9347" y="7456"/>
                    <a:pt x="9347" y="7282"/>
                  </a:cubicBezTo>
                  <a:cubicBezTo>
                    <a:pt x="9330" y="7058"/>
                    <a:pt x="9281" y="6843"/>
                    <a:pt x="9297" y="6611"/>
                  </a:cubicBezTo>
                  <a:cubicBezTo>
                    <a:pt x="9322" y="6379"/>
                    <a:pt x="9372" y="6147"/>
                    <a:pt x="9405" y="5906"/>
                  </a:cubicBezTo>
                  <a:cubicBezTo>
                    <a:pt x="9438" y="5683"/>
                    <a:pt x="9463" y="5451"/>
                    <a:pt x="9479" y="5219"/>
                  </a:cubicBezTo>
                  <a:cubicBezTo>
                    <a:pt x="9546" y="4374"/>
                    <a:pt x="9504" y="3528"/>
                    <a:pt x="9355" y="2700"/>
                  </a:cubicBezTo>
                  <a:cubicBezTo>
                    <a:pt x="9289" y="2319"/>
                    <a:pt x="9189" y="1929"/>
                    <a:pt x="8974" y="1598"/>
                  </a:cubicBezTo>
                  <a:cubicBezTo>
                    <a:pt x="8957" y="1565"/>
                    <a:pt x="8941" y="1532"/>
                    <a:pt x="8916" y="1498"/>
                  </a:cubicBezTo>
                  <a:lnTo>
                    <a:pt x="8916" y="1498"/>
                  </a:lnTo>
                  <a:cubicBezTo>
                    <a:pt x="8924" y="1540"/>
                    <a:pt x="8941" y="1573"/>
                    <a:pt x="8949" y="1614"/>
                  </a:cubicBezTo>
                  <a:cubicBezTo>
                    <a:pt x="8982" y="1730"/>
                    <a:pt x="9015" y="1846"/>
                    <a:pt x="9032" y="1962"/>
                  </a:cubicBezTo>
                  <a:cubicBezTo>
                    <a:pt x="9049" y="2054"/>
                    <a:pt x="9090" y="2194"/>
                    <a:pt x="9032" y="2286"/>
                  </a:cubicBezTo>
                  <a:cubicBezTo>
                    <a:pt x="9027" y="2296"/>
                    <a:pt x="9012" y="2303"/>
                    <a:pt x="8998" y="2303"/>
                  </a:cubicBezTo>
                  <a:cubicBezTo>
                    <a:pt x="8989" y="2303"/>
                    <a:pt x="8980" y="2300"/>
                    <a:pt x="8974" y="2294"/>
                  </a:cubicBezTo>
                  <a:cubicBezTo>
                    <a:pt x="8908" y="2219"/>
                    <a:pt x="8916" y="2095"/>
                    <a:pt x="8899" y="2004"/>
                  </a:cubicBezTo>
                  <a:cubicBezTo>
                    <a:pt x="8875" y="1896"/>
                    <a:pt x="8858" y="1788"/>
                    <a:pt x="8825" y="1681"/>
                  </a:cubicBezTo>
                  <a:cubicBezTo>
                    <a:pt x="8800" y="1581"/>
                    <a:pt x="8759" y="1474"/>
                    <a:pt x="8725" y="1374"/>
                  </a:cubicBezTo>
                  <a:cubicBezTo>
                    <a:pt x="8709" y="1316"/>
                    <a:pt x="8684" y="1266"/>
                    <a:pt x="8667" y="1217"/>
                  </a:cubicBezTo>
                  <a:cubicBezTo>
                    <a:pt x="8521" y="1093"/>
                    <a:pt x="8353" y="991"/>
                    <a:pt x="8169" y="991"/>
                  </a:cubicBezTo>
                  <a:cubicBezTo>
                    <a:pt x="8156" y="991"/>
                    <a:pt x="8142" y="992"/>
                    <a:pt x="8129" y="993"/>
                  </a:cubicBezTo>
                  <a:cubicBezTo>
                    <a:pt x="7773" y="1010"/>
                    <a:pt x="7615" y="1424"/>
                    <a:pt x="7532" y="1714"/>
                  </a:cubicBezTo>
                  <a:cubicBezTo>
                    <a:pt x="7416" y="2087"/>
                    <a:pt x="7383" y="2476"/>
                    <a:pt x="7292" y="2849"/>
                  </a:cubicBezTo>
                  <a:cubicBezTo>
                    <a:pt x="7209" y="3172"/>
                    <a:pt x="7093" y="3487"/>
                    <a:pt x="6878" y="3752"/>
                  </a:cubicBezTo>
                  <a:cubicBezTo>
                    <a:pt x="6778" y="3876"/>
                    <a:pt x="6654" y="3984"/>
                    <a:pt x="6513" y="4059"/>
                  </a:cubicBezTo>
                  <a:cubicBezTo>
                    <a:pt x="6414" y="4117"/>
                    <a:pt x="6306" y="4175"/>
                    <a:pt x="6231" y="4266"/>
                  </a:cubicBezTo>
                  <a:cubicBezTo>
                    <a:pt x="6289" y="4282"/>
                    <a:pt x="6339" y="4307"/>
                    <a:pt x="6381" y="4349"/>
                  </a:cubicBezTo>
                  <a:cubicBezTo>
                    <a:pt x="6389" y="4357"/>
                    <a:pt x="6397" y="4374"/>
                    <a:pt x="6397" y="4382"/>
                  </a:cubicBezTo>
                  <a:cubicBezTo>
                    <a:pt x="6497" y="4432"/>
                    <a:pt x="6596" y="4473"/>
                    <a:pt x="6687" y="4539"/>
                  </a:cubicBezTo>
                  <a:cubicBezTo>
                    <a:pt x="6845" y="4655"/>
                    <a:pt x="6985" y="4796"/>
                    <a:pt x="7110" y="4954"/>
                  </a:cubicBezTo>
                  <a:cubicBezTo>
                    <a:pt x="7251" y="5119"/>
                    <a:pt x="7367" y="5302"/>
                    <a:pt x="7491" y="5484"/>
                  </a:cubicBezTo>
                  <a:cubicBezTo>
                    <a:pt x="7541" y="5558"/>
                    <a:pt x="7590" y="5641"/>
                    <a:pt x="7640" y="5716"/>
                  </a:cubicBezTo>
                  <a:cubicBezTo>
                    <a:pt x="7648" y="5732"/>
                    <a:pt x="7657" y="5749"/>
                    <a:pt x="7673" y="5765"/>
                  </a:cubicBezTo>
                  <a:cubicBezTo>
                    <a:pt x="7731" y="5857"/>
                    <a:pt x="7814" y="5939"/>
                    <a:pt x="7855" y="6039"/>
                  </a:cubicBezTo>
                  <a:cubicBezTo>
                    <a:pt x="7869" y="6080"/>
                    <a:pt x="7832" y="6110"/>
                    <a:pt x="7796" y="6110"/>
                  </a:cubicBezTo>
                  <a:cubicBezTo>
                    <a:pt x="7788" y="6110"/>
                    <a:pt x="7780" y="6108"/>
                    <a:pt x="7773" y="6105"/>
                  </a:cubicBezTo>
                  <a:cubicBezTo>
                    <a:pt x="7673" y="6055"/>
                    <a:pt x="7599" y="5939"/>
                    <a:pt x="7532" y="5857"/>
                  </a:cubicBezTo>
                  <a:cubicBezTo>
                    <a:pt x="7466" y="5765"/>
                    <a:pt x="7408" y="5683"/>
                    <a:pt x="7342" y="5592"/>
                  </a:cubicBezTo>
                  <a:cubicBezTo>
                    <a:pt x="7226" y="5409"/>
                    <a:pt x="7110" y="5227"/>
                    <a:pt x="6969" y="5053"/>
                  </a:cubicBezTo>
                  <a:cubicBezTo>
                    <a:pt x="6911" y="4978"/>
                    <a:pt x="6845" y="4904"/>
                    <a:pt x="6770" y="4829"/>
                  </a:cubicBezTo>
                  <a:cubicBezTo>
                    <a:pt x="6704" y="4771"/>
                    <a:pt x="6637" y="4713"/>
                    <a:pt x="6563" y="4655"/>
                  </a:cubicBezTo>
                  <a:lnTo>
                    <a:pt x="6521" y="4630"/>
                  </a:lnTo>
                  <a:cubicBezTo>
                    <a:pt x="6439" y="4572"/>
                    <a:pt x="6356" y="4539"/>
                    <a:pt x="6265" y="4490"/>
                  </a:cubicBezTo>
                  <a:cubicBezTo>
                    <a:pt x="6231" y="4473"/>
                    <a:pt x="6198" y="4448"/>
                    <a:pt x="6173" y="4423"/>
                  </a:cubicBezTo>
                  <a:cubicBezTo>
                    <a:pt x="6115" y="4407"/>
                    <a:pt x="6066" y="4390"/>
                    <a:pt x="5999" y="4390"/>
                  </a:cubicBezTo>
                  <a:cubicBezTo>
                    <a:pt x="5892" y="4374"/>
                    <a:pt x="5776" y="4374"/>
                    <a:pt x="5660" y="4365"/>
                  </a:cubicBezTo>
                  <a:cubicBezTo>
                    <a:pt x="5436" y="4365"/>
                    <a:pt x="5212" y="4374"/>
                    <a:pt x="4989" y="4374"/>
                  </a:cubicBezTo>
                  <a:cubicBezTo>
                    <a:pt x="4781" y="4374"/>
                    <a:pt x="4566" y="4357"/>
                    <a:pt x="4367" y="4324"/>
                  </a:cubicBezTo>
                  <a:cubicBezTo>
                    <a:pt x="4160" y="4282"/>
                    <a:pt x="3978" y="4216"/>
                    <a:pt x="3804" y="4100"/>
                  </a:cubicBezTo>
                  <a:cubicBezTo>
                    <a:pt x="3753" y="4064"/>
                    <a:pt x="3785" y="3996"/>
                    <a:pt x="3838" y="3996"/>
                  </a:cubicBezTo>
                  <a:cubicBezTo>
                    <a:pt x="3845" y="3996"/>
                    <a:pt x="3853" y="3998"/>
                    <a:pt x="3862" y="4001"/>
                  </a:cubicBezTo>
                  <a:cubicBezTo>
                    <a:pt x="3945" y="4042"/>
                    <a:pt x="4028" y="4067"/>
                    <a:pt x="4119" y="4092"/>
                  </a:cubicBezTo>
                  <a:cubicBezTo>
                    <a:pt x="4086" y="4042"/>
                    <a:pt x="4052" y="4001"/>
                    <a:pt x="4019" y="3943"/>
                  </a:cubicBezTo>
                  <a:cubicBezTo>
                    <a:pt x="3912" y="3752"/>
                    <a:pt x="3862" y="3520"/>
                    <a:pt x="3854" y="3288"/>
                  </a:cubicBezTo>
                  <a:cubicBezTo>
                    <a:pt x="3837" y="2890"/>
                    <a:pt x="3912" y="2476"/>
                    <a:pt x="3804" y="2087"/>
                  </a:cubicBezTo>
                  <a:cubicBezTo>
                    <a:pt x="3754" y="1904"/>
                    <a:pt x="3680" y="1739"/>
                    <a:pt x="3646" y="1556"/>
                  </a:cubicBezTo>
                  <a:cubicBezTo>
                    <a:pt x="3622" y="1382"/>
                    <a:pt x="3605" y="1208"/>
                    <a:pt x="3597" y="1034"/>
                  </a:cubicBezTo>
                  <a:cubicBezTo>
                    <a:pt x="3588" y="852"/>
                    <a:pt x="3572" y="678"/>
                    <a:pt x="3547" y="496"/>
                  </a:cubicBezTo>
                  <a:cubicBezTo>
                    <a:pt x="3539" y="397"/>
                    <a:pt x="3522" y="297"/>
                    <a:pt x="3506" y="198"/>
                  </a:cubicBezTo>
                  <a:cubicBezTo>
                    <a:pt x="3497" y="148"/>
                    <a:pt x="3489" y="40"/>
                    <a:pt x="3439" y="7"/>
                  </a:cubicBezTo>
                  <a:cubicBezTo>
                    <a:pt x="3429" y="2"/>
                    <a:pt x="3418" y="0"/>
                    <a:pt x="34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29"/>
            <p:cNvSpPr/>
            <p:nvPr/>
          </p:nvSpPr>
          <p:spPr>
            <a:xfrm>
              <a:off x="5725600" y="1607200"/>
              <a:ext cx="225" cy="250"/>
            </a:xfrm>
            <a:custGeom>
              <a:rect b="b" l="l" r="r" t="t"/>
              <a:pathLst>
                <a:path extrusionOk="0" h="10" w="9">
                  <a:moveTo>
                    <a:pt x="9" y="1"/>
                  </a:moveTo>
                  <a:cubicBezTo>
                    <a:pt x="9" y="1"/>
                    <a:pt x="0" y="1"/>
                    <a:pt x="0" y="1"/>
                  </a:cubicBezTo>
                  <a:cubicBezTo>
                    <a:pt x="0" y="1"/>
                    <a:pt x="0" y="9"/>
                    <a:pt x="0" y="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29"/>
            <p:cNvSpPr/>
            <p:nvPr/>
          </p:nvSpPr>
          <p:spPr>
            <a:xfrm>
              <a:off x="5739875" y="1671625"/>
              <a:ext cx="4175" cy="3975"/>
            </a:xfrm>
            <a:custGeom>
              <a:rect b="b" l="l" r="r" t="t"/>
              <a:pathLst>
                <a:path extrusionOk="0" h="159" w="167">
                  <a:moveTo>
                    <a:pt x="34" y="1"/>
                  </a:moveTo>
                  <a:cubicBezTo>
                    <a:pt x="26" y="1"/>
                    <a:pt x="17" y="9"/>
                    <a:pt x="9" y="17"/>
                  </a:cubicBezTo>
                  <a:cubicBezTo>
                    <a:pt x="1" y="34"/>
                    <a:pt x="1" y="42"/>
                    <a:pt x="1" y="50"/>
                  </a:cubicBezTo>
                  <a:cubicBezTo>
                    <a:pt x="9" y="67"/>
                    <a:pt x="17" y="75"/>
                    <a:pt x="26" y="75"/>
                  </a:cubicBezTo>
                  <a:lnTo>
                    <a:pt x="26" y="83"/>
                  </a:lnTo>
                  <a:cubicBezTo>
                    <a:pt x="34" y="83"/>
                    <a:pt x="42" y="92"/>
                    <a:pt x="51" y="100"/>
                  </a:cubicBezTo>
                  <a:cubicBezTo>
                    <a:pt x="59" y="108"/>
                    <a:pt x="67" y="117"/>
                    <a:pt x="75" y="125"/>
                  </a:cubicBezTo>
                  <a:cubicBezTo>
                    <a:pt x="84" y="133"/>
                    <a:pt x="92" y="141"/>
                    <a:pt x="100" y="150"/>
                  </a:cubicBezTo>
                  <a:lnTo>
                    <a:pt x="109" y="150"/>
                  </a:lnTo>
                  <a:cubicBezTo>
                    <a:pt x="117" y="158"/>
                    <a:pt x="117" y="158"/>
                    <a:pt x="125" y="158"/>
                  </a:cubicBezTo>
                  <a:cubicBezTo>
                    <a:pt x="133" y="158"/>
                    <a:pt x="142" y="158"/>
                    <a:pt x="142" y="150"/>
                  </a:cubicBezTo>
                  <a:cubicBezTo>
                    <a:pt x="158" y="141"/>
                    <a:pt x="167" y="125"/>
                    <a:pt x="158" y="117"/>
                  </a:cubicBezTo>
                  <a:cubicBezTo>
                    <a:pt x="158" y="100"/>
                    <a:pt x="150" y="92"/>
                    <a:pt x="150" y="75"/>
                  </a:cubicBezTo>
                  <a:cubicBezTo>
                    <a:pt x="142" y="75"/>
                    <a:pt x="142" y="67"/>
                    <a:pt x="142" y="67"/>
                  </a:cubicBezTo>
                  <a:cubicBezTo>
                    <a:pt x="133" y="59"/>
                    <a:pt x="125" y="50"/>
                    <a:pt x="125" y="50"/>
                  </a:cubicBezTo>
                  <a:cubicBezTo>
                    <a:pt x="109" y="26"/>
                    <a:pt x="92" y="17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29"/>
            <p:cNvSpPr/>
            <p:nvPr/>
          </p:nvSpPr>
          <p:spPr>
            <a:xfrm>
              <a:off x="5534775" y="1427000"/>
              <a:ext cx="50600" cy="101975"/>
            </a:xfrm>
            <a:custGeom>
              <a:rect b="b" l="l" r="r" t="t"/>
              <a:pathLst>
                <a:path extrusionOk="0" h="4079" w="2024">
                  <a:moveTo>
                    <a:pt x="1485" y="0"/>
                  </a:moveTo>
                  <a:cubicBezTo>
                    <a:pt x="1345" y="17"/>
                    <a:pt x="1262" y="116"/>
                    <a:pt x="1195" y="232"/>
                  </a:cubicBezTo>
                  <a:cubicBezTo>
                    <a:pt x="1154" y="241"/>
                    <a:pt x="1121" y="266"/>
                    <a:pt x="1104" y="324"/>
                  </a:cubicBezTo>
                  <a:cubicBezTo>
                    <a:pt x="1079" y="406"/>
                    <a:pt x="1063" y="498"/>
                    <a:pt x="1038" y="589"/>
                  </a:cubicBezTo>
                  <a:cubicBezTo>
                    <a:pt x="963" y="763"/>
                    <a:pt x="897" y="937"/>
                    <a:pt x="839" y="1119"/>
                  </a:cubicBezTo>
                  <a:cubicBezTo>
                    <a:pt x="839" y="1136"/>
                    <a:pt x="831" y="1160"/>
                    <a:pt x="823" y="1177"/>
                  </a:cubicBezTo>
                  <a:cubicBezTo>
                    <a:pt x="765" y="1310"/>
                    <a:pt x="707" y="1442"/>
                    <a:pt x="649" y="1566"/>
                  </a:cubicBezTo>
                  <a:cubicBezTo>
                    <a:pt x="591" y="1691"/>
                    <a:pt x="541" y="1815"/>
                    <a:pt x="499" y="1939"/>
                  </a:cubicBezTo>
                  <a:cubicBezTo>
                    <a:pt x="499" y="1946"/>
                    <a:pt x="494" y="1947"/>
                    <a:pt x="492" y="1952"/>
                  </a:cubicBezTo>
                  <a:lnTo>
                    <a:pt x="492" y="1952"/>
                  </a:lnTo>
                  <a:cubicBezTo>
                    <a:pt x="508" y="1870"/>
                    <a:pt x="525" y="1789"/>
                    <a:pt x="549" y="1707"/>
                  </a:cubicBezTo>
                  <a:cubicBezTo>
                    <a:pt x="564" y="1678"/>
                    <a:pt x="542" y="1661"/>
                    <a:pt x="516" y="1661"/>
                  </a:cubicBezTo>
                  <a:cubicBezTo>
                    <a:pt x="497" y="1661"/>
                    <a:pt x="477" y="1670"/>
                    <a:pt x="466" y="1691"/>
                  </a:cubicBezTo>
                  <a:cubicBezTo>
                    <a:pt x="350" y="1981"/>
                    <a:pt x="301" y="2296"/>
                    <a:pt x="276" y="2610"/>
                  </a:cubicBezTo>
                  <a:lnTo>
                    <a:pt x="276" y="2619"/>
                  </a:lnTo>
                  <a:cubicBezTo>
                    <a:pt x="201" y="2917"/>
                    <a:pt x="160" y="3232"/>
                    <a:pt x="118" y="3538"/>
                  </a:cubicBezTo>
                  <a:cubicBezTo>
                    <a:pt x="110" y="3563"/>
                    <a:pt x="118" y="3588"/>
                    <a:pt x="127" y="3605"/>
                  </a:cubicBezTo>
                  <a:cubicBezTo>
                    <a:pt x="110" y="3671"/>
                    <a:pt x="102" y="3729"/>
                    <a:pt x="93" y="3795"/>
                  </a:cubicBezTo>
                  <a:cubicBezTo>
                    <a:pt x="93" y="3795"/>
                    <a:pt x="93" y="3795"/>
                    <a:pt x="93" y="3804"/>
                  </a:cubicBezTo>
                  <a:cubicBezTo>
                    <a:pt x="93" y="3812"/>
                    <a:pt x="85" y="3820"/>
                    <a:pt x="85" y="3837"/>
                  </a:cubicBezTo>
                  <a:cubicBezTo>
                    <a:pt x="85" y="3853"/>
                    <a:pt x="85" y="3870"/>
                    <a:pt x="93" y="3886"/>
                  </a:cubicBezTo>
                  <a:cubicBezTo>
                    <a:pt x="77" y="3903"/>
                    <a:pt x="69" y="3920"/>
                    <a:pt x="52" y="3936"/>
                  </a:cubicBezTo>
                  <a:cubicBezTo>
                    <a:pt x="0" y="4011"/>
                    <a:pt x="69" y="4078"/>
                    <a:pt x="138" y="4078"/>
                  </a:cubicBezTo>
                  <a:cubicBezTo>
                    <a:pt x="168" y="4078"/>
                    <a:pt x="198" y="4066"/>
                    <a:pt x="218" y="4036"/>
                  </a:cubicBezTo>
                  <a:cubicBezTo>
                    <a:pt x="243" y="4011"/>
                    <a:pt x="259" y="3978"/>
                    <a:pt x="284" y="3953"/>
                  </a:cubicBezTo>
                  <a:cubicBezTo>
                    <a:pt x="309" y="3936"/>
                    <a:pt x="334" y="3911"/>
                    <a:pt x="342" y="3878"/>
                  </a:cubicBezTo>
                  <a:cubicBezTo>
                    <a:pt x="475" y="3729"/>
                    <a:pt x="632" y="3596"/>
                    <a:pt x="798" y="3480"/>
                  </a:cubicBezTo>
                  <a:cubicBezTo>
                    <a:pt x="914" y="3406"/>
                    <a:pt x="1038" y="3340"/>
                    <a:pt x="1162" y="3290"/>
                  </a:cubicBezTo>
                  <a:cubicBezTo>
                    <a:pt x="1287" y="3240"/>
                    <a:pt x="1419" y="3215"/>
                    <a:pt x="1543" y="3166"/>
                  </a:cubicBezTo>
                  <a:cubicBezTo>
                    <a:pt x="1668" y="3124"/>
                    <a:pt x="1792" y="3058"/>
                    <a:pt x="1875" y="2950"/>
                  </a:cubicBezTo>
                  <a:cubicBezTo>
                    <a:pt x="1933" y="2876"/>
                    <a:pt x="1966" y="2776"/>
                    <a:pt x="1983" y="2677"/>
                  </a:cubicBezTo>
                  <a:cubicBezTo>
                    <a:pt x="2024" y="2619"/>
                    <a:pt x="2024" y="2544"/>
                    <a:pt x="2007" y="2453"/>
                  </a:cubicBezTo>
                  <a:lnTo>
                    <a:pt x="1999" y="2453"/>
                  </a:lnTo>
                  <a:cubicBezTo>
                    <a:pt x="1974" y="2329"/>
                    <a:pt x="1949" y="2196"/>
                    <a:pt x="1933" y="2064"/>
                  </a:cubicBezTo>
                  <a:cubicBezTo>
                    <a:pt x="1883" y="1823"/>
                    <a:pt x="1850" y="1575"/>
                    <a:pt x="1817" y="1318"/>
                  </a:cubicBezTo>
                  <a:cubicBezTo>
                    <a:pt x="1784" y="1061"/>
                    <a:pt x="1759" y="796"/>
                    <a:pt x="1742" y="539"/>
                  </a:cubicBezTo>
                  <a:cubicBezTo>
                    <a:pt x="1734" y="415"/>
                    <a:pt x="1726" y="299"/>
                    <a:pt x="1717" y="174"/>
                  </a:cubicBezTo>
                  <a:cubicBezTo>
                    <a:pt x="1709" y="108"/>
                    <a:pt x="1701" y="58"/>
                    <a:pt x="1635" y="25"/>
                  </a:cubicBezTo>
                  <a:cubicBezTo>
                    <a:pt x="1593" y="0"/>
                    <a:pt x="1535" y="0"/>
                    <a:pt x="14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29"/>
            <p:cNvSpPr/>
            <p:nvPr/>
          </p:nvSpPr>
          <p:spPr>
            <a:xfrm>
              <a:off x="5682300" y="1449075"/>
              <a:ext cx="36075" cy="114500"/>
            </a:xfrm>
            <a:custGeom>
              <a:rect b="b" l="l" r="r" t="t"/>
              <a:pathLst>
                <a:path extrusionOk="0" h="4580" w="1443">
                  <a:moveTo>
                    <a:pt x="1063" y="0"/>
                  </a:moveTo>
                  <a:cubicBezTo>
                    <a:pt x="1032" y="0"/>
                    <a:pt x="1001" y="13"/>
                    <a:pt x="987" y="37"/>
                  </a:cubicBezTo>
                  <a:cubicBezTo>
                    <a:pt x="854" y="319"/>
                    <a:pt x="721" y="592"/>
                    <a:pt x="605" y="882"/>
                  </a:cubicBezTo>
                  <a:cubicBezTo>
                    <a:pt x="498" y="1181"/>
                    <a:pt x="407" y="1487"/>
                    <a:pt x="324" y="1794"/>
                  </a:cubicBezTo>
                  <a:cubicBezTo>
                    <a:pt x="274" y="1959"/>
                    <a:pt x="233" y="2125"/>
                    <a:pt x="191" y="2299"/>
                  </a:cubicBezTo>
                  <a:lnTo>
                    <a:pt x="191" y="2274"/>
                  </a:lnTo>
                  <a:cubicBezTo>
                    <a:pt x="191" y="2175"/>
                    <a:pt x="208" y="2067"/>
                    <a:pt x="224" y="1968"/>
                  </a:cubicBezTo>
                  <a:cubicBezTo>
                    <a:pt x="224" y="1935"/>
                    <a:pt x="233" y="1885"/>
                    <a:pt x="241" y="1843"/>
                  </a:cubicBezTo>
                  <a:cubicBezTo>
                    <a:pt x="247" y="1845"/>
                    <a:pt x="253" y="1847"/>
                    <a:pt x="259" y="1847"/>
                  </a:cubicBezTo>
                  <a:cubicBezTo>
                    <a:pt x="277" y="1847"/>
                    <a:pt x="293" y="1837"/>
                    <a:pt x="299" y="1819"/>
                  </a:cubicBezTo>
                  <a:cubicBezTo>
                    <a:pt x="357" y="1620"/>
                    <a:pt x="407" y="1429"/>
                    <a:pt x="440" y="1230"/>
                  </a:cubicBezTo>
                  <a:cubicBezTo>
                    <a:pt x="445" y="1200"/>
                    <a:pt x="422" y="1182"/>
                    <a:pt x="400" y="1182"/>
                  </a:cubicBezTo>
                  <a:cubicBezTo>
                    <a:pt x="386" y="1182"/>
                    <a:pt x="372" y="1189"/>
                    <a:pt x="365" y="1205"/>
                  </a:cubicBezTo>
                  <a:cubicBezTo>
                    <a:pt x="315" y="1371"/>
                    <a:pt x="274" y="1545"/>
                    <a:pt x="241" y="1711"/>
                  </a:cubicBezTo>
                  <a:cubicBezTo>
                    <a:pt x="241" y="1703"/>
                    <a:pt x="233" y="1686"/>
                    <a:pt x="224" y="1678"/>
                  </a:cubicBezTo>
                  <a:cubicBezTo>
                    <a:pt x="218" y="1666"/>
                    <a:pt x="203" y="1658"/>
                    <a:pt x="186" y="1658"/>
                  </a:cubicBezTo>
                  <a:cubicBezTo>
                    <a:pt x="180" y="1658"/>
                    <a:pt x="173" y="1659"/>
                    <a:pt x="166" y="1661"/>
                  </a:cubicBezTo>
                  <a:cubicBezTo>
                    <a:pt x="83" y="1703"/>
                    <a:pt x="59" y="1860"/>
                    <a:pt x="42" y="1943"/>
                  </a:cubicBezTo>
                  <a:cubicBezTo>
                    <a:pt x="25" y="2051"/>
                    <a:pt x="9" y="2158"/>
                    <a:pt x="9" y="2266"/>
                  </a:cubicBezTo>
                  <a:cubicBezTo>
                    <a:pt x="1" y="2374"/>
                    <a:pt x="1" y="2481"/>
                    <a:pt x="17" y="2597"/>
                  </a:cubicBezTo>
                  <a:cubicBezTo>
                    <a:pt x="25" y="2672"/>
                    <a:pt x="42" y="2747"/>
                    <a:pt x="67" y="2821"/>
                  </a:cubicBezTo>
                  <a:cubicBezTo>
                    <a:pt x="50" y="2937"/>
                    <a:pt x="50" y="3053"/>
                    <a:pt x="100" y="3169"/>
                  </a:cubicBezTo>
                  <a:cubicBezTo>
                    <a:pt x="150" y="3310"/>
                    <a:pt x="224" y="3451"/>
                    <a:pt x="299" y="3583"/>
                  </a:cubicBezTo>
                  <a:cubicBezTo>
                    <a:pt x="440" y="3849"/>
                    <a:pt x="622" y="4080"/>
                    <a:pt x="821" y="4304"/>
                  </a:cubicBezTo>
                  <a:cubicBezTo>
                    <a:pt x="854" y="4370"/>
                    <a:pt x="895" y="4445"/>
                    <a:pt x="929" y="4520"/>
                  </a:cubicBezTo>
                  <a:cubicBezTo>
                    <a:pt x="947" y="4561"/>
                    <a:pt x="990" y="4579"/>
                    <a:pt x="1034" y="4579"/>
                  </a:cubicBezTo>
                  <a:cubicBezTo>
                    <a:pt x="1069" y="4579"/>
                    <a:pt x="1105" y="4567"/>
                    <a:pt x="1127" y="4544"/>
                  </a:cubicBezTo>
                  <a:cubicBezTo>
                    <a:pt x="1310" y="4354"/>
                    <a:pt x="1384" y="4105"/>
                    <a:pt x="1409" y="3849"/>
                  </a:cubicBezTo>
                  <a:cubicBezTo>
                    <a:pt x="1442" y="3559"/>
                    <a:pt x="1434" y="3252"/>
                    <a:pt x="1434" y="2962"/>
                  </a:cubicBezTo>
                  <a:cubicBezTo>
                    <a:pt x="1434" y="2299"/>
                    <a:pt x="1393" y="1645"/>
                    <a:pt x="1318" y="990"/>
                  </a:cubicBezTo>
                  <a:cubicBezTo>
                    <a:pt x="1301" y="808"/>
                    <a:pt x="1277" y="634"/>
                    <a:pt x="1252" y="451"/>
                  </a:cubicBezTo>
                  <a:cubicBezTo>
                    <a:pt x="1227" y="294"/>
                    <a:pt x="1219" y="145"/>
                    <a:pt x="1119" y="21"/>
                  </a:cubicBezTo>
                  <a:cubicBezTo>
                    <a:pt x="1105" y="7"/>
                    <a:pt x="1084" y="0"/>
                    <a:pt x="10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29"/>
            <p:cNvSpPr/>
            <p:nvPr/>
          </p:nvSpPr>
          <p:spPr>
            <a:xfrm>
              <a:off x="5514725" y="1404825"/>
              <a:ext cx="278000" cy="478725"/>
            </a:xfrm>
            <a:custGeom>
              <a:rect b="b" l="l" r="r" t="t"/>
              <a:pathLst>
                <a:path extrusionOk="0" h="19149" w="11120">
                  <a:moveTo>
                    <a:pt x="6745" y="8303"/>
                  </a:moveTo>
                  <a:cubicBezTo>
                    <a:pt x="6753" y="8336"/>
                    <a:pt x="6753" y="8361"/>
                    <a:pt x="6762" y="8394"/>
                  </a:cubicBezTo>
                  <a:cubicBezTo>
                    <a:pt x="6720" y="8419"/>
                    <a:pt x="6687" y="8444"/>
                    <a:pt x="6654" y="8469"/>
                  </a:cubicBezTo>
                  <a:cubicBezTo>
                    <a:pt x="6679" y="8436"/>
                    <a:pt x="6695" y="8402"/>
                    <a:pt x="6712" y="8369"/>
                  </a:cubicBezTo>
                  <a:cubicBezTo>
                    <a:pt x="6728" y="8344"/>
                    <a:pt x="6737" y="8328"/>
                    <a:pt x="6745" y="8303"/>
                  </a:cubicBezTo>
                  <a:close/>
                  <a:moveTo>
                    <a:pt x="2702" y="1"/>
                  </a:moveTo>
                  <a:cubicBezTo>
                    <a:pt x="2611" y="1"/>
                    <a:pt x="2519" y="26"/>
                    <a:pt x="2445" y="84"/>
                  </a:cubicBezTo>
                  <a:cubicBezTo>
                    <a:pt x="2362" y="117"/>
                    <a:pt x="2312" y="200"/>
                    <a:pt x="2354" y="291"/>
                  </a:cubicBezTo>
                  <a:cubicBezTo>
                    <a:pt x="2354" y="299"/>
                    <a:pt x="2354" y="308"/>
                    <a:pt x="2354" y="316"/>
                  </a:cubicBezTo>
                  <a:cubicBezTo>
                    <a:pt x="2287" y="341"/>
                    <a:pt x="2221" y="390"/>
                    <a:pt x="2171" y="440"/>
                  </a:cubicBezTo>
                  <a:cubicBezTo>
                    <a:pt x="2138" y="473"/>
                    <a:pt x="2147" y="515"/>
                    <a:pt x="2171" y="531"/>
                  </a:cubicBezTo>
                  <a:cubicBezTo>
                    <a:pt x="2184" y="543"/>
                    <a:pt x="2205" y="551"/>
                    <a:pt x="2225" y="551"/>
                  </a:cubicBezTo>
                  <a:cubicBezTo>
                    <a:pt x="2232" y="551"/>
                    <a:pt x="2239" y="550"/>
                    <a:pt x="2246" y="548"/>
                  </a:cubicBezTo>
                  <a:cubicBezTo>
                    <a:pt x="2296" y="515"/>
                    <a:pt x="2362" y="482"/>
                    <a:pt x="2420" y="482"/>
                  </a:cubicBezTo>
                  <a:cubicBezTo>
                    <a:pt x="2478" y="482"/>
                    <a:pt x="2503" y="540"/>
                    <a:pt x="2519" y="589"/>
                  </a:cubicBezTo>
                  <a:cubicBezTo>
                    <a:pt x="2569" y="722"/>
                    <a:pt x="2594" y="854"/>
                    <a:pt x="2619" y="987"/>
                  </a:cubicBezTo>
                  <a:cubicBezTo>
                    <a:pt x="2652" y="1260"/>
                    <a:pt x="2652" y="1534"/>
                    <a:pt x="2685" y="1799"/>
                  </a:cubicBezTo>
                  <a:cubicBezTo>
                    <a:pt x="2718" y="2072"/>
                    <a:pt x="2785" y="2321"/>
                    <a:pt x="2884" y="2569"/>
                  </a:cubicBezTo>
                  <a:cubicBezTo>
                    <a:pt x="2917" y="2652"/>
                    <a:pt x="2950" y="2735"/>
                    <a:pt x="2975" y="2818"/>
                  </a:cubicBezTo>
                  <a:cubicBezTo>
                    <a:pt x="2992" y="2967"/>
                    <a:pt x="3008" y="3125"/>
                    <a:pt x="3025" y="3282"/>
                  </a:cubicBezTo>
                  <a:cubicBezTo>
                    <a:pt x="3017" y="3299"/>
                    <a:pt x="3017" y="3315"/>
                    <a:pt x="3008" y="3332"/>
                  </a:cubicBezTo>
                  <a:cubicBezTo>
                    <a:pt x="2975" y="3489"/>
                    <a:pt x="2909" y="3638"/>
                    <a:pt x="2826" y="3779"/>
                  </a:cubicBezTo>
                  <a:cubicBezTo>
                    <a:pt x="2677" y="3887"/>
                    <a:pt x="2536" y="3995"/>
                    <a:pt x="2395" y="4102"/>
                  </a:cubicBezTo>
                  <a:cubicBezTo>
                    <a:pt x="2345" y="4135"/>
                    <a:pt x="2304" y="4177"/>
                    <a:pt x="2254" y="4218"/>
                  </a:cubicBezTo>
                  <a:cubicBezTo>
                    <a:pt x="1583" y="4359"/>
                    <a:pt x="1119" y="4923"/>
                    <a:pt x="622" y="5387"/>
                  </a:cubicBezTo>
                  <a:cubicBezTo>
                    <a:pt x="556" y="5436"/>
                    <a:pt x="489" y="5486"/>
                    <a:pt x="423" y="5536"/>
                  </a:cubicBezTo>
                  <a:cubicBezTo>
                    <a:pt x="357" y="5594"/>
                    <a:pt x="291" y="5652"/>
                    <a:pt x="233" y="5718"/>
                  </a:cubicBezTo>
                  <a:cubicBezTo>
                    <a:pt x="199" y="5759"/>
                    <a:pt x="199" y="5817"/>
                    <a:pt x="224" y="5859"/>
                  </a:cubicBezTo>
                  <a:cubicBezTo>
                    <a:pt x="175" y="5917"/>
                    <a:pt x="133" y="5975"/>
                    <a:pt x="92" y="6033"/>
                  </a:cubicBezTo>
                  <a:cubicBezTo>
                    <a:pt x="75" y="6182"/>
                    <a:pt x="25" y="6323"/>
                    <a:pt x="1" y="6472"/>
                  </a:cubicBezTo>
                  <a:cubicBezTo>
                    <a:pt x="14" y="6482"/>
                    <a:pt x="31" y="6488"/>
                    <a:pt x="49" y="6488"/>
                  </a:cubicBezTo>
                  <a:cubicBezTo>
                    <a:pt x="73" y="6488"/>
                    <a:pt x="101" y="6476"/>
                    <a:pt x="125" y="6447"/>
                  </a:cubicBezTo>
                  <a:lnTo>
                    <a:pt x="133" y="6447"/>
                  </a:lnTo>
                  <a:cubicBezTo>
                    <a:pt x="431" y="6082"/>
                    <a:pt x="788" y="5776"/>
                    <a:pt x="1185" y="5544"/>
                  </a:cubicBezTo>
                  <a:cubicBezTo>
                    <a:pt x="1354" y="5446"/>
                    <a:pt x="1540" y="5324"/>
                    <a:pt x="1734" y="5324"/>
                  </a:cubicBezTo>
                  <a:cubicBezTo>
                    <a:pt x="1769" y="5324"/>
                    <a:pt x="1804" y="5328"/>
                    <a:pt x="1840" y="5337"/>
                  </a:cubicBezTo>
                  <a:cubicBezTo>
                    <a:pt x="2031" y="5387"/>
                    <a:pt x="2213" y="5453"/>
                    <a:pt x="2395" y="5527"/>
                  </a:cubicBezTo>
                  <a:cubicBezTo>
                    <a:pt x="2495" y="6016"/>
                    <a:pt x="2412" y="6538"/>
                    <a:pt x="2519" y="7035"/>
                  </a:cubicBezTo>
                  <a:cubicBezTo>
                    <a:pt x="2532" y="7096"/>
                    <a:pt x="2592" y="7134"/>
                    <a:pt x="2654" y="7134"/>
                  </a:cubicBezTo>
                  <a:cubicBezTo>
                    <a:pt x="2676" y="7134"/>
                    <a:pt x="2698" y="7129"/>
                    <a:pt x="2718" y="7118"/>
                  </a:cubicBezTo>
                  <a:cubicBezTo>
                    <a:pt x="3000" y="6936"/>
                    <a:pt x="3166" y="6646"/>
                    <a:pt x="3315" y="6356"/>
                  </a:cubicBezTo>
                  <a:cubicBezTo>
                    <a:pt x="3431" y="6116"/>
                    <a:pt x="3547" y="5850"/>
                    <a:pt x="3754" y="5668"/>
                  </a:cubicBezTo>
                  <a:cubicBezTo>
                    <a:pt x="3779" y="5652"/>
                    <a:pt x="3812" y="5627"/>
                    <a:pt x="3845" y="5602"/>
                  </a:cubicBezTo>
                  <a:cubicBezTo>
                    <a:pt x="3944" y="5536"/>
                    <a:pt x="3911" y="5411"/>
                    <a:pt x="3837" y="5362"/>
                  </a:cubicBezTo>
                  <a:cubicBezTo>
                    <a:pt x="3889" y="5339"/>
                    <a:pt x="3947" y="5311"/>
                    <a:pt x="4006" y="5311"/>
                  </a:cubicBezTo>
                  <a:cubicBezTo>
                    <a:pt x="4013" y="5311"/>
                    <a:pt x="4020" y="5311"/>
                    <a:pt x="4027" y="5312"/>
                  </a:cubicBezTo>
                  <a:cubicBezTo>
                    <a:pt x="4085" y="5329"/>
                    <a:pt x="4143" y="5395"/>
                    <a:pt x="4193" y="5428"/>
                  </a:cubicBezTo>
                  <a:cubicBezTo>
                    <a:pt x="4259" y="5461"/>
                    <a:pt x="4326" y="5478"/>
                    <a:pt x="4400" y="5486"/>
                  </a:cubicBezTo>
                  <a:cubicBezTo>
                    <a:pt x="4549" y="5511"/>
                    <a:pt x="4698" y="5519"/>
                    <a:pt x="4848" y="5544"/>
                  </a:cubicBezTo>
                  <a:cubicBezTo>
                    <a:pt x="4997" y="5577"/>
                    <a:pt x="5146" y="5619"/>
                    <a:pt x="5295" y="5660"/>
                  </a:cubicBezTo>
                  <a:cubicBezTo>
                    <a:pt x="5370" y="5676"/>
                    <a:pt x="5444" y="5693"/>
                    <a:pt x="5494" y="5759"/>
                  </a:cubicBezTo>
                  <a:cubicBezTo>
                    <a:pt x="5535" y="5817"/>
                    <a:pt x="5544" y="5908"/>
                    <a:pt x="5568" y="5975"/>
                  </a:cubicBezTo>
                  <a:cubicBezTo>
                    <a:pt x="5718" y="6447"/>
                    <a:pt x="5966" y="6919"/>
                    <a:pt x="6347" y="7251"/>
                  </a:cubicBezTo>
                  <a:cubicBezTo>
                    <a:pt x="6414" y="7309"/>
                    <a:pt x="6488" y="7358"/>
                    <a:pt x="6563" y="7400"/>
                  </a:cubicBezTo>
                  <a:cubicBezTo>
                    <a:pt x="6612" y="7516"/>
                    <a:pt x="6654" y="7640"/>
                    <a:pt x="6687" y="7764"/>
                  </a:cubicBezTo>
                  <a:cubicBezTo>
                    <a:pt x="6679" y="7798"/>
                    <a:pt x="6670" y="7831"/>
                    <a:pt x="6662" y="7864"/>
                  </a:cubicBezTo>
                  <a:cubicBezTo>
                    <a:pt x="6621" y="8021"/>
                    <a:pt x="6538" y="8170"/>
                    <a:pt x="6447" y="8311"/>
                  </a:cubicBezTo>
                  <a:cubicBezTo>
                    <a:pt x="6256" y="8610"/>
                    <a:pt x="6008" y="8858"/>
                    <a:pt x="5800" y="9132"/>
                  </a:cubicBezTo>
                  <a:cubicBezTo>
                    <a:pt x="5731" y="9232"/>
                    <a:pt x="5834" y="9332"/>
                    <a:pt x="5929" y="9332"/>
                  </a:cubicBezTo>
                  <a:cubicBezTo>
                    <a:pt x="5936" y="9332"/>
                    <a:pt x="5943" y="9332"/>
                    <a:pt x="5950" y="9330"/>
                  </a:cubicBezTo>
                  <a:cubicBezTo>
                    <a:pt x="6248" y="9272"/>
                    <a:pt x="6546" y="9190"/>
                    <a:pt x="6828" y="9074"/>
                  </a:cubicBezTo>
                  <a:cubicBezTo>
                    <a:pt x="7027" y="9074"/>
                    <a:pt x="7234" y="9049"/>
                    <a:pt x="7433" y="9040"/>
                  </a:cubicBezTo>
                  <a:lnTo>
                    <a:pt x="7540" y="9040"/>
                  </a:lnTo>
                  <a:cubicBezTo>
                    <a:pt x="7557" y="9040"/>
                    <a:pt x="7565" y="9049"/>
                    <a:pt x="7582" y="9057"/>
                  </a:cubicBezTo>
                  <a:cubicBezTo>
                    <a:pt x="7739" y="9140"/>
                    <a:pt x="7864" y="9281"/>
                    <a:pt x="7938" y="9438"/>
                  </a:cubicBezTo>
                  <a:cubicBezTo>
                    <a:pt x="8021" y="9620"/>
                    <a:pt x="8029" y="9828"/>
                    <a:pt x="8046" y="10026"/>
                  </a:cubicBezTo>
                  <a:cubicBezTo>
                    <a:pt x="8071" y="10532"/>
                    <a:pt x="8120" y="11029"/>
                    <a:pt x="8236" y="11526"/>
                  </a:cubicBezTo>
                  <a:cubicBezTo>
                    <a:pt x="8249" y="11581"/>
                    <a:pt x="8306" y="11613"/>
                    <a:pt x="8362" y="11613"/>
                  </a:cubicBezTo>
                  <a:cubicBezTo>
                    <a:pt x="8382" y="11613"/>
                    <a:pt x="8401" y="11609"/>
                    <a:pt x="8419" y="11601"/>
                  </a:cubicBezTo>
                  <a:cubicBezTo>
                    <a:pt x="8444" y="11584"/>
                    <a:pt x="8468" y="11559"/>
                    <a:pt x="8493" y="11543"/>
                  </a:cubicBezTo>
                  <a:cubicBezTo>
                    <a:pt x="8502" y="11617"/>
                    <a:pt x="8518" y="11700"/>
                    <a:pt x="8576" y="11750"/>
                  </a:cubicBezTo>
                  <a:cubicBezTo>
                    <a:pt x="8584" y="11766"/>
                    <a:pt x="8601" y="11766"/>
                    <a:pt x="8618" y="11775"/>
                  </a:cubicBezTo>
                  <a:cubicBezTo>
                    <a:pt x="8626" y="11816"/>
                    <a:pt x="8626" y="11857"/>
                    <a:pt x="8634" y="11899"/>
                  </a:cubicBezTo>
                  <a:cubicBezTo>
                    <a:pt x="8642" y="11932"/>
                    <a:pt x="8659" y="11957"/>
                    <a:pt x="8692" y="11973"/>
                  </a:cubicBezTo>
                  <a:cubicBezTo>
                    <a:pt x="8684" y="12073"/>
                    <a:pt x="8676" y="12181"/>
                    <a:pt x="8659" y="12280"/>
                  </a:cubicBezTo>
                  <a:cubicBezTo>
                    <a:pt x="8584" y="12727"/>
                    <a:pt x="8361" y="13133"/>
                    <a:pt x="8120" y="13523"/>
                  </a:cubicBezTo>
                  <a:cubicBezTo>
                    <a:pt x="7656" y="14252"/>
                    <a:pt x="7126" y="14940"/>
                    <a:pt x="6546" y="15569"/>
                  </a:cubicBezTo>
                  <a:cubicBezTo>
                    <a:pt x="6609" y="15589"/>
                    <a:pt x="6673" y="15598"/>
                    <a:pt x="6736" y="15598"/>
                  </a:cubicBezTo>
                  <a:cubicBezTo>
                    <a:pt x="7039" y="15598"/>
                    <a:pt x="7342" y="15395"/>
                    <a:pt x="7623" y="15238"/>
                  </a:cubicBezTo>
                  <a:cubicBezTo>
                    <a:pt x="7971" y="15056"/>
                    <a:pt x="8344" y="14923"/>
                    <a:pt x="8734" y="14857"/>
                  </a:cubicBezTo>
                  <a:cubicBezTo>
                    <a:pt x="8779" y="14852"/>
                    <a:pt x="8824" y="14844"/>
                    <a:pt x="8869" y="14844"/>
                  </a:cubicBezTo>
                  <a:cubicBezTo>
                    <a:pt x="8899" y="14844"/>
                    <a:pt x="8928" y="14847"/>
                    <a:pt x="8957" y="14857"/>
                  </a:cubicBezTo>
                  <a:cubicBezTo>
                    <a:pt x="9040" y="14882"/>
                    <a:pt x="9098" y="14948"/>
                    <a:pt x="9156" y="15014"/>
                  </a:cubicBezTo>
                  <a:cubicBezTo>
                    <a:pt x="9579" y="15495"/>
                    <a:pt x="9794" y="16149"/>
                    <a:pt x="9736" y="16787"/>
                  </a:cubicBezTo>
                  <a:cubicBezTo>
                    <a:pt x="9670" y="17425"/>
                    <a:pt x="9355" y="18014"/>
                    <a:pt x="9131" y="18618"/>
                  </a:cubicBezTo>
                  <a:cubicBezTo>
                    <a:pt x="9090" y="18734"/>
                    <a:pt x="9048" y="18875"/>
                    <a:pt x="9106" y="18983"/>
                  </a:cubicBezTo>
                  <a:cubicBezTo>
                    <a:pt x="9164" y="19099"/>
                    <a:pt x="9305" y="19140"/>
                    <a:pt x="9446" y="19149"/>
                  </a:cubicBezTo>
                  <a:cubicBezTo>
                    <a:pt x="9935" y="18850"/>
                    <a:pt x="10382" y="18461"/>
                    <a:pt x="10705" y="17980"/>
                  </a:cubicBezTo>
                  <a:cubicBezTo>
                    <a:pt x="10797" y="17848"/>
                    <a:pt x="10871" y="17707"/>
                    <a:pt x="10946" y="17566"/>
                  </a:cubicBezTo>
                  <a:cubicBezTo>
                    <a:pt x="11012" y="17425"/>
                    <a:pt x="11103" y="17260"/>
                    <a:pt x="11111" y="17094"/>
                  </a:cubicBezTo>
                  <a:cubicBezTo>
                    <a:pt x="11120" y="16994"/>
                    <a:pt x="11070" y="16903"/>
                    <a:pt x="11020" y="16820"/>
                  </a:cubicBezTo>
                  <a:cubicBezTo>
                    <a:pt x="10979" y="16729"/>
                    <a:pt x="10929" y="16646"/>
                    <a:pt x="10888" y="16555"/>
                  </a:cubicBezTo>
                  <a:cubicBezTo>
                    <a:pt x="10871" y="16514"/>
                    <a:pt x="10846" y="16481"/>
                    <a:pt x="10830" y="16439"/>
                  </a:cubicBezTo>
                  <a:cubicBezTo>
                    <a:pt x="10797" y="16547"/>
                    <a:pt x="10739" y="16646"/>
                    <a:pt x="10639" y="16671"/>
                  </a:cubicBezTo>
                  <a:cubicBezTo>
                    <a:pt x="10632" y="16674"/>
                    <a:pt x="10624" y="16675"/>
                    <a:pt x="10617" y="16675"/>
                  </a:cubicBezTo>
                  <a:cubicBezTo>
                    <a:pt x="10575" y="16675"/>
                    <a:pt x="10540" y="16639"/>
                    <a:pt x="10540" y="16597"/>
                  </a:cubicBezTo>
                  <a:cubicBezTo>
                    <a:pt x="10540" y="16506"/>
                    <a:pt x="10598" y="16423"/>
                    <a:pt x="10614" y="16340"/>
                  </a:cubicBezTo>
                  <a:cubicBezTo>
                    <a:pt x="10639" y="16249"/>
                    <a:pt x="10639" y="16149"/>
                    <a:pt x="10614" y="16066"/>
                  </a:cubicBezTo>
                  <a:cubicBezTo>
                    <a:pt x="10581" y="15859"/>
                    <a:pt x="10473" y="15685"/>
                    <a:pt x="10374" y="15503"/>
                  </a:cubicBezTo>
                  <a:cubicBezTo>
                    <a:pt x="10217" y="15230"/>
                    <a:pt x="10067" y="14948"/>
                    <a:pt x="9943" y="14666"/>
                  </a:cubicBezTo>
                  <a:cubicBezTo>
                    <a:pt x="9935" y="14699"/>
                    <a:pt x="9918" y="14733"/>
                    <a:pt x="9902" y="14757"/>
                  </a:cubicBezTo>
                  <a:cubicBezTo>
                    <a:pt x="9885" y="14782"/>
                    <a:pt x="9862" y="14795"/>
                    <a:pt x="9840" y="14795"/>
                  </a:cubicBezTo>
                  <a:cubicBezTo>
                    <a:pt x="9817" y="14795"/>
                    <a:pt x="9794" y="14782"/>
                    <a:pt x="9777" y="14757"/>
                  </a:cubicBezTo>
                  <a:cubicBezTo>
                    <a:pt x="9728" y="14691"/>
                    <a:pt x="9728" y="14600"/>
                    <a:pt x="9719" y="14517"/>
                  </a:cubicBezTo>
                  <a:cubicBezTo>
                    <a:pt x="9719" y="14426"/>
                    <a:pt x="9711" y="14335"/>
                    <a:pt x="9711" y="14244"/>
                  </a:cubicBezTo>
                  <a:cubicBezTo>
                    <a:pt x="9695" y="14070"/>
                    <a:pt x="9678" y="13904"/>
                    <a:pt x="9637" y="13730"/>
                  </a:cubicBezTo>
                  <a:cubicBezTo>
                    <a:pt x="9562" y="13432"/>
                    <a:pt x="9405" y="13183"/>
                    <a:pt x="9255" y="12910"/>
                  </a:cubicBezTo>
                  <a:cubicBezTo>
                    <a:pt x="9239" y="12877"/>
                    <a:pt x="9214" y="12835"/>
                    <a:pt x="9197" y="12794"/>
                  </a:cubicBezTo>
                  <a:cubicBezTo>
                    <a:pt x="9231" y="12785"/>
                    <a:pt x="9264" y="12744"/>
                    <a:pt x="9247" y="12703"/>
                  </a:cubicBezTo>
                  <a:cubicBezTo>
                    <a:pt x="9239" y="12678"/>
                    <a:pt x="9231" y="12645"/>
                    <a:pt x="9222" y="12620"/>
                  </a:cubicBezTo>
                  <a:cubicBezTo>
                    <a:pt x="9264" y="12595"/>
                    <a:pt x="9297" y="12545"/>
                    <a:pt x="9280" y="12479"/>
                  </a:cubicBezTo>
                  <a:cubicBezTo>
                    <a:pt x="9214" y="12239"/>
                    <a:pt x="9148" y="11990"/>
                    <a:pt x="9090" y="11750"/>
                  </a:cubicBezTo>
                  <a:cubicBezTo>
                    <a:pt x="9081" y="11725"/>
                    <a:pt x="9081" y="11708"/>
                    <a:pt x="9073" y="11683"/>
                  </a:cubicBezTo>
                  <a:cubicBezTo>
                    <a:pt x="9032" y="11476"/>
                    <a:pt x="8990" y="11269"/>
                    <a:pt x="8941" y="11062"/>
                  </a:cubicBezTo>
                  <a:cubicBezTo>
                    <a:pt x="8932" y="11045"/>
                    <a:pt x="8932" y="11029"/>
                    <a:pt x="8924" y="11012"/>
                  </a:cubicBezTo>
                  <a:cubicBezTo>
                    <a:pt x="8907" y="10888"/>
                    <a:pt x="8883" y="10764"/>
                    <a:pt x="8858" y="10640"/>
                  </a:cubicBezTo>
                  <a:cubicBezTo>
                    <a:pt x="8849" y="10615"/>
                    <a:pt x="8833" y="10598"/>
                    <a:pt x="8816" y="10590"/>
                  </a:cubicBezTo>
                  <a:cubicBezTo>
                    <a:pt x="8808" y="10565"/>
                    <a:pt x="8800" y="10540"/>
                    <a:pt x="8792" y="10515"/>
                  </a:cubicBezTo>
                  <a:cubicBezTo>
                    <a:pt x="8783" y="10507"/>
                    <a:pt x="8783" y="10490"/>
                    <a:pt x="8775" y="10474"/>
                  </a:cubicBezTo>
                  <a:lnTo>
                    <a:pt x="8700" y="10631"/>
                  </a:lnTo>
                  <a:cubicBezTo>
                    <a:pt x="8684" y="10532"/>
                    <a:pt x="8667" y="10441"/>
                    <a:pt x="8651" y="10341"/>
                  </a:cubicBezTo>
                  <a:cubicBezTo>
                    <a:pt x="8634" y="10275"/>
                    <a:pt x="8626" y="10200"/>
                    <a:pt x="8609" y="10126"/>
                  </a:cubicBezTo>
                  <a:cubicBezTo>
                    <a:pt x="8584" y="9985"/>
                    <a:pt x="8560" y="9852"/>
                    <a:pt x="8526" y="9712"/>
                  </a:cubicBezTo>
                  <a:cubicBezTo>
                    <a:pt x="8493" y="9604"/>
                    <a:pt x="8460" y="9504"/>
                    <a:pt x="8419" y="9405"/>
                  </a:cubicBezTo>
                  <a:cubicBezTo>
                    <a:pt x="8460" y="9347"/>
                    <a:pt x="8493" y="9289"/>
                    <a:pt x="8510" y="9239"/>
                  </a:cubicBezTo>
                  <a:cubicBezTo>
                    <a:pt x="8576" y="9115"/>
                    <a:pt x="8618" y="8991"/>
                    <a:pt x="8642" y="8858"/>
                  </a:cubicBezTo>
                  <a:cubicBezTo>
                    <a:pt x="8684" y="8593"/>
                    <a:pt x="8667" y="8320"/>
                    <a:pt x="8568" y="8063"/>
                  </a:cubicBezTo>
                  <a:cubicBezTo>
                    <a:pt x="8535" y="7963"/>
                    <a:pt x="8485" y="7872"/>
                    <a:pt x="8435" y="7781"/>
                  </a:cubicBezTo>
                  <a:cubicBezTo>
                    <a:pt x="8427" y="7773"/>
                    <a:pt x="8427" y="7764"/>
                    <a:pt x="8419" y="7756"/>
                  </a:cubicBezTo>
                  <a:cubicBezTo>
                    <a:pt x="8410" y="7740"/>
                    <a:pt x="8394" y="7715"/>
                    <a:pt x="8377" y="7690"/>
                  </a:cubicBezTo>
                  <a:cubicBezTo>
                    <a:pt x="8162" y="7358"/>
                    <a:pt x="7864" y="7068"/>
                    <a:pt x="7690" y="6712"/>
                  </a:cubicBezTo>
                  <a:cubicBezTo>
                    <a:pt x="7565" y="6455"/>
                    <a:pt x="7458" y="6207"/>
                    <a:pt x="7250" y="6000"/>
                  </a:cubicBezTo>
                  <a:cubicBezTo>
                    <a:pt x="7151" y="5900"/>
                    <a:pt x="7035" y="5817"/>
                    <a:pt x="6919" y="5734"/>
                  </a:cubicBezTo>
                  <a:cubicBezTo>
                    <a:pt x="6911" y="5726"/>
                    <a:pt x="6894" y="5726"/>
                    <a:pt x="6886" y="5718"/>
                  </a:cubicBezTo>
                  <a:cubicBezTo>
                    <a:pt x="6786" y="5594"/>
                    <a:pt x="6687" y="5469"/>
                    <a:pt x="6579" y="5353"/>
                  </a:cubicBezTo>
                  <a:cubicBezTo>
                    <a:pt x="6438" y="5196"/>
                    <a:pt x="6281" y="5047"/>
                    <a:pt x="6115" y="4906"/>
                  </a:cubicBezTo>
                  <a:cubicBezTo>
                    <a:pt x="6099" y="4889"/>
                    <a:pt x="6074" y="4873"/>
                    <a:pt x="6057" y="4856"/>
                  </a:cubicBezTo>
                  <a:cubicBezTo>
                    <a:pt x="5999" y="4807"/>
                    <a:pt x="5941" y="4765"/>
                    <a:pt x="5883" y="4724"/>
                  </a:cubicBezTo>
                  <a:cubicBezTo>
                    <a:pt x="5867" y="4707"/>
                    <a:pt x="5858" y="4699"/>
                    <a:pt x="5850" y="4682"/>
                  </a:cubicBezTo>
                  <a:cubicBezTo>
                    <a:pt x="5800" y="4616"/>
                    <a:pt x="5734" y="4558"/>
                    <a:pt x="5660" y="4508"/>
                  </a:cubicBezTo>
                  <a:cubicBezTo>
                    <a:pt x="5428" y="4376"/>
                    <a:pt x="5162" y="4376"/>
                    <a:pt x="4906" y="4367"/>
                  </a:cubicBezTo>
                  <a:cubicBezTo>
                    <a:pt x="4582" y="4351"/>
                    <a:pt x="4251" y="4334"/>
                    <a:pt x="3928" y="4293"/>
                  </a:cubicBezTo>
                  <a:cubicBezTo>
                    <a:pt x="3787" y="4276"/>
                    <a:pt x="3646" y="4251"/>
                    <a:pt x="3505" y="4227"/>
                  </a:cubicBezTo>
                  <a:cubicBezTo>
                    <a:pt x="3472" y="4185"/>
                    <a:pt x="3439" y="4144"/>
                    <a:pt x="3398" y="4119"/>
                  </a:cubicBezTo>
                  <a:cubicBezTo>
                    <a:pt x="3373" y="4094"/>
                    <a:pt x="3340" y="4077"/>
                    <a:pt x="3315" y="4061"/>
                  </a:cubicBezTo>
                  <a:cubicBezTo>
                    <a:pt x="3307" y="4028"/>
                    <a:pt x="3307" y="4003"/>
                    <a:pt x="3307" y="3970"/>
                  </a:cubicBezTo>
                  <a:cubicBezTo>
                    <a:pt x="3290" y="3754"/>
                    <a:pt x="3273" y="3539"/>
                    <a:pt x="3257" y="3332"/>
                  </a:cubicBezTo>
                  <a:cubicBezTo>
                    <a:pt x="3290" y="3125"/>
                    <a:pt x="3257" y="2934"/>
                    <a:pt x="3199" y="2735"/>
                  </a:cubicBezTo>
                  <a:cubicBezTo>
                    <a:pt x="3108" y="1857"/>
                    <a:pt x="2992" y="970"/>
                    <a:pt x="2826" y="100"/>
                  </a:cubicBezTo>
                  <a:cubicBezTo>
                    <a:pt x="2818" y="42"/>
                    <a:pt x="2760" y="1"/>
                    <a:pt x="27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29"/>
            <p:cNvSpPr/>
            <p:nvPr/>
          </p:nvSpPr>
          <p:spPr>
            <a:xfrm>
              <a:off x="5701525" y="1635475"/>
              <a:ext cx="10625" cy="24025"/>
            </a:xfrm>
            <a:custGeom>
              <a:rect b="b" l="l" r="r" t="t"/>
              <a:pathLst>
                <a:path extrusionOk="0" h="961" w="425">
                  <a:moveTo>
                    <a:pt x="122" y="1"/>
                  </a:moveTo>
                  <a:cubicBezTo>
                    <a:pt x="62" y="1"/>
                    <a:pt x="1" y="63"/>
                    <a:pt x="19" y="129"/>
                  </a:cubicBezTo>
                  <a:cubicBezTo>
                    <a:pt x="60" y="254"/>
                    <a:pt x="110" y="378"/>
                    <a:pt x="135" y="502"/>
                  </a:cubicBezTo>
                  <a:cubicBezTo>
                    <a:pt x="143" y="568"/>
                    <a:pt x="151" y="602"/>
                    <a:pt x="151" y="676"/>
                  </a:cubicBezTo>
                  <a:cubicBezTo>
                    <a:pt x="160" y="751"/>
                    <a:pt x="135" y="842"/>
                    <a:pt x="193" y="900"/>
                  </a:cubicBezTo>
                  <a:cubicBezTo>
                    <a:pt x="193" y="908"/>
                    <a:pt x="193" y="908"/>
                    <a:pt x="201" y="916"/>
                  </a:cubicBezTo>
                  <a:cubicBezTo>
                    <a:pt x="213" y="947"/>
                    <a:pt x="240" y="960"/>
                    <a:pt x="271" y="960"/>
                  </a:cubicBezTo>
                  <a:cubicBezTo>
                    <a:pt x="306" y="960"/>
                    <a:pt x="344" y="943"/>
                    <a:pt x="367" y="916"/>
                  </a:cubicBezTo>
                  <a:cubicBezTo>
                    <a:pt x="367" y="908"/>
                    <a:pt x="367" y="908"/>
                    <a:pt x="367" y="908"/>
                  </a:cubicBezTo>
                  <a:cubicBezTo>
                    <a:pt x="425" y="850"/>
                    <a:pt x="425" y="759"/>
                    <a:pt x="416" y="676"/>
                  </a:cubicBezTo>
                  <a:cubicBezTo>
                    <a:pt x="408" y="602"/>
                    <a:pt x="400" y="519"/>
                    <a:pt x="383" y="444"/>
                  </a:cubicBezTo>
                  <a:cubicBezTo>
                    <a:pt x="350" y="295"/>
                    <a:pt x="292" y="146"/>
                    <a:pt x="184" y="30"/>
                  </a:cubicBezTo>
                  <a:cubicBezTo>
                    <a:pt x="166" y="10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29"/>
            <p:cNvSpPr/>
            <p:nvPr/>
          </p:nvSpPr>
          <p:spPr>
            <a:xfrm>
              <a:off x="5697225" y="1645275"/>
              <a:ext cx="4975" cy="14225"/>
            </a:xfrm>
            <a:custGeom>
              <a:rect b="b" l="l" r="r" t="t"/>
              <a:pathLst>
                <a:path extrusionOk="0" h="569" w="199">
                  <a:moveTo>
                    <a:pt x="67" y="0"/>
                  </a:moveTo>
                  <a:cubicBezTo>
                    <a:pt x="61" y="0"/>
                    <a:pt x="55" y="1"/>
                    <a:pt x="50" y="2"/>
                  </a:cubicBezTo>
                  <a:cubicBezTo>
                    <a:pt x="17" y="11"/>
                    <a:pt x="0" y="52"/>
                    <a:pt x="0" y="85"/>
                  </a:cubicBezTo>
                  <a:cubicBezTo>
                    <a:pt x="17" y="160"/>
                    <a:pt x="25" y="243"/>
                    <a:pt x="42" y="317"/>
                  </a:cubicBezTo>
                  <a:cubicBezTo>
                    <a:pt x="50" y="350"/>
                    <a:pt x="58" y="392"/>
                    <a:pt x="66" y="425"/>
                  </a:cubicBezTo>
                  <a:cubicBezTo>
                    <a:pt x="66" y="450"/>
                    <a:pt x="75" y="466"/>
                    <a:pt x="75" y="483"/>
                  </a:cubicBezTo>
                  <a:cubicBezTo>
                    <a:pt x="83" y="500"/>
                    <a:pt x="91" y="524"/>
                    <a:pt x="100" y="541"/>
                  </a:cubicBezTo>
                  <a:cubicBezTo>
                    <a:pt x="106" y="560"/>
                    <a:pt x="126" y="569"/>
                    <a:pt x="143" y="569"/>
                  </a:cubicBezTo>
                  <a:cubicBezTo>
                    <a:pt x="148" y="569"/>
                    <a:pt x="153" y="568"/>
                    <a:pt x="158" y="566"/>
                  </a:cubicBezTo>
                  <a:cubicBezTo>
                    <a:pt x="182" y="558"/>
                    <a:pt x="191" y="541"/>
                    <a:pt x="191" y="516"/>
                  </a:cubicBezTo>
                  <a:cubicBezTo>
                    <a:pt x="199" y="442"/>
                    <a:pt x="182" y="367"/>
                    <a:pt x="174" y="292"/>
                  </a:cubicBezTo>
                  <a:lnTo>
                    <a:pt x="174" y="284"/>
                  </a:lnTo>
                  <a:cubicBezTo>
                    <a:pt x="166" y="210"/>
                    <a:pt x="149" y="127"/>
                    <a:pt x="133" y="52"/>
                  </a:cubicBezTo>
                  <a:cubicBezTo>
                    <a:pt x="133" y="18"/>
                    <a:pt x="98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29"/>
            <p:cNvSpPr/>
            <p:nvPr/>
          </p:nvSpPr>
          <p:spPr>
            <a:xfrm>
              <a:off x="5703025" y="1675775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83" y="0"/>
                  </a:moveTo>
                  <a:cubicBezTo>
                    <a:pt x="0" y="0"/>
                    <a:pt x="0" y="125"/>
                    <a:pt x="83" y="125"/>
                  </a:cubicBezTo>
                  <a:cubicBezTo>
                    <a:pt x="166" y="125"/>
                    <a:pt x="166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" name="Google Shape;321;p29"/>
            <p:cNvSpPr/>
            <p:nvPr/>
          </p:nvSpPr>
          <p:spPr>
            <a:xfrm>
              <a:off x="5523225" y="1829875"/>
              <a:ext cx="71900" cy="70325"/>
            </a:xfrm>
            <a:custGeom>
              <a:rect b="b" l="l" r="r" t="t"/>
              <a:pathLst>
                <a:path extrusionOk="0" h="2813" w="2876">
                  <a:moveTo>
                    <a:pt x="497" y="1"/>
                  </a:moveTo>
                  <a:cubicBezTo>
                    <a:pt x="439" y="92"/>
                    <a:pt x="348" y="133"/>
                    <a:pt x="249" y="150"/>
                  </a:cubicBezTo>
                  <a:cubicBezTo>
                    <a:pt x="257" y="158"/>
                    <a:pt x="257" y="175"/>
                    <a:pt x="249" y="191"/>
                  </a:cubicBezTo>
                  <a:cubicBezTo>
                    <a:pt x="232" y="274"/>
                    <a:pt x="224" y="365"/>
                    <a:pt x="224" y="456"/>
                  </a:cubicBezTo>
                  <a:cubicBezTo>
                    <a:pt x="232" y="498"/>
                    <a:pt x="241" y="531"/>
                    <a:pt x="257" y="564"/>
                  </a:cubicBezTo>
                  <a:cubicBezTo>
                    <a:pt x="299" y="688"/>
                    <a:pt x="357" y="813"/>
                    <a:pt x="373" y="945"/>
                  </a:cubicBezTo>
                  <a:cubicBezTo>
                    <a:pt x="379" y="970"/>
                    <a:pt x="359" y="985"/>
                    <a:pt x="334" y="985"/>
                  </a:cubicBezTo>
                  <a:cubicBezTo>
                    <a:pt x="325" y="985"/>
                    <a:pt x="316" y="983"/>
                    <a:pt x="307" y="978"/>
                  </a:cubicBezTo>
                  <a:lnTo>
                    <a:pt x="307" y="978"/>
                  </a:lnTo>
                  <a:cubicBezTo>
                    <a:pt x="340" y="1169"/>
                    <a:pt x="323" y="1360"/>
                    <a:pt x="290" y="1550"/>
                  </a:cubicBezTo>
                  <a:cubicBezTo>
                    <a:pt x="265" y="1732"/>
                    <a:pt x="216" y="1915"/>
                    <a:pt x="183" y="2089"/>
                  </a:cubicBezTo>
                  <a:cubicBezTo>
                    <a:pt x="174" y="2180"/>
                    <a:pt x="158" y="2263"/>
                    <a:pt x="149" y="2354"/>
                  </a:cubicBezTo>
                  <a:cubicBezTo>
                    <a:pt x="141" y="2428"/>
                    <a:pt x="141" y="2528"/>
                    <a:pt x="100" y="2594"/>
                  </a:cubicBezTo>
                  <a:cubicBezTo>
                    <a:pt x="94" y="2610"/>
                    <a:pt x="79" y="2619"/>
                    <a:pt x="62" y="2619"/>
                  </a:cubicBezTo>
                  <a:cubicBezTo>
                    <a:pt x="52" y="2619"/>
                    <a:pt x="42" y="2617"/>
                    <a:pt x="33" y="2611"/>
                  </a:cubicBezTo>
                  <a:cubicBezTo>
                    <a:pt x="17" y="2669"/>
                    <a:pt x="9" y="2727"/>
                    <a:pt x="0" y="2785"/>
                  </a:cubicBezTo>
                  <a:cubicBezTo>
                    <a:pt x="187" y="2803"/>
                    <a:pt x="373" y="2813"/>
                    <a:pt x="560" y="2813"/>
                  </a:cubicBezTo>
                  <a:cubicBezTo>
                    <a:pt x="622" y="2813"/>
                    <a:pt x="684" y="2812"/>
                    <a:pt x="746" y="2810"/>
                  </a:cubicBezTo>
                  <a:cubicBezTo>
                    <a:pt x="961" y="2801"/>
                    <a:pt x="1193" y="2776"/>
                    <a:pt x="1326" y="2619"/>
                  </a:cubicBezTo>
                  <a:cubicBezTo>
                    <a:pt x="1517" y="2404"/>
                    <a:pt x="1442" y="2039"/>
                    <a:pt x="1616" y="1815"/>
                  </a:cubicBezTo>
                  <a:cubicBezTo>
                    <a:pt x="1798" y="1592"/>
                    <a:pt x="2138" y="1600"/>
                    <a:pt x="2387" y="1467"/>
                  </a:cubicBezTo>
                  <a:cubicBezTo>
                    <a:pt x="2726" y="1293"/>
                    <a:pt x="2875" y="829"/>
                    <a:pt x="2710" y="490"/>
                  </a:cubicBezTo>
                  <a:lnTo>
                    <a:pt x="2710" y="490"/>
                  </a:lnTo>
                  <a:cubicBezTo>
                    <a:pt x="2531" y="710"/>
                    <a:pt x="2243" y="831"/>
                    <a:pt x="1957" y="831"/>
                  </a:cubicBezTo>
                  <a:cubicBezTo>
                    <a:pt x="1791" y="831"/>
                    <a:pt x="1626" y="790"/>
                    <a:pt x="1483" y="705"/>
                  </a:cubicBezTo>
                  <a:cubicBezTo>
                    <a:pt x="1434" y="672"/>
                    <a:pt x="1384" y="639"/>
                    <a:pt x="1326" y="639"/>
                  </a:cubicBezTo>
                  <a:cubicBezTo>
                    <a:pt x="1285" y="647"/>
                    <a:pt x="1251" y="664"/>
                    <a:pt x="1210" y="680"/>
                  </a:cubicBezTo>
                  <a:cubicBezTo>
                    <a:pt x="1167" y="698"/>
                    <a:pt x="1123" y="707"/>
                    <a:pt x="1078" y="707"/>
                  </a:cubicBezTo>
                  <a:cubicBezTo>
                    <a:pt x="940" y="707"/>
                    <a:pt x="800" y="627"/>
                    <a:pt x="713" y="514"/>
                  </a:cubicBezTo>
                  <a:cubicBezTo>
                    <a:pt x="597" y="365"/>
                    <a:pt x="547" y="183"/>
                    <a:pt x="497" y="1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" name="Google Shape;322;p29"/>
            <p:cNvSpPr/>
            <p:nvPr/>
          </p:nvSpPr>
          <p:spPr>
            <a:xfrm>
              <a:off x="5489175" y="1656500"/>
              <a:ext cx="150675" cy="49075"/>
            </a:xfrm>
            <a:custGeom>
              <a:rect b="b" l="l" r="r" t="t"/>
              <a:pathLst>
                <a:path extrusionOk="0" h="1963" w="6027">
                  <a:moveTo>
                    <a:pt x="1031" y="1"/>
                  </a:moveTo>
                  <a:cubicBezTo>
                    <a:pt x="956" y="1"/>
                    <a:pt x="907" y="59"/>
                    <a:pt x="907" y="125"/>
                  </a:cubicBezTo>
                  <a:cubicBezTo>
                    <a:pt x="882" y="349"/>
                    <a:pt x="857" y="564"/>
                    <a:pt x="857" y="788"/>
                  </a:cubicBezTo>
                  <a:cubicBezTo>
                    <a:pt x="849" y="746"/>
                    <a:pt x="815" y="705"/>
                    <a:pt x="774" y="705"/>
                  </a:cubicBezTo>
                  <a:lnTo>
                    <a:pt x="757" y="705"/>
                  </a:lnTo>
                  <a:cubicBezTo>
                    <a:pt x="749" y="688"/>
                    <a:pt x="749" y="672"/>
                    <a:pt x="749" y="655"/>
                  </a:cubicBezTo>
                  <a:cubicBezTo>
                    <a:pt x="733" y="589"/>
                    <a:pt x="708" y="523"/>
                    <a:pt x="683" y="465"/>
                  </a:cubicBezTo>
                  <a:cubicBezTo>
                    <a:pt x="657" y="417"/>
                    <a:pt x="613" y="392"/>
                    <a:pt x="570" y="392"/>
                  </a:cubicBezTo>
                  <a:cubicBezTo>
                    <a:pt x="530" y="392"/>
                    <a:pt x="491" y="413"/>
                    <a:pt x="467" y="457"/>
                  </a:cubicBezTo>
                  <a:cubicBezTo>
                    <a:pt x="434" y="506"/>
                    <a:pt x="418" y="548"/>
                    <a:pt x="368" y="589"/>
                  </a:cubicBezTo>
                  <a:cubicBezTo>
                    <a:pt x="343" y="620"/>
                    <a:pt x="246" y="696"/>
                    <a:pt x="183" y="696"/>
                  </a:cubicBezTo>
                  <a:cubicBezTo>
                    <a:pt x="162" y="696"/>
                    <a:pt x="145" y="687"/>
                    <a:pt x="136" y="664"/>
                  </a:cubicBezTo>
                  <a:cubicBezTo>
                    <a:pt x="124" y="638"/>
                    <a:pt x="104" y="627"/>
                    <a:pt x="83" y="627"/>
                  </a:cubicBezTo>
                  <a:cubicBezTo>
                    <a:pt x="43" y="627"/>
                    <a:pt x="1" y="665"/>
                    <a:pt x="12" y="713"/>
                  </a:cubicBezTo>
                  <a:cubicBezTo>
                    <a:pt x="28" y="780"/>
                    <a:pt x="78" y="838"/>
                    <a:pt x="144" y="862"/>
                  </a:cubicBezTo>
                  <a:cubicBezTo>
                    <a:pt x="86" y="970"/>
                    <a:pt x="111" y="1119"/>
                    <a:pt x="202" y="1219"/>
                  </a:cubicBezTo>
                  <a:cubicBezTo>
                    <a:pt x="252" y="1260"/>
                    <a:pt x="310" y="1293"/>
                    <a:pt x="376" y="1302"/>
                  </a:cubicBezTo>
                  <a:cubicBezTo>
                    <a:pt x="393" y="1335"/>
                    <a:pt x="418" y="1360"/>
                    <a:pt x="459" y="1368"/>
                  </a:cubicBezTo>
                  <a:cubicBezTo>
                    <a:pt x="470" y="1370"/>
                    <a:pt x="481" y="1371"/>
                    <a:pt x="491" y="1371"/>
                  </a:cubicBezTo>
                  <a:cubicBezTo>
                    <a:pt x="518" y="1371"/>
                    <a:pt x="543" y="1363"/>
                    <a:pt x="567" y="1351"/>
                  </a:cubicBezTo>
                  <a:cubicBezTo>
                    <a:pt x="575" y="1351"/>
                    <a:pt x="583" y="1351"/>
                    <a:pt x="592" y="1360"/>
                  </a:cubicBezTo>
                  <a:cubicBezTo>
                    <a:pt x="600" y="1368"/>
                    <a:pt x="608" y="1368"/>
                    <a:pt x="625" y="1376"/>
                  </a:cubicBezTo>
                  <a:cubicBezTo>
                    <a:pt x="643" y="1384"/>
                    <a:pt x="663" y="1388"/>
                    <a:pt x="682" y="1388"/>
                  </a:cubicBezTo>
                  <a:cubicBezTo>
                    <a:pt x="723" y="1388"/>
                    <a:pt x="762" y="1371"/>
                    <a:pt x="791" y="1343"/>
                  </a:cubicBezTo>
                  <a:cubicBezTo>
                    <a:pt x="832" y="1302"/>
                    <a:pt x="840" y="1252"/>
                    <a:pt x="849" y="1202"/>
                  </a:cubicBezTo>
                  <a:cubicBezTo>
                    <a:pt x="857" y="1161"/>
                    <a:pt x="865" y="1128"/>
                    <a:pt x="865" y="1086"/>
                  </a:cubicBezTo>
                  <a:cubicBezTo>
                    <a:pt x="865" y="1040"/>
                    <a:pt x="865" y="994"/>
                    <a:pt x="859" y="948"/>
                  </a:cubicBezTo>
                  <a:lnTo>
                    <a:pt x="859" y="948"/>
                  </a:lnTo>
                  <a:cubicBezTo>
                    <a:pt x="886" y="1116"/>
                    <a:pt x="993" y="1229"/>
                    <a:pt x="1155" y="1310"/>
                  </a:cubicBezTo>
                  <a:cubicBezTo>
                    <a:pt x="1561" y="1492"/>
                    <a:pt x="2009" y="1625"/>
                    <a:pt x="2439" y="1741"/>
                  </a:cubicBezTo>
                  <a:cubicBezTo>
                    <a:pt x="2663" y="1799"/>
                    <a:pt x="2895" y="1848"/>
                    <a:pt x="3127" y="1890"/>
                  </a:cubicBezTo>
                  <a:cubicBezTo>
                    <a:pt x="3299" y="1917"/>
                    <a:pt x="3489" y="1962"/>
                    <a:pt x="3672" y="1962"/>
                  </a:cubicBezTo>
                  <a:cubicBezTo>
                    <a:pt x="3709" y="1962"/>
                    <a:pt x="3745" y="1960"/>
                    <a:pt x="3782" y="1956"/>
                  </a:cubicBezTo>
                  <a:cubicBezTo>
                    <a:pt x="3989" y="1940"/>
                    <a:pt x="4155" y="1840"/>
                    <a:pt x="4312" y="1708"/>
                  </a:cubicBezTo>
                  <a:cubicBezTo>
                    <a:pt x="4469" y="1583"/>
                    <a:pt x="4627" y="1476"/>
                    <a:pt x="4809" y="1376"/>
                  </a:cubicBezTo>
                  <a:cubicBezTo>
                    <a:pt x="5198" y="1161"/>
                    <a:pt x="5629" y="987"/>
                    <a:pt x="5961" y="688"/>
                  </a:cubicBezTo>
                  <a:cubicBezTo>
                    <a:pt x="6026" y="630"/>
                    <a:pt x="5976" y="507"/>
                    <a:pt x="5896" y="507"/>
                  </a:cubicBezTo>
                  <a:cubicBezTo>
                    <a:pt x="5885" y="507"/>
                    <a:pt x="5873" y="510"/>
                    <a:pt x="5861" y="515"/>
                  </a:cubicBezTo>
                  <a:cubicBezTo>
                    <a:pt x="5513" y="639"/>
                    <a:pt x="5174" y="771"/>
                    <a:pt x="4826" y="896"/>
                  </a:cubicBezTo>
                  <a:cubicBezTo>
                    <a:pt x="4569" y="995"/>
                    <a:pt x="4312" y="1094"/>
                    <a:pt x="4047" y="1186"/>
                  </a:cubicBezTo>
                  <a:cubicBezTo>
                    <a:pt x="4053" y="1166"/>
                    <a:pt x="4040" y="1147"/>
                    <a:pt x="4018" y="1147"/>
                  </a:cubicBezTo>
                  <a:cubicBezTo>
                    <a:pt x="4012" y="1147"/>
                    <a:pt x="4005" y="1149"/>
                    <a:pt x="3997" y="1152"/>
                  </a:cubicBezTo>
                  <a:cubicBezTo>
                    <a:pt x="3906" y="1202"/>
                    <a:pt x="3790" y="1194"/>
                    <a:pt x="3682" y="1210"/>
                  </a:cubicBezTo>
                  <a:cubicBezTo>
                    <a:pt x="3616" y="1227"/>
                    <a:pt x="3541" y="1244"/>
                    <a:pt x="3475" y="1260"/>
                  </a:cubicBezTo>
                  <a:cubicBezTo>
                    <a:pt x="3409" y="1277"/>
                    <a:pt x="3343" y="1310"/>
                    <a:pt x="3276" y="1326"/>
                  </a:cubicBezTo>
                  <a:cubicBezTo>
                    <a:pt x="3268" y="1335"/>
                    <a:pt x="3260" y="1343"/>
                    <a:pt x="3260" y="1351"/>
                  </a:cubicBezTo>
                  <a:cubicBezTo>
                    <a:pt x="3094" y="1343"/>
                    <a:pt x="2928" y="1318"/>
                    <a:pt x="2771" y="1277"/>
                  </a:cubicBezTo>
                  <a:cubicBezTo>
                    <a:pt x="2439" y="1186"/>
                    <a:pt x="2100" y="1070"/>
                    <a:pt x="1801" y="904"/>
                  </a:cubicBezTo>
                  <a:cubicBezTo>
                    <a:pt x="1661" y="821"/>
                    <a:pt x="1520" y="713"/>
                    <a:pt x="1412" y="589"/>
                  </a:cubicBezTo>
                  <a:cubicBezTo>
                    <a:pt x="1304" y="465"/>
                    <a:pt x="1221" y="266"/>
                    <a:pt x="1279" y="109"/>
                  </a:cubicBezTo>
                  <a:cubicBezTo>
                    <a:pt x="1301" y="60"/>
                    <a:pt x="1260" y="26"/>
                    <a:pt x="1219" y="26"/>
                  </a:cubicBezTo>
                  <a:cubicBezTo>
                    <a:pt x="1197" y="26"/>
                    <a:pt x="1175" y="36"/>
                    <a:pt x="1163" y="59"/>
                  </a:cubicBezTo>
                  <a:cubicBezTo>
                    <a:pt x="1155" y="59"/>
                    <a:pt x="1155" y="67"/>
                    <a:pt x="1147" y="75"/>
                  </a:cubicBezTo>
                  <a:cubicBezTo>
                    <a:pt x="1130" y="34"/>
                    <a:pt x="1081" y="1"/>
                    <a:pt x="1031" y="1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" name="Google Shape;323;p29"/>
            <p:cNvSpPr/>
            <p:nvPr/>
          </p:nvSpPr>
          <p:spPr>
            <a:xfrm>
              <a:off x="5606900" y="1673700"/>
              <a:ext cx="5200" cy="3550"/>
            </a:xfrm>
            <a:custGeom>
              <a:rect b="b" l="l" r="r" t="t"/>
              <a:pathLst>
                <a:path extrusionOk="0" h="142" w="208">
                  <a:moveTo>
                    <a:pt x="150" y="0"/>
                  </a:moveTo>
                  <a:cubicBezTo>
                    <a:pt x="133" y="0"/>
                    <a:pt x="117" y="9"/>
                    <a:pt x="100" y="9"/>
                  </a:cubicBezTo>
                  <a:cubicBezTo>
                    <a:pt x="83" y="17"/>
                    <a:pt x="67" y="17"/>
                    <a:pt x="59" y="25"/>
                  </a:cubicBezTo>
                  <a:cubicBezTo>
                    <a:pt x="42" y="34"/>
                    <a:pt x="25" y="42"/>
                    <a:pt x="17" y="50"/>
                  </a:cubicBezTo>
                  <a:cubicBezTo>
                    <a:pt x="9" y="58"/>
                    <a:pt x="1" y="75"/>
                    <a:pt x="1" y="92"/>
                  </a:cubicBezTo>
                  <a:cubicBezTo>
                    <a:pt x="1" y="100"/>
                    <a:pt x="9" y="116"/>
                    <a:pt x="17" y="125"/>
                  </a:cubicBezTo>
                  <a:cubicBezTo>
                    <a:pt x="25" y="133"/>
                    <a:pt x="42" y="141"/>
                    <a:pt x="50" y="141"/>
                  </a:cubicBezTo>
                  <a:lnTo>
                    <a:pt x="67" y="141"/>
                  </a:lnTo>
                  <a:cubicBezTo>
                    <a:pt x="73" y="136"/>
                    <a:pt x="78" y="134"/>
                    <a:pt x="84" y="131"/>
                  </a:cubicBezTo>
                  <a:lnTo>
                    <a:pt x="84" y="131"/>
                  </a:lnTo>
                  <a:cubicBezTo>
                    <a:pt x="83" y="132"/>
                    <a:pt x="83" y="133"/>
                    <a:pt x="83" y="133"/>
                  </a:cubicBezTo>
                  <a:cubicBezTo>
                    <a:pt x="92" y="125"/>
                    <a:pt x="108" y="116"/>
                    <a:pt x="117" y="108"/>
                  </a:cubicBezTo>
                  <a:cubicBezTo>
                    <a:pt x="133" y="100"/>
                    <a:pt x="141" y="92"/>
                    <a:pt x="158" y="92"/>
                  </a:cubicBezTo>
                  <a:cubicBezTo>
                    <a:pt x="158" y="83"/>
                    <a:pt x="166" y="83"/>
                    <a:pt x="175" y="75"/>
                  </a:cubicBezTo>
                  <a:cubicBezTo>
                    <a:pt x="183" y="75"/>
                    <a:pt x="191" y="67"/>
                    <a:pt x="199" y="67"/>
                  </a:cubicBezTo>
                  <a:cubicBezTo>
                    <a:pt x="208" y="58"/>
                    <a:pt x="208" y="50"/>
                    <a:pt x="208" y="34"/>
                  </a:cubicBezTo>
                  <a:cubicBezTo>
                    <a:pt x="208" y="25"/>
                    <a:pt x="199" y="17"/>
                    <a:pt x="191" y="9"/>
                  </a:cubicBezTo>
                  <a:lnTo>
                    <a:pt x="191" y="17"/>
                  </a:lnTo>
                  <a:cubicBezTo>
                    <a:pt x="175" y="9"/>
                    <a:pt x="158" y="0"/>
                    <a:pt x="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9"/>
            <p:cNvSpPr/>
            <p:nvPr/>
          </p:nvSpPr>
          <p:spPr>
            <a:xfrm>
              <a:off x="5579350" y="1677025"/>
              <a:ext cx="9150" cy="3800"/>
            </a:xfrm>
            <a:custGeom>
              <a:rect b="b" l="l" r="r" t="t"/>
              <a:pathLst>
                <a:path extrusionOk="0" h="152" w="366">
                  <a:moveTo>
                    <a:pt x="316" y="0"/>
                  </a:moveTo>
                  <a:cubicBezTo>
                    <a:pt x="274" y="0"/>
                    <a:pt x="224" y="17"/>
                    <a:pt x="175" y="25"/>
                  </a:cubicBezTo>
                  <a:cubicBezTo>
                    <a:pt x="133" y="41"/>
                    <a:pt x="84" y="50"/>
                    <a:pt x="42" y="66"/>
                  </a:cubicBezTo>
                  <a:cubicBezTo>
                    <a:pt x="17" y="75"/>
                    <a:pt x="1" y="99"/>
                    <a:pt x="9" y="116"/>
                  </a:cubicBezTo>
                  <a:cubicBezTo>
                    <a:pt x="16" y="137"/>
                    <a:pt x="34" y="151"/>
                    <a:pt x="54" y="151"/>
                  </a:cubicBezTo>
                  <a:cubicBezTo>
                    <a:pt x="58" y="151"/>
                    <a:pt x="63" y="151"/>
                    <a:pt x="67" y="149"/>
                  </a:cubicBezTo>
                  <a:cubicBezTo>
                    <a:pt x="108" y="133"/>
                    <a:pt x="158" y="124"/>
                    <a:pt x="200" y="116"/>
                  </a:cubicBezTo>
                  <a:cubicBezTo>
                    <a:pt x="249" y="99"/>
                    <a:pt x="291" y="83"/>
                    <a:pt x="332" y="66"/>
                  </a:cubicBezTo>
                  <a:cubicBezTo>
                    <a:pt x="365" y="50"/>
                    <a:pt x="349" y="0"/>
                    <a:pt x="3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29"/>
            <p:cNvSpPr/>
            <p:nvPr/>
          </p:nvSpPr>
          <p:spPr>
            <a:xfrm>
              <a:off x="5583900" y="1680125"/>
              <a:ext cx="250" cy="225"/>
            </a:xfrm>
            <a:custGeom>
              <a:rect b="b" l="l" r="r" t="t"/>
              <a:pathLst>
                <a:path extrusionOk="0" h="9" w="10">
                  <a:moveTo>
                    <a:pt x="9" y="0"/>
                  </a:moveTo>
                  <a:cubicBezTo>
                    <a:pt x="9" y="0"/>
                    <a:pt x="1" y="9"/>
                    <a:pt x="9" y="9"/>
                  </a:cubicBezTo>
                  <a:cubicBezTo>
                    <a:pt x="9" y="9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29"/>
            <p:cNvSpPr/>
            <p:nvPr/>
          </p:nvSpPr>
          <p:spPr>
            <a:xfrm>
              <a:off x="5491950" y="1617950"/>
              <a:ext cx="50350" cy="16425"/>
            </a:xfrm>
            <a:custGeom>
              <a:rect b="b" l="l" r="r" t="t"/>
              <a:pathLst>
                <a:path extrusionOk="0" h="657" w="2014">
                  <a:moveTo>
                    <a:pt x="774" y="1"/>
                  </a:moveTo>
                  <a:cubicBezTo>
                    <a:pt x="760" y="1"/>
                    <a:pt x="745" y="4"/>
                    <a:pt x="729" y="10"/>
                  </a:cubicBezTo>
                  <a:cubicBezTo>
                    <a:pt x="721" y="10"/>
                    <a:pt x="713" y="18"/>
                    <a:pt x="696" y="18"/>
                  </a:cubicBezTo>
                  <a:cubicBezTo>
                    <a:pt x="688" y="27"/>
                    <a:pt x="680" y="35"/>
                    <a:pt x="671" y="35"/>
                  </a:cubicBezTo>
                  <a:cubicBezTo>
                    <a:pt x="555" y="93"/>
                    <a:pt x="439" y="143"/>
                    <a:pt x="332" y="209"/>
                  </a:cubicBezTo>
                  <a:cubicBezTo>
                    <a:pt x="290" y="225"/>
                    <a:pt x="274" y="267"/>
                    <a:pt x="265" y="300"/>
                  </a:cubicBezTo>
                  <a:cubicBezTo>
                    <a:pt x="240" y="300"/>
                    <a:pt x="207" y="308"/>
                    <a:pt x="182" y="308"/>
                  </a:cubicBezTo>
                  <a:cubicBezTo>
                    <a:pt x="42" y="308"/>
                    <a:pt x="0" y="532"/>
                    <a:pt x="149" y="557"/>
                  </a:cubicBezTo>
                  <a:cubicBezTo>
                    <a:pt x="456" y="623"/>
                    <a:pt x="771" y="656"/>
                    <a:pt x="1086" y="656"/>
                  </a:cubicBezTo>
                  <a:cubicBezTo>
                    <a:pt x="1367" y="656"/>
                    <a:pt x="1699" y="656"/>
                    <a:pt x="1939" y="507"/>
                  </a:cubicBezTo>
                  <a:cubicBezTo>
                    <a:pt x="1997" y="474"/>
                    <a:pt x="2014" y="391"/>
                    <a:pt x="1972" y="333"/>
                  </a:cubicBezTo>
                  <a:lnTo>
                    <a:pt x="1972" y="333"/>
                  </a:lnTo>
                  <a:lnTo>
                    <a:pt x="1972" y="341"/>
                  </a:lnTo>
                  <a:cubicBezTo>
                    <a:pt x="1972" y="283"/>
                    <a:pt x="1931" y="225"/>
                    <a:pt x="1864" y="225"/>
                  </a:cubicBezTo>
                  <a:lnTo>
                    <a:pt x="1434" y="234"/>
                  </a:lnTo>
                  <a:cubicBezTo>
                    <a:pt x="1384" y="234"/>
                    <a:pt x="1334" y="225"/>
                    <a:pt x="1284" y="225"/>
                  </a:cubicBezTo>
                  <a:cubicBezTo>
                    <a:pt x="1152" y="225"/>
                    <a:pt x="1011" y="225"/>
                    <a:pt x="878" y="217"/>
                  </a:cubicBezTo>
                  <a:cubicBezTo>
                    <a:pt x="936" y="137"/>
                    <a:pt x="874" y="1"/>
                    <a:pt x="774" y="1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9"/>
            <p:cNvSpPr/>
            <p:nvPr/>
          </p:nvSpPr>
          <p:spPr>
            <a:xfrm>
              <a:off x="5520125" y="1568250"/>
              <a:ext cx="26650" cy="25250"/>
            </a:xfrm>
            <a:custGeom>
              <a:rect b="b" l="l" r="r" t="t"/>
              <a:pathLst>
                <a:path extrusionOk="0" h="1010" w="1066">
                  <a:moveTo>
                    <a:pt x="389" y="1"/>
                  </a:moveTo>
                  <a:cubicBezTo>
                    <a:pt x="359" y="1"/>
                    <a:pt x="329" y="3"/>
                    <a:pt x="298" y="9"/>
                  </a:cubicBezTo>
                  <a:cubicBezTo>
                    <a:pt x="191" y="34"/>
                    <a:pt x="191" y="208"/>
                    <a:pt x="298" y="225"/>
                  </a:cubicBezTo>
                  <a:cubicBezTo>
                    <a:pt x="310" y="231"/>
                    <a:pt x="322" y="237"/>
                    <a:pt x="333" y="240"/>
                  </a:cubicBezTo>
                  <a:lnTo>
                    <a:pt x="333" y="240"/>
                  </a:lnTo>
                  <a:cubicBezTo>
                    <a:pt x="281" y="233"/>
                    <a:pt x="235" y="232"/>
                    <a:pt x="182" y="225"/>
                  </a:cubicBezTo>
                  <a:cubicBezTo>
                    <a:pt x="141" y="225"/>
                    <a:pt x="99" y="266"/>
                    <a:pt x="91" y="308"/>
                  </a:cubicBezTo>
                  <a:cubicBezTo>
                    <a:pt x="91" y="349"/>
                    <a:pt x="99" y="382"/>
                    <a:pt x="133" y="399"/>
                  </a:cubicBezTo>
                  <a:cubicBezTo>
                    <a:pt x="116" y="432"/>
                    <a:pt x="124" y="465"/>
                    <a:pt x="149" y="490"/>
                  </a:cubicBezTo>
                  <a:cubicBezTo>
                    <a:pt x="108" y="498"/>
                    <a:pt x="66" y="515"/>
                    <a:pt x="50" y="556"/>
                  </a:cubicBezTo>
                  <a:cubicBezTo>
                    <a:pt x="0" y="631"/>
                    <a:pt x="33" y="705"/>
                    <a:pt x="99" y="755"/>
                  </a:cubicBezTo>
                  <a:cubicBezTo>
                    <a:pt x="141" y="788"/>
                    <a:pt x="191" y="813"/>
                    <a:pt x="240" y="830"/>
                  </a:cubicBezTo>
                  <a:cubicBezTo>
                    <a:pt x="174" y="879"/>
                    <a:pt x="199" y="995"/>
                    <a:pt x="298" y="1004"/>
                  </a:cubicBezTo>
                  <a:cubicBezTo>
                    <a:pt x="327" y="1008"/>
                    <a:pt x="356" y="1010"/>
                    <a:pt x="385" y="1010"/>
                  </a:cubicBezTo>
                  <a:cubicBezTo>
                    <a:pt x="414" y="1010"/>
                    <a:pt x="443" y="1008"/>
                    <a:pt x="472" y="1004"/>
                  </a:cubicBezTo>
                  <a:cubicBezTo>
                    <a:pt x="563" y="1004"/>
                    <a:pt x="655" y="995"/>
                    <a:pt x="754" y="995"/>
                  </a:cubicBezTo>
                  <a:cubicBezTo>
                    <a:pt x="820" y="995"/>
                    <a:pt x="862" y="921"/>
                    <a:pt x="845" y="863"/>
                  </a:cubicBezTo>
                  <a:cubicBezTo>
                    <a:pt x="845" y="863"/>
                    <a:pt x="853" y="855"/>
                    <a:pt x="862" y="855"/>
                  </a:cubicBezTo>
                  <a:cubicBezTo>
                    <a:pt x="870" y="863"/>
                    <a:pt x="878" y="879"/>
                    <a:pt x="878" y="896"/>
                  </a:cubicBezTo>
                  <a:cubicBezTo>
                    <a:pt x="894" y="931"/>
                    <a:pt x="926" y="947"/>
                    <a:pt x="959" y="947"/>
                  </a:cubicBezTo>
                  <a:cubicBezTo>
                    <a:pt x="1011" y="947"/>
                    <a:pt x="1066" y="907"/>
                    <a:pt x="1061" y="846"/>
                  </a:cubicBezTo>
                  <a:cubicBezTo>
                    <a:pt x="1044" y="631"/>
                    <a:pt x="978" y="407"/>
                    <a:pt x="845" y="233"/>
                  </a:cubicBezTo>
                  <a:cubicBezTo>
                    <a:pt x="732" y="99"/>
                    <a:pt x="564" y="1"/>
                    <a:pt x="389" y="1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9"/>
            <p:cNvSpPr/>
            <p:nvPr/>
          </p:nvSpPr>
          <p:spPr>
            <a:xfrm>
              <a:off x="5603800" y="1582500"/>
              <a:ext cx="43275" cy="28200"/>
            </a:xfrm>
            <a:custGeom>
              <a:rect b="b" l="l" r="r" t="t"/>
              <a:pathLst>
                <a:path extrusionOk="0" h="1128" w="1731">
                  <a:moveTo>
                    <a:pt x="1245" y="1"/>
                  </a:moveTo>
                  <a:cubicBezTo>
                    <a:pt x="1236" y="1"/>
                    <a:pt x="1227" y="2"/>
                    <a:pt x="1218" y="3"/>
                  </a:cubicBezTo>
                  <a:cubicBezTo>
                    <a:pt x="953" y="44"/>
                    <a:pt x="696" y="127"/>
                    <a:pt x="448" y="243"/>
                  </a:cubicBezTo>
                  <a:cubicBezTo>
                    <a:pt x="398" y="268"/>
                    <a:pt x="381" y="309"/>
                    <a:pt x="398" y="351"/>
                  </a:cubicBezTo>
                  <a:cubicBezTo>
                    <a:pt x="290" y="384"/>
                    <a:pt x="191" y="425"/>
                    <a:pt x="100" y="475"/>
                  </a:cubicBezTo>
                  <a:cubicBezTo>
                    <a:pt x="0" y="533"/>
                    <a:pt x="50" y="666"/>
                    <a:pt x="149" y="666"/>
                  </a:cubicBezTo>
                  <a:cubicBezTo>
                    <a:pt x="207" y="674"/>
                    <a:pt x="274" y="674"/>
                    <a:pt x="332" y="674"/>
                  </a:cubicBezTo>
                  <a:cubicBezTo>
                    <a:pt x="351" y="700"/>
                    <a:pt x="381" y="721"/>
                    <a:pt x="416" y="721"/>
                  </a:cubicBezTo>
                  <a:cubicBezTo>
                    <a:pt x="426" y="721"/>
                    <a:pt x="437" y="719"/>
                    <a:pt x="448" y="715"/>
                  </a:cubicBezTo>
                  <a:cubicBezTo>
                    <a:pt x="473" y="707"/>
                    <a:pt x="489" y="699"/>
                    <a:pt x="514" y="699"/>
                  </a:cubicBezTo>
                  <a:cubicBezTo>
                    <a:pt x="506" y="699"/>
                    <a:pt x="497" y="707"/>
                    <a:pt x="489" y="715"/>
                  </a:cubicBezTo>
                  <a:cubicBezTo>
                    <a:pt x="481" y="724"/>
                    <a:pt x="473" y="740"/>
                    <a:pt x="464" y="749"/>
                  </a:cubicBezTo>
                  <a:cubicBezTo>
                    <a:pt x="415" y="773"/>
                    <a:pt x="357" y="798"/>
                    <a:pt x="307" y="823"/>
                  </a:cubicBezTo>
                  <a:cubicBezTo>
                    <a:pt x="243" y="863"/>
                    <a:pt x="286" y="948"/>
                    <a:pt x="355" y="948"/>
                  </a:cubicBezTo>
                  <a:cubicBezTo>
                    <a:pt x="359" y="948"/>
                    <a:pt x="362" y="948"/>
                    <a:pt x="365" y="947"/>
                  </a:cubicBezTo>
                  <a:cubicBezTo>
                    <a:pt x="431" y="939"/>
                    <a:pt x="489" y="923"/>
                    <a:pt x="555" y="906"/>
                  </a:cubicBezTo>
                  <a:lnTo>
                    <a:pt x="580" y="906"/>
                  </a:lnTo>
                  <a:cubicBezTo>
                    <a:pt x="572" y="914"/>
                    <a:pt x="572" y="914"/>
                    <a:pt x="572" y="914"/>
                  </a:cubicBezTo>
                  <a:cubicBezTo>
                    <a:pt x="483" y="974"/>
                    <a:pt x="521" y="1127"/>
                    <a:pt x="620" y="1127"/>
                  </a:cubicBezTo>
                  <a:cubicBezTo>
                    <a:pt x="631" y="1127"/>
                    <a:pt x="642" y="1126"/>
                    <a:pt x="655" y="1121"/>
                  </a:cubicBezTo>
                  <a:cubicBezTo>
                    <a:pt x="812" y="1063"/>
                    <a:pt x="961" y="1005"/>
                    <a:pt x="1102" y="931"/>
                  </a:cubicBezTo>
                  <a:cubicBezTo>
                    <a:pt x="1185" y="889"/>
                    <a:pt x="1343" y="840"/>
                    <a:pt x="1392" y="740"/>
                  </a:cubicBezTo>
                  <a:cubicBezTo>
                    <a:pt x="1417" y="732"/>
                    <a:pt x="1442" y="715"/>
                    <a:pt x="1467" y="707"/>
                  </a:cubicBezTo>
                  <a:cubicBezTo>
                    <a:pt x="1564" y="675"/>
                    <a:pt x="1566" y="500"/>
                    <a:pt x="1442" y="500"/>
                  </a:cubicBezTo>
                  <a:cubicBezTo>
                    <a:pt x="1440" y="500"/>
                    <a:pt x="1437" y="500"/>
                    <a:pt x="1434" y="500"/>
                  </a:cubicBezTo>
                  <a:lnTo>
                    <a:pt x="1417" y="500"/>
                  </a:lnTo>
                  <a:cubicBezTo>
                    <a:pt x="1425" y="475"/>
                    <a:pt x="1425" y="442"/>
                    <a:pt x="1409" y="409"/>
                  </a:cubicBezTo>
                  <a:cubicBezTo>
                    <a:pt x="1409" y="401"/>
                    <a:pt x="1409" y="392"/>
                    <a:pt x="1409" y="392"/>
                  </a:cubicBezTo>
                  <a:cubicBezTo>
                    <a:pt x="1500" y="384"/>
                    <a:pt x="1591" y="367"/>
                    <a:pt x="1666" y="309"/>
                  </a:cubicBezTo>
                  <a:cubicBezTo>
                    <a:pt x="1730" y="261"/>
                    <a:pt x="1724" y="135"/>
                    <a:pt x="1633" y="135"/>
                  </a:cubicBezTo>
                  <a:cubicBezTo>
                    <a:pt x="1630" y="135"/>
                    <a:pt x="1627" y="135"/>
                    <a:pt x="1624" y="135"/>
                  </a:cubicBezTo>
                  <a:cubicBezTo>
                    <a:pt x="1525" y="135"/>
                    <a:pt x="1434" y="144"/>
                    <a:pt x="1343" y="144"/>
                  </a:cubicBezTo>
                  <a:cubicBezTo>
                    <a:pt x="1351" y="127"/>
                    <a:pt x="1359" y="94"/>
                    <a:pt x="1351" y="77"/>
                  </a:cubicBezTo>
                  <a:cubicBezTo>
                    <a:pt x="1337" y="21"/>
                    <a:pt x="1293" y="1"/>
                    <a:pt x="1245" y="1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9"/>
            <p:cNvSpPr/>
            <p:nvPr/>
          </p:nvSpPr>
          <p:spPr>
            <a:xfrm>
              <a:off x="5567550" y="1681000"/>
              <a:ext cx="72925" cy="53450"/>
            </a:xfrm>
            <a:custGeom>
              <a:rect b="b" l="l" r="r" t="t"/>
              <a:pathLst>
                <a:path extrusionOk="0" h="2138" w="2917">
                  <a:moveTo>
                    <a:pt x="456" y="1780"/>
                  </a:moveTo>
                  <a:lnTo>
                    <a:pt x="456" y="1780"/>
                  </a:lnTo>
                  <a:cubicBezTo>
                    <a:pt x="415" y="1813"/>
                    <a:pt x="365" y="1838"/>
                    <a:pt x="315" y="1871"/>
                  </a:cubicBezTo>
                  <a:cubicBezTo>
                    <a:pt x="299" y="1879"/>
                    <a:pt x="282" y="1896"/>
                    <a:pt x="274" y="1912"/>
                  </a:cubicBezTo>
                  <a:cubicBezTo>
                    <a:pt x="257" y="1912"/>
                    <a:pt x="232" y="1921"/>
                    <a:pt x="216" y="1921"/>
                  </a:cubicBezTo>
                  <a:cubicBezTo>
                    <a:pt x="224" y="1896"/>
                    <a:pt x="249" y="1863"/>
                    <a:pt x="274" y="1846"/>
                  </a:cubicBezTo>
                  <a:cubicBezTo>
                    <a:pt x="299" y="1846"/>
                    <a:pt x="324" y="1838"/>
                    <a:pt x="348" y="1830"/>
                  </a:cubicBezTo>
                  <a:cubicBezTo>
                    <a:pt x="373" y="1821"/>
                    <a:pt x="406" y="1805"/>
                    <a:pt x="431" y="1788"/>
                  </a:cubicBezTo>
                  <a:cubicBezTo>
                    <a:pt x="440" y="1788"/>
                    <a:pt x="448" y="1780"/>
                    <a:pt x="456" y="1780"/>
                  </a:cubicBezTo>
                  <a:close/>
                  <a:moveTo>
                    <a:pt x="2774" y="0"/>
                  </a:moveTo>
                  <a:cubicBezTo>
                    <a:pt x="2739" y="0"/>
                    <a:pt x="2704" y="15"/>
                    <a:pt x="2685" y="48"/>
                  </a:cubicBezTo>
                  <a:cubicBezTo>
                    <a:pt x="2420" y="454"/>
                    <a:pt x="2030" y="752"/>
                    <a:pt x="1641" y="1018"/>
                  </a:cubicBezTo>
                  <a:cubicBezTo>
                    <a:pt x="1276" y="1266"/>
                    <a:pt x="904" y="1498"/>
                    <a:pt x="539" y="1730"/>
                  </a:cubicBezTo>
                  <a:cubicBezTo>
                    <a:pt x="580" y="1697"/>
                    <a:pt x="614" y="1664"/>
                    <a:pt x="638" y="1631"/>
                  </a:cubicBezTo>
                  <a:cubicBezTo>
                    <a:pt x="688" y="1581"/>
                    <a:pt x="738" y="1515"/>
                    <a:pt x="754" y="1440"/>
                  </a:cubicBezTo>
                  <a:cubicBezTo>
                    <a:pt x="796" y="1390"/>
                    <a:pt x="829" y="1341"/>
                    <a:pt x="854" y="1283"/>
                  </a:cubicBezTo>
                  <a:cubicBezTo>
                    <a:pt x="879" y="1233"/>
                    <a:pt x="870" y="1183"/>
                    <a:pt x="829" y="1150"/>
                  </a:cubicBezTo>
                  <a:cubicBezTo>
                    <a:pt x="809" y="1135"/>
                    <a:pt x="786" y="1126"/>
                    <a:pt x="764" y="1126"/>
                  </a:cubicBezTo>
                  <a:cubicBezTo>
                    <a:pt x="738" y="1126"/>
                    <a:pt x="714" y="1137"/>
                    <a:pt x="696" y="1158"/>
                  </a:cubicBezTo>
                  <a:cubicBezTo>
                    <a:pt x="672" y="1183"/>
                    <a:pt x="647" y="1200"/>
                    <a:pt x="622" y="1225"/>
                  </a:cubicBezTo>
                  <a:cubicBezTo>
                    <a:pt x="605" y="1225"/>
                    <a:pt x="589" y="1233"/>
                    <a:pt x="572" y="1241"/>
                  </a:cubicBezTo>
                  <a:cubicBezTo>
                    <a:pt x="440" y="1332"/>
                    <a:pt x="332" y="1448"/>
                    <a:pt x="241" y="1581"/>
                  </a:cubicBezTo>
                  <a:cubicBezTo>
                    <a:pt x="241" y="1589"/>
                    <a:pt x="232" y="1598"/>
                    <a:pt x="232" y="1606"/>
                  </a:cubicBezTo>
                  <a:cubicBezTo>
                    <a:pt x="216" y="1631"/>
                    <a:pt x="208" y="1656"/>
                    <a:pt x="191" y="1672"/>
                  </a:cubicBezTo>
                  <a:cubicBezTo>
                    <a:pt x="183" y="1697"/>
                    <a:pt x="174" y="1722"/>
                    <a:pt x="183" y="1747"/>
                  </a:cubicBezTo>
                  <a:cubicBezTo>
                    <a:pt x="75" y="1805"/>
                    <a:pt x="0" y="1912"/>
                    <a:pt x="9" y="2037"/>
                  </a:cubicBezTo>
                  <a:cubicBezTo>
                    <a:pt x="9" y="2090"/>
                    <a:pt x="44" y="2137"/>
                    <a:pt x="96" y="2137"/>
                  </a:cubicBezTo>
                  <a:cubicBezTo>
                    <a:pt x="100" y="2137"/>
                    <a:pt x="104" y="2137"/>
                    <a:pt x="108" y="2136"/>
                  </a:cubicBezTo>
                  <a:cubicBezTo>
                    <a:pt x="191" y="2136"/>
                    <a:pt x="274" y="2128"/>
                    <a:pt x="348" y="2120"/>
                  </a:cubicBezTo>
                  <a:cubicBezTo>
                    <a:pt x="361" y="2123"/>
                    <a:pt x="373" y="2125"/>
                    <a:pt x="385" y="2125"/>
                  </a:cubicBezTo>
                  <a:cubicBezTo>
                    <a:pt x="407" y="2125"/>
                    <a:pt x="430" y="2119"/>
                    <a:pt x="456" y="2103"/>
                  </a:cubicBezTo>
                  <a:cubicBezTo>
                    <a:pt x="456" y="2103"/>
                    <a:pt x="456" y="2095"/>
                    <a:pt x="464" y="2095"/>
                  </a:cubicBezTo>
                  <a:cubicBezTo>
                    <a:pt x="928" y="1995"/>
                    <a:pt x="1343" y="1705"/>
                    <a:pt x="1715" y="1415"/>
                  </a:cubicBezTo>
                  <a:cubicBezTo>
                    <a:pt x="2163" y="1067"/>
                    <a:pt x="2652" y="703"/>
                    <a:pt x="2875" y="164"/>
                  </a:cubicBezTo>
                  <a:cubicBezTo>
                    <a:pt x="2875" y="156"/>
                    <a:pt x="2884" y="148"/>
                    <a:pt x="2884" y="139"/>
                  </a:cubicBezTo>
                  <a:cubicBezTo>
                    <a:pt x="2917" y="57"/>
                    <a:pt x="2844" y="0"/>
                    <a:pt x="27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9"/>
            <p:cNvSpPr/>
            <p:nvPr/>
          </p:nvSpPr>
          <p:spPr>
            <a:xfrm>
              <a:off x="5515800" y="1693100"/>
              <a:ext cx="12625" cy="14075"/>
            </a:xfrm>
            <a:custGeom>
              <a:rect b="b" l="l" r="r" t="t"/>
              <a:pathLst>
                <a:path extrusionOk="0" h="563" w="505">
                  <a:moveTo>
                    <a:pt x="418" y="0"/>
                  </a:moveTo>
                  <a:cubicBezTo>
                    <a:pt x="411" y="0"/>
                    <a:pt x="403" y="1"/>
                    <a:pt x="397" y="3"/>
                  </a:cubicBezTo>
                  <a:cubicBezTo>
                    <a:pt x="322" y="28"/>
                    <a:pt x="256" y="78"/>
                    <a:pt x="206" y="136"/>
                  </a:cubicBezTo>
                  <a:cubicBezTo>
                    <a:pt x="181" y="169"/>
                    <a:pt x="156" y="210"/>
                    <a:pt x="140" y="244"/>
                  </a:cubicBezTo>
                  <a:cubicBezTo>
                    <a:pt x="123" y="260"/>
                    <a:pt x="107" y="277"/>
                    <a:pt x="90" y="293"/>
                  </a:cubicBezTo>
                  <a:cubicBezTo>
                    <a:pt x="65" y="318"/>
                    <a:pt x="49" y="343"/>
                    <a:pt x="32" y="376"/>
                  </a:cubicBezTo>
                  <a:cubicBezTo>
                    <a:pt x="16" y="409"/>
                    <a:pt x="7" y="451"/>
                    <a:pt x="7" y="492"/>
                  </a:cubicBezTo>
                  <a:cubicBezTo>
                    <a:pt x="0" y="527"/>
                    <a:pt x="41" y="562"/>
                    <a:pt x="73" y="562"/>
                  </a:cubicBezTo>
                  <a:cubicBezTo>
                    <a:pt x="79" y="562"/>
                    <a:pt x="85" y="561"/>
                    <a:pt x="90" y="558"/>
                  </a:cubicBezTo>
                  <a:cubicBezTo>
                    <a:pt x="140" y="534"/>
                    <a:pt x="190" y="509"/>
                    <a:pt x="223" y="476"/>
                  </a:cubicBezTo>
                  <a:cubicBezTo>
                    <a:pt x="239" y="467"/>
                    <a:pt x="248" y="451"/>
                    <a:pt x="264" y="442"/>
                  </a:cubicBezTo>
                  <a:cubicBezTo>
                    <a:pt x="272" y="434"/>
                    <a:pt x="289" y="434"/>
                    <a:pt x="297" y="426"/>
                  </a:cubicBezTo>
                  <a:cubicBezTo>
                    <a:pt x="322" y="409"/>
                    <a:pt x="347" y="393"/>
                    <a:pt x="364" y="376"/>
                  </a:cubicBezTo>
                  <a:cubicBezTo>
                    <a:pt x="397" y="343"/>
                    <a:pt x="413" y="310"/>
                    <a:pt x="430" y="268"/>
                  </a:cubicBezTo>
                  <a:cubicBezTo>
                    <a:pt x="446" y="244"/>
                    <a:pt x="455" y="219"/>
                    <a:pt x="471" y="186"/>
                  </a:cubicBezTo>
                  <a:cubicBezTo>
                    <a:pt x="471" y="177"/>
                    <a:pt x="480" y="169"/>
                    <a:pt x="480" y="161"/>
                  </a:cubicBezTo>
                  <a:cubicBezTo>
                    <a:pt x="488" y="144"/>
                    <a:pt x="496" y="128"/>
                    <a:pt x="496" y="103"/>
                  </a:cubicBezTo>
                  <a:cubicBezTo>
                    <a:pt x="504" y="78"/>
                    <a:pt x="496" y="45"/>
                    <a:pt x="480" y="28"/>
                  </a:cubicBezTo>
                  <a:lnTo>
                    <a:pt x="480" y="20"/>
                  </a:lnTo>
                  <a:cubicBezTo>
                    <a:pt x="461" y="8"/>
                    <a:pt x="439" y="0"/>
                    <a:pt x="4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9"/>
            <p:cNvSpPr/>
            <p:nvPr/>
          </p:nvSpPr>
          <p:spPr>
            <a:xfrm>
              <a:off x="5612700" y="1704325"/>
              <a:ext cx="16800" cy="14575"/>
            </a:xfrm>
            <a:custGeom>
              <a:rect b="b" l="l" r="r" t="t"/>
              <a:pathLst>
                <a:path extrusionOk="0" h="583" w="672">
                  <a:moveTo>
                    <a:pt x="594" y="0"/>
                  </a:moveTo>
                  <a:cubicBezTo>
                    <a:pt x="579" y="0"/>
                    <a:pt x="562" y="5"/>
                    <a:pt x="547" y="10"/>
                  </a:cubicBezTo>
                  <a:cubicBezTo>
                    <a:pt x="523" y="27"/>
                    <a:pt x="498" y="43"/>
                    <a:pt x="465" y="68"/>
                  </a:cubicBezTo>
                  <a:cubicBezTo>
                    <a:pt x="448" y="85"/>
                    <a:pt x="423" y="109"/>
                    <a:pt x="407" y="126"/>
                  </a:cubicBezTo>
                  <a:cubicBezTo>
                    <a:pt x="365" y="167"/>
                    <a:pt x="324" y="209"/>
                    <a:pt x="274" y="250"/>
                  </a:cubicBezTo>
                  <a:cubicBezTo>
                    <a:pt x="233" y="283"/>
                    <a:pt x="191" y="317"/>
                    <a:pt x="150" y="366"/>
                  </a:cubicBezTo>
                  <a:cubicBezTo>
                    <a:pt x="108" y="408"/>
                    <a:pt x="67" y="449"/>
                    <a:pt x="17" y="482"/>
                  </a:cubicBezTo>
                  <a:cubicBezTo>
                    <a:pt x="1" y="499"/>
                    <a:pt x="1" y="540"/>
                    <a:pt x="17" y="557"/>
                  </a:cubicBezTo>
                  <a:cubicBezTo>
                    <a:pt x="28" y="573"/>
                    <a:pt x="46" y="582"/>
                    <a:pt x="63" y="582"/>
                  </a:cubicBezTo>
                  <a:cubicBezTo>
                    <a:pt x="73" y="582"/>
                    <a:pt x="83" y="579"/>
                    <a:pt x="92" y="573"/>
                  </a:cubicBezTo>
                  <a:cubicBezTo>
                    <a:pt x="150" y="549"/>
                    <a:pt x="199" y="524"/>
                    <a:pt x="257" y="499"/>
                  </a:cubicBezTo>
                  <a:cubicBezTo>
                    <a:pt x="315" y="466"/>
                    <a:pt x="365" y="424"/>
                    <a:pt x="415" y="383"/>
                  </a:cubicBezTo>
                  <a:cubicBezTo>
                    <a:pt x="456" y="350"/>
                    <a:pt x="498" y="308"/>
                    <a:pt x="547" y="267"/>
                  </a:cubicBezTo>
                  <a:cubicBezTo>
                    <a:pt x="564" y="250"/>
                    <a:pt x="589" y="225"/>
                    <a:pt x="605" y="201"/>
                  </a:cubicBezTo>
                  <a:cubicBezTo>
                    <a:pt x="622" y="184"/>
                    <a:pt x="639" y="159"/>
                    <a:pt x="647" y="134"/>
                  </a:cubicBezTo>
                  <a:cubicBezTo>
                    <a:pt x="655" y="126"/>
                    <a:pt x="655" y="109"/>
                    <a:pt x="663" y="93"/>
                  </a:cubicBezTo>
                  <a:cubicBezTo>
                    <a:pt x="672" y="76"/>
                    <a:pt x="655" y="43"/>
                    <a:pt x="639" y="27"/>
                  </a:cubicBezTo>
                  <a:cubicBezTo>
                    <a:pt x="639" y="27"/>
                    <a:pt x="630" y="18"/>
                    <a:pt x="622" y="10"/>
                  </a:cubicBezTo>
                  <a:cubicBezTo>
                    <a:pt x="615" y="3"/>
                    <a:pt x="605" y="0"/>
                    <a:pt x="5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9"/>
            <p:cNvSpPr/>
            <p:nvPr/>
          </p:nvSpPr>
          <p:spPr>
            <a:xfrm>
              <a:off x="5632375" y="1694825"/>
              <a:ext cx="5000" cy="5825"/>
            </a:xfrm>
            <a:custGeom>
              <a:rect b="b" l="l" r="r" t="t"/>
              <a:pathLst>
                <a:path extrusionOk="0" h="233" w="200">
                  <a:moveTo>
                    <a:pt x="150" y="1"/>
                  </a:moveTo>
                  <a:cubicBezTo>
                    <a:pt x="142" y="9"/>
                    <a:pt x="133" y="9"/>
                    <a:pt x="125" y="17"/>
                  </a:cubicBezTo>
                  <a:cubicBezTo>
                    <a:pt x="117" y="17"/>
                    <a:pt x="117" y="17"/>
                    <a:pt x="108" y="25"/>
                  </a:cubicBezTo>
                  <a:cubicBezTo>
                    <a:pt x="92" y="34"/>
                    <a:pt x="84" y="42"/>
                    <a:pt x="75" y="50"/>
                  </a:cubicBezTo>
                  <a:cubicBezTo>
                    <a:pt x="59" y="59"/>
                    <a:pt x="50" y="67"/>
                    <a:pt x="42" y="83"/>
                  </a:cubicBezTo>
                  <a:cubicBezTo>
                    <a:pt x="42" y="92"/>
                    <a:pt x="34" y="100"/>
                    <a:pt x="26" y="108"/>
                  </a:cubicBezTo>
                  <a:cubicBezTo>
                    <a:pt x="17" y="117"/>
                    <a:pt x="9" y="125"/>
                    <a:pt x="1" y="141"/>
                  </a:cubicBezTo>
                  <a:cubicBezTo>
                    <a:pt x="1" y="150"/>
                    <a:pt x="1" y="158"/>
                    <a:pt x="1" y="158"/>
                  </a:cubicBezTo>
                  <a:cubicBezTo>
                    <a:pt x="1" y="175"/>
                    <a:pt x="1" y="183"/>
                    <a:pt x="9" y="199"/>
                  </a:cubicBezTo>
                  <a:cubicBezTo>
                    <a:pt x="17" y="208"/>
                    <a:pt x="26" y="216"/>
                    <a:pt x="34" y="216"/>
                  </a:cubicBezTo>
                  <a:cubicBezTo>
                    <a:pt x="34" y="224"/>
                    <a:pt x="42" y="233"/>
                    <a:pt x="59" y="233"/>
                  </a:cubicBezTo>
                  <a:lnTo>
                    <a:pt x="84" y="233"/>
                  </a:lnTo>
                  <a:cubicBezTo>
                    <a:pt x="100" y="233"/>
                    <a:pt x="108" y="233"/>
                    <a:pt x="117" y="224"/>
                  </a:cubicBezTo>
                  <a:cubicBezTo>
                    <a:pt x="125" y="216"/>
                    <a:pt x="133" y="208"/>
                    <a:pt x="142" y="199"/>
                  </a:cubicBezTo>
                  <a:lnTo>
                    <a:pt x="158" y="166"/>
                  </a:lnTo>
                  <a:cubicBezTo>
                    <a:pt x="166" y="150"/>
                    <a:pt x="175" y="133"/>
                    <a:pt x="183" y="117"/>
                  </a:cubicBezTo>
                  <a:cubicBezTo>
                    <a:pt x="183" y="108"/>
                    <a:pt x="191" y="100"/>
                    <a:pt x="191" y="92"/>
                  </a:cubicBezTo>
                  <a:cubicBezTo>
                    <a:pt x="200" y="75"/>
                    <a:pt x="200" y="59"/>
                    <a:pt x="200" y="42"/>
                  </a:cubicBezTo>
                  <a:cubicBezTo>
                    <a:pt x="200" y="34"/>
                    <a:pt x="191" y="17"/>
                    <a:pt x="183" y="9"/>
                  </a:cubicBezTo>
                  <a:cubicBezTo>
                    <a:pt x="175" y="1"/>
                    <a:pt x="158" y="1"/>
                    <a:pt x="1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9"/>
            <p:cNvSpPr/>
            <p:nvPr/>
          </p:nvSpPr>
          <p:spPr>
            <a:xfrm>
              <a:off x="5510800" y="1698350"/>
              <a:ext cx="71075" cy="28925"/>
            </a:xfrm>
            <a:custGeom>
              <a:rect b="b" l="l" r="r" t="t"/>
              <a:pathLst>
                <a:path extrusionOk="0" h="1157" w="2843">
                  <a:moveTo>
                    <a:pt x="854" y="0"/>
                  </a:moveTo>
                  <a:cubicBezTo>
                    <a:pt x="762" y="108"/>
                    <a:pt x="663" y="208"/>
                    <a:pt x="572" y="315"/>
                  </a:cubicBezTo>
                  <a:cubicBezTo>
                    <a:pt x="456" y="448"/>
                    <a:pt x="332" y="580"/>
                    <a:pt x="216" y="721"/>
                  </a:cubicBezTo>
                  <a:cubicBezTo>
                    <a:pt x="158" y="788"/>
                    <a:pt x="91" y="854"/>
                    <a:pt x="42" y="928"/>
                  </a:cubicBezTo>
                  <a:cubicBezTo>
                    <a:pt x="25" y="945"/>
                    <a:pt x="8" y="962"/>
                    <a:pt x="0" y="978"/>
                  </a:cubicBezTo>
                  <a:cubicBezTo>
                    <a:pt x="17" y="970"/>
                    <a:pt x="33" y="962"/>
                    <a:pt x="50" y="953"/>
                  </a:cubicBezTo>
                  <a:cubicBezTo>
                    <a:pt x="161" y="898"/>
                    <a:pt x="295" y="858"/>
                    <a:pt x="422" y="858"/>
                  </a:cubicBezTo>
                  <a:cubicBezTo>
                    <a:pt x="541" y="858"/>
                    <a:pt x="653" y="894"/>
                    <a:pt x="729" y="986"/>
                  </a:cubicBezTo>
                  <a:cubicBezTo>
                    <a:pt x="762" y="1036"/>
                    <a:pt x="787" y="1094"/>
                    <a:pt x="837" y="1127"/>
                  </a:cubicBezTo>
                  <a:cubicBezTo>
                    <a:pt x="876" y="1149"/>
                    <a:pt x="922" y="1157"/>
                    <a:pt x="968" y="1157"/>
                  </a:cubicBezTo>
                  <a:cubicBezTo>
                    <a:pt x="991" y="1157"/>
                    <a:pt x="1014" y="1155"/>
                    <a:pt x="1036" y="1152"/>
                  </a:cubicBezTo>
                  <a:cubicBezTo>
                    <a:pt x="1235" y="1119"/>
                    <a:pt x="1425" y="1036"/>
                    <a:pt x="1624" y="986"/>
                  </a:cubicBezTo>
                  <a:cubicBezTo>
                    <a:pt x="1732" y="955"/>
                    <a:pt x="1845" y="933"/>
                    <a:pt x="1955" y="933"/>
                  </a:cubicBezTo>
                  <a:cubicBezTo>
                    <a:pt x="2047" y="933"/>
                    <a:pt x="2137" y="949"/>
                    <a:pt x="2221" y="986"/>
                  </a:cubicBezTo>
                  <a:cubicBezTo>
                    <a:pt x="2270" y="1003"/>
                    <a:pt x="2320" y="1036"/>
                    <a:pt x="2362" y="1078"/>
                  </a:cubicBezTo>
                  <a:cubicBezTo>
                    <a:pt x="2386" y="1028"/>
                    <a:pt x="2411" y="978"/>
                    <a:pt x="2436" y="937"/>
                  </a:cubicBezTo>
                  <a:cubicBezTo>
                    <a:pt x="2560" y="754"/>
                    <a:pt x="2693" y="572"/>
                    <a:pt x="2842" y="406"/>
                  </a:cubicBezTo>
                  <a:lnTo>
                    <a:pt x="2842" y="398"/>
                  </a:lnTo>
                  <a:cubicBezTo>
                    <a:pt x="2780" y="408"/>
                    <a:pt x="2718" y="412"/>
                    <a:pt x="2656" y="412"/>
                  </a:cubicBezTo>
                  <a:cubicBezTo>
                    <a:pt x="2333" y="412"/>
                    <a:pt x="2004" y="299"/>
                    <a:pt x="1699" y="216"/>
                  </a:cubicBezTo>
                  <a:cubicBezTo>
                    <a:pt x="1674" y="216"/>
                    <a:pt x="1649" y="208"/>
                    <a:pt x="1624" y="199"/>
                  </a:cubicBezTo>
                  <a:cubicBezTo>
                    <a:pt x="1599" y="232"/>
                    <a:pt x="1574" y="266"/>
                    <a:pt x="1550" y="290"/>
                  </a:cubicBezTo>
                  <a:cubicBezTo>
                    <a:pt x="1508" y="340"/>
                    <a:pt x="1467" y="382"/>
                    <a:pt x="1425" y="431"/>
                  </a:cubicBezTo>
                  <a:cubicBezTo>
                    <a:pt x="1384" y="481"/>
                    <a:pt x="1342" y="531"/>
                    <a:pt x="1293" y="572"/>
                  </a:cubicBezTo>
                  <a:lnTo>
                    <a:pt x="1235" y="638"/>
                  </a:lnTo>
                  <a:cubicBezTo>
                    <a:pt x="1210" y="655"/>
                    <a:pt x="1202" y="680"/>
                    <a:pt x="1177" y="696"/>
                  </a:cubicBezTo>
                  <a:cubicBezTo>
                    <a:pt x="1174" y="699"/>
                    <a:pt x="1171" y="700"/>
                    <a:pt x="1169" y="700"/>
                  </a:cubicBezTo>
                  <a:cubicBezTo>
                    <a:pt x="1164" y="700"/>
                    <a:pt x="1160" y="696"/>
                    <a:pt x="1160" y="696"/>
                  </a:cubicBezTo>
                  <a:cubicBezTo>
                    <a:pt x="1177" y="663"/>
                    <a:pt x="1193" y="638"/>
                    <a:pt x="1210" y="614"/>
                  </a:cubicBezTo>
                  <a:cubicBezTo>
                    <a:pt x="1226" y="589"/>
                    <a:pt x="1243" y="564"/>
                    <a:pt x="1260" y="531"/>
                  </a:cubicBezTo>
                  <a:cubicBezTo>
                    <a:pt x="1293" y="481"/>
                    <a:pt x="1334" y="431"/>
                    <a:pt x="1376" y="390"/>
                  </a:cubicBezTo>
                  <a:cubicBezTo>
                    <a:pt x="1409" y="340"/>
                    <a:pt x="1450" y="290"/>
                    <a:pt x="1500" y="241"/>
                  </a:cubicBezTo>
                  <a:cubicBezTo>
                    <a:pt x="1516" y="224"/>
                    <a:pt x="1533" y="199"/>
                    <a:pt x="1558" y="183"/>
                  </a:cubicBezTo>
                  <a:cubicBezTo>
                    <a:pt x="1376" y="133"/>
                    <a:pt x="1202" y="83"/>
                    <a:pt x="1028" y="42"/>
                  </a:cubicBezTo>
                  <a:cubicBezTo>
                    <a:pt x="970" y="25"/>
                    <a:pt x="912" y="9"/>
                    <a:pt x="854" y="0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9"/>
            <p:cNvSpPr/>
            <p:nvPr/>
          </p:nvSpPr>
          <p:spPr>
            <a:xfrm>
              <a:off x="5557400" y="1758625"/>
              <a:ext cx="3325" cy="5000"/>
            </a:xfrm>
            <a:custGeom>
              <a:rect b="b" l="l" r="r" t="t"/>
              <a:pathLst>
                <a:path extrusionOk="0" h="200" w="133">
                  <a:moveTo>
                    <a:pt x="95" y="0"/>
                  </a:moveTo>
                  <a:cubicBezTo>
                    <a:pt x="88" y="0"/>
                    <a:pt x="81" y="3"/>
                    <a:pt x="75" y="9"/>
                  </a:cubicBezTo>
                  <a:cubicBezTo>
                    <a:pt x="67" y="9"/>
                    <a:pt x="67" y="17"/>
                    <a:pt x="58" y="17"/>
                  </a:cubicBezTo>
                  <a:cubicBezTo>
                    <a:pt x="50" y="25"/>
                    <a:pt x="50" y="34"/>
                    <a:pt x="42" y="42"/>
                  </a:cubicBezTo>
                  <a:cubicBezTo>
                    <a:pt x="42" y="50"/>
                    <a:pt x="34" y="59"/>
                    <a:pt x="34" y="67"/>
                  </a:cubicBezTo>
                  <a:cubicBezTo>
                    <a:pt x="25" y="83"/>
                    <a:pt x="17" y="92"/>
                    <a:pt x="17" y="108"/>
                  </a:cubicBezTo>
                  <a:cubicBezTo>
                    <a:pt x="17" y="117"/>
                    <a:pt x="9" y="125"/>
                    <a:pt x="9" y="133"/>
                  </a:cubicBezTo>
                  <a:cubicBezTo>
                    <a:pt x="0" y="150"/>
                    <a:pt x="9" y="166"/>
                    <a:pt x="17" y="175"/>
                  </a:cubicBezTo>
                  <a:cubicBezTo>
                    <a:pt x="17" y="183"/>
                    <a:pt x="34" y="199"/>
                    <a:pt x="42" y="199"/>
                  </a:cubicBezTo>
                  <a:cubicBezTo>
                    <a:pt x="58" y="199"/>
                    <a:pt x="75" y="199"/>
                    <a:pt x="83" y="191"/>
                  </a:cubicBezTo>
                  <a:cubicBezTo>
                    <a:pt x="100" y="191"/>
                    <a:pt x="108" y="175"/>
                    <a:pt x="108" y="166"/>
                  </a:cubicBezTo>
                  <a:cubicBezTo>
                    <a:pt x="116" y="150"/>
                    <a:pt x="116" y="141"/>
                    <a:pt x="116" y="133"/>
                  </a:cubicBezTo>
                  <a:cubicBezTo>
                    <a:pt x="125" y="125"/>
                    <a:pt x="125" y="108"/>
                    <a:pt x="125" y="100"/>
                  </a:cubicBezTo>
                  <a:cubicBezTo>
                    <a:pt x="125" y="92"/>
                    <a:pt x="125" y="92"/>
                    <a:pt x="125" y="92"/>
                  </a:cubicBezTo>
                  <a:cubicBezTo>
                    <a:pt x="125" y="84"/>
                    <a:pt x="132" y="68"/>
                    <a:pt x="133" y="59"/>
                  </a:cubicBezTo>
                  <a:lnTo>
                    <a:pt x="133" y="59"/>
                  </a:lnTo>
                  <a:cubicBezTo>
                    <a:pt x="133" y="62"/>
                    <a:pt x="133" y="64"/>
                    <a:pt x="133" y="67"/>
                  </a:cubicBezTo>
                  <a:lnTo>
                    <a:pt x="133" y="59"/>
                  </a:lnTo>
                  <a:cubicBezTo>
                    <a:pt x="133" y="59"/>
                    <a:pt x="133" y="59"/>
                    <a:pt x="133" y="59"/>
                  </a:cubicBezTo>
                  <a:lnTo>
                    <a:pt x="133" y="59"/>
                  </a:lnTo>
                  <a:cubicBezTo>
                    <a:pt x="133" y="45"/>
                    <a:pt x="132" y="32"/>
                    <a:pt x="125" y="25"/>
                  </a:cubicBezTo>
                  <a:cubicBezTo>
                    <a:pt x="119" y="9"/>
                    <a:pt x="107" y="0"/>
                    <a:pt x="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9"/>
            <p:cNvSpPr/>
            <p:nvPr/>
          </p:nvSpPr>
          <p:spPr>
            <a:xfrm>
              <a:off x="5504300" y="1772600"/>
              <a:ext cx="54150" cy="20975"/>
            </a:xfrm>
            <a:custGeom>
              <a:rect b="b" l="l" r="r" t="t"/>
              <a:pathLst>
                <a:path extrusionOk="0" h="839" w="2166">
                  <a:moveTo>
                    <a:pt x="2049" y="1"/>
                  </a:moveTo>
                  <a:cubicBezTo>
                    <a:pt x="2040" y="1"/>
                    <a:pt x="2032" y="2"/>
                    <a:pt x="2025" y="5"/>
                  </a:cubicBezTo>
                  <a:cubicBezTo>
                    <a:pt x="1950" y="30"/>
                    <a:pt x="1892" y="113"/>
                    <a:pt x="1843" y="171"/>
                  </a:cubicBezTo>
                  <a:cubicBezTo>
                    <a:pt x="1776" y="237"/>
                    <a:pt x="1718" y="303"/>
                    <a:pt x="1644" y="353"/>
                  </a:cubicBezTo>
                  <a:cubicBezTo>
                    <a:pt x="1511" y="461"/>
                    <a:pt x="1354" y="535"/>
                    <a:pt x="1196" y="568"/>
                  </a:cubicBezTo>
                  <a:cubicBezTo>
                    <a:pt x="1106" y="589"/>
                    <a:pt x="1011" y="600"/>
                    <a:pt x="915" y="600"/>
                  </a:cubicBezTo>
                  <a:cubicBezTo>
                    <a:pt x="632" y="600"/>
                    <a:pt x="338" y="510"/>
                    <a:pt x="128" y="336"/>
                  </a:cubicBezTo>
                  <a:cubicBezTo>
                    <a:pt x="114" y="325"/>
                    <a:pt x="100" y="320"/>
                    <a:pt x="86" y="320"/>
                  </a:cubicBezTo>
                  <a:cubicBezTo>
                    <a:pt x="39" y="320"/>
                    <a:pt x="0" y="375"/>
                    <a:pt x="45" y="419"/>
                  </a:cubicBezTo>
                  <a:cubicBezTo>
                    <a:pt x="297" y="685"/>
                    <a:pt x="633" y="839"/>
                    <a:pt x="994" y="839"/>
                  </a:cubicBezTo>
                  <a:cubicBezTo>
                    <a:pt x="1071" y="839"/>
                    <a:pt x="1150" y="832"/>
                    <a:pt x="1230" y="817"/>
                  </a:cubicBezTo>
                  <a:cubicBezTo>
                    <a:pt x="1437" y="776"/>
                    <a:pt x="1627" y="684"/>
                    <a:pt x="1793" y="560"/>
                  </a:cubicBezTo>
                  <a:cubicBezTo>
                    <a:pt x="1926" y="461"/>
                    <a:pt x="2166" y="254"/>
                    <a:pt x="2133" y="63"/>
                  </a:cubicBezTo>
                  <a:cubicBezTo>
                    <a:pt x="2126" y="29"/>
                    <a:pt x="2086" y="1"/>
                    <a:pt x="2049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29"/>
            <p:cNvSpPr/>
            <p:nvPr/>
          </p:nvSpPr>
          <p:spPr>
            <a:xfrm>
              <a:off x="5684600" y="1733025"/>
              <a:ext cx="9750" cy="24825"/>
            </a:xfrm>
            <a:custGeom>
              <a:rect b="b" l="l" r="r" t="t"/>
              <a:pathLst>
                <a:path extrusionOk="0" h="993" w="390">
                  <a:moveTo>
                    <a:pt x="259" y="1"/>
                  </a:moveTo>
                  <a:cubicBezTo>
                    <a:pt x="211" y="1"/>
                    <a:pt x="163" y="32"/>
                    <a:pt x="149" y="80"/>
                  </a:cubicBezTo>
                  <a:cubicBezTo>
                    <a:pt x="124" y="146"/>
                    <a:pt x="124" y="221"/>
                    <a:pt x="124" y="295"/>
                  </a:cubicBezTo>
                  <a:cubicBezTo>
                    <a:pt x="124" y="329"/>
                    <a:pt x="116" y="362"/>
                    <a:pt x="116" y="395"/>
                  </a:cubicBezTo>
                  <a:cubicBezTo>
                    <a:pt x="107" y="436"/>
                    <a:pt x="107" y="445"/>
                    <a:pt x="99" y="486"/>
                  </a:cubicBezTo>
                  <a:cubicBezTo>
                    <a:pt x="91" y="552"/>
                    <a:pt x="74" y="619"/>
                    <a:pt x="58" y="685"/>
                  </a:cubicBezTo>
                  <a:cubicBezTo>
                    <a:pt x="41" y="751"/>
                    <a:pt x="41" y="817"/>
                    <a:pt x="16" y="892"/>
                  </a:cubicBezTo>
                  <a:cubicBezTo>
                    <a:pt x="0" y="951"/>
                    <a:pt x="46" y="992"/>
                    <a:pt x="94" y="992"/>
                  </a:cubicBezTo>
                  <a:cubicBezTo>
                    <a:pt x="121" y="992"/>
                    <a:pt x="148" y="979"/>
                    <a:pt x="165" y="950"/>
                  </a:cubicBezTo>
                  <a:cubicBezTo>
                    <a:pt x="207" y="892"/>
                    <a:pt x="257" y="842"/>
                    <a:pt x="281" y="768"/>
                  </a:cubicBezTo>
                  <a:cubicBezTo>
                    <a:pt x="315" y="693"/>
                    <a:pt x="339" y="619"/>
                    <a:pt x="356" y="536"/>
                  </a:cubicBezTo>
                  <a:cubicBezTo>
                    <a:pt x="373" y="461"/>
                    <a:pt x="381" y="378"/>
                    <a:pt x="381" y="304"/>
                  </a:cubicBezTo>
                  <a:cubicBezTo>
                    <a:pt x="389" y="262"/>
                    <a:pt x="389" y="229"/>
                    <a:pt x="381" y="196"/>
                  </a:cubicBezTo>
                  <a:lnTo>
                    <a:pt x="389" y="196"/>
                  </a:lnTo>
                  <a:cubicBezTo>
                    <a:pt x="381" y="138"/>
                    <a:pt x="373" y="105"/>
                    <a:pt x="348" y="55"/>
                  </a:cubicBezTo>
                  <a:cubicBezTo>
                    <a:pt x="327" y="17"/>
                    <a:pt x="293" y="1"/>
                    <a:pt x="2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29"/>
            <p:cNvSpPr/>
            <p:nvPr/>
          </p:nvSpPr>
          <p:spPr>
            <a:xfrm>
              <a:off x="5695350" y="1729825"/>
              <a:ext cx="4175" cy="6650"/>
            </a:xfrm>
            <a:custGeom>
              <a:rect b="b" l="l" r="r" t="t"/>
              <a:pathLst>
                <a:path extrusionOk="0" h="266" w="167">
                  <a:moveTo>
                    <a:pt x="125" y="1"/>
                  </a:moveTo>
                  <a:cubicBezTo>
                    <a:pt x="92" y="1"/>
                    <a:pt x="67" y="9"/>
                    <a:pt x="59" y="42"/>
                  </a:cubicBezTo>
                  <a:cubicBezTo>
                    <a:pt x="42" y="92"/>
                    <a:pt x="25" y="133"/>
                    <a:pt x="9" y="183"/>
                  </a:cubicBezTo>
                  <a:cubicBezTo>
                    <a:pt x="1" y="200"/>
                    <a:pt x="9" y="216"/>
                    <a:pt x="17" y="233"/>
                  </a:cubicBezTo>
                  <a:cubicBezTo>
                    <a:pt x="25" y="249"/>
                    <a:pt x="42" y="258"/>
                    <a:pt x="59" y="266"/>
                  </a:cubicBezTo>
                  <a:cubicBezTo>
                    <a:pt x="75" y="266"/>
                    <a:pt x="100" y="266"/>
                    <a:pt x="108" y="258"/>
                  </a:cubicBezTo>
                  <a:cubicBezTo>
                    <a:pt x="125" y="249"/>
                    <a:pt x="141" y="233"/>
                    <a:pt x="141" y="216"/>
                  </a:cubicBezTo>
                  <a:cubicBezTo>
                    <a:pt x="150" y="167"/>
                    <a:pt x="158" y="125"/>
                    <a:pt x="166" y="75"/>
                  </a:cubicBezTo>
                  <a:cubicBezTo>
                    <a:pt x="166" y="59"/>
                    <a:pt x="166" y="42"/>
                    <a:pt x="158" y="34"/>
                  </a:cubicBezTo>
                  <a:cubicBezTo>
                    <a:pt x="150" y="17"/>
                    <a:pt x="141" y="9"/>
                    <a:pt x="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9"/>
            <p:cNvSpPr/>
            <p:nvPr/>
          </p:nvSpPr>
          <p:spPr>
            <a:xfrm>
              <a:off x="5703850" y="1718400"/>
              <a:ext cx="3125" cy="8975"/>
            </a:xfrm>
            <a:custGeom>
              <a:rect b="b" l="l" r="r" t="t"/>
              <a:pathLst>
                <a:path extrusionOk="0" h="359" w="125">
                  <a:moveTo>
                    <a:pt x="91" y="0"/>
                  </a:moveTo>
                  <a:cubicBezTo>
                    <a:pt x="81" y="0"/>
                    <a:pt x="71" y="6"/>
                    <a:pt x="67" y="19"/>
                  </a:cubicBezTo>
                  <a:cubicBezTo>
                    <a:pt x="50" y="35"/>
                    <a:pt x="42" y="60"/>
                    <a:pt x="33" y="85"/>
                  </a:cubicBezTo>
                  <a:cubicBezTo>
                    <a:pt x="25" y="110"/>
                    <a:pt x="25" y="135"/>
                    <a:pt x="17" y="168"/>
                  </a:cubicBezTo>
                  <a:cubicBezTo>
                    <a:pt x="17" y="209"/>
                    <a:pt x="9" y="259"/>
                    <a:pt x="0" y="309"/>
                  </a:cubicBezTo>
                  <a:cubicBezTo>
                    <a:pt x="0" y="334"/>
                    <a:pt x="25" y="358"/>
                    <a:pt x="50" y="358"/>
                  </a:cubicBezTo>
                  <a:cubicBezTo>
                    <a:pt x="83" y="358"/>
                    <a:pt x="100" y="334"/>
                    <a:pt x="100" y="309"/>
                  </a:cubicBezTo>
                  <a:cubicBezTo>
                    <a:pt x="108" y="259"/>
                    <a:pt x="116" y="218"/>
                    <a:pt x="116" y="168"/>
                  </a:cubicBezTo>
                  <a:cubicBezTo>
                    <a:pt x="125" y="143"/>
                    <a:pt x="125" y="118"/>
                    <a:pt x="125" y="93"/>
                  </a:cubicBezTo>
                  <a:cubicBezTo>
                    <a:pt x="125" y="68"/>
                    <a:pt x="125" y="44"/>
                    <a:pt x="116" y="27"/>
                  </a:cubicBezTo>
                  <a:lnTo>
                    <a:pt x="116" y="19"/>
                  </a:lnTo>
                  <a:cubicBezTo>
                    <a:pt x="112" y="6"/>
                    <a:pt x="102" y="0"/>
                    <a:pt x="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29"/>
            <p:cNvSpPr/>
            <p:nvPr/>
          </p:nvSpPr>
          <p:spPr>
            <a:xfrm>
              <a:off x="5694600" y="1831950"/>
              <a:ext cx="11350" cy="23600"/>
            </a:xfrm>
            <a:custGeom>
              <a:rect b="b" l="l" r="r" t="t"/>
              <a:pathLst>
                <a:path extrusionOk="0" h="944" w="454">
                  <a:moveTo>
                    <a:pt x="344" y="0"/>
                  </a:moveTo>
                  <a:cubicBezTo>
                    <a:pt x="322" y="0"/>
                    <a:pt x="299" y="8"/>
                    <a:pt x="279" y="25"/>
                  </a:cubicBezTo>
                  <a:lnTo>
                    <a:pt x="279" y="34"/>
                  </a:lnTo>
                  <a:cubicBezTo>
                    <a:pt x="229" y="83"/>
                    <a:pt x="213" y="175"/>
                    <a:pt x="188" y="249"/>
                  </a:cubicBezTo>
                  <a:cubicBezTo>
                    <a:pt x="163" y="315"/>
                    <a:pt x="138" y="382"/>
                    <a:pt x="122" y="448"/>
                  </a:cubicBezTo>
                  <a:cubicBezTo>
                    <a:pt x="97" y="514"/>
                    <a:pt x="80" y="581"/>
                    <a:pt x="55" y="647"/>
                  </a:cubicBezTo>
                  <a:cubicBezTo>
                    <a:pt x="39" y="721"/>
                    <a:pt x="22" y="796"/>
                    <a:pt x="6" y="862"/>
                  </a:cubicBezTo>
                  <a:cubicBezTo>
                    <a:pt x="0" y="906"/>
                    <a:pt x="39" y="943"/>
                    <a:pt x="75" y="943"/>
                  </a:cubicBezTo>
                  <a:cubicBezTo>
                    <a:pt x="93" y="943"/>
                    <a:pt x="111" y="934"/>
                    <a:pt x="122" y="912"/>
                  </a:cubicBezTo>
                  <a:cubicBezTo>
                    <a:pt x="155" y="846"/>
                    <a:pt x="188" y="779"/>
                    <a:pt x="221" y="721"/>
                  </a:cubicBezTo>
                  <a:cubicBezTo>
                    <a:pt x="246" y="647"/>
                    <a:pt x="279" y="581"/>
                    <a:pt x="304" y="514"/>
                  </a:cubicBezTo>
                  <a:cubicBezTo>
                    <a:pt x="329" y="448"/>
                    <a:pt x="362" y="382"/>
                    <a:pt x="387" y="315"/>
                  </a:cubicBezTo>
                  <a:cubicBezTo>
                    <a:pt x="412" y="249"/>
                    <a:pt x="453" y="166"/>
                    <a:pt x="445" y="100"/>
                  </a:cubicBezTo>
                  <a:cubicBezTo>
                    <a:pt x="445" y="42"/>
                    <a:pt x="396" y="0"/>
                    <a:pt x="3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29"/>
            <p:cNvSpPr/>
            <p:nvPr/>
          </p:nvSpPr>
          <p:spPr>
            <a:xfrm>
              <a:off x="5707775" y="1834700"/>
              <a:ext cx="5425" cy="11200"/>
            </a:xfrm>
            <a:custGeom>
              <a:rect b="b" l="l" r="r" t="t"/>
              <a:pathLst>
                <a:path extrusionOk="0" h="448" w="217">
                  <a:moveTo>
                    <a:pt x="164" y="0"/>
                  </a:moveTo>
                  <a:cubicBezTo>
                    <a:pt x="154" y="0"/>
                    <a:pt x="143" y="5"/>
                    <a:pt x="133" y="15"/>
                  </a:cubicBezTo>
                  <a:cubicBezTo>
                    <a:pt x="92" y="56"/>
                    <a:pt x="75" y="131"/>
                    <a:pt x="59" y="189"/>
                  </a:cubicBezTo>
                  <a:cubicBezTo>
                    <a:pt x="42" y="255"/>
                    <a:pt x="26" y="313"/>
                    <a:pt x="9" y="371"/>
                  </a:cubicBezTo>
                  <a:cubicBezTo>
                    <a:pt x="1" y="404"/>
                    <a:pt x="17" y="437"/>
                    <a:pt x="50" y="446"/>
                  </a:cubicBezTo>
                  <a:cubicBezTo>
                    <a:pt x="56" y="447"/>
                    <a:pt x="62" y="448"/>
                    <a:pt x="67" y="448"/>
                  </a:cubicBezTo>
                  <a:cubicBezTo>
                    <a:pt x="94" y="448"/>
                    <a:pt x="118" y="432"/>
                    <a:pt x="125" y="404"/>
                  </a:cubicBezTo>
                  <a:cubicBezTo>
                    <a:pt x="142" y="346"/>
                    <a:pt x="158" y="280"/>
                    <a:pt x="175" y="222"/>
                  </a:cubicBezTo>
                  <a:cubicBezTo>
                    <a:pt x="191" y="164"/>
                    <a:pt x="216" y="98"/>
                    <a:pt x="200" y="31"/>
                  </a:cubicBezTo>
                  <a:cubicBezTo>
                    <a:pt x="195" y="11"/>
                    <a:pt x="180" y="0"/>
                    <a:pt x="1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29"/>
            <p:cNvSpPr/>
            <p:nvPr/>
          </p:nvSpPr>
          <p:spPr>
            <a:xfrm>
              <a:off x="5718975" y="1827925"/>
              <a:ext cx="4150" cy="11300"/>
            </a:xfrm>
            <a:custGeom>
              <a:rect b="b" l="l" r="r" t="t"/>
              <a:pathLst>
                <a:path extrusionOk="0" h="452" w="166">
                  <a:moveTo>
                    <a:pt x="109" y="1"/>
                  </a:moveTo>
                  <a:cubicBezTo>
                    <a:pt x="105" y="1"/>
                    <a:pt x="102" y="2"/>
                    <a:pt x="100" y="4"/>
                  </a:cubicBezTo>
                  <a:cubicBezTo>
                    <a:pt x="66" y="21"/>
                    <a:pt x="58" y="62"/>
                    <a:pt x="50" y="95"/>
                  </a:cubicBezTo>
                  <a:cubicBezTo>
                    <a:pt x="33" y="128"/>
                    <a:pt x="33" y="162"/>
                    <a:pt x="25" y="195"/>
                  </a:cubicBezTo>
                  <a:cubicBezTo>
                    <a:pt x="17" y="261"/>
                    <a:pt x="17" y="319"/>
                    <a:pt x="8" y="385"/>
                  </a:cubicBezTo>
                  <a:cubicBezTo>
                    <a:pt x="0" y="418"/>
                    <a:pt x="42" y="452"/>
                    <a:pt x="75" y="452"/>
                  </a:cubicBezTo>
                  <a:cubicBezTo>
                    <a:pt x="116" y="452"/>
                    <a:pt x="141" y="418"/>
                    <a:pt x="149" y="385"/>
                  </a:cubicBezTo>
                  <a:cubicBezTo>
                    <a:pt x="149" y="319"/>
                    <a:pt x="158" y="261"/>
                    <a:pt x="166" y="195"/>
                  </a:cubicBezTo>
                  <a:cubicBezTo>
                    <a:pt x="166" y="170"/>
                    <a:pt x="166" y="137"/>
                    <a:pt x="166" y="112"/>
                  </a:cubicBezTo>
                  <a:cubicBezTo>
                    <a:pt x="158" y="79"/>
                    <a:pt x="158" y="29"/>
                    <a:pt x="133" y="12"/>
                  </a:cubicBezTo>
                  <a:cubicBezTo>
                    <a:pt x="127" y="7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29"/>
            <p:cNvSpPr/>
            <p:nvPr/>
          </p:nvSpPr>
          <p:spPr>
            <a:xfrm>
              <a:off x="5554900" y="1792875"/>
              <a:ext cx="9975" cy="14350"/>
            </a:xfrm>
            <a:custGeom>
              <a:rect b="b" l="l" r="r" t="t"/>
              <a:pathLst>
                <a:path extrusionOk="0" h="574" w="399">
                  <a:moveTo>
                    <a:pt x="293" y="0"/>
                  </a:moveTo>
                  <a:cubicBezTo>
                    <a:pt x="279" y="0"/>
                    <a:pt x="264" y="5"/>
                    <a:pt x="250" y="14"/>
                  </a:cubicBezTo>
                  <a:cubicBezTo>
                    <a:pt x="216" y="31"/>
                    <a:pt x="200" y="56"/>
                    <a:pt x="192" y="97"/>
                  </a:cubicBezTo>
                  <a:cubicBezTo>
                    <a:pt x="183" y="114"/>
                    <a:pt x="175" y="130"/>
                    <a:pt x="167" y="155"/>
                  </a:cubicBezTo>
                  <a:cubicBezTo>
                    <a:pt x="158" y="188"/>
                    <a:pt x="142" y="221"/>
                    <a:pt x="125" y="263"/>
                  </a:cubicBezTo>
                  <a:cubicBezTo>
                    <a:pt x="125" y="263"/>
                    <a:pt x="125" y="263"/>
                    <a:pt x="125" y="271"/>
                  </a:cubicBezTo>
                  <a:lnTo>
                    <a:pt x="109" y="296"/>
                  </a:lnTo>
                  <a:cubicBezTo>
                    <a:pt x="100" y="321"/>
                    <a:pt x="92" y="337"/>
                    <a:pt x="84" y="354"/>
                  </a:cubicBezTo>
                  <a:cubicBezTo>
                    <a:pt x="67" y="387"/>
                    <a:pt x="42" y="420"/>
                    <a:pt x="26" y="453"/>
                  </a:cubicBezTo>
                  <a:cubicBezTo>
                    <a:pt x="1" y="495"/>
                    <a:pt x="18" y="544"/>
                    <a:pt x="51" y="561"/>
                  </a:cubicBezTo>
                  <a:cubicBezTo>
                    <a:pt x="65" y="569"/>
                    <a:pt x="78" y="573"/>
                    <a:pt x="92" y="573"/>
                  </a:cubicBezTo>
                  <a:cubicBezTo>
                    <a:pt x="118" y="573"/>
                    <a:pt x="142" y="558"/>
                    <a:pt x="158" y="536"/>
                  </a:cubicBezTo>
                  <a:cubicBezTo>
                    <a:pt x="208" y="470"/>
                    <a:pt x="250" y="404"/>
                    <a:pt x="291" y="329"/>
                  </a:cubicBezTo>
                  <a:cubicBezTo>
                    <a:pt x="308" y="296"/>
                    <a:pt x="324" y="263"/>
                    <a:pt x="341" y="221"/>
                  </a:cubicBezTo>
                  <a:cubicBezTo>
                    <a:pt x="366" y="172"/>
                    <a:pt x="399" y="122"/>
                    <a:pt x="374" y="64"/>
                  </a:cubicBezTo>
                  <a:cubicBezTo>
                    <a:pt x="366" y="39"/>
                    <a:pt x="349" y="23"/>
                    <a:pt x="324" y="6"/>
                  </a:cubicBezTo>
                  <a:cubicBezTo>
                    <a:pt x="314" y="3"/>
                    <a:pt x="304" y="0"/>
                    <a:pt x="2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9"/>
            <p:cNvSpPr/>
            <p:nvPr/>
          </p:nvSpPr>
          <p:spPr>
            <a:xfrm>
              <a:off x="5572525" y="1786750"/>
              <a:ext cx="5825" cy="9125"/>
            </a:xfrm>
            <a:custGeom>
              <a:rect b="b" l="l" r="r" t="t"/>
              <a:pathLst>
                <a:path extrusionOk="0" h="365" w="233">
                  <a:moveTo>
                    <a:pt x="183" y="1"/>
                  </a:moveTo>
                  <a:cubicBezTo>
                    <a:pt x="174" y="1"/>
                    <a:pt x="165" y="4"/>
                    <a:pt x="158" y="11"/>
                  </a:cubicBezTo>
                  <a:cubicBezTo>
                    <a:pt x="125" y="44"/>
                    <a:pt x="100" y="94"/>
                    <a:pt x="75" y="135"/>
                  </a:cubicBezTo>
                  <a:cubicBezTo>
                    <a:pt x="67" y="152"/>
                    <a:pt x="50" y="168"/>
                    <a:pt x="42" y="193"/>
                  </a:cubicBezTo>
                  <a:cubicBezTo>
                    <a:pt x="33" y="210"/>
                    <a:pt x="25" y="234"/>
                    <a:pt x="17" y="251"/>
                  </a:cubicBezTo>
                  <a:cubicBezTo>
                    <a:pt x="9" y="268"/>
                    <a:pt x="0" y="292"/>
                    <a:pt x="9" y="309"/>
                  </a:cubicBezTo>
                  <a:cubicBezTo>
                    <a:pt x="17" y="334"/>
                    <a:pt x="33" y="350"/>
                    <a:pt x="50" y="359"/>
                  </a:cubicBezTo>
                  <a:cubicBezTo>
                    <a:pt x="62" y="363"/>
                    <a:pt x="73" y="365"/>
                    <a:pt x="83" y="365"/>
                  </a:cubicBezTo>
                  <a:cubicBezTo>
                    <a:pt x="93" y="365"/>
                    <a:pt x="104" y="363"/>
                    <a:pt x="116" y="359"/>
                  </a:cubicBezTo>
                  <a:cubicBezTo>
                    <a:pt x="133" y="350"/>
                    <a:pt x="149" y="334"/>
                    <a:pt x="158" y="309"/>
                  </a:cubicBezTo>
                  <a:lnTo>
                    <a:pt x="183" y="251"/>
                  </a:lnTo>
                  <a:cubicBezTo>
                    <a:pt x="191" y="226"/>
                    <a:pt x="199" y="201"/>
                    <a:pt x="199" y="185"/>
                  </a:cubicBezTo>
                  <a:cubicBezTo>
                    <a:pt x="216" y="135"/>
                    <a:pt x="232" y="94"/>
                    <a:pt x="232" y="44"/>
                  </a:cubicBezTo>
                  <a:cubicBezTo>
                    <a:pt x="232" y="20"/>
                    <a:pt x="207" y="1"/>
                    <a:pt x="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29"/>
            <p:cNvSpPr/>
            <p:nvPr/>
          </p:nvSpPr>
          <p:spPr>
            <a:xfrm>
              <a:off x="5587500" y="1768300"/>
              <a:ext cx="4725" cy="14500"/>
            </a:xfrm>
            <a:custGeom>
              <a:rect b="b" l="l" r="r" t="t"/>
              <a:pathLst>
                <a:path extrusionOk="0" h="580" w="189">
                  <a:moveTo>
                    <a:pt x="110" y="0"/>
                  </a:moveTo>
                  <a:cubicBezTo>
                    <a:pt x="81" y="0"/>
                    <a:pt x="51" y="20"/>
                    <a:pt x="56" y="53"/>
                  </a:cubicBezTo>
                  <a:cubicBezTo>
                    <a:pt x="81" y="218"/>
                    <a:pt x="48" y="376"/>
                    <a:pt x="6" y="533"/>
                  </a:cubicBezTo>
                  <a:cubicBezTo>
                    <a:pt x="1" y="560"/>
                    <a:pt x="23" y="579"/>
                    <a:pt x="45" y="579"/>
                  </a:cubicBezTo>
                  <a:cubicBezTo>
                    <a:pt x="58" y="579"/>
                    <a:pt x="72" y="573"/>
                    <a:pt x="81" y="558"/>
                  </a:cubicBezTo>
                  <a:cubicBezTo>
                    <a:pt x="172" y="409"/>
                    <a:pt x="188" y="218"/>
                    <a:pt x="155" y="36"/>
                  </a:cubicBezTo>
                  <a:cubicBezTo>
                    <a:pt x="152" y="11"/>
                    <a:pt x="131" y="0"/>
                    <a:pt x="1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29"/>
            <p:cNvSpPr/>
            <p:nvPr/>
          </p:nvSpPr>
          <p:spPr>
            <a:xfrm>
              <a:off x="5652125" y="1428800"/>
              <a:ext cx="55875" cy="95800"/>
            </a:xfrm>
            <a:custGeom>
              <a:rect b="b" l="l" r="r" t="t"/>
              <a:pathLst>
                <a:path extrusionOk="0" h="3832" w="2235">
                  <a:moveTo>
                    <a:pt x="1939" y="0"/>
                  </a:moveTo>
                  <a:cubicBezTo>
                    <a:pt x="1780" y="0"/>
                    <a:pt x="1627" y="77"/>
                    <a:pt x="1522" y="210"/>
                  </a:cubicBezTo>
                  <a:cubicBezTo>
                    <a:pt x="1340" y="426"/>
                    <a:pt x="1307" y="740"/>
                    <a:pt x="1257" y="1014"/>
                  </a:cubicBezTo>
                  <a:cubicBezTo>
                    <a:pt x="1191" y="1329"/>
                    <a:pt x="1125" y="1635"/>
                    <a:pt x="1067" y="1950"/>
                  </a:cubicBezTo>
                  <a:cubicBezTo>
                    <a:pt x="1017" y="2190"/>
                    <a:pt x="976" y="2439"/>
                    <a:pt x="851" y="2654"/>
                  </a:cubicBezTo>
                  <a:cubicBezTo>
                    <a:pt x="802" y="2754"/>
                    <a:pt x="727" y="2837"/>
                    <a:pt x="636" y="2895"/>
                  </a:cubicBezTo>
                  <a:cubicBezTo>
                    <a:pt x="619" y="2895"/>
                    <a:pt x="603" y="2891"/>
                    <a:pt x="586" y="2891"/>
                  </a:cubicBezTo>
                  <a:cubicBezTo>
                    <a:pt x="578" y="2891"/>
                    <a:pt x="570" y="2892"/>
                    <a:pt x="561" y="2895"/>
                  </a:cubicBezTo>
                  <a:cubicBezTo>
                    <a:pt x="412" y="2944"/>
                    <a:pt x="271" y="3036"/>
                    <a:pt x="172" y="3168"/>
                  </a:cubicBezTo>
                  <a:cubicBezTo>
                    <a:pt x="147" y="3201"/>
                    <a:pt x="139" y="3243"/>
                    <a:pt x="139" y="3276"/>
                  </a:cubicBezTo>
                  <a:cubicBezTo>
                    <a:pt x="122" y="3292"/>
                    <a:pt x="97" y="3317"/>
                    <a:pt x="81" y="3334"/>
                  </a:cubicBezTo>
                  <a:cubicBezTo>
                    <a:pt x="1" y="3434"/>
                    <a:pt x="82" y="3556"/>
                    <a:pt x="182" y="3556"/>
                  </a:cubicBezTo>
                  <a:cubicBezTo>
                    <a:pt x="206" y="3556"/>
                    <a:pt x="231" y="3549"/>
                    <a:pt x="255" y="3533"/>
                  </a:cubicBezTo>
                  <a:cubicBezTo>
                    <a:pt x="271" y="3607"/>
                    <a:pt x="304" y="3682"/>
                    <a:pt x="354" y="3740"/>
                  </a:cubicBezTo>
                  <a:cubicBezTo>
                    <a:pt x="380" y="3772"/>
                    <a:pt x="415" y="3784"/>
                    <a:pt x="450" y="3784"/>
                  </a:cubicBezTo>
                  <a:cubicBezTo>
                    <a:pt x="459" y="3784"/>
                    <a:pt x="469" y="3783"/>
                    <a:pt x="478" y="3781"/>
                  </a:cubicBezTo>
                  <a:cubicBezTo>
                    <a:pt x="505" y="3814"/>
                    <a:pt x="549" y="3831"/>
                    <a:pt x="593" y="3831"/>
                  </a:cubicBezTo>
                  <a:cubicBezTo>
                    <a:pt x="658" y="3831"/>
                    <a:pt x="720" y="3792"/>
                    <a:pt x="710" y="3707"/>
                  </a:cubicBezTo>
                  <a:cubicBezTo>
                    <a:pt x="710" y="3674"/>
                    <a:pt x="702" y="3640"/>
                    <a:pt x="702" y="3607"/>
                  </a:cubicBezTo>
                  <a:cubicBezTo>
                    <a:pt x="752" y="3599"/>
                    <a:pt x="793" y="3574"/>
                    <a:pt x="810" y="3524"/>
                  </a:cubicBezTo>
                  <a:cubicBezTo>
                    <a:pt x="851" y="3417"/>
                    <a:pt x="884" y="3226"/>
                    <a:pt x="835" y="3094"/>
                  </a:cubicBezTo>
                  <a:lnTo>
                    <a:pt x="876" y="3060"/>
                  </a:lnTo>
                  <a:cubicBezTo>
                    <a:pt x="884" y="3052"/>
                    <a:pt x="884" y="3044"/>
                    <a:pt x="893" y="3036"/>
                  </a:cubicBezTo>
                  <a:cubicBezTo>
                    <a:pt x="918" y="3011"/>
                    <a:pt x="934" y="2994"/>
                    <a:pt x="959" y="2969"/>
                  </a:cubicBezTo>
                  <a:cubicBezTo>
                    <a:pt x="1017" y="2903"/>
                    <a:pt x="1058" y="2828"/>
                    <a:pt x="1100" y="2754"/>
                  </a:cubicBezTo>
                  <a:cubicBezTo>
                    <a:pt x="1166" y="2646"/>
                    <a:pt x="1216" y="2530"/>
                    <a:pt x="1257" y="2406"/>
                  </a:cubicBezTo>
                  <a:cubicBezTo>
                    <a:pt x="1431" y="1884"/>
                    <a:pt x="1373" y="1304"/>
                    <a:pt x="1605" y="807"/>
                  </a:cubicBezTo>
                  <a:cubicBezTo>
                    <a:pt x="1705" y="575"/>
                    <a:pt x="1870" y="359"/>
                    <a:pt x="2111" y="260"/>
                  </a:cubicBezTo>
                  <a:cubicBezTo>
                    <a:pt x="2194" y="227"/>
                    <a:pt x="2235" y="94"/>
                    <a:pt x="2144" y="53"/>
                  </a:cubicBezTo>
                  <a:lnTo>
                    <a:pt x="2144" y="44"/>
                  </a:lnTo>
                  <a:cubicBezTo>
                    <a:pt x="2077" y="15"/>
                    <a:pt x="2007" y="0"/>
                    <a:pt x="1939" y="0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29"/>
            <p:cNvSpPr/>
            <p:nvPr/>
          </p:nvSpPr>
          <p:spPr>
            <a:xfrm>
              <a:off x="5575200" y="1610925"/>
              <a:ext cx="8125" cy="12550"/>
            </a:xfrm>
            <a:custGeom>
              <a:rect b="b" l="l" r="r" t="t"/>
              <a:pathLst>
                <a:path extrusionOk="0" h="502" w="325">
                  <a:moveTo>
                    <a:pt x="241" y="1"/>
                  </a:moveTo>
                  <a:cubicBezTo>
                    <a:pt x="216" y="1"/>
                    <a:pt x="192" y="1"/>
                    <a:pt x="167" y="18"/>
                  </a:cubicBezTo>
                  <a:cubicBezTo>
                    <a:pt x="142" y="26"/>
                    <a:pt x="134" y="51"/>
                    <a:pt x="125" y="76"/>
                  </a:cubicBezTo>
                  <a:cubicBezTo>
                    <a:pt x="100" y="125"/>
                    <a:pt x="76" y="183"/>
                    <a:pt x="59" y="241"/>
                  </a:cubicBezTo>
                  <a:cubicBezTo>
                    <a:pt x="42" y="299"/>
                    <a:pt x="26" y="357"/>
                    <a:pt x="9" y="415"/>
                  </a:cubicBezTo>
                  <a:cubicBezTo>
                    <a:pt x="1" y="448"/>
                    <a:pt x="18" y="482"/>
                    <a:pt x="51" y="498"/>
                  </a:cubicBezTo>
                  <a:cubicBezTo>
                    <a:pt x="58" y="500"/>
                    <a:pt x="67" y="501"/>
                    <a:pt x="75" y="501"/>
                  </a:cubicBezTo>
                  <a:cubicBezTo>
                    <a:pt x="102" y="501"/>
                    <a:pt x="129" y="490"/>
                    <a:pt x="142" y="465"/>
                  </a:cubicBezTo>
                  <a:cubicBezTo>
                    <a:pt x="167" y="415"/>
                    <a:pt x="200" y="357"/>
                    <a:pt x="225" y="308"/>
                  </a:cubicBezTo>
                  <a:cubicBezTo>
                    <a:pt x="258" y="250"/>
                    <a:pt x="283" y="183"/>
                    <a:pt x="308" y="125"/>
                  </a:cubicBezTo>
                  <a:cubicBezTo>
                    <a:pt x="324" y="100"/>
                    <a:pt x="316" y="67"/>
                    <a:pt x="299" y="51"/>
                  </a:cubicBezTo>
                  <a:cubicBezTo>
                    <a:pt x="291" y="26"/>
                    <a:pt x="266" y="9"/>
                    <a:pt x="2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29"/>
            <p:cNvSpPr/>
            <p:nvPr/>
          </p:nvSpPr>
          <p:spPr>
            <a:xfrm>
              <a:off x="5583700" y="1609550"/>
              <a:ext cx="3750" cy="7050"/>
            </a:xfrm>
            <a:custGeom>
              <a:rect b="b" l="l" r="r" t="t"/>
              <a:pathLst>
                <a:path extrusionOk="0" h="282" w="150">
                  <a:moveTo>
                    <a:pt x="113" y="0"/>
                  </a:moveTo>
                  <a:cubicBezTo>
                    <a:pt x="106" y="0"/>
                    <a:pt x="100" y="2"/>
                    <a:pt x="92" y="6"/>
                  </a:cubicBezTo>
                  <a:cubicBezTo>
                    <a:pt x="92" y="15"/>
                    <a:pt x="84" y="23"/>
                    <a:pt x="75" y="31"/>
                  </a:cubicBezTo>
                  <a:cubicBezTo>
                    <a:pt x="67" y="31"/>
                    <a:pt x="59" y="48"/>
                    <a:pt x="59" y="56"/>
                  </a:cubicBezTo>
                  <a:lnTo>
                    <a:pt x="50" y="56"/>
                  </a:lnTo>
                  <a:cubicBezTo>
                    <a:pt x="50" y="56"/>
                    <a:pt x="42" y="64"/>
                    <a:pt x="42" y="73"/>
                  </a:cubicBezTo>
                  <a:cubicBezTo>
                    <a:pt x="34" y="81"/>
                    <a:pt x="34" y="97"/>
                    <a:pt x="26" y="106"/>
                  </a:cubicBezTo>
                  <a:cubicBezTo>
                    <a:pt x="17" y="139"/>
                    <a:pt x="9" y="180"/>
                    <a:pt x="1" y="213"/>
                  </a:cubicBezTo>
                  <a:cubicBezTo>
                    <a:pt x="1" y="230"/>
                    <a:pt x="1" y="238"/>
                    <a:pt x="9" y="255"/>
                  </a:cubicBezTo>
                  <a:cubicBezTo>
                    <a:pt x="17" y="263"/>
                    <a:pt x="26" y="280"/>
                    <a:pt x="42" y="280"/>
                  </a:cubicBezTo>
                  <a:cubicBezTo>
                    <a:pt x="46" y="281"/>
                    <a:pt x="51" y="282"/>
                    <a:pt x="55" y="282"/>
                  </a:cubicBezTo>
                  <a:cubicBezTo>
                    <a:pt x="78" y="282"/>
                    <a:pt x="102" y="266"/>
                    <a:pt x="108" y="238"/>
                  </a:cubicBezTo>
                  <a:cubicBezTo>
                    <a:pt x="117" y="205"/>
                    <a:pt x="125" y="172"/>
                    <a:pt x="133" y="139"/>
                  </a:cubicBezTo>
                  <a:cubicBezTo>
                    <a:pt x="133" y="131"/>
                    <a:pt x="142" y="122"/>
                    <a:pt x="142" y="114"/>
                  </a:cubicBezTo>
                  <a:cubicBezTo>
                    <a:pt x="142" y="106"/>
                    <a:pt x="142" y="97"/>
                    <a:pt x="142" y="89"/>
                  </a:cubicBezTo>
                  <a:cubicBezTo>
                    <a:pt x="142" y="81"/>
                    <a:pt x="150" y="64"/>
                    <a:pt x="150" y="56"/>
                  </a:cubicBezTo>
                  <a:lnTo>
                    <a:pt x="150" y="31"/>
                  </a:lnTo>
                  <a:cubicBezTo>
                    <a:pt x="150" y="23"/>
                    <a:pt x="142" y="6"/>
                    <a:pt x="133" y="6"/>
                  </a:cubicBezTo>
                  <a:cubicBezTo>
                    <a:pt x="125" y="2"/>
                    <a:pt x="119" y="0"/>
                    <a:pt x="1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29"/>
            <p:cNvSpPr/>
            <p:nvPr/>
          </p:nvSpPr>
          <p:spPr>
            <a:xfrm>
              <a:off x="5588050" y="1608700"/>
              <a:ext cx="2525" cy="2975"/>
            </a:xfrm>
            <a:custGeom>
              <a:rect b="b" l="l" r="r" t="t"/>
              <a:pathLst>
                <a:path extrusionOk="0" h="119" w="101">
                  <a:moveTo>
                    <a:pt x="71" y="1"/>
                  </a:moveTo>
                  <a:cubicBezTo>
                    <a:pt x="67" y="1"/>
                    <a:pt x="63" y="3"/>
                    <a:pt x="59" y="7"/>
                  </a:cubicBezTo>
                  <a:lnTo>
                    <a:pt x="26" y="24"/>
                  </a:lnTo>
                  <a:cubicBezTo>
                    <a:pt x="17" y="32"/>
                    <a:pt x="17" y="32"/>
                    <a:pt x="9" y="40"/>
                  </a:cubicBezTo>
                  <a:cubicBezTo>
                    <a:pt x="9" y="49"/>
                    <a:pt x="1" y="57"/>
                    <a:pt x="1" y="65"/>
                  </a:cubicBezTo>
                  <a:cubicBezTo>
                    <a:pt x="1" y="82"/>
                    <a:pt x="9" y="98"/>
                    <a:pt x="26" y="107"/>
                  </a:cubicBezTo>
                  <a:cubicBezTo>
                    <a:pt x="34" y="115"/>
                    <a:pt x="42" y="119"/>
                    <a:pt x="50" y="119"/>
                  </a:cubicBezTo>
                  <a:cubicBezTo>
                    <a:pt x="59" y="119"/>
                    <a:pt x="67" y="115"/>
                    <a:pt x="75" y="107"/>
                  </a:cubicBezTo>
                  <a:cubicBezTo>
                    <a:pt x="84" y="107"/>
                    <a:pt x="92" y="98"/>
                    <a:pt x="92" y="90"/>
                  </a:cubicBezTo>
                  <a:cubicBezTo>
                    <a:pt x="100" y="82"/>
                    <a:pt x="100" y="73"/>
                    <a:pt x="100" y="65"/>
                  </a:cubicBezTo>
                  <a:cubicBezTo>
                    <a:pt x="100" y="57"/>
                    <a:pt x="100" y="49"/>
                    <a:pt x="100" y="32"/>
                  </a:cubicBezTo>
                  <a:cubicBezTo>
                    <a:pt x="100" y="24"/>
                    <a:pt x="100" y="24"/>
                    <a:pt x="100" y="15"/>
                  </a:cubicBezTo>
                  <a:cubicBezTo>
                    <a:pt x="92" y="15"/>
                    <a:pt x="92" y="7"/>
                    <a:pt x="84" y="7"/>
                  </a:cubicBezTo>
                  <a:cubicBezTo>
                    <a:pt x="79" y="3"/>
                    <a:pt x="75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29"/>
            <p:cNvSpPr/>
            <p:nvPr/>
          </p:nvSpPr>
          <p:spPr>
            <a:xfrm>
              <a:off x="5565900" y="1620525"/>
              <a:ext cx="3750" cy="5150"/>
            </a:xfrm>
            <a:custGeom>
              <a:rect b="b" l="l" r="r" t="t"/>
              <a:pathLst>
                <a:path extrusionOk="0" h="206" w="150">
                  <a:moveTo>
                    <a:pt x="105" y="0"/>
                  </a:moveTo>
                  <a:cubicBezTo>
                    <a:pt x="100" y="0"/>
                    <a:pt x="95" y="2"/>
                    <a:pt x="91" y="6"/>
                  </a:cubicBezTo>
                  <a:lnTo>
                    <a:pt x="83" y="6"/>
                  </a:lnTo>
                  <a:cubicBezTo>
                    <a:pt x="75" y="15"/>
                    <a:pt x="66" y="15"/>
                    <a:pt x="66" y="23"/>
                  </a:cubicBezTo>
                  <a:cubicBezTo>
                    <a:pt x="42" y="48"/>
                    <a:pt x="25" y="73"/>
                    <a:pt x="8" y="98"/>
                  </a:cubicBezTo>
                  <a:cubicBezTo>
                    <a:pt x="0" y="114"/>
                    <a:pt x="0" y="122"/>
                    <a:pt x="0" y="139"/>
                  </a:cubicBezTo>
                  <a:cubicBezTo>
                    <a:pt x="0" y="147"/>
                    <a:pt x="0" y="156"/>
                    <a:pt x="8" y="172"/>
                  </a:cubicBezTo>
                  <a:cubicBezTo>
                    <a:pt x="17" y="189"/>
                    <a:pt x="33" y="197"/>
                    <a:pt x="50" y="205"/>
                  </a:cubicBezTo>
                  <a:lnTo>
                    <a:pt x="75" y="205"/>
                  </a:lnTo>
                  <a:cubicBezTo>
                    <a:pt x="91" y="205"/>
                    <a:pt x="100" y="197"/>
                    <a:pt x="100" y="197"/>
                  </a:cubicBezTo>
                  <a:cubicBezTo>
                    <a:pt x="116" y="189"/>
                    <a:pt x="124" y="180"/>
                    <a:pt x="124" y="172"/>
                  </a:cubicBezTo>
                  <a:cubicBezTo>
                    <a:pt x="133" y="156"/>
                    <a:pt x="141" y="147"/>
                    <a:pt x="141" y="139"/>
                  </a:cubicBezTo>
                  <a:lnTo>
                    <a:pt x="141" y="81"/>
                  </a:lnTo>
                  <a:cubicBezTo>
                    <a:pt x="141" y="73"/>
                    <a:pt x="149" y="64"/>
                    <a:pt x="149" y="56"/>
                  </a:cubicBezTo>
                  <a:cubicBezTo>
                    <a:pt x="149" y="56"/>
                    <a:pt x="149" y="48"/>
                    <a:pt x="149" y="40"/>
                  </a:cubicBezTo>
                  <a:cubicBezTo>
                    <a:pt x="149" y="31"/>
                    <a:pt x="149" y="31"/>
                    <a:pt x="141" y="23"/>
                  </a:cubicBezTo>
                  <a:cubicBezTo>
                    <a:pt x="141" y="15"/>
                    <a:pt x="133" y="6"/>
                    <a:pt x="124" y="6"/>
                  </a:cubicBezTo>
                  <a:cubicBezTo>
                    <a:pt x="116" y="2"/>
                    <a:pt x="110" y="0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29"/>
            <p:cNvSpPr/>
            <p:nvPr/>
          </p:nvSpPr>
          <p:spPr>
            <a:xfrm>
              <a:off x="5545375" y="1621925"/>
              <a:ext cx="3150" cy="2500"/>
            </a:xfrm>
            <a:custGeom>
              <a:rect b="b" l="l" r="r" t="t"/>
              <a:pathLst>
                <a:path extrusionOk="0" h="100" w="126">
                  <a:moveTo>
                    <a:pt x="75" y="0"/>
                  </a:moveTo>
                  <a:cubicBezTo>
                    <a:pt x="75" y="0"/>
                    <a:pt x="67" y="8"/>
                    <a:pt x="67" y="8"/>
                  </a:cubicBezTo>
                  <a:cubicBezTo>
                    <a:pt x="59" y="8"/>
                    <a:pt x="59" y="8"/>
                    <a:pt x="51" y="17"/>
                  </a:cubicBezTo>
                  <a:cubicBezTo>
                    <a:pt x="42" y="17"/>
                    <a:pt x="34" y="25"/>
                    <a:pt x="17" y="25"/>
                  </a:cubicBezTo>
                  <a:cubicBezTo>
                    <a:pt x="17" y="33"/>
                    <a:pt x="9" y="33"/>
                    <a:pt x="9" y="42"/>
                  </a:cubicBezTo>
                  <a:cubicBezTo>
                    <a:pt x="1" y="42"/>
                    <a:pt x="1" y="50"/>
                    <a:pt x="1" y="50"/>
                  </a:cubicBezTo>
                  <a:cubicBezTo>
                    <a:pt x="1" y="58"/>
                    <a:pt x="1" y="66"/>
                    <a:pt x="1" y="66"/>
                  </a:cubicBezTo>
                  <a:cubicBezTo>
                    <a:pt x="1" y="75"/>
                    <a:pt x="1" y="75"/>
                    <a:pt x="9" y="83"/>
                  </a:cubicBezTo>
                  <a:cubicBezTo>
                    <a:pt x="9" y="91"/>
                    <a:pt x="17" y="100"/>
                    <a:pt x="26" y="100"/>
                  </a:cubicBezTo>
                  <a:lnTo>
                    <a:pt x="59" y="100"/>
                  </a:lnTo>
                  <a:cubicBezTo>
                    <a:pt x="67" y="91"/>
                    <a:pt x="75" y="83"/>
                    <a:pt x="84" y="75"/>
                  </a:cubicBezTo>
                  <a:cubicBezTo>
                    <a:pt x="92" y="75"/>
                    <a:pt x="100" y="66"/>
                    <a:pt x="100" y="66"/>
                  </a:cubicBezTo>
                  <a:cubicBezTo>
                    <a:pt x="100" y="66"/>
                    <a:pt x="109" y="58"/>
                    <a:pt x="109" y="58"/>
                  </a:cubicBezTo>
                  <a:cubicBezTo>
                    <a:pt x="117" y="58"/>
                    <a:pt x="117" y="50"/>
                    <a:pt x="117" y="50"/>
                  </a:cubicBezTo>
                  <a:cubicBezTo>
                    <a:pt x="117" y="50"/>
                    <a:pt x="125" y="50"/>
                    <a:pt x="125" y="42"/>
                  </a:cubicBezTo>
                  <a:cubicBezTo>
                    <a:pt x="125" y="33"/>
                    <a:pt x="125" y="25"/>
                    <a:pt x="125" y="17"/>
                  </a:cubicBezTo>
                  <a:cubicBezTo>
                    <a:pt x="117" y="8"/>
                    <a:pt x="109" y="0"/>
                    <a:pt x="1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29"/>
            <p:cNvSpPr/>
            <p:nvPr/>
          </p:nvSpPr>
          <p:spPr>
            <a:xfrm>
              <a:off x="5530275" y="1668100"/>
              <a:ext cx="3325" cy="7075"/>
            </a:xfrm>
            <a:custGeom>
              <a:rect b="b" l="l" r="r" t="t"/>
              <a:pathLst>
                <a:path extrusionOk="0" h="283" w="133">
                  <a:moveTo>
                    <a:pt x="66" y="1"/>
                  </a:moveTo>
                  <a:cubicBezTo>
                    <a:pt x="33" y="1"/>
                    <a:pt x="0" y="26"/>
                    <a:pt x="0" y="67"/>
                  </a:cubicBezTo>
                  <a:lnTo>
                    <a:pt x="0" y="133"/>
                  </a:lnTo>
                  <a:cubicBezTo>
                    <a:pt x="0" y="167"/>
                    <a:pt x="0" y="191"/>
                    <a:pt x="8" y="224"/>
                  </a:cubicBezTo>
                  <a:cubicBezTo>
                    <a:pt x="8" y="224"/>
                    <a:pt x="17" y="233"/>
                    <a:pt x="17" y="241"/>
                  </a:cubicBezTo>
                  <a:cubicBezTo>
                    <a:pt x="25" y="266"/>
                    <a:pt x="41" y="282"/>
                    <a:pt x="66" y="282"/>
                  </a:cubicBezTo>
                  <a:cubicBezTo>
                    <a:pt x="91" y="282"/>
                    <a:pt x="108" y="266"/>
                    <a:pt x="116" y="241"/>
                  </a:cubicBezTo>
                  <a:cubicBezTo>
                    <a:pt x="124" y="233"/>
                    <a:pt x="124" y="224"/>
                    <a:pt x="124" y="224"/>
                  </a:cubicBezTo>
                  <a:cubicBezTo>
                    <a:pt x="133" y="191"/>
                    <a:pt x="133" y="167"/>
                    <a:pt x="133" y="133"/>
                  </a:cubicBezTo>
                  <a:lnTo>
                    <a:pt x="133" y="67"/>
                  </a:lnTo>
                  <a:cubicBezTo>
                    <a:pt x="133" y="34"/>
                    <a:pt x="99" y="1"/>
                    <a:pt x="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29"/>
            <p:cNvSpPr/>
            <p:nvPr/>
          </p:nvSpPr>
          <p:spPr>
            <a:xfrm>
              <a:off x="5534400" y="1671225"/>
              <a:ext cx="2725" cy="2075"/>
            </a:xfrm>
            <a:custGeom>
              <a:rect b="b" l="l" r="r" t="t"/>
              <a:pathLst>
                <a:path extrusionOk="0" h="83" w="109">
                  <a:moveTo>
                    <a:pt x="50" y="0"/>
                  </a:moveTo>
                  <a:cubicBezTo>
                    <a:pt x="1" y="0"/>
                    <a:pt x="1" y="83"/>
                    <a:pt x="50" y="83"/>
                  </a:cubicBezTo>
                  <a:cubicBezTo>
                    <a:pt x="108" y="83"/>
                    <a:pt x="108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29"/>
            <p:cNvSpPr/>
            <p:nvPr/>
          </p:nvSpPr>
          <p:spPr>
            <a:xfrm>
              <a:off x="5538750" y="1669550"/>
              <a:ext cx="3550" cy="3750"/>
            </a:xfrm>
            <a:custGeom>
              <a:rect b="b" l="l" r="r" t="t"/>
              <a:pathLst>
                <a:path extrusionOk="0" h="150" w="142">
                  <a:moveTo>
                    <a:pt x="50" y="1"/>
                  </a:moveTo>
                  <a:cubicBezTo>
                    <a:pt x="42" y="9"/>
                    <a:pt x="34" y="9"/>
                    <a:pt x="26" y="17"/>
                  </a:cubicBezTo>
                  <a:cubicBezTo>
                    <a:pt x="17" y="17"/>
                    <a:pt x="17" y="26"/>
                    <a:pt x="9" y="34"/>
                  </a:cubicBezTo>
                  <a:cubicBezTo>
                    <a:pt x="9" y="42"/>
                    <a:pt x="1" y="51"/>
                    <a:pt x="1" y="59"/>
                  </a:cubicBezTo>
                  <a:cubicBezTo>
                    <a:pt x="1" y="75"/>
                    <a:pt x="9" y="84"/>
                    <a:pt x="9" y="92"/>
                  </a:cubicBezTo>
                  <a:cubicBezTo>
                    <a:pt x="17" y="100"/>
                    <a:pt x="26" y="109"/>
                    <a:pt x="34" y="117"/>
                  </a:cubicBezTo>
                  <a:cubicBezTo>
                    <a:pt x="42" y="117"/>
                    <a:pt x="50" y="125"/>
                    <a:pt x="59" y="133"/>
                  </a:cubicBezTo>
                  <a:lnTo>
                    <a:pt x="67" y="142"/>
                  </a:lnTo>
                  <a:lnTo>
                    <a:pt x="84" y="142"/>
                  </a:lnTo>
                  <a:cubicBezTo>
                    <a:pt x="84" y="150"/>
                    <a:pt x="92" y="150"/>
                    <a:pt x="92" y="150"/>
                  </a:cubicBezTo>
                  <a:lnTo>
                    <a:pt x="100" y="150"/>
                  </a:lnTo>
                  <a:cubicBezTo>
                    <a:pt x="108" y="150"/>
                    <a:pt x="108" y="150"/>
                    <a:pt x="117" y="142"/>
                  </a:cubicBezTo>
                  <a:cubicBezTo>
                    <a:pt x="125" y="142"/>
                    <a:pt x="125" y="142"/>
                    <a:pt x="125" y="133"/>
                  </a:cubicBezTo>
                  <a:cubicBezTo>
                    <a:pt x="133" y="133"/>
                    <a:pt x="133" y="133"/>
                    <a:pt x="133" y="125"/>
                  </a:cubicBezTo>
                  <a:cubicBezTo>
                    <a:pt x="142" y="125"/>
                    <a:pt x="142" y="117"/>
                    <a:pt x="142" y="109"/>
                  </a:cubicBezTo>
                  <a:lnTo>
                    <a:pt x="142" y="100"/>
                  </a:lnTo>
                  <a:lnTo>
                    <a:pt x="142" y="84"/>
                  </a:lnTo>
                  <a:cubicBezTo>
                    <a:pt x="133" y="84"/>
                    <a:pt x="133" y="75"/>
                    <a:pt x="133" y="75"/>
                  </a:cubicBezTo>
                  <a:cubicBezTo>
                    <a:pt x="125" y="67"/>
                    <a:pt x="125" y="59"/>
                    <a:pt x="125" y="42"/>
                  </a:cubicBezTo>
                  <a:cubicBezTo>
                    <a:pt x="117" y="34"/>
                    <a:pt x="117" y="26"/>
                    <a:pt x="108" y="17"/>
                  </a:cubicBezTo>
                  <a:cubicBezTo>
                    <a:pt x="100" y="9"/>
                    <a:pt x="92" y="9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29"/>
            <p:cNvSpPr/>
            <p:nvPr/>
          </p:nvSpPr>
          <p:spPr>
            <a:xfrm>
              <a:off x="5537925" y="1675150"/>
              <a:ext cx="5200" cy="4125"/>
            </a:xfrm>
            <a:custGeom>
              <a:rect b="b" l="l" r="r" t="t"/>
              <a:pathLst>
                <a:path extrusionOk="0" h="165" w="208">
                  <a:moveTo>
                    <a:pt x="94" y="142"/>
                  </a:moveTo>
                  <a:cubicBezTo>
                    <a:pt x="96" y="143"/>
                    <a:pt x="97" y="144"/>
                    <a:pt x="99" y="145"/>
                  </a:cubicBezTo>
                  <a:lnTo>
                    <a:pt x="99" y="145"/>
                  </a:lnTo>
                  <a:cubicBezTo>
                    <a:pt x="98" y="143"/>
                    <a:pt x="96" y="142"/>
                    <a:pt x="94" y="142"/>
                  </a:cubicBezTo>
                  <a:close/>
                  <a:moveTo>
                    <a:pt x="99" y="145"/>
                  </a:moveTo>
                  <a:cubicBezTo>
                    <a:pt x="102" y="147"/>
                    <a:pt x="104" y="150"/>
                    <a:pt x="108" y="150"/>
                  </a:cubicBezTo>
                  <a:cubicBezTo>
                    <a:pt x="105" y="148"/>
                    <a:pt x="102" y="146"/>
                    <a:pt x="99" y="145"/>
                  </a:cubicBezTo>
                  <a:close/>
                  <a:moveTo>
                    <a:pt x="50" y="0"/>
                  </a:moveTo>
                  <a:cubicBezTo>
                    <a:pt x="42" y="0"/>
                    <a:pt x="34" y="0"/>
                    <a:pt x="34" y="9"/>
                  </a:cubicBezTo>
                  <a:cubicBezTo>
                    <a:pt x="17" y="17"/>
                    <a:pt x="9" y="34"/>
                    <a:pt x="1" y="42"/>
                  </a:cubicBezTo>
                  <a:cubicBezTo>
                    <a:pt x="1" y="58"/>
                    <a:pt x="1" y="75"/>
                    <a:pt x="9" y="92"/>
                  </a:cubicBezTo>
                  <a:cubicBezTo>
                    <a:pt x="17" y="108"/>
                    <a:pt x="25" y="116"/>
                    <a:pt x="42" y="116"/>
                  </a:cubicBezTo>
                  <a:cubicBezTo>
                    <a:pt x="50" y="116"/>
                    <a:pt x="59" y="125"/>
                    <a:pt x="67" y="125"/>
                  </a:cubicBezTo>
                  <a:cubicBezTo>
                    <a:pt x="78" y="130"/>
                    <a:pt x="85" y="136"/>
                    <a:pt x="94" y="142"/>
                  </a:cubicBezTo>
                  <a:lnTo>
                    <a:pt x="94" y="142"/>
                  </a:lnTo>
                  <a:cubicBezTo>
                    <a:pt x="93" y="141"/>
                    <a:pt x="93" y="141"/>
                    <a:pt x="92" y="141"/>
                  </a:cubicBezTo>
                  <a:lnTo>
                    <a:pt x="92" y="141"/>
                  </a:lnTo>
                  <a:cubicBezTo>
                    <a:pt x="93" y="141"/>
                    <a:pt x="94" y="141"/>
                    <a:pt x="94" y="142"/>
                  </a:cubicBezTo>
                  <a:lnTo>
                    <a:pt x="94" y="142"/>
                  </a:lnTo>
                  <a:cubicBezTo>
                    <a:pt x="94" y="142"/>
                    <a:pt x="94" y="142"/>
                    <a:pt x="94" y="142"/>
                  </a:cubicBezTo>
                  <a:lnTo>
                    <a:pt x="94" y="142"/>
                  </a:lnTo>
                  <a:cubicBezTo>
                    <a:pt x="102" y="143"/>
                    <a:pt x="108" y="150"/>
                    <a:pt x="108" y="150"/>
                  </a:cubicBezTo>
                  <a:cubicBezTo>
                    <a:pt x="117" y="150"/>
                    <a:pt x="125" y="158"/>
                    <a:pt x="125" y="158"/>
                  </a:cubicBezTo>
                  <a:cubicBezTo>
                    <a:pt x="133" y="162"/>
                    <a:pt x="139" y="164"/>
                    <a:pt x="146" y="164"/>
                  </a:cubicBezTo>
                  <a:cubicBezTo>
                    <a:pt x="152" y="164"/>
                    <a:pt x="158" y="162"/>
                    <a:pt x="166" y="158"/>
                  </a:cubicBezTo>
                  <a:lnTo>
                    <a:pt x="175" y="158"/>
                  </a:lnTo>
                  <a:cubicBezTo>
                    <a:pt x="191" y="158"/>
                    <a:pt x="208" y="141"/>
                    <a:pt x="208" y="125"/>
                  </a:cubicBezTo>
                  <a:cubicBezTo>
                    <a:pt x="208" y="116"/>
                    <a:pt x="208" y="108"/>
                    <a:pt x="208" y="108"/>
                  </a:cubicBezTo>
                  <a:cubicBezTo>
                    <a:pt x="208" y="83"/>
                    <a:pt x="199" y="67"/>
                    <a:pt x="183" y="50"/>
                  </a:cubicBezTo>
                  <a:cubicBezTo>
                    <a:pt x="183" y="50"/>
                    <a:pt x="175" y="42"/>
                    <a:pt x="166" y="42"/>
                  </a:cubicBezTo>
                  <a:cubicBezTo>
                    <a:pt x="166" y="42"/>
                    <a:pt x="166" y="34"/>
                    <a:pt x="166" y="34"/>
                  </a:cubicBezTo>
                  <a:cubicBezTo>
                    <a:pt x="158" y="34"/>
                    <a:pt x="158" y="34"/>
                    <a:pt x="150" y="25"/>
                  </a:cubicBezTo>
                  <a:cubicBezTo>
                    <a:pt x="125" y="17"/>
                    <a:pt x="100" y="9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29"/>
            <p:cNvSpPr/>
            <p:nvPr/>
          </p:nvSpPr>
          <p:spPr>
            <a:xfrm>
              <a:off x="5547250" y="1670800"/>
              <a:ext cx="3550" cy="2925"/>
            </a:xfrm>
            <a:custGeom>
              <a:rect b="b" l="l" r="r" t="t"/>
              <a:pathLst>
                <a:path extrusionOk="0" h="117" w="142">
                  <a:moveTo>
                    <a:pt x="58" y="1"/>
                  </a:moveTo>
                  <a:cubicBezTo>
                    <a:pt x="50" y="1"/>
                    <a:pt x="42" y="1"/>
                    <a:pt x="34" y="9"/>
                  </a:cubicBezTo>
                  <a:cubicBezTo>
                    <a:pt x="25" y="9"/>
                    <a:pt x="25" y="17"/>
                    <a:pt x="17" y="17"/>
                  </a:cubicBezTo>
                  <a:cubicBezTo>
                    <a:pt x="9" y="25"/>
                    <a:pt x="9" y="34"/>
                    <a:pt x="9" y="42"/>
                  </a:cubicBezTo>
                  <a:cubicBezTo>
                    <a:pt x="0" y="50"/>
                    <a:pt x="0" y="59"/>
                    <a:pt x="9" y="67"/>
                  </a:cubicBezTo>
                  <a:cubicBezTo>
                    <a:pt x="9" y="75"/>
                    <a:pt x="9" y="75"/>
                    <a:pt x="17" y="83"/>
                  </a:cubicBezTo>
                  <a:cubicBezTo>
                    <a:pt x="17" y="92"/>
                    <a:pt x="25" y="100"/>
                    <a:pt x="34" y="108"/>
                  </a:cubicBezTo>
                  <a:cubicBezTo>
                    <a:pt x="42" y="108"/>
                    <a:pt x="50" y="116"/>
                    <a:pt x="58" y="116"/>
                  </a:cubicBezTo>
                  <a:lnTo>
                    <a:pt x="67" y="116"/>
                  </a:lnTo>
                  <a:cubicBezTo>
                    <a:pt x="75" y="116"/>
                    <a:pt x="83" y="116"/>
                    <a:pt x="92" y="108"/>
                  </a:cubicBezTo>
                  <a:lnTo>
                    <a:pt x="100" y="108"/>
                  </a:lnTo>
                  <a:cubicBezTo>
                    <a:pt x="108" y="108"/>
                    <a:pt x="116" y="100"/>
                    <a:pt x="125" y="100"/>
                  </a:cubicBezTo>
                  <a:cubicBezTo>
                    <a:pt x="125" y="92"/>
                    <a:pt x="133" y="83"/>
                    <a:pt x="133" y="75"/>
                  </a:cubicBezTo>
                  <a:cubicBezTo>
                    <a:pt x="141" y="67"/>
                    <a:pt x="133" y="50"/>
                    <a:pt x="125" y="34"/>
                  </a:cubicBezTo>
                  <a:cubicBezTo>
                    <a:pt x="116" y="34"/>
                    <a:pt x="116" y="25"/>
                    <a:pt x="108" y="25"/>
                  </a:cubicBezTo>
                  <a:cubicBezTo>
                    <a:pt x="108" y="17"/>
                    <a:pt x="100" y="17"/>
                    <a:pt x="100" y="9"/>
                  </a:cubicBezTo>
                  <a:lnTo>
                    <a:pt x="92" y="9"/>
                  </a:lnTo>
                  <a:cubicBezTo>
                    <a:pt x="83" y="1"/>
                    <a:pt x="75" y="1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29"/>
            <p:cNvSpPr/>
            <p:nvPr/>
          </p:nvSpPr>
          <p:spPr>
            <a:xfrm>
              <a:off x="5550150" y="1676600"/>
              <a:ext cx="3325" cy="2725"/>
            </a:xfrm>
            <a:custGeom>
              <a:rect b="b" l="l" r="r" t="t"/>
              <a:pathLst>
                <a:path extrusionOk="0" h="109" w="133">
                  <a:moveTo>
                    <a:pt x="58" y="0"/>
                  </a:moveTo>
                  <a:cubicBezTo>
                    <a:pt x="50" y="0"/>
                    <a:pt x="34" y="0"/>
                    <a:pt x="25" y="9"/>
                  </a:cubicBezTo>
                  <a:cubicBezTo>
                    <a:pt x="17" y="9"/>
                    <a:pt x="17" y="9"/>
                    <a:pt x="9" y="17"/>
                  </a:cubicBezTo>
                  <a:cubicBezTo>
                    <a:pt x="9" y="25"/>
                    <a:pt x="0" y="25"/>
                    <a:pt x="0" y="34"/>
                  </a:cubicBezTo>
                  <a:cubicBezTo>
                    <a:pt x="0" y="50"/>
                    <a:pt x="0" y="58"/>
                    <a:pt x="9" y="75"/>
                  </a:cubicBezTo>
                  <a:cubicBezTo>
                    <a:pt x="17" y="83"/>
                    <a:pt x="25" y="92"/>
                    <a:pt x="34" y="92"/>
                  </a:cubicBezTo>
                  <a:cubicBezTo>
                    <a:pt x="42" y="100"/>
                    <a:pt x="50" y="100"/>
                    <a:pt x="58" y="100"/>
                  </a:cubicBezTo>
                  <a:cubicBezTo>
                    <a:pt x="67" y="108"/>
                    <a:pt x="67" y="108"/>
                    <a:pt x="75" y="108"/>
                  </a:cubicBezTo>
                  <a:lnTo>
                    <a:pt x="116" y="108"/>
                  </a:lnTo>
                  <a:cubicBezTo>
                    <a:pt x="125" y="108"/>
                    <a:pt x="133" y="100"/>
                    <a:pt x="133" y="92"/>
                  </a:cubicBezTo>
                  <a:cubicBezTo>
                    <a:pt x="133" y="83"/>
                    <a:pt x="133" y="75"/>
                    <a:pt x="133" y="67"/>
                  </a:cubicBezTo>
                  <a:lnTo>
                    <a:pt x="125" y="50"/>
                  </a:lnTo>
                  <a:cubicBezTo>
                    <a:pt x="125" y="50"/>
                    <a:pt x="125" y="42"/>
                    <a:pt x="116" y="42"/>
                  </a:cubicBezTo>
                  <a:cubicBezTo>
                    <a:pt x="116" y="34"/>
                    <a:pt x="108" y="25"/>
                    <a:pt x="108" y="25"/>
                  </a:cubicBezTo>
                  <a:cubicBezTo>
                    <a:pt x="100" y="17"/>
                    <a:pt x="92" y="9"/>
                    <a:pt x="83" y="9"/>
                  </a:cubicBezTo>
                  <a:cubicBezTo>
                    <a:pt x="75" y="0"/>
                    <a:pt x="67" y="0"/>
                    <a:pt x="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29"/>
            <p:cNvSpPr/>
            <p:nvPr/>
          </p:nvSpPr>
          <p:spPr>
            <a:xfrm>
              <a:off x="5547450" y="1683650"/>
              <a:ext cx="5200" cy="3325"/>
            </a:xfrm>
            <a:custGeom>
              <a:rect b="b" l="l" r="r" t="t"/>
              <a:pathLst>
                <a:path extrusionOk="0" h="133" w="208">
                  <a:moveTo>
                    <a:pt x="67" y="0"/>
                  </a:moveTo>
                  <a:cubicBezTo>
                    <a:pt x="50" y="0"/>
                    <a:pt x="26" y="8"/>
                    <a:pt x="17" y="25"/>
                  </a:cubicBezTo>
                  <a:cubicBezTo>
                    <a:pt x="9" y="33"/>
                    <a:pt x="1" y="50"/>
                    <a:pt x="1" y="66"/>
                  </a:cubicBezTo>
                  <a:cubicBezTo>
                    <a:pt x="1" y="83"/>
                    <a:pt x="9" y="100"/>
                    <a:pt x="17" y="108"/>
                  </a:cubicBezTo>
                  <a:cubicBezTo>
                    <a:pt x="34" y="124"/>
                    <a:pt x="50" y="133"/>
                    <a:pt x="67" y="133"/>
                  </a:cubicBezTo>
                  <a:cubicBezTo>
                    <a:pt x="84" y="133"/>
                    <a:pt x="108" y="124"/>
                    <a:pt x="133" y="116"/>
                  </a:cubicBezTo>
                  <a:cubicBezTo>
                    <a:pt x="142" y="116"/>
                    <a:pt x="150" y="108"/>
                    <a:pt x="158" y="108"/>
                  </a:cubicBezTo>
                  <a:cubicBezTo>
                    <a:pt x="166" y="100"/>
                    <a:pt x="175" y="91"/>
                    <a:pt x="175" y="91"/>
                  </a:cubicBezTo>
                  <a:cubicBezTo>
                    <a:pt x="183" y="83"/>
                    <a:pt x="191" y="75"/>
                    <a:pt x="191" y="75"/>
                  </a:cubicBezTo>
                  <a:cubicBezTo>
                    <a:pt x="200" y="66"/>
                    <a:pt x="200" y="58"/>
                    <a:pt x="200" y="50"/>
                  </a:cubicBezTo>
                  <a:cubicBezTo>
                    <a:pt x="208" y="42"/>
                    <a:pt x="200" y="25"/>
                    <a:pt x="183" y="17"/>
                  </a:cubicBezTo>
                  <a:cubicBezTo>
                    <a:pt x="175" y="8"/>
                    <a:pt x="166" y="8"/>
                    <a:pt x="158" y="8"/>
                  </a:cubicBezTo>
                  <a:cubicBezTo>
                    <a:pt x="150" y="0"/>
                    <a:pt x="142" y="0"/>
                    <a:pt x="125" y="0"/>
                  </a:cubicBezTo>
                  <a:lnTo>
                    <a:pt x="108" y="0"/>
                  </a:lnTo>
                  <a:cubicBezTo>
                    <a:pt x="97" y="0"/>
                    <a:pt x="86" y="4"/>
                    <a:pt x="78" y="4"/>
                  </a:cubicBezTo>
                  <a:cubicBezTo>
                    <a:pt x="73" y="4"/>
                    <a:pt x="70" y="3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29"/>
            <p:cNvSpPr/>
            <p:nvPr/>
          </p:nvSpPr>
          <p:spPr>
            <a:xfrm>
              <a:off x="5528825" y="1718600"/>
              <a:ext cx="10100" cy="25025"/>
            </a:xfrm>
            <a:custGeom>
              <a:rect b="b" l="l" r="r" t="t"/>
              <a:pathLst>
                <a:path extrusionOk="0" h="1001" w="404">
                  <a:moveTo>
                    <a:pt x="374" y="0"/>
                  </a:moveTo>
                  <a:cubicBezTo>
                    <a:pt x="367" y="0"/>
                    <a:pt x="361" y="3"/>
                    <a:pt x="356" y="11"/>
                  </a:cubicBezTo>
                  <a:cubicBezTo>
                    <a:pt x="265" y="168"/>
                    <a:pt x="182" y="317"/>
                    <a:pt x="133" y="491"/>
                  </a:cubicBezTo>
                  <a:cubicBezTo>
                    <a:pt x="99" y="566"/>
                    <a:pt x="75" y="649"/>
                    <a:pt x="50" y="732"/>
                  </a:cubicBezTo>
                  <a:cubicBezTo>
                    <a:pt x="25" y="814"/>
                    <a:pt x="0" y="906"/>
                    <a:pt x="17" y="988"/>
                  </a:cubicBezTo>
                  <a:cubicBezTo>
                    <a:pt x="17" y="997"/>
                    <a:pt x="23" y="1001"/>
                    <a:pt x="30" y="1001"/>
                  </a:cubicBezTo>
                  <a:cubicBezTo>
                    <a:pt x="37" y="1001"/>
                    <a:pt x="46" y="997"/>
                    <a:pt x="50" y="988"/>
                  </a:cubicBezTo>
                  <a:cubicBezTo>
                    <a:pt x="91" y="922"/>
                    <a:pt x="108" y="831"/>
                    <a:pt x="124" y="756"/>
                  </a:cubicBezTo>
                  <a:cubicBezTo>
                    <a:pt x="141" y="674"/>
                    <a:pt x="166" y="591"/>
                    <a:pt x="191" y="516"/>
                  </a:cubicBezTo>
                  <a:cubicBezTo>
                    <a:pt x="257" y="350"/>
                    <a:pt x="315" y="193"/>
                    <a:pt x="398" y="36"/>
                  </a:cubicBezTo>
                  <a:cubicBezTo>
                    <a:pt x="404" y="18"/>
                    <a:pt x="389" y="0"/>
                    <a:pt x="3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29"/>
            <p:cNvSpPr/>
            <p:nvPr/>
          </p:nvSpPr>
          <p:spPr>
            <a:xfrm>
              <a:off x="5568375" y="1738925"/>
              <a:ext cx="19300" cy="8575"/>
            </a:xfrm>
            <a:custGeom>
              <a:rect b="b" l="l" r="r" t="t"/>
              <a:pathLst>
                <a:path extrusionOk="0" h="343" w="772">
                  <a:moveTo>
                    <a:pt x="702" y="1"/>
                  </a:moveTo>
                  <a:cubicBezTo>
                    <a:pt x="647" y="1"/>
                    <a:pt x="593" y="53"/>
                    <a:pt x="539" y="76"/>
                  </a:cubicBezTo>
                  <a:cubicBezTo>
                    <a:pt x="498" y="101"/>
                    <a:pt x="448" y="126"/>
                    <a:pt x="398" y="142"/>
                  </a:cubicBezTo>
                  <a:cubicBezTo>
                    <a:pt x="282" y="184"/>
                    <a:pt x="175" y="209"/>
                    <a:pt x="59" y="242"/>
                  </a:cubicBezTo>
                  <a:cubicBezTo>
                    <a:pt x="1" y="258"/>
                    <a:pt x="17" y="333"/>
                    <a:pt x="75" y="341"/>
                  </a:cubicBezTo>
                  <a:cubicBezTo>
                    <a:pt x="91" y="342"/>
                    <a:pt x="107" y="343"/>
                    <a:pt x="123" y="343"/>
                  </a:cubicBezTo>
                  <a:cubicBezTo>
                    <a:pt x="233" y="343"/>
                    <a:pt x="347" y="318"/>
                    <a:pt x="448" y="275"/>
                  </a:cubicBezTo>
                  <a:cubicBezTo>
                    <a:pt x="506" y="258"/>
                    <a:pt x="564" y="233"/>
                    <a:pt x="614" y="200"/>
                  </a:cubicBezTo>
                  <a:cubicBezTo>
                    <a:pt x="672" y="175"/>
                    <a:pt x="746" y="142"/>
                    <a:pt x="763" y="76"/>
                  </a:cubicBezTo>
                  <a:cubicBezTo>
                    <a:pt x="771" y="35"/>
                    <a:pt x="746" y="10"/>
                    <a:pt x="713" y="1"/>
                  </a:cubicBezTo>
                  <a:cubicBezTo>
                    <a:pt x="709" y="1"/>
                    <a:pt x="705" y="1"/>
                    <a:pt x="7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29"/>
            <p:cNvSpPr/>
            <p:nvPr/>
          </p:nvSpPr>
          <p:spPr>
            <a:xfrm>
              <a:off x="5602750" y="1728800"/>
              <a:ext cx="4375" cy="3950"/>
            </a:xfrm>
            <a:custGeom>
              <a:rect b="b" l="l" r="r" t="t"/>
              <a:pathLst>
                <a:path extrusionOk="0" h="158" w="175">
                  <a:moveTo>
                    <a:pt x="125" y="0"/>
                  </a:moveTo>
                  <a:cubicBezTo>
                    <a:pt x="117" y="9"/>
                    <a:pt x="109" y="9"/>
                    <a:pt x="100" y="17"/>
                  </a:cubicBezTo>
                  <a:lnTo>
                    <a:pt x="75" y="34"/>
                  </a:lnTo>
                  <a:cubicBezTo>
                    <a:pt x="59" y="42"/>
                    <a:pt x="42" y="50"/>
                    <a:pt x="26" y="58"/>
                  </a:cubicBezTo>
                  <a:cubicBezTo>
                    <a:pt x="26" y="67"/>
                    <a:pt x="17" y="75"/>
                    <a:pt x="9" y="83"/>
                  </a:cubicBezTo>
                  <a:cubicBezTo>
                    <a:pt x="9" y="83"/>
                    <a:pt x="9" y="83"/>
                    <a:pt x="9" y="92"/>
                  </a:cubicBezTo>
                  <a:cubicBezTo>
                    <a:pt x="1" y="100"/>
                    <a:pt x="1" y="108"/>
                    <a:pt x="9" y="116"/>
                  </a:cubicBezTo>
                  <a:cubicBezTo>
                    <a:pt x="9" y="125"/>
                    <a:pt x="9" y="133"/>
                    <a:pt x="17" y="133"/>
                  </a:cubicBezTo>
                  <a:cubicBezTo>
                    <a:pt x="17" y="141"/>
                    <a:pt x="26" y="141"/>
                    <a:pt x="34" y="150"/>
                  </a:cubicBezTo>
                  <a:cubicBezTo>
                    <a:pt x="34" y="150"/>
                    <a:pt x="42" y="150"/>
                    <a:pt x="51" y="158"/>
                  </a:cubicBezTo>
                  <a:lnTo>
                    <a:pt x="67" y="158"/>
                  </a:lnTo>
                  <a:cubicBezTo>
                    <a:pt x="75" y="150"/>
                    <a:pt x="84" y="150"/>
                    <a:pt x="92" y="141"/>
                  </a:cubicBezTo>
                  <a:cubicBezTo>
                    <a:pt x="100" y="125"/>
                    <a:pt x="117" y="116"/>
                    <a:pt x="125" y="100"/>
                  </a:cubicBezTo>
                  <a:cubicBezTo>
                    <a:pt x="133" y="100"/>
                    <a:pt x="142" y="92"/>
                    <a:pt x="150" y="83"/>
                  </a:cubicBezTo>
                  <a:cubicBezTo>
                    <a:pt x="150" y="75"/>
                    <a:pt x="158" y="75"/>
                    <a:pt x="158" y="67"/>
                  </a:cubicBezTo>
                  <a:cubicBezTo>
                    <a:pt x="158" y="58"/>
                    <a:pt x="167" y="58"/>
                    <a:pt x="167" y="50"/>
                  </a:cubicBezTo>
                  <a:cubicBezTo>
                    <a:pt x="175" y="42"/>
                    <a:pt x="175" y="25"/>
                    <a:pt x="167" y="17"/>
                  </a:cubicBezTo>
                  <a:cubicBezTo>
                    <a:pt x="158" y="9"/>
                    <a:pt x="158" y="9"/>
                    <a:pt x="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29"/>
            <p:cNvSpPr/>
            <p:nvPr/>
          </p:nvSpPr>
          <p:spPr>
            <a:xfrm>
              <a:off x="5641900" y="1665075"/>
              <a:ext cx="12050" cy="6875"/>
            </a:xfrm>
            <a:custGeom>
              <a:rect b="b" l="l" r="r" t="t"/>
              <a:pathLst>
                <a:path extrusionOk="0" h="275" w="482">
                  <a:moveTo>
                    <a:pt x="199" y="0"/>
                  </a:moveTo>
                  <a:cubicBezTo>
                    <a:pt x="175" y="0"/>
                    <a:pt x="153" y="4"/>
                    <a:pt x="133" y="14"/>
                  </a:cubicBezTo>
                  <a:cubicBezTo>
                    <a:pt x="100" y="22"/>
                    <a:pt x="67" y="31"/>
                    <a:pt x="34" y="47"/>
                  </a:cubicBezTo>
                  <a:cubicBezTo>
                    <a:pt x="9" y="64"/>
                    <a:pt x="1" y="97"/>
                    <a:pt x="9" y="130"/>
                  </a:cubicBezTo>
                  <a:cubicBezTo>
                    <a:pt x="16" y="151"/>
                    <a:pt x="40" y="165"/>
                    <a:pt x="66" y="165"/>
                  </a:cubicBezTo>
                  <a:cubicBezTo>
                    <a:pt x="72" y="165"/>
                    <a:pt x="78" y="165"/>
                    <a:pt x="84" y="163"/>
                  </a:cubicBezTo>
                  <a:lnTo>
                    <a:pt x="100" y="163"/>
                  </a:lnTo>
                  <a:cubicBezTo>
                    <a:pt x="100" y="163"/>
                    <a:pt x="109" y="163"/>
                    <a:pt x="109" y="155"/>
                  </a:cubicBezTo>
                  <a:lnTo>
                    <a:pt x="150" y="155"/>
                  </a:lnTo>
                  <a:cubicBezTo>
                    <a:pt x="150" y="163"/>
                    <a:pt x="158" y="163"/>
                    <a:pt x="167" y="163"/>
                  </a:cubicBezTo>
                  <a:cubicBezTo>
                    <a:pt x="175" y="163"/>
                    <a:pt x="191" y="172"/>
                    <a:pt x="200" y="172"/>
                  </a:cubicBezTo>
                  <a:lnTo>
                    <a:pt x="225" y="180"/>
                  </a:lnTo>
                  <a:cubicBezTo>
                    <a:pt x="233" y="188"/>
                    <a:pt x="249" y="188"/>
                    <a:pt x="258" y="196"/>
                  </a:cubicBezTo>
                  <a:cubicBezTo>
                    <a:pt x="266" y="196"/>
                    <a:pt x="266" y="205"/>
                    <a:pt x="274" y="205"/>
                  </a:cubicBezTo>
                  <a:lnTo>
                    <a:pt x="307" y="230"/>
                  </a:lnTo>
                  <a:cubicBezTo>
                    <a:pt x="307" y="238"/>
                    <a:pt x="316" y="238"/>
                    <a:pt x="324" y="246"/>
                  </a:cubicBezTo>
                  <a:cubicBezTo>
                    <a:pt x="332" y="254"/>
                    <a:pt x="341" y="263"/>
                    <a:pt x="349" y="263"/>
                  </a:cubicBezTo>
                  <a:cubicBezTo>
                    <a:pt x="360" y="271"/>
                    <a:pt x="372" y="275"/>
                    <a:pt x="384" y="275"/>
                  </a:cubicBezTo>
                  <a:cubicBezTo>
                    <a:pt x="408" y="275"/>
                    <a:pt x="432" y="260"/>
                    <a:pt x="448" y="238"/>
                  </a:cubicBezTo>
                  <a:cubicBezTo>
                    <a:pt x="481" y="196"/>
                    <a:pt x="448" y="130"/>
                    <a:pt x="415" y="97"/>
                  </a:cubicBezTo>
                  <a:cubicBezTo>
                    <a:pt x="374" y="56"/>
                    <a:pt x="316" y="22"/>
                    <a:pt x="249" y="6"/>
                  </a:cubicBezTo>
                  <a:cubicBezTo>
                    <a:pt x="232" y="2"/>
                    <a:pt x="215" y="0"/>
                    <a:pt x="1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29"/>
            <p:cNvSpPr/>
            <p:nvPr/>
          </p:nvSpPr>
          <p:spPr>
            <a:xfrm>
              <a:off x="5644600" y="1668925"/>
              <a:ext cx="225" cy="25"/>
            </a:xfrm>
            <a:custGeom>
              <a:rect b="b" l="l" r="r" t="t"/>
              <a:pathLst>
                <a:path extrusionOk="0" h="1" w="9">
                  <a:moveTo>
                    <a:pt x="1" y="1"/>
                  </a:moveTo>
                  <a:lnTo>
                    <a:pt x="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29"/>
            <p:cNvSpPr/>
            <p:nvPr/>
          </p:nvSpPr>
          <p:spPr>
            <a:xfrm>
              <a:off x="5645225" y="1668925"/>
              <a:ext cx="225" cy="25"/>
            </a:xfrm>
            <a:custGeom>
              <a:rect b="b" l="l" r="r" t="t"/>
              <a:pathLst>
                <a:path extrusionOk="0" h="1" w="9">
                  <a:moveTo>
                    <a:pt x="0" y="1"/>
                  </a:moveTo>
                  <a:cubicBezTo>
                    <a:pt x="0" y="1"/>
                    <a:pt x="0" y="1"/>
                    <a:pt x="9" y="1"/>
                  </a:cubicBezTo>
                  <a:lnTo>
                    <a:pt x="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29"/>
            <p:cNvSpPr/>
            <p:nvPr/>
          </p:nvSpPr>
          <p:spPr>
            <a:xfrm>
              <a:off x="5650000" y="1671225"/>
              <a:ext cx="225" cy="225"/>
            </a:xfrm>
            <a:custGeom>
              <a:rect b="b" l="l" r="r" t="t"/>
              <a:pathLst>
                <a:path extrusionOk="0" h="9" w="9">
                  <a:moveTo>
                    <a:pt x="0" y="0"/>
                  </a:moveTo>
                  <a:cubicBezTo>
                    <a:pt x="0" y="0"/>
                    <a:pt x="0" y="8"/>
                    <a:pt x="0" y="8"/>
                  </a:cubicBezTo>
                  <a:cubicBezTo>
                    <a:pt x="8" y="8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29"/>
            <p:cNvSpPr/>
            <p:nvPr/>
          </p:nvSpPr>
          <p:spPr>
            <a:xfrm>
              <a:off x="5649775" y="16712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29"/>
            <p:cNvSpPr/>
            <p:nvPr/>
          </p:nvSpPr>
          <p:spPr>
            <a:xfrm>
              <a:off x="5655375" y="1662925"/>
              <a:ext cx="2925" cy="3125"/>
            </a:xfrm>
            <a:custGeom>
              <a:rect b="b" l="l" r="r" t="t"/>
              <a:pathLst>
                <a:path extrusionOk="0" h="125" w="117">
                  <a:moveTo>
                    <a:pt x="25" y="1"/>
                  </a:moveTo>
                  <a:cubicBezTo>
                    <a:pt x="25" y="1"/>
                    <a:pt x="17" y="1"/>
                    <a:pt x="17" y="9"/>
                  </a:cubicBezTo>
                  <a:cubicBezTo>
                    <a:pt x="9" y="9"/>
                    <a:pt x="9" y="17"/>
                    <a:pt x="0" y="17"/>
                  </a:cubicBezTo>
                  <a:cubicBezTo>
                    <a:pt x="0" y="26"/>
                    <a:pt x="0" y="26"/>
                    <a:pt x="0" y="34"/>
                  </a:cubicBezTo>
                  <a:cubicBezTo>
                    <a:pt x="0" y="42"/>
                    <a:pt x="0" y="42"/>
                    <a:pt x="0" y="50"/>
                  </a:cubicBezTo>
                  <a:cubicBezTo>
                    <a:pt x="0" y="59"/>
                    <a:pt x="0" y="59"/>
                    <a:pt x="9" y="67"/>
                  </a:cubicBezTo>
                  <a:cubicBezTo>
                    <a:pt x="17" y="75"/>
                    <a:pt x="25" y="84"/>
                    <a:pt x="34" y="92"/>
                  </a:cubicBezTo>
                  <a:lnTo>
                    <a:pt x="42" y="108"/>
                  </a:lnTo>
                  <a:cubicBezTo>
                    <a:pt x="42" y="108"/>
                    <a:pt x="50" y="117"/>
                    <a:pt x="58" y="117"/>
                  </a:cubicBezTo>
                  <a:cubicBezTo>
                    <a:pt x="58" y="117"/>
                    <a:pt x="67" y="125"/>
                    <a:pt x="67" y="125"/>
                  </a:cubicBezTo>
                  <a:lnTo>
                    <a:pt x="100" y="125"/>
                  </a:lnTo>
                  <a:cubicBezTo>
                    <a:pt x="108" y="117"/>
                    <a:pt x="116" y="100"/>
                    <a:pt x="108" y="92"/>
                  </a:cubicBezTo>
                  <a:cubicBezTo>
                    <a:pt x="108" y="84"/>
                    <a:pt x="108" y="75"/>
                    <a:pt x="100" y="67"/>
                  </a:cubicBezTo>
                  <a:cubicBezTo>
                    <a:pt x="100" y="59"/>
                    <a:pt x="100" y="59"/>
                    <a:pt x="92" y="50"/>
                  </a:cubicBezTo>
                  <a:cubicBezTo>
                    <a:pt x="83" y="42"/>
                    <a:pt x="75" y="34"/>
                    <a:pt x="67" y="17"/>
                  </a:cubicBezTo>
                  <a:cubicBezTo>
                    <a:pt x="67" y="17"/>
                    <a:pt x="58" y="9"/>
                    <a:pt x="58" y="9"/>
                  </a:cubicBezTo>
                  <a:cubicBezTo>
                    <a:pt x="50" y="9"/>
                    <a:pt x="50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29"/>
            <p:cNvSpPr/>
            <p:nvPr/>
          </p:nvSpPr>
          <p:spPr>
            <a:xfrm>
              <a:off x="5563825" y="1768425"/>
              <a:ext cx="8725" cy="14475"/>
            </a:xfrm>
            <a:custGeom>
              <a:rect b="b" l="l" r="r" t="t"/>
              <a:pathLst>
                <a:path extrusionOk="0" h="579" w="349">
                  <a:moveTo>
                    <a:pt x="282" y="1"/>
                  </a:moveTo>
                  <a:cubicBezTo>
                    <a:pt x="275" y="1"/>
                    <a:pt x="269" y="3"/>
                    <a:pt x="265" y="6"/>
                  </a:cubicBezTo>
                  <a:cubicBezTo>
                    <a:pt x="224" y="31"/>
                    <a:pt x="216" y="89"/>
                    <a:pt x="199" y="131"/>
                  </a:cubicBezTo>
                  <a:cubicBezTo>
                    <a:pt x="183" y="172"/>
                    <a:pt x="166" y="213"/>
                    <a:pt x="149" y="263"/>
                  </a:cubicBezTo>
                  <a:cubicBezTo>
                    <a:pt x="116" y="338"/>
                    <a:pt x="75" y="421"/>
                    <a:pt x="25" y="495"/>
                  </a:cubicBezTo>
                  <a:cubicBezTo>
                    <a:pt x="0" y="532"/>
                    <a:pt x="41" y="579"/>
                    <a:pt x="80" y="579"/>
                  </a:cubicBezTo>
                  <a:cubicBezTo>
                    <a:pt x="93" y="579"/>
                    <a:pt x="106" y="574"/>
                    <a:pt x="116" y="561"/>
                  </a:cubicBezTo>
                  <a:cubicBezTo>
                    <a:pt x="174" y="487"/>
                    <a:pt x="232" y="404"/>
                    <a:pt x="274" y="313"/>
                  </a:cubicBezTo>
                  <a:cubicBezTo>
                    <a:pt x="290" y="263"/>
                    <a:pt x="307" y="222"/>
                    <a:pt x="315" y="172"/>
                  </a:cubicBezTo>
                  <a:cubicBezTo>
                    <a:pt x="332" y="122"/>
                    <a:pt x="348" y="56"/>
                    <a:pt x="307" y="15"/>
                  </a:cubicBezTo>
                  <a:cubicBezTo>
                    <a:pt x="302" y="5"/>
                    <a:pt x="291" y="1"/>
                    <a:pt x="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29"/>
            <p:cNvSpPr/>
            <p:nvPr/>
          </p:nvSpPr>
          <p:spPr>
            <a:xfrm>
              <a:off x="5571900" y="1770025"/>
              <a:ext cx="5625" cy="9350"/>
            </a:xfrm>
            <a:custGeom>
              <a:rect b="b" l="l" r="r" t="t"/>
              <a:pathLst>
                <a:path extrusionOk="0" h="374" w="225">
                  <a:moveTo>
                    <a:pt x="189" y="0"/>
                  </a:moveTo>
                  <a:cubicBezTo>
                    <a:pt x="180" y="0"/>
                    <a:pt x="172" y="3"/>
                    <a:pt x="166" y="9"/>
                  </a:cubicBezTo>
                  <a:cubicBezTo>
                    <a:pt x="158" y="17"/>
                    <a:pt x="150" y="25"/>
                    <a:pt x="141" y="42"/>
                  </a:cubicBezTo>
                  <a:cubicBezTo>
                    <a:pt x="125" y="50"/>
                    <a:pt x="125" y="67"/>
                    <a:pt x="116" y="83"/>
                  </a:cubicBezTo>
                  <a:cubicBezTo>
                    <a:pt x="100" y="108"/>
                    <a:pt x="92" y="125"/>
                    <a:pt x="75" y="149"/>
                  </a:cubicBezTo>
                  <a:cubicBezTo>
                    <a:pt x="50" y="199"/>
                    <a:pt x="34" y="249"/>
                    <a:pt x="9" y="299"/>
                  </a:cubicBezTo>
                  <a:cubicBezTo>
                    <a:pt x="0" y="323"/>
                    <a:pt x="0" y="357"/>
                    <a:pt x="25" y="365"/>
                  </a:cubicBezTo>
                  <a:cubicBezTo>
                    <a:pt x="34" y="371"/>
                    <a:pt x="43" y="373"/>
                    <a:pt x="51" y="373"/>
                  </a:cubicBezTo>
                  <a:cubicBezTo>
                    <a:pt x="67" y="373"/>
                    <a:pt x="81" y="364"/>
                    <a:pt x="92" y="348"/>
                  </a:cubicBezTo>
                  <a:cubicBezTo>
                    <a:pt x="116" y="299"/>
                    <a:pt x="141" y="249"/>
                    <a:pt x="166" y="199"/>
                  </a:cubicBezTo>
                  <a:cubicBezTo>
                    <a:pt x="174" y="174"/>
                    <a:pt x="183" y="149"/>
                    <a:pt x="199" y="125"/>
                  </a:cubicBezTo>
                  <a:cubicBezTo>
                    <a:pt x="208" y="116"/>
                    <a:pt x="216" y="100"/>
                    <a:pt x="216" y="83"/>
                  </a:cubicBezTo>
                  <a:cubicBezTo>
                    <a:pt x="224" y="67"/>
                    <a:pt x="224" y="50"/>
                    <a:pt x="224" y="33"/>
                  </a:cubicBezTo>
                  <a:cubicBezTo>
                    <a:pt x="224" y="11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29"/>
            <p:cNvSpPr/>
            <p:nvPr/>
          </p:nvSpPr>
          <p:spPr>
            <a:xfrm>
              <a:off x="5579550" y="1768650"/>
              <a:ext cx="2725" cy="6250"/>
            </a:xfrm>
            <a:custGeom>
              <a:rect b="b" l="l" r="r" t="t"/>
              <a:pathLst>
                <a:path extrusionOk="0" h="250" w="109">
                  <a:moveTo>
                    <a:pt x="86" y="1"/>
                  </a:moveTo>
                  <a:cubicBezTo>
                    <a:pt x="80" y="1"/>
                    <a:pt x="76" y="3"/>
                    <a:pt x="76" y="6"/>
                  </a:cubicBezTo>
                  <a:lnTo>
                    <a:pt x="76" y="14"/>
                  </a:lnTo>
                  <a:cubicBezTo>
                    <a:pt x="67" y="22"/>
                    <a:pt x="59" y="39"/>
                    <a:pt x="51" y="55"/>
                  </a:cubicBezTo>
                  <a:cubicBezTo>
                    <a:pt x="42" y="72"/>
                    <a:pt x="34" y="88"/>
                    <a:pt x="34" y="105"/>
                  </a:cubicBezTo>
                  <a:cubicBezTo>
                    <a:pt x="18" y="138"/>
                    <a:pt x="9" y="171"/>
                    <a:pt x="1" y="213"/>
                  </a:cubicBezTo>
                  <a:cubicBezTo>
                    <a:pt x="1" y="221"/>
                    <a:pt x="9" y="246"/>
                    <a:pt x="26" y="246"/>
                  </a:cubicBezTo>
                  <a:cubicBezTo>
                    <a:pt x="30" y="248"/>
                    <a:pt x="35" y="249"/>
                    <a:pt x="39" y="249"/>
                  </a:cubicBezTo>
                  <a:cubicBezTo>
                    <a:pt x="50" y="249"/>
                    <a:pt x="59" y="241"/>
                    <a:pt x="59" y="229"/>
                  </a:cubicBezTo>
                  <a:cubicBezTo>
                    <a:pt x="76" y="188"/>
                    <a:pt x="84" y="155"/>
                    <a:pt x="92" y="122"/>
                  </a:cubicBezTo>
                  <a:cubicBezTo>
                    <a:pt x="92" y="105"/>
                    <a:pt x="100" y="88"/>
                    <a:pt x="100" y="72"/>
                  </a:cubicBezTo>
                  <a:cubicBezTo>
                    <a:pt x="100" y="55"/>
                    <a:pt x="109" y="39"/>
                    <a:pt x="109" y="22"/>
                  </a:cubicBezTo>
                  <a:cubicBezTo>
                    <a:pt x="109" y="6"/>
                    <a:pt x="95" y="1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29"/>
            <p:cNvSpPr/>
            <p:nvPr/>
          </p:nvSpPr>
          <p:spPr>
            <a:xfrm>
              <a:off x="5563000" y="1607250"/>
              <a:ext cx="3950" cy="3500"/>
            </a:xfrm>
            <a:custGeom>
              <a:rect b="b" l="l" r="r" t="t"/>
              <a:pathLst>
                <a:path extrusionOk="0" h="140" w="158">
                  <a:moveTo>
                    <a:pt x="129" y="1"/>
                  </a:moveTo>
                  <a:cubicBezTo>
                    <a:pt x="124" y="1"/>
                    <a:pt x="120" y="3"/>
                    <a:pt x="116" y="7"/>
                  </a:cubicBezTo>
                  <a:cubicBezTo>
                    <a:pt x="91" y="15"/>
                    <a:pt x="66" y="24"/>
                    <a:pt x="42" y="32"/>
                  </a:cubicBezTo>
                  <a:cubicBezTo>
                    <a:pt x="33" y="32"/>
                    <a:pt x="25" y="40"/>
                    <a:pt x="17" y="49"/>
                  </a:cubicBezTo>
                  <a:cubicBezTo>
                    <a:pt x="8" y="57"/>
                    <a:pt x="8" y="57"/>
                    <a:pt x="8" y="73"/>
                  </a:cubicBezTo>
                  <a:cubicBezTo>
                    <a:pt x="0" y="82"/>
                    <a:pt x="0" y="98"/>
                    <a:pt x="8" y="115"/>
                  </a:cubicBezTo>
                  <a:cubicBezTo>
                    <a:pt x="17" y="123"/>
                    <a:pt x="25" y="131"/>
                    <a:pt x="42" y="140"/>
                  </a:cubicBezTo>
                  <a:cubicBezTo>
                    <a:pt x="58" y="140"/>
                    <a:pt x="83" y="140"/>
                    <a:pt x="91" y="123"/>
                  </a:cubicBezTo>
                  <a:cubicBezTo>
                    <a:pt x="116" y="107"/>
                    <a:pt x="133" y="82"/>
                    <a:pt x="149" y="65"/>
                  </a:cubicBezTo>
                  <a:cubicBezTo>
                    <a:pt x="158" y="57"/>
                    <a:pt x="158" y="49"/>
                    <a:pt x="158" y="49"/>
                  </a:cubicBezTo>
                  <a:cubicBezTo>
                    <a:pt x="158" y="40"/>
                    <a:pt x="158" y="32"/>
                    <a:pt x="158" y="24"/>
                  </a:cubicBezTo>
                  <a:cubicBezTo>
                    <a:pt x="149" y="15"/>
                    <a:pt x="149" y="15"/>
                    <a:pt x="141" y="7"/>
                  </a:cubicBezTo>
                  <a:cubicBezTo>
                    <a:pt x="137" y="3"/>
                    <a:pt x="133" y="1"/>
                    <a:pt x="1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29"/>
            <p:cNvSpPr/>
            <p:nvPr/>
          </p:nvSpPr>
          <p:spPr>
            <a:xfrm>
              <a:off x="5572100" y="1602850"/>
              <a:ext cx="3125" cy="2525"/>
            </a:xfrm>
            <a:custGeom>
              <a:rect b="b" l="l" r="r" t="t"/>
              <a:pathLst>
                <a:path extrusionOk="0" h="101" w="125">
                  <a:moveTo>
                    <a:pt x="59" y="1"/>
                  </a:moveTo>
                  <a:cubicBezTo>
                    <a:pt x="1" y="1"/>
                    <a:pt x="1" y="100"/>
                    <a:pt x="59" y="100"/>
                  </a:cubicBezTo>
                  <a:cubicBezTo>
                    <a:pt x="125" y="100"/>
                    <a:pt x="125" y="1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29"/>
            <p:cNvSpPr/>
            <p:nvPr/>
          </p:nvSpPr>
          <p:spPr>
            <a:xfrm>
              <a:off x="5528400" y="1577300"/>
              <a:ext cx="8925" cy="13975"/>
            </a:xfrm>
            <a:custGeom>
              <a:rect b="b" l="l" r="r" t="t"/>
              <a:pathLst>
                <a:path extrusionOk="0" h="559" w="357">
                  <a:moveTo>
                    <a:pt x="162" y="1"/>
                  </a:moveTo>
                  <a:cubicBezTo>
                    <a:pt x="153" y="1"/>
                    <a:pt x="143" y="2"/>
                    <a:pt x="133" y="4"/>
                  </a:cubicBezTo>
                  <a:cubicBezTo>
                    <a:pt x="100" y="12"/>
                    <a:pt x="75" y="37"/>
                    <a:pt x="50" y="70"/>
                  </a:cubicBezTo>
                  <a:cubicBezTo>
                    <a:pt x="34" y="103"/>
                    <a:pt x="25" y="145"/>
                    <a:pt x="17" y="178"/>
                  </a:cubicBezTo>
                  <a:cubicBezTo>
                    <a:pt x="0" y="269"/>
                    <a:pt x="0" y="360"/>
                    <a:pt x="42" y="435"/>
                  </a:cubicBezTo>
                  <a:cubicBezTo>
                    <a:pt x="42" y="443"/>
                    <a:pt x="42" y="443"/>
                    <a:pt x="42" y="443"/>
                  </a:cubicBezTo>
                  <a:cubicBezTo>
                    <a:pt x="50" y="451"/>
                    <a:pt x="50" y="451"/>
                    <a:pt x="50" y="459"/>
                  </a:cubicBezTo>
                  <a:cubicBezTo>
                    <a:pt x="83" y="509"/>
                    <a:pt x="133" y="559"/>
                    <a:pt x="199" y="559"/>
                  </a:cubicBezTo>
                  <a:cubicBezTo>
                    <a:pt x="274" y="559"/>
                    <a:pt x="332" y="501"/>
                    <a:pt x="340" y="435"/>
                  </a:cubicBezTo>
                  <a:cubicBezTo>
                    <a:pt x="357" y="377"/>
                    <a:pt x="357" y="319"/>
                    <a:pt x="340" y="261"/>
                  </a:cubicBezTo>
                  <a:cubicBezTo>
                    <a:pt x="340" y="236"/>
                    <a:pt x="332" y="219"/>
                    <a:pt x="324" y="194"/>
                  </a:cubicBezTo>
                  <a:cubicBezTo>
                    <a:pt x="315" y="161"/>
                    <a:pt x="307" y="128"/>
                    <a:pt x="290" y="95"/>
                  </a:cubicBezTo>
                  <a:cubicBezTo>
                    <a:pt x="282" y="78"/>
                    <a:pt x="274" y="62"/>
                    <a:pt x="257" y="45"/>
                  </a:cubicBezTo>
                  <a:cubicBezTo>
                    <a:pt x="249" y="45"/>
                    <a:pt x="249" y="37"/>
                    <a:pt x="241" y="37"/>
                  </a:cubicBezTo>
                  <a:cubicBezTo>
                    <a:pt x="222" y="12"/>
                    <a:pt x="193" y="1"/>
                    <a:pt x="1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29"/>
            <p:cNvSpPr/>
            <p:nvPr/>
          </p:nvSpPr>
          <p:spPr>
            <a:xfrm>
              <a:off x="5617675" y="1593125"/>
              <a:ext cx="10800" cy="16150"/>
            </a:xfrm>
            <a:custGeom>
              <a:rect b="b" l="l" r="r" t="t"/>
              <a:pathLst>
                <a:path extrusionOk="0" h="646" w="432">
                  <a:moveTo>
                    <a:pt x="224" y="0"/>
                  </a:moveTo>
                  <a:cubicBezTo>
                    <a:pt x="108" y="0"/>
                    <a:pt x="58" y="125"/>
                    <a:pt x="34" y="216"/>
                  </a:cubicBezTo>
                  <a:cubicBezTo>
                    <a:pt x="25" y="257"/>
                    <a:pt x="17" y="299"/>
                    <a:pt x="9" y="340"/>
                  </a:cubicBezTo>
                  <a:cubicBezTo>
                    <a:pt x="0" y="390"/>
                    <a:pt x="0" y="440"/>
                    <a:pt x="9" y="489"/>
                  </a:cubicBezTo>
                  <a:cubicBezTo>
                    <a:pt x="28" y="577"/>
                    <a:pt x="112" y="645"/>
                    <a:pt x="199" y="645"/>
                  </a:cubicBezTo>
                  <a:cubicBezTo>
                    <a:pt x="227" y="645"/>
                    <a:pt x="256" y="638"/>
                    <a:pt x="282" y="622"/>
                  </a:cubicBezTo>
                  <a:cubicBezTo>
                    <a:pt x="365" y="580"/>
                    <a:pt x="398" y="489"/>
                    <a:pt x="415" y="406"/>
                  </a:cubicBezTo>
                  <a:cubicBezTo>
                    <a:pt x="431" y="315"/>
                    <a:pt x="431" y="224"/>
                    <a:pt x="390" y="133"/>
                  </a:cubicBezTo>
                  <a:cubicBezTo>
                    <a:pt x="373" y="108"/>
                    <a:pt x="357" y="83"/>
                    <a:pt x="332" y="58"/>
                  </a:cubicBezTo>
                  <a:cubicBezTo>
                    <a:pt x="307" y="25"/>
                    <a:pt x="266" y="0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29"/>
            <p:cNvSpPr/>
            <p:nvPr/>
          </p:nvSpPr>
          <p:spPr>
            <a:xfrm>
              <a:off x="5526525" y="1567300"/>
              <a:ext cx="10800" cy="7075"/>
            </a:xfrm>
            <a:custGeom>
              <a:rect b="b" l="l" r="r" t="t"/>
              <a:pathLst>
                <a:path extrusionOk="0" h="283" w="432">
                  <a:moveTo>
                    <a:pt x="96" y="1"/>
                  </a:moveTo>
                  <a:cubicBezTo>
                    <a:pt x="78" y="1"/>
                    <a:pt x="60" y="3"/>
                    <a:pt x="42" y="6"/>
                  </a:cubicBezTo>
                  <a:cubicBezTo>
                    <a:pt x="17" y="6"/>
                    <a:pt x="1" y="23"/>
                    <a:pt x="1" y="47"/>
                  </a:cubicBezTo>
                  <a:cubicBezTo>
                    <a:pt x="1" y="64"/>
                    <a:pt x="17" y="89"/>
                    <a:pt x="42" y="89"/>
                  </a:cubicBezTo>
                  <a:cubicBezTo>
                    <a:pt x="109" y="89"/>
                    <a:pt x="175" y="105"/>
                    <a:pt x="233" y="147"/>
                  </a:cubicBezTo>
                  <a:cubicBezTo>
                    <a:pt x="241" y="147"/>
                    <a:pt x="241" y="155"/>
                    <a:pt x="249" y="155"/>
                  </a:cubicBezTo>
                  <a:cubicBezTo>
                    <a:pt x="249" y="155"/>
                    <a:pt x="249" y="163"/>
                    <a:pt x="249" y="163"/>
                  </a:cubicBezTo>
                  <a:cubicBezTo>
                    <a:pt x="258" y="163"/>
                    <a:pt x="258" y="163"/>
                    <a:pt x="266" y="172"/>
                  </a:cubicBezTo>
                  <a:cubicBezTo>
                    <a:pt x="274" y="180"/>
                    <a:pt x="291" y="197"/>
                    <a:pt x="299" y="205"/>
                  </a:cubicBezTo>
                  <a:cubicBezTo>
                    <a:pt x="307" y="213"/>
                    <a:pt x="307" y="221"/>
                    <a:pt x="316" y="221"/>
                  </a:cubicBezTo>
                  <a:cubicBezTo>
                    <a:pt x="324" y="230"/>
                    <a:pt x="332" y="238"/>
                    <a:pt x="341" y="246"/>
                  </a:cubicBezTo>
                  <a:cubicBezTo>
                    <a:pt x="349" y="255"/>
                    <a:pt x="365" y="271"/>
                    <a:pt x="382" y="279"/>
                  </a:cubicBezTo>
                  <a:cubicBezTo>
                    <a:pt x="386" y="282"/>
                    <a:pt x="391" y="283"/>
                    <a:pt x="395" y="283"/>
                  </a:cubicBezTo>
                  <a:cubicBezTo>
                    <a:pt x="407" y="283"/>
                    <a:pt x="417" y="275"/>
                    <a:pt x="423" y="263"/>
                  </a:cubicBezTo>
                  <a:cubicBezTo>
                    <a:pt x="432" y="246"/>
                    <a:pt x="423" y="238"/>
                    <a:pt x="423" y="221"/>
                  </a:cubicBezTo>
                  <a:cubicBezTo>
                    <a:pt x="423" y="221"/>
                    <a:pt x="423" y="213"/>
                    <a:pt x="423" y="205"/>
                  </a:cubicBezTo>
                  <a:cubicBezTo>
                    <a:pt x="423" y="205"/>
                    <a:pt x="420" y="201"/>
                    <a:pt x="417" y="201"/>
                  </a:cubicBezTo>
                  <a:cubicBezTo>
                    <a:pt x="416" y="201"/>
                    <a:pt x="415" y="202"/>
                    <a:pt x="415" y="205"/>
                  </a:cubicBezTo>
                  <a:lnTo>
                    <a:pt x="415" y="197"/>
                  </a:lnTo>
                  <a:cubicBezTo>
                    <a:pt x="415" y="197"/>
                    <a:pt x="415" y="188"/>
                    <a:pt x="415" y="188"/>
                  </a:cubicBezTo>
                  <a:cubicBezTo>
                    <a:pt x="415" y="180"/>
                    <a:pt x="407" y="172"/>
                    <a:pt x="407" y="163"/>
                  </a:cubicBezTo>
                  <a:cubicBezTo>
                    <a:pt x="399" y="155"/>
                    <a:pt x="390" y="147"/>
                    <a:pt x="382" y="130"/>
                  </a:cubicBezTo>
                  <a:cubicBezTo>
                    <a:pt x="357" y="105"/>
                    <a:pt x="324" y="72"/>
                    <a:pt x="283" y="56"/>
                  </a:cubicBezTo>
                  <a:cubicBezTo>
                    <a:pt x="230" y="23"/>
                    <a:pt x="163" y="1"/>
                    <a:pt x="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29"/>
            <p:cNvSpPr/>
            <p:nvPr/>
          </p:nvSpPr>
          <p:spPr>
            <a:xfrm>
              <a:off x="5532125" y="1564750"/>
              <a:ext cx="5825" cy="4500"/>
            </a:xfrm>
            <a:custGeom>
              <a:rect b="b" l="l" r="r" t="t"/>
              <a:pathLst>
                <a:path extrusionOk="0" h="180" w="233">
                  <a:moveTo>
                    <a:pt x="42" y="0"/>
                  </a:moveTo>
                  <a:cubicBezTo>
                    <a:pt x="25" y="0"/>
                    <a:pt x="17" y="9"/>
                    <a:pt x="17" y="17"/>
                  </a:cubicBezTo>
                  <a:cubicBezTo>
                    <a:pt x="1" y="42"/>
                    <a:pt x="9" y="67"/>
                    <a:pt x="25" y="83"/>
                  </a:cubicBezTo>
                  <a:cubicBezTo>
                    <a:pt x="42" y="91"/>
                    <a:pt x="59" y="91"/>
                    <a:pt x="67" y="100"/>
                  </a:cubicBezTo>
                  <a:cubicBezTo>
                    <a:pt x="83" y="108"/>
                    <a:pt x="92" y="125"/>
                    <a:pt x="108" y="133"/>
                  </a:cubicBezTo>
                  <a:lnTo>
                    <a:pt x="141" y="158"/>
                  </a:lnTo>
                  <a:cubicBezTo>
                    <a:pt x="150" y="158"/>
                    <a:pt x="158" y="166"/>
                    <a:pt x="166" y="166"/>
                  </a:cubicBezTo>
                  <a:lnTo>
                    <a:pt x="175" y="166"/>
                  </a:lnTo>
                  <a:cubicBezTo>
                    <a:pt x="175" y="174"/>
                    <a:pt x="183" y="174"/>
                    <a:pt x="183" y="174"/>
                  </a:cubicBezTo>
                  <a:cubicBezTo>
                    <a:pt x="190" y="178"/>
                    <a:pt x="197" y="180"/>
                    <a:pt x="203" y="180"/>
                  </a:cubicBezTo>
                  <a:cubicBezTo>
                    <a:pt x="212" y="180"/>
                    <a:pt x="219" y="176"/>
                    <a:pt x="224" y="166"/>
                  </a:cubicBezTo>
                  <a:cubicBezTo>
                    <a:pt x="233" y="158"/>
                    <a:pt x="233" y="141"/>
                    <a:pt x="224" y="133"/>
                  </a:cubicBezTo>
                  <a:cubicBezTo>
                    <a:pt x="216" y="116"/>
                    <a:pt x="208" y="100"/>
                    <a:pt x="199" y="83"/>
                  </a:cubicBezTo>
                  <a:lnTo>
                    <a:pt x="199" y="91"/>
                  </a:lnTo>
                  <a:cubicBezTo>
                    <a:pt x="183" y="75"/>
                    <a:pt x="175" y="67"/>
                    <a:pt x="166" y="58"/>
                  </a:cubicBezTo>
                  <a:cubicBezTo>
                    <a:pt x="133" y="33"/>
                    <a:pt x="108" y="17"/>
                    <a:pt x="75" y="9"/>
                  </a:cubicBezTo>
                  <a:cubicBezTo>
                    <a:pt x="59" y="0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29"/>
            <p:cNvSpPr/>
            <p:nvPr/>
          </p:nvSpPr>
          <p:spPr>
            <a:xfrm>
              <a:off x="5620375" y="1580800"/>
              <a:ext cx="10175" cy="4425"/>
            </a:xfrm>
            <a:custGeom>
              <a:rect b="b" l="l" r="r" t="t"/>
              <a:pathLst>
                <a:path extrusionOk="0" h="177" w="407">
                  <a:moveTo>
                    <a:pt x="296" y="1"/>
                  </a:moveTo>
                  <a:cubicBezTo>
                    <a:pt x="283" y="1"/>
                    <a:pt x="268" y="5"/>
                    <a:pt x="257" y="5"/>
                  </a:cubicBezTo>
                  <a:cubicBezTo>
                    <a:pt x="240" y="5"/>
                    <a:pt x="224" y="13"/>
                    <a:pt x="207" y="13"/>
                  </a:cubicBezTo>
                  <a:cubicBezTo>
                    <a:pt x="149" y="29"/>
                    <a:pt x="91" y="54"/>
                    <a:pt x="33" y="79"/>
                  </a:cubicBezTo>
                  <a:cubicBezTo>
                    <a:pt x="8" y="87"/>
                    <a:pt x="0" y="121"/>
                    <a:pt x="8" y="145"/>
                  </a:cubicBezTo>
                  <a:cubicBezTo>
                    <a:pt x="20" y="163"/>
                    <a:pt x="37" y="177"/>
                    <a:pt x="54" y="177"/>
                  </a:cubicBezTo>
                  <a:cubicBezTo>
                    <a:pt x="61" y="177"/>
                    <a:pt x="68" y="175"/>
                    <a:pt x="75" y="170"/>
                  </a:cubicBezTo>
                  <a:cubicBezTo>
                    <a:pt x="124" y="154"/>
                    <a:pt x="182" y="145"/>
                    <a:pt x="232" y="137"/>
                  </a:cubicBezTo>
                  <a:cubicBezTo>
                    <a:pt x="240" y="129"/>
                    <a:pt x="249" y="129"/>
                    <a:pt x="257" y="129"/>
                  </a:cubicBezTo>
                  <a:lnTo>
                    <a:pt x="265" y="129"/>
                  </a:lnTo>
                  <a:cubicBezTo>
                    <a:pt x="282" y="129"/>
                    <a:pt x="298" y="129"/>
                    <a:pt x="315" y="121"/>
                  </a:cubicBezTo>
                  <a:cubicBezTo>
                    <a:pt x="323" y="121"/>
                    <a:pt x="332" y="121"/>
                    <a:pt x="332" y="112"/>
                  </a:cubicBezTo>
                  <a:cubicBezTo>
                    <a:pt x="340" y="112"/>
                    <a:pt x="348" y="112"/>
                    <a:pt x="348" y="104"/>
                  </a:cubicBezTo>
                  <a:cubicBezTo>
                    <a:pt x="365" y="104"/>
                    <a:pt x="381" y="96"/>
                    <a:pt x="398" y="87"/>
                  </a:cubicBezTo>
                  <a:cubicBezTo>
                    <a:pt x="406" y="71"/>
                    <a:pt x="406" y="46"/>
                    <a:pt x="398" y="38"/>
                  </a:cubicBezTo>
                  <a:cubicBezTo>
                    <a:pt x="381" y="21"/>
                    <a:pt x="365" y="21"/>
                    <a:pt x="348" y="13"/>
                  </a:cubicBezTo>
                  <a:lnTo>
                    <a:pt x="340" y="13"/>
                  </a:lnTo>
                  <a:cubicBezTo>
                    <a:pt x="332" y="13"/>
                    <a:pt x="323" y="5"/>
                    <a:pt x="315" y="5"/>
                  </a:cubicBezTo>
                  <a:cubicBezTo>
                    <a:pt x="310" y="2"/>
                    <a:pt x="303" y="1"/>
                    <a:pt x="2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29"/>
            <p:cNvSpPr/>
            <p:nvPr/>
          </p:nvSpPr>
          <p:spPr>
            <a:xfrm>
              <a:off x="5627400" y="1576475"/>
              <a:ext cx="7700" cy="2875"/>
            </a:xfrm>
            <a:custGeom>
              <a:rect b="b" l="l" r="r" t="t"/>
              <a:pathLst>
                <a:path extrusionOk="0" h="115" w="308">
                  <a:moveTo>
                    <a:pt x="106" y="1"/>
                  </a:moveTo>
                  <a:cubicBezTo>
                    <a:pt x="88" y="1"/>
                    <a:pt x="69" y="2"/>
                    <a:pt x="51" y="4"/>
                  </a:cubicBezTo>
                  <a:cubicBezTo>
                    <a:pt x="26" y="4"/>
                    <a:pt x="1" y="20"/>
                    <a:pt x="1" y="53"/>
                  </a:cubicBezTo>
                  <a:cubicBezTo>
                    <a:pt x="9" y="78"/>
                    <a:pt x="26" y="103"/>
                    <a:pt x="51" y="103"/>
                  </a:cubicBezTo>
                  <a:cubicBezTo>
                    <a:pt x="62" y="100"/>
                    <a:pt x="73" y="99"/>
                    <a:pt x="84" y="99"/>
                  </a:cubicBezTo>
                  <a:cubicBezTo>
                    <a:pt x="106" y="99"/>
                    <a:pt x="128" y="103"/>
                    <a:pt x="150" y="103"/>
                  </a:cubicBezTo>
                  <a:lnTo>
                    <a:pt x="191" y="103"/>
                  </a:lnTo>
                  <a:cubicBezTo>
                    <a:pt x="208" y="111"/>
                    <a:pt x="225" y="111"/>
                    <a:pt x="241" y="111"/>
                  </a:cubicBezTo>
                  <a:cubicBezTo>
                    <a:pt x="247" y="113"/>
                    <a:pt x="253" y="114"/>
                    <a:pt x="259" y="114"/>
                  </a:cubicBezTo>
                  <a:cubicBezTo>
                    <a:pt x="277" y="114"/>
                    <a:pt x="293" y="103"/>
                    <a:pt x="299" y="78"/>
                  </a:cubicBezTo>
                  <a:cubicBezTo>
                    <a:pt x="307" y="53"/>
                    <a:pt x="291" y="28"/>
                    <a:pt x="266" y="20"/>
                  </a:cubicBezTo>
                  <a:lnTo>
                    <a:pt x="266" y="28"/>
                  </a:lnTo>
                  <a:cubicBezTo>
                    <a:pt x="216" y="10"/>
                    <a:pt x="162" y="1"/>
                    <a:pt x="1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29"/>
            <p:cNvSpPr/>
            <p:nvPr/>
          </p:nvSpPr>
          <p:spPr>
            <a:xfrm>
              <a:off x="5541800" y="1535025"/>
              <a:ext cx="10225" cy="10475"/>
            </a:xfrm>
            <a:custGeom>
              <a:rect b="b" l="l" r="r" t="t"/>
              <a:pathLst>
                <a:path extrusionOk="0" h="419" w="409">
                  <a:moveTo>
                    <a:pt x="359" y="0"/>
                  </a:moveTo>
                  <a:cubicBezTo>
                    <a:pt x="347" y="0"/>
                    <a:pt x="334" y="5"/>
                    <a:pt x="326" y="13"/>
                  </a:cubicBezTo>
                  <a:cubicBezTo>
                    <a:pt x="276" y="63"/>
                    <a:pt x="218" y="121"/>
                    <a:pt x="169" y="179"/>
                  </a:cubicBezTo>
                  <a:cubicBezTo>
                    <a:pt x="119" y="245"/>
                    <a:pt x="69" y="303"/>
                    <a:pt x="20" y="361"/>
                  </a:cubicBezTo>
                  <a:cubicBezTo>
                    <a:pt x="0" y="387"/>
                    <a:pt x="21" y="418"/>
                    <a:pt x="48" y="418"/>
                  </a:cubicBezTo>
                  <a:cubicBezTo>
                    <a:pt x="55" y="418"/>
                    <a:pt x="62" y="416"/>
                    <a:pt x="69" y="411"/>
                  </a:cubicBezTo>
                  <a:cubicBezTo>
                    <a:pt x="119" y="353"/>
                    <a:pt x="177" y="303"/>
                    <a:pt x="235" y="245"/>
                  </a:cubicBezTo>
                  <a:cubicBezTo>
                    <a:pt x="293" y="187"/>
                    <a:pt x="343" y="129"/>
                    <a:pt x="392" y="71"/>
                  </a:cubicBezTo>
                  <a:cubicBezTo>
                    <a:pt x="401" y="54"/>
                    <a:pt x="409" y="29"/>
                    <a:pt x="392" y="13"/>
                  </a:cubicBezTo>
                  <a:cubicBezTo>
                    <a:pt x="384" y="5"/>
                    <a:pt x="372" y="0"/>
                    <a:pt x="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29"/>
            <p:cNvSpPr/>
            <p:nvPr/>
          </p:nvSpPr>
          <p:spPr>
            <a:xfrm>
              <a:off x="5566300" y="1529500"/>
              <a:ext cx="6650" cy="2325"/>
            </a:xfrm>
            <a:custGeom>
              <a:rect b="b" l="l" r="r" t="t"/>
              <a:pathLst>
                <a:path extrusionOk="0" h="93" w="266">
                  <a:moveTo>
                    <a:pt x="35" y="0"/>
                  </a:moveTo>
                  <a:cubicBezTo>
                    <a:pt x="19" y="0"/>
                    <a:pt x="1" y="21"/>
                    <a:pt x="1" y="35"/>
                  </a:cubicBezTo>
                  <a:cubicBezTo>
                    <a:pt x="1" y="52"/>
                    <a:pt x="9" y="68"/>
                    <a:pt x="34" y="76"/>
                  </a:cubicBezTo>
                  <a:cubicBezTo>
                    <a:pt x="42" y="76"/>
                    <a:pt x="59" y="76"/>
                    <a:pt x="75" y="85"/>
                  </a:cubicBezTo>
                  <a:lnTo>
                    <a:pt x="133" y="85"/>
                  </a:lnTo>
                  <a:cubicBezTo>
                    <a:pt x="158" y="85"/>
                    <a:pt x="191" y="93"/>
                    <a:pt x="224" y="93"/>
                  </a:cubicBezTo>
                  <a:cubicBezTo>
                    <a:pt x="258" y="93"/>
                    <a:pt x="266" y="43"/>
                    <a:pt x="233" y="35"/>
                  </a:cubicBezTo>
                  <a:cubicBezTo>
                    <a:pt x="200" y="27"/>
                    <a:pt x="175" y="27"/>
                    <a:pt x="142" y="18"/>
                  </a:cubicBezTo>
                  <a:cubicBezTo>
                    <a:pt x="125" y="10"/>
                    <a:pt x="108" y="10"/>
                    <a:pt x="84" y="2"/>
                  </a:cubicBezTo>
                  <a:lnTo>
                    <a:pt x="42" y="2"/>
                  </a:lnTo>
                  <a:cubicBezTo>
                    <a:pt x="40" y="1"/>
                    <a:pt x="37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29"/>
            <p:cNvSpPr/>
            <p:nvPr/>
          </p:nvSpPr>
          <p:spPr>
            <a:xfrm>
              <a:off x="5580575" y="1538025"/>
              <a:ext cx="6050" cy="17800"/>
            </a:xfrm>
            <a:custGeom>
              <a:rect b="b" l="l" r="r" t="t"/>
              <a:pathLst>
                <a:path extrusionOk="0" h="712" w="242">
                  <a:moveTo>
                    <a:pt x="59" y="0"/>
                  </a:moveTo>
                  <a:cubicBezTo>
                    <a:pt x="23" y="0"/>
                    <a:pt x="0" y="56"/>
                    <a:pt x="35" y="83"/>
                  </a:cubicBezTo>
                  <a:cubicBezTo>
                    <a:pt x="109" y="141"/>
                    <a:pt x="126" y="249"/>
                    <a:pt x="134" y="332"/>
                  </a:cubicBezTo>
                  <a:cubicBezTo>
                    <a:pt x="142" y="390"/>
                    <a:pt x="151" y="448"/>
                    <a:pt x="159" y="506"/>
                  </a:cubicBezTo>
                  <a:cubicBezTo>
                    <a:pt x="159" y="539"/>
                    <a:pt x="159" y="564"/>
                    <a:pt x="159" y="589"/>
                  </a:cubicBezTo>
                  <a:cubicBezTo>
                    <a:pt x="159" y="622"/>
                    <a:pt x="151" y="655"/>
                    <a:pt x="151" y="688"/>
                  </a:cubicBezTo>
                  <a:cubicBezTo>
                    <a:pt x="155" y="703"/>
                    <a:pt x="166" y="711"/>
                    <a:pt x="177" y="711"/>
                  </a:cubicBezTo>
                  <a:cubicBezTo>
                    <a:pt x="185" y="711"/>
                    <a:pt x="193" y="707"/>
                    <a:pt x="200" y="696"/>
                  </a:cubicBezTo>
                  <a:cubicBezTo>
                    <a:pt x="242" y="647"/>
                    <a:pt x="242" y="564"/>
                    <a:pt x="242" y="506"/>
                  </a:cubicBezTo>
                  <a:cubicBezTo>
                    <a:pt x="242" y="431"/>
                    <a:pt x="233" y="365"/>
                    <a:pt x="217" y="299"/>
                  </a:cubicBezTo>
                  <a:cubicBezTo>
                    <a:pt x="200" y="191"/>
                    <a:pt x="175" y="75"/>
                    <a:pt x="84" y="9"/>
                  </a:cubicBezTo>
                  <a:cubicBezTo>
                    <a:pt x="76" y="3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29"/>
            <p:cNvSpPr/>
            <p:nvPr/>
          </p:nvSpPr>
          <p:spPr>
            <a:xfrm>
              <a:off x="5584250" y="1556300"/>
              <a:ext cx="4250" cy="7775"/>
            </a:xfrm>
            <a:custGeom>
              <a:rect b="b" l="l" r="r" t="t"/>
              <a:pathLst>
                <a:path extrusionOk="0" h="311" w="170">
                  <a:moveTo>
                    <a:pt x="147" y="0"/>
                  </a:moveTo>
                  <a:cubicBezTo>
                    <a:pt x="139" y="0"/>
                    <a:pt x="131" y="5"/>
                    <a:pt x="128" y="15"/>
                  </a:cubicBezTo>
                  <a:cubicBezTo>
                    <a:pt x="111" y="32"/>
                    <a:pt x="111" y="48"/>
                    <a:pt x="95" y="73"/>
                  </a:cubicBezTo>
                  <a:cubicBezTo>
                    <a:pt x="86" y="98"/>
                    <a:pt x="78" y="115"/>
                    <a:pt x="70" y="139"/>
                  </a:cubicBezTo>
                  <a:cubicBezTo>
                    <a:pt x="53" y="181"/>
                    <a:pt x="37" y="222"/>
                    <a:pt x="12" y="264"/>
                  </a:cubicBezTo>
                  <a:cubicBezTo>
                    <a:pt x="0" y="287"/>
                    <a:pt x="22" y="311"/>
                    <a:pt x="44" y="311"/>
                  </a:cubicBezTo>
                  <a:cubicBezTo>
                    <a:pt x="53" y="311"/>
                    <a:pt x="63" y="307"/>
                    <a:pt x="70" y="297"/>
                  </a:cubicBezTo>
                  <a:cubicBezTo>
                    <a:pt x="95" y="255"/>
                    <a:pt x="120" y="214"/>
                    <a:pt x="144" y="164"/>
                  </a:cubicBezTo>
                  <a:cubicBezTo>
                    <a:pt x="153" y="139"/>
                    <a:pt x="153" y="123"/>
                    <a:pt x="161" y="98"/>
                  </a:cubicBezTo>
                  <a:cubicBezTo>
                    <a:pt x="169" y="73"/>
                    <a:pt x="169" y="48"/>
                    <a:pt x="169" y="23"/>
                  </a:cubicBezTo>
                  <a:cubicBezTo>
                    <a:pt x="169" y="9"/>
                    <a:pt x="158" y="0"/>
                    <a:pt x="1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29"/>
            <p:cNvSpPr/>
            <p:nvPr/>
          </p:nvSpPr>
          <p:spPr>
            <a:xfrm>
              <a:off x="5604000" y="1539525"/>
              <a:ext cx="7475" cy="7775"/>
            </a:xfrm>
            <a:custGeom>
              <a:rect b="b" l="l" r="r" t="t"/>
              <a:pathLst>
                <a:path extrusionOk="0" h="311" w="299">
                  <a:moveTo>
                    <a:pt x="228" y="1"/>
                  </a:moveTo>
                  <a:cubicBezTo>
                    <a:pt x="224" y="1"/>
                    <a:pt x="220" y="3"/>
                    <a:pt x="216" y="7"/>
                  </a:cubicBezTo>
                  <a:cubicBezTo>
                    <a:pt x="199" y="7"/>
                    <a:pt x="183" y="15"/>
                    <a:pt x="166" y="23"/>
                  </a:cubicBezTo>
                  <a:cubicBezTo>
                    <a:pt x="141" y="48"/>
                    <a:pt x="117" y="65"/>
                    <a:pt x="92" y="90"/>
                  </a:cubicBezTo>
                  <a:cubicBezTo>
                    <a:pt x="75" y="106"/>
                    <a:pt x="67" y="115"/>
                    <a:pt x="59" y="131"/>
                  </a:cubicBezTo>
                  <a:cubicBezTo>
                    <a:pt x="50" y="139"/>
                    <a:pt x="42" y="156"/>
                    <a:pt x="34" y="164"/>
                  </a:cubicBezTo>
                  <a:cubicBezTo>
                    <a:pt x="17" y="197"/>
                    <a:pt x="9" y="222"/>
                    <a:pt x="1" y="255"/>
                  </a:cubicBezTo>
                  <a:cubicBezTo>
                    <a:pt x="1" y="272"/>
                    <a:pt x="9" y="297"/>
                    <a:pt x="25" y="305"/>
                  </a:cubicBezTo>
                  <a:cubicBezTo>
                    <a:pt x="29" y="309"/>
                    <a:pt x="35" y="311"/>
                    <a:pt x="43" y="311"/>
                  </a:cubicBezTo>
                  <a:cubicBezTo>
                    <a:pt x="53" y="311"/>
                    <a:pt x="66" y="306"/>
                    <a:pt x="75" y="297"/>
                  </a:cubicBezTo>
                  <a:cubicBezTo>
                    <a:pt x="92" y="272"/>
                    <a:pt x="108" y="255"/>
                    <a:pt x="125" y="239"/>
                  </a:cubicBezTo>
                  <a:cubicBezTo>
                    <a:pt x="133" y="231"/>
                    <a:pt x="141" y="214"/>
                    <a:pt x="150" y="206"/>
                  </a:cubicBezTo>
                  <a:cubicBezTo>
                    <a:pt x="158" y="197"/>
                    <a:pt x="175" y="189"/>
                    <a:pt x="183" y="181"/>
                  </a:cubicBezTo>
                  <a:cubicBezTo>
                    <a:pt x="191" y="173"/>
                    <a:pt x="199" y="164"/>
                    <a:pt x="208" y="156"/>
                  </a:cubicBezTo>
                  <a:cubicBezTo>
                    <a:pt x="216" y="148"/>
                    <a:pt x="216" y="139"/>
                    <a:pt x="224" y="139"/>
                  </a:cubicBezTo>
                  <a:cubicBezTo>
                    <a:pt x="224" y="139"/>
                    <a:pt x="233" y="139"/>
                    <a:pt x="233" y="131"/>
                  </a:cubicBezTo>
                  <a:cubicBezTo>
                    <a:pt x="241" y="123"/>
                    <a:pt x="257" y="115"/>
                    <a:pt x="266" y="98"/>
                  </a:cubicBezTo>
                  <a:cubicBezTo>
                    <a:pt x="274" y="98"/>
                    <a:pt x="282" y="81"/>
                    <a:pt x="282" y="73"/>
                  </a:cubicBezTo>
                  <a:cubicBezTo>
                    <a:pt x="291" y="65"/>
                    <a:pt x="291" y="57"/>
                    <a:pt x="291" y="48"/>
                  </a:cubicBezTo>
                  <a:cubicBezTo>
                    <a:pt x="299" y="32"/>
                    <a:pt x="291" y="15"/>
                    <a:pt x="266" y="7"/>
                  </a:cubicBezTo>
                  <a:cubicBezTo>
                    <a:pt x="260" y="7"/>
                    <a:pt x="255" y="3"/>
                    <a:pt x="249" y="3"/>
                  </a:cubicBezTo>
                  <a:cubicBezTo>
                    <a:pt x="246" y="3"/>
                    <a:pt x="244" y="4"/>
                    <a:pt x="241" y="7"/>
                  </a:cubicBezTo>
                  <a:cubicBezTo>
                    <a:pt x="237" y="3"/>
                    <a:pt x="233" y="1"/>
                    <a:pt x="2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29"/>
            <p:cNvSpPr/>
            <p:nvPr/>
          </p:nvSpPr>
          <p:spPr>
            <a:xfrm>
              <a:off x="5610100" y="1538825"/>
              <a:ext cx="7750" cy="5525"/>
            </a:xfrm>
            <a:custGeom>
              <a:rect b="b" l="l" r="r" t="t"/>
              <a:pathLst>
                <a:path extrusionOk="0" h="221" w="310">
                  <a:moveTo>
                    <a:pt x="285" y="0"/>
                  </a:moveTo>
                  <a:cubicBezTo>
                    <a:pt x="283" y="0"/>
                    <a:pt x="281" y="1"/>
                    <a:pt x="279" y="2"/>
                  </a:cubicBezTo>
                  <a:cubicBezTo>
                    <a:pt x="262" y="2"/>
                    <a:pt x="245" y="2"/>
                    <a:pt x="237" y="10"/>
                  </a:cubicBezTo>
                  <a:cubicBezTo>
                    <a:pt x="229" y="18"/>
                    <a:pt x="212" y="27"/>
                    <a:pt x="204" y="27"/>
                  </a:cubicBezTo>
                  <a:cubicBezTo>
                    <a:pt x="179" y="43"/>
                    <a:pt x="163" y="60"/>
                    <a:pt x="138" y="76"/>
                  </a:cubicBezTo>
                  <a:cubicBezTo>
                    <a:pt x="96" y="101"/>
                    <a:pt x="55" y="134"/>
                    <a:pt x="22" y="167"/>
                  </a:cubicBezTo>
                  <a:cubicBezTo>
                    <a:pt x="1" y="188"/>
                    <a:pt x="21" y="221"/>
                    <a:pt x="43" y="221"/>
                  </a:cubicBezTo>
                  <a:cubicBezTo>
                    <a:pt x="47" y="221"/>
                    <a:pt x="51" y="220"/>
                    <a:pt x="55" y="217"/>
                  </a:cubicBezTo>
                  <a:cubicBezTo>
                    <a:pt x="96" y="184"/>
                    <a:pt x="138" y="159"/>
                    <a:pt x="179" y="134"/>
                  </a:cubicBezTo>
                  <a:cubicBezTo>
                    <a:pt x="196" y="118"/>
                    <a:pt x="221" y="101"/>
                    <a:pt x="237" y="93"/>
                  </a:cubicBezTo>
                  <a:cubicBezTo>
                    <a:pt x="245" y="85"/>
                    <a:pt x="262" y="76"/>
                    <a:pt x="270" y="68"/>
                  </a:cubicBezTo>
                  <a:cubicBezTo>
                    <a:pt x="279" y="60"/>
                    <a:pt x="287" y="51"/>
                    <a:pt x="295" y="43"/>
                  </a:cubicBezTo>
                  <a:cubicBezTo>
                    <a:pt x="310" y="22"/>
                    <a:pt x="299" y="0"/>
                    <a:pt x="2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29"/>
            <p:cNvSpPr/>
            <p:nvPr/>
          </p:nvSpPr>
          <p:spPr>
            <a:xfrm>
              <a:off x="5624100" y="1544550"/>
              <a:ext cx="9975" cy="2625"/>
            </a:xfrm>
            <a:custGeom>
              <a:rect b="b" l="l" r="r" t="t"/>
              <a:pathLst>
                <a:path extrusionOk="0" h="105" w="399">
                  <a:moveTo>
                    <a:pt x="307" y="1"/>
                  </a:moveTo>
                  <a:cubicBezTo>
                    <a:pt x="299" y="1"/>
                    <a:pt x="290" y="2"/>
                    <a:pt x="282" y="5"/>
                  </a:cubicBezTo>
                  <a:cubicBezTo>
                    <a:pt x="249" y="5"/>
                    <a:pt x="224" y="5"/>
                    <a:pt x="199" y="13"/>
                  </a:cubicBezTo>
                  <a:cubicBezTo>
                    <a:pt x="141" y="21"/>
                    <a:pt x="91" y="30"/>
                    <a:pt x="42" y="38"/>
                  </a:cubicBezTo>
                  <a:cubicBezTo>
                    <a:pt x="0" y="38"/>
                    <a:pt x="9" y="104"/>
                    <a:pt x="50" y="104"/>
                  </a:cubicBezTo>
                  <a:lnTo>
                    <a:pt x="50" y="96"/>
                  </a:lnTo>
                  <a:cubicBezTo>
                    <a:pt x="100" y="96"/>
                    <a:pt x="158" y="87"/>
                    <a:pt x="207" y="87"/>
                  </a:cubicBezTo>
                  <a:cubicBezTo>
                    <a:pt x="232" y="79"/>
                    <a:pt x="265" y="79"/>
                    <a:pt x="290" y="71"/>
                  </a:cubicBezTo>
                  <a:cubicBezTo>
                    <a:pt x="315" y="71"/>
                    <a:pt x="340" y="63"/>
                    <a:pt x="365" y="54"/>
                  </a:cubicBezTo>
                  <a:cubicBezTo>
                    <a:pt x="398" y="46"/>
                    <a:pt x="390" y="5"/>
                    <a:pt x="357" y="5"/>
                  </a:cubicBezTo>
                  <a:cubicBezTo>
                    <a:pt x="340" y="5"/>
                    <a:pt x="323" y="1"/>
                    <a:pt x="3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29"/>
            <p:cNvSpPr/>
            <p:nvPr/>
          </p:nvSpPr>
          <p:spPr>
            <a:xfrm>
              <a:off x="5672125" y="1607925"/>
              <a:ext cx="11450" cy="3650"/>
            </a:xfrm>
            <a:custGeom>
              <a:rect b="b" l="l" r="r" t="t"/>
              <a:pathLst>
                <a:path extrusionOk="0" h="146" w="458">
                  <a:moveTo>
                    <a:pt x="64" y="0"/>
                  </a:moveTo>
                  <a:cubicBezTo>
                    <a:pt x="25" y="0"/>
                    <a:pt x="0" y="59"/>
                    <a:pt x="43" y="88"/>
                  </a:cubicBezTo>
                  <a:cubicBezTo>
                    <a:pt x="101" y="121"/>
                    <a:pt x="176" y="146"/>
                    <a:pt x="242" y="146"/>
                  </a:cubicBezTo>
                  <a:cubicBezTo>
                    <a:pt x="316" y="146"/>
                    <a:pt x="391" y="129"/>
                    <a:pt x="441" y="71"/>
                  </a:cubicBezTo>
                  <a:cubicBezTo>
                    <a:pt x="457" y="55"/>
                    <a:pt x="441" y="30"/>
                    <a:pt x="416" y="30"/>
                  </a:cubicBezTo>
                  <a:cubicBezTo>
                    <a:pt x="358" y="46"/>
                    <a:pt x="300" y="55"/>
                    <a:pt x="242" y="55"/>
                  </a:cubicBezTo>
                  <a:cubicBezTo>
                    <a:pt x="184" y="46"/>
                    <a:pt x="134" y="38"/>
                    <a:pt x="84" y="5"/>
                  </a:cubicBezTo>
                  <a:cubicBezTo>
                    <a:pt x="78" y="2"/>
                    <a:pt x="71" y="0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29"/>
            <p:cNvSpPr/>
            <p:nvPr/>
          </p:nvSpPr>
          <p:spPr>
            <a:xfrm>
              <a:off x="5674625" y="1612200"/>
              <a:ext cx="11625" cy="2700"/>
            </a:xfrm>
            <a:custGeom>
              <a:rect b="b" l="l" r="r" t="t"/>
              <a:pathLst>
                <a:path extrusionOk="0" h="108" w="465">
                  <a:moveTo>
                    <a:pt x="317" y="1"/>
                  </a:moveTo>
                  <a:cubicBezTo>
                    <a:pt x="225" y="1"/>
                    <a:pt x="134" y="11"/>
                    <a:pt x="42" y="16"/>
                  </a:cubicBezTo>
                  <a:cubicBezTo>
                    <a:pt x="26" y="16"/>
                    <a:pt x="1" y="33"/>
                    <a:pt x="1" y="66"/>
                  </a:cubicBezTo>
                  <a:cubicBezTo>
                    <a:pt x="1" y="83"/>
                    <a:pt x="26" y="107"/>
                    <a:pt x="42" y="107"/>
                  </a:cubicBezTo>
                  <a:cubicBezTo>
                    <a:pt x="175" y="99"/>
                    <a:pt x="308" y="99"/>
                    <a:pt x="440" y="66"/>
                  </a:cubicBezTo>
                  <a:cubicBezTo>
                    <a:pt x="465" y="58"/>
                    <a:pt x="465" y="16"/>
                    <a:pt x="440" y="8"/>
                  </a:cubicBezTo>
                  <a:cubicBezTo>
                    <a:pt x="399" y="3"/>
                    <a:pt x="358" y="1"/>
                    <a:pt x="3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29"/>
            <p:cNvSpPr/>
            <p:nvPr/>
          </p:nvSpPr>
          <p:spPr>
            <a:xfrm>
              <a:off x="5694500" y="1618875"/>
              <a:ext cx="10200" cy="15775"/>
            </a:xfrm>
            <a:custGeom>
              <a:rect b="b" l="l" r="r" t="t"/>
              <a:pathLst>
                <a:path extrusionOk="0" h="631" w="408">
                  <a:moveTo>
                    <a:pt x="48" y="0"/>
                  </a:moveTo>
                  <a:cubicBezTo>
                    <a:pt x="17" y="0"/>
                    <a:pt x="0" y="44"/>
                    <a:pt x="35" y="64"/>
                  </a:cubicBezTo>
                  <a:cubicBezTo>
                    <a:pt x="117" y="130"/>
                    <a:pt x="184" y="213"/>
                    <a:pt x="225" y="313"/>
                  </a:cubicBezTo>
                  <a:cubicBezTo>
                    <a:pt x="267" y="412"/>
                    <a:pt x="275" y="512"/>
                    <a:pt x="300" y="611"/>
                  </a:cubicBezTo>
                  <a:cubicBezTo>
                    <a:pt x="304" y="625"/>
                    <a:pt x="314" y="631"/>
                    <a:pt x="323" y="631"/>
                  </a:cubicBezTo>
                  <a:cubicBezTo>
                    <a:pt x="330" y="631"/>
                    <a:pt x="337" y="627"/>
                    <a:pt x="341" y="619"/>
                  </a:cubicBezTo>
                  <a:cubicBezTo>
                    <a:pt x="407" y="512"/>
                    <a:pt x="374" y="362"/>
                    <a:pt x="325" y="263"/>
                  </a:cubicBezTo>
                  <a:cubicBezTo>
                    <a:pt x="267" y="147"/>
                    <a:pt x="184" y="56"/>
                    <a:pt x="68" y="6"/>
                  </a:cubicBezTo>
                  <a:cubicBezTo>
                    <a:pt x="61" y="2"/>
                    <a:pt x="54" y="0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29"/>
            <p:cNvSpPr/>
            <p:nvPr/>
          </p:nvSpPr>
          <p:spPr>
            <a:xfrm>
              <a:off x="5704250" y="1636350"/>
              <a:ext cx="4175" cy="13175"/>
            </a:xfrm>
            <a:custGeom>
              <a:rect b="b" l="l" r="r" t="t"/>
              <a:pathLst>
                <a:path extrusionOk="0" h="527" w="167">
                  <a:moveTo>
                    <a:pt x="48" y="1"/>
                  </a:moveTo>
                  <a:cubicBezTo>
                    <a:pt x="43" y="1"/>
                    <a:pt x="38" y="2"/>
                    <a:pt x="34" y="3"/>
                  </a:cubicBezTo>
                  <a:cubicBezTo>
                    <a:pt x="9" y="11"/>
                    <a:pt x="1" y="36"/>
                    <a:pt x="1" y="61"/>
                  </a:cubicBezTo>
                  <a:cubicBezTo>
                    <a:pt x="17" y="136"/>
                    <a:pt x="26" y="210"/>
                    <a:pt x="34" y="285"/>
                  </a:cubicBezTo>
                  <a:cubicBezTo>
                    <a:pt x="42" y="318"/>
                    <a:pt x="51" y="359"/>
                    <a:pt x="59" y="393"/>
                  </a:cubicBezTo>
                  <a:cubicBezTo>
                    <a:pt x="67" y="434"/>
                    <a:pt x="67" y="475"/>
                    <a:pt x="92" y="509"/>
                  </a:cubicBezTo>
                  <a:cubicBezTo>
                    <a:pt x="100" y="520"/>
                    <a:pt x="114" y="526"/>
                    <a:pt x="128" y="526"/>
                  </a:cubicBezTo>
                  <a:cubicBezTo>
                    <a:pt x="144" y="526"/>
                    <a:pt x="158" y="518"/>
                    <a:pt x="158" y="500"/>
                  </a:cubicBezTo>
                  <a:cubicBezTo>
                    <a:pt x="167" y="459"/>
                    <a:pt x="158" y="426"/>
                    <a:pt x="158" y="384"/>
                  </a:cubicBezTo>
                  <a:cubicBezTo>
                    <a:pt x="150" y="343"/>
                    <a:pt x="142" y="301"/>
                    <a:pt x="142" y="260"/>
                  </a:cubicBezTo>
                  <a:cubicBezTo>
                    <a:pt x="125" y="185"/>
                    <a:pt x="109" y="111"/>
                    <a:pt x="92" y="36"/>
                  </a:cubicBezTo>
                  <a:cubicBezTo>
                    <a:pt x="92" y="16"/>
                    <a:pt x="70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29"/>
            <p:cNvSpPr/>
            <p:nvPr/>
          </p:nvSpPr>
          <p:spPr>
            <a:xfrm>
              <a:off x="5710050" y="1648625"/>
              <a:ext cx="3350" cy="5600"/>
            </a:xfrm>
            <a:custGeom>
              <a:rect b="b" l="l" r="r" t="t"/>
              <a:pathLst>
                <a:path extrusionOk="0" h="224" w="134">
                  <a:moveTo>
                    <a:pt x="100" y="1"/>
                  </a:moveTo>
                  <a:cubicBezTo>
                    <a:pt x="88" y="1"/>
                    <a:pt x="75" y="9"/>
                    <a:pt x="75" y="26"/>
                  </a:cubicBezTo>
                  <a:cubicBezTo>
                    <a:pt x="67" y="26"/>
                    <a:pt x="67" y="34"/>
                    <a:pt x="67" y="42"/>
                  </a:cubicBezTo>
                  <a:cubicBezTo>
                    <a:pt x="67" y="42"/>
                    <a:pt x="67" y="51"/>
                    <a:pt x="67" y="51"/>
                  </a:cubicBezTo>
                  <a:cubicBezTo>
                    <a:pt x="67" y="51"/>
                    <a:pt x="59" y="51"/>
                    <a:pt x="59" y="59"/>
                  </a:cubicBezTo>
                  <a:cubicBezTo>
                    <a:pt x="59" y="67"/>
                    <a:pt x="51" y="76"/>
                    <a:pt x="51" y="76"/>
                  </a:cubicBezTo>
                  <a:lnTo>
                    <a:pt x="51" y="84"/>
                  </a:lnTo>
                  <a:cubicBezTo>
                    <a:pt x="42" y="100"/>
                    <a:pt x="34" y="109"/>
                    <a:pt x="34" y="125"/>
                  </a:cubicBezTo>
                  <a:cubicBezTo>
                    <a:pt x="26" y="125"/>
                    <a:pt x="26" y="134"/>
                    <a:pt x="17" y="142"/>
                  </a:cubicBezTo>
                  <a:cubicBezTo>
                    <a:pt x="17" y="142"/>
                    <a:pt x="17" y="142"/>
                    <a:pt x="17" y="150"/>
                  </a:cubicBezTo>
                  <a:cubicBezTo>
                    <a:pt x="17" y="145"/>
                    <a:pt x="17" y="143"/>
                    <a:pt x="17" y="143"/>
                  </a:cubicBezTo>
                  <a:cubicBezTo>
                    <a:pt x="16" y="143"/>
                    <a:pt x="15" y="150"/>
                    <a:pt x="9" y="150"/>
                  </a:cubicBezTo>
                  <a:cubicBezTo>
                    <a:pt x="9" y="158"/>
                    <a:pt x="1" y="167"/>
                    <a:pt x="1" y="183"/>
                  </a:cubicBezTo>
                  <a:cubicBezTo>
                    <a:pt x="1" y="192"/>
                    <a:pt x="9" y="208"/>
                    <a:pt x="9" y="208"/>
                  </a:cubicBezTo>
                  <a:cubicBezTo>
                    <a:pt x="18" y="217"/>
                    <a:pt x="32" y="224"/>
                    <a:pt x="46" y="224"/>
                  </a:cubicBezTo>
                  <a:cubicBezTo>
                    <a:pt x="57" y="224"/>
                    <a:pt x="68" y="219"/>
                    <a:pt x="75" y="208"/>
                  </a:cubicBezTo>
                  <a:cubicBezTo>
                    <a:pt x="100" y="183"/>
                    <a:pt x="117" y="158"/>
                    <a:pt x="125" y="117"/>
                  </a:cubicBezTo>
                  <a:cubicBezTo>
                    <a:pt x="133" y="102"/>
                    <a:pt x="133" y="87"/>
                    <a:pt x="133" y="71"/>
                  </a:cubicBezTo>
                  <a:lnTo>
                    <a:pt x="133" y="71"/>
                  </a:lnTo>
                  <a:cubicBezTo>
                    <a:pt x="133" y="73"/>
                    <a:pt x="133" y="74"/>
                    <a:pt x="133" y="76"/>
                  </a:cubicBezTo>
                  <a:lnTo>
                    <a:pt x="133" y="67"/>
                  </a:lnTo>
                  <a:cubicBezTo>
                    <a:pt x="133" y="69"/>
                    <a:pt x="133" y="70"/>
                    <a:pt x="133" y="71"/>
                  </a:cubicBezTo>
                  <a:cubicBezTo>
                    <a:pt x="133" y="56"/>
                    <a:pt x="133" y="41"/>
                    <a:pt x="125" y="26"/>
                  </a:cubicBezTo>
                  <a:cubicBezTo>
                    <a:pt x="125" y="9"/>
                    <a:pt x="113" y="1"/>
                    <a:pt x="1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29"/>
            <p:cNvSpPr/>
            <p:nvPr/>
          </p:nvSpPr>
          <p:spPr>
            <a:xfrm>
              <a:off x="5547875" y="1636325"/>
              <a:ext cx="4375" cy="11250"/>
            </a:xfrm>
            <a:custGeom>
              <a:rect b="b" l="l" r="r" t="t"/>
              <a:pathLst>
                <a:path extrusionOk="0" h="450" w="175">
                  <a:moveTo>
                    <a:pt x="93" y="0"/>
                  </a:moveTo>
                  <a:cubicBezTo>
                    <a:pt x="67" y="0"/>
                    <a:pt x="42" y="18"/>
                    <a:pt x="42" y="46"/>
                  </a:cubicBezTo>
                  <a:cubicBezTo>
                    <a:pt x="42" y="104"/>
                    <a:pt x="42" y="162"/>
                    <a:pt x="42" y="228"/>
                  </a:cubicBezTo>
                  <a:cubicBezTo>
                    <a:pt x="42" y="228"/>
                    <a:pt x="42" y="236"/>
                    <a:pt x="42" y="244"/>
                  </a:cubicBezTo>
                  <a:cubicBezTo>
                    <a:pt x="42" y="244"/>
                    <a:pt x="33" y="253"/>
                    <a:pt x="33" y="261"/>
                  </a:cubicBezTo>
                  <a:cubicBezTo>
                    <a:pt x="33" y="269"/>
                    <a:pt x="33" y="286"/>
                    <a:pt x="33" y="294"/>
                  </a:cubicBezTo>
                  <a:cubicBezTo>
                    <a:pt x="25" y="302"/>
                    <a:pt x="25" y="311"/>
                    <a:pt x="25" y="319"/>
                  </a:cubicBezTo>
                  <a:cubicBezTo>
                    <a:pt x="25" y="319"/>
                    <a:pt x="20" y="333"/>
                    <a:pt x="18" y="333"/>
                  </a:cubicBezTo>
                  <a:cubicBezTo>
                    <a:pt x="17" y="333"/>
                    <a:pt x="17" y="331"/>
                    <a:pt x="17" y="327"/>
                  </a:cubicBezTo>
                  <a:cubicBezTo>
                    <a:pt x="9" y="344"/>
                    <a:pt x="9" y="360"/>
                    <a:pt x="0" y="377"/>
                  </a:cubicBezTo>
                  <a:cubicBezTo>
                    <a:pt x="0" y="394"/>
                    <a:pt x="0" y="418"/>
                    <a:pt x="17" y="435"/>
                  </a:cubicBezTo>
                  <a:cubicBezTo>
                    <a:pt x="25" y="435"/>
                    <a:pt x="25" y="443"/>
                    <a:pt x="33" y="443"/>
                  </a:cubicBezTo>
                  <a:cubicBezTo>
                    <a:pt x="42" y="447"/>
                    <a:pt x="52" y="449"/>
                    <a:pt x="62" y="449"/>
                  </a:cubicBezTo>
                  <a:cubicBezTo>
                    <a:pt x="73" y="449"/>
                    <a:pt x="83" y="447"/>
                    <a:pt x="91" y="443"/>
                  </a:cubicBezTo>
                  <a:cubicBezTo>
                    <a:pt x="108" y="427"/>
                    <a:pt x="125" y="418"/>
                    <a:pt x="133" y="394"/>
                  </a:cubicBezTo>
                  <a:cubicBezTo>
                    <a:pt x="141" y="377"/>
                    <a:pt x="149" y="360"/>
                    <a:pt x="158" y="344"/>
                  </a:cubicBezTo>
                  <a:cubicBezTo>
                    <a:pt x="166" y="311"/>
                    <a:pt x="174" y="269"/>
                    <a:pt x="174" y="236"/>
                  </a:cubicBezTo>
                  <a:cubicBezTo>
                    <a:pt x="174" y="170"/>
                    <a:pt x="158" y="104"/>
                    <a:pt x="141" y="37"/>
                  </a:cubicBezTo>
                  <a:cubicBezTo>
                    <a:pt x="134" y="12"/>
                    <a:pt x="113" y="0"/>
                    <a:pt x="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29"/>
            <p:cNvSpPr/>
            <p:nvPr/>
          </p:nvSpPr>
          <p:spPr>
            <a:xfrm>
              <a:off x="5553450" y="1640725"/>
              <a:ext cx="1700" cy="4300"/>
            </a:xfrm>
            <a:custGeom>
              <a:rect b="b" l="l" r="r" t="t"/>
              <a:pathLst>
                <a:path extrusionOk="0" h="172" w="68">
                  <a:moveTo>
                    <a:pt x="41" y="0"/>
                  </a:moveTo>
                  <a:cubicBezTo>
                    <a:pt x="39" y="0"/>
                    <a:pt x="36" y="1"/>
                    <a:pt x="34" y="2"/>
                  </a:cubicBezTo>
                  <a:cubicBezTo>
                    <a:pt x="9" y="2"/>
                    <a:pt x="1" y="10"/>
                    <a:pt x="1" y="35"/>
                  </a:cubicBezTo>
                  <a:lnTo>
                    <a:pt x="1" y="60"/>
                  </a:lnTo>
                  <a:cubicBezTo>
                    <a:pt x="1" y="77"/>
                    <a:pt x="1" y="85"/>
                    <a:pt x="1" y="93"/>
                  </a:cubicBezTo>
                  <a:cubicBezTo>
                    <a:pt x="1" y="102"/>
                    <a:pt x="1" y="110"/>
                    <a:pt x="1" y="126"/>
                  </a:cubicBezTo>
                  <a:cubicBezTo>
                    <a:pt x="1" y="135"/>
                    <a:pt x="1" y="143"/>
                    <a:pt x="9" y="151"/>
                  </a:cubicBezTo>
                  <a:lnTo>
                    <a:pt x="18" y="160"/>
                  </a:lnTo>
                  <a:cubicBezTo>
                    <a:pt x="22" y="168"/>
                    <a:pt x="28" y="172"/>
                    <a:pt x="34" y="172"/>
                  </a:cubicBezTo>
                  <a:cubicBezTo>
                    <a:pt x="40" y="172"/>
                    <a:pt x="47" y="168"/>
                    <a:pt x="51" y="160"/>
                  </a:cubicBezTo>
                  <a:lnTo>
                    <a:pt x="59" y="151"/>
                  </a:lnTo>
                  <a:cubicBezTo>
                    <a:pt x="59" y="143"/>
                    <a:pt x="59" y="135"/>
                    <a:pt x="59" y="126"/>
                  </a:cubicBezTo>
                  <a:cubicBezTo>
                    <a:pt x="67" y="118"/>
                    <a:pt x="67" y="102"/>
                    <a:pt x="67" y="93"/>
                  </a:cubicBezTo>
                  <a:cubicBezTo>
                    <a:pt x="67" y="85"/>
                    <a:pt x="67" y="77"/>
                    <a:pt x="67" y="60"/>
                  </a:cubicBezTo>
                  <a:lnTo>
                    <a:pt x="67" y="35"/>
                  </a:lnTo>
                  <a:cubicBezTo>
                    <a:pt x="67" y="21"/>
                    <a:pt x="55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29"/>
            <p:cNvSpPr/>
            <p:nvPr/>
          </p:nvSpPr>
          <p:spPr>
            <a:xfrm>
              <a:off x="5657650" y="1780075"/>
              <a:ext cx="8300" cy="24950"/>
            </a:xfrm>
            <a:custGeom>
              <a:rect b="b" l="l" r="r" t="t"/>
              <a:pathLst>
                <a:path extrusionOk="0" h="998" w="332">
                  <a:moveTo>
                    <a:pt x="221" y="1"/>
                  </a:moveTo>
                  <a:cubicBezTo>
                    <a:pt x="208" y="1"/>
                    <a:pt x="196" y="7"/>
                    <a:pt x="191" y="21"/>
                  </a:cubicBezTo>
                  <a:cubicBezTo>
                    <a:pt x="166" y="54"/>
                    <a:pt x="166" y="95"/>
                    <a:pt x="158" y="137"/>
                  </a:cubicBezTo>
                  <a:cubicBezTo>
                    <a:pt x="150" y="178"/>
                    <a:pt x="150" y="220"/>
                    <a:pt x="150" y="269"/>
                  </a:cubicBezTo>
                  <a:cubicBezTo>
                    <a:pt x="150" y="352"/>
                    <a:pt x="150" y="435"/>
                    <a:pt x="141" y="518"/>
                  </a:cubicBezTo>
                  <a:cubicBezTo>
                    <a:pt x="141" y="634"/>
                    <a:pt x="150" y="800"/>
                    <a:pt x="50" y="882"/>
                  </a:cubicBezTo>
                  <a:cubicBezTo>
                    <a:pt x="1" y="925"/>
                    <a:pt x="48" y="997"/>
                    <a:pt x="104" y="997"/>
                  </a:cubicBezTo>
                  <a:cubicBezTo>
                    <a:pt x="113" y="997"/>
                    <a:pt x="123" y="995"/>
                    <a:pt x="133" y="990"/>
                  </a:cubicBezTo>
                  <a:cubicBezTo>
                    <a:pt x="274" y="899"/>
                    <a:pt x="299" y="725"/>
                    <a:pt x="315" y="568"/>
                  </a:cubicBezTo>
                  <a:cubicBezTo>
                    <a:pt x="324" y="477"/>
                    <a:pt x="332" y="377"/>
                    <a:pt x="324" y="286"/>
                  </a:cubicBezTo>
                  <a:cubicBezTo>
                    <a:pt x="324" y="236"/>
                    <a:pt x="315" y="187"/>
                    <a:pt x="307" y="137"/>
                  </a:cubicBezTo>
                  <a:cubicBezTo>
                    <a:pt x="299" y="95"/>
                    <a:pt x="282" y="46"/>
                    <a:pt x="249" y="13"/>
                  </a:cubicBezTo>
                  <a:cubicBezTo>
                    <a:pt x="242" y="5"/>
                    <a:pt x="231" y="1"/>
                    <a:pt x="2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29"/>
            <p:cNvSpPr/>
            <p:nvPr/>
          </p:nvSpPr>
          <p:spPr>
            <a:xfrm>
              <a:off x="5667850" y="1770275"/>
              <a:ext cx="7025" cy="21000"/>
            </a:xfrm>
            <a:custGeom>
              <a:rect b="b" l="l" r="r" t="t"/>
              <a:pathLst>
                <a:path extrusionOk="0" h="840" w="281">
                  <a:moveTo>
                    <a:pt x="212" y="0"/>
                  </a:moveTo>
                  <a:cubicBezTo>
                    <a:pt x="197" y="0"/>
                    <a:pt x="182" y="9"/>
                    <a:pt x="173" y="23"/>
                  </a:cubicBezTo>
                  <a:cubicBezTo>
                    <a:pt x="164" y="57"/>
                    <a:pt x="164" y="90"/>
                    <a:pt x="156" y="115"/>
                  </a:cubicBezTo>
                  <a:cubicBezTo>
                    <a:pt x="156" y="148"/>
                    <a:pt x="148" y="173"/>
                    <a:pt x="148" y="206"/>
                  </a:cubicBezTo>
                  <a:cubicBezTo>
                    <a:pt x="148" y="272"/>
                    <a:pt x="139" y="330"/>
                    <a:pt x="131" y="396"/>
                  </a:cubicBezTo>
                  <a:cubicBezTo>
                    <a:pt x="106" y="521"/>
                    <a:pt x="73" y="645"/>
                    <a:pt x="23" y="753"/>
                  </a:cubicBezTo>
                  <a:cubicBezTo>
                    <a:pt x="1" y="798"/>
                    <a:pt x="37" y="840"/>
                    <a:pt x="72" y="840"/>
                  </a:cubicBezTo>
                  <a:cubicBezTo>
                    <a:pt x="88" y="840"/>
                    <a:pt x="104" y="831"/>
                    <a:pt x="115" y="811"/>
                  </a:cubicBezTo>
                  <a:cubicBezTo>
                    <a:pt x="189" y="686"/>
                    <a:pt x="231" y="562"/>
                    <a:pt x="264" y="421"/>
                  </a:cubicBezTo>
                  <a:cubicBezTo>
                    <a:pt x="272" y="355"/>
                    <a:pt x="280" y="289"/>
                    <a:pt x="280" y="222"/>
                  </a:cubicBezTo>
                  <a:cubicBezTo>
                    <a:pt x="280" y="156"/>
                    <a:pt x="272" y="73"/>
                    <a:pt x="239" y="15"/>
                  </a:cubicBezTo>
                  <a:cubicBezTo>
                    <a:pt x="232" y="5"/>
                    <a:pt x="222" y="0"/>
                    <a:pt x="2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29"/>
            <p:cNvSpPr/>
            <p:nvPr/>
          </p:nvSpPr>
          <p:spPr>
            <a:xfrm>
              <a:off x="5677325" y="1771625"/>
              <a:ext cx="5425" cy="13075"/>
            </a:xfrm>
            <a:custGeom>
              <a:rect b="b" l="l" r="r" t="t"/>
              <a:pathLst>
                <a:path extrusionOk="0" h="523" w="217">
                  <a:moveTo>
                    <a:pt x="161" y="1"/>
                  </a:moveTo>
                  <a:cubicBezTo>
                    <a:pt x="151" y="1"/>
                    <a:pt x="140" y="6"/>
                    <a:pt x="133" y="19"/>
                  </a:cubicBezTo>
                  <a:cubicBezTo>
                    <a:pt x="125" y="36"/>
                    <a:pt x="117" y="52"/>
                    <a:pt x="108" y="77"/>
                  </a:cubicBezTo>
                  <a:cubicBezTo>
                    <a:pt x="108" y="94"/>
                    <a:pt x="100" y="110"/>
                    <a:pt x="100" y="127"/>
                  </a:cubicBezTo>
                  <a:cubicBezTo>
                    <a:pt x="92" y="168"/>
                    <a:pt x="84" y="201"/>
                    <a:pt x="75" y="235"/>
                  </a:cubicBezTo>
                  <a:cubicBezTo>
                    <a:pt x="59" y="309"/>
                    <a:pt x="42" y="384"/>
                    <a:pt x="17" y="458"/>
                  </a:cubicBezTo>
                  <a:cubicBezTo>
                    <a:pt x="0" y="492"/>
                    <a:pt x="37" y="522"/>
                    <a:pt x="73" y="522"/>
                  </a:cubicBezTo>
                  <a:cubicBezTo>
                    <a:pt x="90" y="522"/>
                    <a:pt x="106" y="516"/>
                    <a:pt x="117" y="500"/>
                  </a:cubicBezTo>
                  <a:cubicBezTo>
                    <a:pt x="150" y="425"/>
                    <a:pt x="175" y="351"/>
                    <a:pt x="191" y="268"/>
                  </a:cubicBezTo>
                  <a:cubicBezTo>
                    <a:pt x="208" y="226"/>
                    <a:pt x="208" y="193"/>
                    <a:pt x="216" y="152"/>
                  </a:cubicBezTo>
                  <a:cubicBezTo>
                    <a:pt x="216" y="127"/>
                    <a:pt x="216" y="110"/>
                    <a:pt x="216" y="94"/>
                  </a:cubicBezTo>
                  <a:cubicBezTo>
                    <a:pt x="216" y="69"/>
                    <a:pt x="208" y="52"/>
                    <a:pt x="200" y="27"/>
                  </a:cubicBezTo>
                  <a:cubicBezTo>
                    <a:pt x="195" y="12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29"/>
            <p:cNvSpPr/>
            <p:nvPr/>
          </p:nvSpPr>
          <p:spPr>
            <a:xfrm>
              <a:off x="5684775" y="1760800"/>
              <a:ext cx="5225" cy="13225"/>
            </a:xfrm>
            <a:custGeom>
              <a:rect b="b" l="l" r="r" t="t"/>
              <a:pathLst>
                <a:path extrusionOk="0" h="529" w="209">
                  <a:moveTo>
                    <a:pt x="155" y="0"/>
                  </a:moveTo>
                  <a:cubicBezTo>
                    <a:pt x="139" y="0"/>
                    <a:pt x="124" y="7"/>
                    <a:pt x="117" y="21"/>
                  </a:cubicBezTo>
                  <a:cubicBezTo>
                    <a:pt x="109" y="46"/>
                    <a:pt x="109" y="63"/>
                    <a:pt x="100" y="79"/>
                  </a:cubicBezTo>
                  <a:cubicBezTo>
                    <a:pt x="100" y="96"/>
                    <a:pt x="100" y="121"/>
                    <a:pt x="92" y="137"/>
                  </a:cubicBezTo>
                  <a:cubicBezTo>
                    <a:pt x="84" y="179"/>
                    <a:pt x="76" y="212"/>
                    <a:pt x="76" y="253"/>
                  </a:cubicBezTo>
                  <a:cubicBezTo>
                    <a:pt x="59" y="328"/>
                    <a:pt x="34" y="402"/>
                    <a:pt x="9" y="477"/>
                  </a:cubicBezTo>
                  <a:cubicBezTo>
                    <a:pt x="1" y="494"/>
                    <a:pt x="26" y="527"/>
                    <a:pt x="42" y="527"/>
                  </a:cubicBezTo>
                  <a:cubicBezTo>
                    <a:pt x="48" y="528"/>
                    <a:pt x="54" y="529"/>
                    <a:pt x="59" y="529"/>
                  </a:cubicBezTo>
                  <a:cubicBezTo>
                    <a:pt x="81" y="529"/>
                    <a:pt x="94" y="515"/>
                    <a:pt x="100" y="502"/>
                  </a:cubicBezTo>
                  <a:cubicBezTo>
                    <a:pt x="134" y="427"/>
                    <a:pt x="158" y="353"/>
                    <a:pt x="175" y="278"/>
                  </a:cubicBezTo>
                  <a:cubicBezTo>
                    <a:pt x="183" y="237"/>
                    <a:pt x="192" y="195"/>
                    <a:pt x="200" y="154"/>
                  </a:cubicBezTo>
                  <a:cubicBezTo>
                    <a:pt x="200" y="112"/>
                    <a:pt x="208" y="71"/>
                    <a:pt x="200" y="30"/>
                  </a:cubicBezTo>
                  <a:cubicBezTo>
                    <a:pt x="195" y="11"/>
                    <a:pt x="175" y="0"/>
                    <a:pt x="1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29"/>
            <p:cNvSpPr/>
            <p:nvPr/>
          </p:nvSpPr>
          <p:spPr>
            <a:xfrm>
              <a:off x="5696350" y="1742500"/>
              <a:ext cx="6475" cy="19600"/>
            </a:xfrm>
            <a:custGeom>
              <a:rect b="b" l="l" r="r" t="t"/>
              <a:pathLst>
                <a:path extrusionOk="0" h="784" w="259">
                  <a:moveTo>
                    <a:pt x="59" y="0"/>
                  </a:moveTo>
                  <a:cubicBezTo>
                    <a:pt x="27" y="0"/>
                    <a:pt x="0" y="37"/>
                    <a:pt x="19" y="74"/>
                  </a:cubicBezTo>
                  <a:cubicBezTo>
                    <a:pt x="60" y="173"/>
                    <a:pt x="110" y="273"/>
                    <a:pt x="118" y="389"/>
                  </a:cubicBezTo>
                  <a:cubicBezTo>
                    <a:pt x="135" y="496"/>
                    <a:pt x="126" y="621"/>
                    <a:pt x="85" y="720"/>
                  </a:cubicBezTo>
                  <a:cubicBezTo>
                    <a:pt x="68" y="754"/>
                    <a:pt x="93" y="784"/>
                    <a:pt x="122" y="784"/>
                  </a:cubicBezTo>
                  <a:cubicBezTo>
                    <a:pt x="135" y="784"/>
                    <a:pt x="149" y="777"/>
                    <a:pt x="159" y="762"/>
                  </a:cubicBezTo>
                  <a:cubicBezTo>
                    <a:pt x="226" y="646"/>
                    <a:pt x="259" y="513"/>
                    <a:pt x="251" y="380"/>
                  </a:cubicBezTo>
                  <a:cubicBezTo>
                    <a:pt x="242" y="248"/>
                    <a:pt x="201" y="99"/>
                    <a:pt x="93" y="16"/>
                  </a:cubicBezTo>
                  <a:cubicBezTo>
                    <a:pt x="82" y="5"/>
                    <a:pt x="70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29"/>
            <p:cNvSpPr/>
            <p:nvPr/>
          </p:nvSpPr>
          <p:spPr>
            <a:xfrm>
              <a:off x="5704050" y="1735125"/>
              <a:ext cx="3350" cy="11725"/>
            </a:xfrm>
            <a:custGeom>
              <a:rect b="b" l="l" r="r" t="t"/>
              <a:pathLst>
                <a:path extrusionOk="0" h="469" w="134">
                  <a:moveTo>
                    <a:pt x="45" y="0"/>
                  </a:moveTo>
                  <a:cubicBezTo>
                    <a:pt x="30" y="0"/>
                    <a:pt x="14" y="13"/>
                    <a:pt x="9" y="29"/>
                  </a:cubicBezTo>
                  <a:cubicBezTo>
                    <a:pt x="1" y="153"/>
                    <a:pt x="17" y="278"/>
                    <a:pt x="17" y="410"/>
                  </a:cubicBezTo>
                  <a:cubicBezTo>
                    <a:pt x="17" y="443"/>
                    <a:pt x="42" y="468"/>
                    <a:pt x="75" y="468"/>
                  </a:cubicBezTo>
                  <a:cubicBezTo>
                    <a:pt x="108" y="468"/>
                    <a:pt x="133" y="443"/>
                    <a:pt x="133" y="410"/>
                  </a:cubicBezTo>
                  <a:cubicBezTo>
                    <a:pt x="133" y="278"/>
                    <a:pt x="125" y="137"/>
                    <a:pt x="67" y="13"/>
                  </a:cubicBezTo>
                  <a:cubicBezTo>
                    <a:pt x="61" y="4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29"/>
            <p:cNvSpPr/>
            <p:nvPr/>
          </p:nvSpPr>
          <p:spPr>
            <a:xfrm>
              <a:off x="5707775" y="1722400"/>
              <a:ext cx="3550" cy="12625"/>
            </a:xfrm>
            <a:custGeom>
              <a:rect b="b" l="l" r="r" t="t"/>
              <a:pathLst>
                <a:path extrusionOk="0" h="505" w="142">
                  <a:moveTo>
                    <a:pt x="52" y="0"/>
                  </a:moveTo>
                  <a:cubicBezTo>
                    <a:pt x="26" y="0"/>
                    <a:pt x="1" y="17"/>
                    <a:pt x="1" y="49"/>
                  </a:cubicBezTo>
                  <a:cubicBezTo>
                    <a:pt x="1" y="116"/>
                    <a:pt x="9" y="182"/>
                    <a:pt x="9" y="248"/>
                  </a:cubicBezTo>
                  <a:cubicBezTo>
                    <a:pt x="17" y="314"/>
                    <a:pt x="17" y="372"/>
                    <a:pt x="17" y="447"/>
                  </a:cubicBezTo>
                  <a:cubicBezTo>
                    <a:pt x="17" y="472"/>
                    <a:pt x="42" y="505"/>
                    <a:pt x="75" y="505"/>
                  </a:cubicBezTo>
                  <a:cubicBezTo>
                    <a:pt x="108" y="505"/>
                    <a:pt x="133" y="472"/>
                    <a:pt x="133" y="447"/>
                  </a:cubicBezTo>
                  <a:cubicBezTo>
                    <a:pt x="142" y="381"/>
                    <a:pt x="142" y="306"/>
                    <a:pt x="142" y="240"/>
                  </a:cubicBezTo>
                  <a:cubicBezTo>
                    <a:pt x="133" y="174"/>
                    <a:pt x="125" y="99"/>
                    <a:pt x="100" y="33"/>
                  </a:cubicBezTo>
                  <a:cubicBezTo>
                    <a:pt x="93" y="11"/>
                    <a:pt x="72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29"/>
            <p:cNvSpPr/>
            <p:nvPr/>
          </p:nvSpPr>
          <p:spPr>
            <a:xfrm>
              <a:off x="5712750" y="1719800"/>
              <a:ext cx="2725" cy="6550"/>
            </a:xfrm>
            <a:custGeom>
              <a:rect b="b" l="l" r="r" t="t"/>
              <a:pathLst>
                <a:path extrusionOk="0" h="262" w="109">
                  <a:moveTo>
                    <a:pt x="66" y="0"/>
                  </a:moveTo>
                  <a:cubicBezTo>
                    <a:pt x="56" y="0"/>
                    <a:pt x="46" y="4"/>
                    <a:pt x="42" y="12"/>
                  </a:cubicBezTo>
                  <a:cubicBezTo>
                    <a:pt x="42" y="21"/>
                    <a:pt x="34" y="29"/>
                    <a:pt x="34" y="37"/>
                  </a:cubicBezTo>
                  <a:cubicBezTo>
                    <a:pt x="25" y="46"/>
                    <a:pt x="25" y="54"/>
                    <a:pt x="25" y="62"/>
                  </a:cubicBezTo>
                  <a:lnTo>
                    <a:pt x="17" y="104"/>
                  </a:lnTo>
                  <a:cubicBezTo>
                    <a:pt x="9" y="128"/>
                    <a:pt x="9" y="145"/>
                    <a:pt x="9" y="162"/>
                  </a:cubicBezTo>
                  <a:cubicBezTo>
                    <a:pt x="9" y="178"/>
                    <a:pt x="1" y="195"/>
                    <a:pt x="1" y="211"/>
                  </a:cubicBezTo>
                  <a:cubicBezTo>
                    <a:pt x="1" y="236"/>
                    <a:pt x="25" y="261"/>
                    <a:pt x="50" y="261"/>
                  </a:cubicBezTo>
                  <a:cubicBezTo>
                    <a:pt x="83" y="261"/>
                    <a:pt x="100" y="236"/>
                    <a:pt x="100" y="211"/>
                  </a:cubicBezTo>
                  <a:cubicBezTo>
                    <a:pt x="100" y="178"/>
                    <a:pt x="108" y="145"/>
                    <a:pt x="100" y="112"/>
                  </a:cubicBezTo>
                  <a:lnTo>
                    <a:pt x="100" y="70"/>
                  </a:lnTo>
                  <a:cubicBezTo>
                    <a:pt x="100" y="62"/>
                    <a:pt x="100" y="46"/>
                    <a:pt x="100" y="37"/>
                  </a:cubicBezTo>
                  <a:cubicBezTo>
                    <a:pt x="92" y="29"/>
                    <a:pt x="92" y="21"/>
                    <a:pt x="83" y="12"/>
                  </a:cubicBezTo>
                  <a:cubicBezTo>
                    <a:pt x="83" y="4"/>
                    <a:pt x="75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29"/>
            <p:cNvSpPr/>
            <p:nvPr/>
          </p:nvSpPr>
          <p:spPr>
            <a:xfrm>
              <a:off x="5485725" y="1401125"/>
              <a:ext cx="312600" cy="530375"/>
            </a:xfrm>
            <a:custGeom>
              <a:rect b="b" l="l" r="r" t="t"/>
              <a:pathLst>
                <a:path extrusionOk="0" h="21215" w="12504">
                  <a:moveTo>
                    <a:pt x="199" y="10009"/>
                  </a:moveTo>
                  <a:cubicBezTo>
                    <a:pt x="233" y="10108"/>
                    <a:pt x="274" y="10208"/>
                    <a:pt x="315" y="10307"/>
                  </a:cubicBezTo>
                  <a:cubicBezTo>
                    <a:pt x="349" y="10373"/>
                    <a:pt x="382" y="10431"/>
                    <a:pt x="415" y="10498"/>
                  </a:cubicBezTo>
                  <a:cubicBezTo>
                    <a:pt x="473" y="10663"/>
                    <a:pt x="539" y="10846"/>
                    <a:pt x="663" y="10961"/>
                  </a:cubicBezTo>
                  <a:cubicBezTo>
                    <a:pt x="738" y="11029"/>
                    <a:pt x="833" y="11062"/>
                    <a:pt x="923" y="11062"/>
                  </a:cubicBezTo>
                  <a:cubicBezTo>
                    <a:pt x="933" y="11062"/>
                    <a:pt x="944" y="11062"/>
                    <a:pt x="953" y="11061"/>
                  </a:cubicBezTo>
                  <a:cubicBezTo>
                    <a:pt x="953" y="11069"/>
                    <a:pt x="953" y="11069"/>
                    <a:pt x="953" y="11077"/>
                  </a:cubicBezTo>
                  <a:cubicBezTo>
                    <a:pt x="904" y="11144"/>
                    <a:pt x="912" y="11260"/>
                    <a:pt x="912" y="11343"/>
                  </a:cubicBezTo>
                  <a:cubicBezTo>
                    <a:pt x="912" y="11425"/>
                    <a:pt x="929" y="11508"/>
                    <a:pt x="945" y="11583"/>
                  </a:cubicBezTo>
                  <a:cubicBezTo>
                    <a:pt x="829" y="11583"/>
                    <a:pt x="713" y="11550"/>
                    <a:pt x="614" y="11492"/>
                  </a:cubicBezTo>
                  <a:cubicBezTo>
                    <a:pt x="456" y="11401"/>
                    <a:pt x="373" y="11251"/>
                    <a:pt x="315" y="11094"/>
                  </a:cubicBezTo>
                  <a:cubicBezTo>
                    <a:pt x="257" y="10920"/>
                    <a:pt x="216" y="10738"/>
                    <a:pt x="191" y="10556"/>
                  </a:cubicBezTo>
                  <a:cubicBezTo>
                    <a:pt x="158" y="10382"/>
                    <a:pt x="150" y="10183"/>
                    <a:pt x="199" y="10009"/>
                  </a:cubicBezTo>
                  <a:close/>
                  <a:moveTo>
                    <a:pt x="4790" y="11807"/>
                  </a:moveTo>
                  <a:lnTo>
                    <a:pt x="4790" y="11807"/>
                  </a:lnTo>
                  <a:cubicBezTo>
                    <a:pt x="4781" y="11815"/>
                    <a:pt x="4773" y="11823"/>
                    <a:pt x="4756" y="11840"/>
                  </a:cubicBezTo>
                  <a:cubicBezTo>
                    <a:pt x="4756" y="11840"/>
                    <a:pt x="4748" y="11848"/>
                    <a:pt x="4740" y="11848"/>
                  </a:cubicBezTo>
                  <a:cubicBezTo>
                    <a:pt x="4715" y="11865"/>
                    <a:pt x="4698" y="11881"/>
                    <a:pt x="4682" y="11898"/>
                  </a:cubicBezTo>
                  <a:cubicBezTo>
                    <a:pt x="4674" y="11898"/>
                    <a:pt x="4665" y="11889"/>
                    <a:pt x="4657" y="11889"/>
                  </a:cubicBezTo>
                  <a:cubicBezTo>
                    <a:pt x="4707" y="11865"/>
                    <a:pt x="4748" y="11831"/>
                    <a:pt x="4790" y="11807"/>
                  </a:cubicBezTo>
                  <a:close/>
                  <a:moveTo>
                    <a:pt x="1517" y="11782"/>
                  </a:moveTo>
                  <a:cubicBezTo>
                    <a:pt x="1583" y="11807"/>
                    <a:pt x="1649" y="11831"/>
                    <a:pt x="1724" y="11848"/>
                  </a:cubicBezTo>
                  <a:cubicBezTo>
                    <a:pt x="1641" y="11931"/>
                    <a:pt x="1558" y="12022"/>
                    <a:pt x="1484" y="12105"/>
                  </a:cubicBezTo>
                  <a:cubicBezTo>
                    <a:pt x="1451" y="12138"/>
                    <a:pt x="1417" y="12179"/>
                    <a:pt x="1384" y="12213"/>
                  </a:cubicBezTo>
                  <a:cubicBezTo>
                    <a:pt x="1393" y="12163"/>
                    <a:pt x="1401" y="12105"/>
                    <a:pt x="1417" y="12055"/>
                  </a:cubicBezTo>
                  <a:cubicBezTo>
                    <a:pt x="1442" y="11964"/>
                    <a:pt x="1484" y="11873"/>
                    <a:pt x="1517" y="11782"/>
                  </a:cubicBezTo>
                  <a:close/>
                  <a:moveTo>
                    <a:pt x="4251" y="12146"/>
                  </a:moveTo>
                  <a:lnTo>
                    <a:pt x="4251" y="12146"/>
                  </a:lnTo>
                  <a:cubicBezTo>
                    <a:pt x="4243" y="12171"/>
                    <a:pt x="4235" y="12196"/>
                    <a:pt x="4218" y="12221"/>
                  </a:cubicBezTo>
                  <a:cubicBezTo>
                    <a:pt x="4212" y="12219"/>
                    <a:pt x="4205" y="12218"/>
                    <a:pt x="4198" y="12218"/>
                  </a:cubicBezTo>
                  <a:cubicBezTo>
                    <a:pt x="4177" y="12218"/>
                    <a:pt x="4154" y="12227"/>
                    <a:pt x="4135" y="12246"/>
                  </a:cubicBezTo>
                  <a:lnTo>
                    <a:pt x="4119" y="12262"/>
                  </a:lnTo>
                  <a:cubicBezTo>
                    <a:pt x="4108" y="12259"/>
                    <a:pt x="4098" y="12257"/>
                    <a:pt x="4088" y="12257"/>
                  </a:cubicBezTo>
                  <a:cubicBezTo>
                    <a:pt x="4079" y="12257"/>
                    <a:pt x="4070" y="12258"/>
                    <a:pt x="4061" y="12262"/>
                  </a:cubicBezTo>
                  <a:lnTo>
                    <a:pt x="4061" y="12262"/>
                  </a:lnTo>
                  <a:cubicBezTo>
                    <a:pt x="4075" y="12248"/>
                    <a:pt x="4088" y="12234"/>
                    <a:pt x="4102" y="12221"/>
                  </a:cubicBezTo>
                  <a:cubicBezTo>
                    <a:pt x="4152" y="12196"/>
                    <a:pt x="4201" y="12171"/>
                    <a:pt x="4251" y="12146"/>
                  </a:cubicBezTo>
                  <a:close/>
                  <a:moveTo>
                    <a:pt x="4003" y="12312"/>
                  </a:moveTo>
                  <a:lnTo>
                    <a:pt x="4003" y="12312"/>
                  </a:lnTo>
                  <a:cubicBezTo>
                    <a:pt x="3986" y="12345"/>
                    <a:pt x="3969" y="12387"/>
                    <a:pt x="3961" y="12420"/>
                  </a:cubicBezTo>
                  <a:cubicBezTo>
                    <a:pt x="3911" y="12503"/>
                    <a:pt x="3887" y="12585"/>
                    <a:pt x="3878" y="12685"/>
                  </a:cubicBezTo>
                  <a:lnTo>
                    <a:pt x="3878" y="12693"/>
                  </a:lnTo>
                  <a:lnTo>
                    <a:pt x="3862" y="12726"/>
                  </a:lnTo>
                  <a:cubicBezTo>
                    <a:pt x="3862" y="12751"/>
                    <a:pt x="3862" y="12768"/>
                    <a:pt x="3870" y="12793"/>
                  </a:cubicBezTo>
                  <a:cubicBezTo>
                    <a:pt x="3737" y="12851"/>
                    <a:pt x="3605" y="12909"/>
                    <a:pt x="3464" y="12958"/>
                  </a:cubicBezTo>
                  <a:cubicBezTo>
                    <a:pt x="3539" y="12842"/>
                    <a:pt x="3638" y="12735"/>
                    <a:pt x="3721" y="12627"/>
                  </a:cubicBezTo>
                  <a:cubicBezTo>
                    <a:pt x="3812" y="12519"/>
                    <a:pt x="3911" y="12420"/>
                    <a:pt x="4003" y="12312"/>
                  </a:cubicBezTo>
                  <a:close/>
                  <a:moveTo>
                    <a:pt x="5983" y="11251"/>
                  </a:moveTo>
                  <a:cubicBezTo>
                    <a:pt x="5941" y="11334"/>
                    <a:pt x="5900" y="11409"/>
                    <a:pt x="5850" y="11483"/>
                  </a:cubicBezTo>
                  <a:cubicBezTo>
                    <a:pt x="5726" y="11699"/>
                    <a:pt x="5577" y="11898"/>
                    <a:pt x="5403" y="12072"/>
                  </a:cubicBezTo>
                  <a:cubicBezTo>
                    <a:pt x="5038" y="12453"/>
                    <a:pt x="4599" y="12743"/>
                    <a:pt x="4143" y="12991"/>
                  </a:cubicBezTo>
                  <a:cubicBezTo>
                    <a:pt x="4003" y="13066"/>
                    <a:pt x="3870" y="13132"/>
                    <a:pt x="3721" y="13190"/>
                  </a:cubicBezTo>
                  <a:cubicBezTo>
                    <a:pt x="3655" y="13223"/>
                    <a:pt x="3580" y="13248"/>
                    <a:pt x="3514" y="13273"/>
                  </a:cubicBezTo>
                  <a:cubicBezTo>
                    <a:pt x="3447" y="13298"/>
                    <a:pt x="3389" y="13306"/>
                    <a:pt x="3331" y="13339"/>
                  </a:cubicBezTo>
                  <a:cubicBezTo>
                    <a:pt x="3348" y="13257"/>
                    <a:pt x="3365" y="13182"/>
                    <a:pt x="3398" y="13107"/>
                  </a:cubicBezTo>
                  <a:lnTo>
                    <a:pt x="3406" y="13107"/>
                  </a:lnTo>
                  <a:cubicBezTo>
                    <a:pt x="3853" y="12975"/>
                    <a:pt x="4268" y="12768"/>
                    <a:pt x="4657" y="12511"/>
                  </a:cubicBezTo>
                  <a:cubicBezTo>
                    <a:pt x="5030" y="12262"/>
                    <a:pt x="5403" y="11972"/>
                    <a:pt x="5701" y="11624"/>
                  </a:cubicBezTo>
                  <a:cubicBezTo>
                    <a:pt x="5784" y="11525"/>
                    <a:pt x="5858" y="11425"/>
                    <a:pt x="5933" y="11326"/>
                  </a:cubicBezTo>
                  <a:cubicBezTo>
                    <a:pt x="5950" y="11301"/>
                    <a:pt x="5966" y="11276"/>
                    <a:pt x="5983" y="11251"/>
                  </a:cubicBezTo>
                  <a:close/>
                  <a:moveTo>
                    <a:pt x="1857" y="11881"/>
                  </a:moveTo>
                  <a:cubicBezTo>
                    <a:pt x="1915" y="11898"/>
                    <a:pt x="1973" y="11906"/>
                    <a:pt x="2031" y="11923"/>
                  </a:cubicBezTo>
                  <a:cubicBezTo>
                    <a:pt x="2205" y="11972"/>
                    <a:pt x="2387" y="12022"/>
                    <a:pt x="2561" y="12063"/>
                  </a:cubicBezTo>
                  <a:cubicBezTo>
                    <a:pt x="2544" y="12088"/>
                    <a:pt x="2519" y="12105"/>
                    <a:pt x="2503" y="12130"/>
                  </a:cubicBezTo>
                  <a:cubicBezTo>
                    <a:pt x="2461" y="12171"/>
                    <a:pt x="2420" y="12221"/>
                    <a:pt x="2379" y="12271"/>
                  </a:cubicBezTo>
                  <a:cubicBezTo>
                    <a:pt x="2337" y="12320"/>
                    <a:pt x="2296" y="12370"/>
                    <a:pt x="2263" y="12420"/>
                  </a:cubicBezTo>
                  <a:cubicBezTo>
                    <a:pt x="2246" y="12445"/>
                    <a:pt x="2229" y="12478"/>
                    <a:pt x="2213" y="12503"/>
                  </a:cubicBezTo>
                  <a:cubicBezTo>
                    <a:pt x="2196" y="12527"/>
                    <a:pt x="2180" y="12552"/>
                    <a:pt x="2171" y="12577"/>
                  </a:cubicBezTo>
                  <a:cubicBezTo>
                    <a:pt x="2171" y="12583"/>
                    <a:pt x="2171" y="12589"/>
                    <a:pt x="2174" y="12589"/>
                  </a:cubicBezTo>
                  <a:cubicBezTo>
                    <a:pt x="2176" y="12589"/>
                    <a:pt x="2177" y="12588"/>
                    <a:pt x="2180" y="12585"/>
                  </a:cubicBezTo>
                  <a:cubicBezTo>
                    <a:pt x="2205" y="12569"/>
                    <a:pt x="2221" y="12544"/>
                    <a:pt x="2238" y="12527"/>
                  </a:cubicBezTo>
                  <a:cubicBezTo>
                    <a:pt x="2263" y="12503"/>
                    <a:pt x="2279" y="12486"/>
                    <a:pt x="2304" y="12461"/>
                  </a:cubicBezTo>
                  <a:cubicBezTo>
                    <a:pt x="2345" y="12420"/>
                    <a:pt x="2387" y="12362"/>
                    <a:pt x="2428" y="12320"/>
                  </a:cubicBezTo>
                  <a:cubicBezTo>
                    <a:pt x="2470" y="12271"/>
                    <a:pt x="2511" y="12229"/>
                    <a:pt x="2553" y="12179"/>
                  </a:cubicBezTo>
                  <a:cubicBezTo>
                    <a:pt x="2577" y="12146"/>
                    <a:pt x="2611" y="12121"/>
                    <a:pt x="2635" y="12088"/>
                  </a:cubicBezTo>
                  <a:cubicBezTo>
                    <a:pt x="2660" y="12097"/>
                    <a:pt x="2685" y="12105"/>
                    <a:pt x="2710" y="12105"/>
                  </a:cubicBezTo>
                  <a:cubicBezTo>
                    <a:pt x="3016" y="12188"/>
                    <a:pt x="3339" y="12301"/>
                    <a:pt x="3660" y="12301"/>
                  </a:cubicBezTo>
                  <a:cubicBezTo>
                    <a:pt x="3722" y="12301"/>
                    <a:pt x="3783" y="12297"/>
                    <a:pt x="3845" y="12287"/>
                  </a:cubicBezTo>
                  <a:lnTo>
                    <a:pt x="3845" y="12287"/>
                  </a:lnTo>
                  <a:cubicBezTo>
                    <a:pt x="3696" y="12453"/>
                    <a:pt x="3563" y="12635"/>
                    <a:pt x="3439" y="12826"/>
                  </a:cubicBezTo>
                  <a:cubicBezTo>
                    <a:pt x="3282" y="13066"/>
                    <a:pt x="3224" y="13339"/>
                    <a:pt x="3191" y="13621"/>
                  </a:cubicBezTo>
                  <a:cubicBezTo>
                    <a:pt x="3149" y="13911"/>
                    <a:pt x="3124" y="14193"/>
                    <a:pt x="3041" y="14475"/>
                  </a:cubicBezTo>
                  <a:cubicBezTo>
                    <a:pt x="2959" y="14765"/>
                    <a:pt x="2809" y="15021"/>
                    <a:pt x="2586" y="15229"/>
                  </a:cubicBezTo>
                  <a:cubicBezTo>
                    <a:pt x="2379" y="15419"/>
                    <a:pt x="2138" y="15593"/>
                    <a:pt x="1848" y="15601"/>
                  </a:cubicBezTo>
                  <a:lnTo>
                    <a:pt x="1807" y="15601"/>
                  </a:lnTo>
                  <a:lnTo>
                    <a:pt x="1807" y="15593"/>
                  </a:lnTo>
                  <a:cubicBezTo>
                    <a:pt x="1790" y="15278"/>
                    <a:pt x="1765" y="14955"/>
                    <a:pt x="1765" y="14632"/>
                  </a:cubicBezTo>
                  <a:cubicBezTo>
                    <a:pt x="1765" y="14615"/>
                    <a:pt x="1753" y="14607"/>
                    <a:pt x="1741" y="14607"/>
                  </a:cubicBezTo>
                  <a:cubicBezTo>
                    <a:pt x="1728" y="14607"/>
                    <a:pt x="1716" y="14615"/>
                    <a:pt x="1716" y="14632"/>
                  </a:cubicBezTo>
                  <a:cubicBezTo>
                    <a:pt x="1674" y="14955"/>
                    <a:pt x="1658" y="15270"/>
                    <a:pt x="1683" y="15593"/>
                  </a:cubicBezTo>
                  <a:cubicBezTo>
                    <a:pt x="1583" y="15585"/>
                    <a:pt x="1492" y="15560"/>
                    <a:pt x="1393" y="15527"/>
                  </a:cubicBezTo>
                  <a:cubicBezTo>
                    <a:pt x="1268" y="15485"/>
                    <a:pt x="1127" y="15427"/>
                    <a:pt x="1028" y="15345"/>
                  </a:cubicBezTo>
                  <a:cubicBezTo>
                    <a:pt x="920" y="15253"/>
                    <a:pt x="895" y="15121"/>
                    <a:pt x="871" y="14988"/>
                  </a:cubicBezTo>
                  <a:cubicBezTo>
                    <a:pt x="846" y="14823"/>
                    <a:pt x="821" y="14657"/>
                    <a:pt x="804" y="14491"/>
                  </a:cubicBezTo>
                  <a:cubicBezTo>
                    <a:pt x="771" y="14176"/>
                    <a:pt x="763" y="13845"/>
                    <a:pt x="779" y="13522"/>
                  </a:cubicBezTo>
                  <a:cubicBezTo>
                    <a:pt x="788" y="13339"/>
                    <a:pt x="804" y="13165"/>
                    <a:pt x="904" y="13008"/>
                  </a:cubicBezTo>
                  <a:cubicBezTo>
                    <a:pt x="995" y="12859"/>
                    <a:pt x="1111" y="12735"/>
                    <a:pt x="1219" y="12602"/>
                  </a:cubicBezTo>
                  <a:cubicBezTo>
                    <a:pt x="1343" y="12469"/>
                    <a:pt x="1459" y="12329"/>
                    <a:pt x="1575" y="12196"/>
                  </a:cubicBezTo>
                  <a:cubicBezTo>
                    <a:pt x="1674" y="12097"/>
                    <a:pt x="1765" y="11989"/>
                    <a:pt x="1857" y="11881"/>
                  </a:cubicBezTo>
                  <a:close/>
                  <a:moveTo>
                    <a:pt x="3841" y="181"/>
                  </a:moveTo>
                  <a:cubicBezTo>
                    <a:pt x="3853" y="181"/>
                    <a:pt x="3866" y="184"/>
                    <a:pt x="3878" y="190"/>
                  </a:cubicBezTo>
                  <a:cubicBezTo>
                    <a:pt x="3936" y="215"/>
                    <a:pt x="3936" y="323"/>
                    <a:pt x="3945" y="373"/>
                  </a:cubicBezTo>
                  <a:cubicBezTo>
                    <a:pt x="3961" y="472"/>
                    <a:pt x="3978" y="572"/>
                    <a:pt x="3994" y="671"/>
                  </a:cubicBezTo>
                  <a:cubicBezTo>
                    <a:pt x="4011" y="853"/>
                    <a:pt x="4027" y="1027"/>
                    <a:pt x="4036" y="1209"/>
                  </a:cubicBezTo>
                  <a:cubicBezTo>
                    <a:pt x="4044" y="1383"/>
                    <a:pt x="4061" y="1557"/>
                    <a:pt x="4094" y="1731"/>
                  </a:cubicBezTo>
                  <a:cubicBezTo>
                    <a:pt x="4127" y="1914"/>
                    <a:pt x="4193" y="2088"/>
                    <a:pt x="4243" y="2262"/>
                  </a:cubicBezTo>
                  <a:cubicBezTo>
                    <a:pt x="4351" y="2651"/>
                    <a:pt x="4276" y="3065"/>
                    <a:pt x="4293" y="3463"/>
                  </a:cubicBezTo>
                  <a:cubicBezTo>
                    <a:pt x="4301" y="3761"/>
                    <a:pt x="4384" y="4043"/>
                    <a:pt x="4558" y="4267"/>
                  </a:cubicBezTo>
                  <a:cubicBezTo>
                    <a:pt x="4475" y="4242"/>
                    <a:pt x="4384" y="4217"/>
                    <a:pt x="4309" y="4184"/>
                  </a:cubicBezTo>
                  <a:cubicBezTo>
                    <a:pt x="4298" y="4179"/>
                    <a:pt x="4288" y="4176"/>
                    <a:pt x="4278" y="4176"/>
                  </a:cubicBezTo>
                  <a:cubicBezTo>
                    <a:pt x="4227" y="4176"/>
                    <a:pt x="4195" y="4240"/>
                    <a:pt x="4251" y="4275"/>
                  </a:cubicBezTo>
                  <a:cubicBezTo>
                    <a:pt x="4425" y="4391"/>
                    <a:pt x="4599" y="4466"/>
                    <a:pt x="4806" y="4499"/>
                  </a:cubicBezTo>
                  <a:cubicBezTo>
                    <a:pt x="5013" y="4540"/>
                    <a:pt x="5220" y="4549"/>
                    <a:pt x="5428" y="4549"/>
                  </a:cubicBezTo>
                  <a:cubicBezTo>
                    <a:pt x="5577" y="4549"/>
                    <a:pt x="5726" y="4545"/>
                    <a:pt x="5875" y="4545"/>
                  </a:cubicBezTo>
                  <a:cubicBezTo>
                    <a:pt x="5950" y="4545"/>
                    <a:pt x="6024" y="4546"/>
                    <a:pt x="6099" y="4549"/>
                  </a:cubicBezTo>
                  <a:cubicBezTo>
                    <a:pt x="6215" y="4549"/>
                    <a:pt x="6331" y="4549"/>
                    <a:pt x="6447" y="4565"/>
                  </a:cubicBezTo>
                  <a:cubicBezTo>
                    <a:pt x="6505" y="4565"/>
                    <a:pt x="6563" y="4582"/>
                    <a:pt x="6612" y="4598"/>
                  </a:cubicBezTo>
                  <a:cubicBezTo>
                    <a:pt x="6637" y="4623"/>
                    <a:pt x="6670" y="4648"/>
                    <a:pt x="6712" y="4665"/>
                  </a:cubicBezTo>
                  <a:cubicBezTo>
                    <a:pt x="6795" y="4714"/>
                    <a:pt x="6886" y="4747"/>
                    <a:pt x="6960" y="4805"/>
                  </a:cubicBezTo>
                  <a:cubicBezTo>
                    <a:pt x="7134" y="4921"/>
                    <a:pt x="7284" y="5071"/>
                    <a:pt x="7416" y="5228"/>
                  </a:cubicBezTo>
                  <a:cubicBezTo>
                    <a:pt x="7549" y="5402"/>
                    <a:pt x="7665" y="5584"/>
                    <a:pt x="7789" y="5767"/>
                  </a:cubicBezTo>
                  <a:cubicBezTo>
                    <a:pt x="7847" y="5858"/>
                    <a:pt x="7905" y="5940"/>
                    <a:pt x="7980" y="6032"/>
                  </a:cubicBezTo>
                  <a:cubicBezTo>
                    <a:pt x="8046" y="6114"/>
                    <a:pt x="8120" y="6230"/>
                    <a:pt x="8212" y="6280"/>
                  </a:cubicBezTo>
                  <a:cubicBezTo>
                    <a:pt x="8219" y="6283"/>
                    <a:pt x="8227" y="6285"/>
                    <a:pt x="8235" y="6285"/>
                  </a:cubicBezTo>
                  <a:cubicBezTo>
                    <a:pt x="8271" y="6285"/>
                    <a:pt x="8308" y="6256"/>
                    <a:pt x="8294" y="6222"/>
                  </a:cubicBezTo>
                  <a:cubicBezTo>
                    <a:pt x="8261" y="6123"/>
                    <a:pt x="8170" y="6032"/>
                    <a:pt x="8112" y="5940"/>
                  </a:cubicBezTo>
                  <a:cubicBezTo>
                    <a:pt x="8054" y="5849"/>
                    <a:pt x="7988" y="5758"/>
                    <a:pt x="7930" y="5667"/>
                  </a:cubicBezTo>
                  <a:cubicBezTo>
                    <a:pt x="7814" y="5485"/>
                    <a:pt x="7690" y="5303"/>
                    <a:pt x="7557" y="5129"/>
                  </a:cubicBezTo>
                  <a:cubicBezTo>
                    <a:pt x="7433" y="4971"/>
                    <a:pt x="7292" y="4830"/>
                    <a:pt x="7126" y="4714"/>
                  </a:cubicBezTo>
                  <a:cubicBezTo>
                    <a:pt x="7035" y="4656"/>
                    <a:pt x="6936" y="4607"/>
                    <a:pt x="6836" y="4565"/>
                  </a:cubicBezTo>
                  <a:cubicBezTo>
                    <a:pt x="6836" y="4549"/>
                    <a:pt x="6836" y="4532"/>
                    <a:pt x="6820" y="4524"/>
                  </a:cubicBezTo>
                  <a:cubicBezTo>
                    <a:pt x="6778" y="4482"/>
                    <a:pt x="6728" y="4457"/>
                    <a:pt x="6670" y="4441"/>
                  </a:cubicBezTo>
                  <a:cubicBezTo>
                    <a:pt x="6745" y="4350"/>
                    <a:pt x="6853" y="4292"/>
                    <a:pt x="6952" y="4234"/>
                  </a:cubicBezTo>
                  <a:cubicBezTo>
                    <a:pt x="7093" y="4159"/>
                    <a:pt x="7217" y="4051"/>
                    <a:pt x="7325" y="3927"/>
                  </a:cubicBezTo>
                  <a:cubicBezTo>
                    <a:pt x="7532" y="3662"/>
                    <a:pt x="7648" y="3347"/>
                    <a:pt x="7731" y="3024"/>
                  </a:cubicBezTo>
                  <a:cubicBezTo>
                    <a:pt x="7822" y="2651"/>
                    <a:pt x="7864" y="2262"/>
                    <a:pt x="7971" y="1889"/>
                  </a:cubicBezTo>
                  <a:cubicBezTo>
                    <a:pt x="8054" y="1599"/>
                    <a:pt x="8220" y="1185"/>
                    <a:pt x="8568" y="1168"/>
                  </a:cubicBezTo>
                  <a:cubicBezTo>
                    <a:pt x="8581" y="1167"/>
                    <a:pt x="8595" y="1166"/>
                    <a:pt x="8608" y="1166"/>
                  </a:cubicBezTo>
                  <a:cubicBezTo>
                    <a:pt x="8792" y="1166"/>
                    <a:pt x="8960" y="1268"/>
                    <a:pt x="9106" y="1392"/>
                  </a:cubicBezTo>
                  <a:cubicBezTo>
                    <a:pt x="9123" y="1450"/>
                    <a:pt x="9148" y="1499"/>
                    <a:pt x="9164" y="1549"/>
                  </a:cubicBezTo>
                  <a:cubicBezTo>
                    <a:pt x="9198" y="1649"/>
                    <a:pt x="9239" y="1756"/>
                    <a:pt x="9264" y="1856"/>
                  </a:cubicBezTo>
                  <a:cubicBezTo>
                    <a:pt x="9297" y="1963"/>
                    <a:pt x="9322" y="2071"/>
                    <a:pt x="9338" y="2179"/>
                  </a:cubicBezTo>
                  <a:cubicBezTo>
                    <a:pt x="9355" y="2270"/>
                    <a:pt x="9355" y="2394"/>
                    <a:pt x="9413" y="2469"/>
                  </a:cubicBezTo>
                  <a:cubicBezTo>
                    <a:pt x="9422" y="2475"/>
                    <a:pt x="9432" y="2478"/>
                    <a:pt x="9441" y="2478"/>
                  </a:cubicBezTo>
                  <a:cubicBezTo>
                    <a:pt x="9456" y="2478"/>
                    <a:pt x="9469" y="2471"/>
                    <a:pt x="9479" y="2461"/>
                  </a:cubicBezTo>
                  <a:cubicBezTo>
                    <a:pt x="9529" y="2378"/>
                    <a:pt x="9488" y="2237"/>
                    <a:pt x="9471" y="2137"/>
                  </a:cubicBezTo>
                  <a:cubicBezTo>
                    <a:pt x="9454" y="2021"/>
                    <a:pt x="9421" y="1905"/>
                    <a:pt x="9388" y="1789"/>
                  </a:cubicBezTo>
                  <a:cubicBezTo>
                    <a:pt x="9380" y="1756"/>
                    <a:pt x="9363" y="1715"/>
                    <a:pt x="9355" y="1673"/>
                  </a:cubicBezTo>
                  <a:lnTo>
                    <a:pt x="9355" y="1673"/>
                  </a:lnTo>
                  <a:cubicBezTo>
                    <a:pt x="9380" y="1707"/>
                    <a:pt x="9396" y="1740"/>
                    <a:pt x="9421" y="1773"/>
                  </a:cubicBezTo>
                  <a:cubicBezTo>
                    <a:pt x="9628" y="2104"/>
                    <a:pt x="9728" y="2494"/>
                    <a:pt x="9794" y="2883"/>
                  </a:cubicBezTo>
                  <a:cubicBezTo>
                    <a:pt x="9943" y="3712"/>
                    <a:pt x="9985" y="4557"/>
                    <a:pt x="9918" y="5394"/>
                  </a:cubicBezTo>
                  <a:cubicBezTo>
                    <a:pt x="9902" y="5626"/>
                    <a:pt x="9877" y="5858"/>
                    <a:pt x="9844" y="6090"/>
                  </a:cubicBezTo>
                  <a:cubicBezTo>
                    <a:pt x="9811" y="6322"/>
                    <a:pt x="9761" y="6554"/>
                    <a:pt x="9736" y="6786"/>
                  </a:cubicBezTo>
                  <a:cubicBezTo>
                    <a:pt x="9720" y="7018"/>
                    <a:pt x="9769" y="7233"/>
                    <a:pt x="9786" y="7465"/>
                  </a:cubicBezTo>
                  <a:cubicBezTo>
                    <a:pt x="9794" y="7631"/>
                    <a:pt x="9761" y="7830"/>
                    <a:pt x="9604" y="7929"/>
                  </a:cubicBezTo>
                  <a:cubicBezTo>
                    <a:pt x="9587" y="7937"/>
                    <a:pt x="9579" y="7946"/>
                    <a:pt x="9570" y="7954"/>
                  </a:cubicBezTo>
                  <a:cubicBezTo>
                    <a:pt x="9570" y="7946"/>
                    <a:pt x="9562" y="7937"/>
                    <a:pt x="9562" y="7929"/>
                  </a:cubicBezTo>
                  <a:cubicBezTo>
                    <a:pt x="9562" y="7929"/>
                    <a:pt x="9570" y="7921"/>
                    <a:pt x="9579" y="7921"/>
                  </a:cubicBezTo>
                  <a:cubicBezTo>
                    <a:pt x="9620" y="7854"/>
                    <a:pt x="9662" y="7788"/>
                    <a:pt x="9678" y="7714"/>
                  </a:cubicBezTo>
                  <a:cubicBezTo>
                    <a:pt x="9703" y="7631"/>
                    <a:pt x="9711" y="7556"/>
                    <a:pt x="9711" y="7473"/>
                  </a:cubicBezTo>
                  <a:cubicBezTo>
                    <a:pt x="9711" y="7382"/>
                    <a:pt x="9711" y="7291"/>
                    <a:pt x="9703" y="7208"/>
                  </a:cubicBezTo>
                  <a:cubicBezTo>
                    <a:pt x="9695" y="7142"/>
                    <a:pt x="9695" y="7009"/>
                    <a:pt x="9620" y="6976"/>
                  </a:cubicBezTo>
                  <a:cubicBezTo>
                    <a:pt x="9612" y="6976"/>
                    <a:pt x="9604" y="6976"/>
                    <a:pt x="9595" y="6984"/>
                  </a:cubicBezTo>
                  <a:cubicBezTo>
                    <a:pt x="9570" y="7009"/>
                    <a:pt x="9579" y="7051"/>
                    <a:pt x="9579" y="7084"/>
                  </a:cubicBezTo>
                  <a:cubicBezTo>
                    <a:pt x="9579" y="7125"/>
                    <a:pt x="9587" y="7167"/>
                    <a:pt x="9595" y="7200"/>
                  </a:cubicBezTo>
                  <a:cubicBezTo>
                    <a:pt x="9604" y="7283"/>
                    <a:pt x="9612" y="7366"/>
                    <a:pt x="9612" y="7448"/>
                  </a:cubicBezTo>
                  <a:cubicBezTo>
                    <a:pt x="9604" y="7589"/>
                    <a:pt x="9595" y="7747"/>
                    <a:pt x="9529" y="7871"/>
                  </a:cubicBezTo>
                  <a:cubicBezTo>
                    <a:pt x="9512" y="7846"/>
                    <a:pt x="9504" y="7830"/>
                    <a:pt x="9488" y="7805"/>
                  </a:cubicBezTo>
                  <a:cubicBezTo>
                    <a:pt x="9413" y="7680"/>
                    <a:pt x="9322" y="7556"/>
                    <a:pt x="9222" y="7440"/>
                  </a:cubicBezTo>
                  <a:cubicBezTo>
                    <a:pt x="9181" y="7382"/>
                    <a:pt x="9140" y="7324"/>
                    <a:pt x="9082" y="7283"/>
                  </a:cubicBezTo>
                  <a:cubicBezTo>
                    <a:pt x="9032" y="7241"/>
                    <a:pt x="8966" y="7208"/>
                    <a:pt x="8908" y="7175"/>
                  </a:cubicBezTo>
                  <a:cubicBezTo>
                    <a:pt x="8775" y="7100"/>
                    <a:pt x="8667" y="6993"/>
                    <a:pt x="8568" y="6885"/>
                  </a:cubicBezTo>
                  <a:cubicBezTo>
                    <a:pt x="8558" y="6875"/>
                    <a:pt x="8546" y="6871"/>
                    <a:pt x="8534" y="6871"/>
                  </a:cubicBezTo>
                  <a:cubicBezTo>
                    <a:pt x="8497" y="6871"/>
                    <a:pt x="8460" y="6912"/>
                    <a:pt x="8485" y="6943"/>
                  </a:cubicBezTo>
                  <a:cubicBezTo>
                    <a:pt x="8560" y="7067"/>
                    <a:pt x="8642" y="7183"/>
                    <a:pt x="8750" y="7274"/>
                  </a:cubicBezTo>
                  <a:cubicBezTo>
                    <a:pt x="8800" y="7316"/>
                    <a:pt x="8858" y="7357"/>
                    <a:pt x="8916" y="7399"/>
                  </a:cubicBezTo>
                  <a:cubicBezTo>
                    <a:pt x="8966" y="7440"/>
                    <a:pt x="9007" y="7490"/>
                    <a:pt x="9048" y="7548"/>
                  </a:cubicBezTo>
                  <a:cubicBezTo>
                    <a:pt x="9131" y="7664"/>
                    <a:pt x="9214" y="7780"/>
                    <a:pt x="9289" y="7896"/>
                  </a:cubicBezTo>
                  <a:cubicBezTo>
                    <a:pt x="9330" y="7962"/>
                    <a:pt x="9363" y="8028"/>
                    <a:pt x="9396" y="8095"/>
                  </a:cubicBezTo>
                  <a:cubicBezTo>
                    <a:pt x="9421" y="8144"/>
                    <a:pt x="9438" y="8202"/>
                    <a:pt x="9479" y="8236"/>
                  </a:cubicBezTo>
                  <a:cubicBezTo>
                    <a:pt x="9496" y="8418"/>
                    <a:pt x="9512" y="8600"/>
                    <a:pt x="9512" y="8782"/>
                  </a:cubicBezTo>
                  <a:cubicBezTo>
                    <a:pt x="9504" y="8923"/>
                    <a:pt x="9479" y="9048"/>
                    <a:pt x="9446" y="9180"/>
                  </a:cubicBezTo>
                  <a:cubicBezTo>
                    <a:pt x="9421" y="9280"/>
                    <a:pt x="9388" y="9420"/>
                    <a:pt x="9463" y="9503"/>
                  </a:cubicBezTo>
                  <a:cubicBezTo>
                    <a:pt x="9469" y="9512"/>
                    <a:pt x="9477" y="9516"/>
                    <a:pt x="9486" y="9516"/>
                  </a:cubicBezTo>
                  <a:cubicBezTo>
                    <a:pt x="9501" y="9516"/>
                    <a:pt x="9518" y="9505"/>
                    <a:pt x="9529" y="9495"/>
                  </a:cubicBezTo>
                  <a:cubicBezTo>
                    <a:pt x="9537" y="9487"/>
                    <a:pt x="9546" y="9470"/>
                    <a:pt x="9554" y="9462"/>
                  </a:cubicBezTo>
                  <a:cubicBezTo>
                    <a:pt x="9570" y="9561"/>
                    <a:pt x="9612" y="9661"/>
                    <a:pt x="9645" y="9760"/>
                  </a:cubicBezTo>
                  <a:cubicBezTo>
                    <a:pt x="9686" y="9868"/>
                    <a:pt x="9728" y="9976"/>
                    <a:pt x="9753" y="10083"/>
                  </a:cubicBezTo>
                  <a:cubicBezTo>
                    <a:pt x="9778" y="10191"/>
                    <a:pt x="9778" y="10307"/>
                    <a:pt x="9769" y="10415"/>
                  </a:cubicBezTo>
                  <a:cubicBezTo>
                    <a:pt x="9769" y="10471"/>
                    <a:pt x="9812" y="10501"/>
                    <a:pt x="9854" y="10501"/>
                  </a:cubicBezTo>
                  <a:cubicBezTo>
                    <a:pt x="9874" y="10501"/>
                    <a:pt x="9894" y="10494"/>
                    <a:pt x="9910" y="10481"/>
                  </a:cubicBezTo>
                  <a:cubicBezTo>
                    <a:pt x="9927" y="10580"/>
                    <a:pt x="9960" y="10680"/>
                    <a:pt x="9976" y="10779"/>
                  </a:cubicBezTo>
                  <a:cubicBezTo>
                    <a:pt x="9985" y="10862"/>
                    <a:pt x="9993" y="10937"/>
                    <a:pt x="10001" y="11011"/>
                  </a:cubicBezTo>
                  <a:cubicBezTo>
                    <a:pt x="10009" y="11044"/>
                    <a:pt x="10009" y="11086"/>
                    <a:pt x="10018" y="11119"/>
                  </a:cubicBezTo>
                  <a:cubicBezTo>
                    <a:pt x="10026" y="11160"/>
                    <a:pt x="10026" y="11185"/>
                    <a:pt x="10051" y="11218"/>
                  </a:cubicBezTo>
                  <a:cubicBezTo>
                    <a:pt x="10055" y="11222"/>
                    <a:pt x="10063" y="11225"/>
                    <a:pt x="10072" y="11225"/>
                  </a:cubicBezTo>
                  <a:cubicBezTo>
                    <a:pt x="10080" y="11225"/>
                    <a:pt x="10088" y="11222"/>
                    <a:pt x="10092" y="11218"/>
                  </a:cubicBezTo>
                  <a:cubicBezTo>
                    <a:pt x="10092" y="11218"/>
                    <a:pt x="10092" y="11210"/>
                    <a:pt x="10092" y="11210"/>
                  </a:cubicBezTo>
                  <a:cubicBezTo>
                    <a:pt x="10150" y="11533"/>
                    <a:pt x="10192" y="11865"/>
                    <a:pt x="10208" y="12196"/>
                  </a:cubicBezTo>
                  <a:cubicBezTo>
                    <a:pt x="10217" y="12353"/>
                    <a:pt x="10217" y="12511"/>
                    <a:pt x="10258" y="12660"/>
                  </a:cubicBezTo>
                  <a:cubicBezTo>
                    <a:pt x="10291" y="12801"/>
                    <a:pt x="10349" y="12933"/>
                    <a:pt x="10415" y="13058"/>
                  </a:cubicBezTo>
                  <a:cubicBezTo>
                    <a:pt x="10565" y="13331"/>
                    <a:pt x="10722" y="13580"/>
                    <a:pt x="10797" y="13878"/>
                  </a:cubicBezTo>
                  <a:cubicBezTo>
                    <a:pt x="10838" y="14044"/>
                    <a:pt x="10855" y="14218"/>
                    <a:pt x="10871" y="14392"/>
                  </a:cubicBezTo>
                  <a:cubicBezTo>
                    <a:pt x="10879" y="14483"/>
                    <a:pt x="10879" y="14566"/>
                    <a:pt x="10888" y="14657"/>
                  </a:cubicBezTo>
                  <a:cubicBezTo>
                    <a:pt x="10888" y="14748"/>
                    <a:pt x="10888" y="14839"/>
                    <a:pt x="10946" y="14905"/>
                  </a:cubicBezTo>
                  <a:cubicBezTo>
                    <a:pt x="10963" y="14927"/>
                    <a:pt x="10987" y="14940"/>
                    <a:pt x="11010" y="14940"/>
                  </a:cubicBezTo>
                  <a:cubicBezTo>
                    <a:pt x="11030" y="14940"/>
                    <a:pt x="11050" y="14929"/>
                    <a:pt x="11062" y="14905"/>
                  </a:cubicBezTo>
                  <a:cubicBezTo>
                    <a:pt x="11087" y="14881"/>
                    <a:pt x="11095" y="14847"/>
                    <a:pt x="11103" y="14806"/>
                  </a:cubicBezTo>
                  <a:cubicBezTo>
                    <a:pt x="11236" y="15096"/>
                    <a:pt x="11385" y="15378"/>
                    <a:pt x="11534" y="15651"/>
                  </a:cubicBezTo>
                  <a:cubicBezTo>
                    <a:pt x="11633" y="15833"/>
                    <a:pt x="11741" y="16007"/>
                    <a:pt x="11783" y="16206"/>
                  </a:cubicBezTo>
                  <a:cubicBezTo>
                    <a:pt x="11799" y="16297"/>
                    <a:pt x="11799" y="16397"/>
                    <a:pt x="11783" y="16488"/>
                  </a:cubicBezTo>
                  <a:cubicBezTo>
                    <a:pt x="11758" y="16571"/>
                    <a:pt x="11708" y="16654"/>
                    <a:pt x="11700" y="16745"/>
                  </a:cubicBezTo>
                  <a:cubicBezTo>
                    <a:pt x="11700" y="16787"/>
                    <a:pt x="11741" y="16823"/>
                    <a:pt x="11779" y="16823"/>
                  </a:cubicBezTo>
                  <a:cubicBezTo>
                    <a:pt x="11786" y="16823"/>
                    <a:pt x="11793" y="16822"/>
                    <a:pt x="11799" y="16819"/>
                  </a:cubicBezTo>
                  <a:cubicBezTo>
                    <a:pt x="11907" y="16786"/>
                    <a:pt x="11965" y="16695"/>
                    <a:pt x="11998" y="16587"/>
                  </a:cubicBezTo>
                  <a:cubicBezTo>
                    <a:pt x="12015" y="16629"/>
                    <a:pt x="12031" y="16662"/>
                    <a:pt x="12056" y="16703"/>
                  </a:cubicBezTo>
                  <a:cubicBezTo>
                    <a:pt x="12097" y="16786"/>
                    <a:pt x="12139" y="16877"/>
                    <a:pt x="12189" y="16960"/>
                  </a:cubicBezTo>
                  <a:cubicBezTo>
                    <a:pt x="12230" y="17051"/>
                    <a:pt x="12280" y="17142"/>
                    <a:pt x="12280" y="17242"/>
                  </a:cubicBezTo>
                  <a:cubicBezTo>
                    <a:pt x="12271" y="17408"/>
                    <a:pt x="12180" y="17573"/>
                    <a:pt x="12106" y="17714"/>
                  </a:cubicBezTo>
                  <a:cubicBezTo>
                    <a:pt x="12031" y="17855"/>
                    <a:pt x="11957" y="17996"/>
                    <a:pt x="11865" y="18128"/>
                  </a:cubicBezTo>
                  <a:cubicBezTo>
                    <a:pt x="11517" y="18642"/>
                    <a:pt x="11020" y="19056"/>
                    <a:pt x="10482" y="19371"/>
                  </a:cubicBezTo>
                  <a:cubicBezTo>
                    <a:pt x="9189" y="20117"/>
                    <a:pt x="7648" y="20241"/>
                    <a:pt x="6198" y="20448"/>
                  </a:cubicBezTo>
                  <a:cubicBezTo>
                    <a:pt x="5767" y="20506"/>
                    <a:pt x="5336" y="20581"/>
                    <a:pt x="4914" y="20672"/>
                  </a:cubicBezTo>
                  <a:cubicBezTo>
                    <a:pt x="4707" y="20714"/>
                    <a:pt x="4500" y="20763"/>
                    <a:pt x="4293" y="20830"/>
                  </a:cubicBezTo>
                  <a:cubicBezTo>
                    <a:pt x="4143" y="20871"/>
                    <a:pt x="3994" y="20912"/>
                    <a:pt x="3845" y="20970"/>
                  </a:cubicBezTo>
                  <a:cubicBezTo>
                    <a:pt x="3713" y="20979"/>
                    <a:pt x="3572" y="20995"/>
                    <a:pt x="3439" y="20995"/>
                  </a:cubicBezTo>
                  <a:cubicBezTo>
                    <a:pt x="3157" y="20995"/>
                    <a:pt x="2884" y="20979"/>
                    <a:pt x="2611" y="20937"/>
                  </a:cubicBezTo>
                  <a:cubicBezTo>
                    <a:pt x="2337" y="20896"/>
                    <a:pt x="2072" y="20821"/>
                    <a:pt x="1815" y="20714"/>
                  </a:cubicBezTo>
                  <a:cubicBezTo>
                    <a:pt x="1716" y="20664"/>
                    <a:pt x="1567" y="20614"/>
                    <a:pt x="1509" y="20506"/>
                  </a:cubicBezTo>
                  <a:cubicBezTo>
                    <a:pt x="1451" y="20390"/>
                    <a:pt x="1467" y="20225"/>
                    <a:pt x="1475" y="20109"/>
                  </a:cubicBezTo>
                  <a:cubicBezTo>
                    <a:pt x="1484" y="19984"/>
                    <a:pt x="1509" y="19877"/>
                    <a:pt x="1525" y="19761"/>
                  </a:cubicBezTo>
                  <a:cubicBezTo>
                    <a:pt x="1531" y="19763"/>
                    <a:pt x="1538" y="19764"/>
                    <a:pt x="1545" y="19764"/>
                  </a:cubicBezTo>
                  <a:cubicBezTo>
                    <a:pt x="1566" y="19764"/>
                    <a:pt x="1587" y="19754"/>
                    <a:pt x="1600" y="19736"/>
                  </a:cubicBezTo>
                  <a:cubicBezTo>
                    <a:pt x="1641" y="19670"/>
                    <a:pt x="1641" y="19578"/>
                    <a:pt x="1649" y="19504"/>
                  </a:cubicBezTo>
                  <a:cubicBezTo>
                    <a:pt x="1658" y="19413"/>
                    <a:pt x="1666" y="19322"/>
                    <a:pt x="1683" y="19239"/>
                  </a:cubicBezTo>
                  <a:cubicBezTo>
                    <a:pt x="1716" y="19056"/>
                    <a:pt x="1757" y="18882"/>
                    <a:pt x="1790" y="18700"/>
                  </a:cubicBezTo>
                  <a:cubicBezTo>
                    <a:pt x="1823" y="18510"/>
                    <a:pt x="1832" y="18311"/>
                    <a:pt x="1807" y="18128"/>
                  </a:cubicBezTo>
                  <a:lnTo>
                    <a:pt x="1807" y="18128"/>
                  </a:lnTo>
                  <a:cubicBezTo>
                    <a:pt x="1812" y="18130"/>
                    <a:pt x="1819" y="18131"/>
                    <a:pt x="1825" y="18131"/>
                  </a:cubicBezTo>
                  <a:cubicBezTo>
                    <a:pt x="1848" y="18131"/>
                    <a:pt x="1873" y="18119"/>
                    <a:pt x="1873" y="18087"/>
                  </a:cubicBezTo>
                  <a:cubicBezTo>
                    <a:pt x="1857" y="17954"/>
                    <a:pt x="1790" y="17838"/>
                    <a:pt x="1749" y="17714"/>
                  </a:cubicBezTo>
                  <a:cubicBezTo>
                    <a:pt x="1741" y="17681"/>
                    <a:pt x="1724" y="17640"/>
                    <a:pt x="1716" y="17606"/>
                  </a:cubicBezTo>
                  <a:cubicBezTo>
                    <a:pt x="1716" y="17515"/>
                    <a:pt x="1724" y="17424"/>
                    <a:pt x="1749" y="17333"/>
                  </a:cubicBezTo>
                  <a:cubicBezTo>
                    <a:pt x="1760" y="17289"/>
                    <a:pt x="1727" y="17263"/>
                    <a:pt x="1694" y="17263"/>
                  </a:cubicBezTo>
                  <a:cubicBezTo>
                    <a:pt x="1677" y="17263"/>
                    <a:pt x="1660" y="17270"/>
                    <a:pt x="1649" y="17283"/>
                  </a:cubicBezTo>
                  <a:cubicBezTo>
                    <a:pt x="1608" y="17010"/>
                    <a:pt x="1625" y="16736"/>
                    <a:pt x="1674" y="16463"/>
                  </a:cubicBezTo>
                  <a:cubicBezTo>
                    <a:pt x="1684" y="16423"/>
                    <a:pt x="1650" y="16396"/>
                    <a:pt x="1617" y="16396"/>
                  </a:cubicBezTo>
                  <a:cubicBezTo>
                    <a:pt x="1595" y="16396"/>
                    <a:pt x="1573" y="16408"/>
                    <a:pt x="1567" y="16438"/>
                  </a:cubicBezTo>
                  <a:cubicBezTo>
                    <a:pt x="1550" y="16480"/>
                    <a:pt x="1542" y="16521"/>
                    <a:pt x="1533" y="16562"/>
                  </a:cubicBezTo>
                  <a:cubicBezTo>
                    <a:pt x="1542" y="16380"/>
                    <a:pt x="1567" y="16198"/>
                    <a:pt x="1600" y="16016"/>
                  </a:cubicBezTo>
                  <a:cubicBezTo>
                    <a:pt x="1610" y="15975"/>
                    <a:pt x="1580" y="15950"/>
                    <a:pt x="1549" y="15950"/>
                  </a:cubicBezTo>
                  <a:cubicBezTo>
                    <a:pt x="1530" y="15950"/>
                    <a:pt x="1510" y="15960"/>
                    <a:pt x="1500" y="15982"/>
                  </a:cubicBezTo>
                  <a:cubicBezTo>
                    <a:pt x="1509" y="15908"/>
                    <a:pt x="1517" y="15825"/>
                    <a:pt x="1550" y="15759"/>
                  </a:cubicBezTo>
                  <a:cubicBezTo>
                    <a:pt x="1634" y="15774"/>
                    <a:pt x="1718" y="15782"/>
                    <a:pt x="1801" y="15782"/>
                  </a:cubicBezTo>
                  <a:cubicBezTo>
                    <a:pt x="1988" y="15782"/>
                    <a:pt x="2171" y="15740"/>
                    <a:pt x="2337" y="15643"/>
                  </a:cubicBezTo>
                  <a:cubicBezTo>
                    <a:pt x="2594" y="15494"/>
                    <a:pt x="2809" y="15253"/>
                    <a:pt x="2959" y="15005"/>
                  </a:cubicBezTo>
                  <a:cubicBezTo>
                    <a:pt x="3116" y="14740"/>
                    <a:pt x="3191" y="14441"/>
                    <a:pt x="3232" y="14135"/>
                  </a:cubicBezTo>
                  <a:cubicBezTo>
                    <a:pt x="3257" y="13969"/>
                    <a:pt x="3273" y="13795"/>
                    <a:pt x="3298" y="13629"/>
                  </a:cubicBezTo>
                  <a:cubicBezTo>
                    <a:pt x="3307" y="13555"/>
                    <a:pt x="3315" y="13480"/>
                    <a:pt x="3323" y="13406"/>
                  </a:cubicBezTo>
                  <a:lnTo>
                    <a:pt x="3331" y="13406"/>
                  </a:lnTo>
                  <a:cubicBezTo>
                    <a:pt x="3339" y="13406"/>
                    <a:pt x="3348" y="13407"/>
                    <a:pt x="3356" y="13407"/>
                  </a:cubicBezTo>
                  <a:cubicBezTo>
                    <a:pt x="3474" y="13407"/>
                    <a:pt x="3604" y="13353"/>
                    <a:pt x="3713" y="13306"/>
                  </a:cubicBezTo>
                  <a:cubicBezTo>
                    <a:pt x="3837" y="13257"/>
                    <a:pt x="3961" y="13190"/>
                    <a:pt x="4077" y="13124"/>
                  </a:cubicBezTo>
                  <a:cubicBezTo>
                    <a:pt x="4317" y="12991"/>
                    <a:pt x="4549" y="12842"/>
                    <a:pt x="4773" y="12685"/>
                  </a:cubicBezTo>
                  <a:cubicBezTo>
                    <a:pt x="5212" y="12403"/>
                    <a:pt x="5618" y="12063"/>
                    <a:pt x="5925" y="11641"/>
                  </a:cubicBezTo>
                  <a:cubicBezTo>
                    <a:pt x="6008" y="11525"/>
                    <a:pt x="6074" y="11409"/>
                    <a:pt x="6140" y="11285"/>
                  </a:cubicBezTo>
                  <a:cubicBezTo>
                    <a:pt x="6182" y="11185"/>
                    <a:pt x="6231" y="11086"/>
                    <a:pt x="6248" y="10978"/>
                  </a:cubicBezTo>
                  <a:cubicBezTo>
                    <a:pt x="6253" y="10977"/>
                    <a:pt x="6258" y="10977"/>
                    <a:pt x="6263" y="10977"/>
                  </a:cubicBezTo>
                  <a:cubicBezTo>
                    <a:pt x="6295" y="10977"/>
                    <a:pt x="6316" y="11002"/>
                    <a:pt x="6331" y="11053"/>
                  </a:cubicBezTo>
                  <a:cubicBezTo>
                    <a:pt x="6339" y="11090"/>
                    <a:pt x="6376" y="11109"/>
                    <a:pt x="6414" y="11109"/>
                  </a:cubicBezTo>
                  <a:cubicBezTo>
                    <a:pt x="6451" y="11109"/>
                    <a:pt x="6488" y="11090"/>
                    <a:pt x="6496" y="11053"/>
                  </a:cubicBezTo>
                  <a:cubicBezTo>
                    <a:pt x="6531" y="10888"/>
                    <a:pt x="6411" y="10763"/>
                    <a:pt x="6265" y="10763"/>
                  </a:cubicBezTo>
                  <a:cubicBezTo>
                    <a:pt x="6235" y="10763"/>
                    <a:pt x="6204" y="10768"/>
                    <a:pt x="6173" y="10779"/>
                  </a:cubicBezTo>
                  <a:cubicBezTo>
                    <a:pt x="6074" y="10821"/>
                    <a:pt x="5974" y="10887"/>
                    <a:pt x="5892" y="10937"/>
                  </a:cubicBezTo>
                  <a:cubicBezTo>
                    <a:pt x="5792" y="10995"/>
                    <a:pt x="5693" y="11044"/>
                    <a:pt x="5593" y="11102"/>
                  </a:cubicBezTo>
                  <a:cubicBezTo>
                    <a:pt x="5212" y="11326"/>
                    <a:pt x="4856" y="11583"/>
                    <a:pt x="4491" y="11840"/>
                  </a:cubicBezTo>
                  <a:cubicBezTo>
                    <a:pt x="4326" y="11956"/>
                    <a:pt x="4152" y="12080"/>
                    <a:pt x="3953" y="12130"/>
                  </a:cubicBezTo>
                  <a:cubicBezTo>
                    <a:pt x="3879" y="12146"/>
                    <a:pt x="3805" y="12152"/>
                    <a:pt x="3731" y="12152"/>
                  </a:cubicBezTo>
                  <a:cubicBezTo>
                    <a:pt x="3574" y="12152"/>
                    <a:pt x="3417" y="12122"/>
                    <a:pt x="3265" y="12088"/>
                  </a:cubicBezTo>
                  <a:cubicBezTo>
                    <a:pt x="2801" y="11972"/>
                    <a:pt x="2354" y="11840"/>
                    <a:pt x="1898" y="11715"/>
                  </a:cubicBezTo>
                  <a:cubicBezTo>
                    <a:pt x="1683" y="11649"/>
                    <a:pt x="1459" y="11608"/>
                    <a:pt x="1293" y="11442"/>
                  </a:cubicBezTo>
                  <a:cubicBezTo>
                    <a:pt x="1219" y="11367"/>
                    <a:pt x="1161" y="11285"/>
                    <a:pt x="1119" y="11185"/>
                  </a:cubicBezTo>
                  <a:cubicBezTo>
                    <a:pt x="1111" y="11169"/>
                    <a:pt x="1103" y="11160"/>
                    <a:pt x="1103" y="11144"/>
                  </a:cubicBezTo>
                  <a:cubicBezTo>
                    <a:pt x="1094" y="11119"/>
                    <a:pt x="1086" y="11094"/>
                    <a:pt x="1078" y="11069"/>
                  </a:cubicBezTo>
                  <a:cubicBezTo>
                    <a:pt x="1069" y="11053"/>
                    <a:pt x="1069" y="11036"/>
                    <a:pt x="1061" y="11028"/>
                  </a:cubicBezTo>
                  <a:cubicBezTo>
                    <a:pt x="1103" y="11003"/>
                    <a:pt x="1144" y="10970"/>
                    <a:pt x="1169" y="10928"/>
                  </a:cubicBezTo>
                  <a:cubicBezTo>
                    <a:pt x="1227" y="10854"/>
                    <a:pt x="1252" y="10754"/>
                    <a:pt x="1277" y="10663"/>
                  </a:cubicBezTo>
                  <a:cubicBezTo>
                    <a:pt x="1301" y="10547"/>
                    <a:pt x="1285" y="10431"/>
                    <a:pt x="1301" y="10324"/>
                  </a:cubicBezTo>
                  <a:cubicBezTo>
                    <a:pt x="1318" y="10125"/>
                    <a:pt x="1542" y="10034"/>
                    <a:pt x="1707" y="9976"/>
                  </a:cubicBezTo>
                  <a:cubicBezTo>
                    <a:pt x="1890" y="9909"/>
                    <a:pt x="2080" y="9843"/>
                    <a:pt x="2229" y="9710"/>
                  </a:cubicBezTo>
                  <a:cubicBezTo>
                    <a:pt x="2345" y="9603"/>
                    <a:pt x="2461" y="9420"/>
                    <a:pt x="2420" y="9255"/>
                  </a:cubicBezTo>
                  <a:cubicBezTo>
                    <a:pt x="2412" y="9222"/>
                    <a:pt x="2403" y="9197"/>
                    <a:pt x="2379" y="9172"/>
                  </a:cubicBezTo>
                  <a:cubicBezTo>
                    <a:pt x="2387" y="9164"/>
                    <a:pt x="2395" y="9155"/>
                    <a:pt x="2412" y="9147"/>
                  </a:cubicBezTo>
                  <a:lnTo>
                    <a:pt x="2412" y="9139"/>
                  </a:lnTo>
                  <a:cubicBezTo>
                    <a:pt x="2420" y="9139"/>
                    <a:pt x="2428" y="9130"/>
                    <a:pt x="2437" y="9130"/>
                  </a:cubicBezTo>
                  <a:cubicBezTo>
                    <a:pt x="2437" y="9122"/>
                    <a:pt x="2437" y="9114"/>
                    <a:pt x="2445" y="9114"/>
                  </a:cubicBezTo>
                  <a:lnTo>
                    <a:pt x="2445" y="9106"/>
                  </a:lnTo>
                  <a:lnTo>
                    <a:pt x="2453" y="9106"/>
                  </a:lnTo>
                  <a:cubicBezTo>
                    <a:pt x="2461" y="9097"/>
                    <a:pt x="2470" y="9089"/>
                    <a:pt x="2478" y="9081"/>
                  </a:cubicBezTo>
                  <a:cubicBezTo>
                    <a:pt x="2486" y="9072"/>
                    <a:pt x="2495" y="9064"/>
                    <a:pt x="2495" y="9048"/>
                  </a:cubicBezTo>
                  <a:cubicBezTo>
                    <a:pt x="2495" y="9031"/>
                    <a:pt x="2486" y="9014"/>
                    <a:pt x="2470" y="9014"/>
                  </a:cubicBezTo>
                  <a:cubicBezTo>
                    <a:pt x="2470" y="9014"/>
                    <a:pt x="2470" y="9006"/>
                    <a:pt x="2461" y="9006"/>
                  </a:cubicBezTo>
                  <a:cubicBezTo>
                    <a:pt x="2445" y="9006"/>
                    <a:pt x="2437" y="9006"/>
                    <a:pt x="2428" y="9014"/>
                  </a:cubicBezTo>
                  <a:cubicBezTo>
                    <a:pt x="2420" y="9014"/>
                    <a:pt x="2403" y="9023"/>
                    <a:pt x="2395" y="9031"/>
                  </a:cubicBezTo>
                  <a:lnTo>
                    <a:pt x="2387" y="9031"/>
                  </a:lnTo>
                  <a:cubicBezTo>
                    <a:pt x="2387" y="9031"/>
                    <a:pt x="2379" y="9039"/>
                    <a:pt x="2379" y="9039"/>
                  </a:cubicBezTo>
                  <a:cubicBezTo>
                    <a:pt x="2362" y="9048"/>
                    <a:pt x="2345" y="9056"/>
                    <a:pt x="2337" y="9064"/>
                  </a:cubicBezTo>
                  <a:cubicBezTo>
                    <a:pt x="2312" y="9081"/>
                    <a:pt x="2296" y="9106"/>
                    <a:pt x="2279" y="9122"/>
                  </a:cubicBezTo>
                  <a:lnTo>
                    <a:pt x="2246" y="9122"/>
                  </a:lnTo>
                  <a:cubicBezTo>
                    <a:pt x="2130" y="9122"/>
                    <a:pt x="2006" y="9147"/>
                    <a:pt x="1890" y="9155"/>
                  </a:cubicBezTo>
                  <a:cubicBezTo>
                    <a:pt x="1660" y="9177"/>
                    <a:pt x="1430" y="9198"/>
                    <a:pt x="1201" y="9198"/>
                  </a:cubicBezTo>
                  <a:cubicBezTo>
                    <a:pt x="1165" y="9198"/>
                    <a:pt x="1130" y="9198"/>
                    <a:pt x="1094" y="9197"/>
                  </a:cubicBezTo>
                  <a:cubicBezTo>
                    <a:pt x="953" y="9197"/>
                    <a:pt x="821" y="9188"/>
                    <a:pt x="688" y="9180"/>
                  </a:cubicBezTo>
                  <a:cubicBezTo>
                    <a:pt x="614" y="9180"/>
                    <a:pt x="531" y="9164"/>
                    <a:pt x="448" y="9164"/>
                  </a:cubicBezTo>
                  <a:cubicBezTo>
                    <a:pt x="465" y="9147"/>
                    <a:pt x="473" y="9130"/>
                    <a:pt x="489" y="9114"/>
                  </a:cubicBezTo>
                  <a:cubicBezTo>
                    <a:pt x="489" y="9106"/>
                    <a:pt x="498" y="9097"/>
                    <a:pt x="498" y="9089"/>
                  </a:cubicBezTo>
                  <a:cubicBezTo>
                    <a:pt x="506" y="9081"/>
                    <a:pt x="514" y="9072"/>
                    <a:pt x="523" y="9064"/>
                  </a:cubicBezTo>
                  <a:cubicBezTo>
                    <a:pt x="531" y="9056"/>
                    <a:pt x="539" y="9056"/>
                    <a:pt x="539" y="9048"/>
                  </a:cubicBezTo>
                  <a:cubicBezTo>
                    <a:pt x="547" y="9048"/>
                    <a:pt x="547" y="9048"/>
                    <a:pt x="547" y="9039"/>
                  </a:cubicBezTo>
                  <a:lnTo>
                    <a:pt x="556" y="9039"/>
                  </a:lnTo>
                  <a:cubicBezTo>
                    <a:pt x="639" y="9031"/>
                    <a:pt x="688" y="8981"/>
                    <a:pt x="755" y="8932"/>
                  </a:cubicBezTo>
                  <a:cubicBezTo>
                    <a:pt x="821" y="8890"/>
                    <a:pt x="895" y="8840"/>
                    <a:pt x="962" y="8799"/>
                  </a:cubicBezTo>
                  <a:cubicBezTo>
                    <a:pt x="987" y="8782"/>
                    <a:pt x="1011" y="8758"/>
                    <a:pt x="1036" y="8741"/>
                  </a:cubicBezTo>
                  <a:cubicBezTo>
                    <a:pt x="1094" y="8716"/>
                    <a:pt x="1161" y="8691"/>
                    <a:pt x="1219" y="8658"/>
                  </a:cubicBezTo>
                  <a:cubicBezTo>
                    <a:pt x="1301" y="8625"/>
                    <a:pt x="1393" y="8584"/>
                    <a:pt x="1475" y="8550"/>
                  </a:cubicBezTo>
                  <a:cubicBezTo>
                    <a:pt x="1558" y="8509"/>
                    <a:pt x="1666" y="8476"/>
                    <a:pt x="1724" y="8401"/>
                  </a:cubicBezTo>
                  <a:cubicBezTo>
                    <a:pt x="1732" y="8393"/>
                    <a:pt x="1732" y="8385"/>
                    <a:pt x="1732" y="8376"/>
                  </a:cubicBezTo>
                  <a:cubicBezTo>
                    <a:pt x="1743" y="8387"/>
                    <a:pt x="1756" y="8394"/>
                    <a:pt x="1769" y="8394"/>
                  </a:cubicBezTo>
                  <a:cubicBezTo>
                    <a:pt x="1776" y="8394"/>
                    <a:pt x="1784" y="8391"/>
                    <a:pt x="1790" y="8385"/>
                  </a:cubicBezTo>
                  <a:cubicBezTo>
                    <a:pt x="1840" y="8352"/>
                    <a:pt x="1898" y="8318"/>
                    <a:pt x="1948" y="8285"/>
                  </a:cubicBezTo>
                  <a:cubicBezTo>
                    <a:pt x="2006" y="8244"/>
                    <a:pt x="2055" y="8202"/>
                    <a:pt x="2097" y="8153"/>
                  </a:cubicBezTo>
                  <a:cubicBezTo>
                    <a:pt x="2104" y="8138"/>
                    <a:pt x="2098" y="8110"/>
                    <a:pt x="2079" y="8110"/>
                  </a:cubicBezTo>
                  <a:cubicBezTo>
                    <a:pt x="2077" y="8110"/>
                    <a:pt x="2075" y="8110"/>
                    <a:pt x="2072" y="8111"/>
                  </a:cubicBezTo>
                  <a:cubicBezTo>
                    <a:pt x="2014" y="8136"/>
                    <a:pt x="1956" y="8161"/>
                    <a:pt x="1906" y="8202"/>
                  </a:cubicBezTo>
                  <a:lnTo>
                    <a:pt x="1749" y="8310"/>
                  </a:lnTo>
                  <a:cubicBezTo>
                    <a:pt x="1732" y="8327"/>
                    <a:pt x="1724" y="8343"/>
                    <a:pt x="1732" y="8360"/>
                  </a:cubicBezTo>
                  <a:cubicBezTo>
                    <a:pt x="1724" y="8352"/>
                    <a:pt x="1716" y="8343"/>
                    <a:pt x="1699" y="8343"/>
                  </a:cubicBezTo>
                  <a:cubicBezTo>
                    <a:pt x="1608" y="8343"/>
                    <a:pt x="1509" y="8401"/>
                    <a:pt x="1426" y="8434"/>
                  </a:cubicBezTo>
                  <a:cubicBezTo>
                    <a:pt x="1343" y="8476"/>
                    <a:pt x="1252" y="8517"/>
                    <a:pt x="1169" y="8559"/>
                  </a:cubicBezTo>
                  <a:cubicBezTo>
                    <a:pt x="1161" y="8559"/>
                    <a:pt x="1161" y="8567"/>
                    <a:pt x="1152" y="8567"/>
                  </a:cubicBezTo>
                  <a:cubicBezTo>
                    <a:pt x="1161" y="8542"/>
                    <a:pt x="1169" y="8509"/>
                    <a:pt x="1177" y="8484"/>
                  </a:cubicBezTo>
                  <a:cubicBezTo>
                    <a:pt x="1252" y="8169"/>
                    <a:pt x="1285" y="7846"/>
                    <a:pt x="1301" y="7523"/>
                  </a:cubicBezTo>
                  <a:cubicBezTo>
                    <a:pt x="1310" y="7357"/>
                    <a:pt x="1310" y="7192"/>
                    <a:pt x="1301" y="7026"/>
                  </a:cubicBezTo>
                  <a:cubicBezTo>
                    <a:pt x="1301" y="6868"/>
                    <a:pt x="1268" y="6703"/>
                    <a:pt x="1293" y="6545"/>
                  </a:cubicBezTo>
                  <a:cubicBezTo>
                    <a:pt x="1310" y="6388"/>
                    <a:pt x="1409" y="6272"/>
                    <a:pt x="1500" y="6148"/>
                  </a:cubicBezTo>
                  <a:cubicBezTo>
                    <a:pt x="1600" y="6015"/>
                    <a:pt x="1699" y="5874"/>
                    <a:pt x="1807" y="5742"/>
                  </a:cubicBezTo>
                  <a:cubicBezTo>
                    <a:pt x="1826" y="5716"/>
                    <a:pt x="1795" y="5684"/>
                    <a:pt x="1768" y="5684"/>
                  </a:cubicBezTo>
                  <a:cubicBezTo>
                    <a:pt x="1761" y="5684"/>
                    <a:pt x="1754" y="5687"/>
                    <a:pt x="1749" y="5692"/>
                  </a:cubicBezTo>
                  <a:cubicBezTo>
                    <a:pt x="1641" y="5816"/>
                    <a:pt x="1533" y="5932"/>
                    <a:pt x="1434" y="6056"/>
                  </a:cubicBezTo>
                  <a:cubicBezTo>
                    <a:pt x="1409" y="6081"/>
                    <a:pt x="1393" y="6106"/>
                    <a:pt x="1368" y="6131"/>
                  </a:cubicBezTo>
                  <a:cubicBezTo>
                    <a:pt x="1384" y="6090"/>
                    <a:pt x="1401" y="6056"/>
                    <a:pt x="1417" y="6023"/>
                  </a:cubicBezTo>
                  <a:cubicBezTo>
                    <a:pt x="1434" y="5965"/>
                    <a:pt x="1459" y="5916"/>
                    <a:pt x="1492" y="5866"/>
                  </a:cubicBezTo>
                  <a:cubicBezTo>
                    <a:pt x="1533" y="5841"/>
                    <a:pt x="1550" y="5808"/>
                    <a:pt x="1550" y="5767"/>
                  </a:cubicBezTo>
                  <a:cubicBezTo>
                    <a:pt x="1550" y="5767"/>
                    <a:pt x="1550" y="5758"/>
                    <a:pt x="1550" y="5758"/>
                  </a:cubicBezTo>
                  <a:cubicBezTo>
                    <a:pt x="1575" y="5709"/>
                    <a:pt x="1600" y="5659"/>
                    <a:pt x="1591" y="5609"/>
                  </a:cubicBezTo>
                  <a:cubicBezTo>
                    <a:pt x="1585" y="5596"/>
                    <a:pt x="1572" y="5582"/>
                    <a:pt x="1555" y="5582"/>
                  </a:cubicBezTo>
                  <a:cubicBezTo>
                    <a:pt x="1551" y="5582"/>
                    <a:pt x="1546" y="5583"/>
                    <a:pt x="1542" y="5584"/>
                  </a:cubicBezTo>
                  <a:cubicBezTo>
                    <a:pt x="1525" y="5593"/>
                    <a:pt x="1509" y="5601"/>
                    <a:pt x="1492" y="5617"/>
                  </a:cubicBezTo>
                  <a:cubicBezTo>
                    <a:pt x="1459" y="5477"/>
                    <a:pt x="1451" y="5327"/>
                    <a:pt x="1434" y="5195"/>
                  </a:cubicBezTo>
                  <a:cubicBezTo>
                    <a:pt x="1417" y="5013"/>
                    <a:pt x="1417" y="4839"/>
                    <a:pt x="1434" y="4656"/>
                  </a:cubicBezTo>
                  <a:cubicBezTo>
                    <a:pt x="1451" y="4292"/>
                    <a:pt x="1525" y="3935"/>
                    <a:pt x="1608" y="3571"/>
                  </a:cubicBezTo>
                  <a:cubicBezTo>
                    <a:pt x="1683" y="3223"/>
                    <a:pt x="1782" y="2891"/>
                    <a:pt x="1956" y="2568"/>
                  </a:cubicBezTo>
                  <a:cubicBezTo>
                    <a:pt x="2113" y="2262"/>
                    <a:pt x="2312" y="1972"/>
                    <a:pt x="2519" y="1690"/>
                  </a:cubicBezTo>
                  <a:cubicBezTo>
                    <a:pt x="2727" y="1408"/>
                    <a:pt x="2950" y="1135"/>
                    <a:pt x="3174" y="870"/>
                  </a:cubicBezTo>
                  <a:cubicBezTo>
                    <a:pt x="3290" y="737"/>
                    <a:pt x="3398" y="605"/>
                    <a:pt x="3514" y="480"/>
                  </a:cubicBezTo>
                  <a:cubicBezTo>
                    <a:pt x="3572" y="414"/>
                    <a:pt x="3621" y="356"/>
                    <a:pt x="3679" y="298"/>
                  </a:cubicBezTo>
                  <a:cubicBezTo>
                    <a:pt x="3714" y="257"/>
                    <a:pt x="3777" y="181"/>
                    <a:pt x="3841" y="181"/>
                  </a:cubicBezTo>
                  <a:close/>
                  <a:moveTo>
                    <a:pt x="3850" y="0"/>
                  </a:moveTo>
                  <a:cubicBezTo>
                    <a:pt x="3751" y="0"/>
                    <a:pt x="3654" y="59"/>
                    <a:pt x="3580" y="132"/>
                  </a:cubicBezTo>
                  <a:cubicBezTo>
                    <a:pt x="3464" y="265"/>
                    <a:pt x="3348" y="398"/>
                    <a:pt x="3224" y="538"/>
                  </a:cubicBezTo>
                  <a:cubicBezTo>
                    <a:pt x="2983" y="812"/>
                    <a:pt x="2751" y="1093"/>
                    <a:pt x="2528" y="1383"/>
                  </a:cubicBezTo>
                  <a:cubicBezTo>
                    <a:pt x="2296" y="1682"/>
                    <a:pt x="2080" y="1988"/>
                    <a:pt x="1898" y="2311"/>
                  </a:cubicBezTo>
                  <a:cubicBezTo>
                    <a:pt x="1707" y="2635"/>
                    <a:pt x="1567" y="2983"/>
                    <a:pt x="1475" y="3347"/>
                  </a:cubicBezTo>
                  <a:cubicBezTo>
                    <a:pt x="1376" y="3761"/>
                    <a:pt x="1285" y="4184"/>
                    <a:pt x="1252" y="4615"/>
                  </a:cubicBezTo>
                  <a:cubicBezTo>
                    <a:pt x="1235" y="4830"/>
                    <a:pt x="1235" y="5054"/>
                    <a:pt x="1252" y="5269"/>
                  </a:cubicBezTo>
                  <a:cubicBezTo>
                    <a:pt x="1260" y="5377"/>
                    <a:pt x="1277" y="5485"/>
                    <a:pt x="1293" y="5593"/>
                  </a:cubicBezTo>
                  <a:cubicBezTo>
                    <a:pt x="1310" y="5667"/>
                    <a:pt x="1310" y="5758"/>
                    <a:pt x="1359" y="5816"/>
                  </a:cubicBezTo>
                  <a:cubicBezTo>
                    <a:pt x="1335" y="5874"/>
                    <a:pt x="1310" y="5924"/>
                    <a:pt x="1285" y="5982"/>
                  </a:cubicBezTo>
                  <a:cubicBezTo>
                    <a:pt x="1260" y="6056"/>
                    <a:pt x="1235" y="6139"/>
                    <a:pt x="1227" y="6214"/>
                  </a:cubicBezTo>
                  <a:cubicBezTo>
                    <a:pt x="1219" y="6255"/>
                    <a:pt x="1219" y="6297"/>
                    <a:pt x="1219" y="6338"/>
                  </a:cubicBezTo>
                  <a:cubicBezTo>
                    <a:pt x="1210" y="6355"/>
                    <a:pt x="1202" y="6371"/>
                    <a:pt x="1194" y="6388"/>
                  </a:cubicBezTo>
                  <a:cubicBezTo>
                    <a:pt x="1069" y="6670"/>
                    <a:pt x="1119" y="7018"/>
                    <a:pt x="1111" y="7324"/>
                  </a:cubicBezTo>
                  <a:cubicBezTo>
                    <a:pt x="1111" y="7639"/>
                    <a:pt x="1103" y="7979"/>
                    <a:pt x="1011" y="8285"/>
                  </a:cubicBezTo>
                  <a:cubicBezTo>
                    <a:pt x="978" y="8426"/>
                    <a:pt x="953" y="8559"/>
                    <a:pt x="829" y="8658"/>
                  </a:cubicBezTo>
                  <a:cubicBezTo>
                    <a:pt x="763" y="8700"/>
                    <a:pt x="705" y="8749"/>
                    <a:pt x="639" y="8799"/>
                  </a:cubicBezTo>
                  <a:cubicBezTo>
                    <a:pt x="581" y="8840"/>
                    <a:pt x="523" y="8865"/>
                    <a:pt x="489" y="8932"/>
                  </a:cubicBezTo>
                  <a:cubicBezTo>
                    <a:pt x="481" y="8940"/>
                    <a:pt x="465" y="8948"/>
                    <a:pt x="448" y="8965"/>
                  </a:cubicBezTo>
                  <a:cubicBezTo>
                    <a:pt x="423" y="8981"/>
                    <a:pt x="398" y="8998"/>
                    <a:pt x="382" y="9023"/>
                  </a:cubicBezTo>
                  <a:cubicBezTo>
                    <a:pt x="266" y="9048"/>
                    <a:pt x="183" y="9155"/>
                    <a:pt x="141" y="9255"/>
                  </a:cubicBezTo>
                  <a:cubicBezTo>
                    <a:pt x="75" y="9429"/>
                    <a:pt x="92" y="9619"/>
                    <a:pt x="133" y="9793"/>
                  </a:cubicBezTo>
                  <a:cubicBezTo>
                    <a:pt x="141" y="9835"/>
                    <a:pt x="150" y="9868"/>
                    <a:pt x="166" y="9909"/>
                  </a:cubicBezTo>
                  <a:cubicBezTo>
                    <a:pt x="150" y="9909"/>
                    <a:pt x="141" y="9918"/>
                    <a:pt x="133" y="9926"/>
                  </a:cubicBezTo>
                  <a:cubicBezTo>
                    <a:pt x="25" y="10133"/>
                    <a:pt x="1" y="10340"/>
                    <a:pt x="25" y="10572"/>
                  </a:cubicBezTo>
                  <a:cubicBezTo>
                    <a:pt x="50" y="10788"/>
                    <a:pt x="92" y="11019"/>
                    <a:pt x="158" y="11235"/>
                  </a:cubicBezTo>
                  <a:cubicBezTo>
                    <a:pt x="263" y="11572"/>
                    <a:pt x="571" y="11814"/>
                    <a:pt x="920" y="11814"/>
                  </a:cubicBezTo>
                  <a:cubicBezTo>
                    <a:pt x="983" y="11814"/>
                    <a:pt x="1047" y="11806"/>
                    <a:pt x="1111" y="11790"/>
                  </a:cubicBezTo>
                  <a:cubicBezTo>
                    <a:pt x="1144" y="11773"/>
                    <a:pt x="1177" y="11749"/>
                    <a:pt x="1185" y="11707"/>
                  </a:cubicBezTo>
                  <a:lnTo>
                    <a:pt x="1219" y="11707"/>
                  </a:lnTo>
                  <a:cubicBezTo>
                    <a:pt x="1227" y="11707"/>
                    <a:pt x="1235" y="11699"/>
                    <a:pt x="1243" y="11699"/>
                  </a:cubicBezTo>
                  <a:cubicBezTo>
                    <a:pt x="1260" y="11699"/>
                    <a:pt x="1277" y="11699"/>
                    <a:pt x="1293" y="11691"/>
                  </a:cubicBezTo>
                  <a:cubicBezTo>
                    <a:pt x="1293" y="11691"/>
                    <a:pt x="1293" y="11691"/>
                    <a:pt x="1301" y="11682"/>
                  </a:cubicBezTo>
                  <a:lnTo>
                    <a:pt x="1310" y="11682"/>
                  </a:lnTo>
                  <a:cubicBezTo>
                    <a:pt x="1310" y="11674"/>
                    <a:pt x="1310" y="11674"/>
                    <a:pt x="1310" y="11674"/>
                  </a:cubicBezTo>
                  <a:cubicBezTo>
                    <a:pt x="1343" y="11699"/>
                    <a:pt x="1376" y="11715"/>
                    <a:pt x="1409" y="11732"/>
                  </a:cubicBezTo>
                  <a:cubicBezTo>
                    <a:pt x="1417" y="11740"/>
                    <a:pt x="1434" y="11749"/>
                    <a:pt x="1442" y="11749"/>
                  </a:cubicBezTo>
                  <a:cubicBezTo>
                    <a:pt x="1384" y="11831"/>
                    <a:pt x="1335" y="11923"/>
                    <a:pt x="1293" y="12014"/>
                  </a:cubicBezTo>
                  <a:cubicBezTo>
                    <a:pt x="1243" y="12121"/>
                    <a:pt x="1210" y="12229"/>
                    <a:pt x="1210" y="12353"/>
                  </a:cubicBezTo>
                  <a:cubicBezTo>
                    <a:pt x="1210" y="12370"/>
                    <a:pt x="1219" y="12378"/>
                    <a:pt x="1219" y="12395"/>
                  </a:cubicBezTo>
                  <a:cubicBezTo>
                    <a:pt x="1194" y="12428"/>
                    <a:pt x="1161" y="12461"/>
                    <a:pt x="1136" y="12494"/>
                  </a:cubicBezTo>
                  <a:cubicBezTo>
                    <a:pt x="929" y="12726"/>
                    <a:pt x="705" y="12967"/>
                    <a:pt x="639" y="13281"/>
                  </a:cubicBezTo>
                  <a:cubicBezTo>
                    <a:pt x="572" y="13613"/>
                    <a:pt x="581" y="13969"/>
                    <a:pt x="597" y="14309"/>
                  </a:cubicBezTo>
                  <a:cubicBezTo>
                    <a:pt x="605" y="14483"/>
                    <a:pt x="622" y="14657"/>
                    <a:pt x="647" y="14823"/>
                  </a:cubicBezTo>
                  <a:cubicBezTo>
                    <a:pt x="672" y="14980"/>
                    <a:pt x="680" y="15146"/>
                    <a:pt x="746" y="15287"/>
                  </a:cubicBezTo>
                  <a:cubicBezTo>
                    <a:pt x="854" y="15535"/>
                    <a:pt x="1161" y="15651"/>
                    <a:pt x="1409" y="15726"/>
                  </a:cubicBezTo>
                  <a:cubicBezTo>
                    <a:pt x="1368" y="15800"/>
                    <a:pt x="1351" y="15891"/>
                    <a:pt x="1343" y="15974"/>
                  </a:cubicBezTo>
                  <a:cubicBezTo>
                    <a:pt x="1335" y="16057"/>
                    <a:pt x="1318" y="16148"/>
                    <a:pt x="1318" y="16231"/>
                  </a:cubicBezTo>
                  <a:cubicBezTo>
                    <a:pt x="1318" y="16272"/>
                    <a:pt x="1318" y="16322"/>
                    <a:pt x="1326" y="16364"/>
                  </a:cubicBezTo>
                  <a:cubicBezTo>
                    <a:pt x="1326" y="16413"/>
                    <a:pt x="1343" y="16446"/>
                    <a:pt x="1359" y="16496"/>
                  </a:cubicBezTo>
                  <a:cubicBezTo>
                    <a:pt x="1368" y="16504"/>
                    <a:pt x="1368" y="16513"/>
                    <a:pt x="1376" y="16513"/>
                  </a:cubicBezTo>
                  <a:cubicBezTo>
                    <a:pt x="1376" y="16571"/>
                    <a:pt x="1368" y="16629"/>
                    <a:pt x="1368" y="16678"/>
                  </a:cubicBezTo>
                  <a:cubicBezTo>
                    <a:pt x="1368" y="16794"/>
                    <a:pt x="1368" y="16919"/>
                    <a:pt x="1384" y="17035"/>
                  </a:cubicBezTo>
                  <a:cubicBezTo>
                    <a:pt x="1393" y="17134"/>
                    <a:pt x="1409" y="17283"/>
                    <a:pt x="1484" y="17366"/>
                  </a:cubicBezTo>
                  <a:cubicBezTo>
                    <a:pt x="1492" y="17374"/>
                    <a:pt x="1500" y="17374"/>
                    <a:pt x="1509" y="17374"/>
                  </a:cubicBezTo>
                  <a:cubicBezTo>
                    <a:pt x="1525" y="17499"/>
                    <a:pt x="1558" y="17623"/>
                    <a:pt x="1591" y="17739"/>
                  </a:cubicBezTo>
                  <a:cubicBezTo>
                    <a:pt x="1591" y="17764"/>
                    <a:pt x="1591" y="17789"/>
                    <a:pt x="1600" y="17814"/>
                  </a:cubicBezTo>
                  <a:cubicBezTo>
                    <a:pt x="1608" y="17905"/>
                    <a:pt x="1625" y="17988"/>
                    <a:pt x="1641" y="18070"/>
                  </a:cubicBezTo>
                  <a:cubicBezTo>
                    <a:pt x="1649" y="18104"/>
                    <a:pt x="1658" y="18137"/>
                    <a:pt x="1666" y="18178"/>
                  </a:cubicBezTo>
                  <a:cubicBezTo>
                    <a:pt x="1666" y="18369"/>
                    <a:pt x="1625" y="18576"/>
                    <a:pt x="1583" y="18766"/>
                  </a:cubicBezTo>
                  <a:cubicBezTo>
                    <a:pt x="1542" y="18932"/>
                    <a:pt x="1500" y="19106"/>
                    <a:pt x="1475" y="19280"/>
                  </a:cubicBezTo>
                  <a:cubicBezTo>
                    <a:pt x="1475" y="19288"/>
                    <a:pt x="1475" y="19297"/>
                    <a:pt x="1467" y="19313"/>
                  </a:cubicBezTo>
                  <a:cubicBezTo>
                    <a:pt x="1442" y="19404"/>
                    <a:pt x="1417" y="19496"/>
                    <a:pt x="1384" y="19587"/>
                  </a:cubicBezTo>
                  <a:cubicBezTo>
                    <a:pt x="1343" y="19744"/>
                    <a:pt x="1301" y="19893"/>
                    <a:pt x="1285" y="20051"/>
                  </a:cubicBezTo>
                  <a:cubicBezTo>
                    <a:pt x="1268" y="20200"/>
                    <a:pt x="1252" y="20366"/>
                    <a:pt x="1285" y="20506"/>
                  </a:cubicBezTo>
                  <a:cubicBezTo>
                    <a:pt x="1318" y="20647"/>
                    <a:pt x="1409" y="20738"/>
                    <a:pt x="1525" y="20805"/>
                  </a:cubicBezTo>
                  <a:cubicBezTo>
                    <a:pt x="2026" y="21083"/>
                    <a:pt x="2618" y="21178"/>
                    <a:pt x="3185" y="21178"/>
                  </a:cubicBezTo>
                  <a:cubicBezTo>
                    <a:pt x="3209" y="21178"/>
                    <a:pt x="3233" y="21178"/>
                    <a:pt x="3257" y="21177"/>
                  </a:cubicBezTo>
                  <a:cubicBezTo>
                    <a:pt x="3381" y="21169"/>
                    <a:pt x="3505" y="21161"/>
                    <a:pt x="3630" y="21153"/>
                  </a:cubicBezTo>
                  <a:cubicBezTo>
                    <a:pt x="3643" y="21187"/>
                    <a:pt x="3674" y="21215"/>
                    <a:pt x="3711" y="21215"/>
                  </a:cubicBezTo>
                  <a:cubicBezTo>
                    <a:pt x="3720" y="21215"/>
                    <a:pt x="3728" y="21214"/>
                    <a:pt x="3737" y="21211"/>
                  </a:cubicBezTo>
                  <a:cubicBezTo>
                    <a:pt x="3878" y="21177"/>
                    <a:pt x="4011" y="21128"/>
                    <a:pt x="4143" y="21086"/>
                  </a:cubicBezTo>
                  <a:cubicBezTo>
                    <a:pt x="4193" y="21070"/>
                    <a:pt x="4235" y="21061"/>
                    <a:pt x="4276" y="21045"/>
                  </a:cubicBezTo>
                  <a:cubicBezTo>
                    <a:pt x="4284" y="21045"/>
                    <a:pt x="4284" y="21037"/>
                    <a:pt x="4293" y="21037"/>
                  </a:cubicBezTo>
                  <a:cubicBezTo>
                    <a:pt x="4301" y="21037"/>
                    <a:pt x="4309" y="21028"/>
                    <a:pt x="4309" y="21028"/>
                  </a:cubicBezTo>
                  <a:cubicBezTo>
                    <a:pt x="4508" y="20970"/>
                    <a:pt x="4698" y="20921"/>
                    <a:pt x="4897" y="20871"/>
                  </a:cubicBezTo>
                  <a:cubicBezTo>
                    <a:pt x="5278" y="20788"/>
                    <a:pt x="5668" y="20722"/>
                    <a:pt x="6057" y="20656"/>
                  </a:cubicBezTo>
                  <a:cubicBezTo>
                    <a:pt x="6836" y="20540"/>
                    <a:pt x="7623" y="20457"/>
                    <a:pt x="8394" y="20291"/>
                  </a:cubicBezTo>
                  <a:cubicBezTo>
                    <a:pt x="9761" y="20009"/>
                    <a:pt x="11136" y="19462"/>
                    <a:pt x="11990" y="18302"/>
                  </a:cubicBezTo>
                  <a:cubicBezTo>
                    <a:pt x="12097" y="18162"/>
                    <a:pt x="12197" y="18004"/>
                    <a:pt x="12280" y="17847"/>
                  </a:cubicBezTo>
                  <a:cubicBezTo>
                    <a:pt x="12363" y="17673"/>
                    <a:pt x="12454" y="17490"/>
                    <a:pt x="12479" y="17300"/>
                  </a:cubicBezTo>
                  <a:cubicBezTo>
                    <a:pt x="12503" y="17068"/>
                    <a:pt x="12363" y="16886"/>
                    <a:pt x="12255" y="16703"/>
                  </a:cubicBezTo>
                  <a:lnTo>
                    <a:pt x="12263" y="16703"/>
                  </a:lnTo>
                  <a:cubicBezTo>
                    <a:pt x="12189" y="16571"/>
                    <a:pt x="12114" y="16430"/>
                    <a:pt x="12023" y="16306"/>
                  </a:cubicBezTo>
                  <a:lnTo>
                    <a:pt x="12023" y="16289"/>
                  </a:lnTo>
                  <a:cubicBezTo>
                    <a:pt x="12006" y="16065"/>
                    <a:pt x="11915" y="15858"/>
                    <a:pt x="11799" y="15668"/>
                  </a:cubicBezTo>
                  <a:cubicBezTo>
                    <a:pt x="11675" y="15461"/>
                    <a:pt x="11542" y="15262"/>
                    <a:pt x="11418" y="15055"/>
                  </a:cubicBezTo>
                  <a:cubicBezTo>
                    <a:pt x="11310" y="14864"/>
                    <a:pt x="11203" y="14665"/>
                    <a:pt x="11095" y="14475"/>
                  </a:cubicBezTo>
                  <a:cubicBezTo>
                    <a:pt x="11095" y="14466"/>
                    <a:pt x="11095" y="14458"/>
                    <a:pt x="11095" y="14441"/>
                  </a:cubicBezTo>
                  <a:cubicBezTo>
                    <a:pt x="11078" y="14292"/>
                    <a:pt x="11062" y="14135"/>
                    <a:pt x="11029" y="13986"/>
                  </a:cubicBezTo>
                  <a:cubicBezTo>
                    <a:pt x="10962" y="13679"/>
                    <a:pt x="10830" y="13406"/>
                    <a:pt x="10672" y="13141"/>
                  </a:cubicBezTo>
                  <a:cubicBezTo>
                    <a:pt x="10589" y="13016"/>
                    <a:pt x="10515" y="12884"/>
                    <a:pt x="10457" y="12743"/>
                  </a:cubicBezTo>
                  <a:cubicBezTo>
                    <a:pt x="10407" y="12594"/>
                    <a:pt x="10382" y="12445"/>
                    <a:pt x="10374" y="12279"/>
                  </a:cubicBezTo>
                  <a:cubicBezTo>
                    <a:pt x="10341" y="11947"/>
                    <a:pt x="10299" y="11616"/>
                    <a:pt x="10241" y="11285"/>
                  </a:cubicBezTo>
                  <a:cubicBezTo>
                    <a:pt x="10200" y="11077"/>
                    <a:pt x="10150" y="10870"/>
                    <a:pt x="10101" y="10672"/>
                  </a:cubicBezTo>
                  <a:cubicBezTo>
                    <a:pt x="10092" y="10663"/>
                    <a:pt x="10092" y="10655"/>
                    <a:pt x="10092" y="10655"/>
                  </a:cubicBezTo>
                  <a:lnTo>
                    <a:pt x="10092" y="10655"/>
                  </a:lnTo>
                  <a:cubicBezTo>
                    <a:pt x="10101" y="10663"/>
                    <a:pt x="10101" y="10663"/>
                    <a:pt x="10109" y="10672"/>
                  </a:cubicBezTo>
                  <a:cubicBezTo>
                    <a:pt x="10109" y="10672"/>
                    <a:pt x="10117" y="10672"/>
                    <a:pt x="10117" y="10680"/>
                  </a:cubicBezTo>
                  <a:cubicBezTo>
                    <a:pt x="10125" y="10688"/>
                    <a:pt x="10134" y="10696"/>
                    <a:pt x="10142" y="10713"/>
                  </a:cubicBezTo>
                  <a:cubicBezTo>
                    <a:pt x="10150" y="10721"/>
                    <a:pt x="10159" y="10738"/>
                    <a:pt x="10167" y="10746"/>
                  </a:cubicBezTo>
                  <a:cubicBezTo>
                    <a:pt x="10177" y="10756"/>
                    <a:pt x="10189" y="10760"/>
                    <a:pt x="10200" y="10760"/>
                  </a:cubicBezTo>
                  <a:cubicBezTo>
                    <a:pt x="10207" y="10760"/>
                    <a:pt x="10213" y="10758"/>
                    <a:pt x="10217" y="10754"/>
                  </a:cubicBezTo>
                  <a:cubicBezTo>
                    <a:pt x="10233" y="10746"/>
                    <a:pt x="10241" y="10721"/>
                    <a:pt x="10241" y="10705"/>
                  </a:cubicBezTo>
                  <a:cubicBezTo>
                    <a:pt x="10233" y="10688"/>
                    <a:pt x="10233" y="10672"/>
                    <a:pt x="10225" y="10655"/>
                  </a:cubicBezTo>
                  <a:lnTo>
                    <a:pt x="10208" y="10622"/>
                  </a:lnTo>
                  <a:cubicBezTo>
                    <a:pt x="10192" y="10597"/>
                    <a:pt x="10175" y="10572"/>
                    <a:pt x="10150" y="10547"/>
                  </a:cubicBezTo>
                  <a:cubicBezTo>
                    <a:pt x="10117" y="10506"/>
                    <a:pt x="10084" y="10473"/>
                    <a:pt x="10043" y="10440"/>
                  </a:cubicBezTo>
                  <a:cubicBezTo>
                    <a:pt x="10043" y="10440"/>
                    <a:pt x="10034" y="10440"/>
                    <a:pt x="10034" y="10431"/>
                  </a:cubicBezTo>
                  <a:cubicBezTo>
                    <a:pt x="10026" y="10398"/>
                    <a:pt x="10009" y="10365"/>
                    <a:pt x="9993" y="10332"/>
                  </a:cubicBezTo>
                  <a:lnTo>
                    <a:pt x="9985" y="10332"/>
                  </a:lnTo>
                  <a:cubicBezTo>
                    <a:pt x="10043" y="10141"/>
                    <a:pt x="9968" y="9926"/>
                    <a:pt x="9894" y="9752"/>
                  </a:cubicBezTo>
                  <a:cubicBezTo>
                    <a:pt x="9802" y="9536"/>
                    <a:pt x="9695" y="9329"/>
                    <a:pt x="9662" y="9089"/>
                  </a:cubicBezTo>
                  <a:cubicBezTo>
                    <a:pt x="9653" y="9072"/>
                    <a:pt x="9645" y="9064"/>
                    <a:pt x="9637" y="9056"/>
                  </a:cubicBezTo>
                  <a:cubicBezTo>
                    <a:pt x="9653" y="8973"/>
                    <a:pt x="9662" y="8890"/>
                    <a:pt x="9662" y="8799"/>
                  </a:cubicBezTo>
                  <a:cubicBezTo>
                    <a:pt x="9670" y="8803"/>
                    <a:pt x="9680" y="8805"/>
                    <a:pt x="9691" y="8805"/>
                  </a:cubicBezTo>
                  <a:cubicBezTo>
                    <a:pt x="9719" y="8805"/>
                    <a:pt x="9749" y="8790"/>
                    <a:pt x="9761" y="8766"/>
                  </a:cubicBezTo>
                  <a:cubicBezTo>
                    <a:pt x="9802" y="8700"/>
                    <a:pt x="9794" y="8617"/>
                    <a:pt x="9794" y="8542"/>
                  </a:cubicBezTo>
                  <a:cubicBezTo>
                    <a:pt x="9786" y="8476"/>
                    <a:pt x="9786" y="8410"/>
                    <a:pt x="9786" y="8352"/>
                  </a:cubicBezTo>
                  <a:cubicBezTo>
                    <a:pt x="9794" y="8285"/>
                    <a:pt x="9794" y="8219"/>
                    <a:pt x="9794" y="8153"/>
                  </a:cubicBezTo>
                  <a:cubicBezTo>
                    <a:pt x="9802" y="8111"/>
                    <a:pt x="9811" y="8070"/>
                    <a:pt x="9811" y="8028"/>
                  </a:cubicBezTo>
                  <a:cubicBezTo>
                    <a:pt x="9902" y="7937"/>
                    <a:pt x="9968" y="7821"/>
                    <a:pt x="9993" y="7689"/>
                  </a:cubicBezTo>
                  <a:cubicBezTo>
                    <a:pt x="10026" y="7490"/>
                    <a:pt x="9993" y="7291"/>
                    <a:pt x="9960" y="7084"/>
                  </a:cubicBezTo>
                  <a:cubicBezTo>
                    <a:pt x="9935" y="6860"/>
                    <a:pt x="9968" y="6645"/>
                    <a:pt x="10001" y="6429"/>
                  </a:cubicBezTo>
                  <a:cubicBezTo>
                    <a:pt x="10043" y="6206"/>
                    <a:pt x="10067" y="5982"/>
                    <a:pt x="10092" y="5758"/>
                  </a:cubicBezTo>
                  <a:cubicBezTo>
                    <a:pt x="10175" y="4863"/>
                    <a:pt x="10150" y="3952"/>
                    <a:pt x="10009" y="3057"/>
                  </a:cubicBezTo>
                  <a:cubicBezTo>
                    <a:pt x="9943" y="2643"/>
                    <a:pt x="9852" y="2220"/>
                    <a:pt x="9653" y="1847"/>
                  </a:cubicBezTo>
                  <a:cubicBezTo>
                    <a:pt x="9488" y="1524"/>
                    <a:pt x="9222" y="1209"/>
                    <a:pt x="8883" y="1060"/>
                  </a:cubicBezTo>
                  <a:cubicBezTo>
                    <a:pt x="8793" y="1024"/>
                    <a:pt x="8695" y="1003"/>
                    <a:pt x="8598" y="1003"/>
                  </a:cubicBezTo>
                  <a:cubicBezTo>
                    <a:pt x="8517" y="1003"/>
                    <a:pt x="8436" y="1018"/>
                    <a:pt x="8361" y="1052"/>
                  </a:cubicBezTo>
                  <a:cubicBezTo>
                    <a:pt x="8212" y="1110"/>
                    <a:pt x="8096" y="1234"/>
                    <a:pt x="8013" y="1367"/>
                  </a:cubicBezTo>
                  <a:cubicBezTo>
                    <a:pt x="7789" y="1698"/>
                    <a:pt x="7723" y="2113"/>
                    <a:pt x="7656" y="2494"/>
                  </a:cubicBezTo>
                  <a:cubicBezTo>
                    <a:pt x="7582" y="2916"/>
                    <a:pt x="7507" y="3347"/>
                    <a:pt x="7267" y="3712"/>
                  </a:cubicBezTo>
                  <a:cubicBezTo>
                    <a:pt x="7159" y="3886"/>
                    <a:pt x="7010" y="4010"/>
                    <a:pt x="6844" y="4126"/>
                  </a:cubicBezTo>
                  <a:cubicBezTo>
                    <a:pt x="6737" y="4209"/>
                    <a:pt x="6637" y="4292"/>
                    <a:pt x="6579" y="4408"/>
                  </a:cubicBezTo>
                  <a:cubicBezTo>
                    <a:pt x="6463" y="4391"/>
                    <a:pt x="6347" y="4391"/>
                    <a:pt x="6248" y="4383"/>
                  </a:cubicBezTo>
                  <a:lnTo>
                    <a:pt x="6107" y="4383"/>
                  </a:lnTo>
                  <a:lnTo>
                    <a:pt x="6107" y="4375"/>
                  </a:lnTo>
                  <a:lnTo>
                    <a:pt x="6107" y="4350"/>
                  </a:lnTo>
                  <a:cubicBezTo>
                    <a:pt x="6107" y="4341"/>
                    <a:pt x="6099" y="4333"/>
                    <a:pt x="6099" y="4333"/>
                  </a:cubicBezTo>
                  <a:cubicBezTo>
                    <a:pt x="6090" y="4333"/>
                    <a:pt x="6082" y="4333"/>
                    <a:pt x="6082" y="4341"/>
                  </a:cubicBezTo>
                  <a:lnTo>
                    <a:pt x="6074" y="4366"/>
                  </a:lnTo>
                  <a:cubicBezTo>
                    <a:pt x="6066" y="4375"/>
                    <a:pt x="6066" y="4375"/>
                    <a:pt x="6066" y="4383"/>
                  </a:cubicBezTo>
                  <a:lnTo>
                    <a:pt x="5933" y="4383"/>
                  </a:lnTo>
                  <a:cubicBezTo>
                    <a:pt x="5933" y="4358"/>
                    <a:pt x="5933" y="4341"/>
                    <a:pt x="5933" y="4325"/>
                  </a:cubicBezTo>
                  <a:cubicBezTo>
                    <a:pt x="5933" y="4308"/>
                    <a:pt x="5933" y="4283"/>
                    <a:pt x="5933" y="4267"/>
                  </a:cubicBezTo>
                  <a:cubicBezTo>
                    <a:pt x="5925" y="4259"/>
                    <a:pt x="5925" y="4250"/>
                    <a:pt x="5925" y="4242"/>
                  </a:cubicBezTo>
                  <a:cubicBezTo>
                    <a:pt x="5916" y="4217"/>
                    <a:pt x="5892" y="4201"/>
                    <a:pt x="5867" y="4201"/>
                  </a:cubicBezTo>
                  <a:cubicBezTo>
                    <a:pt x="5858" y="4201"/>
                    <a:pt x="5850" y="4209"/>
                    <a:pt x="5842" y="4217"/>
                  </a:cubicBezTo>
                  <a:cubicBezTo>
                    <a:pt x="5825" y="4225"/>
                    <a:pt x="5825" y="4242"/>
                    <a:pt x="5825" y="4250"/>
                  </a:cubicBezTo>
                  <a:cubicBezTo>
                    <a:pt x="5825" y="4259"/>
                    <a:pt x="5825" y="4267"/>
                    <a:pt x="5817" y="4275"/>
                  </a:cubicBezTo>
                  <a:cubicBezTo>
                    <a:pt x="5817" y="4300"/>
                    <a:pt x="5825" y="4317"/>
                    <a:pt x="5825" y="4341"/>
                  </a:cubicBezTo>
                  <a:cubicBezTo>
                    <a:pt x="5834" y="4350"/>
                    <a:pt x="5834" y="4366"/>
                    <a:pt x="5834" y="4383"/>
                  </a:cubicBezTo>
                  <a:lnTo>
                    <a:pt x="5560" y="4383"/>
                  </a:lnTo>
                  <a:cubicBezTo>
                    <a:pt x="5345" y="4383"/>
                    <a:pt x="5129" y="4375"/>
                    <a:pt x="4922" y="4341"/>
                  </a:cubicBezTo>
                  <a:cubicBezTo>
                    <a:pt x="4872" y="4333"/>
                    <a:pt x="4814" y="4317"/>
                    <a:pt x="4765" y="4308"/>
                  </a:cubicBezTo>
                  <a:cubicBezTo>
                    <a:pt x="4657" y="4184"/>
                    <a:pt x="4566" y="4043"/>
                    <a:pt x="4508" y="3886"/>
                  </a:cubicBezTo>
                  <a:cubicBezTo>
                    <a:pt x="4450" y="3703"/>
                    <a:pt x="4442" y="3513"/>
                    <a:pt x="4450" y="3331"/>
                  </a:cubicBezTo>
                  <a:cubicBezTo>
                    <a:pt x="4458" y="2949"/>
                    <a:pt x="4491" y="2568"/>
                    <a:pt x="4392" y="2195"/>
                  </a:cubicBezTo>
                  <a:cubicBezTo>
                    <a:pt x="4334" y="2005"/>
                    <a:pt x="4268" y="1823"/>
                    <a:pt x="4243" y="1624"/>
                  </a:cubicBezTo>
                  <a:cubicBezTo>
                    <a:pt x="4218" y="1433"/>
                    <a:pt x="4218" y="1243"/>
                    <a:pt x="4201" y="1052"/>
                  </a:cubicBezTo>
                  <a:cubicBezTo>
                    <a:pt x="4185" y="861"/>
                    <a:pt x="4168" y="671"/>
                    <a:pt x="4135" y="480"/>
                  </a:cubicBezTo>
                  <a:cubicBezTo>
                    <a:pt x="4119" y="340"/>
                    <a:pt x="4110" y="132"/>
                    <a:pt x="3986" y="41"/>
                  </a:cubicBezTo>
                  <a:cubicBezTo>
                    <a:pt x="3942" y="13"/>
                    <a:pt x="3896" y="0"/>
                    <a:pt x="3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29"/>
            <p:cNvSpPr/>
            <p:nvPr/>
          </p:nvSpPr>
          <p:spPr>
            <a:xfrm>
              <a:off x="5627200" y="1809325"/>
              <a:ext cx="10375" cy="11750"/>
            </a:xfrm>
            <a:custGeom>
              <a:rect b="b" l="l" r="r" t="t"/>
              <a:pathLst>
                <a:path extrusionOk="0" h="470" w="415">
                  <a:moveTo>
                    <a:pt x="379" y="1"/>
                  </a:moveTo>
                  <a:cubicBezTo>
                    <a:pt x="372" y="1"/>
                    <a:pt x="364" y="4"/>
                    <a:pt x="357" y="11"/>
                  </a:cubicBezTo>
                  <a:cubicBezTo>
                    <a:pt x="340" y="19"/>
                    <a:pt x="324" y="36"/>
                    <a:pt x="307" y="52"/>
                  </a:cubicBezTo>
                  <a:cubicBezTo>
                    <a:pt x="299" y="69"/>
                    <a:pt x="282" y="85"/>
                    <a:pt x="274" y="102"/>
                  </a:cubicBezTo>
                  <a:cubicBezTo>
                    <a:pt x="274" y="110"/>
                    <a:pt x="274" y="110"/>
                    <a:pt x="266" y="110"/>
                  </a:cubicBezTo>
                  <a:cubicBezTo>
                    <a:pt x="266" y="110"/>
                    <a:pt x="266" y="118"/>
                    <a:pt x="257" y="118"/>
                  </a:cubicBezTo>
                  <a:cubicBezTo>
                    <a:pt x="249" y="135"/>
                    <a:pt x="241" y="143"/>
                    <a:pt x="233" y="152"/>
                  </a:cubicBezTo>
                  <a:cubicBezTo>
                    <a:pt x="233" y="160"/>
                    <a:pt x="224" y="168"/>
                    <a:pt x="216" y="176"/>
                  </a:cubicBezTo>
                  <a:lnTo>
                    <a:pt x="208" y="193"/>
                  </a:lnTo>
                  <a:cubicBezTo>
                    <a:pt x="158" y="259"/>
                    <a:pt x="100" y="317"/>
                    <a:pt x="34" y="375"/>
                  </a:cubicBezTo>
                  <a:cubicBezTo>
                    <a:pt x="0" y="409"/>
                    <a:pt x="32" y="469"/>
                    <a:pt x="76" y="469"/>
                  </a:cubicBezTo>
                  <a:cubicBezTo>
                    <a:pt x="86" y="469"/>
                    <a:pt x="97" y="466"/>
                    <a:pt x="108" y="458"/>
                  </a:cubicBezTo>
                  <a:cubicBezTo>
                    <a:pt x="175" y="408"/>
                    <a:pt x="241" y="359"/>
                    <a:pt x="299" y="284"/>
                  </a:cubicBezTo>
                  <a:cubicBezTo>
                    <a:pt x="332" y="251"/>
                    <a:pt x="357" y="218"/>
                    <a:pt x="373" y="176"/>
                  </a:cubicBezTo>
                  <a:cubicBezTo>
                    <a:pt x="382" y="152"/>
                    <a:pt x="398" y="135"/>
                    <a:pt x="407" y="110"/>
                  </a:cubicBezTo>
                  <a:cubicBezTo>
                    <a:pt x="415" y="85"/>
                    <a:pt x="415" y="69"/>
                    <a:pt x="415" y="44"/>
                  </a:cubicBezTo>
                  <a:cubicBezTo>
                    <a:pt x="415" y="20"/>
                    <a:pt x="398" y="1"/>
                    <a:pt x="3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29"/>
            <p:cNvSpPr/>
            <p:nvPr/>
          </p:nvSpPr>
          <p:spPr>
            <a:xfrm>
              <a:off x="5634250" y="1812600"/>
              <a:ext cx="4575" cy="7250"/>
            </a:xfrm>
            <a:custGeom>
              <a:rect b="b" l="l" r="r" t="t"/>
              <a:pathLst>
                <a:path extrusionOk="0" h="290" w="183">
                  <a:moveTo>
                    <a:pt x="157" y="1"/>
                  </a:moveTo>
                  <a:cubicBezTo>
                    <a:pt x="149" y="1"/>
                    <a:pt x="139" y="6"/>
                    <a:pt x="133" y="12"/>
                  </a:cubicBezTo>
                  <a:cubicBezTo>
                    <a:pt x="133" y="12"/>
                    <a:pt x="125" y="21"/>
                    <a:pt x="116" y="29"/>
                  </a:cubicBezTo>
                  <a:cubicBezTo>
                    <a:pt x="108" y="37"/>
                    <a:pt x="100" y="45"/>
                    <a:pt x="100" y="62"/>
                  </a:cubicBezTo>
                  <a:cubicBezTo>
                    <a:pt x="83" y="79"/>
                    <a:pt x="75" y="95"/>
                    <a:pt x="67" y="112"/>
                  </a:cubicBezTo>
                  <a:cubicBezTo>
                    <a:pt x="58" y="128"/>
                    <a:pt x="50" y="153"/>
                    <a:pt x="42" y="170"/>
                  </a:cubicBezTo>
                  <a:lnTo>
                    <a:pt x="9" y="219"/>
                  </a:lnTo>
                  <a:cubicBezTo>
                    <a:pt x="0" y="244"/>
                    <a:pt x="9" y="269"/>
                    <a:pt x="25" y="286"/>
                  </a:cubicBezTo>
                  <a:cubicBezTo>
                    <a:pt x="32" y="288"/>
                    <a:pt x="39" y="289"/>
                    <a:pt x="45" y="289"/>
                  </a:cubicBezTo>
                  <a:cubicBezTo>
                    <a:pt x="62" y="289"/>
                    <a:pt x="77" y="281"/>
                    <a:pt x="83" y="269"/>
                  </a:cubicBezTo>
                  <a:cubicBezTo>
                    <a:pt x="108" y="228"/>
                    <a:pt x="125" y="186"/>
                    <a:pt x="141" y="153"/>
                  </a:cubicBezTo>
                  <a:lnTo>
                    <a:pt x="166" y="95"/>
                  </a:lnTo>
                  <a:cubicBezTo>
                    <a:pt x="166" y="87"/>
                    <a:pt x="174" y="79"/>
                    <a:pt x="174" y="62"/>
                  </a:cubicBezTo>
                  <a:cubicBezTo>
                    <a:pt x="174" y="54"/>
                    <a:pt x="183" y="45"/>
                    <a:pt x="183" y="37"/>
                  </a:cubicBezTo>
                  <a:cubicBezTo>
                    <a:pt x="183" y="21"/>
                    <a:pt x="174" y="12"/>
                    <a:pt x="166" y="4"/>
                  </a:cubicBezTo>
                  <a:cubicBezTo>
                    <a:pt x="164" y="2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29"/>
            <p:cNvSpPr/>
            <p:nvPr/>
          </p:nvSpPr>
          <p:spPr>
            <a:xfrm>
              <a:off x="5662825" y="1831175"/>
              <a:ext cx="7475" cy="8925"/>
            </a:xfrm>
            <a:custGeom>
              <a:rect b="b" l="l" r="r" t="t"/>
              <a:pathLst>
                <a:path extrusionOk="0" h="357" w="299">
                  <a:moveTo>
                    <a:pt x="262" y="0"/>
                  </a:moveTo>
                  <a:cubicBezTo>
                    <a:pt x="255" y="0"/>
                    <a:pt x="248" y="2"/>
                    <a:pt x="241" y="7"/>
                  </a:cubicBezTo>
                  <a:cubicBezTo>
                    <a:pt x="216" y="15"/>
                    <a:pt x="200" y="40"/>
                    <a:pt x="183" y="56"/>
                  </a:cubicBezTo>
                  <a:cubicBezTo>
                    <a:pt x="166" y="73"/>
                    <a:pt x="158" y="81"/>
                    <a:pt x="150" y="98"/>
                  </a:cubicBezTo>
                  <a:cubicBezTo>
                    <a:pt x="142" y="98"/>
                    <a:pt x="142" y="98"/>
                    <a:pt x="142" y="106"/>
                  </a:cubicBezTo>
                  <a:cubicBezTo>
                    <a:pt x="133" y="106"/>
                    <a:pt x="133" y="114"/>
                    <a:pt x="125" y="123"/>
                  </a:cubicBezTo>
                  <a:cubicBezTo>
                    <a:pt x="117" y="131"/>
                    <a:pt x="108" y="148"/>
                    <a:pt x="100" y="156"/>
                  </a:cubicBezTo>
                  <a:cubicBezTo>
                    <a:pt x="92" y="164"/>
                    <a:pt x="92" y="172"/>
                    <a:pt x="84" y="172"/>
                  </a:cubicBezTo>
                  <a:cubicBezTo>
                    <a:pt x="84" y="172"/>
                    <a:pt x="84" y="181"/>
                    <a:pt x="84" y="181"/>
                  </a:cubicBezTo>
                  <a:cubicBezTo>
                    <a:pt x="67" y="206"/>
                    <a:pt x="42" y="222"/>
                    <a:pt x="26" y="247"/>
                  </a:cubicBezTo>
                  <a:cubicBezTo>
                    <a:pt x="9" y="272"/>
                    <a:pt x="1" y="313"/>
                    <a:pt x="26" y="338"/>
                  </a:cubicBezTo>
                  <a:cubicBezTo>
                    <a:pt x="38" y="351"/>
                    <a:pt x="55" y="357"/>
                    <a:pt x="71" y="357"/>
                  </a:cubicBezTo>
                  <a:cubicBezTo>
                    <a:pt x="88" y="357"/>
                    <a:pt x="104" y="351"/>
                    <a:pt x="117" y="338"/>
                  </a:cubicBezTo>
                  <a:cubicBezTo>
                    <a:pt x="158" y="297"/>
                    <a:pt x="200" y="247"/>
                    <a:pt x="233" y="197"/>
                  </a:cubicBezTo>
                  <a:cubicBezTo>
                    <a:pt x="266" y="148"/>
                    <a:pt x="291" y="98"/>
                    <a:pt x="299" y="40"/>
                  </a:cubicBezTo>
                  <a:cubicBezTo>
                    <a:pt x="299" y="16"/>
                    <a:pt x="281" y="0"/>
                    <a:pt x="2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9"/>
            <p:cNvSpPr/>
            <p:nvPr/>
          </p:nvSpPr>
          <p:spPr>
            <a:xfrm>
              <a:off x="5670275" y="1831950"/>
              <a:ext cx="5425" cy="8600"/>
            </a:xfrm>
            <a:custGeom>
              <a:rect b="b" l="l" r="r" t="t"/>
              <a:pathLst>
                <a:path extrusionOk="0" h="344" w="217">
                  <a:moveTo>
                    <a:pt x="200" y="1"/>
                  </a:moveTo>
                  <a:cubicBezTo>
                    <a:pt x="192" y="1"/>
                    <a:pt x="175" y="1"/>
                    <a:pt x="167" y="9"/>
                  </a:cubicBezTo>
                  <a:cubicBezTo>
                    <a:pt x="150" y="25"/>
                    <a:pt x="134" y="50"/>
                    <a:pt x="117" y="67"/>
                  </a:cubicBezTo>
                  <a:cubicBezTo>
                    <a:pt x="109" y="92"/>
                    <a:pt x="92" y="117"/>
                    <a:pt x="84" y="133"/>
                  </a:cubicBezTo>
                  <a:cubicBezTo>
                    <a:pt x="59" y="183"/>
                    <a:pt x="34" y="224"/>
                    <a:pt x="18" y="274"/>
                  </a:cubicBezTo>
                  <a:cubicBezTo>
                    <a:pt x="1" y="291"/>
                    <a:pt x="9" y="324"/>
                    <a:pt x="34" y="340"/>
                  </a:cubicBezTo>
                  <a:cubicBezTo>
                    <a:pt x="40" y="342"/>
                    <a:pt x="47" y="343"/>
                    <a:pt x="54" y="343"/>
                  </a:cubicBezTo>
                  <a:cubicBezTo>
                    <a:pt x="74" y="343"/>
                    <a:pt x="94" y="334"/>
                    <a:pt x="100" y="315"/>
                  </a:cubicBezTo>
                  <a:cubicBezTo>
                    <a:pt x="125" y="274"/>
                    <a:pt x="142" y="233"/>
                    <a:pt x="167" y="183"/>
                  </a:cubicBezTo>
                  <a:cubicBezTo>
                    <a:pt x="175" y="158"/>
                    <a:pt x="192" y="133"/>
                    <a:pt x="200" y="108"/>
                  </a:cubicBezTo>
                  <a:cubicBezTo>
                    <a:pt x="208" y="83"/>
                    <a:pt x="208" y="67"/>
                    <a:pt x="216" y="42"/>
                  </a:cubicBezTo>
                  <a:cubicBezTo>
                    <a:pt x="216" y="25"/>
                    <a:pt x="216" y="9"/>
                    <a:pt x="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9"/>
            <p:cNvSpPr/>
            <p:nvPr/>
          </p:nvSpPr>
          <p:spPr>
            <a:xfrm>
              <a:off x="5677325" y="1829375"/>
              <a:ext cx="4375" cy="7625"/>
            </a:xfrm>
            <a:custGeom>
              <a:rect b="b" l="l" r="r" t="t"/>
              <a:pathLst>
                <a:path extrusionOk="0" h="305" w="175">
                  <a:moveTo>
                    <a:pt x="128" y="1"/>
                  </a:moveTo>
                  <a:cubicBezTo>
                    <a:pt x="117" y="1"/>
                    <a:pt x="106" y="9"/>
                    <a:pt x="100" y="21"/>
                  </a:cubicBezTo>
                  <a:cubicBezTo>
                    <a:pt x="92" y="37"/>
                    <a:pt x="84" y="54"/>
                    <a:pt x="75" y="70"/>
                  </a:cubicBezTo>
                  <a:cubicBezTo>
                    <a:pt x="67" y="79"/>
                    <a:pt x="59" y="95"/>
                    <a:pt x="50" y="112"/>
                  </a:cubicBezTo>
                  <a:cubicBezTo>
                    <a:pt x="42" y="137"/>
                    <a:pt x="34" y="153"/>
                    <a:pt x="26" y="178"/>
                  </a:cubicBezTo>
                  <a:cubicBezTo>
                    <a:pt x="26" y="195"/>
                    <a:pt x="17" y="211"/>
                    <a:pt x="9" y="228"/>
                  </a:cubicBezTo>
                  <a:cubicBezTo>
                    <a:pt x="1" y="261"/>
                    <a:pt x="26" y="302"/>
                    <a:pt x="59" y="302"/>
                  </a:cubicBezTo>
                  <a:cubicBezTo>
                    <a:pt x="64" y="304"/>
                    <a:pt x="70" y="305"/>
                    <a:pt x="76" y="305"/>
                  </a:cubicBezTo>
                  <a:cubicBezTo>
                    <a:pt x="102" y="305"/>
                    <a:pt x="126" y="288"/>
                    <a:pt x="133" y="261"/>
                  </a:cubicBezTo>
                  <a:cubicBezTo>
                    <a:pt x="150" y="186"/>
                    <a:pt x="175" y="112"/>
                    <a:pt x="166" y="37"/>
                  </a:cubicBezTo>
                  <a:cubicBezTo>
                    <a:pt x="166" y="21"/>
                    <a:pt x="158" y="4"/>
                    <a:pt x="142" y="4"/>
                  </a:cubicBezTo>
                  <a:cubicBezTo>
                    <a:pt x="137" y="2"/>
                    <a:pt x="133" y="1"/>
                    <a:pt x="1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9"/>
            <p:cNvSpPr/>
            <p:nvPr/>
          </p:nvSpPr>
          <p:spPr>
            <a:xfrm>
              <a:off x="5735700" y="1745250"/>
              <a:ext cx="5250" cy="19825"/>
            </a:xfrm>
            <a:custGeom>
              <a:rect b="b" l="l" r="r" t="t"/>
              <a:pathLst>
                <a:path extrusionOk="0" h="793" w="210">
                  <a:moveTo>
                    <a:pt x="46" y="0"/>
                  </a:moveTo>
                  <a:cubicBezTo>
                    <a:pt x="22" y="0"/>
                    <a:pt x="1" y="18"/>
                    <a:pt x="10" y="47"/>
                  </a:cubicBezTo>
                  <a:cubicBezTo>
                    <a:pt x="44" y="188"/>
                    <a:pt x="68" y="320"/>
                    <a:pt x="77" y="461"/>
                  </a:cubicBezTo>
                  <a:cubicBezTo>
                    <a:pt x="77" y="527"/>
                    <a:pt x="85" y="602"/>
                    <a:pt x="77" y="668"/>
                  </a:cubicBezTo>
                  <a:cubicBezTo>
                    <a:pt x="77" y="718"/>
                    <a:pt x="60" y="792"/>
                    <a:pt x="126" y="792"/>
                  </a:cubicBezTo>
                  <a:cubicBezTo>
                    <a:pt x="160" y="792"/>
                    <a:pt x="193" y="759"/>
                    <a:pt x="201" y="726"/>
                  </a:cubicBezTo>
                  <a:cubicBezTo>
                    <a:pt x="209" y="701"/>
                    <a:pt x="209" y="668"/>
                    <a:pt x="209" y="643"/>
                  </a:cubicBezTo>
                  <a:cubicBezTo>
                    <a:pt x="209" y="577"/>
                    <a:pt x="201" y="502"/>
                    <a:pt x="193" y="428"/>
                  </a:cubicBezTo>
                  <a:cubicBezTo>
                    <a:pt x="176" y="295"/>
                    <a:pt x="143" y="163"/>
                    <a:pt x="93" y="30"/>
                  </a:cubicBezTo>
                  <a:cubicBezTo>
                    <a:pt x="83" y="9"/>
                    <a:pt x="64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9"/>
            <p:cNvSpPr/>
            <p:nvPr/>
          </p:nvSpPr>
          <p:spPr>
            <a:xfrm>
              <a:off x="5739950" y="1739050"/>
              <a:ext cx="6800" cy="15275"/>
            </a:xfrm>
            <a:custGeom>
              <a:rect b="b" l="l" r="r" t="t"/>
              <a:pathLst>
                <a:path extrusionOk="0" h="611" w="272">
                  <a:moveTo>
                    <a:pt x="115" y="1"/>
                  </a:moveTo>
                  <a:cubicBezTo>
                    <a:pt x="104" y="1"/>
                    <a:pt x="92" y="4"/>
                    <a:pt x="81" y="13"/>
                  </a:cubicBezTo>
                  <a:cubicBezTo>
                    <a:pt x="56" y="30"/>
                    <a:pt x="31" y="71"/>
                    <a:pt x="56" y="96"/>
                  </a:cubicBezTo>
                  <a:cubicBezTo>
                    <a:pt x="72" y="129"/>
                    <a:pt x="89" y="154"/>
                    <a:pt x="106" y="179"/>
                  </a:cubicBezTo>
                  <a:cubicBezTo>
                    <a:pt x="106" y="187"/>
                    <a:pt x="114" y="195"/>
                    <a:pt x="114" y="195"/>
                  </a:cubicBezTo>
                  <a:cubicBezTo>
                    <a:pt x="114" y="204"/>
                    <a:pt x="114" y="212"/>
                    <a:pt x="122" y="220"/>
                  </a:cubicBezTo>
                  <a:cubicBezTo>
                    <a:pt x="122" y="228"/>
                    <a:pt x="130" y="245"/>
                    <a:pt x="130" y="262"/>
                  </a:cubicBezTo>
                  <a:cubicBezTo>
                    <a:pt x="139" y="270"/>
                    <a:pt x="139" y="286"/>
                    <a:pt x="139" y="303"/>
                  </a:cubicBezTo>
                  <a:cubicBezTo>
                    <a:pt x="122" y="245"/>
                    <a:pt x="97" y="187"/>
                    <a:pt x="72" y="129"/>
                  </a:cubicBezTo>
                  <a:cubicBezTo>
                    <a:pt x="67" y="118"/>
                    <a:pt x="57" y="114"/>
                    <a:pt x="47" y="114"/>
                  </a:cubicBezTo>
                  <a:cubicBezTo>
                    <a:pt x="25" y="114"/>
                    <a:pt x="1" y="134"/>
                    <a:pt x="6" y="162"/>
                  </a:cubicBezTo>
                  <a:cubicBezTo>
                    <a:pt x="31" y="228"/>
                    <a:pt x="48" y="303"/>
                    <a:pt x="56" y="378"/>
                  </a:cubicBezTo>
                  <a:cubicBezTo>
                    <a:pt x="64" y="411"/>
                    <a:pt x="72" y="444"/>
                    <a:pt x="72" y="477"/>
                  </a:cubicBezTo>
                  <a:cubicBezTo>
                    <a:pt x="81" y="518"/>
                    <a:pt x="81" y="568"/>
                    <a:pt x="106" y="601"/>
                  </a:cubicBezTo>
                  <a:cubicBezTo>
                    <a:pt x="115" y="608"/>
                    <a:pt x="125" y="610"/>
                    <a:pt x="134" y="610"/>
                  </a:cubicBezTo>
                  <a:cubicBezTo>
                    <a:pt x="148" y="610"/>
                    <a:pt x="162" y="603"/>
                    <a:pt x="172" y="593"/>
                  </a:cubicBezTo>
                  <a:cubicBezTo>
                    <a:pt x="188" y="576"/>
                    <a:pt x="188" y="543"/>
                    <a:pt x="188" y="527"/>
                  </a:cubicBezTo>
                  <a:cubicBezTo>
                    <a:pt x="188" y="502"/>
                    <a:pt x="188" y="485"/>
                    <a:pt x="180" y="460"/>
                  </a:cubicBezTo>
                  <a:lnTo>
                    <a:pt x="180" y="452"/>
                  </a:lnTo>
                  <a:cubicBezTo>
                    <a:pt x="191" y="463"/>
                    <a:pt x="201" y="467"/>
                    <a:pt x="211" y="467"/>
                  </a:cubicBezTo>
                  <a:cubicBezTo>
                    <a:pt x="224" y="467"/>
                    <a:pt x="237" y="458"/>
                    <a:pt x="246" y="444"/>
                  </a:cubicBezTo>
                  <a:cubicBezTo>
                    <a:pt x="271" y="419"/>
                    <a:pt x="271" y="378"/>
                    <a:pt x="271" y="336"/>
                  </a:cubicBezTo>
                  <a:cubicBezTo>
                    <a:pt x="271" y="303"/>
                    <a:pt x="271" y="262"/>
                    <a:pt x="255" y="228"/>
                  </a:cubicBezTo>
                  <a:cubicBezTo>
                    <a:pt x="238" y="154"/>
                    <a:pt x="213" y="88"/>
                    <a:pt x="172" y="30"/>
                  </a:cubicBezTo>
                  <a:cubicBezTo>
                    <a:pt x="156" y="13"/>
                    <a:pt x="136" y="1"/>
                    <a:pt x="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9"/>
            <p:cNvSpPr/>
            <p:nvPr/>
          </p:nvSpPr>
          <p:spPr>
            <a:xfrm>
              <a:off x="5628025" y="1846400"/>
              <a:ext cx="13700" cy="16650"/>
            </a:xfrm>
            <a:custGeom>
              <a:rect b="b" l="l" r="r" t="t"/>
              <a:pathLst>
                <a:path extrusionOk="0" h="666" w="548">
                  <a:moveTo>
                    <a:pt x="490" y="0"/>
                  </a:moveTo>
                  <a:cubicBezTo>
                    <a:pt x="465" y="0"/>
                    <a:pt x="447" y="17"/>
                    <a:pt x="440" y="44"/>
                  </a:cubicBezTo>
                  <a:cubicBezTo>
                    <a:pt x="415" y="94"/>
                    <a:pt x="398" y="143"/>
                    <a:pt x="365" y="193"/>
                  </a:cubicBezTo>
                  <a:cubicBezTo>
                    <a:pt x="340" y="243"/>
                    <a:pt x="307" y="293"/>
                    <a:pt x="274" y="326"/>
                  </a:cubicBezTo>
                  <a:cubicBezTo>
                    <a:pt x="233" y="375"/>
                    <a:pt x="200" y="417"/>
                    <a:pt x="150" y="450"/>
                  </a:cubicBezTo>
                  <a:cubicBezTo>
                    <a:pt x="108" y="491"/>
                    <a:pt x="59" y="533"/>
                    <a:pt x="26" y="583"/>
                  </a:cubicBezTo>
                  <a:cubicBezTo>
                    <a:pt x="1" y="616"/>
                    <a:pt x="34" y="665"/>
                    <a:pt x="75" y="665"/>
                  </a:cubicBezTo>
                  <a:cubicBezTo>
                    <a:pt x="142" y="665"/>
                    <a:pt x="216" y="624"/>
                    <a:pt x="266" y="583"/>
                  </a:cubicBezTo>
                  <a:cubicBezTo>
                    <a:pt x="316" y="533"/>
                    <a:pt x="365" y="483"/>
                    <a:pt x="407" y="433"/>
                  </a:cubicBezTo>
                  <a:cubicBezTo>
                    <a:pt x="481" y="326"/>
                    <a:pt x="523" y="201"/>
                    <a:pt x="539" y="69"/>
                  </a:cubicBezTo>
                  <a:cubicBezTo>
                    <a:pt x="548" y="44"/>
                    <a:pt x="531" y="11"/>
                    <a:pt x="506" y="3"/>
                  </a:cubicBezTo>
                  <a:cubicBezTo>
                    <a:pt x="500" y="1"/>
                    <a:pt x="495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9"/>
            <p:cNvSpPr/>
            <p:nvPr/>
          </p:nvSpPr>
          <p:spPr>
            <a:xfrm>
              <a:off x="5614400" y="1856350"/>
              <a:ext cx="10750" cy="13150"/>
            </a:xfrm>
            <a:custGeom>
              <a:rect b="b" l="l" r="r" t="t"/>
              <a:pathLst>
                <a:path extrusionOk="0" h="526" w="430">
                  <a:moveTo>
                    <a:pt x="356" y="1"/>
                  </a:moveTo>
                  <a:cubicBezTo>
                    <a:pt x="322" y="1"/>
                    <a:pt x="296" y="23"/>
                    <a:pt x="289" y="52"/>
                  </a:cubicBezTo>
                  <a:cubicBezTo>
                    <a:pt x="281" y="69"/>
                    <a:pt x="281" y="77"/>
                    <a:pt x="272" y="85"/>
                  </a:cubicBezTo>
                  <a:cubicBezTo>
                    <a:pt x="272" y="85"/>
                    <a:pt x="272" y="85"/>
                    <a:pt x="272" y="93"/>
                  </a:cubicBezTo>
                  <a:cubicBezTo>
                    <a:pt x="272" y="93"/>
                    <a:pt x="264" y="102"/>
                    <a:pt x="264" y="102"/>
                  </a:cubicBezTo>
                  <a:cubicBezTo>
                    <a:pt x="256" y="118"/>
                    <a:pt x="247" y="143"/>
                    <a:pt x="239" y="160"/>
                  </a:cubicBezTo>
                  <a:cubicBezTo>
                    <a:pt x="214" y="193"/>
                    <a:pt x="198" y="234"/>
                    <a:pt x="165" y="267"/>
                  </a:cubicBezTo>
                  <a:cubicBezTo>
                    <a:pt x="165" y="276"/>
                    <a:pt x="156" y="284"/>
                    <a:pt x="148" y="292"/>
                  </a:cubicBezTo>
                  <a:cubicBezTo>
                    <a:pt x="148" y="292"/>
                    <a:pt x="148" y="292"/>
                    <a:pt x="140" y="301"/>
                  </a:cubicBezTo>
                  <a:cubicBezTo>
                    <a:pt x="140" y="301"/>
                    <a:pt x="140" y="309"/>
                    <a:pt x="140" y="309"/>
                  </a:cubicBezTo>
                  <a:cubicBezTo>
                    <a:pt x="123" y="325"/>
                    <a:pt x="107" y="334"/>
                    <a:pt x="98" y="350"/>
                  </a:cubicBezTo>
                  <a:cubicBezTo>
                    <a:pt x="65" y="392"/>
                    <a:pt x="40" y="417"/>
                    <a:pt x="15" y="458"/>
                  </a:cubicBezTo>
                  <a:cubicBezTo>
                    <a:pt x="0" y="488"/>
                    <a:pt x="27" y="525"/>
                    <a:pt x="57" y="525"/>
                  </a:cubicBezTo>
                  <a:cubicBezTo>
                    <a:pt x="59" y="525"/>
                    <a:pt x="62" y="525"/>
                    <a:pt x="65" y="524"/>
                  </a:cubicBezTo>
                  <a:cubicBezTo>
                    <a:pt x="156" y="499"/>
                    <a:pt x="239" y="417"/>
                    <a:pt x="289" y="342"/>
                  </a:cubicBezTo>
                  <a:cubicBezTo>
                    <a:pt x="347" y="267"/>
                    <a:pt x="388" y="176"/>
                    <a:pt x="413" y="93"/>
                  </a:cubicBezTo>
                  <a:cubicBezTo>
                    <a:pt x="430" y="60"/>
                    <a:pt x="405" y="11"/>
                    <a:pt x="372" y="2"/>
                  </a:cubicBezTo>
                  <a:cubicBezTo>
                    <a:pt x="366" y="1"/>
                    <a:pt x="361" y="1"/>
                    <a:pt x="3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9"/>
            <p:cNvSpPr/>
            <p:nvPr/>
          </p:nvSpPr>
          <p:spPr>
            <a:xfrm>
              <a:off x="5604100" y="1860900"/>
              <a:ext cx="12575" cy="11575"/>
            </a:xfrm>
            <a:custGeom>
              <a:rect b="b" l="l" r="r" t="t"/>
              <a:pathLst>
                <a:path extrusionOk="0" h="463" w="503">
                  <a:moveTo>
                    <a:pt x="443" y="0"/>
                  </a:moveTo>
                  <a:cubicBezTo>
                    <a:pt x="430" y="0"/>
                    <a:pt x="415" y="7"/>
                    <a:pt x="403" y="19"/>
                  </a:cubicBezTo>
                  <a:cubicBezTo>
                    <a:pt x="345" y="85"/>
                    <a:pt x="278" y="143"/>
                    <a:pt x="212" y="210"/>
                  </a:cubicBezTo>
                  <a:cubicBezTo>
                    <a:pt x="179" y="235"/>
                    <a:pt x="146" y="268"/>
                    <a:pt x="113" y="301"/>
                  </a:cubicBezTo>
                  <a:cubicBezTo>
                    <a:pt x="79" y="326"/>
                    <a:pt x="55" y="359"/>
                    <a:pt x="21" y="400"/>
                  </a:cubicBezTo>
                  <a:cubicBezTo>
                    <a:pt x="1" y="428"/>
                    <a:pt x="21" y="462"/>
                    <a:pt x="48" y="462"/>
                  </a:cubicBezTo>
                  <a:cubicBezTo>
                    <a:pt x="53" y="462"/>
                    <a:pt x="58" y="461"/>
                    <a:pt x="63" y="458"/>
                  </a:cubicBezTo>
                  <a:cubicBezTo>
                    <a:pt x="229" y="367"/>
                    <a:pt x="361" y="226"/>
                    <a:pt x="477" y="94"/>
                  </a:cubicBezTo>
                  <a:cubicBezTo>
                    <a:pt x="494" y="69"/>
                    <a:pt x="502" y="36"/>
                    <a:pt x="477" y="19"/>
                  </a:cubicBezTo>
                  <a:cubicBezTo>
                    <a:pt x="469" y="7"/>
                    <a:pt x="456" y="0"/>
                    <a:pt x="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9"/>
            <p:cNvSpPr/>
            <p:nvPr/>
          </p:nvSpPr>
          <p:spPr>
            <a:xfrm>
              <a:off x="5555325" y="1855775"/>
              <a:ext cx="2925" cy="9800"/>
            </a:xfrm>
            <a:custGeom>
              <a:rect b="b" l="l" r="r" t="t"/>
              <a:pathLst>
                <a:path extrusionOk="0" h="392" w="117">
                  <a:moveTo>
                    <a:pt x="59" y="0"/>
                  </a:moveTo>
                  <a:cubicBezTo>
                    <a:pt x="25" y="9"/>
                    <a:pt x="1" y="25"/>
                    <a:pt x="1" y="58"/>
                  </a:cubicBezTo>
                  <a:cubicBezTo>
                    <a:pt x="1" y="108"/>
                    <a:pt x="1" y="166"/>
                    <a:pt x="1" y="216"/>
                  </a:cubicBezTo>
                  <a:cubicBezTo>
                    <a:pt x="1" y="224"/>
                    <a:pt x="1" y="241"/>
                    <a:pt x="1" y="257"/>
                  </a:cubicBezTo>
                  <a:cubicBezTo>
                    <a:pt x="1" y="266"/>
                    <a:pt x="9" y="266"/>
                    <a:pt x="9" y="274"/>
                  </a:cubicBezTo>
                  <a:cubicBezTo>
                    <a:pt x="9" y="277"/>
                    <a:pt x="9" y="282"/>
                    <a:pt x="9" y="282"/>
                  </a:cubicBezTo>
                  <a:cubicBezTo>
                    <a:pt x="9" y="299"/>
                    <a:pt x="9" y="307"/>
                    <a:pt x="9" y="324"/>
                  </a:cubicBezTo>
                  <a:cubicBezTo>
                    <a:pt x="9" y="332"/>
                    <a:pt x="9" y="340"/>
                    <a:pt x="9" y="348"/>
                  </a:cubicBezTo>
                  <a:cubicBezTo>
                    <a:pt x="17" y="357"/>
                    <a:pt x="17" y="365"/>
                    <a:pt x="25" y="373"/>
                  </a:cubicBezTo>
                  <a:cubicBezTo>
                    <a:pt x="34" y="386"/>
                    <a:pt x="48" y="392"/>
                    <a:pt x="63" y="392"/>
                  </a:cubicBezTo>
                  <a:cubicBezTo>
                    <a:pt x="77" y="392"/>
                    <a:pt x="92" y="386"/>
                    <a:pt x="100" y="373"/>
                  </a:cubicBezTo>
                  <a:lnTo>
                    <a:pt x="108" y="357"/>
                  </a:lnTo>
                  <a:cubicBezTo>
                    <a:pt x="108" y="348"/>
                    <a:pt x="108" y="332"/>
                    <a:pt x="108" y="324"/>
                  </a:cubicBezTo>
                  <a:cubicBezTo>
                    <a:pt x="108" y="315"/>
                    <a:pt x="117" y="299"/>
                    <a:pt x="117" y="290"/>
                  </a:cubicBezTo>
                  <a:cubicBezTo>
                    <a:pt x="117" y="290"/>
                    <a:pt x="117" y="278"/>
                    <a:pt x="117" y="274"/>
                  </a:cubicBezTo>
                  <a:cubicBezTo>
                    <a:pt x="117" y="274"/>
                    <a:pt x="117" y="266"/>
                    <a:pt x="117" y="257"/>
                  </a:cubicBezTo>
                  <a:cubicBezTo>
                    <a:pt x="117" y="241"/>
                    <a:pt x="117" y="224"/>
                    <a:pt x="117" y="216"/>
                  </a:cubicBezTo>
                  <a:cubicBezTo>
                    <a:pt x="117" y="158"/>
                    <a:pt x="117" y="108"/>
                    <a:pt x="117" y="58"/>
                  </a:cubicBezTo>
                  <a:cubicBezTo>
                    <a:pt x="117" y="34"/>
                    <a:pt x="92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9"/>
            <p:cNvSpPr/>
            <p:nvPr/>
          </p:nvSpPr>
          <p:spPr>
            <a:xfrm>
              <a:off x="5560925" y="1857025"/>
              <a:ext cx="3125" cy="5825"/>
            </a:xfrm>
            <a:custGeom>
              <a:rect b="b" l="l" r="r" t="t"/>
              <a:pathLst>
                <a:path extrusionOk="0" h="233" w="125">
                  <a:moveTo>
                    <a:pt x="83" y="0"/>
                  </a:moveTo>
                  <a:cubicBezTo>
                    <a:pt x="67" y="0"/>
                    <a:pt x="50" y="0"/>
                    <a:pt x="42" y="8"/>
                  </a:cubicBezTo>
                  <a:cubicBezTo>
                    <a:pt x="25" y="17"/>
                    <a:pt x="17" y="25"/>
                    <a:pt x="9" y="42"/>
                  </a:cubicBezTo>
                  <a:cubicBezTo>
                    <a:pt x="9" y="50"/>
                    <a:pt x="9" y="58"/>
                    <a:pt x="9" y="75"/>
                  </a:cubicBezTo>
                  <a:cubicBezTo>
                    <a:pt x="9" y="75"/>
                    <a:pt x="0" y="83"/>
                    <a:pt x="0" y="91"/>
                  </a:cubicBezTo>
                  <a:cubicBezTo>
                    <a:pt x="0" y="100"/>
                    <a:pt x="9" y="100"/>
                    <a:pt x="9" y="108"/>
                  </a:cubicBezTo>
                  <a:lnTo>
                    <a:pt x="9" y="116"/>
                  </a:lnTo>
                  <a:lnTo>
                    <a:pt x="9" y="158"/>
                  </a:lnTo>
                  <a:lnTo>
                    <a:pt x="9" y="174"/>
                  </a:lnTo>
                  <a:cubicBezTo>
                    <a:pt x="9" y="191"/>
                    <a:pt x="9" y="199"/>
                    <a:pt x="9" y="207"/>
                  </a:cubicBezTo>
                  <a:cubicBezTo>
                    <a:pt x="17" y="224"/>
                    <a:pt x="25" y="232"/>
                    <a:pt x="42" y="232"/>
                  </a:cubicBezTo>
                  <a:cubicBezTo>
                    <a:pt x="58" y="232"/>
                    <a:pt x="67" y="224"/>
                    <a:pt x="75" y="216"/>
                  </a:cubicBezTo>
                  <a:cubicBezTo>
                    <a:pt x="83" y="207"/>
                    <a:pt x="83" y="199"/>
                    <a:pt x="91" y="191"/>
                  </a:cubicBezTo>
                  <a:cubicBezTo>
                    <a:pt x="91" y="182"/>
                    <a:pt x="91" y="174"/>
                    <a:pt x="100" y="166"/>
                  </a:cubicBezTo>
                  <a:cubicBezTo>
                    <a:pt x="100" y="158"/>
                    <a:pt x="100" y="141"/>
                    <a:pt x="108" y="133"/>
                  </a:cubicBezTo>
                  <a:cubicBezTo>
                    <a:pt x="116" y="116"/>
                    <a:pt x="116" y="108"/>
                    <a:pt x="116" y="100"/>
                  </a:cubicBezTo>
                  <a:cubicBezTo>
                    <a:pt x="116" y="91"/>
                    <a:pt x="125" y="83"/>
                    <a:pt x="125" y="75"/>
                  </a:cubicBezTo>
                  <a:cubicBezTo>
                    <a:pt x="125" y="58"/>
                    <a:pt x="125" y="42"/>
                    <a:pt x="116" y="25"/>
                  </a:cubicBezTo>
                  <a:cubicBezTo>
                    <a:pt x="108" y="17"/>
                    <a:pt x="100" y="8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9"/>
            <p:cNvSpPr/>
            <p:nvPr/>
          </p:nvSpPr>
          <p:spPr>
            <a:xfrm>
              <a:off x="5713575" y="1684125"/>
              <a:ext cx="5000" cy="9025"/>
            </a:xfrm>
            <a:custGeom>
              <a:rect b="b" l="l" r="r" t="t"/>
              <a:pathLst>
                <a:path extrusionOk="0" h="361" w="200">
                  <a:moveTo>
                    <a:pt x="59" y="1"/>
                  </a:moveTo>
                  <a:cubicBezTo>
                    <a:pt x="53" y="1"/>
                    <a:pt x="48" y="2"/>
                    <a:pt x="42" y="6"/>
                  </a:cubicBezTo>
                  <a:cubicBezTo>
                    <a:pt x="17" y="14"/>
                    <a:pt x="1" y="39"/>
                    <a:pt x="9" y="64"/>
                  </a:cubicBezTo>
                  <a:lnTo>
                    <a:pt x="50" y="205"/>
                  </a:lnTo>
                  <a:cubicBezTo>
                    <a:pt x="59" y="230"/>
                    <a:pt x="67" y="255"/>
                    <a:pt x="75" y="279"/>
                  </a:cubicBezTo>
                  <a:cubicBezTo>
                    <a:pt x="84" y="296"/>
                    <a:pt x="92" y="304"/>
                    <a:pt x="92" y="321"/>
                  </a:cubicBezTo>
                  <a:cubicBezTo>
                    <a:pt x="100" y="337"/>
                    <a:pt x="108" y="346"/>
                    <a:pt x="125" y="354"/>
                  </a:cubicBezTo>
                  <a:cubicBezTo>
                    <a:pt x="132" y="359"/>
                    <a:pt x="139" y="361"/>
                    <a:pt x="147" y="361"/>
                  </a:cubicBezTo>
                  <a:cubicBezTo>
                    <a:pt x="166" y="361"/>
                    <a:pt x="183" y="347"/>
                    <a:pt x="183" y="329"/>
                  </a:cubicBezTo>
                  <a:cubicBezTo>
                    <a:pt x="200" y="296"/>
                    <a:pt x="183" y="271"/>
                    <a:pt x="175" y="238"/>
                  </a:cubicBezTo>
                  <a:cubicBezTo>
                    <a:pt x="175" y="213"/>
                    <a:pt x="166" y="197"/>
                    <a:pt x="150" y="172"/>
                  </a:cubicBezTo>
                  <a:lnTo>
                    <a:pt x="158" y="172"/>
                  </a:lnTo>
                  <a:cubicBezTo>
                    <a:pt x="142" y="130"/>
                    <a:pt x="117" y="81"/>
                    <a:pt x="100" y="39"/>
                  </a:cubicBezTo>
                  <a:cubicBezTo>
                    <a:pt x="94" y="20"/>
                    <a:pt x="77" y="1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9"/>
            <p:cNvSpPr/>
            <p:nvPr/>
          </p:nvSpPr>
          <p:spPr>
            <a:xfrm>
              <a:off x="5716900" y="1682575"/>
              <a:ext cx="4575" cy="8075"/>
            </a:xfrm>
            <a:custGeom>
              <a:rect b="b" l="l" r="r" t="t"/>
              <a:pathLst>
                <a:path extrusionOk="0" h="323" w="183">
                  <a:moveTo>
                    <a:pt x="63" y="0"/>
                  </a:moveTo>
                  <a:cubicBezTo>
                    <a:pt x="59" y="0"/>
                    <a:pt x="54" y="1"/>
                    <a:pt x="50" y="2"/>
                  </a:cubicBezTo>
                  <a:cubicBezTo>
                    <a:pt x="17" y="10"/>
                    <a:pt x="0" y="51"/>
                    <a:pt x="9" y="85"/>
                  </a:cubicBezTo>
                  <a:cubicBezTo>
                    <a:pt x="17" y="118"/>
                    <a:pt x="33" y="159"/>
                    <a:pt x="42" y="192"/>
                  </a:cubicBezTo>
                  <a:cubicBezTo>
                    <a:pt x="50" y="217"/>
                    <a:pt x="58" y="242"/>
                    <a:pt x="75" y="259"/>
                  </a:cubicBezTo>
                  <a:cubicBezTo>
                    <a:pt x="83" y="275"/>
                    <a:pt x="91" y="292"/>
                    <a:pt x="108" y="308"/>
                  </a:cubicBezTo>
                  <a:cubicBezTo>
                    <a:pt x="118" y="318"/>
                    <a:pt x="129" y="323"/>
                    <a:pt x="139" y="323"/>
                  </a:cubicBezTo>
                  <a:cubicBezTo>
                    <a:pt x="155" y="323"/>
                    <a:pt x="169" y="312"/>
                    <a:pt x="174" y="292"/>
                  </a:cubicBezTo>
                  <a:cubicBezTo>
                    <a:pt x="174" y="283"/>
                    <a:pt x="174" y="267"/>
                    <a:pt x="183" y="259"/>
                  </a:cubicBezTo>
                  <a:cubicBezTo>
                    <a:pt x="183" y="250"/>
                    <a:pt x="183" y="242"/>
                    <a:pt x="174" y="234"/>
                  </a:cubicBezTo>
                  <a:cubicBezTo>
                    <a:pt x="174" y="209"/>
                    <a:pt x="174" y="184"/>
                    <a:pt x="166" y="159"/>
                  </a:cubicBezTo>
                  <a:cubicBezTo>
                    <a:pt x="158" y="126"/>
                    <a:pt x="141" y="85"/>
                    <a:pt x="133" y="51"/>
                  </a:cubicBezTo>
                  <a:cubicBezTo>
                    <a:pt x="126" y="23"/>
                    <a:pt x="93" y="0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9"/>
            <p:cNvSpPr/>
            <p:nvPr/>
          </p:nvSpPr>
          <p:spPr>
            <a:xfrm>
              <a:off x="5715225" y="1603075"/>
              <a:ext cx="5000" cy="30775"/>
            </a:xfrm>
            <a:custGeom>
              <a:rect b="b" l="l" r="r" t="t"/>
              <a:pathLst>
                <a:path extrusionOk="0" h="1231" w="200">
                  <a:moveTo>
                    <a:pt x="42" y="0"/>
                  </a:moveTo>
                  <a:cubicBezTo>
                    <a:pt x="26" y="0"/>
                    <a:pt x="9" y="17"/>
                    <a:pt x="9" y="33"/>
                  </a:cubicBezTo>
                  <a:cubicBezTo>
                    <a:pt x="1" y="50"/>
                    <a:pt x="1" y="75"/>
                    <a:pt x="1" y="100"/>
                  </a:cubicBezTo>
                  <a:cubicBezTo>
                    <a:pt x="1" y="116"/>
                    <a:pt x="1" y="149"/>
                    <a:pt x="9" y="166"/>
                  </a:cubicBezTo>
                  <a:lnTo>
                    <a:pt x="34" y="290"/>
                  </a:lnTo>
                  <a:cubicBezTo>
                    <a:pt x="34" y="307"/>
                    <a:pt x="51" y="323"/>
                    <a:pt x="67" y="332"/>
                  </a:cubicBezTo>
                  <a:cubicBezTo>
                    <a:pt x="67" y="340"/>
                    <a:pt x="67" y="340"/>
                    <a:pt x="59" y="340"/>
                  </a:cubicBezTo>
                  <a:cubicBezTo>
                    <a:pt x="59" y="356"/>
                    <a:pt x="59" y="373"/>
                    <a:pt x="59" y="390"/>
                  </a:cubicBezTo>
                  <a:cubicBezTo>
                    <a:pt x="59" y="398"/>
                    <a:pt x="51" y="414"/>
                    <a:pt x="51" y="423"/>
                  </a:cubicBezTo>
                  <a:cubicBezTo>
                    <a:pt x="51" y="439"/>
                    <a:pt x="51" y="448"/>
                    <a:pt x="51" y="464"/>
                  </a:cubicBezTo>
                  <a:cubicBezTo>
                    <a:pt x="51" y="489"/>
                    <a:pt x="51" y="514"/>
                    <a:pt x="51" y="539"/>
                  </a:cubicBezTo>
                  <a:cubicBezTo>
                    <a:pt x="51" y="539"/>
                    <a:pt x="51" y="547"/>
                    <a:pt x="51" y="547"/>
                  </a:cubicBezTo>
                  <a:cubicBezTo>
                    <a:pt x="34" y="547"/>
                    <a:pt x="1" y="564"/>
                    <a:pt x="9" y="588"/>
                  </a:cubicBezTo>
                  <a:cubicBezTo>
                    <a:pt x="18" y="638"/>
                    <a:pt x="34" y="688"/>
                    <a:pt x="51" y="746"/>
                  </a:cubicBezTo>
                  <a:cubicBezTo>
                    <a:pt x="59" y="787"/>
                    <a:pt x="76" y="837"/>
                    <a:pt x="84" y="895"/>
                  </a:cubicBezTo>
                  <a:cubicBezTo>
                    <a:pt x="100" y="994"/>
                    <a:pt x="109" y="1102"/>
                    <a:pt x="100" y="1202"/>
                  </a:cubicBezTo>
                  <a:cubicBezTo>
                    <a:pt x="100" y="1220"/>
                    <a:pt x="116" y="1231"/>
                    <a:pt x="131" y="1231"/>
                  </a:cubicBezTo>
                  <a:cubicBezTo>
                    <a:pt x="143" y="1231"/>
                    <a:pt x="155" y="1224"/>
                    <a:pt x="158" y="1210"/>
                  </a:cubicBezTo>
                  <a:cubicBezTo>
                    <a:pt x="183" y="1102"/>
                    <a:pt x="200" y="994"/>
                    <a:pt x="183" y="878"/>
                  </a:cubicBezTo>
                  <a:cubicBezTo>
                    <a:pt x="175" y="804"/>
                    <a:pt x="158" y="729"/>
                    <a:pt x="134" y="655"/>
                  </a:cubicBezTo>
                  <a:cubicBezTo>
                    <a:pt x="150" y="646"/>
                    <a:pt x="167" y="630"/>
                    <a:pt x="167" y="613"/>
                  </a:cubicBezTo>
                  <a:cubicBezTo>
                    <a:pt x="158" y="564"/>
                    <a:pt x="158" y="514"/>
                    <a:pt x="150" y="464"/>
                  </a:cubicBezTo>
                  <a:cubicBezTo>
                    <a:pt x="150" y="448"/>
                    <a:pt x="150" y="439"/>
                    <a:pt x="150" y="431"/>
                  </a:cubicBezTo>
                  <a:cubicBezTo>
                    <a:pt x="142" y="414"/>
                    <a:pt x="142" y="398"/>
                    <a:pt x="142" y="390"/>
                  </a:cubicBezTo>
                  <a:cubicBezTo>
                    <a:pt x="142" y="373"/>
                    <a:pt x="142" y="365"/>
                    <a:pt x="142" y="356"/>
                  </a:cubicBezTo>
                  <a:cubicBezTo>
                    <a:pt x="142" y="340"/>
                    <a:pt x="134" y="332"/>
                    <a:pt x="134" y="315"/>
                  </a:cubicBezTo>
                  <a:cubicBezTo>
                    <a:pt x="142" y="307"/>
                    <a:pt x="150" y="282"/>
                    <a:pt x="150" y="257"/>
                  </a:cubicBezTo>
                  <a:cubicBezTo>
                    <a:pt x="142" y="216"/>
                    <a:pt x="134" y="182"/>
                    <a:pt x="125" y="141"/>
                  </a:cubicBezTo>
                  <a:cubicBezTo>
                    <a:pt x="125" y="116"/>
                    <a:pt x="117" y="100"/>
                    <a:pt x="109" y="83"/>
                  </a:cubicBezTo>
                  <a:cubicBezTo>
                    <a:pt x="100" y="58"/>
                    <a:pt x="92" y="42"/>
                    <a:pt x="84" y="25"/>
                  </a:cubicBezTo>
                  <a:cubicBezTo>
                    <a:pt x="76" y="8"/>
                    <a:pt x="59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9"/>
            <p:cNvSpPr/>
            <p:nvPr/>
          </p:nvSpPr>
          <p:spPr>
            <a:xfrm>
              <a:off x="5646250" y="1553775"/>
              <a:ext cx="7900" cy="17875"/>
            </a:xfrm>
            <a:custGeom>
              <a:rect b="b" l="l" r="r" t="t"/>
              <a:pathLst>
                <a:path extrusionOk="0" h="715" w="316">
                  <a:moveTo>
                    <a:pt x="79" y="1"/>
                  </a:moveTo>
                  <a:cubicBezTo>
                    <a:pt x="40" y="1"/>
                    <a:pt x="1" y="64"/>
                    <a:pt x="42" y="91"/>
                  </a:cubicBezTo>
                  <a:cubicBezTo>
                    <a:pt x="117" y="158"/>
                    <a:pt x="133" y="257"/>
                    <a:pt x="150" y="348"/>
                  </a:cubicBezTo>
                  <a:cubicBezTo>
                    <a:pt x="158" y="406"/>
                    <a:pt x="167" y="456"/>
                    <a:pt x="150" y="514"/>
                  </a:cubicBezTo>
                  <a:cubicBezTo>
                    <a:pt x="142" y="530"/>
                    <a:pt x="125" y="555"/>
                    <a:pt x="117" y="572"/>
                  </a:cubicBezTo>
                  <a:cubicBezTo>
                    <a:pt x="100" y="605"/>
                    <a:pt x="92" y="638"/>
                    <a:pt x="92" y="671"/>
                  </a:cubicBezTo>
                  <a:cubicBezTo>
                    <a:pt x="99" y="699"/>
                    <a:pt x="123" y="715"/>
                    <a:pt x="150" y="715"/>
                  </a:cubicBezTo>
                  <a:cubicBezTo>
                    <a:pt x="155" y="715"/>
                    <a:pt x="161" y="714"/>
                    <a:pt x="167" y="713"/>
                  </a:cubicBezTo>
                  <a:cubicBezTo>
                    <a:pt x="233" y="696"/>
                    <a:pt x="274" y="605"/>
                    <a:pt x="291" y="547"/>
                  </a:cubicBezTo>
                  <a:cubicBezTo>
                    <a:pt x="316" y="472"/>
                    <a:pt x="299" y="398"/>
                    <a:pt x="283" y="323"/>
                  </a:cubicBezTo>
                  <a:cubicBezTo>
                    <a:pt x="249" y="207"/>
                    <a:pt x="208" y="83"/>
                    <a:pt x="100" y="8"/>
                  </a:cubicBezTo>
                  <a:cubicBezTo>
                    <a:pt x="94" y="3"/>
                    <a:pt x="86" y="1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9"/>
            <p:cNvSpPr/>
            <p:nvPr/>
          </p:nvSpPr>
          <p:spPr>
            <a:xfrm>
              <a:off x="5652675" y="1571300"/>
              <a:ext cx="5000" cy="8750"/>
            </a:xfrm>
            <a:custGeom>
              <a:rect b="b" l="l" r="r" t="t"/>
              <a:pathLst>
                <a:path extrusionOk="0" h="350" w="200">
                  <a:moveTo>
                    <a:pt x="50" y="0"/>
                  </a:moveTo>
                  <a:cubicBezTo>
                    <a:pt x="44" y="0"/>
                    <a:pt x="38" y="1"/>
                    <a:pt x="34" y="3"/>
                  </a:cubicBezTo>
                  <a:cubicBezTo>
                    <a:pt x="17" y="12"/>
                    <a:pt x="1" y="37"/>
                    <a:pt x="9" y="61"/>
                  </a:cubicBezTo>
                  <a:cubicBezTo>
                    <a:pt x="26" y="103"/>
                    <a:pt x="42" y="153"/>
                    <a:pt x="59" y="202"/>
                  </a:cubicBezTo>
                  <a:cubicBezTo>
                    <a:pt x="67" y="227"/>
                    <a:pt x="75" y="252"/>
                    <a:pt x="84" y="277"/>
                  </a:cubicBezTo>
                  <a:cubicBezTo>
                    <a:pt x="100" y="302"/>
                    <a:pt x="117" y="327"/>
                    <a:pt x="142" y="343"/>
                  </a:cubicBezTo>
                  <a:lnTo>
                    <a:pt x="133" y="343"/>
                  </a:lnTo>
                  <a:cubicBezTo>
                    <a:pt x="140" y="348"/>
                    <a:pt x="147" y="350"/>
                    <a:pt x="154" y="350"/>
                  </a:cubicBezTo>
                  <a:cubicBezTo>
                    <a:pt x="171" y="350"/>
                    <a:pt x="185" y="336"/>
                    <a:pt x="191" y="318"/>
                  </a:cubicBezTo>
                  <a:cubicBezTo>
                    <a:pt x="200" y="302"/>
                    <a:pt x="200" y="285"/>
                    <a:pt x="191" y="269"/>
                  </a:cubicBezTo>
                  <a:cubicBezTo>
                    <a:pt x="191" y="260"/>
                    <a:pt x="191" y="244"/>
                    <a:pt x="183" y="235"/>
                  </a:cubicBezTo>
                  <a:cubicBezTo>
                    <a:pt x="175" y="211"/>
                    <a:pt x="166" y="186"/>
                    <a:pt x="158" y="161"/>
                  </a:cubicBezTo>
                  <a:cubicBezTo>
                    <a:pt x="133" y="111"/>
                    <a:pt x="117" y="70"/>
                    <a:pt x="92" y="20"/>
                  </a:cubicBezTo>
                  <a:cubicBezTo>
                    <a:pt x="86" y="8"/>
                    <a:pt x="66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9"/>
            <p:cNvSpPr/>
            <p:nvPr/>
          </p:nvSpPr>
          <p:spPr>
            <a:xfrm>
              <a:off x="5659300" y="1580075"/>
              <a:ext cx="1700" cy="2300"/>
            </a:xfrm>
            <a:custGeom>
              <a:rect b="b" l="l" r="r" t="t"/>
              <a:pathLst>
                <a:path extrusionOk="0" h="92" w="68">
                  <a:moveTo>
                    <a:pt x="26" y="0"/>
                  </a:moveTo>
                  <a:cubicBezTo>
                    <a:pt x="17" y="0"/>
                    <a:pt x="17" y="9"/>
                    <a:pt x="17" y="9"/>
                  </a:cubicBezTo>
                  <a:cubicBezTo>
                    <a:pt x="9" y="9"/>
                    <a:pt x="9" y="17"/>
                    <a:pt x="9" y="17"/>
                  </a:cubicBezTo>
                  <a:cubicBezTo>
                    <a:pt x="1" y="25"/>
                    <a:pt x="1" y="42"/>
                    <a:pt x="9" y="50"/>
                  </a:cubicBezTo>
                  <a:cubicBezTo>
                    <a:pt x="17" y="58"/>
                    <a:pt x="17" y="67"/>
                    <a:pt x="26" y="75"/>
                  </a:cubicBezTo>
                  <a:cubicBezTo>
                    <a:pt x="26" y="75"/>
                    <a:pt x="26" y="83"/>
                    <a:pt x="26" y="83"/>
                  </a:cubicBezTo>
                  <a:cubicBezTo>
                    <a:pt x="34" y="83"/>
                    <a:pt x="34" y="83"/>
                    <a:pt x="34" y="92"/>
                  </a:cubicBezTo>
                  <a:lnTo>
                    <a:pt x="51" y="92"/>
                  </a:lnTo>
                  <a:cubicBezTo>
                    <a:pt x="51" y="92"/>
                    <a:pt x="59" y="83"/>
                    <a:pt x="59" y="83"/>
                  </a:cubicBezTo>
                  <a:cubicBezTo>
                    <a:pt x="59" y="83"/>
                    <a:pt x="59" y="75"/>
                    <a:pt x="67" y="75"/>
                  </a:cubicBezTo>
                  <a:cubicBezTo>
                    <a:pt x="67" y="75"/>
                    <a:pt x="67" y="75"/>
                    <a:pt x="67" y="67"/>
                  </a:cubicBezTo>
                  <a:cubicBezTo>
                    <a:pt x="67" y="58"/>
                    <a:pt x="67" y="42"/>
                    <a:pt x="59" y="34"/>
                  </a:cubicBezTo>
                  <a:cubicBezTo>
                    <a:pt x="59" y="25"/>
                    <a:pt x="59" y="25"/>
                    <a:pt x="59" y="17"/>
                  </a:cubicBezTo>
                  <a:cubicBezTo>
                    <a:pt x="59" y="17"/>
                    <a:pt x="51" y="9"/>
                    <a:pt x="51" y="9"/>
                  </a:cubicBezTo>
                  <a:cubicBezTo>
                    <a:pt x="42" y="0"/>
                    <a:pt x="34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9"/>
            <p:cNvSpPr/>
            <p:nvPr/>
          </p:nvSpPr>
          <p:spPr>
            <a:xfrm>
              <a:off x="5669450" y="1596400"/>
              <a:ext cx="3975" cy="7025"/>
            </a:xfrm>
            <a:custGeom>
              <a:rect b="b" l="l" r="r" t="t"/>
              <a:pathLst>
                <a:path extrusionOk="0" h="281" w="159">
                  <a:moveTo>
                    <a:pt x="53" y="0"/>
                  </a:moveTo>
                  <a:cubicBezTo>
                    <a:pt x="49" y="0"/>
                    <a:pt x="46" y="1"/>
                    <a:pt x="42" y="2"/>
                  </a:cubicBezTo>
                  <a:cubicBezTo>
                    <a:pt x="17" y="10"/>
                    <a:pt x="1" y="43"/>
                    <a:pt x="9" y="68"/>
                  </a:cubicBezTo>
                  <a:cubicBezTo>
                    <a:pt x="17" y="101"/>
                    <a:pt x="26" y="135"/>
                    <a:pt x="42" y="168"/>
                  </a:cubicBezTo>
                  <a:lnTo>
                    <a:pt x="34" y="159"/>
                  </a:lnTo>
                  <a:lnTo>
                    <a:pt x="59" y="209"/>
                  </a:lnTo>
                  <a:cubicBezTo>
                    <a:pt x="59" y="217"/>
                    <a:pt x="67" y="234"/>
                    <a:pt x="67" y="242"/>
                  </a:cubicBezTo>
                  <a:cubicBezTo>
                    <a:pt x="75" y="251"/>
                    <a:pt x="84" y="259"/>
                    <a:pt x="92" y="267"/>
                  </a:cubicBezTo>
                  <a:cubicBezTo>
                    <a:pt x="97" y="277"/>
                    <a:pt x="105" y="281"/>
                    <a:pt x="113" y="281"/>
                  </a:cubicBezTo>
                  <a:cubicBezTo>
                    <a:pt x="120" y="281"/>
                    <a:pt x="127" y="279"/>
                    <a:pt x="133" y="275"/>
                  </a:cubicBezTo>
                  <a:cubicBezTo>
                    <a:pt x="150" y="267"/>
                    <a:pt x="158" y="251"/>
                    <a:pt x="158" y="242"/>
                  </a:cubicBezTo>
                  <a:cubicBezTo>
                    <a:pt x="158" y="226"/>
                    <a:pt x="158" y="217"/>
                    <a:pt x="158" y="209"/>
                  </a:cubicBezTo>
                  <a:lnTo>
                    <a:pt x="150" y="184"/>
                  </a:lnTo>
                  <a:cubicBezTo>
                    <a:pt x="150" y="168"/>
                    <a:pt x="142" y="151"/>
                    <a:pt x="142" y="135"/>
                  </a:cubicBezTo>
                  <a:cubicBezTo>
                    <a:pt x="133" y="101"/>
                    <a:pt x="117" y="68"/>
                    <a:pt x="109" y="43"/>
                  </a:cubicBezTo>
                  <a:cubicBezTo>
                    <a:pt x="101" y="22"/>
                    <a:pt x="76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9"/>
            <p:cNvSpPr/>
            <p:nvPr/>
          </p:nvSpPr>
          <p:spPr>
            <a:xfrm>
              <a:off x="5549475" y="1492975"/>
              <a:ext cx="38975" cy="29925"/>
            </a:xfrm>
            <a:custGeom>
              <a:rect b="b" l="l" r="r" t="t"/>
              <a:pathLst>
                <a:path extrusionOk="0" h="1197" w="1559">
                  <a:moveTo>
                    <a:pt x="1512" y="0"/>
                  </a:moveTo>
                  <a:cubicBezTo>
                    <a:pt x="1506" y="0"/>
                    <a:pt x="1500" y="1"/>
                    <a:pt x="1494" y="5"/>
                  </a:cubicBezTo>
                  <a:cubicBezTo>
                    <a:pt x="1361" y="96"/>
                    <a:pt x="1279" y="228"/>
                    <a:pt x="1163" y="336"/>
                  </a:cubicBezTo>
                  <a:cubicBezTo>
                    <a:pt x="1038" y="452"/>
                    <a:pt x="906" y="543"/>
                    <a:pt x="765" y="634"/>
                  </a:cubicBezTo>
                  <a:cubicBezTo>
                    <a:pt x="508" y="792"/>
                    <a:pt x="119" y="825"/>
                    <a:pt x="11" y="1156"/>
                  </a:cubicBezTo>
                  <a:cubicBezTo>
                    <a:pt x="1" y="1181"/>
                    <a:pt x="18" y="1197"/>
                    <a:pt x="36" y="1197"/>
                  </a:cubicBezTo>
                  <a:cubicBezTo>
                    <a:pt x="49" y="1197"/>
                    <a:pt x="62" y="1190"/>
                    <a:pt x="69" y="1173"/>
                  </a:cubicBezTo>
                  <a:cubicBezTo>
                    <a:pt x="135" y="999"/>
                    <a:pt x="326" y="949"/>
                    <a:pt x="491" y="899"/>
                  </a:cubicBezTo>
                  <a:cubicBezTo>
                    <a:pt x="641" y="850"/>
                    <a:pt x="798" y="792"/>
                    <a:pt x="939" y="709"/>
                  </a:cubicBezTo>
                  <a:cubicBezTo>
                    <a:pt x="1071" y="634"/>
                    <a:pt x="1196" y="535"/>
                    <a:pt x="1303" y="427"/>
                  </a:cubicBezTo>
                  <a:cubicBezTo>
                    <a:pt x="1403" y="328"/>
                    <a:pt x="1527" y="195"/>
                    <a:pt x="1552" y="46"/>
                  </a:cubicBezTo>
                  <a:cubicBezTo>
                    <a:pt x="1559" y="26"/>
                    <a:pt x="1538" y="0"/>
                    <a:pt x="15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9"/>
            <p:cNvSpPr/>
            <p:nvPr/>
          </p:nvSpPr>
          <p:spPr>
            <a:xfrm>
              <a:off x="5587225" y="1479400"/>
              <a:ext cx="2725" cy="11075"/>
            </a:xfrm>
            <a:custGeom>
              <a:rect b="b" l="l" r="r" t="t"/>
              <a:pathLst>
                <a:path extrusionOk="0" h="443" w="109">
                  <a:moveTo>
                    <a:pt x="39" y="0"/>
                  </a:moveTo>
                  <a:cubicBezTo>
                    <a:pt x="26" y="0"/>
                    <a:pt x="14" y="10"/>
                    <a:pt x="9" y="26"/>
                  </a:cubicBezTo>
                  <a:cubicBezTo>
                    <a:pt x="1" y="84"/>
                    <a:pt x="17" y="150"/>
                    <a:pt x="17" y="208"/>
                  </a:cubicBezTo>
                  <a:cubicBezTo>
                    <a:pt x="17" y="266"/>
                    <a:pt x="17" y="324"/>
                    <a:pt x="9" y="382"/>
                  </a:cubicBezTo>
                  <a:cubicBezTo>
                    <a:pt x="9" y="407"/>
                    <a:pt x="17" y="432"/>
                    <a:pt x="42" y="440"/>
                  </a:cubicBezTo>
                  <a:cubicBezTo>
                    <a:pt x="45" y="441"/>
                    <a:pt x="48" y="442"/>
                    <a:pt x="52" y="442"/>
                  </a:cubicBezTo>
                  <a:cubicBezTo>
                    <a:pt x="69" y="442"/>
                    <a:pt x="92" y="427"/>
                    <a:pt x="92" y="407"/>
                  </a:cubicBezTo>
                  <a:cubicBezTo>
                    <a:pt x="100" y="340"/>
                    <a:pt x="108" y="274"/>
                    <a:pt x="108" y="208"/>
                  </a:cubicBezTo>
                  <a:cubicBezTo>
                    <a:pt x="100" y="142"/>
                    <a:pt x="92" y="67"/>
                    <a:pt x="59" y="9"/>
                  </a:cubicBezTo>
                  <a:cubicBezTo>
                    <a:pt x="53" y="3"/>
                    <a:pt x="46" y="0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9"/>
            <p:cNvSpPr/>
            <p:nvPr/>
          </p:nvSpPr>
          <p:spPr>
            <a:xfrm>
              <a:off x="5573350" y="1448125"/>
              <a:ext cx="7075" cy="31375"/>
            </a:xfrm>
            <a:custGeom>
              <a:rect b="b" l="l" r="r" t="t"/>
              <a:pathLst>
                <a:path extrusionOk="0" h="1255" w="283">
                  <a:moveTo>
                    <a:pt x="58" y="1"/>
                  </a:moveTo>
                  <a:cubicBezTo>
                    <a:pt x="34" y="1"/>
                    <a:pt x="17" y="17"/>
                    <a:pt x="9" y="34"/>
                  </a:cubicBezTo>
                  <a:cubicBezTo>
                    <a:pt x="0" y="75"/>
                    <a:pt x="17" y="108"/>
                    <a:pt x="25" y="150"/>
                  </a:cubicBezTo>
                  <a:cubicBezTo>
                    <a:pt x="34" y="191"/>
                    <a:pt x="42" y="241"/>
                    <a:pt x="50" y="282"/>
                  </a:cubicBezTo>
                  <a:cubicBezTo>
                    <a:pt x="67" y="382"/>
                    <a:pt x="83" y="489"/>
                    <a:pt x="100" y="589"/>
                  </a:cubicBezTo>
                  <a:cubicBezTo>
                    <a:pt x="116" y="697"/>
                    <a:pt x="133" y="796"/>
                    <a:pt x="141" y="904"/>
                  </a:cubicBezTo>
                  <a:cubicBezTo>
                    <a:pt x="150" y="1011"/>
                    <a:pt x="166" y="1111"/>
                    <a:pt x="158" y="1219"/>
                  </a:cubicBezTo>
                  <a:cubicBezTo>
                    <a:pt x="158" y="1241"/>
                    <a:pt x="175" y="1254"/>
                    <a:pt x="192" y="1254"/>
                  </a:cubicBezTo>
                  <a:cubicBezTo>
                    <a:pt x="207" y="1254"/>
                    <a:pt x="220" y="1246"/>
                    <a:pt x="224" y="1227"/>
                  </a:cubicBezTo>
                  <a:cubicBezTo>
                    <a:pt x="249" y="1111"/>
                    <a:pt x="282" y="1003"/>
                    <a:pt x="282" y="879"/>
                  </a:cubicBezTo>
                  <a:cubicBezTo>
                    <a:pt x="282" y="771"/>
                    <a:pt x="274" y="655"/>
                    <a:pt x="266" y="547"/>
                  </a:cubicBezTo>
                  <a:cubicBezTo>
                    <a:pt x="249" y="431"/>
                    <a:pt x="241" y="324"/>
                    <a:pt x="216" y="216"/>
                  </a:cubicBezTo>
                  <a:cubicBezTo>
                    <a:pt x="199" y="133"/>
                    <a:pt x="158" y="9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9"/>
            <p:cNvSpPr/>
            <p:nvPr/>
          </p:nvSpPr>
          <p:spPr>
            <a:xfrm>
              <a:off x="5569825" y="1453625"/>
              <a:ext cx="4375" cy="15175"/>
            </a:xfrm>
            <a:custGeom>
              <a:rect b="b" l="l" r="r" t="t"/>
              <a:pathLst>
                <a:path extrusionOk="0" h="607" w="175">
                  <a:moveTo>
                    <a:pt x="36" y="1"/>
                  </a:moveTo>
                  <a:cubicBezTo>
                    <a:pt x="19" y="1"/>
                    <a:pt x="1" y="15"/>
                    <a:pt x="1" y="37"/>
                  </a:cubicBezTo>
                  <a:cubicBezTo>
                    <a:pt x="1" y="79"/>
                    <a:pt x="9" y="120"/>
                    <a:pt x="25" y="170"/>
                  </a:cubicBezTo>
                  <a:cubicBezTo>
                    <a:pt x="34" y="211"/>
                    <a:pt x="42" y="261"/>
                    <a:pt x="50" y="303"/>
                  </a:cubicBezTo>
                  <a:cubicBezTo>
                    <a:pt x="67" y="394"/>
                    <a:pt x="83" y="477"/>
                    <a:pt x="83" y="568"/>
                  </a:cubicBezTo>
                  <a:cubicBezTo>
                    <a:pt x="83" y="591"/>
                    <a:pt x="105" y="607"/>
                    <a:pt x="125" y="607"/>
                  </a:cubicBezTo>
                  <a:cubicBezTo>
                    <a:pt x="140" y="607"/>
                    <a:pt x="154" y="598"/>
                    <a:pt x="158" y="576"/>
                  </a:cubicBezTo>
                  <a:cubicBezTo>
                    <a:pt x="166" y="485"/>
                    <a:pt x="175" y="385"/>
                    <a:pt x="166" y="286"/>
                  </a:cubicBezTo>
                  <a:cubicBezTo>
                    <a:pt x="158" y="236"/>
                    <a:pt x="150" y="187"/>
                    <a:pt x="133" y="137"/>
                  </a:cubicBezTo>
                  <a:cubicBezTo>
                    <a:pt x="125" y="120"/>
                    <a:pt x="117" y="95"/>
                    <a:pt x="108" y="79"/>
                  </a:cubicBezTo>
                  <a:cubicBezTo>
                    <a:pt x="92" y="46"/>
                    <a:pt x="83" y="29"/>
                    <a:pt x="59" y="13"/>
                  </a:cubicBezTo>
                  <a:cubicBezTo>
                    <a:pt x="53" y="4"/>
                    <a:pt x="45" y="1"/>
                    <a:pt x="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9"/>
            <p:cNvSpPr/>
            <p:nvPr/>
          </p:nvSpPr>
          <p:spPr>
            <a:xfrm>
              <a:off x="5566500" y="1452525"/>
              <a:ext cx="3350" cy="7900"/>
            </a:xfrm>
            <a:custGeom>
              <a:rect b="b" l="l" r="r" t="t"/>
              <a:pathLst>
                <a:path extrusionOk="0" h="316" w="134">
                  <a:moveTo>
                    <a:pt x="32" y="1"/>
                  </a:moveTo>
                  <a:cubicBezTo>
                    <a:pt x="16" y="1"/>
                    <a:pt x="1" y="12"/>
                    <a:pt x="1" y="32"/>
                  </a:cubicBezTo>
                  <a:cubicBezTo>
                    <a:pt x="1" y="48"/>
                    <a:pt x="1" y="57"/>
                    <a:pt x="1" y="73"/>
                  </a:cubicBezTo>
                  <a:cubicBezTo>
                    <a:pt x="1" y="81"/>
                    <a:pt x="1" y="90"/>
                    <a:pt x="1" y="98"/>
                  </a:cubicBezTo>
                  <a:lnTo>
                    <a:pt x="9" y="98"/>
                  </a:lnTo>
                  <a:cubicBezTo>
                    <a:pt x="9" y="123"/>
                    <a:pt x="9" y="139"/>
                    <a:pt x="18" y="164"/>
                  </a:cubicBezTo>
                  <a:cubicBezTo>
                    <a:pt x="26" y="206"/>
                    <a:pt x="42" y="247"/>
                    <a:pt x="51" y="289"/>
                  </a:cubicBezTo>
                  <a:cubicBezTo>
                    <a:pt x="51" y="302"/>
                    <a:pt x="67" y="316"/>
                    <a:pt x="87" y="316"/>
                  </a:cubicBezTo>
                  <a:cubicBezTo>
                    <a:pt x="91" y="316"/>
                    <a:pt x="96" y="315"/>
                    <a:pt x="100" y="313"/>
                  </a:cubicBezTo>
                  <a:cubicBezTo>
                    <a:pt x="125" y="305"/>
                    <a:pt x="134" y="289"/>
                    <a:pt x="134" y="264"/>
                  </a:cubicBezTo>
                  <a:cubicBezTo>
                    <a:pt x="117" y="222"/>
                    <a:pt x="117" y="181"/>
                    <a:pt x="100" y="139"/>
                  </a:cubicBezTo>
                  <a:cubicBezTo>
                    <a:pt x="92" y="123"/>
                    <a:pt x="92" y="98"/>
                    <a:pt x="84" y="81"/>
                  </a:cubicBezTo>
                  <a:cubicBezTo>
                    <a:pt x="84" y="73"/>
                    <a:pt x="76" y="57"/>
                    <a:pt x="76" y="48"/>
                  </a:cubicBezTo>
                  <a:cubicBezTo>
                    <a:pt x="67" y="40"/>
                    <a:pt x="67" y="23"/>
                    <a:pt x="59" y="15"/>
                  </a:cubicBezTo>
                  <a:cubicBezTo>
                    <a:pt x="52" y="5"/>
                    <a:pt x="42" y="1"/>
                    <a:pt x="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9"/>
            <p:cNvSpPr/>
            <p:nvPr/>
          </p:nvSpPr>
          <p:spPr>
            <a:xfrm>
              <a:off x="5570650" y="1436050"/>
              <a:ext cx="3125" cy="7800"/>
            </a:xfrm>
            <a:custGeom>
              <a:rect b="b" l="l" r="r" t="t"/>
              <a:pathLst>
                <a:path extrusionOk="0" h="312" w="125">
                  <a:moveTo>
                    <a:pt x="47" y="1"/>
                  </a:moveTo>
                  <a:cubicBezTo>
                    <a:pt x="43" y="1"/>
                    <a:pt x="38" y="2"/>
                    <a:pt x="34" y="3"/>
                  </a:cubicBezTo>
                  <a:cubicBezTo>
                    <a:pt x="17" y="3"/>
                    <a:pt x="1" y="20"/>
                    <a:pt x="1" y="44"/>
                  </a:cubicBezTo>
                  <a:cubicBezTo>
                    <a:pt x="1" y="78"/>
                    <a:pt x="9" y="119"/>
                    <a:pt x="9" y="152"/>
                  </a:cubicBezTo>
                  <a:cubicBezTo>
                    <a:pt x="9" y="194"/>
                    <a:pt x="17" y="235"/>
                    <a:pt x="26" y="276"/>
                  </a:cubicBezTo>
                  <a:cubicBezTo>
                    <a:pt x="32" y="297"/>
                    <a:pt x="56" y="312"/>
                    <a:pt x="73" y="312"/>
                  </a:cubicBezTo>
                  <a:cubicBezTo>
                    <a:pt x="77" y="312"/>
                    <a:pt x="81" y="311"/>
                    <a:pt x="84" y="310"/>
                  </a:cubicBezTo>
                  <a:cubicBezTo>
                    <a:pt x="100" y="310"/>
                    <a:pt x="108" y="301"/>
                    <a:pt x="117" y="285"/>
                  </a:cubicBezTo>
                  <a:cubicBezTo>
                    <a:pt x="125" y="276"/>
                    <a:pt x="125" y="260"/>
                    <a:pt x="125" y="252"/>
                  </a:cubicBezTo>
                  <a:cubicBezTo>
                    <a:pt x="117" y="210"/>
                    <a:pt x="117" y="177"/>
                    <a:pt x="108" y="136"/>
                  </a:cubicBezTo>
                  <a:cubicBezTo>
                    <a:pt x="100" y="102"/>
                    <a:pt x="92" y="69"/>
                    <a:pt x="84" y="28"/>
                  </a:cubicBezTo>
                  <a:cubicBezTo>
                    <a:pt x="77" y="14"/>
                    <a:pt x="64" y="1"/>
                    <a:pt x="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9"/>
            <p:cNvSpPr/>
            <p:nvPr/>
          </p:nvSpPr>
          <p:spPr>
            <a:xfrm>
              <a:off x="5593025" y="1534400"/>
              <a:ext cx="4575" cy="8500"/>
            </a:xfrm>
            <a:custGeom>
              <a:rect b="b" l="l" r="r" t="t"/>
              <a:pathLst>
                <a:path extrusionOk="0" h="340" w="183">
                  <a:moveTo>
                    <a:pt x="154" y="1"/>
                  </a:moveTo>
                  <a:cubicBezTo>
                    <a:pt x="147" y="1"/>
                    <a:pt x="139" y="4"/>
                    <a:pt x="133" y="13"/>
                  </a:cubicBezTo>
                  <a:cubicBezTo>
                    <a:pt x="125" y="21"/>
                    <a:pt x="117" y="30"/>
                    <a:pt x="117" y="38"/>
                  </a:cubicBezTo>
                  <a:cubicBezTo>
                    <a:pt x="108" y="46"/>
                    <a:pt x="100" y="63"/>
                    <a:pt x="92" y="71"/>
                  </a:cubicBezTo>
                  <a:cubicBezTo>
                    <a:pt x="83" y="79"/>
                    <a:pt x="83" y="79"/>
                    <a:pt x="75" y="88"/>
                  </a:cubicBezTo>
                  <a:cubicBezTo>
                    <a:pt x="75" y="96"/>
                    <a:pt x="75" y="104"/>
                    <a:pt x="67" y="112"/>
                  </a:cubicBezTo>
                  <a:cubicBezTo>
                    <a:pt x="67" y="121"/>
                    <a:pt x="59" y="129"/>
                    <a:pt x="59" y="146"/>
                  </a:cubicBezTo>
                  <a:cubicBezTo>
                    <a:pt x="42" y="187"/>
                    <a:pt x="25" y="237"/>
                    <a:pt x="9" y="286"/>
                  </a:cubicBezTo>
                  <a:cubicBezTo>
                    <a:pt x="1" y="303"/>
                    <a:pt x="17" y="328"/>
                    <a:pt x="34" y="336"/>
                  </a:cubicBezTo>
                  <a:cubicBezTo>
                    <a:pt x="38" y="338"/>
                    <a:pt x="44" y="339"/>
                    <a:pt x="50" y="339"/>
                  </a:cubicBezTo>
                  <a:cubicBezTo>
                    <a:pt x="66" y="339"/>
                    <a:pt x="86" y="332"/>
                    <a:pt x="92" y="320"/>
                  </a:cubicBezTo>
                  <a:cubicBezTo>
                    <a:pt x="117" y="270"/>
                    <a:pt x="133" y="220"/>
                    <a:pt x="158" y="179"/>
                  </a:cubicBezTo>
                  <a:cubicBezTo>
                    <a:pt x="158" y="162"/>
                    <a:pt x="166" y="154"/>
                    <a:pt x="166" y="137"/>
                  </a:cubicBezTo>
                  <a:cubicBezTo>
                    <a:pt x="175" y="137"/>
                    <a:pt x="175" y="129"/>
                    <a:pt x="175" y="129"/>
                  </a:cubicBezTo>
                  <a:cubicBezTo>
                    <a:pt x="175" y="121"/>
                    <a:pt x="175" y="112"/>
                    <a:pt x="175" y="112"/>
                  </a:cubicBezTo>
                  <a:cubicBezTo>
                    <a:pt x="175" y="104"/>
                    <a:pt x="175" y="104"/>
                    <a:pt x="175" y="104"/>
                  </a:cubicBezTo>
                  <a:cubicBezTo>
                    <a:pt x="175" y="96"/>
                    <a:pt x="175" y="79"/>
                    <a:pt x="183" y="71"/>
                  </a:cubicBezTo>
                  <a:cubicBezTo>
                    <a:pt x="183" y="54"/>
                    <a:pt x="183" y="46"/>
                    <a:pt x="183" y="30"/>
                  </a:cubicBezTo>
                  <a:cubicBezTo>
                    <a:pt x="183" y="13"/>
                    <a:pt x="169" y="1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9"/>
            <p:cNvSpPr/>
            <p:nvPr/>
          </p:nvSpPr>
          <p:spPr>
            <a:xfrm>
              <a:off x="5596750" y="1534500"/>
              <a:ext cx="4800" cy="6950"/>
            </a:xfrm>
            <a:custGeom>
              <a:rect b="b" l="l" r="r" t="t"/>
              <a:pathLst>
                <a:path extrusionOk="0" h="278" w="192">
                  <a:moveTo>
                    <a:pt x="166" y="1"/>
                  </a:moveTo>
                  <a:cubicBezTo>
                    <a:pt x="158" y="1"/>
                    <a:pt x="142" y="1"/>
                    <a:pt x="133" y="9"/>
                  </a:cubicBezTo>
                  <a:cubicBezTo>
                    <a:pt x="117" y="17"/>
                    <a:pt x="108" y="26"/>
                    <a:pt x="108" y="34"/>
                  </a:cubicBezTo>
                  <a:cubicBezTo>
                    <a:pt x="100" y="42"/>
                    <a:pt x="100" y="50"/>
                    <a:pt x="92" y="59"/>
                  </a:cubicBezTo>
                  <a:cubicBezTo>
                    <a:pt x="84" y="75"/>
                    <a:pt x="75" y="92"/>
                    <a:pt x="67" y="108"/>
                  </a:cubicBezTo>
                  <a:cubicBezTo>
                    <a:pt x="50" y="142"/>
                    <a:pt x="26" y="175"/>
                    <a:pt x="9" y="208"/>
                  </a:cubicBezTo>
                  <a:cubicBezTo>
                    <a:pt x="1" y="233"/>
                    <a:pt x="9" y="258"/>
                    <a:pt x="26" y="274"/>
                  </a:cubicBezTo>
                  <a:cubicBezTo>
                    <a:pt x="32" y="276"/>
                    <a:pt x="39" y="277"/>
                    <a:pt x="45" y="277"/>
                  </a:cubicBezTo>
                  <a:cubicBezTo>
                    <a:pt x="63" y="277"/>
                    <a:pt x="80" y="270"/>
                    <a:pt x="92" y="258"/>
                  </a:cubicBezTo>
                  <a:cubicBezTo>
                    <a:pt x="108" y="224"/>
                    <a:pt x="125" y="191"/>
                    <a:pt x="150" y="150"/>
                  </a:cubicBezTo>
                  <a:cubicBezTo>
                    <a:pt x="158" y="133"/>
                    <a:pt x="166" y="117"/>
                    <a:pt x="175" y="100"/>
                  </a:cubicBezTo>
                  <a:lnTo>
                    <a:pt x="183" y="75"/>
                  </a:lnTo>
                  <a:cubicBezTo>
                    <a:pt x="191" y="67"/>
                    <a:pt x="191" y="50"/>
                    <a:pt x="191" y="34"/>
                  </a:cubicBezTo>
                  <a:cubicBezTo>
                    <a:pt x="191" y="17"/>
                    <a:pt x="183" y="9"/>
                    <a:pt x="1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9"/>
            <p:cNvSpPr/>
            <p:nvPr/>
          </p:nvSpPr>
          <p:spPr>
            <a:xfrm>
              <a:off x="5692550" y="1510725"/>
              <a:ext cx="5925" cy="20375"/>
            </a:xfrm>
            <a:custGeom>
              <a:rect b="b" l="l" r="r" t="t"/>
              <a:pathLst>
                <a:path extrusionOk="0" h="815" w="237">
                  <a:moveTo>
                    <a:pt x="167" y="1"/>
                  </a:moveTo>
                  <a:cubicBezTo>
                    <a:pt x="158" y="1"/>
                    <a:pt x="150" y="3"/>
                    <a:pt x="146" y="7"/>
                  </a:cubicBezTo>
                  <a:cubicBezTo>
                    <a:pt x="121" y="40"/>
                    <a:pt x="121" y="65"/>
                    <a:pt x="113" y="98"/>
                  </a:cubicBezTo>
                  <a:cubicBezTo>
                    <a:pt x="113" y="131"/>
                    <a:pt x="104" y="173"/>
                    <a:pt x="104" y="206"/>
                  </a:cubicBezTo>
                  <a:cubicBezTo>
                    <a:pt x="96" y="272"/>
                    <a:pt x="88" y="339"/>
                    <a:pt x="79" y="397"/>
                  </a:cubicBezTo>
                  <a:cubicBezTo>
                    <a:pt x="63" y="529"/>
                    <a:pt x="21" y="662"/>
                    <a:pt x="5" y="794"/>
                  </a:cubicBezTo>
                  <a:cubicBezTo>
                    <a:pt x="0" y="808"/>
                    <a:pt x="11" y="814"/>
                    <a:pt x="23" y="814"/>
                  </a:cubicBezTo>
                  <a:cubicBezTo>
                    <a:pt x="32" y="814"/>
                    <a:pt x="43" y="810"/>
                    <a:pt x="46" y="803"/>
                  </a:cubicBezTo>
                  <a:cubicBezTo>
                    <a:pt x="129" y="695"/>
                    <a:pt x="171" y="554"/>
                    <a:pt x="195" y="413"/>
                  </a:cubicBezTo>
                  <a:cubicBezTo>
                    <a:pt x="212" y="347"/>
                    <a:pt x="220" y="281"/>
                    <a:pt x="229" y="206"/>
                  </a:cubicBezTo>
                  <a:cubicBezTo>
                    <a:pt x="229" y="148"/>
                    <a:pt x="237" y="57"/>
                    <a:pt x="195" y="7"/>
                  </a:cubicBezTo>
                  <a:cubicBezTo>
                    <a:pt x="187" y="3"/>
                    <a:pt x="177" y="1"/>
                    <a:pt x="1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9"/>
            <p:cNvSpPr/>
            <p:nvPr/>
          </p:nvSpPr>
          <p:spPr>
            <a:xfrm>
              <a:off x="5694725" y="1524350"/>
              <a:ext cx="3750" cy="10600"/>
            </a:xfrm>
            <a:custGeom>
              <a:rect b="b" l="l" r="r" t="t"/>
              <a:pathLst>
                <a:path extrusionOk="0" h="424" w="150">
                  <a:moveTo>
                    <a:pt x="122" y="0"/>
                  </a:moveTo>
                  <a:cubicBezTo>
                    <a:pt x="114" y="0"/>
                    <a:pt x="106" y="3"/>
                    <a:pt x="100" y="9"/>
                  </a:cubicBezTo>
                  <a:cubicBezTo>
                    <a:pt x="84" y="34"/>
                    <a:pt x="67" y="59"/>
                    <a:pt x="59" y="92"/>
                  </a:cubicBezTo>
                  <a:cubicBezTo>
                    <a:pt x="42" y="117"/>
                    <a:pt x="34" y="150"/>
                    <a:pt x="34" y="183"/>
                  </a:cubicBezTo>
                  <a:cubicBezTo>
                    <a:pt x="17" y="241"/>
                    <a:pt x="9" y="307"/>
                    <a:pt x="1" y="374"/>
                  </a:cubicBezTo>
                  <a:cubicBezTo>
                    <a:pt x="1" y="398"/>
                    <a:pt x="26" y="415"/>
                    <a:pt x="50" y="415"/>
                  </a:cubicBezTo>
                  <a:lnTo>
                    <a:pt x="50" y="423"/>
                  </a:lnTo>
                  <a:cubicBezTo>
                    <a:pt x="75" y="423"/>
                    <a:pt x="92" y="398"/>
                    <a:pt x="100" y="374"/>
                  </a:cubicBezTo>
                  <a:cubicBezTo>
                    <a:pt x="100" y="316"/>
                    <a:pt x="108" y="258"/>
                    <a:pt x="125" y="200"/>
                  </a:cubicBezTo>
                  <a:cubicBezTo>
                    <a:pt x="133" y="175"/>
                    <a:pt x="142" y="142"/>
                    <a:pt x="142" y="117"/>
                  </a:cubicBezTo>
                  <a:cubicBezTo>
                    <a:pt x="150" y="84"/>
                    <a:pt x="150" y="50"/>
                    <a:pt x="150" y="26"/>
                  </a:cubicBezTo>
                  <a:cubicBezTo>
                    <a:pt x="150" y="9"/>
                    <a:pt x="136" y="0"/>
                    <a:pt x="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9"/>
            <p:cNvSpPr/>
            <p:nvPr/>
          </p:nvSpPr>
          <p:spPr>
            <a:xfrm>
              <a:off x="5692250" y="1492875"/>
              <a:ext cx="6025" cy="19550"/>
            </a:xfrm>
            <a:custGeom>
              <a:rect b="b" l="l" r="r" t="t"/>
              <a:pathLst>
                <a:path extrusionOk="0" h="782" w="241">
                  <a:moveTo>
                    <a:pt x="183" y="0"/>
                  </a:moveTo>
                  <a:cubicBezTo>
                    <a:pt x="168" y="0"/>
                    <a:pt x="154" y="9"/>
                    <a:pt x="149" y="25"/>
                  </a:cubicBezTo>
                  <a:cubicBezTo>
                    <a:pt x="125" y="133"/>
                    <a:pt x="116" y="257"/>
                    <a:pt x="100" y="373"/>
                  </a:cubicBezTo>
                  <a:cubicBezTo>
                    <a:pt x="75" y="489"/>
                    <a:pt x="50" y="605"/>
                    <a:pt x="9" y="713"/>
                  </a:cubicBezTo>
                  <a:cubicBezTo>
                    <a:pt x="0" y="738"/>
                    <a:pt x="17" y="771"/>
                    <a:pt x="42" y="779"/>
                  </a:cubicBezTo>
                  <a:lnTo>
                    <a:pt x="50" y="779"/>
                  </a:lnTo>
                  <a:cubicBezTo>
                    <a:pt x="54" y="781"/>
                    <a:pt x="59" y="781"/>
                    <a:pt x="63" y="781"/>
                  </a:cubicBezTo>
                  <a:cubicBezTo>
                    <a:pt x="83" y="781"/>
                    <a:pt x="103" y="766"/>
                    <a:pt x="116" y="746"/>
                  </a:cubicBezTo>
                  <a:cubicBezTo>
                    <a:pt x="158" y="630"/>
                    <a:pt x="199" y="514"/>
                    <a:pt x="216" y="390"/>
                  </a:cubicBezTo>
                  <a:cubicBezTo>
                    <a:pt x="232" y="274"/>
                    <a:pt x="241" y="141"/>
                    <a:pt x="216" y="25"/>
                  </a:cubicBezTo>
                  <a:cubicBezTo>
                    <a:pt x="212" y="9"/>
                    <a:pt x="197" y="0"/>
                    <a:pt x="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9"/>
            <p:cNvSpPr/>
            <p:nvPr/>
          </p:nvSpPr>
          <p:spPr>
            <a:xfrm>
              <a:off x="5694325" y="1478950"/>
              <a:ext cx="4375" cy="9250"/>
            </a:xfrm>
            <a:custGeom>
              <a:rect b="b" l="l" r="r" t="t"/>
              <a:pathLst>
                <a:path extrusionOk="0" h="370" w="175">
                  <a:moveTo>
                    <a:pt x="139" y="1"/>
                  </a:moveTo>
                  <a:cubicBezTo>
                    <a:pt x="128" y="1"/>
                    <a:pt x="119" y="6"/>
                    <a:pt x="116" y="19"/>
                  </a:cubicBezTo>
                  <a:cubicBezTo>
                    <a:pt x="100" y="44"/>
                    <a:pt x="91" y="68"/>
                    <a:pt x="83" y="93"/>
                  </a:cubicBezTo>
                  <a:cubicBezTo>
                    <a:pt x="75" y="118"/>
                    <a:pt x="66" y="143"/>
                    <a:pt x="58" y="168"/>
                  </a:cubicBezTo>
                  <a:cubicBezTo>
                    <a:pt x="50" y="226"/>
                    <a:pt x="25" y="276"/>
                    <a:pt x="8" y="325"/>
                  </a:cubicBezTo>
                  <a:cubicBezTo>
                    <a:pt x="0" y="342"/>
                    <a:pt x="17" y="358"/>
                    <a:pt x="33" y="367"/>
                  </a:cubicBezTo>
                  <a:cubicBezTo>
                    <a:pt x="38" y="369"/>
                    <a:pt x="42" y="370"/>
                    <a:pt x="46" y="370"/>
                  </a:cubicBezTo>
                  <a:cubicBezTo>
                    <a:pt x="58" y="370"/>
                    <a:pt x="69" y="362"/>
                    <a:pt x="75" y="350"/>
                  </a:cubicBezTo>
                  <a:cubicBezTo>
                    <a:pt x="100" y="300"/>
                    <a:pt x="124" y="251"/>
                    <a:pt x="141" y="193"/>
                  </a:cubicBezTo>
                  <a:cubicBezTo>
                    <a:pt x="149" y="168"/>
                    <a:pt x="158" y="143"/>
                    <a:pt x="166" y="118"/>
                  </a:cubicBezTo>
                  <a:cubicBezTo>
                    <a:pt x="166" y="93"/>
                    <a:pt x="174" y="60"/>
                    <a:pt x="174" y="35"/>
                  </a:cubicBezTo>
                  <a:cubicBezTo>
                    <a:pt x="174" y="15"/>
                    <a:pt x="155" y="1"/>
                    <a:pt x="1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9"/>
            <p:cNvSpPr/>
            <p:nvPr/>
          </p:nvSpPr>
          <p:spPr>
            <a:xfrm>
              <a:off x="5710275" y="1504050"/>
              <a:ext cx="2925" cy="12675"/>
            </a:xfrm>
            <a:custGeom>
              <a:rect b="b" l="l" r="r" t="t"/>
              <a:pathLst>
                <a:path extrusionOk="0" h="507" w="117">
                  <a:moveTo>
                    <a:pt x="75" y="1"/>
                  </a:moveTo>
                  <a:cubicBezTo>
                    <a:pt x="42" y="1"/>
                    <a:pt x="25" y="26"/>
                    <a:pt x="25" y="50"/>
                  </a:cubicBezTo>
                  <a:cubicBezTo>
                    <a:pt x="17" y="117"/>
                    <a:pt x="17" y="191"/>
                    <a:pt x="8" y="266"/>
                  </a:cubicBezTo>
                  <a:cubicBezTo>
                    <a:pt x="8" y="340"/>
                    <a:pt x="0" y="415"/>
                    <a:pt x="17" y="481"/>
                  </a:cubicBezTo>
                  <a:cubicBezTo>
                    <a:pt x="21" y="498"/>
                    <a:pt x="33" y="506"/>
                    <a:pt x="46" y="506"/>
                  </a:cubicBezTo>
                  <a:cubicBezTo>
                    <a:pt x="58" y="506"/>
                    <a:pt x="71" y="498"/>
                    <a:pt x="75" y="481"/>
                  </a:cubicBezTo>
                  <a:lnTo>
                    <a:pt x="75" y="490"/>
                  </a:lnTo>
                  <a:cubicBezTo>
                    <a:pt x="83" y="465"/>
                    <a:pt x="91" y="448"/>
                    <a:pt x="100" y="423"/>
                  </a:cubicBezTo>
                  <a:cubicBezTo>
                    <a:pt x="100" y="407"/>
                    <a:pt x="100" y="390"/>
                    <a:pt x="100" y="374"/>
                  </a:cubicBezTo>
                  <a:cubicBezTo>
                    <a:pt x="108" y="340"/>
                    <a:pt x="108" y="307"/>
                    <a:pt x="108" y="266"/>
                  </a:cubicBezTo>
                  <a:lnTo>
                    <a:pt x="116" y="50"/>
                  </a:lnTo>
                  <a:cubicBezTo>
                    <a:pt x="116" y="26"/>
                    <a:pt x="100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9"/>
            <p:cNvSpPr/>
            <p:nvPr/>
          </p:nvSpPr>
          <p:spPr>
            <a:xfrm>
              <a:off x="5700725" y="1544850"/>
              <a:ext cx="3975" cy="13300"/>
            </a:xfrm>
            <a:custGeom>
              <a:rect b="b" l="l" r="r" t="t"/>
              <a:pathLst>
                <a:path extrusionOk="0" h="532" w="159">
                  <a:moveTo>
                    <a:pt x="117" y="1"/>
                  </a:moveTo>
                  <a:cubicBezTo>
                    <a:pt x="92" y="1"/>
                    <a:pt x="59" y="9"/>
                    <a:pt x="59" y="42"/>
                  </a:cubicBezTo>
                  <a:cubicBezTo>
                    <a:pt x="34" y="117"/>
                    <a:pt x="26" y="191"/>
                    <a:pt x="18" y="266"/>
                  </a:cubicBezTo>
                  <a:cubicBezTo>
                    <a:pt x="9" y="341"/>
                    <a:pt x="1" y="423"/>
                    <a:pt x="26" y="498"/>
                  </a:cubicBezTo>
                  <a:cubicBezTo>
                    <a:pt x="34" y="515"/>
                    <a:pt x="51" y="531"/>
                    <a:pt x="76" y="531"/>
                  </a:cubicBezTo>
                  <a:cubicBezTo>
                    <a:pt x="92" y="531"/>
                    <a:pt x="125" y="515"/>
                    <a:pt x="125" y="498"/>
                  </a:cubicBezTo>
                  <a:cubicBezTo>
                    <a:pt x="134" y="423"/>
                    <a:pt x="134" y="349"/>
                    <a:pt x="134" y="274"/>
                  </a:cubicBezTo>
                  <a:cubicBezTo>
                    <a:pt x="134" y="208"/>
                    <a:pt x="142" y="133"/>
                    <a:pt x="150" y="67"/>
                  </a:cubicBezTo>
                  <a:cubicBezTo>
                    <a:pt x="158" y="42"/>
                    <a:pt x="142" y="9"/>
                    <a:pt x="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9"/>
            <p:cNvSpPr/>
            <p:nvPr/>
          </p:nvSpPr>
          <p:spPr>
            <a:xfrm>
              <a:off x="5704675" y="1547075"/>
              <a:ext cx="3325" cy="10300"/>
            </a:xfrm>
            <a:custGeom>
              <a:rect b="b" l="l" r="r" t="t"/>
              <a:pathLst>
                <a:path extrusionOk="0" h="412" w="133">
                  <a:moveTo>
                    <a:pt x="75" y="1"/>
                  </a:moveTo>
                  <a:cubicBezTo>
                    <a:pt x="48" y="1"/>
                    <a:pt x="25" y="17"/>
                    <a:pt x="25" y="44"/>
                  </a:cubicBezTo>
                  <a:cubicBezTo>
                    <a:pt x="9" y="102"/>
                    <a:pt x="0" y="160"/>
                    <a:pt x="0" y="218"/>
                  </a:cubicBezTo>
                  <a:cubicBezTo>
                    <a:pt x="0" y="243"/>
                    <a:pt x="0" y="276"/>
                    <a:pt x="0" y="301"/>
                  </a:cubicBezTo>
                  <a:cubicBezTo>
                    <a:pt x="9" y="318"/>
                    <a:pt x="9" y="326"/>
                    <a:pt x="9" y="343"/>
                  </a:cubicBezTo>
                  <a:cubicBezTo>
                    <a:pt x="9" y="359"/>
                    <a:pt x="17" y="376"/>
                    <a:pt x="25" y="392"/>
                  </a:cubicBezTo>
                  <a:cubicBezTo>
                    <a:pt x="29" y="405"/>
                    <a:pt x="40" y="411"/>
                    <a:pt x="50" y="411"/>
                  </a:cubicBezTo>
                  <a:cubicBezTo>
                    <a:pt x="60" y="411"/>
                    <a:pt x="71" y="405"/>
                    <a:pt x="75" y="392"/>
                  </a:cubicBezTo>
                  <a:cubicBezTo>
                    <a:pt x="83" y="376"/>
                    <a:pt x="92" y="359"/>
                    <a:pt x="92" y="343"/>
                  </a:cubicBezTo>
                  <a:cubicBezTo>
                    <a:pt x="92" y="326"/>
                    <a:pt x="92" y="318"/>
                    <a:pt x="92" y="301"/>
                  </a:cubicBezTo>
                  <a:cubicBezTo>
                    <a:pt x="100" y="276"/>
                    <a:pt x="100" y="252"/>
                    <a:pt x="108" y="227"/>
                  </a:cubicBezTo>
                  <a:cubicBezTo>
                    <a:pt x="108" y="169"/>
                    <a:pt x="116" y="127"/>
                    <a:pt x="125" y="69"/>
                  </a:cubicBezTo>
                  <a:cubicBezTo>
                    <a:pt x="133" y="44"/>
                    <a:pt x="116" y="11"/>
                    <a:pt x="92" y="3"/>
                  </a:cubicBezTo>
                  <a:cubicBezTo>
                    <a:pt x="86" y="2"/>
                    <a:pt x="80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9"/>
            <p:cNvSpPr/>
            <p:nvPr/>
          </p:nvSpPr>
          <p:spPr>
            <a:xfrm>
              <a:off x="5725675" y="1560375"/>
              <a:ext cx="2425" cy="7400"/>
            </a:xfrm>
            <a:custGeom>
              <a:rect b="b" l="l" r="r" t="t"/>
              <a:pathLst>
                <a:path extrusionOk="0" h="296" w="97">
                  <a:moveTo>
                    <a:pt x="62" y="1"/>
                  </a:moveTo>
                  <a:cubicBezTo>
                    <a:pt x="56" y="1"/>
                    <a:pt x="50" y="3"/>
                    <a:pt x="47" y="10"/>
                  </a:cubicBezTo>
                  <a:cubicBezTo>
                    <a:pt x="39" y="26"/>
                    <a:pt x="39" y="34"/>
                    <a:pt x="30" y="43"/>
                  </a:cubicBezTo>
                  <a:cubicBezTo>
                    <a:pt x="30" y="51"/>
                    <a:pt x="30" y="59"/>
                    <a:pt x="30" y="68"/>
                  </a:cubicBezTo>
                  <a:cubicBezTo>
                    <a:pt x="22" y="92"/>
                    <a:pt x="22" y="117"/>
                    <a:pt x="14" y="142"/>
                  </a:cubicBezTo>
                  <a:cubicBezTo>
                    <a:pt x="14" y="184"/>
                    <a:pt x="6" y="225"/>
                    <a:pt x="6" y="266"/>
                  </a:cubicBezTo>
                  <a:cubicBezTo>
                    <a:pt x="1" y="285"/>
                    <a:pt x="17" y="296"/>
                    <a:pt x="34" y="296"/>
                  </a:cubicBezTo>
                  <a:cubicBezTo>
                    <a:pt x="47" y="296"/>
                    <a:pt x="60" y="289"/>
                    <a:pt x="64" y="275"/>
                  </a:cubicBezTo>
                  <a:cubicBezTo>
                    <a:pt x="72" y="233"/>
                    <a:pt x="72" y="192"/>
                    <a:pt x="80" y="150"/>
                  </a:cubicBezTo>
                  <a:cubicBezTo>
                    <a:pt x="88" y="126"/>
                    <a:pt x="88" y="101"/>
                    <a:pt x="88" y="84"/>
                  </a:cubicBezTo>
                  <a:cubicBezTo>
                    <a:pt x="88" y="76"/>
                    <a:pt x="97" y="59"/>
                    <a:pt x="97" y="51"/>
                  </a:cubicBezTo>
                  <a:cubicBezTo>
                    <a:pt x="97" y="43"/>
                    <a:pt x="88" y="26"/>
                    <a:pt x="88" y="18"/>
                  </a:cubicBezTo>
                  <a:cubicBezTo>
                    <a:pt x="83" y="8"/>
                    <a:pt x="72" y="1"/>
                    <a:pt x="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9"/>
            <p:cNvSpPr/>
            <p:nvPr/>
          </p:nvSpPr>
          <p:spPr>
            <a:xfrm>
              <a:off x="5525300" y="1509575"/>
              <a:ext cx="6025" cy="24825"/>
            </a:xfrm>
            <a:custGeom>
              <a:rect b="b" l="l" r="r" t="t"/>
              <a:pathLst>
                <a:path extrusionOk="0" h="993" w="241">
                  <a:moveTo>
                    <a:pt x="175" y="0"/>
                  </a:moveTo>
                  <a:cubicBezTo>
                    <a:pt x="171" y="0"/>
                    <a:pt x="168" y="1"/>
                    <a:pt x="166" y="3"/>
                  </a:cubicBezTo>
                  <a:cubicBezTo>
                    <a:pt x="83" y="28"/>
                    <a:pt x="58" y="144"/>
                    <a:pt x="42" y="211"/>
                  </a:cubicBezTo>
                  <a:cubicBezTo>
                    <a:pt x="25" y="302"/>
                    <a:pt x="8" y="393"/>
                    <a:pt x="8" y="484"/>
                  </a:cubicBezTo>
                  <a:cubicBezTo>
                    <a:pt x="0" y="575"/>
                    <a:pt x="8" y="666"/>
                    <a:pt x="25" y="749"/>
                  </a:cubicBezTo>
                  <a:cubicBezTo>
                    <a:pt x="25" y="799"/>
                    <a:pt x="33" y="840"/>
                    <a:pt x="50" y="890"/>
                  </a:cubicBezTo>
                  <a:cubicBezTo>
                    <a:pt x="58" y="931"/>
                    <a:pt x="66" y="973"/>
                    <a:pt x="108" y="989"/>
                  </a:cubicBezTo>
                  <a:cubicBezTo>
                    <a:pt x="115" y="992"/>
                    <a:pt x="121" y="993"/>
                    <a:pt x="126" y="993"/>
                  </a:cubicBezTo>
                  <a:cubicBezTo>
                    <a:pt x="141" y="993"/>
                    <a:pt x="152" y="985"/>
                    <a:pt x="158" y="973"/>
                  </a:cubicBezTo>
                  <a:cubicBezTo>
                    <a:pt x="182" y="940"/>
                    <a:pt x="174" y="907"/>
                    <a:pt x="166" y="865"/>
                  </a:cubicBezTo>
                  <a:cubicBezTo>
                    <a:pt x="158" y="824"/>
                    <a:pt x="158" y="791"/>
                    <a:pt x="149" y="749"/>
                  </a:cubicBezTo>
                  <a:cubicBezTo>
                    <a:pt x="141" y="666"/>
                    <a:pt x="141" y="583"/>
                    <a:pt x="149" y="492"/>
                  </a:cubicBezTo>
                  <a:cubicBezTo>
                    <a:pt x="158" y="409"/>
                    <a:pt x="166" y="335"/>
                    <a:pt x="182" y="252"/>
                  </a:cubicBezTo>
                  <a:cubicBezTo>
                    <a:pt x="199" y="186"/>
                    <a:pt x="240" y="86"/>
                    <a:pt x="207" y="20"/>
                  </a:cubicBezTo>
                  <a:cubicBezTo>
                    <a:pt x="201" y="8"/>
                    <a:pt x="186" y="0"/>
                    <a:pt x="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9"/>
            <p:cNvSpPr/>
            <p:nvPr/>
          </p:nvSpPr>
          <p:spPr>
            <a:xfrm>
              <a:off x="5535025" y="1524775"/>
              <a:ext cx="8300" cy="8375"/>
            </a:xfrm>
            <a:custGeom>
              <a:rect b="b" l="l" r="r" t="t"/>
              <a:pathLst>
                <a:path extrusionOk="0" h="335" w="332">
                  <a:moveTo>
                    <a:pt x="282" y="0"/>
                  </a:moveTo>
                  <a:cubicBezTo>
                    <a:pt x="257" y="17"/>
                    <a:pt x="224" y="25"/>
                    <a:pt x="199" y="42"/>
                  </a:cubicBezTo>
                  <a:cubicBezTo>
                    <a:pt x="175" y="58"/>
                    <a:pt x="150" y="83"/>
                    <a:pt x="125" y="108"/>
                  </a:cubicBezTo>
                  <a:cubicBezTo>
                    <a:pt x="83" y="158"/>
                    <a:pt x="42" y="207"/>
                    <a:pt x="9" y="265"/>
                  </a:cubicBezTo>
                  <a:cubicBezTo>
                    <a:pt x="1" y="282"/>
                    <a:pt x="1" y="315"/>
                    <a:pt x="25" y="332"/>
                  </a:cubicBezTo>
                  <a:cubicBezTo>
                    <a:pt x="32" y="334"/>
                    <a:pt x="39" y="335"/>
                    <a:pt x="47" y="335"/>
                  </a:cubicBezTo>
                  <a:cubicBezTo>
                    <a:pt x="66" y="335"/>
                    <a:pt x="86" y="327"/>
                    <a:pt x="92" y="315"/>
                  </a:cubicBezTo>
                  <a:cubicBezTo>
                    <a:pt x="100" y="299"/>
                    <a:pt x="108" y="290"/>
                    <a:pt x="117" y="274"/>
                  </a:cubicBezTo>
                  <a:cubicBezTo>
                    <a:pt x="125" y="265"/>
                    <a:pt x="125" y="265"/>
                    <a:pt x="133" y="257"/>
                  </a:cubicBezTo>
                  <a:cubicBezTo>
                    <a:pt x="133" y="257"/>
                    <a:pt x="133" y="249"/>
                    <a:pt x="141" y="249"/>
                  </a:cubicBezTo>
                  <a:cubicBezTo>
                    <a:pt x="158" y="224"/>
                    <a:pt x="175" y="199"/>
                    <a:pt x="199" y="183"/>
                  </a:cubicBezTo>
                  <a:cubicBezTo>
                    <a:pt x="216" y="158"/>
                    <a:pt x="241" y="141"/>
                    <a:pt x="257" y="116"/>
                  </a:cubicBezTo>
                  <a:lnTo>
                    <a:pt x="315" y="58"/>
                  </a:lnTo>
                  <a:cubicBezTo>
                    <a:pt x="324" y="42"/>
                    <a:pt x="332" y="25"/>
                    <a:pt x="324" y="17"/>
                  </a:cubicBezTo>
                  <a:cubicBezTo>
                    <a:pt x="315" y="9"/>
                    <a:pt x="299" y="0"/>
                    <a:pt x="2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9"/>
            <p:cNvSpPr/>
            <p:nvPr/>
          </p:nvSpPr>
          <p:spPr>
            <a:xfrm>
              <a:off x="5647700" y="1527875"/>
              <a:ext cx="2325" cy="4175"/>
            </a:xfrm>
            <a:custGeom>
              <a:rect b="b" l="l" r="r" t="t"/>
              <a:pathLst>
                <a:path extrusionOk="0" h="167" w="93">
                  <a:moveTo>
                    <a:pt x="75" y="1"/>
                  </a:moveTo>
                  <a:cubicBezTo>
                    <a:pt x="67" y="1"/>
                    <a:pt x="51" y="1"/>
                    <a:pt x="51" y="9"/>
                  </a:cubicBezTo>
                  <a:cubicBezTo>
                    <a:pt x="42" y="17"/>
                    <a:pt x="42" y="25"/>
                    <a:pt x="34" y="34"/>
                  </a:cubicBezTo>
                  <a:cubicBezTo>
                    <a:pt x="26" y="42"/>
                    <a:pt x="26" y="59"/>
                    <a:pt x="17" y="67"/>
                  </a:cubicBezTo>
                  <a:cubicBezTo>
                    <a:pt x="9" y="83"/>
                    <a:pt x="9" y="100"/>
                    <a:pt x="1" y="117"/>
                  </a:cubicBezTo>
                  <a:cubicBezTo>
                    <a:pt x="1" y="125"/>
                    <a:pt x="1" y="141"/>
                    <a:pt x="9" y="150"/>
                  </a:cubicBezTo>
                  <a:cubicBezTo>
                    <a:pt x="17" y="158"/>
                    <a:pt x="26" y="166"/>
                    <a:pt x="34" y="166"/>
                  </a:cubicBezTo>
                  <a:cubicBezTo>
                    <a:pt x="51" y="166"/>
                    <a:pt x="75" y="158"/>
                    <a:pt x="84" y="141"/>
                  </a:cubicBezTo>
                  <a:cubicBezTo>
                    <a:pt x="84" y="117"/>
                    <a:pt x="92" y="100"/>
                    <a:pt x="92" y="75"/>
                  </a:cubicBezTo>
                  <a:cubicBezTo>
                    <a:pt x="92" y="67"/>
                    <a:pt x="92" y="59"/>
                    <a:pt x="92" y="50"/>
                  </a:cubicBezTo>
                  <a:cubicBezTo>
                    <a:pt x="92" y="42"/>
                    <a:pt x="92" y="34"/>
                    <a:pt x="92" y="25"/>
                  </a:cubicBezTo>
                  <a:cubicBezTo>
                    <a:pt x="92" y="17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9"/>
            <p:cNvSpPr/>
            <p:nvPr/>
          </p:nvSpPr>
          <p:spPr>
            <a:xfrm>
              <a:off x="5651225" y="1530275"/>
              <a:ext cx="2525" cy="4450"/>
            </a:xfrm>
            <a:custGeom>
              <a:rect b="b" l="l" r="r" t="t"/>
              <a:pathLst>
                <a:path extrusionOk="0" h="178" w="101">
                  <a:moveTo>
                    <a:pt x="76" y="1"/>
                  </a:moveTo>
                  <a:cubicBezTo>
                    <a:pt x="70" y="1"/>
                    <a:pt x="65" y="6"/>
                    <a:pt x="59" y="12"/>
                  </a:cubicBezTo>
                  <a:cubicBezTo>
                    <a:pt x="59" y="21"/>
                    <a:pt x="50" y="29"/>
                    <a:pt x="42" y="37"/>
                  </a:cubicBezTo>
                  <a:cubicBezTo>
                    <a:pt x="42" y="45"/>
                    <a:pt x="34" y="54"/>
                    <a:pt x="34" y="62"/>
                  </a:cubicBezTo>
                  <a:cubicBezTo>
                    <a:pt x="26" y="79"/>
                    <a:pt x="17" y="95"/>
                    <a:pt x="9" y="112"/>
                  </a:cubicBezTo>
                  <a:cubicBezTo>
                    <a:pt x="1" y="128"/>
                    <a:pt x="1" y="137"/>
                    <a:pt x="1" y="145"/>
                  </a:cubicBezTo>
                  <a:cubicBezTo>
                    <a:pt x="1" y="161"/>
                    <a:pt x="17" y="170"/>
                    <a:pt x="26" y="178"/>
                  </a:cubicBezTo>
                  <a:lnTo>
                    <a:pt x="59" y="178"/>
                  </a:lnTo>
                  <a:cubicBezTo>
                    <a:pt x="75" y="170"/>
                    <a:pt x="84" y="161"/>
                    <a:pt x="84" y="145"/>
                  </a:cubicBezTo>
                  <a:cubicBezTo>
                    <a:pt x="92" y="128"/>
                    <a:pt x="92" y="112"/>
                    <a:pt x="92" y="87"/>
                  </a:cubicBezTo>
                  <a:cubicBezTo>
                    <a:pt x="100" y="79"/>
                    <a:pt x="100" y="62"/>
                    <a:pt x="100" y="54"/>
                  </a:cubicBezTo>
                  <a:lnTo>
                    <a:pt x="100" y="21"/>
                  </a:lnTo>
                  <a:cubicBezTo>
                    <a:pt x="100" y="12"/>
                    <a:pt x="92" y="4"/>
                    <a:pt x="84" y="4"/>
                  </a:cubicBezTo>
                  <a:cubicBezTo>
                    <a:pt x="81" y="2"/>
                    <a:pt x="79" y="1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9"/>
            <p:cNvSpPr/>
            <p:nvPr/>
          </p:nvSpPr>
          <p:spPr>
            <a:xfrm>
              <a:off x="5739875" y="1671425"/>
              <a:ext cx="4175" cy="3950"/>
            </a:xfrm>
            <a:custGeom>
              <a:rect b="b" l="l" r="r" t="t"/>
              <a:pathLst>
                <a:path extrusionOk="0" h="158" w="167">
                  <a:moveTo>
                    <a:pt x="34" y="0"/>
                  </a:moveTo>
                  <a:cubicBezTo>
                    <a:pt x="26" y="9"/>
                    <a:pt x="9" y="17"/>
                    <a:pt x="9" y="25"/>
                  </a:cubicBezTo>
                  <a:cubicBezTo>
                    <a:pt x="1" y="34"/>
                    <a:pt x="1" y="50"/>
                    <a:pt x="1" y="58"/>
                  </a:cubicBezTo>
                  <a:cubicBezTo>
                    <a:pt x="9" y="67"/>
                    <a:pt x="17" y="75"/>
                    <a:pt x="26" y="83"/>
                  </a:cubicBezTo>
                  <a:cubicBezTo>
                    <a:pt x="34" y="91"/>
                    <a:pt x="42" y="91"/>
                    <a:pt x="51" y="100"/>
                  </a:cubicBezTo>
                  <a:cubicBezTo>
                    <a:pt x="51" y="100"/>
                    <a:pt x="51" y="100"/>
                    <a:pt x="51" y="100"/>
                  </a:cubicBezTo>
                  <a:lnTo>
                    <a:pt x="51" y="100"/>
                  </a:lnTo>
                  <a:cubicBezTo>
                    <a:pt x="51" y="108"/>
                    <a:pt x="59" y="108"/>
                    <a:pt x="59" y="108"/>
                  </a:cubicBezTo>
                  <a:cubicBezTo>
                    <a:pt x="64" y="114"/>
                    <a:pt x="70" y="119"/>
                    <a:pt x="75" y="125"/>
                  </a:cubicBezTo>
                  <a:cubicBezTo>
                    <a:pt x="84" y="133"/>
                    <a:pt x="92" y="141"/>
                    <a:pt x="100" y="149"/>
                  </a:cubicBezTo>
                  <a:cubicBezTo>
                    <a:pt x="100" y="149"/>
                    <a:pt x="109" y="149"/>
                    <a:pt x="109" y="158"/>
                  </a:cubicBezTo>
                  <a:lnTo>
                    <a:pt x="142" y="158"/>
                  </a:lnTo>
                  <a:cubicBezTo>
                    <a:pt x="158" y="149"/>
                    <a:pt x="167" y="133"/>
                    <a:pt x="158" y="116"/>
                  </a:cubicBezTo>
                  <a:cubicBezTo>
                    <a:pt x="158" y="108"/>
                    <a:pt x="150" y="91"/>
                    <a:pt x="142" y="83"/>
                  </a:cubicBezTo>
                  <a:cubicBezTo>
                    <a:pt x="142" y="75"/>
                    <a:pt x="142" y="75"/>
                    <a:pt x="133" y="67"/>
                  </a:cubicBezTo>
                  <a:cubicBezTo>
                    <a:pt x="133" y="67"/>
                    <a:pt x="125" y="58"/>
                    <a:pt x="117" y="50"/>
                  </a:cubicBezTo>
                  <a:cubicBezTo>
                    <a:pt x="109" y="34"/>
                    <a:pt x="84" y="17"/>
                    <a:pt x="67" y="9"/>
                  </a:cubicBezTo>
                  <a:cubicBezTo>
                    <a:pt x="5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CUSTOM_20_1_1_1_1_1_1">
    <p:spTree>
      <p:nvGrpSpPr>
        <p:cNvPr id="441" name="Shape 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2" name="Google Shape;442;p30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 flipH="1" rot="10800000"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443" name="Google Shape;443;p30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4" name="Google Shape;444;p30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CUSTOM_20_1_1_1_1_1">
    <p:spTree>
      <p:nvGrpSpPr>
        <p:cNvPr id="445" name="Shape 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6" name="Google Shape;446;p31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 flipH="1"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447" name="Google Shape;447;p31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" name="Google Shape;448;p31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20_1_1_1_1">
    <p:spTree>
      <p:nvGrpSpPr>
        <p:cNvPr id="449" name="Shape 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0" name="Google Shape;450;p32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451" name="Google Shape;451;p32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2" name="Google Shape;452;p32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/>
        </p:txBody>
      </p:sp>
      <p:grpSp>
        <p:nvGrpSpPr>
          <p:cNvPr id="453" name="Google Shape;453;p32"/>
          <p:cNvGrpSpPr/>
          <p:nvPr/>
        </p:nvGrpSpPr>
        <p:grpSpPr>
          <a:xfrm>
            <a:off x="8186031" y="4266224"/>
            <a:ext cx="817734" cy="746086"/>
            <a:chOff x="5547250" y="2728650"/>
            <a:chExt cx="446825" cy="407675"/>
          </a:xfrm>
        </p:grpSpPr>
        <p:sp>
          <p:nvSpPr>
            <p:cNvPr id="454" name="Google Shape;454;p32"/>
            <p:cNvSpPr/>
            <p:nvPr/>
          </p:nvSpPr>
          <p:spPr>
            <a:xfrm>
              <a:off x="5551600" y="2734750"/>
              <a:ext cx="436050" cy="396300"/>
            </a:xfrm>
            <a:custGeom>
              <a:rect b="b" l="l" r="r" t="t"/>
              <a:pathLst>
                <a:path extrusionOk="0" h="15852" w="17442">
                  <a:moveTo>
                    <a:pt x="7721" y="1"/>
                  </a:moveTo>
                  <a:cubicBezTo>
                    <a:pt x="7683" y="1"/>
                    <a:pt x="7645" y="2"/>
                    <a:pt x="7606" y="5"/>
                  </a:cubicBezTo>
                  <a:cubicBezTo>
                    <a:pt x="7408" y="13"/>
                    <a:pt x="7201" y="71"/>
                    <a:pt x="7018" y="146"/>
                  </a:cubicBezTo>
                  <a:cubicBezTo>
                    <a:pt x="7002" y="146"/>
                    <a:pt x="6993" y="154"/>
                    <a:pt x="6977" y="162"/>
                  </a:cubicBezTo>
                  <a:cubicBezTo>
                    <a:pt x="6977" y="162"/>
                    <a:pt x="6969" y="171"/>
                    <a:pt x="6960" y="171"/>
                  </a:cubicBezTo>
                  <a:cubicBezTo>
                    <a:pt x="6828" y="254"/>
                    <a:pt x="6687" y="303"/>
                    <a:pt x="6538" y="336"/>
                  </a:cubicBezTo>
                  <a:cubicBezTo>
                    <a:pt x="6521" y="336"/>
                    <a:pt x="6505" y="345"/>
                    <a:pt x="6488" y="345"/>
                  </a:cubicBezTo>
                  <a:cubicBezTo>
                    <a:pt x="6273" y="386"/>
                    <a:pt x="6041" y="386"/>
                    <a:pt x="5825" y="386"/>
                  </a:cubicBezTo>
                  <a:cubicBezTo>
                    <a:pt x="5775" y="386"/>
                    <a:pt x="5724" y="384"/>
                    <a:pt x="5673" y="384"/>
                  </a:cubicBezTo>
                  <a:cubicBezTo>
                    <a:pt x="5622" y="384"/>
                    <a:pt x="5572" y="386"/>
                    <a:pt x="5527" y="394"/>
                  </a:cubicBezTo>
                  <a:cubicBezTo>
                    <a:pt x="5436" y="411"/>
                    <a:pt x="5361" y="452"/>
                    <a:pt x="5287" y="510"/>
                  </a:cubicBezTo>
                  <a:cubicBezTo>
                    <a:pt x="5262" y="527"/>
                    <a:pt x="5245" y="535"/>
                    <a:pt x="5229" y="552"/>
                  </a:cubicBezTo>
                  <a:lnTo>
                    <a:pt x="5262" y="552"/>
                  </a:lnTo>
                  <a:cubicBezTo>
                    <a:pt x="5502" y="593"/>
                    <a:pt x="5717" y="726"/>
                    <a:pt x="5958" y="742"/>
                  </a:cubicBezTo>
                  <a:cubicBezTo>
                    <a:pt x="6024" y="742"/>
                    <a:pt x="6041" y="834"/>
                    <a:pt x="5974" y="850"/>
                  </a:cubicBezTo>
                  <a:cubicBezTo>
                    <a:pt x="5906" y="873"/>
                    <a:pt x="5839" y="882"/>
                    <a:pt x="5772" y="882"/>
                  </a:cubicBezTo>
                  <a:cubicBezTo>
                    <a:pt x="5620" y="882"/>
                    <a:pt x="5470" y="835"/>
                    <a:pt x="5320" y="800"/>
                  </a:cubicBezTo>
                  <a:cubicBezTo>
                    <a:pt x="5249" y="782"/>
                    <a:pt x="5172" y="767"/>
                    <a:pt x="5097" y="767"/>
                  </a:cubicBezTo>
                  <a:cubicBezTo>
                    <a:pt x="5005" y="767"/>
                    <a:pt x="4916" y="790"/>
                    <a:pt x="4847" y="858"/>
                  </a:cubicBezTo>
                  <a:cubicBezTo>
                    <a:pt x="4831" y="875"/>
                    <a:pt x="4814" y="883"/>
                    <a:pt x="4798" y="883"/>
                  </a:cubicBezTo>
                  <a:cubicBezTo>
                    <a:pt x="4814" y="883"/>
                    <a:pt x="4831" y="883"/>
                    <a:pt x="4847" y="875"/>
                  </a:cubicBezTo>
                  <a:cubicBezTo>
                    <a:pt x="4930" y="867"/>
                    <a:pt x="5021" y="858"/>
                    <a:pt x="5104" y="858"/>
                  </a:cubicBezTo>
                  <a:cubicBezTo>
                    <a:pt x="5132" y="858"/>
                    <a:pt x="5159" y="857"/>
                    <a:pt x="5185" y="857"/>
                  </a:cubicBezTo>
                  <a:cubicBezTo>
                    <a:pt x="5237" y="857"/>
                    <a:pt x="5287" y="861"/>
                    <a:pt x="5336" y="883"/>
                  </a:cubicBezTo>
                  <a:cubicBezTo>
                    <a:pt x="5369" y="900"/>
                    <a:pt x="5369" y="950"/>
                    <a:pt x="5336" y="966"/>
                  </a:cubicBezTo>
                  <a:cubicBezTo>
                    <a:pt x="5262" y="999"/>
                    <a:pt x="5179" y="999"/>
                    <a:pt x="5104" y="1016"/>
                  </a:cubicBezTo>
                  <a:cubicBezTo>
                    <a:pt x="5013" y="1032"/>
                    <a:pt x="4930" y="1041"/>
                    <a:pt x="4847" y="1057"/>
                  </a:cubicBezTo>
                  <a:cubicBezTo>
                    <a:pt x="4773" y="1074"/>
                    <a:pt x="4690" y="1082"/>
                    <a:pt x="4624" y="1115"/>
                  </a:cubicBezTo>
                  <a:cubicBezTo>
                    <a:pt x="4557" y="1140"/>
                    <a:pt x="4516" y="1190"/>
                    <a:pt x="4483" y="1248"/>
                  </a:cubicBezTo>
                  <a:cubicBezTo>
                    <a:pt x="4408" y="1389"/>
                    <a:pt x="4342" y="1530"/>
                    <a:pt x="4251" y="1662"/>
                  </a:cubicBezTo>
                  <a:cubicBezTo>
                    <a:pt x="4218" y="1712"/>
                    <a:pt x="4185" y="1753"/>
                    <a:pt x="4143" y="1786"/>
                  </a:cubicBezTo>
                  <a:cubicBezTo>
                    <a:pt x="4102" y="1844"/>
                    <a:pt x="4052" y="1894"/>
                    <a:pt x="3986" y="1919"/>
                  </a:cubicBezTo>
                  <a:cubicBezTo>
                    <a:pt x="3940" y="1936"/>
                    <a:pt x="3897" y="1940"/>
                    <a:pt x="3854" y="1940"/>
                  </a:cubicBezTo>
                  <a:cubicBezTo>
                    <a:pt x="3812" y="1940"/>
                    <a:pt x="3770" y="1936"/>
                    <a:pt x="3729" y="1936"/>
                  </a:cubicBezTo>
                  <a:cubicBezTo>
                    <a:pt x="3663" y="1944"/>
                    <a:pt x="3605" y="1977"/>
                    <a:pt x="3555" y="2010"/>
                  </a:cubicBezTo>
                  <a:cubicBezTo>
                    <a:pt x="3538" y="2027"/>
                    <a:pt x="3522" y="2035"/>
                    <a:pt x="3513" y="2043"/>
                  </a:cubicBezTo>
                  <a:cubicBezTo>
                    <a:pt x="3522" y="2052"/>
                    <a:pt x="3538" y="2052"/>
                    <a:pt x="3547" y="2060"/>
                  </a:cubicBezTo>
                  <a:cubicBezTo>
                    <a:pt x="3596" y="2076"/>
                    <a:pt x="3605" y="2143"/>
                    <a:pt x="3547" y="2159"/>
                  </a:cubicBezTo>
                  <a:cubicBezTo>
                    <a:pt x="3447" y="2184"/>
                    <a:pt x="3339" y="2184"/>
                    <a:pt x="3240" y="2226"/>
                  </a:cubicBezTo>
                  <a:cubicBezTo>
                    <a:pt x="3132" y="2259"/>
                    <a:pt x="3041" y="2308"/>
                    <a:pt x="2958" y="2375"/>
                  </a:cubicBezTo>
                  <a:cubicBezTo>
                    <a:pt x="2776" y="2507"/>
                    <a:pt x="2635" y="2689"/>
                    <a:pt x="2519" y="2880"/>
                  </a:cubicBezTo>
                  <a:cubicBezTo>
                    <a:pt x="2403" y="3079"/>
                    <a:pt x="2287" y="3286"/>
                    <a:pt x="2196" y="3501"/>
                  </a:cubicBezTo>
                  <a:cubicBezTo>
                    <a:pt x="2146" y="3601"/>
                    <a:pt x="2105" y="3709"/>
                    <a:pt x="2072" y="3816"/>
                  </a:cubicBezTo>
                  <a:cubicBezTo>
                    <a:pt x="2030" y="3924"/>
                    <a:pt x="2014" y="4040"/>
                    <a:pt x="1964" y="4148"/>
                  </a:cubicBezTo>
                  <a:cubicBezTo>
                    <a:pt x="1957" y="4162"/>
                    <a:pt x="1942" y="4168"/>
                    <a:pt x="1926" y="4168"/>
                  </a:cubicBezTo>
                  <a:cubicBezTo>
                    <a:pt x="1904" y="4168"/>
                    <a:pt x="1881" y="4155"/>
                    <a:pt x="1881" y="4131"/>
                  </a:cubicBezTo>
                  <a:cubicBezTo>
                    <a:pt x="1856" y="4015"/>
                    <a:pt x="1890" y="3891"/>
                    <a:pt x="1914" y="3775"/>
                  </a:cubicBezTo>
                  <a:cubicBezTo>
                    <a:pt x="1948" y="3651"/>
                    <a:pt x="1997" y="3526"/>
                    <a:pt x="2047" y="3410"/>
                  </a:cubicBezTo>
                  <a:cubicBezTo>
                    <a:pt x="2080" y="3319"/>
                    <a:pt x="2121" y="3236"/>
                    <a:pt x="2163" y="3145"/>
                  </a:cubicBezTo>
                  <a:lnTo>
                    <a:pt x="2163" y="3145"/>
                  </a:lnTo>
                  <a:cubicBezTo>
                    <a:pt x="2030" y="3269"/>
                    <a:pt x="1881" y="3377"/>
                    <a:pt x="1732" y="3477"/>
                  </a:cubicBezTo>
                  <a:cubicBezTo>
                    <a:pt x="1658" y="3526"/>
                    <a:pt x="1591" y="3576"/>
                    <a:pt x="1525" y="3626"/>
                  </a:cubicBezTo>
                  <a:cubicBezTo>
                    <a:pt x="1376" y="3725"/>
                    <a:pt x="1235" y="3841"/>
                    <a:pt x="1102" y="3965"/>
                  </a:cubicBezTo>
                  <a:cubicBezTo>
                    <a:pt x="1094" y="4173"/>
                    <a:pt x="953" y="4330"/>
                    <a:pt x="779" y="4454"/>
                  </a:cubicBezTo>
                  <a:cubicBezTo>
                    <a:pt x="771" y="4471"/>
                    <a:pt x="763" y="4487"/>
                    <a:pt x="763" y="4496"/>
                  </a:cubicBezTo>
                  <a:cubicBezTo>
                    <a:pt x="721" y="4612"/>
                    <a:pt x="705" y="4736"/>
                    <a:pt x="663" y="4852"/>
                  </a:cubicBezTo>
                  <a:cubicBezTo>
                    <a:pt x="655" y="4880"/>
                    <a:pt x="634" y="4892"/>
                    <a:pt x="612" y="4892"/>
                  </a:cubicBezTo>
                  <a:cubicBezTo>
                    <a:pt x="588" y="4892"/>
                    <a:pt x="564" y="4878"/>
                    <a:pt x="556" y="4852"/>
                  </a:cubicBezTo>
                  <a:cubicBezTo>
                    <a:pt x="522" y="4777"/>
                    <a:pt x="514" y="4703"/>
                    <a:pt x="522" y="4620"/>
                  </a:cubicBezTo>
                  <a:lnTo>
                    <a:pt x="522" y="4620"/>
                  </a:lnTo>
                  <a:cubicBezTo>
                    <a:pt x="456" y="4661"/>
                    <a:pt x="390" y="4695"/>
                    <a:pt x="332" y="4736"/>
                  </a:cubicBezTo>
                  <a:cubicBezTo>
                    <a:pt x="141" y="4869"/>
                    <a:pt x="34" y="5051"/>
                    <a:pt x="9" y="5283"/>
                  </a:cubicBezTo>
                  <a:cubicBezTo>
                    <a:pt x="0" y="5407"/>
                    <a:pt x="9" y="5523"/>
                    <a:pt x="42" y="5639"/>
                  </a:cubicBezTo>
                  <a:cubicBezTo>
                    <a:pt x="50" y="5705"/>
                    <a:pt x="75" y="5772"/>
                    <a:pt x="83" y="5838"/>
                  </a:cubicBezTo>
                  <a:cubicBezTo>
                    <a:pt x="92" y="5855"/>
                    <a:pt x="92" y="5863"/>
                    <a:pt x="92" y="5879"/>
                  </a:cubicBezTo>
                  <a:cubicBezTo>
                    <a:pt x="133" y="5813"/>
                    <a:pt x="183" y="5755"/>
                    <a:pt x="232" y="5689"/>
                  </a:cubicBezTo>
                  <a:cubicBezTo>
                    <a:pt x="332" y="5548"/>
                    <a:pt x="448" y="5415"/>
                    <a:pt x="489" y="5250"/>
                  </a:cubicBezTo>
                  <a:cubicBezTo>
                    <a:pt x="497" y="5220"/>
                    <a:pt x="521" y="5207"/>
                    <a:pt x="545" y="5207"/>
                  </a:cubicBezTo>
                  <a:cubicBezTo>
                    <a:pt x="574" y="5207"/>
                    <a:pt x="602" y="5226"/>
                    <a:pt x="597" y="5258"/>
                  </a:cubicBezTo>
                  <a:cubicBezTo>
                    <a:pt x="580" y="5424"/>
                    <a:pt x="522" y="5573"/>
                    <a:pt x="440" y="5714"/>
                  </a:cubicBezTo>
                  <a:cubicBezTo>
                    <a:pt x="365" y="5846"/>
                    <a:pt x="266" y="5971"/>
                    <a:pt x="208" y="6120"/>
                  </a:cubicBezTo>
                  <a:cubicBezTo>
                    <a:pt x="141" y="6285"/>
                    <a:pt x="150" y="6435"/>
                    <a:pt x="232" y="6592"/>
                  </a:cubicBezTo>
                  <a:cubicBezTo>
                    <a:pt x="282" y="6683"/>
                    <a:pt x="340" y="6774"/>
                    <a:pt x="398" y="6857"/>
                  </a:cubicBezTo>
                  <a:cubicBezTo>
                    <a:pt x="423" y="6890"/>
                    <a:pt x="448" y="6923"/>
                    <a:pt x="473" y="6965"/>
                  </a:cubicBezTo>
                  <a:cubicBezTo>
                    <a:pt x="464" y="6882"/>
                    <a:pt x="473" y="6807"/>
                    <a:pt x="489" y="6733"/>
                  </a:cubicBezTo>
                  <a:cubicBezTo>
                    <a:pt x="547" y="6484"/>
                    <a:pt x="705" y="6269"/>
                    <a:pt x="754" y="6020"/>
                  </a:cubicBezTo>
                  <a:cubicBezTo>
                    <a:pt x="762" y="5991"/>
                    <a:pt x="785" y="5978"/>
                    <a:pt x="809" y="5978"/>
                  </a:cubicBezTo>
                  <a:cubicBezTo>
                    <a:pt x="839" y="5978"/>
                    <a:pt x="870" y="6000"/>
                    <a:pt x="870" y="6037"/>
                  </a:cubicBezTo>
                  <a:cubicBezTo>
                    <a:pt x="870" y="6145"/>
                    <a:pt x="854" y="6261"/>
                    <a:pt x="821" y="6360"/>
                  </a:cubicBezTo>
                  <a:cubicBezTo>
                    <a:pt x="796" y="6476"/>
                    <a:pt x="754" y="6575"/>
                    <a:pt x="730" y="6691"/>
                  </a:cubicBezTo>
                  <a:cubicBezTo>
                    <a:pt x="680" y="6890"/>
                    <a:pt x="705" y="7081"/>
                    <a:pt x="812" y="7255"/>
                  </a:cubicBezTo>
                  <a:cubicBezTo>
                    <a:pt x="920" y="7429"/>
                    <a:pt x="1086" y="7545"/>
                    <a:pt x="1276" y="7628"/>
                  </a:cubicBezTo>
                  <a:cubicBezTo>
                    <a:pt x="1384" y="7669"/>
                    <a:pt x="1492" y="7702"/>
                    <a:pt x="1608" y="7727"/>
                  </a:cubicBezTo>
                  <a:cubicBezTo>
                    <a:pt x="1691" y="7744"/>
                    <a:pt x="1790" y="7744"/>
                    <a:pt x="1881" y="7768"/>
                  </a:cubicBezTo>
                  <a:lnTo>
                    <a:pt x="1890" y="7768"/>
                  </a:lnTo>
                  <a:cubicBezTo>
                    <a:pt x="1890" y="7760"/>
                    <a:pt x="1898" y="7752"/>
                    <a:pt x="1898" y="7752"/>
                  </a:cubicBezTo>
                  <a:cubicBezTo>
                    <a:pt x="1906" y="7735"/>
                    <a:pt x="1914" y="7727"/>
                    <a:pt x="1923" y="7710"/>
                  </a:cubicBezTo>
                  <a:cubicBezTo>
                    <a:pt x="1972" y="7628"/>
                    <a:pt x="2039" y="7553"/>
                    <a:pt x="2113" y="7487"/>
                  </a:cubicBezTo>
                  <a:cubicBezTo>
                    <a:pt x="2188" y="7412"/>
                    <a:pt x="2279" y="7354"/>
                    <a:pt x="2370" y="7305"/>
                  </a:cubicBezTo>
                  <a:cubicBezTo>
                    <a:pt x="2511" y="7147"/>
                    <a:pt x="2718" y="7048"/>
                    <a:pt x="2917" y="6981"/>
                  </a:cubicBezTo>
                  <a:cubicBezTo>
                    <a:pt x="3149" y="6899"/>
                    <a:pt x="3406" y="6857"/>
                    <a:pt x="3654" y="6857"/>
                  </a:cubicBezTo>
                  <a:cubicBezTo>
                    <a:pt x="3919" y="6857"/>
                    <a:pt x="4176" y="6907"/>
                    <a:pt x="4425" y="6973"/>
                  </a:cubicBezTo>
                  <a:cubicBezTo>
                    <a:pt x="4604" y="7022"/>
                    <a:pt x="4791" y="7078"/>
                    <a:pt x="4973" y="7078"/>
                  </a:cubicBezTo>
                  <a:cubicBezTo>
                    <a:pt x="5068" y="7078"/>
                    <a:pt x="5162" y="7063"/>
                    <a:pt x="5253" y="7023"/>
                  </a:cubicBezTo>
                  <a:cubicBezTo>
                    <a:pt x="5258" y="7021"/>
                    <a:pt x="5263" y="7021"/>
                    <a:pt x="5267" y="7021"/>
                  </a:cubicBezTo>
                  <a:cubicBezTo>
                    <a:pt x="5318" y="7021"/>
                    <a:pt x="5348" y="7099"/>
                    <a:pt x="5295" y="7122"/>
                  </a:cubicBezTo>
                  <a:cubicBezTo>
                    <a:pt x="5161" y="7196"/>
                    <a:pt x="5020" y="7224"/>
                    <a:pt x="4875" y="7224"/>
                  </a:cubicBezTo>
                  <a:cubicBezTo>
                    <a:pt x="4760" y="7224"/>
                    <a:pt x="4642" y="7206"/>
                    <a:pt x="4524" y="7180"/>
                  </a:cubicBezTo>
                  <a:cubicBezTo>
                    <a:pt x="4276" y="7139"/>
                    <a:pt x="4027" y="7064"/>
                    <a:pt x="3770" y="7056"/>
                  </a:cubicBezTo>
                  <a:cubicBezTo>
                    <a:pt x="3721" y="7053"/>
                    <a:pt x="3671" y="7051"/>
                    <a:pt x="3621" y="7051"/>
                  </a:cubicBezTo>
                  <a:cubicBezTo>
                    <a:pt x="3423" y="7051"/>
                    <a:pt x="3225" y="7077"/>
                    <a:pt x="3033" y="7131"/>
                  </a:cubicBezTo>
                  <a:cubicBezTo>
                    <a:pt x="2983" y="7147"/>
                    <a:pt x="2925" y="7164"/>
                    <a:pt x="2875" y="7189"/>
                  </a:cubicBezTo>
                  <a:cubicBezTo>
                    <a:pt x="2884" y="7213"/>
                    <a:pt x="2875" y="7247"/>
                    <a:pt x="2834" y="7255"/>
                  </a:cubicBezTo>
                  <a:cubicBezTo>
                    <a:pt x="2536" y="7346"/>
                    <a:pt x="2271" y="7553"/>
                    <a:pt x="2097" y="7818"/>
                  </a:cubicBezTo>
                  <a:cubicBezTo>
                    <a:pt x="2039" y="7909"/>
                    <a:pt x="1997" y="8000"/>
                    <a:pt x="1964" y="8100"/>
                  </a:cubicBezTo>
                  <a:cubicBezTo>
                    <a:pt x="1972" y="8100"/>
                    <a:pt x="1981" y="8092"/>
                    <a:pt x="1989" y="8083"/>
                  </a:cubicBezTo>
                  <a:cubicBezTo>
                    <a:pt x="2039" y="8025"/>
                    <a:pt x="2113" y="7984"/>
                    <a:pt x="2163" y="7926"/>
                  </a:cubicBezTo>
                  <a:cubicBezTo>
                    <a:pt x="2174" y="7912"/>
                    <a:pt x="2187" y="7907"/>
                    <a:pt x="2200" y="7907"/>
                  </a:cubicBezTo>
                  <a:cubicBezTo>
                    <a:pt x="2234" y="7907"/>
                    <a:pt x="2264" y="7948"/>
                    <a:pt x="2246" y="7984"/>
                  </a:cubicBezTo>
                  <a:cubicBezTo>
                    <a:pt x="2171" y="8100"/>
                    <a:pt x="2072" y="8216"/>
                    <a:pt x="2047" y="8357"/>
                  </a:cubicBezTo>
                  <a:cubicBezTo>
                    <a:pt x="2022" y="8489"/>
                    <a:pt x="2055" y="8622"/>
                    <a:pt x="2097" y="8746"/>
                  </a:cubicBezTo>
                  <a:cubicBezTo>
                    <a:pt x="2113" y="8796"/>
                    <a:pt x="2138" y="8854"/>
                    <a:pt x="2163" y="8904"/>
                  </a:cubicBezTo>
                  <a:cubicBezTo>
                    <a:pt x="2179" y="8771"/>
                    <a:pt x="2221" y="8647"/>
                    <a:pt x="2279" y="8522"/>
                  </a:cubicBezTo>
                  <a:cubicBezTo>
                    <a:pt x="2285" y="8505"/>
                    <a:pt x="2298" y="8498"/>
                    <a:pt x="2311" y="8498"/>
                  </a:cubicBezTo>
                  <a:cubicBezTo>
                    <a:pt x="2337" y="8498"/>
                    <a:pt x="2367" y="8523"/>
                    <a:pt x="2362" y="8556"/>
                  </a:cubicBezTo>
                  <a:cubicBezTo>
                    <a:pt x="2329" y="8688"/>
                    <a:pt x="2329" y="8829"/>
                    <a:pt x="2345" y="8962"/>
                  </a:cubicBezTo>
                  <a:cubicBezTo>
                    <a:pt x="2362" y="9086"/>
                    <a:pt x="2395" y="9218"/>
                    <a:pt x="2453" y="9326"/>
                  </a:cubicBezTo>
                  <a:cubicBezTo>
                    <a:pt x="2511" y="9450"/>
                    <a:pt x="2577" y="9558"/>
                    <a:pt x="2668" y="9649"/>
                  </a:cubicBezTo>
                  <a:cubicBezTo>
                    <a:pt x="2718" y="9699"/>
                    <a:pt x="2768" y="9740"/>
                    <a:pt x="2817" y="9790"/>
                  </a:cubicBezTo>
                  <a:cubicBezTo>
                    <a:pt x="2851" y="9815"/>
                    <a:pt x="2900" y="9848"/>
                    <a:pt x="2925" y="9890"/>
                  </a:cubicBezTo>
                  <a:cubicBezTo>
                    <a:pt x="2917" y="9699"/>
                    <a:pt x="2942" y="9517"/>
                    <a:pt x="2991" y="9334"/>
                  </a:cubicBezTo>
                  <a:cubicBezTo>
                    <a:pt x="2998" y="9311"/>
                    <a:pt x="3015" y="9301"/>
                    <a:pt x="3033" y="9301"/>
                  </a:cubicBezTo>
                  <a:cubicBezTo>
                    <a:pt x="3060" y="9301"/>
                    <a:pt x="3088" y="9324"/>
                    <a:pt x="3083" y="9359"/>
                  </a:cubicBezTo>
                  <a:cubicBezTo>
                    <a:pt x="3041" y="9591"/>
                    <a:pt x="3074" y="9840"/>
                    <a:pt x="3149" y="10064"/>
                  </a:cubicBezTo>
                  <a:cubicBezTo>
                    <a:pt x="3174" y="10138"/>
                    <a:pt x="3199" y="10213"/>
                    <a:pt x="3232" y="10279"/>
                  </a:cubicBezTo>
                  <a:cubicBezTo>
                    <a:pt x="3232" y="10279"/>
                    <a:pt x="3232" y="10271"/>
                    <a:pt x="3232" y="10271"/>
                  </a:cubicBezTo>
                  <a:cubicBezTo>
                    <a:pt x="3199" y="10146"/>
                    <a:pt x="3190" y="10030"/>
                    <a:pt x="3182" y="9906"/>
                  </a:cubicBezTo>
                  <a:cubicBezTo>
                    <a:pt x="3182" y="9878"/>
                    <a:pt x="3209" y="9863"/>
                    <a:pt x="3233" y="9863"/>
                  </a:cubicBezTo>
                  <a:cubicBezTo>
                    <a:pt x="3252" y="9863"/>
                    <a:pt x="3270" y="9872"/>
                    <a:pt x="3273" y="9890"/>
                  </a:cubicBezTo>
                  <a:cubicBezTo>
                    <a:pt x="3315" y="10105"/>
                    <a:pt x="3406" y="10312"/>
                    <a:pt x="3522" y="10494"/>
                  </a:cubicBezTo>
                  <a:cubicBezTo>
                    <a:pt x="3580" y="10586"/>
                    <a:pt x="3638" y="10677"/>
                    <a:pt x="3712" y="10743"/>
                  </a:cubicBezTo>
                  <a:cubicBezTo>
                    <a:pt x="3745" y="10776"/>
                    <a:pt x="3779" y="10809"/>
                    <a:pt x="3820" y="10834"/>
                  </a:cubicBezTo>
                  <a:cubicBezTo>
                    <a:pt x="3861" y="10859"/>
                    <a:pt x="3911" y="10876"/>
                    <a:pt x="3936" y="10909"/>
                  </a:cubicBezTo>
                  <a:cubicBezTo>
                    <a:pt x="3961" y="10934"/>
                    <a:pt x="3953" y="10967"/>
                    <a:pt x="3928" y="10992"/>
                  </a:cubicBezTo>
                  <a:cubicBezTo>
                    <a:pt x="3905" y="11008"/>
                    <a:pt x="3879" y="11015"/>
                    <a:pt x="3851" y="11015"/>
                  </a:cubicBezTo>
                  <a:cubicBezTo>
                    <a:pt x="3764" y="11015"/>
                    <a:pt x="3661" y="10950"/>
                    <a:pt x="3605" y="10900"/>
                  </a:cubicBezTo>
                  <a:cubicBezTo>
                    <a:pt x="3547" y="10851"/>
                    <a:pt x="3497" y="10784"/>
                    <a:pt x="3447" y="10718"/>
                  </a:cubicBezTo>
                  <a:cubicBezTo>
                    <a:pt x="3439" y="10743"/>
                    <a:pt x="3414" y="10760"/>
                    <a:pt x="3381" y="10760"/>
                  </a:cubicBezTo>
                  <a:cubicBezTo>
                    <a:pt x="3356" y="10760"/>
                    <a:pt x="3339" y="10751"/>
                    <a:pt x="3315" y="10735"/>
                  </a:cubicBezTo>
                  <a:cubicBezTo>
                    <a:pt x="3315" y="10784"/>
                    <a:pt x="3306" y="10834"/>
                    <a:pt x="3298" y="10884"/>
                  </a:cubicBezTo>
                  <a:cubicBezTo>
                    <a:pt x="3257" y="11041"/>
                    <a:pt x="3141" y="11166"/>
                    <a:pt x="3016" y="11265"/>
                  </a:cubicBezTo>
                  <a:cubicBezTo>
                    <a:pt x="2892" y="11356"/>
                    <a:pt x="2751" y="11431"/>
                    <a:pt x="2660" y="11555"/>
                  </a:cubicBezTo>
                  <a:cubicBezTo>
                    <a:pt x="2610" y="11630"/>
                    <a:pt x="2585" y="11712"/>
                    <a:pt x="2569" y="11804"/>
                  </a:cubicBezTo>
                  <a:cubicBezTo>
                    <a:pt x="2552" y="11895"/>
                    <a:pt x="2552" y="12002"/>
                    <a:pt x="2511" y="12085"/>
                  </a:cubicBezTo>
                  <a:cubicBezTo>
                    <a:pt x="2503" y="12106"/>
                    <a:pt x="2484" y="12116"/>
                    <a:pt x="2464" y="12116"/>
                  </a:cubicBezTo>
                  <a:cubicBezTo>
                    <a:pt x="2445" y="12116"/>
                    <a:pt x="2424" y="12106"/>
                    <a:pt x="2411" y="12085"/>
                  </a:cubicBezTo>
                  <a:cubicBezTo>
                    <a:pt x="2378" y="12036"/>
                    <a:pt x="2362" y="11969"/>
                    <a:pt x="2362" y="11895"/>
                  </a:cubicBezTo>
                  <a:cubicBezTo>
                    <a:pt x="2204" y="12052"/>
                    <a:pt x="2022" y="12185"/>
                    <a:pt x="1848" y="12309"/>
                  </a:cubicBezTo>
                  <a:cubicBezTo>
                    <a:pt x="1707" y="12408"/>
                    <a:pt x="1558" y="12508"/>
                    <a:pt x="1450" y="12640"/>
                  </a:cubicBezTo>
                  <a:cubicBezTo>
                    <a:pt x="1401" y="12707"/>
                    <a:pt x="1359" y="12781"/>
                    <a:pt x="1326" y="12864"/>
                  </a:cubicBezTo>
                  <a:cubicBezTo>
                    <a:pt x="1301" y="12939"/>
                    <a:pt x="1293" y="13013"/>
                    <a:pt x="1276" y="13088"/>
                  </a:cubicBezTo>
                  <a:cubicBezTo>
                    <a:pt x="1271" y="13108"/>
                    <a:pt x="1250" y="13122"/>
                    <a:pt x="1229" y="13122"/>
                  </a:cubicBezTo>
                  <a:cubicBezTo>
                    <a:pt x="1216" y="13122"/>
                    <a:pt x="1203" y="13117"/>
                    <a:pt x="1194" y="13104"/>
                  </a:cubicBezTo>
                  <a:cubicBezTo>
                    <a:pt x="1136" y="13038"/>
                    <a:pt x="1119" y="12947"/>
                    <a:pt x="1119" y="12856"/>
                  </a:cubicBezTo>
                  <a:cubicBezTo>
                    <a:pt x="1053" y="12988"/>
                    <a:pt x="995" y="13121"/>
                    <a:pt x="953" y="13262"/>
                  </a:cubicBezTo>
                  <a:cubicBezTo>
                    <a:pt x="920" y="13369"/>
                    <a:pt x="904" y="13477"/>
                    <a:pt x="895" y="13585"/>
                  </a:cubicBezTo>
                  <a:cubicBezTo>
                    <a:pt x="895" y="13601"/>
                    <a:pt x="887" y="13618"/>
                    <a:pt x="887" y="13635"/>
                  </a:cubicBezTo>
                  <a:cubicBezTo>
                    <a:pt x="887" y="13651"/>
                    <a:pt x="887" y="13668"/>
                    <a:pt x="879" y="13684"/>
                  </a:cubicBezTo>
                  <a:cubicBezTo>
                    <a:pt x="862" y="13809"/>
                    <a:pt x="837" y="13933"/>
                    <a:pt x="895" y="14049"/>
                  </a:cubicBezTo>
                  <a:cubicBezTo>
                    <a:pt x="945" y="14157"/>
                    <a:pt x="1028" y="14248"/>
                    <a:pt x="1119" y="14322"/>
                  </a:cubicBezTo>
                  <a:cubicBezTo>
                    <a:pt x="1285" y="14471"/>
                    <a:pt x="1475" y="14579"/>
                    <a:pt x="1682" y="14662"/>
                  </a:cubicBezTo>
                  <a:cubicBezTo>
                    <a:pt x="2179" y="14853"/>
                    <a:pt x="2710" y="14861"/>
                    <a:pt x="3232" y="14886"/>
                  </a:cubicBezTo>
                  <a:cubicBezTo>
                    <a:pt x="3779" y="14919"/>
                    <a:pt x="4309" y="14993"/>
                    <a:pt x="4847" y="15134"/>
                  </a:cubicBezTo>
                  <a:cubicBezTo>
                    <a:pt x="5361" y="15267"/>
                    <a:pt x="5850" y="15482"/>
                    <a:pt x="6355" y="15656"/>
                  </a:cubicBezTo>
                  <a:cubicBezTo>
                    <a:pt x="6763" y="15788"/>
                    <a:pt x="7181" y="15851"/>
                    <a:pt x="7609" y="15851"/>
                  </a:cubicBezTo>
                  <a:cubicBezTo>
                    <a:pt x="7721" y="15851"/>
                    <a:pt x="7833" y="15847"/>
                    <a:pt x="7946" y="15839"/>
                  </a:cubicBezTo>
                  <a:cubicBezTo>
                    <a:pt x="8485" y="15805"/>
                    <a:pt x="9015" y="15689"/>
                    <a:pt x="9554" y="15598"/>
                  </a:cubicBezTo>
                  <a:cubicBezTo>
                    <a:pt x="10100" y="15491"/>
                    <a:pt x="10647" y="15408"/>
                    <a:pt x="11202" y="15375"/>
                  </a:cubicBezTo>
                  <a:cubicBezTo>
                    <a:pt x="11741" y="15341"/>
                    <a:pt x="12280" y="15333"/>
                    <a:pt x="12801" y="15209"/>
                  </a:cubicBezTo>
                  <a:cubicBezTo>
                    <a:pt x="13265" y="15101"/>
                    <a:pt x="13721" y="14919"/>
                    <a:pt x="14069" y="14579"/>
                  </a:cubicBezTo>
                  <a:cubicBezTo>
                    <a:pt x="14309" y="14355"/>
                    <a:pt x="14483" y="14065"/>
                    <a:pt x="14575" y="13751"/>
                  </a:cubicBezTo>
                  <a:cubicBezTo>
                    <a:pt x="14541" y="13734"/>
                    <a:pt x="14525" y="13701"/>
                    <a:pt x="14525" y="13668"/>
                  </a:cubicBezTo>
                  <a:cubicBezTo>
                    <a:pt x="14517" y="13593"/>
                    <a:pt x="14575" y="13519"/>
                    <a:pt x="14608" y="13452"/>
                  </a:cubicBezTo>
                  <a:cubicBezTo>
                    <a:pt x="14641" y="13386"/>
                    <a:pt x="14666" y="13328"/>
                    <a:pt x="14691" y="13253"/>
                  </a:cubicBezTo>
                  <a:cubicBezTo>
                    <a:pt x="14715" y="13146"/>
                    <a:pt x="14682" y="13046"/>
                    <a:pt x="14624" y="12955"/>
                  </a:cubicBezTo>
                  <a:cubicBezTo>
                    <a:pt x="14591" y="12914"/>
                    <a:pt x="14558" y="12872"/>
                    <a:pt x="14525" y="12831"/>
                  </a:cubicBezTo>
                  <a:cubicBezTo>
                    <a:pt x="14517" y="12831"/>
                    <a:pt x="14500" y="12823"/>
                    <a:pt x="14492" y="12814"/>
                  </a:cubicBezTo>
                  <a:cubicBezTo>
                    <a:pt x="14475" y="12789"/>
                    <a:pt x="14459" y="12765"/>
                    <a:pt x="14450" y="12740"/>
                  </a:cubicBezTo>
                  <a:cubicBezTo>
                    <a:pt x="14442" y="12731"/>
                    <a:pt x="14425" y="12715"/>
                    <a:pt x="14417" y="12698"/>
                  </a:cubicBezTo>
                  <a:cubicBezTo>
                    <a:pt x="14384" y="12657"/>
                    <a:pt x="14351" y="12607"/>
                    <a:pt x="14326" y="12557"/>
                  </a:cubicBezTo>
                  <a:cubicBezTo>
                    <a:pt x="14301" y="12508"/>
                    <a:pt x="14301" y="12458"/>
                    <a:pt x="14293" y="12400"/>
                  </a:cubicBezTo>
                  <a:cubicBezTo>
                    <a:pt x="14293" y="12367"/>
                    <a:pt x="14318" y="12350"/>
                    <a:pt x="14343" y="12350"/>
                  </a:cubicBezTo>
                  <a:cubicBezTo>
                    <a:pt x="14301" y="12226"/>
                    <a:pt x="14218" y="12135"/>
                    <a:pt x="14102" y="12052"/>
                  </a:cubicBezTo>
                  <a:cubicBezTo>
                    <a:pt x="13970" y="11961"/>
                    <a:pt x="13845" y="11870"/>
                    <a:pt x="13738" y="11737"/>
                  </a:cubicBezTo>
                  <a:cubicBezTo>
                    <a:pt x="13713" y="11704"/>
                    <a:pt x="13688" y="11671"/>
                    <a:pt x="13663" y="11638"/>
                  </a:cubicBezTo>
                  <a:cubicBezTo>
                    <a:pt x="13647" y="11712"/>
                    <a:pt x="13622" y="11853"/>
                    <a:pt x="13555" y="11911"/>
                  </a:cubicBezTo>
                  <a:cubicBezTo>
                    <a:pt x="13540" y="11923"/>
                    <a:pt x="13517" y="11931"/>
                    <a:pt x="13495" y="11931"/>
                  </a:cubicBezTo>
                  <a:cubicBezTo>
                    <a:pt x="13471" y="11931"/>
                    <a:pt x="13448" y="11921"/>
                    <a:pt x="13439" y="11895"/>
                  </a:cubicBezTo>
                  <a:cubicBezTo>
                    <a:pt x="13398" y="11812"/>
                    <a:pt x="13431" y="11696"/>
                    <a:pt x="13431" y="11605"/>
                  </a:cubicBezTo>
                  <a:cubicBezTo>
                    <a:pt x="13439" y="11514"/>
                    <a:pt x="13456" y="11414"/>
                    <a:pt x="13456" y="11323"/>
                  </a:cubicBezTo>
                  <a:cubicBezTo>
                    <a:pt x="13456" y="11132"/>
                    <a:pt x="13398" y="10967"/>
                    <a:pt x="13265" y="10826"/>
                  </a:cubicBezTo>
                  <a:cubicBezTo>
                    <a:pt x="13133" y="10677"/>
                    <a:pt x="12984" y="10561"/>
                    <a:pt x="12868" y="10403"/>
                  </a:cubicBezTo>
                  <a:cubicBezTo>
                    <a:pt x="12801" y="10312"/>
                    <a:pt x="12752" y="10213"/>
                    <a:pt x="12719" y="10113"/>
                  </a:cubicBezTo>
                  <a:cubicBezTo>
                    <a:pt x="12702" y="10113"/>
                    <a:pt x="12694" y="10113"/>
                    <a:pt x="12685" y="10105"/>
                  </a:cubicBezTo>
                  <a:cubicBezTo>
                    <a:pt x="12594" y="10072"/>
                    <a:pt x="12553" y="9997"/>
                    <a:pt x="12545" y="9906"/>
                  </a:cubicBezTo>
                  <a:cubicBezTo>
                    <a:pt x="12528" y="9815"/>
                    <a:pt x="12520" y="9716"/>
                    <a:pt x="12512" y="9624"/>
                  </a:cubicBezTo>
                  <a:cubicBezTo>
                    <a:pt x="12512" y="9624"/>
                    <a:pt x="12512" y="9616"/>
                    <a:pt x="12512" y="9616"/>
                  </a:cubicBezTo>
                  <a:cubicBezTo>
                    <a:pt x="12487" y="9409"/>
                    <a:pt x="12470" y="9218"/>
                    <a:pt x="12512" y="9020"/>
                  </a:cubicBezTo>
                  <a:cubicBezTo>
                    <a:pt x="12515" y="8985"/>
                    <a:pt x="12539" y="8970"/>
                    <a:pt x="12566" y="8970"/>
                  </a:cubicBezTo>
                  <a:cubicBezTo>
                    <a:pt x="12597" y="8970"/>
                    <a:pt x="12631" y="8989"/>
                    <a:pt x="12644" y="9020"/>
                  </a:cubicBezTo>
                  <a:cubicBezTo>
                    <a:pt x="12710" y="9210"/>
                    <a:pt x="12735" y="9409"/>
                    <a:pt x="12752" y="9616"/>
                  </a:cubicBezTo>
                  <a:cubicBezTo>
                    <a:pt x="12760" y="9666"/>
                    <a:pt x="12768" y="9716"/>
                    <a:pt x="12768" y="9765"/>
                  </a:cubicBezTo>
                  <a:cubicBezTo>
                    <a:pt x="12777" y="9782"/>
                    <a:pt x="12785" y="9848"/>
                    <a:pt x="12793" y="9881"/>
                  </a:cubicBezTo>
                  <a:cubicBezTo>
                    <a:pt x="12801" y="9877"/>
                    <a:pt x="12810" y="9877"/>
                    <a:pt x="12818" y="9877"/>
                  </a:cubicBezTo>
                  <a:cubicBezTo>
                    <a:pt x="12826" y="9877"/>
                    <a:pt x="12835" y="9877"/>
                    <a:pt x="12843" y="9873"/>
                  </a:cubicBezTo>
                  <a:lnTo>
                    <a:pt x="12959" y="9873"/>
                  </a:lnTo>
                  <a:cubicBezTo>
                    <a:pt x="13265" y="9890"/>
                    <a:pt x="13497" y="10130"/>
                    <a:pt x="13787" y="10204"/>
                  </a:cubicBezTo>
                  <a:cubicBezTo>
                    <a:pt x="13945" y="10246"/>
                    <a:pt x="14111" y="10254"/>
                    <a:pt x="14268" y="10262"/>
                  </a:cubicBezTo>
                  <a:cubicBezTo>
                    <a:pt x="14364" y="10267"/>
                    <a:pt x="14459" y="10272"/>
                    <a:pt x="14555" y="10272"/>
                  </a:cubicBezTo>
                  <a:cubicBezTo>
                    <a:pt x="14625" y="10272"/>
                    <a:pt x="14695" y="10269"/>
                    <a:pt x="14765" y="10262"/>
                  </a:cubicBezTo>
                  <a:cubicBezTo>
                    <a:pt x="15030" y="10246"/>
                    <a:pt x="15329" y="10105"/>
                    <a:pt x="15312" y="9798"/>
                  </a:cubicBezTo>
                  <a:cubicBezTo>
                    <a:pt x="15304" y="9624"/>
                    <a:pt x="15271" y="9459"/>
                    <a:pt x="15287" y="9293"/>
                  </a:cubicBezTo>
                  <a:cubicBezTo>
                    <a:pt x="15304" y="9119"/>
                    <a:pt x="15345" y="8962"/>
                    <a:pt x="15411" y="8796"/>
                  </a:cubicBezTo>
                  <a:cubicBezTo>
                    <a:pt x="15421" y="8773"/>
                    <a:pt x="15440" y="8763"/>
                    <a:pt x="15459" y="8763"/>
                  </a:cubicBezTo>
                  <a:cubicBezTo>
                    <a:pt x="15486" y="8763"/>
                    <a:pt x="15513" y="8786"/>
                    <a:pt x="15503" y="8821"/>
                  </a:cubicBezTo>
                  <a:cubicBezTo>
                    <a:pt x="15461" y="9020"/>
                    <a:pt x="15461" y="9235"/>
                    <a:pt x="15494" y="9434"/>
                  </a:cubicBezTo>
                  <a:cubicBezTo>
                    <a:pt x="15577" y="9334"/>
                    <a:pt x="15668" y="9243"/>
                    <a:pt x="15759" y="9177"/>
                  </a:cubicBezTo>
                  <a:cubicBezTo>
                    <a:pt x="15958" y="9028"/>
                    <a:pt x="16190" y="8937"/>
                    <a:pt x="16381" y="8796"/>
                  </a:cubicBezTo>
                  <a:cubicBezTo>
                    <a:pt x="16563" y="8663"/>
                    <a:pt x="16679" y="8473"/>
                    <a:pt x="16745" y="8257"/>
                  </a:cubicBezTo>
                  <a:cubicBezTo>
                    <a:pt x="16895" y="7752"/>
                    <a:pt x="16754" y="7213"/>
                    <a:pt x="16663" y="6708"/>
                  </a:cubicBezTo>
                  <a:cubicBezTo>
                    <a:pt x="16653" y="6669"/>
                    <a:pt x="16683" y="6644"/>
                    <a:pt x="16715" y="6644"/>
                  </a:cubicBezTo>
                  <a:cubicBezTo>
                    <a:pt x="16737" y="6644"/>
                    <a:pt x="16760" y="6656"/>
                    <a:pt x="16770" y="6683"/>
                  </a:cubicBezTo>
                  <a:cubicBezTo>
                    <a:pt x="16895" y="6990"/>
                    <a:pt x="17002" y="7288"/>
                    <a:pt x="17044" y="7619"/>
                  </a:cubicBezTo>
                  <a:cubicBezTo>
                    <a:pt x="17110" y="7495"/>
                    <a:pt x="17185" y="7379"/>
                    <a:pt x="17259" y="7255"/>
                  </a:cubicBezTo>
                  <a:cubicBezTo>
                    <a:pt x="17325" y="7131"/>
                    <a:pt x="17408" y="7015"/>
                    <a:pt x="17425" y="6874"/>
                  </a:cubicBezTo>
                  <a:lnTo>
                    <a:pt x="17417" y="6874"/>
                  </a:lnTo>
                  <a:cubicBezTo>
                    <a:pt x="17441" y="6741"/>
                    <a:pt x="17400" y="6609"/>
                    <a:pt x="17359" y="6484"/>
                  </a:cubicBezTo>
                  <a:cubicBezTo>
                    <a:pt x="17267" y="6244"/>
                    <a:pt x="17143" y="6020"/>
                    <a:pt x="17044" y="5780"/>
                  </a:cubicBezTo>
                  <a:cubicBezTo>
                    <a:pt x="16944" y="5540"/>
                    <a:pt x="16878" y="5308"/>
                    <a:pt x="16886" y="5043"/>
                  </a:cubicBezTo>
                  <a:cubicBezTo>
                    <a:pt x="16886" y="5009"/>
                    <a:pt x="16911" y="4993"/>
                    <a:pt x="16937" y="4993"/>
                  </a:cubicBezTo>
                  <a:cubicBezTo>
                    <a:pt x="16963" y="4993"/>
                    <a:pt x="16990" y="5009"/>
                    <a:pt x="16994" y="5043"/>
                  </a:cubicBezTo>
                  <a:cubicBezTo>
                    <a:pt x="17011" y="5192"/>
                    <a:pt x="17052" y="5324"/>
                    <a:pt x="17118" y="5457"/>
                  </a:cubicBezTo>
                  <a:cubicBezTo>
                    <a:pt x="17118" y="5457"/>
                    <a:pt x="17118" y="5465"/>
                    <a:pt x="17118" y="5465"/>
                  </a:cubicBezTo>
                  <a:cubicBezTo>
                    <a:pt x="17127" y="5473"/>
                    <a:pt x="17127" y="5490"/>
                    <a:pt x="17135" y="5498"/>
                  </a:cubicBezTo>
                  <a:cubicBezTo>
                    <a:pt x="17135" y="5498"/>
                    <a:pt x="17135" y="5498"/>
                    <a:pt x="17135" y="5507"/>
                  </a:cubicBezTo>
                  <a:cubicBezTo>
                    <a:pt x="17185" y="5598"/>
                    <a:pt x="17234" y="5697"/>
                    <a:pt x="17284" y="5788"/>
                  </a:cubicBezTo>
                  <a:cubicBezTo>
                    <a:pt x="17301" y="5821"/>
                    <a:pt x="17317" y="5846"/>
                    <a:pt x="17325" y="5879"/>
                  </a:cubicBezTo>
                  <a:cubicBezTo>
                    <a:pt x="17342" y="5813"/>
                    <a:pt x="17350" y="5739"/>
                    <a:pt x="17367" y="5672"/>
                  </a:cubicBezTo>
                  <a:cubicBezTo>
                    <a:pt x="17392" y="5482"/>
                    <a:pt x="17400" y="5283"/>
                    <a:pt x="17359" y="5101"/>
                  </a:cubicBezTo>
                  <a:cubicBezTo>
                    <a:pt x="17276" y="4719"/>
                    <a:pt x="16986" y="4463"/>
                    <a:pt x="16721" y="4206"/>
                  </a:cubicBezTo>
                  <a:cubicBezTo>
                    <a:pt x="16588" y="4081"/>
                    <a:pt x="16447" y="3957"/>
                    <a:pt x="16306" y="3841"/>
                  </a:cubicBezTo>
                  <a:cubicBezTo>
                    <a:pt x="16165" y="3725"/>
                    <a:pt x="16008" y="3609"/>
                    <a:pt x="15851" y="3493"/>
                  </a:cubicBezTo>
                  <a:cubicBezTo>
                    <a:pt x="15544" y="3269"/>
                    <a:pt x="15213" y="3079"/>
                    <a:pt x="14881" y="2880"/>
                  </a:cubicBezTo>
                  <a:cubicBezTo>
                    <a:pt x="14757" y="2805"/>
                    <a:pt x="14641" y="2723"/>
                    <a:pt x="14550" y="2631"/>
                  </a:cubicBezTo>
                  <a:cubicBezTo>
                    <a:pt x="14533" y="2631"/>
                    <a:pt x="14525" y="2623"/>
                    <a:pt x="14517" y="2615"/>
                  </a:cubicBezTo>
                  <a:cubicBezTo>
                    <a:pt x="14483" y="2582"/>
                    <a:pt x="14467" y="2549"/>
                    <a:pt x="14450" y="2507"/>
                  </a:cubicBezTo>
                  <a:cubicBezTo>
                    <a:pt x="14367" y="2391"/>
                    <a:pt x="14309" y="2259"/>
                    <a:pt x="14293" y="2101"/>
                  </a:cubicBezTo>
                  <a:cubicBezTo>
                    <a:pt x="14293" y="2093"/>
                    <a:pt x="14293" y="2085"/>
                    <a:pt x="14293" y="2076"/>
                  </a:cubicBezTo>
                  <a:cubicBezTo>
                    <a:pt x="14227" y="1985"/>
                    <a:pt x="14135" y="1936"/>
                    <a:pt x="14019" y="1886"/>
                  </a:cubicBezTo>
                  <a:cubicBezTo>
                    <a:pt x="13845" y="1811"/>
                    <a:pt x="13663" y="1745"/>
                    <a:pt x="13489" y="1670"/>
                  </a:cubicBezTo>
                  <a:cubicBezTo>
                    <a:pt x="13398" y="1629"/>
                    <a:pt x="13307" y="1588"/>
                    <a:pt x="13216" y="1554"/>
                  </a:cubicBezTo>
                  <a:cubicBezTo>
                    <a:pt x="13133" y="1513"/>
                    <a:pt x="13033" y="1472"/>
                    <a:pt x="12975" y="1414"/>
                  </a:cubicBezTo>
                  <a:cubicBezTo>
                    <a:pt x="12934" y="1372"/>
                    <a:pt x="12967" y="1322"/>
                    <a:pt x="13009" y="1314"/>
                  </a:cubicBezTo>
                  <a:cubicBezTo>
                    <a:pt x="13019" y="1313"/>
                    <a:pt x="13029" y="1312"/>
                    <a:pt x="13039" y="1312"/>
                  </a:cubicBezTo>
                  <a:cubicBezTo>
                    <a:pt x="13105" y="1312"/>
                    <a:pt x="13175" y="1334"/>
                    <a:pt x="13232" y="1356"/>
                  </a:cubicBezTo>
                  <a:cubicBezTo>
                    <a:pt x="13232" y="1347"/>
                    <a:pt x="13224" y="1339"/>
                    <a:pt x="13216" y="1331"/>
                  </a:cubicBezTo>
                  <a:cubicBezTo>
                    <a:pt x="13191" y="1306"/>
                    <a:pt x="13166" y="1273"/>
                    <a:pt x="13149" y="1240"/>
                  </a:cubicBezTo>
                  <a:cubicBezTo>
                    <a:pt x="13100" y="1198"/>
                    <a:pt x="13058" y="1148"/>
                    <a:pt x="13009" y="1099"/>
                  </a:cubicBezTo>
                  <a:cubicBezTo>
                    <a:pt x="12843" y="925"/>
                    <a:pt x="12677" y="767"/>
                    <a:pt x="12462" y="660"/>
                  </a:cubicBezTo>
                  <a:cubicBezTo>
                    <a:pt x="12339" y="600"/>
                    <a:pt x="12198" y="565"/>
                    <a:pt x="12058" y="565"/>
                  </a:cubicBezTo>
                  <a:cubicBezTo>
                    <a:pt x="11964" y="565"/>
                    <a:pt x="11870" y="581"/>
                    <a:pt x="11782" y="618"/>
                  </a:cubicBezTo>
                  <a:cubicBezTo>
                    <a:pt x="11675" y="660"/>
                    <a:pt x="11592" y="734"/>
                    <a:pt x="11517" y="825"/>
                  </a:cubicBezTo>
                  <a:cubicBezTo>
                    <a:pt x="11443" y="900"/>
                    <a:pt x="11385" y="1008"/>
                    <a:pt x="11294" y="1074"/>
                  </a:cubicBezTo>
                  <a:cubicBezTo>
                    <a:pt x="11283" y="1081"/>
                    <a:pt x="11273" y="1084"/>
                    <a:pt x="11264" y="1084"/>
                  </a:cubicBezTo>
                  <a:cubicBezTo>
                    <a:pt x="11226" y="1084"/>
                    <a:pt x="11196" y="1039"/>
                    <a:pt x="11202" y="999"/>
                  </a:cubicBezTo>
                  <a:cubicBezTo>
                    <a:pt x="11219" y="883"/>
                    <a:pt x="11318" y="751"/>
                    <a:pt x="11393" y="660"/>
                  </a:cubicBezTo>
                  <a:cubicBezTo>
                    <a:pt x="11401" y="643"/>
                    <a:pt x="11418" y="626"/>
                    <a:pt x="11434" y="610"/>
                  </a:cubicBezTo>
                  <a:lnTo>
                    <a:pt x="11434" y="610"/>
                  </a:lnTo>
                  <a:cubicBezTo>
                    <a:pt x="11356" y="631"/>
                    <a:pt x="11277" y="639"/>
                    <a:pt x="11198" y="639"/>
                  </a:cubicBezTo>
                  <a:cubicBezTo>
                    <a:pt x="11120" y="639"/>
                    <a:pt x="11041" y="631"/>
                    <a:pt x="10962" y="618"/>
                  </a:cubicBezTo>
                  <a:cubicBezTo>
                    <a:pt x="10805" y="593"/>
                    <a:pt x="10647" y="535"/>
                    <a:pt x="10490" y="494"/>
                  </a:cubicBezTo>
                  <a:cubicBezTo>
                    <a:pt x="10407" y="477"/>
                    <a:pt x="10332" y="461"/>
                    <a:pt x="10250" y="452"/>
                  </a:cubicBezTo>
                  <a:cubicBezTo>
                    <a:pt x="10183" y="444"/>
                    <a:pt x="10100" y="444"/>
                    <a:pt x="10042" y="411"/>
                  </a:cubicBezTo>
                  <a:cubicBezTo>
                    <a:pt x="10018" y="394"/>
                    <a:pt x="10009" y="353"/>
                    <a:pt x="10034" y="336"/>
                  </a:cubicBezTo>
                  <a:cubicBezTo>
                    <a:pt x="10051" y="312"/>
                    <a:pt x="10076" y="303"/>
                    <a:pt x="10100" y="287"/>
                  </a:cubicBezTo>
                  <a:cubicBezTo>
                    <a:pt x="10059" y="270"/>
                    <a:pt x="10018" y="245"/>
                    <a:pt x="9976" y="229"/>
                  </a:cubicBezTo>
                  <a:cubicBezTo>
                    <a:pt x="9852" y="179"/>
                    <a:pt x="9719" y="138"/>
                    <a:pt x="9587" y="121"/>
                  </a:cubicBezTo>
                  <a:cubicBezTo>
                    <a:pt x="9552" y="117"/>
                    <a:pt x="9517" y="115"/>
                    <a:pt x="9484" y="115"/>
                  </a:cubicBezTo>
                  <a:cubicBezTo>
                    <a:pt x="9262" y="115"/>
                    <a:pt x="9068" y="204"/>
                    <a:pt x="8874" y="312"/>
                  </a:cubicBezTo>
                  <a:cubicBezTo>
                    <a:pt x="8642" y="452"/>
                    <a:pt x="8427" y="585"/>
                    <a:pt x="8178" y="684"/>
                  </a:cubicBezTo>
                  <a:cubicBezTo>
                    <a:pt x="8046" y="742"/>
                    <a:pt x="7905" y="784"/>
                    <a:pt x="7772" y="825"/>
                  </a:cubicBezTo>
                  <a:cubicBezTo>
                    <a:pt x="7706" y="842"/>
                    <a:pt x="7640" y="858"/>
                    <a:pt x="7573" y="875"/>
                  </a:cubicBezTo>
                  <a:cubicBezTo>
                    <a:pt x="7532" y="880"/>
                    <a:pt x="7494" y="892"/>
                    <a:pt x="7457" y="892"/>
                  </a:cubicBezTo>
                  <a:cubicBezTo>
                    <a:pt x="7435" y="892"/>
                    <a:pt x="7413" y="887"/>
                    <a:pt x="7391" y="875"/>
                  </a:cubicBezTo>
                  <a:cubicBezTo>
                    <a:pt x="7358" y="858"/>
                    <a:pt x="7358" y="825"/>
                    <a:pt x="7366" y="800"/>
                  </a:cubicBezTo>
                  <a:cubicBezTo>
                    <a:pt x="7399" y="742"/>
                    <a:pt x="7474" y="726"/>
                    <a:pt x="7532" y="701"/>
                  </a:cubicBezTo>
                  <a:cubicBezTo>
                    <a:pt x="7606" y="668"/>
                    <a:pt x="7673" y="643"/>
                    <a:pt x="7747" y="618"/>
                  </a:cubicBezTo>
                  <a:cubicBezTo>
                    <a:pt x="7880" y="568"/>
                    <a:pt x="8012" y="519"/>
                    <a:pt x="8145" y="461"/>
                  </a:cubicBezTo>
                  <a:cubicBezTo>
                    <a:pt x="8278" y="403"/>
                    <a:pt x="8394" y="328"/>
                    <a:pt x="8518" y="254"/>
                  </a:cubicBezTo>
                  <a:cubicBezTo>
                    <a:pt x="8291" y="85"/>
                    <a:pt x="8012" y="1"/>
                    <a:pt x="77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32"/>
            <p:cNvSpPr/>
            <p:nvPr/>
          </p:nvSpPr>
          <p:spPr>
            <a:xfrm>
              <a:off x="5756800" y="2845350"/>
              <a:ext cx="78800" cy="57400"/>
            </a:xfrm>
            <a:custGeom>
              <a:rect b="b" l="l" r="r" t="t"/>
              <a:pathLst>
                <a:path extrusionOk="0" h="2296" w="3152">
                  <a:moveTo>
                    <a:pt x="1431" y="1"/>
                  </a:moveTo>
                  <a:cubicBezTo>
                    <a:pt x="1217" y="1"/>
                    <a:pt x="1011" y="70"/>
                    <a:pt x="824" y="171"/>
                  </a:cubicBezTo>
                  <a:cubicBezTo>
                    <a:pt x="790" y="188"/>
                    <a:pt x="774" y="221"/>
                    <a:pt x="774" y="246"/>
                  </a:cubicBezTo>
                  <a:cubicBezTo>
                    <a:pt x="716" y="287"/>
                    <a:pt x="666" y="329"/>
                    <a:pt x="625" y="378"/>
                  </a:cubicBezTo>
                  <a:cubicBezTo>
                    <a:pt x="517" y="494"/>
                    <a:pt x="459" y="643"/>
                    <a:pt x="434" y="793"/>
                  </a:cubicBezTo>
                  <a:cubicBezTo>
                    <a:pt x="227" y="1099"/>
                    <a:pt x="111" y="1455"/>
                    <a:pt x="12" y="1820"/>
                  </a:cubicBezTo>
                  <a:cubicBezTo>
                    <a:pt x="1" y="1852"/>
                    <a:pt x="29" y="1878"/>
                    <a:pt x="56" y="1878"/>
                  </a:cubicBezTo>
                  <a:cubicBezTo>
                    <a:pt x="71" y="1878"/>
                    <a:pt x="86" y="1870"/>
                    <a:pt x="94" y="1853"/>
                  </a:cubicBezTo>
                  <a:cubicBezTo>
                    <a:pt x="194" y="1646"/>
                    <a:pt x="302" y="1431"/>
                    <a:pt x="418" y="1232"/>
                  </a:cubicBezTo>
                  <a:cubicBezTo>
                    <a:pt x="442" y="1339"/>
                    <a:pt x="500" y="1431"/>
                    <a:pt x="616" y="1480"/>
                  </a:cubicBezTo>
                  <a:cubicBezTo>
                    <a:pt x="657" y="1495"/>
                    <a:pt x="696" y="1502"/>
                    <a:pt x="733" y="1502"/>
                  </a:cubicBezTo>
                  <a:cubicBezTo>
                    <a:pt x="901" y="1502"/>
                    <a:pt x="1037" y="1368"/>
                    <a:pt x="1180" y="1273"/>
                  </a:cubicBezTo>
                  <a:cubicBezTo>
                    <a:pt x="1315" y="1173"/>
                    <a:pt x="1487" y="1129"/>
                    <a:pt x="1659" y="1129"/>
                  </a:cubicBezTo>
                  <a:cubicBezTo>
                    <a:pt x="1687" y="1129"/>
                    <a:pt x="1715" y="1130"/>
                    <a:pt x="1743" y="1132"/>
                  </a:cubicBezTo>
                  <a:cubicBezTo>
                    <a:pt x="1768" y="1215"/>
                    <a:pt x="1793" y="1290"/>
                    <a:pt x="1818" y="1364"/>
                  </a:cubicBezTo>
                  <a:cubicBezTo>
                    <a:pt x="1934" y="1696"/>
                    <a:pt x="2058" y="2118"/>
                    <a:pt x="2431" y="2243"/>
                  </a:cubicBezTo>
                  <a:cubicBezTo>
                    <a:pt x="2522" y="2276"/>
                    <a:pt x="2622" y="2284"/>
                    <a:pt x="2721" y="2292"/>
                  </a:cubicBezTo>
                  <a:cubicBezTo>
                    <a:pt x="2761" y="2292"/>
                    <a:pt x="2807" y="2296"/>
                    <a:pt x="2852" y="2296"/>
                  </a:cubicBezTo>
                  <a:cubicBezTo>
                    <a:pt x="2909" y="2296"/>
                    <a:pt x="2965" y="2290"/>
                    <a:pt x="3011" y="2267"/>
                  </a:cubicBezTo>
                  <a:cubicBezTo>
                    <a:pt x="3102" y="2226"/>
                    <a:pt x="3152" y="2135"/>
                    <a:pt x="3135" y="2044"/>
                  </a:cubicBezTo>
                  <a:cubicBezTo>
                    <a:pt x="3119" y="1936"/>
                    <a:pt x="3028" y="1878"/>
                    <a:pt x="2970" y="1795"/>
                  </a:cubicBezTo>
                  <a:cubicBezTo>
                    <a:pt x="2738" y="1505"/>
                    <a:pt x="2688" y="1116"/>
                    <a:pt x="2539" y="776"/>
                  </a:cubicBezTo>
                  <a:cubicBezTo>
                    <a:pt x="2431" y="519"/>
                    <a:pt x="2257" y="287"/>
                    <a:pt x="2008" y="171"/>
                  </a:cubicBezTo>
                  <a:cubicBezTo>
                    <a:pt x="1950" y="113"/>
                    <a:pt x="1884" y="63"/>
                    <a:pt x="1818" y="22"/>
                  </a:cubicBezTo>
                  <a:cubicBezTo>
                    <a:pt x="1803" y="13"/>
                    <a:pt x="1787" y="10"/>
                    <a:pt x="1770" y="10"/>
                  </a:cubicBezTo>
                  <a:cubicBezTo>
                    <a:pt x="1739" y="10"/>
                    <a:pt x="1707" y="22"/>
                    <a:pt x="1685" y="39"/>
                  </a:cubicBezTo>
                  <a:cubicBezTo>
                    <a:pt x="1636" y="22"/>
                    <a:pt x="1586" y="14"/>
                    <a:pt x="1528" y="5"/>
                  </a:cubicBezTo>
                  <a:cubicBezTo>
                    <a:pt x="1496" y="2"/>
                    <a:pt x="1463" y="1"/>
                    <a:pt x="14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32"/>
            <p:cNvSpPr/>
            <p:nvPr/>
          </p:nvSpPr>
          <p:spPr>
            <a:xfrm>
              <a:off x="5638400" y="2847250"/>
              <a:ext cx="56975" cy="42675"/>
            </a:xfrm>
            <a:custGeom>
              <a:rect b="b" l="l" r="r" t="t"/>
              <a:pathLst>
                <a:path extrusionOk="0" h="1707" w="2279">
                  <a:moveTo>
                    <a:pt x="1029" y="0"/>
                  </a:moveTo>
                  <a:cubicBezTo>
                    <a:pt x="949" y="0"/>
                    <a:pt x="868" y="10"/>
                    <a:pt x="787" y="29"/>
                  </a:cubicBezTo>
                  <a:cubicBezTo>
                    <a:pt x="646" y="70"/>
                    <a:pt x="497" y="145"/>
                    <a:pt x="373" y="253"/>
                  </a:cubicBezTo>
                  <a:cubicBezTo>
                    <a:pt x="215" y="335"/>
                    <a:pt x="0" y="485"/>
                    <a:pt x="8" y="683"/>
                  </a:cubicBezTo>
                  <a:cubicBezTo>
                    <a:pt x="8" y="711"/>
                    <a:pt x="35" y="732"/>
                    <a:pt x="62" y="732"/>
                  </a:cubicBezTo>
                  <a:cubicBezTo>
                    <a:pt x="75" y="732"/>
                    <a:pt x="89" y="727"/>
                    <a:pt x="99" y="717"/>
                  </a:cubicBezTo>
                  <a:cubicBezTo>
                    <a:pt x="99" y="717"/>
                    <a:pt x="108" y="708"/>
                    <a:pt x="116" y="700"/>
                  </a:cubicBezTo>
                  <a:lnTo>
                    <a:pt x="116" y="700"/>
                  </a:lnTo>
                  <a:cubicBezTo>
                    <a:pt x="116" y="733"/>
                    <a:pt x="108" y="766"/>
                    <a:pt x="108" y="799"/>
                  </a:cubicBezTo>
                  <a:cubicBezTo>
                    <a:pt x="116" y="982"/>
                    <a:pt x="224" y="1156"/>
                    <a:pt x="398" y="1230"/>
                  </a:cubicBezTo>
                  <a:cubicBezTo>
                    <a:pt x="448" y="1252"/>
                    <a:pt x="495" y="1261"/>
                    <a:pt x="541" y="1261"/>
                  </a:cubicBezTo>
                  <a:cubicBezTo>
                    <a:pt x="600" y="1261"/>
                    <a:pt x="656" y="1245"/>
                    <a:pt x="713" y="1222"/>
                  </a:cubicBezTo>
                  <a:cubicBezTo>
                    <a:pt x="725" y="1226"/>
                    <a:pt x="735" y="1228"/>
                    <a:pt x="746" y="1228"/>
                  </a:cubicBezTo>
                  <a:cubicBezTo>
                    <a:pt x="756" y="1228"/>
                    <a:pt x="766" y="1226"/>
                    <a:pt x="779" y="1222"/>
                  </a:cubicBezTo>
                  <a:cubicBezTo>
                    <a:pt x="882" y="1188"/>
                    <a:pt x="987" y="1171"/>
                    <a:pt x="1090" y="1171"/>
                  </a:cubicBezTo>
                  <a:cubicBezTo>
                    <a:pt x="1187" y="1171"/>
                    <a:pt x="1283" y="1186"/>
                    <a:pt x="1375" y="1214"/>
                  </a:cubicBezTo>
                  <a:cubicBezTo>
                    <a:pt x="1516" y="1280"/>
                    <a:pt x="1649" y="1355"/>
                    <a:pt x="1765" y="1454"/>
                  </a:cubicBezTo>
                  <a:cubicBezTo>
                    <a:pt x="1792" y="1476"/>
                    <a:pt x="1827" y="1487"/>
                    <a:pt x="1860" y="1487"/>
                  </a:cubicBezTo>
                  <a:cubicBezTo>
                    <a:pt x="1876" y="1487"/>
                    <a:pt x="1892" y="1484"/>
                    <a:pt x="1906" y="1479"/>
                  </a:cubicBezTo>
                  <a:cubicBezTo>
                    <a:pt x="1931" y="1529"/>
                    <a:pt x="1947" y="1570"/>
                    <a:pt x="1964" y="1620"/>
                  </a:cubicBezTo>
                  <a:cubicBezTo>
                    <a:pt x="1980" y="1680"/>
                    <a:pt x="2021" y="1707"/>
                    <a:pt x="2064" y="1707"/>
                  </a:cubicBezTo>
                  <a:cubicBezTo>
                    <a:pt x="2111" y="1707"/>
                    <a:pt x="2162" y="1675"/>
                    <a:pt x="2187" y="1620"/>
                  </a:cubicBezTo>
                  <a:cubicBezTo>
                    <a:pt x="2279" y="1404"/>
                    <a:pt x="2187" y="1131"/>
                    <a:pt x="2113" y="915"/>
                  </a:cubicBezTo>
                  <a:cubicBezTo>
                    <a:pt x="2096" y="849"/>
                    <a:pt x="2080" y="783"/>
                    <a:pt x="2063" y="717"/>
                  </a:cubicBezTo>
                  <a:cubicBezTo>
                    <a:pt x="2063" y="708"/>
                    <a:pt x="2055" y="700"/>
                    <a:pt x="2047" y="692"/>
                  </a:cubicBezTo>
                  <a:cubicBezTo>
                    <a:pt x="2030" y="601"/>
                    <a:pt x="1955" y="526"/>
                    <a:pt x="1889" y="460"/>
                  </a:cubicBezTo>
                  <a:cubicBezTo>
                    <a:pt x="1864" y="435"/>
                    <a:pt x="1831" y="410"/>
                    <a:pt x="1806" y="385"/>
                  </a:cubicBezTo>
                  <a:cubicBezTo>
                    <a:pt x="1781" y="360"/>
                    <a:pt x="1765" y="327"/>
                    <a:pt x="1740" y="302"/>
                  </a:cubicBezTo>
                  <a:cubicBezTo>
                    <a:pt x="1555" y="105"/>
                    <a:pt x="1297" y="0"/>
                    <a:pt x="10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32"/>
            <p:cNvSpPr/>
            <p:nvPr/>
          </p:nvSpPr>
          <p:spPr>
            <a:xfrm>
              <a:off x="5630675" y="2926000"/>
              <a:ext cx="160800" cy="68900"/>
            </a:xfrm>
            <a:custGeom>
              <a:rect b="b" l="l" r="r" t="t"/>
              <a:pathLst>
                <a:path extrusionOk="0" h="2756" w="6432">
                  <a:moveTo>
                    <a:pt x="5123" y="2422"/>
                  </a:moveTo>
                  <a:cubicBezTo>
                    <a:pt x="5123" y="2438"/>
                    <a:pt x="5131" y="2455"/>
                    <a:pt x="5139" y="2463"/>
                  </a:cubicBezTo>
                  <a:cubicBezTo>
                    <a:pt x="5126" y="2462"/>
                    <a:pt x="5112" y="2462"/>
                    <a:pt x="5099" y="2462"/>
                  </a:cubicBezTo>
                  <a:cubicBezTo>
                    <a:pt x="5013" y="2462"/>
                    <a:pt x="4928" y="2482"/>
                    <a:pt x="4849" y="2496"/>
                  </a:cubicBezTo>
                  <a:cubicBezTo>
                    <a:pt x="4749" y="2503"/>
                    <a:pt x="4648" y="2515"/>
                    <a:pt x="4548" y="2515"/>
                  </a:cubicBezTo>
                  <a:cubicBezTo>
                    <a:pt x="4524" y="2515"/>
                    <a:pt x="4500" y="2515"/>
                    <a:pt x="4477" y="2513"/>
                  </a:cubicBezTo>
                  <a:cubicBezTo>
                    <a:pt x="4352" y="2513"/>
                    <a:pt x="4228" y="2488"/>
                    <a:pt x="4104" y="2463"/>
                  </a:cubicBezTo>
                  <a:lnTo>
                    <a:pt x="4104" y="2463"/>
                  </a:lnTo>
                  <a:cubicBezTo>
                    <a:pt x="4211" y="2476"/>
                    <a:pt x="4319" y="2481"/>
                    <a:pt x="4427" y="2481"/>
                  </a:cubicBezTo>
                  <a:cubicBezTo>
                    <a:pt x="4602" y="2481"/>
                    <a:pt x="4778" y="2467"/>
                    <a:pt x="4957" y="2447"/>
                  </a:cubicBezTo>
                  <a:cubicBezTo>
                    <a:pt x="5007" y="2438"/>
                    <a:pt x="5065" y="2430"/>
                    <a:pt x="5123" y="2422"/>
                  </a:cubicBezTo>
                  <a:close/>
                  <a:moveTo>
                    <a:pt x="4050" y="0"/>
                  </a:moveTo>
                  <a:cubicBezTo>
                    <a:pt x="4029" y="0"/>
                    <a:pt x="4009" y="15"/>
                    <a:pt x="4004" y="44"/>
                  </a:cubicBezTo>
                  <a:cubicBezTo>
                    <a:pt x="3988" y="234"/>
                    <a:pt x="3806" y="384"/>
                    <a:pt x="3656" y="466"/>
                  </a:cubicBezTo>
                  <a:cubicBezTo>
                    <a:pt x="3482" y="574"/>
                    <a:pt x="3308" y="657"/>
                    <a:pt x="3159" y="781"/>
                  </a:cubicBezTo>
                  <a:cubicBezTo>
                    <a:pt x="3035" y="872"/>
                    <a:pt x="2902" y="980"/>
                    <a:pt x="2820" y="1113"/>
                  </a:cubicBezTo>
                  <a:cubicBezTo>
                    <a:pt x="2803" y="1097"/>
                    <a:pt x="2781" y="1088"/>
                    <a:pt x="2757" y="1088"/>
                  </a:cubicBezTo>
                  <a:cubicBezTo>
                    <a:pt x="2745" y="1088"/>
                    <a:pt x="2732" y="1090"/>
                    <a:pt x="2720" y="1096"/>
                  </a:cubicBezTo>
                  <a:cubicBezTo>
                    <a:pt x="2662" y="1055"/>
                    <a:pt x="2596" y="1022"/>
                    <a:pt x="2521" y="988"/>
                  </a:cubicBezTo>
                  <a:cubicBezTo>
                    <a:pt x="2405" y="939"/>
                    <a:pt x="2289" y="889"/>
                    <a:pt x="2182" y="823"/>
                  </a:cubicBezTo>
                  <a:cubicBezTo>
                    <a:pt x="2182" y="823"/>
                    <a:pt x="2173" y="814"/>
                    <a:pt x="2173" y="814"/>
                  </a:cubicBezTo>
                  <a:cubicBezTo>
                    <a:pt x="2165" y="814"/>
                    <a:pt x="2165" y="806"/>
                    <a:pt x="2157" y="806"/>
                  </a:cubicBezTo>
                  <a:cubicBezTo>
                    <a:pt x="2132" y="781"/>
                    <a:pt x="2107" y="765"/>
                    <a:pt x="2074" y="748"/>
                  </a:cubicBezTo>
                  <a:cubicBezTo>
                    <a:pt x="1900" y="607"/>
                    <a:pt x="1776" y="408"/>
                    <a:pt x="1784" y="176"/>
                  </a:cubicBezTo>
                  <a:cubicBezTo>
                    <a:pt x="1792" y="118"/>
                    <a:pt x="1751" y="69"/>
                    <a:pt x="1701" y="52"/>
                  </a:cubicBezTo>
                  <a:cubicBezTo>
                    <a:pt x="1694" y="51"/>
                    <a:pt x="1686" y="51"/>
                    <a:pt x="1679" y="51"/>
                  </a:cubicBezTo>
                  <a:cubicBezTo>
                    <a:pt x="1630" y="51"/>
                    <a:pt x="1589" y="74"/>
                    <a:pt x="1560" y="110"/>
                  </a:cubicBezTo>
                  <a:cubicBezTo>
                    <a:pt x="1394" y="350"/>
                    <a:pt x="1577" y="665"/>
                    <a:pt x="1718" y="864"/>
                  </a:cubicBezTo>
                  <a:cubicBezTo>
                    <a:pt x="1751" y="914"/>
                    <a:pt x="1784" y="964"/>
                    <a:pt x="1825" y="1013"/>
                  </a:cubicBezTo>
                  <a:cubicBezTo>
                    <a:pt x="1776" y="1030"/>
                    <a:pt x="1718" y="1046"/>
                    <a:pt x="1668" y="1063"/>
                  </a:cubicBezTo>
                  <a:cubicBezTo>
                    <a:pt x="1560" y="1096"/>
                    <a:pt x="1461" y="1121"/>
                    <a:pt x="1353" y="1146"/>
                  </a:cubicBezTo>
                  <a:cubicBezTo>
                    <a:pt x="1245" y="1171"/>
                    <a:pt x="1121" y="1187"/>
                    <a:pt x="1030" y="1254"/>
                  </a:cubicBezTo>
                  <a:cubicBezTo>
                    <a:pt x="988" y="1278"/>
                    <a:pt x="980" y="1336"/>
                    <a:pt x="997" y="1378"/>
                  </a:cubicBezTo>
                  <a:lnTo>
                    <a:pt x="922" y="1378"/>
                  </a:lnTo>
                  <a:cubicBezTo>
                    <a:pt x="798" y="1378"/>
                    <a:pt x="674" y="1361"/>
                    <a:pt x="549" y="1353"/>
                  </a:cubicBezTo>
                  <a:cubicBezTo>
                    <a:pt x="309" y="1353"/>
                    <a:pt x="176" y="1568"/>
                    <a:pt x="268" y="1792"/>
                  </a:cubicBezTo>
                  <a:cubicBezTo>
                    <a:pt x="350" y="1974"/>
                    <a:pt x="541" y="2115"/>
                    <a:pt x="715" y="2206"/>
                  </a:cubicBezTo>
                  <a:cubicBezTo>
                    <a:pt x="740" y="2215"/>
                    <a:pt x="765" y="2231"/>
                    <a:pt x="790" y="2240"/>
                  </a:cubicBezTo>
                  <a:cubicBezTo>
                    <a:pt x="516" y="2165"/>
                    <a:pt x="268" y="2016"/>
                    <a:pt x="77" y="1800"/>
                  </a:cubicBezTo>
                  <a:cubicBezTo>
                    <a:pt x="68" y="1792"/>
                    <a:pt x="59" y="1788"/>
                    <a:pt x="49" y="1788"/>
                  </a:cubicBezTo>
                  <a:cubicBezTo>
                    <a:pt x="23" y="1788"/>
                    <a:pt x="1" y="1817"/>
                    <a:pt x="19" y="1842"/>
                  </a:cubicBezTo>
                  <a:cubicBezTo>
                    <a:pt x="201" y="2182"/>
                    <a:pt x="549" y="2405"/>
                    <a:pt x="914" y="2488"/>
                  </a:cubicBezTo>
                  <a:cubicBezTo>
                    <a:pt x="1029" y="2513"/>
                    <a:pt x="1145" y="2524"/>
                    <a:pt x="1261" y="2524"/>
                  </a:cubicBezTo>
                  <a:cubicBezTo>
                    <a:pt x="1572" y="2524"/>
                    <a:pt x="1881" y="2443"/>
                    <a:pt x="2165" y="2322"/>
                  </a:cubicBezTo>
                  <a:cubicBezTo>
                    <a:pt x="2397" y="2215"/>
                    <a:pt x="2621" y="2082"/>
                    <a:pt x="2795" y="1892"/>
                  </a:cubicBezTo>
                  <a:cubicBezTo>
                    <a:pt x="2836" y="1850"/>
                    <a:pt x="2797" y="1792"/>
                    <a:pt x="2750" y="1792"/>
                  </a:cubicBezTo>
                  <a:cubicBezTo>
                    <a:pt x="2740" y="1792"/>
                    <a:pt x="2730" y="1795"/>
                    <a:pt x="2720" y="1800"/>
                  </a:cubicBezTo>
                  <a:cubicBezTo>
                    <a:pt x="2679" y="1817"/>
                    <a:pt x="2646" y="1834"/>
                    <a:pt x="2604" y="1850"/>
                  </a:cubicBezTo>
                  <a:cubicBezTo>
                    <a:pt x="2621" y="1834"/>
                    <a:pt x="2637" y="1817"/>
                    <a:pt x="2654" y="1800"/>
                  </a:cubicBezTo>
                  <a:cubicBezTo>
                    <a:pt x="2712" y="1734"/>
                    <a:pt x="2762" y="1660"/>
                    <a:pt x="2803" y="1577"/>
                  </a:cubicBezTo>
                  <a:cubicBezTo>
                    <a:pt x="2828" y="1684"/>
                    <a:pt x="2844" y="1792"/>
                    <a:pt x="2886" y="1892"/>
                  </a:cubicBezTo>
                  <a:cubicBezTo>
                    <a:pt x="2919" y="1999"/>
                    <a:pt x="2969" y="2099"/>
                    <a:pt x="3035" y="2190"/>
                  </a:cubicBezTo>
                  <a:cubicBezTo>
                    <a:pt x="3192" y="2397"/>
                    <a:pt x="3416" y="2496"/>
                    <a:pt x="3656" y="2579"/>
                  </a:cubicBezTo>
                  <a:cubicBezTo>
                    <a:pt x="3913" y="2662"/>
                    <a:pt x="4178" y="2745"/>
                    <a:pt x="4452" y="2753"/>
                  </a:cubicBezTo>
                  <a:cubicBezTo>
                    <a:pt x="4477" y="2755"/>
                    <a:pt x="4501" y="2755"/>
                    <a:pt x="4526" y="2755"/>
                  </a:cubicBezTo>
                  <a:cubicBezTo>
                    <a:pt x="4640" y="2755"/>
                    <a:pt x="4750" y="2741"/>
                    <a:pt x="4866" y="2720"/>
                  </a:cubicBezTo>
                  <a:cubicBezTo>
                    <a:pt x="4990" y="2695"/>
                    <a:pt x="5139" y="2670"/>
                    <a:pt x="5247" y="2588"/>
                  </a:cubicBezTo>
                  <a:cubicBezTo>
                    <a:pt x="5272" y="2563"/>
                    <a:pt x="5264" y="2513"/>
                    <a:pt x="5247" y="2488"/>
                  </a:cubicBezTo>
                  <a:lnTo>
                    <a:pt x="5247" y="2488"/>
                  </a:lnTo>
                  <a:cubicBezTo>
                    <a:pt x="5313" y="2505"/>
                    <a:pt x="5380" y="2513"/>
                    <a:pt x="5446" y="2530"/>
                  </a:cubicBezTo>
                  <a:cubicBezTo>
                    <a:pt x="5537" y="2554"/>
                    <a:pt x="5637" y="2588"/>
                    <a:pt x="5736" y="2588"/>
                  </a:cubicBezTo>
                  <a:cubicBezTo>
                    <a:pt x="5777" y="2588"/>
                    <a:pt x="5786" y="2538"/>
                    <a:pt x="5753" y="2513"/>
                  </a:cubicBezTo>
                  <a:cubicBezTo>
                    <a:pt x="5670" y="2463"/>
                    <a:pt x="5562" y="2447"/>
                    <a:pt x="5471" y="2422"/>
                  </a:cubicBezTo>
                  <a:cubicBezTo>
                    <a:pt x="5454" y="2422"/>
                    <a:pt x="5429" y="2414"/>
                    <a:pt x="5413" y="2414"/>
                  </a:cubicBezTo>
                  <a:cubicBezTo>
                    <a:pt x="5496" y="2414"/>
                    <a:pt x="5579" y="2422"/>
                    <a:pt x="5653" y="2447"/>
                  </a:cubicBezTo>
                  <a:cubicBezTo>
                    <a:pt x="5744" y="2472"/>
                    <a:pt x="5819" y="2505"/>
                    <a:pt x="5902" y="2554"/>
                  </a:cubicBezTo>
                  <a:cubicBezTo>
                    <a:pt x="5976" y="2604"/>
                    <a:pt x="6043" y="2670"/>
                    <a:pt x="6109" y="2737"/>
                  </a:cubicBezTo>
                  <a:cubicBezTo>
                    <a:pt x="6121" y="2749"/>
                    <a:pt x="6134" y="2754"/>
                    <a:pt x="6147" y="2754"/>
                  </a:cubicBezTo>
                  <a:cubicBezTo>
                    <a:pt x="6180" y="2754"/>
                    <a:pt x="6211" y="2722"/>
                    <a:pt x="6217" y="2687"/>
                  </a:cubicBezTo>
                  <a:cubicBezTo>
                    <a:pt x="6432" y="2554"/>
                    <a:pt x="6407" y="2264"/>
                    <a:pt x="6275" y="2066"/>
                  </a:cubicBezTo>
                  <a:cubicBezTo>
                    <a:pt x="6109" y="1834"/>
                    <a:pt x="5844" y="1684"/>
                    <a:pt x="5570" y="1602"/>
                  </a:cubicBezTo>
                  <a:cubicBezTo>
                    <a:pt x="5537" y="1593"/>
                    <a:pt x="5504" y="1585"/>
                    <a:pt x="5471" y="1577"/>
                  </a:cubicBezTo>
                  <a:lnTo>
                    <a:pt x="5487" y="1577"/>
                  </a:lnTo>
                  <a:cubicBezTo>
                    <a:pt x="5512" y="1552"/>
                    <a:pt x="5521" y="1510"/>
                    <a:pt x="5487" y="1494"/>
                  </a:cubicBezTo>
                  <a:cubicBezTo>
                    <a:pt x="5425" y="1463"/>
                    <a:pt x="5349" y="1453"/>
                    <a:pt x="5272" y="1453"/>
                  </a:cubicBezTo>
                  <a:cubicBezTo>
                    <a:pt x="5186" y="1453"/>
                    <a:pt x="5098" y="1465"/>
                    <a:pt x="5023" y="1469"/>
                  </a:cubicBezTo>
                  <a:cubicBezTo>
                    <a:pt x="4858" y="1469"/>
                    <a:pt x="4692" y="1461"/>
                    <a:pt x="4535" y="1436"/>
                  </a:cubicBezTo>
                  <a:cubicBezTo>
                    <a:pt x="4435" y="1411"/>
                    <a:pt x="4327" y="1386"/>
                    <a:pt x="4236" y="1353"/>
                  </a:cubicBezTo>
                  <a:cubicBezTo>
                    <a:pt x="4187" y="1312"/>
                    <a:pt x="4145" y="1262"/>
                    <a:pt x="4104" y="1212"/>
                  </a:cubicBezTo>
                  <a:lnTo>
                    <a:pt x="4104" y="1212"/>
                  </a:lnTo>
                  <a:cubicBezTo>
                    <a:pt x="4187" y="1254"/>
                    <a:pt x="4278" y="1278"/>
                    <a:pt x="4369" y="1303"/>
                  </a:cubicBezTo>
                  <a:cubicBezTo>
                    <a:pt x="4427" y="1312"/>
                    <a:pt x="4485" y="1320"/>
                    <a:pt x="4543" y="1328"/>
                  </a:cubicBezTo>
                  <a:lnTo>
                    <a:pt x="4626" y="1328"/>
                  </a:lnTo>
                  <a:cubicBezTo>
                    <a:pt x="4659" y="1328"/>
                    <a:pt x="4684" y="1320"/>
                    <a:pt x="4717" y="1303"/>
                  </a:cubicBezTo>
                  <a:cubicBezTo>
                    <a:pt x="4742" y="1295"/>
                    <a:pt x="4733" y="1245"/>
                    <a:pt x="4709" y="1237"/>
                  </a:cubicBezTo>
                  <a:cubicBezTo>
                    <a:pt x="4651" y="1220"/>
                    <a:pt x="4601" y="1229"/>
                    <a:pt x="4551" y="1220"/>
                  </a:cubicBezTo>
                  <a:cubicBezTo>
                    <a:pt x="4493" y="1220"/>
                    <a:pt x="4435" y="1212"/>
                    <a:pt x="4385" y="1204"/>
                  </a:cubicBezTo>
                  <a:cubicBezTo>
                    <a:pt x="4278" y="1187"/>
                    <a:pt x="4170" y="1154"/>
                    <a:pt x="4071" y="1121"/>
                  </a:cubicBezTo>
                  <a:cubicBezTo>
                    <a:pt x="4067" y="1117"/>
                    <a:pt x="4062" y="1115"/>
                    <a:pt x="4059" y="1115"/>
                  </a:cubicBezTo>
                  <a:cubicBezTo>
                    <a:pt x="4056" y="1115"/>
                    <a:pt x="4054" y="1117"/>
                    <a:pt x="4054" y="1121"/>
                  </a:cubicBezTo>
                  <a:cubicBezTo>
                    <a:pt x="4046" y="1104"/>
                    <a:pt x="4038" y="1096"/>
                    <a:pt x="4038" y="1088"/>
                  </a:cubicBezTo>
                  <a:cubicBezTo>
                    <a:pt x="3988" y="947"/>
                    <a:pt x="3980" y="806"/>
                    <a:pt x="4013" y="665"/>
                  </a:cubicBezTo>
                  <a:cubicBezTo>
                    <a:pt x="4029" y="591"/>
                    <a:pt x="4062" y="533"/>
                    <a:pt x="4096" y="466"/>
                  </a:cubicBezTo>
                  <a:cubicBezTo>
                    <a:pt x="4137" y="392"/>
                    <a:pt x="4195" y="326"/>
                    <a:pt x="4211" y="251"/>
                  </a:cubicBezTo>
                  <a:cubicBezTo>
                    <a:pt x="4219" y="193"/>
                    <a:pt x="4181" y="140"/>
                    <a:pt x="4126" y="140"/>
                  </a:cubicBezTo>
                  <a:cubicBezTo>
                    <a:pt x="4119" y="140"/>
                    <a:pt x="4112" y="141"/>
                    <a:pt x="4104" y="143"/>
                  </a:cubicBezTo>
                  <a:cubicBezTo>
                    <a:pt x="4104" y="110"/>
                    <a:pt x="4104" y="85"/>
                    <a:pt x="4096" y="44"/>
                  </a:cubicBezTo>
                  <a:cubicBezTo>
                    <a:pt x="4091" y="15"/>
                    <a:pt x="4071" y="0"/>
                    <a:pt x="40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32"/>
            <p:cNvSpPr/>
            <p:nvPr/>
          </p:nvSpPr>
          <p:spPr>
            <a:xfrm>
              <a:off x="5599650" y="2914650"/>
              <a:ext cx="48300" cy="91650"/>
            </a:xfrm>
            <a:custGeom>
              <a:rect b="b" l="l" r="r" t="t"/>
              <a:pathLst>
                <a:path extrusionOk="0" h="3666" w="1932">
                  <a:moveTo>
                    <a:pt x="1168" y="0"/>
                  </a:moveTo>
                  <a:cubicBezTo>
                    <a:pt x="1166" y="0"/>
                    <a:pt x="1163" y="0"/>
                    <a:pt x="1161" y="1"/>
                  </a:cubicBezTo>
                  <a:cubicBezTo>
                    <a:pt x="953" y="17"/>
                    <a:pt x="771" y="75"/>
                    <a:pt x="605" y="200"/>
                  </a:cubicBezTo>
                  <a:cubicBezTo>
                    <a:pt x="440" y="324"/>
                    <a:pt x="274" y="490"/>
                    <a:pt x="150" y="672"/>
                  </a:cubicBezTo>
                  <a:cubicBezTo>
                    <a:pt x="26" y="862"/>
                    <a:pt x="1" y="1119"/>
                    <a:pt x="1" y="1351"/>
                  </a:cubicBezTo>
                  <a:cubicBezTo>
                    <a:pt x="1" y="1575"/>
                    <a:pt x="17" y="1857"/>
                    <a:pt x="175" y="2031"/>
                  </a:cubicBezTo>
                  <a:cubicBezTo>
                    <a:pt x="187" y="2047"/>
                    <a:pt x="204" y="2054"/>
                    <a:pt x="220" y="2054"/>
                  </a:cubicBezTo>
                  <a:cubicBezTo>
                    <a:pt x="237" y="2054"/>
                    <a:pt x="253" y="2047"/>
                    <a:pt x="266" y="2039"/>
                  </a:cubicBezTo>
                  <a:cubicBezTo>
                    <a:pt x="291" y="2138"/>
                    <a:pt x="324" y="2238"/>
                    <a:pt x="390" y="2296"/>
                  </a:cubicBezTo>
                  <a:cubicBezTo>
                    <a:pt x="412" y="2318"/>
                    <a:pt x="434" y="2325"/>
                    <a:pt x="459" y="2325"/>
                  </a:cubicBezTo>
                  <a:cubicBezTo>
                    <a:pt x="471" y="2325"/>
                    <a:pt x="484" y="2323"/>
                    <a:pt x="498" y="2321"/>
                  </a:cubicBezTo>
                  <a:cubicBezTo>
                    <a:pt x="547" y="2437"/>
                    <a:pt x="605" y="2561"/>
                    <a:pt x="713" y="2627"/>
                  </a:cubicBezTo>
                  <a:cubicBezTo>
                    <a:pt x="721" y="2636"/>
                    <a:pt x="738" y="2636"/>
                    <a:pt x="746" y="2636"/>
                  </a:cubicBezTo>
                  <a:cubicBezTo>
                    <a:pt x="790" y="2709"/>
                    <a:pt x="854" y="2763"/>
                    <a:pt x="937" y="2763"/>
                  </a:cubicBezTo>
                  <a:cubicBezTo>
                    <a:pt x="947" y="2763"/>
                    <a:pt x="959" y="2762"/>
                    <a:pt x="970" y="2760"/>
                  </a:cubicBezTo>
                  <a:lnTo>
                    <a:pt x="978" y="2760"/>
                  </a:lnTo>
                  <a:cubicBezTo>
                    <a:pt x="987" y="2776"/>
                    <a:pt x="995" y="2793"/>
                    <a:pt x="1003" y="2810"/>
                  </a:cubicBezTo>
                  <a:cubicBezTo>
                    <a:pt x="1061" y="2926"/>
                    <a:pt x="1136" y="3075"/>
                    <a:pt x="1260" y="3124"/>
                  </a:cubicBezTo>
                  <a:cubicBezTo>
                    <a:pt x="1285" y="3124"/>
                    <a:pt x="1301" y="3116"/>
                    <a:pt x="1318" y="3100"/>
                  </a:cubicBezTo>
                  <a:cubicBezTo>
                    <a:pt x="1326" y="3116"/>
                    <a:pt x="1335" y="3133"/>
                    <a:pt x="1343" y="3141"/>
                  </a:cubicBezTo>
                  <a:cubicBezTo>
                    <a:pt x="1384" y="3191"/>
                    <a:pt x="1426" y="3232"/>
                    <a:pt x="1484" y="3257"/>
                  </a:cubicBezTo>
                  <a:cubicBezTo>
                    <a:pt x="1492" y="3265"/>
                    <a:pt x="1509" y="3265"/>
                    <a:pt x="1525" y="3265"/>
                  </a:cubicBezTo>
                  <a:cubicBezTo>
                    <a:pt x="1550" y="3298"/>
                    <a:pt x="1575" y="3340"/>
                    <a:pt x="1600" y="3381"/>
                  </a:cubicBezTo>
                  <a:cubicBezTo>
                    <a:pt x="1633" y="3431"/>
                    <a:pt x="1674" y="3489"/>
                    <a:pt x="1716" y="3539"/>
                  </a:cubicBezTo>
                  <a:cubicBezTo>
                    <a:pt x="1757" y="3588"/>
                    <a:pt x="1807" y="3655"/>
                    <a:pt x="1873" y="3663"/>
                  </a:cubicBezTo>
                  <a:cubicBezTo>
                    <a:pt x="1877" y="3664"/>
                    <a:pt x="1882" y="3665"/>
                    <a:pt x="1886" y="3665"/>
                  </a:cubicBezTo>
                  <a:cubicBezTo>
                    <a:pt x="1908" y="3665"/>
                    <a:pt x="1931" y="3649"/>
                    <a:pt x="1931" y="3622"/>
                  </a:cubicBezTo>
                  <a:cubicBezTo>
                    <a:pt x="1931" y="3564"/>
                    <a:pt x="1890" y="3506"/>
                    <a:pt x="1857" y="3464"/>
                  </a:cubicBezTo>
                  <a:cubicBezTo>
                    <a:pt x="1823" y="3414"/>
                    <a:pt x="1782" y="3365"/>
                    <a:pt x="1749" y="3315"/>
                  </a:cubicBezTo>
                  <a:cubicBezTo>
                    <a:pt x="1774" y="3307"/>
                    <a:pt x="1799" y="3282"/>
                    <a:pt x="1790" y="3240"/>
                  </a:cubicBezTo>
                  <a:cubicBezTo>
                    <a:pt x="1790" y="3216"/>
                    <a:pt x="1782" y="3191"/>
                    <a:pt x="1765" y="3166"/>
                  </a:cubicBezTo>
                  <a:cubicBezTo>
                    <a:pt x="1757" y="3149"/>
                    <a:pt x="1741" y="3133"/>
                    <a:pt x="1732" y="3116"/>
                  </a:cubicBezTo>
                  <a:cubicBezTo>
                    <a:pt x="1707" y="3075"/>
                    <a:pt x="1691" y="3033"/>
                    <a:pt x="1666" y="3000"/>
                  </a:cubicBezTo>
                  <a:cubicBezTo>
                    <a:pt x="1616" y="2917"/>
                    <a:pt x="1575" y="2843"/>
                    <a:pt x="1533" y="2760"/>
                  </a:cubicBezTo>
                  <a:cubicBezTo>
                    <a:pt x="1519" y="2738"/>
                    <a:pt x="1500" y="2729"/>
                    <a:pt x="1482" y="2729"/>
                  </a:cubicBezTo>
                  <a:cubicBezTo>
                    <a:pt x="1458" y="2729"/>
                    <a:pt x="1435" y="2745"/>
                    <a:pt x="1426" y="2768"/>
                  </a:cubicBezTo>
                  <a:cubicBezTo>
                    <a:pt x="1335" y="2594"/>
                    <a:pt x="1260" y="2404"/>
                    <a:pt x="1202" y="2221"/>
                  </a:cubicBezTo>
                  <a:cubicBezTo>
                    <a:pt x="1192" y="2191"/>
                    <a:pt x="1169" y="2179"/>
                    <a:pt x="1146" y="2179"/>
                  </a:cubicBezTo>
                  <a:cubicBezTo>
                    <a:pt x="1112" y="2179"/>
                    <a:pt x="1079" y="2207"/>
                    <a:pt x="1094" y="2246"/>
                  </a:cubicBezTo>
                  <a:cubicBezTo>
                    <a:pt x="1111" y="2337"/>
                    <a:pt x="1144" y="2420"/>
                    <a:pt x="1169" y="2503"/>
                  </a:cubicBezTo>
                  <a:cubicBezTo>
                    <a:pt x="1094" y="2346"/>
                    <a:pt x="1028" y="2180"/>
                    <a:pt x="978" y="2014"/>
                  </a:cubicBezTo>
                  <a:cubicBezTo>
                    <a:pt x="966" y="1989"/>
                    <a:pt x="943" y="1978"/>
                    <a:pt x="922" y="1978"/>
                  </a:cubicBezTo>
                  <a:cubicBezTo>
                    <a:pt x="916" y="1978"/>
                    <a:pt x="910" y="1979"/>
                    <a:pt x="904" y="1981"/>
                  </a:cubicBezTo>
                  <a:cubicBezTo>
                    <a:pt x="862" y="1840"/>
                    <a:pt x="846" y="1691"/>
                    <a:pt x="829" y="1542"/>
                  </a:cubicBezTo>
                  <a:cubicBezTo>
                    <a:pt x="829" y="1505"/>
                    <a:pt x="800" y="1486"/>
                    <a:pt x="771" y="1486"/>
                  </a:cubicBezTo>
                  <a:cubicBezTo>
                    <a:pt x="742" y="1486"/>
                    <a:pt x="713" y="1505"/>
                    <a:pt x="713" y="1542"/>
                  </a:cubicBezTo>
                  <a:cubicBezTo>
                    <a:pt x="713" y="1716"/>
                    <a:pt x="721" y="1890"/>
                    <a:pt x="755" y="2064"/>
                  </a:cubicBezTo>
                  <a:cubicBezTo>
                    <a:pt x="746" y="2047"/>
                    <a:pt x="746" y="2031"/>
                    <a:pt x="738" y="2014"/>
                  </a:cubicBezTo>
                  <a:cubicBezTo>
                    <a:pt x="655" y="1766"/>
                    <a:pt x="589" y="1500"/>
                    <a:pt x="589" y="1235"/>
                  </a:cubicBezTo>
                  <a:cubicBezTo>
                    <a:pt x="596" y="1189"/>
                    <a:pt x="560" y="1164"/>
                    <a:pt x="525" y="1164"/>
                  </a:cubicBezTo>
                  <a:cubicBezTo>
                    <a:pt x="515" y="1164"/>
                    <a:pt x="506" y="1166"/>
                    <a:pt x="498" y="1169"/>
                  </a:cubicBezTo>
                  <a:cubicBezTo>
                    <a:pt x="498" y="1103"/>
                    <a:pt x="506" y="1028"/>
                    <a:pt x="514" y="962"/>
                  </a:cubicBezTo>
                  <a:cubicBezTo>
                    <a:pt x="514" y="937"/>
                    <a:pt x="498" y="920"/>
                    <a:pt x="481" y="912"/>
                  </a:cubicBezTo>
                  <a:cubicBezTo>
                    <a:pt x="498" y="829"/>
                    <a:pt x="523" y="746"/>
                    <a:pt x="547" y="672"/>
                  </a:cubicBezTo>
                  <a:cubicBezTo>
                    <a:pt x="564" y="639"/>
                    <a:pt x="539" y="606"/>
                    <a:pt x="506" y="597"/>
                  </a:cubicBezTo>
                  <a:cubicBezTo>
                    <a:pt x="572" y="523"/>
                    <a:pt x="647" y="448"/>
                    <a:pt x="713" y="382"/>
                  </a:cubicBezTo>
                  <a:cubicBezTo>
                    <a:pt x="846" y="258"/>
                    <a:pt x="995" y="133"/>
                    <a:pt x="1169" y="84"/>
                  </a:cubicBezTo>
                  <a:cubicBezTo>
                    <a:pt x="1208" y="68"/>
                    <a:pt x="1210" y="0"/>
                    <a:pt x="1168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32"/>
            <p:cNvSpPr/>
            <p:nvPr/>
          </p:nvSpPr>
          <p:spPr>
            <a:xfrm>
              <a:off x="5551600" y="2812450"/>
              <a:ext cx="92075" cy="116525"/>
            </a:xfrm>
            <a:custGeom>
              <a:rect b="b" l="l" r="r" t="t"/>
              <a:pathLst>
                <a:path extrusionOk="0" h="4661" w="3683">
                  <a:moveTo>
                    <a:pt x="3592" y="0"/>
                  </a:moveTo>
                  <a:cubicBezTo>
                    <a:pt x="3586" y="0"/>
                    <a:pt x="3579" y="1"/>
                    <a:pt x="3571" y="4"/>
                  </a:cubicBezTo>
                  <a:cubicBezTo>
                    <a:pt x="3323" y="103"/>
                    <a:pt x="3165" y="327"/>
                    <a:pt x="3058" y="567"/>
                  </a:cubicBezTo>
                  <a:cubicBezTo>
                    <a:pt x="2950" y="642"/>
                    <a:pt x="2867" y="741"/>
                    <a:pt x="2801" y="841"/>
                  </a:cubicBezTo>
                  <a:cubicBezTo>
                    <a:pt x="2817" y="816"/>
                    <a:pt x="2826" y="791"/>
                    <a:pt x="2834" y="775"/>
                  </a:cubicBezTo>
                  <a:cubicBezTo>
                    <a:pt x="2859" y="717"/>
                    <a:pt x="2892" y="667"/>
                    <a:pt x="2917" y="609"/>
                  </a:cubicBezTo>
                  <a:cubicBezTo>
                    <a:pt x="2942" y="567"/>
                    <a:pt x="2975" y="526"/>
                    <a:pt x="2983" y="476"/>
                  </a:cubicBezTo>
                  <a:cubicBezTo>
                    <a:pt x="2983" y="456"/>
                    <a:pt x="2966" y="441"/>
                    <a:pt x="2947" y="441"/>
                  </a:cubicBezTo>
                  <a:cubicBezTo>
                    <a:pt x="2942" y="441"/>
                    <a:pt x="2938" y="442"/>
                    <a:pt x="2933" y="443"/>
                  </a:cubicBezTo>
                  <a:cubicBezTo>
                    <a:pt x="2842" y="460"/>
                    <a:pt x="2776" y="576"/>
                    <a:pt x="2726" y="650"/>
                  </a:cubicBezTo>
                  <a:cubicBezTo>
                    <a:pt x="2668" y="750"/>
                    <a:pt x="2627" y="849"/>
                    <a:pt x="2585" y="949"/>
                  </a:cubicBezTo>
                  <a:cubicBezTo>
                    <a:pt x="2494" y="1172"/>
                    <a:pt x="2436" y="1404"/>
                    <a:pt x="2370" y="1636"/>
                  </a:cubicBezTo>
                  <a:cubicBezTo>
                    <a:pt x="2295" y="1877"/>
                    <a:pt x="2204" y="2125"/>
                    <a:pt x="2055" y="2324"/>
                  </a:cubicBezTo>
                  <a:cubicBezTo>
                    <a:pt x="1981" y="2382"/>
                    <a:pt x="1898" y="2432"/>
                    <a:pt x="1815" y="2465"/>
                  </a:cubicBezTo>
                  <a:cubicBezTo>
                    <a:pt x="1757" y="2490"/>
                    <a:pt x="1682" y="2498"/>
                    <a:pt x="1624" y="2523"/>
                  </a:cubicBezTo>
                  <a:lnTo>
                    <a:pt x="1616" y="2523"/>
                  </a:lnTo>
                  <a:cubicBezTo>
                    <a:pt x="1616" y="2506"/>
                    <a:pt x="1616" y="2490"/>
                    <a:pt x="1616" y="2473"/>
                  </a:cubicBezTo>
                  <a:cubicBezTo>
                    <a:pt x="1616" y="2440"/>
                    <a:pt x="1624" y="2399"/>
                    <a:pt x="1624" y="2357"/>
                  </a:cubicBezTo>
                  <a:cubicBezTo>
                    <a:pt x="1641" y="2200"/>
                    <a:pt x="1666" y="2051"/>
                    <a:pt x="1707" y="1893"/>
                  </a:cubicBezTo>
                  <a:cubicBezTo>
                    <a:pt x="1716" y="1877"/>
                    <a:pt x="1716" y="1860"/>
                    <a:pt x="1707" y="1843"/>
                  </a:cubicBezTo>
                  <a:cubicBezTo>
                    <a:pt x="1740" y="1794"/>
                    <a:pt x="1765" y="1736"/>
                    <a:pt x="1798" y="1686"/>
                  </a:cubicBezTo>
                  <a:cubicBezTo>
                    <a:pt x="1848" y="1603"/>
                    <a:pt x="1964" y="1487"/>
                    <a:pt x="1931" y="1396"/>
                  </a:cubicBezTo>
                  <a:cubicBezTo>
                    <a:pt x="1923" y="1363"/>
                    <a:pt x="1906" y="1346"/>
                    <a:pt x="1873" y="1346"/>
                  </a:cubicBezTo>
                  <a:cubicBezTo>
                    <a:pt x="1868" y="1346"/>
                    <a:pt x="1863" y="1345"/>
                    <a:pt x="1858" y="1345"/>
                  </a:cubicBezTo>
                  <a:cubicBezTo>
                    <a:pt x="1757" y="1345"/>
                    <a:pt x="1672" y="1499"/>
                    <a:pt x="1633" y="1570"/>
                  </a:cubicBezTo>
                  <a:cubicBezTo>
                    <a:pt x="1591" y="1653"/>
                    <a:pt x="1550" y="1736"/>
                    <a:pt x="1517" y="1819"/>
                  </a:cubicBezTo>
                  <a:cubicBezTo>
                    <a:pt x="1417" y="1885"/>
                    <a:pt x="1310" y="1943"/>
                    <a:pt x="1210" y="2009"/>
                  </a:cubicBezTo>
                  <a:cubicBezTo>
                    <a:pt x="1161" y="2044"/>
                    <a:pt x="1066" y="2108"/>
                    <a:pt x="992" y="2108"/>
                  </a:cubicBezTo>
                  <a:cubicBezTo>
                    <a:pt x="978" y="2108"/>
                    <a:pt x="965" y="2106"/>
                    <a:pt x="953" y="2100"/>
                  </a:cubicBezTo>
                  <a:cubicBezTo>
                    <a:pt x="870" y="2051"/>
                    <a:pt x="895" y="1868"/>
                    <a:pt x="912" y="1802"/>
                  </a:cubicBezTo>
                  <a:cubicBezTo>
                    <a:pt x="937" y="1686"/>
                    <a:pt x="986" y="1578"/>
                    <a:pt x="1053" y="1479"/>
                  </a:cubicBezTo>
                  <a:cubicBezTo>
                    <a:pt x="1276" y="1106"/>
                    <a:pt x="1699" y="833"/>
                    <a:pt x="1732" y="369"/>
                  </a:cubicBezTo>
                  <a:lnTo>
                    <a:pt x="1732" y="369"/>
                  </a:lnTo>
                  <a:cubicBezTo>
                    <a:pt x="1666" y="418"/>
                    <a:pt x="1591" y="468"/>
                    <a:pt x="1525" y="518"/>
                  </a:cubicBezTo>
                  <a:cubicBezTo>
                    <a:pt x="1376" y="617"/>
                    <a:pt x="1235" y="733"/>
                    <a:pt x="1111" y="857"/>
                  </a:cubicBezTo>
                  <a:cubicBezTo>
                    <a:pt x="1102" y="1065"/>
                    <a:pt x="953" y="1222"/>
                    <a:pt x="779" y="1346"/>
                  </a:cubicBezTo>
                  <a:cubicBezTo>
                    <a:pt x="771" y="1363"/>
                    <a:pt x="771" y="1379"/>
                    <a:pt x="763" y="1388"/>
                  </a:cubicBezTo>
                  <a:cubicBezTo>
                    <a:pt x="721" y="1504"/>
                    <a:pt x="705" y="1628"/>
                    <a:pt x="663" y="1744"/>
                  </a:cubicBezTo>
                  <a:cubicBezTo>
                    <a:pt x="655" y="1772"/>
                    <a:pt x="636" y="1784"/>
                    <a:pt x="615" y="1784"/>
                  </a:cubicBezTo>
                  <a:cubicBezTo>
                    <a:pt x="593" y="1784"/>
                    <a:pt x="568" y="1770"/>
                    <a:pt x="556" y="1744"/>
                  </a:cubicBezTo>
                  <a:cubicBezTo>
                    <a:pt x="522" y="1669"/>
                    <a:pt x="514" y="1587"/>
                    <a:pt x="522" y="1512"/>
                  </a:cubicBezTo>
                  <a:lnTo>
                    <a:pt x="522" y="1512"/>
                  </a:lnTo>
                  <a:cubicBezTo>
                    <a:pt x="456" y="1553"/>
                    <a:pt x="390" y="1587"/>
                    <a:pt x="340" y="1628"/>
                  </a:cubicBezTo>
                  <a:cubicBezTo>
                    <a:pt x="282" y="1661"/>
                    <a:pt x="232" y="1711"/>
                    <a:pt x="191" y="1752"/>
                  </a:cubicBezTo>
                  <a:cubicBezTo>
                    <a:pt x="92" y="1868"/>
                    <a:pt x="25" y="2009"/>
                    <a:pt x="9" y="2175"/>
                  </a:cubicBezTo>
                  <a:cubicBezTo>
                    <a:pt x="0" y="2299"/>
                    <a:pt x="17" y="2415"/>
                    <a:pt x="42" y="2531"/>
                  </a:cubicBezTo>
                  <a:cubicBezTo>
                    <a:pt x="58" y="2597"/>
                    <a:pt x="75" y="2664"/>
                    <a:pt x="92" y="2730"/>
                  </a:cubicBezTo>
                  <a:cubicBezTo>
                    <a:pt x="92" y="2747"/>
                    <a:pt x="92" y="2755"/>
                    <a:pt x="92" y="2771"/>
                  </a:cubicBezTo>
                  <a:cubicBezTo>
                    <a:pt x="108" y="2747"/>
                    <a:pt x="125" y="2722"/>
                    <a:pt x="141" y="2705"/>
                  </a:cubicBezTo>
                  <a:cubicBezTo>
                    <a:pt x="174" y="2664"/>
                    <a:pt x="199" y="2622"/>
                    <a:pt x="232" y="2581"/>
                  </a:cubicBezTo>
                  <a:cubicBezTo>
                    <a:pt x="332" y="2440"/>
                    <a:pt x="448" y="2307"/>
                    <a:pt x="489" y="2142"/>
                  </a:cubicBezTo>
                  <a:cubicBezTo>
                    <a:pt x="497" y="2112"/>
                    <a:pt x="521" y="2099"/>
                    <a:pt x="545" y="2099"/>
                  </a:cubicBezTo>
                  <a:cubicBezTo>
                    <a:pt x="574" y="2099"/>
                    <a:pt x="602" y="2118"/>
                    <a:pt x="597" y="2150"/>
                  </a:cubicBezTo>
                  <a:cubicBezTo>
                    <a:pt x="580" y="2316"/>
                    <a:pt x="522" y="2465"/>
                    <a:pt x="440" y="2606"/>
                  </a:cubicBezTo>
                  <a:cubicBezTo>
                    <a:pt x="398" y="2689"/>
                    <a:pt x="340" y="2763"/>
                    <a:pt x="290" y="2846"/>
                  </a:cubicBezTo>
                  <a:cubicBezTo>
                    <a:pt x="257" y="2904"/>
                    <a:pt x="232" y="2954"/>
                    <a:pt x="208" y="3012"/>
                  </a:cubicBezTo>
                  <a:cubicBezTo>
                    <a:pt x="141" y="3177"/>
                    <a:pt x="150" y="3327"/>
                    <a:pt x="232" y="3484"/>
                  </a:cubicBezTo>
                  <a:cubicBezTo>
                    <a:pt x="282" y="3575"/>
                    <a:pt x="340" y="3666"/>
                    <a:pt x="398" y="3749"/>
                  </a:cubicBezTo>
                  <a:cubicBezTo>
                    <a:pt x="423" y="3782"/>
                    <a:pt x="448" y="3815"/>
                    <a:pt x="473" y="3857"/>
                  </a:cubicBezTo>
                  <a:cubicBezTo>
                    <a:pt x="473" y="3774"/>
                    <a:pt x="473" y="3699"/>
                    <a:pt x="489" y="3625"/>
                  </a:cubicBezTo>
                  <a:cubicBezTo>
                    <a:pt x="514" y="3534"/>
                    <a:pt x="547" y="3451"/>
                    <a:pt x="580" y="3368"/>
                  </a:cubicBezTo>
                  <a:cubicBezTo>
                    <a:pt x="647" y="3219"/>
                    <a:pt x="730" y="3070"/>
                    <a:pt x="754" y="2912"/>
                  </a:cubicBezTo>
                  <a:cubicBezTo>
                    <a:pt x="762" y="2883"/>
                    <a:pt x="785" y="2870"/>
                    <a:pt x="809" y="2870"/>
                  </a:cubicBezTo>
                  <a:cubicBezTo>
                    <a:pt x="839" y="2870"/>
                    <a:pt x="870" y="2892"/>
                    <a:pt x="870" y="2929"/>
                  </a:cubicBezTo>
                  <a:cubicBezTo>
                    <a:pt x="870" y="3037"/>
                    <a:pt x="854" y="3153"/>
                    <a:pt x="829" y="3252"/>
                  </a:cubicBezTo>
                  <a:cubicBezTo>
                    <a:pt x="796" y="3360"/>
                    <a:pt x="754" y="3467"/>
                    <a:pt x="730" y="3575"/>
                  </a:cubicBezTo>
                  <a:cubicBezTo>
                    <a:pt x="730" y="3575"/>
                    <a:pt x="730" y="3583"/>
                    <a:pt x="730" y="3583"/>
                  </a:cubicBezTo>
                  <a:cubicBezTo>
                    <a:pt x="680" y="3782"/>
                    <a:pt x="705" y="3973"/>
                    <a:pt x="812" y="4147"/>
                  </a:cubicBezTo>
                  <a:cubicBezTo>
                    <a:pt x="920" y="4321"/>
                    <a:pt x="1094" y="4437"/>
                    <a:pt x="1276" y="4520"/>
                  </a:cubicBezTo>
                  <a:cubicBezTo>
                    <a:pt x="1384" y="4561"/>
                    <a:pt x="1492" y="4594"/>
                    <a:pt x="1608" y="4619"/>
                  </a:cubicBezTo>
                  <a:cubicBezTo>
                    <a:pt x="1674" y="4627"/>
                    <a:pt x="1757" y="4636"/>
                    <a:pt x="1840" y="4644"/>
                  </a:cubicBezTo>
                  <a:cubicBezTo>
                    <a:pt x="1848" y="4652"/>
                    <a:pt x="1865" y="4652"/>
                    <a:pt x="1881" y="4660"/>
                  </a:cubicBezTo>
                  <a:cubicBezTo>
                    <a:pt x="1890" y="4652"/>
                    <a:pt x="1890" y="4644"/>
                    <a:pt x="1898" y="4644"/>
                  </a:cubicBezTo>
                  <a:cubicBezTo>
                    <a:pt x="1989" y="4569"/>
                    <a:pt x="2047" y="4470"/>
                    <a:pt x="2113" y="4379"/>
                  </a:cubicBezTo>
                  <a:cubicBezTo>
                    <a:pt x="2138" y="4354"/>
                    <a:pt x="2155" y="4329"/>
                    <a:pt x="2179" y="4304"/>
                  </a:cubicBezTo>
                  <a:cubicBezTo>
                    <a:pt x="2271" y="4197"/>
                    <a:pt x="2378" y="4114"/>
                    <a:pt x="2494" y="4031"/>
                  </a:cubicBezTo>
                  <a:cubicBezTo>
                    <a:pt x="2527" y="4006"/>
                    <a:pt x="2569" y="3981"/>
                    <a:pt x="2602" y="3948"/>
                  </a:cubicBezTo>
                  <a:cubicBezTo>
                    <a:pt x="2759" y="3832"/>
                    <a:pt x="2851" y="3683"/>
                    <a:pt x="2875" y="3492"/>
                  </a:cubicBezTo>
                  <a:cubicBezTo>
                    <a:pt x="2950" y="3020"/>
                    <a:pt x="2909" y="2548"/>
                    <a:pt x="2900" y="2075"/>
                  </a:cubicBezTo>
                  <a:cubicBezTo>
                    <a:pt x="2892" y="1761"/>
                    <a:pt x="2950" y="1462"/>
                    <a:pt x="3033" y="1164"/>
                  </a:cubicBezTo>
                  <a:cubicBezTo>
                    <a:pt x="3049" y="1131"/>
                    <a:pt x="3066" y="1098"/>
                    <a:pt x="3083" y="1065"/>
                  </a:cubicBezTo>
                  <a:cubicBezTo>
                    <a:pt x="3157" y="899"/>
                    <a:pt x="3223" y="725"/>
                    <a:pt x="3315" y="559"/>
                  </a:cubicBezTo>
                  <a:cubicBezTo>
                    <a:pt x="3406" y="402"/>
                    <a:pt x="3522" y="261"/>
                    <a:pt x="3638" y="120"/>
                  </a:cubicBezTo>
                  <a:lnTo>
                    <a:pt x="3638" y="128"/>
                  </a:lnTo>
                  <a:cubicBezTo>
                    <a:pt x="3682" y="84"/>
                    <a:pt x="3647" y="0"/>
                    <a:pt x="35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32"/>
            <p:cNvSpPr/>
            <p:nvPr/>
          </p:nvSpPr>
          <p:spPr>
            <a:xfrm>
              <a:off x="5669250" y="2828700"/>
              <a:ext cx="31300" cy="67675"/>
            </a:xfrm>
            <a:custGeom>
              <a:rect b="b" l="l" r="r" t="t"/>
              <a:pathLst>
                <a:path extrusionOk="0" h="2707" w="1252">
                  <a:moveTo>
                    <a:pt x="59" y="0"/>
                  </a:moveTo>
                  <a:cubicBezTo>
                    <a:pt x="25" y="0"/>
                    <a:pt x="1" y="58"/>
                    <a:pt x="34" y="83"/>
                  </a:cubicBezTo>
                  <a:cubicBezTo>
                    <a:pt x="332" y="323"/>
                    <a:pt x="514" y="680"/>
                    <a:pt x="680" y="1028"/>
                  </a:cubicBezTo>
                  <a:cubicBezTo>
                    <a:pt x="854" y="1384"/>
                    <a:pt x="978" y="1798"/>
                    <a:pt x="1003" y="2196"/>
                  </a:cubicBezTo>
                  <a:cubicBezTo>
                    <a:pt x="1011" y="2304"/>
                    <a:pt x="1003" y="2403"/>
                    <a:pt x="987" y="2511"/>
                  </a:cubicBezTo>
                  <a:cubicBezTo>
                    <a:pt x="972" y="2585"/>
                    <a:pt x="990" y="2706"/>
                    <a:pt x="1084" y="2706"/>
                  </a:cubicBezTo>
                  <a:cubicBezTo>
                    <a:pt x="1095" y="2706"/>
                    <a:pt x="1106" y="2705"/>
                    <a:pt x="1119" y="2701"/>
                  </a:cubicBezTo>
                  <a:cubicBezTo>
                    <a:pt x="1219" y="2668"/>
                    <a:pt x="1235" y="2527"/>
                    <a:pt x="1243" y="2445"/>
                  </a:cubicBezTo>
                  <a:cubicBezTo>
                    <a:pt x="1252" y="2329"/>
                    <a:pt x="1252" y="2221"/>
                    <a:pt x="1243" y="2113"/>
                  </a:cubicBezTo>
                  <a:cubicBezTo>
                    <a:pt x="1202" y="1699"/>
                    <a:pt x="1078" y="1301"/>
                    <a:pt x="904" y="928"/>
                  </a:cubicBezTo>
                  <a:cubicBezTo>
                    <a:pt x="804" y="721"/>
                    <a:pt x="688" y="531"/>
                    <a:pt x="547" y="357"/>
                  </a:cubicBezTo>
                  <a:cubicBezTo>
                    <a:pt x="423" y="199"/>
                    <a:pt x="274" y="25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32"/>
            <p:cNvSpPr/>
            <p:nvPr/>
          </p:nvSpPr>
          <p:spPr>
            <a:xfrm>
              <a:off x="5698675" y="2867800"/>
              <a:ext cx="5200" cy="12550"/>
            </a:xfrm>
            <a:custGeom>
              <a:rect b="b" l="l" r="r" t="t"/>
              <a:pathLst>
                <a:path extrusionOk="0" h="502" w="208">
                  <a:moveTo>
                    <a:pt x="72" y="1"/>
                  </a:moveTo>
                  <a:cubicBezTo>
                    <a:pt x="67" y="1"/>
                    <a:pt x="62" y="1"/>
                    <a:pt x="58" y="2"/>
                  </a:cubicBezTo>
                  <a:cubicBezTo>
                    <a:pt x="17" y="19"/>
                    <a:pt x="0" y="52"/>
                    <a:pt x="8" y="85"/>
                  </a:cubicBezTo>
                  <a:cubicBezTo>
                    <a:pt x="17" y="151"/>
                    <a:pt x="33" y="218"/>
                    <a:pt x="42" y="284"/>
                  </a:cubicBezTo>
                  <a:cubicBezTo>
                    <a:pt x="50" y="317"/>
                    <a:pt x="58" y="342"/>
                    <a:pt x="66" y="375"/>
                  </a:cubicBezTo>
                  <a:cubicBezTo>
                    <a:pt x="75" y="408"/>
                    <a:pt x="83" y="441"/>
                    <a:pt x="108" y="475"/>
                  </a:cubicBezTo>
                  <a:cubicBezTo>
                    <a:pt x="115" y="488"/>
                    <a:pt x="132" y="502"/>
                    <a:pt x="148" y="502"/>
                  </a:cubicBezTo>
                  <a:cubicBezTo>
                    <a:pt x="151" y="502"/>
                    <a:pt x="154" y="501"/>
                    <a:pt x="158" y="499"/>
                  </a:cubicBezTo>
                  <a:cubicBezTo>
                    <a:pt x="174" y="499"/>
                    <a:pt x="199" y="483"/>
                    <a:pt x="199" y="466"/>
                  </a:cubicBezTo>
                  <a:cubicBezTo>
                    <a:pt x="207" y="441"/>
                    <a:pt x="207" y="425"/>
                    <a:pt x="207" y="408"/>
                  </a:cubicBezTo>
                  <a:cubicBezTo>
                    <a:pt x="207" y="392"/>
                    <a:pt x="199" y="375"/>
                    <a:pt x="199" y="350"/>
                  </a:cubicBezTo>
                  <a:lnTo>
                    <a:pt x="199" y="359"/>
                  </a:lnTo>
                  <a:cubicBezTo>
                    <a:pt x="199" y="317"/>
                    <a:pt x="191" y="284"/>
                    <a:pt x="182" y="251"/>
                  </a:cubicBezTo>
                  <a:cubicBezTo>
                    <a:pt x="166" y="185"/>
                    <a:pt x="158" y="118"/>
                    <a:pt x="141" y="52"/>
                  </a:cubicBezTo>
                  <a:cubicBezTo>
                    <a:pt x="134" y="23"/>
                    <a:pt x="102" y="1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32"/>
            <p:cNvSpPr/>
            <p:nvPr/>
          </p:nvSpPr>
          <p:spPr>
            <a:xfrm>
              <a:off x="5749175" y="2823750"/>
              <a:ext cx="63850" cy="60150"/>
            </a:xfrm>
            <a:custGeom>
              <a:rect b="b" l="l" r="r" t="t"/>
              <a:pathLst>
                <a:path extrusionOk="0" h="2406" w="2554">
                  <a:moveTo>
                    <a:pt x="2214" y="1"/>
                  </a:moveTo>
                  <a:cubicBezTo>
                    <a:pt x="1939" y="1"/>
                    <a:pt x="1653" y="131"/>
                    <a:pt x="1419" y="248"/>
                  </a:cubicBezTo>
                  <a:cubicBezTo>
                    <a:pt x="1137" y="389"/>
                    <a:pt x="888" y="588"/>
                    <a:pt x="673" y="820"/>
                  </a:cubicBezTo>
                  <a:cubicBezTo>
                    <a:pt x="635" y="857"/>
                    <a:pt x="669" y="914"/>
                    <a:pt x="709" y="914"/>
                  </a:cubicBezTo>
                  <a:cubicBezTo>
                    <a:pt x="722" y="914"/>
                    <a:pt x="735" y="908"/>
                    <a:pt x="747" y="894"/>
                  </a:cubicBezTo>
                  <a:cubicBezTo>
                    <a:pt x="888" y="770"/>
                    <a:pt x="1037" y="662"/>
                    <a:pt x="1187" y="563"/>
                  </a:cubicBezTo>
                  <a:lnTo>
                    <a:pt x="1187" y="563"/>
                  </a:lnTo>
                  <a:cubicBezTo>
                    <a:pt x="830" y="845"/>
                    <a:pt x="507" y="1184"/>
                    <a:pt x="283" y="1582"/>
                  </a:cubicBezTo>
                  <a:cubicBezTo>
                    <a:pt x="151" y="1814"/>
                    <a:pt x="68" y="2071"/>
                    <a:pt x="10" y="2328"/>
                  </a:cubicBezTo>
                  <a:cubicBezTo>
                    <a:pt x="0" y="2377"/>
                    <a:pt x="34" y="2405"/>
                    <a:pt x="70" y="2405"/>
                  </a:cubicBezTo>
                  <a:cubicBezTo>
                    <a:pt x="95" y="2405"/>
                    <a:pt x="121" y="2391"/>
                    <a:pt x="134" y="2361"/>
                  </a:cubicBezTo>
                  <a:cubicBezTo>
                    <a:pt x="217" y="2162"/>
                    <a:pt x="325" y="1971"/>
                    <a:pt x="441" y="1781"/>
                  </a:cubicBezTo>
                  <a:cubicBezTo>
                    <a:pt x="549" y="1599"/>
                    <a:pt x="673" y="1416"/>
                    <a:pt x="814" y="1259"/>
                  </a:cubicBezTo>
                  <a:cubicBezTo>
                    <a:pt x="1095" y="927"/>
                    <a:pt x="1443" y="654"/>
                    <a:pt x="1833" y="455"/>
                  </a:cubicBezTo>
                  <a:cubicBezTo>
                    <a:pt x="1932" y="397"/>
                    <a:pt x="2040" y="356"/>
                    <a:pt x="2148" y="306"/>
                  </a:cubicBezTo>
                  <a:cubicBezTo>
                    <a:pt x="2272" y="265"/>
                    <a:pt x="2396" y="223"/>
                    <a:pt x="2504" y="149"/>
                  </a:cubicBezTo>
                  <a:cubicBezTo>
                    <a:pt x="2545" y="115"/>
                    <a:pt x="2554" y="24"/>
                    <a:pt x="2487" y="16"/>
                  </a:cubicBezTo>
                  <a:cubicBezTo>
                    <a:pt x="2446" y="10"/>
                    <a:pt x="2414" y="4"/>
                    <a:pt x="2378" y="4"/>
                  </a:cubicBezTo>
                  <a:cubicBezTo>
                    <a:pt x="2363" y="4"/>
                    <a:pt x="2347" y="5"/>
                    <a:pt x="2330" y="8"/>
                  </a:cubicBezTo>
                  <a:lnTo>
                    <a:pt x="2322" y="8"/>
                  </a:lnTo>
                  <a:cubicBezTo>
                    <a:pt x="2286" y="3"/>
                    <a:pt x="2250" y="1"/>
                    <a:pt x="22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32"/>
            <p:cNvSpPr/>
            <p:nvPr/>
          </p:nvSpPr>
          <p:spPr>
            <a:xfrm>
              <a:off x="5771300" y="2816250"/>
              <a:ext cx="41875" cy="11700"/>
            </a:xfrm>
            <a:custGeom>
              <a:rect b="b" l="l" r="r" t="t"/>
              <a:pathLst>
                <a:path extrusionOk="0" h="468" w="1675">
                  <a:moveTo>
                    <a:pt x="1617" y="1"/>
                  </a:moveTo>
                  <a:cubicBezTo>
                    <a:pt x="1615" y="1"/>
                    <a:pt x="1613" y="1"/>
                    <a:pt x="1611" y="1"/>
                  </a:cubicBezTo>
                  <a:cubicBezTo>
                    <a:pt x="1346" y="26"/>
                    <a:pt x="1089" y="84"/>
                    <a:pt x="832" y="150"/>
                  </a:cubicBezTo>
                  <a:cubicBezTo>
                    <a:pt x="575" y="217"/>
                    <a:pt x="310" y="291"/>
                    <a:pt x="61" y="374"/>
                  </a:cubicBezTo>
                  <a:cubicBezTo>
                    <a:pt x="1" y="389"/>
                    <a:pt x="16" y="467"/>
                    <a:pt x="71" y="467"/>
                  </a:cubicBezTo>
                  <a:cubicBezTo>
                    <a:pt x="75" y="467"/>
                    <a:pt x="81" y="467"/>
                    <a:pt x="86" y="465"/>
                  </a:cubicBezTo>
                  <a:cubicBezTo>
                    <a:pt x="335" y="399"/>
                    <a:pt x="592" y="333"/>
                    <a:pt x="848" y="275"/>
                  </a:cubicBezTo>
                  <a:cubicBezTo>
                    <a:pt x="1105" y="217"/>
                    <a:pt x="1370" y="175"/>
                    <a:pt x="1627" y="101"/>
                  </a:cubicBezTo>
                  <a:cubicBezTo>
                    <a:pt x="1675" y="93"/>
                    <a:pt x="1669" y="1"/>
                    <a:pt x="16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32"/>
            <p:cNvSpPr/>
            <p:nvPr/>
          </p:nvSpPr>
          <p:spPr>
            <a:xfrm>
              <a:off x="5742575" y="2804875"/>
              <a:ext cx="21125" cy="46400"/>
            </a:xfrm>
            <a:custGeom>
              <a:rect b="b" l="l" r="r" t="t"/>
              <a:pathLst>
                <a:path extrusionOk="0" h="1856" w="845">
                  <a:moveTo>
                    <a:pt x="752" y="1"/>
                  </a:moveTo>
                  <a:cubicBezTo>
                    <a:pt x="738" y="1"/>
                    <a:pt x="725" y="6"/>
                    <a:pt x="713" y="17"/>
                  </a:cubicBezTo>
                  <a:cubicBezTo>
                    <a:pt x="489" y="257"/>
                    <a:pt x="315" y="514"/>
                    <a:pt x="191" y="821"/>
                  </a:cubicBezTo>
                  <a:cubicBezTo>
                    <a:pt x="133" y="970"/>
                    <a:pt x="100" y="1127"/>
                    <a:pt x="75" y="1293"/>
                  </a:cubicBezTo>
                  <a:cubicBezTo>
                    <a:pt x="59" y="1450"/>
                    <a:pt x="1" y="1674"/>
                    <a:pt x="92" y="1815"/>
                  </a:cubicBezTo>
                  <a:cubicBezTo>
                    <a:pt x="107" y="1840"/>
                    <a:pt x="136" y="1856"/>
                    <a:pt x="165" y="1856"/>
                  </a:cubicBezTo>
                  <a:cubicBezTo>
                    <a:pt x="184" y="1856"/>
                    <a:pt x="203" y="1848"/>
                    <a:pt x="216" y="1832"/>
                  </a:cubicBezTo>
                  <a:cubicBezTo>
                    <a:pt x="307" y="1707"/>
                    <a:pt x="291" y="1517"/>
                    <a:pt x="315" y="1368"/>
                  </a:cubicBezTo>
                  <a:cubicBezTo>
                    <a:pt x="332" y="1210"/>
                    <a:pt x="365" y="1061"/>
                    <a:pt x="415" y="912"/>
                  </a:cubicBezTo>
                  <a:cubicBezTo>
                    <a:pt x="506" y="622"/>
                    <a:pt x="647" y="348"/>
                    <a:pt x="813" y="100"/>
                  </a:cubicBezTo>
                  <a:cubicBezTo>
                    <a:pt x="845" y="55"/>
                    <a:pt x="798" y="1"/>
                    <a:pt x="7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32"/>
            <p:cNvSpPr/>
            <p:nvPr/>
          </p:nvSpPr>
          <p:spPr>
            <a:xfrm>
              <a:off x="5732225" y="2816475"/>
              <a:ext cx="4375" cy="23500"/>
            </a:xfrm>
            <a:custGeom>
              <a:rect b="b" l="l" r="r" t="t"/>
              <a:pathLst>
                <a:path extrusionOk="0" h="940" w="175">
                  <a:moveTo>
                    <a:pt x="92" y="0"/>
                  </a:moveTo>
                  <a:cubicBezTo>
                    <a:pt x="58" y="0"/>
                    <a:pt x="34" y="25"/>
                    <a:pt x="34" y="58"/>
                  </a:cubicBezTo>
                  <a:cubicBezTo>
                    <a:pt x="17" y="208"/>
                    <a:pt x="0" y="348"/>
                    <a:pt x="9" y="489"/>
                  </a:cubicBezTo>
                  <a:cubicBezTo>
                    <a:pt x="9" y="564"/>
                    <a:pt x="17" y="630"/>
                    <a:pt x="17" y="705"/>
                  </a:cubicBezTo>
                  <a:cubicBezTo>
                    <a:pt x="25" y="771"/>
                    <a:pt x="34" y="846"/>
                    <a:pt x="67" y="912"/>
                  </a:cubicBezTo>
                  <a:cubicBezTo>
                    <a:pt x="74" y="931"/>
                    <a:pt x="92" y="939"/>
                    <a:pt x="109" y="939"/>
                  </a:cubicBezTo>
                  <a:cubicBezTo>
                    <a:pt x="131" y="939"/>
                    <a:pt x="153" y="926"/>
                    <a:pt x="158" y="904"/>
                  </a:cubicBezTo>
                  <a:cubicBezTo>
                    <a:pt x="174" y="829"/>
                    <a:pt x="158" y="763"/>
                    <a:pt x="158" y="696"/>
                  </a:cubicBezTo>
                  <a:cubicBezTo>
                    <a:pt x="149" y="622"/>
                    <a:pt x="149" y="556"/>
                    <a:pt x="149" y="481"/>
                  </a:cubicBezTo>
                  <a:cubicBezTo>
                    <a:pt x="141" y="340"/>
                    <a:pt x="149" y="199"/>
                    <a:pt x="158" y="58"/>
                  </a:cubicBezTo>
                  <a:cubicBezTo>
                    <a:pt x="158" y="25"/>
                    <a:pt x="125" y="0"/>
                    <a:pt x="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32"/>
            <p:cNvSpPr/>
            <p:nvPr/>
          </p:nvSpPr>
          <p:spPr>
            <a:xfrm>
              <a:off x="5724350" y="2818225"/>
              <a:ext cx="2300" cy="12400"/>
            </a:xfrm>
            <a:custGeom>
              <a:rect b="b" l="l" r="r" t="t"/>
              <a:pathLst>
                <a:path extrusionOk="0" h="496" w="92">
                  <a:moveTo>
                    <a:pt x="42" y="1"/>
                  </a:moveTo>
                  <a:cubicBezTo>
                    <a:pt x="21" y="1"/>
                    <a:pt x="1" y="13"/>
                    <a:pt x="1" y="38"/>
                  </a:cubicBezTo>
                  <a:cubicBezTo>
                    <a:pt x="1" y="113"/>
                    <a:pt x="1" y="187"/>
                    <a:pt x="1" y="254"/>
                  </a:cubicBezTo>
                  <a:lnTo>
                    <a:pt x="1" y="370"/>
                  </a:lnTo>
                  <a:lnTo>
                    <a:pt x="1" y="419"/>
                  </a:lnTo>
                  <a:cubicBezTo>
                    <a:pt x="1" y="436"/>
                    <a:pt x="9" y="452"/>
                    <a:pt x="17" y="477"/>
                  </a:cubicBezTo>
                  <a:cubicBezTo>
                    <a:pt x="21" y="490"/>
                    <a:pt x="34" y="496"/>
                    <a:pt x="46" y="496"/>
                  </a:cubicBezTo>
                  <a:cubicBezTo>
                    <a:pt x="59" y="496"/>
                    <a:pt x="71" y="490"/>
                    <a:pt x="75" y="477"/>
                  </a:cubicBezTo>
                  <a:cubicBezTo>
                    <a:pt x="83" y="452"/>
                    <a:pt x="83" y="436"/>
                    <a:pt x="92" y="419"/>
                  </a:cubicBezTo>
                  <a:lnTo>
                    <a:pt x="92" y="370"/>
                  </a:lnTo>
                  <a:lnTo>
                    <a:pt x="92" y="254"/>
                  </a:lnTo>
                  <a:cubicBezTo>
                    <a:pt x="92" y="187"/>
                    <a:pt x="83" y="113"/>
                    <a:pt x="83" y="38"/>
                  </a:cubicBezTo>
                  <a:cubicBezTo>
                    <a:pt x="83" y="13"/>
                    <a:pt x="63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32"/>
            <p:cNvSpPr/>
            <p:nvPr/>
          </p:nvSpPr>
          <p:spPr>
            <a:xfrm>
              <a:off x="5750925" y="2971950"/>
              <a:ext cx="94425" cy="54100"/>
            </a:xfrm>
            <a:custGeom>
              <a:rect b="b" l="l" r="r" t="t"/>
              <a:pathLst>
                <a:path extrusionOk="0" h="2164" w="3777">
                  <a:moveTo>
                    <a:pt x="3359" y="1"/>
                  </a:moveTo>
                  <a:cubicBezTo>
                    <a:pt x="3342" y="1"/>
                    <a:pt x="3327" y="8"/>
                    <a:pt x="3321" y="20"/>
                  </a:cubicBezTo>
                  <a:cubicBezTo>
                    <a:pt x="3271" y="95"/>
                    <a:pt x="3296" y="194"/>
                    <a:pt x="3304" y="277"/>
                  </a:cubicBezTo>
                  <a:cubicBezTo>
                    <a:pt x="3312" y="368"/>
                    <a:pt x="3321" y="468"/>
                    <a:pt x="3304" y="567"/>
                  </a:cubicBezTo>
                  <a:cubicBezTo>
                    <a:pt x="3279" y="725"/>
                    <a:pt x="3213" y="874"/>
                    <a:pt x="3122" y="1006"/>
                  </a:cubicBezTo>
                  <a:cubicBezTo>
                    <a:pt x="3047" y="1122"/>
                    <a:pt x="2956" y="1214"/>
                    <a:pt x="2865" y="1321"/>
                  </a:cubicBezTo>
                  <a:cubicBezTo>
                    <a:pt x="2840" y="1321"/>
                    <a:pt x="2823" y="1330"/>
                    <a:pt x="2799" y="1346"/>
                  </a:cubicBezTo>
                  <a:cubicBezTo>
                    <a:pt x="2749" y="1388"/>
                    <a:pt x="2691" y="1429"/>
                    <a:pt x="2633" y="1479"/>
                  </a:cubicBezTo>
                  <a:cubicBezTo>
                    <a:pt x="2625" y="1421"/>
                    <a:pt x="2583" y="1379"/>
                    <a:pt x="2533" y="1371"/>
                  </a:cubicBezTo>
                  <a:cubicBezTo>
                    <a:pt x="2533" y="1346"/>
                    <a:pt x="2517" y="1313"/>
                    <a:pt x="2500" y="1296"/>
                  </a:cubicBezTo>
                  <a:cubicBezTo>
                    <a:pt x="2509" y="1280"/>
                    <a:pt x="2525" y="1272"/>
                    <a:pt x="2542" y="1255"/>
                  </a:cubicBezTo>
                  <a:cubicBezTo>
                    <a:pt x="2616" y="1164"/>
                    <a:pt x="2699" y="1073"/>
                    <a:pt x="2757" y="965"/>
                  </a:cubicBezTo>
                  <a:cubicBezTo>
                    <a:pt x="2807" y="866"/>
                    <a:pt x="2865" y="741"/>
                    <a:pt x="2857" y="625"/>
                  </a:cubicBezTo>
                  <a:cubicBezTo>
                    <a:pt x="2851" y="585"/>
                    <a:pt x="2817" y="557"/>
                    <a:pt x="2786" y="557"/>
                  </a:cubicBezTo>
                  <a:cubicBezTo>
                    <a:pt x="2773" y="557"/>
                    <a:pt x="2759" y="563"/>
                    <a:pt x="2749" y="576"/>
                  </a:cubicBezTo>
                  <a:cubicBezTo>
                    <a:pt x="2666" y="667"/>
                    <a:pt x="2608" y="774"/>
                    <a:pt x="2542" y="866"/>
                  </a:cubicBezTo>
                  <a:cubicBezTo>
                    <a:pt x="2467" y="965"/>
                    <a:pt x="2393" y="1056"/>
                    <a:pt x="2310" y="1139"/>
                  </a:cubicBezTo>
                  <a:cubicBezTo>
                    <a:pt x="2119" y="1321"/>
                    <a:pt x="1904" y="1479"/>
                    <a:pt x="1688" y="1611"/>
                  </a:cubicBezTo>
                  <a:cubicBezTo>
                    <a:pt x="1384" y="1797"/>
                    <a:pt x="1018" y="1937"/>
                    <a:pt x="656" y="1937"/>
                  </a:cubicBezTo>
                  <a:cubicBezTo>
                    <a:pt x="486" y="1937"/>
                    <a:pt x="317" y="1906"/>
                    <a:pt x="155" y="1835"/>
                  </a:cubicBezTo>
                  <a:cubicBezTo>
                    <a:pt x="145" y="1831"/>
                    <a:pt x="135" y="1829"/>
                    <a:pt x="126" y="1829"/>
                  </a:cubicBezTo>
                  <a:cubicBezTo>
                    <a:pt x="55" y="1829"/>
                    <a:pt x="1" y="1925"/>
                    <a:pt x="81" y="1976"/>
                  </a:cubicBezTo>
                  <a:cubicBezTo>
                    <a:pt x="290" y="2106"/>
                    <a:pt x="526" y="2164"/>
                    <a:pt x="764" y="2164"/>
                  </a:cubicBezTo>
                  <a:cubicBezTo>
                    <a:pt x="980" y="2164"/>
                    <a:pt x="1197" y="2117"/>
                    <a:pt x="1398" y="2034"/>
                  </a:cubicBezTo>
                  <a:cubicBezTo>
                    <a:pt x="1473" y="2001"/>
                    <a:pt x="1539" y="1968"/>
                    <a:pt x="1614" y="1934"/>
                  </a:cubicBezTo>
                  <a:cubicBezTo>
                    <a:pt x="1647" y="1934"/>
                    <a:pt x="1688" y="1934"/>
                    <a:pt x="1730" y="1926"/>
                  </a:cubicBezTo>
                  <a:lnTo>
                    <a:pt x="1730" y="1926"/>
                  </a:lnTo>
                  <a:cubicBezTo>
                    <a:pt x="1705" y="1993"/>
                    <a:pt x="1766" y="2065"/>
                    <a:pt x="1833" y="2065"/>
                  </a:cubicBezTo>
                  <a:cubicBezTo>
                    <a:pt x="1857" y="2065"/>
                    <a:pt x="1882" y="2056"/>
                    <a:pt x="1904" y="2034"/>
                  </a:cubicBezTo>
                  <a:cubicBezTo>
                    <a:pt x="1987" y="1968"/>
                    <a:pt x="2061" y="1893"/>
                    <a:pt x="2144" y="1827"/>
                  </a:cubicBezTo>
                  <a:lnTo>
                    <a:pt x="2144" y="1827"/>
                  </a:lnTo>
                  <a:cubicBezTo>
                    <a:pt x="2119" y="1860"/>
                    <a:pt x="2094" y="1893"/>
                    <a:pt x="2061" y="1926"/>
                  </a:cubicBezTo>
                  <a:cubicBezTo>
                    <a:pt x="1990" y="2010"/>
                    <a:pt x="2060" y="2109"/>
                    <a:pt x="2146" y="2109"/>
                  </a:cubicBezTo>
                  <a:cubicBezTo>
                    <a:pt x="2170" y="2109"/>
                    <a:pt x="2195" y="2102"/>
                    <a:pt x="2219" y="2084"/>
                  </a:cubicBezTo>
                  <a:cubicBezTo>
                    <a:pt x="2343" y="1984"/>
                    <a:pt x="2475" y="1885"/>
                    <a:pt x="2600" y="1785"/>
                  </a:cubicBezTo>
                  <a:cubicBezTo>
                    <a:pt x="2600" y="1843"/>
                    <a:pt x="2652" y="1889"/>
                    <a:pt x="2712" y="1889"/>
                  </a:cubicBezTo>
                  <a:cubicBezTo>
                    <a:pt x="2738" y="1889"/>
                    <a:pt x="2765" y="1880"/>
                    <a:pt x="2790" y="1860"/>
                  </a:cubicBezTo>
                  <a:cubicBezTo>
                    <a:pt x="3072" y="1644"/>
                    <a:pt x="3321" y="1363"/>
                    <a:pt x="3495" y="1056"/>
                  </a:cubicBezTo>
                  <a:cubicBezTo>
                    <a:pt x="3660" y="758"/>
                    <a:pt x="3776" y="368"/>
                    <a:pt x="3602" y="54"/>
                  </a:cubicBezTo>
                  <a:cubicBezTo>
                    <a:pt x="3590" y="34"/>
                    <a:pt x="3566" y="25"/>
                    <a:pt x="3542" y="25"/>
                  </a:cubicBezTo>
                  <a:cubicBezTo>
                    <a:pt x="3503" y="25"/>
                    <a:pt x="3465" y="49"/>
                    <a:pt x="3470" y="95"/>
                  </a:cubicBezTo>
                  <a:cubicBezTo>
                    <a:pt x="3470" y="128"/>
                    <a:pt x="3478" y="170"/>
                    <a:pt x="3478" y="211"/>
                  </a:cubicBezTo>
                  <a:cubicBezTo>
                    <a:pt x="3461" y="128"/>
                    <a:pt x="3445" y="54"/>
                    <a:pt x="3379" y="4"/>
                  </a:cubicBezTo>
                  <a:cubicBezTo>
                    <a:pt x="3372" y="2"/>
                    <a:pt x="3365" y="1"/>
                    <a:pt x="3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32"/>
            <p:cNvSpPr/>
            <p:nvPr/>
          </p:nvSpPr>
          <p:spPr>
            <a:xfrm>
              <a:off x="5750875" y="2915075"/>
              <a:ext cx="106275" cy="110200"/>
            </a:xfrm>
            <a:custGeom>
              <a:rect b="b" l="l" r="r" t="t"/>
              <a:pathLst>
                <a:path extrusionOk="0" h="4408" w="4251">
                  <a:moveTo>
                    <a:pt x="1205" y="0"/>
                  </a:moveTo>
                  <a:cubicBezTo>
                    <a:pt x="1171" y="0"/>
                    <a:pt x="1137" y="3"/>
                    <a:pt x="1102" y="9"/>
                  </a:cubicBezTo>
                  <a:cubicBezTo>
                    <a:pt x="1069" y="9"/>
                    <a:pt x="1052" y="42"/>
                    <a:pt x="1052" y="75"/>
                  </a:cubicBezTo>
                  <a:cubicBezTo>
                    <a:pt x="928" y="58"/>
                    <a:pt x="812" y="42"/>
                    <a:pt x="688" y="42"/>
                  </a:cubicBezTo>
                  <a:cubicBezTo>
                    <a:pt x="572" y="50"/>
                    <a:pt x="456" y="58"/>
                    <a:pt x="340" y="92"/>
                  </a:cubicBezTo>
                  <a:cubicBezTo>
                    <a:pt x="240" y="116"/>
                    <a:pt x="83" y="158"/>
                    <a:pt x="50" y="274"/>
                  </a:cubicBezTo>
                  <a:cubicBezTo>
                    <a:pt x="0" y="290"/>
                    <a:pt x="0" y="381"/>
                    <a:pt x="58" y="390"/>
                  </a:cubicBezTo>
                  <a:cubicBezTo>
                    <a:pt x="182" y="415"/>
                    <a:pt x="315" y="415"/>
                    <a:pt x="439" y="415"/>
                  </a:cubicBezTo>
                  <a:cubicBezTo>
                    <a:pt x="572" y="406"/>
                    <a:pt x="696" y="406"/>
                    <a:pt x="820" y="398"/>
                  </a:cubicBezTo>
                  <a:cubicBezTo>
                    <a:pt x="878" y="398"/>
                    <a:pt x="895" y="340"/>
                    <a:pt x="878" y="299"/>
                  </a:cubicBezTo>
                  <a:lnTo>
                    <a:pt x="878" y="299"/>
                  </a:lnTo>
                  <a:cubicBezTo>
                    <a:pt x="1069" y="324"/>
                    <a:pt x="1259" y="373"/>
                    <a:pt x="1442" y="448"/>
                  </a:cubicBezTo>
                  <a:cubicBezTo>
                    <a:pt x="1649" y="539"/>
                    <a:pt x="1856" y="663"/>
                    <a:pt x="2022" y="804"/>
                  </a:cubicBezTo>
                  <a:cubicBezTo>
                    <a:pt x="2129" y="895"/>
                    <a:pt x="2229" y="1003"/>
                    <a:pt x="2295" y="1119"/>
                  </a:cubicBezTo>
                  <a:cubicBezTo>
                    <a:pt x="2328" y="1251"/>
                    <a:pt x="2345" y="1376"/>
                    <a:pt x="2378" y="1508"/>
                  </a:cubicBezTo>
                  <a:cubicBezTo>
                    <a:pt x="2391" y="1551"/>
                    <a:pt x="2432" y="1574"/>
                    <a:pt x="2471" y="1574"/>
                  </a:cubicBezTo>
                  <a:cubicBezTo>
                    <a:pt x="2508" y="1574"/>
                    <a:pt x="2544" y="1553"/>
                    <a:pt x="2552" y="1508"/>
                  </a:cubicBezTo>
                  <a:cubicBezTo>
                    <a:pt x="2569" y="1417"/>
                    <a:pt x="2569" y="1343"/>
                    <a:pt x="2552" y="1251"/>
                  </a:cubicBezTo>
                  <a:cubicBezTo>
                    <a:pt x="2535" y="1169"/>
                    <a:pt x="2519" y="1086"/>
                    <a:pt x="2486" y="1003"/>
                  </a:cubicBezTo>
                  <a:cubicBezTo>
                    <a:pt x="2444" y="870"/>
                    <a:pt x="2378" y="738"/>
                    <a:pt x="2295" y="613"/>
                  </a:cubicBezTo>
                  <a:lnTo>
                    <a:pt x="2295" y="613"/>
                  </a:lnTo>
                  <a:cubicBezTo>
                    <a:pt x="2337" y="638"/>
                    <a:pt x="2370" y="655"/>
                    <a:pt x="2411" y="680"/>
                  </a:cubicBezTo>
                  <a:cubicBezTo>
                    <a:pt x="2602" y="796"/>
                    <a:pt x="2751" y="945"/>
                    <a:pt x="2875" y="1127"/>
                  </a:cubicBezTo>
                  <a:cubicBezTo>
                    <a:pt x="2941" y="1218"/>
                    <a:pt x="2999" y="1318"/>
                    <a:pt x="3049" y="1409"/>
                  </a:cubicBezTo>
                  <a:cubicBezTo>
                    <a:pt x="3107" y="1508"/>
                    <a:pt x="3173" y="1599"/>
                    <a:pt x="3231" y="1691"/>
                  </a:cubicBezTo>
                  <a:cubicBezTo>
                    <a:pt x="3243" y="1714"/>
                    <a:pt x="3265" y="1724"/>
                    <a:pt x="3287" y="1724"/>
                  </a:cubicBezTo>
                  <a:cubicBezTo>
                    <a:pt x="3328" y="1724"/>
                    <a:pt x="3372" y="1689"/>
                    <a:pt x="3356" y="1641"/>
                  </a:cubicBezTo>
                  <a:cubicBezTo>
                    <a:pt x="3314" y="1533"/>
                    <a:pt x="3289" y="1409"/>
                    <a:pt x="3240" y="1301"/>
                  </a:cubicBezTo>
                  <a:cubicBezTo>
                    <a:pt x="3190" y="1193"/>
                    <a:pt x="3132" y="1086"/>
                    <a:pt x="3074" y="986"/>
                  </a:cubicBezTo>
                  <a:cubicBezTo>
                    <a:pt x="3033" y="920"/>
                    <a:pt x="2983" y="862"/>
                    <a:pt x="2941" y="804"/>
                  </a:cubicBezTo>
                  <a:lnTo>
                    <a:pt x="2941" y="804"/>
                  </a:lnTo>
                  <a:cubicBezTo>
                    <a:pt x="3033" y="862"/>
                    <a:pt x="3132" y="912"/>
                    <a:pt x="3223" y="978"/>
                  </a:cubicBezTo>
                  <a:cubicBezTo>
                    <a:pt x="3397" y="1111"/>
                    <a:pt x="3555" y="1285"/>
                    <a:pt x="3679" y="1467"/>
                  </a:cubicBezTo>
                  <a:cubicBezTo>
                    <a:pt x="3720" y="1533"/>
                    <a:pt x="3762" y="1599"/>
                    <a:pt x="3795" y="1666"/>
                  </a:cubicBezTo>
                  <a:cubicBezTo>
                    <a:pt x="3886" y="2014"/>
                    <a:pt x="3927" y="2370"/>
                    <a:pt x="3886" y="2726"/>
                  </a:cubicBezTo>
                  <a:cubicBezTo>
                    <a:pt x="3878" y="2892"/>
                    <a:pt x="3845" y="3049"/>
                    <a:pt x="3803" y="3199"/>
                  </a:cubicBezTo>
                  <a:cubicBezTo>
                    <a:pt x="3778" y="3207"/>
                    <a:pt x="3762" y="3223"/>
                    <a:pt x="3745" y="3248"/>
                  </a:cubicBezTo>
                  <a:cubicBezTo>
                    <a:pt x="3737" y="3273"/>
                    <a:pt x="3729" y="3290"/>
                    <a:pt x="3712" y="3315"/>
                  </a:cubicBezTo>
                  <a:cubicBezTo>
                    <a:pt x="3693" y="3299"/>
                    <a:pt x="3669" y="3289"/>
                    <a:pt x="3645" y="3289"/>
                  </a:cubicBezTo>
                  <a:cubicBezTo>
                    <a:pt x="3617" y="3289"/>
                    <a:pt x="3589" y="3303"/>
                    <a:pt x="3571" y="3339"/>
                  </a:cubicBezTo>
                  <a:cubicBezTo>
                    <a:pt x="3364" y="3729"/>
                    <a:pt x="3057" y="4044"/>
                    <a:pt x="2701" y="4301"/>
                  </a:cubicBezTo>
                  <a:cubicBezTo>
                    <a:pt x="2645" y="4336"/>
                    <a:pt x="2672" y="4407"/>
                    <a:pt x="2728" y="4407"/>
                  </a:cubicBezTo>
                  <a:cubicBezTo>
                    <a:pt x="2737" y="4407"/>
                    <a:pt x="2748" y="4405"/>
                    <a:pt x="2759" y="4400"/>
                  </a:cubicBezTo>
                  <a:cubicBezTo>
                    <a:pt x="2908" y="4325"/>
                    <a:pt x="3049" y="4234"/>
                    <a:pt x="3182" y="4118"/>
                  </a:cubicBezTo>
                  <a:cubicBezTo>
                    <a:pt x="3182" y="4127"/>
                    <a:pt x="3182" y="4127"/>
                    <a:pt x="3182" y="4127"/>
                  </a:cubicBezTo>
                  <a:cubicBezTo>
                    <a:pt x="3139" y="4200"/>
                    <a:pt x="3205" y="4287"/>
                    <a:pt x="3276" y="4287"/>
                  </a:cubicBezTo>
                  <a:cubicBezTo>
                    <a:pt x="3300" y="4287"/>
                    <a:pt x="3326" y="4277"/>
                    <a:pt x="3347" y="4251"/>
                  </a:cubicBezTo>
                  <a:cubicBezTo>
                    <a:pt x="3372" y="4218"/>
                    <a:pt x="3397" y="4185"/>
                    <a:pt x="3430" y="4151"/>
                  </a:cubicBezTo>
                  <a:cubicBezTo>
                    <a:pt x="3445" y="4192"/>
                    <a:pt x="3489" y="4217"/>
                    <a:pt x="3531" y="4217"/>
                  </a:cubicBezTo>
                  <a:cubicBezTo>
                    <a:pt x="3558" y="4217"/>
                    <a:pt x="3585" y="4207"/>
                    <a:pt x="3604" y="4185"/>
                  </a:cubicBezTo>
                  <a:cubicBezTo>
                    <a:pt x="3662" y="4135"/>
                    <a:pt x="3712" y="4069"/>
                    <a:pt x="3753" y="4011"/>
                  </a:cubicBezTo>
                  <a:cubicBezTo>
                    <a:pt x="3787" y="4011"/>
                    <a:pt x="3811" y="4002"/>
                    <a:pt x="3836" y="3977"/>
                  </a:cubicBezTo>
                  <a:cubicBezTo>
                    <a:pt x="4135" y="3671"/>
                    <a:pt x="4217" y="3257"/>
                    <a:pt x="4234" y="2851"/>
                  </a:cubicBezTo>
                  <a:cubicBezTo>
                    <a:pt x="4251" y="2635"/>
                    <a:pt x="4242" y="2420"/>
                    <a:pt x="4234" y="2204"/>
                  </a:cubicBezTo>
                  <a:lnTo>
                    <a:pt x="4234" y="2213"/>
                  </a:lnTo>
                  <a:cubicBezTo>
                    <a:pt x="4226" y="1972"/>
                    <a:pt x="4209" y="1740"/>
                    <a:pt x="4168" y="1508"/>
                  </a:cubicBezTo>
                  <a:cubicBezTo>
                    <a:pt x="4118" y="1260"/>
                    <a:pt x="4043" y="1003"/>
                    <a:pt x="3861" y="821"/>
                  </a:cubicBezTo>
                  <a:cubicBezTo>
                    <a:pt x="3847" y="807"/>
                    <a:pt x="3830" y="800"/>
                    <a:pt x="3812" y="800"/>
                  </a:cubicBezTo>
                  <a:cubicBezTo>
                    <a:pt x="3769" y="800"/>
                    <a:pt x="3727" y="839"/>
                    <a:pt x="3745" y="887"/>
                  </a:cubicBezTo>
                  <a:cubicBezTo>
                    <a:pt x="3787" y="1036"/>
                    <a:pt x="3836" y="1177"/>
                    <a:pt x="3878" y="1318"/>
                  </a:cubicBezTo>
                  <a:cubicBezTo>
                    <a:pt x="3737" y="1111"/>
                    <a:pt x="3563" y="937"/>
                    <a:pt x="3364" y="787"/>
                  </a:cubicBezTo>
                  <a:cubicBezTo>
                    <a:pt x="3265" y="705"/>
                    <a:pt x="3157" y="638"/>
                    <a:pt x="3041" y="580"/>
                  </a:cubicBezTo>
                  <a:cubicBezTo>
                    <a:pt x="2925" y="522"/>
                    <a:pt x="2801" y="473"/>
                    <a:pt x="2668" y="473"/>
                  </a:cubicBezTo>
                  <a:cubicBezTo>
                    <a:pt x="2635" y="473"/>
                    <a:pt x="2610" y="481"/>
                    <a:pt x="2593" y="506"/>
                  </a:cubicBezTo>
                  <a:lnTo>
                    <a:pt x="2569" y="481"/>
                  </a:lnTo>
                  <a:cubicBezTo>
                    <a:pt x="2361" y="357"/>
                    <a:pt x="2138" y="266"/>
                    <a:pt x="1906" y="191"/>
                  </a:cubicBezTo>
                  <a:cubicBezTo>
                    <a:pt x="1906" y="191"/>
                    <a:pt x="1906" y="183"/>
                    <a:pt x="1897" y="183"/>
                  </a:cubicBezTo>
                  <a:cubicBezTo>
                    <a:pt x="1779" y="94"/>
                    <a:pt x="1634" y="5"/>
                    <a:pt x="1480" y="5"/>
                  </a:cubicBezTo>
                  <a:cubicBezTo>
                    <a:pt x="1462" y="5"/>
                    <a:pt x="1444" y="6"/>
                    <a:pt x="1425" y="9"/>
                  </a:cubicBezTo>
                  <a:cubicBezTo>
                    <a:pt x="1409" y="9"/>
                    <a:pt x="1400" y="17"/>
                    <a:pt x="1392" y="25"/>
                  </a:cubicBezTo>
                  <a:cubicBezTo>
                    <a:pt x="1328" y="9"/>
                    <a:pt x="1267" y="0"/>
                    <a:pt x="1205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32"/>
            <p:cNvSpPr/>
            <p:nvPr/>
          </p:nvSpPr>
          <p:spPr>
            <a:xfrm>
              <a:off x="5850925" y="2816025"/>
              <a:ext cx="136925" cy="175525"/>
            </a:xfrm>
            <a:custGeom>
              <a:rect b="b" l="l" r="r" t="t"/>
              <a:pathLst>
                <a:path extrusionOk="0" h="7021" w="5477">
                  <a:moveTo>
                    <a:pt x="3815" y="1"/>
                  </a:moveTo>
                  <a:cubicBezTo>
                    <a:pt x="3734" y="1"/>
                    <a:pt x="3649" y="78"/>
                    <a:pt x="3712" y="159"/>
                  </a:cubicBezTo>
                  <a:cubicBezTo>
                    <a:pt x="3936" y="449"/>
                    <a:pt x="4118" y="764"/>
                    <a:pt x="4267" y="1096"/>
                  </a:cubicBezTo>
                  <a:cubicBezTo>
                    <a:pt x="4284" y="1137"/>
                    <a:pt x="4308" y="1178"/>
                    <a:pt x="4325" y="1220"/>
                  </a:cubicBezTo>
                  <a:cubicBezTo>
                    <a:pt x="4292" y="1502"/>
                    <a:pt x="4217" y="1775"/>
                    <a:pt x="4110" y="2032"/>
                  </a:cubicBezTo>
                  <a:cubicBezTo>
                    <a:pt x="3985" y="1667"/>
                    <a:pt x="3762" y="1336"/>
                    <a:pt x="3455" y="1096"/>
                  </a:cubicBezTo>
                  <a:cubicBezTo>
                    <a:pt x="3430" y="1075"/>
                    <a:pt x="3400" y="1065"/>
                    <a:pt x="3372" y="1065"/>
                  </a:cubicBezTo>
                  <a:cubicBezTo>
                    <a:pt x="3287" y="1065"/>
                    <a:pt x="3209" y="1146"/>
                    <a:pt x="3264" y="1245"/>
                  </a:cubicBezTo>
                  <a:cubicBezTo>
                    <a:pt x="3380" y="1452"/>
                    <a:pt x="3496" y="1659"/>
                    <a:pt x="3604" y="1874"/>
                  </a:cubicBezTo>
                  <a:cubicBezTo>
                    <a:pt x="3621" y="1941"/>
                    <a:pt x="3637" y="1999"/>
                    <a:pt x="3646" y="2065"/>
                  </a:cubicBezTo>
                  <a:cubicBezTo>
                    <a:pt x="3687" y="2264"/>
                    <a:pt x="3712" y="2479"/>
                    <a:pt x="3695" y="2678"/>
                  </a:cubicBezTo>
                  <a:cubicBezTo>
                    <a:pt x="3554" y="2836"/>
                    <a:pt x="3397" y="2968"/>
                    <a:pt x="3215" y="3068"/>
                  </a:cubicBezTo>
                  <a:cubicBezTo>
                    <a:pt x="2999" y="3186"/>
                    <a:pt x="2755" y="3259"/>
                    <a:pt x="2513" y="3259"/>
                  </a:cubicBezTo>
                  <a:cubicBezTo>
                    <a:pt x="2383" y="3259"/>
                    <a:pt x="2254" y="3238"/>
                    <a:pt x="2129" y="3192"/>
                  </a:cubicBezTo>
                  <a:cubicBezTo>
                    <a:pt x="2088" y="3043"/>
                    <a:pt x="2038" y="2902"/>
                    <a:pt x="1980" y="2761"/>
                  </a:cubicBezTo>
                  <a:cubicBezTo>
                    <a:pt x="1964" y="2728"/>
                    <a:pt x="1947" y="2720"/>
                    <a:pt x="1922" y="2720"/>
                  </a:cubicBezTo>
                  <a:cubicBezTo>
                    <a:pt x="1864" y="2562"/>
                    <a:pt x="1790" y="2405"/>
                    <a:pt x="1707" y="2256"/>
                  </a:cubicBezTo>
                  <a:cubicBezTo>
                    <a:pt x="1574" y="2024"/>
                    <a:pt x="1400" y="1825"/>
                    <a:pt x="1218" y="1626"/>
                  </a:cubicBezTo>
                  <a:cubicBezTo>
                    <a:pt x="1209" y="1615"/>
                    <a:pt x="1198" y="1610"/>
                    <a:pt x="1186" y="1610"/>
                  </a:cubicBezTo>
                  <a:cubicBezTo>
                    <a:pt x="1153" y="1610"/>
                    <a:pt x="1119" y="1647"/>
                    <a:pt x="1143" y="1684"/>
                  </a:cubicBezTo>
                  <a:cubicBezTo>
                    <a:pt x="1292" y="1883"/>
                    <a:pt x="1408" y="2115"/>
                    <a:pt x="1516" y="2347"/>
                  </a:cubicBezTo>
                  <a:cubicBezTo>
                    <a:pt x="1607" y="2546"/>
                    <a:pt x="1682" y="2744"/>
                    <a:pt x="1748" y="2960"/>
                  </a:cubicBezTo>
                  <a:cubicBezTo>
                    <a:pt x="1516" y="2744"/>
                    <a:pt x="1342" y="2463"/>
                    <a:pt x="1210" y="2189"/>
                  </a:cubicBezTo>
                  <a:cubicBezTo>
                    <a:pt x="1019" y="1783"/>
                    <a:pt x="886" y="1352"/>
                    <a:pt x="663" y="963"/>
                  </a:cubicBezTo>
                  <a:cubicBezTo>
                    <a:pt x="555" y="781"/>
                    <a:pt x="423" y="598"/>
                    <a:pt x="265" y="449"/>
                  </a:cubicBezTo>
                  <a:cubicBezTo>
                    <a:pt x="239" y="425"/>
                    <a:pt x="211" y="415"/>
                    <a:pt x="183" y="415"/>
                  </a:cubicBezTo>
                  <a:cubicBezTo>
                    <a:pt x="86" y="415"/>
                    <a:pt x="1" y="539"/>
                    <a:pt x="91" y="623"/>
                  </a:cubicBezTo>
                  <a:cubicBezTo>
                    <a:pt x="99" y="632"/>
                    <a:pt x="108" y="640"/>
                    <a:pt x="116" y="656"/>
                  </a:cubicBezTo>
                  <a:cubicBezTo>
                    <a:pt x="331" y="1062"/>
                    <a:pt x="439" y="1526"/>
                    <a:pt x="423" y="1982"/>
                  </a:cubicBezTo>
                  <a:cubicBezTo>
                    <a:pt x="406" y="2496"/>
                    <a:pt x="215" y="2976"/>
                    <a:pt x="124" y="3474"/>
                  </a:cubicBezTo>
                  <a:cubicBezTo>
                    <a:pt x="75" y="3722"/>
                    <a:pt x="50" y="3987"/>
                    <a:pt x="83" y="4244"/>
                  </a:cubicBezTo>
                  <a:cubicBezTo>
                    <a:pt x="116" y="4484"/>
                    <a:pt x="199" y="4716"/>
                    <a:pt x="282" y="4940"/>
                  </a:cubicBezTo>
                  <a:cubicBezTo>
                    <a:pt x="365" y="5172"/>
                    <a:pt x="456" y="5404"/>
                    <a:pt x="472" y="5653"/>
                  </a:cubicBezTo>
                  <a:cubicBezTo>
                    <a:pt x="489" y="5876"/>
                    <a:pt x="464" y="6117"/>
                    <a:pt x="530" y="6340"/>
                  </a:cubicBezTo>
                  <a:cubicBezTo>
                    <a:pt x="530" y="6349"/>
                    <a:pt x="530" y="6365"/>
                    <a:pt x="539" y="6373"/>
                  </a:cubicBezTo>
                  <a:cubicBezTo>
                    <a:pt x="539" y="6373"/>
                    <a:pt x="539" y="6365"/>
                    <a:pt x="539" y="6365"/>
                  </a:cubicBezTo>
                  <a:cubicBezTo>
                    <a:pt x="514" y="6158"/>
                    <a:pt x="497" y="5967"/>
                    <a:pt x="539" y="5769"/>
                  </a:cubicBezTo>
                  <a:cubicBezTo>
                    <a:pt x="539" y="5744"/>
                    <a:pt x="555" y="5727"/>
                    <a:pt x="572" y="5719"/>
                  </a:cubicBezTo>
                  <a:cubicBezTo>
                    <a:pt x="577" y="5718"/>
                    <a:pt x="583" y="5717"/>
                    <a:pt x="589" y="5717"/>
                  </a:cubicBezTo>
                  <a:cubicBezTo>
                    <a:pt x="620" y="5717"/>
                    <a:pt x="657" y="5734"/>
                    <a:pt x="671" y="5769"/>
                  </a:cubicBezTo>
                  <a:cubicBezTo>
                    <a:pt x="737" y="5959"/>
                    <a:pt x="762" y="6158"/>
                    <a:pt x="779" y="6365"/>
                  </a:cubicBezTo>
                  <a:cubicBezTo>
                    <a:pt x="787" y="6415"/>
                    <a:pt x="795" y="6465"/>
                    <a:pt x="804" y="6514"/>
                  </a:cubicBezTo>
                  <a:cubicBezTo>
                    <a:pt x="804" y="6523"/>
                    <a:pt x="804" y="6523"/>
                    <a:pt x="804" y="6531"/>
                  </a:cubicBezTo>
                  <a:cubicBezTo>
                    <a:pt x="812" y="6564"/>
                    <a:pt x="820" y="6605"/>
                    <a:pt x="820" y="6630"/>
                  </a:cubicBezTo>
                  <a:lnTo>
                    <a:pt x="845" y="6630"/>
                  </a:lnTo>
                  <a:cubicBezTo>
                    <a:pt x="853" y="6622"/>
                    <a:pt x="862" y="6622"/>
                    <a:pt x="870" y="6622"/>
                  </a:cubicBezTo>
                  <a:lnTo>
                    <a:pt x="986" y="6622"/>
                  </a:lnTo>
                  <a:cubicBezTo>
                    <a:pt x="1292" y="6639"/>
                    <a:pt x="1524" y="6879"/>
                    <a:pt x="1814" y="6953"/>
                  </a:cubicBezTo>
                  <a:cubicBezTo>
                    <a:pt x="1972" y="6995"/>
                    <a:pt x="2138" y="7003"/>
                    <a:pt x="2295" y="7011"/>
                  </a:cubicBezTo>
                  <a:cubicBezTo>
                    <a:pt x="2391" y="7016"/>
                    <a:pt x="2486" y="7021"/>
                    <a:pt x="2582" y="7021"/>
                  </a:cubicBezTo>
                  <a:cubicBezTo>
                    <a:pt x="2652" y="7021"/>
                    <a:pt x="2722" y="7018"/>
                    <a:pt x="2792" y="7011"/>
                  </a:cubicBezTo>
                  <a:cubicBezTo>
                    <a:pt x="3057" y="6995"/>
                    <a:pt x="3356" y="6854"/>
                    <a:pt x="3339" y="6547"/>
                  </a:cubicBezTo>
                  <a:cubicBezTo>
                    <a:pt x="3331" y="6373"/>
                    <a:pt x="3298" y="6208"/>
                    <a:pt x="3314" y="6042"/>
                  </a:cubicBezTo>
                  <a:cubicBezTo>
                    <a:pt x="3331" y="5868"/>
                    <a:pt x="3372" y="5711"/>
                    <a:pt x="3438" y="5545"/>
                  </a:cubicBezTo>
                  <a:cubicBezTo>
                    <a:pt x="3448" y="5522"/>
                    <a:pt x="3467" y="5512"/>
                    <a:pt x="3486" y="5512"/>
                  </a:cubicBezTo>
                  <a:cubicBezTo>
                    <a:pt x="3513" y="5512"/>
                    <a:pt x="3540" y="5535"/>
                    <a:pt x="3530" y="5570"/>
                  </a:cubicBezTo>
                  <a:cubicBezTo>
                    <a:pt x="3488" y="5769"/>
                    <a:pt x="3488" y="5984"/>
                    <a:pt x="3521" y="6183"/>
                  </a:cubicBezTo>
                  <a:cubicBezTo>
                    <a:pt x="3604" y="6083"/>
                    <a:pt x="3695" y="5992"/>
                    <a:pt x="3786" y="5926"/>
                  </a:cubicBezTo>
                  <a:cubicBezTo>
                    <a:pt x="3985" y="5777"/>
                    <a:pt x="4217" y="5686"/>
                    <a:pt x="4408" y="5545"/>
                  </a:cubicBezTo>
                  <a:cubicBezTo>
                    <a:pt x="4590" y="5412"/>
                    <a:pt x="4706" y="5222"/>
                    <a:pt x="4772" y="5006"/>
                  </a:cubicBezTo>
                  <a:cubicBezTo>
                    <a:pt x="4922" y="4501"/>
                    <a:pt x="4781" y="3962"/>
                    <a:pt x="4690" y="3457"/>
                  </a:cubicBezTo>
                  <a:cubicBezTo>
                    <a:pt x="4680" y="3418"/>
                    <a:pt x="4710" y="3393"/>
                    <a:pt x="4742" y="3393"/>
                  </a:cubicBezTo>
                  <a:cubicBezTo>
                    <a:pt x="4764" y="3393"/>
                    <a:pt x="4787" y="3405"/>
                    <a:pt x="4797" y="3432"/>
                  </a:cubicBezTo>
                  <a:cubicBezTo>
                    <a:pt x="4922" y="3739"/>
                    <a:pt x="5029" y="4037"/>
                    <a:pt x="5071" y="4368"/>
                  </a:cubicBezTo>
                  <a:cubicBezTo>
                    <a:pt x="5137" y="4244"/>
                    <a:pt x="5212" y="4128"/>
                    <a:pt x="5286" y="4004"/>
                  </a:cubicBezTo>
                  <a:cubicBezTo>
                    <a:pt x="5352" y="3880"/>
                    <a:pt x="5435" y="3764"/>
                    <a:pt x="5452" y="3623"/>
                  </a:cubicBezTo>
                  <a:lnTo>
                    <a:pt x="5452" y="3614"/>
                  </a:lnTo>
                  <a:cubicBezTo>
                    <a:pt x="5477" y="3482"/>
                    <a:pt x="5435" y="3349"/>
                    <a:pt x="5386" y="3225"/>
                  </a:cubicBezTo>
                  <a:cubicBezTo>
                    <a:pt x="5303" y="2985"/>
                    <a:pt x="5170" y="2761"/>
                    <a:pt x="5071" y="2521"/>
                  </a:cubicBezTo>
                  <a:cubicBezTo>
                    <a:pt x="5071" y="2512"/>
                    <a:pt x="5062" y="2496"/>
                    <a:pt x="5062" y="2488"/>
                  </a:cubicBezTo>
                  <a:cubicBezTo>
                    <a:pt x="4971" y="2256"/>
                    <a:pt x="4913" y="2032"/>
                    <a:pt x="4922" y="1783"/>
                  </a:cubicBezTo>
                  <a:cubicBezTo>
                    <a:pt x="4922" y="1750"/>
                    <a:pt x="4946" y="1734"/>
                    <a:pt x="4972" y="1734"/>
                  </a:cubicBezTo>
                  <a:cubicBezTo>
                    <a:pt x="4998" y="1734"/>
                    <a:pt x="5025" y="1750"/>
                    <a:pt x="5029" y="1783"/>
                  </a:cubicBezTo>
                  <a:cubicBezTo>
                    <a:pt x="5038" y="1899"/>
                    <a:pt x="5071" y="2015"/>
                    <a:pt x="5112" y="2123"/>
                  </a:cubicBezTo>
                  <a:cubicBezTo>
                    <a:pt x="5129" y="2148"/>
                    <a:pt x="5137" y="2173"/>
                    <a:pt x="5145" y="2198"/>
                  </a:cubicBezTo>
                  <a:cubicBezTo>
                    <a:pt x="5145" y="2198"/>
                    <a:pt x="5154" y="2206"/>
                    <a:pt x="5154" y="2206"/>
                  </a:cubicBezTo>
                  <a:cubicBezTo>
                    <a:pt x="5154" y="2214"/>
                    <a:pt x="5162" y="2231"/>
                    <a:pt x="5162" y="2239"/>
                  </a:cubicBezTo>
                  <a:cubicBezTo>
                    <a:pt x="5170" y="2239"/>
                    <a:pt x="5170" y="2239"/>
                    <a:pt x="5170" y="2247"/>
                  </a:cubicBezTo>
                  <a:cubicBezTo>
                    <a:pt x="5212" y="2338"/>
                    <a:pt x="5261" y="2438"/>
                    <a:pt x="5311" y="2529"/>
                  </a:cubicBezTo>
                  <a:cubicBezTo>
                    <a:pt x="5328" y="2562"/>
                    <a:pt x="5344" y="2587"/>
                    <a:pt x="5361" y="2620"/>
                  </a:cubicBezTo>
                  <a:cubicBezTo>
                    <a:pt x="5377" y="2554"/>
                    <a:pt x="5386" y="2479"/>
                    <a:pt x="5394" y="2413"/>
                  </a:cubicBezTo>
                  <a:cubicBezTo>
                    <a:pt x="5419" y="2222"/>
                    <a:pt x="5427" y="2024"/>
                    <a:pt x="5394" y="1841"/>
                  </a:cubicBezTo>
                  <a:cubicBezTo>
                    <a:pt x="5361" y="1692"/>
                    <a:pt x="5303" y="1568"/>
                    <a:pt x="5220" y="1452"/>
                  </a:cubicBezTo>
                  <a:cubicBezTo>
                    <a:pt x="5087" y="1261"/>
                    <a:pt x="4913" y="1104"/>
                    <a:pt x="4748" y="946"/>
                  </a:cubicBezTo>
                  <a:cubicBezTo>
                    <a:pt x="4706" y="888"/>
                    <a:pt x="4673" y="830"/>
                    <a:pt x="4632" y="772"/>
                  </a:cubicBezTo>
                  <a:cubicBezTo>
                    <a:pt x="4416" y="491"/>
                    <a:pt x="4151" y="259"/>
                    <a:pt x="3886" y="27"/>
                  </a:cubicBezTo>
                  <a:cubicBezTo>
                    <a:pt x="3866" y="9"/>
                    <a:pt x="3840" y="1"/>
                    <a:pt x="38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32"/>
            <p:cNvSpPr/>
            <p:nvPr/>
          </p:nvSpPr>
          <p:spPr>
            <a:xfrm>
              <a:off x="5898800" y="2853525"/>
              <a:ext cx="12825" cy="22800"/>
            </a:xfrm>
            <a:custGeom>
              <a:rect b="b" l="l" r="r" t="t"/>
              <a:pathLst>
                <a:path extrusionOk="0" h="912" w="513">
                  <a:moveTo>
                    <a:pt x="76" y="1"/>
                  </a:moveTo>
                  <a:cubicBezTo>
                    <a:pt x="37" y="1"/>
                    <a:pt x="1" y="39"/>
                    <a:pt x="24" y="84"/>
                  </a:cubicBezTo>
                  <a:cubicBezTo>
                    <a:pt x="107" y="209"/>
                    <a:pt x="173" y="341"/>
                    <a:pt x="231" y="482"/>
                  </a:cubicBezTo>
                  <a:cubicBezTo>
                    <a:pt x="264" y="548"/>
                    <a:pt x="289" y="615"/>
                    <a:pt x="322" y="681"/>
                  </a:cubicBezTo>
                  <a:cubicBezTo>
                    <a:pt x="347" y="747"/>
                    <a:pt x="372" y="822"/>
                    <a:pt x="413" y="888"/>
                  </a:cubicBezTo>
                  <a:cubicBezTo>
                    <a:pt x="426" y="904"/>
                    <a:pt x="444" y="912"/>
                    <a:pt x="461" y="912"/>
                  </a:cubicBezTo>
                  <a:cubicBezTo>
                    <a:pt x="488" y="912"/>
                    <a:pt x="513" y="894"/>
                    <a:pt x="513" y="863"/>
                  </a:cubicBezTo>
                  <a:cubicBezTo>
                    <a:pt x="513" y="780"/>
                    <a:pt x="479" y="706"/>
                    <a:pt x="455" y="631"/>
                  </a:cubicBezTo>
                  <a:cubicBezTo>
                    <a:pt x="421" y="565"/>
                    <a:pt x="388" y="490"/>
                    <a:pt x="355" y="424"/>
                  </a:cubicBezTo>
                  <a:cubicBezTo>
                    <a:pt x="289" y="283"/>
                    <a:pt x="206" y="151"/>
                    <a:pt x="123" y="26"/>
                  </a:cubicBezTo>
                  <a:cubicBezTo>
                    <a:pt x="110" y="8"/>
                    <a:pt x="93" y="1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32"/>
            <p:cNvSpPr/>
            <p:nvPr/>
          </p:nvSpPr>
          <p:spPr>
            <a:xfrm>
              <a:off x="5912425" y="2852100"/>
              <a:ext cx="6050" cy="9925"/>
            </a:xfrm>
            <a:custGeom>
              <a:rect b="b" l="l" r="r" t="t"/>
              <a:pathLst>
                <a:path extrusionOk="0" h="397" w="242">
                  <a:moveTo>
                    <a:pt x="54" y="0"/>
                  </a:moveTo>
                  <a:cubicBezTo>
                    <a:pt x="44" y="0"/>
                    <a:pt x="34" y="3"/>
                    <a:pt x="26" y="9"/>
                  </a:cubicBezTo>
                  <a:cubicBezTo>
                    <a:pt x="1" y="17"/>
                    <a:pt x="1" y="50"/>
                    <a:pt x="9" y="75"/>
                  </a:cubicBezTo>
                  <a:cubicBezTo>
                    <a:pt x="34" y="125"/>
                    <a:pt x="59" y="183"/>
                    <a:pt x="92" y="233"/>
                  </a:cubicBezTo>
                  <a:cubicBezTo>
                    <a:pt x="108" y="257"/>
                    <a:pt x="117" y="282"/>
                    <a:pt x="133" y="307"/>
                  </a:cubicBezTo>
                  <a:cubicBezTo>
                    <a:pt x="142" y="324"/>
                    <a:pt x="150" y="340"/>
                    <a:pt x="158" y="349"/>
                  </a:cubicBezTo>
                  <a:cubicBezTo>
                    <a:pt x="166" y="365"/>
                    <a:pt x="175" y="373"/>
                    <a:pt x="191" y="390"/>
                  </a:cubicBezTo>
                  <a:cubicBezTo>
                    <a:pt x="195" y="394"/>
                    <a:pt x="202" y="396"/>
                    <a:pt x="208" y="396"/>
                  </a:cubicBezTo>
                  <a:cubicBezTo>
                    <a:pt x="214" y="396"/>
                    <a:pt x="220" y="394"/>
                    <a:pt x="224" y="390"/>
                  </a:cubicBezTo>
                  <a:cubicBezTo>
                    <a:pt x="241" y="382"/>
                    <a:pt x="241" y="373"/>
                    <a:pt x="241" y="357"/>
                  </a:cubicBezTo>
                  <a:cubicBezTo>
                    <a:pt x="233" y="340"/>
                    <a:pt x="233" y="332"/>
                    <a:pt x="233" y="315"/>
                  </a:cubicBezTo>
                  <a:cubicBezTo>
                    <a:pt x="224" y="299"/>
                    <a:pt x="216" y="282"/>
                    <a:pt x="216" y="266"/>
                  </a:cubicBezTo>
                  <a:lnTo>
                    <a:pt x="175" y="183"/>
                  </a:lnTo>
                  <a:cubicBezTo>
                    <a:pt x="150" y="133"/>
                    <a:pt x="117" y="75"/>
                    <a:pt x="92" y="25"/>
                  </a:cubicBezTo>
                  <a:cubicBezTo>
                    <a:pt x="87" y="9"/>
                    <a:pt x="71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32"/>
            <p:cNvSpPr/>
            <p:nvPr/>
          </p:nvSpPr>
          <p:spPr>
            <a:xfrm>
              <a:off x="5791175" y="2748025"/>
              <a:ext cx="78525" cy="20875"/>
            </a:xfrm>
            <a:custGeom>
              <a:rect b="b" l="l" r="r" t="t"/>
              <a:pathLst>
                <a:path extrusionOk="0" h="835" w="3141">
                  <a:moveTo>
                    <a:pt x="1972" y="0"/>
                  </a:moveTo>
                  <a:cubicBezTo>
                    <a:pt x="1806" y="0"/>
                    <a:pt x="1636" y="32"/>
                    <a:pt x="1479" y="87"/>
                  </a:cubicBezTo>
                  <a:cubicBezTo>
                    <a:pt x="1247" y="170"/>
                    <a:pt x="1056" y="319"/>
                    <a:pt x="841" y="427"/>
                  </a:cubicBezTo>
                  <a:cubicBezTo>
                    <a:pt x="725" y="485"/>
                    <a:pt x="600" y="535"/>
                    <a:pt x="468" y="584"/>
                  </a:cubicBezTo>
                  <a:cubicBezTo>
                    <a:pt x="335" y="634"/>
                    <a:pt x="203" y="692"/>
                    <a:pt x="62" y="733"/>
                  </a:cubicBezTo>
                  <a:cubicBezTo>
                    <a:pt x="1" y="756"/>
                    <a:pt x="17" y="835"/>
                    <a:pt x="71" y="835"/>
                  </a:cubicBezTo>
                  <a:cubicBezTo>
                    <a:pt x="76" y="835"/>
                    <a:pt x="81" y="834"/>
                    <a:pt x="87" y="833"/>
                  </a:cubicBezTo>
                  <a:cubicBezTo>
                    <a:pt x="236" y="808"/>
                    <a:pt x="385" y="800"/>
                    <a:pt x="534" y="758"/>
                  </a:cubicBezTo>
                  <a:cubicBezTo>
                    <a:pt x="675" y="725"/>
                    <a:pt x="816" y="675"/>
                    <a:pt x="957" y="617"/>
                  </a:cubicBezTo>
                  <a:cubicBezTo>
                    <a:pt x="1205" y="501"/>
                    <a:pt x="1429" y="336"/>
                    <a:pt x="1702" y="278"/>
                  </a:cubicBezTo>
                  <a:cubicBezTo>
                    <a:pt x="1799" y="253"/>
                    <a:pt x="1898" y="242"/>
                    <a:pt x="1996" y="242"/>
                  </a:cubicBezTo>
                  <a:cubicBezTo>
                    <a:pt x="2132" y="242"/>
                    <a:pt x="2268" y="264"/>
                    <a:pt x="2398" y="303"/>
                  </a:cubicBezTo>
                  <a:cubicBezTo>
                    <a:pt x="2514" y="336"/>
                    <a:pt x="2622" y="385"/>
                    <a:pt x="2730" y="435"/>
                  </a:cubicBezTo>
                  <a:cubicBezTo>
                    <a:pt x="2738" y="443"/>
                    <a:pt x="2746" y="443"/>
                    <a:pt x="2755" y="452"/>
                  </a:cubicBezTo>
                  <a:cubicBezTo>
                    <a:pt x="2581" y="402"/>
                    <a:pt x="2398" y="377"/>
                    <a:pt x="2216" y="377"/>
                  </a:cubicBezTo>
                  <a:cubicBezTo>
                    <a:pt x="2117" y="377"/>
                    <a:pt x="2017" y="385"/>
                    <a:pt x="1926" y="402"/>
                  </a:cubicBezTo>
                  <a:cubicBezTo>
                    <a:pt x="1835" y="419"/>
                    <a:pt x="1727" y="427"/>
                    <a:pt x="1661" y="485"/>
                  </a:cubicBezTo>
                  <a:cubicBezTo>
                    <a:pt x="1628" y="510"/>
                    <a:pt x="1628" y="559"/>
                    <a:pt x="1669" y="576"/>
                  </a:cubicBezTo>
                  <a:cubicBezTo>
                    <a:pt x="1695" y="581"/>
                    <a:pt x="1721" y="583"/>
                    <a:pt x="1748" y="583"/>
                  </a:cubicBezTo>
                  <a:cubicBezTo>
                    <a:pt x="1808" y="583"/>
                    <a:pt x="1869" y="573"/>
                    <a:pt x="1926" y="568"/>
                  </a:cubicBezTo>
                  <a:cubicBezTo>
                    <a:pt x="2017" y="559"/>
                    <a:pt x="2108" y="551"/>
                    <a:pt x="2199" y="551"/>
                  </a:cubicBezTo>
                  <a:cubicBezTo>
                    <a:pt x="2242" y="549"/>
                    <a:pt x="2285" y="548"/>
                    <a:pt x="2328" y="548"/>
                  </a:cubicBezTo>
                  <a:cubicBezTo>
                    <a:pt x="2468" y="548"/>
                    <a:pt x="2607" y="559"/>
                    <a:pt x="2746" y="584"/>
                  </a:cubicBezTo>
                  <a:cubicBezTo>
                    <a:pt x="2750" y="585"/>
                    <a:pt x="2753" y="585"/>
                    <a:pt x="2756" y="585"/>
                  </a:cubicBezTo>
                  <a:cubicBezTo>
                    <a:pt x="2808" y="585"/>
                    <a:pt x="2836" y="524"/>
                    <a:pt x="2821" y="485"/>
                  </a:cubicBezTo>
                  <a:lnTo>
                    <a:pt x="2821" y="485"/>
                  </a:lnTo>
                  <a:cubicBezTo>
                    <a:pt x="2895" y="535"/>
                    <a:pt x="2962" y="576"/>
                    <a:pt x="3036" y="601"/>
                  </a:cubicBezTo>
                  <a:cubicBezTo>
                    <a:pt x="3043" y="603"/>
                    <a:pt x="3050" y="604"/>
                    <a:pt x="3056" y="604"/>
                  </a:cubicBezTo>
                  <a:cubicBezTo>
                    <a:pt x="3100" y="604"/>
                    <a:pt x="3141" y="561"/>
                    <a:pt x="3119" y="518"/>
                  </a:cubicBezTo>
                  <a:lnTo>
                    <a:pt x="3119" y="518"/>
                  </a:lnTo>
                  <a:lnTo>
                    <a:pt x="3119" y="526"/>
                  </a:lnTo>
                  <a:cubicBezTo>
                    <a:pt x="3053" y="352"/>
                    <a:pt x="2846" y="211"/>
                    <a:pt x="2680" y="145"/>
                  </a:cubicBezTo>
                  <a:cubicBezTo>
                    <a:pt x="2489" y="62"/>
                    <a:pt x="2282" y="13"/>
                    <a:pt x="2075" y="4"/>
                  </a:cubicBezTo>
                  <a:cubicBezTo>
                    <a:pt x="2041" y="1"/>
                    <a:pt x="2007" y="0"/>
                    <a:pt x="19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32"/>
            <p:cNvSpPr/>
            <p:nvPr/>
          </p:nvSpPr>
          <p:spPr>
            <a:xfrm>
              <a:off x="5770325" y="2755125"/>
              <a:ext cx="26625" cy="6075"/>
            </a:xfrm>
            <a:custGeom>
              <a:rect b="b" l="l" r="r" t="t"/>
              <a:pathLst>
                <a:path extrusionOk="0" h="243" w="1065">
                  <a:moveTo>
                    <a:pt x="963" y="0"/>
                  </a:moveTo>
                  <a:cubicBezTo>
                    <a:pt x="957" y="0"/>
                    <a:pt x="951" y="1"/>
                    <a:pt x="945" y="2"/>
                  </a:cubicBezTo>
                  <a:cubicBezTo>
                    <a:pt x="796" y="27"/>
                    <a:pt x="647" y="35"/>
                    <a:pt x="490" y="43"/>
                  </a:cubicBezTo>
                  <a:cubicBezTo>
                    <a:pt x="452" y="48"/>
                    <a:pt x="415" y="50"/>
                    <a:pt x="378" y="50"/>
                  </a:cubicBezTo>
                  <a:cubicBezTo>
                    <a:pt x="341" y="50"/>
                    <a:pt x="303" y="48"/>
                    <a:pt x="266" y="43"/>
                  </a:cubicBezTo>
                  <a:cubicBezTo>
                    <a:pt x="247" y="43"/>
                    <a:pt x="227" y="43"/>
                    <a:pt x="206" y="43"/>
                  </a:cubicBezTo>
                  <a:cubicBezTo>
                    <a:pt x="144" y="43"/>
                    <a:pt x="78" y="48"/>
                    <a:pt x="34" y="85"/>
                  </a:cubicBezTo>
                  <a:cubicBezTo>
                    <a:pt x="1" y="110"/>
                    <a:pt x="9" y="151"/>
                    <a:pt x="34" y="176"/>
                  </a:cubicBezTo>
                  <a:cubicBezTo>
                    <a:pt x="75" y="234"/>
                    <a:pt x="200" y="234"/>
                    <a:pt x="266" y="242"/>
                  </a:cubicBezTo>
                  <a:cubicBezTo>
                    <a:pt x="349" y="242"/>
                    <a:pt x="423" y="242"/>
                    <a:pt x="506" y="234"/>
                  </a:cubicBezTo>
                  <a:cubicBezTo>
                    <a:pt x="672" y="217"/>
                    <a:pt x="829" y="184"/>
                    <a:pt x="987" y="126"/>
                  </a:cubicBezTo>
                  <a:cubicBezTo>
                    <a:pt x="1064" y="103"/>
                    <a:pt x="1040" y="0"/>
                    <a:pt x="9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32"/>
            <p:cNvSpPr/>
            <p:nvPr/>
          </p:nvSpPr>
          <p:spPr>
            <a:xfrm>
              <a:off x="5753800" y="2750200"/>
              <a:ext cx="16350" cy="8200"/>
            </a:xfrm>
            <a:custGeom>
              <a:rect b="b" l="l" r="r" t="t"/>
              <a:pathLst>
                <a:path extrusionOk="0" h="328" w="654">
                  <a:moveTo>
                    <a:pt x="596" y="0"/>
                  </a:moveTo>
                  <a:cubicBezTo>
                    <a:pt x="488" y="0"/>
                    <a:pt x="372" y="25"/>
                    <a:pt x="272" y="66"/>
                  </a:cubicBezTo>
                  <a:cubicBezTo>
                    <a:pt x="223" y="91"/>
                    <a:pt x="173" y="116"/>
                    <a:pt x="132" y="149"/>
                  </a:cubicBezTo>
                  <a:cubicBezTo>
                    <a:pt x="82" y="182"/>
                    <a:pt x="40" y="224"/>
                    <a:pt x="7" y="274"/>
                  </a:cubicBezTo>
                  <a:cubicBezTo>
                    <a:pt x="0" y="294"/>
                    <a:pt x="17" y="327"/>
                    <a:pt x="37" y="327"/>
                  </a:cubicBezTo>
                  <a:cubicBezTo>
                    <a:pt x="41" y="327"/>
                    <a:pt x="45" y="326"/>
                    <a:pt x="49" y="323"/>
                  </a:cubicBezTo>
                  <a:cubicBezTo>
                    <a:pt x="98" y="307"/>
                    <a:pt x="140" y="282"/>
                    <a:pt x="181" y="257"/>
                  </a:cubicBezTo>
                  <a:cubicBezTo>
                    <a:pt x="231" y="232"/>
                    <a:pt x="272" y="216"/>
                    <a:pt x="322" y="199"/>
                  </a:cubicBezTo>
                  <a:cubicBezTo>
                    <a:pt x="405" y="158"/>
                    <a:pt x="504" y="133"/>
                    <a:pt x="596" y="116"/>
                  </a:cubicBezTo>
                  <a:cubicBezTo>
                    <a:pt x="629" y="116"/>
                    <a:pt x="654" y="91"/>
                    <a:pt x="654" y="58"/>
                  </a:cubicBezTo>
                  <a:cubicBezTo>
                    <a:pt x="654" y="25"/>
                    <a:pt x="629" y="0"/>
                    <a:pt x="5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32"/>
            <p:cNvSpPr/>
            <p:nvPr/>
          </p:nvSpPr>
          <p:spPr>
            <a:xfrm>
              <a:off x="5678150" y="2758725"/>
              <a:ext cx="45400" cy="17400"/>
            </a:xfrm>
            <a:custGeom>
              <a:rect b="b" l="l" r="r" t="t"/>
              <a:pathLst>
                <a:path extrusionOk="0" h="696" w="1816">
                  <a:moveTo>
                    <a:pt x="1458" y="0"/>
                  </a:moveTo>
                  <a:cubicBezTo>
                    <a:pt x="1342" y="0"/>
                    <a:pt x="1227" y="9"/>
                    <a:pt x="1111" y="24"/>
                  </a:cubicBezTo>
                  <a:cubicBezTo>
                    <a:pt x="929" y="40"/>
                    <a:pt x="738" y="65"/>
                    <a:pt x="556" y="131"/>
                  </a:cubicBezTo>
                  <a:cubicBezTo>
                    <a:pt x="399" y="189"/>
                    <a:pt x="241" y="264"/>
                    <a:pt x="117" y="380"/>
                  </a:cubicBezTo>
                  <a:cubicBezTo>
                    <a:pt x="59" y="430"/>
                    <a:pt x="1" y="504"/>
                    <a:pt x="17" y="587"/>
                  </a:cubicBezTo>
                  <a:cubicBezTo>
                    <a:pt x="33" y="655"/>
                    <a:pt x="82" y="696"/>
                    <a:pt x="148" y="696"/>
                  </a:cubicBezTo>
                  <a:cubicBezTo>
                    <a:pt x="154" y="696"/>
                    <a:pt x="160" y="696"/>
                    <a:pt x="167" y="695"/>
                  </a:cubicBezTo>
                  <a:cubicBezTo>
                    <a:pt x="191" y="687"/>
                    <a:pt x="216" y="653"/>
                    <a:pt x="216" y="629"/>
                  </a:cubicBezTo>
                  <a:cubicBezTo>
                    <a:pt x="225" y="629"/>
                    <a:pt x="225" y="620"/>
                    <a:pt x="225" y="612"/>
                  </a:cubicBezTo>
                  <a:cubicBezTo>
                    <a:pt x="241" y="595"/>
                    <a:pt x="258" y="579"/>
                    <a:pt x="274" y="562"/>
                  </a:cubicBezTo>
                  <a:cubicBezTo>
                    <a:pt x="324" y="521"/>
                    <a:pt x="382" y="479"/>
                    <a:pt x="440" y="446"/>
                  </a:cubicBezTo>
                  <a:cubicBezTo>
                    <a:pt x="556" y="388"/>
                    <a:pt x="689" y="347"/>
                    <a:pt x="813" y="314"/>
                  </a:cubicBezTo>
                  <a:cubicBezTo>
                    <a:pt x="1119" y="247"/>
                    <a:pt x="1426" y="256"/>
                    <a:pt x="1724" y="173"/>
                  </a:cubicBezTo>
                  <a:cubicBezTo>
                    <a:pt x="1815" y="140"/>
                    <a:pt x="1791" y="24"/>
                    <a:pt x="1708" y="15"/>
                  </a:cubicBezTo>
                  <a:cubicBezTo>
                    <a:pt x="1624" y="5"/>
                    <a:pt x="1541" y="0"/>
                    <a:pt x="14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32"/>
            <p:cNvSpPr/>
            <p:nvPr/>
          </p:nvSpPr>
          <p:spPr>
            <a:xfrm>
              <a:off x="5693700" y="2770200"/>
              <a:ext cx="13275" cy="7775"/>
            </a:xfrm>
            <a:custGeom>
              <a:rect b="b" l="l" r="r" t="t"/>
              <a:pathLst>
                <a:path extrusionOk="0" h="311" w="531">
                  <a:moveTo>
                    <a:pt x="343" y="1"/>
                  </a:moveTo>
                  <a:cubicBezTo>
                    <a:pt x="309" y="1"/>
                    <a:pt x="277" y="8"/>
                    <a:pt x="241" y="20"/>
                  </a:cubicBezTo>
                  <a:cubicBezTo>
                    <a:pt x="149" y="54"/>
                    <a:pt x="67" y="112"/>
                    <a:pt x="17" y="194"/>
                  </a:cubicBezTo>
                  <a:cubicBezTo>
                    <a:pt x="0" y="228"/>
                    <a:pt x="9" y="277"/>
                    <a:pt x="50" y="302"/>
                  </a:cubicBezTo>
                  <a:cubicBezTo>
                    <a:pt x="60" y="307"/>
                    <a:pt x="73" y="310"/>
                    <a:pt x="85" y="310"/>
                  </a:cubicBezTo>
                  <a:cubicBezTo>
                    <a:pt x="111" y="310"/>
                    <a:pt x="138" y="297"/>
                    <a:pt x="149" y="269"/>
                  </a:cubicBezTo>
                  <a:cubicBezTo>
                    <a:pt x="158" y="261"/>
                    <a:pt x="158" y="252"/>
                    <a:pt x="166" y="252"/>
                  </a:cubicBezTo>
                  <a:cubicBezTo>
                    <a:pt x="166" y="252"/>
                    <a:pt x="169" y="246"/>
                    <a:pt x="170" y="243"/>
                  </a:cubicBezTo>
                  <a:lnTo>
                    <a:pt x="170" y="243"/>
                  </a:lnTo>
                  <a:cubicBezTo>
                    <a:pt x="174" y="241"/>
                    <a:pt x="174" y="236"/>
                    <a:pt x="174" y="236"/>
                  </a:cubicBezTo>
                  <a:cubicBezTo>
                    <a:pt x="183" y="236"/>
                    <a:pt x="183" y="228"/>
                    <a:pt x="191" y="219"/>
                  </a:cubicBezTo>
                  <a:cubicBezTo>
                    <a:pt x="199" y="219"/>
                    <a:pt x="216" y="203"/>
                    <a:pt x="216" y="203"/>
                  </a:cubicBezTo>
                  <a:lnTo>
                    <a:pt x="224" y="194"/>
                  </a:lnTo>
                  <a:cubicBezTo>
                    <a:pt x="232" y="186"/>
                    <a:pt x="241" y="186"/>
                    <a:pt x="249" y="178"/>
                  </a:cubicBezTo>
                  <a:cubicBezTo>
                    <a:pt x="257" y="178"/>
                    <a:pt x="265" y="170"/>
                    <a:pt x="274" y="170"/>
                  </a:cubicBezTo>
                  <a:cubicBezTo>
                    <a:pt x="274" y="170"/>
                    <a:pt x="282" y="161"/>
                    <a:pt x="282" y="161"/>
                  </a:cubicBezTo>
                  <a:cubicBezTo>
                    <a:pt x="299" y="153"/>
                    <a:pt x="315" y="153"/>
                    <a:pt x="332" y="145"/>
                  </a:cubicBezTo>
                  <a:lnTo>
                    <a:pt x="365" y="145"/>
                  </a:lnTo>
                  <a:cubicBezTo>
                    <a:pt x="365" y="145"/>
                    <a:pt x="365" y="145"/>
                    <a:pt x="373" y="136"/>
                  </a:cubicBezTo>
                  <a:cubicBezTo>
                    <a:pt x="394" y="136"/>
                    <a:pt x="412" y="138"/>
                    <a:pt x="431" y="138"/>
                  </a:cubicBezTo>
                  <a:cubicBezTo>
                    <a:pt x="450" y="138"/>
                    <a:pt x="468" y="136"/>
                    <a:pt x="489" y="128"/>
                  </a:cubicBezTo>
                  <a:cubicBezTo>
                    <a:pt x="514" y="120"/>
                    <a:pt x="531" y="95"/>
                    <a:pt x="514" y="70"/>
                  </a:cubicBezTo>
                  <a:cubicBezTo>
                    <a:pt x="497" y="45"/>
                    <a:pt x="481" y="29"/>
                    <a:pt x="448" y="20"/>
                  </a:cubicBezTo>
                  <a:cubicBezTo>
                    <a:pt x="431" y="12"/>
                    <a:pt x="406" y="4"/>
                    <a:pt x="381" y="4"/>
                  </a:cubicBezTo>
                  <a:cubicBezTo>
                    <a:pt x="368" y="2"/>
                    <a:pt x="355" y="1"/>
                    <a:pt x="3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32"/>
            <p:cNvSpPr/>
            <p:nvPr/>
          </p:nvSpPr>
          <p:spPr>
            <a:xfrm>
              <a:off x="5703025" y="2773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32"/>
            <p:cNvSpPr/>
            <p:nvPr/>
          </p:nvSpPr>
          <p:spPr>
            <a:xfrm>
              <a:off x="5657850" y="2781775"/>
              <a:ext cx="6050" cy="8300"/>
            </a:xfrm>
            <a:custGeom>
              <a:rect b="b" l="l" r="r" t="t"/>
              <a:pathLst>
                <a:path extrusionOk="0" h="332" w="242">
                  <a:moveTo>
                    <a:pt x="28" y="173"/>
                  </a:moveTo>
                  <a:cubicBezTo>
                    <a:pt x="26" y="175"/>
                    <a:pt x="26" y="179"/>
                    <a:pt x="26" y="179"/>
                  </a:cubicBezTo>
                  <a:cubicBezTo>
                    <a:pt x="26" y="179"/>
                    <a:pt x="27" y="176"/>
                    <a:pt x="28" y="173"/>
                  </a:cubicBezTo>
                  <a:close/>
                  <a:moveTo>
                    <a:pt x="184" y="1"/>
                  </a:moveTo>
                  <a:cubicBezTo>
                    <a:pt x="171" y="1"/>
                    <a:pt x="158" y="5"/>
                    <a:pt x="150" y="13"/>
                  </a:cubicBezTo>
                  <a:cubicBezTo>
                    <a:pt x="109" y="46"/>
                    <a:pt x="75" y="88"/>
                    <a:pt x="42" y="137"/>
                  </a:cubicBezTo>
                  <a:cubicBezTo>
                    <a:pt x="42" y="137"/>
                    <a:pt x="33" y="161"/>
                    <a:pt x="28" y="173"/>
                  </a:cubicBezTo>
                  <a:lnTo>
                    <a:pt x="28" y="173"/>
                  </a:lnTo>
                  <a:cubicBezTo>
                    <a:pt x="29" y="171"/>
                    <a:pt x="31" y="171"/>
                    <a:pt x="34" y="171"/>
                  </a:cubicBezTo>
                  <a:lnTo>
                    <a:pt x="34" y="171"/>
                  </a:lnTo>
                  <a:cubicBezTo>
                    <a:pt x="26" y="179"/>
                    <a:pt x="26" y="179"/>
                    <a:pt x="26" y="187"/>
                  </a:cubicBezTo>
                  <a:cubicBezTo>
                    <a:pt x="26" y="187"/>
                    <a:pt x="26" y="187"/>
                    <a:pt x="17" y="195"/>
                  </a:cubicBezTo>
                  <a:cubicBezTo>
                    <a:pt x="17" y="195"/>
                    <a:pt x="17" y="204"/>
                    <a:pt x="17" y="212"/>
                  </a:cubicBezTo>
                  <a:cubicBezTo>
                    <a:pt x="9" y="237"/>
                    <a:pt x="1" y="262"/>
                    <a:pt x="1" y="295"/>
                  </a:cubicBezTo>
                  <a:cubicBezTo>
                    <a:pt x="1" y="303"/>
                    <a:pt x="17" y="328"/>
                    <a:pt x="34" y="328"/>
                  </a:cubicBezTo>
                  <a:cubicBezTo>
                    <a:pt x="38" y="330"/>
                    <a:pt x="43" y="331"/>
                    <a:pt x="47" y="331"/>
                  </a:cubicBezTo>
                  <a:cubicBezTo>
                    <a:pt x="59" y="331"/>
                    <a:pt x="69" y="323"/>
                    <a:pt x="75" y="311"/>
                  </a:cubicBezTo>
                  <a:cubicBezTo>
                    <a:pt x="84" y="303"/>
                    <a:pt x="92" y="295"/>
                    <a:pt x="92" y="278"/>
                  </a:cubicBezTo>
                  <a:cubicBezTo>
                    <a:pt x="100" y="270"/>
                    <a:pt x="100" y="262"/>
                    <a:pt x="100" y="253"/>
                  </a:cubicBezTo>
                  <a:cubicBezTo>
                    <a:pt x="100" y="253"/>
                    <a:pt x="109" y="253"/>
                    <a:pt x="109" y="245"/>
                  </a:cubicBezTo>
                  <a:cubicBezTo>
                    <a:pt x="109" y="237"/>
                    <a:pt x="117" y="229"/>
                    <a:pt x="117" y="220"/>
                  </a:cubicBezTo>
                  <a:cubicBezTo>
                    <a:pt x="125" y="204"/>
                    <a:pt x="133" y="195"/>
                    <a:pt x="142" y="187"/>
                  </a:cubicBezTo>
                  <a:cubicBezTo>
                    <a:pt x="150" y="179"/>
                    <a:pt x="150" y="171"/>
                    <a:pt x="158" y="162"/>
                  </a:cubicBezTo>
                  <a:cubicBezTo>
                    <a:pt x="158" y="154"/>
                    <a:pt x="167" y="146"/>
                    <a:pt x="167" y="146"/>
                  </a:cubicBezTo>
                  <a:cubicBezTo>
                    <a:pt x="167" y="146"/>
                    <a:pt x="174" y="138"/>
                    <a:pt x="175" y="137"/>
                  </a:cubicBezTo>
                  <a:lnTo>
                    <a:pt x="175" y="137"/>
                  </a:lnTo>
                  <a:cubicBezTo>
                    <a:pt x="171" y="142"/>
                    <a:pt x="171" y="144"/>
                    <a:pt x="172" y="144"/>
                  </a:cubicBezTo>
                  <a:cubicBezTo>
                    <a:pt x="173" y="144"/>
                    <a:pt x="175" y="142"/>
                    <a:pt x="175" y="137"/>
                  </a:cubicBezTo>
                  <a:lnTo>
                    <a:pt x="175" y="137"/>
                  </a:lnTo>
                  <a:cubicBezTo>
                    <a:pt x="175" y="137"/>
                    <a:pt x="175" y="137"/>
                    <a:pt x="175" y="137"/>
                  </a:cubicBezTo>
                  <a:cubicBezTo>
                    <a:pt x="191" y="121"/>
                    <a:pt x="208" y="104"/>
                    <a:pt x="225" y="88"/>
                  </a:cubicBezTo>
                  <a:cubicBezTo>
                    <a:pt x="241" y="71"/>
                    <a:pt x="241" y="30"/>
                    <a:pt x="225" y="13"/>
                  </a:cubicBezTo>
                  <a:cubicBezTo>
                    <a:pt x="212" y="5"/>
                    <a:pt x="198" y="1"/>
                    <a:pt x="1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" name="Google Shape;479;p32"/>
            <p:cNvSpPr/>
            <p:nvPr/>
          </p:nvSpPr>
          <p:spPr>
            <a:xfrm>
              <a:off x="5832275" y="2916550"/>
              <a:ext cx="18650" cy="26050"/>
            </a:xfrm>
            <a:custGeom>
              <a:rect b="b" l="l" r="r" t="t"/>
              <a:pathLst>
                <a:path extrusionOk="0" h="1042" w="746">
                  <a:moveTo>
                    <a:pt x="81" y="0"/>
                  </a:moveTo>
                  <a:cubicBezTo>
                    <a:pt x="65" y="0"/>
                    <a:pt x="48" y="5"/>
                    <a:pt x="33" y="16"/>
                  </a:cubicBezTo>
                  <a:cubicBezTo>
                    <a:pt x="9" y="33"/>
                    <a:pt x="0" y="74"/>
                    <a:pt x="17" y="107"/>
                  </a:cubicBezTo>
                  <a:cubicBezTo>
                    <a:pt x="125" y="240"/>
                    <a:pt x="241" y="372"/>
                    <a:pt x="332" y="521"/>
                  </a:cubicBezTo>
                  <a:cubicBezTo>
                    <a:pt x="373" y="588"/>
                    <a:pt x="415" y="662"/>
                    <a:pt x="439" y="728"/>
                  </a:cubicBezTo>
                  <a:cubicBezTo>
                    <a:pt x="456" y="762"/>
                    <a:pt x="464" y="803"/>
                    <a:pt x="473" y="844"/>
                  </a:cubicBezTo>
                  <a:cubicBezTo>
                    <a:pt x="481" y="894"/>
                    <a:pt x="481" y="936"/>
                    <a:pt x="514" y="985"/>
                  </a:cubicBezTo>
                  <a:cubicBezTo>
                    <a:pt x="536" y="1020"/>
                    <a:pt x="576" y="1041"/>
                    <a:pt x="615" y="1041"/>
                  </a:cubicBezTo>
                  <a:cubicBezTo>
                    <a:pt x="651" y="1041"/>
                    <a:pt x="685" y="1024"/>
                    <a:pt x="705" y="985"/>
                  </a:cubicBezTo>
                  <a:cubicBezTo>
                    <a:pt x="746" y="894"/>
                    <a:pt x="713" y="778"/>
                    <a:pt x="680" y="687"/>
                  </a:cubicBezTo>
                  <a:cubicBezTo>
                    <a:pt x="638" y="588"/>
                    <a:pt x="597" y="505"/>
                    <a:pt x="531" y="422"/>
                  </a:cubicBezTo>
                  <a:cubicBezTo>
                    <a:pt x="415" y="273"/>
                    <a:pt x="265" y="149"/>
                    <a:pt x="133" y="16"/>
                  </a:cubicBezTo>
                  <a:cubicBezTo>
                    <a:pt x="119" y="7"/>
                    <a:pt x="101" y="0"/>
                    <a:pt x="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" name="Google Shape;480;p32"/>
            <p:cNvSpPr/>
            <p:nvPr/>
          </p:nvSpPr>
          <p:spPr>
            <a:xfrm>
              <a:off x="5842825" y="2917350"/>
              <a:ext cx="8100" cy="14250"/>
            </a:xfrm>
            <a:custGeom>
              <a:rect b="b" l="l" r="r" t="t"/>
              <a:pathLst>
                <a:path extrusionOk="0" h="570" w="324">
                  <a:moveTo>
                    <a:pt x="62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5"/>
                    <a:pt x="1" y="59"/>
                    <a:pt x="17" y="83"/>
                  </a:cubicBezTo>
                  <a:cubicBezTo>
                    <a:pt x="51" y="166"/>
                    <a:pt x="92" y="249"/>
                    <a:pt x="125" y="332"/>
                  </a:cubicBezTo>
                  <a:cubicBezTo>
                    <a:pt x="142" y="365"/>
                    <a:pt x="167" y="406"/>
                    <a:pt x="183" y="448"/>
                  </a:cubicBezTo>
                  <a:cubicBezTo>
                    <a:pt x="208" y="489"/>
                    <a:pt x="225" y="531"/>
                    <a:pt x="266" y="564"/>
                  </a:cubicBezTo>
                  <a:cubicBezTo>
                    <a:pt x="272" y="568"/>
                    <a:pt x="278" y="569"/>
                    <a:pt x="284" y="569"/>
                  </a:cubicBezTo>
                  <a:cubicBezTo>
                    <a:pt x="304" y="569"/>
                    <a:pt x="324" y="550"/>
                    <a:pt x="324" y="531"/>
                  </a:cubicBezTo>
                  <a:cubicBezTo>
                    <a:pt x="324" y="473"/>
                    <a:pt x="299" y="431"/>
                    <a:pt x="283" y="390"/>
                  </a:cubicBezTo>
                  <a:cubicBezTo>
                    <a:pt x="266" y="348"/>
                    <a:pt x="249" y="307"/>
                    <a:pt x="225" y="274"/>
                  </a:cubicBezTo>
                  <a:cubicBezTo>
                    <a:pt x="183" y="191"/>
                    <a:pt x="150" y="108"/>
                    <a:pt x="109" y="25"/>
                  </a:cubicBezTo>
                  <a:cubicBezTo>
                    <a:pt x="98" y="9"/>
                    <a:pt x="80" y="0"/>
                    <a:pt x="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32"/>
            <p:cNvSpPr/>
            <p:nvPr/>
          </p:nvSpPr>
          <p:spPr>
            <a:xfrm>
              <a:off x="5842550" y="2903050"/>
              <a:ext cx="22050" cy="51725"/>
            </a:xfrm>
            <a:custGeom>
              <a:rect b="b" l="l" r="r" t="t"/>
              <a:pathLst>
                <a:path extrusionOk="0" h="2069" w="882">
                  <a:moveTo>
                    <a:pt x="441" y="0"/>
                  </a:moveTo>
                  <a:cubicBezTo>
                    <a:pt x="405" y="0"/>
                    <a:pt x="366" y="30"/>
                    <a:pt x="376" y="75"/>
                  </a:cubicBezTo>
                  <a:cubicBezTo>
                    <a:pt x="418" y="266"/>
                    <a:pt x="459" y="457"/>
                    <a:pt x="509" y="647"/>
                  </a:cubicBezTo>
                  <a:cubicBezTo>
                    <a:pt x="509" y="664"/>
                    <a:pt x="517" y="689"/>
                    <a:pt x="517" y="705"/>
                  </a:cubicBezTo>
                  <a:cubicBezTo>
                    <a:pt x="418" y="539"/>
                    <a:pt x="294" y="382"/>
                    <a:pt x="144" y="241"/>
                  </a:cubicBezTo>
                  <a:cubicBezTo>
                    <a:pt x="129" y="226"/>
                    <a:pt x="112" y="219"/>
                    <a:pt x="96" y="219"/>
                  </a:cubicBezTo>
                  <a:cubicBezTo>
                    <a:pt x="44" y="219"/>
                    <a:pt x="0" y="290"/>
                    <a:pt x="45" y="341"/>
                  </a:cubicBezTo>
                  <a:cubicBezTo>
                    <a:pt x="244" y="573"/>
                    <a:pt x="393" y="854"/>
                    <a:pt x="492" y="1144"/>
                  </a:cubicBezTo>
                  <a:cubicBezTo>
                    <a:pt x="542" y="1285"/>
                    <a:pt x="575" y="1426"/>
                    <a:pt x="600" y="1575"/>
                  </a:cubicBezTo>
                  <a:cubicBezTo>
                    <a:pt x="608" y="1650"/>
                    <a:pt x="617" y="1724"/>
                    <a:pt x="617" y="1799"/>
                  </a:cubicBezTo>
                  <a:cubicBezTo>
                    <a:pt x="625" y="1882"/>
                    <a:pt x="617" y="1956"/>
                    <a:pt x="658" y="2031"/>
                  </a:cubicBezTo>
                  <a:cubicBezTo>
                    <a:pt x="675" y="2056"/>
                    <a:pt x="702" y="2068"/>
                    <a:pt x="729" y="2068"/>
                  </a:cubicBezTo>
                  <a:cubicBezTo>
                    <a:pt x="755" y="2068"/>
                    <a:pt x="782" y="2056"/>
                    <a:pt x="799" y="2031"/>
                  </a:cubicBezTo>
                  <a:cubicBezTo>
                    <a:pt x="882" y="1898"/>
                    <a:pt x="840" y="1683"/>
                    <a:pt x="816" y="1534"/>
                  </a:cubicBezTo>
                  <a:cubicBezTo>
                    <a:pt x="799" y="1418"/>
                    <a:pt x="774" y="1302"/>
                    <a:pt x="741" y="1194"/>
                  </a:cubicBezTo>
                  <a:cubicBezTo>
                    <a:pt x="741" y="1186"/>
                    <a:pt x="741" y="1186"/>
                    <a:pt x="741" y="1177"/>
                  </a:cubicBezTo>
                  <a:cubicBezTo>
                    <a:pt x="758" y="1086"/>
                    <a:pt x="724" y="987"/>
                    <a:pt x="708" y="904"/>
                  </a:cubicBezTo>
                  <a:cubicBezTo>
                    <a:pt x="683" y="805"/>
                    <a:pt x="658" y="705"/>
                    <a:pt x="633" y="614"/>
                  </a:cubicBezTo>
                  <a:cubicBezTo>
                    <a:pt x="584" y="423"/>
                    <a:pt x="542" y="233"/>
                    <a:pt x="492" y="42"/>
                  </a:cubicBezTo>
                  <a:cubicBezTo>
                    <a:pt x="486" y="13"/>
                    <a:pt x="464" y="0"/>
                    <a:pt x="4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" name="Google Shape;482;p32"/>
            <p:cNvSpPr/>
            <p:nvPr/>
          </p:nvSpPr>
          <p:spPr>
            <a:xfrm>
              <a:off x="5682500" y="3005125"/>
              <a:ext cx="63975" cy="34525"/>
            </a:xfrm>
            <a:custGeom>
              <a:rect b="b" l="l" r="r" t="t"/>
              <a:pathLst>
                <a:path extrusionOk="0" h="1381" w="2559">
                  <a:moveTo>
                    <a:pt x="86" y="1"/>
                  </a:moveTo>
                  <a:cubicBezTo>
                    <a:pt x="45" y="1"/>
                    <a:pt x="1" y="31"/>
                    <a:pt x="1" y="77"/>
                  </a:cubicBezTo>
                  <a:cubicBezTo>
                    <a:pt x="17" y="226"/>
                    <a:pt x="67" y="367"/>
                    <a:pt x="133" y="500"/>
                  </a:cubicBezTo>
                  <a:cubicBezTo>
                    <a:pt x="191" y="632"/>
                    <a:pt x="258" y="740"/>
                    <a:pt x="349" y="848"/>
                  </a:cubicBezTo>
                  <a:cubicBezTo>
                    <a:pt x="440" y="947"/>
                    <a:pt x="539" y="1030"/>
                    <a:pt x="647" y="1096"/>
                  </a:cubicBezTo>
                  <a:cubicBezTo>
                    <a:pt x="710" y="1130"/>
                    <a:pt x="790" y="1161"/>
                    <a:pt x="863" y="1161"/>
                  </a:cubicBezTo>
                  <a:cubicBezTo>
                    <a:pt x="914" y="1161"/>
                    <a:pt x="961" y="1146"/>
                    <a:pt x="995" y="1105"/>
                  </a:cubicBezTo>
                  <a:cubicBezTo>
                    <a:pt x="1012" y="1088"/>
                    <a:pt x="1028" y="1063"/>
                    <a:pt x="1037" y="1038"/>
                  </a:cubicBezTo>
                  <a:cubicBezTo>
                    <a:pt x="1119" y="1113"/>
                    <a:pt x="1211" y="1179"/>
                    <a:pt x="1302" y="1245"/>
                  </a:cubicBezTo>
                  <a:cubicBezTo>
                    <a:pt x="1320" y="1260"/>
                    <a:pt x="1340" y="1266"/>
                    <a:pt x="1360" y="1266"/>
                  </a:cubicBezTo>
                  <a:cubicBezTo>
                    <a:pt x="1385" y="1266"/>
                    <a:pt x="1411" y="1256"/>
                    <a:pt x="1434" y="1237"/>
                  </a:cubicBezTo>
                  <a:cubicBezTo>
                    <a:pt x="1452" y="1247"/>
                    <a:pt x="1470" y="1252"/>
                    <a:pt x="1489" y="1252"/>
                  </a:cubicBezTo>
                  <a:cubicBezTo>
                    <a:pt x="1514" y="1252"/>
                    <a:pt x="1539" y="1243"/>
                    <a:pt x="1559" y="1229"/>
                  </a:cubicBezTo>
                  <a:cubicBezTo>
                    <a:pt x="1600" y="1262"/>
                    <a:pt x="1641" y="1295"/>
                    <a:pt x="1683" y="1328"/>
                  </a:cubicBezTo>
                  <a:cubicBezTo>
                    <a:pt x="1709" y="1348"/>
                    <a:pt x="1738" y="1357"/>
                    <a:pt x="1767" y="1357"/>
                  </a:cubicBezTo>
                  <a:cubicBezTo>
                    <a:pt x="1822" y="1357"/>
                    <a:pt x="1874" y="1324"/>
                    <a:pt x="1890" y="1270"/>
                  </a:cubicBezTo>
                  <a:lnTo>
                    <a:pt x="1931" y="1270"/>
                  </a:lnTo>
                  <a:cubicBezTo>
                    <a:pt x="1948" y="1295"/>
                    <a:pt x="1965" y="1320"/>
                    <a:pt x="1981" y="1337"/>
                  </a:cubicBezTo>
                  <a:cubicBezTo>
                    <a:pt x="2007" y="1368"/>
                    <a:pt x="2036" y="1380"/>
                    <a:pt x="2065" y="1380"/>
                  </a:cubicBezTo>
                  <a:cubicBezTo>
                    <a:pt x="2120" y="1380"/>
                    <a:pt x="2172" y="1333"/>
                    <a:pt x="2188" y="1279"/>
                  </a:cubicBezTo>
                  <a:cubicBezTo>
                    <a:pt x="2188" y="1279"/>
                    <a:pt x="2188" y="1287"/>
                    <a:pt x="2196" y="1287"/>
                  </a:cubicBezTo>
                  <a:cubicBezTo>
                    <a:pt x="2215" y="1311"/>
                    <a:pt x="2243" y="1322"/>
                    <a:pt x="2272" y="1322"/>
                  </a:cubicBezTo>
                  <a:cubicBezTo>
                    <a:pt x="2323" y="1322"/>
                    <a:pt x="2377" y="1290"/>
                    <a:pt x="2387" y="1237"/>
                  </a:cubicBezTo>
                  <a:lnTo>
                    <a:pt x="2404" y="1146"/>
                  </a:lnTo>
                  <a:cubicBezTo>
                    <a:pt x="2412" y="1163"/>
                    <a:pt x="2420" y="1171"/>
                    <a:pt x="2437" y="1187"/>
                  </a:cubicBezTo>
                  <a:cubicBezTo>
                    <a:pt x="2450" y="1203"/>
                    <a:pt x="2466" y="1210"/>
                    <a:pt x="2481" y="1210"/>
                  </a:cubicBezTo>
                  <a:cubicBezTo>
                    <a:pt x="2521" y="1210"/>
                    <a:pt x="2559" y="1163"/>
                    <a:pt x="2553" y="1121"/>
                  </a:cubicBezTo>
                  <a:cubicBezTo>
                    <a:pt x="2536" y="997"/>
                    <a:pt x="2486" y="889"/>
                    <a:pt x="2437" y="773"/>
                  </a:cubicBezTo>
                  <a:lnTo>
                    <a:pt x="2437" y="781"/>
                  </a:lnTo>
                  <a:cubicBezTo>
                    <a:pt x="2418" y="731"/>
                    <a:pt x="2375" y="706"/>
                    <a:pt x="2334" y="706"/>
                  </a:cubicBezTo>
                  <a:cubicBezTo>
                    <a:pt x="2287" y="706"/>
                    <a:pt x="2242" y="740"/>
                    <a:pt x="2238" y="806"/>
                  </a:cubicBezTo>
                  <a:cubicBezTo>
                    <a:pt x="2238" y="815"/>
                    <a:pt x="2238" y="831"/>
                    <a:pt x="2238" y="839"/>
                  </a:cubicBezTo>
                  <a:cubicBezTo>
                    <a:pt x="2230" y="831"/>
                    <a:pt x="2230" y="823"/>
                    <a:pt x="2230" y="823"/>
                  </a:cubicBezTo>
                  <a:cubicBezTo>
                    <a:pt x="2215" y="758"/>
                    <a:pt x="2171" y="731"/>
                    <a:pt x="2125" y="731"/>
                  </a:cubicBezTo>
                  <a:cubicBezTo>
                    <a:pt x="2064" y="731"/>
                    <a:pt x="1999" y="777"/>
                    <a:pt x="1989" y="848"/>
                  </a:cubicBezTo>
                  <a:cubicBezTo>
                    <a:pt x="1989" y="856"/>
                    <a:pt x="1989" y="864"/>
                    <a:pt x="1989" y="873"/>
                  </a:cubicBezTo>
                  <a:cubicBezTo>
                    <a:pt x="1973" y="831"/>
                    <a:pt x="1965" y="790"/>
                    <a:pt x="1948" y="748"/>
                  </a:cubicBezTo>
                  <a:cubicBezTo>
                    <a:pt x="1923" y="690"/>
                    <a:pt x="1873" y="663"/>
                    <a:pt x="1825" y="663"/>
                  </a:cubicBezTo>
                  <a:cubicBezTo>
                    <a:pt x="1776" y="663"/>
                    <a:pt x="1728" y="690"/>
                    <a:pt x="1708" y="740"/>
                  </a:cubicBezTo>
                  <a:cubicBezTo>
                    <a:pt x="1708" y="732"/>
                    <a:pt x="1699" y="723"/>
                    <a:pt x="1691" y="707"/>
                  </a:cubicBezTo>
                  <a:cubicBezTo>
                    <a:pt x="1668" y="666"/>
                    <a:pt x="1632" y="649"/>
                    <a:pt x="1596" y="649"/>
                  </a:cubicBezTo>
                  <a:cubicBezTo>
                    <a:pt x="1515" y="649"/>
                    <a:pt x="1432" y="734"/>
                    <a:pt x="1484" y="831"/>
                  </a:cubicBezTo>
                  <a:cubicBezTo>
                    <a:pt x="1484" y="839"/>
                    <a:pt x="1492" y="848"/>
                    <a:pt x="1492" y="856"/>
                  </a:cubicBezTo>
                  <a:cubicBezTo>
                    <a:pt x="1418" y="790"/>
                    <a:pt x="1343" y="732"/>
                    <a:pt x="1269" y="657"/>
                  </a:cubicBezTo>
                  <a:cubicBezTo>
                    <a:pt x="1248" y="636"/>
                    <a:pt x="1223" y="628"/>
                    <a:pt x="1198" y="628"/>
                  </a:cubicBezTo>
                  <a:cubicBezTo>
                    <a:pt x="1173" y="628"/>
                    <a:pt x="1148" y="636"/>
                    <a:pt x="1128" y="649"/>
                  </a:cubicBezTo>
                  <a:cubicBezTo>
                    <a:pt x="1078" y="599"/>
                    <a:pt x="1028" y="549"/>
                    <a:pt x="970" y="500"/>
                  </a:cubicBezTo>
                  <a:cubicBezTo>
                    <a:pt x="946" y="479"/>
                    <a:pt x="917" y="470"/>
                    <a:pt x="889" y="470"/>
                  </a:cubicBezTo>
                  <a:cubicBezTo>
                    <a:pt x="850" y="470"/>
                    <a:pt x="812" y="487"/>
                    <a:pt x="788" y="516"/>
                  </a:cubicBezTo>
                  <a:cubicBezTo>
                    <a:pt x="747" y="483"/>
                    <a:pt x="697" y="442"/>
                    <a:pt x="655" y="400"/>
                  </a:cubicBezTo>
                  <a:cubicBezTo>
                    <a:pt x="640" y="387"/>
                    <a:pt x="623" y="382"/>
                    <a:pt x="605" y="382"/>
                  </a:cubicBezTo>
                  <a:cubicBezTo>
                    <a:pt x="555" y="382"/>
                    <a:pt x="509" y="428"/>
                    <a:pt x="539" y="483"/>
                  </a:cubicBezTo>
                  <a:cubicBezTo>
                    <a:pt x="639" y="649"/>
                    <a:pt x="763" y="790"/>
                    <a:pt x="904" y="922"/>
                  </a:cubicBezTo>
                  <a:lnTo>
                    <a:pt x="854" y="922"/>
                  </a:lnTo>
                  <a:cubicBezTo>
                    <a:pt x="854" y="922"/>
                    <a:pt x="838" y="914"/>
                    <a:pt x="838" y="914"/>
                  </a:cubicBezTo>
                  <a:cubicBezTo>
                    <a:pt x="838" y="914"/>
                    <a:pt x="813" y="906"/>
                    <a:pt x="813" y="906"/>
                  </a:cubicBezTo>
                  <a:cubicBezTo>
                    <a:pt x="805" y="906"/>
                    <a:pt x="796" y="897"/>
                    <a:pt x="788" y="897"/>
                  </a:cubicBezTo>
                  <a:cubicBezTo>
                    <a:pt x="771" y="881"/>
                    <a:pt x="747" y="864"/>
                    <a:pt x="722" y="856"/>
                  </a:cubicBezTo>
                  <a:cubicBezTo>
                    <a:pt x="705" y="839"/>
                    <a:pt x="689" y="831"/>
                    <a:pt x="672" y="815"/>
                  </a:cubicBezTo>
                  <a:cubicBezTo>
                    <a:pt x="614" y="757"/>
                    <a:pt x="548" y="690"/>
                    <a:pt x="481" y="624"/>
                  </a:cubicBezTo>
                  <a:cubicBezTo>
                    <a:pt x="349" y="442"/>
                    <a:pt x="283" y="201"/>
                    <a:pt x="133" y="19"/>
                  </a:cubicBezTo>
                  <a:cubicBezTo>
                    <a:pt x="121" y="7"/>
                    <a:pt x="104" y="1"/>
                    <a:pt x="86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" name="Google Shape;483;p32"/>
            <p:cNvSpPr/>
            <p:nvPr/>
          </p:nvSpPr>
          <p:spPr>
            <a:xfrm>
              <a:off x="5676075" y="3008150"/>
              <a:ext cx="10175" cy="18650"/>
            </a:xfrm>
            <a:custGeom>
              <a:rect b="b" l="l" r="r" t="t"/>
              <a:pathLst>
                <a:path extrusionOk="0" h="746" w="407">
                  <a:moveTo>
                    <a:pt x="50" y="1"/>
                  </a:moveTo>
                  <a:cubicBezTo>
                    <a:pt x="23" y="1"/>
                    <a:pt x="1" y="28"/>
                    <a:pt x="1" y="64"/>
                  </a:cubicBezTo>
                  <a:cubicBezTo>
                    <a:pt x="9" y="122"/>
                    <a:pt x="42" y="180"/>
                    <a:pt x="67" y="238"/>
                  </a:cubicBezTo>
                  <a:cubicBezTo>
                    <a:pt x="92" y="288"/>
                    <a:pt x="117" y="337"/>
                    <a:pt x="142" y="395"/>
                  </a:cubicBezTo>
                  <a:cubicBezTo>
                    <a:pt x="192" y="503"/>
                    <a:pt x="241" y="611"/>
                    <a:pt x="283" y="718"/>
                  </a:cubicBezTo>
                  <a:cubicBezTo>
                    <a:pt x="294" y="738"/>
                    <a:pt x="312" y="746"/>
                    <a:pt x="331" y="746"/>
                  </a:cubicBezTo>
                  <a:cubicBezTo>
                    <a:pt x="368" y="746"/>
                    <a:pt x="407" y="713"/>
                    <a:pt x="390" y="669"/>
                  </a:cubicBezTo>
                  <a:lnTo>
                    <a:pt x="399" y="669"/>
                  </a:lnTo>
                  <a:cubicBezTo>
                    <a:pt x="349" y="561"/>
                    <a:pt x="308" y="445"/>
                    <a:pt x="258" y="329"/>
                  </a:cubicBezTo>
                  <a:cubicBezTo>
                    <a:pt x="233" y="279"/>
                    <a:pt x="208" y="221"/>
                    <a:pt x="183" y="172"/>
                  </a:cubicBezTo>
                  <a:cubicBezTo>
                    <a:pt x="150" y="114"/>
                    <a:pt x="125" y="56"/>
                    <a:pt x="84" y="14"/>
                  </a:cubicBezTo>
                  <a:cubicBezTo>
                    <a:pt x="72" y="5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" name="Google Shape;484;p32"/>
            <p:cNvSpPr/>
            <p:nvPr/>
          </p:nvSpPr>
          <p:spPr>
            <a:xfrm>
              <a:off x="5672775" y="3008325"/>
              <a:ext cx="3550" cy="9100"/>
            </a:xfrm>
            <a:custGeom>
              <a:rect b="b" l="l" r="r" t="t"/>
              <a:pathLst>
                <a:path extrusionOk="0" h="364" w="142">
                  <a:moveTo>
                    <a:pt x="48" y="0"/>
                  </a:moveTo>
                  <a:cubicBezTo>
                    <a:pt x="35" y="0"/>
                    <a:pt x="22" y="9"/>
                    <a:pt x="17" y="24"/>
                  </a:cubicBezTo>
                  <a:cubicBezTo>
                    <a:pt x="9" y="49"/>
                    <a:pt x="0" y="65"/>
                    <a:pt x="0" y="90"/>
                  </a:cubicBezTo>
                  <a:cubicBezTo>
                    <a:pt x="0" y="115"/>
                    <a:pt x="9" y="140"/>
                    <a:pt x="0" y="165"/>
                  </a:cubicBezTo>
                  <a:cubicBezTo>
                    <a:pt x="0" y="173"/>
                    <a:pt x="0" y="181"/>
                    <a:pt x="0" y="189"/>
                  </a:cubicBezTo>
                  <a:cubicBezTo>
                    <a:pt x="0" y="206"/>
                    <a:pt x="0" y="214"/>
                    <a:pt x="9" y="231"/>
                  </a:cubicBezTo>
                  <a:cubicBezTo>
                    <a:pt x="9" y="256"/>
                    <a:pt x="9" y="272"/>
                    <a:pt x="17" y="297"/>
                  </a:cubicBezTo>
                  <a:cubicBezTo>
                    <a:pt x="17" y="314"/>
                    <a:pt x="17" y="330"/>
                    <a:pt x="34" y="347"/>
                  </a:cubicBezTo>
                  <a:cubicBezTo>
                    <a:pt x="42" y="355"/>
                    <a:pt x="58" y="363"/>
                    <a:pt x="75" y="363"/>
                  </a:cubicBezTo>
                  <a:cubicBezTo>
                    <a:pt x="108" y="363"/>
                    <a:pt x="141" y="330"/>
                    <a:pt x="141" y="297"/>
                  </a:cubicBezTo>
                  <a:cubicBezTo>
                    <a:pt x="133" y="272"/>
                    <a:pt x="133" y="256"/>
                    <a:pt x="133" y="231"/>
                  </a:cubicBezTo>
                  <a:cubicBezTo>
                    <a:pt x="133" y="214"/>
                    <a:pt x="125" y="198"/>
                    <a:pt x="125" y="181"/>
                  </a:cubicBezTo>
                  <a:cubicBezTo>
                    <a:pt x="125" y="173"/>
                    <a:pt x="116" y="156"/>
                    <a:pt x="116" y="148"/>
                  </a:cubicBezTo>
                  <a:cubicBezTo>
                    <a:pt x="108" y="131"/>
                    <a:pt x="108" y="107"/>
                    <a:pt x="100" y="82"/>
                  </a:cubicBezTo>
                  <a:cubicBezTo>
                    <a:pt x="92" y="57"/>
                    <a:pt x="83" y="32"/>
                    <a:pt x="75" y="15"/>
                  </a:cubicBezTo>
                  <a:cubicBezTo>
                    <a:pt x="68" y="5"/>
                    <a:pt x="58" y="0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" name="Google Shape;485;p32"/>
            <p:cNvSpPr/>
            <p:nvPr/>
          </p:nvSpPr>
          <p:spPr>
            <a:xfrm>
              <a:off x="5863550" y="2985300"/>
              <a:ext cx="28200" cy="70100"/>
            </a:xfrm>
            <a:custGeom>
              <a:rect b="b" l="l" r="r" t="t"/>
              <a:pathLst>
                <a:path extrusionOk="0" h="2804" w="1128">
                  <a:moveTo>
                    <a:pt x="95" y="0"/>
                  </a:moveTo>
                  <a:cubicBezTo>
                    <a:pt x="48" y="0"/>
                    <a:pt x="1" y="37"/>
                    <a:pt x="17" y="91"/>
                  </a:cubicBezTo>
                  <a:cubicBezTo>
                    <a:pt x="92" y="315"/>
                    <a:pt x="183" y="530"/>
                    <a:pt x="282" y="746"/>
                  </a:cubicBezTo>
                  <a:cubicBezTo>
                    <a:pt x="381" y="945"/>
                    <a:pt x="497" y="1144"/>
                    <a:pt x="572" y="1359"/>
                  </a:cubicBezTo>
                  <a:cubicBezTo>
                    <a:pt x="638" y="1558"/>
                    <a:pt x="647" y="1757"/>
                    <a:pt x="597" y="1964"/>
                  </a:cubicBezTo>
                  <a:cubicBezTo>
                    <a:pt x="572" y="2072"/>
                    <a:pt x="531" y="2179"/>
                    <a:pt x="489" y="2279"/>
                  </a:cubicBezTo>
                  <a:cubicBezTo>
                    <a:pt x="439" y="2378"/>
                    <a:pt x="381" y="2478"/>
                    <a:pt x="357" y="2585"/>
                  </a:cubicBezTo>
                  <a:cubicBezTo>
                    <a:pt x="345" y="2657"/>
                    <a:pt x="397" y="2711"/>
                    <a:pt x="456" y="2711"/>
                  </a:cubicBezTo>
                  <a:cubicBezTo>
                    <a:pt x="478" y="2711"/>
                    <a:pt x="502" y="2703"/>
                    <a:pt x="522" y="2685"/>
                  </a:cubicBezTo>
                  <a:cubicBezTo>
                    <a:pt x="539" y="2660"/>
                    <a:pt x="555" y="2643"/>
                    <a:pt x="572" y="2627"/>
                  </a:cubicBezTo>
                  <a:lnTo>
                    <a:pt x="572" y="2627"/>
                  </a:lnTo>
                  <a:cubicBezTo>
                    <a:pt x="564" y="2643"/>
                    <a:pt x="555" y="2668"/>
                    <a:pt x="547" y="2693"/>
                  </a:cubicBezTo>
                  <a:cubicBezTo>
                    <a:pt x="526" y="2761"/>
                    <a:pt x="579" y="2803"/>
                    <a:pt x="635" y="2803"/>
                  </a:cubicBezTo>
                  <a:cubicBezTo>
                    <a:pt x="667" y="2803"/>
                    <a:pt x="700" y="2789"/>
                    <a:pt x="721" y="2759"/>
                  </a:cubicBezTo>
                  <a:cubicBezTo>
                    <a:pt x="879" y="2560"/>
                    <a:pt x="961" y="2295"/>
                    <a:pt x="995" y="2030"/>
                  </a:cubicBezTo>
                  <a:cubicBezTo>
                    <a:pt x="1003" y="2014"/>
                    <a:pt x="1011" y="1989"/>
                    <a:pt x="1019" y="1972"/>
                  </a:cubicBezTo>
                  <a:cubicBezTo>
                    <a:pt x="1061" y="1823"/>
                    <a:pt x="1069" y="1666"/>
                    <a:pt x="1053" y="1516"/>
                  </a:cubicBezTo>
                  <a:cubicBezTo>
                    <a:pt x="1102" y="1492"/>
                    <a:pt x="1127" y="1442"/>
                    <a:pt x="1111" y="1384"/>
                  </a:cubicBezTo>
                  <a:cubicBezTo>
                    <a:pt x="1028" y="1185"/>
                    <a:pt x="937" y="986"/>
                    <a:pt x="821" y="796"/>
                  </a:cubicBezTo>
                  <a:cubicBezTo>
                    <a:pt x="804" y="746"/>
                    <a:pt x="779" y="688"/>
                    <a:pt x="746" y="638"/>
                  </a:cubicBezTo>
                  <a:cubicBezTo>
                    <a:pt x="729" y="605"/>
                    <a:pt x="713" y="588"/>
                    <a:pt x="680" y="580"/>
                  </a:cubicBezTo>
                  <a:cubicBezTo>
                    <a:pt x="655" y="547"/>
                    <a:pt x="630" y="506"/>
                    <a:pt x="597" y="472"/>
                  </a:cubicBezTo>
                  <a:cubicBezTo>
                    <a:pt x="575" y="447"/>
                    <a:pt x="548" y="436"/>
                    <a:pt x="520" y="436"/>
                  </a:cubicBezTo>
                  <a:cubicBezTo>
                    <a:pt x="486" y="436"/>
                    <a:pt x="451" y="453"/>
                    <a:pt x="423" y="481"/>
                  </a:cubicBezTo>
                  <a:cubicBezTo>
                    <a:pt x="348" y="323"/>
                    <a:pt x="257" y="174"/>
                    <a:pt x="158" y="33"/>
                  </a:cubicBezTo>
                  <a:cubicBezTo>
                    <a:pt x="144" y="10"/>
                    <a:pt x="119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" name="Google Shape;486;p32"/>
            <p:cNvSpPr/>
            <p:nvPr/>
          </p:nvSpPr>
          <p:spPr>
            <a:xfrm>
              <a:off x="5582800" y="3005975"/>
              <a:ext cx="57850" cy="65300"/>
            </a:xfrm>
            <a:custGeom>
              <a:rect b="b" l="l" r="r" t="t"/>
              <a:pathLst>
                <a:path extrusionOk="0" h="2612" w="2314">
                  <a:moveTo>
                    <a:pt x="1056" y="1311"/>
                  </a:moveTo>
                  <a:cubicBezTo>
                    <a:pt x="1056" y="1361"/>
                    <a:pt x="1064" y="1410"/>
                    <a:pt x="1064" y="1468"/>
                  </a:cubicBezTo>
                  <a:cubicBezTo>
                    <a:pt x="1023" y="1452"/>
                    <a:pt x="981" y="1435"/>
                    <a:pt x="940" y="1419"/>
                  </a:cubicBezTo>
                  <a:cubicBezTo>
                    <a:pt x="981" y="1385"/>
                    <a:pt x="1023" y="1344"/>
                    <a:pt x="1056" y="1311"/>
                  </a:cubicBezTo>
                  <a:close/>
                  <a:moveTo>
                    <a:pt x="2137" y="0"/>
                  </a:moveTo>
                  <a:cubicBezTo>
                    <a:pt x="2125" y="0"/>
                    <a:pt x="2112" y="3"/>
                    <a:pt x="2100" y="10"/>
                  </a:cubicBezTo>
                  <a:cubicBezTo>
                    <a:pt x="1901" y="109"/>
                    <a:pt x="1710" y="225"/>
                    <a:pt x="1569" y="399"/>
                  </a:cubicBezTo>
                  <a:cubicBezTo>
                    <a:pt x="1503" y="474"/>
                    <a:pt x="1453" y="565"/>
                    <a:pt x="1420" y="656"/>
                  </a:cubicBezTo>
                  <a:cubicBezTo>
                    <a:pt x="1404" y="640"/>
                    <a:pt x="1387" y="623"/>
                    <a:pt x="1362" y="607"/>
                  </a:cubicBezTo>
                  <a:cubicBezTo>
                    <a:pt x="1346" y="598"/>
                    <a:pt x="1313" y="598"/>
                    <a:pt x="1296" y="598"/>
                  </a:cubicBezTo>
                  <a:cubicBezTo>
                    <a:pt x="1288" y="597"/>
                    <a:pt x="1279" y="596"/>
                    <a:pt x="1271" y="596"/>
                  </a:cubicBezTo>
                  <a:cubicBezTo>
                    <a:pt x="1230" y="596"/>
                    <a:pt x="1191" y="613"/>
                    <a:pt x="1163" y="648"/>
                  </a:cubicBezTo>
                  <a:cubicBezTo>
                    <a:pt x="1023" y="839"/>
                    <a:pt x="857" y="1004"/>
                    <a:pt x="683" y="1162"/>
                  </a:cubicBezTo>
                  <a:cubicBezTo>
                    <a:pt x="509" y="1319"/>
                    <a:pt x="318" y="1460"/>
                    <a:pt x="120" y="1576"/>
                  </a:cubicBezTo>
                  <a:cubicBezTo>
                    <a:pt x="1" y="1646"/>
                    <a:pt x="71" y="1810"/>
                    <a:pt x="180" y="1810"/>
                  </a:cubicBezTo>
                  <a:cubicBezTo>
                    <a:pt x="200" y="1810"/>
                    <a:pt x="222" y="1804"/>
                    <a:pt x="244" y="1791"/>
                  </a:cubicBezTo>
                  <a:lnTo>
                    <a:pt x="285" y="1766"/>
                  </a:lnTo>
                  <a:cubicBezTo>
                    <a:pt x="306" y="1809"/>
                    <a:pt x="355" y="1838"/>
                    <a:pt x="404" y="1838"/>
                  </a:cubicBezTo>
                  <a:cubicBezTo>
                    <a:pt x="432" y="1838"/>
                    <a:pt x="460" y="1829"/>
                    <a:pt x="484" y="1808"/>
                  </a:cubicBezTo>
                  <a:cubicBezTo>
                    <a:pt x="567" y="1742"/>
                    <a:pt x="642" y="1675"/>
                    <a:pt x="724" y="1609"/>
                  </a:cubicBezTo>
                  <a:cubicBezTo>
                    <a:pt x="865" y="1642"/>
                    <a:pt x="1006" y="1692"/>
                    <a:pt x="1130" y="1758"/>
                  </a:cubicBezTo>
                  <a:cubicBezTo>
                    <a:pt x="1147" y="1791"/>
                    <a:pt x="1155" y="1824"/>
                    <a:pt x="1172" y="1858"/>
                  </a:cubicBezTo>
                  <a:cubicBezTo>
                    <a:pt x="1263" y="2056"/>
                    <a:pt x="1395" y="2230"/>
                    <a:pt x="1561" y="2363"/>
                  </a:cubicBezTo>
                  <a:cubicBezTo>
                    <a:pt x="1603" y="2429"/>
                    <a:pt x="1636" y="2487"/>
                    <a:pt x="1677" y="2545"/>
                  </a:cubicBezTo>
                  <a:cubicBezTo>
                    <a:pt x="1701" y="2581"/>
                    <a:pt x="1735" y="2596"/>
                    <a:pt x="1769" y="2596"/>
                  </a:cubicBezTo>
                  <a:cubicBezTo>
                    <a:pt x="1805" y="2596"/>
                    <a:pt x="1842" y="2579"/>
                    <a:pt x="1868" y="2554"/>
                  </a:cubicBezTo>
                  <a:cubicBezTo>
                    <a:pt x="1901" y="2570"/>
                    <a:pt x="1934" y="2587"/>
                    <a:pt x="1967" y="2603"/>
                  </a:cubicBezTo>
                  <a:cubicBezTo>
                    <a:pt x="1982" y="2609"/>
                    <a:pt x="1996" y="2612"/>
                    <a:pt x="2009" y="2612"/>
                  </a:cubicBezTo>
                  <a:cubicBezTo>
                    <a:pt x="2052" y="2612"/>
                    <a:pt x="2081" y="2582"/>
                    <a:pt x="2100" y="2537"/>
                  </a:cubicBezTo>
                  <a:cubicBezTo>
                    <a:pt x="2117" y="2546"/>
                    <a:pt x="2135" y="2549"/>
                    <a:pt x="2152" y="2549"/>
                  </a:cubicBezTo>
                  <a:cubicBezTo>
                    <a:pt x="2237" y="2549"/>
                    <a:pt x="2313" y="2459"/>
                    <a:pt x="2265" y="2363"/>
                  </a:cubicBezTo>
                  <a:cubicBezTo>
                    <a:pt x="2075" y="2023"/>
                    <a:pt x="1868" y="1659"/>
                    <a:pt x="1835" y="1253"/>
                  </a:cubicBezTo>
                  <a:cubicBezTo>
                    <a:pt x="1818" y="1021"/>
                    <a:pt x="1859" y="772"/>
                    <a:pt x="1984" y="573"/>
                  </a:cubicBezTo>
                  <a:lnTo>
                    <a:pt x="2158" y="391"/>
                  </a:lnTo>
                  <a:cubicBezTo>
                    <a:pt x="2207" y="333"/>
                    <a:pt x="2199" y="275"/>
                    <a:pt x="2166" y="234"/>
                  </a:cubicBezTo>
                  <a:cubicBezTo>
                    <a:pt x="2166" y="209"/>
                    <a:pt x="2158" y="184"/>
                    <a:pt x="2149" y="159"/>
                  </a:cubicBezTo>
                  <a:cubicBezTo>
                    <a:pt x="2158" y="151"/>
                    <a:pt x="2174" y="134"/>
                    <a:pt x="2191" y="126"/>
                  </a:cubicBezTo>
                  <a:cubicBezTo>
                    <a:pt x="2246" y="78"/>
                    <a:pt x="2198" y="0"/>
                    <a:pt x="2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" name="Google Shape;487;p32"/>
            <p:cNvSpPr/>
            <p:nvPr/>
          </p:nvSpPr>
          <p:spPr>
            <a:xfrm>
              <a:off x="5857200" y="3003025"/>
              <a:ext cx="20675" cy="46525"/>
            </a:xfrm>
            <a:custGeom>
              <a:rect b="b" l="l" r="r" t="t"/>
              <a:pathLst>
                <a:path extrusionOk="0" h="1861" w="827">
                  <a:moveTo>
                    <a:pt x="605" y="0"/>
                  </a:moveTo>
                  <a:cubicBezTo>
                    <a:pt x="572" y="0"/>
                    <a:pt x="540" y="21"/>
                    <a:pt x="544" y="62"/>
                  </a:cubicBezTo>
                  <a:cubicBezTo>
                    <a:pt x="577" y="393"/>
                    <a:pt x="611" y="741"/>
                    <a:pt x="511" y="1073"/>
                  </a:cubicBezTo>
                  <a:cubicBezTo>
                    <a:pt x="470" y="1197"/>
                    <a:pt x="412" y="1321"/>
                    <a:pt x="329" y="1429"/>
                  </a:cubicBezTo>
                  <a:cubicBezTo>
                    <a:pt x="246" y="1537"/>
                    <a:pt x="130" y="1619"/>
                    <a:pt x="47" y="1735"/>
                  </a:cubicBezTo>
                  <a:cubicBezTo>
                    <a:pt x="0" y="1798"/>
                    <a:pt x="71" y="1860"/>
                    <a:pt x="135" y="1860"/>
                  </a:cubicBezTo>
                  <a:cubicBezTo>
                    <a:pt x="139" y="1860"/>
                    <a:pt x="143" y="1860"/>
                    <a:pt x="147" y="1860"/>
                  </a:cubicBezTo>
                  <a:cubicBezTo>
                    <a:pt x="304" y="1835"/>
                    <a:pt x="428" y="1702"/>
                    <a:pt x="519" y="1578"/>
                  </a:cubicBezTo>
                  <a:cubicBezTo>
                    <a:pt x="611" y="1454"/>
                    <a:pt x="677" y="1305"/>
                    <a:pt x="718" y="1155"/>
                  </a:cubicBezTo>
                  <a:cubicBezTo>
                    <a:pt x="826" y="791"/>
                    <a:pt x="785" y="401"/>
                    <a:pt x="677" y="45"/>
                  </a:cubicBezTo>
                  <a:lnTo>
                    <a:pt x="669" y="45"/>
                  </a:lnTo>
                  <a:cubicBezTo>
                    <a:pt x="661" y="15"/>
                    <a:pt x="633" y="0"/>
                    <a:pt x="6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" name="Google Shape;488;p32"/>
            <p:cNvSpPr/>
            <p:nvPr/>
          </p:nvSpPr>
          <p:spPr>
            <a:xfrm>
              <a:off x="5890675" y="3041875"/>
              <a:ext cx="9750" cy="16775"/>
            </a:xfrm>
            <a:custGeom>
              <a:rect b="b" l="l" r="r" t="t"/>
              <a:pathLst>
                <a:path extrusionOk="0" h="671" w="390">
                  <a:moveTo>
                    <a:pt x="289" y="0"/>
                  </a:moveTo>
                  <a:cubicBezTo>
                    <a:pt x="264" y="0"/>
                    <a:pt x="239" y="12"/>
                    <a:pt x="224" y="41"/>
                  </a:cubicBezTo>
                  <a:lnTo>
                    <a:pt x="233" y="41"/>
                  </a:lnTo>
                  <a:cubicBezTo>
                    <a:pt x="183" y="132"/>
                    <a:pt x="142" y="223"/>
                    <a:pt x="100" y="322"/>
                  </a:cubicBezTo>
                  <a:cubicBezTo>
                    <a:pt x="75" y="372"/>
                    <a:pt x="50" y="422"/>
                    <a:pt x="42" y="480"/>
                  </a:cubicBezTo>
                  <a:cubicBezTo>
                    <a:pt x="26" y="529"/>
                    <a:pt x="1" y="596"/>
                    <a:pt x="34" y="645"/>
                  </a:cubicBezTo>
                  <a:cubicBezTo>
                    <a:pt x="42" y="662"/>
                    <a:pt x="67" y="670"/>
                    <a:pt x="92" y="670"/>
                  </a:cubicBezTo>
                  <a:cubicBezTo>
                    <a:pt x="142" y="654"/>
                    <a:pt x="175" y="587"/>
                    <a:pt x="200" y="546"/>
                  </a:cubicBezTo>
                  <a:cubicBezTo>
                    <a:pt x="224" y="496"/>
                    <a:pt x="249" y="446"/>
                    <a:pt x="266" y="388"/>
                  </a:cubicBezTo>
                  <a:cubicBezTo>
                    <a:pt x="307" y="297"/>
                    <a:pt x="340" y="198"/>
                    <a:pt x="374" y="99"/>
                  </a:cubicBezTo>
                  <a:cubicBezTo>
                    <a:pt x="390" y="44"/>
                    <a:pt x="338" y="0"/>
                    <a:pt x="2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" name="Google Shape;489;p32"/>
            <p:cNvSpPr/>
            <p:nvPr/>
          </p:nvSpPr>
          <p:spPr>
            <a:xfrm>
              <a:off x="5895600" y="3057900"/>
              <a:ext cx="9600" cy="11400"/>
            </a:xfrm>
            <a:custGeom>
              <a:rect b="b" l="l" r="r" t="t"/>
              <a:pathLst>
                <a:path extrusionOk="0" h="456" w="384">
                  <a:moveTo>
                    <a:pt x="312" y="1"/>
                  </a:moveTo>
                  <a:cubicBezTo>
                    <a:pt x="288" y="1"/>
                    <a:pt x="268" y="15"/>
                    <a:pt x="251" y="37"/>
                  </a:cubicBezTo>
                  <a:cubicBezTo>
                    <a:pt x="210" y="95"/>
                    <a:pt x="160" y="145"/>
                    <a:pt x="127" y="203"/>
                  </a:cubicBezTo>
                  <a:cubicBezTo>
                    <a:pt x="94" y="261"/>
                    <a:pt x="52" y="319"/>
                    <a:pt x="19" y="385"/>
                  </a:cubicBezTo>
                  <a:cubicBezTo>
                    <a:pt x="1" y="423"/>
                    <a:pt x="29" y="455"/>
                    <a:pt x="61" y="455"/>
                  </a:cubicBezTo>
                  <a:cubicBezTo>
                    <a:pt x="72" y="455"/>
                    <a:pt x="83" y="452"/>
                    <a:pt x="94" y="443"/>
                  </a:cubicBezTo>
                  <a:cubicBezTo>
                    <a:pt x="143" y="394"/>
                    <a:pt x="193" y="344"/>
                    <a:pt x="235" y="286"/>
                  </a:cubicBezTo>
                  <a:cubicBezTo>
                    <a:pt x="293" y="236"/>
                    <a:pt x="334" y="170"/>
                    <a:pt x="375" y="112"/>
                  </a:cubicBezTo>
                  <a:cubicBezTo>
                    <a:pt x="384" y="95"/>
                    <a:pt x="384" y="71"/>
                    <a:pt x="384" y="54"/>
                  </a:cubicBezTo>
                  <a:cubicBezTo>
                    <a:pt x="375" y="37"/>
                    <a:pt x="367" y="21"/>
                    <a:pt x="351" y="13"/>
                  </a:cubicBezTo>
                  <a:cubicBezTo>
                    <a:pt x="337" y="4"/>
                    <a:pt x="324" y="1"/>
                    <a:pt x="3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" name="Google Shape;490;p32"/>
            <p:cNvSpPr/>
            <p:nvPr/>
          </p:nvSpPr>
          <p:spPr>
            <a:xfrm>
              <a:off x="5644150" y="2914700"/>
              <a:ext cx="133050" cy="74150"/>
            </a:xfrm>
            <a:custGeom>
              <a:rect b="b" l="l" r="r" t="t"/>
              <a:pathLst>
                <a:path extrusionOk="0" h="2966" w="5322">
                  <a:moveTo>
                    <a:pt x="2330" y="1871"/>
                  </a:moveTo>
                  <a:cubicBezTo>
                    <a:pt x="2339" y="1896"/>
                    <a:pt x="2339" y="1929"/>
                    <a:pt x="2347" y="1962"/>
                  </a:cubicBezTo>
                  <a:cubicBezTo>
                    <a:pt x="2330" y="1954"/>
                    <a:pt x="2322" y="1946"/>
                    <a:pt x="2305" y="1946"/>
                  </a:cubicBezTo>
                  <a:cubicBezTo>
                    <a:pt x="2314" y="1921"/>
                    <a:pt x="2314" y="1896"/>
                    <a:pt x="2322" y="1880"/>
                  </a:cubicBezTo>
                  <a:cubicBezTo>
                    <a:pt x="2322" y="1871"/>
                    <a:pt x="2330" y="1871"/>
                    <a:pt x="2330" y="1871"/>
                  </a:cubicBezTo>
                  <a:close/>
                  <a:moveTo>
                    <a:pt x="3415" y="1"/>
                  </a:moveTo>
                  <a:cubicBezTo>
                    <a:pt x="3389" y="1"/>
                    <a:pt x="3362" y="8"/>
                    <a:pt x="3341" y="24"/>
                  </a:cubicBezTo>
                  <a:cubicBezTo>
                    <a:pt x="3333" y="32"/>
                    <a:pt x="3325" y="40"/>
                    <a:pt x="3316" y="49"/>
                  </a:cubicBezTo>
                  <a:cubicBezTo>
                    <a:pt x="3309" y="42"/>
                    <a:pt x="3298" y="38"/>
                    <a:pt x="3286" y="38"/>
                  </a:cubicBezTo>
                  <a:cubicBezTo>
                    <a:pt x="3270" y="38"/>
                    <a:pt x="3251" y="46"/>
                    <a:pt x="3242" y="65"/>
                  </a:cubicBezTo>
                  <a:cubicBezTo>
                    <a:pt x="3233" y="82"/>
                    <a:pt x="3217" y="107"/>
                    <a:pt x="3209" y="123"/>
                  </a:cubicBezTo>
                  <a:cubicBezTo>
                    <a:pt x="3076" y="198"/>
                    <a:pt x="2927" y="223"/>
                    <a:pt x="2769" y="223"/>
                  </a:cubicBezTo>
                  <a:cubicBezTo>
                    <a:pt x="2745" y="223"/>
                    <a:pt x="2720" y="239"/>
                    <a:pt x="2703" y="264"/>
                  </a:cubicBezTo>
                  <a:cubicBezTo>
                    <a:pt x="2533" y="252"/>
                    <a:pt x="2359" y="244"/>
                    <a:pt x="2184" y="244"/>
                  </a:cubicBezTo>
                  <a:cubicBezTo>
                    <a:pt x="2119" y="244"/>
                    <a:pt x="2055" y="245"/>
                    <a:pt x="1991" y="247"/>
                  </a:cubicBezTo>
                  <a:cubicBezTo>
                    <a:pt x="1866" y="256"/>
                    <a:pt x="1750" y="264"/>
                    <a:pt x="1626" y="281"/>
                  </a:cubicBezTo>
                  <a:cubicBezTo>
                    <a:pt x="1609" y="289"/>
                    <a:pt x="1593" y="289"/>
                    <a:pt x="1576" y="289"/>
                  </a:cubicBezTo>
                  <a:cubicBezTo>
                    <a:pt x="1585" y="281"/>
                    <a:pt x="1601" y="272"/>
                    <a:pt x="1601" y="256"/>
                  </a:cubicBezTo>
                  <a:cubicBezTo>
                    <a:pt x="1618" y="223"/>
                    <a:pt x="1609" y="198"/>
                    <a:pt x="1585" y="173"/>
                  </a:cubicBezTo>
                  <a:cubicBezTo>
                    <a:pt x="1566" y="162"/>
                    <a:pt x="1545" y="157"/>
                    <a:pt x="1525" y="157"/>
                  </a:cubicBezTo>
                  <a:cubicBezTo>
                    <a:pt x="1500" y="157"/>
                    <a:pt x="1475" y="164"/>
                    <a:pt x="1452" y="173"/>
                  </a:cubicBezTo>
                  <a:cubicBezTo>
                    <a:pt x="1411" y="189"/>
                    <a:pt x="1377" y="206"/>
                    <a:pt x="1344" y="239"/>
                  </a:cubicBezTo>
                  <a:cubicBezTo>
                    <a:pt x="1286" y="281"/>
                    <a:pt x="1237" y="339"/>
                    <a:pt x="1203" y="396"/>
                  </a:cubicBezTo>
                  <a:cubicBezTo>
                    <a:pt x="1170" y="454"/>
                    <a:pt x="1154" y="512"/>
                    <a:pt x="1145" y="579"/>
                  </a:cubicBezTo>
                  <a:cubicBezTo>
                    <a:pt x="1129" y="662"/>
                    <a:pt x="1137" y="753"/>
                    <a:pt x="1179" y="836"/>
                  </a:cubicBezTo>
                  <a:cubicBezTo>
                    <a:pt x="1270" y="1043"/>
                    <a:pt x="1444" y="1217"/>
                    <a:pt x="1585" y="1391"/>
                  </a:cubicBezTo>
                  <a:cubicBezTo>
                    <a:pt x="1609" y="1424"/>
                    <a:pt x="1634" y="1457"/>
                    <a:pt x="1659" y="1490"/>
                  </a:cubicBezTo>
                  <a:cubicBezTo>
                    <a:pt x="1643" y="1507"/>
                    <a:pt x="1634" y="1532"/>
                    <a:pt x="1626" y="1548"/>
                  </a:cubicBezTo>
                  <a:cubicBezTo>
                    <a:pt x="1593" y="1598"/>
                    <a:pt x="1568" y="1639"/>
                    <a:pt x="1535" y="1681"/>
                  </a:cubicBezTo>
                  <a:cubicBezTo>
                    <a:pt x="1460" y="1764"/>
                    <a:pt x="1386" y="1838"/>
                    <a:pt x="1295" y="1896"/>
                  </a:cubicBezTo>
                  <a:cubicBezTo>
                    <a:pt x="1260" y="1917"/>
                    <a:pt x="1277" y="1960"/>
                    <a:pt x="1308" y="1960"/>
                  </a:cubicBezTo>
                  <a:cubicBezTo>
                    <a:pt x="1314" y="1960"/>
                    <a:pt x="1321" y="1958"/>
                    <a:pt x="1328" y="1954"/>
                  </a:cubicBezTo>
                  <a:cubicBezTo>
                    <a:pt x="1427" y="1896"/>
                    <a:pt x="1518" y="1830"/>
                    <a:pt x="1593" y="1739"/>
                  </a:cubicBezTo>
                  <a:cubicBezTo>
                    <a:pt x="1634" y="1697"/>
                    <a:pt x="1667" y="1656"/>
                    <a:pt x="1692" y="1606"/>
                  </a:cubicBezTo>
                  <a:cubicBezTo>
                    <a:pt x="1701" y="1590"/>
                    <a:pt x="1709" y="1581"/>
                    <a:pt x="1717" y="1565"/>
                  </a:cubicBezTo>
                  <a:cubicBezTo>
                    <a:pt x="1800" y="1672"/>
                    <a:pt x="1891" y="1772"/>
                    <a:pt x="2007" y="1838"/>
                  </a:cubicBezTo>
                  <a:lnTo>
                    <a:pt x="2015" y="1838"/>
                  </a:lnTo>
                  <a:cubicBezTo>
                    <a:pt x="2007" y="1855"/>
                    <a:pt x="1991" y="1880"/>
                    <a:pt x="1982" y="1896"/>
                  </a:cubicBezTo>
                  <a:cubicBezTo>
                    <a:pt x="1974" y="1929"/>
                    <a:pt x="1966" y="1954"/>
                    <a:pt x="1957" y="1987"/>
                  </a:cubicBezTo>
                  <a:cubicBezTo>
                    <a:pt x="1949" y="2020"/>
                    <a:pt x="1941" y="2070"/>
                    <a:pt x="1974" y="2095"/>
                  </a:cubicBezTo>
                  <a:cubicBezTo>
                    <a:pt x="1978" y="2099"/>
                    <a:pt x="1984" y="2101"/>
                    <a:pt x="1991" y="2101"/>
                  </a:cubicBezTo>
                  <a:cubicBezTo>
                    <a:pt x="1997" y="2101"/>
                    <a:pt x="2003" y="2099"/>
                    <a:pt x="2007" y="2095"/>
                  </a:cubicBezTo>
                  <a:cubicBezTo>
                    <a:pt x="2040" y="2087"/>
                    <a:pt x="2040" y="2045"/>
                    <a:pt x="2049" y="2012"/>
                  </a:cubicBezTo>
                  <a:cubicBezTo>
                    <a:pt x="2057" y="1987"/>
                    <a:pt x="2065" y="1954"/>
                    <a:pt x="2073" y="1929"/>
                  </a:cubicBezTo>
                  <a:cubicBezTo>
                    <a:pt x="2082" y="1904"/>
                    <a:pt x="2090" y="1888"/>
                    <a:pt x="2098" y="1871"/>
                  </a:cubicBezTo>
                  <a:cubicBezTo>
                    <a:pt x="2123" y="1871"/>
                    <a:pt x="2148" y="1880"/>
                    <a:pt x="2165" y="1880"/>
                  </a:cubicBezTo>
                  <a:cubicBezTo>
                    <a:pt x="2123" y="1938"/>
                    <a:pt x="2090" y="2004"/>
                    <a:pt x="2049" y="2062"/>
                  </a:cubicBezTo>
                  <a:cubicBezTo>
                    <a:pt x="1999" y="2136"/>
                    <a:pt x="1949" y="2219"/>
                    <a:pt x="1883" y="2294"/>
                  </a:cubicBezTo>
                  <a:cubicBezTo>
                    <a:pt x="1750" y="2451"/>
                    <a:pt x="1576" y="2542"/>
                    <a:pt x="1369" y="2576"/>
                  </a:cubicBezTo>
                  <a:cubicBezTo>
                    <a:pt x="1231" y="2598"/>
                    <a:pt x="1086" y="2605"/>
                    <a:pt x="940" y="2605"/>
                  </a:cubicBezTo>
                  <a:cubicBezTo>
                    <a:pt x="867" y="2605"/>
                    <a:pt x="795" y="2603"/>
                    <a:pt x="723" y="2600"/>
                  </a:cubicBezTo>
                  <a:cubicBezTo>
                    <a:pt x="507" y="2584"/>
                    <a:pt x="292" y="2551"/>
                    <a:pt x="93" y="2451"/>
                  </a:cubicBezTo>
                  <a:cubicBezTo>
                    <a:pt x="86" y="2448"/>
                    <a:pt x="79" y="2446"/>
                    <a:pt x="73" y="2446"/>
                  </a:cubicBezTo>
                  <a:cubicBezTo>
                    <a:pt x="32" y="2446"/>
                    <a:pt x="1" y="2504"/>
                    <a:pt x="43" y="2526"/>
                  </a:cubicBezTo>
                  <a:cubicBezTo>
                    <a:pt x="251" y="2650"/>
                    <a:pt x="466" y="2716"/>
                    <a:pt x="698" y="2750"/>
                  </a:cubicBezTo>
                  <a:cubicBezTo>
                    <a:pt x="810" y="2761"/>
                    <a:pt x="923" y="2767"/>
                    <a:pt x="1036" y="2767"/>
                  </a:cubicBezTo>
                  <a:cubicBezTo>
                    <a:pt x="1167" y="2767"/>
                    <a:pt x="1298" y="2759"/>
                    <a:pt x="1427" y="2741"/>
                  </a:cubicBezTo>
                  <a:cubicBezTo>
                    <a:pt x="1601" y="2716"/>
                    <a:pt x="1759" y="2650"/>
                    <a:pt x="1891" y="2551"/>
                  </a:cubicBezTo>
                  <a:lnTo>
                    <a:pt x="1916" y="2551"/>
                  </a:lnTo>
                  <a:cubicBezTo>
                    <a:pt x="1916" y="2559"/>
                    <a:pt x="1924" y="2559"/>
                    <a:pt x="1924" y="2559"/>
                  </a:cubicBezTo>
                  <a:cubicBezTo>
                    <a:pt x="1953" y="2568"/>
                    <a:pt x="1982" y="2571"/>
                    <a:pt x="2011" y="2571"/>
                  </a:cubicBezTo>
                  <a:cubicBezTo>
                    <a:pt x="2065" y="2571"/>
                    <a:pt x="2119" y="2559"/>
                    <a:pt x="2173" y="2542"/>
                  </a:cubicBezTo>
                  <a:cubicBezTo>
                    <a:pt x="2214" y="2526"/>
                    <a:pt x="2264" y="2509"/>
                    <a:pt x="2314" y="2501"/>
                  </a:cubicBezTo>
                  <a:lnTo>
                    <a:pt x="2355" y="2501"/>
                  </a:lnTo>
                  <a:cubicBezTo>
                    <a:pt x="2446" y="2509"/>
                    <a:pt x="2529" y="2534"/>
                    <a:pt x="2612" y="2559"/>
                  </a:cubicBezTo>
                  <a:lnTo>
                    <a:pt x="2620" y="2559"/>
                  </a:lnTo>
                  <a:cubicBezTo>
                    <a:pt x="2687" y="2617"/>
                    <a:pt x="2753" y="2658"/>
                    <a:pt x="2836" y="2683"/>
                  </a:cubicBezTo>
                  <a:cubicBezTo>
                    <a:pt x="2847" y="2688"/>
                    <a:pt x="2858" y="2690"/>
                    <a:pt x="2868" y="2690"/>
                  </a:cubicBezTo>
                  <a:cubicBezTo>
                    <a:pt x="2895" y="2690"/>
                    <a:pt x="2917" y="2676"/>
                    <a:pt x="2935" y="2658"/>
                  </a:cubicBezTo>
                  <a:cubicBezTo>
                    <a:pt x="2952" y="2675"/>
                    <a:pt x="2968" y="2683"/>
                    <a:pt x="2985" y="2692"/>
                  </a:cubicBezTo>
                  <a:cubicBezTo>
                    <a:pt x="3175" y="2808"/>
                    <a:pt x="3391" y="2899"/>
                    <a:pt x="3615" y="2940"/>
                  </a:cubicBezTo>
                  <a:cubicBezTo>
                    <a:pt x="3695" y="2956"/>
                    <a:pt x="3775" y="2965"/>
                    <a:pt x="3855" y="2965"/>
                  </a:cubicBezTo>
                  <a:cubicBezTo>
                    <a:pt x="3899" y="2965"/>
                    <a:pt x="3943" y="2963"/>
                    <a:pt x="3987" y="2957"/>
                  </a:cubicBezTo>
                  <a:cubicBezTo>
                    <a:pt x="4120" y="2940"/>
                    <a:pt x="4244" y="2899"/>
                    <a:pt x="4368" y="2874"/>
                  </a:cubicBezTo>
                  <a:cubicBezTo>
                    <a:pt x="4518" y="2841"/>
                    <a:pt x="4667" y="2824"/>
                    <a:pt x="4816" y="2816"/>
                  </a:cubicBezTo>
                  <a:cubicBezTo>
                    <a:pt x="4890" y="2808"/>
                    <a:pt x="4965" y="2808"/>
                    <a:pt x="5040" y="2808"/>
                  </a:cubicBezTo>
                  <a:cubicBezTo>
                    <a:pt x="5081" y="2808"/>
                    <a:pt x="5114" y="2808"/>
                    <a:pt x="5156" y="2799"/>
                  </a:cubicBezTo>
                  <a:cubicBezTo>
                    <a:pt x="5197" y="2799"/>
                    <a:pt x="5238" y="2783"/>
                    <a:pt x="5272" y="2783"/>
                  </a:cubicBezTo>
                  <a:cubicBezTo>
                    <a:pt x="5313" y="2783"/>
                    <a:pt x="5321" y="2725"/>
                    <a:pt x="5288" y="2716"/>
                  </a:cubicBezTo>
                  <a:cubicBezTo>
                    <a:pt x="5247" y="2700"/>
                    <a:pt x="5214" y="2683"/>
                    <a:pt x="5172" y="2675"/>
                  </a:cubicBezTo>
                  <a:cubicBezTo>
                    <a:pt x="5139" y="2667"/>
                    <a:pt x="5106" y="2658"/>
                    <a:pt x="5073" y="2658"/>
                  </a:cubicBezTo>
                  <a:cubicBezTo>
                    <a:pt x="4990" y="2650"/>
                    <a:pt x="4915" y="2642"/>
                    <a:pt x="4832" y="2642"/>
                  </a:cubicBezTo>
                  <a:cubicBezTo>
                    <a:pt x="4675" y="2642"/>
                    <a:pt x="4518" y="2658"/>
                    <a:pt x="4368" y="2683"/>
                  </a:cubicBezTo>
                  <a:cubicBezTo>
                    <a:pt x="4211" y="2708"/>
                    <a:pt x="4062" y="2741"/>
                    <a:pt x="3904" y="2750"/>
                  </a:cubicBezTo>
                  <a:cubicBezTo>
                    <a:pt x="3755" y="2750"/>
                    <a:pt x="3606" y="2725"/>
                    <a:pt x="3465" y="2675"/>
                  </a:cubicBezTo>
                  <a:cubicBezTo>
                    <a:pt x="3250" y="2600"/>
                    <a:pt x="3043" y="2501"/>
                    <a:pt x="2869" y="2360"/>
                  </a:cubicBezTo>
                  <a:cubicBezTo>
                    <a:pt x="2861" y="2327"/>
                    <a:pt x="2844" y="2302"/>
                    <a:pt x="2819" y="2286"/>
                  </a:cubicBezTo>
                  <a:cubicBezTo>
                    <a:pt x="2778" y="2252"/>
                    <a:pt x="2736" y="2228"/>
                    <a:pt x="2695" y="2203"/>
                  </a:cubicBezTo>
                  <a:cubicBezTo>
                    <a:pt x="2653" y="2153"/>
                    <a:pt x="2612" y="2103"/>
                    <a:pt x="2571" y="2045"/>
                  </a:cubicBezTo>
                  <a:cubicBezTo>
                    <a:pt x="2529" y="1979"/>
                    <a:pt x="2479" y="1896"/>
                    <a:pt x="2446" y="1822"/>
                  </a:cubicBezTo>
                  <a:cubicBezTo>
                    <a:pt x="2471" y="1805"/>
                    <a:pt x="2488" y="1788"/>
                    <a:pt x="2504" y="1772"/>
                  </a:cubicBezTo>
                  <a:cubicBezTo>
                    <a:pt x="2504" y="1780"/>
                    <a:pt x="2504" y="1797"/>
                    <a:pt x="2504" y="1805"/>
                  </a:cubicBezTo>
                  <a:cubicBezTo>
                    <a:pt x="2521" y="1822"/>
                    <a:pt x="2529" y="1846"/>
                    <a:pt x="2546" y="1863"/>
                  </a:cubicBezTo>
                  <a:cubicBezTo>
                    <a:pt x="2562" y="1888"/>
                    <a:pt x="2579" y="1913"/>
                    <a:pt x="2595" y="1929"/>
                  </a:cubicBezTo>
                  <a:cubicBezTo>
                    <a:pt x="2612" y="1946"/>
                    <a:pt x="2629" y="1962"/>
                    <a:pt x="2645" y="1979"/>
                  </a:cubicBezTo>
                  <a:cubicBezTo>
                    <a:pt x="2662" y="1987"/>
                    <a:pt x="2670" y="2004"/>
                    <a:pt x="2678" y="2012"/>
                  </a:cubicBezTo>
                  <a:cubicBezTo>
                    <a:pt x="2695" y="2012"/>
                    <a:pt x="2703" y="2020"/>
                    <a:pt x="2711" y="2029"/>
                  </a:cubicBezTo>
                  <a:cubicBezTo>
                    <a:pt x="2715" y="2030"/>
                    <a:pt x="2718" y="2030"/>
                    <a:pt x="2721" y="2030"/>
                  </a:cubicBezTo>
                  <a:cubicBezTo>
                    <a:pt x="2740" y="2030"/>
                    <a:pt x="2751" y="2010"/>
                    <a:pt x="2736" y="1996"/>
                  </a:cubicBezTo>
                  <a:cubicBezTo>
                    <a:pt x="2728" y="1987"/>
                    <a:pt x="2728" y="1979"/>
                    <a:pt x="2720" y="1971"/>
                  </a:cubicBezTo>
                  <a:cubicBezTo>
                    <a:pt x="2711" y="1954"/>
                    <a:pt x="2703" y="1946"/>
                    <a:pt x="2695" y="1938"/>
                  </a:cubicBezTo>
                  <a:cubicBezTo>
                    <a:pt x="2678" y="1921"/>
                    <a:pt x="2662" y="1904"/>
                    <a:pt x="2645" y="1880"/>
                  </a:cubicBezTo>
                  <a:cubicBezTo>
                    <a:pt x="2629" y="1863"/>
                    <a:pt x="2612" y="1846"/>
                    <a:pt x="2595" y="1830"/>
                  </a:cubicBezTo>
                  <a:cubicBezTo>
                    <a:pt x="2587" y="1813"/>
                    <a:pt x="2571" y="1788"/>
                    <a:pt x="2562" y="1772"/>
                  </a:cubicBezTo>
                  <a:cubicBezTo>
                    <a:pt x="2557" y="1762"/>
                    <a:pt x="2550" y="1758"/>
                    <a:pt x="2541" y="1758"/>
                  </a:cubicBezTo>
                  <a:cubicBezTo>
                    <a:pt x="2535" y="1758"/>
                    <a:pt x="2528" y="1760"/>
                    <a:pt x="2521" y="1764"/>
                  </a:cubicBezTo>
                  <a:cubicBezTo>
                    <a:pt x="2604" y="1681"/>
                    <a:pt x="2662" y="1581"/>
                    <a:pt x="2720" y="1474"/>
                  </a:cubicBezTo>
                  <a:cubicBezTo>
                    <a:pt x="2728" y="1523"/>
                    <a:pt x="2745" y="1573"/>
                    <a:pt x="2769" y="1623"/>
                  </a:cubicBezTo>
                  <a:cubicBezTo>
                    <a:pt x="2786" y="1672"/>
                    <a:pt x="2811" y="1714"/>
                    <a:pt x="2836" y="1755"/>
                  </a:cubicBezTo>
                  <a:cubicBezTo>
                    <a:pt x="2869" y="1797"/>
                    <a:pt x="2902" y="1846"/>
                    <a:pt x="2952" y="1863"/>
                  </a:cubicBezTo>
                  <a:cubicBezTo>
                    <a:pt x="2957" y="1867"/>
                    <a:pt x="2963" y="1868"/>
                    <a:pt x="2968" y="1868"/>
                  </a:cubicBezTo>
                  <a:cubicBezTo>
                    <a:pt x="2986" y="1868"/>
                    <a:pt x="3000" y="1847"/>
                    <a:pt x="2993" y="1822"/>
                  </a:cubicBezTo>
                  <a:cubicBezTo>
                    <a:pt x="2977" y="1788"/>
                    <a:pt x="2943" y="1747"/>
                    <a:pt x="2919" y="1714"/>
                  </a:cubicBezTo>
                  <a:cubicBezTo>
                    <a:pt x="2894" y="1672"/>
                    <a:pt x="2869" y="1631"/>
                    <a:pt x="2852" y="1581"/>
                  </a:cubicBezTo>
                  <a:cubicBezTo>
                    <a:pt x="2819" y="1515"/>
                    <a:pt x="2803" y="1440"/>
                    <a:pt x="2794" y="1358"/>
                  </a:cubicBezTo>
                  <a:cubicBezTo>
                    <a:pt x="2803" y="1349"/>
                    <a:pt x="2819" y="1333"/>
                    <a:pt x="2827" y="1316"/>
                  </a:cubicBezTo>
                  <a:cubicBezTo>
                    <a:pt x="2894" y="1233"/>
                    <a:pt x="2977" y="1150"/>
                    <a:pt x="3068" y="1084"/>
                  </a:cubicBezTo>
                  <a:cubicBezTo>
                    <a:pt x="3167" y="1010"/>
                    <a:pt x="3275" y="960"/>
                    <a:pt x="3341" y="852"/>
                  </a:cubicBezTo>
                  <a:cubicBezTo>
                    <a:pt x="3399" y="744"/>
                    <a:pt x="3424" y="620"/>
                    <a:pt x="3457" y="496"/>
                  </a:cubicBezTo>
                  <a:cubicBezTo>
                    <a:pt x="3482" y="372"/>
                    <a:pt x="3507" y="239"/>
                    <a:pt x="3523" y="98"/>
                  </a:cubicBezTo>
                  <a:cubicBezTo>
                    <a:pt x="3529" y="36"/>
                    <a:pt x="3472" y="1"/>
                    <a:pt x="34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" name="Google Shape;491;p32"/>
            <p:cNvSpPr/>
            <p:nvPr/>
          </p:nvSpPr>
          <p:spPr>
            <a:xfrm>
              <a:off x="5757700" y="2975875"/>
              <a:ext cx="14950" cy="3325"/>
            </a:xfrm>
            <a:custGeom>
              <a:rect b="b" l="l" r="r" t="t"/>
              <a:pathLst>
                <a:path extrusionOk="0" h="133" w="598">
                  <a:moveTo>
                    <a:pt x="227" y="1"/>
                  </a:moveTo>
                  <a:cubicBezTo>
                    <a:pt x="163" y="1"/>
                    <a:pt x="98" y="7"/>
                    <a:pt x="34" y="13"/>
                  </a:cubicBezTo>
                  <a:cubicBezTo>
                    <a:pt x="17" y="21"/>
                    <a:pt x="0" y="29"/>
                    <a:pt x="0" y="54"/>
                  </a:cubicBezTo>
                  <a:cubicBezTo>
                    <a:pt x="0" y="79"/>
                    <a:pt x="17" y="95"/>
                    <a:pt x="34" y="95"/>
                  </a:cubicBezTo>
                  <a:cubicBezTo>
                    <a:pt x="125" y="95"/>
                    <a:pt x="216" y="95"/>
                    <a:pt x="307" y="104"/>
                  </a:cubicBezTo>
                  <a:cubicBezTo>
                    <a:pt x="348" y="112"/>
                    <a:pt x="390" y="120"/>
                    <a:pt x="431" y="120"/>
                  </a:cubicBezTo>
                  <a:cubicBezTo>
                    <a:pt x="466" y="126"/>
                    <a:pt x="497" y="132"/>
                    <a:pt x="530" y="132"/>
                  </a:cubicBezTo>
                  <a:cubicBezTo>
                    <a:pt x="544" y="132"/>
                    <a:pt x="558" y="131"/>
                    <a:pt x="572" y="129"/>
                  </a:cubicBezTo>
                  <a:cubicBezTo>
                    <a:pt x="597" y="129"/>
                    <a:pt x="597" y="87"/>
                    <a:pt x="572" y="71"/>
                  </a:cubicBezTo>
                  <a:cubicBezTo>
                    <a:pt x="539" y="37"/>
                    <a:pt x="489" y="29"/>
                    <a:pt x="448" y="21"/>
                  </a:cubicBezTo>
                  <a:cubicBezTo>
                    <a:pt x="406" y="13"/>
                    <a:pt x="357" y="13"/>
                    <a:pt x="307" y="4"/>
                  </a:cubicBezTo>
                  <a:cubicBezTo>
                    <a:pt x="280" y="2"/>
                    <a:pt x="254" y="1"/>
                    <a:pt x="2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" name="Google Shape;492;p32"/>
            <p:cNvSpPr/>
            <p:nvPr/>
          </p:nvSpPr>
          <p:spPr>
            <a:xfrm>
              <a:off x="5653725" y="2975550"/>
              <a:ext cx="10775" cy="1700"/>
            </a:xfrm>
            <a:custGeom>
              <a:rect b="b" l="l" r="r" t="t"/>
              <a:pathLst>
                <a:path extrusionOk="0" h="68" w="431">
                  <a:moveTo>
                    <a:pt x="42" y="1"/>
                  </a:moveTo>
                  <a:cubicBezTo>
                    <a:pt x="0" y="1"/>
                    <a:pt x="0" y="67"/>
                    <a:pt x="42" y="67"/>
                  </a:cubicBezTo>
                  <a:lnTo>
                    <a:pt x="224" y="67"/>
                  </a:lnTo>
                  <a:cubicBezTo>
                    <a:pt x="257" y="67"/>
                    <a:pt x="290" y="59"/>
                    <a:pt x="323" y="59"/>
                  </a:cubicBezTo>
                  <a:cubicBezTo>
                    <a:pt x="356" y="59"/>
                    <a:pt x="381" y="59"/>
                    <a:pt x="414" y="50"/>
                  </a:cubicBezTo>
                  <a:cubicBezTo>
                    <a:pt x="431" y="50"/>
                    <a:pt x="431" y="26"/>
                    <a:pt x="414" y="17"/>
                  </a:cubicBezTo>
                  <a:cubicBezTo>
                    <a:pt x="381" y="17"/>
                    <a:pt x="348" y="9"/>
                    <a:pt x="323" y="9"/>
                  </a:cubicBezTo>
                  <a:lnTo>
                    <a:pt x="224" y="9"/>
                  </a:lnTo>
                  <a:cubicBezTo>
                    <a:pt x="216" y="1"/>
                    <a:pt x="199" y="1"/>
                    <a:pt x="1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" name="Google Shape;493;p32"/>
            <p:cNvSpPr/>
            <p:nvPr/>
          </p:nvSpPr>
          <p:spPr>
            <a:xfrm>
              <a:off x="5738125" y="2912350"/>
              <a:ext cx="109900" cy="58575"/>
            </a:xfrm>
            <a:custGeom>
              <a:rect b="b" l="l" r="r" t="t"/>
              <a:pathLst>
                <a:path extrusionOk="0" h="2343" w="4396">
                  <a:moveTo>
                    <a:pt x="1138" y="0"/>
                  </a:moveTo>
                  <a:cubicBezTo>
                    <a:pt x="961" y="0"/>
                    <a:pt x="790" y="34"/>
                    <a:pt x="626" y="101"/>
                  </a:cubicBezTo>
                  <a:cubicBezTo>
                    <a:pt x="484" y="155"/>
                    <a:pt x="331" y="270"/>
                    <a:pt x="176" y="270"/>
                  </a:cubicBezTo>
                  <a:cubicBezTo>
                    <a:pt x="141" y="270"/>
                    <a:pt x="106" y="264"/>
                    <a:pt x="71" y="250"/>
                  </a:cubicBezTo>
                  <a:cubicBezTo>
                    <a:pt x="67" y="249"/>
                    <a:pt x="63" y="248"/>
                    <a:pt x="59" y="248"/>
                  </a:cubicBezTo>
                  <a:cubicBezTo>
                    <a:pt x="24" y="248"/>
                    <a:pt x="0" y="310"/>
                    <a:pt x="38" y="325"/>
                  </a:cubicBezTo>
                  <a:cubicBezTo>
                    <a:pt x="94" y="351"/>
                    <a:pt x="150" y="362"/>
                    <a:pt x="207" y="362"/>
                  </a:cubicBezTo>
                  <a:cubicBezTo>
                    <a:pt x="311" y="362"/>
                    <a:pt x="414" y="326"/>
                    <a:pt x="510" y="283"/>
                  </a:cubicBezTo>
                  <a:cubicBezTo>
                    <a:pt x="701" y="209"/>
                    <a:pt x="891" y="151"/>
                    <a:pt x="1098" y="151"/>
                  </a:cubicBezTo>
                  <a:cubicBezTo>
                    <a:pt x="1115" y="150"/>
                    <a:pt x="1132" y="150"/>
                    <a:pt x="1149" y="150"/>
                  </a:cubicBezTo>
                  <a:cubicBezTo>
                    <a:pt x="1331" y="150"/>
                    <a:pt x="1511" y="190"/>
                    <a:pt x="1678" y="259"/>
                  </a:cubicBezTo>
                  <a:cubicBezTo>
                    <a:pt x="1778" y="292"/>
                    <a:pt x="1869" y="333"/>
                    <a:pt x="1960" y="375"/>
                  </a:cubicBezTo>
                  <a:cubicBezTo>
                    <a:pt x="2051" y="408"/>
                    <a:pt x="2142" y="457"/>
                    <a:pt x="2242" y="474"/>
                  </a:cubicBezTo>
                  <a:cubicBezTo>
                    <a:pt x="2245" y="475"/>
                    <a:pt x="2249" y="475"/>
                    <a:pt x="2252" y="475"/>
                  </a:cubicBezTo>
                  <a:cubicBezTo>
                    <a:pt x="2287" y="475"/>
                    <a:pt x="2306" y="438"/>
                    <a:pt x="2283" y="408"/>
                  </a:cubicBezTo>
                  <a:cubicBezTo>
                    <a:pt x="2167" y="292"/>
                    <a:pt x="1993" y="209"/>
                    <a:pt x="1836" y="151"/>
                  </a:cubicBezTo>
                  <a:lnTo>
                    <a:pt x="1836" y="151"/>
                  </a:lnTo>
                  <a:cubicBezTo>
                    <a:pt x="2109" y="192"/>
                    <a:pt x="2383" y="292"/>
                    <a:pt x="2606" y="441"/>
                  </a:cubicBezTo>
                  <a:cubicBezTo>
                    <a:pt x="2772" y="565"/>
                    <a:pt x="2905" y="722"/>
                    <a:pt x="3012" y="896"/>
                  </a:cubicBezTo>
                  <a:cubicBezTo>
                    <a:pt x="3070" y="996"/>
                    <a:pt x="3120" y="1095"/>
                    <a:pt x="3170" y="1195"/>
                  </a:cubicBezTo>
                  <a:cubicBezTo>
                    <a:pt x="3186" y="1244"/>
                    <a:pt x="3211" y="1294"/>
                    <a:pt x="3228" y="1352"/>
                  </a:cubicBezTo>
                  <a:cubicBezTo>
                    <a:pt x="3244" y="1410"/>
                    <a:pt x="3253" y="1476"/>
                    <a:pt x="3286" y="1526"/>
                  </a:cubicBezTo>
                  <a:cubicBezTo>
                    <a:pt x="3304" y="1549"/>
                    <a:pt x="3331" y="1564"/>
                    <a:pt x="3358" y="1564"/>
                  </a:cubicBezTo>
                  <a:cubicBezTo>
                    <a:pt x="3381" y="1564"/>
                    <a:pt x="3403" y="1553"/>
                    <a:pt x="3418" y="1526"/>
                  </a:cubicBezTo>
                  <a:cubicBezTo>
                    <a:pt x="3468" y="1418"/>
                    <a:pt x="3427" y="1261"/>
                    <a:pt x="3393" y="1162"/>
                  </a:cubicBezTo>
                  <a:cubicBezTo>
                    <a:pt x="3360" y="1070"/>
                    <a:pt x="3311" y="979"/>
                    <a:pt x="3269" y="888"/>
                  </a:cubicBezTo>
                  <a:lnTo>
                    <a:pt x="3269" y="888"/>
                  </a:lnTo>
                  <a:cubicBezTo>
                    <a:pt x="3369" y="954"/>
                    <a:pt x="3476" y="1004"/>
                    <a:pt x="3567" y="1079"/>
                  </a:cubicBezTo>
                  <a:cubicBezTo>
                    <a:pt x="3700" y="1178"/>
                    <a:pt x="3816" y="1294"/>
                    <a:pt x="3907" y="1435"/>
                  </a:cubicBezTo>
                  <a:cubicBezTo>
                    <a:pt x="3998" y="1568"/>
                    <a:pt x="4073" y="1708"/>
                    <a:pt x="4131" y="1858"/>
                  </a:cubicBezTo>
                  <a:cubicBezTo>
                    <a:pt x="4156" y="1940"/>
                    <a:pt x="4181" y="2015"/>
                    <a:pt x="4205" y="2090"/>
                  </a:cubicBezTo>
                  <a:cubicBezTo>
                    <a:pt x="4230" y="2164"/>
                    <a:pt x="4255" y="2255"/>
                    <a:pt x="4297" y="2322"/>
                  </a:cubicBezTo>
                  <a:cubicBezTo>
                    <a:pt x="4303" y="2335"/>
                    <a:pt x="4316" y="2342"/>
                    <a:pt x="4330" y="2342"/>
                  </a:cubicBezTo>
                  <a:cubicBezTo>
                    <a:pt x="4349" y="2342"/>
                    <a:pt x="4370" y="2329"/>
                    <a:pt x="4379" y="2305"/>
                  </a:cubicBezTo>
                  <a:cubicBezTo>
                    <a:pt x="4396" y="2230"/>
                    <a:pt x="4379" y="2131"/>
                    <a:pt x="4371" y="2056"/>
                  </a:cubicBezTo>
                  <a:cubicBezTo>
                    <a:pt x="4355" y="1974"/>
                    <a:pt x="4330" y="1891"/>
                    <a:pt x="4297" y="1816"/>
                  </a:cubicBezTo>
                  <a:cubicBezTo>
                    <a:pt x="4230" y="1650"/>
                    <a:pt x="4156" y="1501"/>
                    <a:pt x="4048" y="1360"/>
                  </a:cubicBezTo>
                  <a:cubicBezTo>
                    <a:pt x="3949" y="1228"/>
                    <a:pt x="3841" y="1104"/>
                    <a:pt x="3708" y="1004"/>
                  </a:cubicBezTo>
                  <a:cubicBezTo>
                    <a:pt x="3642" y="954"/>
                    <a:pt x="3567" y="913"/>
                    <a:pt x="3493" y="880"/>
                  </a:cubicBezTo>
                  <a:cubicBezTo>
                    <a:pt x="3393" y="830"/>
                    <a:pt x="3294" y="797"/>
                    <a:pt x="3211" y="722"/>
                  </a:cubicBezTo>
                  <a:cubicBezTo>
                    <a:pt x="3201" y="713"/>
                    <a:pt x="3189" y="709"/>
                    <a:pt x="3177" y="709"/>
                  </a:cubicBezTo>
                  <a:cubicBezTo>
                    <a:pt x="3168" y="709"/>
                    <a:pt x="3160" y="711"/>
                    <a:pt x="3153" y="714"/>
                  </a:cubicBezTo>
                  <a:cubicBezTo>
                    <a:pt x="3045" y="548"/>
                    <a:pt x="2905" y="399"/>
                    <a:pt x="2739" y="283"/>
                  </a:cubicBezTo>
                  <a:cubicBezTo>
                    <a:pt x="2548" y="159"/>
                    <a:pt x="2341" y="68"/>
                    <a:pt x="2117" y="35"/>
                  </a:cubicBezTo>
                  <a:cubicBezTo>
                    <a:pt x="2016" y="15"/>
                    <a:pt x="1916" y="7"/>
                    <a:pt x="1816" y="7"/>
                  </a:cubicBezTo>
                  <a:cubicBezTo>
                    <a:pt x="1704" y="7"/>
                    <a:pt x="1593" y="17"/>
                    <a:pt x="1479" y="35"/>
                  </a:cubicBezTo>
                  <a:cubicBezTo>
                    <a:pt x="1388" y="18"/>
                    <a:pt x="1289" y="2"/>
                    <a:pt x="1198" y="2"/>
                  </a:cubicBezTo>
                  <a:cubicBezTo>
                    <a:pt x="1178" y="1"/>
                    <a:pt x="1158" y="0"/>
                    <a:pt x="11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" name="Google Shape;494;p32"/>
            <p:cNvSpPr/>
            <p:nvPr/>
          </p:nvSpPr>
          <p:spPr>
            <a:xfrm>
              <a:off x="5824200" y="2948350"/>
              <a:ext cx="6650" cy="16875"/>
            </a:xfrm>
            <a:custGeom>
              <a:rect b="b" l="l" r="r" t="t"/>
              <a:pathLst>
                <a:path extrusionOk="0" h="675" w="266">
                  <a:moveTo>
                    <a:pt x="80" y="1"/>
                  </a:moveTo>
                  <a:cubicBezTo>
                    <a:pt x="42" y="1"/>
                    <a:pt x="0" y="34"/>
                    <a:pt x="17" y="78"/>
                  </a:cubicBezTo>
                  <a:cubicBezTo>
                    <a:pt x="58" y="169"/>
                    <a:pt x="83" y="268"/>
                    <a:pt x="108" y="360"/>
                  </a:cubicBezTo>
                  <a:cubicBezTo>
                    <a:pt x="116" y="409"/>
                    <a:pt x="124" y="459"/>
                    <a:pt x="124" y="509"/>
                  </a:cubicBezTo>
                  <a:cubicBezTo>
                    <a:pt x="133" y="534"/>
                    <a:pt x="133" y="550"/>
                    <a:pt x="133" y="575"/>
                  </a:cubicBezTo>
                  <a:cubicBezTo>
                    <a:pt x="141" y="600"/>
                    <a:pt x="149" y="625"/>
                    <a:pt x="158" y="650"/>
                  </a:cubicBezTo>
                  <a:cubicBezTo>
                    <a:pt x="166" y="666"/>
                    <a:pt x="182" y="674"/>
                    <a:pt x="198" y="674"/>
                  </a:cubicBezTo>
                  <a:cubicBezTo>
                    <a:pt x="213" y="674"/>
                    <a:pt x="228" y="666"/>
                    <a:pt x="232" y="650"/>
                  </a:cubicBezTo>
                  <a:cubicBezTo>
                    <a:pt x="265" y="600"/>
                    <a:pt x="257" y="550"/>
                    <a:pt x="257" y="492"/>
                  </a:cubicBezTo>
                  <a:cubicBezTo>
                    <a:pt x="249" y="442"/>
                    <a:pt x="240" y="384"/>
                    <a:pt x="232" y="335"/>
                  </a:cubicBezTo>
                  <a:cubicBezTo>
                    <a:pt x="207" y="227"/>
                    <a:pt x="174" y="128"/>
                    <a:pt x="124" y="28"/>
                  </a:cubicBezTo>
                  <a:cubicBezTo>
                    <a:pt x="116" y="9"/>
                    <a:pt x="99" y="1"/>
                    <a:pt x="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" name="Google Shape;495;p32"/>
            <p:cNvSpPr/>
            <p:nvPr/>
          </p:nvSpPr>
          <p:spPr>
            <a:xfrm>
              <a:off x="5800225" y="2956725"/>
              <a:ext cx="48025" cy="71300"/>
            </a:xfrm>
            <a:custGeom>
              <a:rect b="b" l="l" r="r" t="t"/>
              <a:pathLst>
                <a:path extrusionOk="0" h="2852" w="1921">
                  <a:moveTo>
                    <a:pt x="1523" y="0"/>
                  </a:moveTo>
                  <a:cubicBezTo>
                    <a:pt x="1499" y="0"/>
                    <a:pt x="1473" y="17"/>
                    <a:pt x="1473" y="49"/>
                  </a:cubicBezTo>
                  <a:cubicBezTo>
                    <a:pt x="1481" y="281"/>
                    <a:pt x="1531" y="505"/>
                    <a:pt x="1589" y="729"/>
                  </a:cubicBezTo>
                  <a:cubicBezTo>
                    <a:pt x="1639" y="944"/>
                    <a:pt x="1688" y="1176"/>
                    <a:pt x="1639" y="1400"/>
                  </a:cubicBezTo>
                  <a:cubicBezTo>
                    <a:pt x="1589" y="1615"/>
                    <a:pt x="1473" y="1814"/>
                    <a:pt x="1332" y="1980"/>
                  </a:cubicBezTo>
                  <a:cubicBezTo>
                    <a:pt x="1291" y="2030"/>
                    <a:pt x="1249" y="2079"/>
                    <a:pt x="1199" y="2129"/>
                  </a:cubicBezTo>
                  <a:cubicBezTo>
                    <a:pt x="1193" y="2117"/>
                    <a:pt x="1178" y="2109"/>
                    <a:pt x="1161" y="2109"/>
                  </a:cubicBezTo>
                  <a:cubicBezTo>
                    <a:pt x="1155" y="2109"/>
                    <a:pt x="1148" y="2110"/>
                    <a:pt x="1141" y="2113"/>
                  </a:cubicBezTo>
                  <a:cubicBezTo>
                    <a:pt x="1092" y="2129"/>
                    <a:pt x="1050" y="2171"/>
                    <a:pt x="1009" y="2195"/>
                  </a:cubicBezTo>
                  <a:cubicBezTo>
                    <a:pt x="959" y="2220"/>
                    <a:pt x="918" y="2245"/>
                    <a:pt x="868" y="2270"/>
                  </a:cubicBezTo>
                  <a:lnTo>
                    <a:pt x="851" y="2287"/>
                  </a:lnTo>
                  <a:cubicBezTo>
                    <a:pt x="918" y="2179"/>
                    <a:pt x="976" y="2063"/>
                    <a:pt x="1009" y="1939"/>
                  </a:cubicBezTo>
                  <a:cubicBezTo>
                    <a:pt x="1042" y="1823"/>
                    <a:pt x="1075" y="1665"/>
                    <a:pt x="1025" y="1549"/>
                  </a:cubicBezTo>
                  <a:cubicBezTo>
                    <a:pt x="1013" y="1524"/>
                    <a:pt x="990" y="1512"/>
                    <a:pt x="968" y="1512"/>
                  </a:cubicBezTo>
                  <a:cubicBezTo>
                    <a:pt x="947" y="1512"/>
                    <a:pt x="926" y="1524"/>
                    <a:pt x="918" y="1549"/>
                  </a:cubicBezTo>
                  <a:cubicBezTo>
                    <a:pt x="876" y="1657"/>
                    <a:pt x="876" y="1781"/>
                    <a:pt x="843" y="1889"/>
                  </a:cubicBezTo>
                  <a:cubicBezTo>
                    <a:pt x="810" y="1997"/>
                    <a:pt x="769" y="2104"/>
                    <a:pt x="711" y="2204"/>
                  </a:cubicBezTo>
                  <a:cubicBezTo>
                    <a:pt x="653" y="2287"/>
                    <a:pt x="586" y="2378"/>
                    <a:pt x="512" y="2452"/>
                  </a:cubicBezTo>
                  <a:cubicBezTo>
                    <a:pt x="437" y="2485"/>
                    <a:pt x="363" y="2519"/>
                    <a:pt x="288" y="2560"/>
                  </a:cubicBezTo>
                  <a:cubicBezTo>
                    <a:pt x="189" y="2610"/>
                    <a:pt x="97" y="2676"/>
                    <a:pt x="31" y="2767"/>
                  </a:cubicBezTo>
                  <a:cubicBezTo>
                    <a:pt x="1" y="2813"/>
                    <a:pt x="40" y="2851"/>
                    <a:pt x="78" y="2851"/>
                  </a:cubicBezTo>
                  <a:cubicBezTo>
                    <a:pt x="82" y="2851"/>
                    <a:pt x="86" y="2851"/>
                    <a:pt x="89" y="2850"/>
                  </a:cubicBezTo>
                  <a:cubicBezTo>
                    <a:pt x="313" y="2825"/>
                    <a:pt x="520" y="2709"/>
                    <a:pt x="719" y="2610"/>
                  </a:cubicBezTo>
                  <a:cubicBezTo>
                    <a:pt x="769" y="2585"/>
                    <a:pt x="818" y="2560"/>
                    <a:pt x="860" y="2527"/>
                  </a:cubicBezTo>
                  <a:cubicBezTo>
                    <a:pt x="860" y="2565"/>
                    <a:pt x="887" y="2602"/>
                    <a:pt x="924" y="2602"/>
                  </a:cubicBezTo>
                  <a:cubicBezTo>
                    <a:pt x="927" y="2602"/>
                    <a:pt x="931" y="2602"/>
                    <a:pt x="934" y="2601"/>
                  </a:cubicBezTo>
                  <a:cubicBezTo>
                    <a:pt x="1042" y="2560"/>
                    <a:pt x="1150" y="2461"/>
                    <a:pt x="1241" y="2394"/>
                  </a:cubicBezTo>
                  <a:cubicBezTo>
                    <a:pt x="1340" y="2320"/>
                    <a:pt x="1431" y="2229"/>
                    <a:pt x="1514" y="2129"/>
                  </a:cubicBezTo>
                  <a:cubicBezTo>
                    <a:pt x="1680" y="1947"/>
                    <a:pt x="1804" y="1731"/>
                    <a:pt x="1862" y="1491"/>
                  </a:cubicBezTo>
                  <a:cubicBezTo>
                    <a:pt x="1920" y="1243"/>
                    <a:pt x="1887" y="994"/>
                    <a:pt x="1821" y="754"/>
                  </a:cubicBezTo>
                  <a:cubicBezTo>
                    <a:pt x="1746" y="505"/>
                    <a:pt x="1630" y="273"/>
                    <a:pt x="1564" y="33"/>
                  </a:cubicBezTo>
                  <a:cubicBezTo>
                    <a:pt x="1560" y="11"/>
                    <a:pt x="1542" y="0"/>
                    <a:pt x="1523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" name="Google Shape;496;p32"/>
            <p:cNvSpPr/>
            <p:nvPr/>
          </p:nvSpPr>
          <p:spPr>
            <a:xfrm>
              <a:off x="5786900" y="3018125"/>
              <a:ext cx="9975" cy="7225"/>
            </a:xfrm>
            <a:custGeom>
              <a:rect b="b" l="l" r="r" t="t"/>
              <a:pathLst>
                <a:path extrusionOk="0" h="289" w="399">
                  <a:moveTo>
                    <a:pt x="345" y="0"/>
                  </a:moveTo>
                  <a:cubicBezTo>
                    <a:pt x="332" y="0"/>
                    <a:pt x="320" y="5"/>
                    <a:pt x="307" y="13"/>
                  </a:cubicBezTo>
                  <a:cubicBezTo>
                    <a:pt x="291" y="29"/>
                    <a:pt x="266" y="54"/>
                    <a:pt x="241" y="71"/>
                  </a:cubicBezTo>
                  <a:cubicBezTo>
                    <a:pt x="216" y="87"/>
                    <a:pt x="200" y="104"/>
                    <a:pt x="175" y="121"/>
                  </a:cubicBezTo>
                  <a:cubicBezTo>
                    <a:pt x="150" y="137"/>
                    <a:pt x="125" y="154"/>
                    <a:pt x="100" y="170"/>
                  </a:cubicBezTo>
                  <a:cubicBezTo>
                    <a:pt x="75" y="187"/>
                    <a:pt x="50" y="203"/>
                    <a:pt x="26" y="220"/>
                  </a:cubicBezTo>
                  <a:cubicBezTo>
                    <a:pt x="9" y="228"/>
                    <a:pt x="1" y="253"/>
                    <a:pt x="9" y="270"/>
                  </a:cubicBezTo>
                  <a:cubicBezTo>
                    <a:pt x="16" y="276"/>
                    <a:pt x="28" y="288"/>
                    <a:pt x="41" y="288"/>
                  </a:cubicBezTo>
                  <a:cubicBezTo>
                    <a:pt x="44" y="288"/>
                    <a:pt x="47" y="288"/>
                    <a:pt x="50" y="286"/>
                  </a:cubicBezTo>
                  <a:cubicBezTo>
                    <a:pt x="84" y="278"/>
                    <a:pt x="117" y="261"/>
                    <a:pt x="142" y="253"/>
                  </a:cubicBezTo>
                  <a:cubicBezTo>
                    <a:pt x="175" y="237"/>
                    <a:pt x="200" y="220"/>
                    <a:pt x="224" y="203"/>
                  </a:cubicBezTo>
                  <a:cubicBezTo>
                    <a:pt x="282" y="162"/>
                    <a:pt x="332" y="129"/>
                    <a:pt x="382" y="79"/>
                  </a:cubicBezTo>
                  <a:cubicBezTo>
                    <a:pt x="398" y="63"/>
                    <a:pt x="398" y="29"/>
                    <a:pt x="382" y="13"/>
                  </a:cubicBezTo>
                  <a:cubicBezTo>
                    <a:pt x="369" y="5"/>
                    <a:pt x="357" y="0"/>
                    <a:pt x="345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" name="Google Shape;497;p32"/>
            <p:cNvSpPr/>
            <p:nvPr/>
          </p:nvSpPr>
          <p:spPr>
            <a:xfrm>
              <a:off x="5653075" y="2997075"/>
              <a:ext cx="22325" cy="25625"/>
            </a:xfrm>
            <a:custGeom>
              <a:rect b="b" l="l" r="r" t="t"/>
              <a:pathLst>
                <a:path extrusionOk="0" h="1025" w="893">
                  <a:moveTo>
                    <a:pt x="51" y="1"/>
                  </a:moveTo>
                  <a:cubicBezTo>
                    <a:pt x="24" y="1"/>
                    <a:pt x="0" y="30"/>
                    <a:pt x="18" y="59"/>
                  </a:cubicBezTo>
                  <a:cubicBezTo>
                    <a:pt x="101" y="217"/>
                    <a:pt x="175" y="383"/>
                    <a:pt x="275" y="532"/>
                  </a:cubicBezTo>
                  <a:cubicBezTo>
                    <a:pt x="316" y="598"/>
                    <a:pt x="358" y="656"/>
                    <a:pt x="416" y="697"/>
                  </a:cubicBezTo>
                  <a:cubicBezTo>
                    <a:pt x="457" y="725"/>
                    <a:pt x="509" y="741"/>
                    <a:pt x="564" y="741"/>
                  </a:cubicBezTo>
                  <a:cubicBezTo>
                    <a:pt x="575" y="741"/>
                    <a:pt x="586" y="740"/>
                    <a:pt x="598" y="739"/>
                  </a:cubicBezTo>
                  <a:cubicBezTo>
                    <a:pt x="598" y="747"/>
                    <a:pt x="598" y="747"/>
                    <a:pt x="598" y="755"/>
                  </a:cubicBezTo>
                  <a:cubicBezTo>
                    <a:pt x="631" y="805"/>
                    <a:pt x="656" y="855"/>
                    <a:pt x="689" y="896"/>
                  </a:cubicBezTo>
                  <a:cubicBezTo>
                    <a:pt x="722" y="946"/>
                    <a:pt x="772" y="987"/>
                    <a:pt x="822" y="1021"/>
                  </a:cubicBezTo>
                  <a:cubicBezTo>
                    <a:pt x="827" y="1023"/>
                    <a:pt x="832" y="1024"/>
                    <a:pt x="837" y="1024"/>
                  </a:cubicBezTo>
                  <a:cubicBezTo>
                    <a:pt x="866" y="1024"/>
                    <a:pt x="892" y="990"/>
                    <a:pt x="871" y="963"/>
                  </a:cubicBezTo>
                  <a:cubicBezTo>
                    <a:pt x="846" y="921"/>
                    <a:pt x="822" y="871"/>
                    <a:pt x="797" y="830"/>
                  </a:cubicBezTo>
                  <a:cubicBezTo>
                    <a:pt x="764" y="789"/>
                    <a:pt x="730" y="739"/>
                    <a:pt x="706" y="689"/>
                  </a:cubicBezTo>
                  <a:cubicBezTo>
                    <a:pt x="648" y="598"/>
                    <a:pt x="606" y="499"/>
                    <a:pt x="573" y="399"/>
                  </a:cubicBezTo>
                  <a:cubicBezTo>
                    <a:pt x="566" y="379"/>
                    <a:pt x="549" y="370"/>
                    <a:pt x="531" y="370"/>
                  </a:cubicBezTo>
                  <a:cubicBezTo>
                    <a:pt x="506" y="370"/>
                    <a:pt x="480" y="390"/>
                    <a:pt x="490" y="424"/>
                  </a:cubicBezTo>
                  <a:cubicBezTo>
                    <a:pt x="507" y="499"/>
                    <a:pt x="523" y="573"/>
                    <a:pt x="556" y="648"/>
                  </a:cubicBezTo>
                  <a:cubicBezTo>
                    <a:pt x="474" y="598"/>
                    <a:pt x="407" y="515"/>
                    <a:pt x="358" y="441"/>
                  </a:cubicBezTo>
                  <a:cubicBezTo>
                    <a:pt x="266" y="300"/>
                    <a:pt x="175" y="159"/>
                    <a:pt x="84" y="18"/>
                  </a:cubicBezTo>
                  <a:cubicBezTo>
                    <a:pt x="74" y="6"/>
                    <a:pt x="63" y="1"/>
                    <a:pt x="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" name="Google Shape;498;p32"/>
            <p:cNvSpPr/>
            <p:nvPr/>
          </p:nvSpPr>
          <p:spPr>
            <a:xfrm>
              <a:off x="5762850" y="3016975"/>
              <a:ext cx="16825" cy="18875"/>
            </a:xfrm>
            <a:custGeom>
              <a:rect b="b" l="l" r="r" t="t"/>
              <a:pathLst>
                <a:path extrusionOk="0" h="755" w="673">
                  <a:moveTo>
                    <a:pt x="565" y="1"/>
                  </a:moveTo>
                  <a:cubicBezTo>
                    <a:pt x="553" y="1"/>
                    <a:pt x="540" y="5"/>
                    <a:pt x="532" y="17"/>
                  </a:cubicBezTo>
                  <a:cubicBezTo>
                    <a:pt x="515" y="34"/>
                    <a:pt x="515" y="51"/>
                    <a:pt x="507" y="75"/>
                  </a:cubicBezTo>
                  <a:cubicBezTo>
                    <a:pt x="507" y="84"/>
                    <a:pt x="507" y="92"/>
                    <a:pt x="507" y="100"/>
                  </a:cubicBezTo>
                  <a:cubicBezTo>
                    <a:pt x="490" y="133"/>
                    <a:pt x="482" y="167"/>
                    <a:pt x="474" y="200"/>
                  </a:cubicBezTo>
                  <a:cubicBezTo>
                    <a:pt x="449" y="258"/>
                    <a:pt x="399" y="307"/>
                    <a:pt x="358" y="349"/>
                  </a:cubicBezTo>
                  <a:cubicBezTo>
                    <a:pt x="308" y="399"/>
                    <a:pt x="250" y="448"/>
                    <a:pt x="200" y="498"/>
                  </a:cubicBezTo>
                  <a:cubicBezTo>
                    <a:pt x="151" y="556"/>
                    <a:pt x="93" y="606"/>
                    <a:pt x="35" y="664"/>
                  </a:cubicBezTo>
                  <a:cubicBezTo>
                    <a:pt x="1" y="698"/>
                    <a:pt x="34" y="755"/>
                    <a:pt x="75" y="755"/>
                  </a:cubicBezTo>
                  <a:cubicBezTo>
                    <a:pt x="84" y="755"/>
                    <a:pt x="92" y="752"/>
                    <a:pt x="101" y="747"/>
                  </a:cubicBezTo>
                  <a:cubicBezTo>
                    <a:pt x="234" y="647"/>
                    <a:pt x="374" y="556"/>
                    <a:pt x="507" y="448"/>
                  </a:cubicBezTo>
                  <a:cubicBezTo>
                    <a:pt x="565" y="390"/>
                    <a:pt x="615" y="324"/>
                    <a:pt x="640" y="241"/>
                  </a:cubicBezTo>
                  <a:cubicBezTo>
                    <a:pt x="656" y="208"/>
                    <a:pt x="673" y="158"/>
                    <a:pt x="656" y="117"/>
                  </a:cubicBezTo>
                  <a:cubicBezTo>
                    <a:pt x="648" y="75"/>
                    <a:pt x="640" y="26"/>
                    <a:pt x="606" y="9"/>
                  </a:cubicBezTo>
                  <a:lnTo>
                    <a:pt x="598" y="9"/>
                  </a:lnTo>
                  <a:cubicBezTo>
                    <a:pt x="590" y="5"/>
                    <a:pt x="577" y="1"/>
                    <a:pt x="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" name="Google Shape;499;p32"/>
            <p:cNvSpPr/>
            <p:nvPr/>
          </p:nvSpPr>
          <p:spPr>
            <a:xfrm>
              <a:off x="5753775" y="3022475"/>
              <a:ext cx="8875" cy="10650"/>
            </a:xfrm>
            <a:custGeom>
              <a:rect b="b" l="l" r="r" t="t"/>
              <a:pathLst>
                <a:path extrusionOk="0" h="426" w="355">
                  <a:moveTo>
                    <a:pt x="300" y="0"/>
                  </a:moveTo>
                  <a:cubicBezTo>
                    <a:pt x="294" y="0"/>
                    <a:pt x="288" y="1"/>
                    <a:pt x="282" y="5"/>
                  </a:cubicBezTo>
                  <a:cubicBezTo>
                    <a:pt x="224" y="46"/>
                    <a:pt x="174" y="112"/>
                    <a:pt x="133" y="170"/>
                  </a:cubicBezTo>
                  <a:cubicBezTo>
                    <a:pt x="91" y="220"/>
                    <a:pt x="58" y="278"/>
                    <a:pt x="17" y="336"/>
                  </a:cubicBezTo>
                  <a:cubicBezTo>
                    <a:pt x="0" y="361"/>
                    <a:pt x="8" y="402"/>
                    <a:pt x="33" y="419"/>
                  </a:cubicBezTo>
                  <a:cubicBezTo>
                    <a:pt x="42" y="423"/>
                    <a:pt x="52" y="425"/>
                    <a:pt x="61" y="425"/>
                  </a:cubicBezTo>
                  <a:cubicBezTo>
                    <a:pt x="84" y="425"/>
                    <a:pt x="106" y="412"/>
                    <a:pt x="124" y="394"/>
                  </a:cubicBezTo>
                  <a:cubicBezTo>
                    <a:pt x="157" y="344"/>
                    <a:pt x="199" y="286"/>
                    <a:pt x="240" y="237"/>
                  </a:cubicBezTo>
                  <a:cubicBezTo>
                    <a:pt x="282" y="179"/>
                    <a:pt x="323" y="121"/>
                    <a:pt x="348" y="54"/>
                  </a:cubicBezTo>
                  <a:cubicBezTo>
                    <a:pt x="355" y="27"/>
                    <a:pt x="328" y="0"/>
                    <a:pt x="3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" name="Google Shape;500;p32"/>
            <p:cNvSpPr/>
            <p:nvPr/>
          </p:nvSpPr>
          <p:spPr>
            <a:xfrm>
              <a:off x="5690025" y="3012050"/>
              <a:ext cx="12150" cy="14925"/>
            </a:xfrm>
            <a:custGeom>
              <a:rect b="b" l="l" r="r" t="t"/>
              <a:pathLst>
                <a:path extrusionOk="0" h="597" w="486">
                  <a:moveTo>
                    <a:pt x="47" y="0"/>
                  </a:moveTo>
                  <a:cubicBezTo>
                    <a:pt x="26" y="0"/>
                    <a:pt x="1" y="21"/>
                    <a:pt x="6" y="49"/>
                  </a:cubicBezTo>
                  <a:cubicBezTo>
                    <a:pt x="40" y="156"/>
                    <a:pt x="89" y="264"/>
                    <a:pt x="156" y="364"/>
                  </a:cubicBezTo>
                  <a:cubicBezTo>
                    <a:pt x="222" y="455"/>
                    <a:pt x="305" y="554"/>
                    <a:pt x="421" y="596"/>
                  </a:cubicBezTo>
                  <a:cubicBezTo>
                    <a:pt x="424" y="596"/>
                    <a:pt x="427" y="597"/>
                    <a:pt x="429" y="597"/>
                  </a:cubicBezTo>
                  <a:cubicBezTo>
                    <a:pt x="459" y="597"/>
                    <a:pt x="486" y="559"/>
                    <a:pt x="470" y="529"/>
                  </a:cubicBezTo>
                  <a:cubicBezTo>
                    <a:pt x="404" y="446"/>
                    <a:pt x="313" y="372"/>
                    <a:pt x="247" y="289"/>
                  </a:cubicBezTo>
                  <a:cubicBezTo>
                    <a:pt x="172" y="206"/>
                    <a:pt x="114" y="115"/>
                    <a:pt x="73" y="16"/>
                  </a:cubicBezTo>
                  <a:cubicBezTo>
                    <a:pt x="67" y="5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" name="Google Shape;501;p32"/>
            <p:cNvSpPr/>
            <p:nvPr/>
          </p:nvSpPr>
          <p:spPr>
            <a:xfrm>
              <a:off x="5687275" y="2907250"/>
              <a:ext cx="3125" cy="4075"/>
            </a:xfrm>
            <a:custGeom>
              <a:rect b="b" l="l" r="r" t="t"/>
              <a:pathLst>
                <a:path extrusionOk="0" h="163" w="125">
                  <a:moveTo>
                    <a:pt x="93" y="1"/>
                  </a:moveTo>
                  <a:cubicBezTo>
                    <a:pt x="87" y="1"/>
                    <a:pt x="83" y="3"/>
                    <a:pt x="83" y="7"/>
                  </a:cubicBezTo>
                  <a:cubicBezTo>
                    <a:pt x="75" y="15"/>
                    <a:pt x="67" y="23"/>
                    <a:pt x="58" y="40"/>
                  </a:cubicBezTo>
                  <a:cubicBezTo>
                    <a:pt x="50" y="40"/>
                    <a:pt x="50" y="48"/>
                    <a:pt x="42" y="57"/>
                  </a:cubicBezTo>
                  <a:lnTo>
                    <a:pt x="50" y="57"/>
                  </a:lnTo>
                  <a:cubicBezTo>
                    <a:pt x="34" y="73"/>
                    <a:pt x="25" y="90"/>
                    <a:pt x="17" y="106"/>
                  </a:cubicBezTo>
                  <a:cubicBezTo>
                    <a:pt x="0" y="123"/>
                    <a:pt x="17" y="148"/>
                    <a:pt x="34" y="156"/>
                  </a:cubicBezTo>
                  <a:cubicBezTo>
                    <a:pt x="38" y="160"/>
                    <a:pt x="42" y="162"/>
                    <a:pt x="47" y="162"/>
                  </a:cubicBezTo>
                  <a:cubicBezTo>
                    <a:pt x="52" y="162"/>
                    <a:pt x="58" y="160"/>
                    <a:pt x="67" y="156"/>
                  </a:cubicBezTo>
                  <a:cubicBezTo>
                    <a:pt x="67" y="156"/>
                    <a:pt x="75" y="156"/>
                    <a:pt x="75" y="148"/>
                  </a:cubicBezTo>
                  <a:cubicBezTo>
                    <a:pt x="83" y="139"/>
                    <a:pt x="83" y="139"/>
                    <a:pt x="83" y="131"/>
                  </a:cubicBezTo>
                  <a:cubicBezTo>
                    <a:pt x="92" y="115"/>
                    <a:pt x="100" y="98"/>
                    <a:pt x="108" y="81"/>
                  </a:cubicBezTo>
                  <a:lnTo>
                    <a:pt x="116" y="57"/>
                  </a:lnTo>
                  <a:cubicBezTo>
                    <a:pt x="116" y="48"/>
                    <a:pt x="116" y="40"/>
                    <a:pt x="125" y="32"/>
                  </a:cubicBezTo>
                  <a:cubicBezTo>
                    <a:pt x="125" y="23"/>
                    <a:pt x="116" y="15"/>
                    <a:pt x="108" y="7"/>
                  </a:cubicBezTo>
                  <a:cubicBezTo>
                    <a:pt x="104" y="3"/>
                    <a:pt x="98" y="1"/>
                    <a:pt x="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" name="Google Shape;502;p32"/>
            <p:cNvSpPr/>
            <p:nvPr/>
          </p:nvSpPr>
          <p:spPr>
            <a:xfrm>
              <a:off x="5690175" y="2906575"/>
              <a:ext cx="3125" cy="5000"/>
            </a:xfrm>
            <a:custGeom>
              <a:rect b="b" l="l" r="r" t="t"/>
              <a:pathLst>
                <a:path extrusionOk="0" h="200" w="125">
                  <a:moveTo>
                    <a:pt x="100" y="1"/>
                  </a:moveTo>
                  <a:cubicBezTo>
                    <a:pt x="83" y="1"/>
                    <a:pt x="67" y="9"/>
                    <a:pt x="58" y="17"/>
                  </a:cubicBezTo>
                  <a:cubicBezTo>
                    <a:pt x="58" y="17"/>
                    <a:pt x="50" y="26"/>
                    <a:pt x="50" y="34"/>
                  </a:cubicBezTo>
                  <a:cubicBezTo>
                    <a:pt x="42" y="42"/>
                    <a:pt x="42" y="50"/>
                    <a:pt x="42" y="59"/>
                  </a:cubicBezTo>
                  <a:cubicBezTo>
                    <a:pt x="34" y="67"/>
                    <a:pt x="34" y="75"/>
                    <a:pt x="25" y="92"/>
                  </a:cubicBezTo>
                  <a:cubicBezTo>
                    <a:pt x="17" y="108"/>
                    <a:pt x="9" y="133"/>
                    <a:pt x="0" y="150"/>
                  </a:cubicBezTo>
                  <a:cubicBezTo>
                    <a:pt x="0" y="158"/>
                    <a:pt x="0" y="175"/>
                    <a:pt x="9" y="183"/>
                  </a:cubicBezTo>
                  <a:cubicBezTo>
                    <a:pt x="9" y="191"/>
                    <a:pt x="17" y="200"/>
                    <a:pt x="34" y="200"/>
                  </a:cubicBezTo>
                  <a:lnTo>
                    <a:pt x="58" y="200"/>
                  </a:lnTo>
                  <a:cubicBezTo>
                    <a:pt x="75" y="191"/>
                    <a:pt x="75" y="183"/>
                    <a:pt x="83" y="175"/>
                  </a:cubicBezTo>
                  <a:cubicBezTo>
                    <a:pt x="92" y="150"/>
                    <a:pt x="100" y="133"/>
                    <a:pt x="100" y="108"/>
                  </a:cubicBezTo>
                  <a:cubicBezTo>
                    <a:pt x="108" y="100"/>
                    <a:pt x="108" y="92"/>
                    <a:pt x="116" y="75"/>
                  </a:cubicBezTo>
                  <a:cubicBezTo>
                    <a:pt x="125" y="67"/>
                    <a:pt x="125" y="50"/>
                    <a:pt x="125" y="34"/>
                  </a:cubicBezTo>
                  <a:cubicBezTo>
                    <a:pt x="125" y="26"/>
                    <a:pt x="116" y="26"/>
                    <a:pt x="116" y="17"/>
                  </a:cubicBezTo>
                  <a:cubicBezTo>
                    <a:pt x="108" y="9"/>
                    <a:pt x="100" y="1"/>
                    <a:pt x="1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" name="Google Shape;503;p32"/>
            <p:cNvSpPr/>
            <p:nvPr/>
          </p:nvSpPr>
          <p:spPr>
            <a:xfrm>
              <a:off x="5724975" y="2907250"/>
              <a:ext cx="4775" cy="5450"/>
            </a:xfrm>
            <a:custGeom>
              <a:rect b="b" l="l" r="r" t="t"/>
              <a:pathLst>
                <a:path extrusionOk="0" h="218" w="191">
                  <a:moveTo>
                    <a:pt x="158" y="1"/>
                  </a:moveTo>
                  <a:cubicBezTo>
                    <a:pt x="150" y="1"/>
                    <a:pt x="141" y="3"/>
                    <a:pt x="133" y="7"/>
                  </a:cubicBezTo>
                  <a:cubicBezTo>
                    <a:pt x="125" y="7"/>
                    <a:pt x="108" y="15"/>
                    <a:pt x="100" y="23"/>
                  </a:cubicBezTo>
                  <a:cubicBezTo>
                    <a:pt x="92" y="32"/>
                    <a:pt x="83" y="40"/>
                    <a:pt x="75" y="48"/>
                  </a:cubicBezTo>
                  <a:cubicBezTo>
                    <a:pt x="67" y="57"/>
                    <a:pt x="58" y="65"/>
                    <a:pt x="50" y="73"/>
                  </a:cubicBezTo>
                  <a:cubicBezTo>
                    <a:pt x="34" y="90"/>
                    <a:pt x="17" y="115"/>
                    <a:pt x="9" y="148"/>
                  </a:cubicBezTo>
                  <a:cubicBezTo>
                    <a:pt x="0" y="156"/>
                    <a:pt x="0" y="173"/>
                    <a:pt x="0" y="181"/>
                  </a:cubicBezTo>
                  <a:cubicBezTo>
                    <a:pt x="9" y="189"/>
                    <a:pt x="17" y="206"/>
                    <a:pt x="25" y="214"/>
                  </a:cubicBezTo>
                  <a:cubicBezTo>
                    <a:pt x="32" y="216"/>
                    <a:pt x="39" y="217"/>
                    <a:pt x="45" y="217"/>
                  </a:cubicBezTo>
                  <a:cubicBezTo>
                    <a:pt x="63" y="217"/>
                    <a:pt x="79" y="210"/>
                    <a:pt x="92" y="197"/>
                  </a:cubicBezTo>
                  <a:cubicBezTo>
                    <a:pt x="100" y="173"/>
                    <a:pt x="116" y="156"/>
                    <a:pt x="125" y="139"/>
                  </a:cubicBezTo>
                  <a:cubicBezTo>
                    <a:pt x="141" y="123"/>
                    <a:pt x="150" y="115"/>
                    <a:pt x="158" y="98"/>
                  </a:cubicBezTo>
                  <a:cubicBezTo>
                    <a:pt x="166" y="81"/>
                    <a:pt x="174" y="73"/>
                    <a:pt x="183" y="57"/>
                  </a:cubicBezTo>
                  <a:cubicBezTo>
                    <a:pt x="191" y="48"/>
                    <a:pt x="191" y="40"/>
                    <a:pt x="191" y="32"/>
                  </a:cubicBezTo>
                  <a:cubicBezTo>
                    <a:pt x="191" y="23"/>
                    <a:pt x="183" y="15"/>
                    <a:pt x="183" y="7"/>
                  </a:cubicBezTo>
                  <a:cubicBezTo>
                    <a:pt x="174" y="3"/>
                    <a:pt x="166" y="1"/>
                    <a:pt x="1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" name="Google Shape;504;p32"/>
            <p:cNvSpPr/>
            <p:nvPr/>
          </p:nvSpPr>
          <p:spPr>
            <a:xfrm>
              <a:off x="5733250" y="2909750"/>
              <a:ext cx="4800" cy="4950"/>
            </a:xfrm>
            <a:custGeom>
              <a:rect b="b" l="l" r="r" t="t"/>
              <a:pathLst>
                <a:path extrusionOk="0" h="198" w="192">
                  <a:moveTo>
                    <a:pt x="161" y="0"/>
                  </a:moveTo>
                  <a:cubicBezTo>
                    <a:pt x="156" y="0"/>
                    <a:pt x="150" y="2"/>
                    <a:pt x="142" y="6"/>
                  </a:cubicBezTo>
                  <a:cubicBezTo>
                    <a:pt x="100" y="39"/>
                    <a:pt x="59" y="81"/>
                    <a:pt x="17" y="114"/>
                  </a:cubicBezTo>
                  <a:cubicBezTo>
                    <a:pt x="9" y="122"/>
                    <a:pt x="1" y="139"/>
                    <a:pt x="1" y="147"/>
                  </a:cubicBezTo>
                  <a:cubicBezTo>
                    <a:pt x="1" y="164"/>
                    <a:pt x="9" y="180"/>
                    <a:pt x="17" y="189"/>
                  </a:cubicBezTo>
                  <a:cubicBezTo>
                    <a:pt x="26" y="194"/>
                    <a:pt x="36" y="197"/>
                    <a:pt x="46" y="197"/>
                  </a:cubicBezTo>
                  <a:cubicBezTo>
                    <a:pt x="64" y="197"/>
                    <a:pt x="81" y="188"/>
                    <a:pt x="92" y="172"/>
                  </a:cubicBezTo>
                  <a:cubicBezTo>
                    <a:pt x="125" y="131"/>
                    <a:pt x="150" y="81"/>
                    <a:pt x="183" y="39"/>
                  </a:cubicBezTo>
                  <a:cubicBezTo>
                    <a:pt x="191" y="23"/>
                    <a:pt x="183" y="15"/>
                    <a:pt x="175" y="6"/>
                  </a:cubicBezTo>
                  <a:cubicBezTo>
                    <a:pt x="171" y="2"/>
                    <a:pt x="166" y="0"/>
                    <a:pt x="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" name="Google Shape;505;p32"/>
            <p:cNvSpPr/>
            <p:nvPr/>
          </p:nvSpPr>
          <p:spPr>
            <a:xfrm>
              <a:off x="5836400" y="2966550"/>
              <a:ext cx="21175" cy="52500"/>
            </a:xfrm>
            <a:custGeom>
              <a:rect b="b" l="l" r="r" t="t"/>
              <a:pathLst>
                <a:path extrusionOk="0" h="2100" w="847">
                  <a:moveTo>
                    <a:pt x="531" y="0"/>
                  </a:moveTo>
                  <a:cubicBezTo>
                    <a:pt x="499" y="0"/>
                    <a:pt x="465" y="24"/>
                    <a:pt x="482" y="62"/>
                  </a:cubicBezTo>
                  <a:cubicBezTo>
                    <a:pt x="614" y="419"/>
                    <a:pt x="639" y="825"/>
                    <a:pt x="523" y="1189"/>
                  </a:cubicBezTo>
                  <a:cubicBezTo>
                    <a:pt x="473" y="1347"/>
                    <a:pt x="399" y="1504"/>
                    <a:pt x="299" y="1645"/>
                  </a:cubicBezTo>
                  <a:cubicBezTo>
                    <a:pt x="250" y="1711"/>
                    <a:pt x="183" y="1778"/>
                    <a:pt x="134" y="1844"/>
                  </a:cubicBezTo>
                  <a:cubicBezTo>
                    <a:pt x="109" y="1877"/>
                    <a:pt x="84" y="1910"/>
                    <a:pt x="59" y="1943"/>
                  </a:cubicBezTo>
                  <a:cubicBezTo>
                    <a:pt x="34" y="1976"/>
                    <a:pt x="1" y="2001"/>
                    <a:pt x="9" y="2043"/>
                  </a:cubicBezTo>
                  <a:cubicBezTo>
                    <a:pt x="9" y="2068"/>
                    <a:pt x="26" y="2084"/>
                    <a:pt x="42" y="2092"/>
                  </a:cubicBezTo>
                  <a:cubicBezTo>
                    <a:pt x="53" y="2097"/>
                    <a:pt x="65" y="2100"/>
                    <a:pt x="78" y="2100"/>
                  </a:cubicBezTo>
                  <a:cubicBezTo>
                    <a:pt x="148" y="2100"/>
                    <a:pt x="233" y="2028"/>
                    <a:pt x="283" y="1993"/>
                  </a:cubicBezTo>
                  <a:cubicBezTo>
                    <a:pt x="357" y="1927"/>
                    <a:pt x="424" y="1852"/>
                    <a:pt x="482" y="1769"/>
                  </a:cubicBezTo>
                  <a:cubicBezTo>
                    <a:pt x="598" y="1612"/>
                    <a:pt x="680" y="1430"/>
                    <a:pt x="730" y="1247"/>
                  </a:cubicBezTo>
                  <a:cubicBezTo>
                    <a:pt x="846" y="833"/>
                    <a:pt x="796" y="394"/>
                    <a:pt x="573" y="21"/>
                  </a:cubicBezTo>
                  <a:cubicBezTo>
                    <a:pt x="564" y="7"/>
                    <a:pt x="548" y="0"/>
                    <a:pt x="531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" name="Google Shape;506;p32"/>
            <p:cNvSpPr/>
            <p:nvPr/>
          </p:nvSpPr>
          <p:spPr>
            <a:xfrm>
              <a:off x="5819225" y="2984175"/>
              <a:ext cx="40400" cy="47075"/>
            </a:xfrm>
            <a:custGeom>
              <a:rect b="b" l="l" r="r" t="t"/>
              <a:pathLst>
                <a:path extrusionOk="0" h="1883" w="1616">
                  <a:moveTo>
                    <a:pt x="1539" y="1"/>
                  </a:moveTo>
                  <a:cubicBezTo>
                    <a:pt x="1525" y="1"/>
                    <a:pt x="1512" y="9"/>
                    <a:pt x="1508" y="29"/>
                  </a:cubicBezTo>
                  <a:cubicBezTo>
                    <a:pt x="1483" y="136"/>
                    <a:pt x="1483" y="244"/>
                    <a:pt x="1467" y="352"/>
                  </a:cubicBezTo>
                  <a:cubicBezTo>
                    <a:pt x="1450" y="451"/>
                    <a:pt x="1425" y="551"/>
                    <a:pt x="1401" y="650"/>
                  </a:cubicBezTo>
                  <a:cubicBezTo>
                    <a:pt x="1343" y="857"/>
                    <a:pt x="1260" y="1056"/>
                    <a:pt x="1127" y="1230"/>
                  </a:cubicBezTo>
                  <a:cubicBezTo>
                    <a:pt x="879" y="1553"/>
                    <a:pt x="489" y="1752"/>
                    <a:pt x="75" y="1769"/>
                  </a:cubicBezTo>
                  <a:cubicBezTo>
                    <a:pt x="17" y="1769"/>
                    <a:pt x="0" y="1860"/>
                    <a:pt x="58" y="1868"/>
                  </a:cubicBezTo>
                  <a:cubicBezTo>
                    <a:pt x="117" y="1878"/>
                    <a:pt x="177" y="1882"/>
                    <a:pt x="236" y="1882"/>
                  </a:cubicBezTo>
                  <a:cubicBezTo>
                    <a:pt x="629" y="1882"/>
                    <a:pt x="1006" y="1674"/>
                    <a:pt x="1251" y="1371"/>
                  </a:cubicBezTo>
                  <a:cubicBezTo>
                    <a:pt x="1401" y="1180"/>
                    <a:pt x="1508" y="965"/>
                    <a:pt x="1566" y="733"/>
                  </a:cubicBezTo>
                  <a:cubicBezTo>
                    <a:pt x="1591" y="625"/>
                    <a:pt x="1616" y="501"/>
                    <a:pt x="1616" y="385"/>
                  </a:cubicBezTo>
                  <a:cubicBezTo>
                    <a:pt x="1616" y="269"/>
                    <a:pt x="1616" y="136"/>
                    <a:pt x="1575" y="29"/>
                  </a:cubicBezTo>
                  <a:cubicBezTo>
                    <a:pt x="1570" y="11"/>
                    <a:pt x="1554" y="1"/>
                    <a:pt x="15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" name="Google Shape;507;p32"/>
            <p:cNvSpPr/>
            <p:nvPr/>
          </p:nvSpPr>
          <p:spPr>
            <a:xfrm>
              <a:off x="5716475" y="3016575"/>
              <a:ext cx="13700" cy="21675"/>
            </a:xfrm>
            <a:custGeom>
              <a:rect b="b" l="l" r="r" t="t"/>
              <a:pathLst>
                <a:path extrusionOk="0" h="867" w="548">
                  <a:moveTo>
                    <a:pt x="81" y="1"/>
                  </a:moveTo>
                  <a:cubicBezTo>
                    <a:pt x="61" y="1"/>
                    <a:pt x="41" y="11"/>
                    <a:pt x="34" y="33"/>
                  </a:cubicBezTo>
                  <a:cubicBezTo>
                    <a:pt x="17" y="116"/>
                    <a:pt x="1" y="199"/>
                    <a:pt x="1" y="282"/>
                  </a:cubicBezTo>
                  <a:cubicBezTo>
                    <a:pt x="17" y="373"/>
                    <a:pt x="42" y="456"/>
                    <a:pt x="84" y="539"/>
                  </a:cubicBezTo>
                  <a:cubicBezTo>
                    <a:pt x="117" y="613"/>
                    <a:pt x="175" y="688"/>
                    <a:pt x="233" y="738"/>
                  </a:cubicBezTo>
                  <a:cubicBezTo>
                    <a:pt x="287" y="785"/>
                    <a:pt x="381" y="866"/>
                    <a:pt x="458" y="866"/>
                  </a:cubicBezTo>
                  <a:cubicBezTo>
                    <a:pt x="475" y="866"/>
                    <a:pt x="491" y="863"/>
                    <a:pt x="506" y="854"/>
                  </a:cubicBezTo>
                  <a:lnTo>
                    <a:pt x="506" y="845"/>
                  </a:lnTo>
                  <a:cubicBezTo>
                    <a:pt x="539" y="829"/>
                    <a:pt x="548" y="796"/>
                    <a:pt x="539" y="763"/>
                  </a:cubicBezTo>
                  <a:cubicBezTo>
                    <a:pt x="531" y="713"/>
                    <a:pt x="481" y="688"/>
                    <a:pt x="440" y="663"/>
                  </a:cubicBezTo>
                  <a:cubicBezTo>
                    <a:pt x="407" y="647"/>
                    <a:pt x="382" y="630"/>
                    <a:pt x="357" y="613"/>
                  </a:cubicBezTo>
                  <a:cubicBezTo>
                    <a:pt x="307" y="564"/>
                    <a:pt x="266" y="514"/>
                    <a:pt x="224" y="456"/>
                  </a:cubicBezTo>
                  <a:cubicBezTo>
                    <a:pt x="158" y="340"/>
                    <a:pt x="108" y="183"/>
                    <a:pt x="125" y="50"/>
                  </a:cubicBezTo>
                  <a:cubicBezTo>
                    <a:pt x="130" y="18"/>
                    <a:pt x="106" y="1"/>
                    <a:pt x="81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" name="Google Shape;508;p32"/>
            <p:cNvSpPr/>
            <p:nvPr/>
          </p:nvSpPr>
          <p:spPr>
            <a:xfrm>
              <a:off x="5723325" y="3023850"/>
              <a:ext cx="10125" cy="9950"/>
            </a:xfrm>
            <a:custGeom>
              <a:rect b="b" l="l" r="r" t="t"/>
              <a:pathLst>
                <a:path extrusionOk="0" h="398" w="405">
                  <a:moveTo>
                    <a:pt x="55" y="1"/>
                  </a:moveTo>
                  <a:cubicBezTo>
                    <a:pt x="48" y="1"/>
                    <a:pt x="40" y="3"/>
                    <a:pt x="33" y="8"/>
                  </a:cubicBezTo>
                  <a:cubicBezTo>
                    <a:pt x="8" y="24"/>
                    <a:pt x="0" y="57"/>
                    <a:pt x="17" y="82"/>
                  </a:cubicBezTo>
                  <a:cubicBezTo>
                    <a:pt x="50" y="148"/>
                    <a:pt x="91" y="215"/>
                    <a:pt x="149" y="264"/>
                  </a:cubicBezTo>
                  <a:cubicBezTo>
                    <a:pt x="174" y="289"/>
                    <a:pt x="199" y="322"/>
                    <a:pt x="240" y="339"/>
                  </a:cubicBezTo>
                  <a:cubicBezTo>
                    <a:pt x="249" y="347"/>
                    <a:pt x="265" y="364"/>
                    <a:pt x="282" y="372"/>
                  </a:cubicBezTo>
                  <a:cubicBezTo>
                    <a:pt x="298" y="380"/>
                    <a:pt x="315" y="389"/>
                    <a:pt x="340" y="397"/>
                  </a:cubicBezTo>
                  <a:cubicBezTo>
                    <a:pt x="343" y="398"/>
                    <a:pt x="346" y="398"/>
                    <a:pt x="349" y="398"/>
                  </a:cubicBezTo>
                  <a:cubicBezTo>
                    <a:pt x="385" y="398"/>
                    <a:pt x="404" y="353"/>
                    <a:pt x="381" y="322"/>
                  </a:cubicBezTo>
                  <a:cubicBezTo>
                    <a:pt x="365" y="314"/>
                    <a:pt x="356" y="298"/>
                    <a:pt x="340" y="289"/>
                  </a:cubicBezTo>
                  <a:cubicBezTo>
                    <a:pt x="332" y="281"/>
                    <a:pt x="315" y="264"/>
                    <a:pt x="307" y="256"/>
                  </a:cubicBezTo>
                  <a:cubicBezTo>
                    <a:pt x="290" y="248"/>
                    <a:pt x="282" y="231"/>
                    <a:pt x="265" y="223"/>
                  </a:cubicBezTo>
                  <a:cubicBezTo>
                    <a:pt x="257" y="206"/>
                    <a:pt x="240" y="198"/>
                    <a:pt x="232" y="182"/>
                  </a:cubicBezTo>
                  <a:cubicBezTo>
                    <a:pt x="207" y="157"/>
                    <a:pt x="182" y="132"/>
                    <a:pt x="158" y="107"/>
                  </a:cubicBezTo>
                  <a:cubicBezTo>
                    <a:pt x="158" y="107"/>
                    <a:pt x="158" y="99"/>
                    <a:pt x="149" y="99"/>
                  </a:cubicBezTo>
                  <a:lnTo>
                    <a:pt x="149" y="90"/>
                  </a:lnTo>
                  <a:cubicBezTo>
                    <a:pt x="141" y="90"/>
                    <a:pt x="141" y="82"/>
                    <a:pt x="133" y="74"/>
                  </a:cubicBezTo>
                  <a:cubicBezTo>
                    <a:pt x="124" y="57"/>
                    <a:pt x="116" y="41"/>
                    <a:pt x="108" y="32"/>
                  </a:cubicBezTo>
                  <a:cubicBezTo>
                    <a:pt x="96" y="14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" name="Google Shape;509;p32"/>
            <p:cNvSpPr/>
            <p:nvPr/>
          </p:nvSpPr>
          <p:spPr>
            <a:xfrm>
              <a:off x="5723525" y="3050700"/>
              <a:ext cx="11825" cy="25950"/>
            </a:xfrm>
            <a:custGeom>
              <a:rect b="b" l="l" r="r" t="t"/>
              <a:pathLst>
                <a:path extrusionOk="0" h="1038" w="473">
                  <a:moveTo>
                    <a:pt x="348" y="0"/>
                  </a:moveTo>
                  <a:cubicBezTo>
                    <a:pt x="317" y="0"/>
                    <a:pt x="290" y="26"/>
                    <a:pt x="290" y="60"/>
                  </a:cubicBezTo>
                  <a:cubicBezTo>
                    <a:pt x="282" y="69"/>
                    <a:pt x="282" y="69"/>
                    <a:pt x="274" y="77"/>
                  </a:cubicBezTo>
                  <a:cubicBezTo>
                    <a:pt x="266" y="85"/>
                    <a:pt x="266" y="93"/>
                    <a:pt x="257" y="102"/>
                  </a:cubicBezTo>
                  <a:cubicBezTo>
                    <a:pt x="241" y="127"/>
                    <a:pt x="224" y="151"/>
                    <a:pt x="199" y="168"/>
                  </a:cubicBezTo>
                  <a:cubicBezTo>
                    <a:pt x="174" y="209"/>
                    <a:pt x="141" y="259"/>
                    <a:pt x="116" y="301"/>
                  </a:cubicBezTo>
                  <a:cubicBezTo>
                    <a:pt x="67" y="408"/>
                    <a:pt x="25" y="516"/>
                    <a:pt x="17" y="640"/>
                  </a:cubicBezTo>
                  <a:cubicBezTo>
                    <a:pt x="0" y="748"/>
                    <a:pt x="25" y="872"/>
                    <a:pt x="100" y="955"/>
                  </a:cubicBezTo>
                  <a:cubicBezTo>
                    <a:pt x="144" y="999"/>
                    <a:pt x="220" y="1038"/>
                    <a:pt x="288" y="1038"/>
                  </a:cubicBezTo>
                  <a:cubicBezTo>
                    <a:pt x="336" y="1038"/>
                    <a:pt x="379" y="1019"/>
                    <a:pt x="406" y="972"/>
                  </a:cubicBezTo>
                  <a:cubicBezTo>
                    <a:pt x="431" y="930"/>
                    <a:pt x="415" y="889"/>
                    <a:pt x="382" y="864"/>
                  </a:cubicBezTo>
                  <a:cubicBezTo>
                    <a:pt x="348" y="839"/>
                    <a:pt x="324" y="839"/>
                    <a:pt x="290" y="823"/>
                  </a:cubicBezTo>
                  <a:cubicBezTo>
                    <a:pt x="274" y="814"/>
                    <a:pt x="282" y="814"/>
                    <a:pt x="266" y="798"/>
                  </a:cubicBezTo>
                  <a:lnTo>
                    <a:pt x="266" y="798"/>
                  </a:lnTo>
                  <a:cubicBezTo>
                    <a:pt x="262" y="795"/>
                    <a:pt x="257" y="789"/>
                    <a:pt x="257" y="789"/>
                  </a:cubicBezTo>
                  <a:cubicBezTo>
                    <a:pt x="257" y="781"/>
                    <a:pt x="249" y="773"/>
                    <a:pt x="249" y="765"/>
                  </a:cubicBezTo>
                  <a:cubicBezTo>
                    <a:pt x="224" y="698"/>
                    <a:pt x="241" y="599"/>
                    <a:pt x="266" y="524"/>
                  </a:cubicBezTo>
                  <a:cubicBezTo>
                    <a:pt x="282" y="441"/>
                    <a:pt x="315" y="359"/>
                    <a:pt x="357" y="284"/>
                  </a:cubicBezTo>
                  <a:lnTo>
                    <a:pt x="365" y="284"/>
                  </a:lnTo>
                  <a:cubicBezTo>
                    <a:pt x="415" y="193"/>
                    <a:pt x="473" y="102"/>
                    <a:pt x="390" y="19"/>
                  </a:cubicBezTo>
                  <a:cubicBezTo>
                    <a:pt x="377" y="6"/>
                    <a:pt x="362" y="0"/>
                    <a:pt x="3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32"/>
            <p:cNvSpPr/>
            <p:nvPr/>
          </p:nvSpPr>
          <p:spPr>
            <a:xfrm>
              <a:off x="5737825" y="3061325"/>
              <a:ext cx="6025" cy="13825"/>
            </a:xfrm>
            <a:custGeom>
              <a:rect b="b" l="l" r="r" t="t"/>
              <a:pathLst>
                <a:path extrusionOk="0" h="553" w="241">
                  <a:moveTo>
                    <a:pt x="85" y="0"/>
                  </a:moveTo>
                  <a:cubicBezTo>
                    <a:pt x="72" y="0"/>
                    <a:pt x="60" y="3"/>
                    <a:pt x="50" y="8"/>
                  </a:cubicBezTo>
                  <a:cubicBezTo>
                    <a:pt x="8" y="33"/>
                    <a:pt x="0" y="74"/>
                    <a:pt x="17" y="116"/>
                  </a:cubicBezTo>
                  <a:lnTo>
                    <a:pt x="33" y="141"/>
                  </a:lnTo>
                  <a:cubicBezTo>
                    <a:pt x="33" y="147"/>
                    <a:pt x="33" y="152"/>
                    <a:pt x="33" y="152"/>
                  </a:cubicBezTo>
                  <a:cubicBezTo>
                    <a:pt x="33" y="155"/>
                    <a:pt x="33" y="157"/>
                    <a:pt x="33" y="157"/>
                  </a:cubicBezTo>
                  <a:cubicBezTo>
                    <a:pt x="41" y="174"/>
                    <a:pt x="50" y="190"/>
                    <a:pt x="58" y="207"/>
                  </a:cubicBezTo>
                  <a:cubicBezTo>
                    <a:pt x="66" y="248"/>
                    <a:pt x="75" y="282"/>
                    <a:pt x="75" y="315"/>
                  </a:cubicBezTo>
                  <a:cubicBezTo>
                    <a:pt x="83" y="331"/>
                    <a:pt x="83" y="348"/>
                    <a:pt x="91" y="364"/>
                  </a:cubicBezTo>
                  <a:cubicBezTo>
                    <a:pt x="91" y="373"/>
                    <a:pt x="91" y="381"/>
                    <a:pt x="91" y="389"/>
                  </a:cubicBezTo>
                  <a:cubicBezTo>
                    <a:pt x="91" y="398"/>
                    <a:pt x="91" y="406"/>
                    <a:pt x="91" y="406"/>
                  </a:cubicBezTo>
                  <a:cubicBezTo>
                    <a:pt x="99" y="422"/>
                    <a:pt x="99" y="439"/>
                    <a:pt x="99" y="456"/>
                  </a:cubicBezTo>
                  <a:cubicBezTo>
                    <a:pt x="99" y="480"/>
                    <a:pt x="116" y="505"/>
                    <a:pt x="124" y="530"/>
                  </a:cubicBezTo>
                  <a:cubicBezTo>
                    <a:pt x="132" y="546"/>
                    <a:pt x="145" y="552"/>
                    <a:pt x="159" y="552"/>
                  </a:cubicBezTo>
                  <a:cubicBezTo>
                    <a:pt x="176" y="552"/>
                    <a:pt x="194" y="543"/>
                    <a:pt x="207" y="530"/>
                  </a:cubicBezTo>
                  <a:cubicBezTo>
                    <a:pt x="215" y="514"/>
                    <a:pt x="224" y="489"/>
                    <a:pt x="232" y="464"/>
                  </a:cubicBezTo>
                  <a:cubicBezTo>
                    <a:pt x="240" y="447"/>
                    <a:pt x="240" y="422"/>
                    <a:pt x="240" y="398"/>
                  </a:cubicBezTo>
                  <a:cubicBezTo>
                    <a:pt x="240" y="356"/>
                    <a:pt x="240" y="315"/>
                    <a:pt x="232" y="265"/>
                  </a:cubicBezTo>
                  <a:cubicBezTo>
                    <a:pt x="224" y="190"/>
                    <a:pt x="191" y="108"/>
                    <a:pt x="157" y="33"/>
                  </a:cubicBezTo>
                  <a:lnTo>
                    <a:pt x="157" y="41"/>
                  </a:lnTo>
                  <a:cubicBezTo>
                    <a:pt x="141" y="13"/>
                    <a:pt x="112" y="0"/>
                    <a:pt x="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32"/>
            <p:cNvSpPr/>
            <p:nvPr/>
          </p:nvSpPr>
          <p:spPr>
            <a:xfrm>
              <a:off x="5620150" y="3022550"/>
              <a:ext cx="16200" cy="32175"/>
            </a:xfrm>
            <a:custGeom>
              <a:rect b="b" l="l" r="r" t="t"/>
              <a:pathLst>
                <a:path extrusionOk="0" h="1287" w="648">
                  <a:moveTo>
                    <a:pt x="515" y="1"/>
                  </a:moveTo>
                  <a:cubicBezTo>
                    <a:pt x="472" y="1"/>
                    <a:pt x="432" y="49"/>
                    <a:pt x="457" y="93"/>
                  </a:cubicBezTo>
                  <a:cubicBezTo>
                    <a:pt x="515" y="192"/>
                    <a:pt x="415" y="308"/>
                    <a:pt x="349" y="374"/>
                  </a:cubicBezTo>
                  <a:cubicBezTo>
                    <a:pt x="258" y="466"/>
                    <a:pt x="158" y="548"/>
                    <a:pt x="100" y="664"/>
                  </a:cubicBezTo>
                  <a:cubicBezTo>
                    <a:pt x="34" y="772"/>
                    <a:pt x="1" y="905"/>
                    <a:pt x="26" y="1029"/>
                  </a:cubicBezTo>
                  <a:cubicBezTo>
                    <a:pt x="42" y="1126"/>
                    <a:pt x="121" y="1286"/>
                    <a:pt x="241" y="1286"/>
                  </a:cubicBezTo>
                  <a:cubicBezTo>
                    <a:pt x="243" y="1286"/>
                    <a:pt x="246" y="1286"/>
                    <a:pt x="249" y="1286"/>
                  </a:cubicBezTo>
                  <a:cubicBezTo>
                    <a:pt x="274" y="1286"/>
                    <a:pt x="307" y="1261"/>
                    <a:pt x="307" y="1228"/>
                  </a:cubicBezTo>
                  <a:cubicBezTo>
                    <a:pt x="299" y="1178"/>
                    <a:pt x="266" y="1137"/>
                    <a:pt x="258" y="1087"/>
                  </a:cubicBezTo>
                  <a:cubicBezTo>
                    <a:pt x="241" y="1037"/>
                    <a:pt x="233" y="988"/>
                    <a:pt x="241" y="930"/>
                  </a:cubicBezTo>
                  <a:cubicBezTo>
                    <a:pt x="249" y="814"/>
                    <a:pt x="316" y="714"/>
                    <a:pt x="390" y="631"/>
                  </a:cubicBezTo>
                  <a:cubicBezTo>
                    <a:pt x="473" y="540"/>
                    <a:pt x="573" y="457"/>
                    <a:pt x="614" y="333"/>
                  </a:cubicBezTo>
                  <a:cubicBezTo>
                    <a:pt x="647" y="225"/>
                    <a:pt x="631" y="101"/>
                    <a:pt x="556" y="18"/>
                  </a:cubicBezTo>
                  <a:cubicBezTo>
                    <a:pt x="544" y="6"/>
                    <a:pt x="529" y="1"/>
                    <a:pt x="5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" name="Google Shape;512;p32"/>
            <p:cNvSpPr/>
            <p:nvPr/>
          </p:nvSpPr>
          <p:spPr>
            <a:xfrm>
              <a:off x="5634650" y="3041200"/>
              <a:ext cx="4375" cy="12400"/>
            </a:xfrm>
            <a:custGeom>
              <a:rect b="b" l="l" r="r" t="t"/>
              <a:pathLst>
                <a:path extrusionOk="0" h="496" w="175">
                  <a:moveTo>
                    <a:pt x="101" y="0"/>
                  </a:moveTo>
                  <a:cubicBezTo>
                    <a:pt x="98" y="0"/>
                    <a:pt x="95" y="1"/>
                    <a:pt x="92" y="1"/>
                  </a:cubicBezTo>
                  <a:cubicBezTo>
                    <a:pt x="51" y="1"/>
                    <a:pt x="17" y="34"/>
                    <a:pt x="17" y="76"/>
                  </a:cubicBezTo>
                  <a:cubicBezTo>
                    <a:pt x="9" y="142"/>
                    <a:pt x="1" y="208"/>
                    <a:pt x="1" y="275"/>
                  </a:cubicBezTo>
                  <a:cubicBezTo>
                    <a:pt x="1" y="299"/>
                    <a:pt x="9" y="333"/>
                    <a:pt x="9" y="366"/>
                  </a:cubicBezTo>
                  <a:cubicBezTo>
                    <a:pt x="9" y="391"/>
                    <a:pt x="9" y="407"/>
                    <a:pt x="17" y="424"/>
                  </a:cubicBezTo>
                  <a:cubicBezTo>
                    <a:pt x="17" y="440"/>
                    <a:pt x="34" y="457"/>
                    <a:pt x="42" y="473"/>
                  </a:cubicBezTo>
                  <a:cubicBezTo>
                    <a:pt x="51" y="487"/>
                    <a:pt x="67" y="495"/>
                    <a:pt x="81" y="495"/>
                  </a:cubicBezTo>
                  <a:cubicBezTo>
                    <a:pt x="94" y="495"/>
                    <a:pt x="105" y="489"/>
                    <a:pt x="109" y="473"/>
                  </a:cubicBezTo>
                  <a:cubicBezTo>
                    <a:pt x="125" y="457"/>
                    <a:pt x="133" y="440"/>
                    <a:pt x="133" y="415"/>
                  </a:cubicBezTo>
                  <a:cubicBezTo>
                    <a:pt x="133" y="399"/>
                    <a:pt x="133" y="391"/>
                    <a:pt x="142" y="374"/>
                  </a:cubicBezTo>
                  <a:lnTo>
                    <a:pt x="142" y="316"/>
                  </a:lnTo>
                  <a:cubicBezTo>
                    <a:pt x="142" y="316"/>
                    <a:pt x="147" y="305"/>
                    <a:pt x="145" y="305"/>
                  </a:cubicBezTo>
                  <a:lnTo>
                    <a:pt x="145" y="305"/>
                  </a:lnTo>
                  <a:cubicBezTo>
                    <a:pt x="144" y="305"/>
                    <a:pt x="143" y="306"/>
                    <a:pt x="142" y="308"/>
                  </a:cubicBezTo>
                  <a:cubicBezTo>
                    <a:pt x="150" y="299"/>
                    <a:pt x="150" y="283"/>
                    <a:pt x="150" y="275"/>
                  </a:cubicBezTo>
                  <a:cubicBezTo>
                    <a:pt x="158" y="208"/>
                    <a:pt x="158" y="142"/>
                    <a:pt x="167" y="76"/>
                  </a:cubicBezTo>
                  <a:cubicBezTo>
                    <a:pt x="174" y="38"/>
                    <a:pt x="133" y="0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" name="Google Shape;513;p32"/>
            <p:cNvSpPr/>
            <p:nvPr/>
          </p:nvSpPr>
          <p:spPr>
            <a:xfrm>
              <a:off x="5606275" y="3046550"/>
              <a:ext cx="3150" cy="8750"/>
            </a:xfrm>
            <a:custGeom>
              <a:rect b="b" l="l" r="r" t="t"/>
              <a:pathLst>
                <a:path extrusionOk="0" h="350" w="126">
                  <a:moveTo>
                    <a:pt x="70" y="0"/>
                  </a:moveTo>
                  <a:cubicBezTo>
                    <a:pt x="48" y="0"/>
                    <a:pt x="24" y="15"/>
                    <a:pt x="17" y="36"/>
                  </a:cubicBezTo>
                  <a:cubicBezTo>
                    <a:pt x="9" y="61"/>
                    <a:pt x="9" y="94"/>
                    <a:pt x="9" y="119"/>
                  </a:cubicBezTo>
                  <a:cubicBezTo>
                    <a:pt x="1" y="143"/>
                    <a:pt x="1" y="168"/>
                    <a:pt x="1" y="193"/>
                  </a:cubicBezTo>
                  <a:lnTo>
                    <a:pt x="1" y="201"/>
                  </a:lnTo>
                  <a:lnTo>
                    <a:pt x="1" y="218"/>
                  </a:lnTo>
                  <a:cubicBezTo>
                    <a:pt x="1" y="235"/>
                    <a:pt x="9" y="243"/>
                    <a:pt x="9" y="259"/>
                  </a:cubicBezTo>
                  <a:cubicBezTo>
                    <a:pt x="9" y="268"/>
                    <a:pt x="9" y="284"/>
                    <a:pt x="9" y="301"/>
                  </a:cubicBezTo>
                  <a:cubicBezTo>
                    <a:pt x="17" y="309"/>
                    <a:pt x="26" y="326"/>
                    <a:pt x="26" y="334"/>
                  </a:cubicBezTo>
                  <a:cubicBezTo>
                    <a:pt x="33" y="344"/>
                    <a:pt x="42" y="349"/>
                    <a:pt x="52" y="349"/>
                  </a:cubicBezTo>
                  <a:cubicBezTo>
                    <a:pt x="64" y="349"/>
                    <a:pt x="75" y="340"/>
                    <a:pt x="75" y="326"/>
                  </a:cubicBezTo>
                  <a:cubicBezTo>
                    <a:pt x="84" y="317"/>
                    <a:pt x="92" y="301"/>
                    <a:pt x="92" y="293"/>
                  </a:cubicBezTo>
                  <a:lnTo>
                    <a:pt x="92" y="259"/>
                  </a:lnTo>
                  <a:cubicBezTo>
                    <a:pt x="92" y="235"/>
                    <a:pt x="92" y="218"/>
                    <a:pt x="100" y="201"/>
                  </a:cubicBezTo>
                  <a:cubicBezTo>
                    <a:pt x="108" y="177"/>
                    <a:pt x="108" y="152"/>
                    <a:pt x="108" y="127"/>
                  </a:cubicBezTo>
                  <a:cubicBezTo>
                    <a:pt x="108" y="119"/>
                    <a:pt x="108" y="110"/>
                    <a:pt x="108" y="110"/>
                  </a:cubicBezTo>
                  <a:lnTo>
                    <a:pt x="108" y="102"/>
                  </a:lnTo>
                  <a:cubicBezTo>
                    <a:pt x="117" y="85"/>
                    <a:pt x="117" y="77"/>
                    <a:pt x="117" y="69"/>
                  </a:cubicBezTo>
                  <a:cubicBezTo>
                    <a:pt x="125" y="36"/>
                    <a:pt x="108" y="11"/>
                    <a:pt x="84" y="3"/>
                  </a:cubicBezTo>
                  <a:cubicBezTo>
                    <a:pt x="79" y="1"/>
                    <a:pt x="75" y="0"/>
                    <a:pt x="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" name="Google Shape;514;p32"/>
            <p:cNvSpPr/>
            <p:nvPr/>
          </p:nvSpPr>
          <p:spPr>
            <a:xfrm>
              <a:off x="5866650" y="3029950"/>
              <a:ext cx="11825" cy="14625"/>
            </a:xfrm>
            <a:custGeom>
              <a:rect b="b" l="l" r="r" t="t"/>
              <a:pathLst>
                <a:path extrusionOk="0" h="585" w="473">
                  <a:moveTo>
                    <a:pt x="49" y="1"/>
                  </a:moveTo>
                  <a:cubicBezTo>
                    <a:pt x="31" y="1"/>
                    <a:pt x="15" y="10"/>
                    <a:pt x="9" y="29"/>
                  </a:cubicBezTo>
                  <a:cubicBezTo>
                    <a:pt x="1" y="54"/>
                    <a:pt x="17" y="78"/>
                    <a:pt x="42" y="87"/>
                  </a:cubicBezTo>
                  <a:cubicBezTo>
                    <a:pt x="133" y="112"/>
                    <a:pt x="191" y="186"/>
                    <a:pt x="233" y="261"/>
                  </a:cubicBezTo>
                  <a:cubicBezTo>
                    <a:pt x="257" y="302"/>
                    <a:pt x="274" y="352"/>
                    <a:pt x="282" y="402"/>
                  </a:cubicBezTo>
                  <a:cubicBezTo>
                    <a:pt x="291" y="426"/>
                    <a:pt x="299" y="451"/>
                    <a:pt x="315" y="476"/>
                  </a:cubicBezTo>
                  <a:cubicBezTo>
                    <a:pt x="324" y="509"/>
                    <a:pt x="332" y="542"/>
                    <a:pt x="357" y="567"/>
                  </a:cubicBezTo>
                  <a:cubicBezTo>
                    <a:pt x="372" y="579"/>
                    <a:pt x="388" y="585"/>
                    <a:pt x="404" y="585"/>
                  </a:cubicBezTo>
                  <a:cubicBezTo>
                    <a:pt x="430" y="585"/>
                    <a:pt x="454" y="569"/>
                    <a:pt x="465" y="542"/>
                  </a:cubicBezTo>
                  <a:cubicBezTo>
                    <a:pt x="473" y="509"/>
                    <a:pt x="465" y="468"/>
                    <a:pt x="456" y="435"/>
                  </a:cubicBezTo>
                  <a:cubicBezTo>
                    <a:pt x="448" y="402"/>
                    <a:pt x="440" y="377"/>
                    <a:pt x="431" y="344"/>
                  </a:cubicBezTo>
                  <a:cubicBezTo>
                    <a:pt x="407" y="286"/>
                    <a:pt x="382" y="228"/>
                    <a:pt x="340" y="178"/>
                  </a:cubicBezTo>
                  <a:cubicBezTo>
                    <a:pt x="274" y="87"/>
                    <a:pt x="183" y="20"/>
                    <a:pt x="67" y="4"/>
                  </a:cubicBezTo>
                  <a:cubicBezTo>
                    <a:pt x="61" y="2"/>
                    <a:pt x="54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32"/>
            <p:cNvSpPr/>
            <p:nvPr/>
          </p:nvSpPr>
          <p:spPr>
            <a:xfrm>
              <a:off x="5877900" y="3031450"/>
              <a:ext cx="7225" cy="16575"/>
            </a:xfrm>
            <a:custGeom>
              <a:rect b="b" l="l" r="r" t="t"/>
              <a:pathLst>
                <a:path extrusionOk="0" h="663" w="289">
                  <a:moveTo>
                    <a:pt x="65" y="1"/>
                  </a:moveTo>
                  <a:cubicBezTo>
                    <a:pt x="32" y="1"/>
                    <a:pt x="0" y="37"/>
                    <a:pt x="23" y="76"/>
                  </a:cubicBezTo>
                  <a:cubicBezTo>
                    <a:pt x="114" y="250"/>
                    <a:pt x="155" y="441"/>
                    <a:pt x="197" y="632"/>
                  </a:cubicBezTo>
                  <a:cubicBezTo>
                    <a:pt x="201" y="653"/>
                    <a:pt x="215" y="662"/>
                    <a:pt x="231" y="662"/>
                  </a:cubicBezTo>
                  <a:cubicBezTo>
                    <a:pt x="252" y="662"/>
                    <a:pt x="275" y="647"/>
                    <a:pt x="280" y="623"/>
                  </a:cubicBezTo>
                  <a:cubicBezTo>
                    <a:pt x="288" y="416"/>
                    <a:pt x="205" y="209"/>
                    <a:pt x="106" y="27"/>
                  </a:cubicBezTo>
                  <a:cubicBezTo>
                    <a:pt x="95" y="8"/>
                    <a:pt x="80" y="1"/>
                    <a:pt x="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32"/>
            <p:cNvSpPr/>
            <p:nvPr/>
          </p:nvSpPr>
          <p:spPr>
            <a:xfrm>
              <a:off x="5661375" y="2862500"/>
              <a:ext cx="16400" cy="18850"/>
            </a:xfrm>
            <a:custGeom>
              <a:rect b="b" l="l" r="r" t="t"/>
              <a:pathLst>
                <a:path extrusionOk="0" h="754" w="656">
                  <a:moveTo>
                    <a:pt x="315" y="1"/>
                  </a:moveTo>
                  <a:cubicBezTo>
                    <a:pt x="273" y="1"/>
                    <a:pt x="238" y="16"/>
                    <a:pt x="208" y="40"/>
                  </a:cubicBezTo>
                  <a:cubicBezTo>
                    <a:pt x="142" y="73"/>
                    <a:pt x="108" y="140"/>
                    <a:pt x="84" y="206"/>
                  </a:cubicBezTo>
                  <a:cubicBezTo>
                    <a:pt x="26" y="347"/>
                    <a:pt x="1" y="579"/>
                    <a:pt x="166" y="670"/>
                  </a:cubicBezTo>
                  <a:cubicBezTo>
                    <a:pt x="212" y="715"/>
                    <a:pt x="271" y="754"/>
                    <a:pt x="338" y="754"/>
                  </a:cubicBezTo>
                  <a:cubicBezTo>
                    <a:pt x="344" y="754"/>
                    <a:pt x="351" y="754"/>
                    <a:pt x="357" y="753"/>
                  </a:cubicBezTo>
                  <a:cubicBezTo>
                    <a:pt x="448" y="745"/>
                    <a:pt x="531" y="687"/>
                    <a:pt x="572" y="604"/>
                  </a:cubicBezTo>
                  <a:cubicBezTo>
                    <a:pt x="655" y="446"/>
                    <a:pt x="630" y="231"/>
                    <a:pt x="514" y="98"/>
                  </a:cubicBezTo>
                  <a:cubicBezTo>
                    <a:pt x="490" y="73"/>
                    <a:pt x="448" y="49"/>
                    <a:pt x="415" y="32"/>
                  </a:cubicBezTo>
                  <a:cubicBezTo>
                    <a:pt x="398" y="15"/>
                    <a:pt x="382" y="7"/>
                    <a:pt x="365" y="7"/>
                  </a:cubicBezTo>
                  <a:cubicBezTo>
                    <a:pt x="348" y="3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32"/>
            <p:cNvSpPr/>
            <p:nvPr/>
          </p:nvSpPr>
          <p:spPr>
            <a:xfrm>
              <a:off x="5783175" y="2865200"/>
              <a:ext cx="16400" cy="17950"/>
            </a:xfrm>
            <a:custGeom>
              <a:rect b="b" l="l" r="r" t="t"/>
              <a:pathLst>
                <a:path extrusionOk="0" h="718" w="656">
                  <a:moveTo>
                    <a:pt x="369" y="1"/>
                  </a:moveTo>
                  <a:cubicBezTo>
                    <a:pt x="342" y="1"/>
                    <a:pt x="315" y="5"/>
                    <a:pt x="291" y="15"/>
                  </a:cubicBezTo>
                  <a:cubicBezTo>
                    <a:pt x="108" y="81"/>
                    <a:pt x="1" y="305"/>
                    <a:pt x="50" y="487"/>
                  </a:cubicBezTo>
                  <a:cubicBezTo>
                    <a:pt x="67" y="570"/>
                    <a:pt x="125" y="653"/>
                    <a:pt x="208" y="695"/>
                  </a:cubicBezTo>
                  <a:cubicBezTo>
                    <a:pt x="249" y="709"/>
                    <a:pt x="290" y="718"/>
                    <a:pt x="331" y="718"/>
                  </a:cubicBezTo>
                  <a:cubicBezTo>
                    <a:pt x="381" y="718"/>
                    <a:pt x="431" y="705"/>
                    <a:pt x="481" y="678"/>
                  </a:cubicBezTo>
                  <a:cubicBezTo>
                    <a:pt x="556" y="637"/>
                    <a:pt x="614" y="554"/>
                    <a:pt x="639" y="471"/>
                  </a:cubicBezTo>
                  <a:cubicBezTo>
                    <a:pt x="655" y="396"/>
                    <a:pt x="647" y="313"/>
                    <a:pt x="622" y="239"/>
                  </a:cubicBezTo>
                  <a:lnTo>
                    <a:pt x="622" y="247"/>
                  </a:lnTo>
                  <a:cubicBezTo>
                    <a:pt x="605" y="181"/>
                    <a:pt x="581" y="123"/>
                    <a:pt x="539" y="73"/>
                  </a:cubicBezTo>
                  <a:cubicBezTo>
                    <a:pt x="498" y="27"/>
                    <a:pt x="433" y="1"/>
                    <a:pt x="36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" name="Google Shape;518;p32"/>
            <p:cNvSpPr/>
            <p:nvPr/>
          </p:nvSpPr>
          <p:spPr>
            <a:xfrm>
              <a:off x="5642750" y="2844500"/>
              <a:ext cx="46625" cy="21450"/>
            </a:xfrm>
            <a:custGeom>
              <a:rect b="b" l="l" r="r" t="t"/>
              <a:pathLst>
                <a:path extrusionOk="0" h="858" w="1865">
                  <a:moveTo>
                    <a:pt x="814" y="1"/>
                  </a:moveTo>
                  <a:cubicBezTo>
                    <a:pt x="682" y="1"/>
                    <a:pt x="550" y="25"/>
                    <a:pt x="423" y="73"/>
                  </a:cubicBezTo>
                  <a:cubicBezTo>
                    <a:pt x="265" y="139"/>
                    <a:pt x="8" y="280"/>
                    <a:pt x="0" y="470"/>
                  </a:cubicBezTo>
                  <a:cubicBezTo>
                    <a:pt x="0" y="514"/>
                    <a:pt x="32" y="538"/>
                    <a:pt x="67" y="538"/>
                  </a:cubicBezTo>
                  <a:cubicBezTo>
                    <a:pt x="72" y="538"/>
                    <a:pt x="78" y="538"/>
                    <a:pt x="83" y="537"/>
                  </a:cubicBezTo>
                  <a:cubicBezTo>
                    <a:pt x="157" y="520"/>
                    <a:pt x="215" y="462"/>
                    <a:pt x="282" y="421"/>
                  </a:cubicBezTo>
                  <a:cubicBezTo>
                    <a:pt x="348" y="387"/>
                    <a:pt x="423" y="346"/>
                    <a:pt x="489" y="313"/>
                  </a:cubicBezTo>
                  <a:cubicBezTo>
                    <a:pt x="602" y="269"/>
                    <a:pt x="720" y="249"/>
                    <a:pt x="835" y="249"/>
                  </a:cubicBezTo>
                  <a:cubicBezTo>
                    <a:pt x="872" y="249"/>
                    <a:pt x="908" y="251"/>
                    <a:pt x="945" y="255"/>
                  </a:cubicBezTo>
                  <a:cubicBezTo>
                    <a:pt x="1243" y="305"/>
                    <a:pt x="1583" y="512"/>
                    <a:pt x="1649" y="818"/>
                  </a:cubicBezTo>
                  <a:cubicBezTo>
                    <a:pt x="1658" y="846"/>
                    <a:pt x="1680" y="858"/>
                    <a:pt x="1701" y="858"/>
                  </a:cubicBezTo>
                  <a:cubicBezTo>
                    <a:pt x="1719" y="858"/>
                    <a:pt x="1737" y="850"/>
                    <a:pt x="1748" y="835"/>
                  </a:cubicBezTo>
                  <a:cubicBezTo>
                    <a:pt x="1864" y="653"/>
                    <a:pt x="1707" y="429"/>
                    <a:pt x="1583" y="305"/>
                  </a:cubicBezTo>
                  <a:cubicBezTo>
                    <a:pt x="1442" y="164"/>
                    <a:pt x="1235" y="64"/>
                    <a:pt x="1036" y="23"/>
                  </a:cubicBezTo>
                  <a:cubicBezTo>
                    <a:pt x="962" y="8"/>
                    <a:pt x="888" y="1"/>
                    <a:pt x="8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" name="Google Shape;519;p32"/>
            <p:cNvSpPr/>
            <p:nvPr/>
          </p:nvSpPr>
          <p:spPr>
            <a:xfrm>
              <a:off x="5646150" y="2840250"/>
              <a:ext cx="19800" cy="4475"/>
            </a:xfrm>
            <a:custGeom>
              <a:rect b="b" l="l" r="r" t="t"/>
              <a:pathLst>
                <a:path extrusionOk="0" h="179" w="792">
                  <a:moveTo>
                    <a:pt x="452" y="0"/>
                  </a:moveTo>
                  <a:cubicBezTo>
                    <a:pt x="433" y="0"/>
                    <a:pt x="414" y="1"/>
                    <a:pt x="394" y="2"/>
                  </a:cubicBezTo>
                  <a:cubicBezTo>
                    <a:pt x="270" y="11"/>
                    <a:pt x="154" y="44"/>
                    <a:pt x="38" y="102"/>
                  </a:cubicBezTo>
                  <a:cubicBezTo>
                    <a:pt x="1" y="117"/>
                    <a:pt x="24" y="179"/>
                    <a:pt x="59" y="179"/>
                  </a:cubicBezTo>
                  <a:cubicBezTo>
                    <a:pt x="63" y="179"/>
                    <a:pt x="67" y="178"/>
                    <a:pt x="71" y="176"/>
                  </a:cubicBezTo>
                  <a:cubicBezTo>
                    <a:pt x="179" y="135"/>
                    <a:pt x="287" y="110"/>
                    <a:pt x="403" y="110"/>
                  </a:cubicBezTo>
                  <a:cubicBezTo>
                    <a:pt x="519" y="110"/>
                    <a:pt x="626" y="135"/>
                    <a:pt x="742" y="151"/>
                  </a:cubicBezTo>
                  <a:cubicBezTo>
                    <a:pt x="784" y="151"/>
                    <a:pt x="792" y="93"/>
                    <a:pt x="759" y="77"/>
                  </a:cubicBezTo>
                  <a:cubicBezTo>
                    <a:pt x="668" y="21"/>
                    <a:pt x="559" y="0"/>
                    <a:pt x="4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" name="Google Shape;520;p32"/>
            <p:cNvSpPr/>
            <p:nvPr/>
          </p:nvSpPr>
          <p:spPr>
            <a:xfrm>
              <a:off x="5764125" y="2840775"/>
              <a:ext cx="40825" cy="27025"/>
            </a:xfrm>
            <a:custGeom>
              <a:rect b="b" l="l" r="r" t="t"/>
              <a:pathLst>
                <a:path extrusionOk="0" h="1081" w="1633">
                  <a:moveTo>
                    <a:pt x="1191" y="1"/>
                  </a:moveTo>
                  <a:cubicBezTo>
                    <a:pt x="1153" y="1"/>
                    <a:pt x="1115" y="3"/>
                    <a:pt x="1077" y="6"/>
                  </a:cubicBezTo>
                  <a:cubicBezTo>
                    <a:pt x="879" y="23"/>
                    <a:pt x="688" y="72"/>
                    <a:pt x="514" y="180"/>
                  </a:cubicBezTo>
                  <a:cubicBezTo>
                    <a:pt x="365" y="271"/>
                    <a:pt x="241" y="396"/>
                    <a:pt x="149" y="545"/>
                  </a:cubicBezTo>
                  <a:cubicBezTo>
                    <a:pt x="67" y="686"/>
                    <a:pt x="0" y="876"/>
                    <a:pt x="33" y="1034"/>
                  </a:cubicBezTo>
                  <a:cubicBezTo>
                    <a:pt x="38" y="1062"/>
                    <a:pt x="68" y="1080"/>
                    <a:pt x="97" y="1080"/>
                  </a:cubicBezTo>
                  <a:cubicBezTo>
                    <a:pt x="118" y="1080"/>
                    <a:pt x="139" y="1071"/>
                    <a:pt x="149" y="1050"/>
                  </a:cubicBezTo>
                  <a:cubicBezTo>
                    <a:pt x="207" y="918"/>
                    <a:pt x="249" y="785"/>
                    <a:pt x="332" y="661"/>
                  </a:cubicBezTo>
                  <a:cubicBezTo>
                    <a:pt x="415" y="545"/>
                    <a:pt x="522" y="445"/>
                    <a:pt x="647" y="371"/>
                  </a:cubicBezTo>
                  <a:cubicBezTo>
                    <a:pt x="779" y="288"/>
                    <a:pt x="928" y="246"/>
                    <a:pt x="1086" y="230"/>
                  </a:cubicBezTo>
                  <a:cubicBezTo>
                    <a:pt x="1127" y="226"/>
                    <a:pt x="1169" y="224"/>
                    <a:pt x="1210" y="224"/>
                  </a:cubicBezTo>
                  <a:cubicBezTo>
                    <a:pt x="1251" y="224"/>
                    <a:pt x="1293" y="226"/>
                    <a:pt x="1334" y="230"/>
                  </a:cubicBezTo>
                  <a:cubicBezTo>
                    <a:pt x="1382" y="230"/>
                    <a:pt x="1432" y="235"/>
                    <a:pt x="1480" y="235"/>
                  </a:cubicBezTo>
                  <a:cubicBezTo>
                    <a:pt x="1516" y="235"/>
                    <a:pt x="1551" y="232"/>
                    <a:pt x="1583" y="222"/>
                  </a:cubicBezTo>
                  <a:cubicBezTo>
                    <a:pt x="1624" y="213"/>
                    <a:pt x="1633" y="164"/>
                    <a:pt x="1608" y="130"/>
                  </a:cubicBezTo>
                  <a:cubicBezTo>
                    <a:pt x="1550" y="64"/>
                    <a:pt x="1442" y="31"/>
                    <a:pt x="1351" y="14"/>
                  </a:cubicBezTo>
                  <a:cubicBezTo>
                    <a:pt x="1297" y="5"/>
                    <a:pt x="1244" y="1"/>
                    <a:pt x="1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" name="Google Shape;521;p32"/>
            <p:cNvSpPr/>
            <p:nvPr/>
          </p:nvSpPr>
          <p:spPr>
            <a:xfrm>
              <a:off x="5784075" y="2833125"/>
              <a:ext cx="24100" cy="4975"/>
            </a:xfrm>
            <a:custGeom>
              <a:rect b="b" l="l" r="r" t="t"/>
              <a:pathLst>
                <a:path extrusionOk="0" h="199" w="964">
                  <a:moveTo>
                    <a:pt x="446" y="0"/>
                  </a:moveTo>
                  <a:cubicBezTo>
                    <a:pt x="310" y="0"/>
                    <a:pt x="173" y="23"/>
                    <a:pt x="47" y="64"/>
                  </a:cubicBezTo>
                  <a:cubicBezTo>
                    <a:pt x="0" y="79"/>
                    <a:pt x="13" y="147"/>
                    <a:pt x="64" y="147"/>
                  </a:cubicBezTo>
                  <a:cubicBezTo>
                    <a:pt x="66" y="147"/>
                    <a:pt x="69" y="147"/>
                    <a:pt x="72" y="146"/>
                  </a:cubicBezTo>
                  <a:cubicBezTo>
                    <a:pt x="174" y="121"/>
                    <a:pt x="280" y="110"/>
                    <a:pt x="387" y="110"/>
                  </a:cubicBezTo>
                  <a:cubicBezTo>
                    <a:pt x="420" y="110"/>
                    <a:pt x="453" y="111"/>
                    <a:pt x="487" y="113"/>
                  </a:cubicBezTo>
                  <a:cubicBezTo>
                    <a:pt x="619" y="130"/>
                    <a:pt x="752" y="163"/>
                    <a:pt x="884" y="196"/>
                  </a:cubicBezTo>
                  <a:cubicBezTo>
                    <a:pt x="890" y="198"/>
                    <a:pt x="895" y="199"/>
                    <a:pt x="900" y="199"/>
                  </a:cubicBezTo>
                  <a:cubicBezTo>
                    <a:pt x="947" y="199"/>
                    <a:pt x="963" y="136"/>
                    <a:pt x="926" y="113"/>
                  </a:cubicBezTo>
                  <a:cubicBezTo>
                    <a:pt x="783" y="35"/>
                    <a:pt x="616" y="0"/>
                    <a:pt x="4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" name="Google Shape;522;p32"/>
            <p:cNvSpPr/>
            <p:nvPr/>
          </p:nvSpPr>
          <p:spPr>
            <a:xfrm>
              <a:off x="5804425" y="2852900"/>
              <a:ext cx="37150" cy="46675"/>
            </a:xfrm>
            <a:custGeom>
              <a:rect b="b" l="l" r="r" t="t"/>
              <a:pathLst>
                <a:path extrusionOk="0" h="1867" w="1486">
                  <a:moveTo>
                    <a:pt x="240" y="0"/>
                  </a:moveTo>
                  <a:cubicBezTo>
                    <a:pt x="181" y="0"/>
                    <a:pt x="119" y="13"/>
                    <a:pt x="54" y="43"/>
                  </a:cubicBezTo>
                  <a:cubicBezTo>
                    <a:pt x="0" y="66"/>
                    <a:pt x="31" y="153"/>
                    <a:pt x="89" y="153"/>
                  </a:cubicBezTo>
                  <a:cubicBezTo>
                    <a:pt x="93" y="153"/>
                    <a:pt x="98" y="152"/>
                    <a:pt x="103" y="151"/>
                  </a:cubicBezTo>
                  <a:cubicBezTo>
                    <a:pt x="124" y="144"/>
                    <a:pt x="145" y="141"/>
                    <a:pt x="165" y="141"/>
                  </a:cubicBezTo>
                  <a:cubicBezTo>
                    <a:pt x="322" y="141"/>
                    <a:pt x="460" y="323"/>
                    <a:pt x="526" y="441"/>
                  </a:cubicBezTo>
                  <a:cubicBezTo>
                    <a:pt x="634" y="623"/>
                    <a:pt x="700" y="814"/>
                    <a:pt x="766" y="1004"/>
                  </a:cubicBezTo>
                  <a:cubicBezTo>
                    <a:pt x="833" y="1187"/>
                    <a:pt x="899" y="1369"/>
                    <a:pt x="998" y="1526"/>
                  </a:cubicBezTo>
                  <a:cubicBezTo>
                    <a:pt x="1089" y="1675"/>
                    <a:pt x="1230" y="1849"/>
                    <a:pt x="1413" y="1866"/>
                  </a:cubicBezTo>
                  <a:cubicBezTo>
                    <a:pt x="1416" y="1866"/>
                    <a:pt x="1419" y="1867"/>
                    <a:pt x="1422" y="1867"/>
                  </a:cubicBezTo>
                  <a:cubicBezTo>
                    <a:pt x="1465" y="1867"/>
                    <a:pt x="1485" y="1814"/>
                    <a:pt x="1462" y="1775"/>
                  </a:cubicBezTo>
                  <a:cubicBezTo>
                    <a:pt x="1413" y="1692"/>
                    <a:pt x="1338" y="1626"/>
                    <a:pt x="1280" y="1543"/>
                  </a:cubicBezTo>
                  <a:cubicBezTo>
                    <a:pt x="1230" y="1460"/>
                    <a:pt x="1181" y="1377"/>
                    <a:pt x="1139" y="1294"/>
                  </a:cubicBezTo>
                  <a:cubicBezTo>
                    <a:pt x="1048" y="1104"/>
                    <a:pt x="990" y="905"/>
                    <a:pt x="915" y="706"/>
                  </a:cubicBezTo>
                  <a:cubicBezTo>
                    <a:pt x="803" y="431"/>
                    <a:pt x="576" y="0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" name="Google Shape;523;p32"/>
            <p:cNvSpPr/>
            <p:nvPr/>
          </p:nvSpPr>
          <p:spPr>
            <a:xfrm>
              <a:off x="5828675" y="2865075"/>
              <a:ext cx="12050" cy="16100"/>
            </a:xfrm>
            <a:custGeom>
              <a:rect b="b" l="l" r="r" t="t"/>
              <a:pathLst>
                <a:path extrusionOk="0" h="644" w="482">
                  <a:moveTo>
                    <a:pt x="60" y="1"/>
                  </a:moveTo>
                  <a:cubicBezTo>
                    <a:pt x="31" y="1"/>
                    <a:pt x="1" y="36"/>
                    <a:pt x="20" y="62"/>
                  </a:cubicBezTo>
                  <a:cubicBezTo>
                    <a:pt x="86" y="153"/>
                    <a:pt x="153" y="252"/>
                    <a:pt x="211" y="352"/>
                  </a:cubicBezTo>
                  <a:cubicBezTo>
                    <a:pt x="244" y="401"/>
                    <a:pt x="269" y="451"/>
                    <a:pt x="302" y="492"/>
                  </a:cubicBezTo>
                  <a:cubicBezTo>
                    <a:pt x="343" y="542"/>
                    <a:pt x="368" y="592"/>
                    <a:pt x="418" y="633"/>
                  </a:cubicBezTo>
                  <a:cubicBezTo>
                    <a:pt x="425" y="640"/>
                    <a:pt x="433" y="643"/>
                    <a:pt x="441" y="643"/>
                  </a:cubicBezTo>
                  <a:cubicBezTo>
                    <a:pt x="462" y="643"/>
                    <a:pt x="482" y="624"/>
                    <a:pt x="476" y="600"/>
                  </a:cubicBezTo>
                  <a:cubicBezTo>
                    <a:pt x="459" y="476"/>
                    <a:pt x="393" y="368"/>
                    <a:pt x="318" y="277"/>
                  </a:cubicBezTo>
                  <a:cubicBezTo>
                    <a:pt x="244" y="186"/>
                    <a:pt x="169" y="95"/>
                    <a:pt x="86" y="12"/>
                  </a:cubicBezTo>
                  <a:cubicBezTo>
                    <a:pt x="79" y="4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32"/>
            <p:cNvSpPr/>
            <p:nvPr/>
          </p:nvSpPr>
          <p:spPr>
            <a:xfrm>
              <a:off x="5689350" y="2873950"/>
              <a:ext cx="7900" cy="22325"/>
            </a:xfrm>
            <a:custGeom>
              <a:rect b="b" l="l" r="r" t="t"/>
              <a:pathLst>
                <a:path extrusionOk="0" h="893" w="316">
                  <a:moveTo>
                    <a:pt x="69" y="1"/>
                  </a:moveTo>
                  <a:cubicBezTo>
                    <a:pt x="49" y="1"/>
                    <a:pt x="28" y="14"/>
                    <a:pt x="17" y="30"/>
                  </a:cubicBezTo>
                  <a:cubicBezTo>
                    <a:pt x="0" y="55"/>
                    <a:pt x="0" y="88"/>
                    <a:pt x="25" y="113"/>
                  </a:cubicBezTo>
                  <a:cubicBezTo>
                    <a:pt x="91" y="204"/>
                    <a:pt x="125" y="328"/>
                    <a:pt x="125" y="436"/>
                  </a:cubicBezTo>
                  <a:cubicBezTo>
                    <a:pt x="133" y="502"/>
                    <a:pt x="133" y="560"/>
                    <a:pt x="125" y="626"/>
                  </a:cubicBezTo>
                  <a:cubicBezTo>
                    <a:pt x="125" y="651"/>
                    <a:pt x="125" y="693"/>
                    <a:pt x="125" y="709"/>
                  </a:cubicBezTo>
                  <a:cubicBezTo>
                    <a:pt x="116" y="742"/>
                    <a:pt x="108" y="775"/>
                    <a:pt x="108" y="817"/>
                  </a:cubicBezTo>
                  <a:cubicBezTo>
                    <a:pt x="115" y="861"/>
                    <a:pt x="143" y="893"/>
                    <a:pt x="190" y="893"/>
                  </a:cubicBezTo>
                  <a:cubicBezTo>
                    <a:pt x="196" y="893"/>
                    <a:pt x="201" y="892"/>
                    <a:pt x="207" y="891"/>
                  </a:cubicBezTo>
                  <a:cubicBezTo>
                    <a:pt x="307" y="867"/>
                    <a:pt x="315" y="742"/>
                    <a:pt x="315" y="651"/>
                  </a:cubicBezTo>
                  <a:cubicBezTo>
                    <a:pt x="315" y="577"/>
                    <a:pt x="315" y="502"/>
                    <a:pt x="307" y="427"/>
                  </a:cubicBezTo>
                  <a:cubicBezTo>
                    <a:pt x="299" y="345"/>
                    <a:pt x="282" y="270"/>
                    <a:pt x="249" y="195"/>
                  </a:cubicBezTo>
                  <a:cubicBezTo>
                    <a:pt x="216" y="113"/>
                    <a:pt x="166" y="63"/>
                    <a:pt x="100" y="13"/>
                  </a:cubicBezTo>
                  <a:cubicBezTo>
                    <a:pt x="91" y="4"/>
                    <a:pt x="80" y="1"/>
                    <a:pt x="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32"/>
            <p:cNvSpPr/>
            <p:nvPr/>
          </p:nvSpPr>
          <p:spPr>
            <a:xfrm>
              <a:off x="5697575" y="2872600"/>
              <a:ext cx="4225" cy="15775"/>
            </a:xfrm>
            <a:custGeom>
              <a:rect b="b" l="l" r="r" t="t"/>
              <a:pathLst>
                <a:path extrusionOk="0" h="631" w="169">
                  <a:moveTo>
                    <a:pt x="64" y="1"/>
                  </a:moveTo>
                  <a:cubicBezTo>
                    <a:pt x="33" y="1"/>
                    <a:pt x="1" y="24"/>
                    <a:pt x="11" y="59"/>
                  </a:cubicBezTo>
                  <a:cubicBezTo>
                    <a:pt x="28" y="150"/>
                    <a:pt x="44" y="233"/>
                    <a:pt x="52" y="324"/>
                  </a:cubicBezTo>
                  <a:cubicBezTo>
                    <a:pt x="61" y="407"/>
                    <a:pt x="61" y="498"/>
                    <a:pt x="61" y="589"/>
                  </a:cubicBezTo>
                  <a:cubicBezTo>
                    <a:pt x="61" y="614"/>
                    <a:pt x="86" y="631"/>
                    <a:pt x="110" y="631"/>
                  </a:cubicBezTo>
                  <a:cubicBezTo>
                    <a:pt x="135" y="631"/>
                    <a:pt x="160" y="614"/>
                    <a:pt x="160" y="589"/>
                  </a:cubicBezTo>
                  <a:cubicBezTo>
                    <a:pt x="168" y="498"/>
                    <a:pt x="168" y="407"/>
                    <a:pt x="160" y="307"/>
                  </a:cubicBezTo>
                  <a:cubicBezTo>
                    <a:pt x="152" y="216"/>
                    <a:pt x="135" y="125"/>
                    <a:pt x="110" y="34"/>
                  </a:cubicBezTo>
                  <a:cubicBezTo>
                    <a:pt x="104" y="11"/>
                    <a:pt x="84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32"/>
            <p:cNvSpPr/>
            <p:nvPr/>
          </p:nvSpPr>
          <p:spPr>
            <a:xfrm>
              <a:off x="5736025" y="2880425"/>
              <a:ext cx="11125" cy="13550"/>
            </a:xfrm>
            <a:custGeom>
              <a:rect b="b" l="l" r="r" t="t"/>
              <a:pathLst>
                <a:path extrusionOk="0" h="542" w="445">
                  <a:moveTo>
                    <a:pt x="348" y="0"/>
                  </a:moveTo>
                  <a:cubicBezTo>
                    <a:pt x="333" y="0"/>
                    <a:pt x="318" y="4"/>
                    <a:pt x="304" y="11"/>
                  </a:cubicBezTo>
                  <a:cubicBezTo>
                    <a:pt x="279" y="28"/>
                    <a:pt x="263" y="44"/>
                    <a:pt x="238" y="61"/>
                  </a:cubicBezTo>
                  <a:cubicBezTo>
                    <a:pt x="180" y="110"/>
                    <a:pt x="130" y="168"/>
                    <a:pt x="89" y="235"/>
                  </a:cubicBezTo>
                  <a:cubicBezTo>
                    <a:pt x="64" y="276"/>
                    <a:pt x="47" y="318"/>
                    <a:pt x="39" y="359"/>
                  </a:cubicBezTo>
                  <a:cubicBezTo>
                    <a:pt x="31" y="400"/>
                    <a:pt x="14" y="442"/>
                    <a:pt x="6" y="483"/>
                  </a:cubicBezTo>
                  <a:cubicBezTo>
                    <a:pt x="1" y="518"/>
                    <a:pt x="29" y="541"/>
                    <a:pt x="57" y="541"/>
                  </a:cubicBezTo>
                  <a:cubicBezTo>
                    <a:pt x="76" y="541"/>
                    <a:pt x="95" y="531"/>
                    <a:pt x="105" y="508"/>
                  </a:cubicBezTo>
                  <a:cubicBezTo>
                    <a:pt x="113" y="475"/>
                    <a:pt x="130" y="450"/>
                    <a:pt x="147" y="417"/>
                  </a:cubicBezTo>
                  <a:cubicBezTo>
                    <a:pt x="155" y="400"/>
                    <a:pt x="163" y="384"/>
                    <a:pt x="180" y="376"/>
                  </a:cubicBezTo>
                  <a:cubicBezTo>
                    <a:pt x="180" y="367"/>
                    <a:pt x="180" y="367"/>
                    <a:pt x="180" y="367"/>
                  </a:cubicBezTo>
                  <a:cubicBezTo>
                    <a:pt x="180" y="367"/>
                    <a:pt x="188" y="359"/>
                    <a:pt x="188" y="359"/>
                  </a:cubicBezTo>
                  <a:cubicBezTo>
                    <a:pt x="196" y="351"/>
                    <a:pt x="205" y="334"/>
                    <a:pt x="213" y="326"/>
                  </a:cubicBezTo>
                  <a:lnTo>
                    <a:pt x="213" y="326"/>
                  </a:lnTo>
                  <a:cubicBezTo>
                    <a:pt x="216" y="323"/>
                    <a:pt x="221" y="318"/>
                    <a:pt x="221" y="318"/>
                  </a:cubicBezTo>
                  <a:cubicBezTo>
                    <a:pt x="229" y="309"/>
                    <a:pt x="229" y="301"/>
                    <a:pt x="238" y="293"/>
                  </a:cubicBezTo>
                  <a:cubicBezTo>
                    <a:pt x="254" y="284"/>
                    <a:pt x="263" y="268"/>
                    <a:pt x="279" y="251"/>
                  </a:cubicBezTo>
                  <a:lnTo>
                    <a:pt x="321" y="218"/>
                  </a:lnTo>
                  <a:cubicBezTo>
                    <a:pt x="321" y="210"/>
                    <a:pt x="329" y="202"/>
                    <a:pt x="337" y="202"/>
                  </a:cubicBezTo>
                  <a:cubicBezTo>
                    <a:pt x="337" y="193"/>
                    <a:pt x="345" y="193"/>
                    <a:pt x="345" y="193"/>
                  </a:cubicBezTo>
                  <a:cubicBezTo>
                    <a:pt x="349" y="190"/>
                    <a:pt x="352" y="187"/>
                    <a:pt x="354" y="185"/>
                  </a:cubicBezTo>
                  <a:cubicBezTo>
                    <a:pt x="370" y="168"/>
                    <a:pt x="387" y="160"/>
                    <a:pt x="403" y="144"/>
                  </a:cubicBezTo>
                  <a:cubicBezTo>
                    <a:pt x="437" y="119"/>
                    <a:pt x="445" y="61"/>
                    <a:pt x="412" y="28"/>
                  </a:cubicBezTo>
                  <a:cubicBezTo>
                    <a:pt x="392" y="8"/>
                    <a:pt x="370" y="0"/>
                    <a:pt x="3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" name="Google Shape;527;p32"/>
            <p:cNvSpPr/>
            <p:nvPr/>
          </p:nvSpPr>
          <p:spPr>
            <a:xfrm>
              <a:off x="5746925" y="2885925"/>
              <a:ext cx="6250" cy="6075"/>
            </a:xfrm>
            <a:custGeom>
              <a:rect b="b" l="l" r="r" t="t"/>
              <a:pathLst>
                <a:path extrusionOk="0" h="243" w="250">
                  <a:moveTo>
                    <a:pt x="216" y="0"/>
                  </a:moveTo>
                  <a:cubicBezTo>
                    <a:pt x="208" y="0"/>
                    <a:pt x="199" y="2"/>
                    <a:pt x="191" y="6"/>
                  </a:cubicBezTo>
                  <a:cubicBezTo>
                    <a:pt x="183" y="6"/>
                    <a:pt x="175" y="15"/>
                    <a:pt x="166" y="23"/>
                  </a:cubicBezTo>
                  <a:cubicBezTo>
                    <a:pt x="158" y="31"/>
                    <a:pt x="150" y="40"/>
                    <a:pt x="141" y="40"/>
                  </a:cubicBezTo>
                  <a:lnTo>
                    <a:pt x="100" y="81"/>
                  </a:lnTo>
                  <a:cubicBezTo>
                    <a:pt x="75" y="106"/>
                    <a:pt x="50" y="139"/>
                    <a:pt x="17" y="164"/>
                  </a:cubicBezTo>
                  <a:cubicBezTo>
                    <a:pt x="9" y="180"/>
                    <a:pt x="1" y="214"/>
                    <a:pt x="17" y="230"/>
                  </a:cubicBezTo>
                  <a:cubicBezTo>
                    <a:pt x="30" y="238"/>
                    <a:pt x="42" y="243"/>
                    <a:pt x="53" y="243"/>
                  </a:cubicBezTo>
                  <a:cubicBezTo>
                    <a:pt x="65" y="243"/>
                    <a:pt x="75" y="238"/>
                    <a:pt x="83" y="230"/>
                  </a:cubicBezTo>
                  <a:cubicBezTo>
                    <a:pt x="117" y="205"/>
                    <a:pt x="141" y="180"/>
                    <a:pt x="166" y="147"/>
                  </a:cubicBezTo>
                  <a:cubicBezTo>
                    <a:pt x="183" y="139"/>
                    <a:pt x="191" y="122"/>
                    <a:pt x="208" y="106"/>
                  </a:cubicBezTo>
                  <a:cubicBezTo>
                    <a:pt x="216" y="98"/>
                    <a:pt x="216" y="98"/>
                    <a:pt x="224" y="89"/>
                  </a:cubicBezTo>
                  <a:cubicBezTo>
                    <a:pt x="233" y="81"/>
                    <a:pt x="241" y="64"/>
                    <a:pt x="249" y="56"/>
                  </a:cubicBezTo>
                  <a:cubicBezTo>
                    <a:pt x="249" y="40"/>
                    <a:pt x="249" y="23"/>
                    <a:pt x="241" y="6"/>
                  </a:cubicBezTo>
                  <a:cubicBezTo>
                    <a:pt x="233" y="2"/>
                    <a:pt x="224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" name="Google Shape;528;p32"/>
            <p:cNvSpPr/>
            <p:nvPr/>
          </p:nvSpPr>
          <p:spPr>
            <a:xfrm>
              <a:off x="5667500" y="2827000"/>
              <a:ext cx="22075" cy="23825"/>
            </a:xfrm>
            <a:custGeom>
              <a:rect b="b" l="l" r="r" t="t"/>
              <a:pathLst>
                <a:path extrusionOk="0" h="953" w="883">
                  <a:moveTo>
                    <a:pt x="63" y="0"/>
                  </a:moveTo>
                  <a:cubicBezTo>
                    <a:pt x="10" y="0"/>
                    <a:pt x="1" y="79"/>
                    <a:pt x="54" y="101"/>
                  </a:cubicBezTo>
                  <a:cubicBezTo>
                    <a:pt x="228" y="159"/>
                    <a:pt x="369" y="284"/>
                    <a:pt x="485" y="425"/>
                  </a:cubicBezTo>
                  <a:cubicBezTo>
                    <a:pt x="543" y="491"/>
                    <a:pt x="584" y="574"/>
                    <a:pt x="617" y="657"/>
                  </a:cubicBezTo>
                  <a:cubicBezTo>
                    <a:pt x="634" y="690"/>
                    <a:pt x="651" y="731"/>
                    <a:pt x="659" y="773"/>
                  </a:cubicBezTo>
                  <a:cubicBezTo>
                    <a:pt x="675" y="822"/>
                    <a:pt x="684" y="872"/>
                    <a:pt x="709" y="913"/>
                  </a:cubicBezTo>
                  <a:cubicBezTo>
                    <a:pt x="723" y="940"/>
                    <a:pt x="750" y="952"/>
                    <a:pt x="777" y="952"/>
                  </a:cubicBezTo>
                  <a:cubicBezTo>
                    <a:pt x="810" y="952"/>
                    <a:pt x="844" y="933"/>
                    <a:pt x="858" y="897"/>
                  </a:cubicBezTo>
                  <a:cubicBezTo>
                    <a:pt x="883" y="789"/>
                    <a:pt x="825" y="665"/>
                    <a:pt x="783" y="574"/>
                  </a:cubicBezTo>
                  <a:cubicBezTo>
                    <a:pt x="733" y="483"/>
                    <a:pt x="675" y="391"/>
                    <a:pt x="609" y="309"/>
                  </a:cubicBezTo>
                  <a:cubicBezTo>
                    <a:pt x="468" y="159"/>
                    <a:pt x="278" y="52"/>
                    <a:pt x="79" y="2"/>
                  </a:cubicBezTo>
                  <a:cubicBezTo>
                    <a:pt x="73" y="1"/>
                    <a:pt x="68" y="0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32"/>
            <p:cNvSpPr/>
            <p:nvPr/>
          </p:nvSpPr>
          <p:spPr>
            <a:xfrm>
              <a:off x="5689050" y="2835975"/>
              <a:ext cx="7575" cy="8700"/>
            </a:xfrm>
            <a:custGeom>
              <a:rect b="b" l="l" r="r" t="t"/>
              <a:pathLst>
                <a:path extrusionOk="0" h="348" w="303">
                  <a:moveTo>
                    <a:pt x="56" y="0"/>
                  </a:moveTo>
                  <a:cubicBezTo>
                    <a:pt x="28" y="0"/>
                    <a:pt x="1" y="31"/>
                    <a:pt x="21" y="57"/>
                  </a:cubicBezTo>
                  <a:cubicBezTo>
                    <a:pt x="37" y="82"/>
                    <a:pt x="45" y="99"/>
                    <a:pt x="62" y="124"/>
                  </a:cubicBezTo>
                  <a:cubicBezTo>
                    <a:pt x="70" y="140"/>
                    <a:pt x="87" y="148"/>
                    <a:pt x="95" y="165"/>
                  </a:cubicBezTo>
                  <a:lnTo>
                    <a:pt x="103" y="182"/>
                  </a:lnTo>
                  <a:cubicBezTo>
                    <a:pt x="112" y="182"/>
                    <a:pt x="112" y="182"/>
                    <a:pt x="112" y="190"/>
                  </a:cubicBezTo>
                  <a:cubicBezTo>
                    <a:pt x="128" y="206"/>
                    <a:pt x="145" y="231"/>
                    <a:pt x="153" y="248"/>
                  </a:cubicBezTo>
                  <a:cubicBezTo>
                    <a:pt x="170" y="273"/>
                    <a:pt x="186" y="298"/>
                    <a:pt x="195" y="322"/>
                  </a:cubicBezTo>
                  <a:cubicBezTo>
                    <a:pt x="205" y="338"/>
                    <a:pt x="223" y="348"/>
                    <a:pt x="241" y="348"/>
                  </a:cubicBezTo>
                  <a:cubicBezTo>
                    <a:pt x="250" y="348"/>
                    <a:pt x="260" y="345"/>
                    <a:pt x="269" y="339"/>
                  </a:cubicBezTo>
                  <a:cubicBezTo>
                    <a:pt x="294" y="322"/>
                    <a:pt x="302" y="289"/>
                    <a:pt x="294" y="264"/>
                  </a:cubicBezTo>
                  <a:cubicBezTo>
                    <a:pt x="269" y="215"/>
                    <a:pt x="236" y="173"/>
                    <a:pt x="203" y="124"/>
                  </a:cubicBezTo>
                  <a:cubicBezTo>
                    <a:pt x="186" y="99"/>
                    <a:pt x="170" y="74"/>
                    <a:pt x="145" y="57"/>
                  </a:cubicBezTo>
                  <a:cubicBezTo>
                    <a:pt x="128" y="41"/>
                    <a:pt x="103" y="16"/>
                    <a:pt x="79" y="8"/>
                  </a:cubicBezTo>
                  <a:cubicBezTo>
                    <a:pt x="71" y="2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32"/>
            <p:cNvSpPr/>
            <p:nvPr/>
          </p:nvSpPr>
          <p:spPr>
            <a:xfrm>
              <a:off x="5759200" y="2822700"/>
              <a:ext cx="22975" cy="21575"/>
            </a:xfrm>
            <a:custGeom>
              <a:rect b="b" l="l" r="r" t="t"/>
              <a:pathLst>
                <a:path extrusionOk="0" h="863" w="919">
                  <a:moveTo>
                    <a:pt x="843" y="0"/>
                  </a:moveTo>
                  <a:cubicBezTo>
                    <a:pt x="811" y="0"/>
                    <a:pt x="776" y="14"/>
                    <a:pt x="744" y="25"/>
                  </a:cubicBezTo>
                  <a:cubicBezTo>
                    <a:pt x="694" y="41"/>
                    <a:pt x="653" y="75"/>
                    <a:pt x="612" y="99"/>
                  </a:cubicBezTo>
                  <a:cubicBezTo>
                    <a:pt x="520" y="157"/>
                    <a:pt x="438" y="224"/>
                    <a:pt x="363" y="290"/>
                  </a:cubicBezTo>
                  <a:cubicBezTo>
                    <a:pt x="214" y="431"/>
                    <a:pt x="114" y="605"/>
                    <a:pt x="23" y="787"/>
                  </a:cubicBezTo>
                  <a:cubicBezTo>
                    <a:pt x="1" y="827"/>
                    <a:pt x="32" y="863"/>
                    <a:pt x="68" y="863"/>
                  </a:cubicBezTo>
                  <a:cubicBezTo>
                    <a:pt x="84" y="863"/>
                    <a:pt x="101" y="855"/>
                    <a:pt x="114" y="837"/>
                  </a:cubicBezTo>
                  <a:cubicBezTo>
                    <a:pt x="214" y="679"/>
                    <a:pt x="355" y="547"/>
                    <a:pt x="496" y="414"/>
                  </a:cubicBezTo>
                  <a:cubicBezTo>
                    <a:pt x="562" y="356"/>
                    <a:pt x="628" y="298"/>
                    <a:pt x="703" y="249"/>
                  </a:cubicBezTo>
                  <a:cubicBezTo>
                    <a:pt x="744" y="224"/>
                    <a:pt x="794" y="199"/>
                    <a:pt x="827" y="166"/>
                  </a:cubicBezTo>
                  <a:cubicBezTo>
                    <a:pt x="852" y="157"/>
                    <a:pt x="868" y="141"/>
                    <a:pt x="885" y="124"/>
                  </a:cubicBezTo>
                  <a:cubicBezTo>
                    <a:pt x="910" y="99"/>
                    <a:pt x="918" y="83"/>
                    <a:pt x="918" y="58"/>
                  </a:cubicBezTo>
                  <a:cubicBezTo>
                    <a:pt x="918" y="41"/>
                    <a:pt x="910" y="17"/>
                    <a:pt x="893" y="17"/>
                  </a:cubicBezTo>
                  <a:cubicBezTo>
                    <a:pt x="878" y="5"/>
                    <a:pt x="861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32"/>
            <p:cNvSpPr/>
            <p:nvPr/>
          </p:nvSpPr>
          <p:spPr>
            <a:xfrm>
              <a:off x="5802650" y="2813375"/>
              <a:ext cx="17625" cy="3125"/>
            </a:xfrm>
            <a:custGeom>
              <a:rect b="b" l="l" r="r" t="t"/>
              <a:pathLst>
                <a:path extrusionOk="0" h="125" w="705">
                  <a:moveTo>
                    <a:pt x="521" y="0"/>
                  </a:moveTo>
                  <a:cubicBezTo>
                    <a:pt x="471" y="0"/>
                    <a:pt x="419" y="4"/>
                    <a:pt x="365" y="8"/>
                  </a:cubicBezTo>
                  <a:cubicBezTo>
                    <a:pt x="266" y="8"/>
                    <a:pt x="166" y="17"/>
                    <a:pt x="58" y="25"/>
                  </a:cubicBezTo>
                  <a:cubicBezTo>
                    <a:pt x="0" y="25"/>
                    <a:pt x="0" y="124"/>
                    <a:pt x="58" y="124"/>
                  </a:cubicBezTo>
                  <a:cubicBezTo>
                    <a:pt x="166" y="116"/>
                    <a:pt x="266" y="116"/>
                    <a:pt x="365" y="116"/>
                  </a:cubicBezTo>
                  <a:cubicBezTo>
                    <a:pt x="473" y="116"/>
                    <a:pt x="580" y="116"/>
                    <a:pt x="672" y="83"/>
                  </a:cubicBezTo>
                  <a:cubicBezTo>
                    <a:pt x="705" y="75"/>
                    <a:pt x="705" y="25"/>
                    <a:pt x="672" y="17"/>
                  </a:cubicBezTo>
                  <a:cubicBezTo>
                    <a:pt x="622" y="4"/>
                    <a:pt x="572" y="0"/>
                    <a:pt x="5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32"/>
            <p:cNvSpPr/>
            <p:nvPr/>
          </p:nvSpPr>
          <p:spPr>
            <a:xfrm>
              <a:off x="5631150" y="2835875"/>
              <a:ext cx="14725" cy="18875"/>
            </a:xfrm>
            <a:custGeom>
              <a:rect b="b" l="l" r="r" t="t"/>
              <a:pathLst>
                <a:path extrusionOk="0" h="755" w="589">
                  <a:moveTo>
                    <a:pt x="492" y="1"/>
                  </a:moveTo>
                  <a:cubicBezTo>
                    <a:pt x="338" y="1"/>
                    <a:pt x="226" y="137"/>
                    <a:pt x="149" y="252"/>
                  </a:cubicBezTo>
                  <a:cubicBezTo>
                    <a:pt x="99" y="326"/>
                    <a:pt x="58" y="409"/>
                    <a:pt x="33" y="492"/>
                  </a:cubicBezTo>
                  <a:cubicBezTo>
                    <a:pt x="25" y="534"/>
                    <a:pt x="17" y="575"/>
                    <a:pt x="8" y="616"/>
                  </a:cubicBezTo>
                  <a:cubicBezTo>
                    <a:pt x="8" y="658"/>
                    <a:pt x="0" y="699"/>
                    <a:pt x="17" y="741"/>
                  </a:cubicBezTo>
                  <a:cubicBezTo>
                    <a:pt x="26" y="750"/>
                    <a:pt x="36" y="754"/>
                    <a:pt x="46" y="754"/>
                  </a:cubicBezTo>
                  <a:cubicBezTo>
                    <a:pt x="53" y="754"/>
                    <a:pt x="59" y="752"/>
                    <a:pt x="66" y="749"/>
                  </a:cubicBezTo>
                  <a:cubicBezTo>
                    <a:pt x="99" y="724"/>
                    <a:pt x="99" y="683"/>
                    <a:pt x="116" y="650"/>
                  </a:cubicBezTo>
                  <a:cubicBezTo>
                    <a:pt x="124" y="633"/>
                    <a:pt x="141" y="625"/>
                    <a:pt x="141" y="608"/>
                  </a:cubicBezTo>
                  <a:cubicBezTo>
                    <a:pt x="149" y="592"/>
                    <a:pt x="157" y="567"/>
                    <a:pt x="166" y="550"/>
                  </a:cubicBezTo>
                  <a:cubicBezTo>
                    <a:pt x="191" y="484"/>
                    <a:pt x="224" y="418"/>
                    <a:pt x="257" y="360"/>
                  </a:cubicBezTo>
                  <a:cubicBezTo>
                    <a:pt x="282" y="302"/>
                    <a:pt x="323" y="235"/>
                    <a:pt x="365" y="186"/>
                  </a:cubicBezTo>
                  <a:cubicBezTo>
                    <a:pt x="402" y="148"/>
                    <a:pt x="447" y="110"/>
                    <a:pt x="505" y="110"/>
                  </a:cubicBezTo>
                  <a:cubicBezTo>
                    <a:pt x="511" y="110"/>
                    <a:pt x="516" y="110"/>
                    <a:pt x="522" y="111"/>
                  </a:cubicBezTo>
                  <a:cubicBezTo>
                    <a:pt x="580" y="111"/>
                    <a:pt x="588" y="20"/>
                    <a:pt x="530" y="3"/>
                  </a:cubicBezTo>
                  <a:cubicBezTo>
                    <a:pt x="517" y="1"/>
                    <a:pt x="505" y="1"/>
                    <a:pt x="4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32"/>
            <p:cNvSpPr/>
            <p:nvPr/>
          </p:nvSpPr>
          <p:spPr>
            <a:xfrm>
              <a:off x="5634025" y="2826750"/>
              <a:ext cx="11850" cy="10475"/>
            </a:xfrm>
            <a:custGeom>
              <a:rect b="b" l="l" r="r" t="t"/>
              <a:pathLst>
                <a:path extrusionOk="0" h="419" w="474">
                  <a:moveTo>
                    <a:pt x="430" y="1"/>
                  </a:moveTo>
                  <a:cubicBezTo>
                    <a:pt x="425" y="1"/>
                    <a:pt x="420" y="2"/>
                    <a:pt x="415" y="4"/>
                  </a:cubicBezTo>
                  <a:cubicBezTo>
                    <a:pt x="332" y="45"/>
                    <a:pt x="250" y="87"/>
                    <a:pt x="183" y="145"/>
                  </a:cubicBezTo>
                  <a:cubicBezTo>
                    <a:pt x="125" y="211"/>
                    <a:pt x="67" y="277"/>
                    <a:pt x="18" y="360"/>
                  </a:cubicBezTo>
                  <a:cubicBezTo>
                    <a:pt x="0" y="389"/>
                    <a:pt x="32" y="419"/>
                    <a:pt x="61" y="419"/>
                  </a:cubicBezTo>
                  <a:cubicBezTo>
                    <a:pt x="73" y="419"/>
                    <a:pt x="85" y="414"/>
                    <a:pt x="92" y="401"/>
                  </a:cubicBezTo>
                  <a:cubicBezTo>
                    <a:pt x="175" y="261"/>
                    <a:pt x="308" y="145"/>
                    <a:pt x="448" y="70"/>
                  </a:cubicBezTo>
                  <a:cubicBezTo>
                    <a:pt x="473" y="62"/>
                    <a:pt x="473" y="37"/>
                    <a:pt x="465" y="20"/>
                  </a:cubicBezTo>
                  <a:cubicBezTo>
                    <a:pt x="459" y="8"/>
                    <a:pt x="444" y="1"/>
                    <a:pt x="4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32"/>
            <p:cNvSpPr/>
            <p:nvPr/>
          </p:nvSpPr>
          <p:spPr>
            <a:xfrm>
              <a:off x="5829025" y="2851825"/>
              <a:ext cx="19625" cy="18650"/>
            </a:xfrm>
            <a:custGeom>
              <a:rect b="b" l="l" r="r" t="t"/>
              <a:pathLst>
                <a:path extrusionOk="0" h="746" w="785">
                  <a:moveTo>
                    <a:pt x="151" y="0"/>
                  </a:moveTo>
                  <a:cubicBezTo>
                    <a:pt x="119" y="0"/>
                    <a:pt x="87" y="4"/>
                    <a:pt x="56" y="12"/>
                  </a:cubicBezTo>
                  <a:cubicBezTo>
                    <a:pt x="0" y="20"/>
                    <a:pt x="13" y="103"/>
                    <a:pt x="65" y="103"/>
                  </a:cubicBezTo>
                  <a:cubicBezTo>
                    <a:pt x="67" y="103"/>
                    <a:pt x="70" y="103"/>
                    <a:pt x="72" y="103"/>
                  </a:cubicBezTo>
                  <a:cubicBezTo>
                    <a:pt x="78" y="102"/>
                    <a:pt x="84" y="102"/>
                    <a:pt x="91" y="102"/>
                  </a:cubicBezTo>
                  <a:cubicBezTo>
                    <a:pt x="216" y="102"/>
                    <a:pt x="333" y="182"/>
                    <a:pt x="404" y="285"/>
                  </a:cubicBezTo>
                  <a:cubicBezTo>
                    <a:pt x="420" y="310"/>
                    <a:pt x="437" y="343"/>
                    <a:pt x="453" y="376"/>
                  </a:cubicBezTo>
                  <a:cubicBezTo>
                    <a:pt x="462" y="393"/>
                    <a:pt x="470" y="409"/>
                    <a:pt x="478" y="426"/>
                  </a:cubicBezTo>
                  <a:cubicBezTo>
                    <a:pt x="487" y="434"/>
                    <a:pt x="487" y="442"/>
                    <a:pt x="487" y="451"/>
                  </a:cubicBezTo>
                  <a:cubicBezTo>
                    <a:pt x="495" y="451"/>
                    <a:pt x="495" y="459"/>
                    <a:pt x="495" y="459"/>
                  </a:cubicBezTo>
                  <a:cubicBezTo>
                    <a:pt x="495" y="459"/>
                    <a:pt x="495" y="459"/>
                    <a:pt x="495" y="467"/>
                  </a:cubicBezTo>
                  <a:cubicBezTo>
                    <a:pt x="511" y="500"/>
                    <a:pt x="528" y="534"/>
                    <a:pt x="536" y="575"/>
                  </a:cubicBezTo>
                  <a:cubicBezTo>
                    <a:pt x="553" y="608"/>
                    <a:pt x="561" y="666"/>
                    <a:pt x="594" y="699"/>
                  </a:cubicBezTo>
                  <a:cubicBezTo>
                    <a:pt x="614" y="725"/>
                    <a:pt x="643" y="746"/>
                    <a:pt x="675" y="746"/>
                  </a:cubicBezTo>
                  <a:cubicBezTo>
                    <a:pt x="684" y="746"/>
                    <a:pt x="693" y="744"/>
                    <a:pt x="702" y="741"/>
                  </a:cubicBezTo>
                  <a:cubicBezTo>
                    <a:pt x="743" y="732"/>
                    <a:pt x="785" y="691"/>
                    <a:pt x="777" y="641"/>
                  </a:cubicBezTo>
                  <a:cubicBezTo>
                    <a:pt x="768" y="592"/>
                    <a:pt x="752" y="534"/>
                    <a:pt x="727" y="484"/>
                  </a:cubicBezTo>
                  <a:cubicBezTo>
                    <a:pt x="710" y="451"/>
                    <a:pt x="685" y="409"/>
                    <a:pt x="669" y="376"/>
                  </a:cubicBezTo>
                  <a:cubicBezTo>
                    <a:pt x="627" y="302"/>
                    <a:pt x="578" y="227"/>
                    <a:pt x="511" y="161"/>
                  </a:cubicBezTo>
                  <a:cubicBezTo>
                    <a:pt x="417" y="67"/>
                    <a:pt x="285" y="0"/>
                    <a:pt x="1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32"/>
            <p:cNvSpPr/>
            <p:nvPr/>
          </p:nvSpPr>
          <p:spPr>
            <a:xfrm>
              <a:off x="5851325" y="2851475"/>
              <a:ext cx="3550" cy="12000"/>
            </a:xfrm>
            <a:custGeom>
              <a:rect b="b" l="l" r="r" t="t"/>
              <a:pathLst>
                <a:path extrusionOk="0" h="480" w="142">
                  <a:moveTo>
                    <a:pt x="50" y="1"/>
                  </a:moveTo>
                  <a:cubicBezTo>
                    <a:pt x="25" y="1"/>
                    <a:pt x="1" y="26"/>
                    <a:pt x="1" y="50"/>
                  </a:cubicBezTo>
                  <a:cubicBezTo>
                    <a:pt x="9" y="117"/>
                    <a:pt x="17" y="191"/>
                    <a:pt x="25" y="258"/>
                  </a:cubicBezTo>
                  <a:cubicBezTo>
                    <a:pt x="34" y="291"/>
                    <a:pt x="34" y="324"/>
                    <a:pt x="42" y="365"/>
                  </a:cubicBezTo>
                  <a:cubicBezTo>
                    <a:pt x="42" y="382"/>
                    <a:pt x="42" y="398"/>
                    <a:pt x="50" y="415"/>
                  </a:cubicBezTo>
                  <a:cubicBezTo>
                    <a:pt x="50" y="432"/>
                    <a:pt x="59" y="448"/>
                    <a:pt x="67" y="465"/>
                  </a:cubicBezTo>
                  <a:cubicBezTo>
                    <a:pt x="74" y="475"/>
                    <a:pt x="85" y="480"/>
                    <a:pt x="96" y="480"/>
                  </a:cubicBezTo>
                  <a:cubicBezTo>
                    <a:pt x="112" y="480"/>
                    <a:pt x="128" y="471"/>
                    <a:pt x="133" y="456"/>
                  </a:cubicBezTo>
                  <a:cubicBezTo>
                    <a:pt x="133" y="440"/>
                    <a:pt x="141" y="423"/>
                    <a:pt x="141" y="398"/>
                  </a:cubicBezTo>
                  <a:cubicBezTo>
                    <a:pt x="141" y="390"/>
                    <a:pt x="133" y="374"/>
                    <a:pt x="133" y="357"/>
                  </a:cubicBezTo>
                  <a:cubicBezTo>
                    <a:pt x="133" y="324"/>
                    <a:pt x="125" y="291"/>
                    <a:pt x="125" y="249"/>
                  </a:cubicBezTo>
                  <a:lnTo>
                    <a:pt x="92" y="50"/>
                  </a:lnTo>
                  <a:cubicBezTo>
                    <a:pt x="92" y="26"/>
                    <a:pt x="75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32"/>
            <p:cNvSpPr/>
            <p:nvPr/>
          </p:nvSpPr>
          <p:spPr>
            <a:xfrm>
              <a:off x="5777950" y="2900325"/>
              <a:ext cx="18100" cy="4425"/>
            </a:xfrm>
            <a:custGeom>
              <a:rect b="b" l="l" r="r" t="t"/>
              <a:pathLst>
                <a:path extrusionOk="0" h="177" w="724">
                  <a:moveTo>
                    <a:pt x="345" y="1"/>
                  </a:moveTo>
                  <a:cubicBezTo>
                    <a:pt x="238" y="1"/>
                    <a:pt x="138" y="25"/>
                    <a:pt x="44" y="68"/>
                  </a:cubicBezTo>
                  <a:cubicBezTo>
                    <a:pt x="1" y="90"/>
                    <a:pt x="20" y="156"/>
                    <a:pt x="59" y="156"/>
                  </a:cubicBezTo>
                  <a:cubicBezTo>
                    <a:pt x="65" y="156"/>
                    <a:pt x="71" y="154"/>
                    <a:pt x="77" y="151"/>
                  </a:cubicBezTo>
                  <a:cubicBezTo>
                    <a:pt x="153" y="126"/>
                    <a:pt x="229" y="115"/>
                    <a:pt x="309" y="115"/>
                  </a:cubicBezTo>
                  <a:cubicBezTo>
                    <a:pt x="333" y="115"/>
                    <a:pt x="358" y="116"/>
                    <a:pt x="384" y="118"/>
                  </a:cubicBezTo>
                  <a:cubicBezTo>
                    <a:pt x="433" y="118"/>
                    <a:pt x="483" y="135"/>
                    <a:pt x="524" y="143"/>
                  </a:cubicBezTo>
                  <a:cubicBezTo>
                    <a:pt x="582" y="151"/>
                    <a:pt x="632" y="176"/>
                    <a:pt x="682" y="176"/>
                  </a:cubicBezTo>
                  <a:cubicBezTo>
                    <a:pt x="707" y="176"/>
                    <a:pt x="723" y="151"/>
                    <a:pt x="707" y="135"/>
                  </a:cubicBezTo>
                  <a:cubicBezTo>
                    <a:pt x="674" y="85"/>
                    <a:pt x="624" y="60"/>
                    <a:pt x="574" y="44"/>
                  </a:cubicBezTo>
                  <a:cubicBezTo>
                    <a:pt x="516" y="19"/>
                    <a:pt x="450" y="10"/>
                    <a:pt x="392" y="2"/>
                  </a:cubicBezTo>
                  <a:cubicBezTo>
                    <a:pt x="376" y="1"/>
                    <a:pt x="360" y="1"/>
                    <a:pt x="3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32"/>
            <p:cNvSpPr/>
            <p:nvPr/>
          </p:nvSpPr>
          <p:spPr>
            <a:xfrm>
              <a:off x="5808250" y="2910850"/>
              <a:ext cx="5600" cy="4175"/>
            </a:xfrm>
            <a:custGeom>
              <a:rect b="b" l="l" r="r" t="t"/>
              <a:pathLst>
                <a:path extrusionOk="0" h="167" w="224">
                  <a:moveTo>
                    <a:pt x="50" y="0"/>
                  </a:moveTo>
                  <a:cubicBezTo>
                    <a:pt x="34" y="0"/>
                    <a:pt x="14" y="8"/>
                    <a:pt x="8" y="20"/>
                  </a:cubicBezTo>
                  <a:cubicBezTo>
                    <a:pt x="0" y="37"/>
                    <a:pt x="8" y="62"/>
                    <a:pt x="25" y="70"/>
                  </a:cubicBezTo>
                  <a:cubicBezTo>
                    <a:pt x="50" y="87"/>
                    <a:pt x="75" y="103"/>
                    <a:pt x="100" y="120"/>
                  </a:cubicBezTo>
                  <a:cubicBezTo>
                    <a:pt x="108" y="128"/>
                    <a:pt x="116" y="136"/>
                    <a:pt x="133" y="145"/>
                  </a:cubicBezTo>
                  <a:cubicBezTo>
                    <a:pt x="141" y="153"/>
                    <a:pt x="158" y="161"/>
                    <a:pt x="174" y="161"/>
                  </a:cubicBezTo>
                  <a:cubicBezTo>
                    <a:pt x="178" y="165"/>
                    <a:pt x="182" y="167"/>
                    <a:pt x="188" y="167"/>
                  </a:cubicBezTo>
                  <a:cubicBezTo>
                    <a:pt x="195" y="167"/>
                    <a:pt x="202" y="163"/>
                    <a:pt x="207" y="153"/>
                  </a:cubicBezTo>
                  <a:cubicBezTo>
                    <a:pt x="224" y="145"/>
                    <a:pt x="224" y="128"/>
                    <a:pt x="207" y="111"/>
                  </a:cubicBezTo>
                  <a:cubicBezTo>
                    <a:pt x="199" y="103"/>
                    <a:pt x="182" y="87"/>
                    <a:pt x="174" y="78"/>
                  </a:cubicBezTo>
                  <a:lnTo>
                    <a:pt x="133" y="53"/>
                  </a:lnTo>
                  <a:cubicBezTo>
                    <a:pt x="116" y="37"/>
                    <a:pt x="91" y="20"/>
                    <a:pt x="66" y="4"/>
                  </a:cubicBezTo>
                  <a:cubicBezTo>
                    <a:pt x="62" y="1"/>
                    <a:pt x="56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32"/>
            <p:cNvSpPr/>
            <p:nvPr/>
          </p:nvSpPr>
          <p:spPr>
            <a:xfrm>
              <a:off x="5650825" y="2881875"/>
              <a:ext cx="30950" cy="8200"/>
            </a:xfrm>
            <a:custGeom>
              <a:rect b="b" l="l" r="r" t="t"/>
              <a:pathLst>
                <a:path extrusionOk="0" h="328" w="1238">
                  <a:moveTo>
                    <a:pt x="638" y="0"/>
                  </a:moveTo>
                  <a:cubicBezTo>
                    <a:pt x="616" y="0"/>
                    <a:pt x="594" y="1"/>
                    <a:pt x="572" y="3"/>
                  </a:cubicBezTo>
                  <a:cubicBezTo>
                    <a:pt x="464" y="11"/>
                    <a:pt x="356" y="36"/>
                    <a:pt x="249" y="77"/>
                  </a:cubicBezTo>
                  <a:cubicBezTo>
                    <a:pt x="199" y="94"/>
                    <a:pt x="149" y="119"/>
                    <a:pt x="100" y="152"/>
                  </a:cubicBezTo>
                  <a:cubicBezTo>
                    <a:pt x="66" y="177"/>
                    <a:pt x="8" y="226"/>
                    <a:pt x="0" y="276"/>
                  </a:cubicBezTo>
                  <a:cubicBezTo>
                    <a:pt x="0" y="309"/>
                    <a:pt x="17" y="326"/>
                    <a:pt x="42" y="326"/>
                  </a:cubicBezTo>
                  <a:cubicBezTo>
                    <a:pt x="47" y="327"/>
                    <a:pt x="53" y="327"/>
                    <a:pt x="59" y="327"/>
                  </a:cubicBezTo>
                  <a:cubicBezTo>
                    <a:pt x="97" y="327"/>
                    <a:pt x="139" y="308"/>
                    <a:pt x="174" y="301"/>
                  </a:cubicBezTo>
                  <a:cubicBezTo>
                    <a:pt x="216" y="284"/>
                    <a:pt x="257" y="260"/>
                    <a:pt x="298" y="243"/>
                  </a:cubicBezTo>
                  <a:cubicBezTo>
                    <a:pt x="390" y="210"/>
                    <a:pt x="481" y="185"/>
                    <a:pt x="580" y="177"/>
                  </a:cubicBezTo>
                  <a:cubicBezTo>
                    <a:pt x="628" y="172"/>
                    <a:pt x="678" y="170"/>
                    <a:pt x="729" y="170"/>
                  </a:cubicBezTo>
                  <a:cubicBezTo>
                    <a:pt x="869" y="170"/>
                    <a:pt x="1015" y="190"/>
                    <a:pt x="1144" y="251"/>
                  </a:cubicBezTo>
                  <a:cubicBezTo>
                    <a:pt x="1150" y="253"/>
                    <a:pt x="1156" y="254"/>
                    <a:pt x="1162" y="254"/>
                  </a:cubicBezTo>
                  <a:cubicBezTo>
                    <a:pt x="1209" y="254"/>
                    <a:pt x="1238" y="198"/>
                    <a:pt x="1193" y="168"/>
                  </a:cubicBezTo>
                  <a:cubicBezTo>
                    <a:pt x="1022" y="64"/>
                    <a:pt x="831" y="0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32"/>
            <p:cNvSpPr/>
            <p:nvPr/>
          </p:nvSpPr>
          <p:spPr>
            <a:xfrm>
              <a:off x="5657250" y="2888350"/>
              <a:ext cx="10375" cy="3550"/>
            </a:xfrm>
            <a:custGeom>
              <a:rect b="b" l="l" r="r" t="t"/>
              <a:pathLst>
                <a:path extrusionOk="0" h="142" w="415">
                  <a:moveTo>
                    <a:pt x="365" y="1"/>
                  </a:moveTo>
                  <a:cubicBezTo>
                    <a:pt x="307" y="9"/>
                    <a:pt x="249" y="17"/>
                    <a:pt x="191" y="25"/>
                  </a:cubicBezTo>
                  <a:cubicBezTo>
                    <a:pt x="166" y="25"/>
                    <a:pt x="133" y="34"/>
                    <a:pt x="108" y="42"/>
                  </a:cubicBezTo>
                  <a:cubicBezTo>
                    <a:pt x="91" y="42"/>
                    <a:pt x="83" y="42"/>
                    <a:pt x="66" y="50"/>
                  </a:cubicBezTo>
                  <a:cubicBezTo>
                    <a:pt x="58" y="50"/>
                    <a:pt x="41" y="59"/>
                    <a:pt x="25" y="67"/>
                  </a:cubicBezTo>
                  <a:cubicBezTo>
                    <a:pt x="0" y="83"/>
                    <a:pt x="8" y="125"/>
                    <a:pt x="33" y="133"/>
                  </a:cubicBezTo>
                  <a:cubicBezTo>
                    <a:pt x="50" y="133"/>
                    <a:pt x="66" y="141"/>
                    <a:pt x="83" y="141"/>
                  </a:cubicBezTo>
                  <a:cubicBezTo>
                    <a:pt x="91" y="141"/>
                    <a:pt x="108" y="141"/>
                    <a:pt x="116" y="133"/>
                  </a:cubicBezTo>
                  <a:cubicBezTo>
                    <a:pt x="149" y="133"/>
                    <a:pt x="174" y="133"/>
                    <a:pt x="199" y="125"/>
                  </a:cubicBezTo>
                  <a:cubicBezTo>
                    <a:pt x="257" y="117"/>
                    <a:pt x="315" y="108"/>
                    <a:pt x="373" y="100"/>
                  </a:cubicBezTo>
                  <a:cubicBezTo>
                    <a:pt x="398" y="92"/>
                    <a:pt x="414" y="67"/>
                    <a:pt x="406" y="42"/>
                  </a:cubicBezTo>
                  <a:cubicBezTo>
                    <a:pt x="406" y="25"/>
                    <a:pt x="381" y="1"/>
                    <a:pt x="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32"/>
            <p:cNvSpPr/>
            <p:nvPr/>
          </p:nvSpPr>
          <p:spPr>
            <a:xfrm>
              <a:off x="5778300" y="2889375"/>
              <a:ext cx="20025" cy="5300"/>
            </a:xfrm>
            <a:custGeom>
              <a:rect b="b" l="l" r="r" t="t"/>
              <a:pathLst>
                <a:path extrusionOk="0" h="212" w="801">
                  <a:moveTo>
                    <a:pt x="593" y="1"/>
                  </a:moveTo>
                  <a:cubicBezTo>
                    <a:pt x="527" y="1"/>
                    <a:pt x="461" y="1"/>
                    <a:pt x="394" y="9"/>
                  </a:cubicBezTo>
                  <a:cubicBezTo>
                    <a:pt x="262" y="34"/>
                    <a:pt x="146" y="76"/>
                    <a:pt x="30" y="150"/>
                  </a:cubicBezTo>
                  <a:cubicBezTo>
                    <a:pt x="1" y="165"/>
                    <a:pt x="16" y="211"/>
                    <a:pt x="43" y="211"/>
                  </a:cubicBezTo>
                  <a:cubicBezTo>
                    <a:pt x="47" y="211"/>
                    <a:pt x="51" y="210"/>
                    <a:pt x="55" y="208"/>
                  </a:cubicBezTo>
                  <a:cubicBezTo>
                    <a:pt x="171" y="175"/>
                    <a:pt x="295" y="150"/>
                    <a:pt x="411" y="134"/>
                  </a:cubicBezTo>
                  <a:cubicBezTo>
                    <a:pt x="469" y="134"/>
                    <a:pt x="527" y="125"/>
                    <a:pt x="585" y="125"/>
                  </a:cubicBezTo>
                  <a:cubicBezTo>
                    <a:pt x="651" y="125"/>
                    <a:pt x="718" y="125"/>
                    <a:pt x="776" y="117"/>
                  </a:cubicBezTo>
                  <a:cubicBezTo>
                    <a:pt x="800" y="109"/>
                    <a:pt x="800" y="67"/>
                    <a:pt x="784" y="51"/>
                  </a:cubicBezTo>
                  <a:cubicBezTo>
                    <a:pt x="726" y="18"/>
                    <a:pt x="651" y="9"/>
                    <a:pt x="5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32"/>
            <p:cNvSpPr/>
            <p:nvPr/>
          </p:nvSpPr>
          <p:spPr>
            <a:xfrm>
              <a:off x="5609800" y="2811450"/>
              <a:ext cx="39700" cy="100325"/>
            </a:xfrm>
            <a:custGeom>
              <a:rect b="b" l="l" r="r" t="t"/>
              <a:pathLst>
                <a:path extrusionOk="0" h="4013" w="1588">
                  <a:moveTo>
                    <a:pt x="1530" y="1"/>
                  </a:moveTo>
                  <a:cubicBezTo>
                    <a:pt x="1526" y="1"/>
                    <a:pt x="1522" y="1"/>
                    <a:pt x="1517" y="3"/>
                  </a:cubicBezTo>
                  <a:cubicBezTo>
                    <a:pt x="1235" y="85"/>
                    <a:pt x="1045" y="293"/>
                    <a:pt x="879" y="525"/>
                  </a:cubicBezTo>
                  <a:cubicBezTo>
                    <a:pt x="713" y="757"/>
                    <a:pt x="605" y="1030"/>
                    <a:pt x="539" y="1312"/>
                  </a:cubicBezTo>
                  <a:cubicBezTo>
                    <a:pt x="465" y="1593"/>
                    <a:pt x="440" y="1892"/>
                    <a:pt x="456" y="2190"/>
                  </a:cubicBezTo>
                  <a:cubicBezTo>
                    <a:pt x="473" y="2513"/>
                    <a:pt x="572" y="2845"/>
                    <a:pt x="547" y="3176"/>
                  </a:cubicBezTo>
                  <a:cubicBezTo>
                    <a:pt x="531" y="3325"/>
                    <a:pt x="489" y="3466"/>
                    <a:pt x="407" y="3590"/>
                  </a:cubicBezTo>
                  <a:cubicBezTo>
                    <a:pt x="332" y="3698"/>
                    <a:pt x="208" y="3797"/>
                    <a:pt x="92" y="3839"/>
                  </a:cubicBezTo>
                  <a:cubicBezTo>
                    <a:pt x="1" y="3872"/>
                    <a:pt x="9" y="4013"/>
                    <a:pt x="117" y="4013"/>
                  </a:cubicBezTo>
                  <a:cubicBezTo>
                    <a:pt x="183" y="4005"/>
                    <a:pt x="241" y="4005"/>
                    <a:pt x="307" y="3980"/>
                  </a:cubicBezTo>
                  <a:cubicBezTo>
                    <a:pt x="373" y="3955"/>
                    <a:pt x="423" y="3913"/>
                    <a:pt x="481" y="3864"/>
                  </a:cubicBezTo>
                  <a:cubicBezTo>
                    <a:pt x="581" y="3781"/>
                    <a:pt x="647" y="3665"/>
                    <a:pt x="697" y="3541"/>
                  </a:cubicBezTo>
                  <a:cubicBezTo>
                    <a:pt x="829" y="3242"/>
                    <a:pt x="788" y="2919"/>
                    <a:pt x="746" y="2604"/>
                  </a:cubicBezTo>
                  <a:cubicBezTo>
                    <a:pt x="697" y="2298"/>
                    <a:pt x="663" y="1999"/>
                    <a:pt x="688" y="1685"/>
                  </a:cubicBezTo>
                  <a:cubicBezTo>
                    <a:pt x="713" y="1395"/>
                    <a:pt x="779" y="1113"/>
                    <a:pt x="895" y="848"/>
                  </a:cubicBezTo>
                  <a:cubicBezTo>
                    <a:pt x="1020" y="558"/>
                    <a:pt x="1227" y="210"/>
                    <a:pt x="1542" y="102"/>
                  </a:cubicBezTo>
                  <a:cubicBezTo>
                    <a:pt x="1587" y="79"/>
                    <a:pt x="1577" y="1"/>
                    <a:pt x="15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32"/>
            <p:cNvSpPr/>
            <p:nvPr/>
          </p:nvSpPr>
          <p:spPr>
            <a:xfrm>
              <a:off x="5586350" y="2865225"/>
              <a:ext cx="15400" cy="20375"/>
            </a:xfrm>
            <a:custGeom>
              <a:rect b="b" l="l" r="r" t="t"/>
              <a:pathLst>
                <a:path extrusionOk="0" h="815" w="616">
                  <a:moveTo>
                    <a:pt x="523" y="0"/>
                  </a:moveTo>
                  <a:cubicBezTo>
                    <a:pt x="504" y="0"/>
                    <a:pt x="485" y="9"/>
                    <a:pt x="475" y="31"/>
                  </a:cubicBezTo>
                  <a:cubicBezTo>
                    <a:pt x="442" y="97"/>
                    <a:pt x="442" y="172"/>
                    <a:pt x="417" y="238"/>
                  </a:cubicBezTo>
                  <a:cubicBezTo>
                    <a:pt x="400" y="304"/>
                    <a:pt x="367" y="370"/>
                    <a:pt x="326" y="428"/>
                  </a:cubicBezTo>
                  <a:cubicBezTo>
                    <a:pt x="259" y="553"/>
                    <a:pt x="160" y="669"/>
                    <a:pt x="36" y="735"/>
                  </a:cubicBezTo>
                  <a:cubicBezTo>
                    <a:pt x="0" y="763"/>
                    <a:pt x="25" y="815"/>
                    <a:pt x="63" y="815"/>
                  </a:cubicBezTo>
                  <a:cubicBezTo>
                    <a:pt x="70" y="815"/>
                    <a:pt x="78" y="813"/>
                    <a:pt x="85" y="810"/>
                  </a:cubicBezTo>
                  <a:cubicBezTo>
                    <a:pt x="234" y="752"/>
                    <a:pt x="367" y="644"/>
                    <a:pt x="458" y="511"/>
                  </a:cubicBezTo>
                  <a:cubicBezTo>
                    <a:pt x="500" y="445"/>
                    <a:pt x="533" y="370"/>
                    <a:pt x="566" y="296"/>
                  </a:cubicBezTo>
                  <a:cubicBezTo>
                    <a:pt x="582" y="213"/>
                    <a:pt x="616" y="122"/>
                    <a:pt x="582" y="39"/>
                  </a:cubicBezTo>
                  <a:cubicBezTo>
                    <a:pt x="573" y="16"/>
                    <a:pt x="548" y="0"/>
                    <a:pt x="5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32"/>
            <p:cNvSpPr/>
            <p:nvPr/>
          </p:nvSpPr>
          <p:spPr>
            <a:xfrm>
              <a:off x="5600075" y="2842375"/>
              <a:ext cx="6650" cy="12500"/>
            </a:xfrm>
            <a:custGeom>
              <a:rect b="b" l="l" r="r" t="t"/>
              <a:pathLst>
                <a:path extrusionOk="0" h="500" w="266">
                  <a:moveTo>
                    <a:pt x="227" y="0"/>
                  </a:moveTo>
                  <a:cubicBezTo>
                    <a:pt x="217" y="0"/>
                    <a:pt x="207" y="3"/>
                    <a:pt x="199" y="8"/>
                  </a:cubicBezTo>
                  <a:cubicBezTo>
                    <a:pt x="141" y="66"/>
                    <a:pt x="108" y="149"/>
                    <a:pt x="83" y="216"/>
                  </a:cubicBezTo>
                  <a:cubicBezTo>
                    <a:pt x="58" y="290"/>
                    <a:pt x="33" y="365"/>
                    <a:pt x="9" y="431"/>
                  </a:cubicBezTo>
                  <a:cubicBezTo>
                    <a:pt x="0" y="464"/>
                    <a:pt x="25" y="489"/>
                    <a:pt x="50" y="497"/>
                  </a:cubicBezTo>
                  <a:cubicBezTo>
                    <a:pt x="54" y="499"/>
                    <a:pt x="59" y="499"/>
                    <a:pt x="64" y="499"/>
                  </a:cubicBezTo>
                  <a:cubicBezTo>
                    <a:pt x="86" y="499"/>
                    <a:pt x="109" y="485"/>
                    <a:pt x="116" y="464"/>
                  </a:cubicBezTo>
                  <a:cubicBezTo>
                    <a:pt x="141" y="390"/>
                    <a:pt x="166" y="323"/>
                    <a:pt x="191" y="249"/>
                  </a:cubicBezTo>
                  <a:cubicBezTo>
                    <a:pt x="224" y="182"/>
                    <a:pt x="257" y="116"/>
                    <a:pt x="265" y="33"/>
                  </a:cubicBezTo>
                  <a:cubicBezTo>
                    <a:pt x="265" y="11"/>
                    <a:pt x="247" y="0"/>
                    <a:pt x="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32"/>
            <p:cNvSpPr/>
            <p:nvPr/>
          </p:nvSpPr>
          <p:spPr>
            <a:xfrm>
              <a:off x="5743825" y="2786625"/>
              <a:ext cx="35850" cy="53050"/>
            </a:xfrm>
            <a:custGeom>
              <a:rect b="b" l="l" r="r" t="t"/>
              <a:pathLst>
                <a:path extrusionOk="0" h="2122" w="1434">
                  <a:moveTo>
                    <a:pt x="1307" y="1"/>
                  </a:moveTo>
                  <a:cubicBezTo>
                    <a:pt x="1291" y="1"/>
                    <a:pt x="1274" y="6"/>
                    <a:pt x="1260" y="18"/>
                  </a:cubicBezTo>
                  <a:cubicBezTo>
                    <a:pt x="1185" y="84"/>
                    <a:pt x="1144" y="192"/>
                    <a:pt x="1086" y="275"/>
                  </a:cubicBezTo>
                  <a:cubicBezTo>
                    <a:pt x="1028" y="349"/>
                    <a:pt x="953" y="424"/>
                    <a:pt x="879" y="490"/>
                  </a:cubicBezTo>
                  <a:cubicBezTo>
                    <a:pt x="713" y="639"/>
                    <a:pt x="531" y="764"/>
                    <a:pt x="381" y="929"/>
                  </a:cubicBezTo>
                  <a:cubicBezTo>
                    <a:pt x="108" y="1252"/>
                    <a:pt x="0" y="1675"/>
                    <a:pt x="100" y="2089"/>
                  </a:cubicBezTo>
                  <a:cubicBezTo>
                    <a:pt x="107" y="2111"/>
                    <a:pt x="127" y="2122"/>
                    <a:pt x="148" y="2122"/>
                  </a:cubicBezTo>
                  <a:cubicBezTo>
                    <a:pt x="173" y="2122"/>
                    <a:pt x="199" y="2105"/>
                    <a:pt x="199" y="2073"/>
                  </a:cubicBezTo>
                  <a:cubicBezTo>
                    <a:pt x="149" y="1650"/>
                    <a:pt x="323" y="1261"/>
                    <a:pt x="647" y="987"/>
                  </a:cubicBezTo>
                  <a:cubicBezTo>
                    <a:pt x="804" y="846"/>
                    <a:pt x="978" y="730"/>
                    <a:pt x="1135" y="581"/>
                  </a:cubicBezTo>
                  <a:cubicBezTo>
                    <a:pt x="1260" y="457"/>
                    <a:pt x="1434" y="242"/>
                    <a:pt x="1376" y="51"/>
                  </a:cubicBezTo>
                  <a:cubicBezTo>
                    <a:pt x="1365" y="19"/>
                    <a:pt x="1337" y="1"/>
                    <a:pt x="13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32"/>
            <p:cNvSpPr/>
            <p:nvPr/>
          </p:nvSpPr>
          <p:spPr>
            <a:xfrm>
              <a:off x="5752050" y="2784900"/>
              <a:ext cx="18050" cy="17625"/>
            </a:xfrm>
            <a:custGeom>
              <a:rect b="b" l="l" r="r" t="t"/>
              <a:pathLst>
                <a:path extrusionOk="0" h="705" w="722">
                  <a:moveTo>
                    <a:pt x="681" y="1"/>
                  </a:moveTo>
                  <a:cubicBezTo>
                    <a:pt x="676" y="1"/>
                    <a:pt x="671" y="2"/>
                    <a:pt x="666" y="4"/>
                  </a:cubicBezTo>
                  <a:cubicBezTo>
                    <a:pt x="591" y="29"/>
                    <a:pt x="525" y="79"/>
                    <a:pt x="458" y="120"/>
                  </a:cubicBezTo>
                  <a:cubicBezTo>
                    <a:pt x="392" y="170"/>
                    <a:pt x="334" y="220"/>
                    <a:pt x="276" y="278"/>
                  </a:cubicBezTo>
                  <a:cubicBezTo>
                    <a:pt x="160" y="385"/>
                    <a:pt x="69" y="510"/>
                    <a:pt x="11" y="659"/>
                  </a:cubicBezTo>
                  <a:cubicBezTo>
                    <a:pt x="0" y="685"/>
                    <a:pt x="24" y="705"/>
                    <a:pt x="46" y="705"/>
                  </a:cubicBezTo>
                  <a:cubicBezTo>
                    <a:pt x="59" y="705"/>
                    <a:pt x="71" y="698"/>
                    <a:pt x="77" y="683"/>
                  </a:cubicBezTo>
                  <a:cubicBezTo>
                    <a:pt x="144" y="559"/>
                    <a:pt x="251" y="443"/>
                    <a:pt x="359" y="352"/>
                  </a:cubicBezTo>
                  <a:cubicBezTo>
                    <a:pt x="417" y="302"/>
                    <a:pt x="475" y="261"/>
                    <a:pt x="533" y="211"/>
                  </a:cubicBezTo>
                  <a:cubicBezTo>
                    <a:pt x="591" y="170"/>
                    <a:pt x="657" y="128"/>
                    <a:pt x="707" y="70"/>
                  </a:cubicBezTo>
                  <a:cubicBezTo>
                    <a:pt x="721" y="42"/>
                    <a:pt x="711" y="1"/>
                    <a:pt x="6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32"/>
            <p:cNvSpPr/>
            <p:nvPr/>
          </p:nvSpPr>
          <p:spPr>
            <a:xfrm>
              <a:off x="5740100" y="2804700"/>
              <a:ext cx="4150" cy="30450"/>
            </a:xfrm>
            <a:custGeom>
              <a:rect b="b" l="l" r="r" t="t"/>
              <a:pathLst>
                <a:path extrusionOk="0" h="1218" w="166">
                  <a:moveTo>
                    <a:pt x="68" y="1"/>
                  </a:moveTo>
                  <a:cubicBezTo>
                    <a:pt x="54" y="1"/>
                    <a:pt x="38" y="10"/>
                    <a:pt x="33" y="24"/>
                  </a:cubicBezTo>
                  <a:cubicBezTo>
                    <a:pt x="0" y="107"/>
                    <a:pt x="8" y="215"/>
                    <a:pt x="8" y="306"/>
                  </a:cubicBezTo>
                  <a:cubicBezTo>
                    <a:pt x="8" y="405"/>
                    <a:pt x="17" y="505"/>
                    <a:pt x="17" y="604"/>
                  </a:cubicBezTo>
                  <a:cubicBezTo>
                    <a:pt x="25" y="803"/>
                    <a:pt x="33" y="993"/>
                    <a:pt x="58" y="1192"/>
                  </a:cubicBezTo>
                  <a:cubicBezTo>
                    <a:pt x="62" y="1209"/>
                    <a:pt x="81" y="1217"/>
                    <a:pt x="99" y="1217"/>
                  </a:cubicBezTo>
                  <a:cubicBezTo>
                    <a:pt x="116" y="1217"/>
                    <a:pt x="133" y="1209"/>
                    <a:pt x="133" y="1192"/>
                  </a:cubicBezTo>
                  <a:cubicBezTo>
                    <a:pt x="166" y="993"/>
                    <a:pt x="166" y="795"/>
                    <a:pt x="158" y="596"/>
                  </a:cubicBezTo>
                  <a:cubicBezTo>
                    <a:pt x="158" y="496"/>
                    <a:pt x="158" y="405"/>
                    <a:pt x="149" y="306"/>
                  </a:cubicBezTo>
                  <a:cubicBezTo>
                    <a:pt x="141" y="215"/>
                    <a:pt x="141" y="99"/>
                    <a:pt x="91" y="16"/>
                  </a:cubicBezTo>
                  <a:cubicBezTo>
                    <a:pt x="88" y="5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32"/>
            <p:cNvSpPr/>
            <p:nvPr/>
          </p:nvSpPr>
          <p:spPr>
            <a:xfrm>
              <a:off x="5700125" y="2794425"/>
              <a:ext cx="15975" cy="40150"/>
            </a:xfrm>
            <a:custGeom>
              <a:rect b="b" l="l" r="r" t="t"/>
              <a:pathLst>
                <a:path extrusionOk="0" h="1606" w="639">
                  <a:moveTo>
                    <a:pt x="469" y="1"/>
                  </a:moveTo>
                  <a:cubicBezTo>
                    <a:pt x="443" y="1"/>
                    <a:pt x="417" y="15"/>
                    <a:pt x="406" y="37"/>
                  </a:cubicBezTo>
                  <a:cubicBezTo>
                    <a:pt x="373" y="87"/>
                    <a:pt x="365" y="145"/>
                    <a:pt x="323" y="195"/>
                  </a:cubicBezTo>
                  <a:cubicBezTo>
                    <a:pt x="274" y="261"/>
                    <a:pt x="216" y="311"/>
                    <a:pt x="174" y="369"/>
                  </a:cubicBezTo>
                  <a:cubicBezTo>
                    <a:pt x="91" y="476"/>
                    <a:pt x="42" y="609"/>
                    <a:pt x="17" y="742"/>
                  </a:cubicBezTo>
                  <a:cubicBezTo>
                    <a:pt x="0" y="874"/>
                    <a:pt x="8" y="1015"/>
                    <a:pt x="58" y="1139"/>
                  </a:cubicBezTo>
                  <a:cubicBezTo>
                    <a:pt x="108" y="1288"/>
                    <a:pt x="207" y="1421"/>
                    <a:pt x="265" y="1570"/>
                  </a:cubicBezTo>
                  <a:cubicBezTo>
                    <a:pt x="276" y="1594"/>
                    <a:pt x="299" y="1606"/>
                    <a:pt x="322" y="1606"/>
                  </a:cubicBezTo>
                  <a:cubicBezTo>
                    <a:pt x="353" y="1606"/>
                    <a:pt x="383" y="1584"/>
                    <a:pt x="373" y="1545"/>
                  </a:cubicBezTo>
                  <a:cubicBezTo>
                    <a:pt x="332" y="1396"/>
                    <a:pt x="265" y="1255"/>
                    <a:pt x="224" y="1106"/>
                  </a:cubicBezTo>
                  <a:cubicBezTo>
                    <a:pt x="182" y="974"/>
                    <a:pt x="182" y="833"/>
                    <a:pt x="224" y="700"/>
                  </a:cubicBezTo>
                  <a:cubicBezTo>
                    <a:pt x="265" y="568"/>
                    <a:pt x="348" y="476"/>
                    <a:pt x="448" y="377"/>
                  </a:cubicBezTo>
                  <a:cubicBezTo>
                    <a:pt x="530" y="286"/>
                    <a:pt x="638" y="104"/>
                    <a:pt x="497" y="4"/>
                  </a:cubicBezTo>
                  <a:lnTo>
                    <a:pt x="497" y="4"/>
                  </a:lnTo>
                  <a:lnTo>
                    <a:pt x="506" y="13"/>
                  </a:lnTo>
                  <a:cubicBezTo>
                    <a:pt x="494" y="4"/>
                    <a:pt x="482" y="1"/>
                    <a:pt x="46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32"/>
            <p:cNvSpPr/>
            <p:nvPr/>
          </p:nvSpPr>
          <p:spPr>
            <a:xfrm>
              <a:off x="5696375" y="2787525"/>
              <a:ext cx="8125" cy="10125"/>
            </a:xfrm>
            <a:custGeom>
              <a:rect b="b" l="l" r="r" t="t"/>
              <a:pathLst>
                <a:path extrusionOk="0" h="405" w="325">
                  <a:moveTo>
                    <a:pt x="287" y="1"/>
                  </a:moveTo>
                  <a:cubicBezTo>
                    <a:pt x="281" y="1"/>
                    <a:pt x="274" y="3"/>
                    <a:pt x="266" y="7"/>
                  </a:cubicBezTo>
                  <a:cubicBezTo>
                    <a:pt x="250" y="15"/>
                    <a:pt x="233" y="23"/>
                    <a:pt x="216" y="32"/>
                  </a:cubicBezTo>
                  <a:cubicBezTo>
                    <a:pt x="208" y="48"/>
                    <a:pt x="200" y="65"/>
                    <a:pt x="183" y="81"/>
                  </a:cubicBezTo>
                  <a:lnTo>
                    <a:pt x="125" y="156"/>
                  </a:lnTo>
                  <a:cubicBezTo>
                    <a:pt x="92" y="206"/>
                    <a:pt x="59" y="255"/>
                    <a:pt x="26" y="313"/>
                  </a:cubicBezTo>
                  <a:cubicBezTo>
                    <a:pt x="1" y="338"/>
                    <a:pt x="18" y="380"/>
                    <a:pt x="42" y="396"/>
                  </a:cubicBezTo>
                  <a:cubicBezTo>
                    <a:pt x="53" y="402"/>
                    <a:pt x="64" y="405"/>
                    <a:pt x="75" y="405"/>
                  </a:cubicBezTo>
                  <a:cubicBezTo>
                    <a:pt x="97" y="405"/>
                    <a:pt x="117" y="393"/>
                    <a:pt x="134" y="371"/>
                  </a:cubicBezTo>
                  <a:cubicBezTo>
                    <a:pt x="167" y="322"/>
                    <a:pt x="208" y="272"/>
                    <a:pt x="241" y="222"/>
                  </a:cubicBezTo>
                  <a:cubicBezTo>
                    <a:pt x="258" y="197"/>
                    <a:pt x="274" y="164"/>
                    <a:pt x="291" y="139"/>
                  </a:cubicBezTo>
                  <a:cubicBezTo>
                    <a:pt x="299" y="123"/>
                    <a:pt x="316" y="106"/>
                    <a:pt x="316" y="90"/>
                  </a:cubicBezTo>
                  <a:cubicBezTo>
                    <a:pt x="324" y="73"/>
                    <a:pt x="324" y="57"/>
                    <a:pt x="324" y="40"/>
                  </a:cubicBezTo>
                  <a:cubicBezTo>
                    <a:pt x="324" y="23"/>
                    <a:pt x="316" y="15"/>
                    <a:pt x="308" y="7"/>
                  </a:cubicBezTo>
                  <a:cubicBezTo>
                    <a:pt x="299" y="3"/>
                    <a:pt x="293" y="1"/>
                    <a:pt x="2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32"/>
            <p:cNvSpPr/>
            <p:nvPr/>
          </p:nvSpPr>
          <p:spPr>
            <a:xfrm>
              <a:off x="5835675" y="2814525"/>
              <a:ext cx="33900" cy="118175"/>
            </a:xfrm>
            <a:custGeom>
              <a:rect b="b" l="l" r="r" t="t"/>
              <a:pathLst>
                <a:path extrusionOk="0" h="4727" w="1356">
                  <a:moveTo>
                    <a:pt x="50" y="1"/>
                  </a:moveTo>
                  <a:cubicBezTo>
                    <a:pt x="22" y="1"/>
                    <a:pt x="0" y="40"/>
                    <a:pt x="22" y="62"/>
                  </a:cubicBezTo>
                  <a:cubicBezTo>
                    <a:pt x="502" y="435"/>
                    <a:pt x="991" y="899"/>
                    <a:pt x="1091" y="1528"/>
                  </a:cubicBezTo>
                  <a:cubicBezTo>
                    <a:pt x="1207" y="2216"/>
                    <a:pt x="908" y="2904"/>
                    <a:pt x="817" y="3583"/>
                  </a:cubicBezTo>
                  <a:cubicBezTo>
                    <a:pt x="767" y="3948"/>
                    <a:pt x="759" y="4379"/>
                    <a:pt x="966" y="4702"/>
                  </a:cubicBezTo>
                  <a:cubicBezTo>
                    <a:pt x="978" y="4719"/>
                    <a:pt x="994" y="4726"/>
                    <a:pt x="1009" y="4726"/>
                  </a:cubicBezTo>
                  <a:cubicBezTo>
                    <a:pt x="1040" y="4726"/>
                    <a:pt x="1068" y="4699"/>
                    <a:pt x="1057" y="4660"/>
                  </a:cubicBezTo>
                  <a:cubicBezTo>
                    <a:pt x="999" y="4312"/>
                    <a:pt x="983" y="3973"/>
                    <a:pt x="1033" y="3616"/>
                  </a:cubicBezTo>
                  <a:cubicBezTo>
                    <a:pt x="1082" y="3268"/>
                    <a:pt x="1182" y="2929"/>
                    <a:pt x="1248" y="2581"/>
                  </a:cubicBezTo>
                  <a:cubicBezTo>
                    <a:pt x="1314" y="2224"/>
                    <a:pt x="1356" y="1868"/>
                    <a:pt x="1289" y="1504"/>
                  </a:cubicBezTo>
                  <a:cubicBezTo>
                    <a:pt x="1231" y="1189"/>
                    <a:pt x="1082" y="907"/>
                    <a:pt x="875" y="667"/>
                  </a:cubicBezTo>
                  <a:cubicBezTo>
                    <a:pt x="643" y="393"/>
                    <a:pt x="361" y="194"/>
                    <a:pt x="63" y="4"/>
                  </a:cubicBezTo>
                  <a:cubicBezTo>
                    <a:pt x="59" y="2"/>
                    <a:pt x="54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32"/>
            <p:cNvSpPr/>
            <p:nvPr/>
          </p:nvSpPr>
          <p:spPr>
            <a:xfrm>
              <a:off x="5547250" y="2728650"/>
              <a:ext cx="446825" cy="407675"/>
            </a:xfrm>
            <a:custGeom>
              <a:rect b="b" l="l" r="r" t="t"/>
              <a:pathLst>
                <a:path extrusionOk="0" h="16307" w="17873">
                  <a:moveTo>
                    <a:pt x="3411" y="10517"/>
                  </a:moveTo>
                  <a:cubicBezTo>
                    <a:pt x="3413" y="10518"/>
                    <a:pt x="3414" y="10520"/>
                    <a:pt x="3414" y="10523"/>
                  </a:cubicBezTo>
                  <a:cubicBezTo>
                    <a:pt x="3413" y="10521"/>
                    <a:pt x="3412" y="10519"/>
                    <a:pt x="3411" y="10517"/>
                  </a:cubicBezTo>
                  <a:close/>
                  <a:moveTo>
                    <a:pt x="7895" y="245"/>
                  </a:moveTo>
                  <a:cubicBezTo>
                    <a:pt x="8186" y="245"/>
                    <a:pt x="8466" y="329"/>
                    <a:pt x="8700" y="498"/>
                  </a:cubicBezTo>
                  <a:cubicBezTo>
                    <a:pt x="8576" y="572"/>
                    <a:pt x="8452" y="647"/>
                    <a:pt x="8319" y="705"/>
                  </a:cubicBezTo>
                  <a:cubicBezTo>
                    <a:pt x="8186" y="763"/>
                    <a:pt x="8054" y="812"/>
                    <a:pt x="7921" y="862"/>
                  </a:cubicBezTo>
                  <a:cubicBezTo>
                    <a:pt x="7855" y="887"/>
                    <a:pt x="7780" y="912"/>
                    <a:pt x="7714" y="945"/>
                  </a:cubicBezTo>
                  <a:cubicBezTo>
                    <a:pt x="7656" y="970"/>
                    <a:pt x="7582" y="986"/>
                    <a:pt x="7548" y="1044"/>
                  </a:cubicBezTo>
                  <a:cubicBezTo>
                    <a:pt x="7532" y="1069"/>
                    <a:pt x="7540" y="1102"/>
                    <a:pt x="7565" y="1119"/>
                  </a:cubicBezTo>
                  <a:cubicBezTo>
                    <a:pt x="7590" y="1131"/>
                    <a:pt x="7614" y="1136"/>
                    <a:pt x="7637" y="1136"/>
                  </a:cubicBezTo>
                  <a:cubicBezTo>
                    <a:pt x="7676" y="1136"/>
                    <a:pt x="7714" y="1124"/>
                    <a:pt x="7756" y="1119"/>
                  </a:cubicBezTo>
                  <a:cubicBezTo>
                    <a:pt x="7822" y="1102"/>
                    <a:pt x="7880" y="1086"/>
                    <a:pt x="7946" y="1069"/>
                  </a:cubicBezTo>
                  <a:cubicBezTo>
                    <a:pt x="8087" y="1028"/>
                    <a:pt x="8220" y="986"/>
                    <a:pt x="8352" y="928"/>
                  </a:cubicBezTo>
                  <a:cubicBezTo>
                    <a:pt x="8601" y="829"/>
                    <a:pt x="8824" y="696"/>
                    <a:pt x="9048" y="556"/>
                  </a:cubicBezTo>
                  <a:cubicBezTo>
                    <a:pt x="9247" y="445"/>
                    <a:pt x="9446" y="361"/>
                    <a:pt x="9673" y="361"/>
                  </a:cubicBezTo>
                  <a:cubicBezTo>
                    <a:pt x="9702" y="361"/>
                    <a:pt x="9731" y="362"/>
                    <a:pt x="9761" y="365"/>
                  </a:cubicBezTo>
                  <a:cubicBezTo>
                    <a:pt x="9893" y="382"/>
                    <a:pt x="10026" y="423"/>
                    <a:pt x="10150" y="473"/>
                  </a:cubicBezTo>
                  <a:cubicBezTo>
                    <a:pt x="10192" y="489"/>
                    <a:pt x="10233" y="514"/>
                    <a:pt x="10283" y="531"/>
                  </a:cubicBezTo>
                  <a:cubicBezTo>
                    <a:pt x="10258" y="547"/>
                    <a:pt x="10233" y="556"/>
                    <a:pt x="10208" y="580"/>
                  </a:cubicBezTo>
                  <a:cubicBezTo>
                    <a:pt x="10183" y="597"/>
                    <a:pt x="10192" y="638"/>
                    <a:pt x="10216" y="655"/>
                  </a:cubicBezTo>
                  <a:cubicBezTo>
                    <a:pt x="10283" y="688"/>
                    <a:pt x="10357" y="688"/>
                    <a:pt x="10424" y="696"/>
                  </a:cubicBezTo>
                  <a:cubicBezTo>
                    <a:pt x="10506" y="705"/>
                    <a:pt x="10589" y="721"/>
                    <a:pt x="10672" y="738"/>
                  </a:cubicBezTo>
                  <a:cubicBezTo>
                    <a:pt x="10821" y="779"/>
                    <a:pt x="10979" y="837"/>
                    <a:pt x="11136" y="862"/>
                  </a:cubicBezTo>
                  <a:cubicBezTo>
                    <a:pt x="11215" y="875"/>
                    <a:pt x="11296" y="883"/>
                    <a:pt x="11375" y="883"/>
                  </a:cubicBezTo>
                  <a:cubicBezTo>
                    <a:pt x="11455" y="883"/>
                    <a:pt x="11534" y="875"/>
                    <a:pt x="11608" y="854"/>
                  </a:cubicBezTo>
                  <a:lnTo>
                    <a:pt x="11608" y="854"/>
                  </a:lnTo>
                  <a:cubicBezTo>
                    <a:pt x="11592" y="870"/>
                    <a:pt x="11584" y="887"/>
                    <a:pt x="11567" y="904"/>
                  </a:cubicBezTo>
                  <a:cubicBezTo>
                    <a:pt x="11492" y="995"/>
                    <a:pt x="11401" y="1127"/>
                    <a:pt x="11385" y="1243"/>
                  </a:cubicBezTo>
                  <a:cubicBezTo>
                    <a:pt x="11378" y="1283"/>
                    <a:pt x="11408" y="1328"/>
                    <a:pt x="11446" y="1328"/>
                  </a:cubicBezTo>
                  <a:cubicBezTo>
                    <a:pt x="11455" y="1328"/>
                    <a:pt x="11466" y="1325"/>
                    <a:pt x="11476" y="1318"/>
                  </a:cubicBezTo>
                  <a:cubicBezTo>
                    <a:pt x="11559" y="1252"/>
                    <a:pt x="11625" y="1144"/>
                    <a:pt x="11691" y="1069"/>
                  </a:cubicBezTo>
                  <a:cubicBezTo>
                    <a:pt x="11774" y="978"/>
                    <a:pt x="11857" y="904"/>
                    <a:pt x="11965" y="862"/>
                  </a:cubicBezTo>
                  <a:cubicBezTo>
                    <a:pt x="12052" y="825"/>
                    <a:pt x="12146" y="809"/>
                    <a:pt x="12241" y="809"/>
                  </a:cubicBezTo>
                  <a:cubicBezTo>
                    <a:pt x="12380" y="809"/>
                    <a:pt x="12521" y="844"/>
                    <a:pt x="12644" y="904"/>
                  </a:cubicBezTo>
                  <a:cubicBezTo>
                    <a:pt x="12859" y="1011"/>
                    <a:pt x="13025" y="1169"/>
                    <a:pt x="13191" y="1343"/>
                  </a:cubicBezTo>
                  <a:cubicBezTo>
                    <a:pt x="13232" y="1392"/>
                    <a:pt x="13282" y="1434"/>
                    <a:pt x="13332" y="1484"/>
                  </a:cubicBezTo>
                  <a:cubicBezTo>
                    <a:pt x="13348" y="1517"/>
                    <a:pt x="13373" y="1550"/>
                    <a:pt x="13398" y="1575"/>
                  </a:cubicBezTo>
                  <a:cubicBezTo>
                    <a:pt x="13398" y="1581"/>
                    <a:pt x="13403" y="1587"/>
                    <a:pt x="13409" y="1590"/>
                  </a:cubicBezTo>
                  <a:lnTo>
                    <a:pt x="13409" y="1590"/>
                  </a:lnTo>
                  <a:cubicBezTo>
                    <a:pt x="13346" y="1576"/>
                    <a:pt x="13284" y="1556"/>
                    <a:pt x="13221" y="1556"/>
                  </a:cubicBezTo>
                  <a:cubicBezTo>
                    <a:pt x="13211" y="1556"/>
                    <a:pt x="13201" y="1557"/>
                    <a:pt x="13191" y="1558"/>
                  </a:cubicBezTo>
                  <a:cubicBezTo>
                    <a:pt x="13141" y="1558"/>
                    <a:pt x="13116" y="1616"/>
                    <a:pt x="13149" y="1649"/>
                  </a:cubicBezTo>
                  <a:cubicBezTo>
                    <a:pt x="13216" y="1716"/>
                    <a:pt x="13307" y="1757"/>
                    <a:pt x="13390" y="1790"/>
                  </a:cubicBezTo>
                  <a:cubicBezTo>
                    <a:pt x="13481" y="1832"/>
                    <a:pt x="13572" y="1873"/>
                    <a:pt x="13671" y="1914"/>
                  </a:cubicBezTo>
                  <a:cubicBezTo>
                    <a:pt x="13845" y="1981"/>
                    <a:pt x="14028" y="2047"/>
                    <a:pt x="14202" y="2130"/>
                  </a:cubicBezTo>
                  <a:cubicBezTo>
                    <a:pt x="14309" y="2171"/>
                    <a:pt x="14409" y="2229"/>
                    <a:pt x="14475" y="2320"/>
                  </a:cubicBezTo>
                  <a:cubicBezTo>
                    <a:pt x="14467" y="2329"/>
                    <a:pt x="14467" y="2329"/>
                    <a:pt x="14467" y="2337"/>
                  </a:cubicBezTo>
                  <a:cubicBezTo>
                    <a:pt x="14483" y="2503"/>
                    <a:pt x="14541" y="2635"/>
                    <a:pt x="14624" y="2751"/>
                  </a:cubicBezTo>
                  <a:cubicBezTo>
                    <a:pt x="14641" y="2784"/>
                    <a:pt x="14666" y="2826"/>
                    <a:pt x="14691" y="2851"/>
                  </a:cubicBezTo>
                  <a:cubicBezTo>
                    <a:pt x="14699" y="2867"/>
                    <a:pt x="14715" y="2867"/>
                    <a:pt x="14732" y="2867"/>
                  </a:cubicBezTo>
                  <a:cubicBezTo>
                    <a:pt x="14823" y="2967"/>
                    <a:pt x="14939" y="3049"/>
                    <a:pt x="15063" y="3124"/>
                  </a:cubicBezTo>
                  <a:cubicBezTo>
                    <a:pt x="15387" y="3323"/>
                    <a:pt x="15718" y="3513"/>
                    <a:pt x="16033" y="3737"/>
                  </a:cubicBezTo>
                  <a:cubicBezTo>
                    <a:pt x="16339" y="3953"/>
                    <a:pt x="16629" y="4193"/>
                    <a:pt x="16895" y="4450"/>
                  </a:cubicBezTo>
                  <a:cubicBezTo>
                    <a:pt x="17168" y="4707"/>
                    <a:pt x="17458" y="4963"/>
                    <a:pt x="17541" y="5345"/>
                  </a:cubicBezTo>
                  <a:cubicBezTo>
                    <a:pt x="17574" y="5527"/>
                    <a:pt x="17566" y="5726"/>
                    <a:pt x="17541" y="5916"/>
                  </a:cubicBezTo>
                  <a:cubicBezTo>
                    <a:pt x="17533" y="5983"/>
                    <a:pt x="17524" y="6057"/>
                    <a:pt x="17508" y="6123"/>
                  </a:cubicBezTo>
                  <a:lnTo>
                    <a:pt x="17458" y="6032"/>
                  </a:lnTo>
                  <a:cubicBezTo>
                    <a:pt x="17408" y="5941"/>
                    <a:pt x="17359" y="5850"/>
                    <a:pt x="17317" y="5751"/>
                  </a:cubicBezTo>
                  <a:cubicBezTo>
                    <a:pt x="17317" y="5742"/>
                    <a:pt x="17317" y="5742"/>
                    <a:pt x="17309" y="5742"/>
                  </a:cubicBezTo>
                  <a:cubicBezTo>
                    <a:pt x="17309" y="5734"/>
                    <a:pt x="17301" y="5717"/>
                    <a:pt x="17301" y="5709"/>
                  </a:cubicBezTo>
                  <a:cubicBezTo>
                    <a:pt x="17301" y="5709"/>
                    <a:pt x="17301" y="5709"/>
                    <a:pt x="17292" y="5701"/>
                  </a:cubicBezTo>
                  <a:cubicBezTo>
                    <a:pt x="17234" y="5568"/>
                    <a:pt x="17185" y="5436"/>
                    <a:pt x="17176" y="5287"/>
                  </a:cubicBezTo>
                  <a:cubicBezTo>
                    <a:pt x="17172" y="5253"/>
                    <a:pt x="17145" y="5237"/>
                    <a:pt x="17119" y="5237"/>
                  </a:cubicBezTo>
                  <a:cubicBezTo>
                    <a:pt x="17093" y="5237"/>
                    <a:pt x="17069" y="5253"/>
                    <a:pt x="17069" y="5287"/>
                  </a:cubicBezTo>
                  <a:cubicBezTo>
                    <a:pt x="17060" y="5552"/>
                    <a:pt x="17118" y="5784"/>
                    <a:pt x="17218" y="6024"/>
                  </a:cubicBezTo>
                  <a:cubicBezTo>
                    <a:pt x="17317" y="6264"/>
                    <a:pt x="17450" y="6488"/>
                    <a:pt x="17533" y="6728"/>
                  </a:cubicBezTo>
                  <a:cubicBezTo>
                    <a:pt x="17582" y="6853"/>
                    <a:pt x="17615" y="6993"/>
                    <a:pt x="17599" y="7126"/>
                  </a:cubicBezTo>
                  <a:lnTo>
                    <a:pt x="17599" y="7118"/>
                  </a:lnTo>
                  <a:cubicBezTo>
                    <a:pt x="17582" y="7259"/>
                    <a:pt x="17499" y="7375"/>
                    <a:pt x="17433" y="7499"/>
                  </a:cubicBezTo>
                  <a:cubicBezTo>
                    <a:pt x="17359" y="7623"/>
                    <a:pt x="17284" y="7739"/>
                    <a:pt x="17218" y="7863"/>
                  </a:cubicBezTo>
                  <a:cubicBezTo>
                    <a:pt x="17176" y="7540"/>
                    <a:pt x="17069" y="7234"/>
                    <a:pt x="16944" y="6927"/>
                  </a:cubicBezTo>
                  <a:cubicBezTo>
                    <a:pt x="16934" y="6900"/>
                    <a:pt x="16913" y="6888"/>
                    <a:pt x="16892" y="6888"/>
                  </a:cubicBezTo>
                  <a:cubicBezTo>
                    <a:pt x="16861" y="6888"/>
                    <a:pt x="16832" y="6913"/>
                    <a:pt x="16837" y="6952"/>
                  </a:cubicBezTo>
                  <a:cubicBezTo>
                    <a:pt x="16928" y="7457"/>
                    <a:pt x="17077" y="7996"/>
                    <a:pt x="16919" y="8501"/>
                  </a:cubicBezTo>
                  <a:cubicBezTo>
                    <a:pt x="16853" y="8717"/>
                    <a:pt x="16737" y="8907"/>
                    <a:pt x="16563" y="9040"/>
                  </a:cubicBezTo>
                  <a:cubicBezTo>
                    <a:pt x="16364" y="9181"/>
                    <a:pt x="16132" y="9272"/>
                    <a:pt x="15933" y="9421"/>
                  </a:cubicBezTo>
                  <a:cubicBezTo>
                    <a:pt x="15842" y="9487"/>
                    <a:pt x="15751" y="9578"/>
                    <a:pt x="15677" y="9678"/>
                  </a:cubicBezTo>
                  <a:cubicBezTo>
                    <a:pt x="15643" y="9479"/>
                    <a:pt x="15635" y="9264"/>
                    <a:pt x="15677" y="9065"/>
                  </a:cubicBezTo>
                  <a:cubicBezTo>
                    <a:pt x="15687" y="9030"/>
                    <a:pt x="15660" y="9007"/>
                    <a:pt x="15633" y="9007"/>
                  </a:cubicBezTo>
                  <a:cubicBezTo>
                    <a:pt x="15614" y="9007"/>
                    <a:pt x="15595" y="9017"/>
                    <a:pt x="15585" y="9040"/>
                  </a:cubicBezTo>
                  <a:cubicBezTo>
                    <a:pt x="15519" y="9206"/>
                    <a:pt x="15478" y="9355"/>
                    <a:pt x="15461" y="9537"/>
                  </a:cubicBezTo>
                  <a:cubicBezTo>
                    <a:pt x="15445" y="9703"/>
                    <a:pt x="15486" y="9868"/>
                    <a:pt x="15494" y="10042"/>
                  </a:cubicBezTo>
                  <a:cubicBezTo>
                    <a:pt x="15511" y="10349"/>
                    <a:pt x="15204" y="10490"/>
                    <a:pt x="14939" y="10506"/>
                  </a:cubicBezTo>
                  <a:cubicBezTo>
                    <a:pt x="14873" y="10513"/>
                    <a:pt x="14803" y="10516"/>
                    <a:pt x="14733" y="10516"/>
                  </a:cubicBezTo>
                  <a:cubicBezTo>
                    <a:pt x="14638" y="10516"/>
                    <a:pt x="14541" y="10511"/>
                    <a:pt x="14450" y="10506"/>
                  </a:cubicBezTo>
                  <a:cubicBezTo>
                    <a:pt x="14285" y="10498"/>
                    <a:pt x="14127" y="10490"/>
                    <a:pt x="13970" y="10448"/>
                  </a:cubicBezTo>
                  <a:cubicBezTo>
                    <a:pt x="13671" y="10374"/>
                    <a:pt x="13439" y="10134"/>
                    <a:pt x="13133" y="10117"/>
                  </a:cubicBezTo>
                  <a:lnTo>
                    <a:pt x="13017" y="10117"/>
                  </a:lnTo>
                  <a:cubicBezTo>
                    <a:pt x="13009" y="10121"/>
                    <a:pt x="13000" y="10121"/>
                    <a:pt x="12992" y="10121"/>
                  </a:cubicBezTo>
                  <a:cubicBezTo>
                    <a:pt x="12984" y="10121"/>
                    <a:pt x="12975" y="10121"/>
                    <a:pt x="12967" y="10125"/>
                  </a:cubicBezTo>
                  <a:cubicBezTo>
                    <a:pt x="12967" y="10092"/>
                    <a:pt x="12951" y="10026"/>
                    <a:pt x="12951" y="10009"/>
                  </a:cubicBezTo>
                  <a:cubicBezTo>
                    <a:pt x="12942" y="9960"/>
                    <a:pt x="12934" y="9910"/>
                    <a:pt x="12926" y="9860"/>
                  </a:cubicBezTo>
                  <a:cubicBezTo>
                    <a:pt x="12909" y="9653"/>
                    <a:pt x="12884" y="9454"/>
                    <a:pt x="12818" y="9264"/>
                  </a:cubicBezTo>
                  <a:cubicBezTo>
                    <a:pt x="12805" y="9233"/>
                    <a:pt x="12771" y="9214"/>
                    <a:pt x="12740" y="9214"/>
                  </a:cubicBezTo>
                  <a:cubicBezTo>
                    <a:pt x="12713" y="9214"/>
                    <a:pt x="12689" y="9229"/>
                    <a:pt x="12686" y="9264"/>
                  </a:cubicBezTo>
                  <a:cubicBezTo>
                    <a:pt x="12644" y="9462"/>
                    <a:pt x="12661" y="9653"/>
                    <a:pt x="12686" y="9860"/>
                  </a:cubicBezTo>
                  <a:cubicBezTo>
                    <a:pt x="12694" y="9951"/>
                    <a:pt x="12702" y="10051"/>
                    <a:pt x="12719" y="10150"/>
                  </a:cubicBezTo>
                  <a:cubicBezTo>
                    <a:pt x="12727" y="10241"/>
                    <a:pt x="12768" y="10316"/>
                    <a:pt x="12859" y="10349"/>
                  </a:cubicBezTo>
                  <a:cubicBezTo>
                    <a:pt x="12868" y="10357"/>
                    <a:pt x="12884" y="10357"/>
                    <a:pt x="12893" y="10357"/>
                  </a:cubicBezTo>
                  <a:cubicBezTo>
                    <a:pt x="12926" y="10457"/>
                    <a:pt x="12975" y="10556"/>
                    <a:pt x="13042" y="10639"/>
                  </a:cubicBezTo>
                  <a:cubicBezTo>
                    <a:pt x="13158" y="10805"/>
                    <a:pt x="13315" y="10921"/>
                    <a:pt x="13448" y="11062"/>
                  </a:cubicBezTo>
                  <a:cubicBezTo>
                    <a:pt x="13580" y="11202"/>
                    <a:pt x="13630" y="11376"/>
                    <a:pt x="13630" y="11567"/>
                  </a:cubicBezTo>
                  <a:cubicBezTo>
                    <a:pt x="13630" y="11658"/>
                    <a:pt x="13622" y="11749"/>
                    <a:pt x="13613" y="11849"/>
                  </a:cubicBezTo>
                  <a:cubicBezTo>
                    <a:pt x="13605" y="11940"/>
                    <a:pt x="13580" y="12056"/>
                    <a:pt x="13613" y="12139"/>
                  </a:cubicBezTo>
                  <a:cubicBezTo>
                    <a:pt x="13627" y="12165"/>
                    <a:pt x="13651" y="12175"/>
                    <a:pt x="13677" y="12175"/>
                  </a:cubicBezTo>
                  <a:cubicBezTo>
                    <a:pt x="13699" y="12175"/>
                    <a:pt x="13722" y="12167"/>
                    <a:pt x="13738" y="12155"/>
                  </a:cubicBezTo>
                  <a:cubicBezTo>
                    <a:pt x="13804" y="12097"/>
                    <a:pt x="13821" y="11956"/>
                    <a:pt x="13845" y="11882"/>
                  </a:cubicBezTo>
                  <a:cubicBezTo>
                    <a:pt x="13870" y="11915"/>
                    <a:pt x="13895" y="11948"/>
                    <a:pt x="13920" y="11981"/>
                  </a:cubicBezTo>
                  <a:cubicBezTo>
                    <a:pt x="14019" y="12114"/>
                    <a:pt x="14152" y="12205"/>
                    <a:pt x="14285" y="12296"/>
                  </a:cubicBezTo>
                  <a:cubicBezTo>
                    <a:pt x="14392" y="12379"/>
                    <a:pt x="14475" y="12470"/>
                    <a:pt x="14525" y="12594"/>
                  </a:cubicBezTo>
                  <a:cubicBezTo>
                    <a:pt x="14500" y="12594"/>
                    <a:pt x="14467" y="12611"/>
                    <a:pt x="14475" y="12644"/>
                  </a:cubicBezTo>
                  <a:cubicBezTo>
                    <a:pt x="14475" y="12702"/>
                    <a:pt x="14483" y="12752"/>
                    <a:pt x="14508" y="12801"/>
                  </a:cubicBezTo>
                  <a:cubicBezTo>
                    <a:pt x="14533" y="12859"/>
                    <a:pt x="14566" y="12901"/>
                    <a:pt x="14599" y="12951"/>
                  </a:cubicBezTo>
                  <a:cubicBezTo>
                    <a:pt x="14608" y="12959"/>
                    <a:pt x="14616" y="12975"/>
                    <a:pt x="14633" y="12984"/>
                  </a:cubicBezTo>
                  <a:cubicBezTo>
                    <a:pt x="14641" y="13009"/>
                    <a:pt x="14657" y="13033"/>
                    <a:pt x="14674" y="13058"/>
                  </a:cubicBezTo>
                  <a:cubicBezTo>
                    <a:pt x="14682" y="13067"/>
                    <a:pt x="14691" y="13075"/>
                    <a:pt x="14707" y="13075"/>
                  </a:cubicBezTo>
                  <a:cubicBezTo>
                    <a:pt x="14740" y="13116"/>
                    <a:pt x="14773" y="13158"/>
                    <a:pt x="14798" y="13199"/>
                  </a:cubicBezTo>
                  <a:cubicBezTo>
                    <a:pt x="14865" y="13290"/>
                    <a:pt x="14889" y="13390"/>
                    <a:pt x="14865" y="13497"/>
                  </a:cubicBezTo>
                  <a:cubicBezTo>
                    <a:pt x="14848" y="13572"/>
                    <a:pt x="14815" y="13630"/>
                    <a:pt x="14790" y="13696"/>
                  </a:cubicBezTo>
                  <a:cubicBezTo>
                    <a:pt x="14749" y="13763"/>
                    <a:pt x="14699" y="13837"/>
                    <a:pt x="14699" y="13912"/>
                  </a:cubicBezTo>
                  <a:cubicBezTo>
                    <a:pt x="14699" y="13945"/>
                    <a:pt x="14724" y="13978"/>
                    <a:pt x="14757" y="13995"/>
                  </a:cubicBezTo>
                  <a:cubicBezTo>
                    <a:pt x="14666" y="14309"/>
                    <a:pt x="14492" y="14599"/>
                    <a:pt x="14251" y="14823"/>
                  </a:cubicBezTo>
                  <a:cubicBezTo>
                    <a:pt x="13903" y="15163"/>
                    <a:pt x="13448" y="15345"/>
                    <a:pt x="12984" y="15453"/>
                  </a:cubicBezTo>
                  <a:cubicBezTo>
                    <a:pt x="12462" y="15577"/>
                    <a:pt x="11923" y="15585"/>
                    <a:pt x="11385" y="15619"/>
                  </a:cubicBezTo>
                  <a:cubicBezTo>
                    <a:pt x="10830" y="15660"/>
                    <a:pt x="10283" y="15735"/>
                    <a:pt x="9728" y="15842"/>
                  </a:cubicBezTo>
                  <a:cubicBezTo>
                    <a:pt x="9197" y="15942"/>
                    <a:pt x="8667" y="16049"/>
                    <a:pt x="8120" y="16083"/>
                  </a:cubicBezTo>
                  <a:cubicBezTo>
                    <a:pt x="8009" y="16091"/>
                    <a:pt x="7898" y="16095"/>
                    <a:pt x="7788" y="16095"/>
                  </a:cubicBezTo>
                  <a:cubicBezTo>
                    <a:pt x="7363" y="16095"/>
                    <a:pt x="6945" y="16032"/>
                    <a:pt x="6538" y="15900"/>
                  </a:cubicBezTo>
                  <a:cubicBezTo>
                    <a:pt x="6032" y="15726"/>
                    <a:pt x="5543" y="15511"/>
                    <a:pt x="5021" y="15378"/>
                  </a:cubicBezTo>
                  <a:cubicBezTo>
                    <a:pt x="4491" y="15237"/>
                    <a:pt x="3961" y="15163"/>
                    <a:pt x="3406" y="15138"/>
                  </a:cubicBezTo>
                  <a:cubicBezTo>
                    <a:pt x="2884" y="15105"/>
                    <a:pt x="2353" y="15097"/>
                    <a:pt x="1865" y="14906"/>
                  </a:cubicBezTo>
                  <a:cubicBezTo>
                    <a:pt x="1658" y="14823"/>
                    <a:pt x="1459" y="14715"/>
                    <a:pt x="1293" y="14566"/>
                  </a:cubicBezTo>
                  <a:cubicBezTo>
                    <a:pt x="1210" y="14492"/>
                    <a:pt x="1127" y="14401"/>
                    <a:pt x="1078" y="14293"/>
                  </a:cubicBezTo>
                  <a:cubicBezTo>
                    <a:pt x="1020" y="14177"/>
                    <a:pt x="1044" y="14053"/>
                    <a:pt x="1061" y="13928"/>
                  </a:cubicBezTo>
                  <a:cubicBezTo>
                    <a:pt x="1061" y="13912"/>
                    <a:pt x="1069" y="13895"/>
                    <a:pt x="1069" y="13879"/>
                  </a:cubicBezTo>
                  <a:cubicBezTo>
                    <a:pt x="1069" y="13862"/>
                    <a:pt x="1069" y="13845"/>
                    <a:pt x="1078" y="13829"/>
                  </a:cubicBezTo>
                  <a:cubicBezTo>
                    <a:pt x="1086" y="13721"/>
                    <a:pt x="1102" y="13613"/>
                    <a:pt x="1136" y="13506"/>
                  </a:cubicBezTo>
                  <a:cubicBezTo>
                    <a:pt x="1177" y="13365"/>
                    <a:pt x="1235" y="13232"/>
                    <a:pt x="1301" y="13100"/>
                  </a:cubicBezTo>
                  <a:lnTo>
                    <a:pt x="1301" y="13100"/>
                  </a:lnTo>
                  <a:cubicBezTo>
                    <a:pt x="1293" y="13191"/>
                    <a:pt x="1318" y="13282"/>
                    <a:pt x="1376" y="13348"/>
                  </a:cubicBezTo>
                  <a:cubicBezTo>
                    <a:pt x="1385" y="13361"/>
                    <a:pt x="1398" y="13366"/>
                    <a:pt x="1411" y="13366"/>
                  </a:cubicBezTo>
                  <a:cubicBezTo>
                    <a:pt x="1433" y="13366"/>
                    <a:pt x="1454" y="13352"/>
                    <a:pt x="1459" y="13332"/>
                  </a:cubicBezTo>
                  <a:cubicBezTo>
                    <a:pt x="1475" y="13257"/>
                    <a:pt x="1475" y="13183"/>
                    <a:pt x="1500" y="13108"/>
                  </a:cubicBezTo>
                  <a:cubicBezTo>
                    <a:pt x="1533" y="13025"/>
                    <a:pt x="1575" y="12951"/>
                    <a:pt x="1624" y="12884"/>
                  </a:cubicBezTo>
                  <a:cubicBezTo>
                    <a:pt x="1732" y="12752"/>
                    <a:pt x="1890" y="12652"/>
                    <a:pt x="2022" y="12553"/>
                  </a:cubicBezTo>
                  <a:cubicBezTo>
                    <a:pt x="2204" y="12429"/>
                    <a:pt x="2387" y="12296"/>
                    <a:pt x="2536" y="12139"/>
                  </a:cubicBezTo>
                  <a:cubicBezTo>
                    <a:pt x="2544" y="12213"/>
                    <a:pt x="2561" y="12280"/>
                    <a:pt x="2594" y="12338"/>
                  </a:cubicBezTo>
                  <a:cubicBezTo>
                    <a:pt x="2602" y="12354"/>
                    <a:pt x="2621" y="12362"/>
                    <a:pt x="2640" y="12362"/>
                  </a:cubicBezTo>
                  <a:cubicBezTo>
                    <a:pt x="2660" y="12362"/>
                    <a:pt x="2681" y="12354"/>
                    <a:pt x="2693" y="12338"/>
                  </a:cubicBezTo>
                  <a:cubicBezTo>
                    <a:pt x="2735" y="12246"/>
                    <a:pt x="2735" y="12139"/>
                    <a:pt x="2751" y="12048"/>
                  </a:cubicBezTo>
                  <a:cubicBezTo>
                    <a:pt x="2759" y="11956"/>
                    <a:pt x="2784" y="11874"/>
                    <a:pt x="2842" y="11799"/>
                  </a:cubicBezTo>
                  <a:cubicBezTo>
                    <a:pt x="2933" y="11675"/>
                    <a:pt x="3074" y="11600"/>
                    <a:pt x="3190" y="11509"/>
                  </a:cubicBezTo>
                  <a:cubicBezTo>
                    <a:pt x="3323" y="11410"/>
                    <a:pt x="3431" y="11285"/>
                    <a:pt x="3472" y="11128"/>
                  </a:cubicBezTo>
                  <a:cubicBezTo>
                    <a:pt x="3489" y="11078"/>
                    <a:pt x="3497" y="11028"/>
                    <a:pt x="3497" y="10979"/>
                  </a:cubicBezTo>
                  <a:cubicBezTo>
                    <a:pt x="3513" y="10995"/>
                    <a:pt x="3538" y="11004"/>
                    <a:pt x="3563" y="11004"/>
                  </a:cubicBezTo>
                  <a:cubicBezTo>
                    <a:pt x="3567" y="11005"/>
                    <a:pt x="3570" y="11005"/>
                    <a:pt x="3573" y="11005"/>
                  </a:cubicBezTo>
                  <a:cubicBezTo>
                    <a:pt x="3595" y="11005"/>
                    <a:pt x="3615" y="10984"/>
                    <a:pt x="3629" y="10962"/>
                  </a:cubicBezTo>
                  <a:cubicBezTo>
                    <a:pt x="3671" y="11028"/>
                    <a:pt x="3721" y="11095"/>
                    <a:pt x="3787" y="11144"/>
                  </a:cubicBezTo>
                  <a:cubicBezTo>
                    <a:pt x="3837" y="11194"/>
                    <a:pt x="3939" y="11259"/>
                    <a:pt x="4029" y="11259"/>
                  </a:cubicBezTo>
                  <a:cubicBezTo>
                    <a:pt x="4058" y="11259"/>
                    <a:pt x="4086" y="11252"/>
                    <a:pt x="4110" y="11236"/>
                  </a:cubicBezTo>
                  <a:cubicBezTo>
                    <a:pt x="4135" y="11211"/>
                    <a:pt x="4135" y="11178"/>
                    <a:pt x="4118" y="11153"/>
                  </a:cubicBezTo>
                  <a:cubicBezTo>
                    <a:pt x="4085" y="11120"/>
                    <a:pt x="4035" y="11103"/>
                    <a:pt x="3994" y="11078"/>
                  </a:cubicBezTo>
                  <a:cubicBezTo>
                    <a:pt x="3961" y="11053"/>
                    <a:pt x="3928" y="11020"/>
                    <a:pt x="3895" y="10987"/>
                  </a:cubicBezTo>
                  <a:cubicBezTo>
                    <a:pt x="3820" y="10921"/>
                    <a:pt x="3754" y="10830"/>
                    <a:pt x="3704" y="10738"/>
                  </a:cubicBezTo>
                  <a:cubicBezTo>
                    <a:pt x="3588" y="10556"/>
                    <a:pt x="3497" y="10349"/>
                    <a:pt x="3447" y="10134"/>
                  </a:cubicBezTo>
                  <a:cubicBezTo>
                    <a:pt x="3444" y="10116"/>
                    <a:pt x="3426" y="10107"/>
                    <a:pt x="3408" y="10107"/>
                  </a:cubicBezTo>
                  <a:cubicBezTo>
                    <a:pt x="3384" y="10107"/>
                    <a:pt x="3360" y="10122"/>
                    <a:pt x="3364" y="10150"/>
                  </a:cubicBezTo>
                  <a:cubicBezTo>
                    <a:pt x="3364" y="10259"/>
                    <a:pt x="3372" y="10375"/>
                    <a:pt x="3400" y="10491"/>
                  </a:cubicBezTo>
                  <a:lnTo>
                    <a:pt x="3400" y="10491"/>
                  </a:lnTo>
                  <a:cubicBezTo>
                    <a:pt x="3372" y="10429"/>
                    <a:pt x="3344" y="10371"/>
                    <a:pt x="3323" y="10308"/>
                  </a:cubicBezTo>
                  <a:cubicBezTo>
                    <a:pt x="3257" y="10084"/>
                    <a:pt x="3215" y="9835"/>
                    <a:pt x="3257" y="9603"/>
                  </a:cubicBezTo>
                  <a:cubicBezTo>
                    <a:pt x="3267" y="9568"/>
                    <a:pt x="3237" y="9542"/>
                    <a:pt x="3208" y="9542"/>
                  </a:cubicBezTo>
                  <a:cubicBezTo>
                    <a:pt x="3190" y="9542"/>
                    <a:pt x="3172" y="9553"/>
                    <a:pt x="3165" y="9578"/>
                  </a:cubicBezTo>
                  <a:cubicBezTo>
                    <a:pt x="3116" y="9761"/>
                    <a:pt x="3091" y="9943"/>
                    <a:pt x="3107" y="10125"/>
                  </a:cubicBezTo>
                  <a:cubicBezTo>
                    <a:pt x="3074" y="10092"/>
                    <a:pt x="3033" y="10059"/>
                    <a:pt x="3000" y="10034"/>
                  </a:cubicBezTo>
                  <a:cubicBezTo>
                    <a:pt x="2942" y="9984"/>
                    <a:pt x="2892" y="9943"/>
                    <a:pt x="2842" y="9893"/>
                  </a:cubicBezTo>
                  <a:cubicBezTo>
                    <a:pt x="2751" y="9794"/>
                    <a:pt x="2685" y="9686"/>
                    <a:pt x="2627" y="9570"/>
                  </a:cubicBezTo>
                  <a:cubicBezTo>
                    <a:pt x="2569" y="9454"/>
                    <a:pt x="2544" y="9330"/>
                    <a:pt x="2527" y="9206"/>
                  </a:cubicBezTo>
                  <a:cubicBezTo>
                    <a:pt x="2503" y="9073"/>
                    <a:pt x="2503" y="8932"/>
                    <a:pt x="2536" y="8800"/>
                  </a:cubicBezTo>
                  <a:cubicBezTo>
                    <a:pt x="2541" y="8767"/>
                    <a:pt x="2511" y="8742"/>
                    <a:pt x="2485" y="8742"/>
                  </a:cubicBezTo>
                  <a:cubicBezTo>
                    <a:pt x="2472" y="8742"/>
                    <a:pt x="2459" y="8749"/>
                    <a:pt x="2453" y="8766"/>
                  </a:cubicBezTo>
                  <a:cubicBezTo>
                    <a:pt x="2395" y="8891"/>
                    <a:pt x="2353" y="9015"/>
                    <a:pt x="2337" y="9148"/>
                  </a:cubicBezTo>
                  <a:cubicBezTo>
                    <a:pt x="2312" y="9098"/>
                    <a:pt x="2287" y="9040"/>
                    <a:pt x="2271" y="8990"/>
                  </a:cubicBezTo>
                  <a:cubicBezTo>
                    <a:pt x="2229" y="8866"/>
                    <a:pt x="2196" y="8733"/>
                    <a:pt x="2221" y="8601"/>
                  </a:cubicBezTo>
                  <a:cubicBezTo>
                    <a:pt x="2254" y="8460"/>
                    <a:pt x="2345" y="8344"/>
                    <a:pt x="2420" y="8228"/>
                  </a:cubicBezTo>
                  <a:cubicBezTo>
                    <a:pt x="2438" y="8192"/>
                    <a:pt x="2408" y="8151"/>
                    <a:pt x="2374" y="8151"/>
                  </a:cubicBezTo>
                  <a:cubicBezTo>
                    <a:pt x="2361" y="8151"/>
                    <a:pt x="2348" y="8156"/>
                    <a:pt x="2337" y="8170"/>
                  </a:cubicBezTo>
                  <a:cubicBezTo>
                    <a:pt x="2287" y="8228"/>
                    <a:pt x="2213" y="8269"/>
                    <a:pt x="2163" y="8327"/>
                  </a:cubicBezTo>
                  <a:cubicBezTo>
                    <a:pt x="2155" y="8336"/>
                    <a:pt x="2146" y="8336"/>
                    <a:pt x="2138" y="8344"/>
                  </a:cubicBezTo>
                  <a:cubicBezTo>
                    <a:pt x="2171" y="8244"/>
                    <a:pt x="2221" y="8153"/>
                    <a:pt x="2279" y="8062"/>
                  </a:cubicBezTo>
                  <a:cubicBezTo>
                    <a:pt x="2445" y="7797"/>
                    <a:pt x="2710" y="7590"/>
                    <a:pt x="3016" y="7499"/>
                  </a:cubicBezTo>
                  <a:cubicBezTo>
                    <a:pt x="3049" y="7491"/>
                    <a:pt x="3058" y="7457"/>
                    <a:pt x="3049" y="7433"/>
                  </a:cubicBezTo>
                  <a:cubicBezTo>
                    <a:pt x="3099" y="7408"/>
                    <a:pt x="3157" y="7391"/>
                    <a:pt x="3207" y="7375"/>
                  </a:cubicBezTo>
                  <a:cubicBezTo>
                    <a:pt x="3399" y="7321"/>
                    <a:pt x="3597" y="7295"/>
                    <a:pt x="3795" y="7295"/>
                  </a:cubicBezTo>
                  <a:cubicBezTo>
                    <a:pt x="3845" y="7295"/>
                    <a:pt x="3895" y="7297"/>
                    <a:pt x="3944" y="7300"/>
                  </a:cubicBezTo>
                  <a:cubicBezTo>
                    <a:pt x="4201" y="7308"/>
                    <a:pt x="4450" y="7375"/>
                    <a:pt x="4707" y="7424"/>
                  </a:cubicBezTo>
                  <a:cubicBezTo>
                    <a:pt x="4827" y="7447"/>
                    <a:pt x="4945" y="7464"/>
                    <a:pt x="5062" y="7464"/>
                  </a:cubicBezTo>
                  <a:cubicBezTo>
                    <a:pt x="5203" y="7464"/>
                    <a:pt x="5341" y="7439"/>
                    <a:pt x="5477" y="7366"/>
                  </a:cubicBezTo>
                  <a:cubicBezTo>
                    <a:pt x="5521" y="7344"/>
                    <a:pt x="5500" y="7263"/>
                    <a:pt x="5454" y="7263"/>
                  </a:cubicBezTo>
                  <a:cubicBezTo>
                    <a:pt x="5448" y="7263"/>
                    <a:pt x="5442" y="7264"/>
                    <a:pt x="5436" y="7267"/>
                  </a:cubicBezTo>
                  <a:cubicBezTo>
                    <a:pt x="5342" y="7307"/>
                    <a:pt x="5246" y="7322"/>
                    <a:pt x="5149" y="7322"/>
                  </a:cubicBezTo>
                  <a:cubicBezTo>
                    <a:pt x="4966" y="7322"/>
                    <a:pt x="4781" y="7266"/>
                    <a:pt x="4607" y="7217"/>
                  </a:cubicBezTo>
                  <a:cubicBezTo>
                    <a:pt x="4350" y="7151"/>
                    <a:pt x="4102" y="7101"/>
                    <a:pt x="3837" y="7101"/>
                  </a:cubicBezTo>
                  <a:cubicBezTo>
                    <a:pt x="3588" y="7101"/>
                    <a:pt x="3331" y="7143"/>
                    <a:pt x="3091" y="7217"/>
                  </a:cubicBezTo>
                  <a:cubicBezTo>
                    <a:pt x="2900" y="7283"/>
                    <a:pt x="2693" y="7391"/>
                    <a:pt x="2544" y="7549"/>
                  </a:cubicBezTo>
                  <a:cubicBezTo>
                    <a:pt x="2370" y="7648"/>
                    <a:pt x="2213" y="7781"/>
                    <a:pt x="2097" y="7954"/>
                  </a:cubicBezTo>
                  <a:cubicBezTo>
                    <a:pt x="2088" y="7971"/>
                    <a:pt x="2072" y="7996"/>
                    <a:pt x="2064" y="8012"/>
                  </a:cubicBezTo>
                  <a:cubicBezTo>
                    <a:pt x="1981" y="7979"/>
                    <a:pt x="1865" y="7988"/>
                    <a:pt x="1782" y="7971"/>
                  </a:cubicBezTo>
                  <a:cubicBezTo>
                    <a:pt x="1666" y="7946"/>
                    <a:pt x="1558" y="7913"/>
                    <a:pt x="1450" y="7872"/>
                  </a:cubicBezTo>
                  <a:cubicBezTo>
                    <a:pt x="1268" y="7789"/>
                    <a:pt x="1094" y="7665"/>
                    <a:pt x="995" y="7499"/>
                  </a:cubicBezTo>
                  <a:cubicBezTo>
                    <a:pt x="879" y="7317"/>
                    <a:pt x="862" y="7134"/>
                    <a:pt x="904" y="6935"/>
                  </a:cubicBezTo>
                  <a:cubicBezTo>
                    <a:pt x="928" y="6819"/>
                    <a:pt x="970" y="6712"/>
                    <a:pt x="1003" y="6604"/>
                  </a:cubicBezTo>
                  <a:cubicBezTo>
                    <a:pt x="1028" y="6496"/>
                    <a:pt x="1044" y="6389"/>
                    <a:pt x="1044" y="6281"/>
                  </a:cubicBezTo>
                  <a:cubicBezTo>
                    <a:pt x="1049" y="6244"/>
                    <a:pt x="1017" y="6222"/>
                    <a:pt x="987" y="6222"/>
                  </a:cubicBezTo>
                  <a:cubicBezTo>
                    <a:pt x="963" y="6222"/>
                    <a:pt x="940" y="6235"/>
                    <a:pt x="937" y="6264"/>
                  </a:cubicBezTo>
                  <a:cubicBezTo>
                    <a:pt x="887" y="6513"/>
                    <a:pt x="721" y="6728"/>
                    <a:pt x="663" y="6977"/>
                  </a:cubicBezTo>
                  <a:cubicBezTo>
                    <a:pt x="647" y="7051"/>
                    <a:pt x="647" y="7126"/>
                    <a:pt x="647" y="7201"/>
                  </a:cubicBezTo>
                  <a:cubicBezTo>
                    <a:pt x="622" y="7167"/>
                    <a:pt x="597" y="7134"/>
                    <a:pt x="572" y="7101"/>
                  </a:cubicBezTo>
                  <a:cubicBezTo>
                    <a:pt x="514" y="7010"/>
                    <a:pt x="456" y="6927"/>
                    <a:pt x="406" y="6836"/>
                  </a:cubicBezTo>
                  <a:cubicBezTo>
                    <a:pt x="324" y="6679"/>
                    <a:pt x="315" y="6521"/>
                    <a:pt x="382" y="6364"/>
                  </a:cubicBezTo>
                  <a:cubicBezTo>
                    <a:pt x="440" y="6215"/>
                    <a:pt x="539" y="6090"/>
                    <a:pt x="614" y="5949"/>
                  </a:cubicBezTo>
                  <a:cubicBezTo>
                    <a:pt x="696" y="5809"/>
                    <a:pt x="754" y="5668"/>
                    <a:pt x="771" y="5502"/>
                  </a:cubicBezTo>
                  <a:cubicBezTo>
                    <a:pt x="776" y="5466"/>
                    <a:pt x="748" y="5447"/>
                    <a:pt x="719" y="5447"/>
                  </a:cubicBezTo>
                  <a:cubicBezTo>
                    <a:pt x="695" y="5447"/>
                    <a:pt x="671" y="5459"/>
                    <a:pt x="663" y="5485"/>
                  </a:cubicBezTo>
                  <a:cubicBezTo>
                    <a:pt x="622" y="5651"/>
                    <a:pt x="506" y="5792"/>
                    <a:pt x="406" y="5933"/>
                  </a:cubicBezTo>
                  <a:cubicBezTo>
                    <a:pt x="357" y="5991"/>
                    <a:pt x="315" y="6057"/>
                    <a:pt x="266" y="6123"/>
                  </a:cubicBezTo>
                  <a:cubicBezTo>
                    <a:pt x="266" y="6107"/>
                    <a:pt x="266" y="6099"/>
                    <a:pt x="266" y="6082"/>
                  </a:cubicBezTo>
                  <a:cubicBezTo>
                    <a:pt x="249" y="6016"/>
                    <a:pt x="232" y="5949"/>
                    <a:pt x="216" y="5883"/>
                  </a:cubicBezTo>
                  <a:cubicBezTo>
                    <a:pt x="191" y="5767"/>
                    <a:pt x="174" y="5643"/>
                    <a:pt x="183" y="5527"/>
                  </a:cubicBezTo>
                  <a:cubicBezTo>
                    <a:pt x="208" y="5287"/>
                    <a:pt x="324" y="5104"/>
                    <a:pt x="514" y="4972"/>
                  </a:cubicBezTo>
                  <a:cubicBezTo>
                    <a:pt x="564" y="4939"/>
                    <a:pt x="630" y="4897"/>
                    <a:pt x="696" y="4856"/>
                  </a:cubicBezTo>
                  <a:lnTo>
                    <a:pt x="696" y="4856"/>
                  </a:lnTo>
                  <a:cubicBezTo>
                    <a:pt x="688" y="4939"/>
                    <a:pt x="696" y="5021"/>
                    <a:pt x="730" y="5096"/>
                  </a:cubicBezTo>
                  <a:cubicBezTo>
                    <a:pt x="742" y="5122"/>
                    <a:pt x="767" y="5136"/>
                    <a:pt x="789" y="5136"/>
                  </a:cubicBezTo>
                  <a:cubicBezTo>
                    <a:pt x="810" y="5136"/>
                    <a:pt x="829" y="5124"/>
                    <a:pt x="837" y="5096"/>
                  </a:cubicBezTo>
                  <a:cubicBezTo>
                    <a:pt x="879" y="4980"/>
                    <a:pt x="895" y="4856"/>
                    <a:pt x="937" y="4740"/>
                  </a:cubicBezTo>
                  <a:cubicBezTo>
                    <a:pt x="945" y="4723"/>
                    <a:pt x="945" y="4707"/>
                    <a:pt x="953" y="4690"/>
                  </a:cubicBezTo>
                  <a:cubicBezTo>
                    <a:pt x="1127" y="4566"/>
                    <a:pt x="1276" y="4417"/>
                    <a:pt x="1285" y="4209"/>
                  </a:cubicBezTo>
                  <a:cubicBezTo>
                    <a:pt x="1409" y="4077"/>
                    <a:pt x="1558" y="3969"/>
                    <a:pt x="1699" y="3861"/>
                  </a:cubicBezTo>
                  <a:cubicBezTo>
                    <a:pt x="1914" y="3712"/>
                    <a:pt x="2138" y="3563"/>
                    <a:pt x="2345" y="3389"/>
                  </a:cubicBezTo>
                  <a:lnTo>
                    <a:pt x="2345" y="3389"/>
                  </a:lnTo>
                  <a:cubicBezTo>
                    <a:pt x="2295" y="3472"/>
                    <a:pt x="2254" y="3563"/>
                    <a:pt x="2221" y="3654"/>
                  </a:cubicBezTo>
                  <a:cubicBezTo>
                    <a:pt x="2171" y="3770"/>
                    <a:pt x="2122" y="3886"/>
                    <a:pt x="2097" y="4019"/>
                  </a:cubicBezTo>
                  <a:cubicBezTo>
                    <a:pt x="2064" y="4127"/>
                    <a:pt x="2039" y="4259"/>
                    <a:pt x="2055" y="4375"/>
                  </a:cubicBezTo>
                  <a:cubicBezTo>
                    <a:pt x="2055" y="4397"/>
                    <a:pt x="2074" y="4407"/>
                    <a:pt x="2094" y="4407"/>
                  </a:cubicBezTo>
                  <a:cubicBezTo>
                    <a:pt x="2111" y="4407"/>
                    <a:pt x="2130" y="4399"/>
                    <a:pt x="2138" y="4383"/>
                  </a:cubicBezTo>
                  <a:cubicBezTo>
                    <a:pt x="2188" y="4284"/>
                    <a:pt x="2213" y="4168"/>
                    <a:pt x="2246" y="4060"/>
                  </a:cubicBezTo>
                  <a:cubicBezTo>
                    <a:pt x="2287" y="3953"/>
                    <a:pt x="2329" y="3845"/>
                    <a:pt x="2370" y="3745"/>
                  </a:cubicBezTo>
                  <a:cubicBezTo>
                    <a:pt x="2461" y="3530"/>
                    <a:pt x="2577" y="3315"/>
                    <a:pt x="2701" y="3116"/>
                  </a:cubicBezTo>
                  <a:cubicBezTo>
                    <a:pt x="2817" y="2933"/>
                    <a:pt x="2950" y="2743"/>
                    <a:pt x="3132" y="2610"/>
                  </a:cubicBezTo>
                  <a:cubicBezTo>
                    <a:pt x="3215" y="2552"/>
                    <a:pt x="3315" y="2494"/>
                    <a:pt x="3414" y="2461"/>
                  </a:cubicBezTo>
                  <a:cubicBezTo>
                    <a:pt x="3513" y="2428"/>
                    <a:pt x="3621" y="2420"/>
                    <a:pt x="3729" y="2395"/>
                  </a:cubicBezTo>
                  <a:cubicBezTo>
                    <a:pt x="3779" y="2387"/>
                    <a:pt x="3770" y="2312"/>
                    <a:pt x="3729" y="2296"/>
                  </a:cubicBezTo>
                  <a:cubicBezTo>
                    <a:pt x="3712" y="2296"/>
                    <a:pt x="3696" y="2287"/>
                    <a:pt x="3687" y="2287"/>
                  </a:cubicBezTo>
                  <a:cubicBezTo>
                    <a:pt x="3704" y="2279"/>
                    <a:pt x="3712" y="2262"/>
                    <a:pt x="3729" y="2254"/>
                  </a:cubicBezTo>
                  <a:cubicBezTo>
                    <a:pt x="3779" y="2213"/>
                    <a:pt x="3837" y="2180"/>
                    <a:pt x="3903" y="2180"/>
                  </a:cubicBezTo>
                  <a:cubicBezTo>
                    <a:pt x="3944" y="2180"/>
                    <a:pt x="3988" y="2184"/>
                    <a:pt x="4031" y="2184"/>
                  </a:cubicBezTo>
                  <a:cubicBezTo>
                    <a:pt x="4075" y="2184"/>
                    <a:pt x="4118" y="2180"/>
                    <a:pt x="4160" y="2163"/>
                  </a:cubicBezTo>
                  <a:cubicBezTo>
                    <a:pt x="4226" y="2138"/>
                    <a:pt x="4284" y="2088"/>
                    <a:pt x="4317" y="2030"/>
                  </a:cubicBezTo>
                  <a:cubicBezTo>
                    <a:pt x="4359" y="1989"/>
                    <a:pt x="4400" y="1948"/>
                    <a:pt x="4433" y="1906"/>
                  </a:cubicBezTo>
                  <a:cubicBezTo>
                    <a:pt x="4524" y="1774"/>
                    <a:pt x="4582" y="1624"/>
                    <a:pt x="4665" y="1492"/>
                  </a:cubicBezTo>
                  <a:cubicBezTo>
                    <a:pt x="4698" y="1426"/>
                    <a:pt x="4731" y="1384"/>
                    <a:pt x="4798" y="1351"/>
                  </a:cubicBezTo>
                  <a:cubicBezTo>
                    <a:pt x="4864" y="1326"/>
                    <a:pt x="4947" y="1310"/>
                    <a:pt x="5021" y="1301"/>
                  </a:cubicBezTo>
                  <a:cubicBezTo>
                    <a:pt x="5104" y="1285"/>
                    <a:pt x="5187" y="1268"/>
                    <a:pt x="5278" y="1260"/>
                  </a:cubicBezTo>
                  <a:cubicBezTo>
                    <a:pt x="5353" y="1243"/>
                    <a:pt x="5444" y="1243"/>
                    <a:pt x="5510" y="1210"/>
                  </a:cubicBezTo>
                  <a:cubicBezTo>
                    <a:pt x="5543" y="1194"/>
                    <a:pt x="5543" y="1136"/>
                    <a:pt x="5510" y="1127"/>
                  </a:cubicBezTo>
                  <a:cubicBezTo>
                    <a:pt x="5461" y="1105"/>
                    <a:pt x="5411" y="1101"/>
                    <a:pt x="5359" y="1101"/>
                  </a:cubicBezTo>
                  <a:cubicBezTo>
                    <a:pt x="5333" y="1101"/>
                    <a:pt x="5306" y="1102"/>
                    <a:pt x="5278" y="1102"/>
                  </a:cubicBezTo>
                  <a:cubicBezTo>
                    <a:pt x="5195" y="1102"/>
                    <a:pt x="5113" y="1111"/>
                    <a:pt x="5021" y="1119"/>
                  </a:cubicBezTo>
                  <a:cubicBezTo>
                    <a:pt x="5005" y="1127"/>
                    <a:pt x="4988" y="1127"/>
                    <a:pt x="4972" y="1127"/>
                  </a:cubicBezTo>
                  <a:cubicBezTo>
                    <a:pt x="4988" y="1127"/>
                    <a:pt x="5005" y="1119"/>
                    <a:pt x="5021" y="1102"/>
                  </a:cubicBezTo>
                  <a:cubicBezTo>
                    <a:pt x="5090" y="1034"/>
                    <a:pt x="5181" y="1011"/>
                    <a:pt x="5275" y="1011"/>
                  </a:cubicBezTo>
                  <a:cubicBezTo>
                    <a:pt x="5350" y="1011"/>
                    <a:pt x="5427" y="1026"/>
                    <a:pt x="5494" y="1044"/>
                  </a:cubicBezTo>
                  <a:cubicBezTo>
                    <a:pt x="5649" y="1079"/>
                    <a:pt x="5801" y="1126"/>
                    <a:pt x="5954" y="1126"/>
                  </a:cubicBezTo>
                  <a:cubicBezTo>
                    <a:pt x="6021" y="1126"/>
                    <a:pt x="6089" y="1117"/>
                    <a:pt x="6157" y="1094"/>
                  </a:cubicBezTo>
                  <a:cubicBezTo>
                    <a:pt x="6215" y="1078"/>
                    <a:pt x="6198" y="986"/>
                    <a:pt x="6140" y="986"/>
                  </a:cubicBezTo>
                  <a:cubicBezTo>
                    <a:pt x="5891" y="970"/>
                    <a:pt x="5676" y="837"/>
                    <a:pt x="5436" y="796"/>
                  </a:cubicBezTo>
                  <a:lnTo>
                    <a:pt x="5403" y="796"/>
                  </a:lnTo>
                  <a:cubicBezTo>
                    <a:pt x="5419" y="779"/>
                    <a:pt x="5444" y="771"/>
                    <a:pt x="5461" y="754"/>
                  </a:cubicBezTo>
                  <a:cubicBezTo>
                    <a:pt x="5535" y="696"/>
                    <a:pt x="5610" y="655"/>
                    <a:pt x="5701" y="638"/>
                  </a:cubicBezTo>
                  <a:cubicBezTo>
                    <a:pt x="5800" y="622"/>
                    <a:pt x="5900" y="622"/>
                    <a:pt x="5999" y="622"/>
                  </a:cubicBezTo>
                  <a:cubicBezTo>
                    <a:pt x="6223" y="622"/>
                    <a:pt x="6447" y="622"/>
                    <a:pt x="6670" y="589"/>
                  </a:cubicBezTo>
                  <a:cubicBezTo>
                    <a:pt x="6687" y="589"/>
                    <a:pt x="6703" y="580"/>
                    <a:pt x="6720" y="580"/>
                  </a:cubicBezTo>
                  <a:cubicBezTo>
                    <a:pt x="6861" y="547"/>
                    <a:pt x="7010" y="498"/>
                    <a:pt x="7143" y="415"/>
                  </a:cubicBezTo>
                  <a:cubicBezTo>
                    <a:pt x="7143" y="415"/>
                    <a:pt x="7151" y="406"/>
                    <a:pt x="7151" y="406"/>
                  </a:cubicBezTo>
                  <a:lnTo>
                    <a:pt x="7192" y="390"/>
                  </a:lnTo>
                  <a:cubicBezTo>
                    <a:pt x="7383" y="315"/>
                    <a:pt x="7582" y="257"/>
                    <a:pt x="7780" y="249"/>
                  </a:cubicBezTo>
                  <a:cubicBezTo>
                    <a:pt x="7819" y="246"/>
                    <a:pt x="7857" y="245"/>
                    <a:pt x="7895" y="245"/>
                  </a:cubicBezTo>
                  <a:close/>
                  <a:moveTo>
                    <a:pt x="7838" y="0"/>
                  </a:moveTo>
                  <a:cubicBezTo>
                    <a:pt x="7606" y="9"/>
                    <a:pt x="7383" y="58"/>
                    <a:pt x="7176" y="133"/>
                  </a:cubicBezTo>
                  <a:cubicBezTo>
                    <a:pt x="7060" y="174"/>
                    <a:pt x="6952" y="224"/>
                    <a:pt x="6853" y="282"/>
                  </a:cubicBezTo>
                  <a:cubicBezTo>
                    <a:pt x="6803" y="307"/>
                    <a:pt x="6745" y="340"/>
                    <a:pt x="6695" y="382"/>
                  </a:cubicBezTo>
                  <a:cubicBezTo>
                    <a:pt x="6621" y="382"/>
                    <a:pt x="6538" y="390"/>
                    <a:pt x="6455" y="390"/>
                  </a:cubicBezTo>
                  <a:cubicBezTo>
                    <a:pt x="6293" y="390"/>
                    <a:pt x="6127" y="376"/>
                    <a:pt x="5963" y="376"/>
                  </a:cubicBezTo>
                  <a:cubicBezTo>
                    <a:pt x="5908" y="376"/>
                    <a:pt x="5854" y="377"/>
                    <a:pt x="5800" y="382"/>
                  </a:cubicBezTo>
                  <a:cubicBezTo>
                    <a:pt x="5684" y="390"/>
                    <a:pt x="5568" y="406"/>
                    <a:pt x="5469" y="456"/>
                  </a:cubicBezTo>
                  <a:cubicBezTo>
                    <a:pt x="5378" y="506"/>
                    <a:pt x="5303" y="572"/>
                    <a:pt x="5220" y="630"/>
                  </a:cubicBezTo>
                  <a:cubicBezTo>
                    <a:pt x="5137" y="680"/>
                    <a:pt x="5038" y="696"/>
                    <a:pt x="4963" y="754"/>
                  </a:cubicBezTo>
                  <a:cubicBezTo>
                    <a:pt x="4872" y="812"/>
                    <a:pt x="4814" y="912"/>
                    <a:pt x="4823" y="1011"/>
                  </a:cubicBezTo>
                  <a:cubicBezTo>
                    <a:pt x="4831" y="1078"/>
                    <a:pt x="4881" y="1127"/>
                    <a:pt x="4939" y="1136"/>
                  </a:cubicBezTo>
                  <a:cubicBezTo>
                    <a:pt x="4823" y="1152"/>
                    <a:pt x="4698" y="1177"/>
                    <a:pt x="4607" y="1268"/>
                  </a:cubicBezTo>
                  <a:cubicBezTo>
                    <a:pt x="4499" y="1368"/>
                    <a:pt x="4450" y="1525"/>
                    <a:pt x="4383" y="1658"/>
                  </a:cubicBezTo>
                  <a:cubicBezTo>
                    <a:pt x="4350" y="1724"/>
                    <a:pt x="4317" y="1798"/>
                    <a:pt x="4276" y="1865"/>
                  </a:cubicBezTo>
                  <a:lnTo>
                    <a:pt x="4267" y="1890"/>
                  </a:lnTo>
                  <a:cubicBezTo>
                    <a:pt x="4243" y="1890"/>
                    <a:pt x="4226" y="1890"/>
                    <a:pt x="4209" y="1906"/>
                  </a:cubicBezTo>
                  <a:cubicBezTo>
                    <a:pt x="4168" y="1956"/>
                    <a:pt x="4127" y="1997"/>
                    <a:pt x="4069" y="2006"/>
                  </a:cubicBezTo>
                  <a:cubicBezTo>
                    <a:pt x="4055" y="2008"/>
                    <a:pt x="4040" y="2009"/>
                    <a:pt x="4025" y="2009"/>
                  </a:cubicBezTo>
                  <a:cubicBezTo>
                    <a:pt x="3995" y="2009"/>
                    <a:pt x="3964" y="2006"/>
                    <a:pt x="3936" y="2006"/>
                  </a:cubicBezTo>
                  <a:cubicBezTo>
                    <a:pt x="3895" y="2006"/>
                    <a:pt x="3853" y="2006"/>
                    <a:pt x="3812" y="2022"/>
                  </a:cubicBezTo>
                  <a:cubicBezTo>
                    <a:pt x="3737" y="2047"/>
                    <a:pt x="3679" y="2088"/>
                    <a:pt x="3621" y="2146"/>
                  </a:cubicBezTo>
                  <a:cubicBezTo>
                    <a:pt x="3596" y="2171"/>
                    <a:pt x="3571" y="2204"/>
                    <a:pt x="3555" y="2238"/>
                  </a:cubicBezTo>
                  <a:cubicBezTo>
                    <a:pt x="3547" y="2246"/>
                    <a:pt x="3547" y="2262"/>
                    <a:pt x="3538" y="2279"/>
                  </a:cubicBezTo>
                  <a:cubicBezTo>
                    <a:pt x="3373" y="2287"/>
                    <a:pt x="3207" y="2370"/>
                    <a:pt x="3083" y="2445"/>
                  </a:cubicBezTo>
                  <a:cubicBezTo>
                    <a:pt x="2975" y="2519"/>
                    <a:pt x="2875" y="2610"/>
                    <a:pt x="2784" y="2710"/>
                  </a:cubicBezTo>
                  <a:cubicBezTo>
                    <a:pt x="2780" y="2708"/>
                    <a:pt x="2776" y="2707"/>
                    <a:pt x="2771" y="2707"/>
                  </a:cubicBezTo>
                  <a:cubicBezTo>
                    <a:pt x="2756" y="2707"/>
                    <a:pt x="2739" y="2716"/>
                    <a:pt x="2726" y="2735"/>
                  </a:cubicBezTo>
                  <a:cubicBezTo>
                    <a:pt x="2428" y="3207"/>
                    <a:pt x="1906" y="3464"/>
                    <a:pt x="1467" y="3779"/>
                  </a:cubicBezTo>
                  <a:cubicBezTo>
                    <a:pt x="1252" y="3944"/>
                    <a:pt x="1044" y="4127"/>
                    <a:pt x="895" y="4350"/>
                  </a:cubicBezTo>
                  <a:cubicBezTo>
                    <a:pt x="846" y="4433"/>
                    <a:pt x="796" y="4524"/>
                    <a:pt x="763" y="4615"/>
                  </a:cubicBezTo>
                  <a:cubicBezTo>
                    <a:pt x="589" y="4723"/>
                    <a:pt x="390" y="4814"/>
                    <a:pt x="249" y="4963"/>
                  </a:cubicBezTo>
                  <a:cubicBezTo>
                    <a:pt x="83" y="5129"/>
                    <a:pt x="9" y="5353"/>
                    <a:pt x="0" y="5577"/>
                  </a:cubicBezTo>
                  <a:cubicBezTo>
                    <a:pt x="0" y="5709"/>
                    <a:pt x="25" y="5833"/>
                    <a:pt x="50" y="5958"/>
                  </a:cubicBezTo>
                  <a:cubicBezTo>
                    <a:pt x="83" y="6074"/>
                    <a:pt x="133" y="6173"/>
                    <a:pt x="183" y="6281"/>
                  </a:cubicBezTo>
                  <a:cubicBezTo>
                    <a:pt x="174" y="6314"/>
                    <a:pt x="158" y="6347"/>
                    <a:pt x="150" y="6380"/>
                  </a:cubicBezTo>
                  <a:cubicBezTo>
                    <a:pt x="83" y="6571"/>
                    <a:pt x="116" y="6770"/>
                    <a:pt x="208" y="6944"/>
                  </a:cubicBezTo>
                  <a:cubicBezTo>
                    <a:pt x="257" y="7043"/>
                    <a:pt x="324" y="7126"/>
                    <a:pt x="390" y="7209"/>
                  </a:cubicBezTo>
                  <a:cubicBezTo>
                    <a:pt x="456" y="7292"/>
                    <a:pt x="539" y="7408"/>
                    <a:pt x="647" y="7433"/>
                  </a:cubicBezTo>
                  <a:cubicBezTo>
                    <a:pt x="652" y="7435"/>
                    <a:pt x="656" y="7436"/>
                    <a:pt x="661" y="7436"/>
                  </a:cubicBezTo>
                  <a:cubicBezTo>
                    <a:pt x="673" y="7436"/>
                    <a:pt x="685" y="7430"/>
                    <a:pt x="696" y="7424"/>
                  </a:cubicBezTo>
                  <a:cubicBezTo>
                    <a:pt x="721" y="7499"/>
                    <a:pt x="754" y="7573"/>
                    <a:pt x="796" y="7640"/>
                  </a:cubicBezTo>
                  <a:cubicBezTo>
                    <a:pt x="928" y="7838"/>
                    <a:pt x="1119" y="7988"/>
                    <a:pt x="1334" y="8087"/>
                  </a:cubicBezTo>
                  <a:cubicBezTo>
                    <a:pt x="1450" y="8137"/>
                    <a:pt x="1575" y="8170"/>
                    <a:pt x="1699" y="8203"/>
                  </a:cubicBezTo>
                  <a:cubicBezTo>
                    <a:pt x="1757" y="8211"/>
                    <a:pt x="1823" y="8220"/>
                    <a:pt x="1881" y="8228"/>
                  </a:cubicBezTo>
                  <a:cubicBezTo>
                    <a:pt x="1906" y="8236"/>
                    <a:pt x="1931" y="8236"/>
                    <a:pt x="1964" y="8244"/>
                  </a:cubicBezTo>
                  <a:cubicBezTo>
                    <a:pt x="1931" y="8319"/>
                    <a:pt x="1906" y="8402"/>
                    <a:pt x="1898" y="8493"/>
                  </a:cubicBezTo>
                  <a:cubicBezTo>
                    <a:pt x="1873" y="8659"/>
                    <a:pt x="1848" y="8907"/>
                    <a:pt x="1972" y="9040"/>
                  </a:cubicBezTo>
                  <a:cubicBezTo>
                    <a:pt x="1982" y="9053"/>
                    <a:pt x="1994" y="9058"/>
                    <a:pt x="2006" y="9058"/>
                  </a:cubicBezTo>
                  <a:cubicBezTo>
                    <a:pt x="2025" y="9058"/>
                    <a:pt x="2045" y="9044"/>
                    <a:pt x="2055" y="9023"/>
                  </a:cubicBezTo>
                  <a:cubicBezTo>
                    <a:pt x="2097" y="9164"/>
                    <a:pt x="2171" y="9288"/>
                    <a:pt x="2237" y="9413"/>
                  </a:cubicBezTo>
                  <a:cubicBezTo>
                    <a:pt x="2279" y="9487"/>
                    <a:pt x="2320" y="9562"/>
                    <a:pt x="2370" y="9636"/>
                  </a:cubicBezTo>
                  <a:cubicBezTo>
                    <a:pt x="2403" y="9703"/>
                    <a:pt x="2436" y="9769"/>
                    <a:pt x="2503" y="9802"/>
                  </a:cubicBezTo>
                  <a:cubicBezTo>
                    <a:pt x="2544" y="9885"/>
                    <a:pt x="2602" y="9968"/>
                    <a:pt x="2668" y="10034"/>
                  </a:cubicBezTo>
                  <a:cubicBezTo>
                    <a:pt x="2718" y="10092"/>
                    <a:pt x="2776" y="10142"/>
                    <a:pt x="2842" y="10175"/>
                  </a:cubicBezTo>
                  <a:cubicBezTo>
                    <a:pt x="2913" y="10214"/>
                    <a:pt x="3006" y="10283"/>
                    <a:pt x="3086" y="10283"/>
                  </a:cubicBezTo>
                  <a:cubicBezTo>
                    <a:pt x="3091" y="10283"/>
                    <a:pt x="3095" y="10283"/>
                    <a:pt x="3099" y="10283"/>
                  </a:cubicBezTo>
                  <a:cubicBezTo>
                    <a:pt x="3116" y="10283"/>
                    <a:pt x="3124" y="10283"/>
                    <a:pt x="3132" y="10274"/>
                  </a:cubicBezTo>
                  <a:cubicBezTo>
                    <a:pt x="3132" y="10308"/>
                    <a:pt x="3141" y="10332"/>
                    <a:pt x="3149" y="10357"/>
                  </a:cubicBezTo>
                  <a:cubicBezTo>
                    <a:pt x="3174" y="10482"/>
                    <a:pt x="3232" y="10606"/>
                    <a:pt x="3290" y="10722"/>
                  </a:cubicBezTo>
                  <a:cubicBezTo>
                    <a:pt x="3306" y="10747"/>
                    <a:pt x="3323" y="10780"/>
                    <a:pt x="3348" y="10813"/>
                  </a:cubicBezTo>
                  <a:cubicBezTo>
                    <a:pt x="3356" y="10937"/>
                    <a:pt x="3339" y="11045"/>
                    <a:pt x="3273" y="11144"/>
                  </a:cubicBezTo>
                  <a:cubicBezTo>
                    <a:pt x="3190" y="11269"/>
                    <a:pt x="3049" y="11343"/>
                    <a:pt x="2933" y="11418"/>
                  </a:cubicBezTo>
                  <a:cubicBezTo>
                    <a:pt x="2801" y="11509"/>
                    <a:pt x="2677" y="11608"/>
                    <a:pt x="2602" y="11758"/>
                  </a:cubicBezTo>
                  <a:cubicBezTo>
                    <a:pt x="2585" y="11791"/>
                    <a:pt x="2577" y="11824"/>
                    <a:pt x="2569" y="11857"/>
                  </a:cubicBezTo>
                  <a:cubicBezTo>
                    <a:pt x="2320" y="12081"/>
                    <a:pt x="2047" y="12255"/>
                    <a:pt x="1774" y="12445"/>
                  </a:cubicBezTo>
                  <a:cubicBezTo>
                    <a:pt x="1633" y="12545"/>
                    <a:pt x="1484" y="12661"/>
                    <a:pt x="1392" y="12810"/>
                  </a:cubicBezTo>
                  <a:cubicBezTo>
                    <a:pt x="1382" y="12803"/>
                    <a:pt x="1369" y="12799"/>
                    <a:pt x="1355" y="12799"/>
                  </a:cubicBezTo>
                  <a:cubicBezTo>
                    <a:pt x="1336" y="12799"/>
                    <a:pt x="1316" y="12807"/>
                    <a:pt x="1301" y="12826"/>
                  </a:cubicBezTo>
                  <a:cubicBezTo>
                    <a:pt x="1169" y="13017"/>
                    <a:pt x="1028" y="13199"/>
                    <a:pt x="953" y="13423"/>
                  </a:cubicBezTo>
                  <a:cubicBezTo>
                    <a:pt x="912" y="13531"/>
                    <a:pt x="887" y="13647"/>
                    <a:pt x="870" y="13763"/>
                  </a:cubicBezTo>
                  <a:cubicBezTo>
                    <a:pt x="870" y="13812"/>
                    <a:pt x="862" y="13870"/>
                    <a:pt x="846" y="13920"/>
                  </a:cubicBezTo>
                  <a:cubicBezTo>
                    <a:pt x="837" y="13986"/>
                    <a:pt x="821" y="14044"/>
                    <a:pt x="862" y="14094"/>
                  </a:cubicBezTo>
                  <a:cubicBezTo>
                    <a:pt x="854" y="14177"/>
                    <a:pt x="854" y="14268"/>
                    <a:pt x="879" y="14351"/>
                  </a:cubicBezTo>
                  <a:cubicBezTo>
                    <a:pt x="953" y="14583"/>
                    <a:pt x="1160" y="14765"/>
                    <a:pt x="1351" y="14906"/>
                  </a:cubicBezTo>
                  <a:cubicBezTo>
                    <a:pt x="1774" y="15204"/>
                    <a:pt x="2287" y="15304"/>
                    <a:pt x="2793" y="15345"/>
                  </a:cubicBezTo>
                  <a:cubicBezTo>
                    <a:pt x="3083" y="15362"/>
                    <a:pt x="3381" y="15370"/>
                    <a:pt x="3671" y="15387"/>
                  </a:cubicBezTo>
                  <a:cubicBezTo>
                    <a:pt x="3953" y="15395"/>
                    <a:pt x="4234" y="15428"/>
                    <a:pt x="4516" y="15478"/>
                  </a:cubicBezTo>
                  <a:cubicBezTo>
                    <a:pt x="5071" y="15577"/>
                    <a:pt x="5593" y="15768"/>
                    <a:pt x="6123" y="15967"/>
                  </a:cubicBezTo>
                  <a:cubicBezTo>
                    <a:pt x="6380" y="16066"/>
                    <a:pt x="6637" y="16157"/>
                    <a:pt x="6911" y="16215"/>
                  </a:cubicBezTo>
                  <a:cubicBezTo>
                    <a:pt x="7184" y="16281"/>
                    <a:pt x="7457" y="16306"/>
                    <a:pt x="7739" y="16306"/>
                  </a:cubicBezTo>
                  <a:cubicBezTo>
                    <a:pt x="7761" y="16307"/>
                    <a:pt x="7783" y="16307"/>
                    <a:pt x="7805" y="16307"/>
                  </a:cubicBezTo>
                  <a:cubicBezTo>
                    <a:pt x="8347" y="16307"/>
                    <a:pt x="8887" y="16211"/>
                    <a:pt x="9413" y="16116"/>
                  </a:cubicBezTo>
                  <a:cubicBezTo>
                    <a:pt x="9984" y="16008"/>
                    <a:pt x="10540" y="15909"/>
                    <a:pt x="11120" y="15875"/>
                  </a:cubicBezTo>
                  <a:cubicBezTo>
                    <a:pt x="11683" y="15842"/>
                    <a:pt x="12255" y="15834"/>
                    <a:pt x="12818" y="15735"/>
                  </a:cubicBezTo>
                  <a:cubicBezTo>
                    <a:pt x="13323" y="15643"/>
                    <a:pt x="13829" y="15478"/>
                    <a:pt x="14235" y="15163"/>
                  </a:cubicBezTo>
                  <a:cubicBezTo>
                    <a:pt x="14599" y="14889"/>
                    <a:pt x="14914" y="14475"/>
                    <a:pt x="14989" y="14019"/>
                  </a:cubicBezTo>
                  <a:cubicBezTo>
                    <a:pt x="15005" y="13945"/>
                    <a:pt x="15005" y="13870"/>
                    <a:pt x="15005" y="13796"/>
                  </a:cubicBezTo>
                  <a:cubicBezTo>
                    <a:pt x="15047" y="13729"/>
                    <a:pt x="15072" y="13663"/>
                    <a:pt x="15097" y="13589"/>
                  </a:cubicBezTo>
                  <a:cubicBezTo>
                    <a:pt x="15138" y="13448"/>
                    <a:pt x="15121" y="13290"/>
                    <a:pt x="15047" y="13158"/>
                  </a:cubicBezTo>
                  <a:cubicBezTo>
                    <a:pt x="14989" y="13050"/>
                    <a:pt x="14906" y="12975"/>
                    <a:pt x="14823" y="12893"/>
                  </a:cubicBezTo>
                  <a:cubicBezTo>
                    <a:pt x="14823" y="12868"/>
                    <a:pt x="14823" y="12843"/>
                    <a:pt x="14823" y="12818"/>
                  </a:cubicBezTo>
                  <a:cubicBezTo>
                    <a:pt x="14823" y="12744"/>
                    <a:pt x="14807" y="12661"/>
                    <a:pt x="14782" y="12578"/>
                  </a:cubicBezTo>
                  <a:cubicBezTo>
                    <a:pt x="14740" y="12420"/>
                    <a:pt x="14657" y="12280"/>
                    <a:pt x="14525" y="12172"/>
                  </a:cubicBezTo>
                  <a:cubicBezTo>
                    <a:pt x="14392" y="12072"/>
                    <a:pt x="14243" y="12006"/>
                    <a:pt x="14119" y="11890"/>
                  </a:cubicBezTo>
                  <a:cubicBezTo>
                    <a:pt x="14061" y="11832"/>
                    <a:pt x="14003" y="11766"/>
                    <a:pt x="13953" y="11708"/>
                  </a:cubicBezTo>
                  <a:cubicBezTo>
                    <a:pt x="13928" y="11683"/>
                    <a:pt x="13903" y="11658"/>
                    <a:pt x="13879" y="11633"/>
                  </a:cubicBezTo>
                  <a:cubicBezTo>
                    <a:pt x="13879" y="11608"/>
                    <a:pt x="13887" y="11584"/>
                    <a:pt x="13887" y="11567"/>
                  </a:cubicBezTo>
                  <a:cubicBezTo>
                    <a:pt x="13887" y="11360"/>
                    <a:pt x="13837" y="11153"/>
                    <a:pt x="13713" y="10995"/>
                  </a:cubicBezTo>
                  <a:cubicBezTo>
                    <a:pt x="13580" y="10830"/>
                    <a:pt x="13406" y="10722"/>
                    <a:pt x="13265" y="10573"/>
                  </a:cubicBezTo>
                  <a:cubicBezTo>
                    <a:pt x="13199" y="10506"/>
                    <a:pt x="13141" y="10440"/>
                    <a:pt x="13091" y="10357"/>
                  </a:cubicBezTo>
                  <a:cubicBezTo>
                    <a:pt x="13166" y="10357"/>
                    <a:pt x="13232" y="10374"/>
                    <a:pt x="13299" y="10407"/>
                  </a:cubicBezTo>
                  <a:cubicBezTo>
                    <a:pt x="13456" y="10473"/>
                    <a:pt x="13597" y="10573"/>
                    <a:pt x="13754" y="10639"/>
                  </a:cubicBezTo>
                  <a:cubicBezTo>
                    <a:pt x="14037" y="10743"/>
                    <a:pt x="14361" y="10766"/>
                    <a:pt x="14667" y="10766"/>
                  </a:cubicBezTo>
                  <a:cubicBezTo>
                    <a:pt x="14728" y="10766"/>
                    <a:pt x="14789" y="10765"/>
                    <a:pt x="14848" y="10763"/>
                  </a:cubicBezTo>
                  <a:cubicBezTo>
                    <a:pt x="15171" y="10747"/>
                    <a:pt x="15536" y="10647"/>
                    <a:pt x="15685" y="10332"/>
                  </a:cubicBezTo>
                  <a:cubicBezTo>
                    <a:pt x="15743" y="10216"/>
                    <a:pt x="15743" y="10109"/>
                    <a:pt x="15735" y="9993"/>
                  </a:cubicBezTo>
                  <a:cubicBezTo>
                    <a:pt x="15768" y="9943"/>
                    <a:pt x="15809" y="9885"/>
                    <a:pt x="15851" y="9844"/>
                  </a:cubicBezTo>
                  <a:cubicBezTo>
                    <a:pt x="15925" y="9752"/>
                    <a:pt x="16008" y="9670"/>
                    <a:pt x="16107" y="9603"/>
                  </a:cubicBezTo>
                  <a:cubicBezTo>
                    <a:pt x="16315" y="9446"/>
                    <a:pt x="16555" y="9355"/>
                    <a:pt x="16754" y="9197"/>
                  </a:cubicBezTo>
                  <a:cubicBezTo>
                    <a:pt x="17035" y="8974"/>
                    <a:pt x="17176" y="8634"/>
                    <a:pt x="17226" y="8286"/>
                  </a:cubicBezTo>
                  <a:cubicBezTo>
                    <a:pt x="17251" y="8253"/>
                    <a:pt x="17267" y="8228"/>
                    <a:pt x="17292" y="8195"/>
                  </a:cubicBezTo>
                  <a:cubicBezTo>
                    <a:pt x="17342" y="8128"/>
                    <a:pt x="17392" y="8062"/>
                    <a:pt x="17433" y="7988"/>
                  </a:cubicBezTo>
                  <a:cubicBezTo>
                    <a:pt x="17516" y="7855"/>
                    <a:pt x="17591" y="7723"/>
                    <a:pt x="17665" y="7590"/>
                  </a:cubicBezTo>
                  <a:cubicBezTo>
                    <a:pt x="17740" y="7474"/>
                    <a:pt x="17814" y="7341"/>
                    <a:pt x="17839" y="7209"/>
                  </a:cubicBezTo>
                  <a:cubicBezTo>
                    <a:pt x="17872" y="7060"/>
                    <a:pt x="17856" y="6911"/>
                    <a:pt x="17814" y="6770"/>
                  </a:cubicBezTo>
                  <a:cubicBezTo>
                    <a:pt x="17781" y="6654"/>
                    <a:pt x="17731" y="6538"/>
                    <a:pt x="17673" y="6430"/>
                  </a:cubicBezTo>
                  <a:cubicBezTo>
                    <a:pt x="17690" y="6397"/>
                    <a:pt x="17698" y="6364"/>
                    <a:pt x="17707" y="6322"/>
                  </a:cubicBezTo>
                  <a:cubicBezTo>
                    <a:pt x="17731" y="6231"/>
                    <a:pt x="17756" y="6132"/>
                    <a:pt x="17773" y="6041"/>
                  </a:cubicBezTo>
                  <a:cubicBezTo>
                    <a:pt x="17806" y="5858"/>
                    <a:pt x="17823" y="5676"/>
                    <a:pt x="17814" y="5494"/>
                  </a:cubicBezTo>
                  <a:cubicBezTo>
                    <a:pt x="17798" y="5303"/>
                    <a:pt x="17756" y="5121"/>
                    <a:pt x="17665" y="4955"/>
                  </a:cubicBezTo>
                  <a:cubicBezTo>
                    <a:pt x="17574" y="4781"/>
                    <a:pt x="17441" y="4640"/>
                    <a:pt x="17301" y="4508"/>
                  </a:cubicBezTo>
                  <a:cubicBezTo>
                    <a:pt x="16754" y="3969"/>
                    <a:pt x="16132" y="3513"/>
                    <a:pt x="15461" y="3141"/>
                  </a:cubicBezTo>
                  <a:cubicBezTo>
                    <a:pt x="15254" y="3025"/>
                    <a:pt x="14981" y="2909"/>
                    <a:pt x="14782" y="2726"/>
                  </a:cubicBezTo>
                  <a:cubicBezTo>
                    <a:pt x="14782" y="2668"/>
                    <a:pt x="14765" y="2610"/>
                    <a:pt x="14757" y="2552"/>
                  </a:cubicBezTo>
                  <a:cubicBezTo>
                    <a:pt x="14749" y="2470"/>
                    <a:pt x="14732" y="2395"/>
                    <a:pt x="14707" y="2312"/>
                  </a:cubicBezTo>
                  <a:cubicBezTo>
                    <a:pt x="14649" y="2138"/>
                    <a:pt x="14525" y="2022"/>
                    <a:pt x="14359" y="1939"/>
                  </a:cubicBezTo>
                  <a:cubicBezTo>
                    <a:pt x="14276" y="1898"/>
                    <a:pt x="14185" y="1865"/>
                    <a:pt x="14086" y="1823"/>
                  </a:cubicBezTo>
                  <a:cubicBezTo>
                    <a:pt x="14102" y="1823"/>
                    <a:pt x="14111" y="1807"/>
                    <a:pt x="14119" y="1790"/>
                  </a:cubicBezTo>
                  <a:cubicBezTo>
                    <a:pt x="14135" y="1765"/>
                    <a:pt x="14135" y="1724"/>
                    <a:pt x="14111" y="1699"/>
                  </a:cubicBezTo>
                  <a:cubicBezTo>
                    <a:pt x="14094" y="1682"/>
                    <a:pt x="14077" y="1674"/>
                    <a:pt x="14053" y="1666"/>
                  </a:cubicBezTo>
                  <a:cubicBezTo>
                    <a:pt x="14042" y="1666"/>
                    <a:pt x="14045" y="1670"/>
                    <a:pt x="14044" y="1670"/>
                  </a:cubicBezTo>
                  <a:cubicBezTo>
                    <a:pt x="14043" y="1670"/>
                    <a:pt x="14042" y="1669"/>
                    <a:pt x="14036" y="1666"/>
                  </a:cubicBezTo>
                  <a:cubicBezTo>
                    <a:pt x="14028" y="1666"/>
                    <a:pt x="14019" y="1658"/>
                    <a:pt x="14011" y="1658"/>
                  </a:cubicBezTo>
                  <a:lnTo>
                    <a:pt x="13978" y="1649"/>
                  </a:lnTo>
                  <a:lnTo>
                    <a:pt x="13978" y="1649"/>
                  </a:lnTo>
                  <a:cubicBezTo>
                    <a:pt x="13984" y="1652"/>
                    <a:pt x="13983" y="1653"/>
                    <a:pt x="13979" y="1653"/>
                  </a:cubicBezTo>
                  <a:cubicBezTo>
                    <a:pt x="13972" y="1653"/>
                    <a:pt x="13953" y="1649"/>
                    <a:pt x="13953" y="1649"/>
                  </a:cubicBezTo>
                  <a:cubicBezTo>
                    <a:pt x="13945" y="1649"/>
                    <a:pt x="13937" y="1641"/>
                    <a:pt x="13928" y="1641"/>
                  </a:cubicBezTo>
                  <a:lnTo>
                    <a:pt x="13887" y="1641"/>
                  </a:lnTo>
                  <a:cubicBezTo>
                    <a:pt x="13879" y="1641"/>
                    <a:pt x="13870" y="1633"/>
                    <a:pt x="13854" y="1633"/>
                  </a:cubicBezTo>
                  <a:lnTo>
                    <a:pt x="13845" y="1633"/>
                  </a:lnTo>
                  <a:cubicBezTo>
                    <a:pt x="13837" y="1624"/>
                    <a:pt x="13821" y="1616"/>
                    <a:pt x="13812" y="1608"/>
                  </a:cubicBezTo>
                  <a:cubicBezTo>
                    <a:pt x="13821" y="1583"/>
                    <a:pt x="13812" y="1550"/>
                    <a:pt x="13787" y="1533"/>
                  </a:cubicBezTo>
                  <a:cubicBezTo>
                    <a:pt x="13564" y="1426"/>
                    <a:pt x="13415" y="1235"/>
                    <a:pt x="13249" y="1061"/>
                  </a:cubicBezTo>
                  <a:cubicBezTo>
                    <a:pt x="13067" y="870"/>
                    <a:pt x="12851" y="713"/>
                    <a:pt x="12603" y="630"/>
                  </a:cubicBezTo>
                  <a:cubicBezTo>
                    <a:pt x="12499" y="592"/>
                    <a:pt x="12388" y="573"/>
                    <a:pt x="12277" y="573"/>
                  </a:cubicBezTo>
                  <a:cubicBezTo>
                    <a:pt x="12149" y="573"/>
                    <a:pt x="12022" y="598"/>
                    <a:pt x="11907" y="647"/>
                  </a:cubicBezTo>
                  <a:cubicBezTo>
                    <a:pt x="11896" y="631"/>
                    <a:pt x="11878" y="618"/>
                    <a:pt x="11860" y="618"/>
                  </a:cubicBezTo>
                  <a:cubicBezTo>
                    <a:pt x="11850" y="618"/>
                    <a:pt x="11841" y="621"/>
                    <a:pt x="11832" y="630"/>
                  </a:cubicBezTo>
                  <a:cubicBezTo>
                    <a:pt x="11730" y="702"/>
                    <a:pt x="11614" y="727"/>
                    <a:pt x="11495" y="727"/>
                  </a:cubicBezTo>
                  <a:cubicBezTo>
                    <a:pt x="11353" y="727"/>
                    <a:pt x="11205" y="691"/>
                    <a:pt x="11070" y="655"/>
                  </a:cubicBezTo>
                  <a:cubicBezTo>
                    <a:pt x="10929" y="614"/>
                    <a:pt x="10780" y="556"/>
                    <a:pt x="10631" y="531"/>
                  </a:cubicBezTo>
                  <a:cubicBezTo>
                    <a:pt x="10614" y="531"/>
                    <a:pt x="10598" y="522"/>
                    <a:pt x="10581" y="522"/>
                  </a:cubicBezTo>
                  <a:lnTo>
                    <a:pt x="10581" y="514"/>
                  </a:lnTo>
                  <a:cubicBezTo>
                    <a:pt x="10506" y="406"/>
                    <a:pt x="10349" y="340"/>
                    <a:pt x="10233" y="282"/>
                  </a:cubicBezTo>
                  <a:cubicBezTo>
                    <a:pt x="10109" y="224"/>
                    <a:pt x="9984" y="174"/>
                    <a:pt x="9852" y="150"/>
                  </a:cubicBezTo>
                  <a:cubicBezTo>
                    <a:pt x="9782" y="138"/>
                    <a:pt x="9715" y="132"/>
                    <a:pt x="9649" y="132"/>
                  </a:cubicBezTo>
                  <a:cubicBezTo>
                    <a:pt x="9439" y="132"/>
                    <a:pt x="9245" y="190"/>
                    <a:pt x="9056" y="290"/>
                  </a:cubicBezTo>
                  <a:cubicBezTo>
                    <a:pt x="8990" y="324"/>
                    <a:pt x="8924" y="365"/>
                    <a:pt x="8866" y="398"/>
                  </a:cubicBezTo>
                  <a:cubicBezTo>
                    <a:pt x="8775" y="266"/>
                    <a:pt x="8601" y="174"/>
                    <a:pt x="8468" y="116"/>
                  </a:cubicBezTo>
                  <a:cubicBezTo>
                    <a:pt x="8269" y="34"/>
                    <a:pt x="8054" y="0"/>
                    <a:pt x="78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32"/>
            <p:cNvSpPr/>
            <p:nvPr/>
          </p:nvSpPr>
          <p:spPr>
            <a:xfrm>
              <a:off x="5867375" y="2929775"/>
              <a:ext cx="6275" cy="17000"/>
            </a:xfrm>
            <a:custGeom>
              <a:rect b="b" l="l" r="r" t="t"/>
              <a:pathLst>
                <a:path extrusionOk="0" h="680" w="251">
                  <a:moveTo>
                    <a:pt x="198" y="1"/>
                  </a:moveTo>
                  <a:cubicBezTo>
                    <a:pt x="185" y="1"/>
                    <a:pt x="171" y="8"/>
                    <a:pt x="162" y="25"/>
                  </a:cubicBezTo>
                  <a:cubicBezTo>
                    <a:pt x="112" y="108"/>
                    <a:pt x="79" y="216"/>
                    <a:pt x="54" y="315"/>
                  </a:cubicBezTo>
                  <a:cubicBezTo>
                    <a:pt x="38" y="423"/>
                    <a:pt x="21" y="523"/>
                    <a:pt x="5" y="630"/>
                  </a:cubicBezTo>
                  <a:cubicBezTo>
                    <a:pt x="0" y="663"/>
                    <a:pt x="26" y="680"/>
                    <a:pt x="53" y="680"/>
                  </a:cubicBezTo>
                  <a:cubicBezTo>
                    <a:pt x="75" y="680"/>
                    <a:pt x="97" y="669"/>
                    <a:pt x="104" y="647"/>
                  </a:cubicBezTo>
                  <a:cubicBezTo>
                    <a:pt x="121" y="547"/>
                    <a:pt x="137" y="448"/>
                    <a:pt x="170" y="349"/>
                  </a:cubicBezTo>
                  <a:cubicBezTo>
                    <a:pt x="195" y="249"/>
                    <a:pt x="228" y="158"/>
                    <a:pt x="245" y="59"/>
                  </a:cubicBezTo>
                  <a:cubicBezTo>
                    <a:pt x="250" y="26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32"/>
            <p:cNvSpPr/>
            <p:nvPr/>
          </p:nvSpPr>
          <p:spPr>
            <a:xfrm>
              <a:off x="5885275" y="2862775"/>
              <a:ext cx="17850" cy="72300"/>
            </a:xfrm>
            <a:custGeom>
              <a:rect b="b" l="l" r="r" t="t"/>
              <a:pathLst>
                <a:path extrusionOk="0" h="2892" w="714">
                  <a:moveTo>
                    <a:pt x="65" y="0"/>
                  </a:moveTo>
                  <a:cubicBezTo>
                    <a:pt x="32" y="0"/>
                    <a:pt x="0" y="36"/>
                    <a:pt x="18" y="71"/>
                  </a:cubicBezTo>
                  <a:cubicBezTo>
                    <a:pt x="242" y="452"/>
                    <a:pt x="474" y="891"/>
                    <a:pt x="490" y="1347"/>
                  </a:cubicBezTo>
                  <a:cubicBezTo>
                    <a:pt x="498" y="1587"/>
                    <a:pt x="432" y="1819"/>
                    <a:pt x="374" y="2051"/>
                  </a:cubicBezTo>
                  <a:cubicBezTo>
                    <a:pt x="308" y="2300"/>
                    <a:pt x="225" y="2548"/>
                    <a:pt x="208" y="2797"/>
                  </a:cubicBezTo>
                  <a:cubicBezTo>
                    <a:pt x="203" y="2854"/>
                    <a:pt x="256" y="2891"/>
                    <a:pt x="307" y="2891"/>
                  </a:cubicBezTo>
                  <a:cubicBezTo>
                    <a:pt x="337" y="2891"/>
                    <a:pt x="367" y="2877"/>
                    <a:pt x="382" y="2846"/>
                  </a:cubicBezTo>
                  <a:cubicBezTo>
                    <a:pt x="498" y="2606"/>
                    <a:pt x="548" y="2316"/>
                    <a:pt x="606" y="2059"/>
                  </a:cubicBezTo>
                  <a:cubicBezTo>
                    <a:pt x="664" y="1811"/>
                    <a:pt x="714" y="1570"/>
                    <a:pt x="689" y="1314"/>
                  </a:cubicBezTo>
                  <a:cubicBezTo>
                    <a:pt x="639" y="825"/>
                    <a:pt x="366" y="427"/>
                    <a:pt x="101" y="21"/>
                  </a:cubicBezTo>
                  <a:cubicBezTo>
                    <a:pt x="91" y="6"/>
                    <a:pt x="78" y="0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32"/>
            <p:cNvSpPr/>
            <p:nvPr/>
          </p:nvSpPr>
          <p:spPr>
            <a:xfrm>
              <a:off x="5905600" y="2906325"/>
              <a:ext cx="4775" cy="15625"/>
            </a:xfrm>
            <a:custGeom>
              <a:rect b="b" l="l" r="r" t="t"/>
              <a:pathLst>
                <a:path extrusionOk="0" h="625" w="191">
                  <a:moveTo>
                    <a:pt x="68" y="0"/>
                  </a:moveTo>
                  <a:cubicBezTo>
                    <a:pt x="62" y="0"/>
                    <a:pt x="56" y="1"/>
                    <a:pt x="50" y="2"/>
                  </a:cubicBezTo>
                  <a:cubicBezTo>
                    <a:pt x="17" y="11"/>
                    <a:pt x="0" y="44"/>
                    <a:pt x="9" y="77"/>
                  </a:cubicBezTo>
                  <a:lnTo>
                    <a:pt x="42" y="350"/>
                  </a:lnTo>
                  <a:cubicBezTo>
                    <a:pt x="50" y="392"/>
                    <a:pt x="58" y="433"/>
                    <a:pt x="67" y="475"/>
                  </a:cubicBezTo>
                  <a:cubicBezTo>
                    <a:pt x="67" y="500"/>
                    <a:pt x="67" y="516"/>
                    <a:pt x="75" y="541"/>
                  </a:cubicBezTo>
                  <a:cubicBezTo>
                    <a:pt x="83" y="566"/>
                    <a:pt x="91" y="582"/>
                    <a:pt x="108" y="607"/>
                  </a:cubicBezTo>
                  <a:cubicBezTo>
                    <a:pt x="116" y="619"/>
                    <a:pt x="131" y="625"/>
                    <a:pt x="145" y="625"/>
                  </a:cubicBezTo>
                  <a:cubicBezTo>
                    <a:pt x="162" y="625"/>
                    <a:pt x="178" y="617"/>
                    <a:pt x="183" y="599"/>
                  </a:cubicBezTo>
                  <a:cubicBezTo>
                    <a:pt x="183" y="574"/>
                    <a:pt x="191" y="549"/>
                    <a:pt x="191" y="524"/>
                  </a:cubicBezTo>
                  <a:cubicBezTo>
                    <a:pt x="191" y="500"/>
                    <a:pt x="191" y="483"/>
                    <a:pt x="183" y="458"/>
                  </a:cubicBezTo>
                  <a:cubicBezTo>
                    <a:pt x="183" y="408"/>
                    <a:pt x="174" y="367"/>
                    <a:pt x="166" y="317"/>
                  </a:cubicBezTo>
                  <a:cubicBezTo>
                    <a:pt x="158" y="226"/>
                    <a:pt x="141" y="135"/>
                    <a:pt x="133" y="44"/>
                  </a:cubicBezTo>
                  <a:cubicBezTo>
                    <a:pt x="126" y="16"/>
                    <a:pt x="96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32"/>
            <p:cNvSpPr/>
            <p:nvPr/>
          </p:nvSpPr>
          <p:spPr>
            <a:xfrm>
              <a:off x="5930625" y="2847550"/>
              <a:ext cx="32375" cy="38850"/>
            </a:xfrm>
            <a:custGeom>
              <a:rect b="b" l="l" r="r" t="t"/>
              <a:pathLst>
                <a:path extrusionOk="0" h="1554" w="1295">
                  <a:moveTo>
                    <a:pt x="60" y="0"/>
                  </a:moveTo>
                  <a:cubicBezTo>
                    <a:pt x="23" y="0"/>
                    <a:pt x="1" y="56"/>
                    <a:pt x="35" y="83"/>
                  </a:cubicBezTo>
                  <a:cubicBezTo>
                    <a:pt x="300" y="249"/>
                    <a:pt x="524" y="473"/>
                    <a:pt x="698" y="738"/>
                  </a:cubicBezTo>
                  <a:cubicBezTo>
                    <a:pt x="781" y="862"/>
                    <a:pt x="855" y="995"/>
                    <a:pt x="922" y="1135"/>
                  </a:cubicBezTo>
                  <a:cubicBezTo>
                    <a:pt x="946" y="1202"/>
                    <a:pt x="980" y="1268"/>
                    <a:pt x="1004" y="1343"/>
                  </a:cubicBezTo>
                  <a:cubicBezTo>
                    <a:pt x="1029" y="1409"/>
                    <a:pt x="1062" y="1500"/>
                    <a:pt x="1129" y="1541"/>
                  </a:cubicBezTo>
                  <a:cubicBezTo>
                    <a:pt x="1137" y="1550"/>
                    <a:pt x="1149" y="1553"/>
                    <a:pt x="1162" y="1553"/>
                  </a:cubicBezTo>
                  <a:cubicBezTo>
                    <a:pt x="1188" y="1553"/>
                    <a:pt x="1217" y="1539"/>
                    <a:pt x="1228" y="1517"/>
                  </a:cubicBezTo>
                  <a:cubicBezTo>
                    <a:pt x="1294" y="1376"/>
                    <a:pt x="1187" y="1169"/>
                    <a:pt x="1120" y="1044"/>
                  </a:cubicBezTo>
                  <a:cubicBezTo>
                    <a:pt x="1046" y="895"/>
                    <a:pt x="946" y="754"/>
                    <a:pt x="847" y="622"/>
                  </a:cubicBezTo>
                  <a:cubicBezTo>
                    <a:pt x="640" y="365"/>
                    <a:pt x="375" y="158"/>
                    <a:pt x="85" y="9"/>
                  </a:cubicBezTo>
                  <a:cubicBezTo>
                    <a:pt x="76" y="3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32"/>
            <p:cNvSpPr/>
            <p:nvPr/>
          </p:nvSpPr>
          <p:spPr>
            <a:xfrm>
              <a:off x="5962350" y="2889325"/>
              <a:ext cx="3750" cy="6875"/>
            </a:xfrm>
            <a:custGeom>
              <a:rect b="b" l="l" r="r" t="t"/>
              <a:pathLst>
                <a:path extrusionOk="0" h="275" w="150">
                  <a:moveTo>
                    <a:pt x="55" y="1"/>
                  </a:moveTo>
                  <a:cubicBezTo>
                    <a:pt x="51" y="1"/>
                    <a:pt x="47" y="1"/>
                    <a:pt x="42" y="3"/>
                  </a:cubicBezTo>
                  <a:cubicBezTo>
                    <a:pt x="17" y="11"/>
                    <a:pt x="1" y="28"/>
                    <a:pt x="9" y="53"/>
                  </a:cubicBezTo>
                  <a:cubicBezTo>
                    <a:pt x="25" y="94"/>
                    <a:pt x="34" y="136"/>
                    <a:pt x="50" y="169"/>
                  </a:cubicBezTo>
                  <a:cubicBezTo>
                    <a:pt x="59" y="185"/>
                    <a:pt x="67" y="202"/>
                    <a:pt x="75" y="218"/>
                  </a:cubicBezTo>
                  <a:cubicBezTo>
                    <a:pt x="83" y="227"/>
                    <a:pt x="83" y="235"/>
                    <a:pt x="92" y="243"/>
                  </a:cubicBezTo>
                  <a:cubicBezTo>
                    <a:pt x="100" y="252"/>
                    <a:pt x="108" y="260"/>
                    <a:pt x="108" y="268"/>
                  </a:cubicBezTo>
                  <a:cubicBezTo>
                    <a:pt x="113" y="273"/>
                    <a:pt x="119" y="275"/>
                    <a:pt x="124" y="275"/>
                  </a:cubicBezTo>
                  <a:cubicBezTo>
                    <a:pt x="137" y="275"/>
                    <a:pt x="150" y="263"/>
                    <a:pt x="150" y="252"/>
                  </a:cubicBezTo>
                  <a:lnTo>
                    <a:pt x="150" y="227"/>
                  </a:lnTo>
                  <a:cubicBezTo>
                    <a:pt x="150" y="210"/>
                    <a:pt x="141" y="202"/>
                    <a:pt x="141" y="194"/>
                  </a:cubicBezTo>
                  <a:cubicBezTo>
                    <a:pt x="141" y="177"/>
                    <a:pt x="133" y="152"/>
                    <a:pt x="133" y="136"/>
                  </a:cubicBezTo>
                  <a:cubicBezTo>
                    <a:pt x="125" y="119"/>
                    <a:pt x="117" y="102"/>
                    <a:pt x="117" y="86"/>
                  </a:cubicBezTo>
                  <a:cubicBezTo>
                    <a:pt x="108" y="69"/>
                    <a:pt x="100" y="53"/>
                    <a:pt x="92" y="28"/>
                  </a:cubicBezTo>
                  <a:cubicBezTo>
                    <a:pt x="85" y="14"/>
                    <a:pt x="73" y="1"/>
                    <a:pt x="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32"/>
            <p:cNvSpPr/>
            <p:nvPr/>
          </p:nvSpPr>
          <p:spPr>
            <a:xfrm>
              <a:off x="5923675" y="2898325"/>
              <a:ext cx="13850" cy="38150"/>
            </a:xfrm>
            <a:custGeom>
              <a:rect b="b" l="l" r="r" t="t"/>
              <a:pathLst>
                <a:path extrusionOk="0" h="1526" w="554">
                  <a:moveTo>
                    <a:pt x="46" y="0"/>
                  </a:moveTo>
                  <a:cubicBezTo>
                    <a:pt x="25" y="0"/>
                    <a:pt x="1" y="19"/>
                    <a:pt x="6" y="41"/>
                  </a:cubicBezTo>
                  <a:cubicBezTo>
                    <a:pt x="56" y="173"/>
                    <a:pt x="89" y="306"/>
                    <a:pt x="131" y="447"/>
                  </a:cubicBezTo>
                  <a:cubicBezTo>
                    <a:pt x="164" y="571"/>
                    <a:pt x="197" y="704"/>
                    <a:pt x="222" y="836"/>
                  </a:cubicBezTo>
                  <a:cubicBezTo>
                    <a:pt x="247" y="960"/>
                    <a:pt x="255" y="1093"/>
                    <a:pt x="272" y="1225"/>
                  </a:cubicBezTo>
                  <a:cubicBezTo>
                    <a:pt x="288" y="1333"/>
                    <a:pt x="313" y="1499"/>
                    <a:pt x="446" y="1524"/>
                  </a:cubicBezTo>
                  <a:cubicBezTo>
                    <a:pt x="451" y="1525"/>
                    <a:pt x="456" y="1525"/>
                    <a:pt x="461" y="1525"/>
                  </a:cubicBezTo>
                  <a:cubicBezTo>
                    <a:pt x="503" y="1525"/>
                    <a:pt x="538" y="1494"/>
                    <a:pt x="545" y="1449"/>
                  </a:cubicBezTo>
                  <a:cubicBezTo>
                    <a:pt x="553" y="1383"/>
                    <a:pt x="520" y="1333"/>
                    <a:pt x="504" y="1275"/>
                  </a:cubicBezTo>
                  <a:cubicBezTo>
                    <a:pt x="487" y="1225"/>
                    <a:pt x="479" y="1176"/>
                    <a:pt x="479" y="1126"/>
                  </a:cubicBezTo>
                  <a:cubicBezTo>
                    <a:pt x="462" y="994"/>
                    <a:pt x="429" y="861"/>
                    <a:pt x="388" y="737"/>
                  </a:cubicBezTo>
                  <a:cubicBezTo>
                    <a:pt x="346" y="612"/>
                    <a:pt x="305" y="496"/>
                    <a:pt x="247" y="380"/>
                  </a:cubicBezTo>
                  <a:cubicBezTo>
                    <a:pt x="189" y="256"/>
                    <a:pt x="122" y="140"/>
                    <a:pt x="73" y="16"/>
                  </a:cubicBezTo>
                  <a:cubicBezTo>
                    <a:pt x="67" y="5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32"/>
            <p:cNvSpPr/>
            <p:nvPr/>
          </p:nvSpPr>
          <p:spPr>
            <a:xfrm>
              <a:off x="5912650" y="2873225"/>
              <a:ext cx="3525" cy="2725"/>
            </a:xfrm>
            <a:custGeom>
              <a:rect b="b" l="l" r="r" t="t"/>
              <a:pathLst>
                <a:path extrusionOk="0" h="109" w="141">
                  <a:moveTo>
                    <a:pt x="66" y="1"/>
                  </a:moveTo>
                  <a:cubicBezTo>
                    <a:pt x="0" y="1"/>
                    <a:pt x="0" y="108"/>
                    <a:pt x="66" y="108"/>
                  </a:cubicBezTo>
                  <a:cubicBezTo>
                    <a:pt x="141" y="108"/>
                    <a:pt x="141" y="1"/>
                    <a:pt x="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32"/>
            <p:cNvSpPr/>
            <p:nvPr/>
          </p:nvSpPr>
          <p:spPr>
            <a:xfrm>
              <a:off x="5703625" y="2752000"/>
              <a:ext cx="10400" cy="2975"/>
            </a:xfrm>
            <a:custGeom>
              <a:rect b="b" l="l" r="r" t="t"/>
              <a:pathLst>
                <a:path extrusionOk="0" h="119" w="416">
                  <a:moveTo>
                    <a:pt x="59" y="1"/>
                  </a:moveTo>
                  <a:cubicBezTo>
                    <a:pt x="34" y="1"/>
                    <a:pt x="16" y="15"/>
                    <a:pt x="9" y="36"/>
                  </a:cubicBezTo>
                  <a:cubicBezTo>
                    <a:pt x="1" y="61"/>
                    <a:pt x="18" y="102"/>
                    <a:pt x="42" y="102"/>
                  </a:cubicBezTo>
                  <a:cubicBezTo>
                    <a:pt x="100" y="110"/>
                    <a:pt x="158" y="119"/>
                    <a:pt x="216" y="119"/>
                  </a:cubicBezTo>
                  <a:cubicBezTo>
                    <a:pt x="241" y="119"/>
                    <a:pt x="274" y="119"/>
                    <a:pt x="299" y="110"/>
                  </a:cubicBezTo>
                  <a:lnTo>
                    <a:pt x="341" y="110"/>
                  </a:lnTo>
                  <a:cubicBezTo>
                    <a:pt x="357" y="110"/>
                    <a:pt x="366" y="102"/>
                    <a:pt x="382" y="94"/>
                  </a:cubicBezTo>
                  <a:cubicBezTo>
                    <a:pt x="407" y="86"/>
                    <a:pt x="415" y="52"/>
                    <a:pt x="382" y="44"/>
                  </a:cubicBezTo>
                  <a:cubicBezTo>
                    <a:pt x="366" y="36"/>
                    <a:pt x="357" y="36"/>
                    <a:pt x="341" y="28"/>
                  </a:cubicBezTo>
                  <a:lnTo>
                    <a:pt x="299" y="28"/>
                  </a:lnTo>
                  <a:cubicBezTo>
                    <a:pt x="274" y="28"/>
                    <a:pt x="250" y="19"/>
                    <a:pt x="225" y="19"/>
                  </a:cubicBezTo>
                  <a:cubicBezTo>
                    <a:pt x="175" y="11"/>
                    <a:pt x="117" y="11"/>
                    <a:pt x="76" y="3"/>
                  </a:cubicBezTo>
                  <a:cubicBezTo>
                    <a:pt x="70" y="1"/>
                    <a:pt x="64" y="1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32"/>
            <p:cNvSpPr/>
            <p:nvPr/>
          </p:nvSpPr>
          <p:spPr>
            <a:xfrm>
              <a:off x="5770125" y="2748425"/>
              <a:ext cx="23425" cy="10925"/>
            </a:xfrm>
            <a:custGeom>
              <a:rect b="b" l="l" r="r" t="t"/>
              <a:pathLst>
                <a:path extrusionOk="0" h="437" w="937">
                  <a:moveTo>
                    <a:pt x="652" y="1"/>
                  </a:moveTo>
                  <a:cubicBezTo>
                    <a:pt x="543" y="1"/>
                    <a:pt x="435" y="32"/>
                    <a:pt x="332" y="79"/>
                  </a:cubicBezTo>
                  <a:cubicBezTo>
                    <a:pt x="208" y="137"/>
                    <a:pt x="100" y="237"/>
                    <a:pt x="25" y="353"/>
                  </a:cubicBezTo>
                  <a:cubicBezTo>
                    <a:pt x="1" y="390"/>
                    <a:pt x="36" y="437"/>
                    <a:pt x="73" y="437"/>
                  </a:cubicBezTo>
                  <a:cubicBezTo>
                    <a:pt x="86" y="437"/>
                    <a:pt x="98" y="432"/>
                    <a:pt x="108" y="419"/>
                  </a:cubicBezTo>
                  <a:cubicBezTo>
                    <a:pt x="183" y="328"/>
                    <a:pt x="291" y="270"/>
                    <a:pt x="398" y="245"/>
                  </a:cubicBezTo>
                  <a:cubicBezTo>
                    <a:pt x="465" y="229"/>
                    <a:pt x="498" y="220"/>
                    <a:pt x="564" y="220"/>
                  </a:cubicBezTo>
                  <a:cubicBezTo>
                    <a:pt x="586" y="218"/>
                    <a:pt x="607" y="217"/>
                    <a:pt x="628" y="217"/>
                  </a:cubicBezTo>
                  <a:cubicBezTo>
                    <a:pt x="669" y="217"/>
                    <a:pt x="708" y="220"/>
                    <a:pt x="746" y="220"/>
                  </a:cubicBezTo>
                  <a:cubicBezTo>
                    <a:pt x="804" y="220"/>
                    <a:pt x="937" y="204"/>
                    <a:pt x="912" y="113"/>
                  </a:cubicBezTo>
                  <a:cubicBezTo>
                    <a:pt x="895" y="38"/>
                    <a:pt x="779" y="13"/>
                    <a:pt x="721" y="5"/>
                  </a:cubicBezTo>
                  <a:cubicBezTo>
                    <a:pt x="698" y="2"/>
                    <a:pt x="675" y="1"/>
                    <a:pt x="6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32"/>
            <p:cNvSpPr/>
            <p:nvPr/>
          </p:nvSpPr>
          <p:spPr>
            <a:xfrm>
              <a:off x="5805350" y="2761575"/>
              <a:ext cx="225" cy="250"/>
            </a:xfrm>
            <a:custGeom>
              <a:rect b="b" l="l" r="r" t="t"/>
              <a:pathLst>
                <a:path extrusionOk="0" h="10" w="9">
                  <a:moveTo>
                    <a:pt x="0" y="1"/>
                  </a:moveTo>
                  <a:cubicBezTo>
                    <a:pt x="0" y="1"/>
                    <a:pt x="0" y="9"/>
                    <a:pt x="0" y="9"/>
                  </a:cubicBezTo>
                  <a:cubicBezTo>
                    <a:pt x="8" y="9"/>
                    <a:pt x="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32"/>
            <p:cNvSpPr/>
            <p:nvPr/>
          </p:nvSpPr>
          <p:spPr>
            <a:xfrm>
              <a:off x="5862125" y="2791775"/>
              <a:ext cx="42850" cy="19775"/>
            </a:xfrm>
            <a:custGeom>
              <a:rect b="b" l="l" r="r" t="t"/>
              <a:pathLst>
                <a:path extrusionOk="0" h="791" w="1714">
                  <a:moveTo>
                    <a:pt x="548" y="1"/>
                  </a:moveTo>
                  <a:cubicBezTo>
                    <a:pt x="351" y="1"/>
                    <a:pt x="161" y="72"/>
                    <a:pt x="33" y="243"/>
                  </a:cubicBezTo>
                  <a:cubicBezTo>
                    <a:pt x="1" y="281"/>
                    <a:pt x="32" y="334"/>
                    <a:pt x="71" y="334"/>
                  </a:cubicBezTo>
                  <a:cubicBezTo>
                    <a:pt x="83" y="334"/>
                    <a:pt x="96" y="329"/>
                    <a:pt x="107" y="317"/>
                  </a:cubicBezTo>
                  <a:cubicBezTo>
                    <a:pt x="192" y="225"/>
                    <a:pt x="302" y="190"/>
                    <a:pt x="418" y="190"/>
                  </a:cubicBezTo>
                  <a:cubicBezTo>
                    <a:pt x="571" y="190"/>
                    <a:pt x="733" y="251"/>
                    <a:pt x="861" y="317"/>
                  </a:cubicBezTo>
                  <a:cubicBezTo>
                    <a:pt x="994" y="384"/>
                    <a:pt x="1118" y="475"/>
                    <a:pt x="1242" y="558"/>
                  </a:cubicBezTo>
                  <a:cubicBezTo>
                    <a:pt x="1300" y="599"/>
                    <a:pt x="1366" y="640"/>
                    <a:pt x="1424" y="690"/>
                  </a:cubicBezTo>
                  <a:cubicBezTo>
                    <a:pt x="1482" y="732"/>
                    <a:pt x="1549" y="781"/>
                    <a:pt x="1632" y="790"/>
                  </a:cubicBezTo>
                  <a:cubicBezTo>
                    <a:pt x="1635" y="790"/>
                    <a:pt x="1638" y="790"/>
                    <a:pt x="1641" y="790"/>
                  </a:cubicBezTo>
                  <a:cubicBezTo>
                    <a:pt x="1685" y="790"/>
                    <a:pt x="1714" y="737"/>
                    <a:pt x="1706" y="690"/>
                  </a:cubicBezTo>
                  <a:cubicBezTo>
                    <a:pt x="1690" y="616"/>
                    <a:pt x="1607" y="541"/>
                    <a:pt x="1540" y="483"/>
                  </a:cubicBezTo>
                  <a:cubicBezTo>
                    <a:pt x="1474" y="425"/>
                    <a:pt x="1408" y="375"/>
                    <a:pt x="1333" y="326"/>
                  </a:cubicBezTo>
                  <a:cubicBezTo>
                    <a:pt x="1184" y="226"/>
                    <a:pt x="1035" y="127"/>
                    <a:pt x="869" y="61"/>
                  </a:cubicBezTo>
                  <a:cubicBezTo>
                    <a:pt x="766" y="22"/>
                    <a:pt x="656" y="1"/>
                    <a:pt x="5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32"/>
            <p:cNvSpPr/>
            <p:nvPr/>
          </p:nvSpPr>
          <p:spPr>
            <a:xfrm>
              <a:off x="5903725" y="2818175"/>
              <a:ext cx="11625" cy="6600"/>
            </a:xfrm>
            <a:custGeom>
              <a:rect b="b" l="l" r="r" t="t"/>
              <a:pathLst>
                <a:path extrusionOk="0" h="264" w="465">
                  <a:moveTo>
                    <a:pt x="83" y="0"/>
                  </a:moveTo>
                  <a:cubicBezTo>
                    <a:pt x="58" y="0"/>
                    <a:pt x="29" y="14"/>
                    <a:pt x="17" y="32"/>
                  </a:cubicBezTo>
                  <a:cubicBezTo>
                    <a:pt x="1" y="65"/>
                    <a:pt x="17" y="98"/>
                    <a:pt x="42" y="123"/>
                  </a:cubicBezTo>
                  <a:cubicBezTo>
                    <a:pt x="100" y="164"/>
                    <a:pt x="150" y="189"/>
                    <a:pt x="208" y="214"/>
                  </a:cubicBezTo>
                  <a:cubicBezTo>
                    <a:pt x="241" y="231"/>
                    <a:pt x="274" y="239"/>
                    <a:pt x="307" y="247"/>
                  </a:cubicBezTo>
                  <a:cubicBezTo>
                    <a:pt x="324" y="256"/>
                    <a:pt x="340" y="256"/>
                    <a:pt x="357" y="264"/>
                  </a:cubicBezTo>
                  <a:lnTo>
                    <a:pt x="423" y="264"/>
                  </a:lnTo>
                  <a:cubicBezTo>
                    <a:pt x="440" y="256"/>
                    <a:pt x="456" y="239"/>
                    <a:pt x="456" y="222"/>
                  </a:cubicBezTo>
                  <a:cubicBezTo>
                    <a:pt x="465" y="198"/>
                    <a:pt x="456" y="181"/>
                    <a:pt x="432" y="173"/>
                  </a:cubicBezTo>
                  <a:cubicBezTo>
                    <a:pt x="415" y="156"/>
                    <a:pt x="407" y="148"/>
                    <a:pt x="390" y="148"/>
                  </a:cubicBezTo>
                  <a:cubicBezTo>
                    <a:pt x="374" y="140"/>
                    <a:pt x="357" y="140"/>
                    <a:pt x="340" y="131"/>
                  </a:cubicBezTo>
                  <a:cubicBezTo>
                    <a:pt x="332" y="131"/>
                    <a:pt x="332" y="123"/>
                    <a:pt x="324" y="123"/>
                  </a:cubicBezTo>
                  <a:cubicBezTo>
                    <a:pt x="316" y="123"/>
                    <a:pt x="307" y="115"/>
                    <a:pt x="307" y="115"/>
                  </a:cubicBezTo>
                  <a:cubicBezTo>
                    <a:pt x="299" y="115"/>
                    <a:pt x="299" y="115"/>
                    <a:pt x="291" y="106"/>
                  </a:cubicBezTo>
                  <a:cubicBezTo>
                    <a:pt x="282" y="106"/>
                    <a:pt x="282" y="106"/>
                    <a:pt x="274" y="98"/>
                  </a:cubicBezTo>
                  <a:lnTo>
                    <a:pt x="266" y="98"/>
                  </a:lnTo>
                  <a:cubicBezTo>
                    <a:pt x="216" y="73"/>
                    <a:pt x="158" y="48"/>
                    <a:pt x="108" y="7"/>
                  </a:cubicBez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32"/>
            <p:cNvSpPr/>
            <p:nvPr/>
          </p:nvSpPr>
          <p:spPr>
            <a:xfrm>
              <a:off x="5924650" y="2814600"/>
              <a:ext cx="10175" cy="7200"/>
            </a:xfrm>
            <a:custGeom>
              <a:rect b="b" l="l" r="r" t="t"/>
              <a:pathLst>
                <a:path extrusionOk="0" h="288" w="407">
                  <a:moveTo>
                    <a:pt x="63" y="1"/>
                  </a:moveTo>
                  <a:cubicBezTo>
                    <a:pt x="45" y="1"/>
                    <a:pt x="28" y="10"/>
                    <a:pt x="17" y="26"/>
                  </a:cubicBezTo>
                  <a:cubicBezTo>
                    <a:pt x="1" y="51"/>
                    <a:pt x="9" y="84"/>
                    <a:pt x="42" y="100"/>
                  </a:cubicBezTo>
                  <a:cubicBezTo>
                    <a:pt x="133" y="167"/>
                    <a:pt x="233" y="225"/>
                    <a:pt x="332" y="283"/>
                  </a:cubicBezTo>
                  <a:cubicBezTo>
                    <a:pt x="338" y="286"/>
                    <a:pt x="346" y="288"/>
                    <a:pt x="355" y="288"/>
                  </a:cubicBezTo>
                  <a:cubicBezTo>
                    <a:pt x="370" y="288"/>
                    <a:pt x="385" y="282"/>
                    <a:pt x="390" y="266"/>
                  </a:cubicBezTo>
                  <a:cubicBezTo>
                    <a:pt x="407" y="241"/>
                    <a:pt x="398" y="216"/>
                    <a:pt x="373" y="200"/>
                  </a:cubicBezTo>
                  <a:cubicBezTo>
                    <a:pt x="282" y="133"/>
                    <a:pt x="191" y="67"/>
                    <a:pt x="92" y="9"/>
                  </a:cubicBezTo>
                  <a:cubicBezTo>
                    <a:pt x="83" y="3"/>
                    <a:pt x="73" y="1"/>
                    <a:pt x="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32"/>
            <p:cNvSpPr/>
            <p:nvPr/>
          </p:nvSpPr>
          <p:spPr>
            <a:xfrm>
              <a:off x="5892125" y="3040475"/>
              <a:ext cx="9350" cy="25925"/>
            </a:xfrm>
            <a:custGeom>
              <a:rect b="b" l="l" r="r" t="t"/>
              <a:pathLst>
                <a:path extrusionOk="0" h="1037" w="374">
                  <a:moveTo>
                    <a:pt x="96" y="1"/>
                  </a:moveTo>
                  <a:cubicBezTo>
                    <a:pt x="47" y="1"/>
                    <a:pt x="0" y="51"/>
                    <a:pt x="34" y="113"/>
                  </a:cubicBezTo>
                  <a:cubicBezTo>
                    <a:pt x="100" y="246"/>
                    <a:pt x="133" y="395"/>
                    <a:pt x="150" y="544"/>
                  </a:cubicBezTo>
                  <a:cubicBezTo>
                    <a:pt x="150" y="618"/>
                    <a:pt x="158" y="693"/>
                    <a:pt x="150" y="768"/>
                  </a:cubicBezTo>
                  <a:cubicBezTo>
                    <a:pt x="142" y="850"/>
                    <a:pt x="117" y="942"/>
                    <a:pt x="175" y="1016"/>
                  </a:cubicBezTo>
                  <a:cubicBezTo>
                    <a:pt x="188" y="1030"/>
                    <a:pt x="207" y="1036"/>
                    <a:pt x="227" y="1036"/>
                  </a:cubicBezTo>
                  <a:cubicBezTo>
                    <a:pt x="243" y="1036"/>
                    <a:pt x="259" y="1032"/>
                    <a:pt x="274" y="1024"/>
                  </a:cubicBezTo>
                  <a:cubicBezTo>
                    <a:pt x="357" y="991"/>
                    <a:pt x="365" y="859"/>
                    <a:pt x="365" y="776"/>
                  </a:cubicBezTo>
                  <a:cubicBezTo>
                    <a:pt x="374" y="685"/>
                    <a:pt x="374" y="594"/>
                    <a:pt x="357" y="502"/>
                  </a:cubicBezTo>
                  <a:cubicBezTo>
                    <a:pt x="324" y="337"/>
                    <a:pt x="258" y="179"/>
                    <a:pt x="158" y="39"/>
                  </a:cubicBezTo>
                  <a:cubicBezTo>
                    <a:pt x="142" y="12"/>
                    <a:pt x="119" y="1"/>
                    <a:pt x="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32"/>
            <p:cNvSpPr/>
            <p:nvPr/>
          </p:nvSpPr>
          <p:spPr>
            <a:xfrm>
              <a:off x="5895450" y="3078500"/>
              <a:ext cx="3325" cy="5825"/>
            </a:xfrm>
            <a:custGeom>
              <a:rect b="b" l="l" r="r" t="t"/>
              <a:pathLst>
                <a:path extrusionOk="0" h="233" w="133">
                  <a:moveTo>
                    <a:pt x="91" y="1"/>
                  </a:moveTo>
                  <a:cubicBezTo>
                    <a:pt x="75" y="1"/>
                    <a:pt x="58" y="1"/>
                    <a:pt x="42" y="9"/>
                  </a:cubicBezTo>
                  <a:cubicBezTo>
                    <a:pt x="33" y="17"/>
                    <a:pt x="25" y="25"/>
                    <a:pt x="17" y="42"/>
                  </a:cubicBezTo>
                  <a:cubicBezTo>
                    <a:pt x="17" y="50"/>
                    <a:pt x="17" y="67"/>
                    <a:pt x="9" y="75"/>
                  </a:cubicBezTo>
                  <a:cubicBezTo>
                    <a:pt x="9" y="92"/>
                    <a:pt x="0" y="108"/>
                    <a:pt x="0" y="125"/>
                  </a:cubicBezTo>
                  <a:lnTo>
                    <a:pt x="0" y="158"/>
                  </a:lnTo>
                  <a:lnTo>
                    <a:pt x="0" y="183"/>
                  </a:lnTo>
                  <a:cubicBezTo>
                    <a:pt x="0" y="191"/>
                    <a:pt x="9" y="199"/>
                    <a:pt x="9" y="208"/>
                  </a:cubicBezTo>
                  <a:cubicBezTo>
                    <a:pt x="9" y="216"/>
                    <a:pt x="25" y="233"/>
                    <a:pt x="33" y="233"/>
                  </a:cubicBezTo>
                  <a:cubicBezTo>
                    <a:pt x="50" y="233"/>
                    <a:pt x="67" y="224"/>
                    <a:pt x="75" y="216"/>
                  </a:cubicBezTo>
                  <a:cubicBezTo>
                    <a:pt x="75" y="208"/>
                    <a:pt x="83" y="191"/>
                    <a:pt x="91" y="183"/>
                  </a:cubicBezTo>
                  <a:cubicBezTo>
                    <a:pt x="91" y="175"/>
                    <a:pt x="100" y="166"/>
                    <a:pt x="108" y="150"/>
                  </a:cubicBezTo>
                  <a:cubicBezTo>
                    <a:pt x="116" y="141"/>
                    <a:pt x="116" y="125"/>
                    <a:pt x="116" y="108"/>
                  </a:cubicBezTo>
                  <a:lnTo>
                    <a:pt x="125" y="67"/>
                  </a:lnTo>
                  <a:cubicBezTo>
                    <a:pt x="133" y="59"/>
                    <a:pt x="133" y="42"/>
                    <a:pt x="125" y="25"/>
                  </a:cubicBezTo>
                  <a:cubicBezTo>
                    <a:pt x="116" y="17"/>
                    <a:pt x="100" y="1"/>
                    <a:pt x="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32"/>
            <p:cNvSpPr/>
            <p:nvPr/>
          </p:nvSpPr>
          <p:spPr>
            <a:xfrm>
              <a:off x="5673800" y="2950675"/>
              <a:ext cx="7075" cy="7400"/>
            </a:xfrm>
            <a:custGeom>
              <a:rect b="b" l="l" r="r" t="t"/>
              <a:pathLst>
                <a:path extrusionOk="0" h="296" w="283">
                  <a:moveTo>
                    <a:pt x="254" y="0"/>
                  </a:moveTo>
                  <a:cubicBezTo>
                    <a:pt x="245" y="0"/>
                    <a:pt x="238" y="5"/>
                    <a:pt x="233" y="10"/>
                  </a:cubicBezTo>
                  <a:cubicBezTo>
                    <a:pt x="225" y="18"/>
                    <a:pt x="216" y="26"/>
                    <a:pt x="200" y="35"/>
                  </a:cubicBezTo>
                  <a:cubicBezTo>
                    <a:pt x="191" y="43"/>
                    <a:pt x="183" y="51"/>
                    <a:pt x="175" y="59"/>
                  </a:cubicBezTo>
                  <a:cubicBezTo>
                    <a:pt x="158" y="76"/>
                    <a:pt x="142" y="101"/>
                    <a:pt x="125" y="117"/>
                  </a:cubicBezTo>
                  <a:cubicBezTo>
                    <a:pt x="84" y="159"/>
                    <a:pt x="51" y="192"/>
                    <a:pt x="17" y="233"/>
                  </a:cubicBezTo>
                  <a:cubicBezTo>
                    <a:pt x="1" y="250"/>
                    <a:pt x="1" y="275"/>
                    <a:pt x="17" y="283"/>
                  </a:cubicBezTo>
                  <a:cubicBezTo>
                    <a:pt x="26" y="291"/>
                    <a:pt x="36" y="296"/>
                    <a:pt x="45" y="296"/>
                  </a:cubicBezTo>
                  <a:cubicBezTo>
                    <a:pt x="55" y="296"/>
                    <a:pt x="63" y="291"/>
                    <a:pt x="67" y="283"/>
                  </a:cubicBezTo>
                  <a:cubicBezTo>
                    <a:pt x="109" y="250"/>
                    <a:pt x="142" y="209"/>
                    <a:pt x="175" y="167"/>
                  </a:cubicBezTo>
                  <a:cubicBezTo>
                    <a:pt x="208" y="126"/>
                    <a:pt x="249" y="84"/>
                    <a:pt x="274" y="43"/>
                  </a:cubicBezTo>
                  <a:cubicBezTo>
                    <a:pt x="283" y="35"/>
                    <a:pt x="283" y="18"/>
                    <a:pt x="274" y="10"/>
                  </a:cubicBezTo>
                  <a:cubicBezTo>
                    <a:pt x="267" y="3"/>
                    <a:pt x="260" y="0"/>
                    <a:pt x="2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32"/>
            <p:cNvSpPr/>
            <p:nvPr/>
          </p:nvSpPr>
          <p:spPr>
            <a:xfrm>
              <a:off x="5716000" y="2946225"/>
              <a:ext cx="11425" cy="13650"/>
            </a:xfrm>
            <a:custGeom>
              <a:rect b="b" l="l" r="r" t="t"/>
              <a:pathLst>
                <a:path extrusionOk="0" h="546" w="457">
                  <a:moveTo>
                    <a:pt x="46" y="1"/>
                  </a:moveTo>
                  <a:cubicBezTo>
                    <a:pt x="24" y="1"/>
                    <a:pt x="1" y="20"/>
                    <a:pt x="11" y="47"/>
                  </a:cubicBezTo>
                  <a:cubicBezTo>
                    <a:pt x="53" y="146"/>
                    <a:pt x="103" y="246"/>
                    <a:pt x="169" y="329"/>
                  </a:cubicBezTo>
                  <a:cubicBezTo>
                    <a:pt x="235" y="411"/>
                    <a:pt x="318" y="494"/>
                    <a:pt x="417" y="544"/>
                  </a:cubicBezTo>
                  <a:cubicBezTo>
                    <a:pt x="421" y="545"/>
                    <a:pt x="424" y="546"/>
                    <a:pt x="427" y="546"/>
                  </a:cubicBezTo>
                  <a:cubicBezTo>
                    <a:pt x="446" y="546"/>
                    <a:pt x="457" y="524"/>
                    <a:pt x="442" y="503"/>
                  </a:cubicBezTo>
                  <a:cubicBezTo>
                    <a:pt x="376" y="428"/>
                    <a:pt x="301" y="353"/>
                    <a:pt x="235" y="279"/>
                  </a:cubicBezTo>
                  <a:cubicBezTo>
                    <a:pt x="177" y="196"/>
                    <a:pt x="119" y="113"/>
                    <a:pt x="78" y="14"/>
                  </a:cubicBezTo>
                  <a:lnTo>
                    <a:pt x="78" y="22"/>
                  </a:lnTo>
                  <a:cubicBezTo>
                    <a:pt x="72" y="7"/>
                    <a:pt x="59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32"/>
            <p:cNvSpPr/>
            <p:nvPr/>
          </p:nvSpPr>
          <p:spPr>
            <a:xfrm>
              <a:off x="5727425" y="2967300"/>
              <a:ext cx="20975" cy="10550"/>
            </a:xfrm>
            <a:custGeom>
              <a:rect b="b" l="l" r="r" t="t"/>
              <a:pathLst>
                <a:path extrusionOk="0" h="422" w="839">
                  <a:moveTo>
                    <a:pt x="61" y="0"/>
                  </a:moveTo>
                  <a:cubicBezTo>
                    <a:pt x="31" y="0"/>
                    <a:pt x="1" y="31"/>
                    <a:pt x="27" y="57"/>
                  </a:cubicBezTo>
                  <a:cubicBezTo>
                    <a:pt x="118" y="190"/>
                    <a:pt x="226" y="289"/>
                    <a:pt x="375" y="356"/>
                  </a:cubicBezTo>
                  <a:cubicBezTo>
                    <a:pt x="441" y="380"/>
                    <a:pt x="515" y="405"/>
                    <a:pt x="590" y="414"/>
                  </a:cubicBezTo>
                  <a:cubicBezTo>
                    <a:pt x="631" y="422"/>
                    <a:pt x="673" y="422"/>
                    <a:pt x="706" y="422"/>
                  </a:cubicBezTo>
                  <a:cubicBezTo>
                    <a:pt x="747" y="414"/>
                    <a:pt x="797" y="414"/>
                    <a:pt x="822" y="389"/>
                  </a:cubicBezTo>
                  <a:cubicBezTo>
                    <a:pt x="830" y="372"/>
                    <a:pt x="839" y="347"/>
                    <a:pt x="822" y="331"/>
                  </a:cubicBezTo>
                  <a:cubicBezTo>
                    <a:pt x="797" y="306"/>
                    <a:pt x="764" y="306"/>
                    <a:pt x="723" y="306"/>
                  </a:cubicBezTo>
                  <a:cubicBezTo>
                    <a:pt x="689" y="298"/>
                    <a:pt x="656" y="289"/>
                    <a:pt x="623" y="289"/>
                  </a:cubicBezTo>
                  <a:cubicBezTo>
                    <a:pt x="557" y="273"/>
                    <a:pt x="491" y="256"/>
                    <a:pt x="424" y="231"/>
                  </a:cubicBezTo>
                  <a:cubicBezTo>
                    <a:pt x="300" y="182"/>
                    <a:pt x="176" y="107"/>
                    <a:pt x="85" y="8"/>
                  </a:cubicBezTo>
                  <a:cubicBezTo>
                    <a:pt x="78" y="2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32"/>
            <p:cNvSpPr/>
            <p:nvPr/>
          </p:nvSpPr>
          <p:spPr>
            <a:xfrm>
              <a:off x="5785675" y="2975700"/>
              <a:ext cx="7050" cy="6175"/>
            </a:xfrm>
            <a:custGeom>
              <a:rect b="b" l="l" r="r" t="t"/>
              <a:pathLst>
                <a:path extrusionOk="0" h="247" w="282">
                  <a:moveTo>
                    <a:pt x="48" y="1"/>
                  </a:moveTo>
                  <a:cubicBezTo>
                    <a:pt x="33" y="1"/>
                    <a:pt x="15" y="14"/>
                    <a:pt x="8" y="28"/>
                  </a:cubicBezTo>
                  <a:cubicBezTo>
                    <a:pt x="0" y="53"/>
                    <a:pt x="17" y="69"/>
                    <a:pt x="41" y="78"/>
                  </a:cubicBezTo>
                  <a:cubicBezTo>
                    <a:pt x="25" y="78"/>
                    <a:pt x="41" y="86"/>
                    <a:pt x="41" y="86"/>
                  </a:cubicBezTo>
                  <a:cubicBezTo>
                    <a:pt x="50" y="86"/>
                    <a:pt x="58" y="86"/>
                    <a:pt x="58" y="94"/>
                  </a:cubicBezTo>
                  <a:cubicBezTo>
                    <a:pt x="66" y="94"/>
                    <a:pt x="75" y="102"/>
                    <a:pt x="91" y="111"/>
                  </a:cubicBezTo>
                  <a:cubicBezTo>
                    <a:pt x="91" y="111"/>
                    <a:pt x="99" y="111"/>
                    <a:pt x="99" y="119"/>
                  </a:cubicBezTo>
                  <a:lnTo>
                    <a:pt x="108" y="119"/>
                  </a:lnTo>
                  <a:cubicBezTo>
                    <a:pt x="116" y="127"/>
                    <a:pt x="124" y="136"/>
                    <a:pt x="133" y="144"/>
                  </a:cubicBezTo>
                  <a:cubicBezTo>
                    <a:pt x="141" y="160"/>
                    <a:pt x="157" y="169"/>
                    <a:pt x="174" y="185"/>
                  </a:cubicBezTo>
                  <a:cubicBezTo>
                    <a:pt x="174" y="194"/>
                    <a:pt x="182" y="194"/>
                    <a:pt x="182" y="202"/>
                  </a:cubicBezTo>
                  <a:cubicBezTo>
                    <a:pt x="182" y="202"/>
                    <a:pt x="182" y="202"/>
                    <a:pt x="191" y="210"/>
                  </a:cubicBezTo>
                  <a:cubicBezTo>
                    <a:pt x="191" y="210"/>
                    <a:pt x="199" y="218"/>
                    <a:pt x="199" y="227"/>
                  </a:cubicBezTo>
                  <a:cubicBezTo>
                    <a:pt x="207" y="227"/>
                    <a:pt x="207" y="235"/>
                    <a:pt x="215" y="235"/>
                  </a:cubicBezTo>
                  <a:cubicBezTo>
                    <a:pt x="221" y="241"/>
                    <a:pt x="231" y="247"/>
                    <a:pt x="243" y="247"/>
                  </a:cubicBezTo>
                  <a:cubicBezTo>
                    <a:pt x="247" y="247"/>
                    <a:pt x="252" y="246"/>
                    <a:pt x="257" y="243"/>
                  </a:cubicBezTo>
                  <a:cubicBezTo>
                    <a:pt x="265" y="235"/>
                    <a:pt x="282" y="227"/>
                    <a:pt x="273" y="210"/>
                  </a:cubicBezTo>
                  <a:cubicBezTo>
                    <a:pt x="273" y="202"/>
                    <a:pt x="273" y="194"/>
                    <a:pt x="273" y="185"/>
                  </a:cubicBezTo>
                  <a:cubicBezTo>
                    <a:pt x="273" y="177"/>
                    <a:pt x="265" y="169"/>
                    <a:pt x="265" y="160"/>
                  </a:cubicBezTo>
                  <a:cubicBezTo>
                    <a:pt x="257" y="152"/>
                    <a:pt x="249" y="144"/>
                    <a:pt x="249" y="136"/>
                  </a:cubicBezTo>
                  <a:cubicBezTo>
                    <a:pt x="232" y="111"/>
                    <a:pt x="215" y="94"/>
                    <a:pt x="199" y="78"/>
                  </a:cubicBezTo>
                  <a:cubicBezTo>
                    <a:pt x="157" y="44"/>
                    <a:pt x="108" y="20"/>
                    <a:pt x="58" y="3"/>
                  </a:cubicBezTo>
                  <a:cubicBezTo>
                    <a:pt x="55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32"/>
            <p:cNvSpPr/>
            <p:nvPr/>
          </p:nvSpPr>
          <p:spPr>
            <a:xfrm>
              <a:off x="5668475" y="2942175"/>
              <a:ext cx="8400" cy="4625"/>
            </a:xfrm>
            <a:custGeom>
              <a:rect b="b" l="l" r="r" t="t"/>
              <a:pathLst>
                <a:path extrusionOk="0" h="185" w="336">
                  <a:moveTo>
                    <a:pt x="298" y="0"/>
                  </a:moveTo>
                  <a:cubicBezTo>
                    <a:pt x="295" y="0"/>
                    <a:pt x="292" y="1"/>
                    <a:pt x="288" y="2"/>
                  </a:cubicBezTo>
                  <a:lnTo>
                    <a:pt x="255" y="10"/>
                  </a:lnTo>
                  <a:cubicBezTo>
                    <a:pt x="247" y="18"/>
                    <a:pt x="239" y="27"/>
                    <a:pt x="222" y="27"/>
                  </a:cubicBezTo>
                  <a:cubicBezTo>
                    <a:pt x="206" y="43"/>
                    <a:pt x="181" y="60"/>
                    <a:pt x="164" y="68"/>
                  </a:cubicBezTo>
                  <a:cubicBezTo>
                    <a:pt x="123" y="93"/>
                    <a:pt x="81" y="109"/>
                    <a:pt x="32" y="126"/>
                  </a:cubicBezTo>
                  <a:cubicBezTo>
                    <a:pt x="1" y="134"/>
                    <a:pt x="13" y="185"/>
                    <a:pt x="42" y="185"/>
                  </a:cubicBezTo>
                  <a:cubicBezTo>
                    <a:pt x="44" y="185"/>
                    <a:pt x="46" y="185"/>
                    <a:pt x="48" y="184"/>
                  </a:cubicBezTo>
                  <a:lnTo>
                    <a:pt x="56" y="184"/>
                  </a:lnTo>
                  <a:cubicBezTo>
                    <a:pt x="106" y="176"/>
                    <a:pt x="156" y="159"/>
                    <a:pt x="197" y="143"/>
                  </a:cubicBezTo>
                  <a:cubicBezTo>
                    <a:pt x="222" y="126"/>
                    <a:pt x="247" y="118"/>
                    <a:pt x="264" y="109"/>
                  </a:cubicBezTo>
                  <a:cubicBezTo>
                    <a:pt x="280" y="101"/>
                    <a:pt x="288" y="93"/>
                    <a:pt x="297" y="85"/>
                  </a:cubicBezTo>
                  <a:cubicBezTo>
                    <a:pt x="313" y="68"/>
                    <a:pt x="322" y="60"/>
                    <a:pt x="322" y="43"/>
                  </a:cubicBezTo>
                  <a:cubicBezTo>
                    <a:pt x="336" y="22"/>
                    <a:pt x="319" y="0"/>
                    <a:pt x="2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32"/>
            <p:cNvSpPr/>
            <p:nvPr/>
          </p:nvSpPr>
          <p:spPr>
            <a:xfrm>
              <a:off x="5551600" y="2856250"/>
              <a:ext cx="4775" cy="25500"/>
            </a:xfrm>
            <a:custGeom>
              <a:rect b="b" l="l" r="r" t="t"/>
              <a:pathLst>
                <a:path extrusionOk="0" h="1020" w="191">
                  <a:moveTo>
                    <a:pt x="191" y="0"/>
                  </a:moveTo>
                  <a:lnTo>
                    <a:pt x="191" y="0"/>
                  </a:lnTo>
                  <a:cubicBezTo>
                    <a:pt x="83" y="116"/>
                    <a:pt x="25" y="257"/>
                    <a:pt x="9" y="423"/>
                  </a:cubicBezTo>
                  <a:cubicBezTo>
                    <a:pt x="0" y="547"/>
                    <a:pt x="9" y="663"/>
                    <a:pt x="42" y="779"/>
                  </a:cubicBezTo>
                  <a:cubicBezTo>
                    <a:pt x="50" y="845"/>
                    <a:pt x="75" y="912"/>
                    <a:pt x="83" y="978"/>
                  </a:cubicBezTo>
                  <a:cubicBezTo>
                    <a:pt x="92" y="995"/>
                    <a:pt x="92" y="1003"/>
                    <a:pt x="92" y="1019"/>
                  </a:cubicBezTo>
                  <a:cubicBezTo>
                    <a:pt x="108" y="995"/>
                    <a:pt x="125" y="970"/>
                    <a:pt x="141" y="953"/>
                  </a:cubicBezTo>
                  <a:cubicBezTo>
                    <a:pt x="108" y="879"/>
                    <a:pt x="108" y="804"/>
                    <a:pt x="108" y="721"/>
                  </a:cubicBezTo>
                  <a:cubicBezTo>
                    <a:pt x="108" y="481"/>
                    <a:pt x="133" y="241"/>
                    <a:pt x="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32"/>
            <p:cNvSpPr/>
            <p:nvPr/>
          </p:nvSpPr>
          <p:spPr>
            <a:xfrm>
              <a:off x="5555125" y="2883575"/>
              <a:ext cx="11000" cy="25300"/>
            </a:xfrm>
            <a:custGeom>
              <a:rect b="b" l="l" r="r" t="t"/>
              <a:pathLst>
                <a:path extrusionOk="0" h="1012" w="440">
                  <a:moveTo>
                    <a:pt x="149" y="1"/>
                  </a:moveTo>
                  <a:cubicBezTo>
                    <a:pt x="116" y="59"/>
                    <a:pt x="91" y="109"/>
                    <a:pt x="67" y="167"/>
                  </a:cubicBezTo>
                  <a:cubicBezTo>
                    <a:pt x="0" y="332"/>
                    <a:pt x="9" y="490"/>
                    <a:pt x="91" y="647"/>
                  </a:cubicBezTo>
                  <a:cubicBezTo>
                    <a:pt x="141" y="738"/>
                    <a:pt x="199" y="821"/>
                    <a:pt x="257" y="904"/>
                  </a:cubicBezTo>
                  <a:cubicBezTo>
                    <a:pt x="282" y="937"/>
                    <a:pt x="307" y="970"/>
                    <a:pt x="332" y="1012"/>
                  </a:cubicBezTo>
                  <a:cubicBezTo>
                    <a:pt x="332" y="937"/>
                    <a:pt x="332" y="854"/>
                    <a:pt x="348" y="780"/>
                  </a:cubicBezTo>
                  <a:cubicBezTo>
                    <a:pt x="373" y="689"/>
                    <a:pt x="406" y="606"/>
                    <a:pt x="439" y="523"/>
                  </a:cubicBezTo>
                  <a:cubicBezTo>
                    <a:pt x="431" y="498"/>
                    <a:pt x="415" y="482"/>
                    <a:pt x="406" y="457"/>
                  </a:cubicBezTo>
                  <a:cubicBezTo>
                    <a:pt x="381" y="407"/>
                    <a:pt x="357" y="357"/>
                    <a:pt x="357" y="308"/>
                  </a:cubicBezTo>
                  <a:cubicBezTo>
                    <a:pt x="348" y="200"/>
                    <a:pt x="431" y="84"/>
                    <a:pt x="373" y="1"/>
                  </a:cubicBezTo>
                  <a:lnTo>
                    <a:pt x="373" y="1"/>
                  </a:lnTo>
                  <a:cubicBezTo>
                    <a:pt x="336" y="18"/>
                    <a:pt x="296" y="26"/>
                    <a:pt x="258" y="26"/>
                  </a:cubicBezTo>
                  <a:cubicBezTo>
                    <a:pt x="220" y="26"/>
                    <a:pt x="183" y="18"/>
                    <a:pt x="1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32"/>
            <p:cNvSpPr/>
            <p:nvPr/>
          </p:nvSpPr>
          <p:spPr>
            <a:xfrm>
              <a:off x="5568575" y="2901825"/>
              <a:ext cx="47675" cy="26725"/>
            </a:xfrm>
            <a:custGeom>
              <a:rect b="b" l="l" r="r" t="t"/>
              <a:pathLst>
                <a:path extrusionOk="0" h="1069" w="1907">
                  <a:moveTo>
                    <a:pt x="51" y="0"/>
                  </a:moveTo>
                  <a:cubicBezTo>
                    <a:pt x="51" y="0"/>
                    <a:pt x="51" y="8"/>
                    <a:pt x="51" y="8"/>
                  </a:cubicBezTo>
                  <a:cubicBezTo>
                    <a:pt x="1" y="207"/>
                    <a:pt x="26" y="398"/>
                    <a:pt x="133" y="572"/>
                  </a:cubicBezTo>
                  <a:cubicBezTo>
                    <a:pt x="241" y="746"/>
                    <a:pt x="415" y="862"/>
                    <a:pt x="597" y="945"/>
                  </a:cubicBezTo>
                  <a:cubicBezTo>
                    <a:pt x="705" y="986"/>
                    <a:pt x="813" y="1019"/>
                    <a:pt x="929" y="1044"/>
                  </a:cubicBezTo>
                  <a:cubicBezTo>
                    <a:pt x="995" y="1052"/>
                    <a:pt x="1078" y="1061"/>
                    <a:pt x="1161" y="1069"/>
                  </a:cubicBezTo>
                  <a:cubicBezTo>
                    <a:pt x="1244" y="969"/>
                    <a:pt x="1335" y="862"/>
                    <a:pt x="1442" y="779"/>
                  </a:cubicBezTo>
                  <a:cubicBezTo>
                    <a:pt x="1459" y="762"/>
                    <a:pt x="1476" y="746"/>
                    <a:pt x="1500" y="729"/>
                  </a:cubicBezTo>
                  <a:cubicBezTo>
                    <a:pt x="1608" y="646"/>
                    <a:pt x="1732" y="564"/>
                    <a:pt x="1815" y="456"/>
                  </a:cubicBezTo>
                  <a:cubicBezTo>
                    <a:pt x="1857" y="406"/>
                    <a:pt x="1890" y="348"/>
                    <a:pt x="1906" y="282"/>
                  </a:cubicBezTo>
                  <a:lnTo>
                    <a:pt x="1906" y="282"/>
                  </a:lnTo>
                  <a:cubicBezTo>
                    <a:pt x="1692" y="451"/>
                    <a:pt x="1419" y="536"/>
                    <a:pt x="1144" y="536"/>
                  </a:cubicBezTo>
                  <a:cubicBezTo>
                    <a:pt x="1016" y="536"/>
                    <a:pt x="887" y="518"/>
                    <a:pt x="763" y="481"/>
                  </a:cubicBezTo>
                  <a:cubicBezTo>
                    <a:pt x="481" y="398"/>
                    <a:pt x="241" y="224"/>
                    <a:pt x="51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32"/>
            <p:cNvSpPr/>
            <p:nvPr/>
          </p:nvSpPr>
          <p:spPr>
            <a:xfrm>
              <a:off x="5978925" y="2852300"/>
              <a:ext cx="7675" cy="29250"/>
            </a:xfrm>
            <a:custGeom>
              <a:rect b="b" l="l" r="r" t="t"/>
              <a:pathLst>
                <a:path extrusionOk="0" h="1170" w="307">
                  <a:moveTo>
                    <a:pt x="100" y="1"/>
                  </a:moveTo>
                  <a:cubicBezTo>
                    <a:pt x="67" y="225"/>
                    <a:pt x="34" y="457"/>
                    <a:pt x="0" y="680"/>
                  </a:cubicBezTo>
                  <a:cubicBezTo>
                    <a:pt x="9" y="705"/>
                    <a:pt x="17" y="730"/>
                    <a:pt x="25" y="755"/>
                  </a:cubicBezTo>
                  <a:cubicBezTo>
                    <a:pt x="34" y="755"/>
                    <a:pt x="34" y="755"/>
                    <a:pt x="34" y="763"/>
                  </a:cubicBezTo>
                  <a:cubicBezTo>
                    <a:pt x="42" y="771"/>
                    <a:pt x="42" y="780"/>
                    <a:pt x="50" y="788"/>
                  </a:cubicBezTo>
                  <a:cubicBezTo>
                    <a:pt x="50" y="788"/>
                    <a:pt x="50" y="796"/>
                    <a:pt x="50" y="796"/>
                  </a:cubicBezTo>
                  <a:cubicBezTo>
                    <a:pt x="92" y="896"/>
                    <a:pt x="150" y="987"/>
                    <a:pt x="199" y="1086"/>
                  </a:cubicBezTo>
                  <a:cubicBezTo>
                    <a:pt x="208" y="1111"/>
                    <a:pt x="224" y="1144"/>
                    <a:pt x="241" y="1169"/>
                  </a:cubicBezTo>
                  <a:cubicBezTo>
                    <a:pt x="257" y="1103"/>
                    <a:pt x="266" y="1028"/>
                    <a:pt x="274" y="962"/>
                  </a:cubicBezTo>
                  <a:cubicBezTo>
                    <a:pt x="307" y="771"/>
                    <a:pt x="307" y="581"/>
                    <a:pt x="274" y="390"/>
                  </a:cubicBezTo>
                  <a:cubicBezTo>
                    <a:pt x="241" y="249"/>
                    <a:pt x="183" y="117"/>
                    <a:pt x="1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32"/>
            <p:cNvSpPr/>
            <p:nvPr/>
          </p:nvSpPr>
          <p:spPr>
            <a:xfrm>
              <a:off x="5855475" y="2878400"/>
              <a:ext cx="132375" cy="113150"/>
            </a:xfrm>
            <a:custGeom>
              <a:rect b="b" l="l" r="r" t="t"/>
              <a:pathLst>
                <a:path extrusionOk="0" h="4526" w="5295">
                  <a:moveTo>
                    <a:pt x="4880" y="1"/>
                  </a:moveTo>
                  <a:cubicBezTo>
                    <a:pt x="4872" y="51"/>
                    <a:pt x="4864" y="100"/>
                    <a:pt x="4856" y="158"/>
                  </a:cubicBezTo>
                  <a:cubicBezTo>
                    <a:pt x="4822" y="365"/>
                    <a:pt x="4748" y="622"/>
                    <a:pt x="4541" y="655"/>
                  </a:cubicBezTo>
                  <a:cubicBezTo>
                    <a:pt x="4516" y="660"/>
                    <a:pt x="4491" y="660"/>
                    <a:pt x="4466" y="660"/>
                  </a:cubicBezTo>
                  <a:cubicBezTo>
                    <a:pt x="4441" y="660"/>
                    <a:pt x="4416" y="660"/>
                    <a:pt x="4392" y="664"/>
                  </a:cubicBezTo>
                  <a:cubicBezTo>
                    <a:pt x="4226" y="705"/>
                    <a:pt x="4193" y="929"/>
                    <a:pt x="4184" y="1103"/>
                  </a:cubicBezTo>
                  <a:cubicBezTo>
                    <a:pt x="4176" y="1409"/>
                    <a:pt x="4143" y="1716"/>
                    <a:pt x="4044" y="2006"/>
                  </a:cubicBezTo>
                  <a:cubicBezTo>
                    <a:pt x="3936" y="2296"/>
                    <a:pt x="3754" y="2561"/>
                    <a:pt x="3488" y="2718"/>
                  </a:cubicBezTo>
                  <a:cubicBezTo>
                    <a:pt x="3414" y="2768"/>
                    <a:pt x="3331" y="2801"/>
                    <a:pt x="3248" y="2810"/>
                  </a:cubicBezTo>
                  <a:cubicBezTo>
                    <a:pt x="3238" y="2810"/>
                    <a:pt x="3228" y="2811"/>
                    <a:pt x="3218" y="2811"/>
                  </a:cubicBezTo>
                  <a:cubicBezTo>
                    <a:pt x="3008" y="2811"/>
                    <a:pt x="2834" y="2647"/>
                    <a:pt x="2652" y="2528"/>
                  </a:cubicBezTo>
                  <a:cubicBezTo>
                    <a:pt x="2611" y="2501"/>
                    <a:pt x="2565" y="2474"/>
                    <a:pt x="2513" y="2474"/>
                  </a:cubicBezTo>
                  <a:cubicBezTo>
                    <a:pt x="2502" y="2474"/>
                    <a:pt x="2490" y="2475"/>
                    <a:pt x="2478" y="2478"/>
                  </a:cubicBezTo>
                  <a:cubicBezTo>
                    <a:pt x="2411" y="2486"/>
                    <a:pt x="2370" y="2553"/>
                    <a:pt x="2345" y="2611"/>
                  </a:cubicBezTo>
                  <a:cubicBezTo>
                    <a:pt x="2270" y="2743"/>
                    <a:pt x="2254" y="2909"/>
                    <a:pt x="2204" y="3058"/>
                  </a:cubicBezTo>
                  <a:cubicBezTo>
                    <a:pt x="2154" y="3207"/>
                    <a:pt x="2063" y="3356"/>
                    <a:pt x="1914" y="3406"/>
                  </a:cubicBezTo>
                  <a:cubicBezTo>
                    <a:pt x="1879" y="3418"/>
                    <a:pt x="1843" y="3423"/>
                    <a:pt x="1807" y="3423"/>
                  </a:cubicBezTo>
                  <a:cubicBezTo>
                    <a:pt x="1667" y="3423"/>
                    <a:pt x="1527" y="3343"/>
                    <a:pt x="1409" y="3257"/>
                  </a:cubicBezTo>
                  <a:cubicBezTo>
                    <a:pt x="945" y="2926"/>
                    <a:pt x="547" y="2503"/>
                    <a:pt x="241" y="2022"/>
                  </a:cubicBezTo>
                  <a:lnTo>
                    <a:pt x="0" y="1956"/>
                  </a:lnTo>
                  <a:lnTo>
                    <a:pt x="0" y="1956"/>
                  </a:lnTo>
                  <a:cubicBezTo>
                    <a:pt x="249" y="2329"/>
                    <a:pt x="307" y="2785"/>
                    <a:pt x="390" y="3224"/>
                  </a:cubicBezTo>
                  <a:cubicBezTo>
                    <a:pt x="398" y="3282"/>
                    <a:pt x="406" y="3332"/>
                    <a:pt x="415" y="3381"/>
                  </a:cubicBezTo>
                  <a:cubicBezTo>
                    <a:pt x="464" y="3605"/>
                    <a:pt x="522" y="3829"/>
                    <a:pt x="622" y="4036"/>
                  </a:cubicBezTo>
                  <a:cubicBezTo>
                    <a:pt x="638" y="4069"/>
                    <a:pt x="646" y="4102"/>
                    <a:pt x="663" y="4135"/>
                  </a:cubicBezTo>
                  <a:cubicBezTo>
                    <a:pt x="671" y="4127"/>
                    <a:pt x="680" y="4127"/>
                    <a:pt x="688" y="4127"/>
                  </a:cubicBezTo>
                  <a:lnTo>
                    <a:pt x="804" y="4127"/>
                  </a:lnTo>
                  <a:cubicBezTo>
                    <a:pt x="1110" y="4144"/>
                    <a:pt x="1342" y="4384"/>
                    <a:pt x="1632" y="4458"/>
                  </a:cubicBezTo>
                  <a:cubicBezTo>
                    <a:pt x="1790" y="4500"/>
                    <a:pt x="1956" y="4508"/>
                    <a:pt x="2113" y="4516"/>
                  </a:cubicBezTo>
                  <a:cubicBezTo>
                    <a:pt x="2209" y="4521"/>
                    <a:pt x="2304" y="4526"/>
                    <a:pt x="2400" y="4526"/>
                  </a:cubicBezTo>
                  <a:cubicBezTo>
                    <a:pt x="2470" y="4526"/>
                    <a:pt x="2540" y="4523"/>
                    <a:pt x="2610" y="4516"/>
                  </a:cubicBezTo>
                  <a:cubicBezTo>
                    <a:pt x="2875" y="4500"/>
                    <a:pt x="3174" y="4359"/>
                    <a:pt x="3157" y="4052"/>
                  </a:cubicBezTo>
                  <a:cubicBezTo>
                    <a:pt x="3149" y="3878"/>
                    <a:pt x="3116" y="3713"/>
                    <a:pt x="3132" y="3547"/>
                  </a:cubicBezTo>
                  <a:cubicBezTo>
                    <a:pt x="3149" y="3373"/>
                    <a:pt x="3190" y="3216"/>
                    <a:pt x="3256" y="3050"/>
                  </a:cubicBezTo>
                  <a:cubicBezTo>
                    <a:pt x="3266" y="3027"/>
                    <a:pt x="3285" y="3017"/>
                    <a:pt x="3304" y="3017"/>
                  </a:cubicBezTo>
                  <a:cubicBezTo>
                    <a:pt x="3331" y="3017"/>
                    <a:pt x="3358" y="3040"/>
                    <a:pt x="3348" y="3075"/>
                  </a:cubicBezTo>
                  <a:cubicBezTo>
                    <a:pt x="3306" y="3274"/>
                    <a:pt x="3306" y="3489"/>
                    <a:pt x="3339" y="3688"/>
                  </a:cubicBezTo>
                  <a:cubicBezTo>
                    <a:pt x="3422" y="3588"/>
                    <a:pt x="3513" y="3497"/>
                    <a:pt x="3604" y="3431"/>
                  </a:cubicBezTo>
                  <a:cubicBezTo>
                    <a:pt x="3803" y="3282"/>
                    <a:pt x="4035" y="3191"/>
                    <a:pt x="4226" y="3050"/>
                  </a:cubicBezTo>
                  <a:cubicBezTo>
                    <a:pt x="4408" y="2917"/>
                    <a:pt x="4524" y="2727"/>
                    <a:pt x="4590" y="2511"/>
                  </a:cubicBezTo>
                  <a:cubicBezTo>
                    <a:pt x="4740" y="2006"/>
                    <a:pt x="4599" y="1467"/>
                    <a:pt x="4508" y="962"/>
                  </a:cubicBezTo>
                  <a:cubicBezTo>
                    <a:pt x="4498" y="923"/>
                    <a:pt x="4528" y="898"/>
                    <a:pt x="4560" y="898"/>
                  </a:cubicBezTo>
                  <a:cubicBezTo>
                    <a:pt x="4582" y="898"/>
                    <a:pt x="4605" y="910"/>
                    <a:pt x="4615" y="937"/>
                  </a:cubicBezTo>
                  <a:cubicBezTo>
                    <a:pt x="4740" y="1244"/>
                    <a:pt x="4847" y="1542"/>
                    <a:pt x="4889" y="1873"/>
                  </a:cubicBezTo>
                  <a:cubicBezTo>
                    <a:pt x="4955" y="1749"/>
                    <a:pt x="5030" y="1633"/>
                    <a:pt x="5104" y="1509"/>
                  </a:cubicBezTo>
                  <a:cubicBezTo>
                    <a:pt x="5170" y="1385"/>
                    <a:pt x="5253" y="1269"/>
                    <a:pt x="5270" y="1128"/>
                  </a:cubicBezTo>
                  <a:cubicBezTo>
                    <a:pt x="5295" y="995"/>
                    <a:pt x="5253" y="863"/>
                    <a:pt x="5204" y="738"/>
                  </a:cubicBezTo>
                  <a:cubicBezTo>
                    <a:pt x="5121" y="490"/>
                    <a:pt x="4988" y="266"/>
                    <a:pt x="4889" y="26"/>
                  </a:cubicBezTo>
                  <a:cubicBezTo>
                    <a:pt x="4889" y="17"/>
                    <a:pt x="4880" y="9"/>
                    <a:pt x="4880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576" name="Shape 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7" name="Google Shape;577;p33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578" name="Google Shape;578;p33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33"/>
          <p:cNvSpPr txBox="1"/>
          <p:nvPr>
            <p:ph type="title"/>
          </p:nvPr>
        </p:nvSpPr>
        <p:spPr>
          <a:xfrm>
            <a:off x="717825" y="1898726"/>
            <a:ext cx="4109700" cy="17751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5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/>
        </p:txBody>
      </p:sp>
      <p:sp>
        <p:nvSpPr>
          <p:cNvPr id="580" name="Google Shape;580;p33"/>
          <p:cNvSpPr txBox="1"/>
          <p:nvPr>
            <p:ph idx="2" type="title"/>
          </p:nvPr>
        </p:nvSpPr>
        <p:spPr>
          <a:xfrm>
            <a:off x="822725" y="683552"/>
            <a:ext cx="1197900" cy="11946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i="1" sz="5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/>
        </p:txBody>
      </p:sp>
      <p:sp>
        <p:nvSpPr>
          <p:cNvPr id="581" name="Google Shape;581;p33"/>
          <p:cNvSpPr txBox="1"/>
          <p:nvPr>
            <p:ph idx="1" type="subTitle"/>
          </p:nvPr>
        </p:nvSpPr>
        <p:spPr>
          <a:xfrm>
            <a:off x="717825" y="3902388"/>
            <a:ext cx="2994300" cy="62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582" name="Shape 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3" name="Google Shape;583;p34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 flipH="1" rot="10800000"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584" name="Google Shape;584;p34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34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200"/>
              <a:buFont typeface="Fredoka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9pPr>
          </a:lstStyle>
          <a:p/>
        </p:txBody>
      </p:sp>
      <p:sp>
        <p:nvSpPr>
          <p:cNvPr id="586" name="Google Shape;586;p34"/>
          <p:cNvSpPr txBox="1"/>
          <p:nvPr>
            <p:ph idx="1" type="body"/>
          </p:nvPr>
        </p:nvSpPr>
        <p:spPr>
          <a:xfrm>
            <a:off x="720000" y="1401575"/>
            <a:ext cx="3666900" cy="320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2385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1pPr>
            <a:lvl2pPr indent="-323850" lvl="1" marL="914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500"/>
              <a:buFont typeface="Roboto Condensed Light"/>
              <a:buChar char="○"/>
              <a:defRPr/>
            </a:lvl2pPr>
            <a:lvl3pPr indent="-32385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■"/>
              <a:defRPr/>
            </a:lvl3pPr>
            <a:lvl4pPr indent="-32385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●"/>
              <a:defRPr/>
            </a:lvl4pPr>
            <a:lvl5pPr indent="-32385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○"/>
              <a:defRPr/>
            </a:lvl5pPr>
            <a:lvl6pPr indent="-32385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■"/>
              <a:defRPr/>
            </a:lvl6pPr>
            <a:lvl7pPr indent="-32385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●"/>
              <a:defRPr/>
            </a:lvl7pPr>
            <a:lvl8pPr indent="-32385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○"/>
              <a:defRPr/>
            </a:lvl8pPr>
            <a:lvl9pPr indent="-32385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■"/>
              <a:defRPr/>
            </a:lvl9pPr>
          </a:lstStyle>
          <a:p/>
        </p:txBody>
      </p:sp>
      <p:sp>
        <p:nvSpPr>
          <p:cNvPr id="587" name="Google Shape;587;p34"/>
          <p:cNvSpPr txBox="1"/>
          <p:nvPr>
            <p:ph idx="2" type="body"/>
          </p:nvPr>
        </p:nvSpPr>
        <p:spPr>
          <a:xfrm>
            <a:off x="4757100" y="1401575"/>
            <a:ext cx="3666900" cy="320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2385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1pPr>
            <a:lvl2pPr indent="-323850" lvl="1" marL="914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500"/>
              <a:buFont typeface="Roboto Condensed Light"/>
              <a:buChar char="○"/>
              <a:defRPr/>
            </a:lvl2pPr>
            <a:lvl3pPr indent="-32385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■"/>
              <a:defRPr/>
            </a:lvl3pPr>
            <a:lvl4pPr indent="-32385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●"/>
              <a:defRPr/>
            </a:lvl4pPr>
            <a:lvl5pPr indent="-32385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○"/>
              <a:defRPr/>
            </a:lvl5pPr>
            <a:lvl6pPr indent="-32385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■"/>
              <a:defRPr/>
            </a:lvl6pPr>
            <a:lvl7pPr indent="-32385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●"/>
              <a:defRPr/>
            </a:lvl7pPr>
            <a:lvl8pPr indent="-32385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○"/>
              <a:defRPr/>
            </a:lvl8pPr>
            <a:lvl9pPr indent="-32385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■"/>
              <a:defRPr/>
            </a:lvl9pPr>
          </a:lstStyle>
          <a:p/>
        </p:txBody>
      </p:sp>
      <p:grpSp>
        <p:nvGrpSpPr>
          <p:cNvPr id="588" name="Google Shape;588;p34"/>
          <p:cNvGrpSpPr/>
          <p:nvPr/>
        </p:nvGrpSpPr>
        <p:grpSpPr>
          <a:xfrm>
            <a:off x="152398" y="3987912"/>
            <a:ext cx="907796" cy="1003184"/>
            <a:chOff x="6388650" y="4086150"/>
            <a:chExt cx="448250" cy="495375"/>
          </a:xfrm>
        </p:grpSpPr>
        <p:sp>
          <p:nvSpPr>
            <p:cNvPr id="589" name="Google Shape;589;p34"/>
            <p:cNvSpPr/>
            <p:nvPr/>
          </p:nvSpPr>
          <p:spPr>
            <a:xfrm>
              <a:off x="6477925" y="4416825"/>
              <a:ext cx="278825" cy="161100"/>
            </a:xfrm>
            <a:custGeom>
              <a:rect b="b" l="l" r="r" t="t"/>
              <a:pathLst>
                <a:path extrusionOk="0" h="6444" w="11153">
                  <a:moveTo>
                    <a:pt x="2030" y="0"/>
                  </a:moveTo>
                  <a:cubicBezTo>
                    <a:pt x="1318" y="671"/>
                    <a:pt x="771" y="1525"/>
                    <a:pt x="439" y="2444"/>
                  </a:cubicBezTo>
                  <a:cubicBezTo>
                    <a:pt x="356" y="2560"/>
                    <a:pt x="290" y="2693"/>
                    <a:pt x="240" y="2817"/>
                  </a:cubicBezTo>
                  <a:cubicBezTo>
                    <a:pt x="149" y="3041"/>
                    <a:pt x="75" y="3265"/>
                    <a:pt x="42" y="3497"/>
                  </a:cubicBezTo>
                  <a:cubicBezTo>
                    <a:pt x="0" y="3762"/>
                    <a:pt x="42" y="3969"/>
                    <a:pt x="224" y="4168"/>
                  </a:cubicBezTo>
                  <a:cubicBezTo>
                    <a:pt x="381" y="4342"/>
                    <a:pt x="555" y="4491"/>
                    <a:pt x="738" y="4632"/>
                  </a:cubicBezTo>
                  <a:cubicBezTo>
                    <a:pt x="1483" y="5212"/>
                    <a:pt x="2395" y="5576"/>
                    <a:pt x="3289" y="5866"/>
                  </a:cubicBezTo>
                  <a:cubicBezTo>
                    <a:pt x="4500" y="6252"/>
                    <a:pt x="5777" y="6444"/>
                    <a:pt x="7052" y="6444"/>
                  </a:cubicBezTo>
                  <a:cubicBezTo>
                    <a:pt x="7749" y="6444"/>
                    <a:pt x="8446" y="6386"/>
                    <a:pt x="9131" y="6272"/>
                  </a:cubicBezTo>
                  <a:cubicBezTo>
                    <a:pt x="9603" y="6189"/>
                    <a:pt x="10200" y="6131"/>
                    <a:pt x="10548" y="5767"/>
                  </a:cubicBezTo>
                  <a:cubicBezTo>
                    <a:pt x="10730" y="5568"/>
                    <a:pt x="10813" y="5311"/>
                    <a:pt x="10887" y="5054"/>
                  </a:cubicBezTo>
                  <a:cubicBezTo>
                    <a:pt x="10970" y="4773"/>
                    <a:pt x="11061" y="4466"/>
                    <a:pt x="11053" y="4168"/>
                  </a:cubicBezTo>
                  <a:cubicBezTo>
                    <a:pt x="11053" y="4126"/>
                    <a:pt x="11036" y="4085"/>
                    <a:pt x="11012" y="4060"/>
                  </a:cubicBezTo>
                  <a:cubicBezTo>
                    <a:pt x="11020" y="3985"/>
                    <a:pt x="11020" y="3919"/>
                    <a:pt x="11020" y="3845"/>
                  </a:cubicBezTo>
                  <a:cubicBezTo>
                    <a:pt x="11086" y="3347"/>
                    <a:pt x="11136" y="2850"/>
                    <a:pt x="11152" y="2353"/>
                  </a:cubicBezTo>
                  <a:cubicBezTo>
                    <a:pt x="11152" y="2290"/>
                    <a:pt x="11130" y="2203"/>
                    <a:pt x="11070" y="2203"/>
                  </a:cubicBezTo>
                  <a:cubicBezTo>
                    <a:pt x="11067" y="2203"/>
                    <a:pt x="11064" y="2204"/>
                    <a:pt x="11061" y="2204"/>
                  </a:cubicBezTo>
                  <a:lnTo>
                    <a:pt x="203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34"/>
            <p:cNvSpPr/>
            <p:nvPr/>
          </p:nvSpPr>
          <p:spPr>
            <a:xfrm>
              <a:off x="6524725" y="4404600"/>
              <a:ext cx="228075" cy="141075"/>
            </a:xfrm>
            <a:custGeom>
              <a:rect b="b" l="l" r="r" t="t"/>
              <a:pathLst>
                <a:path extrusionOk="0" h="5643" w="9123">
                  <a:moveTo>
                    <a:pt x="829" y="0"/>
                  </a:moveTo>
                  <a:cubicBezTo>
                    <a:pt x="804" y="50"/>
                    <a:pt x="796" y="100"/>
                    <a:pt x="779" y="149"/>
                  </a:cubicBezTo>
                  <a:cubicBezTo>
                    <a:pt x="755" y="249"/>
                    <a:pt x="738" y="357"/>
                    <a:pt x="721" y="464"/>
                  </a:cubicBezTo>
                  <a:cubicBezTo>
                    <a:pt x="713" y="580"/>
                    <a:pt x="713" y="696"/>
                    <a:pt x="713" y="812"/>
                  </a:cubicBezTo>
                  <a:cubicBezTo>
                    <a:pt x="721" y="870"/>
                    <a:pt x="721" y="920"/>
                    <a:pt x="721" y="970"/>
                  </a:cubicBezTo>
                  <a:cubicBezTo>
                    <a:pt x="721" y="1028"/>
                    <a:pt x="730" y="1086"/>
                    <a:pt x="705" y="1135"/>
                  </a:cubicBezTo>
                  <a:cubicBezTo>
                    <a:pt x="700" y="1153"/>
                    <a:pt x="687" y="1161"/>
                    <a:pt x="672" y="1161"/>
                  </a:cubicBezTo>
                  <a:cubicBezTo>
                    <a:pt x="659" y="1161"/>
                    <a:pt x="646" y="1155"/>
                    <a:pt x="639" y="1144"/>
                  </a:cubicBezTo>
                  <a:cubicBezTo>
                    <a:pt x="597" y="1102"/>
                    <a:pt x="581" y="1028"/>
                    <a:pt x="572" y="970"/>
                  </a:cubicBezTo>
                  <a:cubicBezTo>
                    <a:pt x="556" y="903"/>
                    <a:pt x="556" y="837"/>
                    <a:pt x="547" y="771"/>
                  </a:cubicBezTo>
                  <a:cubicBezTo>
                    <a:pt x="547" y="638"/>
                    <a:pt x="556" y="514"/>
                    <a:pt x="572" y="390"/>
                  </a:cubicBezTo>
                  <a:cubicBezTo>
                    <a:pt x="589" y="282"/>
                    <a:pt x="605" y="174"/>
                    <a:pt x="647" y="75"/>
                  </a:cubicBezTo>
                  <a:lnTo>
                    <a:pt x="647" y="75"/>
                  </a:lnTo>
                  <a:cubicBezTo>
                    <a:pt x="531" y="183"/>
                    <a:pt x="407" y="307"/>
                    <a:pt x="299" y="439"/>
                  </a:cubicBezTo>
                  <a:lnTo>
                    <a:pt x="299" y="448"/>
                  </a:lnTo>
                  <a:cubicBezTo>
                    <a:pt x="299" y="456"/>
                    <a:pt x="299" y="473"/>
                    <a:pt x="299" y="481"/>
                  </a:cubicBezTo>
                  <a:cubicBezTo>
                    <a:pt x="291" y="522"/>
                    <a:pt x="282" y="555"/>
                    <a:pt x="274" y="597"/>
                  </a:cubicBezTo>
                  <a:cubicBezTo>
                    <a:pt x="266" y="671"/>
                    <a:pt x="257" y="746"/>
                    <a:pt x="249" y="812"/>
                  </a:cubicBezTo>
                  <a:cubicBezTo>
                    <a:pt x="233" y="961"/>
                    <a:pt x="216" y="1110"/>
                    <a:pt x="216" y="1268"/>
                  </a:cubicBezTo>
                  <a:cubicBezTo>
                    <a:pt x="216" y="1417"/>
                    <a:pt x="233" y="1574"/>
                    <a:pt x="249" y="1724"/>
                  </a:cubicBezTo>
                  <a:cubicBezTo>
                    <a:pt x="266" y="1856"/>
                    <a:pt x="324" y="2014"/>
                    <a:pt x="291" y="2138"/>
                  </a:cubicBezTo>
                  <a:cubicBezTo>
                    <a:pt x="286" y="2160"/>
                    <a:pt x="270" y="2168"/>
                    <a:pt x="253" y="2168"/>
                  </a:cubicBezTo>
                  <a:cubicBezTo>
                    <a:pt x="239" y="2168"/>
                    <a:pt x="224" y="2162"/>
                    <a:pt x="216" y="2154"/>
                  </a:cubicBezTo>
                  <a:cubicBezTo>
                    <a:pt x="158" y="2096"/>
                    <a:pt x="133" y="1997"/>
                    <a:pt x="117" y="1922"/>
                  </a:cubicBezTo>
                  <a:cubicBezTo>
                    <a:pt x="100" y="1840"/>
                    <a:pt x="92" y="1757"/>
                    <a:pt x="84" y="1666"/>
                  </a:cubicBezTo>
                  <a:cubicBezTo>
                    <a:pt x="67" y="1500"/>
                    <a:pt x="59" y="1334"/>
                    <a:pt x="67" y="1168"/>
                  </a:cubicBezTo>
                  <a:cubicBezTo>
                    <a:pt x="75" y="1052"/>
                    <a:pt x="84" y="928"/>
                    <a:pt x="100" y="812"/>
                  </a:cubicBezTo>
                  <a:lnTo>
                    <a:pt x="100" y="812"/>
                  </a:lnTo>
                  <a:cubicBezTo>
                    <a:pt x="59" y="936"/>
                    <a:pt x="34" y="1061"/>
                    <a:pt x="26" y="1202"/>
                  </a:cubicBezTo>
                  <a:cubicBezTo>
                    <a:pt x="1" y="1500"/>
                    <a:pt x="50" y="1806"/>
                    <a:pt x="100" y="2105"/>
                  </a:cubicBezTo>
                  <a:cubicBezTo>
                    <a:pt x="208" y="2751"/>
                    <a:pt x="382" y="3372"/>
                    <a:pt x="622" y="3977"/>
                  </a:cubicBezTo>
                  <a:cubicBezTo>
                    <a:pt x="630" y="4002"/>
                    <a:pt x="630" y="4027"/>
                    <a:pt x="622" y="4044"/>
                  </a:cubicBezTo>
                  <a:cubicBezTo>
                    <a:pt x="879" y="4193"/>
                    <a:pt x="1078" y="4416"/>
                    <a:pt x="1277" y="4632"/>
                  </a:cubicBezTo>
                  <a:cubicBezTo>
                    <a:pt x="1517" y="4897"/>
                    <a:pt x="1782" y="5129"/>
                    <a:pt x="2105" y="5286"/>
                  </a:cubicBezTo>
                  <a:cubicBezTo>
                    <a:pt x="2751" y="5593"/>
                    <a:pt x="3472" y="5643"/>
                    <a:pt x="4177" y="5643"/>
                  </a:cubicBezTo>
                  <a:cubicBezTo>
                    <a:pt x="4881" y="5634"/>
                    <a:pt x="5610" y="5643"/>
                    <a:pt x="6298" y="5477"/>
                  </a:cubicBezTo>
                  <a:cubicBezTo>
                    <a:pt x="6629" y="5402"/>
                    <a:pt x="6952" y="5270"/>
                    <a:pt x="7234" y="5079"/>
                  </a:cubicBezTo>
                  <a:cubicBezTo>
                    <a:pt x="7540" y="4872"/>
                    <a:pt x="7797" y="4599"/>
                    <a:pt x="8062" y="4350"/>
                  </a:cubicBezTo>
                  <a:cubicBezTo>
                    <a:pt x="8212" y="4209"/>
                    <a:pt x="8352" y="4068"/>
                    <a:pt x="8493" y="3928"/>
                  </a:cubicBezTo>
                  <a:cubicBezTo>
                    <a:pt x="8626" y="3803"/>
                    <a:pt x="8758" y="3679"/>
                    <a:pt x="8866" y="3538"/>
                  </a:cubicBezTo>
                  <a:cubicBezTo>
                    <a:pt x="9057" y="3290"/>
                    <a:pt x="9098" y="2983"/>
                    <a:pt x="9123" y="2676"/>
                  </a:cubicBezTo>
                  <a:lnTo>
                    <a:pt x="9123" y="2676"/>
                  </a:lnTo>
                  <a:cubicBezTo>
                    <a:pt x="8792" y="2850"/>
                    <a:pt x="8468" y="3033"/>
                    <a:pt x="8137" y="3207"/>
                  </a:cubicBezTo>
                  <a:cubicBezTo>
                    <a:pt x="7723" y="3737"/>
                    <a:pt x="7159" y="4126"/>
                    <a:pt x="6538" y="4358"/>
                  </a:cubicBezTo>
                  <a:lnTo>
                    <a:pt x="6530" y="4358"/>
                  </a:lnTo>
                  <a:cubicBezTo>
                    <a:pt x="5963" y="4572"/>
                    <a:pt x="5351" y="4661"/>
                    <a:pt x="4746" y="4661"/>
                  </a:cubicBezTo>
                  <a:cubicBezTo>
                    <a:pt x="4669" y="4661"/>
                    <a:pt x="4593" y="4659"/>
                    <a:pt x="4516" y="4657"/>
                  </a:cubicBezTo>
                  <a:cubicBezTo>
                    <a:pt x="3878" y="4640"/>
                    <a:pt x="3232" y="4532"/>
                    <a:pt x="2660" y="4242"/>
                  </a:cubicBezTo>
                  <a:cubicBezTo>
                    <a:pt x="2122" y="3961"/>
                    <a:pt x="1691" y="3546"/>
                    <a:pt x="1426" y="3000"/>
                  </a:cubicBezTo>
                  <a:cubicBezTo>
                    <a:pt x="1277" y="2701"/>
                    <a:pt x="1169" y="2378"/>
                    <a:pt x="1078" y="2047"/>
                  </a:cubicBezTo>
                  <a:cubicBezTo>
                    <a:pt x="1011" y="1790"/>
                    <a:pt x="953" y="1508"/>
                    <a:pt x="945" y="1235"/>
                  </a:cubicBezTo>
                  <a:cubicBezTo>
                    <a:pt x="912" y="1185"/>
                    <a:pt x="887" y="1135"/>
                    <a:pt x="871" y="1077"/>
                  </a:cubicBezTo>
                  <a:cubicBezTo>
                    <a:pt x="804" y="845"/>
                    <a:pt x="862" y="597"/>
                    <a:pt x="862" y="357"/>
                  </a:cubicBezTo>
                  <a:cubicBezTo>
                    <a:pt x="862" y="241"/>
                    <a:pt x="854" y="116"/>
                    <a:pt x="8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34"/>
            <p:cNvSpPr/>
            <p:nvPr/>
          </p:nvSpPr>
          <p:spPr>
            <a:xfrm>
              <a:off x="6790075" y="4405000"/>
              <a:ext cx="13700" cy="34000"/>
            </a:xfrm>
            <a:custGeom>
              <a:rect b="b" l="l" r="r" t="t"/>
              <a:pathLst>
                <a:path extrusionOk="0" h="1360" w="548">
                  <a:moveTo>
                    <a:pt x="0" y="1"/>
                  </a:moveTo>
                  <a:lnTo>
                    <a:pt x="0" y="1"/>
                  </a:lnTo>
                  <a:cubicBezTo>
                    <a:pt x="100" y="158"/>
                    <a:pt x="158" y="349"/>
                    <a:pt x="199" y="548"/>
                  </a:cubicBezTo>
                  <a:cubicBezTo>
                    <a:pt x="232" y="705"/>
                    <a:pt x="257" y="863"/>
                    <a:pt x="299" y="1020"/>
                  </a:cubicBezTo>
                  <a:cubicBezTo>
                    <a:pt x="332" y="1144"/>
                    <a:pt x="382" y="1260"/>
                    <a:pt x="448" y="1360"/>
                  </a:cubicBezTo>
                  <a:cubicBezTo>
                    <a:pt x="473" y="1302"/>
                    <a:pt x="489" y="1252"/>
                    <a:pt x="506" y="1194"/>
                  </a:cubicBezTo>
                  <a:lnTo>
                    <a:pt x="506" y="1186"/>
                  </a:lnTo>
                  <a:cubicBezTo>
                    <a:pt x="514" y="1103"/>
                    <a:pt x="531" y="1028"/>
                    <a:pt x="539" y="954"/>
                  </a:cubicBezTo>
                  <a:cubicBezTo>
                    <a:pt x="547" y="929"/>
                    <a:pt x="547" y="904"/>
                    <a:pt x="547" y="879"/>
                  </a:cubicBezTo>
                  <a:cubicBezTo>
                    <a:pt x="522" y="771"/>
                    <a:pt x="481" y="672"/>
                    <a:pt x="439" y="564"/>
                  </a:cubicBezTo>
                  <a:cubicBezTo>
                    <a:pt x="390" y="448"/>
                    <a:pt x="340" y="316"/>
                    <a:pt x="257" y="208"/>
                  </a:cubicBezTo>
                  <a:cubicBezTo>
                    <a:pt x="191" y="117"/>
                    <a:pt x="100" y="5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34"/>
            <p:cNvSpPr/>
            <p:nvPr/>
          </p:nvSpPr>
          <p:spPr>
            <a:xfrm>
              <a:off x="6391325" y="4090150"/>
              <a:ext cx="440825" cy="425300"/>
            </a:xfrm>
            <a:custGeom>
              <a:rect b="b" l="l" r="r" t="t"/>
              <a:pathLst>
                <a:path extrusionOk="0" h="17012" w="17633">
                  <a:moveTo>
                    <a:pt x="12504" y="1"/>
                  </a:moveTo>
                  <a:cubicBezTo>
                    <a:pt x="12388" y="1"/>
                    <a:pt x="12276" y="30"/>
                    <a:pt x="12180" y="109"/>
                  </a:cubicBezTo>
                  <a:cubicBezTo>
                    <a:pt x="12081" y="191"/>
                    <a:pt x="12015" y="307"/>
                    <a:pt x="11973" y="432"/>
                  </a:cubicBezTo>
                  <a:cubicBezTo>
                    <a:pt x="11849" y="747"/>
                    <a:pt x="11832" y="1111"/>
                    <a:pt x="11791" y="1443"/>
                  </a:cubicBezTo>
                  <a:cubicBezTo>
                    <a:pt x="11741" y="1840"/>
                    <a:pt x="11700" y="2238"/>
                    <a:pt x="11667" y="2644"/>
                  </a:cubicBezTo>
                  <a:cubicBezTo>
                    <a:pt x="11642" y="3042"/>
                    <a:pt x="11634" y="3456"/>
                    <a:pt x="11592" y="3854"/>
                  </a:cubicBezTo>
                  <a:cubicBezTo>
                    <a:pt x="11592" y="3862"/>
                    <a:pt x="11584" y="3870"/>
                    <a:pt x="11584" y="3878"/>
                  </a:cubicBezTo>
                  <a:cubicBezTo>
                    <a:pt x="11683" y="3878"/>
                    <a:pt x="11783" y="3895"/>
                    <a:pt x="11882" y="3920"/>
                  </a:cubicBezTo>
                  <a:cubicBezTo>
                    <a:pt x="11980" y="3950"/>
                    <a:pt x="11934" y="4090"/>
                    <a:pt x="11844" y="4090"/>
                  </a:cubicBezTo>
                  <a:cubicBezTo>
                    <a:pt x="11835" y="4090"/>
                    <a:pt x="11826" y="4089"/>
                    <a:pt x="11816" y="4086"/>
                  </a:cubicBezTo>
                  <a:cubicBezTo>
                    <a:pt x="11733" y="4061"/>
                    <a:pt x="11651" y="4050"/>
                    <a:pt x="11569" y="4050"/>
                  </a:cubicBezTo>
                  <a:cubicBezTo>
                    <a:pt x="11216" y="4050"/>
                    <a:pt x="10873" y="4251"/>
                    <a:pt x="10557" y="4392"/>
                  </a:cubicBezTo>
                  <a:cubicBezTo>
                    <a:pt x="10374" y="4467"/>
                    <a:pt x="10192" y="4525"/>
                    <a:pt x="9993" y="4558"/>
                  </a:cubicBezTo>
                  <a:cubicBezTo>
                    <a:pt x="9819" y="4591"/>
                    <a:pt x="9629" y="4624"/>
                    <a:pt x="9463" y="4707"/>
                  </a:cubicBezTo>
                  <a:cubicBezTo>
                    <a:pt x="9305" y="4790"/>
                    <a:pt x="9206" y="4939"/>
                    <a:pt x="9057" y="5038"/>
                  </a:cubicBezTo>
                  <a:cubicBezTo>
                    <a:pt x="8982" y="5088"/>
                    <a:pt x="8899" y="5113"/>
                    <a:pt x="8808" y="5121"/>
                  </a:cubicBezTo>
                  <a:cubicBezTo>
                    <a:pt x="8788" y="5123"/>
                    <a:pt x="8767" y="5124"/>
                    <a:pt x="8745" y="5124"/>
                  </a:cubicBezTo>
                  <a:cubicBezTo>
                    <a:pt x="8707" y="5124"/>
                    <a:pt x="8669" y="5122"/>
                    <a:pt x="8630" y="5122"/>
                  </a:cubicBezTo>
                  <a:cubicBezTo>
                    <a:pt x="8595" y="5122"/>
                    <a:pt x="8560" y="5123"/>
                    <a:pt x="8527" y="5130"/>
                  </a:cubicBezTo>
                  <a:cubicBezTo>
                    <a:pt x="8361" y="5154"/>
                    <a:pt x="8212" y="5237"/>
                    <a:pt x="8079" y="5320"/>
                  </a:cubicBezTo>
                  <a:cubicBezTo>
                    <a:pt x="7938" y="5403"/>
                    <a:pt x="7806" y="5511"/>
                    <a:pt x="7648" y="5560"/>
                  </a:cubicBezTo>
                  <a:cubicBezTo>
                    <a:pt x="7569" y="5588"/>
                    <a:pt x="7489" y="5601"/>
                    <a:pt x="7409" y="5601"/>
                  </a:cubicBezTo>
                  <a:cubicBezTo>
                    <a:pt x="7323" y="5601"/>
                    <a:pt x="7237" y="5586"/>
                    <a:pt x="7151" y="5560"/>
                  </a:cubicBezTo>
                  <a:cubicBezTo>
                    <a:pt x="7075" y="5537"/>
                    <a:pt x="6960" y="5492"/>
                    <a:pt x="6862" y="5492"/>
                  </a:cubicBezTo>
                  <a:cubicBezTo>
                    <a:pt x="6822" y="5492"/>
                    <a:pt x="6785" y="5500"/>
                    <a:pt x="6753" y="5519"/>
                  </a:cubicBezTo>
                  <a:cubicBezTo>
                    <a:pt x="6795" y="5627"/>
                    <a:pt x="6828" y="5743"/>
                    <a:pt x="6853" y="5859"/>
                  </a:cubicBezTo>
                  <a:cubicBezTo>
                    <a:pt x="6861" y="5917"/>
                    <a:pt x="6811" y="5975"/>
                    <a:pt x="6762" y="5983"/>
                  </a:cubicBezTo>
                  <a:cubicBezTo>
                    <a:pt x="6757" y="5984"/>
                    <a:pt x="6752" y="5984"/>
                    <a:pt x="6747" y="5984"/>
                  </a:cubicBezTo>
                  <a:cubicBezTo>
                    <a:pt x="6689" y="5984"/>
                    <a:pt x="6653" y="5937"/>
                    <a:pt x="6637" y="5884"/>
                  </a:cubicBezTo>
                  <a:cubicBezTo>
                    <a:pt x="6604" y="5768"/>
                    <a:pt x="6563" y="5643"/>
                    <a:pt x="6521" y="5536"/>
                  </a:cubicBezTo>
                  <a:cubicBezTo>
                    <a:pt x="6323" y="5055"/>
                    <a:pt x="5983" y="4657"/>
                    <a:pt x="5602" y="4309"/>
                  </a:cubicBezTo>
                  <a:cubicBezTo>
                    <a:pt x="5403" y="4135"/>
                    <a:pt x="5196" y="3961"/>
                    <a:pt x="4972" y="3820"/>
                  </a:cubicBezTo>
                  <a:cubicBezTo>
                    <a:pt x="4732" y="3671"/>
                    <a:pt x="4458" y="3588"/>
                    <a:pt x="4177" y="3514"/>
                  </a:cubicBezTo>
                  <a:cubicBezTo>
                    <a:pt x="3613" y="3373"/>
                    <a:pt x="3042" y="3274"/>
                    <a:pt x="2453" y="3241"/>
                  </a:cubicBezTo>
                  <a:cubicBezTo>
                    <a:pt x="2236" y="3222"/>
                    <a:pt x="2018" y="3213"/>
                    <a:pt x="1801" y="3213"/>
                  </a:cubicBezTo>
                  <a:cubicBezTo>
                    <a:pt x="1728" y="3213"/>
                    <a:pt x="1656" y="3214"/>
                    <a:pt x="1583" y="3216"/>
                  </a:cubicBezTo>
                  <a:cubicBezTo>
                    <a:pt x="1293" y="3224"/>
                    <a:pt x="987" y="3232"/>
                    <a:pt x="697" y="3299"/>
                  </a:cubicBezTo>
                  <a:cubicBezTo>
                    <a:pt x="465" y="3348"/>
                    <a:pt x="216" y="3481"/>
                    <a:pt x="117" y="3713"/>
                  </a:cubicBezTo>
                  <a:cubicBezTo>
                    <a:pt x="1" y="3961"/>
                    <a:pt x="133" y="4243"/>
                    <a:pt x="241" y="4483"/>
                  </a:cubicBezTo>
                  <a:cubicBezTo>
                    <a:pt x="490" y="5014"/>
                    <a:pt x="771" y="5519"/>
                    <a:pt x="1111" y="6000"/>
                  </a:cubicBezTo>
                  <a:cubicBezTo>
                    <a:pt x="1277" y="6240"/>
                    <a:pt x="1459" y="6464"/>
                    <a:pt x="1600" y="6720"/>
                  </a:cubicBezTo>
                  <a:cubicBezTo>
                    <a:pt x="1749" y="6986"/>
                    <a:pt x="1857" y="7267"/>
                    <a:pt x="1989" y="7532"/>
                  </a:cubicBezTo>
                  <a:cubicBezTo>
                    <a:pt x="2254" y="8071"/>
                    <a:pt x="2536" y="8601"/>
                    <a:pt x="2843" y="9115"/>
                  </a:cubicBezTo>
                  <a:cubicBezTo>
                    <a:pt x="2909" y="9239"/>
                    <a:pt x="2984" y="9355"/>
                    <a:pt x="3091" y="9455"/>
                  </a:cubicBezTo>
                  <a:cubicBezTo>
                    <a:pt x="3174" y="9529"/>
                    <a:pt x="3274" y="9604"/>
                    <a:pt x="3332" y="9711"/>
                  </a:cubicBezTo>
                  <a:cubicBezTo>
                    <a:pt x="3365" y="9769"/>
                    <a:pt x="3365" y="9836"/>
                    <a:pt x="3373" y="9902"/>
                  </a:cubicBezTo>
                  <a:cubicBezTo>
                    <a:pt x="3381" y="9960"/>
                    <a:pt x="3406" y="10001"/>
                    <a:pt x="3456" y="10051"/>
                  </a:cubicBezTo>
                  <a:cubicBezTo>
                    <a:pt x="3547" y="10134"/>
                    <a:pt x="3655" y="10200"/>
                    <a:pt x="3771" y="10250"/>
                  </a:cubicBezTo>
                  <a:cubicBezTo>
                    <a:pt x="4003" y="10358"/>
                    <a:pt x="4251" y="10391"/>
                    <a:pt x="4508" y="10407"/>
                  </a:cubicBezTo>
                  <a:cubicBezTo>
                    <a:pt x="4624" y="10416"/>
                    <a:pt x="4757" y="10432"/>
                    <a:pt x="4873" y="10457"/>
                  </a:cubicBezTo>
                  <a:cubicBezTo>
                    <a:pt x="4889" y="10457"/>
                    <a:pt x="4906" y="10457"/>
                    <a:pt x="4914" y="10474"/>
                  </a:cubicBezTo>
                  <a:cubicBezTo>
                    <a:pt x="4964" y="10490"/>
                    <a:pt x="5014" y="10507"/>
                    <a:pt x="5055" y="10532"/>
                  </a:cubicBezTo>
                  <a:cubicBezTo>
                    <a:pt x="5055" y="10490"/>
                    <a:pt x="5063" y="10441"/>
                    <a:pt x="5088" y="10399"/>
                  </a:cubicBezTo>
                  <a:cubicBezTo>
                    <a:pt x="5097" y="10376"/>
                    <a:pt x="5114" y="10366"/>
                    <a:pt x="5132" y="10366"/>
                  </a:cubicBezTo>
                  <a:cubicBezTo>
                    <a:pt x="5163" y="10366"/>
                    <a:pt x="5195" y="10398"/>
                    <a:pt x="5179" y="10441"/>
                  </a:cubicBezTo>
                  <a:cubicBezTo>
                    <a:pt x="5146" y="10548"/>
                    <a:pt x="5196" y="10656"/>
                    <a:pt x="5237" y="10755"/>
                  </a:cubicBezTo>
                  <a:cubicBezTo>
                    <a:pt x="5287" y="10863"/>
                    <a:pt x="5337" y="10963"/>
                    <a:pt x="5386" y="11062"/>
                  </a:cubicBezTo>
                  <a:cubicBezTo>
                    <a:pt x="5486" y="11269"/>
                    <a:pt x="5585" y="11485"/>
                    <a:pt x="5693" y="11692"/>
                  </a:cubicBezTo>
                  <a:cubicBezTo>
                    <a:pt x="5767" y="11849"/>
                    <a:pt x="5875" y="12007"/>
                    <a:pt x="6041" y="12089"/>
                  </a:cubicBezTo>
                  <a:cubicBezTo>
                    <a:pt x="6198" y="12164"/>
                    <a:pt x="6397" y="12214"/>
                    <a:pt x="6422" y="12413"/>
                  </a:cubicBezTo>
                  <a:cubicBezTo>
                    <a:pt x="6429" y="12452"/>
                    <a:pt x="6399" y="12486"/>
                    <a:pt x="6369" y="12486"/>
                  </a:cubicBezTo>
                  <a:cubicBezTo>
                    <a:pt x="6362" y="12486"/>
                    <a:pt x="6354" y="12484"/>
                    <a:pt x="6347" y="12479"/>
                  </a:cubicBezTo>
                  <a:lnTo>
                    <a:pt x="6331" y="12471"/>
                  </a:lnTo>
                  <a:lnTo>
                    <a:pt x="6331" y="12471"/>
                  </a:lnTo>
                  <a:cubicBezTo>
                    <a:pt x="6455" y="12785"/>
                    <a:pt x="6372" y="13150"/>
                    <a:pt x="6397" y="13490"/>
                  </a:cubicBezTo>
                  <a:cubicBezTo>
                    <a:pt x="6422" y="13730"/>
                    <a:pt x="6637" y="13862"/>
                    <a:pt x="6803" y="14012"/>
                  </a:cubicBezTo>
                  <a:cubicBezTo>
                    <a:pt x="6894" y="14094"/>
                    <a:pt x="6977" y="14177"/>
                    <a:pt x="7068" y="14260"/>
                  </a:cubicBezTo>
                  <a:cubicBezTo>
                    <a:pt x="7151" y="14343"/>
                    <a:pt x="7251" y="14426"/>
                    <a:pt x="7317" y="14525"/>
                  </a:cubicBezTo>
                  <a:cubicBezTo>
                    <a:pt x="7339" y="14562"/>
                    <a:pt x="7316" y="14611"/>
                    <a:pt x="7276" y="14611"/>
                  </a:cubicBezTo>
                  <a:cubicBezTo>
                    <a:pt x="7271" y="14611"/>
                    <a:pt x="7265" y="14610"/>
                    <a:pt x="7259" y="14608"/>
                  </a:cubicBezTo>
                  <a:cubicBezTo>
                    <a:pt x="7143" y="14567"/>
                    <a:pt x="7043" y="14484"/>
                    <a:pt x="6952" y="14409"/>
                  </a:cubicBezTo>
                  <a:cubicBezTo>
                    <a:pt x="6853" y="14343"/>
                    <a:pt x="6753" y="14260"/>
                    <a:pt x="6654" y="14177"/>
                  </a:cubicBezTo>
                  <a:cubicBezTo>
                    <a:pt x="6604" y="14136"/>
                    <a:pt x="6546" y="14094"/>
                    <a:pt x="6497" y="14045"/>
                  </a:cubicBezTo>
                  <a:lnTo>
                    <a:pt x="6497" y="14045"/>
                  </a:lnTo>
                  <a:cubicBezTo>
                    <a:pt x="6505" y="14086"/>
                    <a:pt x="6505" y="14128"/>
                    <a:pt x="6513" y="14161"/>
                  </a:cubicBezTo>
                  <a:cubicBezTo>
                    <a:pt x="6555" y="14343"/>
                    <a:pt x="6596" y="14517"/>
                    <a:pt x="6646" y="14691"/>
                  </a:cubicBezTo>
                  <a:cubicBezTo>
                    <a:pt x="6745" y="15031"/>
                    <a:pt x="6878" y="15370"/>
                    <a:pt x="7060" y="15677"/>
                  </a:cubicBezTo>
                  <a:cubicBezTo>
                    <a:pt x="7681" y="16707"/>
                    <a:pt x="8948" y="17011"/>
                    <a:pt x="10080" y="17011"/>
                  </a:cubicBezTo>
                  <a:cubicBezTo>
                    <a:pt x="10095" y="17011"/>
                    <a:pt x="10110" y="17011"/>
                    <a:pt x="10126" y="17011"/>
                  </a:cubicBezTo>
                  <a:cubicBezTo>
                    <a:pt x="11128" y="17003"/>
                    <a:pt x="12164" y="16729"/>
                    <a:pt x="12910" y="16058"/>
                  </a:cubicBezTo>
                  <a:cubicBezTo>
                    <a:pt x="12901" y="16058"/>
                    <a:pt x="12885" y="16066"/>
                    <a:pt x="12876" y="16066"/>
                  </a:cubicBezTo>
                  <a:cubicBezTo>
                    <a:pt x="12457" y="16260"/>
                    <a:pt x="12013" y="16413"/>
                    <a:pt x="11560" y="16413"/>
                  </a:cubicBezTo>
                  <a:cubicBezTo>
                    <a:pt x="11430" y="16413"/>
                    <a:pt x="11300" y="16401"/>
                    <a:pt x="11170" y="16373"/>
                  </a:cubicBezTo>
                  <a:cubicBezTo>
                    <a:pt x="11153" y="16365"/>
                    <a:pt x="11136" y="16356"/>
                    <a:pt x="11128" y="16340"/>
                  </a:cubicBezTo>
                  <a:cubicBezTo>
                    <a:pt x="11082" y="16343"/>
                    <a:pt x="11035" y="16344"/>
                    <a:pt x="10988" y="16344"/>
                  </a:cubicBezTo>
                  <a:cubicBezTo>
                    <a:pt x="10668" y="16344"/>
                    <a:pt x="10343" y="16279"/>
                    <a:pt x="10018" y="16257"/>
                  </a:cubicBezTo>
                  <a:cubicBezTo>
                    <a:pt x="9917" y="16250"/>
                    <a:pt x="9816" y="16247"/>
                    <a:pt x="9715" y="16247"/>
                  </a:cubicBezTo>
                  <a:cubicBezTo>
                    <a:pt x="9301" y="16247"/>
                    <a:pt x="8888" y="16308"/>
                    <a:pt x="8502" y="16481"/>
                  </a:cubicBezTo>
                  <a:cubicBezTo>
                    <a:pt x="8496" y="16484"/>
                    <a:pt x="8490" y="16486"/>
                    <a:pt x="8484" y="16486"/>
                  </a:cubicBezTo>
                  <a:cubicBezTo>
                    <a:pt x="8448" y="16486"/>
                    <a:pt x="8418" y="16428"/>
                    <a:pt x="8460" y="16406"/>
                  </a:cubicBezTo>
                  <a:cubicBezTo>
                    <a:pt x="8701" y="16265"/>
                    <a:pt x="8966" y="16174"/>
                    <a:pt x="9239" y="16124"/>
                  </a:cubicBezTo>
                  <a:cubicBezTo>
                    <a:pt x="9446" y="16090"/>
                    <a:pt x="9653" y="16073"/>
                    <a:pt x="9865" y="16073"/>
                  </a:cubicBezTo>
                  <a:cubicBezTo>
                    <a:pt x="9908" y="16073"/>
                    <a:pt x="9950" y="16073"/>
                    <a:pt x="9993" y="16075"/>
                  </a:cubicBezTo>
                  <a:cubicBezTo>
                    <a:pt x="10250" y="16083"/>
                    <a:pt x="10507" y="16124"/>
                    <a:pt x="10772" y="16141"/>
                  </a:cubicBezTo>
                  <a:cubicBezTo>
                    <a:pt x="10849" y="16149"/>
                    <a:pt x="10928" y="16154"/>
                    <a:pt x="11008" y="16154"/>
                  </a:cubicBezTo>
                  <a:cubicBezTo>
                    <a:pt x="11168" y="16154"/>
                    <a:pt x="11330" y="16135"/>
                    <a:pt x="11484" y="16091"/>
                  </a:cubicBezTo>
                  <a:cubicBezTo>
                    <a:pt x="11692" y="16025"/>
                    <a:pt x="11857" y="15909"/>
                    <a:pt x="12031" y="15776"/>
                  </a:cubicBezTo>
                  <a:cubicBezTo>
                    <a:pt x="12042" y="15768"/>
                    <a:pt x="12053" y="15765"/>
                    <a:pt x="12064" y="15765"/>
                  </a:cubicBezTo>
                  <a:cubicBezTo>
                    <a:pt x="12097" y="15765"/>
                    <a:pt x="12127" y="15797"/>
                    <a:pt x="12114" y="15834"/>
                  </a:cubicBezTo>
                  <a:cubicBezTo>
                    <a:pt x="12031" y="16066"/>
                    <a:pt x="11791" y="16199"/>
                    <a:pt x="11567" y="16265"/>
                  </a:cubicBezTo>
                  <a:cubicBezTo>
                    <a:pt x="11741" y="16257"/>
                    <a:pt x="11924" y="16224"/>
                    <a:pt x="12089" y="16182"/>
                  </a:cubicBezTo>
                  <a:cubicBezTo>
                    <a:pt x="12504" y="16066"/>
                    <a:pt x="12893" y="15868"/>
                    <a:pt x="13274" y="15669"/>
                  </a:cubicBezTo>
                  <a:cubicBezTo>
                    <a:pt x="13282" y="15660"/>
                    <a:pt x="13291" y="15644"/>
                    <a:pt x="13299" y="15636"/>
                  </a:cubicBezTo>
                  <a:cubicBezTo>
                    <a:pt x="13325" y="15603"/>
                    <a:pt x="13355" y="15591"/>
                    <a:pt x="13383" y="15591"/>
                  </a:cubicBezTo>
                  <a:cubicBezTo>
                    <a:pt x="13391" y="15591"/>
                    <a:pt x="13399" y="15592"/>
                    <a:pt x="13407" y="15594"/>
                  </a:cubicBezTo>
                  <a:cubicBezTo>
                    <a:pt x="13465" y="15561"/>
                    <a:pt x="13523" y="15528"/>
                    <a:pt x="13581" y="15503"/>
                  </a:cubicBezTo>
                  <a:cubicBezTo>
                    <a:pt x="13829" y="15362"/>
                    <a:pt x="14086" y="15221"/>
                    <a:pt x="14343" y="15089"/>
                  </a:cubicBezTo>
                  <a:lnTo>
                    <a:pt x="14724" y="14882"/>
                  </a:lnTo>
                  <a:cubicBezTo>
                    <a:pt x="14757" y="14865"/>
                    <a:pt x="14799" y="14848"/>
                    <a:pt x="14832" y="14824"/>
                  </a:cubicBezTo>
                  <a:cubicBezTo>
                    <a:pt x="14696" y="14813"/>
                    <a:pt x="14559" y="14803"/>
                    <a:pt x="14423" y="14803"/>
                  </a:cubicBezTo>
                  <a:cubicBezTo>
                    <a:pt x="14344" y="14803"/>
                    <a:pt x="14265" y="14806"/>
                    <a:pt x="14186" y="14815"/>
                  </a:cubicBezTo>
                  <a:cubicBezTo>
                    <a:pt x="13995" y="14832"/>
                    <a:pt x="13838" y="14906"/>
                    <a:pt x="13664" y="14973"/>
                  </a:cubicBezTo>
                  <a:cubicBezTo>
                    <a:pt x="13506" y="15031"/>
                    <a:pt x="13340" y="15080"/>
                    <a:pt x="13175" y="15114"/>
                  </a:cubicBezTo>
                  <a:cubicBezTo>
                    <a:pt x="13001" y="15147"/>
                    <a:pt x="12827" y="15163"/>
                    <a:pt x="12644" y="15172"/>
                  </a:cubicBezTo>
                  <a:cubicBezTo>
                    <a:pt x="12577" y="15178"/>
                    <a:pt x="12511" y="15179"/>
                    <a:pt x="12445" y="15179"/>
                  </a:cubicBezTo>
                  <a:cubicBezTo>
                    <a:pt x="12373" y="15179"/>
                    <a:pt x="12301" y="15177"/>
                    <a:pt x="12229" y="15177"/>
                  </a:cubicBezTo>
                  <a:cubicBezTo>
                    <a:pt x="12188" y="15177"/>
                    <a:pt x="12147" y="15178"/>
                    <a:pt x="12106" y="15180"/>
                  </a:cubicBezTo>
                  <a:cubicBezTo>
                    <a:pt x="12073" y="15180"/>
                    <a:pt x="12064" y="15130"/>
                    <a:pt x="12098" y="15130"/>
                  </a:cubicBezTo>
                  <a:cubicBezTo>
                    <a:pt x="12280" y="15114"/>
                    <a:pt x="12462" y="15072"/>
                    <a:pt x="12644" y="15047"/>
                  </a:cubicBezTo>
                  <a:cubicBezTo>
                    <a:pt x="12827" y="15022"/>
                    <a:pt x="13001" y="14989"/>
                    <a:pt x="13183" y="14948"/>
                  </a:cubicBezTo>
                  <a:cubicBezTo>
                    <a:pt x="13357" y="14906"/>
                    <a:pt x="13531" y="14848"/>
                    <a:pt x="13705" y="14774"/>
                  </a:cubicBezTo>
                  <a:cubicBezTo>
                    <a:pt x="13862" y="14708"/>
                    <a:pt x="14028" y="14650"/>
                    <a:pt x="14202" y="14633"/>
                  </a:cubicBezTo>
                  <a:cubicBezTo>
                    <a:pt x="14285" y="14625"/>
                    <a:pt x="14368" y="14622"/>
                    <a:pt x="14451" y="14622"/>
                  </a:cubicBezTo>
                  <a:cubicBezTo>
                    <a:pt x="14616" y="14622"/>
                    <a:pt x="14782" y="14633"/>
                    <a:pt x="14948" y="14633"/>
                  </a:cubicBezTo>
                  <a:cubicBezTo>
                    <a:pt x="14966" y="14615"/>
                    <a:pt x="14989" y="14602"/>
                    <a:pt x="15012" y="14602"/>
                  </a:cubicBezTo>
                  <a:cubicBezTo>
                    <a:pt x="15031" y="14602"/>
                    <a:pt x="15049" y="14611"/>
                    <a:pt x="15064" y="14633"/>
                  </a:cubicBezTo>
                  <a:cubicBezTo>
                    <a:pt x="15089" y="14625"/>
                    <a:pt x="15122" y="14625"/>
                    <a:pt x="15147" y="14625"/>
                  </a:cubicBezTo>
                  <a:cubicBezTo>
                    <a:pt x="15462" y="14600"/>
                    <a:pt x="15768" y="14525"/>
                    <a:pt x="16058" y="14393"/>
                  </a:cubicBezTo>
                  <a:cubicBezTo>
                    <a:pt x="16166" y="14343"/>
                    <a:pt x="16265" y="14285"/>
                    <a:pt x="16348" y="14210"/>
                  </a:cubicBezTo>
                  <a:cubicBezTo>
                    <a:pt x="16340" y="14202"/>
                    <a:pt x="16340" y="14202"/>
                    <a:pt x="16332" y="14194"/>
                  </a:cubicBezTo>
                  <a:cubicBezTo>
                    <a:pt x="16315" y="14186"/>
                    <a:pt x="16307" y="14177"/>
                    <a:pt x="16290" y="14169"/>
                  </a:cubicBezTo>
                  <a:cubicBezTo>
                    <a:pt x="16066" y="13937"/>
                    <a:pt x="16017" y="13581"/>
                    <a:pt x="15967" y="13274"/>
                  </a:cubicBezTo>
                  <a:cubicBezTo>
                    <a:pt x="15926" y="13009"/>
                    <a:pt x="15868" y="12694"/>
                    <a:pt x="15677" y="12487"/>
                  </a:cubicBezTo>
                  <a:cubicBezTo>
                    <a:pt x="15578" y="12454"/>
                    <a:pt x="15470" y="12421"/>
                    <a:pt x="15370" y="12396"/>
                  </a:cubicBezTo>
                  <a:cubicBezTo>
                    <a:pt x="15333" y="12392"/>
                    <a:pt x="15294" y="12392"/>
                    <a:pt x="15254" y="12392"/>
                  </a:cubicBezTo>
                  <a:cubicBezTo>
                    <a:pt x="15215" y="12392"/>
                    <a:pt x="15176" y="12392"/>
                    <a:pt x="15138" y="12388"/>
                  </a:cubicBezTo>
                  <a:cubicBezTo>
                    <a:pt x="15022" y="12388"/>
                    <a:pt x="14906" y="12396"/>
                    <a:pt x="14799" y="12404"/>
                  </a:cubicBezTo>
                  <a:cubicBezTo>
                    <a:pt x="14633" y="12421"/>
                    <a:pt x="14467" y="12454"/>
                    <a:pt x="14318" y="12520"/>
                  </a:cubicBezTo>
                  <a:cubicBezTo>
                    <a:pt x="14277" y="12611"/>
                    <a:pt x="14252" y="12711"/>
                    <a:pt x="14227" y="12810"/>
                  </a:cubicBezTo>
                  <a:cubicBezTo>
                    <a:pt x="14177" y="13034"/>
                    <a:pt x="14136" y="13258"/>
                    <a:pt x="14061" y="13481"/>
                  </a:cubicBezTo>
                  <a:cubicBezTo>
                    <a:pt x="13937" y="13887"/>
                    <a:pt x="13730" y="14285"/>
                    <a:pt x="13382" y="14534"/>
                  </a:cubicBezTo>
                  <a:cubicBezTo>
                    <a:pt x="13372" y="14540"/>
                    <a:pt x="13363" y="14543"/>
                    <a:pt x="13354" y="14543"/>
                  </a:cubicBezTo>
                  <a:cubicBezTo>
                    <a:pt x="13316" y="14543"/>
                    <a:pt x="13290" y="14494"/>
                    <a:pt x="13324" y="14467"/>
                  </a:cubicBezTo>
                  <a:cubicBezTo>
                    <a:pt x="13672" y="14177"/>
                    <a:pt x="13862" y="13738"/>
                    <a:pt x="13954" y="13307"/>
                  </a:cubicBezTo>
                  <a:cubicBezTo>
                    <a:pt x="14003" y="13092"/>
                    <a:pt x="14020" y="12868"/>
                    <a:pt x="14070" y="12653"/>
                  </a:cubicBezTo>
                  <a:cubicBezTo>
                    <a:pt x="14070" y="12645"/>
                    <a:pt x="14070" y="12636"/>
                    <a:pt x="14078" y="12628"/>
                  </a:cubicBezTo>
                  <a:cubicBezTo>
                    <a:pt x="14061" y="12628"/>
                    <a:pt x="14053" y="12620"/>
                    <a:pt x="14036" y="12611"/>
                  </a:cubicBezTo>
                  <a:cubicBezTo>
                    <a:pt x="13937" y="12752"/>
                    <a:pt x="13854" y="12910"/>
                    <a:pt x="13780" y="13067"/>
                  </a:cubicBezTo>
                  <a:cubicBezTo>
                    <a:pt x="13771" y="13092"/>
                    <a:pt x="13755" y="13100"/>
                    <a:pt x="13738" y="13109"/>
                  </a:cubicBezTo>
                  <a:cubicBezTo>
                    <a:pt x="13655" y="13365"/>
                    <a:pt x="13597" y="13630"/>
                    <a:pt x="13498" y="13887"/>
                  </a:cubicBezTo>
                  <a:cubicBezTo>
                    <a:pt x="13390" y="14169"/>
                    <a:pt x="13241" y="14434"/>
                    <a:pt x="13001" y="14633"/>
                  </a:cubicBezTo>
                  <a:cubicBezTo>
                    <a:pt x="12744" y="14848"/>
                    <a:pt x="12404" y="14973"/>
                    <a:pt x="12089" y="15080"/>
                  </a:cubicBezTo>
                  <a:cubicBezTo>
                    <a:pt x="11741" y="15196"/>
                    <a:pt x="11385" y="15279"/>
                    <a:pt x="11029" y="15321"/>
                  </a:cubicBezTo>
                  <a:cubicBezTo>
                    <a:pt x="10810" y="15349"/>
                    <a:pt x="10587" y="15369"/>
                    <a:pt x="10364" y="15369"/>
                  </a:cubicBezTo>
                  <a:cubicBezTo>
                    <a:pt x="10257" y="15369"/>
                    <a:pt x="10150" y="15365"/>
                    <a:pt x="10043" y="15354"/>
                  </a:cubicBezTo>
                  <a:cubicBezTo>
                    <a:pt x="9761" y="15321"/>
                    <a:pt x="9463" y="15230"/>
                    <a:pt x="9231" y="15047"/>
                  </a:cubicBezTo>
                  <a:cubicBezTo>
                    <a:pt x="8991" y="14857"/>
                    <a:pt x="8866" y="14583"/>
                    <a:pt x="8825" y="14277"/>
                  </a:cubicBezTo>
                  <a:cubicBezTo>
                    <a:pt x="8783" y="13978"/>
                    <a:pt x="8833" y="13672"/>
                    <a:pt x="8966" y="13399"/>
                  </a:cubicBezTo>
                  <a:cubicBezTo>
                    <a:pt x="9024" y="13266"/>
                    <a:pt x="9107" y="13125"/>
                    <a:pt x="9198" y="13009"/>
                  </a:cubicBezTo>
                  <a:cubicBezTo>
                    <a:pt x="9297" y="12885"/>
                    <a:pt x="9405" y="12794"/>
                    <a:pt x="9529" y="12694"/>
                  </a:cubicBezTo>
                  <a:cubicBezTo>
                    <a:pt x="9538" y="12687"/>
                    <a:pt x="9547" y="12684"/>
                    <a:pt x="9556" y="12684"/>
                  </a:cubicBezTo>
                  <a:cubicBezTo>
                    <a:pt x="9591" y="12684"/>
                    <a:pt x="9622" y="12728"/>
                    <a:pt x="9595" y="12761"/>
                  </a:cubicBezTo>
                  <a:cubicBezTo>
                    <a:pt x="9488" y="12885"/>
                    <a:pt x="9388" y="13026"/>
                    <a:pt x="9297" y="13158"/>
                  </a:cubicBezTo>
                  <a:cubicBezTo>
                    <a:pt x="9206" y="13291"/>
                    <a:pt x="9123" y="13440"/>
                    <a:pt x="9065" y="13597"/>
                  </a:cubicBezTo>
                  <a:cubicBezTo>
                    <a:pt x="8966" y="13896"/>
                    <a:pt x="8966" y="14235"/>
                    <a:pt x="9107" y="14517"/>
                  </a:cubicBezTo>
                  <a:cubicBezTo>
                    <a:pt x="9223" y="14757"/>
                    <a:pt x="9430" y="14931"/>
                    <a:pt x="9687" y="15022"/>
                  </a:cubicBezTo>
                  <a:cubicBezTo>
                    <a:pt x="9935" y="15114"/>
                    <a:pt x="10209" y="15130"/>
                    <a:pt x="10474" y="15130"/>
                  </a:cubicBezTo>
                  <a:cubicBezTo>
                    <a:pt x="11145" y="15114"/>
                    <a:pt x="11824" y="14981"/>
                    <a:pt x="12446" y="14708"/>
                  </a:cubicBezTo>
                  <a:cubicBezTo>
                    <a:pt x="12719" y="14583"/>
                    <a:pt x="12968" y="14418"/>
                    <a:pt x="13133" y="14152"/>
                  </a:cubicBezTo>
                  <a:cubicBezTo>
                    <a:pt x="13282" y="13920"/>
                    <a:pt x="13365" y="13639"/>
                    <a:pt x="13448" y="13374"/>
                  </a:cubicBezTo>
                  <a:cubicBezTo>
                    <a:pt x="13606" y="12860"/>
                    <a:pt x="13788" y="12313"/>
                    <a:pt x="14302" y="12040"/>
                  </a:cubicBezTo>
                  <a:lnTo>
                    <a:pt x="14326" y="12040"/>
                  </a:lnTo>
                  <a:cubicBezTo>
                    <a:pt x="14335" y="12031"/>
                    <a:pt x="14343" y="12023"/>
                    <a:pt x="14351" y="12015"/>
                  </a:cubicBezTo>
                  <a:cubicBezTo>
                    <a:pt x="14409" y="11949"/>
                    <a:pt x="14401" y="11866"/>
                    <a:pt x="14401" y="11791"/>
                  </a:cubicBezTo>
                  <a:cubicBezTo>
                    <a:pt x="14393" y="11683"/>
                    <a:pt x="14393" y="11584"/>
                    <a:pt x="14384" y="11476"/>
                  </a:cubicBezTo>
                  <a:cubicBezTo>
                    <a:pt x="14368" y="11269"/>
                    <a:pt x="14351" y="11054"/>
                    <a:pt x="14326" y="10847"/>
                  </a:cubicBezTo>
                  <a:cubicBezTo>
                    <a:pt x="14318" y="10755"/>
                    <a:pt x="14310" y="10664"/>
                    <a:pt x="14293" y="10573"/>
                  </a:cubicBezTo>
                  <a:cubicBezTo>
                    <a:pt x="14268" y="10565"/>
                    <a:pt x="14235" y="10540"/>
                    <a:pt x="14219" y="10507"/>
                  </a:cubicBezTo>
                  <a:cubicBezTo>
                    <a:pt x="14164" y="10376"/>
                    <a:pt x="14028" y="10342"/>
                    <a:pt x="13881" y="10342"/>
                  </a:cubicBezTo>
                  <a:cubicBezTo>
                    <a:pt x="13737" y="10342"/>
                    <a:pt x="13583" y="10374"/>
                    <a:pt x="13481" y="10383"/>
                  </a:cubicBezTo>
                  <a:cubicBezTo>
                    <a:pt x="13376" y="10388"/>
                    <a:pt x="13270" y="10394"/>
                    <a:pt x="13165" y="10394"/>
                  </a:cubicBezTo>
                  <a:cubicBezTo>
                    <a:pt x="13121" y="10394"/>
                    <a:pt x="13078" y="10393"/>
                    <a:pt x="13034" y="10391"/>
                  </a:cubicBezTo>
                  <a:cubicBezTo>
                    <a:pt x="12918" y="10391"/>
                    <a:pt x="12794" y="10391"/>
                    <a:pt x="12678" y="10358"/>
                  </a:cubicBezTo>
                  <a:cubicBezTo>
                    <a:pt x="12570" y="10333"/>
                    <a:pt x="12479" y="10275"/>
                    <a:pt x="12412" y="10184"/>
                  </a:cubicBezTo>
                  <a:cubicBezTo>
                    <a:pt x="12346" y="10084"/>
                    <a:pt x="12338" y="9960"/>
                    <a:pt x="12330" y="9836"/>
                  </a:cubicBezTo>
                  <a:cubicBezTo>
                    <a:pt x="12330" y="9604"/>
                    <a:pt x="12305" y="9297"/>
                    <a:pt x="12470" y="9107"/>
                  </a:cubicBezTo>
                  <a:cubicBezTo>
                    <a:pt x="12504" y="9065"/>
                    <a:pt x="12537" y="9040"/>
                    <a:pt x="12578" y="9007"/>
                  </a:cubicBezTo>
                  <a:cubicBezTo>
                    <a:pt x="12578" y="8999"/>
                    <a:pt x="12586" y="8982"/>
                    <a:pt x="12603" y="8974"/>
                  </a:cubicBezTo>
                  <a:cubicBezTo>
                    <a:pt x="12934" y="8792"/>
                    <a:pt x="13307" y="8667"/>
                    <a:pt x="13672" y="8576"/>
                  </a:cubicBezTo>
                  <a:cubicBezTo>
                    <a:pt x="13826" y="8537"/>
                    <a:pt x="13987" y="8509"/>
                    <a:pt x="14147" y="8509"/>
                  </a:cubicBezTo>
                  <a:cubicBezTo>
                    <a:pt x="14287" y="8509"/>
                    <a:pt x="14427" y="8530"/>
                    <a:pt x="14558" y="8585"/>
                  </a:cubicBezTo>
                  <a:cubicBezTo>
                    <a:pt x="14815" y="8692"/>
                    <a:pt x="15047" y="8916"/>
                    <a:pt x="15114" y="9189"/>
                  </a:cubicBezTo>
                  <a:cubicBezTo>
                    <a:pt x="15188" y="9463"/>
                    <a:pt x="15031" y="9695"/>
                    <a:pt x="14807" y="9836"/>
                  </a:cubicBezTo>
                  <a:cubicBezTo>
                    <a:pt x="14749" y="9877"/>
                    <a:pt x="14691" y="9910"/>
                    <a:pt x="14625" y="9935"/>
                  </a:cubicBezTo>
                  <a:cubicBezTo>
                    <a:pt x="14592" y="9952"/>
                    <a:pt x="14517" y="9968"/>
                    <a:pt x="14492" y="10001"/>
                  </a:cubicBezTo>
                  <a:cubicBezTo>
                    <a:pt x="14476" y="10026"/>
                    <a:pt x="14484" y="10076"/>
                    <a:pt x="14484" y="10101"/>
                  </a:cubicBezTo>
                  <a:cubicBezTo>
                    <a:pt x="14484" y="10134"/>
                    <a:pt x="14476" y="10175"/>
                    <a:pt x="14476" y="10209"/>
                  </a:cubicBezTo>
                  <a:cubicBezTo>
                    <a:pt x="14476" y="10300"/>
                    <a:pt x="14467" y="10383"/>
                    <a:pt x="14467" y="10465"/>
                  </a:cubicBezTo>
                  <a:cubicBezTo>
                    <a:pt x="14467" y="10482"/>
                    <a:pt x="14467" y="10490"/>
                    <a:pt x="14459" y="10499"/>
                  </a:cubicBezTo>
                  <a:cubicBezTo>
                    <a:pt x="14459" y="10499"/>
                    <a:pt x="14467" y="10507"/>
                    <a:pt x="14467" y="10515"/>
                  </a:cubicBezTo>
                  <a:cubicBezTo>
                    <a:pt x="14484" y="10615"/>
                    <a:pt x="14509" y="10722"/>
                    <a:pt x="14525" y="10830"/>
                  </a:cubicBezTo>
                  <a:cubicBezTo>
                    <a:pt x="14542" y="10963"/>
                    <a:pt x="14558" y="11087"/>
                    <a:pt x="14575" y="11219"/>
                  </a:cubicBezTo>
                  <a:cubicBezTo>
                    <a:pt x="14592" y="11311"/>
                    <a:pt x="14608" y="11402"/>
                    <a:pt x="14616" y="11501"/>
                  </a:cubicBezTo>
                  <a:cubicBezTo>
                    <a:pt x="14633" y="11592"/>
                    <a:pt x="14641" y="11683"/>
                    <a:pt x="14666" y="11775"/>
                  </a:cubicBezTo>
                  <a:cubicBezTo>
                    <a:pt x="14683" y="11857"/>
                    <a:pt x="14732" y="11899"/>
                    <a:pt x="14807" y="11932"/>
                  </a:cubicBezTo>
                  <a:cubicBezTo>
                    <a:pt x="14956" y="11998"/>
                    <a:pt x="15130" y="12023"/>
                    <a:pt x="15288" y="12048"/>
                  </a:cubicBezTo>
                  <a:cubicBezTo>
                    <a:pt x="15594" y="12106"/>
                    <a:pt x="15917" y="12156"/>
                    <a:pt x="16182" y="12338"/>
                  </a:cubicBezTo>
                  <a:cubicBezTo>
                    <a:pt x="16406" y="12495"/>
                    <a:pt x="16580" y="12744"/>
                    <a:pt x="16663" y="13009"/>
                  </a:cubicBezTo>
                  <a:cubicBezTo>
                    <a:pt x="16704" y="13150"/>
                    <a:pt x="16729" y="13291"/>
                    <a:pt x="16721" y="13432"/>
                  </a:cubicBezTo>
                  <a:cubicBezTo>
                    <a:pt x="16721" y="13448"/>
                    <a:pt x="16721" y="13457"/>
                    <a:pt x="16721" y="13473"/>
                  </a:cubicBezTo>
                  <a:cubicBezTo>
                    <a:pt x="16729" y="13490"/>
                    <a:pt x="16737" y="13506"/>
                    <a:pt x="16729" y="13531"/>
                  </a:cubicBezTo>
                  <a:cubicBezTo>
                    <a:pt x="16737" y="13548"/>
                    <a:pt x="16737" y="13572"/>
                    <a:pt x="16746" y="13589"/>
                  </a:cubicBezTo>
                  <a:cubicBezTo>
                    <a:pt x="16804" y="13523"/>
                    <a:pt x="16862" y="13448"/>
                    <a:pt x="16920" y="13374"/>
                  </a:cubicBezTo>
                  <a:cubicBezTo>
                    <a:pt x="17094" y="13158"/>
                    <a:pt x="17276" y="12943"/>
                    <a:pt x="17442" y="12703"/>
                  </a:cubicBezTo>
                  <a:cubicBezTo>
                    <a:pt x="17574" y="12512"/>
                    <a:pt x="17632" y="12313"/>
                    <a:pt x="17591" y="12073"/>
                  </a:cubicBezTo>
                  <a:cubicBezTo>
                    <a:pt x="17549" y="11841"/>
                    <a:pt x="17467" y="11609"/>
                    <a:pt x="17400" y="11385"/>
                  </a:cubicBezTo>
                  <a:cubicBezTo>
                    <a:pt x="17367" y="11261"/>
                    <a:pt x="17326" y="11137"/>
                    <a:pt x="17293" y="11021"/>
                  </a:cubicBezTo>
                  <a:cubicBezTo>
                    <a:pt x="17210" y="10979"/>
                    <a:pt x="17193" y="10830"/>
                    <a:pt x="17185" y="10755"/>
                  </a:cubicBezTo>
                  <a:cubicBezTo>
                    <a:pt x="17177" y="10731"/>
                    <a:pt x="17177" y="10697"/>
                    <a:pt x="17168" y="10673"/>
                  </a:cubicBezTo>
                  <a:cubicBezTo>
                    <a:pt x="17102" y="10474"/>
                    <a:pt x="17019" y="10275"/>
                    <a:pt x="16928" y="10084"/>
                  </a:cubicBezTo>
                  <a:cubicBezTo>
                    <a:pt x="16721" y="9670"/>
                    <a:pt x="16456" y="9281"/>
                    <a:pt x="16108" y="8974"/>
                  </a:cubicBezTo>
                  <a:cubicBezTo>
                    <a:pt x="15760" y="8667"/>
                    <a:pt x="15337" y="8469"/>
                    <a:pt x="14890" y="8344"/>
                  </a:cubicBezTo>
                  <a:cubicBezTo>
                    <a:pt x="14873" y="8336"/>
                    <a:pt x="14865" y="8311"/>
                    <a:pt x="14873" y="8295"/>
                  </a:cubicBezTo>
                  <a:cubicBezTo>
                    <a:pt x="14790" y="8270"/>
                    <a:pt x="14699" y="8253"/>
                    <a:pt x="14608" y="8245"/>
                  </a:cubicBezTo>
                  <a:cubicBezTo>
                    <a:pt x="14393" y="8220"/>
                    <a:pt x="14186" y="8245"/>
                    <a:pt x="13978" y="8204"/>
                  </a:cubicBezTo>
                  <a:cubicBezTo>
                    <a:pt x="13929" y="8195"/>
                    <a:pt x="13912" y="8129"/>
                    <a:pt x="13962" y="8112"/>
                  </a:cubicBezTo>
                  <a:cubicBezTo>
                    <a:pt x="14079" y="8064"/>
                    <a:pt x="14205" y="8047"/>
                    <a:pt x="14333" y="8047"/>
                  </a:cubicBezTo>
                  <a:cubicBezTo>
                    <a:pt x="14468" y="8047"/>
                    <a:pt x="14605" y="8066"/>
                    <a:pt x="14732" y="8088"/>
                  </a:cubicBezTo>
                  <a:cubicBezTo>
                    <a:pt x="15188" y="8154"/>
                    <a:pt x="15619" y="8336"/>
                    <a:pt x="16000" y="8601"/>
                  </a:cubicBezTo>
                  <a:cubicBezTo>
                    <a:pt x="16348" y="8850"/>
                    <a:pt x="16671" y="9181"/>
                    <a:pt x="16829" y="9587"/>
                  </a:cubicBezTo>
                  <a:cubicBezTo>
                    <a:pt x="16862" y="9645"/>
                    <a:pt x="16903" y="9703"/>
                    <a:pt x="16936" y="9761"/>
                  </a:cubicBezTo>
                  <a:cubicBezTo>
                    <a:pt x="16936" y="9728"/>
                    <a:pt x="16928" y="9703"/>
                    <a:pt x="16928" y="9670"/>
                  </a:cubicBezTo>
                  <a:lnTo>
                    <a:pt x="16928" y="9670"/>
                  </a:lnTo>
                  <a:cubicBezTo>
                    <a:pt x="16961" y="9736"/>
                    <a:pt x="17003" y="9803"/>
                    <a:pt x="17044" y="9869"/>
                  </a:cubicBezTo>
                  <a:cubicBezTo>
                    <a:pt x="17069" y="9919"/>
                    <a:pt x="17085" y="9968"/>
                    <a:pt x="17110" y="10018"/>
                  </a:cubicBezTo>
                  <a:cubicBezTo>
                    <a:pt x="17102" y="9935"/>
                    <a:pt x="17077" y="9844"/>
                    <a:pt x="17052" y="9761"/>
                  </a:cubicBezTo>
                  <a:cubicBezTo>
                    <a:pt x="17047" y="9735"/>
                    <a:pt x="17069" y="9711"/>
                    <a:pt x="17090" y="9711"/>
                  </a:cubicBezTo>
                  <a:cubicBezTo>
                    <a:pt x="17101" y="9711"/>
                    <a:pt x="17113" y="9719"/>
                    <a:pt x="17119" y="9736"/>
                  </a:cubicBezTo>
                  <a:lnTo>
                    <a:pt x="17119" y="9745"/>
                  </a:lnTo>
                  <a:cubicBezTo>
                    <a:pt x="17185" y="9910"/>
                    <a:pt x="17226" y="10093"/>
                    <a:pt x="17259" y="10275"/>
                  </a:cubicBezTo>
                  <a:cubicBezTo>
                    <a:pt x="17268" y="10200"/>
                    <a:pt x="17276" y="10134"/>
                    <a:pt x="17284" y="10068"/>
                  </a:cubicBezTo>
                  <a:cubicBezTo>
                    <a:pt x="17326" y="9811"/>
                    <a:pt x="17400" y="9571"/>
                    <a:pt x="17458" y="9322"/>
                  </a:cubicBezTo>
                  <a:cubicBezTo>
                    <a:pt x="17516" y="9082"/>
                    <a:pt x="17541" y="8833"/>
                    <a:pt x="17425" y="8609"/>
                  </a:cubicBezTo>
                  <a:cubicBezTo>
                    <a:pt x="17309" y="8386"/>
                    <a:pt x="17110" y="8195"/>
                    <a:pt x="16953" y="7996"/>
                  </a:cubicBezTo>
                  <a:cubicBezTo>
                    <a:pt x="16870" y="7889"/>
                    <a:pt x="16779" y="7789"/>
                    <a:pt x="16696" y="7682"/>
                  </a:cubicBezTo>
                  <a:cubicBezTo>
                    <a:pt x="16655" y="7624"/>
                    <a:pt x="16597" y="7566"/>
                    <a:pt x="16555" y="7499"/>
                  </a:cubicBezTo>
                  <a:lnTo>
                    <a:pt x="16547" y="7499"/>
                  </a:lnTo>
                  <a:lnTo>
                    <a:pt x="16547" y="7491"/>
                  </a:lnTo>
                  <a:cubicBezTo>
                    <a:pt x="16514" y="7450"/>
                    <a:pt x="16497" y="7400"/>
                    <a:pt x="16489" y="7358"/>
                  </a:cubicBezTo>
                  <a:cubicBezTo>
                    <a:pt x="16481" y="7334"/>
                    <a:pt x="16489" y="7317"/>
                    <a:pt x="16505" y="7309"/>
                  </a:cubicBezTo>
                  <a:cubicBezTo>
                    <a:pt x="16497" y="7276"/>
                    <a:pt x="16489" y="7242"/>
                    <a:pt x="16489" y="7209"/>
                  </a:cubicBezTo>
                  <a:lnTo>
                    <a:pt x="16481" y="7201"/>
                  </a:lnTo>
                  <a:cubicBezTo>
                    <a:pt x="16398" y="7118"/>
                    <a:pt x="16323" y="7019"/>
                    <a:pt x="16282" y="6911"/>
                  </a:cubicBezTo>
                  <a:cubicBezTo>
                    <a:pt x="16257" y="6828"/>
                    <a:pt x="16257" y="6745"/>
                    <a:pt x="16265" y="6654"/>
                  </a:cubicBezTo>
                  <a:lnTo>
                    <a:pt x="16232" y="6654"/>
                  </a:lnTo>
                  <a:cubicBezTo>
                    <a:pt x="16191" y="6646"/>
                    <a:pt x="16149" y="6604"/>
                    <a:pt x="16116" y="6580"/>
                  </a:cubicBezTo>
                  <a:cubicBezTo>
                    <a:pt x="16091" y="6563"/>
                    <a:pt x="16058" y="6538"/>
                    <a:pt x="16033" y="6530"/>
                  </a:cubicBezTo>
                  <a:cubicBezTo>
                    <a:pt x="15967" y="6497"/>
                    <a:pt x="15901" y="6480"/>
                    <a:pt x="15834" y="6480"/>
                  </a:cubicBezTo>
                  <a:cubicBezTo>
                    <a:pt x="15760" y="6480"/>
                    <a:pt x="15685" y="6497"/>
                    <a:pt x="15611" y="6513"/>
                  </a:cubicBezTo>
                  <a:cubicBezTo>
                    <a:pt x="15520" y="6530"/>
                    <a:pt x="15428" y="6555"/>
                    <a:pt x="15337" y="6588"/>
                  </a:cubicBezTo>
                  <a:cubicBezTo>
                    <a:pt x="15329" y="6591"/>
                    <a:pt x="15322" y="6592"/>
                    <a:pt x="15315" y="6592"/>
                  </a:cubicBezTo>
                  <a:cubicBezTo>
                    <a:pt x="15264" y="6592"/>
                    <a:pt x="15245" y="6517"/>
                    <a:pt x="15296" y="6480"/>
                  </a:cubicBezTo>
                  <a:cubicBezTo>
                    <a:pt x="15387" y="6430"/>
                    <a:pt x="15478" y="6364"/>
                    <a:pt x="15586" y="6323"/>
                  </a:cubicBezTo>
                  <a:cubicBezTo>
                    <a:pt x="15677" y="6281"/>
                    <a:pt x="15776" y="6265"/>
                    <a:pt x="15876" y="6265"/>
                  </a:cubicBezTo>
                  <a:cubicBezTo>
                    <a:pt x="15967" y="6265"/>
                    <a:pt x="16058" y="6290"/>
                    <a:pt x="16141" y="6331"/>
                  </a:cubicBezTo>
                  <a:cubicBezTo>
                    <a:pt x="16182" y="6356"/>
                    <a:pt x="16216" y="6381"/>
                    <a:pt x="16240" y="6406"/>
                  </a:cubicBezTo>
                  <a:cubicBezTo>
                    <a:pt x="16207" y="6232"/>
                    <a:pt x="16116" y="6082"/>
                    <a:pt x="15984" y="5950"/>
                  </a:cubicBezTo>
                  <a:cubicBezTo>
                    <a:pt x="15843" y="5817"/>
                    <a:pt x="15677" y="5718"/>
                    <a:pt x="15528" y="5585"/>
                  </a:cubicBezTo>
                  <a:cubicBezTo>
                    <a:pt x="15428" y="5502"/>
                    <a:pt x="15337" y="5411"/>
                    <a:pt x="15263" y="5304"/>
                  </a:cubicBezTo>
                  <a:cubicBezTo>
                    <a:pt x="15254" y="5304"/>
                    <a:pt x="15254" y="5295"/>
                    <a:pt x="15246" y="5287"/>
                  </a:cubicBezTo>
                  <a:cubicBezTo>
                    <a:pt x="15172" y="5237"/>
                    <a:pt x="15114" y="5163"/>
                    <a:pt x="15072" y="5096"/>
                  </a:cubicBezTo>
                  <a:cubicBezTo>
                    <a:pt x="15056" y="5113"/>
                    <a:pt x="15031" y="5130"/>
                    <a:pt x="15006" y="5130"/>
                  </a:cubicBezTo>
                  <a:cubicBezTo>
                    <a:pt x="14865" y="5121"/>
                    <a:pt x="14716" y="5096"/>
                    <a:pt x="14575" y="5080"/>
                  </a:cubicBezTo>
                  <a:cubicBezTo>
                    <a:pt x="14451" y="5072"/>
                    <a:pt x="14326" y="5063"/>
                    <a:pt x="14194" y="5038"/>
                  </a:cubicBezTo>
                  <a:cubicBezTo>
                    <a:pt x="14012" y="4997"/>
                    <a:pt x="13854" y="4898"/>
                    <a:pt x="13713" y="4773"/>
                  </a:cubicBezTo>
                  <a:cubicBezTo>
                    <a:pt x="13581" y="4641"/>
                    <a:pt x="13456" y="4500"/>
                    <a:pt x="13316" y="4376"/>
                  </a:cubicBezTo>
                  <a:cubicBezTo>
                    <a:pt x="13166" y="4243"/>
                    <a:pt x="12984" y="4152"/>
                    <a:pt x="12777" y="4119"/>
                  </a:cubicBezTo>
                  <a:cubicBezTo>
                    <a:pt x="12603" y="4086"/>
                    <a:pt x="12404" y="4086"/>
                    <a:pt x="12255" y="3978"/>
                  </a:cubicBezTo>
                  <a:cubicBezTo>
                    <a:pt x="12208" y="3944"/>
                    <a:pt x="12243" y="3884"/>
                    <a:pt x="12288" y="3884"/>
                  </a:cubicBezTo>
                  <a:cubicBezTo>
                    <a:pt x="12299" y="3884"/>
                    <a:pt x="12310" y="3887"/>
                    <a:pt x="12321" y="3895"/>
                  </a:cubicBezTo>
                  <a:cubicBezTo>
                    <a:pt x="12399" y="3939"/>
                    <a:pt x="12480" y="3943"/>
                    <a:pt x="12562" y="3943"/>
                  </a:cubicBezTo>
                  <a:cubicBezTo>
                    <a:pt x="12578" y="3943"/>
                    <a:pt x="12595" y="3943"/>
                    <a:pt x="12611" y="3943"/>
                  </a:cubicBezTo>
                  <a:cubicBezTo>
                    <a:pt x="12636" y="3943"/>
                    <a:pt x="12661" y="3943"/>
                    <a:pt x="12686" y="3945"/>
                  </a:cubicBezTo>
                  <a:cubicBezTo>
                    <a:pt x="12810" y="3945"/>
                    <a:pt x="12934" y="3961"/>
                    <a:pt x="13050" y="4003"/>
                  </a:cubicBezTo>
                  <a:cubicBezTo>
                    <a:pt x="13282" y="4086"/>
                    <a:pt x="13465" y="4243"/>
                    <a:pt x="13630" y="4417"/>
                  </a:cubicBezTo>
                  <a:cubicBezTo>
                    <a:pt x="13788" y="4574"/>
                    <a:pt x="13945" y="4757"/>
                    <a:pt x="14152" y="4840"/>
                  </a:cubicBezTo>
                  <a:cubicBezTo>
                    <a:pt x="14285" y="4889"/>
                    <a:pt x="14426" y="4898"/>
                    <a:pt x="14558" y="4914"/>
                  </a:cubicBezTo>
                  <a:cubicBezTo>
                    <a:pt x="14708" y="4939"/>
                    <a:pt x="14857" y="4947"/>
                    <a:pt x="15006" y="4980"/>
                  </a:cubicBezTo>
                  <a:cubicBezTo>
                    <a:pt x="14915" y="4790"/>
                    <a:pt x="14882" y="4558"/>
                    <a:pt x="14865" y="4342"/>
                  </a:cubicBezTo>
                  <a:cubicBezTo>
                    <a:pt x="14840" y="3953"/>
                    <a:pt x="14832" y="3572"/>
                    <a:pt x="14782" y="3191"/>
                  </a:cubicBezTo>
                  <a:cubicBezTo>
                    <a:pt x="14683" y="2503"/>
                    <a:pt x="14500" y="1815"/>
                    <a:pt x="14144" y="1219"/>
                  </a:cubicBezTo>
                  <a:cubicBezTo>
                    <a:pt x="13821" y="680"/>
                    <a:pt x="13324" y="117"/>
                    <a:pt x="12669" y="17"/>
                  </a:cubicBezTo>
                  <a:cubicBezTo>
                    <a:pt x="12614" y="7"/>
                    <a:pt x="12558" y="1"/>
                    <a:pt x="125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34"/>
            <p:cNvSpPr/>
            <p:nvPr/>
          </p:nvSpPr>
          <p:spPr>
            <a:xfrm>
              <a:off x="6580875" y="4290250"/>
              <a:ext cx="88875" cy="84000"/>
            </a:xfrm>
            <a:custGeom>
              <a:rect b="b" l="l" r="r" t="t"/>
              <a:pathLst>
                <a:path extrusionOk="0" h="3360" w="3555">
                  <a:moveTo>
                    <a:pt x="1571" y="0"/>
                  </a:moveTo>
                  <a:cubicBezTo>
                    <a:pt x="1561" y="0"/>
                    <a:pt x="1551" y="0"/>
                    <a:pt x="1541" y="1"/>
                  </a:cubicBezTo>
                  <a:cubicBezTo>
                    <a:pt x="1326" y="1"/>
                    <a:pt x="1119" y="84"/>
                    <a:pt x="928" y="183"/>
                  </a:cubicBezTo>
                  <a:cubicBezTo>
                    <a:pt x="862" y="216"/>
                    <a:pt x="804" y="249"/>
                    <a:pt x="746" y="282"/>
                  </a:cubicBezTo>
                  <a:cubicBezTo>
                    <a:pt x="713" y="299"/>
                    <a:pt x="688" y="307"/>
                    <a:pt x="663" y="316"/>
                  </a:cubicBezTo>
                  <a:cubicBezTo>
                    <a:pt x="505" y="390"/>
                    <a:pt x="365" y="481"/>
                    <a:pt x="257" y="605"/>
                  </a:cubicBezTo>
                  <a:cubicBezTo>
                    <a:pt x="141" y="738"/>
                    <a:pt x="91" y="895"/>
                    <a:pt x="58" y="1069"/>
                  </a:cubicBezTo>
                  <a:cubicBezTo>
                    <a:pt x="25" y="1268"/>
                    <a:pt x="0" y="1459"/>
                    <a:pt x="25" y="1658"/>
                  </a:cubicBezTo>
                  <a:cubicBezTo>
                    <a:pt x="58" y="1857"/>
                    <a:pt x="99" y="2064"/>
                    <a:pt x="141" y="2254"/>
                  </a:cubicBezTo>
                  <a:cubicBezTo>
                    <a:pt x="182" y="2437"/>
                    <a:pt x="282" y="2561"/>
                    <a:pt x="447" y="2644"/>
                  </a:cubicBezTo>
                  <a:cubicBezTo>
                    <a:pt x="548" y="2694"/>
                    <a:pt x="668" y="2714"/>
                    <a:pt x="787" y="2714"/>
                  </a:cubicBezTo>
                  <a:cubicBezTo>
                    <a:pt x="843" y="2714"/>
                    <a:pt x="899" y="2710"/>
                    <a:pt x="953" y="2702"/>
                  </a:cubicBezTo>
                  <a:cubicBezTo>
                    <a:pt x="1027" y="2685"/>
                    <a:pt x="1102" y="2669"/>
                    <a:pt x="1168" y="2644"/>
                  </a:cubicBezTo>
                  <a:lnTo>
                    <a:pt x="1168" y="2644"/>
                  </a:lnTo>
                  <a:cubicBezTo>
                    <a:pt x="1085" y="2751"/>
                    <a:pt x="1003" y="2859"/>
                    <a:pt x="895" y="2942"/>
                  </a:cubicBezTo>
                  <a:cubicBezTo>
                    <a:pt x="779" y="3033"/>
                    <a:pt x="621" y="3083"/>
                    <a:pt x="530" y="3207"/>
                  </a:cubicBezTo>
                  <a:cubicBezTo>
                    <a:pt x="493" y="3260"/>
                    <a:pt x="523" y="3360"/>
                    <a:pt x="591" y="3360"/>
                  </a:cubicBezTo>
                  <a:cubicBezTo>
                    <a:pt x="598" y="3360"/>
                    <a:pt x="605" y="3359"/>
                    <a:pt x="613" y="3356"/>
                  </a:cubicBezTo>
                  <a:cubicBezTo>
                    <a:pt x="928" y="3273"/>
                    <a:pt x="1152" y="3058"/>
                    <a:pt x="1334" y="2818"/>
                  </a:cubicBezTo>
                  <a:cubicBezTo>
                    <a:pt x="1342" y="2801"/>
                    <a:pt x="1359" y="2785"/>
                    <a:pt x="1375" y="2776"/>
                  </a:cubicBezTo>
                  <a:cubicBezTo>
                    <a:pt x="1467" y="2685"/>
                    <a:pt x="1549" y="2602"/>
                    <a:pt x="1649" y="2528"/>
                  </a:cubicBezTo>
                  <a:cubicBezTo>
                    <a:pt x="1831" y="2362"/>
                    <a:pt x="2030" y="2221"/>
                    <a:pt x="2237" y="2072"/>
                  </a:cubicBezTo>
                  <a:cubicBezTo>
                    <a:pt x="2610" y="1799"/>
                    <a:pt x="2991" y="1517"/>
                    <a:pt x="3273" y="1136"/>
                  </a:cubicBezTo>
                  <a:cubicBezTo>
                    <a:pt x="3347" y="1036"/>
                    <a:pt x="3422" y="929"/>
                    <a:pt x="3472" y="813"/>
                  </a:cubicBezTo>
                  <a:cubicBezTo>
                    <a:pt x="3497" y="755"/>
                    <a:pt x="3521" y="697"/>
                    <a:pt x="3538" y="639"/>
                  </a:cubicBezTo>
                  <a:cubicBezTo>
                    <a:pt x="3554" y="572"/>
                    <a:pt x="3546" y="523"/>
                    <a:pt x="3546" y="456"/>
                  </a:cubicBezTo>
                  <a:cubicBezTo>
                    <a:pt x="3541" y="422"/>
                    <a:pt x="3510" y="402"/>
                    <a:pt x="3479" y="402"/>
                  </a:cubicBezTo>
                  <a:cubicBezTo>
                    <a:pt x="3457" y="402"/>
                    <a:pt x="3435" y="411"/>
                    <a:pt x="3422" y="432"/>
                  </a:cubicBezTo>
                  <a:cubicBezTo>
                    <a:pt x="3422" y="432"/>
                    <a:pt x="3414" y="440"/>
                    <a:pt x="3414" y="440"/>
                  </a:cubicBezTo>
                  <a:cubicBezTo>
                    <a:pt x="3422" y="423"/>
                    <a:pt x="3422" y="407"/>
                    <a:pt x="3430" y="390"/>
                  </a:cubicBezTo>
                  <a:cubicBezTo>
                    <a:pt x="3443" y="352"/>
                    <a:pt x="3417" y="310"/>
                    <a:pt x="3382" y="310"/>
                  </a:cubicBezTo>
                  <a:cubicBezTo>
                    <a:pt x="3371" y="310"/>
                    <a:pt x="3359" y="314"/>
                    <a:pt x="3347" y="324"/>
                  </a:cubicBezTo>
                  <a:cubicBezTo>
                    <a:pt x="3190" y="440"/>
                    <a:pt x="3082" y="614"/>
                    <a:pt x="2958" y="771"/>
                  </a:cubicBezTo>
                  <a:cubicBezTo>
                    <a:pt x="2955" y="768"/>
                    <a:pt x="2952" y="768"/>
                    <a:pt x="2950" y="768"/>
                  </a:cubicBezTo>
                  <a:cubicBezTo>
                    <a:pt x="2944" y="768"/>
                    <a:pt x="2939" y="771"/>
                    <a:pt x="2933" y="771"/>
                  </a:cubicBezTo>
                  <a:cubicBezTo>
                    <a:pt x="2883" y="680"/>
                    <a:pt x="2801" y="605"/>
                    <a:pt x="2726" y="547"/>
                  </a:cubicBezTo>
                  <a:cubicBezTo>
                    <a:pt x="2535" y="415"/>
                    <a:pt x="2328" y="299"/>
                    <a:pt x="2129" y="183"/>
                  </a:cubicBezTo>
                  <a:cubicBezTo>
                    <a:pt x="1956" y="80"/>
                    <a:pt x="1774" y="0"/>
                    <a:pt x="15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34"/>
            <p:cNvSpPr/>
            <p:nvPr/>
          </p:nvSpPr>
          <p:spPr>
            <a:xfrm>
              <a:off x="6726700" y="4249025"/>
              <a:ext cx="87575" cy="67575"/>
            </a:xfrm>
            <a:custGeom>
              <a:rect b="b" l="l" r="r" t="t"/>
              <a:pathLst>
                <a:path extrusionOk="0" h="2703" w="3503">
                  <a:moveTo>
                    <a:pt x="2314" y="0"/>
                  </a:moveTo>
                  <a:cubicBezTo>
                    <a:pt x="2181" y="0"/>
                    <a:pt x="2053" y="57"/>
                    <a:pt x="1931" y="125"/>
                  </a:cubicBezTo>
                  <a:cubicBezTo>
                    <a:pt x="1773" y="208"/>
                    <a:pt x="1632" y="307"/>
                    <a:pt x="1458" y="349"/>
                  </a:cubicBezTo>
                  <a:cubicBezTo>
                    <a:pt x="1276" y="390"/>
                    <a:pt x="1085" y="382"/>
                    <a:pt x="911" y="432"/>
                  </a:cubicBezTo>
                  <a:cubicBezTo>
                    <a:pt x="754" y="473"/>
                    <a:pt x="613" y="548"/>
                    <a:pt x="530" y="689"/>
                  </a:cubicBezTo>
                  <a:cubicBezTo>
                    <a:pt x="456" y="813"/>
                    <a:pt x="431" y="970"/>
                    <a:pt x="456" y="1111"/>
                  </a:cubicBezTo>
                  <a:cubicBezTo>
                    <a:pt x="464" y="1144"/>
                    <a:pt x="481" y="1177"/>
                    <a:pt x="489" y="1211"/>
                  </a:cubicBezTo>
                  <a:cubicBezTo>
                    <a:pt x="481" y="1211"/>
                    <a:pt x="472" y="1219"/>
                    <a:pt x="464" y="1219"/>
                  </a:cubicBezTo>
                  <a:cubicBezTo>
                    <a:pt x="398" y="1227"/>
                    <a:pt x="331" y="1235"/>
                    <a:pt x="265" y="1252"/>
                  </a:cubicBezTo>
                  <a:cubicBezTo>
                    <a:pt x="182" y="1269"/>
                    <a:pt x="133" y="1302"/>
                    <a:pt x="58" y="1343"/>
                  </a:cubicBezTo>
                  <a:cubicBezTo>
                    <a:pt x="0" y="1376"/>
                    <a:pt x="0" y="1476"/>
                    <a:pt x="75" y="1484"/>
                  </a:cubicBezTo>
                  <a:cubicBezTo>
                    <a:pt x="113" y="1484"/>
                    <a:pt x="152" y="1488"/>
                    <a:pt x="191" y="1488"/>
                  </a:cubicBezTo>
                  <a:cubicBezTo>
                    <a:pt x="210" y="1488"/>
                    <a:pt x="229" y="1487"/>
                    <a:pt x="249" y="1484"/>
                  </a:cubicBezTo>
                  <a:cubicBezTo>
                    <a:pt x="298" y="1484"/>
                    <a:pt x="356" y="1467"/>
                    <a:pt x="414" y="1467"/>
                  </a:cubicBezTo>
                  <a:cubicBezTo>
                    <a:pt x="421" y="1481"/>
                    <a:pt x="433" y="1494"/>
                    <a:pt x="451" y="1494"/>
                  </a:cubicBezTo>
                  <a:cubicBezTo>
                    <a:pt x="455" y="1494"/>
                    <a:pt x="459" y="1494"/>
                    <a:pt x="464" y="1492"/>
                  </a:cubicBezTo>
                  <a:cubicBezTo>
                    <a:pt x="530" y="1484"/>
                    <a:pt x="597" y="1476"/>
                    <a:pt x="663" y="1476"/>
                  </a:cubicBezTo>
                  <a:cubicBezTo>
                    <a:pt x="779" y="1583"/>
                    <a:pt x="936" y="1666"/>
                    <a:pt x="1094" y="1708"/>
                  </a:cubicBezTo>
                  <a:cubicBezTo>
                    <a:pt x="1442" y="1791"/>
                    <a:pt x="1815" y="1741"/>
                    <a:pt x="2146" y="1898"/>
                  </a:cubicBezTo>
                  <a:cubicBezTo>
                    <a:pt x="2361" y="1998"/>
                    <a:pt x="2585" y="2147"/>
                    <a:pt x="2817" y="2155"/>
                  </a:cubicBezTo>
                  <a:cubicBezTo>
                    <a:pt x="2859" y="2188"/>
                    <a:pt x="2900" y="2221"/>
                    <a:pt x="2941" y="2254"/>
                  </a:cubicBezTo>
                  <a:cubicBezTo>
                    <a:pt x="3024" y="2337"/>
                    <a:pt x="3107" y="2420"/>
                    <a:pt x="3198" y="2478"/>
                  </a:cubicBezTo>
                  <a:cubicBezTo>
                    <a:pt x="3240" y="2536"/>
                    <a:pt x="3281" y="2602"/>
                    <a:pt x="3322" y="2669"/>
                  </a:cubicBezTo>
                  <a:cubicBezTo>
                    <a:pt x="3344" y="2693"/>
                    <a:pt x="3370" y="2703"/>
                    <a:pt x="3396" y="2703"/>
                  </a:cubicBezTo>
                  <a:cubicBezTo>
                    <a:pt x="3450" y="2703"/>
                    <a:pt x="3502" y="2656"/>
                    <a:pt x="3496" y="2594"/>
                  </a:cubicBezTo>
                  <a:cubicBezTo>
                    <a:pt x="3488" y="2486"/>
                    <a:pt x="3430" y="2379"/>
                    <a:pt x="3356" y="2288"/>
                  </a:cubicBezTo>
                  <a:cubicBezTo>
                    <a:pt x="3364" y="2279"/>
                    <a:pt x="3364" y="2279"/>
                    <a:pt x="3372" y="2279"/>
                  </a:cubicBezTo>
                  <a:cubicBezTo>
                    <a:pt x="3380" y="2271"/>
                    <a:pt x="3389" y="2246"/>
                    <a:pt x="3380" y="2238"/>
                  </a:cubicBezTo>
                  <a:cubicBezTo>
                    <a:pt x="3372" y="2221"/>
                    <a:pt x="3364" y="2205"/>
                    <a:pt x="3356" y="2196"/>
                  </a:cubicBezTo>
                  <a:lnTo>
                    <a:pt x="3339" y="2188"/>
                  </a:lnTo>
                  <a:cubicBezTo>
                    <a:pt x="3339" y="2180"/>
                    <a:pt x="3339" y="2180"/>
                    <a:pt x="3331" y="2180"/>
                  </a:cubicBezTo>
                  <a:cubicBezTo>
                    <a:pt x="3331" y="2172"/>
                    <a:pt x="3322" y="2163"/>
                    <a:pt x="3314" y="2155"/>
                  </a:cubicBezTo>
                  <a:cubicBezTo>
                    <a:pt x="3306" y="2147"/>
                    <a:pt x="3306" y="2147"/>
                    <a:pt x="3298" y="2139"/>
                  </a:cubicBezTo>
                  <a:lnTo>
                    <a:pt x="3289" y="2139"/>
                  </a:lnTo>
                  <a:lnTo>
                    <a:pt x="3289" y="2130"/>
                  </a:lnTo>
                  <a:cubicBezTo>
                    <a:pt x="3256" y="2097"/>
                    <a:pt x="3231" y="2064"/>
                    <a:pt x="3198" y="2031"/>
                  </a:cubicBezTo>
                  <a:cubicBezTo>
                    <a:pt x="3198" y="2031"/>
                    <a:pt x="3198" y="2023"/>
                    <a:pt x="3198" y="2023"/>
                  </a:cubicBezTo>
                  <a:cubicBezTo>
                    <a:pt x="3397" y="1840"/>
                    <a:pt x="3447" y="1525"/>
                    <a:pt x="3414" y="1269"/>
                  </a:cubicBezTo>
                  <a:cubicBezTo>
                    <a:pt x="3380" y="979"/>
                    <a:pt x="3248" y="713"/>
                    <a:pt x="3049" y="506"/>
                  </a:cubicBezTo>
                  <a:cubicBezTo>
                    <a:pt x="2983" y="407"/>
                    <a:pt x="2908" y="316"/>
                    <a:pt x="2817" y="233"/>
                  </a:cubicBezTo>
                  <a:cubicBezTo>
                    <a:pt x="2709" y="125"/>
                    <a:pt x="2569" y="34"/>
                    <a:pt x="2403" y="9"/>
                  </a:cubicBezTo>
                  <a:cubicBezTo>
                    <a:pt x="2373" y="3"/>
                    <a:pt x="2343" y="0"/>
                    <a:pt x="23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" name="Google Shape;595;p34"/>
            <p:cNvSpPr/>
            <p:nvPr/>
          </p:nvSpPr>
          <p:spPr>
            <a:xfrm>
              <a:off x="6610900" y="4293800"/>
              <a:ext cx="222900" cy="199500"/>
            </a:xfrm>
            <a:custGeom>
              <a:rect b="b" l="l" r="r" t="t"/>
              <a:pathLst>
                <a:path extrusionOk="0" h="7980" w="8916">
                  <a:moveTo>
                    <a:pt x="5299" y="1"/>
                  </a:moveTo>
                  <a:cubicBezTo>
                    <a:pt x="4833" y="1"/>
                    <a:pt x="4366" y="74"/>
                    <a:pt x="3919" y="198"/>
                  </a:cubicBezTo>
                  <a:cubicBezTo>
                    <a:pt x="3149" y="405"/>
                    <a:pt x="2345" y="803"/>
                    <a:pt x="1931" y="1516"/>
                  </a:cubicBezTo>
                  <a:cubicBezTo>
                    <a:pt x="1707" y="1889"/>
                    <a:pt x="1633" y="2319"/>
                    <a:pt x="1575" y="2742"/>
                  </a:cubicBezTo>
                  <a:cubicBezTo>
                    <a:pt x="1508" y="3173"/>
                    <a:pt x="1450" y="3604"/>
                    <a:pt x="1210" y="3977"/>
                  </a:cubicBezTo>
                  <a:cubicBezTo>
                    <a:pt x="986" y="4349"/>
                    <a:pt x="663" y="4656"/>
                    <a:pt x="406" y="5012"/>
                  </a:cubicBezTo>
                  <a:cubicBezTo>
                    <a:pt x="174" y="5344"/>
                    <a:pt x="0" y="5766"/>
                    <a:pt x="50" y="6180"/>
                  </a:cubicBezTo>
                  <a:cubicBezTo>
                    <a:pt x="100" y="6595"/>
                    <a:pt x="390" y="6901"/>
                    <a:pt x="779" y="7034"/>
                  </a:cubicBezTo>
                  <a:cubicBezTo>
                    <a:pt x="1038" y="7123"/>
                    <a:pt x="1305" y="7141"/>
                    <a:pt x="1574" y="7141"/>
                  </a:cubicBezTo>
                  <a:cubicBezTo>
                    <a:pt x="1754" y="7141"/>
                    <a:pt x="1934" y="7133"/>
                    <a:pt x="2113" y="7133"/>
                  </a:cubicBezTo>
                  <a:cubicBezTo>
                    <a:pt x="2320" y="7133"/>
                    <a:pt x="2577" y="7133"/>
                    <a:pt x="2759" y="7241"/>
                  </a:cubicBezTo>
                  <a:cubicBezTo>
                    <a:pt x="2834" y="7282"/>
                    <a:pt x="2892" y="7340"/>
                    <a:pt x="2884" y="7432"/>
                  </a:cubicBezTo>
                  <a:cubicBezTo>
                    <a:pt x="2875" y="7531"/>
                    <a:pt x="2834" y="7630"/>
                    <a:pt x="2859" y="7730"/>
                  </a:cubicBezTo>
                  <a:cubicBezTo>
                    <a:pt x="2917" y="7962"/>
                    <a:pt x="3190" y="7978"/>
                    <a:pt x="3381" y="7978"/>
                  </a:cubicBezTo>
                  <a:cubicBezTo>
                    <a:pt x="3402" y="7979"/>
                    <a:pt x="3423" y="7979"/>
                    <a:pt x="3444" y="7979"/>
                  </a:cubicBezTo>
                  <a:cubicBezTo>
                    <a:pt x="3670" y="7979"/>
                    <a:pt x="3889" y="7940"/>
                    <a:pt x="4102" y="7879"/>
                  </a:cubicBezTo>
                  <a:cubicBezTo>
                    <a:pt x="4574" y="7746"/>
                    <a:pt x="5005" y="7498"/>
                    <a:pt x="5427" y="7249"/>
                  </a:cubicBezTo>
                  <a:cubicBezTo>
                    <a:pt x="5635" y="7125"/>
                    <a:pt x="5850" y="7001"/>
                    <a:pt x="6074" y="6893"/>
                  </a:cubicBezTo>
                  <a:cubicBezTo>
                    <a:pt x="6289" y="6785"/>
                    <a:pt x="6505" y="6702"/>
                    <a:pt x="6737" y="6628"/>
                  </a:cubicBezTo>
                  <a:cubicBezTo>
                    <a:pt x="6952" y="6545"/>
                    <a:pt x="7167" y="6462"/>
                    <a:pt x="7358" y="6321"/>
                  </a:cubicBezTo>
                  <a:cubicBezTo>
                    <a:pt x="7549" y="6197"/>
                    <a:pt x="7698" y="6031"/>
                    <a:pt x="7838" y="5849"/>
                  </a:cubicBezTo>
                  <a:cubicBezTo>
                    <a:pt x="7988" y="5658"/>
                    <a:pt x="8128" y="5460"/>
                    <a:pt x="8269" y="5261"/>
                  </a:cubicBezTo>
                  <a:cubicBezTo>
                    <a:pt x="8418" y="5062"/>
                    <a:pt x="8568" y="4863"/>
                    <a:pt x="8708" y="4648"/>
                  </a:cubicBezTo>
                  <a:cubicBezTo>
                    <a:pt x="8841" y="4449"/>
                    <a:pt x="8907" y="4242"/>
                    <a:pt x="8916" y="4001"/>
                  </a:cubicBezTo>
                  <a:cubicBezTo>
                    <a:pt x="8916" y="3786"/>
                    <a:pt x="8891" y="3571"/>
                    <a:pt x="8858" y="3355"/>
                  </a:cubicBezTo>
                  <a:cubicBezTo>
                    <a:pt x="8783" y="2957"/>
                    <a:pt x="8650" y="2560"/>
                    <a:pt x="8476" y="2195"/>
                  </a:cubicBezTo>
                  <a:cubicBezTo>
                    <a:pt x="8120" y="1458"/>
                    <a:pt x="7573" y="811"/>
                    <a:pt x="6902" y="348"/>
                  </a:cubicBezTo>
                  <a:cubicBezTo>
                    <a:pt x="6728" y="232"/>
                    <a:pt x="6554" y="132"/>
                    <a:pt x="6380" y="41"/>
                  </a:cubicBezTo>
                  <a:cubicBezTo>
                    <a:pt x="6362" y="33"/>
                    <a:pt x="6345" y="29"/>
                    <a:pt x="6329" y="29"/>
                  </a:cubicBezTo>
                  <a:cubicBezTo>
                    <a:pt x="6280" y="29"/>
                    <a:pt x="6244" y="63"/>
                    <a:pt x="6231" y="107"/>
                  </a:cubicBezTo>
                  <a:cubicBezTo>
                    <a:pt x="5925" y="34"/>
                    <a:pt x="5612" y="1"/>
                    <a:pt x="5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" name="Google Shape;596;p34"/>
            <p:cNvSpPr/>
            <p:nvPr/>
          </p:nvSpPr>
          <p:spPr>
            <a:xfrm>
              <a:off x="6390300" y="4165725"/>
              <a:ext cx="167175" cy="189500"/>
            </a:xfrm>
            <a:custGeom>
              <a:rect b="b" l="l" r="r" t="t"/>
              <a:pathLst>
                <a:path extrusionOk="0" h="7580" w="6687">
                  <a:moveTo>
                    <a:pt x="2442" y="1"/>
                  </a:moveTo>
                  <a:cubicBezTo>
                    <a:pt x="2316" y="1"/>
                    <a:pt x="2189" y="6"/>
                    <a:pt x="2063" y="19"/>
                  </a:cubicBezTo>
                  <a:cubicBezTo>
                    <a:pt x="1856" y="35"/>
                    <a:pt x="1657" y="77"/>
                    <a:pt x="1459" y="126"/>
                  </a:cubicBezTo>
                  <a:cubicBezTo>
                    <a:pt x="1417" y="143"/>
                    <a:pt x="1376" y="176"/>
                    <a:pt x="1367" y="218"/>
                  </a:cubicBezTo>
                  <a:cubicBezTo>
                    <a:pt x="1251" y="218"/>
                    <a:pt x="1144" y="218"/>
                    <a:pt x="1028" y="226"/>
                  </a:cubicBezTo>
                  <a:cubicBezTo>
                    <a:pt x="754" y="234"/>
                    <a:pt x="456" y="267"/>
                    <a:pt x="249" y="458"/>
                  </a:cubicBezTo>
                  <a:cubicBezTo>
                    <a:pt x="50" y="657"/>
                    <a:pt x="0" y="955"/>
                    <a:pt x="75" y="1220"/>
                  </a:cubicBezTo>
                  <a:cubicBezTo>
                    <a:pt x="150" y="1535"/>
                    <a:pt x="357" y="1808"/>
                    <a:pt x="522" y="2082"/>
                  </a:cubicBezTo>
                  <a:cubicBezTo>
                    <a:pt x="1251" y="3275"/>
                    <a:pt x="1923" y="4501"/>
                    <a:pt x="2536" y="5760"/>
                  </a:cubicBezTo>
                  <a:cubicBezTo>
                    <a:pt x="2643" y="5984"/>
                    <a:pt x="2751" y="6208"/>
                    <a:pt x="2875" y="6432"/>
                  </a:cubicBezTo>
                  <a:cubicBezTo>
                    <a:pt x="2975" y="6448"/>
                    <a:pt x="3049" y="6514"/>
                    <a:pt x="3099" y="6589"/>
                  </a:cubicBezTo>
                  <a:cubicBezTo>
                    <a:pt x="3107" y="6597"/>
                    <a:pt x="3116" y="6606"/>
                    <a:pt x="3124" y="6614"/>
                  </a:cubicBezTo>
                  <a:cubicBezTo>
                    <a:pt x="3132" y="6614"/>
                    <a:pt x="3132" y="6606"/>
                    <a:pt x="3132" y="6606"/>
                  </a:cubicBezTo>
                  <a:cubicBezTo>
                    <a:pt x="3138" y="6604"/>
                    <a:pt x="3143" y="6603"/>
                    <a:pt x="3149" y="6603"/>
                  </a:cubicBezTo>
                  <a:cubicBezTo>
                    <a:pt x="3173" y="6603"/>
                    <a:pt x="3192" y="6620"/>
                    <a:pt x="3199" y="6647"/>
                  </a:cubicBezTo>
                  <a:cubicBezTo>
                    <a:pt x="3240" y="6755"/>
                    <a:pt x="3273" y="6871"/>
                    <a:pt x="3306" y="6978"/>
                  </a:cubicBezTo>
                  <a:cubicBezTo>
                    <a:pt x="3306" y="6995"/>
                    <a:pt x="3306" y="7012"/>
                    <a:pt x="3298" y="7028"/>
                  </a:cubicBezTo>
                  <a:cubicBezTo>
                    <a:pt x="3381" y="7119"/>
                    <a:pt x="3472" y="7202"/>
                    <a:pt x="3571" y="7277"/>
                  </a:cubicBezTo>
                  <a:cubicBezTo>
                    <a:pt x="3822" y="7465"/>
                    <a:pt x="4131" y="7580"/>
                    <a:pt x="4437" y="7580"/>
                  </a:cubicBezTo>
                  <a:cubicBezTo>
                    <a:pt x="4658" y="7580"/>
                    <a:pt x="4877" y="7520"/>
                    <a:pt x="5071" y="7384"/>
                  </a:cubicBezTo>
                  <a:cubicBezTo>
                    <a:pt x="5179" y="7318"/>
                    <a:pt x="5270" y="7219"/>
                    <a:pt x="5336" y="7111"/>
                  </a:cubicBezTo>
                  <a:cubicBezTo>
                    <a:pt x="5369" y="7061"/>
                    <a:pt x="5353" y="6970"/>
                    <a:pt x="5278" y="6970"/>
                  </a:cubicBezTo>
                  <a:cubicBezTo>
                    <a:pt x="4922" y="6962"/>
                    <a:pt x="4557" y="6929"/>
                    <a:pt x="4226" y="6813"/>
                  </a:cubicBezTo>
                  <a:cubicBezTo>
                    <a:pt x="3886" y="6697"/>
                    <a:pt x="3596" y="6498"/>
                    <a:pt x="3397" y="6200"/>
                  </a:cubicBezTo>
                  <a:cubicBezTo>
                    <a:pt x="3174" y="5876"/>
                    <a:pt x="3041" y="5495"/>
                    <a:pt x="2884" y="5139"/>
                  </a:cubicBezTo>
                  <a:cubicBezTo>
                    <a:pt x="2701" y="4725"/>
                    <a:pt x="2519" y="4319"/>
                    <a:pt x="2320" y="3921"/>
                  </a:cubicBezTo>
                  <a:cubicBezTo>
                    <a:pt x="2130" y="3515"/>
                    <a:pt x="1923" y="3117"/>
                    <a:pt x="1724" y="2720"/>
                  </a:cubicBezTo>
                  <a:cubicBezTo>
                    <a:pt x="1541" y="2347"/>
                    <a:pt x="1351" y="1982"/>
                    <a:pt x="1077" y="1667"/>
                  </a:cubicBezTo>
                  <a:cubicBezTo>
                    <a:pt x="937" y="1510"/>
                    <a:pt x="787" y="1361"/>
                    <a:pt x="663" y="1195"/>
                  </a:cubicBezTo>
                  <a:cubicBezTo>
                    <a:pt x="613" y="1129"/>
                    <a:pt x="555" y="1054"/>
                    <a:pt x="539" y="971"/>
                  </a:cubicBezTo>
                  <a:cubicBezTo>
                    <a:pt x="531" y="880"/>
                    <a:pt x="597" y="839"/>
                    <a:pt x="671" y="814"/>
                  </a:cubicBezTo>
                  <a:cubicBezTo>
                    <a:pt x="754" y="789"/>
                    <a:pt x="837" y="781"/>
                    <a:pt x="928" y="773"/>
                  </a:cubicBezTo>
                  <a:cubicBezTo>
                    <a:pt x="1036" y="756"/>
                    <a:pt x="1144" y="739"/>
                    <a:pt x="1251" y="731"/>
                  </a:cubicBezTo>
                  <a:cubicBezTo>
                    <a:pt x="1459" y="715"/>
                    <a:pt x="1674" y="706"/>
                    <a:pt x="1881" y="706"/>
                  </a:cubicBezTo>
                  <a:cubicBezTo>
                    <a:pt x="2685" y="706"/>
                    <a:pt x="3530" y="831"/>
                    <a:pt x="4284" y="1129"/>
                  </a:cubicBezTo>
                  <a:cubicBezTo>
                    <a:pt x="4466" y="1203"/>
                    <a:pt x="4640" y="1295"/>
                    <a:pt x="4781" y="1435"/>
                  </a:cubicBezTo>
                  <a:cubicBezTo>
                    <a:pt x="4881" y="1527"/>
                    <a:pt x="4963" y="1634"/>
                    <a:pt x="5030" y="1750"/>
                  </a:cubicBezTo>
                  <a:cubicBezTo>
                    <a:pt x="5005" y="1725"/>
                    <a:pt x="4980" y="1701"/>
                    <a:pt x="4947" y="1684"/>
                  </a:cubicBezTo>
                  <a:cubicBezTo>
                    <a:pt x="4939" y="1681"/>
                    <a:pt x="4932" y="1680"/>
                    <a:pt x="4925" y="1680"/>
                  </a:cubicBezTo>
                  <a:cubicBezTo>
                    <a:pt x="4895" y="1680"/>
                    <a:pt x="4874" y="1707"/>
                    <a:pt x="4881" y="1734"/>
                  </a:cubicBezTo>
                  <a:cubicBezTo>
                    <a:pt x="4881" y="1808"/>
                    <a:pt x="4922" y="1883"/>
                    <a:pt x="4955" y="1941"/>
                  </a:cubicBezTo>
                  <a:cubicBezTo>
                    <a:pt x="4988" y="2015"/>
                    <a:pt x="5030" y="2082"/>
                    <a:pt x="5063" y="2148"/>
                  </a:cubicBezTo>
                  <a:cubicBezTo>
                    <a:pt x="5137" y="2297"/>
                    <a:pt x="5204" y="2446"/>
                    <a:pt x="5262" y="2595"/>
                  </a:cubicBezTo>
                  <a:cubicBezTo>
                    <a:pt x="5320" y="2753"/>
                    <a:pt x="5378" y="2902"/>
                    <a:pt x="5427" y="3059"/>
                  </a:cubicBezTo>
                  <a:cubicBezTo>
                    <a:pt x="5444" y="3126"/>
                    <a:pt x="5469" y="3200"/>
                    <a:pt x="5485" y="3267"/>
                  </a:cubicBezTo>
                  <a:cubicBezTo>
                    <a:pt x="5510" y="3639"/>
                    <a:pt x="5461" y="4021"/>
                    <a:pt x="5593" y="4377"/>
                  </a:cubicBezTo>
                  <a:cubicBezTo>
                    <a:pt x="5626" y="4460"/>
                    <a:pt x="5668" y="4543"/>
                    <a:pt x="5767" y="4559"/>
                  </a:cubicBezTo>
                  <a:cubicBezTo>
                    <a:pt x="5781" y="4563"/>
                    <a:pt x="5794" y="4564"/>
                    <a:pt x="5808" y="4564"/>
                  </a:cubicBezTo>
                  <a:cubicBezTo>
                    <a:pt x="5885" y="4564"/>
                    <a:pt x="5959" y="4510"/>
                    <a:pt x="6016" y="4468"/>
                  </a:cubicBezTo>
                  <a:cubicBezTo>
                    <a:pt x="6165" y="4369"/>
                    <a:pt x="6289" y="4236"/>
                    <a:pt x="6380" y="4087"/>
                  </a:cubicBezTo>
                  <a:cubicBezTo>
                    <a:pt x="6596" y="3755"/>
                    <a:pt x="6678" y="3366"/>
                    <a:pt x="6678" y="2977"/>
                  </a:cubicBezTo>
                  <a:cubicBezTo>
                    <a:pt x="6687" y="2769"/>
                    <a:pt x="6678" y="2554"/>
                    <a:pt x="6612" y="2347"/>
                  </a:cubicBezTo>
                  <a:cubicBezTo>
                    <a:pt x="6546" y="2165"/>
                    <a:pt x="6430" y="2007"/>
                    <a:pt x="6297" y="1866"/>
                  </a:cubicBezTo>
                  <a:cubicBezTo>
                    <a:pt x="6040" y="1585"/>
                    <a:pt x="5767" y="1319"/>
                    <a:pt x="5477" y="1063"/>
                  </a:cubicBezTo>
                  <a:cubicBezTo>
                    <a:pt x="5195" y="814"/>
                    <a:pt x="4889" y="590"/>
                    <a:pt x="4549" y="425"/>
                  </a:cubicBezTo>
                  <a:cubicBezTo>
                    <a:pt x="4168" y="251"/>
                    <a:pt x="3745" y="151"/>
                    <a:pt x="3339" y="85"/>
                  </a:cubicBezTo>
                  <a:cubicBezTo>
                    <a:pt x="3043" y="33"/>
                    <a:pt x="2742" y="1"/>
                    <a:pt x="2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" name="Google Shape;597;p34"/>
            <p:cNvSpPr/>
            <p:nvPr/>
          </p:nvSpPr>
          <p:spPr>
            <a:xfrm>
              <a:off x="6505250" y="4199125"/>
              <a:ext cx="5000" cy="6600"/>
            </a:xfrm>
            <a:custGeom>
              <a:rect b="b" l="l" r="r" t="t"/>
              <a:pathLst>
                <a:path extrusionOk="0" h="264" w="200">
                  <a:moveTo>
                    <a:pt x="34" y="0"/>
                  </a:moveTo>
                  <a:cubicBezTo>
                    <a:pt x="26" y="0"/>
                    <a:pt x="17" y="8"/>
                    <a:pt x="9" y="17"/>
                  </a:cubicBezTo>
                  <a:cubicBezTo>
                    <a:pt x="1" y="25"/>
                    <a:pt x="9" y="41"/>
                    <a:pt x="9" y="50"/>
                  </a:cubicBezTo>
                  <a:cubicBezTo>
                    <a:pt x="9" y="75"/>
                    <a:pt x="9" y="91"/>
                    <a:pt x="17" y="108"/>
                  </a:cubicBezTo>
                  <a:cubicBezTo>
                    <a:pt x="26" y="124"/>
                    <a:pt x="34" y="133"/>
                    <a:pt x="34" y="149"/>
                  </a:cubicBezTo>
                  <a:cubicBezTo>
                    <a:pt x="59" y="182"/>
                    <a:pt x="75" y="215"/>
                    <a:pt x="100" y="240"/>
                  </a:cubicBezTo>
                  <a:cubicBezTo>
                    <a:pt x="110" y="255"/>
                    <a:pt x="125" y="264"/>
                    <a:pt x="139" y="264"/>
                  </a:cubicBezTo>
                  <a:cubicBezTo>
                    <a:pt x="150" y="264"/>
                    <a:pt x="160" y="259"/>
                    <a:pt x="167" y="249"/>
                  </a:cubicBezTo>
                  <a:cubicBezTo>
                    <a:pt x="191" y="232"/>
                    <a:pt x="200" y="207"/>
                    <a:pt x="175" y="182"/>
                  </a:cubicBezTo>
                  <a:cubicBezTo>
                    <a:pt x="167" y="174"/>
                    <a:pt x="158" y="157"/>
                    <a:pt x="150" y="149"/>
                  </a:cubicBezTo>
                  <a:cubicBezTo>
                    <a:pt x="150" y="141"/>
                    <a:pt x="142" y="141"/>
                    <a:pt x="142" y="133"/>
                  </a:cubicBezTo>
                  <a:cubicBezTo>
                    <a:pt x="142" y="133"/>
                    <a:pt x="133" y="124"/>
                    <a:pt x="133" y="124"/>
                  </a:cubicBezTo>
                  <a:cubicBezTo>
                    <a:pt x="133" y="124"/>
                    <a:pt x="133" y="116"/>
                    <a:pt x="133" y="116"/>
                  </a:cubicBezTo>
                  <a:cubicBezTo>
                    <a:pt x="117" y="91"/>
                    <a:pt x="100" y="58"/>
                    <a:pt x="84" y="25"/>
                  </a:cubicBezTo>
                  <a:cubicBezTo>
                    <a:pt x="75" y="17"/>
                    <a:pt x="75" y="8"/>
                    <a:pt x="67" y="8"/>
                  </a:cubicBezTo>
                  <a:cubicBezTo>
                    <a:pt x="5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" name="Google Shape;598;p34"/>
            <p:cNvSpPr/>
            <p:nvPr/>
          </p:nvSpPr>
          <p:spPr>
            <a:xfrm>
              <a:off x="6517500" y="4225925"/>
              <a:ext cx="7575" cy="14950"/>
            </a:xfrm>
            <a:custGeom>
              <a:rect b="b" l="l" r="r" t="t"/>
              <a:pathLst>
                <a:path extrusionOk="0" h="598" w="303">
                  <a:moveTo>
                    <a:pt x="49" y="0"/>
                  </a:moveTo>
                  <a:cubicBezTo>
                    <a:pt x="25" y="0"/>
                    <a:pt x="0" y="20"/>
                    <a:pt x="16" y="47"/>
                  </a:cubicBezTo>
                  <a:cubicBezTo>
                    <a:pt x="58" y="138"/>
                    <a:pt x="91" y="221"/>
                    <a:pt x="124" y="312"/>
                  </a:cubicBezTo>
                  <a:cubicBezTo>
                    <a:pt x="157" y="403"/>
                    <a:pt x="190" y="494"/>
                    <a:pt x="232" y="577"/>
                  </a:cubicBezTo>
                  <a:cubicBezTo>
                    <a:pt x="239" y="591"/>
                    <a:pt x="253" y="597"/>
                    <a:pt x="266" y="597"/>
                  </a:cubicBezTo>
                  <a:cubicBezTo>
                    <a:pt x="285" y="597"/>
                    <a:pt x="303" y="584"/>
                    <a:pt x="298" y="560"/>
                  </a:cubicBezTo>
                  <a:cubicBezTo>
                    <a:pt x="281" y="461"/>
                    <a:pt x="240" y="370"/>
                    <a:pt x="207" y="287"/>
                  </a:cubicBezTo>
                  <a:cubicBezTo>
                    <a:pt x="165" y="196"/>
                    <a:pt x="132" y="105"/>
                    <a:pt x="83" y="22"/>
                  </a:cubicBezTo>
                  <a:cubicBezTo>
                    <a:pt x="77" y="7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" name="Google Shape;599;p34"/>
            <p:cNvSpPr/>
            <p:nvPr/>
          </p:nvSpPr>
          <p:spPr>
            <a:xfrm>
              <a:off x="6679250" y="4086625"/>
              <a:ext cx="69200" cy="100925"/>
            </a:xfrm>
            <a:custGeom>
              <a:rect b="b" l="l" r="r" t="t"/>
              <a:pathLst>
                <a:path extrusionOk="0" h="4037" w="2768">
                  <a:moveTo>
                    <a:pt x="531" y="763"/>
                  </a:moveTo>
                  <a:cubicBezTo>
                    <a:pt x="531" y="772"/>
                    <a:pt x="531" y="788"/>
                    <a:pt x="539" y="796"/>
                  </a:cubicBezTo>
                  <a:cubicBezTo>
                    <a:pt x="523" y="805"/>
                    <a:pt x="514" y="813"/>
                    <a:pt x="506" y="830"/>
                  </a:cubicBezTo>
                  <a:cubicBezTo>
                    <a:pt x="506" y="821"/>
                    <a:pt x="514" y="805"/>
                    <a:pt x="514" y="796"/>
                  </a:cubicBezTo>
                  <a:cubicBezTo>
                    <a:pt x="514" y="788"/>
                    <a:pt x="523" y="772"/>
                    <a:pt x="523" y="763"/>
                  </a:cubicBezTo>
                  <a:close/>
                  <a:moveTo>
                    <a:pt x="932" y="1"/>
                  </a:moveTo>
                  <a:cubicBezTo>
                    <a:pt x="900" y="1"/>
                    <a:pt x="868" y="3"/>
                    <a:pt x="837" y="9"/>
                  </a:cubicBezTo>
                  <a:cubicBezTo>
                    <a:pt x="630" y="42"/>
                    <a:pt x="498" y="216"/>
                    <a:pt x="423" y="399"/>
                  </a:cubicBezTo>
                  <a:cubicBezTo>
                    <a:pt x="332" y="606"/>
                    <a:pt x="274" y="830"/>
                    <a:pt x="224" y="1053"/>
                  </a:cubicBezTo>
                  <a:cubicBezTo>
                    <a:pt x="133" y="1509"/>
                    <a:pt x="100" y="1981"/>
                    <a:pt x="75" y="2445"/>
                  </a:cubicBezTo>
                  <a:cubicBezTo>
                    <a:pt x="59" y="2727"/>
                    <a:pt x="42" y="3017"/>
                    <a:pt x="25" y="3307"/>
                  </a:cubicBezTo>
                  <a:cubicBezTo>
                    <a:pt x="17" y="3440"/>
                    <a:pt x="1" y="3580"/>
                    <a:pt x="1" y="3721"/>
                  </a:cubicBezTo>
                  <a:cubicBezTo>
                    <a:pt x="1" y="3821"/>
                    <a:pt x="17" y="3928"/>
                    <a:pt x="100" y="3995"/>
                  </a:cubicBezTo>
                  <a:cubicBezTo>
                    <a:pt x="108" y="4028"/>
                    <a:pt x="141" y="4036"/>
                    <a:pt x="166" y="4036"/>
                  </a:cubicBezTo>
                  <a:cubicBezTo>
                    <a:pt x="257" y="4036"/>
                    <a:pt x="332" y="3912"/>
                    <a:pt x="241" y="3845"/>
                  </a:cubicBezTo>
                  <a:cubicBezTo>
                    <a:pt x="233" y="3837"/>
                    <a:pt x="224" y="3829"/>
                    <a:pt x="216" y="3812"/>
                  </a:cubicBezTo>
                  <a:cubicBezTo>
                    <a:pt x="233" y="3680"/>
                    <a:pt x="249" y="3547"/>
                    <a:pt x="257" y="3406"/>
                  </a:cubicBezTo>
                  <a:cubicBezTo>
                    <a:pt x="274" y="3216"/>
                    <a:pt x="299" y="3025"/>
                    <a:pt x="315" y="2843"/>
                  </a:cubicBezTo>
                  <a:cubicBezTo>
                    <a:pt x="357" y="2454"/>
                    <a:pt x="407" y="2072"/>
                    <a:pt x="465" y="1691"/>
                  </a:cubicBezTo>
                  <a:cubicBezTo>
                    <a:pt x="489" y="1517"/>
                    <a:pt x="514" y="1335"/>
                    <a:pt x="556" y="1169"/>
                  </a:cubicBezTo>
                  <a:cubicBezTo>
                    <a:pt x="589" y="1020"/>
                    <a:pt x="672" y="912"/>
                    <a:pt x="813" y="854"/>
                  </a:cubicBezTo>
                  <a:cubicBezTo>
                    <a:pt x="900" y="823"/>
                    <a:pt x="994" y="810"/>
                    <a:pt x="1090" y="810"/>
                  </a:cubicBezTo>
                  <a:cubicBezTo>
                    <a:pt x="1294" y="810"/>
                    <a:pt x="1508" y="870"/>
                    <a:pt x="1683" y="937"/>
                  </a:cubicBezTo>
                  <a:cubicBezTo>
                    <a:pt x="2014" y="1062"/>
                    <a:pt x="2304" y="1252"/>
                    <a:pt x="2528" y="1517"/>
                  </a:cubicBezTo>
                  <a:cubicBezTo>
                    <a:pt x="2550" y="1540"/>
                    <a:pt x="2582" y="1552"/>
                    <a:pt x="2613" y="1552"/>
                  </a:cubicBezTo>
                  <a:cubicBezTo>
                    <a:pt x="2650" y="1552"/>
                    <a:pt x="2684" y="1533"/>
                    <a:pt x="2693" y="1492"/>
                  </a:cubicBezTo>
                  <a:cubicBezTo>
                    <a:pt x="2768" y="1277"/>
                    <a:pt x="2644" y="1095"/>
                    <a:pt x="2503" y="937"/>
                  </a:cubicBezTo>
                  <a:cubicBezTo>
                    <a:pt x="2370" y="772"/>
                    <a:pt x="2213" y="631"/>
                    <a:pt x="2047" y="506"/>
                  </a:cubicBezTo>
                  <a:cubicBezTo>
                    <a:pt x="1873" y="374"/>
                    <a:pt x="1683" y="266"/>
                    <a:pt x="1492" y="175"/>
                  </a:cubicBezTo>
                  <a:cubicBezTo>
                    <a:pt x="1322" y="97"/>
                    <a:pt x="1121" y="1"/>
                    <a:pt x="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" name="Google Shape;600;p34"/>
            <p:cNvSpPr/>
            <p:nvPr/>
          </p:nvSpPr>
          <p:spPr>
            <a:xfrm>
              <a:off x="6741725" y="4159900"/>
              <a:ext cx="27875" cy="59825"/>
            </a:xfrm>
            <a:custGeom>
              <a:rect b="b" l="l" r="r" t="t"/>
              <a:pathLst>
                <a:path extrusionOk="0" h="2393" w="1115">
                  <a:moveTo>
                    <a:pt x="758" y="1876"/>
                  </a:moveTo>
                  <a:cubicBezTo>
                    <a:pt x="750" y="1900"/>
                    <a:pt x="750" y="1925"/>
                    <a:pt x="741" y="1950"/>
                  </a:cubicBezTo>
                  <a:lnTo>
                    <a:pt x="708" y="1950"/>
                  </a:lnTo>
                  <a:cubicBezTo>
                    <a:pt x="725" y="1925"/>
                    <a:pt x="741" y="1900"/>
                    <a:pt x="758" y="1876"/>
                  </a:cubicBezTo>
                  <a:close/>
                  <a:moveTo>
                    <a:pt x="711" y="1"/>
                  </a:moveTo>
                  <a:cubicBezTo>
                    <a:pt x="672" y="1"/>
                    <a:pt x="628" y="31"/>
                    <a:pt x="634" y="78"/>
                  </a:cubicBezTo>
                  <a:cubicBezTo>
                    <a:pt x="658" y="219"/>
                    <a:pt x="667" y="359"/>
                    <a:pt x="692" y="500"/>
                  </a:cubicBezTo>
                  <a:cubicBezTo>
                    <a:pt x="716" y="641"/>
                    <a:pt x="741" y="782"/>
                    <a:pt x="758" y="923"/>
                  </a:cubicBezTo>
                  <a:cubicBezTo>
                    <a:pt x="766" y="989"/>
                    <a:pt x="774" y="1055"/>
                    <a:pt x="783" y="1130"/>
                  </a:cubicBezTo>
                  <a:cubicBezTo>
                    <a:pt x="750" y="1296"/>
                    <a:pt x="692" y="1453"/>
                    <a:pt x="609" y="1602"/>
                  </a:cubicBezTo>
                  <a:cubicBezTo>
                    <a:pt x="542" y="1718"/>
                    <a:pt x="460" y="1818"/>
                    <a:pt x="368" y="1909"/>
                  </a:cubicBezTo>
                  <a:cubicBezTo>
                    <a:pt x="344" y="1942"/>
                    <a:pt x="310" y="1967"/>
                    <a:pt x="286" y="2008"/>
                  </a:cubicBezTo>
                  <a:cubicBezTo>
                    <a:pt x="228" y="2008"/>
                    <a:pt x="153" y="2008"/>
                    <a:pt x="87" y="1992"/>
                  </a:cubicBezTo>
                  <a:cubicBezTo>
                    <a:pt x="81" y="1990"/>
                    <a:pt x="75" y="1989"/>
                    <a:pt x="69" y="1989"/>
                  </a:cubicBezTo>
                  <a:cubicBezTo>
                    <a:pt x="28" y="1989"/>
                    <a:pt x="1" y="2038"/>
                    <a:pt x="37" y="2074"/>
                  </a:cubicBezTo>
                  <a:cubicBezTo>
                    <a:pt x="120" y="2132"/>
                    <a:pt x="203" y="2157"/>
                    <a:pt x="294" y="2166"/>
                  </a:cubicBezTo>
                  <a:cubicBezTo>
                    <a:pt x="310" y="2190"/>
                    <a:pt x="344" y="2207"/>
                    <a:pt x="377" y="2224"/>
                  </a:cubicBezTo>
                  <a:cubicBezTo>
                    <a:pt x="402" y="2232"/>
                    <a:pt x="418" y="2232"/>
                    <a:pt x="443" y="2240"/>
                  </a:cubicBezTo>
                  <a:lnTo>
                    <a:pt x="435" y="2240"/>
                  </a:lnTo>
                  <a:cubicBezTo>
                    <a:pt x="403" y="2303"/>
                    <a:pt x="469" y="2373"/>
                    <a:pt x="525" y="2373"/>
                  </a:cubicBezTo>
                  <a:cubicBezTo>
                    <a:pt x="528" y="2373"/>
                    <a:pt x="531" y="2373"/>
                    <a:pt x="534" y="2373"/>
                  </a:cubicBezTo>
                  <a:cubicBezTo>
                    <a:pt x="556" y="2371"/>
                    <a:pt x="578" y="2369"/>
                    <a:pt x="599" y="2369"/>
                  </a:cubicBezTo>
                  <a:cubicBezTo>
                    <a:pt x="657" y="2369"/>
                    <a:pt x="712" y="2377"/>
                    <a:pt x="766" y="2389"/>
                  </a:cubicBezTo>
                  <a:cubicBezTo>
                    <a:pt x="773" y="2392"/>
                    <a:pt x="779" y="2393"/>
                    <a:pt x="786" y="2393"/>
                  </a:cubicBezTo>
                  <a:cubicBezTo>
                    <a:pt x="828" y="2393"/>
                    <a:pt x="867" y="2350"/>
                    <a:pt x="874" y="2306"/>
                  </a:cubicBezTo>
                  <a:cubicBezTo>
                    <a:pt x="874" y="2306"/>
                    <a:pt x="874" y="2306"/>
                    <a:pt x="874" y="2298"/>
                  </a:cubicBezTo>
                  <a:lnTo>
                    <a:pt x="990" y="2298"/>
                  </a:lnTo>
                  <a:cubicBezTo>
                    <a:pt x="1064" y="2298"/>
                    <a:pt x="1114" y="2248"/>
                    <a:pt x="1089" y="2174"/>
                  </a:cubicBezTo>
                  <a:cubicBezTo>
                    <a:pt x="1073" y="2116"/>
                    <a:pt x="1056" y="2066"/>
                    <a:pt x="1048" y="2008"/>
                  </a:cubicBezTo>
                  <a:cubicBezTo>
                    <a:pt x="1056" y="1884"/>
                    <a:pt x="1040" y="1751"/>
                    <a:pt x="1031" y="1635"/>
                  </a:cubicBezTo>
                  <a:cubicBezTo>
                    <a:pt x="1031" y="1619"/>
                    <a:pt x="1031" y="1594"/>
                    <a:pt x="1023" y="1577"/>
                  </a:cubicBezTo>
                  <a:cubicBezTo>
                    <a:pt x="1031" y="1337"/>
                    <a:pt x="1056" y="1088"/>
                    <a:pt x="998" y="856"/>
                  </a:cubicBezTo>
                  <a:cubicBezTo>
                    <a:pt x="990" y="815"/>
                    <a:pt x="973" y="790"/>
                    <a:pt x="940" y="782"/>
                  </a:cubicBezTo>
                  <a:cubicBezTo>
                    <a:pt x="932" y="716"/>
                    <a:pt x="924" y="649"/>
                    <a:pt x="907" y="591"/>
                  </a:cubicBezTo>
                  <a:cubicBezTo>
                    <a:pt x="890" y="500"/>
                    <a:pt x="882" y="401"/>
                    <a:pt x="857" y="310"/>
                  </a:cubicBezTo>
                  <a:cubicBezTo>
                    <a:pt x="832" y="219"/>
                    <a:pt x="791" y="136"/>
                    <a:pt x="766" y="36"/>
                  </a:cubicBezTo>
                  <a:cubicBezTo>
                    <a:pt x="757" y="11"/>
                    <a:pt x="735" y="1"/>
                    <a:pt x="7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" name="Google Shape;601;p34"/>
            <p:cNvSpPr/>
            <p:nvPr/>
          </p:nvSpPr>
          <p:spPr>
            <a:xfrm>
              <a:off x="6589975" y="4364400"/>
              <a:ext cx="3950" cy="2875"/>
            </a:xfrm>
            <a:custGeom>
              <a:rect b="b" l="l" r="r" t="t"/>
              <a:pathLst>
                <a:path extrusionOk="0" h="115" w="158">
                  <a:moveTo>
                    <a:pt x="100" y="1"/>
                  </a:moveTo>
                  <a:cubicBezTo>
                    <a:pt x="92" y="1"/>
                    <a:pt x="75" y="9"/>
                    <a:pt x="67" y="9"/>
                  </a:cubicBezTo>
                  <a:cubicBezTo>
                    <a:pt x="50" y="17"/>
                    <a:pt x="34" y="26"/>
                    <a:pt x="25" y="34"/>
                  </a:cubicBezTo>
                  <a:cubicBezTo>
                    <a:pt x="9" y="34"/>
                    <a:pt x="1" y="42"/>
                    <a:pt x="1" y="51"/>
                  </a:cubicBezTo>
                  <a:cubicBezTo>
                    <a:pt x="1" y="59"/>
                    <a:pt x="1" y="75"/>
                    <a:pt x="1" y="84"/>
                  </a:cubicBezTo>
                  <a:cubicBezTo>
                    <a:pt x="9" y="92"/>
                    <a:pt x="9" y="109"/>
                    <a:pt x="25" y="109"/>
                  </a:cubicBezTo>
                  <a:cubicBezTo>
                    <a:pt x="30" y="113"/>
                    <a:pt x="34" y="115"/>
                    <a:pt x="39" y="115"/>
                  </a:cubicBezTo>
                  <a:cubicBezTo>
                    <a:pt x="44" y="115"/>
                    <a:pt x="50" y="113"/>
                    <a:pt x="59" y="109"/>
                  </a:cubicBezTo>
                  <a:cubicBezTo>
                    <a:pt x="67" y="100"/>
                    <a:pt x="83" y="92"/>
                    <a:pt x="100" y="84"/>
                  </a:cubicBezTo>
                  <a:lnTo>
                    <a:pt x="108" y="84"/>
                  </a:lnTo>
                  <a:lnTo>
                    <a:pt x="117" y="75"/>
                  </a:lnTo>
                  <a:cubicBezTo>
                    <a:pt x="125" y="75"/>
                    <a:pt x="133" y="67"/>
                    <a:pt x="133" y="67"/>
                  </a:cubicBezTo>
                  <a:cubicBezTo>
                    <a:pt x="141" y="59"/>
                    <a:pt x="141" y="51"/>
                    <a:pt x="150" y="42"/>
                  </a:cubicBezTo>
                  <a:cubicBezTo>
                    <a:pt x="150" y="34"/>
                    <a:pt x="158" y="26"/>
                    <a:pt x="150" y="17"/>
                  </a:cubicBezTo>
                  <a:cubicBezTo>
                    <a:pt x="150" y="9"/>
                    <a:pt x="141" y="1"/>
                    <a:pt x="1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34"/>
            <p:cNvSpPr/>
            <p:nvPr/>
          </p:nvSpPr>
          <p:spPr>
            <a:xfrm>
              <a:off x="6608950" y="4353800"/>
              <a:ext cx="20175" cy="17125"/>
            </a:xfrm>
            <a:custGeom>
              <a:rect b="b" l="l" r="r" t="t"/>
              <a:pathLst>
                <a:path extrusionOk="0" h="685" w="807">
                  <a:moveTo>
                    <a:pt x="771" y="0"/>
                  </a:moveTo>
                  <a:cubicBezTo>
                    <a:pt x="767" y="0"/>
                    <a:pt x="762" y="1"/>
                    <a:pt x="758" y="2"/>
                  </a:cubicBezTo>
                  <a:cubicBezTo>
                    <a:pt x="725" y="19"/>
                    <a:pt x="700" y="44"/>
                    <a:pt x="675" y="69"/>
                  </a:cubicBezTo>
                  <a:cubicBezTo>
                    <a:pt x="642" y="93"/>
                    <a:pt x="617" y="127"/>
                    <a:pt x="584" y="151"/>
                  </a:cubicBezTo>
                  <a:cubicBezTo>
                    <a:pt x="526" y="209"/>
                    <a:pt x="468" y="267"/>
                    <a:pt x="410" y="317"/>
                  </a:cubicBezTo>
                  <a:cubicBezTo>
                    <a:pt x="294" y="425"/>
                    <a:pt x="161" y="524"/>
                    <a:pt x="37" y="615"/>
                  </a:cubicBezTo>
                  <a:cubicBezTo>
                    <a:pt x="1" y="637"/>
                    <a:pt x="28" y="685"/>
                    <a:pt x="58" y="685"/>
                  </a:cubicBezTo>
                  <a:cubicBezTo>
                    <a:pt x="62" y="685"/>
                    <a:pt x="66" y="684"/>
                    <a:pt x="70" y="682"/>
                  </a:cubicBezTo>
                  <a:cubicBezTo>
                    <a:pt x="211" y="591"/>
                    <a:pt x="352" y="508"/>
                    <a:pt x="476" y="400"/>
                  </a:cubicBezTo>
                  <a:cubicBezTo>
                    <a:pt x="542" y="342"/>
                    <a:pt x="600" y="292"/>
                    <a:pt x="658" y="234"/>
                  </a:cubicBezTo>
                  <a:cubicBezTo>
                    <a:pt x="692" y="201"/>
                    <a:pt x="716" y="176"/>
                    <a:pt x="741" y="143"/>
                  </a:cubicBezTo>
                  <a:cubicBezTo>
                    <a:pt x="766" y="110"/>
                    <a:pt x="791" y="77"/>
                    <a:pt x="799" y="35"/>
                  </a:cubicBezTo>
                  <a:cubicBezTo>
                    <a:pt x="806" y="15"/>
                    <a:pt x="790" y="0"/>
                    <a:pt x="7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34"/>
            <p:cNvSpPr/>
            <p:nvPr/>
          </p:nvSpPr>
          <p:spPr>
            <a:xfrm>
              <a:off x="6631825" y="4342275"/>
              <a:ext cx="10450" cy="9400"/>
            </a:xfrm>
            <a:custGeom>
              <a:rect b="b" l="l" r="r" t="t"/>
              <a:pathLst>
                <a:path extrusionOk="0" h="376" w="418">
                  <a:moveTo>
                    <a:pt x="370" y="0"/>
                  </a:moveTo>
                  <a:cubicBezTo>
                    <a:pt x="363" y="0"/>
                    <a:pt x="355" y="2"/>
                    <a:pt x="348" y="8"/>
                  </a:cubicBezTo>
                  <a:cubicBezTo>
                    <a:pt x="323" y="24"/>
                    <a:pt x="290" y="49"/>
                    <a:pt x="265" y="66"/>
                  </a:cubicBezTo>
                  <a:cubicBezTo>
                    <a:pt x="241" y="90"/>
                    <a:pt x="216" y="115"/>
                    <a:pt x="191" y="140"/>
                  </a:cubicBezTo>
                  <a:cubicBezTo>
                    <a:pt x="133" y="182"/>
                    <a:pt x="83" y="231"/>
                    <a:pt x="33" y="281"/>
                  </a:cubicBezTo>
                  <a:cubicBezTo>
                    <a:pt x="9" y="298"/>
                    <a:pt x="0" y="331"/>
                    <a:pt x="25" y="356"/>
                  </a:cubicBezTo>
                  <a:cubicBezTo>
                    <a:pt x="34" y="369"/>
                    <a:pt x="48" y="375"/>
                    <a:pt x="63" y="375"/>
                  </a:cubicBezTo>
                  <a:cubicBezTo>
                    <a:pt x="76" y="375"/>
                    <a:pt x="89" y="371"/>
                    <a:pt x="100" y="364"/>
                  </a:cubicBezTo>
                  <a:cubicBezTo>
                    <a:pt x="158" y="322"/>
                    <a:pt x="216" y="273"/>
                    <a:pt x="265" y="223"/>
                  </a:cubicBezTo>
                  <a:cubicBezTo>
                    <a:pt x="290" y="198"/>
                    <a:pt x="307" y="173"/>
                    <a:pt x="332" y="148"/>
                  </a:cubicBezTo>
                  <a:cubicBezTo>
                    <a:pt x="357" y="124"/>
                    <a:pt x="381" y="90"/>
                    <a:pt x="398" y="57"/>
                  </a:cubicBezTo>
                  <a:cubicBezTo>
                    <a:pt x="418" y="31"/>
                    <a:pt x="396" y="0"/>
                    <a:pt x="3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34"/>
            <p:cNvSpPr/>
            <p:nvPr/>
          </p:nvSpPr>
          <p:spPr>
            <a:xfrm>
              <a:off x="6749275" y="4254375"/>
              <a:ext cx="10775" cy="5950"/>
            </a:xfrm>
            <a:custGeom>
              <a:rect b="b" l="l" r="r" t="t"/>
              <a:pathLst>
                <a:path extrusionOk="0" h="238" w="431">
                  <a:moveTo>
                    <a:pt x="333" y="1"/>
                  </a:moveTo>
                  <a:cubicBezTo>
                    <a:pt x="319" y="1"/>
                    <a:pt x="304" y="6"/>
                    <a:pt x="290" y="11"/>
                  </a:cubicBezTo>
                  <a:cubicBezTo>
                    <a:pt x="265" y="19"/>
                    <a:pt x="232" y="27"/>
                    <a:pt x="207" y="44"/>
                  </a:cubicBezTo>
                  <a:cubicBezTo>
                    <a:pt x="158" y="60"/>
                    <a:pt x="108" y="85"/>
                    <a:pt x="50" y="110"/>
                  </a:cubicBezTo>
                  <a:cubicBezTo>
                    <a:pt x="17" y="127"/>
                    <a:pt x="0" y="168"/>
                    <a:pt x="17" y="201"/>
                  </a:cubicBezTo>
                  <a:cubicBezTo>
                    <a:pt x="29" y="226"/>
                    <a:pt x="52" y="237"/>
                    <a:pt x="80" y="237"/>
                  </a:cubicBezTo>
                  <a:cubicBezTo>
                    <a:pt x="89" y="237"/>
                    <a:pt x="98" y="236"/>
                    <a:pt x="108" y="234"/>
                  </a:cubicBezTo>
                  <a:cubicBezTo>
                    <a:pt x="158" y="218"/>
                    <a:pt x="216" y="201"/>
                    <a:pt x="265" y="176"/>
                  </a:cubicBezTo>
                  <a:cubicBezTo>
                    <a:pt x="290" y="168"/>
                    <a:pt x="323" y="160"/>
                    <a:pt x="348" y="151"/>
                  </a:cubicBezTo>
                  <a:cubicBezTo>
                    <a:pt x="371" y="144"/>
                    <a:pt x="393" y="130"/>
                    <a:pt x="403" y="102"/>
                  </a:cubicBezTo>
                  <a:lnTo>
                    <a:pt x="403" y="102"/>
                  </a:lnTo>
                  <a:cubicBezTo>
                    <a:pt x="404" y="101"/>
                    <a:pt x="406" y="97"/>
                    <a:pt x="406" y="93"/>
                  </a:cubicBezTo>
                  <a:lnTo>
                    <a:pt x="406" y="93"/>
                  </a:lnTo>
                  <a:cubicBezTo>
                    <a:pt x="406" y="93"/>
                    <a:pt x="406" y="93"/>
                    <a:pt x="406" y="93"/>
                  </a:cubicBezTo>
                  <a:cubicBezTo>
                    <a:pt x="414" y="85"/>
                    <a:pt x="423" y="77"/>
                    <a:pt x="423" y="69"/>
                  </a:cubicBezTo>
                  <a:cubicBezTo>
                    <a:pt x="431" y="44"/>
                    <a:pt x="423" y="27"/>
                    <a:pt x="398" y="11"/>
                  </a:cubicBezTo>
                  <a:cubicBezTo>
                    <a:pt x="390" y="11"/>
                    <a:pt x="381" y="11"/>
                    <a:pt x="373" y="2"/>
                  </a:cubicBezTo>
                  <a:cubicBezTo>
                    <a:pt x="365" y="2"/>
                    <a:pt x="356" y="2"/>
                    <a:pt x="365" y="11"/>
                  </a:cubicBezTo>
                  <a:cubicBezTo>
                    <a:pt x="354" y="4"/>
                    <a:pt x="344" y="1"/>
                    <a:pt x="3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34"/>
            <p:cNvSpPr/>
            <p:nvPr/>
          </p:nvSpPr>
          <p:spPr>
            <a:xfrm>
              <a:off x="6760850" y="4249650"/>
              <a:ext cx="17225" cy="4900"/>
            </a:xfrm>
            <a:custGeom>
              <a:rect b="b" l="l" r="r" t="t"/>
              <a:pathLst>
                <a:path extrusionOk="0" h="196" w="689">
                  <a:moveTo>
                    <a:pt x="498" y="1"/>
                  </a:moveTo>
                  <a:cubicBezTo>
                    <a:pt x="449" y="1"/>
                    <a:pt x="399" y="1"/>
                    <a:pt x="349" y="9"/>
                  </a:cubicBezTo>
                  <a:cubicBezTo>
                    <a:pt x="250" y="26"/>
                    <a:pt x="150" y="50"/>
                    <a:pt x="59" y="92"/>
                  </a:cubicBezTo>
                  <a:cubicBezTo>
                    <a:pt x="0" y="114"/>
                    <a:pt x="26" y="195"/>
                    <a:pt x="86" y="195"/>
                  </a:cubicBezTo>
                  <a:cubicBezTo>
                    <a:pt x="93" y="195"/>
                    <a:pt x="101" y="194"/>
                    <a:pt x="109" y="191"/>
                  </a:cubicBezTo>
                  <a:cubicBezTo>
                    <a:pt x="192" y="158"/>
                    <a:pt x="275" y="142"/>
                    <a:pt x="366" y="133"/>
                  </a:cubicBezTo>
                  <a:cubicBezTo>
                    <a:pt x="415" y="125"/>
                    <a:pt x="457" y="117"/>
                    <a:pt x="498" y="117"/>
                  </a:cubicBezTo>
                  <a:cubicBezTo>
                    <a:pt x="548" y="117"/>
                    <a:pt x="589" y="117"/>
                    <a:pt x="639" y="108"/>
                  </a:cubicBezTo>
                  <a:cubicBezTo>
                    <a:pt x="681" y="100"/>
                    <a:pt x="689" y="34"/>
                    <a:pt x="647" y="26"/>
                  </a:cubicBezTo>
                  <a:cubicBezTo>
                    <a:pt x="598" y="9"/>
                    <a:pt x="556" y="1"/>
                    <a:pt x="4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34"/>
            <p:cNvSpPr/>
            <p:nvPr/>
          </p:nvSpPr>
          <p:spPr>
            <a:xfrm>
              <a:off x="6774950" y="4244375"/>
              <a:ext cx="11625" cy="3850"/>
            </a:xfrm>
            <a:custGeom>
              <a:rect b="b" l="l" r="r" t="t"/>
              <a:pathLst>
                <a:path extrusionOk="0" h="154" w="465">
                  <a:moveTo>
                    <a:pt x="110" y="1"/>
                  </a:moveTo>
                  <a:cubicBezTo>
                    <a:pt x="90" y="1"/>
                    <a:pt x="70" y="2"/>
                    <a:pt x="50" y="5"/>
                  </a:cubicBezTo>
                  <a:cubicBezTo>
                    <a:pt x="25" y="13"/>
                    <a:pt x="9" y="29"/>
                    <a:pt x="9" y="54"/>
                  </a:cubicBezTo>
                  <a:cubicBezTo>
                    <a:pt x="1" y="71"/>
                    <a:pt x="17" y="96"/>
                    <a:pt x="34" y="104"/>
                  </a:cubicBezTo>
                  <a:cubicBezTo>
                    <a:pt x="92" y="129"/>
                    <a:pt x="158" y="129"/>
                    <a:pt x="216" y="137"/>
                  </a:cubicBezTo>
                  <a:cubicBezTo>
                    <a:pt x="274" y="145"/>
                    <a:pt x="332" y="145"/>
                    <a:pt x="390" y="154"/>
                  </a:cubicBezTo>
                  <a:cubicBezTo>
                    <a:pt x="423" y="154"/>
                    <a:pt x="456" y="129"/>
                    <a:pt x="465" y="96"/>
                  </a:cubicBezTo>
                  <a:cubicBezTo>
                    <a:pt x="465" y="63"/>
                    <a:pt x="440" y="29"/>
                    <a:pt x="407" y="29"/>
                  </a:cubicBezTo>
                  <a:cubicBezTo>
                    <a:pt x="349" y="21"/>
                    <a:pt x="291" y="13"/>
                    <a:pt x="233" y="5"/>
                  </a:cubicBezTo>
                  <a:cubicBezTo>
                    <a:pt x="194" y="5"/>
                    <a:pt x="152" y="1"/>
                    <a:pt x="11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34"/>
            <p:cNvSpPr/>
            <p:nvPr/>
          </p:nvSpPr>
          <p:spPr>
            <a:xfrm>
              <a:off x="6592250" y="4283625"/>
              <a:ext cx="35750" cy="8425"/>
            </a:xfrm>
            <a:custGeom>
              <a:rect b="b" l="l" r="r" t="t"/>
              <a:pathLst>
                <a:path extrusionOk="0" h="337" w="1430">
                  <a:moveTo>
                    <a:pt x="738" y="1"/>
                  </a:moveTo>
                  <a:cubicBezTo>
                    <a:pt x="606" y="1"/>
                    <a:pt x="465" y="9"/>
                    <a:pt x="332" y="50"/>
                  </a:cubicBezTo>
                  <a:cubicBezTo>
                    <a:pt x="266" y="67"/>
                    <a:pt x="208" y="100"/>
                    <a:pt x="150" y="141"/>
                  </a:cubicBezTo>
                  <a:cubicBezTo>
                    <a:pt x="100" y="175"/>
                    <a:pt x="42" y="199"/>
                    <a:pt x="9" y="266"/>
                  </a:cubicBezTo>
                  <a:cubicBezTo>
                    <a:pt x="1" y="291"/>
                    <a:pt x="17" y="332"/>
                    <a:pt x="50" y="332"/>
                  </a:cubicBezTo>
                  <a:cubicBezTo>
                    <a:pt x="62" y="335"/>
                    <a:pt x="73" y="336"/>
                    <a:pt x="84" y="336"/>
                  </a:cubicBezTo>
                  <a:cubicBezTo>
                    <a:pt x="130" y="336"/>
                    <a:pt x="176" y="312"/>
                    <a:pt x="216" y="299"/>
                  </a:cubicBezTo>
                  <a:lnTo>
                    <a:pt x="374" y="257"/>
                  </a:lnTo>
                  <a:cubicBezTo>
                    <a:pt x="490" y="224"/>
                    <a:pt x="606" y="216"/>
                    <a:pt x="730" y="208"/>
                  </a:cubicBezTo>
                  <a:cubicBezTo>
                    <a:pt x="791" y="208"/>
                    <a:pt x="856" y="205"/>
                    <a:pt x="922" y="205"/>
                  </a:cubicBezTo>
                  <a:cubicBezTo>
                    <a:pt x="1054" y="205"/>
                    <a:pt x="1188" y="216"/>
                    <a:pt x="1293" y="282"/>
                  </a:cubicBezTo>
                  <a:cubicBezTo>
                    <a:pt x="1307" y="292"/>
                    <a:pt x="1322" y="296"/>
                    <a:pt x="1335" y="296"/>
                  </a:cubicBezTo>
                  <a:cubicBezTo>
                    <a:pt x="1391" y="296"/>
                    <a:pt x="1430" y="222"/>
                    <a:pt x="1376" y="175"/>
                  </a:cubicBezTo>
                  <a:cubicBezTo>
                    <a:pt x="1202" y="17"/>
                    <a:pt x="970" y="1"/>
                    <a:pt x="7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34"/>
            <p:cNvSpPr/>
            <p:nvPr/>
          </p:nvSpPr>
          <p:spPr>
            <a:xfrm>
              <a:off x="6568850" y="4294325"/>
              <a:ext cx="12025" cy="9425"/>
            </a:xfrm>
            <a:custGeom>
              <a:rect b="b" l="l" r="r" t="t"/>
              <a:pathLst>
                <a:path extrusionOk="0" h="377" w="481">
                  <a:moveTo>
                    <a:pt x="400" y="1"/>
                  </a:moveTo>
                  <a:cubicBezTo>
                    <a:pt x="386" y="1"/>
                    <a:pt x="370" y="5"/>
                    <a:pt x="357" y="12"/>
                  </a:cubicBezTo>
                  <a:cubicBezTo>
                    <a:pt x="299" y="61"/>
                    <a:pt x="241" y="111"/>
                    <a:pt x="174" y="153"/>
                  </a:cubicBezTo>
                  <a:cubicBezTo>
                    <a:pt x="150" y="177"/>
                    <a:pt x="116" y="202"/>
                    <a:pt x="92" y="227"/>
                  </a:cubicBezTo>
                  <a:cubicBezTo>
                    <a:pt x="58" y="252"/>
                    <a:pt x="25" y="285"/>
                    <a:pt x="17" y="318"/>
                  </a:cubicBezTo>
                  <a:cubicBezTo>
                    <a:pt x="0" y="351"/>
                    <a:pt x="25" y="376"/>
                    <a:pt x="50" y="376"/>
                  </a:cubicBezTo>
                  <a:cubicBezTo>
                    <a:pt x="92" y="368"/>
                    <a:pt x="133" y="343"/>
                    <a:pt x="166" y="327"/>
                  </a:cubicBezTo>
                  <a:cubicBezTo>
                    <a:pt x="199" y="302"/>
                    <a:pt x="232" y="285"/>
                    <a:pt x="257" y="260"/>
                  </a:cubicBezTo>
                  <a:cubicBezTo>
                    <a:pt x="324" y="219"/>
                    <a:pt x="382" y="169"/>
                    <a:pt x="440" y="119"/>
                  </a:cubicBezTo>
                  <a:cubicBezTo>
                    <a:pt x="473" y="103"/>
                    <a:pt x="481" y="53"/>
                    <a:pt x="456" y="28"/>
                  </a:cubicBezTo>
                  <a:cubicBezTo>
                    <a:pt x="442" y="9"/>
                    <a:pt x="421" y="1"/>
                    <a:pt x="4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34"/>
            <p:cNvSpPr/>
            <p:nvPr/>
          </p:nvSpPr>
          <p:spPr>
            <a:xfrm>
              <a:off x="6676775" y="4379275"/>
              <a:ext cx="77475" cy="88225"/>
            </a:xfrm>
            <a:custGeom>
              <a:rect b="b" l="l" r="r" t="t"/>
              <a:pathLst>
                <a:path extrusionOk="0" h="3529" w="3099">
                  <a:moveTo>
                    <a:pt x="2776" y="549"/>
                  </a:moveTo>
                  <a:lnTo>
                    <a:pt x="2776" y="549"/>
                  </a:lnTo>
                  <a:cubicBezTo>
                    <a:pt x="2726" y="657"/>
                    <a:pt x="2627" y="732"/>
                    <a:pt x="2536" y="806"/>
                  </a:cubicBezTo>
                  <a:cubicBezTo>
                    <a:pt x="2569" y="765"/>
                    <a:pt x="2602" y="723"/>
                    <a:pt x="2635" y="690"/>
                  </a:cubicBezTo>
                  <a:lnTo>
                    <a:pt x="2693" y="624"/>
                  </a:lnTo>
                  <a:cubicBezTo>
                    <a:pt x="2718" y="599"/>
                    <a:pt x="2743" y="574"/>
                    <a:pt x="2776" y="549"/>
                  </a:cubicBezTo>
                  <a:close/>
                  <a:moveTo>
                    <a:pt x="2903" y="1"/>
                  </a:moveTo>
                  <a:cubicBezTo>
                    <a:pt x="2847" y="1"/>
                    <a:pt x="2790" y="41"/>
                    <a:pt x="2776" y="102"/>
                  </a:cubicBezTo>
                  <a:cubicBezTo>
                    <a:pt x="2734" y="276"/>
                    <a:pt x="2577" y="408"/>
                    <a:pt x="2453" y="533"/>
                  </a:cubicBezTo>
                  <a:cubicBezTo>
                    <a:pt x="2304" y="698"/>
                    <a:pt x="2196" y="881"/>
                    <a:pt x="2105" y="1080"/>
                  </a:cubicBezTo>
                  <a:cubicBezTo>
                    <a:pt x="1914" y="1494"/>
                    <a:pt x="1699" y="1892"/>
                    <a:pt x="1450" y="2273"/>
                  </a:cubicBezTo>
                  <a:cubicBezTo>
                    <a:pt x="1309" y="2488"/>
                    <a:pt x="1152" y="2695"/>
                    <a:pt x="1028" y="2919"/>
                  </a:cubicBezTo>
                  <a:cubicBezTo>
                    <a:pt x="1011" y="2952"/>
                    <a:pt x="1019" y="2985"/>
                    <a:pt x="1052" y="3002"/>
                  </a:cubicBezTo>
                  <a:cubicBezTo>
                    <a:pt x="1052" y="3002"/>
                    <a:pt x="1052" y="3010"/>
                    <a:pt x="1044" y="3010"/>
                  </a:cubicBezTo>
                  <a:cubicBezTo>
                    <a:pt x="762" y="3217"/>
                    <a:pt x="406" y="3399"/>
                    <a:pt x="50" y="3433"/>
                  </a:cubicBezTo>
                  <a:cubicBezTo>
                    <a:pt x="0" y="3433"/>
                    <a:pt x="0" y="3515"/>
                    <a:pt x="50" y="3524"/>
                  </a:cubicBezTo>
                  <a:cubicBezTo>
                    <a:pt x="82" y="3527"/>
                    <a:pt x="114" y="3528"/>
                    <a:pt x="146" y="3528"/>
                  </a:cubicBezTo>
                  <a:cubicBezTo>
                    <a:pt x="463" y="3528"/>
                    <a:pt x="748" y="3384"/>
                    <a:pt x="1019" y="3225"/>
                  </a:cubicBezTo>
                  <a:cubicBezTo>
                    <a:pt x="1293" y="3068"/>
                    <a:pt x="1541" y="2877"/>
                    <a:pt x="1715" y="2621"/>
                  </a:cubicBezTo>
                  <a:cubicBezTo>
                    <a:pt x="1906" y="2339"/>
                    <a:pt x="1964" y="2007"/>
                    <a:pt x="2105" y="1701"/>
                  </a:cubicBezTo>
                  <a:cubicBezTo>
                    <a:pt x="2171" y="1560"/>
                    <a:pt x="2246" y="1428"/>
                    <a:pt x="2345" y="1303"/>
                  </a:cubicBezTo>
                  <a:cubicBezTo>
                    <a:pt x="2444" y="1187"/>
                    <a:pt x="2552" y="1096"/>
                    <a:pt x="2676" y="997"/>
                  </a:cubicBezTo>
                  <a:cubicBezTo>
                    <a:pt x="2817" y="889"/>
                    <a:pt x="2950" y="765"/>
                    <a:pt x="3016" y="591"/>
                  </a:cubicBezTo>
                  <a:cubicBezTo>
                    <a:pt x="3049" y="483"/>
                    <a:pt x="3066" y="367"/>
                    <a:pt x="3049" y="259"/>
                  </a:cubicBezTo>
                  <a:cubicBezTo>
                    <a:pt x="3066" y="218"/>
                    <a:pt x="3074" y="185"/>
                    <a:pt x="3091" y="152"/>
                  </a:cubicBezTo>
                  <a:cubicBezTo>
                    <a:pt x="3099" y="127"/>
                    <a:pt x="3091" y="102"/>
                    <a:pt x="3074" y="85"/>
                  </a:cubicBezTo>
                  <a:cubicBezTo>
                    <a:pt x="3062" y="73"/>
                    <a:pt x="3045" y="65"/>
                    <a:pt x="3028" y="65"/>
                  </a:cubicBezTo>
                  <a:cubicBezTo>
                    <a:pt x="3021" y="65"/>
                    <a:pt x="3014" y="66"/>
                    <a:pt x="3008" y="69"/>
                  </a:cubicBezTo>
                  <a:cubicBezTo>
                    <a:pt x="3008" y="69"/>
                    <a:pt x="3008" y="77"/>
                    <a:pt x="3008" y="77"/>
                  </a:cubicBezTo>
                  <a:cubicBezTo>
                    <a:pt x="2986" y="23"/>
                    <a:pt x="2945" y="1"/>
                    <a:pt x="2903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34"/>
            <p:cNvSpPr/>
            <p:nvPr/>
          </p:nvSpPr>
          <p:spPr>
            <a:xfrm>
              <a:off x="6753200" y="4365675"/>
              <a:ext cx="59475" cy="61325"/>
            </a:xfrm>
            <a:custGeom>
              <a:rect b="b" l="l" r="r" t="t"/>
              <a:pathLst>
                <a:path extrusionOk="0" h="2453" w="2379">
                  <a:moveTo>
                    <a:pt x="172" y="1"/>
                  </a:moveTo>
                  <a:cubicBezTo>
                    <a:pt x="147" y="1"/>
                    <a:pt x="121" y="15"/>
                    <a:pt x="108" y="41"/>
                  </a:cubicBezTo>
                  <a:cubicBezTo>
                    <a:pt x="100" y="74"/>
                    <a:pt x="92" y="107"/>
                    <a:pt x="83" y="140"/>
                  </a:cubicBezTo>
                  <a:cubicBezTo>
                    <a:pt x="1" y="323"/>
                    <a:pt x="117" y="555"/>
                    <a:pt x="216" y="696"/>
                  </a:cubicBezTo>
                  <a:cubicBezTo>
                    <a:pt x="340" y="870"/>
                    <a:pt x="514" y="994"/>
                    <a:pt x="697" y="1085"/>
                  </a:cubicBezTo>
                  <a:cubicBezTo>
                    <a:pt x="895" y="1193"/>
                    <a:pt x="1103" y="1259"/>
                    <a:pt x="1301" y="1358"/>
                  </a:cubicBezTo>
                  <a:cubicBezTo>
                    <a:pt x="1500" y="1450"/>
                    <a:pt x="1683" y="1574"/>
                    <a:pt x="1848" y="1715"/>
                  </a:cubicBezTo>
                  <a:cubicBezTo>
                    <a:pt x="1931" y="1789"/>
                    <a:pt x="2022" y="1889"/>
                    <a:pt x="2080" y="2005"/>
                  </a:cubicBezTo>
                  <a:cubicBezTo>
                    <a:pt x="2080" y="2121"/>
                    <a:pt x="2080" y="2237"/>
                    <a:pt x="2105" y="2353"/>
                  </a:cubicBezTo>
                  <a:cubicBezTo>
                    <a:pt x="2122" y="2419"/>
                    <a:pt x="2171" y="2452"/>
                    <a:pt x="2221" y="2452"/>
                  </a:cubicBezTo>
                  <a:cubicBezTo>
                    <a:pt x="2271" y="2452"/>
                    <a:pt x="2320" y="2419"/>
                    <a:pt x="2337" y="2353"/>
                  </a:cubicBezTo>
                  <a:cubicBezTo>
                    <a:pt x="2378" y="2220"/>
                    <a:pt x="2362" y="2088"/>
                    <a:pt x="2312" y="1963"/>
                  </a:cubicBezTo>
                  <a:cubicBezTo>
                    <a:pt x="2304" y="1822"/>
                    <a:pt x="2304" y="1690"/>
                    <a:pt x="2246" y="1566"/>
                  </a:cubicBezTo>
                  <a:cubicBezTo>
                    <a:pt x="2155" y="1367"/>
                    <a:pt x="1989" y="1226"/>
                    <a:pt x="1799" y="1135"/>
                  </a:cubicBezTo>
                  <a:cubicBezTo>
                    <a:pt x="1409" y="928"/>
                    <a:pt x="920" y="961"/>
                    <a:pt x="564" y="687"/>
                  </a:cubicBezTo>
                  <a:cubicBezTo>
                    <a:pt x="465" y="613"/>
                    <a:pt x="390" y="513"/>
                    <a:pt x="340" y="397"/>
                  </a:cubicBezTo>
                  <a:cubicBezTo>
                    <a:pt x="315" y="356"/>
                    <a:pt x="307" y="323"/>
                    <a:pt x="291" y="281"/>
                  </a:cubicBezTo>
                  <a:cubicBezTo>
                    <a:pt x="282" y="232"/>
                    <a:pt x="274" y="182"/>
                    <a:pt x="249" y="132"/>
                  </a:cubicBezTo>
                  <a:cubicBezTo>
                    <a:pt x="249" y="124"/>
                    <a:pt x="249" y="124"/>
                    <a:pt x="249" y="116"/>
                  </a:cubicBezTo>
                  <a:cubicBezTo>
                    <a:pt x="241" y="91"/>
                    <a:pt x="233" y="66"/>
                    <a:pt x="224" y="41"/>
                  </a:cubicBezTo>
                  <a:cubicBezTo>
                    <a:pt x="216" y="13"/>
                    <a:pt x="195" y="1"/>
                    <a:pt x="172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34"/>
            <p:cNvSpPr/>
            <p:nvPr/>
          </p:nvSpPr>
          <p:spPr>
            <a:xfrm>
              <a:off x="6736850" y="4399825"/>
              <a:ext cx="62175" cy="21150"/>
            </a:xfrm>
            <a:custGeom>
              <a:rect b="b" l="l" r="r" t="t"/>
              <a:pathLst>
                <a:path extrusionOk="0" h="846" w="2487">
                  <a:moveTo>
                    <a:pt x="1061" y="1"/>
                  </a:moveTo>
                  <a:cubicBezTo>
                    <a:pt x="1027" y="1"/>
                    <a:pt x="1003" y="9"/>
                    <a:pt x="978" y="26"/>
                  </a:cubicBezTo>
                  <a:cubicBezTo>
                    <a:pt x="812" y="50"/>
                    <a:pt x="655" y="100"/>
                    <a:pt x="497" y="166"/>
                  </a:cubicBezTo>
                  <a:cubicBezTo>
                    <a:pt x="489" y="175"/>
                    <a:pt x="472" y="175"/>
                    <a:pt x="456" y="175"/>
                  </a:cubicBezTo>
                  <a:cubicBezTo>
                    <a:pt x="307" y="216"/>
                    <a:pt x="149" y="274"/>
                    <a:pt x="50" y="407"/>
                  </a:cubicBezTo>
                  <a:cubicBezTo>
                    <a:pt x="1" y="476"/>
                    <a:pt x="52" y="575"/>
                    <a:pt x="128" y="575"/>
                  </a:cubicBezTo>
                  <a:cubicBezTo>
                    <a:pt x="143" y="575"/>
                    <a:pt x="158" y="572"/>
                    <a:pt x="174" y="564"/>
                  </a:cubicBezTo>
                  <a:cubicBezTo>
                    <a:pt x="282" y="514"/>
                    <a:pt x="389" y="473"/>
                    <a:pt x="497" y="440"/>
                  </a:cubicBezTo>
                  <a:lnTo>
                    <a:pt x="497" y="440"/>
                  </a:lnTo>
                  <a:cubicBezTo>
                    <a:pt x="389" y="498"/>
                    <a:pt x="282" y="572"/>
                    <a:pt x="199" y="664"/>
                  </a:cubicBezTo>
                  <a:cubicBezTo>
                    <a:pt x="126" y="736"/>
                    <a:pt x="180" y="845"/>
                    <a:pt x="255" y="845"/>
                  </a:cubicBezTo>
                  <a:cubicBezTo>
                    <a:pt x="274" y="845"/>
                    <a:pt x="294" y="838"/>
                    <a:pt x="315" y="821"/>
                  </a:cubicBezTo>
                  <a:cubicBezTo>
                    <a:pt x="348" y="796"/>
                    <a:pt x="373" y="771"/>
                    <a:pt x="406" y="746"/>
                  </a:cubicBezTo>
                  <a:cubicBezTo>
                    <a:pt x="423" y="746"/>
                    <a:pt x="431" y="738"/>
                    <a:pt x="439" y="722"/>
                  </a:cubicBezTo>
                  <a:cubicBezTo>
                    <a:pt x="572" y="630"/>
                    <a:pt x="713" y="556"/>
                    <a:pt x="862" y="498"/>
                  </a:cubicBezTo>
                  <a:cubicBezTo>
                    <a:pt x="936" y="481"/>
                    <a:pt x="1011" y="473"/>
                    <a:pt x="1077" y="456"/>
                  </a:cubicBezTo>
                  <a:cubicBezTo>
                    <a:pt x="1218" y="432"/>
                    <a:pt x="1359" y="415"/>
                    <a:pt x="1500" y="398"/>
                  </a:cubicBezTo>
                  <a:cubicBezTo>
                    <a:pt x="1508" y="415"/>
                    <a:pt x="1525" y="423"/>
                    <a:pt x="1541" y="440"/>
                  </a:cubicBezTo>
                  <a:cubicBezTo>
                    <a:pt x="1648" y="499"/>
                    <a:pt x="1767" y="529"/>
                    <a:pt x="1887" y="529"/>
                  </a:cubicBezTo>
                  <a:cubicBezTo>
                    <a:pt x="1935" y="529"/>
                    <a:pt x="1983" y="524"/>
                    <a:pt x="2030" y="514"/>
                  </a:cubicBezTo>
                  <a:cubicBezTo>
                    <a:pt x="2088" y="539"/>
                    <a:pt x="2146" y="564"/>
                    <a:pt x="2196" y="564"/>
                  </a:cubicBezTo>
                  <a:cubicBezTo>
                    <a:pt x="2206" y="566"/>
                    <a:pt x="2217" y="566"/>
                    <a:pt x="2227" y="566"/>
                  </a:cubicBezTo>
                  <a:cubicBezTo>
                    <a:pt x="2378" y="566"/>
                    <a:pt x="2486" y="406"/>
                    <a:pt x="2378" y="274"/>
                  </a:cubicBezTo>
                  <a:cubicBezTo>
                    <a:pt x="2295" y="166"/>
                    <a:pt x="2121" y="125"/>
                    <a:pt x="1980" y="117"/>
                  </a:cubicBezTo>
                  <a:cubicBezTo>
                    <a:pt x="1914" y="50"/>
                    <a:pt x="1815" y="42"/>
                    <a:pt x="1723" y="34"/>
                  </a:cubicBezTo>
                  <a:cubicBezTo>
                    <a:pt x="1649" y="34"/>
                    <a:pt x="1566" y="26"/>
                    <a:pt x="1491" y="26"/>
                  </a:cubicBezTo>
                  <a:cubicBezTo>
                    <a:pt x="1400" y="9"/>
                    <a:pt x="1309" y="9"/>
                    <a:pt x="1218" y="9"/>
                  </a:cubicBezTo>
                  <a:cubicBezTo>
                    <a:pt x="1168" y="9"/>
                    <a:pt x="1110" y="1"/>
                    <a:pt x="1061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34"/>
            <p:cNvSpPr/>
            <p:nvPr/>
          </p:nvSpPr>
          <p:spPr>
            <a:xfrm>
              <a:off x="6778825" y="4305525"/>
              <a:ext cx="36125" cy="42575"/>
            </a:xfrm>
            <a:custGeom>
              <a:rect b="b" l="l" r="r" t="t"/>
              <a:pathLst>
                <a:path extrusionOk="0" h="1703" w="1445">
                  <a:moveTo>
                    <a:pt x="69" y="0"/>
                  </a:moveTo>
                  <a:cubicBezTo>
                    <a:pt x="22" y="0"/>
                    <a:pt x="0" y="63"/>
                    <a:pt x="53" y="86"/>
                  </a:cubicBezTo>
                  <a:cubicBezTo>
                    <a:pt x="210" y="160"/>
                    <a:pt x="334" y="301"/>
                    <a:pt x="459" y="425"/>
                  </a:cubicBezTo>
                  <a:cubicBezTo>
                    <a:pt x="591" y="541"/>
                    <a:pt x="716" y="666"/>
                    <a:pt x="832" y="806"/>
                  </a:cubicBezTo>
                  <a:cubicBezTo>
                    <a:pt x="939" y="939"/>
                    <a:pt x="1030" y="1088"/>
                    <a:pt x="1105" y="1246"/>
                  </a:cubicBezTo>
                  <a:cubicBezTo>
                    <a:pt x="1138" y="1320"/>
                    <a:pt x="1163" y="1403"/>
                    <a:pt x="1179" y="1486"/>
                  </a:cubicBezTo>
                  <a:cubicBezTo>
                    <a:pt x="1204" y="1569"/>
                    <a:pt x="1213" y="1652"/>
                    <a:pt x="1287" y="1693"/>
                  </a:cubicBezTo>
                  <a:cubicBezTo>
                    <a:pt x="1297" y="1699"/>
                    <a:pt x="1307" y="1702"/>
                    <a:pt x="1318" y="1702"/>
                  </a:cubicBezTo>
                  <a:cubicBezTo>
                    <a:pt x="1335" y="1702"/>
                    <a:pt x="1352" y="1695"/>
                    <a:pt x="1362" y="1685"/>
                  </a:cubicBezTo>
                  <a:cubicBezTo>
                    <a:pt x="1445" y="1627"/>
                    <a:pt x="1428" y="1511"/>
                    <a:pt x="1411" y="1428"/>
                  </a:cubicBezTo>
                  <a:lnTo>
                    <a:pt x="1403" y="1428"/>
                  </a:lnTo>
                  <a:cubicBezTo>
                    <a:pt x="1387" y="1337"/>
                    <a:pt x="1353" y="1246"/>
                    <a:pt x="1312" y="1154"/>
                  </a:cubicBezTo>
                  <a:cubicBezTo>
                    <a:pt x="1237" y="980"/>
                    <a:pt x="1121" y="815"/>
                    <a:pt x="997" y="674"/>
                  </a:cubicBezTo>
                  <a:cubicBezTo>
                    <a:pt x="865" y="533"/>
                    <a:pt x="716" y="409"/>
                    <a:pt x="566" y="284"/>
                  </a:cubicBezTo>
                  <a:cubicBezTo>
                    <a:pt x="417" y="177"/>
                    <a:pt x="260" y="61"/>
                    <a:pt x="86" y="3"/>
                  </a:cubicBezTo>
                  <a:cubicBezTo>
                    <a:pt x="80" y="1"/>
                    <a:pt x="75" y="0"/>
                    <a:pt x="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34"/>
            <p:cNvSpPr/>
            <p:nvPr/>
          </p:nvSpPr>
          <p:spPr>
            <a:xfrm>
              <a:off x="6792350" y="4323925"/>
              <a:ext cx="9975" cy="11875"/>
            </a:xfrm>
            <a:custGeom>
              <a:rect b="b" l="l" r="r" t="t"/>
              <a:pathLst>
                <a:path extrusionOk="0" h="475" w="399">
                  <a:moveTo>
                    <a:pt x="64" y="1"/>
                  </a:moveTo>
                  <a:cubicBezTo>
                    <a:pt x="49" y="1"/>
                    <a:pt x="34" y="7"/>
                    <a:pt x="25" y="21"/>
                  </a:cubicBezTo>
                  <a:cubicBezTo>
                    <a:pt x="9" y="37"/>
                    <a:pt x="1" y="70"/>
                    <a:pt x="17" y="95"/>
                  </a:cubicBezTo>
                  <a:cubicBezTo>
                    <a:pt x="75" y="153"/>
                    <a:pt x="125" y="211"/>
                    <a:pt x="175" y="278"/>
                  </a:cubicBezTo>
                  <a:cubicBezTo>
                    <a:pt x="233" y="344"/>
                    <a:pt x="274" y="410"/>
                    <a:pt x="340" y="468"/>
                  </a:cubicBezTo>
                  <a:cubicBezTo>
                    <a:pt x="344" y="472"/>
                    <a:pt x="353" y="474"/>
                    <a:pt x="361" y="474"/>
                  </a:cubicBezTo>
                  <a:cubicBezTo>
                    <a:pt x="369" y="474"/>
                    <a:pt x="377" y="472"/>
                    <a:pt x="382" y="468"/>
                  </a:cubicBezTo>
                  <a:cubicBezTo>
                    <a:pt x="398" y="460"/>
                    <a:pt x="398" y="435"/>
                    <a:pt x="398" y="418"/>
                  </a:cubicBezTo>
                  <a:cubicBezTo>
                    <a:pt x="373" y="344"/>
                    <a:pt x="324" y="269"/>
                    <a:pt x="274" y="203"/>
                  </a:cubicBezTo>
                  <a:cubicBezTo>
                    <a:pt x="224" y="128"/>
                    <a:pt x="158" y="70"/>
                    <a:pt x="100" y="12"/>
                  </a:cubicBezTo>
                  <a:cubicBezTo>
                    <a:pt x="89" y="5"/>
                    <a:pt x="76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34"/>
            <p:cNvSpPr/>
            <p:nvPr/>
          </p:nvSpPr>
          <p:spPr>
            <a:xfrm>
              <a:off x="6813050" y="4353975"/>
              <a:ext cx="17850" cy="62775"/>
            </a:xfrm>
            <a:custGeom>
              <a:rect b="b" l="l" r="r" t="t"/>
              <a:pathLst>
                <a:path extrusionOk="0" h="2511" w="714">
                  <a:moveTo>
                    <a:pt x="80" y="1"/>
                  </a:moveTo>
                  <a:cubicBezTo>
                    <a:pt x="40" y="1"/>
                    <a:pt x="0" y="46"/>
                    <a:pt x="18" y="86"/>
                  </a:cubicBezTo>
                  <a:cubicBezTo>
                    <a:pt x="59" y="194"/>
                    <a:pt x="92" y="302"/>
                    <a:pt x="134" y="410"/>
                  </a:cubicBezTo>
                  <a:cubicBezTo>
                    <a:pt x="175" y="517"/>
                    <a:pt x="225" y="617"/>
                    <a:pt x="266" y="724"/>
                  </a:cubicBezTo>
                  <a:cubicBezTo>
                    <a:pt x="349" y="932"/>
                    <a:pt x="415" y="1139"/>
                    <a:pt x="448" y="1354"/>
                  </a:cubicBezTo>
                  <a:cubicBezTo>
                    <a:pt x="482" y="1545"/>
                    <a:pt x="482" y="1727"/>
                    <a:pt x="448" y="1918"/>
                  </a:cubicBezTo>
                  <a:cubicBezTo>
                    <a:pt x="432" y="2000"/>
                    <a:pt x="407" y="2083"/>
                    <a:pt x="374" y="2166"/>
                  </a:cubicBezTo>
                  <a:cubicBezTo>
                    <a:pt x="341" y="2257"/>
                    <a:pt x="274" y="2340"/>
                    <a:pt x="283" y="2440"/>
                  </a:cubicBezTo>
                  <a:cubicBezTo>
                    <a:pt x="289" y="2486"/>
                    <a:pt x="327" y="2511"/>
                    <a:pt x="368" y="2511"/>
                  </a:cubicBezTo>
                  <a:cubicBezTo>
                    <a:pt x="378" y="2511"/>
                    <a:pt x="389" y="2509"/>
                    <a:pt x="399" y="2506"/>
                  </a:cubicBezTo>
                  <a:cubicBezTo>
                    <a:pt x="498" y="2473"/>
                    <a:pt x="548" y="2365"/>
                    <a:pt x="589" y="2274"/>
                  </a:cubicBezTo>
                  <a:cubicBezTo>
                    <a:pt x="631" y="2174"/>
                    <a:pt x="656" y="2075"/>
                    <a:pt x="680" y="1967"/>
                  </a:cubicBezTo>
                  <a:cubicBezTo>
                    <a:pt x="714" y="1768"/>
                    <a:pt x="714" y="1553"/>
                    <a:pt x="680" y="1346"/>
                  </a:cubicBezTo>
                  <a:cubicBezTo>
                    <a:pt x="647" y="1114"/>
                    <a:pt x="581" y="882"/>
                    <a:pt x="482" y="666"/>
                  </a:cubicBezTo>
                  <a:cubicBezTo>
                    <a:pt x="432" y="550"/>
                    <a:pt x="382" y="434"/>
                    <a:pt x="324" y="327"/>
                  </a:cubicBezTo>
                  <a:cubicBezTo>
                    <a:pt x="258" y="227"/>
                    <a:pt x="192" y="128"/>
                    <a:pt x="125" y="28"/>
                  </a:cubicBezTo>
                  <a:cubicBezTo>
                    <a:pt x="113" y="9"/>
                    <a:pt x="96" y="1"/>
                    <a:pt x="80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34"/>
            <p:cNvSpPr/>
            <p:nvPr/>
          </p:nvSpPr>
          <p:spPr>
            <a:xfrm>
              <a:off x="6804975" y="4348875"/>
              <a:ext cx="4375" cy="8150"/>
            </a:xfrm>
            <a:custGeom>
              <a:rect b="b" l="l" r="r" t="t"/>
              <a:pathLst>
                <a:path extrusionOk="0" h="326" w="175">
                  <a:moveTo>
                    <a:pt x="59" y="0"/>
                  </a:moveTo>
                  <a:cubicBezTo>
                    <a:pt x="42" y="0"/>
                    <a:pt x="26" y="9"/>
                    <a:pt x="17" y="34"/>
                  </a:cubicBezTo>
                  <a:cubicBezTo>
                    <a:pt x="17" y="27"/>
                    <a:pt x="17" y="24"/>
                    <a:pt x="17" y="24"/>
                  </a:cubicBezTo>
                  <a:cubicBezTo>
                    <a:pt x="16" y="24"/>
                    <a:pt x="14" y="29"/>
                    <a:pt x="9" y="34"/>
                  </a:cubicBezTo>
                  <a:cubicBezTo>
                    <a:pt x="9" y="42"/>
                    <a:pt x="1" y="50"/>
                    <a:pt x="9" y="58"/>
                  </a:cubicBezTo>
                  <a:cubicBezTo>
                    <a:pt x="9" y="67"/>
                    <a:pt x="9" y="75"/>
                    <a:pt x="9" y="83"/>
                  </a:cubicBezTo>
                  <a:cubicBezTo>
                    <a:pt x="17" y="92"/>
                    <a:pt x="17" y="92"/>
                    <a:pt x="17" y="100"/>
                  </a:cubicBezTo>
                  <a:cubicBezTo>
                    <a:pt x="26" y="125"/>
                    <a:pt x="34" y="150"/>
                    <a:pt x="42" y="174"/>
                  </a:cubicBezTo>
                  <a:cubicBezTo>
                    <a:pt x="42" y="183"/>
                    <a:pt x="51" y="191"/>
                    <a:pt x="51" y="199"/>
                  </a:cubicBezTo>
                  <a:cubicBezTo>
                    <a:pt x="51" y="208"/>
                    <a:pt x="51" y="216"/>
                    <a:pt x="51" y="216"/>
                  </a:cubicBezTo>
                  <a:cubicBezTo>
                    <a:pt x="59" y="241"/>
                    <a:pt x="59" y="257"/>
                    <a:pt x="67" y="282"/>
                  </a:cubicBezTo>
                  <a:cubicBezTo>
                    <a:pt x="67" y="304"/>
                    <a:pt x="92" y="325"/>
                    <a:pt x="115" y="325"/>
                  </a:cubicBezTo>
                  <a:cubicBezTo>
                    <a:pt x="118" y="325"/>
                    <a:pt x="122" y="325"/>
                    <a:pt x="125" y="324"/>
                  </a:cubicBezTo>
                  <a:cubicBezTo>
                    <a:pt x="158" y="324"/>
                    <a:pt x="175" y="299"/>
                    <a:pt x="175" y="266"/>
                  </a:cubicBezTo>
                  <a:cubicBezTo>
                    <a:pt x="167" y="216"/>
                    <a:pt x="158" y="174"/>
                    <a:pt x="150" y="133"/>
                  </a:cubicBezTo>
                  <a:cubicBezTo>
                    <a:pt x="142" y="108"/>
                    <a:pt x="133" y="83"/>
                    <a:pt x="125" y="58"/>
                  </a:cubicBezTo>
                  <a:cubicBezTo>
                    <a:pt x="109" y="34"/>
                    <a:pt x="92" y="9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34"/>
            <p:cNvSpPr/>
            <p:nvPr/>
          </p:nvSpPr>
          <p:spPr>
            <a:xfrm>
              <a:off x="6800025" y="4342450"/>
              <a:ext cx="4375" cy="6200"/>
            </a:xfrm>
            <a:custGeom>
              <a:rect b="b" l="l" r="r" t="t"/>
              <a:pathLst>
                <a:path extrusionOk="0" h="248" w="175">
                  <a:moveTo>
                    <a:pt x="25" y="1"/>
                  </a:moveTo>
                  <a:cubicBezTo>
                    <a:pt x="17" y="9"/>
                    <a:pt x="8" y="17"/>
                    <a:pt x="8" y="25"/>
                  </a:cubicBezTo>
                  <a:cubicBezTo>
                    <a:pt x="0" y="34"/>
                    <a:pt x="0" y="42"/>
                    <a:pt x="0" y="50"/>
                  </a:cubicBezTo>
                  <a:cubicBezTo>
                    <a:pt x="0" y="67"/>
                    <a:pt x="0" y="75"/>
                    <a:pt x="0" y="92"/>
                  </a:cubicBezTo>
                  <a:cubicBezTo>
                    <a:pt x="8" y="108"/>
                    <a:pt x="17" y="117"/>
                    <a:pt x="17" y="133"/>
                  </a:cubicBezTo>
                  <a:cubicBezTo>
                    <a:pt x="25" y="158"/>
                    <a:pt x="41" y="183"/>
                    <a:pt x="50" y="208"/>
                  </a:cubicBezTo>
                  <a:cubicBezTo>
                    <a:pt x="58" y="224"/>
                    <a:pt x="66" y="233"/>
                    <a:pt x="83" y="241"/>
                  </a:cubicBezTo>
                  <a:cubicBezTo>
                    <a:pt x="91" y="245"/>
                    <a:pt x="99" y="247"/>
                    <a:pt x="108" y="247"/>
                  </a:cubicBezTo>
                  <a:cubicBezTo>
                    <a:pt x="116" y="247"/>
                    <a:pt x="124" y="245"/>
                    <a:pt x="133" y="241"/>
                  </a:cubicBezTo>
                  <a:cubicBezTo>
                    <a:pt x="157" y="233"/>
                    <a:pt x="174" y="191"/>
                    <a:pt x="157" y="166"/>
                  </a:cubicBezTo>
                  <a:cubicBezTo>
                    <a:pt x="149" y="133"/>
                    <a:pt x="141" y="108"/>
                    <a:pt x="124" y="83"/>
                  </a:cubicBezTo>
                  <a:cubicBezTo>
                    <a:pt x="116" y="75"/>
                    <a:pt x="108" y="59"/>
                    <a:pt x="108" y="50"/>
                  </a:cubicBezTo>
                  <a:cubicBezTo>
                    <a:pt x="99" y="34"/>
                    <a:pt x="91" y="25"/>
                    <a:pt x="83" y="17"/>
                  </a:cubicBezTo>
                  <a:cubicBezTo>
                    <a:pt x="75" y="9"/>
                    <a:pt x="66" y="9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34"/>
            <p:cNvSpPr/>
            <p:nvPr/>
          </p:nvSpPr>
          <p:spPr>
            <a:xfrm>
              <a:off x="6658925" y="4312425"/>
              <a:ext cx="30300" cy="35375"/>
            </a:xfrm>
            <a:custGeom>
              <a:rect b="b" l="l" r="r" t="t"/>
              <a:pathLst>
                <a:path extrusionOk="0" h="1415" w="1212">
                  <a:moveTo>
                    <a:pt x="1112" y="0"/>
                  </a:moveTo>
                  <a:cubicBezTo>
                    <a:pt x="1046" y="0"/>
                    <a:pt x="979" y="58"/>
                    <a:pt x="930" y="91"/>
                  </a:cubicBezTo>
                  <a:cubicBezTo>
                    <a:pt x="880" y="133"/>
                    <a:pt x="830" y="174"/>
                    <a:pt x="772" y="216"/>
                  </a:cubicBezTo>
                  <a:cubicBezTo>
                    <a:pt x="664" y="298"/>
                    <a:pt x="548" y="373"/>
                    <a:pt x="449" y="464"/>
                  </a:cubicBezTo>
                  <a:cubicBezTo>
                    <a:pt x="217" y="696"/>
                    <a:pt x="134" y="1019"/>
                    <a:pt x="18" y="1318"/>
                  </a:cubicBezTo>
                  <a:cubicBezTo>
                    <a:pt x="1" y="1364"/>
                    <a:pt x="45" y="1415"/>
                    <a:pt x="87" y="1415"/>
                  </a:cubicBezTo>
                  <a:cubicBezTo>
                    <a:pt x="105" y="1415"/>
                    <a:pt x="122" y="1406"/>
                    <a:pt x="134" y="1384"/>
                  </a:cubicBezTo>
                  <a:cubicBezTo>
                    <a:pt x="225" y="1243"/>
                    <a:pt x="317" y="1094"/>
                    <a:pt x="399" y="945"/>
                  </a:cubicBezTo>
                  <a:cubicBezTo>
                    <a:pt x="457" y="829"/>
                    <a:pt x="532" y="713"/>
                    <a:pt x="631" y="622"/>
                  </a:cubicBezTo>
                  <a:cubicBezTo>
                    <a:pt x="731" y="539"/>
                    <a:pt x="838" y="464"/>
                    <a:pt x="946" y="381"/>
                  </a:cubicBezTo>
                  <a:cubicBezTo>
                    <a:pt x="1046" y="315"/>
                    <a:pt x="1211" y="207"/>
                    <a:pt x="1195" y="66"/>
                  </a:cubicBezTo>
                  <a:cubicBezTo>
                    <a:pt x="1186" y="17"/>
                    <a:pt x="1153" y="0"/>
                    <a:pt x="1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34"/>
            <p:cNvSpPr/>
            <p:nvPr/>
          </p:nvSpPr>
          <p:spPr>
            <a:xfrm>
              <a:off x="6522450" y="4403125"/>
              <a:ext cx="42900" cy="86450"/>
            </a:xfrm>
            <a:custGeom>
              <a:rect b="b" l="l" r="r" t="t"/>
              <a:pathLst>
                <a:path extrusionOk="0" h="3458" w="1716">
                  <a:moveTo>
                    <a:pt x="905" y="1"/>
                  </a:moveTo>
                  <a:cubicBezTo>
                    <a:pt x="883" y="1"/>
                    <a:pt x="860" y="4"/>
                    <a:pt x="837" y="10"/>
                  </a:cubicBezTo>
                  <a:cubicBezTo>
                    <a:pt x="705" y="43"/>
                    <a:pt x="580" y="167"/>
                    <a:pt x="481" y="258"/>
                  </a:cubicBezTo>
                  <a:cubicBezTo>
                    <a:pt x="373" y="349"/>
                    <a:pt x="266" y="449"/>
                    <a:pt x="191" y="573"/>
                  </a:cubicBezTo>
                  <a:cubicBezTo>
                    <a:pt x="9" y="838"/>
                    <a:pt x="1" y="1153"/>
                    <a:pt x="9" y="1459"/>
                  </a:cubicBezTo>
                  <a:cubicBezTo>
                    <a:pt x="17" y="1824"/>
                    <a:pt x="50" y="2172"/>
                    <a:pt x="108" y="2528"/>
                  </a:cubicBezTo>
                  <a:cubicBezTo>
                    <a:pt x="125" y="2619"/>
                    <a:pt x="141" y="2719"/>
                    <a:pt x="166" y="2810"/>
                  </a:cubicBezTo>
                  <a:cubicBezTo>
                    <a:pt x="183" y="2885"/>
                    <a:pt x="216" y="2959"/>
                    <a:pt x="282" y="2992"/>
                  </a:cubicBezTo>
                  <a:cubicBezTo>
                    <a:pt x="314" y="3008"/>
                    <a:pt x="342" y="3014"/>
                    <a:pt x="371" y="3014"/>
                  </a:cubicBezTo>
                  <a:cubicBezTo>
                    <a:pt x="388" y="3014"/>
                    <a:pt x="405" y="3012"/>
                    <a:pt x="423" y="3009"/>
                  </a:cubicBezTo>
                  <a:lnTo>
                    <a:pt x="423" y="3009"/>
                  </a:lnTo>
                  <a:cubicBezTo>
                    <a:pt x="382" y="3075"/>
                    <a:pt x="365" y="3150"/>
                    <a:pt x="348" y="3224"/>
                  </a:cubicBezTo>
                  <a:cubicBezTo>
                    <a:pt x="339" y="3259"/>
                    <a:pt x="364" y="3279"/>
                    <a:pt x="389" y="3279"/>
                  </a:cubicBezTo>
                  <a:cubicBezTo>
                    <a:pt x="407" y="3279"/>
                    <a:pt x="425" y="3269"/>
                    <a:pt x="431" y="3249"/>
                  </a:cubicBezTo>
                  <a:cubicBezTo>
                    <a:pt x="473" y="3175"/>
                    <a:pt x="531" y="3050"/>
                    <a:pt x="622" y="3001"/>
                  </a:cubicBezTo>
                  <a:cubicBezTo>
                    <a:pt x="672" y="3009"/>
                    <a:pt x="721" y="3009"/>
                    <a:pt x="771" y="3025"/>
                  </a:cubicBezTo>
                  <a:cubicBezTo>
                    <a:pt x="1069" y="3108"/>
                    <a:pt x="1252" y="3423"/>
                    <a:pt x="1566" y="3456"/>
                  </a:cubicBezTo>
                  <a:cubicBezTo>
                    <a:pt x="1572" y="3457"/>
                    <a:pt x="1577" y="3458"/>
                    <a:pt x="1583" y="3458"/>
                  </a:cubicBezTo>
                  <a:cubicBezTo>
                    <a:pt x="1622" y="3458"/>
                    <a:pt x="1668" y="3434"/>
                    <a:pt x="1682" y="3398"/>
                  </a:cubicBezTo>
                  <a:cubicBezTo>
                    <a:pt x="1716" y="3257"/>
                    <a:pt x="1666" y="3158"/>
                    <a:pt x="1600" y="3034"/>
                  </a:cubicBezTo>
                  <a:cubicBezTo>
                    <a:pt x="1542" y="2926"/>
                    <a:pt x="1484" y="2810"/>
                    <a:pt x="1434" y="2694"/>
                  </a:cubicBezTo>
                  <a:cubicBezTo>
                    <a:pt x="1384" y="2570"/>
                    <a:pt x="1343" y="2437"/>
                    <a:pt x="1301" y="2305"/>
                  </a:cubicBezTo>
                  <a:cubicBezTo>
                    <a:pt x="1243" y="1716"/>
                    <a:pt x="1160" y="1120"/>
                    <a:pt x="1185" y="523"/>
                  </a:cubicBezTo>
                  <a:cubicBezTo>
                    <a:pt x="1185" y="399"/>
                    <a:pt x="1194" y="275"/>
                    <a:pt x="1144" y="159"/>
                  </a:cubicBezTo>
                  <a:cubicBezTo>
                    <a:pt x="1096" y="63"/>
                    <a:pt x="1009" y="1"/>
                    <a:pt x="905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34"/>
            <p:cNvSpPr/>
            <p:nvPr/>
          </p:nvSpPr>
          <p:spPr>
            <a:xfrm>
              <a:off x="6641100" y="4472475"/>
              <a:ext cx="113575" cy="73125"/>
            </a:xfrm>
            <a:custGeom>
              <a:rect b="b" l="l" r="r" t="t"/>
              <a:pathLst>
                <a:path extrusionOk="0" h="2925" w="4543">
                  <a:moveTo>
                    <a:pt x="4391" y="1"/>
                  </a:moveTo>
                  <a:cubicBezTo>
                    <a:pt x="4376" y="1"/>
                    <a:pt x="4360" y="4"/>
                    <a:pt x="4344" y="11"/>
                  </a:cubicBezTo>
                  <a:cubicBezTo>
                    <a:pt x="4095" y="111"/>
                    <a:pt x="3838" y="202"/>
                    <a:pt x="3590" y="318"/>
                  </a:cubicBezTo>
                  <a:cubicBezTo>
                    <a:pt x="3366" y="417"/>
                    <a:pt x="3209" y="591"/>
                    <a:pt x="3043" y="765"/>
                  </a:cubicBezTo>
                  <a:cubicBezTo>
                    <a:pt x="2877" y="939"/>
                    <a:pt x="2695" y="1088"/>
                    <a:pt x="2504" y="1213"/>
                  </a:cubicBezTo>
                  <a:cubicBezTo>
                    <a:pt x="2405" y="1279"/>
                    <a:pt x="2297" y="1337"/>
                    <a:pt x="2189" y="1395"/>
                  </a:cubicBezTo>
                  <a:cubicBezTo>
                    <a:pt x="2082" y="1461"/>
                    <a:pt x="1982" y="1519"/>
                    <a:pt x="1866" y="1577"/>
                  </a:cubicBezTo>
                  <a:cubicBezTo>
                    <a:pt x="1841" y="1585"/>
                    <a:pt x="1833" y="1610"/>
                    <a:pt x="1833" y="1635"/>
                  </a:cubicBezTo>
                  <a:cubicBezTo>
                    <a:pt x="1676" y="1668"/>
                    <a:pt x="1510" y="1710"/>
                    <a:pt x="1353" y="1735"/>
                  </a:cubicBezTo>
                  <a:cubicBezTo>
                    <a:pt x="1170" y="1768"/>
                    <a:pt x="988" y="1793"/>
                    <a:pt x="806" y="1817"/>
                  </a:cubicBezTo>
                  <a:cubicBezTo>
                    <a:pt x="615" y="1842"/>
                    <a:pt x="425" y="1851"/>
                    <a:pt x="242" y="1917"/>
                  </a:cubicBezTo>
                  <a:cubicBezTo>
                    <a:pt x="184" y="1933"/>
                    <a:pt x="209" y="2016"/>
                    <a:pt x="259" y="2033"/>
                  </a:cubicBezTo>
                  <a:cubicBezTo>
                    <a:pt x="300" y="2041"/>
                    <a:pt x="342" y="2049"/>
                    <a:pt x="375" y="2049"/>
                  </a:cubicBezTo>
                  <a:cubicBezTo>
                    <a:pt x="367" y="2083"/>
                    <a:pt x="375" y="2107"/>
                    <a:pt x="408" y="2124"/>
                  </a:cubicBezTo>
                  <a:cubicBezTo>
                    <a:pt x="580" y="2177"/>
                    <a:pt x="753" y="2204"/>
                    <a:pt x="921" y="2204"/>
                  </a:cubicBezTo>
                  <a:cubicBezTo>
                    <a:pt x="963" y="2204"/>
                    <a:pt x="1005" y="2202"/>
                    <a:pt x="1046" y="2199"/>
                  </a:cubicBezTo>
                  <a:lnTo>
                    <a:pt x="1046" y="2199"/>
                  </a:lnTo>
                  <a:cubicBezTo>
                    <a:pt x="847" y="2273"/>
                    <a:pt x="657" y="2364"/>
                    <a:pt x="499" y="2505"/>
                  </a:cubicBezTo>
                  <a:cubicBezTo>
                    <a:pt x="433" y="2563"/>
                    <a:pt x="450" y="2654"/>
                    <a:pt x="524" y="2696"/>
                  </a:cubicBezTo>
                  <a:cubicBezTo>
                    <a:pt x="557" y="2712"/>
                    <a:pt x="582" y="2721"/>
                    <a:pt x="615" y="2737"/>
                  </a:cubicBezTo>
                  <a:cubicBezTo>
                    <a:pt x="557" y="2742"/>
                    <a:pt x="498" y="2746"/>
                    <a:pt x="439" y="2746"/>
                  </a:cubicBezTo>
                  <a:cubicBezTo>
                    <a:pt x="313" y="2746"/>
                    <a:pt x="189" y="2730"/>
                    <a:pt x="77" y="2679"/>
                  </a:cubicBezTo>
                  <a:cubicBezTo>
                    <a:pt x="69" y="2675"/>
                    <a:pt x="62" y="2674"/>
                    <a:pt x="56" y="2674"/>
                  </a:cubicBezTo>
                  <a:cubicBezTo>
                    <a:pt x="19" y="2674"/>
                    <a:pt x="0" y="2727"/>
                    <a:pt x="35" y="2762"/>
                  </a:cubicBezTo>
                  <a:cubicBezTo>
                    <a:pt x="126" y="2837"/>
                    <a:pt x="218" y="2886"/>
                    <a:pt x="334" y="2903"/>
                  </a:cubicBezTo>
                  <a:cubicBezTo>
                    <a:pt x="412" y="2919"/>
                    <a:pt x="488" y="2924"/>
                    <a:pt x="564" y="2924"/>
                  </a:cubicBezTo>
                  <a:cubicBezTo>
                    <a:pt x="608" y="2924"/>
                    <a:pt x="653" y="2922"/>
                    <a:pt x="698" y="2919"/>
                  </a:cubicBezTo>
                  <a:cubicBezTo>
                    <a:pt x="963" y="2903"/>
                    <a:pt x="1228" y="2861"/>
                    <a:pt x="1493" y="2803"/>
                  </a:cubicBezTo>
                  <a:cubicBezTo>
                    <a:pt x="1717" y="2745"/>
                    <a:pt x="1941" y="2679"/>
                    <a:pt x="2156" y="2596"/>
                  </a:cubicBezTo>
                  <a:cubicBezTo>
                    <a:pt x="2181" y="2596"/>
                    <a:pt x="2198" y="2588"/>
                    <a:pt x="2223" y="2580"/>
                  </a:cubicBezTo>
                  <a:cubicBezTo>
                    <a:pt x="2537" y="2505"/>
                    <a:pt x="2827" y="2397"/>
                    <a:pt x="3059" y="2165"/>
                  </a:cubicBezTo>
                  <a:cubicBezTo>
                    <a:pt x="3093" y="2124"/>
                    <a:pt x="3076" y="2058"/>
                    <a:pt x="3043" y="2016"/>
                  </a:cubicBezTo>
                  <a:cubicBezTo>
                    <a:pt x="3043" y="2016"/>
                    <a:pt x="3035" y="2016"/>
                    <a:pt x="3035" y="2008"/>
                  </a:cubicBezTo>
                  <a:cubicBezTo>
                    <a:pt x="3407" y="1751"/>
                    <a:pt x="3764" y="1445"/>
                    <a:pt x="4054" y="1097"/>
                  </a:cubicBezTo>
                  <a:cubicBezTo>
                    <a:pt x="4161" y="956"/>
                    <a:pt x="4261" y="807"/>
                    <a:pt x="4344" y="649"/>
                  </a:cubicBezTo>
                  <a:cubicBezTo>
                    <a:pt x="4435" y="492"/>
                    <a:pt x="4543" y="293"/>
                    <a:pt x="4501" y="102"/>
                  </a:cubicBezTo>
                  <a:cubicBezTo>
                    <a:pt x="4488" y="44"/>
                    <a:pt x="4445" y="1"/>
                    <a:pt x="4391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34"/>
            <p:cNvSpPr/>
            <p:nvPr/>
          </p:nvSpPr>
          <p:spPr>
            <a:xfrm>
              <a:off x="6517275" y="4337650"/>
              <a:ext cx="94900" cy="172875"/>
            </a:xfrm>
            <a:custGeom>
              <a:rect b="b" l="l" r="r" t="t"/>
              <a:pathLst>
                <a:path extrusionOk="0" h="6915" w="3796">
                  <a:moveTo>
                    <a:pt x="597" y="0"/>
                  </a:moveTo>
                  <a:cubicBezTo>
                    <a:pt x="570" y="0"/>
                    <a:pt x="542" y="4"/>
                    <a:pt x="514" y="10"/>
                  </a:cubicBezTo>
                  <a:cubicBezTo>
                    <a:pt x="324" y="52"/>
                    <a:pt x="191" y="217"/>
                    <a:pt x="133" y="400"/>
                  </a:cubicBezTo>
                  <a:cubicBezTo>
                    <a:pt x="0" y="839"/>
                    <a:pt x="266" y="1286"/>
                    <a:pt x="514" y="1634"/>
                  </a:cubicBezTo>
                  <a:cubicBezTo>
                    <a:pt x="539" y="1676"/>
                    <a:pt x="572" y="1717"/>
                    <a:pt x="605" y="1767"/>
                  </a:cubicBezTo>
                  <a:cubicBezTo>
                    <a:pt x="547" y="1800"/>
                    <a:pt x="522" y="1883"/>
                    <a:pt x="572" y="1933"/>
                  </a:cubicBezTo>
                  <a:cubicBezTo>
                    <a:pt x="879" y="2272"/>
                    <a:pt x="1160" y="2629"/>
                    <a:pt x="1409" y="3001"/>
                  </a:cubicBezTo>
                  <a:cubicBezTo>
                    <a:pt x="1409" y="3068"/>
                    <a:pt x="1401" y="3126"/>
                    <a:pt x="1392" y="3192"/>
                  </a:cubicBezTo>
                  <a:cubicBezTo>
                    <a:pt x="1359" y="3424"/>
                    <a:pt x="1326" y="3648"/>
                    <a:pt x="1351" y="3880"/>
                  </a:cubicBezTo>
                  <a:cubicBezTo>
                    <a:pt x="1384" y="4352"/>
                    <a:pt x="1550" y="4808"/>
                    <a:pt x="1740" y="5230"/>
                  </a:cubicBezTo>
                  <a:cubicBezTo>
                    <a:pt x="1947" y="5669"/>
                    <a:pt x="2204" y="6117"/>
                    <a:pt x="2552" y="6465"/>
                  </a:cubicBezTo>
                  <a:cubicBezTo>
                    <a:pt x="2756" y="6668"/>
                    <a:pt x="3080" y="6914"/>
                    <a:pt x="3388" y="6914"/>
                  </a:cubicBezTo>
                  <a:cubicBezTo>
                    <a:pt x="3506" y="6914"/>
                    <a:pt x="3623" y="6878"/>
                    <a:pt x="3729" y="6788"/>
                  </a:cubicBezTo>
                  <a:cubicBezTo>
                    <a:pt x="3795" y="6738"/>
                    <a:pt x="3787" y="6664"/>
                    <a:pt x="3729" y="6614"/>
                  </a:cubicBezTo>
                  <a:cubicBezTo>
                    <a:pt x="3489" y="6382"/>
                    <a:pt x="3273" y="6125"/>
                    <a:pt x="3099" y="5843"/>
                  </a:cubicBezTo>
                  <a:cubicBezTo>
                    <a:pt x="3008" y="5711"/>
                    <a:pt x="2925" y="5562"/>
                    <a:pt x="2859" y="5412"/>
                  </a:cubicBezTo>
                  <a:cubicBezTo>
                    <a:pt x="2793" y="5288"/>
                    <a:pt x="2735" y="5147"/>
                    <a:pt x="2735" y="5006"/>
                  </a:cubicBezTo>
                  <a:cubicBezTo>
                    <a:pt x="2735" y="4940"/>
                    <a:pt x="2751" y="4882"/>
                    <a:pt x="2784" y="4824"/>
                  </a:cubicBezTo>
                  <a:cubicBezTo>
                    <a:pt x="2826" y="4758"/>
                    <a:pt x="2867" y="4700"/>
                    <a:pt x="2875" y="4625"/>
                  </a:cubicBezTo>
                  <a:cubicBezTo>
                    <a:pt x="2900" y="4451"/>
                    <a:pt x="2743" y="4360"/>
                    <a:pt x="2610" y="4286"/>
                  </a:cubicBezTo>
                  <a:cubicBezTo>
                    <a:pt x="2461" y="4203"/>
                    <a:pt x="2320" y="4103"/>
                    <a:pt x="2188" y="3996"/>
                  </a:cubicBezTo>
                  <a:cubicBezTo>
                    <a:pt x="2063" y="3896"/>
                    <a:pt x="1939" y="3788"/>
                    <a:pt x="1881" y="3639"/>
                  </a:cubicBezTo>
                  <a:cubicBezTo>
                    <a:pt x="1807" y="3457"/>
                    <a:pt x="1815" y="3267"/>
                    <a:pt x="1823" y="3076"/>
                  </a:cubicBezTo>
                  <a:cubicBezTo>
                    <a:pt x="1840" y="2894"/>
                    <a:pt x="1856" y="2703"/>
                    <a:pt x="1865" y="2521"/>
                  </a:cubicBezTo>
                  <a:cubicBezTo>
                    <a:pt x="1873" y="2513"/>
                    <a:pt x="1881" y="2513"/>
                    <a:pt x="1889" y="2504"/>
                  </a:cubicBezTo>
                  <a:cubicBezTo>
                    <a:pt x="2022" y="2397"/>
                    <a:pt x="2179" y="2264"/>
                    <a:pt x="2163" y="2082"/>
                  </a:cubicBezTo>
                  <a:cubicBezTo>
                    <a:pt x="2171" y="2073"/>
                    <a:pt x="2171" y="2057"/>
                    <a:pt x="2163" y="2049"/>
                  </a:cubicBezTo>
                  <a:cubicBezTo>
                    <a:pt x="2163" y="2049"/>
                    <a:pt x="2163" y="2040"/>
                    <a:pt x="2155" y="2040"/>
                  </a:cubicBezTo>
                  <a:cubicBezTo>
                    <a:pt x="2155" y="2024"/>
                    <a:pt x="2146" y="2007"/>
                    <a:pt x="2138" y="1991"/>
                  </a:cubicBezTo>
                  <a:cubicBezTo>
                    <a:pt x="2055" y="1808"/>
                    <a:pt x="1823" y="1783"/>
                    <a:pt x="1657" y="1717"/>
                  </a:cubicBezTo>
                  <a:cubicBezTo>
                    <a:pt x="1475" y="1651"/>
                    <a:pt x="1301" y="1551"/>
                    <a:pt x="1152" y="1419"/>
                  </a:cubicBezTo>
                  <a:cubicBezTo>
                    <a:pt x="1003" y="1278"/>
                    <a:pt x="895" y="1096"/>
                    <a:pt x="854" y="905"/>
                  </a:cubicBezTo>
                  <a:cubicBezTo>
                    <a:pt x="829" y="806"/>
                    <a:pt x="821" y="706"/>
                    <a:pt x="837" y="615"/>
                  </a:cubicBezTo>
                  <a:cubicBezTo>
                    <a:pt x="845" y="507"/>
                    <a:pt x="887" y="408"/>
                    <a:pt x="887" y="309"/>
                  </a:cubicBezTo>
                  <a:cubicBezTo>
                    <a:pt x="894" y="130"/>
                    <a:pt x="765" y="0"/>
                    <a:pt x="597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34"/>
            <p:cNvSpPr/>
            <p:nvPr/>
          </p:nvSpPr>
          <p:spPr>
            <a:xfrm>
              <a:off x="6487850" y="4209475"/>
              <a:ext cx="56175" cy="120100"/>
            </a:xfrm>
            <a:custGeom>
              <a:rect b="b" l="l" r="r" t="t"/>
              <a:pathLst>
                <a:path extrusionOk="0" h="4804" w="2247">
                  <a:moveTo>
                    <a:pt x="243" y="0"/>
                  </a:moveTo>
                  <a:cubicBezTo>
                    <a:pt x="198" y="0"/>
                    <a:pt x="156" y="32"/>
                    <a:pt x="150" y="83"/>
                  </a:cubicBezTo>
                  <a:cubicBezTo>
                    <a:pt x="133" y="241"/>
                    <a:pt x="191" y="390"/>
                    <a:pt x="249" y="539"/>
                  </a:cubicBezTo>
                  <a:cubicBezTo>
                    <a:pt x="316" y="688"/>
                    <a:pt x="390" y="837"/>
                    <a:pt x="457" y="986"/>
                  </a:cubicBezTo>
                  <a:cubicBezTo>
                    <a:pt x="581" y="1260"/>
                    <a:pt x="697" y="1533"/>
                    <a:pt x="780" y="1815"/>
                  </a:cubicBezTo>
                  <a:cubicBezTo>
                    <a:pt x="689" y="1657"/>
                    <a:pt x="581" y="1508"/>
                    <a:pt x="473" y="1359"/>
                  </a:cubicBezTo>
                  <a:cubicBezTo>
                    <a:pt x="357" y="1202"/>
                    <a:pt x="225" y="1061"/>
                    <a:pt x="92" y="903"/>
                  </a:cubicBezTo>
                  <a:cubicBezTo>
                    <a:pt x="84" y="895"/>
                    <a:pt x="73" y="891"/>
                    <a:pt x="62" y="891"/>
                  </a:cubicBezTo>
                  <a:cubicBezTo>
                    <a:pt x="32" y="891"/>
                    <a:pt x="1" y="922"/>
                    <a:pt x="26" y="953"/>
                  </a:cubicBezTo>
                  <a:cubicBezTo>
                    <a:pt x="133" y="1119"/>
                    <a:pt x="233" y="1293"/>
                    <a:pt x="332" y="1459"/>
                  </a:cubicBezTo>
                  <a:cubicBezTo>
                    <a:pt x="432" y="1624"/>
                    <a:pt x="531" y="1790"/>
                    <a:pt x="614" y="1956"/>
                  </a:cubicBezTo>
                  <a:cubicBezTo>
                    <a:pt x="689" y="2097"/>
                    <a:pt x="747" y="2237"/>
                    <a:pt x="788" y="2387"/>
                  </a:cubicBezTo>
                  <a:cubicBezTo>
                    <a:pt x="738" y="2428"/>
                    <a:pt x="664" y="2445"/>
                    <a:pt x="597" y="2461"/>
                  </a:cubicBezTo>
                  <a:cubicBezTo>
                    <a:pt x="481" y="2478"/>
                    <a:pt x="324" y="2469"/>
                    <a:pt x="233" y="2552"/>
                  </a:cubicBezTo>
                  <a:cubicBezTo>
                    <a:pt x="117" y="2660"/>
                    <a:pt x="208" y="2817"/>
                    <a:pt x="274" y="2925"/>
                  </a:cubicBezTo>
                  <a:cubicBezTo>
                    <a:pt x="407" y="3157"/>
                    <a:pt x="606" y="3373"/>
                    <a:pt x="672" y="3646"/>
                  </a:cubicBezTo>
                  <a:cubicBezTo>
                    <a:pt x="738" y="3928"/>
                    <a:pt x="606" y="4234"/>
                    <a:pt x="755" y="4508"/>
                  </a:cubicBezTo>
                  <a:cubicBezTo>
                    <a:pt x="843" y="4663"/>
                    <a:pt x="997" y="4764"/>
                    <a:pt x="1154" y="4764"/>
                  </a:cubicBezTo>
                  <a:cubicBezTo>
                    <a:pt x="1190" y="4764"/>
                    <a:pt x="1225" y="4759"/>
                    <a:pt x="1260" y="4748"/>
                  </a:cubicBezTo>
                  <a:cubicBezTo>
                    <a:pt x="1260" y="4776"/>
                    <a:pt x="1287" y="4804"/>
                    <a:pt x="1311" y="4804"/>
                  </a:cubicBezTo>
                  <a:cubicBezTo>
                    <a:pt x="1323" y="4804"/>
                    <a:pt x="1335" y="4797"/>
                    <a:pt x="1343" y="4781"/>
                  </a:cubicBezTo>
                  <a:cubicBezTo>
                    <a:pt x="1376" y="4723"/>
                    <a:pt x="1418" y="4673"/>
                    <a:pt x="1459" y="4615"/>
                  </a:cubicBezTo>
                  <a:cubicBezTo>
                    <a:pt x="1542" y="4541"/>
                    <a:pt x="1608" y="4441"/>
                    <a:pt x="1666" y="4350"/>
                  </a:cubicBezTo>
                  <a:cubicBezTo>
                    <a:pt x="1691" y="4317"/>
                    <a:pt x="1708" y="4284"/>
                    <a:pt x="1732" y="4251"/>
                  </a:cubicBezTo>
                  <a:cubicBezTo>
                    <a:pt x="1832" y="4110"/>
                    <a:pt x="1923" y="3952"/>
                    <a:pt x="1981" y="3778"/>
                  </a:cubicBezTo>
                  <a:cubicBezTo>
                    <a:pt x="1989" y="3762"/>
                    <a:pt x="1998" y="3745"/>
                    <a:pt x="1998" y="3729"/>
                  </a:cubicBezTo>
                  <a:cubicBezTo>
                    <a:pt x="2031" y="3663"/>
                    <a:pt x="2064" y="3588"/>
                    <a:pt x="2089" y="3522"/>
                  </a:cubicBezTo>
                  <a:cubicBezTo>
                    <a:pt x="2147" y="3381"/>
                    <a:pt x="2246" y="3215"/>
                    <a:pt x="2163" y="3066"/>
                  </a:cubicBezTo>
                  <a:cubicBezTo>
                    <a:pt x="2089" y="2933"/>
                    <a:pt x="1931" y="2875"/>
                    <a:pt x="1824" y="2784"/>
                  </a:cubicBezTo>
                  <a:cubicBezTo>
                    <a:pt x="1807" y="2759"/>
                    <a:pt x="1790" y="2735"/>
                    <a:pt x="1782" y="2710"/>
                  </a:cubicBezTo>
                  <a:cubicBezTo>
                    <a:pt x="1732" y="2635"/>
                    <a:pt x="1691" y="2552"/>
                    <a:pt x="1666" y="2469"/>
                  </a:cubicBezTo>
                  <a:cubicBezTo>
                    <a:pt x="1633" y="2362"/>
                    <a:pt x="1625" y="2246"/>
                    <a:pt x="1625" y="2138"/>
                  </a:cubicBezTo>
                  <a:cubicBezTo>
                    <a:pt x="1625" y="1947"/>
                    <a:pt x="1633" y="1765"/>
                    <a:pt x="1600" y="1575"/>
                  </a:cubicBezTo>
                  <a:cubicBezTo>
                    <a:pt x="1534" y="1251"/>
                    <a:pt x="1393" y="937"/>
                    <a:pt x="1194" y="680"/>
                  </a:cubicBezTo>
                  <a:cubicBezTo>
                    <a:pt x="954" y="373"/>
                    <a:pt x="639" y="133"/>
                    <a:pt x="283" y="9"/>
                  </a:cubicBezTo>
                  <a:cubicBezTo>
                    <a:pt x="269" y="3"/>
                    <a:pt x="256" y="0"/>
                    <a:pt x="243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34"/>
            <p:cNvSpPr/>
            <p:nvPr/>
          </p:nvSpPr>
          <p:spPr>
            <a:xfrm>
              <a:off x="6479375" y="4224175"/>
              <a:ext cx="5825" cy="6325"/>
            </a:xfrm>
            <a:custGeom>
              <a:rect b="b" l="l" r="r" t="t"/>
              <a:pathLst>
                <a:path extrusionOk="0" h="253" w="233">
                  <a:moveTo>
                    <a:pt x="33" y="1"/>
                  </a:moveTo>
                  <a:cubicBezTo>
                    <a:pt x="17" y="1"/>
                    <a:pt x="8" y="9"/>
                    <a:pt x="8" y="25"/>
                  </a:cubicBezTo>
                  <a:cubicBezTo>
                    <a:pt x="0" y="50"/>
                    <a:pt x="8" y="67"/>
                    <a:pt x="17" y="92"/>
                  </a:cubicBezTo>
                  <a:cubicBezTo>
                    <a:pt x="25" y="117"/>
                    <a:pt x="42" y="125"/>
                    <a:pt x="58" y="141"/>
                  </a:cubicBezTo>
                  <a:cubicBezTo>
                    <a:pt x="83" y="175"/>
                    <a:pt x="108" y="208"/>
                    <a:pt x="133" y="233"/>
                  </a:cubicBezTo>
                  <a:cubicBezTo>
                    <a:pt x="142" y="246"/>
                    <a:pt x="156" y="252"/>
                    <a:pt x="171" y="252"/>
                  </a:cubicBezTo>
                  <a:cubicBezTo>
                    <a:pt x="183" y="252"/>
                    <a:pt x="196" y="248"/>
                    <a:pt x="207" y="241"/>
                  </a:cubicBezTo>
                  <a:cubicBezTo>
                    <a:pt x="224" y="224"/>
                    <a:pt x="232" y="191"/>
                    <a:pt x="216" y="166"/>
                  </a:cubicBezTo>
                  <a:cubicBezTo>
                    <a:pt x="191" y="141"/>
                    <a:pt x="166" y="108"/>
                    <a:pt x="141" y="75"/>
                  </a:cubicBezTo>
                  <a:cubicBezTo>
                    <a:pt x="124" y="59"/>
                    <a:pt x="116" y="42"/>
                    <a:pt x="100" y="25"/>
                  </a:cubicBezTo>
                  <a:cubicBezTo>
                    <a:pt x="83" y="17"/>
                    <a:pt x="58" y="1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34"/>
            <p:cNvSpPr/>
            <p:nvPr/>
          </p:nvSpPr>
          <p:spPr>
            <a:xfrm>
              <a:off x="6491375" y="4247275"/>
              <a:ext cx="7225" cy="9575"/>
            </a:xfrm>
            <a:custGeom>
              <a:rect b="b" l="l" r="r" t="t"/>
              <a:pathLst>
                <a:path extrusionOk="0" h="383" w="289">
                  <a:moveTo>
                    <a:pt x="46" y="0"/>
                  </a:moveTo>
                  <a:cubicBezTo>
                    <a:pt x="36" y="0"/>
                    <a:pt x="26" y="5"/>
                    <a:pt x="17" y="13"/>
                  </a:cubicBezTo>
                  <a:cubicBezTo>
                    <a:pt x="1" y="21"/>
                    <a:pt x="1" y="46"/>
                    <a:pt x="9" y="63"/>
                  </a:cubicBezTo>
                  <a:cubicBezTo>
                    <a:pt x="50" y="121"/>
                    <a:pt x="84" y="170"/>
                    <a:pt x="117" y="220"/>
                  </a:cubicBezTo>
                  <a:cubicBezTo>
                    <a:pt x="133" y="245"/>
                    <a:pt x="158" y="278"/>
                    <a:pt x="175" y="303"/>
                  </a:cubicBezTo>
                  <a:cubicBezTo>
                    <a:pt x="183" y="311"/>
                    <a:pt x="191" y="328"/>
                    <a:pt x="200" y="336"/>
                  </a:cubicBezTo>
                  <a:cubicBezTo>
                    <a:pt x="216" y="353"/>
                    <a:pt x="224" y="361"/>
                    <a:pt x="241" y="377"/>
                  </a:cubicBezTo>
                  <a:cubicBezTo>
                    <a:pt x="245" y="381"/>
                    <a:pt x="249" y="383"/>
                    <a:pt x="254" y="383"/>
                  </a:cubicBezTo>
                  <a:cubicBezTo>
                    <a:pt x="270" y="383"/>
                    <a:pt x="289" y="364"/>
                    <a:pt x="282" y="344"/>
                  </a:cubicBezTo>
                  <a:cubicBezTo>
                    <a:pt x="274" y="328"/>
                    <a:pt x="266" y="311"/>
                    <a:pt x="258" y="295"/>
                  </a:cubicBezTo>
                  <a:cubicBezTo>
                    <a:pt x="258" y="278"/>
                    <a:pt x="241" y="270"/>
                    <a:pt x="233" y="253"/>
                  </a:cubicBezTo>
                  <a:cubicBezTo>
                    <a:pt x="216" y="228"/>
                    <a:pt x="200" y="203"/>
                    <a:pt x="183" y="179"/>
                  </a:cubicBezTo>
                  <a:cubicBezTo>
                    <a:pt x="150" y="121"/>
                    <a:pt x="108" y="71"/>
                    <a:pt x="75" y="13"/>
                  </a:cubicBezTo>
                  <a:cubicBezTo>
                    <a:pt x="67" y="5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34"/>
            <p:cNvSpPr/>
            <p:nvPr/>
          </p:nvSpPr>
          <p:spPr>
            <a:xfrm>
              <a:off x="6494475" y="4264000"/>
              <a:ext cx="3975" cy="7575"/>
            </a:xfrm>
            <a:custGeom>
              <a:rect b="b" l="l" r="r" t="t"/>
              <a:pathLst>
                <a:path extrusionOk="0" h="303" w="159">
                  <a:moveTo>
                    <a:pt x="56" y="0"/>
                  </a:moveTo>
                  <a:cubicBezTo>
                    <a:pt x="49" y="0"/>
                    <a:pt x="41" y="2"/>
                    <a:pt x="34" y="7"/>
                  </a:cubicBezTo>
                  <a:cubicBezTo>
                    <a:pt x="9" y="15"/>
                    <a:pt x="1" y="40"/>
                    <a:pt x="9" y="65"/>
                  </a:cubicBezTo>
                  <a:cubicBezTo>
                    <a:pt x="26" y="106"/>
                    <a:pt x="34" y="139"/>
                    <a:pt x="51" y="181"/>
                  </a:cubicBezTo>
                  <a:cubicBezTo>
                    <a:pt x="59" y="197"/>
                    <a:pt x="59" y="222"/>
                    <a:pt x="67" y="239"/>
                  </a:cubicBezTo>
                  <a:cubicBezTo>
                    <a:pt x="84" y="255"/>
                    <a:pt x="92" y="272"/>
                    <a:pt x="100" y="288"/>
                  </a:cubicBezTo>
                  <a:cubicBezTo>
                    <a:pt x="105" y="298"/>
                    <a:pt x="116" y="302"/>
                    <a:pt x="125" y="302"/>
                  </a:cubicBezTo>
                  <a:cubicBezTo>
                    <a:pt x="132" y="302"/>
                    <a:pt x="138" y="300"/>
                    <a:pt x="142" y="297"/>
                  </a:cubicBezTo>
                  <a:cubicBezTo>
                    <a:pt x="158" y="297"/>
                    <a:pt x="158" y="280"/>
                    <a:pt x="158" y="264"/>
                  </a:cubicBezTo>
                  <a:cubicBezTo>
                    <a:pt x="158" y="247"/>
                    <a:pt x="158" y="222"/>
                    <a:pt x="158" y="206"/>
                  </a:cubicBezTo>
                  <a:cubicBezTo>
                    <a:pt x="150" y="189"/>
                    <a:pt x="142" y="164"/>
                    <a:pt x="134" y="139"/>
                  </a:cubicBezTo>
                  <a:lnTo>
                    <a:pt x="134" y="139"/>
                  </a:lnTo>
                  <a:lnTo>
                    <a:pt x="142" y="148"/>
                  </a:lnTo>
                  <a:lnTo>
                    <a:pt x="100" y="32"/>
                  </a:lnTo>
                  <a:cubicBezTo>
                    <a:pt x="94" y="14"/>
                    <a:pt x="76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34"/>
            <p:cNvSpPr/>
            <p:nvPr/>
          </p:nvSpPr>
          <p:spPr>
            <a:xfrm>
              <a:off x="6691675" y="4124075"/>
              <a:ext cx="68375" cy="87600"/>
            </a:xfrm>
            <a:custGeom>
              <a:rect b="b" l="l" r="r" t="t"/>
              <a:pathLst>
                <a:path extrusionOk="0" h="3504" w="2735">
                  <a:moveTo>
                    <a:pt x="1391" y="1"/>
                  </a:moveTo>
                  <a:cubicBezTo>
                    <a:pt x="1363" y="1"/>
                    <a:pt x="1336" y="24"/>
                    <a:pt x="1351" y="61"/>
                  </a:cubicBezTo>
                  <a:cubicBezTo>
                    <a:pt x="1467" y="359"/>
                    <a:pt x="1558" y="674"/>
                    <a:pt x="1625" y="989"/>
                  </a:cubicBezTo>
                  <a:cubicBezTo>
                    <a:pt x="1592" y="1038"/>
                    <a:pt x="1558" y="1080"/>
                    <a:pt x="1509" y="1121"/>
                  </a:cubicBezTo>
                  <a:cubicBezTo>
                    <a:pt x="1418" y="1212"/>
                    <a:pt x="1293" y="1279"/>
                    <a:pt x="1161" y="1295"/>
                  </a:cubicBezTo>
                  <a:cubicBezTo>
                    <a:pt x="1134" y="1299"/>
                    <a:pt x="1108" y="1300"/>
                    <a:pt x="1082" y="1300"/>
                  </a:cubicBezTo>
                  <a:cubicBezTo>
                    <a:pt x="856" y="1300"/>
                    <a:pt x="650" y="1174"/>
                    <a:pt x="531" y="980"/>
                  </a:cubicBezTo>
                  <a:cubicBezTo>
                    <a:pt x="511" y="951"/>
                    <a:pt x="476" y="936"/>
                    <a:pt x="443" y="936"/>
                  </a:cubicBezTo>
                  <a:cubicBezTo>
                    <a:pt x="420" y="936"/>
                    <a:pt x="398" y="942"/>
                    <a:pt x="382" y="956"/>
                  </a:cubicBezTo>
                  <a:cubicBezTo>
                    <a:pt x="216" y="1088"/>
                    <a:pt x="200" y="1287"/>
                    <a:pt x="166" y="1478"/>
                  </a:cubicBezTo>
                  <a:cubicBezTo>
                    <a:pt x="133" y="1726"/>
                    <a:pt x="100" y="1966"/>
                    <a:pt x="67" y="2215"/>
                  </a:cubicBezTo>
                  <a:cubicBezTo>
                    <a:pt x="59" y="2314"/>
                    <a:pt x="34" y="2414"/>
                    <a:pt x="75" y="2513"/>
                  </a:cubicBezTo>
                  <a:lnTo>
                    <a:pt x="84" y="2521"/>
                  </a:lnTo>
                  <a:cubicBezTo>
                    <a:pt x="75" y="2521"/>
                    <a:pt x="67" y="2521"/>
                    <a:pt x="67" y="2530"/>
                  </a:cubicBezTo>
                  <a:cubicBezTo>
                    <a:pt x="1" y="2546"/>
                    <a:pt x="34" y="2629"/>
                    <a:pt x="92" y="2629"/>
                  </a:cubicBezTo>
                  <a:lnTo>
                    <a:pt x="200" y="2629"/>
                  </a:lnTo>
                  <a:cubicBezTo>
                    <a:pt x="233" y="2637"/>
                    <a:pt x="274" y="2646"/>
                    <a:pt x="316" y="2646"/>
                  </a:cubicBezTo>
                  <a:cubicBezTo>
                    <a:pt x="465" y="2662"/>
                    <a:pt x="614" y="2687"/>
                    <a:pt x="763" y="2729"/>
                  </a:cubicBezTo>
                  <a:cubicBezTo>
                    <a:pt x="1012" y="2803"/>
                    <a:pt x="1252" y="2927"/>
                    <a:pt x="1459" y="3068"/>
                  </a:cubicBezTo>
                  <a:cubicBezTo>
                    <a:pt x="1666" y="3201"/>
                    <a:pt x="1848" y="3416"/>
                    <a:pt x="2089" y="3483"/>
                  </a:cubicBezTo>
                  <a:cubicBezTo>
                    <a:pt x="2140" y="3497"/>
                    <a:pt x="2190" y="3504"/>
                    <a:pt x="2240" y="3504"/>
                  </a:cubicBezTo>
                  <a:cubicBezTo>
                    <a:pt x="2424" y="3504"/>
                    <a:pt x="2589" y="3407"/>
                    <a:pt x="2660" y="3217"/>
                  </a:cubicBezTo>
                  <a:cubicBezTo>
                    <a:pt x="2735" y="3002"/>
                    <a:pt x="2702" y="2745"/>
                    <a:pt x="2685" y="2521"/>
                  </a:cubicBezTo>
                  <a:cubicBezTo>
                    <a:pt x="2669" y="2265"/>
                    <a:pt x="2627" y="2000"/>
                    <a:pt x="2553" y="1751"/>
                  </a:cubicBezTo>
                  <a:cubicBezTo>
                    <a:pt x="2486" y="1494"/>
                    <a:pt x="2387" y="1254"/>
                    <a:pt x="2263" y="1022"/>
                  </a:cubicBezTo>
                  <a:cubicBezTo>
                    <a:pt x="2254" y="1014"/>
                    <a:pt x="2254" y="1014"/>
                    <a:pt x="2246" y="1005"/>
                  </a:cubicBezTo>
                  <a:cubicBezTo>
                    <a:pt x="2205" y="831"/>
                    <a:pt x="2147" y="657"/>
                    <a:pt x="2064" y="500"/>
                  </a:cubicBezTo>
                  <a:cubicBezTo>
                    <a:pt x="1973" y="334"/>
                    <a:pt x="1857" y="218"/>
                    <a:pt x="1716" y="94"/>
                  </a:cubicBezTo>
                  <a:cubicBezTo>
                    <a:pt x="1706" y="85"/>
                    <a:pt x="1695" y="82"/>
                    <a:pt x="1684" y="82"/>
                  </a:cubicBezTo>
                  <a:cubicBezTo>
                    <a:pt x="1641" y="82"/>
                    <a:pt x="1600" y="137"/>
                    <a:pt x="1633" y="177"/>
                  </a:cubicBezTo>
                  <a:cubicBezTo>
                    <a:pt x="1741" y="301"/>
                    <a:pt x="1815" y="467"/>
                    <a:pt x="1882" y="616"/>
                  </a:cubicBezTo>
                  <a:cubicBezTo>
                    <a:pt x="1890" y="641"/>
                    <a:pt x="1898" y="666"/>
                    <a:pt x="1906" y="690"/>
                  </a:cubicBezTo>
                  <a:cubicBezTo>
                    <a:pt x="1857" y="707"/>
                    <a:pt x="1815" y="740"/>
                    <a:pt x="1774" y="782"/>
                  </a:cubicBezTo>
                  <a:cubicBezTo>
                    <a:pt x="1749" y="690"/>
                    <a:pt x="1716" y="608"/>
                    <a:pt x="1683" y="516"/>
                  </a:cubicBezTo>
                  <a:cubicBezTo>
                    <a:pt x="1616" y="351"/>
                    <a:pt x="1525" y="185"/>
                    <a:pt x="1434" y="28"/>
                  </a:cubicBezTo>
                  <a:cubicBezTo>
                    <a:pt x="1425" y="9"/>
                    <a:pt x="1408" y="1"/>
                    <a:pt x="1391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34"/>
            <p:cNvSpPr/>
            <p:nvPr/>
          </p:nvSpPr>
          <p:spPr>
            <a:xfrm>
              <a:off x="6686275" y="4244250"/>
              <a:ext cx="18900" cy="39200"/>
            </a:xfrm>
            <a:custGeom>
              <a:rect b="b" l="l" r="r" t="t"/>
              <a:pathLst>
                <a:path extrusionOk="0" h="1568" w="756">
                  <a:moveTo>
                    <a:pt x="55" y="1"/>
                  </a:moveTo>
                  <a:cubicBezTo>
                    <a:pt x="28" y="1"/>
                    <a:pt x="0" y="30"/>
                    <a:pt x="18" y="59"/>
                  </a:cubicBezTo>
                  <a:cubicBezTo>
                    <a:pt x="134" y="283"/>
                    <a:pt x="225" y="532"/>
                    <a:pt x="308" y="772"/>
                  </a:cubicBezTo>
                  <a:cubicBezTo>
                    <a:pt x="349" y="888"/>
                    <a:pt x="391" y="1004"/>
                    <a:pt x="424" y="1128"/>
                  </a:cubicBezTo>
                  <a:cubicBezTo>
                    <a:pt x="465" y="1252"/>
                    <a:pt x="490" y="1377"/>
                    <a:pt x="540" y="1501"/>
                  </a:cubicBezTo>
                  <a:cubicBezTo>
                    <a:pt x="548" y="1534"/>
                    <a:pt x="590" y="1567"/>
                    <a:pt x="623" y="1567"/>
                  </a:cubicBezTo>
                  <a:cubicBezTo>
                    <a:pt x="656" y="1567"/>
                    <a:pt x="681" y="1567"/>
                    <a:pt x="706" y="1542"/>
                  </a:cubicBezTo>
                  <a:cubicBezTo>
                    <a:pt x="739" y="1526"/>
                    <a:pt x="755" y="1476"/>
                    <a:pt x="747" y="1443"/>
                  </a:cubicBezTo>
                  <a:cubicBezTo>
                    <a:pt x="730" y="1319"/>
                    <a:pt x="681" y="1186"/>
                    <a:pt x="639" y="1070"/>
                  </a:cubicBezTo>
                  <a:cubicBezTo>
                    <a:pt x="590" y="938"/>
                    <a:pt x="540" y="813"/>
                    <a:pt x="482" y="697"/>
                  </a:cubicBezTo>
                  <a:cubicBezTo>
                    <a:pt x="374" y="457"/>
                    <a:pt x="233" y="242"/>
                    <a:pt x="84" y="18"/>
                  </a:cubicBezTo>
                  <a:cubicBezTo>
                    <a:pt x="77" y="6"/>
                    <a:pt x="66" y="1"/>
                    <a:pt x="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34"/>
            <p:cNvSpPr/>
            <p:nvPr/>
          </p:nvSpPr>
          <p:spPr>
            <a:xfrm>
              <a:off x="6706175" y="4265200"/>
              <a:ext cx="4175" cy="9050"/>
            </a:xfrm>
            <a:custGeom>
              <a:rect b="b" l="l" r="r" t="t"/>
              <a:pathLst>
                <a:path extrusionOk="0" h="362" w="167">
                  <a:moveTo>
                    <a:pt x="142" y="191"/>
                  </a:moveTo>
                  <a:cubicBezTo>
                    <a:pt x="142" y="195"/>
                    <a:pt x="144" y="197"/>
                    <a:pt x="145" y="197"/>
                  </a:cubicBezTo>
                  <a:cubicBezTo>
                    <a:pt x="146" y="197"/>
                    <a:pt x="146" y="195"/>
                    <a:pt x="142" y="191"/>
                  </a:cubicBezTo>
                  <a:close/>
                  <a:moveTo>
                    <a:pt x="50" y="0"/>
                  </a:moveTo>
                  <a:cubicBezTo>
                    <a:pt x="17" y="8"/>
                    <a:pt x="1" y="33"/>
                    <a:pt x="1" y="66"/>
                  </a:cubicBezTo>
                  <a:cubicBezTo>
                    <a:pt x="9" y="116"/>
                    <a:pt x="17" y="166"/>
                    <a:pt x="26" y="216"/>
                  </a:cubicBezTo>
                  <a:cubicBezTo>
                    <a:pt x="34" y="240"/>
                    <a:pt x="42" y="265"/>
                    <a:pt x="59" y="298"/>
                  </a:cubicBezTo>
                  <a:cubicBezTo>
                    <a:pt x="67" y="323"/>
                    <a:pt x="84" y="348"/>
                    <a:pt x="117" y="356"/>
                  </a:cubicBezTo>
                  <a:cubicBezTo>
                    <a:pt x="120" y="360"/>
                    <a:pt x="125" y="362"/>
                    <a:pt x="130" y="362"/>
                  </a:cubicBezTo>
                  <a:cubicBezTo>
                    <a:pt x="137" y="362"/>
                    <a:pt x="145" y="358"/>
                    <a:pt x="150" y="348"/>
                  </a:cubicBezTo>
                  <a:cubicBezTo>
                    <a:pt x="166" y="323"/>
                    <a:pt x="166" y="298"/>
                    <a:pt x="158" y="265"/>
                  </a:cubicBezTo>
                  <a:cubicBezTo>
                    <a:pt x="158" y="257"/>
                    <a:pt x="158" y="240"/>
                    <a:pt x="158" y="232"/>
                  </a:cubicBezTo>
                  <a:cubicBezTo>
                    <a:pt x="158" y="224"/>
                    <a:pt x="150" y="224"/>
                    <a:pt x="150" y="216"/>
                  </a:cubicBezTo>
                  <a:cubicBezTo>
                    <a:pt x="150" y="207"/>
                    <a:pt x="150" y="199"/>
                    <a:pt x="142" y="199"/>
                  </a:cubicBezTo>
                  <a:cubicBezTo>
                    <a:pt x="142" y="191"/>
                    <a:pt x="142" y="191"/>
                    <a:pt x="142" y="191"/>
                  </a:cubicBezTo>
                  <a:cubicBezTo>
                    <a:pt x="142" y="182"/>
                    <a:pt x="142" y="182"/>
                    <a:pt x="142" y="182"/>
                  </a:cubicBezTo>
                  <a:cubicBezTo>
                    <a:pt x="142" y="174"/>
                    <a:pt x="142" y="166"/>
                    <a:pt x="133" y="166"/>
                  </a:cubicBezTo>
                  <a:cubicBezTo>
                    <a:pt x="133" y="149"/>
                    <a:pt x="133" y="141"/>
                    <a:pt x="125" y="124"/>
                  </a:cubicBezTo>
                  <a:cubicBezTo>
                    <a:pt x="125" y="100"/>
                    <a:pt x="117" y="75"/>
                    <a:pt x="117" y="50"/>
                  </a:cubicBezTo>
                  <a:cubicBezTo>
                    <a:pt x="108" y="25"/>
                    <a:pt x="84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34"/>
            <p:cNvSpPr/>
            <p:nvPr/>
          </p:nvSpPr>
          <p:spPr>
            <a:xfrm>
              <a:off x="6714475" y="4269125"/>
              <a:ext cx="3325" cy="6575"/>
            </a:xfrm>
            <a:custGeom>
              <a:rect b="b" l="l" r="r" t="t"/>
              <a:pathLst>
                <a:path extrusionOk="0" h="263" w="133">
                  <a:moveTo>
                    <a:pt x="50" y="1"/>
                  </a:moveTo>
                  <a:cubicBezTo>
                    <a:pt x="25" y="9"/>
                    <a:pt x="0" y="34"/>
                    <a:pt x="0" y="67"/>
                  </a:cubicBezTo>
                  <a:cubicBezTo>
                    <a:pt x="8" y="100"/>
                    <a:pt x="8" y="125"/>
                    <a:pt x="17" y="158"/>
                  </a:cubicBezTo>
                  <a:cubicBezTo>
                    <a:pt x="17" y="166"/>
                    <a:pt x="25" y="183"/>
                    <a:pt x="25" y="199"/>
                  </a:cubicBezTo>
                  <a:cubicBezTo>
                    <a:pt x="25" y="208"/>
                    <a:pt x="33" y="216"/>
                    <a:pt x="33" y="216"/>
                  </a:cubicBezTo>
                  <a:cubicBezTo>
                    <a:pt x="33" y="224"/>
                    <a:pt x="42" y="233"/>
                    <a:pt x="42" y="241"/>
                  </a:cubicBezTo>
                  <a:cubicBezTo>
                    <a:pt x="50" y="241"/>
                    <a:pt x="50" y="249"/>
                    <a:pt x="58" y="257"/>
                  </a:cubicBezTo>
                  <a:cubicBezTo>
                    <a:pt x="65" y="261"/>
                    <a:pt x="73" y="263"/>
                    <a:pt x="81" y="263"/>
                  </a:cubicBezTo>
                  <a:cubicBezTo>
                    <a:pt x="92" y="263"/>
                    <a:pt x="103" y="259"/>
                    <a:pt x="108" y="249"/>
                  </a:cubicBezTo>
                  <a:cubicBezTo>
                    <a:pt x="116" y="241"/>
                    <a:pt x="124" y="233"/>
                    <a:pt x="124" y="224"/>
                  </a:cubicBezTo>
                  <a:cubicBezTo>
                    <a:pt x="124" y="224"/>
                    <a:pt x="124" y="216"/>
                    <a:pt x="133" y="208"/>
                  </a:cubicBezTo>
                  <a:cubicBezTo>
                    <a:pt x="133" y="199"/>
                    <a:pt x="133" y="191"/>
                    <a:pt x="133" y="183"/>
                  </a:cubicBezTo>
                  <a:cubicBezTo>
                    <a:pt x="133" y="166"/>
                    <a:pt x="124" y="158"/>
                    <a:pt x="124" y="141"/>
                  </a:cubicBezTo>
                  <a:cubicBezTo>
                    <a:pt x="124" y="108"/>
                    <a:pt x="124" y="83"/>
                    <a:pt x="116" y="50"/>
                  </a:cubicBezTo>
                  <a:cubicBezTo>
                    <a:pt x="108" y="25"/>
                    <a:pt x="83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34"/>
            <p:cNvSpPr/>
            <p:nvPr/>
          </p:nvSpPr>
          <p:spPr>
            <a:xfrm>
              <a:off x="6734150" y="4245350"/>
              <a:ext cx="12850" cy="14225"/>
            </a:xfrm>
            <a:custGeom>
              <a:rect b="b" l="l" r="r" t="t"/>
              <a:pathLst>
                <a:path extrusionOk="0" h="569" w="514">
                  <a:moveTo>
                    <a:pt x="430" y="0"/>
                  </a:moveTo>
                  <a:cubicBezTo>
                    <a:pt x="393" y="0"/>
                    <a:pt x="354" y="24"/>
                    <a:pt x="332" y="40"/>
                  </a:cubicBezTo>
                  <a:cubicBezTo>
                    <a:pt x="265" y="98"/>
                    <a:pt x="216" y="164"/>
                    <a:pt x="166" y="231"/>
                  </a:cubicBezTo>
                  <a:cubicBezTo>
                    <a:pt x="108" y="305"/>
                    <a:pt x="58" y="388"/>
                    <a:pt x="17" y="471"/>
                  </a:cubicBezTo>
                  <a:cubicBezTo>
                    <a:pt x="0" y="504"/>
                    <a:pt x="25" y="546"/>
                    <a:pt x="58" y="562"/>
                  </a:cubicBezTo>
                  <a:cubicBezTo>
                    <a:pt x="69" y="566"/>
                    <a:pt x="79" y="568"/>
                    <a:pt x="89" y="568"/>
                  </a:cubicBezTo>
                  <a:cubicBezTo>
                    <a:pt x="116" y="568"/>
                    <a:pt x="137" y="551"/>
                    <a:pt x="149" y="521"/>
                  </a:cubicBezTo>
                  <a:lnTo>
                    <a:pt x="158" y="512"/>
                  </a:lnTo>
                  <a:cubicBezTo>
                    <a:pt x="158" y="512"/>
                    <a:pt x="158" y="504"/>
                    <a:pt x="158" y="504"/>
                  </a:cubicBezTo>
                  <a:cubicBezTo>
                    <a:pt x="166" y="496"/>
                    <a:pt x="166" y="496"/>
                    <a:pt x="166" y="496"/>
                  </a:cubicBezTo>
                  <a:cubicBezTo>
                    <a:pt x="166" y="488"/>
                    <a:pt x="166" y="488"/>
                    <a:pt x="174" y="479"/>
                  </a:cubicBezTo>
                  <a:cubicBezTo>
                    <a:pt x="183" y="463"/>
                    <a:pt x="191" y="446"/>
                    <a:pt x="207" y="430"/>
                  </a:cubicBezTo>
                  <a:cubicBezTo>
                    <a:pt x="232" y="396"/>
                    <a:pt x="249" y="363"/>
                    <a:pt x="274" y="330"/>
                  </a:cubicBezTo>
                  <a:cubicBezTo>
                    <a:pt x="299" y="305"/>
                    <a:pt x="323" y="272"/>
                    <a:pt x="348" y="247"/>
                  </a:cubicBezTo>
                  <a:cubicBezTo>
                    <a:pt x="365" y="231"/>
                    <a:pt x="381" y="214"/>
                    <a:pt x="390" y="198"/>
                  </a:cubicBezTo>
                  <a:lnTo>
                    <a:pt x="398" y="189"/>
                  </a:lnTo>
                  <a:cubicBezTo>
                    <a:pt x="415" y="181"/>
                    <a:pt x="423" y="173"/>
                    <a:pt x="431" y="156"/>
                  </a:cubicBezTo>
                  <a:cubicBezTo>
                    <a:pt x="464" y="123"/>
                    <a:pt x="514" y="65"/>
                    <a:pt x="481" y="15"/>
                  </a:cubicBezTo>
                  <a:lnTo>
                    <a:pt x="481" y="15"/>
                  </a:lnTo>
                  <a:lnTo>
                    <a:pt x="481" y="24"/>
                  </a:lnTo>
                  <a:cubicBezTo>
                    <a:pt x="467" y="7"/>
                    <a:pt x="449" y="0"/>
                    <a:pt x="4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34"/>
            <p:cNvSpPr/>
            <p:nvPr/>
          </p:nvSpPr>
          <p:spPr>
            <a:xfrm>
              <a:off x="6731250" y="4246625"/>
              <a:ext cx="4375" cy="4300"/>
            </a:xfrm>
            <a:custGeom>
              <a:rect b="b" l="l" r="r" t="t"/>
              <a:pathLst>
                <a:path extrusionOk="0" h="172" w="175">
                  <a:moveTo>
                    <a:pt x="131" y="0"/>
                  </a:moveTo>
                  <a:cubicBezTo>
                    <a:pt x="123" y="0"/>
                    <a:pt x="115" y="2"/>
                    <a:pt x="108" y="6"/>
                  </a:cubicBezTo>
                  <a:cubicBezTo>
                    <a:pt x="100" y="14"/>
                    <a:pt x="91" y="22"/>
                    <a:pt x="83" y="22"/>
                  </a:cubicBezTo>
                  <a:lnTo>
                    <a:pt x="75" y="31"/>
                  </a:lnTo>
                  <a:cubicBezTo>
                    <a:pt x="67" y="39"/>
                    <a:pt x="58" y="47"/>
                    <a:pt x="58" y="55"/>
                  </a:cubicBezTo>
                  <a:cubicBezTo>
                    <a:pt x="42" y="64"/>
                    <a:pt x="25" y="80"/>
                    <a:pt x="17" y="97"/>
                  </a:cubicBezTo>
                  <a:cubicBezTo>
                    <a:pt x="9" y="105"/>
                    <a:pt x="0" y="122"/>
                    <a:pt x="0" y="130"/>
                  </a:cubicBezTo>
                  <a:cubicBezTo>
                    <a:pt x="9" y="147"/>
                    <a:pt x="9" y="155"/>
                    <a:pt x="25" y="163"/>
                  </a:cubicBezTo>
                  <a:cubicBezTo>
                    <a:pt x="33" y="171"/>
                    <a:pt x="42" y="171"/>
                    <a:pt x="58" y="171"/>
                  </a:cubicBezTo>
                  <a:lnTo>
                    <a:pt x="67" y="171"/>
                  </a:lnTo>
                  <a:cubicBezTo>
                    <a:pt x="75" y="163"/>
                    <a:pt x="83" y="163"/>
                    <a:pt x="91" y="155"/>
                  </a:cubicBezTo>
                  <a:cubicBezTo>
                    <a:pt x="100" y="138"/>
                    <a:pt x="116" y="122"/>
                    <a:pt x="133" y="113"/>
                  </a:cubicBezTo>
                  <a:cubicBezTo>
                    <a:pt x="133" y="105"/>
                    <a:pt x="133" y="105"/>
                    <a:pt x="141" y="97"/>
                  </a:cubicBezTo>
                  <a:cubicBezTo>
                    <a:pt x="141" y="97"/>
                    <a:pt x="149" y="89"/>
                    <a:pt x="149" y="89"/>
                  </a:cubicBezTo>
                  <a:cubicBezTo>
                    <a:pt x="149" y="80"/>
                    <a:pt x="158" y="72"/>
                    <a:pt x="166" y="64"/>
                  </a:cubicBezTo>
                  <a:cubicBezTo>
                    <a:pt x="166" y="55"/>
                    <a:pt x="174" y="47"/>
                    <a:pt x="174" y="31"/>
                  </a:cubicBezTo>
                  <a:cubicBezTo>
                    <a:pt x="166" y="22"/>
                    <a:pt x="166" y="14"/>
                    <a:pt x="158" y="14"/>
                  </a:cubicBezTo>
                  <a:cubicBezTo>
                    <a:pt x="153" y="4"/>
                    <a:pt x="142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34"/>
            <p:cNvSpPr/>
            <p:nvPr/>
          </p:nvSpPr>
          <p:spPr>
            <a:xfrm>
              <a:off x="6618150" y="4275950"/>
              <a:ext cx="21375" cy="12375"/>
            </a:xfrm>
            <a:custGeom>
              <a:rect b="b" l="l" r="r" t="t"/>
              <a:pathLst>
                <a:path extrusionOk="0" h="495" w="855">
                  <a:moveTo>
                    <a:pt x="92" y="1"/>
                  </a:moveTo>
                  <a:cubicBezTo>
                    <a:pt x="58" y="1"/>
                    <a:pt x="34" y="26"/>
                    <a:pt x="17" y="51"/>
                  </a:cubicBezTo>
                  <a:cubicBezTo>
                    <a:pt x="0" y="84"/>
                    <a:pt x="0" y="109"/>
                    <a:pt x="9" y="142"/>
                  </a:cubicBezTo>
                  <a:cubicBezTo>
                    <a:pt x="25" y="200"/>
                    <a:pt x="83" y="208"/>
                    <a:pt x="125" y="216"/>
                  </a:cubicBezTo>
                  <a:cubicBezTo>
                    <a:pt x="141" y="225"/>
                    <a:pt x="158" y="225"/>
                    <a:pt x="166" y="225"/>
                  </a:cubicBezTo>
                  <a:lnTo>
                    <a:pt x="174" y="225"/>
                  </a:lnTo>
                  <a:cubicBezTo>
                    <a:pt x="183" y="233"/>
                    <a:pt x="191" y="233"/>
                    <a:pt x="199" y="233"/>
                  </a:cubicBezTo>
                  <a:cubicBezTo>
                    <a:pt x="257" y="258"/>
                    <a:pt x="315" y="283"/>
                    <a:pt x="365" y="316"/>
                  </a:cubicBezTo>
                  <a:cubicBezTo>
                    <a:pt x="423" y="341"/>
                    <a:pt x="481" y="374"/>
                    <a:pt x="547" y="407"/>
                  </a:cubicBezTo>
                  <a:cubicBezTo>
                    <a:pt x="605" y="440"/>
                    <a:pt x="672" y="465"/>
                    <a:pt x="738" y="490"/>
                  </a:cubicBezTo>
                  <a:cubicBezTo>
                    <a:pt x="747" y="493"/>
                    <a:pt x="756" y="494"/>
                    <a:pt x="765" y="494"/>
                  </a:cubicBezTo>
                  <a:cubicBezTo>
                    <a:pt x="823" y="494"/>
                    <a:pt x="855" y="426"/>
                    <a:pt x="804" y="382"/>
                  </a:cubicBezTo>
                  <a:cubicBezTo>
                    <a:pt x="696" y="291"/>
                    <a:pt x="589" y="208"/>
                    <a:pt x="464" y="142"/>
                  </a:cubicBezTo>
                  <a:cubicBezTo>
                    <a:pt x="406" y="109"/>
                    <a:pt x="348" y="76"/>
                    <a:pt x="290" y="51"/>
                  </a:cubicBezTo>
                  <a:cubicBezTo>
                    <a:pt x="257" y="34"/>
                    <a:pt x="224" y="26"/>
                    <a:pt x="191" y="18"/>
                  </a:cubicBezTo>
                  <a:cubicBezTo>
                    <a:pt x="174" y="18"/>
                    <a:pt x="158" y="9"/>
                    <a:pt x="141" y="9"/>
                  </a:cubicBezTo>
                  <a:lnTo>
                    <a:pt x="133" y="9"/>
                  </a:lnTo>
                  <a:cubicBezTo>
                    <a:pt x="116" y="1"/>
                    <a:pt x="100" y="1"/>
                    <a:pt x="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34"/>
            <p:cNvSpPr/>
            <p:nvPr/>
          </p:nvSpPr>
          <p:spPr>
            <a:xfrm>
              <a:off x="6629550" y="4277050"/>
              <a:ext cx="4575" cy="3575"/>
            </a:xfrm>
            <a:custGeom>
              <a:rect b="b" l="l" r="r" t="t"/>
              <a:pathLst>
                <a:path extrusionOk="0" h="143" w="183">
                  <a:moveTo>
                    <a:pt x="36" y="0"/>
                  </a:moveTo>
                  <a:cubicBezTo>
                    <a:pt x="33" y="0"/>
                    <a:pt x="29" y="3"/>
                    <a:pt x="25" y="7"/>
                  </a:cubicBezTo>
                  <a:cubicBezTo>
                    <a:pt x="17" y="7"/>
                    <a:pt x="8" y="7"/>
                    <a:pt x="8" y="15"/>
                  </a:cubicBezTo>
                  <a:cubicBezTo>
                    <a:pt x="8" y="15"/>
                    <a:pt x="0" y="23"/>
                    <a:pt x="0" y="32"/>
                  </a:cubicBezTo>
                  <a:cubicBezTo>
                    <a:pt x="0" y="32"/>
                    <a:pt x="0" y="48"/>
                    <a:pt x="8" y="48"/>
                  </a:cubicBezTo>
                  <a:cubicBezTo>
                    <a:pt x="25" y="65"/>
                    <a:pt x="42" y="81"/>
                    <a:pt x="58" y="98"/>
                  </a:cubicBezTo>
                  <a:cubicBezTo>
                    <a:pt x="75" y="114"/>
                    <a:pt x="91" y="123"/>
                    <a:pt x="108" y="131"/>
                  </a:cubicBezTo>
                  <a:cubicBezTo>
                    <a:pt x="114" y="137"/>
                    <a:pt x="120" y="143"/>
                    <a:pt x="128" y="143"/>
                  </a:cubicBezTo>
                  <a:cubicBezTo>
                    <a:pt x="132" y="143"/>
                    <a:pt x="136" y="142"/>
                    <a:pt x="141" y="139"/>
                  </a:cubicBezTo>
                  <a:cubicBezTo>
                    <a:pt x="158" y="139"/>
                    <a:pt x="166" y="131"/>
                    <a:pt x="174" y="123"/>
                  </a:cubicBezTo>
                  <a:cubicBezTo>
                    <a:pt x="182" y="106"/>
                    <a:pt x="182" y="98"/>
                    <a:pt x="182" y="81"/>
                  </a:cubicBezTo>
                  <a:cubicBezTo>
                    <a:pt x="174" y="65"/>
                    <a:pt x="166" y="56"/>
                    <a:pt x="149" y="48"/>
                  </a:cubicBezTo>
                  <a:lnTo>
                    <a:pt x="158" y="48"/>
                  </a:lnTo>
                  <a:cubicBezTo>
                    <a:pt x="133" y="40"/>
                    <a:pt x="116" y="32"/>
                    <a:pt x="100" y="23"/>
                  </a:cubicBezTo>
                  <a:cubicBezTo>
                    <a:pt x="83" y="15"/>
                    <a:pt x="66" y="7"/>
                    <a:pt x="42" y="7"/>
                  </a:cubicBezTo>
                  <a:cubicBezTo>
                    <a:pt x="42" y="3"/>
                    <a:pt x="39" y="0"/>
                    <a:pt x="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34"/>
            <p:cNvSpPr/>
            <p:nvPr/>
          </p:nvSpPr>
          <p:spPr>
            <a:xfrm>
              <a:off x="6647350" y="4271100"/>
              <a:ext cx="5000" cy="5375"/>
            </a:xfrm>
            <a:custGeom>
              <a:rect b="b" l="l" r="r" t="t"/>
              <a:pathLst>
                <a:path extrusionOk="0" h="215" w="200">
                  <a:moveTo>
                    <a:pt x="36" y="1"/>
                  </a:moveTo>
                  <a:cubicBezTo>
                    <a:pt x="25" y="1"/>
                    <a:pt x="15" y="7"/>
                    <a:pt x="9" y="13"/>
                  </a:cubicBezTo>
                  <a:cubicBezTo>
                    <a:pt x="1" y="21"/>
                    <a:pt x="1" y="38"/>
                    <a:pt x="1" y="46"/>
                  </a:cubicBezTo>
                  <a:cubicBezTo>
                    <a:pt x="9" y="62"/>
                    <a:pt x="9" y="71"/>
                    <a:pt x="17" y="87"/>
                  </a:cubicBezTo>
                  <a:cubicBezTo>
                    <a:pt x="26" y="104"/>
                    <a:pt x="34" y="112"/>
                    <a:pt x="50" y="129"/>
                  </a:cubicBezTo>
                  <a:cubicBezTo>
                    <a:pt x="67" y="154"/>
                    <a:pt x="84" y="170"/>
                    <a:pt x="100" y="195"/>
                  </a:cubicBezTo>
                  <a:cubicBezTo>
                    <a:pt x="109" y="209"/>
                    <a:pt x="126" y="215"/>
                    <a:pt x="143" y="215"/>
                  </a:cubicBezTo>
                  <a:cubicBezTo>
                    <a:pt x="157" y="215"/>
                    <a:pt x="172" y="211"/>
                    <a:pt x="183" y="203"/>
                  </a:cubicBezTo>
                  <a:cubicBezTo>
                    <a:pt x="191" y="187"/>
                    <a:pt x="200" y="178"/>
                    <a:pt x="200" y="162"/>
                  </a:cubicBezTo>
                  <a:cubicBezTo>
                    <a:pt x="200" y="154"/>
                    <a:pt x="200" y="145"/>
                    <a:pt x="191" y="137"/>
                  </a:cubicBezTo>
                  <a:lnTo>
                    <a:pt x="200" y="137"/>
                  </a:lnTo>
                  <a:cubicBezTo>
                    <a:pt x="191" y="129"/>
                    <a:pt x="183" y="120"/>
                    <a:pt x="183" y="112"/>
                  </a:cubicBezTo>
                  <a:cubicBezTo>
                    <a:pt x="158" y="96"/>
                    <a:pt x="142" y="79"/>
                    <a:pt x="117" y="54"/>
                  </a:cubicBezTo>
                  <a:cubicBezTo>
                    <a:pt x="108" y="46"/>
                    <a:pt x="100" y="38"/>
                    <a:pt x="92" y="29"/>
                  </a:cubicBezTo>
                  <a:cubicBezTo>
                    <a:pt x="75" y="21"/>
                    <a:pt x="59" y="13"/>
                    <a:pt x="50" y="4"/>
                  </a:cubicBezTo>
                  <a:cubicBezTo>
                    <a:pt x="46" y="2"/>
                    <a:pt x="41" y="1"/>
                    <a:pt x="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34"/>
            <p:cNvSpPr/>
            <p:nvPr/>
          </p:nvSpPr>
          <p:spPr>
            <a:xfrm>
              <a:off x="6807675" y="4297400"/>
              <a:ext cx="22825" cy="49475"/>
            </a:xfrm>
            <a:custGeom>
              <a:rect b="b" l="l" r="r" t="t"/>
              <a:pathLst>
                <a:path extrusionOk="0" h="1979" w="913">
                  <a:moveTo>
                    <a:pt x="593" y="0"/>
                  </a:moveTo>
                  <a:cubicBezTo>
                    <a:pt x="532" y="0"/>
                    <a:pt x="464" y="53"/>
                    <a:pt x="481" y="121"/>
                  </a:cubicBezTo>
                  <a:cubicBezTo>
                    <a:pt x="506" y="245"/>
                    <a:pt x="531" y="369"/>
                    <a:pt x="556" y="493"/>
                  </a:cubicBezTo>
                  <a:cubicBezTo>
                    <a:pt x="556" y="510"/>
                    <a:pt x="556" y="518"/>
                    <a:pt x="556" y="527"/>
                  </a:cubicBezTo>
                  <a:cubicBezTo>
                    <a:pt x="539" y="651"/>
                    <a:pt x="514" y="767"/>
                    <a:pt x="473" y="891"/>
                  </a:cubicBezTo>
                  <a:cubicBezTo>
                    <a:pt x="440" y="982"/>
                    <a:pt x="398" y="1090"/>
                    <a:pt x="324" y="1156"/>
                  </a:cubicBezTo>
                  <a:cubicBezTo>
                    <a:pt x="296" y="1180"/>
                    <a:pt x="254" y="1195"/>
                    <a:pt x="214" y="1195"/>
                  </a:cubicBezTo>
                  <a:cubicBezTo>
                    <a:pt x="171" y="1195"/>
                    <a:pt x="130" y="1178"/>
                    <a:pt x="108" y="1140"/>
                  </a:cubicBezTo>
                  <a:cubicBezTo>
                    <a:pt x="101" y="1121"/>
                    <a:pt x="79" y="1110"/>
                    <a:pt x="58" y="1110"/>
                  </a:cubicBezTo>
                  <a:cubicBezTo>
                    <a:pt x="33" y="1110"/>
                    <a:pt x="9" y="1125"/>
                    <a:pt x="9" y="1156"/>
                  </a:cubicBezTo>
                  <a:cubicBezTo>
                    <a:pt x="1" y="1272"/>
                    <a:pt x="92" y="1355"/>
                    <a:pt x="199" y="1372"/>
                  </a:cubicBezTo>
                  <a:cubicBezTo>
                    <a:pt x="183" y="1438"/>
                    <a:pt x="208" y="1496"/>
                    <a:pt x="241" y="1546"/>
                  </a:cubicBezTo>
                  <a:cubicBezTo>
                    <a:pt x="274" y="1695"/>
                    <a:pt x="340" y="1819"/>
                    <a:pt x="456" y="1919"/>
                  </a:cubicBezTo>
                  <a:cubicBezTo>
                    <a:pt x="465" y="1935"/>
                    <a:pt x="473" y="1935"/>
                    <a:pt x="489" y="1943"/>
                  </a:cubicBezTo>
                  <a:cubicBezTo>
                    <a:pt x="508" y="1966"/>
                    <a:pt x="538" y="1978"/>
                    <a:pt x="568" y="1978"/>
                  </a:cubicBezTo>
                  <a:cubicBezTo>
                    <a:pt x="605" y="1978"/>
                    <a:pt x="642" y="1960"/>
                    <a:pt x="655" y="1919"/>
                  </a:cubicBezTo>
                  <a:cubicBezTo>
                    <a:pt x="730" y="1720"/>
                    <a:pt x="755" y="1513"/>
                    <a:pt x="746" y="1305"/>
                  </a:cubicBezTo>
                  <a:cubicBezTo>
                    <a:pt x="746" y="1289"/>
                    <a:pt x="738" y="1272"/>
                    <a:pt x="730" y="1256"/>
                  </a:cubicBezTo>
                  <a:cubicBezTo>
                    <a:pt x="788" y="1098"/>
                    <a:pt x="837" y="941"/>
                    <a:pt x="871" y="775"/>
                  </a:cubicBezTo>
                  <a:cubicBezTo>
                    <a:pt x="895" y="651"/>
                    <a:pt x="912" y="527"/>
                    <a:pt x="871" y="411"/>
                  </a:cubicBezTo>
                  <a:cubicBezTo>
                    <a:pt x="854" y="353"/>
                    <a:pt x="821" y="295"/>
                    <a:pt x="763" y="261"/>
                  </a:cubicBezTo>
                  <a:cubicBezTo>
                    <a:pt x="738" y="187"/>
                    <a:pt x="713" y="112"/>
                    <a:pt x="663" y="38"/>
                  </a:cubicBezTo>
                  <a:cubicBezTo>
                    <a:pt x="648" y="12"/>
                    <a:pt x="621" y="0"/>
                    <a:pt x="5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34"/>
            <p:cNvSpPr/>
            <p:nvPr/>
          </p:nvSpPr>
          <p:spPr>
            <a:xfrm>
              <a:off x="6629725" y="4497300"/>
              <a:ext cx="71100" cy="20025"/>
            </a:xfrm>
            <a:custGeom>
              <a:rect b="b" l="l" r="r" t="t"/>
              <a:pathLst>
                <a:path extrusionOk="0" h="801" w="2844">
                  <a:moveTo>
                    <a:pt x="2711" y="0"/>
                  </a:moveTo>
                  <a:cubicBezTo>
                    <a:pt x="2656" y="0"/>
                    <a:pt x="2619" y="35"/>
                    <a:pt x="2570" y="70"/>
                  </a:cubicBezTo>
                  <a:cubicBezTo>
                    <a:pt x="2520" y="95"/>
                    <a:pt x="2470" y="120"/>
                    <a:pt x="2429" y="153"/>
                  </a:cubicBezTo>
                  <a:cubicBezTo>
                    <a:pt x="2321" y="203"/>
                    <a:pt x="2222" y="253"/>
                    <a:pt x="2114" y="302"/>
                  </a:cubicBezTo>
                  <a:cubicBezTo>
                    <a:pt x="1899" y="394"/>
                    <a:pt x="1675" y="460"/>
                    <a:pt x="1443" y="510"/>
                  </a:cubicBezTo>
                  <a:cubicBezTo>
                    <a:pt x="1218" y="558"/>
                    <a:pt x="974" y="595"/>
                    <a:pt x="734" y="595"/>
                  </a:cubicBezTo>
                  <a:cubicBezTo>
                    <a:pt x="523" y="595"/>
                    <a:pt x="315" y="567"/>
                    <a:pt x="126" y="493"/>
                  </a:cubicBezTo>
                  <a:cubicBezTo>
                    <a:pt x="118" y="491"/>
                    <a:pt x="110" y="490"/>
                    <a:pt x="103" y="490"/>
                  </a:cubicBezTo>
                  <a:cubicBezTo>
                    <a:pt x="34" y="490"/>
                    <a:pt x="0" y="588"/>
                    <a:pt x="68" y="626"/>
                  </a:cubicBezTo>
                  <a:cubicBezTo>
                    <a:pt x="283" y="725"/>
                    <a:pt x="499" y="783"/>
                    <a:pt x="731" y="800"/>
                  </a:cubicBezTo>
                  <a:cubicBezTo>
                    <a:pt x="755" y="800"/>
                    <a:pt x="780" y="801"/>
                    <a:pt x="805" y="801"/>
                  </a:cubicBezTo>
                  <a:cubicBezTo>
                    <a:pt x="1022" y="801"/>
                    <a:pt x="1244" y="770"/>
                    <a:pt x="1460" y="725"/>
                  </a:cubicBezTo>
                  <a:cubicBezTo>
                    <a:pt x="1700" y="675"/>
                    <a:pt x="1940" y="609"/>
                    <a:pt x="2172" y="518"/>
                  </a:cubicBezTo>
                  <a:cubicBezTo>
                    <a:pt x="2288" y="468"/>
                    <a:pt x="2404" y="418"/>
                    <a:pt x="2512" y="360"/>
                  </a:cubicBezTo>
                  <a:cubicBezTo>
                    <a:pt x="2570" y="327"/>
                    <a:pt x="2628" y="302"/>
                    <a:pt x="2686" y="269"/>
                  </a:cubicBezTo>
                  <a:cubicBezTo>
                    <a:pt x="2744" y="236"/>
                    <a:pt x="2810" y="211"/>
                    <a:pt x="2827" y="137"/>
                  </a:cubicBezTo>
                  <a:cubicBezTo>
                    <a:pt x="2843" y="79"/>
                    <a:pt x="2818" y="12"/>
                    <a:pt x="2752" y="4"/>
                  </a:cubicBezTo>
                  <a:lnTo>
                    <a:pt x="2744" y="4"/>
                  </a:lnTo>
                  <a:cubicBezTo>
                    <a:pt x="2732" y="2"/>
                    <a:pt x="2722" y="0"/>
                    <a:pt x="27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34"/>
            <p:cNvSpPr/>
            <p:nvPr/>
          </p:nvSpPr>
          <p:spPr>
            <a:xfrm>
              <a:off x="6636750" y="4310625"/>
              <a:ext cx="57900" cy="105475"/>
            </a:xfrm>
            <a:custGeom>
              <a:rect b="b" l="l" r="r" t="t"/>
              <a:pathLst>
                <a:path extrusionOk="0" h="4219" w="2316">
                  <a:moveTo>
                    <a:pt x="2237" y="1"/>
                  </a:moveTo>
                  <a:cubicBezTo>
                    <a:pt x="2229" y="1"/>
                    <a:pt x="2222" y="2"/>
                    <a:pt x="2214" y="6"/>
                  </a:cubicBezTo>
                  <a:lnTo>
                    <a:pt x="2206" y="6"/>
                  </a:lnTo>
                  <a:cubicBezTo>
                    <a:pt x="2057" y="72"/>
                    <a:pt x="1933" y="163"/>
                    <a:pt x="1800" y="271"/>
                  </a:cubicBezTo>
                  <a:cubicBezTo>
                    <a:pt x="1676" y="370"/>
                    <a:pt x="1551" y="478"/>
                    <a:pt x="1444" y="602"/>
                  </a:cubicBezTo>
                  <a:cubicBezTo>
                    <a:pt x="1228" y="843"/>
                    <a:pt x="1088" y="1141"/>
                    <a:pt x="996" y="1456"/>
                  </a:cubicBezTo>
                  <a:cubicBezTo>
                    <a:pt x="831" y="2052"/>
                    <a:pt x="740" y="2682"/>
                    <a:pt x="524" y="3262"/>
                  </a:cubicBezTo>
                  <a:cubicBezTo>
                    <a:pt x="400" y="3585"/>
                    <a:pt x="242" y="3908"/>
                    <a:pt x="19" y="4174"/>
                  </a:cubicBezTo>
                  <a:cubicBezTo>
                    <a:pt x="0" y="4192"/>
                    <a:pt x="22" y="4219"/>
                    <a:pt x="45" y="4219"/>
                  </a:cubicBezTo>
                  <a:cubicBezTo>
                    <a:pt x="53" y="4219"/>
                    <a:pt x="62" y="4215"/>
                    <a:pt x="68" y="4207"/>
                  </a:cubicBezTo>
                  <a:cubicBezTo>
                    <a:pt x="168" y="4099"/>
                    <a:pt x="276" y="3991"/>
                    <a:pt x="358" y="3867"/>
                  </a:cubicBezTo>
                  <a:cubicBezTo>
                    <a:pt x="441" y="3743"/>
                    <a:pt x="516" y="3610"/>
                    <a:pt x="574" y="3478"/>
                  </a:cubicBezTo>
                  <a:cubicBezTo>
                    <a:pt x="706" y="3204"/>
                    <a:pt x="798" y="2922"/>
                    <a:pt x="889" y="2632"/>
                  </a:cubicBezTo>
                  <a:cubicBezTo>
                    <a:pt x="972" y="2334"/>
                    <a:pt x="1038" y="2036"/>
                    <a:pt x="1121" y="1729"/>
                  </a:cubicBezTo>
                  <a:cubicBezTo>
                    <a:pt x="1204" y="1414"/>
                    <a:pt x="1303" y="1091"/>
                    <a:pt x="1502" y="826"/>
                  </a:cubicBezTo>
                  <a:cubicBezTo>
                    <a:pt x="1609" y="694"/>
                    <a:pt x="1742" y="569"/>
                    <a:pt x="1875" y="453"/>
                  </a:cubicBezTo>
                  <a:cubicBezTo>
                    <a:pt x="2007" y="337"/>
                    <a:pt x="2156" y="230"/>
                    <a:pt x="2281" y="97"/>
                  </a:cubicBezTo>
                  <a:cubicBezTo>
                    <a:pt x="2316" y="55"/>
                    <a:pt x="2279" y="1"/>
                    <a:pt x="22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34"/>
            <p:cNvSpPr/>
            <p:nvPr/>
          </p:nvSpPr>
          <p:spPr>
            <a:xfrm>
              <a:off x="6701200" y="4301200"/>
              <a:ext cx="8875" cy="5775"/>
            </a:xfrm>
            <a:custGeom>
              <a:rect b="b" l="l" r="r" t="t"/>
              <a:pathLst>
                <a:path extrusionOk="0" h="231" w="355">
                  <a:moveTo>
                    <a:pt x="315" y="0"/>
                  </a:moveTo>
                  <a:cubicBezTo>
                    <a:pt x="313" y="0"/>
                    <a:pt x="310" y="1"/>
                    <a:pt x="307" y="2"/>
                  </a:cubicBezTo>
                  <a:lnTo>
                    <a:pt x="307" y="10"/>
                  </a:lnTo>
                  <a:cubicBezTo>
                    <a:pt x="283" y="18"/>
                    <a:pt x="266" y="27"/>
                    <a:pt x="241" y="35"/>
                  </a:cubicBezTo>
                  <a:cubicBezTo>
                    <a:pt x="225" y="43"/>
                    <a:pt x="216" y="52"/>
                    <a:pt x="200" y="60"/>
                  </a:cubicBezTo>
                  <a:cubicBezTo>
                    <a:pt x="191" y="60"/>
                    <a:pt x="175" y="68"/>
                    <a:pt x="158" y="76"/>
                  </a:cubicBezTo>
                  <a:cubicBezTo>
                    <a:pt x="117" y="101"/>
                    <a:pt x="67" y="126"/>
                    <a:pt x="26" y="159"/>
                  </a:cubicBezTo>
                  <a:cubicBezTo>
                    <a:pt x="1" y="167"/>
                    <a:pt x="1" y="201"/>
                    <a:pt x="17" y="217"/>
                  </a:cubicBezTo>
                  <a:cubicBezTo>
                    <a:pt x="27" y="227"/>
                    <a:pt x="40" y="231"/>
                    <a:pt x="52" y="231"/>
                  </a:cubicBezTo>
                  <a:cubicBezTo>
                    <a:pt x="60" y="231"/>
                    <a:pt x="69" y="229"/>
                    <a:pt x="75" y="225"/>
                  </a:cubicBezTo>
                  <a:cubicBezTo>
                    <a:pt x="125" y="192"/>
                    <a:pt x="167" y="176"/>
                    <a:pt x="208" y="143"/>
                  </a:cubicBezTo>
                  <a:cubicBezTo>
                    <a:pt x="225" y="134"/>
                    <a:pt x="233" y="126"/>
                    <a:pt x="241" y="118"/>
                  </a:cubicBezTo>
                  <a:cubicBezTo>
                    <a:pt x="249" y="109"/>
                    <a:pt x="258" y="101"/>
                    <a:pt x="274" y="93"/>
                  </a:cubicBezTo>
                  <a:cubicBezTo>
                    <a:pt x="291" y="76"/>
                    <a:pt x="316" y="68"/>
                    <a:pt x="332" y="43"/>
                  </a:cubicBezTo>
                  <a:cubicBezTo>
                    <a:pt x="354" y="28"/>
                    <a:pt x="337" y="0"/>
                    <a:pt x="3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34"/>
            <p:cNvSpPr/>
            <p:nvPr/>
          </p:nvSpPr>
          <p:spPr>
            <a:xfrm>
              <a:off x="6669100" y="4414850"/>
              <a:ext cx="10375" cy="4950"/>
            </a:xfrm>
            <a:custGeom>
              <a:rect b="b" l="l" r="r" t="t"/>
              <a:pathLst>
                <a:path extrusionOk="0" h="198" w="415">
                  <a:moveTo>
                    <a:pt x="334" y="1"/>
                  </a:moveTo>
                  <a:cubicBezTo>
                    <a:pt x="320" y="1"/>
                    <a:pt x="307" y="5"/>
                    <a:pt x="291" y="5"/>
                  </a:cubicBezTo>
                  <a:cubicBezTo>
                    <a:pt x="274" y="13"/>
                    <a:pt x="266" y="13"/>
                    <a:pt x="249" y="21"/>
                  </a:cubicBezTo>
                  <a:cubicBezTo>
                    <a:pt x="233" y="29"/>
                    <a:pt x="208" y="46"/>
                    <a:pt x="183" y="54"/>
                  </a:cubicBezTo>
                  <a:cubicBezTo>
                    <a:pt x="175" y="54"/>
                    <a:pt x="158" y="54"/>
                    <a:pt x="150" y="63"/>
                  </a:cubicBezTo>
                  <a:lnTo>
                    <a:pt x="141" y="63"/>
                  </a:lnTo>
                  <a:cubicBezTo>
                    <a:pt x="133" y="63"/>
                    <a:pt x="125" y="71"/>
                    <a:pt x="117" y="71"/>
                  </a:cubicBezTo>
                  <a:lnTo>
                    <a:pt x="92" y="79"/>
                  </a:lnTo>
                  <a:lnTo>
                    <a:pt x="83" y="79"/>
                  </a:lnTo>
                  <a:cubicBezTo>
                    <a:pt x="75" y="79"/>
                    <a:pt x="59" y="87"/>
                    <a:pt x="50" y="87"/>
                  </a:cubicBezTo>
                  <a:cubicBezTo>
                    <a:pt x="17" y="96"/>
                    <a:pt x="1" y="112"/>
                    <a:pt x="1" y="137"/>
                  </a:cubicBezTo>
                  <a:cubicBezTo>
                    <a:pt x="1" y="170"/>
                    <a:pt x="25" y="195"/>
                    <a:pt x="50" y="195"/>
                  </a:cubicBezTo>
                  <a:cubicBezTo>
                    <a:pt x="79" y="195"/>
                    <a:pt x="108" y="197"/>
                    <a:pt x="136" y="197"/>
                  </a:cubicBezTo>
                  <a:cubicBezTo>
                    <a:pt x="164" y="197"/>
                    <a:pt x="191" y="195"/>
                    <a:pt x="216" y="187"/>
                  </a:cubicBezTo>
                  <a:cubicBezTo>
                    <a:pt x="282" y="179"/>
                    <a:pt x="365" y="162"/>
                    <a:pt x="398" y="104"/>
                  </a:cubicBezTo>
                  <a:cubicBezTo>
                    <a:pt x="415" y="87"/>
                    <a:pt x="415" y="63"/>
                    <a:pt x="407" y="38"/>
                  </a:cubicBezTo>
                  <a:cubicBezTo>
                    <a:pt x="398" y="21"/>
                    <a:pt x="382" y="5"/>
                    <a:pt x="357" y="5"/>
                  </a:cubicBezTo>
                  <a:cubicBezTo>
                    <a:pt x="349" y="2"/>
                    <a:pt x="341" y="1"/>
                    <a:pt x="3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34"/>
            <p:cNvSpPr/>
            <p:nvPr/>
          </p:nvSpPr>
          <p:spPr>
            <a:xfrm>
              <a:off x="6690225" y="4408950"/>
              <a:ext cx="4800" cy="4150"/>
            </a:xfrm>
            <a:custGeom>
              <a:rect b="b" l="l" r="r" t="t"/>
              <a:pathLst>
                <a:path extrusionOk="0" h="166" w="192">
                  <a:moveTo>
                    <a:pt x="125" y="0"/>
                  </a:moveTo>
                  <a:cubicBezTo>
                    <a:pt x="117" y="0"/>
                    <a:pt x="108" y="9"/>
                    <a:pt x="100" y="9"/>
                  </a:cubicBezTo>
                  <a:cubicBezTo>
                    <a:pt x="92" y="9"/>
                    <a:pt x="84" y="17"/>
                    <a:pt x="84" y="17"/>
                  </a:cubicBezTo>
                  <a:lnTo>
                    <a:pt x="42" y="42"/>
                  </a:lnTo>
                  <a:cubicBezTo>
                    <a:pt x="26" y="42"/>
                    <a:pt x="9" y="58"/>
                    <a:pt x="1" y="75"/>
                  </a:cubicBezTo>
                  <a:cubicBezTo>
                    <a:pt x="1" y="83"/>
                    <a:pt x="1" y="91"/>
                    <a:pt x="1" y="108"/>
                  </a:cubicBezTo>
                  <a:cubicBezTo>
                    <a:pt x="1" y="116"/>
                    <a:pt x="1" y="125"/>
                    <a:pt x="9" y="133"/>
                  </a:cubicBezTo>
                  <a:cubicBezTo>
                    <a:pt x="17" y="141"/>
                    <a:pt x="17" y="141"/>
                    <a:pt x="26" y="149"/>
                  </a:cubicBezTo>
                  <a:cubicBezTo>
                    <a:pt x="34" y="158"/>
                    <a:pt x="42" y="158"/>
                    <a:pt x="50" y="158"/>
                  </a:cubicBezTo>
                  <a:cubicBezTo>
                    <a:pt x="59" y="166"/>
                    <a:pt x="67" y="166"/>
                    <a:pt x="75" y="166"/>
                  </a:cubicBezTo>
                  <a:cubicBezTo>
                    <a:pt x="84" y="158"/>
                    <a:pt x="100" y="158"/>
                    <a:pt x="108" y="149"/>
                  </a:cubicBezTo>
                  <a:cubicBezTo>
                    <a:pt x="117" y="141"/>
                    <a:pt x="125" y="125"/>
                    <a:pt x="142" y="116"/>
                  </a:cubicBezTo>
                  <a:cubicBezTo>
                    <a:pt x="142" y="108"/>
                    <a:pt x="150" y="108"/>
                    <a:pt x="158" y="100"/>
                  </a:cubicBezTo>
                  <a:lnTo>
                    <a:pt x="166" y="83"/>
                  </a:lnTo>
                  <a:lnTo>
                    <a:pt x="175" y="75"/>
                  </a:lnTo>
                  <a:lnTo>
                    <a:pt x="183" y="58"/>
                  </a:lnTo>
                  <a:cubicBezTo>
                    <a:pt x="191" y="50"/>
                    <a:pt x="183" y="25"/>
                    <a:pt x="175" y="17"/>
                  </a:cubicBezTo>
                  <a:cubicBezTo>
                    <a:pt x="175" y="9"/>
                    <a:pt x="166" y="9"/>
                    <a:pt x="158" y="0"/>
                  </a:cubicBezTo>
                  <a:lnTo>
                    <a:pt x="158" y="9"/>
                  </a:lnTo>
                  <a:cubicBezTo>
                    <a:pt x="150" y="0"/>
                    <a:pt x="142" y="0"/>
                    <a:pt x="1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34"/>
            <p:cNvSpPr/>
            <p:nvPr/>
          </p:nvSpPr>
          <p:spPr>
            <a:xfrm>
              <a:off x="6698525" y="4401900"/>
              <a:ext cx="5200" cy="5400"/>
            </a:xfrm>
            <a:custGeom>
              <a:rect b="b" l="l" r="r" t="t"/>
              <a:pathLst>
                <a:path extrusionOk="0" h="216" w="208">
                  <a:moveTo>
                    <a:pt x="166" y="1"/>
                  </a:moveTo>
                  <a:cubicBezTo>
                    <a:pt x="158" y="9"/>
                    <a:pt x="158" y="9"/>
                    <a:pt x="149" y="9"/>
                  </a:cubicBezTo>
                  <a:cubicBezTo>
                    <a:pt x="141" y="17"/>
                    <a:pt x="133" y="25"/>
                    <a:pt x="124" y="34"/>
                  </a:cubicBezTo>
                  <a:cubicBezTo>
                    <a:pt x="108" y="42"/>
                    <a:pt x="91" y="50"/>
                    <a:pt x="83" y="67"/>
                  </a:cubicBezTo>
                  <a:cubicBezTo>
                    <a:pt x="58" y="92"/>
                    <a:pt x="42" y="117"/>
                    <a:pt x="17" y="141"/>
                  </a:cubicBezTo>
                  <a:cubicBezTo>
                    <a:pt x="0" y="158"/>
                    <a:pt x="8" y="191"/>
                    <a:pt x="25" y="208"/>
                  </a:cubicBezTo>
                  <a:cubicBezTo>
                    <a:pt x="33" y="208"/>
                    <a:pt x="50" y="216"/>
                    <a:pt x="58" y="216"/>
                  </a:cubicBezTo>
                  <a:cubicBezTo>
                    <a:pt x="75" y="208"/>
                    <a:pt x="83" y="208"/>
                    <a:pt x="91" y="191"/>
                  </a:cubicBezTo>
                  <a:lnTo>
                    <a:pt x="124" y="158"/>
                  </a:lnTo>
                  <a:cubicBezTo>
                    <a:pt x="133" y="150"/>
                    <a:pt x="141" y="133"/>
                    <a:pt x="158" y="125"/>
                  </a:cubicBezTo>
                  <a:cubicBezTo>
                    <a:pt x="166" y="108"/>
                    <a:pt x="174" y="100"/>
                    <a:pt x="182" y="83"/>
                  </a:cubicBezTo>
                  <a:cubicBezTo>
                    <a:pt x="191" y="75"/>
                    <a:pt x="199" y="67"/>
                    <a:pt x="199" y="59"/>
                  </a:cubicBezTo>
                  <a:cubicBezTo>
                    <a:pt x="199" y="50"/>
                    <a:pt x="207" y="42"/>
                    <a:pt x="207" y="34"/>
                  </a:cubicBezTo>
                  <a:cubicBezTo>
                    <a:pt x="207" y="25"/>
                    <a:pt x="199" y="9"/>
                    <a:pt x="199" y="9"/>
                  </a:cubicBezTo>
                  <a:cubicBezTo>
                    <a:pt x="191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34"/>
            <p:cNvSpPr/>
            <p:nvPr/>
          </p:nvSpPr>
          <p:spPr>
            <a:xfrm>
              <a:off x="6789650" y="4377600"/>
              <a:ext cx="15975" cy="7800"/>
            </a:xfrm>
            <a:custGeom>
              <a:rect b="b" l="l" r="r" t="t"/>
              <a:pathLst>
                <a:path extrusionOk="0" h="312" w="639">
                  <a:moveTo>
                    <a:pt x="69" y="0"/>
                  </a:moveTo>
                  <a:cubicBezTo>
                    <a:pt x="45" y="0"/>
                    <a:pt x="24" y="11"/>
                    <a:pt x="17" y="36"/>
                  </a:cubicBezTo>
                  <a:cubicBezTo>
                    <a:pt x="1" y="69"/>
                    <a:pt x="17" y="103"/>
                    <a:pt x="51" y="111"/>
                  </a:cubicBezTo>
                  <a:cubicBezTo>
                    <a:pt x="133" y="152"/>
                    <a:pt x="216" y="194"/>
                    <a:pt x="299" y="235"/>
                  </a:cubicBezTo>
                  <a:cubicBezTo>
                    <a:pt x="341" y="260"/>
                    <a:pt x="382" y="277"/>
                    <a:pt x="423" y="293"/>
                  </a:cubicBezTo>
                  <a:cubicBezTo>
                    <a:pt x="440" y="301"/>
                    <a:pt x="456" y="301"/>
                    <a:pt x="473" y="310"/>
                  </a:cubicBezTo>
                  <a:lnTo>
                    <a:pt x="506" y="310"/>
                  </a:lnTo>
                  <a:cubicBezTo>
                    <a:pt x="519" y="310"/>
                    <a:pt x="533" y="312"/>
                    <a:pt x="548" y="312"/>
                  </a:cubicBezTo>
                  <a:cubicBezTo>
                    <a:pt x="562" y="312"/>
                    <a:pt x="577" y="310"/>
                    <a:pt x="589" y="301"/>
                  </a:cubicBezTo>
                  <a:cubicBezTo>
                    <a:pt x="622" y="293"/>
                    <a:pt x="639" y="252"/>
                    <a:pt x="622" y="227"/>
                  </a:cubicBezTo>
                  <a:cubicBezTo>
                    <a:pt x="606" y="194"/>
                    <a:pt x="589" y="185"/>
                    <a:pt x="564" y="169"/>
                  </a:cubicBezTo>
                  <a:cubicBezTo>
                    <a:pt x="539" y="152"/>
                    <a:pt x="523" y="136"/>
                    <a:pt x="498" y="127"/>
                  </a:cubicBezTo>
                  <a:cubicBezTo>
                    <a:pt x="448" y="111"/>
                    <a:pt x="407" y="94"/>
                    <a:pt x="357" y="78"/>
                  </a:cubicBezTo>
                  <a:cubicBezTo>
                    <a:pt x="266" y="53"/>
                    <a:pt x="183" y="28"/>
                    <a:pt x="92" y="3"/>
                  </a:cubicBezTo>
                  <a:cubicBezTo>
                    <a:pt x="84" y="1"/>
                    <a:pt x="76" y="0"/>
                    <a:pt x="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34"/>
            <p:cNvSpPr/>
            <p:nvPr/>
          </p:nvSpPr>
          <p:spPr>
            <a:xfrm>
              <a:off x="6811400" y="4384675"/>
              <a:ext cx="7900" cy="3375"/>
            </a:xfrm>
            <a:custGeom>
              <a:rect b="b" l="l" r="r" t="t"/>
              <a:pathLst>
                <a:path extrusionOk="0" h="135" w="316">
                  <a:moveTo>
                    <a:pt x="41" y="0"/>
                  </a:moveTo>
                  <a:cubicBezTo>
                    <a:pt x="19" y="0"/>
                    <a:pt x="1" y="22"/>
                    <a:pt x="1" y="43"/>
                  </a:cubicBezTo>
                  <a:cubicBezTo>
                    <a:pt x="1" y="68"/>
                    <a:pt x="17" y="85"/>
                    <a:pt x="42" y="93"/>
                  </a:cubicBezTo>
                  <a:cubicBezTo>
                    <a:pt x="84" y="101"/>
                    <a:pt x="125" y="110"/>
                    <a:pt x="158" y="118"/>
                  </a:cubicBezTo>
                  <a:cubicBezTo>
                    <a:pt x="183" y="126"/>
                    <a:pt x="200" y="126"/>
                    <a:pt x="224" y="134"/>
                  </a:cubicBezTo>
                  <a:lnTo>
                    <a:pt x="258" y="134"/>
                  </a:lnTo>
                  <a:cubicBezTo>
                    <a:pt x="274" y="134"/>
                    <a:pt x="282" y="134"/>
                    <a:pt x="299" y="126"/>
                  </a:cubicBezTo>
                  <a:cubicBezTo>
                    <a:pt x="316" y="110"/>
                    <a:pt x="316" y="93"/>
                    <a:pt x="307" y="76"/>
                  </a:cubicBezTo>
                  <a:cubicBezTo>
                    <a:pt x="291" y="52"/>
                    <a:pt x="266" y="52"/>
                    <a:pt x="241" y="43"/>
                  </a:cubicBezTo>
                  <a:cubicBezTo>
                    <a:pt x="216" y="35"/>
                    <a:pt x="200" y="27"/>
                    <a:pt x="175" y="27"/>
                  </a:cubicBezTo>
                  <a:cubicBezTo>
                    <a:pt x="133" y="18"/>
                    <a:pt x="92" y="10"/>
                    <a:pt x="50" y="2"/>
                  </a:cubicBezTo>
                  <a:cubicBezTo>
                    <a:pt x="47" y="1"/>
                    <a:pt x="44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34"/>
            <p:cNvSpPr/>
            <p:nvPr/>
          </p:nvSpPr>
          <p:spPr>
            <a:xfrm>
              <a:off x="6684850" y="4382625"/>
              <a:ext cx="10800" cy="4900"/>
            </a:xfrm>
            <a:custGeom>
              <a:rect b="b" l="l" r="r" t="t"/>
              <a:pathLst>
                <a:path extrusionOk="0" h="196" w="432">
                  <a:moveTo>
                    <a:pt x="373" y="1"/>
                  </a:moveTo>
                  <a:cubicBezTo>
                    <a:pt x="315" y="18"/>
                    <a:pt x="257" y="51"/>
                    <a:pt x="199" y="67"/>
                  </a:cubicBezTo>
                  <a:lnTo>
                    <a:pt x="183" y="76"/>
                  </a:lnTo>
                  <a:lnTo>
                    <a:pt x="158" y="76"/>
                  </a:lnTo>
                  <a:cubicBezTo>
                    <a:pt x="174" y="76"/>
                    <a:pt x="149" y="84"/>
                    <a:pt x="149" y="84"/>
                  </a:cubicBezTo>
                  <a:cubicBezTo>
                    <a:pt x="133" y="84"/>
                    <a:pt x="125" y="84"/>
                    <a:pt x="116" y="92"/>
                  </a:cubicBezTo>
                  <a:lnTo>
                    <a:pt x="108" y="92"/>
                  </a:lnTo>
                  <a:cubicBezTo>
                    <a:pt x="91" y="92"/>
                    <a:pt x="83" y="100"/>
                    <a:pt x="75" y="100"/>
                  </a:cubicBezTo>
                  <a:cubicBezTo>
                    <a:pt x="67" y="100"/>
                    <a:pt x="50" y="109"/>
                    <a:pt x="33" y="109"/>
                  </a:cubicBezTo>
                  <a:cubicBezTo>
                    <a:pt x="17" y="109"/>
                    <a:pt x="0" y="125"/>
                    <a:pt x="0" y="142"/>
                  </a:cubicBezTo>
                  <a:cubicBezTo>
                    <a:pt x="0" y="167"/>
                    <a:pt x="17" y="175"/>
                    <a:pt x="33" y="183"/>
                  </a:cubicBezTo>
                  <a:cubicBezTo>
                    <a:pt x="71" y="192"/>
                    <a:pt x="106" y="196"/>
                    <a:pt x="140" y="196"/>
                  </a:cubicBezTo>
                  <a:cubicBezTo>
                    <a:pt x="174" y="196"/>
                    <a:pt x="207" y="192"/>
                    <a:pt x="241" y="183"/>
                  </a:cubicBezTo>
                  <a:cubicBezTo>
                    <a:pt x="274" y="175"/>
                    <a:pt x="307" y="167"/>
                    <a:pt x="332" y="150"/>
                  </a:cubicBezTo>
                  <a:cubicBezTo>
                    <a:pt x="365" y="134"/>
                    <a:pt x="398" y="100"/>
                    <a:pt x="415" y="76"/>
                  </a:cubicBezTo>
                  <a:cubicBezTo>
                    <a:pt x="423" y="59"/>
                    <a:pt x="431" y="42"/>
                    <a:pt x="415" y="26"/>
                  </a:cubicBezTo>
                  <a:cubicBezTo>
                    <a:pt x="409" y="14"/>
                    <a:pt x="398" y="6"/>
                    <a:pt x="386" y="6"/>
                  </a:cubicBezTo>
                  <a:cubicBezTo>
                    <a:pt x="382" y="6"/>
                    <a:pt x="378" y="7"/>
                    <a:pt x="373" y="9"/>
                  </a:cubicBezTo>
                  <a:lnTo>
                    <a:pt x="3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34"/>
            <p:cNvSpPr/>
            <p:nvPr/>
          </p:nvSpPr>
          <p:spPr>
            <a:xfrm>
              <a:off x="6700025" y="4378900"/>
              <a:ext cx="3200" cy="2325"/>
            </a:xfrm>
            <a:custGeom>
              <a:rect b="b" l="l" r="r" t="t"/>
              <a:pathLst>
                <a:path extrusionOk="0" h="93" w="128">
                  <a:moveTo>
                    <a:pt x="63" y="0"/>
                  </a:moveTo>
                  <a:cubicBezTo>
                    <a:pt x="61" y="0"/>
                    <a:pt x="59" y="0"/>
                    <a:pt x="56" y="1"/>
                  </a:cubicBezTo>
                  <a:cubicBezTo>
                    <a:pt x="1" y="9"/>
                    <a:pt x="6" y="93"/>
                    <a:pt x="57" y="93"/>
                  </a:cubicBezTo>
                  <a:cubicBezTo>
                    <a:pt x="60" y="93"/>
                    <a:pt x="62" y="92"/>
                    <a:pt x="64" y="92"/>
                  </a:cubicBezTo>
                  <a:cubicBezTo>
                    <a:pt x="128" y="84"/>
                    <a:pt x="115" y="0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34"/>
            <p:cNvSpPr/>
            <p:nvPr/>
          </p:nvSpPr>
          <p:spPr>
            <a:xfrm>
              <a:off x="6686925" y="4372900"/>
              <a:ext cx="5600" cy="3225"/>
            </a:xfrm>
            <a:custGeom>
              <a:rect b="b" l="l" r="r" t="t"/>
              <a:pathLst>
                <a:path extrusionOk="0" h="129" w="224">
                  <a:moveTo>
                    <a:pt x="199" y="1"/>
                  </a:moveTo>
                  <a:cubicBezTo>
                    <a:pt x="166" y="9"/>
                    <a:pt x="141" y="17"/>
                    <a:pt x="108" y="25"/>
                  </a:cubicBezTo>
                  <a:cubicBezTo>
                    <a:pt x="83" y="34"/>
                    <a:pt x="58" y="50"/>
                    <a:pt x="25" y="59"/>
                  </a:cubicBezTo>
                  <a:cubicBezTo>
                    <a:pt x="8" y="59"/>
                    <a:pt x="0" y="83"/>
                    <a:pt x="8" y="108"/>
                  </a:cubicBezTo>
                  <a:cubicBezTo>
                    <a:pt x="15" y="120"/>
                    <a:pt x="29" y="128"/>
                    <a:pt x="44" y="128"/>
                  </a:cubicBezTo>
                  <a:cubicBezTo>
                    <a:pt x="49" y="128"/>
                    <a:pt x="54" y="127"/>
                    <a:pt x="58" y="125"/>
                  </a:cubicBezTo>
                  <a:cubicBezTo>
                    <a:pt x="83" y="108"/>
                    <a:pt x="108" y="100"/>
                    <a:pt x="133" y="92"/>
                  </a:cubicBezTo>
                  <a:cubicBezTo>
                    <a:pt x="158" y="75"/>
                    <a:pt x="182" y="59"/>
                    <a:pt x="207" y="50"/>
                  </a:cubicBezTo>
                  <a:cubicBezTo>
                    <a:pt x="216" y="42"/>
                    <a:pt x="224" y="34"/>
                    <a:pt x="224" y="25"/>
                  </a:cubicBezTo>
                  <a:cubicBezTo>
                    <a:pt x="216" y="9"/>
                    <a:pt x="207" y="1"/>
                    <a:pt x="1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34"/>
            <p:cNvSpPr/>
            <p:nvPr/>
          </p:nvSpPr>
          <p:spPr>
            <a:xfrm>
              <a:off x="6790700" y="4365025"/>
              <a:ext cx="9950" cy="3525"/>
            </a:xfrm>
            <a:custGeom>
              <a:rect b="b" l="l" r="r" t="t"/>
              <a:pathLst>
                <a:path extrusionOk="0" h="141" w="398">
                  <a:moveTo>
                    <a:pt x="58" y="1"/>
                  </a:moveTo>
                  <a:cubicBezTo>
                    <a:pt x="33" y="1"/>
                    <a:pt x="17" y="9"/>
                    <a:pt x="9" y="34"/>
                  </a:cubicBezTo>
                  <a:cubicBezTo>
                    <a:pt x="0" y="59"/>
                    <a:pt x="17" y="75"/>
                    <a:pt x="33" y="84"/>
                  </a:cubicBezTo>
                  <a:cubicBezTo>
                    <a:pt x="83" y="117"/>
                    <a:pt x="141" y="125"/>
                    <a:pt x="191" y="133"/>
                  </a:cubicBezTo>
                  <a:cubicBezTo>
                    <a:pt x="220" y="137"/>
                    <a:pt x="250" y="141"/>
                    <a:pt x="279" y="141"/>
                  </a:cubicBezTo>
                  <a:cubicBezTo>
                    <a:pt x="315" y="141"/>
                    <a:pt x="349" y="135"/>
                    <a:pt x="381" y="117"/>
                  </a:cubicBezTo>
                  <a:cubicBezTo>
                    <a:pt x="398" y="108"/>
                    <a:pt x="398" y="92"/>
                    <a:pt x="398" y="75"/>
                  </a:cubicBezTo>
                  <a:cubicBezTo>
                    <a:pt x="398" y="50"/>
                    <a:pt x="381" y="42"/>
                    <a:pt x="365" y="34"/>
                  </a:cubicBezTo>
                  <a:cubicBezTo>
                    <a:pt x="340" y="17"/>
                    <a:pt x="307" y="17"/>
                    <a:pt x="282" y="17"/>
                  </a:cubicBezTo>
                  <a:lnTo>
                    <a:pt x="207" y="17"/>
                  </a:lnTo>
                  <a:cubicBezTo>
                    <a:pt x="158" y="9"/>
                    <a:pt x="100" y="9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34"/>
            <p:cNvSpPr/>
            <p:nvPr/>
          </p:nvSpPr>
          <p:spPr>
            <a:xfrm>
              <a:off x="6797525" y="4359175"/>
              <a:ext cx="8525" cy="2775"/>
            </a:xfrm>
            <a:custGeom>
              <a:rect b="b" l="l" r="r" t="t"/>
              <a:pathLst>
                <a:path extrusionOk="0" h="111" w="341">
                  <a:moveTo>
                    <a:pt x="46" y="1"/>
                  </a:moveTo>
                  <a:cubicBezTo>
                    <a:pt x="26" y="1"/>
                    <a:pt x="9" y="15"/>
                    <a:pt x="9" y="36"/>
                  </a:cubicBezTo>
                  <a:cubicBezTo>
                    <a:pt x="1" y="61"/>
                    <a:pt x="17" y="86"/>
                    <a:pt x="42" y="86"/>
                  </a:cubicBezTo>
                  <a:lnTo>
                    <a:pt x="42" y="94"/>
                  </a:lnTo>
                  <a:cubicBezTo>
                    <a:pt x="84" y="94"/>
                    <a:pt x="133" y="102"/>
                    <a:pt x="175" y="102"/>
                  </a:cubicBezTo>
                  <a:cubicBezTo>
                    <a:pt x="191" y="102"/>
                    <a:pt x="216" y="102"/>
                    <a:pt x="241" y="110"/>
                  </a:cubicBezTo>
                  <a:lnTo>
                    <a:pt x="274" y="110"/>
                  </a:lnTo>
                  <a:cubicBezTo>
                    <a:pt x="282" y="102"/>
                    <a:pt x="299" y="102"/>
                    <a:pt x="307" y="102"/>
                  </a:cubicBezTo>
                  <a:cubicBezTo>
                    <a:pt x="332" y="94"/>
                    <a:pt x="340" y="61"/>
                    <a:pt x="315" y="44"/>
                  </a:cubicBezTo>
                  <a:cubicBezTo>
                    <a:pt x="307" y="44"/>
                    <a:pt x="291" y="36"/>
                    <a:pt x="282" y="36"/>
                  </a:cubicBezTo>
                  <a:cubicBezTo>
                    <a:pt x="274" y="28"/>
                    <a:pt x="257" y="28"/>
                    <a:pt x="249" y="28"/>
                  </a:cubicBezTo>
                  <a:lnTo>
                    <a:pt x="183" y="11"/>
                  </a:lnTo>
                  <a:cubicBezTo>
                    <a:pt x="141" y="11"/>
                    <a:pt x="100" y="3"/>
                    <a:pt x="59" y="3"/>
                  </a:cubicBezTo>
                  <a:cubicBezTo>
                    <a:pt x="54" y="1"/>
                    <a:pt x="50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34"/>
            <p:cNvSpPr/>
            <p:nvPr/>
          </p:nvSpPr>
          <p:spPr>
            <a:xfrm>
              <a:off x="6722375" y="4294950"/>
              <a:ext cx="11800" cy="6350"/>
            </a:xfrm>
            <a:custGeom>
              <a:rect b="b" l="l" r="r" t="t"/>
              <a:pathLst>
                <a:path extrusionOk="0" h="254" w="472">
                  <a:moveTo>
                    <a:pt x="415" y="0"/>
                  </a:moveTo>
                  <a:cubicBezTo>
                    <a:pt x="409" y="0"/>
                    <a:pt x="403" y="1"/>
                    <a:pt x="397" y="3"/>
                  </a:cubicBezTo>
                  <a:cubicBezTo>
                    <a:pt x="330" y="28"/>
                    <a:pt x="264" y="53"/>
                    <a:pt x="198" y="78"/>
                  </a:cubicBezTo>
                  <a:cubicBezTo>
                    <a:pt x="165" y="94"/>
                    <a:pt x="132" y="111"/>
                    <a:pt x="107" y="136"/>
                  </a:cubicBezTo>
                  <a:cubicBezTo>
                    <a:pt x="90" y="144"/>
                    <a:pt x="74" y="152"/>
                    <a:pt x="57" y="161"/>
                  </a:cubicBezTo>
                  <a:cubicBezTo>
                    <a:pt x="40" y="169"/>
                    <a:pt x="32" y="186"/>
                    <a:pt x="16" y="202"/>
                  </a:cubicBezTo>
                  <a:cubicBezTo>
                    <a:pt x="1" y="224"/>
                    <a:pt x="19" y="253"/>
                    <a:pt x="41" y="253"/>
                  </a:cubicBezTo>
                  <a:cubicBezTo>
                    <a:pt x="43" y="253"/>
                    <a:pt x="46" y="253"/>
                    <a:pt x="49" y="252"/>
                  </a:cubicBezTo>
                  <a:cubicBezTo>
                    <a:pt x="82" y="244"/>
                    <a:pt x="115" y="235"/>
                    <a:pt x="148" y="219"/>
                  </a:cubicBezTo>
                  <a:lnTo>
                    <a:pt x="239" y="177"/>
                  </a:lnTo>
                  <a:cubicBezTo>
                    <a:pt x="306" y="144"/>
                    <a:pt x="372" y="119"/>
                    <a:pt x="438" y="94"/>
                  </a:cubicBezTo>
                  <a:cubicBezTo>
                    <a:pt x="463" y="86"/>
                    <a:pt x="471" y="53"/>
                    <a:pt x="463" y="28"/>
                  </a:cubicBezTo>
                  <a:cubicBezTo>
                    <a:pt x="451" y="9"/>
                    <a:pt x="433" y="0"/>
                    <a:pt x="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34"/>
            <p:cNvSpPr/>
            <p:nvPr/>
          </p:nvSpPr>
          <p:spPr>
            <a:xfrm>
              <a:off x="6626800" y="4441700"/>
              <a:ext cx="54275" cy="19250"/>
            </a:xfrm>
            <a:custGeom>
              <a:rect b="b" l="l" r="r" t="t"/>
              <a:pathLst>
                <a:path extrusionOk="0" h="770" w="2171">
                  <a:moveTo>
                    <a:pt x="56" y="0"/>
                  </a:moveTo>
                  <a:cubicBezTo>
                    <a:pt x="27" y="0"/>
                    <a:pt x="1" y="35"/>
                    <a:pt x="19" y="66"/>
                  </a:cubicBezTo>
                  <a:cubicBezTo>
                    <a:pt x="118" y="231"/>
                    <a:pt x="251" y="372"/>
                    <a:pt x="408" y="472"/>
                  </a:cubicBezTo>
                  <a:cubicBezTo>
                    <a:pt x="574" y="588"/>
                    <a:pt x="765" y="646"/>
                    <a:pt x="964" y="687"/>
                  </a:cubicBezTo>
                  <a:cubicBezTo>
                    <a:pt x="1171" y="728"/>
                    <a:pt x="1386" y="770"/>
                    <a:pt x="1593" y="770"/>
                  </a:cubicBezTo>
                  <a:cubicBezTo>
                    <a:pt x="1792" y="762"/>
                    <a:pt x="2007" y="704"/>
                    <a:pt x="2148" y="563"/>
                  </a:cubicBezTo>
                  <a:cubicBezTo>
                    <a:pt x="2171" y="548"/>
                    <a:pt x="2152" y="512"/>
                    <a:pt x="2124" y="512"/>
                  </a:cubicBezTo>
                  <a:cubicBezTo>
                    <a:pt x="2121" y="512"/>
                    <a:pt x="2118" y="512"/>
                    <a:pt x="2115" y="513"/>
                  </a:cubicBezTo>
                  <a:lnTo>
                    <a:pt x="2123" y="513"/>
                  </a:lnTo>
                  <a:cubicBezTo>
                    <a:pt x="2024" y="546"/>
                    <a:pt x="1933" y="563"/>
                    <a:pt x="1833" y="579"/>
                  </a:cubicBezTo>
                  <a:cubicBezTo>
                    <a:pt x="1806" y="582"/>
                    <a:pt x="1777" y="583"/>
                    <a:pt x="1748" y="583"/>
                  </a:cubicBezTo>
                  <a:cubicBezTo>
                    <a:pt x="1690" y="583"/>
                    <a:pt x="1629" y="579"/>
                    <a:pt x="1568" y="579"/>
                  </a:cubicBezTo>
                  <a:cubicBezTo>
                    <a:pt x="1378" y="579"/>
                    <a:pt x="1187" y="546"/>
                    <a:pt x="1005" y="513"/>
                  </a:cubicBezTo>
                  <a:cubicBezTo>
                    <a:pt x="640" y="455"/>
                    <a:pt x="317" y="306"/>
                    <a:pt x="85" y="16"/>
                  </a:cubicBezTo>
                  <a:cubicBezTo>
                    <a:pt x="76" y="5"/>
                    <a:pt x="66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34"/>
            <p:cNvSpPr/>
            <p:nvPr/>
          </p:nvSpPr>
          <p:spPr>
            <a:xfrm>
              <a:off x="6681850" y="4447100"/>
              <a:ext cx="15875" cy="7300"/>
            </a:xfrm>
            <a:custGeom>
              <a:rect b="b" l="l" r="r" t="t"/>
              <a:pathLst>
                <a:path extrusionOk="0" h="292" w="635">
                  <a:moveTo>
                    <a:pt x="566" y="0"/>
                  </a:moveTo>
                  <a:cubicBezTo>
                    <a:pt x="530" y="0"/>
                    <a:pt x="495" y="12"/>
                    <a:pt x="460" y="24"/>
                  </a:cubicBezTo>
                  <a:cubicBezTo>
                    <a:pt x="410" y="40"/>
                    <a:pt x="369" y="65"/>
                    <a:pt x="319" y="82"/>
                  </a:cubicBezTo>
                  <a:cubicBezTo>
                    <a:pt x="228" y="123"/>
                    <a:pt x="137" y="164"/>
                    <a:pt x="46" y="206"/>
                  </a:cubicBezTo>
                  <a:cubicBezTo>
                    <a:pt x="1" y="228"/>
                    <a:pt x="23" y="291"/>
                    <a:pt x="65" y="291"/>
                  </a:cubicBezTo>
                  <a:cubicBezTo>
                    <a:pt x="69" y="291"/>
                    <a:pt x="74" y="290"/>
                    <a:pt x="79" y="289"/>
                  </a:cubicBezTo>
                  <a:cubicBezTo>
                    <a:pt x="178" y="256"/>
                    <a:pt x="269" y="222"/>
                    <a:pt x="361" y="189"/>
                  </a:cubicBezTo>
                  <a:cubicBezTo>
                    <a:pt x="410" y="173"/>
                    <a:pt x="452" y="164"/>
                    <a:pt x="493" y="140"/>
                  </a:cubicBezTo>
                  <a:cubicBezTo>
                    <a:pt x="535" y="123"/>
                    <a:pt x="601" y="98"/>
                    <a:pt x="626" y="57"/>
                  </a:cubicBezTo>
                  <a:cubicBezTo>
                    <a:pt x="634" y="40"/>
                    <a:pt x="634" y="7"/>
                    <a:pt x="609" y="7"/>
                  </a:cubicBezTo>
                  <a:cubicBezTo>
                    <a:pt x="595" y="2"/>
                    <a:pt x="580" y="0"/>
                    <a:pt x="5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34"/>
            <p:cNvSpPr/>
            <p:nvPr/>
          </p:nvSpPr>
          <p:spPr>
            <a:xfrm>
              <a:off x="6814100" y="4298750"/>
              <a:ext cx="5400" cy="6650"/>
            </a:xfrm>
            <a:custGeom>
              <a:rect b="b" l="l" r="r" t="t"/>
              <a:pathLst>
                <a:path extrusionOk="0" h="266" w="216">
                  <a:moveTo>
                    <a:pt x="0" y="0"/>
                  </a:moveTo>
                  <a:lnTo>
                    <a:pt x="0" y="9"/>
                  </a:lnTo>
                  <a:cubicBezTo>
                    <a:pt x="9" y="25"/>
                    <a:pt x="17" y="34"/>
                    <a:pt x="25" y="50"/>
                  </a:cubicBezTo>
                  <a:cubicBezTo>
                    <a:pt x="92" y="125"/>
                    <a:pt x="158" y="191"/>
                    <a:pt x="216" y="265"/>
                  </a:cubicBezTo>
                  <a:lnTo>
                    <a:pt x="216" y="249"/>
                  </a:lnTo>
                  <a:lnTo>
                    <a:pt x="216" y="232"/>
                  </a:lnTo>
                  <a:cubicBezTo>
                    <a:pt x="208" y="224"/>
                    <a:pt x="208" y="216"/>
                    <a:pt x="199" y="207"/>
                  </a:cubicBezTo>
                  <a:cubicBezTo>
                    <a:pt x="141" y="133"/>
                    <a:pt x="75" y="6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34"/>
            <p:cNvSpPr/>
            <p:nvPr/>
          </p:nvSpPr>
          <p:spPr>
            <a:xfrm>
              <a:off x="6388650" y="4086150"/>
              <a:ext cx="448250" cy="495375"/>
            </a:xfrm>
            <a:custGeom>
              <a:rect b="b" l="l" r="r" t="t"/>
              <a:pathLst>
                <a:path extrusionOk="0" h="19815" w="17930">
                  <a:moveTo>
                    <a:pt x="16049" y="12755"/>
                  </a:moveTo>
                  <a:lnTo>
                    <a:pt x="16049" y="12755"/>
                  </a:lnTo>
                  <a:cubicBezTo>
                    <a:pt x="16157" y="12805"/>
                    <a:pt x="16248" y="12871"/>
                    <a:pt x="16314" y="12962"/>
                  </a:cubicBezTo>
                  <a:cubicBezTo>
                    <a:pt x="16397" y="13070"/>
                    <a:pt x="16447" y="13194"/>
                    <a:pt x="16496" y="13318"/>
                  </a:cubicBezTo>
                  <a:cubicBezTo>
                    <a:pt x="16538" y="13418"/>
                    <a:pt x="16579" y="13525"/>
                    <a:pt x="16604" y="13633"/>
                  </a:cubicBezTo>
                  <a:cubicBezTo>
                    <a:pt x="16604" y="13658"/>
                    <a:pt x="16604" y="13683"/>
                    <a:pt x="16596" y="13708"/>
                  </a:cubicBezTo>
                  <a:cubicBezTo>
                    <a:pt x="16588" y="13782"/>
                    <a:pt x="16571" y="13857"/>
                    <a:pt x="16563" y="13940"/>
                  </a:cubicBezTo>
                  <a:lnTo>
                    <a:pt x="16563" y="13948"/>
                  </a:lnTo>
                  <a:cubicBezTo>
                    <a:pt x="16546" y="14006"/>
                    <a:pt x="16521" y="14056"/>
                    <a:pt x="16496" y="14114"/>
                  </a:cubicBezTo>
                  <a:cubicBezTo>
                    <a:pt x="16430" y="14014"/>
                    <a:pt x="16389" y="13898"/>
                    <a:pt x="16356" y="13774"/>
                  </a:cubicBezTo>
                  <a:cubicBezTo>
                    <a:pt x="16306" y="13617"/>
                    <a:pt x="16289" y="13459"/>
                    <a:pt x="16256" y="13302"/>
                  </a:cubicBezTo>
                  <a:cubicBezTo>
                    <a:pt x="16215" y="13103"/>
                    <a:pt x="16157" y="12912"/>
                    <a:pt x="16049" y="12755"/>
                  </a:cubicBezTo>
                  <a:close/>
                  <a:moveTo>
                    <a:pt x="12608" y="173"/>
                  </a:moveTo>
                  <a:cubicBezTo>
                    <a:pt x="12661" y="173"/>
                    <a:pt x="12716" y="178"/>
                    <a:pt x="12768" y="186"/>
                  </a:cubicBezTo>
                  <a:cubicBezTo>
                    <a:pt x="13423" y="285"/>
                    <a:pt x="13920" y="849"/>
                    <a:pt x="14243" y="1387"/>
                  </a:cubicBezTo>
                  <a:cubicBezTo>
                    <a:pt x="14599" y="1984"/>
                    <a:pt x="14790" y="2671"/>
                    <a:pt x="14881" y="3359"/>
                  </a:cubicBezTo>
                  <a:cubicBezTo>
                    <a:pt x="14931" y="3740"/>
                    <a:pt x="14947" y="4130"/>
                    <a:pt x="14972" y="4511"/>
                  </a:cubicBezTo>
                  <a:cubicBezTo>
                    <a:pt x="14980" y="4734"/>
                    <a:pt x="15013" y="4958"/>
                    <a:pt x="15113" y="5149"/>
                  </a:cubicBezTo>
                  <a:cubicBezTo>
                    <a:pt x="14964" y="5124"/>
                    <a:pt x="14806" y="5107"/>
                    <a:pt x="14657" y="5091"/>
                  </a:cubicBezTo>
                  <a:cubicBezTo>
                    <a:pt x="14525" y="5066"/>
                    <a:pt x="14384" y="5058"/>
                    <a:pt x="14259" y="5008"/>
                  </a:cubicBezTo>
                  <a:cubicBezTo>
                    <a:pt x="14044" y="4925"/>
                    <a:pt x="13887" y="4743"/>
                    <a:pt x="13737" y="4585"/>
                  </a:cubicBezTo>
                  <a:cubicBezTo>
                    <a:pt x="13563" y="4411"/>
                    <a:pt x="13389" y="4254"/>
                    <a:pt x="13157" y="4171"/>
                  </a:cubicBezTo>
                  <a:cubicBezTo>
                    <a:pt x="13033" y="4130"/>
                    <a:pt x="12917" y="4113"/>
                    <a:pt x="12785" y="4113"/>
                  </a:cubicBezTo>
                  <a:cubicBezTo>
                    <a:pt x="12743" y="4113"/>
                    <a:pt x="12702" y="4115"/>
                    <a:pt x="12661" y="4115"/>
                  </a:cubicBezTo>
                  <a:cubicBezTo>
                    <a:pt x="12579" y="4115"/>
                    <a:pt x="12500" y="4108"/>
                    <a:pt x="12428" y="4063"/>
                  </a:cubicBezTo>
                  <a:cubicBezTo>
                    <a:pt x="12416" y="4055"/>
                    <a:pt x="12403" y="4052"/>
                    <a:pt x="12391" y="4052"/>
                  </a:cubicBezTo>
                  <a:cubicBezTo>
                    <a:pt x="12341" y="4052"/>
                    <a:pt x="12307" y="4113"/>
                    <a:pt x="12354" y="4146"/>
                  </a:cubicBezTo>
                  <a:cubicBezTo>
                    <a:pt x="12511" y="4254"/>
                    <a:pt x="12702" y="4254"/>
                    <a:pt x="12884" y="4287"/>
                  </a:cubicBezTo>
                  <a:cubicBezTo>
                    <a:pt x="13083" y="4320"/>
                    <a:pt x="13265" y="4411"/>
                    <a:pt x="13423" y="4544"/>
                  </a:cubicBezTo>
                  <a:cubicBezTo>
                    <a:pt x="13563" y="4668"/>
                    <a:pt x="13679" y="4817"/>
                    <a:pt x="13820" y="4942"/>
                  </a:cubicBezTo>
                  <a:cubicBezTo>
                    <a:pt x="13961" y="5074"/>
                    <a:pt x="14110" y="5165"/>
                    <a:pt x="14301" y="5207"/>
                  </a:cubicBezTo>
                  <a:cubicBezTo>
                    <a:pt x="14425" y="5232"/>
                    <a:pt x="14558" y="5240"/>
                    <a:pt x="14682" y="5256"/>
                  </a:cubicBezTo>
                  <a:cubicBezTo>
                    <a:pt x="14823" y="5273"/>
                    <a:pt x="14964" y="5290"/>
                    <a:pt x="15105" y="5298"/>
                  </a:cubicBezTo>
                  <a:cubicBezTo>
                    <a:pt x="15138" y="5298"/>
                    <a:pt x="15163" y="5281"/>
                    <a:pt x="15171" y="5265"/>
                  </a:cubicBezTo>
                  <a:cubicBezTo>
                    <a:pt x="15221" y="5339"/>
                    <a:pt x="15279" y="5406"/>
                    <a:pt x="15345" y="5455"/>
                  </a:cubicBezTo>
                  <a:cubicBezTo>
                    <a:pt x="15353" y="5464"/>
                    <a:pt x="15361" y="5472"/>
                    <a:pt x="15370" y="5472"/>
                  </a:cubicBezTo>
                  <a:cubicBezTo>
                    <a:pt x="15444" y="5580"/>
                    <a:pt x="15535" y="5671"/>
                    <a:pt x="15627" y="5754"/>
                  </a:cubicBezTo>
                  <a:cubicBezTo>
                    <a:pt x="15776" y="5886"/>
                    <a:pt x="15950" y="5986"/>
                    <a:pt x="16091" y="6118"/>
                  </a:cubicBezTo>
                  <a:cubicBezTo>
                    <a:pt x="16215" y="6242"/>
                    <a:pt x="16306" y="6400"/>
                    <a:pt x="16347" y="6574"/>
                  </a:cubicBezTo>
                  <a:cubicBezTo>
                    <a:pt x="16314" y="6549"/>
                    <a:pt x="16281" y="6524"/>
                    <a:pt x="16248" y="6499"/>
                  </a:cubicBezTo>
                  <a:cubicBezTo>
                    <a:pt x="16165" y="6458"/>
                    <a:pt x="16074" y="6433"/>
                    <a:pt x="15983" y="6433"/>
                  </a:cubicBezTo>
                  <a:cubicBezTo>
                    <a:pt x="15875" y="6433"/>
                    <a:pt x="15784" y="6450"/>
                    <a:pt x="15685" y="6491"/>
                  </a:cubicBezTo>
                  <a:cubicBezTo>
                    <a:pt x="15585" y="6532"/>
                    <a:pt x="15494" y="6599"/>
                    <a:pt x="15403" y="6648"/>
                  </a:cubicBezTo>
                  <a:cubicBezTo>
                    <a:pt x="15344" y="6685"/>
                    <a:pt x="15363" y="6760"/>
                    <a:pt x="15420" y="6760"/>
                  </a:cubicBezTo>
                  <a:cubicBezTo>
                    <a:pt x="15427" y="6760"/>
                    <a:pt x="15436" y="6759"/>
                    <a:pt x="15444" y="6756"/>
                  </a:cubicBezTo>
                  <a:cubicBezTo>
                    <a:pt x="15535" y="6723"/>
                    <a:pt x="15618" y="6698"/>
                    <a:pt x="15709" y="6682"/>
                  </a:cubicBezTo>
                  <a:cubicBezTo>
                    <a:pt x="15784" y="6665"/>
                    <a:pt x="15867" y="6648"/>
                    <a:pt x="15941" y="6648"/>
                  </a:cubicBezTo>
                  <a:cubicBezTo>
                    <a:pt x="16008" y="6648"/>
                    <a:pt x="16074" y="6665"/>
                    <a:pt x="16132" y="6698"/>
                  </a:cubicBezTo>
                  <a:cubicBezTo>
                    <a:pt x="16165" y="6706"/>
                    <a:pt x="16198" y="6731"/>
                    <a:pt x="16223" y="6748"/>
                  </a:cubicBezTo>
                  <a:cubicBezTo>
                    <a:pt x="16256" y="6773"/>
                    <a:pt x="16289" y="6814"/>
                    <a:pt x="16331" y="6822"/>
                  </a:cubicBezTo>
                  <a:cubicBezTo>
                    <a:pt x="16342" y="6822"/>
                    <a:pt x="16349" y="6826"/>
                    <a:pt x="16355" y="6826"/>
                  </a:cubicBezTo>
                  <a:cubicBezTo>
                    <a:pt x="16358" y="6826"/>
                    <a:pt x="16361" y="6825"/>
                    <a:pt x="16364" y="6822"/>
                  </a:cubicBezTo>
                  <a:cubicBezTo>
                    <a:pt x="16364" y="6914"/>
                    <a:pt x="16364" y="6996"/>
                    <a:pt x="16389" y="7079"/>
                  </a:cubicBezTo>
                  <a:cubicBezTo>
                    <a:pt x="16430" y="7187"/>
                    <a:pt x="16505" y="7286"/>
                    <a:pt x="16579" y="7369"/>
                  </a:cubicBezTo>
                  <a:lnTo>
                    <a:pt x="16588" y="7378"/>
                  </a:lnTo>
                  <a:cubicBezTo>
                    <a:pt x="16596" y="7411"/>
                    <a:pt x="16596" y="7444"/>
                    <a:pt x="16604" y="7477"/>
                  </a:cubicBezTo>
                  <a:cubicBezTo>
                    <a:pt x="16596" y="7485"/>
                    <a:pt x="16588" y="7502"/>
                    <a:pt x="16588" y="7527"/>
                  </a:cubicBezTo>
                  <a:cubicBezTo>
                    <a:pt x="16596" y="7568"/>
                    <a:pt x="16621" y="7618"/>
                    <a:pt x="16654" y="7659"/>
                  </a:cubicBezTo>
                  <a:lnTo>
                    <a:pt x="16654" y="7668"/>
                  </a:lnTo>
                  <a:cubicBezTo>
                    <a:pt x="16704" y="7734"/>
                    <a:pt x="16762" y="7792"/>
                    <a:pt x="16803" y="7850"/>
                  </a:cubicBezTo>
                  <a:cubicBezTo>
                    <a:pt x="16886" y="7949"/>
                    <a:pt x="16969" y="8057"/>
                    <a:pt x="17052" y="8165"/>
                  </a:cubicBezTo>
                  <a:cubicBezTo>
                    <a:pt x="17217" y="8355"/>
                    <a:pt x="17408" y="8546"/>
                    <a:pt x="17524" y="8778"/>
                  </a:cubicBezTo>
                  <a:cubicBezTo>
                    <a:pt x="17648" y="9001"/>
                    <a:pt x="17623" y="9250"/>
                    <a:pt x="17565" y="9490"/>
                  </a:cubicBezTo>
                  <a:cubicBezTo>
                    <a:pt x="17507" y="9739"/>
                    <a:pt x="17424" y="9979"/>
                    <a:pt x="17391" y="10228"/>
                  </a:cubicBezTo>
                  <a:cubicBezTo>
                    <a:pt x="17375" y="10302"/>
                    <a:pt x="17366" y="10369"/>
                    <a:pt x="17366" y="10443"/>
                  </a:cubicBezTo>
                  <a:cubicBezTo>
                    <a:pt x="17325" y="10261"/>
                    <a:pt x="17284" y="10079"/>
                    <a:pt x="17217" y="9905"/>
                  </a:cubicBezTo>
                  <a:cubicBezTo>
                    <a:pt x="17212" y="9891"/>
                    <a:pt x="17202" y="9886"/>
                    <a:pt x="17192" y="9886"/>
                  </a:cubicBezTo>
                  <a:cubicBezTo>
                    <a:pt x="17170" y="9886"/>
                    <a:pt x="17145" y="9910"/>
                    <a:pt x="17151" y="9938"/>
                  </a:cubicBezTo>
                  <a:cubicBezTo>
                    <a:pt x="17184" y="10021"/>
                    <a:pt x="17201" y="10112"/>
                    <a:pt x="17209" y="10195"/>
                  </a:cubicBezTo>
                  <a:lnTo>
                    <a:pt x="17143" y="10045"/>
                  </a:lnTo>
                  <a:cubicBezTo>
                    <a:pt x="17101" y="9979"/>
                    <a:pt x="17060" y="9913"/>
                    <a:pt x="17027" y="9847"/>
                  </a:cubicBezTo>
                  <a:lnTo>
                    <a:pt x="17027" y="9847"/>
                  </a:lnTo>
                  <a:cubicBezTo>
                    <a:pt x="17027" y="9871"/>
                    <a:pt x="17035" y="9905"/>
                    <a:pt x="17035" y="9938"/>
                  </a:cubicBezTo>
                  <a:cubicBezTo>
                    <a:pt x="17002" y="9880"/>
                    <a:pt x="16969" y="9822"/>
                    <a:pt x="16927" y="9755"/>
                  </a:cubicBezTo>
                  <a:cubicBezTo>
                    <a:pt x="16770" y="9349"/>
                    <a:pt x="16447" y="9026"/>
                    <a:pt x="16099" y="8778"/>
                  </a:cubicBezTo>
                  <a:cubicBezTo>
                    <a:pt x="15726" y="8513"/>
                    <a:pt x="15287" y="8330"/>
                    <a:pt x="14831" y="8264"/>
                  </a:cubicBezTo>
                  <a:cubicBezTo>
                    <a:pt x="14699" y="8242"/>
                    <a:pt x="14558" y="8222"/>
                    <a:pt x="14419" y="8222"/>
                  </a:cubicBezTo>
                  <a:cubicBezTo>
                    <a:pt x="14295" y="8222"/>
                    <a:pt x="14173" y="8238"/>
                    <a:pt x="14061" y="8281"/>
                  </a:cubicBezTo>
                  <a:cubicBezTo>
                    <a:pt x="14019" y="8306"/>
                    <a:pt x="14027" y="8372"/>
                    <a:pt x="14077" y="8380"/>
                  </a:cubicBezTo>
                  <a:cubicBezTo>
                    <a:pt x="14284" y="8422"/>
                    <a:pt x="14500" y="8397"/>
                    <a:pt x="14707" y="8422"/>
                  </a:cubicBezTo>
                  <a:cubicBezTo>
                    <a:pt x="14798" y="8430"/>
                    <a:pt x="14889" y="8446"/>
                    <a:pt x="14980" y="8463"/>
                  </a:cubicBezTo>
                  <a:cubicBezTo>
                    <a:pt x="14964" y="8488"/>
                    <a:pt x="14972" y="8513"/>
                    <a:pt x="14997" y="8513"/>
                  </a:cubicBezTo>
                  <a:cubicBezTo>
                    <a:pt x="15436" y="8645"/>
                    <a:pt x="15859" y="8844"/>
                    <a:pt x="16215" y="9151"/>
                  </a:cubicBezTo>
                  <a:cubicBezTo>
                    <a:pt x="16563" y="9457"/>
                    <a:pt x="16820" y="9847"/>
                    <a:pt x="17027" y="10261"/>
                  </a:cubicBezTo>
                  <a:cubicBezTo>
                    <a:pt x="17118" y="10451"/>
                    <a:pt x="17201" y="10642"/>
                    <a:pt x="17275" y="10849"/>
                  </a:cubicBezTo>
                  <a:cubicBezTo>
                    <a:pt x="17275" y="10874"/>
                    <a:pt x="17275" y="10907"/>
                    <a:pt x="17284" y="10932"/>
                  </a:cubicBezTo>
                  <a:cubicBezTo>
                    <a:pt x="17300" y="11007"/>
                    <a:pt x="17308" y="11156"/>
                    <a:pt x="17391" y="11189"/>
                  </a:cubicBezTo>
                  <a:cubicBezTo>
                    <a:pt x="17433" y="11313"/>
                    <a:pt x="17466" y="11437"/>
                    <a:pt x="17499" y="11562"/>
                  </a:cubicBezTo>
                  <a:cubicBezTo>
                    <a:pt x="17565" y="11785"/>
                    <a:pt x="17648" y="12017"/>
                    <a:pt x="17690" y="12249"/>
                  </a:cubicBezTo>
                  <a:cubicBezTo>
                    <a:pt x="17731" y="12490"/>
                    <a:pt x="17673" y="12689"/>
                    <a:pt x="17540" y="12879"/>
                  </a:cubicBezTo>
                  <a:cubicBezTo>
                    <a:pt x="17383" y="13111"/>
                    <a:pt x="17201" y="13327"/>
                    <a:pt x="17018" y="13550"/>
                  </a:cubicBezTo>
                  <a:cubicBezTo>
                    <a:pt x="16960" y="13617"/>
                    <a:pt x="16902" y="13691"/>
                    <a:pt x="16844" y="13757"/>
                  </a:cubicBezTo>
                  <a:cubicBezTo>
                    <a:pt x="16844" y="13741"/>
                    <a:pt x="16844" y="13716"/>
                    <a:pt x="16836" y="13699"/>
                  </a:cubicBezTo>
                  <a:cubicBezTo>
                    <a:pt x="16836" y="13674"/>
                    <a:pt x="16836" y="13658"/>
                    <a:pt x="16828" y="13641"/>
                  </a:cubicBezTo>
                  <a:cubicBezTo>
                    <a:pt x="16828" y="13625"/>
                    <a:pt x="16828" y="13617"/>
                    <a:pt x="16828" y="13600"/>
                  </a:cubicBezTo>
                  <a:cubicBezTo>
                    <a:pt x="16828" y="13459"/>
                    <a:pt x="16803" y="13318"/>
                    <a:pt x="16762" y="13177"/>
                  </a:cubicBezTo>
                  <a:cubicBezTo>
                    <a:pt x="16687" y="12912"/>
                    <a:pt x="16513" y="12664"/>
                    <a:pt x="16281" y="12506"/>
                  </a:cubicBezTo>
                  <a:cubicBezTo>
                    <a:pt x="16024" y="12324"/>
                    <a:pt x="15701" y="12274"/>
                    <a:pt x="15395" y="12216"/>
                  </a:cubicBezTo>
                  <a:cubicBezTo>
                    <a:pt x="15229" y="12191"/>
                    <a:pt x="15063" y="12167"/>
                    <a:pt x="14914" y="12100"/>
                  </a:cubicBezTo>
                  <a:cubicBezTo>
                    <a:pt x="14831" y="12075"/>
                    <a:pt x="14790" y="12026"/>
                    <a:pt x="14773" y="11943"/>
                  </a:cubicBezTo>
                  <a:cubicBezTo>
                    <a:pt x="14748" y="11852"/>
                    <a:pt x="14740" y="11761"/>
                    <a:pt x="14723" y="11669"/>
                  </a:cubicBezTo>
                  <a:cubicBezTo>
                    <a:pt x="14707" y="11570"/>
                    <a:pt x="14690" y="11479"/>
                    <a:pt x="14682" y="11388"/>
                  </a:cubicBezTo>
                  <a:cubicBezTo>
                    <a:pt x="14665" y="11263"/>
                    <a:pt x="14649" y="11131"/>
                    <a:pt x="14624" y="10998"/>
                  </a:cubicBezTo>
                  <a:cubicBezTo>
                    <a:pt x="14607" y="10891"/>
                    <a:pt x="14591" y="10791"/>
                    <a:pt x="14566" y="10683"/>
                  </a:cubicBezTo>
                  <a:cubicBezTo>
                    <a:pt x="14566" y="10675"/>
                    <a:pt x="14566" y="10667"/>
                    <a:pt x="14566" y="10667"/>
                  </a:cubicBezTo>
                  <a:cubicBezTo>
                    <a:pt x="14566" y="10659"/>
                    <a:pt x="14574" y="10650"/>
                    <a:pt x="14574" y="10642"/>
                  </a:cubicBezTo>
                  <a:cubicBezTo>
                    <a:pt x="14574" y="10551"/>
                    <a:pt x="14574" y="10468"/>
                    <a:pt x="14583" y="10385"/>
                  </a:cubicBezTo>
                  <a:cubicBezTo>
                    <a:pt x="14583" y="10344"/>
                    <a:pt x="14583" y="10302"/>
                    <a:pt x="14591" y="10269"/>
                  </a:cubicBezTo>
                  <a:cubicBezTo>
                    <a:pt x="14591" y="10244"/>
                    <a:pt x="14583" y="10195"/>
                    <a:pt x="14599" y="10170"/>
                  </a:cubicBezTo>
                  <a:cubicBezTo>
                    <a:pt x="14624" y="10137"/>
                    <a:pt x="14690" y="10120"/>
                    <a:pt x="14732" y="10103"/>
                  </a:cubicBezTo>
                  <a:cubicBezTo>
                    <a:pt x="14790" y="10079"/>
                    <a:pt x="14856" y="10045"/>
                    <a:pt x="14914" y="10004"/>
                  </a:cubicBezTo>
                  <a:cubicBezTo>
                    <a:pt x="15138" y="9863"/>
                    <a:pt x="15295" y="9631"/>
                    <a:pt x="15221" y="9358"/>
                  </a:cubicBezTo>
                  <a:cubicBezTo>
                    <a:pt x="15146" y="9084"/>
                    <a:pt x="14922" y="8861"/>
                    <a:pt x="14665" y="8761"/>
                  </a:cubicBezTo>
                  <a:cubicBezTo>
                    <a:pt x="14534" y="8703"/>
                    <a:pt x="14394" y="8681"/>
                    <a:pt x="14254" y="8681"/>
                  </a:cubicBezTo>
                  <a:cubicBezTo>
                    <a:pt x="14094" y="8681"/>
                    <a:pt x="13933" y="8709"/>
                    <a:pt x="13779" y="8745"/>
                  </a:cubicBezTo>
                  <a:cubicBezTo>
                    <a:pt x="13406" y="8836"/>
                    <a:pt x="13041" y="8960"/>
                    <a:pt x="12702" y="9142"/>
                  </a:cubicBezTo>
                  <a:cubicBezTo>
                    <a:pt x="12685" y="9151"/>
                    <a:pt x="12677" y="9167"/>
                    <a:pt x="12677" y="9184"/>
                  </a:cubicBezTo>
                  <a:cubicBezTo>
                    <a:pt x="12644" y="9209"/>
                    <a:pt x="12602" y="9233"/>
                    <a:pt x="12577" y="9275"/>
                  </a:cubicBezTo>
                  <a:cubicBezTo>
                    <a:pt x="12412" y="9465"/>
                    <a:pt x="12437" y="9772"/>
                    <a:pt x="12437" y="10004"/>
                  </a:cubicBezTo>
                  <a:cubicBezTo>
                    <a:pt x="12437" y="10128"/>
                    <a:pt x="12453" y="10253"/>
                    <a:pt x="12519" y="10352"/>
                  </a:cubicBezTo>
                  <a:cubicBezTo>
                    <a:pt x="12586" y="10451"/>
                    <a:pt x="12677" y="10501"/>
                    <a:pt x="12785" y="10526"/>
                  </a:cubicBezTo>
                  <a:cubicBezTo>
                    <a:pt x="12901" y="10559"/>
                    <a:pt x="13025" y="10559"/>
                    <a:pt x="13141" y="10559"/>
                  </a:cubicBezTo>
                  <a:cubicBezTo>
                    <a:pt x="13185" y="10562"/>
                    <a:pt x="13228" y="10563"/>
                    <a:pt x="13272" y="10563"/>
                  </a:cubicBezTo>
                  <a:cubicBezTo>
                    <a:pt x="13377" y="10563"/>
                    <a:pt x="13480" y="10557"/>
                    <a:pt x="13580" y="10551"/>
                  </a:cubicBezTo>
                  <a:cubicBezTo>
                    <a:pt x="13686" y="10543"/>
                    <a:pt x="13840" y="10510"/>
                    <a:pt x="13983" y="10510"/>
                  </a:cubicBezTo>
                  <a:cubicBezTo>
                    <a:pt x="14131" y="10510"/>
                    <a:pt x="14267" y="10545"/>
                    <a:pt x="14326" y="10675"/>
                  </a:cubicBezTo>
                  <a:cubicBezTo>
                    <a:pt x="14342" y="10708"/>
                    <a:pt x="14367" y="10733"/>
                    <a:pt x="14400" y="10741"/>
                  </a:cubicBezTo>
                  <a:cubicBezTo>
                    <a:pt x="14417" y="10833"/>
                    <a:pt x="14425" y="10924"/>
                    <a:pt x="14433" y="11015"/>
                  </a:cubicBezTo>
                  <a:cubicBezTo>
                    <a:pt x="14458" y="11222"/>
                    <a:pt x="14475" y="11437"/>
                    <a:pt x="14491" y="11645"/>
                  </a:cubicBezTo>
                  <a:cubicBezTo>
                    <a:pt x="14491" y="11752"/>
                    <a:pt x="14500" y="11852"/>
                    <a:pt x="14500" y="11959"/>
                  </a:cubicBezTo>
                  <a:cubicBezTo>
                    <a:pt x="14508" y="12034"/>
                    <a:pt x="14516" y="12117"/>
                    <a:pt x="14458" y="12183"/>
                  </a:cubicBezTo>
                  <a:cubicBezTo>
                    <a:pt x="14450" y="12191"/>
                    <a:pt x="14442" y="12200"/>
                    <a:pt x="14425" y="12208"/>
                  </a:cubicBezTo>
                  <a:lnTo>
                    <a:pt x="14400" y="12208"/>
                  </a:lnTo>
                  <a:cubicBezTo>
                    <a:pt x="13895" y="12481"/>
                    <a:pt x="13713" y="13028"/>
                    <a:pt x="13555" y="13542"/>
                  </a:cubicBezTo>
                  <a:cubicBezTo>
                    <a:pt x="13472" y="13815"/>
                    <a:pt x="13389" y="14089"/>
                    <a:pt x="13240" y="14321"/>
                  </a:cubicBezTo>
                  <a:cubicBezTo>
                    <a:pt x="13075" y="14586"/>
                    <a:pt x="12826" y="14752"/>
                    <a:pt x="12544" y="14876"/>
                  </a:cubicBezTo>
                  <a:cubicBezTo>
                    <a:pt x="11931" y="15149"/>
                    <a:pt x="11252" y="15282"/>
                    <a:pt x="10581" y="15298"/>
                  </a:cubicBezTo>
                  <a:cubicBezTo>
                    <a:pt x="10549" y="15299"/>
                    <a:pt x="10518" y="15300"/>
                    <a:pt x="10486" y="15300"/>
                  </a:cubicBezTo>
                  <a:cubicBezTo>
                    <a:pt x="10251" y="15300"/>
                    <a:pt x="10013" y="15271"/>
                    <a:pt x="9794" y="15191"/>
                  </a:cubicBezTo>
                  <a:cubicBezTo>
                    <a:pt x="9537" y="15100"/>
                    <a:pt x="9330" y="14926"/>
                    <a:pt x="9205" y="14685"/>
                  </a:cubicBezTo>
                  <a:cubicBezTo>
                    <a:pt x="9064" y="14404"/>
                    <a:pt x="9073" y="14064"/>
                    <a:pt x="9172" y="13766"/>
                  </a:cubicBezTo>
                  <a:cubicBezTo>
                    <a:pt x="9230" y="13608"/>
                    <a:pt x="9305" y="13467"/>
                    <a:pt x="9404" y="13327"/>
                  </a:cubicBezTo>
                  <a:cubicBezTo>
                    <a:pt x="9495" y="13194"/>
                    <a:pt x="9595" y="13053"/>
                    <a:pt x="9702" y="12929"/>
                  </a:cubicBezTo>
                  <a:cubicBezTo>
                    <a:pt x="9729" y="12896"/>
                    <a:pt x="9698" y="12853"/>
                    <a:pt x="9663" y="12853"/>
                  </a:cubicBezTo>
                  <a:cubicBezTo>
                    <a:pt x="9654" y="12853"/>
                    <a:pt x="9645" y="12856"/>
                    <a:pt x="9636" y="12863"/>
                  </a:cubicBezTo>
                  <a:cubicBezTo>
                    <a:pt x="9512" y="12962"/>
                    <a:pt x="9404" y="13053"/>
                    <a:pt x="9305" y="13177"/>
                  </a:cubicBezTo>
                  <a:cubicBezTo>
                    <a:pt x="9214" y="13293"/>
                    <a:pt x="9131" y="13434"/>
                    <a:pt x="9064" y="13567"/>
                  </a:cubicBezTo>
                  <a:cubicBezTo>
                    <a:pt x="8940" y="13840"/>
                    <a:pt x="8882" y="14147"/>
                    <a:pt x="8924" y="14445"/>
                  </a:cubicBezTo>
                  <a:cubicBezTo>
                    <a:pt x="8965" y="14752"/>
                    <a:pt x="9098" y="15025"/>
                    <a:pt x="9338" y="15224"/>
                  </a:cubicBezTo>
                  <a:cubicBezTo>
                    <a:pt x="9570" y="15398"/>
                    <a:pt x="9860" y="15489"/>
                    <a:pt x="10150" y="15522"/>
                  </a:cubicBezTo>
                  <a:cubicBezTo>
                    <a:pt x="10254" y="15533"/>
                    <a:pt x="10360" y="15538"/>
                    <a:pt x="10467" y="15538"/>
                  </a:cubicBezTo>
                  <a:cubicBezTo>
                    <a:pt x="10691" y="15538"/>
                    <a:pt x="10917" y="15517"/>
                    <a:pt x="11136" y="15489"/>
                  </a:cubicBezTo>
                  <a:cubicBezTo>
                    <a:pt x="11492" y="15448"/>
                    <a:pt x="11848" y="15365"/>
                    <a:pt x="12188" y="15249"/>
                  </a:cubicBezTo>
                  <a:cubicBezTo>
                    <a:pt x="12511" y="15141"/>
                    <a:pt x="12851" y="15017"/>
                    <a:pt x="13108" y="14801"/>
                  </a:cubicBezTo>
                  <a:cubicBezTo>
                    <a:pt x="13340" y="14602"/>
                    <a:pt x="13497" y="14337"/>
                    <a:pt x="13605" y="14056"/>
                  </a:cubicBezTo>
                  <a:cubicBezTo>
                    <a:pt x="13696" y="13799"/>
                    <a:pt x="13762" y="13534"/>
                    <a:pt x="13845" y="13277"/>
                  </a:cubicBezTo>
                  <a:cubicBezTo>
                    <a:pt x="13862" y="13269"/>
                    <a:pt x="13878" y="13260"/>
                    <a:pt x="13887" y="13235"/>
                  </a:cubicBezTo>
                  <a:cubicBezTo>
                    <a:pt x="13961" y="13078"/>
                    <a:pt x="14044" y="12921"/>
                    <a:pt x="14143" y="12780"/>
                  </a:cubicBezTo>
                  <a:cubicBezTo>
                    <a:pt x="14152" y="12788"/>
                    <a:pt x="14168" y="12796"/>
                    <a:pt x="14177" y="12796"/>
                  </a:cubicBezTo>
                  <a:cubicBezTo>
                    <a:pt x="14177" y="12805"/>
                    <a:pt x="14177" y="12813"/>
                    <a:pt x="14168" y="12821"/>
                  </a:cubicBezTo>
                  <a:cubicBezTo>
                    <a:pt x="14119" y="13037"/>
                    <a:pt x="14102" y="13260"/>
                    <a:pt x="14061" y="13476"/>
                  </a:cubicBezTo>
                  <a:cubicBezTo>
                    <a:pt x="13961" y="13906"/>
                    <a:pt x="13779" y="14346"/>
                    <a:pt x="13431" y="14636"/>
                  </a:cubicBezTo>
                  <a:cubicBezTo>
                    <a:pt x="13397" y="14662"/>
                    <a:pt x="13423" y="14711"/>
                    <a:pt x="13457" y="14711"/>
                  </a:cubicBezTo>
                  <a:cubicBezTo>
                    <a:pt x="13464" y="14711"/>
                    <a:pt x="13473" y="14708"/>
                    <a:pt x="13481" y="14702"/>
                  </a:cubicBezTo>
                  <a:cubicBezTo>
                    <a:pt x="13837" y="14453"/>
                    <a:pt x="14044" y="14056"/>
                    <a:pt x="14168" y="13650"/>
                  </a:cubicBezTo>
                  <a:cubicBezTo>
                    <a:pt x="14235" y="13426"/>
                    <a:pt x="14284" y="13202"/>
                    <a:pt x="14334" y="12979"/>
                  </a:cubicBezTo>
                  <a:cubicBezTo>
                    <a:pt x="14351" y="12879"/>
                    <a:pt x="14384" y="12780"/>
                    <a:pt x="14425" y="12689"/>
                  </a:cubicBezTo>
                  <a:cubicBezTo>
                    <a:pt x="14574" y="12622"/>
                    <a:pt x="14740" y="12589"/>
                    <a:pt x="14897" y="12573"/>
                  </a:cubicBezTo>
                  <a:cubicBezTo>
                    <a:pt x="14979" y="12567"/>
                    <a:pt x="15061" y="12561"/>
                    <a:pt x="15143" y="12561"/>
                  </a:cubicBezTo>
                  <a:cubicBezTo>
                    <a:pt x="15177" y="12561"/>
                    <a:pt x="15211" y="12562"/>
                    <a:pt x="15245" y="12564"/>
                  </a:cubicBezTo>
                  <a:lnTo>
                    <a:pt x="15477" y="12564"/>
                  </a:lnTo>
                  <a:cubicBezTo>
                    <a:pt x="15577" y="12597"/>
                    <a:pt x="15676" y="12622"/>
                    <a:pt x="15784" y="12655"/>
                  </a:cubicBezTo>
                  <a:cubicBezTo>
                    <a:pt x="15966" y="12863"/>
                    <a:pt x="16033" y="13177"/>
                    <a:pt x="16074" y="13443"/>
                  </a:cubicBezTo>
                  <a:cubicBezTo>
                    <a:pt x="16124" y="13749"/>
                    <a:pt x="16165" y="14105"/>
                    <a:pt x="16397" y="14337"/>
                  </a:cubicBezTo>
                  <a:cubicBezTo>
                    <a:pt x="16405" y="14354"/>
                    <a:pt x="16422" y="14362"/>
                    <a:pt x="16439" y="14362"/>
                  </a:cubicBezTo>
                  <a:cubicBezTo>
                    <a:pt x="16439" y="14370"/>
                    <a:pt x="16447" y="14379"/>
                    <a:pt x="16447" y="14379"/>
                  </a:cubicBezTo>
                  <a:cubicBezTo>
                    <a:pt x="16372" y="14453"/>
                    <a:pt x="16273" y="14511"/>
                    <a:pt x="16165" y="14561"/>
                  </a:cubicBezTo>
                  <a:cubicBezTo>
                    <a:pt x="15875" y="14694"/>
                    <a:pt x="15569" y="14768"/>
                    <a:pt x="15254" y="14793"/>
                  </a:cubicBezTo>
                  <a:cubicBezTo>
                    <a:pt x="15229" y="14793"/>
                    <a:pt x="15196" y="14801"/>
                    <a:pt x="15171" y="14801"/>
                  </a:cubicBezTo>
                  <a:cubicBezTo>
                    <a:pt x="15156" y="14779"/>
                    <a:pt x="15136" y="14770"/>
                    <a:pt x="15115" y="14770"/>
                  </a:cubicBezTo>
                  <a:cubicBezTo>
                    <a:pt x="15090" y="14770"/>
                    <a:pt x="15065" y="14783"/>
                    <a:pt x="15047" y="14801"/>
                  </a:cubicBezTo>
                  <a:cubicBezTo>
                    <a:pt x="14881" y="14801"/>
                    <a:pt x="14715" y="14790"/>
                    <a:pt x="14549" y="14790"/>
                  </a:cubicBezTo>
                  <a:cubicBezTo>
                    <a:pt x="14467" y="14790"/>
                    <a:pt x="14384" y="14793"/>
                    <a:pt x="14301" y="14801"/>
                  </a:cubicBezTo>
                  <a:cubicBezTo>
                    <a:pt x="14127" y="14818"/>
                    <a:pt x="13969" y="14876"/>
                    <a:pt x="13804" y="14942"/>
                  </a:cubicBezTo>
                  <a:cubicBezTo>
                    <a:pt x="13638" y="15017"/>
                    <a:pt x="13464" y="15075"/>
                    <a:pt x="13282" y="15116"/>
                  </a:cubicBezTo>
                  <a:cubicBezTo>
                    <a:pt x="13108" y="15158"/>
                    <a:pt x="12925" y="15191"/>
                    <a:pt x="12743" y="15216"/>
                  </a:cubicBezTo>
                  <a:cubicBezTo>
                    <a:pt x="12569" y="15240"/>
                    <a:pt x="12387" y="15282"/>
                    <a:pt x="12205" y="15298"/>
                  </a:cubicBezTo>
                  <a:cubicBezTo>
                    <a:pt x="12174" y="15298"/>
                    <a:pt x="12179" y="15349"/>
                    <a:pt x="12207" y="15349"/>
                  </a:cubicBezTo>
                  <a:cubicBezTo>
                    <a:pt x="12209" y="15349"/>
                    <a:pt x="12211" y="15349"/>
                    <a:pt x="12213" y="15348"/>
                  </a:cubicBezTo>
                  <a:cubicBezTo>
                    <a:pt x="12251" y="15346"/>
                    <a:pt x="12290" y="15346"/>
                    <a:pt x="12328" y="15346"/>
                  </a:cubicBezTo>
                  <a:cubicBezTo>
                    <a:pt x="12431" y="15346"/>
                    <a:pt x="12533" y="15351"/>
                    <a:pt x="12637" y="15351"/>
                  </a:cubicBezTo>
                  <a:cubicBezTo>
                    <a:pt x="12675" y="15351"/>
                    <a:pt x="12713" y="15350"/>
                    <a:pt x="12751" y="15348"/>
                  </a:cubicBezTo>
                  <a:cubicBezTo>
                    <a:pt x="12925" y="15332"/>
                    <a:pt x="13108" y="15315"/>
                    <a:pt x="13282" y="15282"/>
                  </a:cubicBezTo>
                  <a:cubicBezTo>
                    <a:pt x="13447" y="15249"/>
                    <a:pt x="13613" y="15199"/>
                    <a:pt x="13771" y="15141"/>
                  </a:cubicBezTo>
                  <a:cubicBezTo>
                    <a:pt x="13936" y="15075"/>
                    <a:pt x="14102" y="15000"/>
                    <a:pt x="14284" y="14984"/>
                  </a:cubicBezTo>
                  <a:cubicBezTo>
                    <a:pt x="14363" y="14974"/>
                    <a:pt x="14443" y="14971"/>
                    <a:pt x="14522" y="14971"/>
                  </a:cubicBezTo>
                  <a:cubicBezTo>
                    <a:pt x="14659" y="14971"/>
                    <a:pt x="14797" y="14981"/>
                    <a:pt x="14939" y="14992"/>
                  </a:cubicBezTo>
                  <a:cubicBezTo>
                    <a:pt x="14897" y="15017"/>
                    <a:pt x="14864" y="15033"/>
                    <a:pt x="14831" y="15050"/>
                  </a:cubicBezTo>
                  <a:lnTo>
                    <a:pt x="14450" y="15257"/>
                  </a:lnTo>
                  <a:cubicBezTo>
                    <a:pt x="14193" y="15390"/>
                    <a:pt x="13936" y="15530"/>
                    <a:pt x="13679" y="15671"/>
                  </a:cubicBezTo>
                  <a:cubicBezTo>
                    <a:pt x="13621" y="15696"/>
                    <a:pt x="13572" y="15729"/>
                    <a:pt x="13514" y="15762"/>
                  </a:cubicBezTo>
                  <a:cubicBezTo>
                    <a:pt x="13504" y="15761"/>
                    <a:pt x="13495" y="15760"/>
                    <a:pt x="13486" y="15760"/>
                  </a:cubicBezTo>
                  <a:cubicBezTo>
                    <a:pt x="13455" y="15760"/>
                    <a:pt x="13425" y="15772"/>
                    <a:pt x="13406" y="15804"/>
                  </a:cubicBezTo>
                  <a:cubicBezTo>
                    <a:pt x="13398" y="15812"/>
                    <a:pt x="13381" y="15829"/>
                    <a:pt x="13373" y="15837"/>
                  </a:cubicBezTo>
                  <a:cubicBezTo>
                    <a:pt x="13000" y="16044"/>
                    <a:pt x="12611" y="16235"/>
                    <a:pt x="12196" y="16351"/>
                  </a:cubicBezTo>
                  <a:cubicBezTo>
                    <a:pt x="12022" y="16392"/>
                    <a:pt x="11848" y="16425"/>
                    <a:pt x="11674" y="16434"/>
                  </a:cubicBezTo>
                  <a:cubicBezTo>
                    <a:pt x="11890" y="16367"/>
                    <a:pt x="12130" y="16235"/>
                    <a:pt x="12221" y="16003"/>
                  </a:cubicBezTo>
                  <a:cubicBezTo>
                    <a:pt x="12234" y="15965"/>
                    <a:pt x="12204" y="15933"/>
                    <a:pt x="12171" y="15933"/>
                  </a:cubicBezTo>
                  <a:cubicBezTo>
                    <a:pt x="12160" y="15933"/>
                    <a:pt x="12149" y="15936"/>
                    <a:pt x="12138" y="15945"/>
                  </a:cubicBezTo>
                  <a:cubicBezTo>
                    <a:pt x="11964" y="16077"/>
                    <a:pt x="11799" y="16193"/>
                    <a:pt x="11583" y="16260"/>
                  </a:cubicBezTo>
                  <a:cubicBezTo>
                    <a:pt x="11422" y="16307"/>
                    <a:pt x="11249" y="16325"/>
                    <a:pt x="11074" y="16325"/>
                  </a:cubicBezTo>
                  <a:cubicBezTo>
                    <a:pt x="11006" y="16325"/>
                    <a:pt x="10938" y="16322"/>
                    <a:pt x="10871" y="16318"/>
                  </a:cubicBezTo>
                  <a:cubicBezTo>
                    <a:pt x="10614" y="16293"/>
                    <a:pt x="10357" y="16260"/>
                    <a:pt x="10092" y="16243"/>
                  </a:cubicBezTo>
                  <a:cubicBezTo>
                    <a:pt x="10050" y="16242"/>
                    <a:pt x="10009" y="16241"/>
                    <a:pt x="9967" y="16241"/>
                  </a:cubicBezTo>
                  <a:cubicBezTo>
                    <a:pt x="9758" y="16241"/>
                    <a:pt x="9546" y="16258"/>
                    <a:pt x="9346" y="16293"/>
                  </a:cubicBezTo>
                  <a:cubicBezTo>
                    <a:pt x="9064" y="16342"/>
                    <a:pt x="8808" y="16434"/>
                    <a:pt x="8559" y="16574"/>
                  </a:cubicBezTo>
                  <a:cubicBezTo>
                    <a:pt x="8522" y="16597"/>
                    <a:pt x="8552" y="16660"/>
                    <a:pt x="8594" y="16660"/>
                  </a:cubicBezTo>
                  <a:cubicBezTo>
                    <a:pt x="8599" y="16660"/>
                    <a:pt x="8604" y="16659"/>
                    <a:pt x="8609" y="16657"/>
                  </a:cubicBezTo>
                  <a:cubicBezTo>
                    <a:pt x="8989" y="16477"/>
                    <a:pt x="9401" y="16415"/>
                    <a:pt x="9820" y="16415"/>
                  </a:cubicBezTo>
                  <a:cubicBezTo>
                    <a:pt x="9922" y="16415"/>
                    <a:pt x="10023" y="16419"/>
                    <a:pt x="10125" y="16425"/>
                  </a:cubicBezTo>
                  <a:cubicBezTo>
                    <a:pt x="10454" y="16455"/>
                    <a:pt x="10789" y="16519"/>
                    <a:pt x="11126" y="16519"/>
                  </a:cubicBezTo>
                  <a:cubicBezTo>
                    <a:pt x="11162" y="16519"/>
                    <a:pt x="11199" y="16518"/>
                    <a:pt x="11235" y="16516"/>
                  </a:cubicBezTo>
                  <a:cubicBezTo>
                    <a:pt x="11243" y="16525"/>
                    <a:pt x="11252" y="16533"/>
                    <a:pt x="11277" y="16541"/>
                  </a:cubicBezTo>
                  <a:cubicBezTo>
                    <a:pt x="11408" y="16569"/>
                    <a:pt x="11538" y="16581"/>
                    <a:pt x="11668" y="16581"/>
                  </a:cubicBezTo>
                  <a:cubicBezTo>
                    <a:pt x="12121" y="16581"/>
                    <a:pt x="12565" y="16430"/>
                    <a:pt x="12983" y="16243"/>
                  </a:cubicBezTo>
                  <a:cubicBezTo>
                    <a:pt x="12992" y="16235"/>
                    <a:pt x="13000" y="16226"/>
                    <a:pt x="13008" y="16226"/>
                  </a:cubicBezTo>
                  <a:cubicBezTo>
                    <a:pt x="12263" y="16898"/>
                    <a:pt x="11227" y="17171"/>
                    <a:pt x="10224" y="17179"/>
                  </a:cubicBezTo>
                  <a:cubicBezTo>
                    <a:pt x="10196" y="17180"/>
                    <a:pt x="10167" y="17180"/>
                    <a:pt x="10138" y="17180"/>
                  </a:cubicBezTo>
                  <a:cubicBezTo>
                    <a:pt x="9024" y="17180"/>
                    <a:pt x="7781" y="16863"/>
                    <a:pt x="7167" y="15845"/>
                  </a:cubicBezTo>
                  <a:cubicBezTo>
                    <a:pt x="6976" y="15539"/>
                    <a:pt x="6852" y="15199"/>
                    <a:pt x="6753" y="14859"/>
                  </a:cubicBezTo>
                  <a:cubicBezTo>
                    <a:pt x="6695" y="14685"/>
                    <a:pt x="6653" y="14511"/>
                    <a:pt x="6620" y="14329"/>
                  </a:cubicBezTo>
                  <a:cubicBezTo>
                    <a:pt x="6612" y="14296"/>
                    <a:pt x="6604" y="14254"/>
                    <a:pt x="6595" y="14213"/>
                  </a:cubicBezTo>
                  <a:lnTo>
                    <a:pt x="6595" y="14213"/>
                  </a:lnTo>
                  <a:cubicBezTo>
                    <a:pt x="6653" y="14263"/>
                    <a:pt x="6703" y="14304"/>
                    <a:pt x="6761" y="14346"/>
                  </a:cubicBezTo>
                  <a:cubicBezTo>
                    <a:pt x="6852" y="14428"/>
                    <a:pt x="6952" y="14511"/>
                    <a:pt x="7051" y="14578"/>
                  </a:cubicBezTo>
                  <a:cubicBezTo>
                    <a:pt x="7150" y="14652"/>
                    <a:pt x="7250" y="14735"/>
                    <a:pt x="7358" y="14776"/>
                  </a:cubicBezTo>
                  <a:cubicBezTo>
                    <a:pt x="7364" y="14778"/>
                    <a:pt x="7369" y="14779"/>
                    <a:pt x="7375" y="14779"/>
                  </a:cubicBezTo>
                  <a:cubicBezTo>
                    <a:pt x="7416" y="14779"/>
                    <a:pt x="7446" y="14730"/>
                    <a:pt x="7424" y="14694"/>
                  </a:cubicBezTo>
                  <a:cubicBezTo>
                    <a:pt x="7358" y="14594"/>
                    <a:pt x="7258" y="14511"/>
                    <a:pt x="7167" y="14428"/>
                  </a:cubicBezTo>
                  <a:cubicBezTo>
                    <a:pt x="7084" y="14346"/>
                    <a:pt x="6993" y="14263"/>
                    <a:pt x="6902" y="14180"/>
                  </a:cubicBezTo>
                  <a:cubicBezTo>
                    <a:pt x="6744" y="14031"/>
                    <a:pt x="6521" y="13898"/>
                    <a:pt x="6504" y="13658"/>
                  </a:cubicBezTo>
                  <a:cubicBezTo>
                    <a:pt x="6479" y="13318"/>
                    <a:pt x="6554" y="12954"/>
                    <a:pt x="6430" y="12639"/>
                  </a:cubicBezTo>
                  <a:lnTo>
                    <a:pt x="6430" y="12639"/>
                  </a:lnTo>
                  <a:lnTo>
                    <a:pt x="6446" y="12647"/>
                  </a:lnTo>
                  <a:cubicBezTo>
                    <a:pt x="6455" y="12652"/>
                    <a:pt x="6464" y="12655"/>
                    <a:pt x="6472" y="12655"/>
                  </a:cubicBezTo>
                  <a:cubicBezTo>
                    <a:pt x="6506" y="12655"/>
                    <a:pt x="6536" y="12620"/>
                    <a:pt x="6529" y="12581"/>
                  </a:cubicBezTo>
                  <a:cubicBezTo>
                    <a:pt x="6496" y="12382"/>
                    <a:pt x="6297" y="12332"/>
                    <a:pt x="6140" y="12258"/>
                  </a:cubicBezTo>
                  <a:cubicBezTo>
                    <a:pt x="5974" y="12175"/>
                    <a:pt x="5874" y="12017"/>
                    <a:pt x="5792" y="11860"/>
                  </a:cubicBezTo>
                  <a:cubicBezTo>
                    <a:pt x="5684" y="11653"/>
                    <a:pt x="5593" y="11446"/>
                    <a:pt x="5493" y="11239"/>
                  </a:cubicBezTo>
                  <a:cubicBezTo>
                    <a:pt x="5444" y="11131"/>
                    <a:pt x="5386" y="11031"/>
                    <a:pt x="5344" y="10924"/>
                  </a:cubicBezTo>
                  <a:cubicBezTo>
                    <a:pt x="5295" y="10824"/>
                    <a:pt x="5253" y="10717"/>
                    <a:pt x="5286" y="10609"/>
                  </a:cubicBezTo>
                  <a:cubicBezTo>
                    <a:pt x="5297" y="10566"/>
                    <a:pt x="5263" y="10534"/>
                    <a:pt x="5231" y="10534"/>
                  </a:cubicBezTo>
                  <a:cubicBezTo>
                    <a:pt x="5213" y="10534"/>
                    <a:pt x="5196" y="10544"/>
                    <a:pt x="5187" y="10567"/>
                  </a:cubicBezTo>
                  <a:cubicBezTo>
                    <a:pt x="5170" y="10609"/>
                    <a:pt x="5162" y="10650"/>
                    <a:pt x="5154" y="10700"/>
                  </a:cubicBezTo>
                  <a:cubicBezTo>
                    <a:pt x="5112" y="10675"/>
                    <a:pt x="5063" y="10659"/>
                    <a:pt x="5021" y="10642"/>
                  </a:cubicBezTo>
                  <a:cubicBezTo>
                    <a:pt x="5005" y="10634"/>
                    <a:pt x="4988" y="10625"/>
                    <a:pt x="4971" y="10625"/>
                  </a:cubicBezTo>
                  <a:cubicBezTo>
                    <a:pt x="4855" y="10601"/>
                    <a:pt x="4731" y="10584"/>
                    <a:pt x="4607" y="10584"/>
                  </a:cubicBezTo>
                  <a:cubicBezTo>
                    <a:pt x="4350" y="10567"/>
                    <a:pt x="4110" y="10526"/>
                    <a:pt x="3869" y="10418"/>
                  </a:cubicBezTo>
                  <a:cubicBezTo>
                    <a:pt x="3762" y="10369"/>
                    <a:pt x="3646" y="10302"/>
                    <a:pt x="3555" y="10219"/>
                  </a:cubicBezTo>
                  <a:cubicBezTo>
                    <a:pt x="3505" y="10170"/>
                    <a:pt x="3488" y="10137"/>
                    <a:pt x="3480" y="10070"/>
                  </a:cubicBezTo>
                  <a:cubicBezTo>
                    <a:pt x="3472" y="10004"/>
                    <a:pt x="3463" y="9938"/>
                    <a:pt x="3430" y="9880"/>
                  </a:cubicBezTo>
                  <a:cubicBezTo>
                    <a:pt x="3381" y="9772"/>
                    <a:pt x="3273" y="9706"/>
                    <a:pt x="3190" y="9623"/>
                  </a:cubicBezTo>
                  <a:cubicBezTo>
                    <a:pt x="3091" y="9523"/>
                    <a:pt x="3016" y="9407"/>
                    <a:pt x="2941" y="9291"/>
                  </a:cubicBezTo>
                  <a:cubicBezTo>
                    <a:pt x="2643" y="8769"/>
                    <a:pt x="2353" y="8239"/>
                    <a:pt x="2096" y="7701"/>
                  </a:cubicBezTo>
                  <a:cubicBezTo>
                    <a:pt x="1964" y="7436"/>
                    <a:pt x="1848" y="7154"/>
                    <a:pt x="1707" y="6889"/>
                  </a:cubicBezTo>
                  <a:cubicBezTo>
                    <a:pt x="1566" y="6632"/>
                    <a:pt x="1384" y="6408"/>
                    <a:pt x="1210" y="6168"/>
                  </a:cubicBezTo>
                  <a:cubicBezTo>
                    <a:pt x="878" y="5687"/>
                    <a:pt x="588" y="5182"/>
                    <a:pt x="340" y="4652"/>
                  </a:cubicBezTo>
                  <a:cubicBezTo>
                    <a:pt x="232" y="4411"/>
                    <a:pt x="100" y="4130"/>
                    <a:pt x="216" y="3881"/>
                  </a:cubicBezTo>
                  <a:cubicBezTo>
                    <a:pt x="323" y="3649"/>
                    <a:pt x="563" y="3517"/>
                    <a:pt x="804" y="3467"/>
                  </a:cubicBezTo>
                  <a:cubicBezTo>
                    <a:pt x="1085" y="3401"/>
                    <a:pt x="1392" y="3392"/>
                    <a:pt x="1682" y="3384"/>
                  </a:cubicBezTo>
                  <a:cubicBezTo>
                    <a:pt x="1757" y="3382"/>
                    <a:pt x="1831" y="3381"/>
                    <a:pt x="1904" y="3381"/>
                  </a:cubicBezTo>
                  <a:cubicBezTo>
                    <a:pt x="2125" y="3381"/>
                    <a:pt x="2343" y="3390"/>
                    <a:pt x="2560" y="3409"/>
                  </a:cubicBezTo>
                  <a:cubicBezTo>
                    <a:pt x="3140" y="3450"/>
                    <a:pt x="3720" y="3541"/>
                    <a:pt x="4284" y="3690"/>
                  </a:cubicBezTo>
                  <a:cubicBezTo>
                    <a:pt x="4557" y="3757"/>
                    <a:pt x="4831" y="3840"/>
                    <a:pt x="5079" y="3989"/>
                  </a:cubicBezTo>
                  <a:cubicBezTo>
                    <a:pt x="5303" y="4130"/>
                    <a:pt x="5510" y="4304"/>
                    <a:pt x="5709" y="4486"/>
                  </a:cubicBezTo>
                  <a:cubicBezTo>
                    <a:pt x="6082" y="4826"/>
                    <a:pt x="6430" y="5223"/>
                    <a:pt x="6620" y="5704"/>
                  </a:cubicBezTo>
                  <a:cubicBezTo>
                    <a:pt x="6670" y="5820"/>
                    <a:pt x="6711" y="5936"/>
                    <a:pt x="6736" y="6052"/>
                  </a:cubicBezTo>
                  <a:cubicBezTo>
                    <a:pt x="6752" y="6106"/>
                    <a:pt x="6795" y="6152"/>
                    <a:pt x="6848" y="6152"/>
                  </a:cubicBezTo>
                  <a:cubicBezTo>
                    <a:pt x="6852" y="6152"/>
                    <a:pt x="6856" y="6152"/>
                    <a:pt x="6860" y="6151"/>
                  </a:cubicBezTo>
                  <a:cubicBezTo>
                    <a:pt x="6918" y="6143"/>
                    <a:pt x="6968" y="6085"/>
                    <a:pt x="6952" y="6027"/>
                  </a:cubicBezTo>
                  <a:cubicBezTo>
                    <a:pt x="6935" y="5911"/>
                    <a:pt x="6894" y="5795"/>
                    <a:pt x="6852" y="5687"/>
                  </a:cubicBezTo>
                  <a:cubicBezTo>
                    <a:pt x="6886" y="5668"/>
                    <a:pt x="6925" y="5661"/>
                    <a:pt x="6966" y="5661"/>
                  </a:cubicBezTo>
                  <a:cubicBezTo>
                    <a:pt x="7067" y="5661"/>
                    <a:pt x="7182" y="5705"/>
                    <a:pt x="7258" y="5729"/>
                  </a:cubicBezTo>
                  <a:cubicBezTo>
                    <a:pt x="7344" y="5755"/>
                    <a:pt x="7428" y="5769"/>
                    <a:pt x="7513" y="5769"/>
                  </a:cubicBezTo>
                  <a:cubicBezTo>
                    <a:pt x="7592" y="5769"/>
                    <a:pt x="7672" y="5757"/>
                    <a:pt x="7755" y="5729"/>
                  </a:cubicBezTo>
                  <a:cubicBezTo>
                    <a:pt x="7913" y="5679"/>
                    <a:pt x="8037" y="5571"/>
                    <a:pt x="8178" y="5488"/>
                  </a:cubicBezTo>
                  <a:cubicBezTo>
                    <a:pt x="8319" y="5406"/>
                    <a:pt x="8468" y="5323"/>
                    <a:pt x="8625" y="5298"/>
                  </a:cubicBezTo>
                  <a:cubicBezTo>
                    <a:pt x="8653" y="5293"/>
                    <a:pt x="8680" y="5292"/>
                    <a:pt x="8706" y="5292"/>
                  </a:cubicBezTo>
                  <a:cubicBezTo>
                    <a:pt x="8749" y="5292"/>
                    <a:pt x="8791" y="5296"/>
                    <a:pt x="8834" y="5296"/>
                  </a:cubicBezTo>
                  <a:cubicBezTo>
                    <a:pt x="8861" y="5296"/>
                    <a:pt x="8888" y="5294"/>
                    <a:pt x="8915" y="5290"/>
                  </a:cubicBezTo>
                  <a:cubicBezTo>
                    <a:pt x="9006" y="5281"/>
                    <a:pt x="9089" y="5256"/>
                    <a:pt x="9164" y="5207"/>
                  </a:cubicBezTo>
                  <a:cubicBezTo>
                    <a:pt x="9305" y="5107"/>
                    <a:pt x="9404" y="4958"/>
                    <a:pt x="9562" y="4875"/>
                  </a:cubicBezTo>
                  <a:cubicBezTo>
                    <a:pt x="9736" y="4792"/>
                    <a:pt x="9918" y="4768"/>
                    <a:pt x="10100" y="4726"/>
                  </a:cubicBezTo>
                  <a:cubicBezTo>
                    <a:pt x="10291" y="4693"/>
                    <a:pt x="10481" y="4635"/>
                    <a:pt x="10655" y="4560"/>
                  </a:cubicBezTo>
                  <a:cubicBezTo>
                    <a:pt x="10971" y="4419"/>
                    <a:pt x="11320" y="4218"/>
                    <a:pt x="11675" y="4218"/>
                  </a:cubicBezTo>
                  <a:cubicBezTo>
                    <a:pt x="11757" y="4218"/>
                    <a:pt x="11840" y="4229"/>
                    <a:pt x="11923" y="4254"/>
                  </a:cubicBezTo>
                  <a:cubicBezTo>
                    <a:pt x="11933" y="4257"/>
                    <a:pt x="11942" y="4258"/>
                    <a:pt x="11951" y="4258"/>
                  </a:cubicBezTo>
                  <a:cubicBezTo>
                    <a:pt x="12041" y="4258"/>
                    <a:pt x="12087" y="4118"/>
                    <a:pt x="11989" y="4088"/>
                  </a:cubicBezTo>
                  <a:cubicBezTo>
                    <a:pt x="11890" y="4063"/>
                    <a:pt x="11782" y="4047"/>
                    <a:pt x="11683" y="4047"/>
                  </a:cubicBezTo>
                  <a:cubicBezTo>
                    <a:pt x="11691" y="4047"/>
                    <a:pt x="11691" y="4038"/>
                    <a:pt x="11691" y="4030"/>
                  </a:cubicBezTo>
                  <a:cubicBezTo>
                    <a:pt x="11741" y="3624"/>
                    <a:pt x="11741" y="3218"/>
                    <a:pt x="11774" y="2812"/>
                  </a:cubicBezTo>
                  <a:cubicBezTo>
                    <a:pt x="11807" y="2406"/>
                    <a:pt x="11840" y="2009"/>
                    <a:pt x="11890" y="1611"/>
                  </a:cubicBezTo>
                  <a:cubicBezTo>
                    <a:pt x="11931" y="1279"/>
                    <a:pt x="11956" y="915"/>
                    <a:pt x="12072" y="600"/>
                  </a:cubicBezTo>
                  <a:cubicBezTo>
                    <a:pt x="12122" y="476"/>
                    <a:pt x="12180" y="360"/>
                    <a:pt x="12287" y="277"/>
                  </a:cubicBezTo>
                  <a:cubicBezTo>
                    <a:pt x="12378" y="198"/>
                    <a:pt x="12492" y="173"/>
                    <a:pt x="12608" y="173"/>
                  </a:cubicBezTo>
                  <a:close/>
                  <a:moveTo>
                    <a:pt x="6272" y="12738"/>
                  </a:moveTo>
                  <a:cubicBezTo>
                    <a:pt x="6297" y="12854"/>
                    <a:pt x="6305" y="12979"/>
                    <a:pt x="6305" y="13103"/>
                  </a:cubicBezTo>
                  <a:cubicBezTo>
                    <a:pt x="6305" y="13335"/>
                    <a:pt x="6247" y="13583"/>
                    <a:pt x="6314" y="13815"/>
                  </a:cubicBezTo>
                  <a:cubicBezTo>
                    <a:pt x="6330" y="13873"/>
                    <a:pt x="6355" y="13923"/>
                    <a:pt x="6388" y="13981"/>
                  </a:cubicBezTo>
                  <a:cubicBezTo>
                    <a:pt x="6396" y="14254"/>
                    <a:pt x="6454" y="14528"/>
                    <a:pt x="6521" y="14793"/>
                  </a:cubicBezTo>
                  <a:cubicBezTo>
                    <a:pt x="6604" y="15116"/>
                    <a:pt x="6720" y="15439"/>
                    <a:pt x="6869" y="15738"/>
                  </a:cubicBezTo>
                  <a:cubicBezTo>
                    <a:pt x="7134" y="16284"/>
                    <a:pt x="7565" y="16707"/>
                    <a:pt x="8103" y="16980"/>
                  </a:cubicBezTo>
                  <a:cubicBezTo>
                    <a:pt x="8675" y="17270"/>
                    <a:pt x="9321" y="17378"/>
                    <a:pt x="9959" y="17395"/>
                  </a:cubicBezTo>
                  <a:cubicBezTo>
                    <a:pt x="10036" y="17397"/>
                    <a:pt x="10112" y="17399"/>
                    <a:pt x="10189" y="17399"/>
                  </a:cubicBezTo>
                  <a:cubicBezTo>
                    <a:pt x="10794" y="17399"/>
                    <a:pt x="11406" y="17310"/>
                    <a:pt x="11973" y="17096"/>
                  </a:cubicBezTo>
                  <a:cubicBezTo>
                    <a:pt x="12594" y="16864"/>
                    <a:pt x="13166" y="16475"/>
                    <a:pt x="13572" y="15945"/>
                  </a:cubicBezTo>
                  <a:cubicBezTo>
                    <a:pt x="13853" y="15804"/>
                    <a:pt x="14135" y="15646"/>
                    <a:pt x="14417" y="15497"/>
                  </a:cubicBezTo>
                  <a:lnTo>
                    <a:pt x="14417" y="15497"/>
                  </a:lnTo>
                  <a:cubicBezTo>
                    <a:pt x="14409" y="15530"/>
                    <a:pt x="14400" y="15564"/>
                    <a:pt x="14417" y="15588"/>
                  </a:cubicBezTo>
                  <a:cubicBezTo>
                    <a:pt x="14450" y="15688"/>
                    <a:pt x="14475" y="15787"/>
                    <a:pt x="14491" y="15887"/>
                  </a:cubicBezTo>
                  <a:cubicBezTo>
                    <a:pt x="14450" y="16028"/>
                    <a:pt x="14392" y="16160"/>
                    <a:pt x="14301" y="16284"/>
                  </a:cubicBezTo>
                  <a:cubicBezTo>
                    <a:pt x="14201" y="16425"/>
                    <a:pt x="14069" y="16541"/>
                    <a:pt x="13936" y="16666"/>
                  </a:cubicBezTo>
                  <a:cubicBezTo>
                    <a:pt x="13795" y="16806"/>
                    <a:pt x="13655" y="16947"/>
                    <a:pt x="13505" y="17088"/>
                  </a:cubicBezTo>
                  <a:cubicBezTo>
                    <a:pt x="13240" y="17345"/>
                    <a:pt x="12983" y="17618"/>
                    <a:pt x="12677" y="17826"/>
                  </a:cubicBezTo>
                  <a:cubicBezTo>
                    <a:pt x="12395" y="18016"/>
                    <a:pt x="12072" y="18140"/>
                    <a:pt x="11741" y="18223"/>
                  </a:cubicBezTo>
                  <a:cubicBezTo>
                    <a:pt x="11115" y="18374"/>
                    <a:pt x="10456" y="18381"/>
                    <a:pt x="9806" y="18381"/>
                  </a:cubicBezTo>
                  <a:cubicBezTo>
                    <a:pt x="9741" y="18381"/>
                    <a:pt x="9676" y="18381"/>
                    <a:pt x="9611" y="18381"/>
                  </a:cubicBezTo>
                  <a:cubicBezTo>
                    <a:pt x="8915" y="18381"/>
                    <a:pt x="8186" y="18339"/>
                    <a:pt x="7548" y="18024"/>
                  </a:cubicBezTo>
                  <a:cubicBezTo>
                    <a:pt x="7225" y="17867"/>
                    <a:pt x="6960" y="17643"/>
                    <a:pt x="6720" y="17378"/>
                  </a:cubicBezTo>
                  <a:cubicBezTo>
                    <a:pt x="6521" y="17163"/>
                    <a:pt x="6322" y="16931"/>
                    <a:pt x="6057" y="16790"/>
                  </a:cubicBezTo>
                  <a:cubicBezTo>
                    <a:pt x="6065" y="16765"/>
                    <a:pt x="6073" y="16740"/>
                    <a:pt x="6057" y="16715"/>
                  </a:cubicBezTo>
                  <a:cubicBezTo>
                    <a:pt x="5816" y="16110"/>
                    <a:pt x="5642" y="15489"/>
                    <a:pt x="5543" y="14851"/>
                  </a:cubicBezTo>
                  <a:cubicBezTo>
                    <a:pt x="5493" y="14553"/>
                    <a:pt x="5444" y="14246"/>
                    <a:pt x="5460" y="13940"/>
                  </a:cubicBezTo>
                  <a:lnTo>
                    <a:pt x="5469" y="13940"/>
                  </a:lnTo>
                  <a:cubicBezTo>
                    <a:pt x="5477" y="13824"/>
                    <a:pt x="5493" y="13708"/>
                    <a:pt x="5527" y="13600"/>
                  </a:cubicBezTo>
                  <a:cubicBezTo>
                    <a:pt x="5535" y="13600"/>
                    <a:pt x="5535" y="13592"/>
                    <a:pt x="5543" y="13592"/>
                  </a:cubicBezTo>
                  <a:cubicBezTo>
                    <a:pt x="5527" y="13699"/>
                    <a:pt x="5510" y="13807"/>
                    <a:pt x="5510" y="13915"/>
                  </a:cubicBezTo>
                  <a:cubicBezTo>
                    <a:pt x="5502" y="14080"/>
                    <a:pt x="5510" y="14246"/>
                    <a:pt x="5527" y="14412"/>
                  </a:cubicBezTo>
                  <a:cubicBezTo>
                    <a:pt x="5535" y="14495"/>
                    <a:pt x="5543" y="14578"/>
                    <a:pt x="5560" y="14660"/>
                  </a:cubicBezTo>
                  <a:cubicBezTo>
                    <a:pt x="5576" y="14743"/>
                    <a:pt x="5601" y="14834"/>
                    <a:pt x="5651" y="14892"/>
                  </a:cubicBezTo>
                  <a:cubicBezTo>
                    <a:pt x="5662" y="14904"/>
                    <a:pt x="5677" y="14910"/>
                    <a:pt x="5692" y="14910"/>
                  </a:cubicBezTo>
                  <a:cubicBezTo>
                    <a:pt x="5709" y="14910"/>
                    <a:pt x="5725" y="14902"/>
                    <a:pt x="5734" y="14884"/>
                  </a:cubicBezTo>
                  <a:cubicBezTo>
                    <a:pt x="5767" y="14752"/>
                    <a:pt x="5709" y="14602"/>
                    <a:pt x="5692" y="14470"/>
                  </a:cubicBezTo>
                  <a:cubicBezTo>
                    <a:pt x="5667" y="14312"/>
                    <a:pt x="5659" y="14163"/>
                    <a:pt x="5659" y="14006"/>
                  </a:cubicBezTo>
                  <a:cubicBezTo>
                    <a:pt x="5659" y="13857"/>
                    <a:pt x="5676" y="13708"/>
                    <a:pt x="5692" y="13559"/>
                  </a:cubicBezTo>
                  <a:cubicBezTo>
                    <a:pt x="5700" y="13484"/>
                    <a:pt x="5709" y="13409"/>
                    <a:pt x="5717" y="13343"/>
                  </a:cubicBezTo>
                  <a:cubicBezTo>
                    <a:pt x="5725" y="13327"/>
                    <a:pt x="5725" y="13310"/>
                    <a:pt x="5725" y="13302"/>
                  </a:cubicBezTo>
                  <a:cubicBezTo>
                    <a:pt x="5758" y="13244"/>
                    <a:pt x="5783" y="13177"/>
                    <a:pt x="5808" y="13119"/>
                  </a:cubicBezTo>
                  <a:cubicBezTo>
                    <a:pt x="5808" y="13111"/>
                    <a:pt x="5808" y="13111"/>
                    <a:pt x="5808" y="13103"/>
                  </a:cubicBezTo>
                  <a:cubicBezTo>
                    <a:pt x="5899" y="13003"/>
                    <a:pt x="5990" y="12904"/>
                    <a:pt x="6090" y="12813"/>
                  </a:cubicBezTo>
                  <a:lnTo>
                    <a:pt x="6090" y="12813"/>
                  </a:lnTo>
                  <a:cubicBezTo>
                    <a:pt x="6048" y="12912"/>
                    <a:pt x="6032" y="13020"/>
                    <a:pt x="6015" y="13128"/>
                  </a:cubicBezTo>
                  <a:cubicBezTo>
                    <a:pt x="5999" y="13252"/>
                    <a:pt x="5990" y="13385"/>
                    <a:pt x="5990" y="13509"/>
                  </a:cubicBezTo>
                  <a:cubicBezTo>
                    <a:pt x="5990" y="13575"/>
                    <a:pt x="5999" y="13641"/>
                    <a:pt x="6015" y="13708"/>
                  </a:cubicBezTo>
                  <a:cubicBezTo>
                    <a:pt x="6024" y="13766"/>
                    <a:pt x="6040" y="13840"/>
                    <a:pt x="6073" y="13882"/>
                  </a:cubicBezTo>
                  <a:cubicBezTo>
                    <a:pt x="6085" y="13893"/>
                    <a:pt x="6100" y="13899"/>
                    <a:pt x="6114" y="13899"/>
                  </a:cubicBezTo>
                  <a:cubicBezTo>
                    <a:pt x="6130" y="13899"/>
                    <a:pt x="6143" y="13891"/>
                    <a:pt x="6148" y="13873"/>
                  </a:cubicBezTo>
                  <a:cubicBezTo>
                    <a:pt x="6173" y="13824"/>
                    <a:pt x="6164" y="13766"/>
                    <a:pt x="6164" y="13708"/>
                  </a:cubicBezTo>
                  <a:cubicBezTo>
                    <a:pt x="6164" y="13658"/>
                    <a:pt x="6164" y="13608"/>
                    <a:pt x="6156" y="13559"/>
                  </a:cubicBezTo>
                  <a:cubicBezTo>
                    <a:pt x="6156" y="13434"/>
                    <a:pt x="6156" y="13318"/>
                    <a:pt x="6164" y="13202"/>
                  </a:cubicBezTo>
                  <a:cubicBezTo>
                    <a:pt x="6181" y="13095"/>
                    <a:pt x="6198" y="12995"/>
                    <a:pt x="6222" y="12887"/>
                  </a:cubicBezTo>
                  <a:cubicBezTo>
                    <a:pt x="6231" y="12838"/>
                    <a:pt x="6247" y="12788"/>
                    <a:pt x="6272" y="12738"/>
                  </a:cubicBezTo>
                  <a:close/>
                  <a:moveTo>
                    <a:pt x="5286" y="13882"/>
                  </a:moveTo>
                  <a:lnTo>
                    <a:pt x="5286" y="13882"/>
                  </a:lnTo>
                  <a:cubicBezTo>
                    <a:pt x="5261" y="14155"/>
                    <a:pt x="5295" y="14428"/>
                    <a:pt x="5328" y="14702"/>
                  </a:cubicBezTo>
                  <a:cubicBezTo>
                    <a:pt x="5377" y="15033"/>
                    <a:pt x="5444" y="15365"/>
                    <a:pt x="5535" y="15696"/>
                  </a:cubicBezTo>
                  <a:cubicBezTo>
                    <a:pt x="5626" y="16044"/>
                    <a:pt x="5734" y="16392"/>
                    <a:pt x="5866" y="16732"/>
                  </a:cubicBezTo>
                  <a:cubicBezTo>
                    <a:pt x="5825" y="16757"/>
                    <a:pt x="5808" y="16823"/>
                    <a:pt x="5858" y="16848"/>
                  </a:cubicBezTo>
                  <a:cubicBezTo>
                    <a:pt x="6131" y="17014"/>
                    <a:pt x="6338" y="17254"/>
                    <a:pt x="6554" y="17486"/>
                  </a:cubicBezTo>
                  <a:cubicBezTo>
                    <a:pt x="6778" y="17734"/>
                    <a:pt x="7018" y="17958"/>
                    <a:pt x="7308" y="18124"/>
                  </a:cubicBezTo>
                  <a:cubicBezTo>
                    <a:pt x="7938" y="18488"/>
                    <a:pt x="8675" y="18571"/>
                    <a:pt x="9388" y="18580"/>
                  </a:cubicBezTo>
                  <a:cubicBezTo>
                    <a:pt x="9490" y="18582"/>
                    <a:pt x="9592" y="18583"/>
                    <a:pt x="9694" y="18583"/>
                  </a:cubicBezTo>
                  <a:cubicBezTo>
                    <a:pt x="9972" y="18583"/>
                    <a:pt x="10250" y="18575"/>
                    <a:pt x="10523" y="18563"/>
                  </a:cubicBezTo>
                  <a:cubicBezTo>
                    <a:pt x="10887" y="18546"/>
                    <a:pt x="11260" y="18522"/>
                    <a:pt x="11616" y="18455"/>
                  </a:cubicBezTo>
                  <a:cubicBezTo>
                    <a:pt x="11964" y="18381"/>
                    <a:pt x="12304" y="18273"/>
                    <a:pt x="12611" y="18099"/>
                  </a:cubicBezTo>
                  <a:cubicBezTo>
                    <a:pt x="12934" y="17908"/>
                    <a:pt x="13207" y="17643"/>
                    <a:pt x="13472" y="17386"/>
                  </a:cubicBezTo>
                  <a:cubicBezTo>
                    <a:pt x="13638" y="17221"/>
                    <a:pt x="13804" y="17063"/>
                    <a:pt x="13969" y="16906"/>
                  </a:cubicBezTo>
                  <a:cubicBezTo>
                    <a:pt x="14119" y="16757"/>
                    <a:pt x="14276" y="16616"/>
                    <a:pt x="14417" y="16458"/>
                  </a:cubicBezTo>
                  <a:cubicBezTo>
                    <a:pt x="14442" y="16425"/>
                    <a:pt x="14475" y="16384"/>
                    <a:pt x="14500" y="16351"/>
                  </a:cubicBezTo>
                  <a:lnTo>
                    <a:pt x="14500" y="16351"/>
                  </a:lnTo>
                  <a:cubicBezTo>
                    <a:pt x="14483" y="16566"/>
                    <a:pt x="14442" y="16782"/>
                    <a:pt x="14417" y="16980"/>
                  </a:cubicBezTo>
                  <a:lnTo>
                    <a:pt x="14425" y="16989"/>
                  </a:lnTo>
                  <a:cubicBezTo>
                    <a:pt x="14392" y="17237"/>
                    <a:pt x="14367" y="17494"/>
                    <a:pt x="14342" y="17751"/>
                  </a:cubicBezTo>
                  <a:cubicBezTo>
                    <a:pt x="14317" y="17983"/>
                    <a:pt x="14309" y="18232"/>
                    <a:pt x="14218" y="18447"/>
                  </a:cubicBezTo>
                  <a:cubicBezTo>
                    <a:pt x="14069" y="18803"/>
                    <a:pt x="13746" y="18994"/>
                    <a:pt x="13398" y="19118"/>
                  </a:cubicBezTo>
                  <a:cubicBezTo>
                    <a:pt x="12967" y="19267"/>
                    <a:pt x="12519" y="19367"/>
                    <a:pt x="12072" y="19416"/>
                  </a:cubicBezTo>
                  <a:cubicBezTo>
                    <a:pt x="11693" y="19462"/>
                    <a:pt x="11311" y="19484"/>
                    <a:pt x="10927" y="19484"/>
                  </a:cubicBezTo>
                  <a:cubicBezTo>
                    <a:pt x="10346" y="19484"/>
                    <a:pt x="9763" y="19435"/>
                    <a:pt x="9189" y="19350"/>
                  </a:cubicBezTo>
                  <a:cubicBezTo>
                    <a:pt x="8708" y="19275"/>
                    <a:pt x="8228" y="19184"/>
                    <a:pt x="7755" y="19077"/>
                  </a:cubicBezTo>
                  <a:cubicBezTo>
                    <a:pt x="7275" y="18969"/>
                    <a:pt x="6811" y="18836"/>
                    <a:pt x="6355" y="18638"/>
                  </a:cubicBezTo>
                  <a:cubicBezTo>
                    <a:pt x="5841" y="18414"/>
                    <a:pt x="5336" y="18165"/>
                    <a:pt x="4831" y="17925"/>
                  </a:cubicBezTo>
                  <a:cubicBezTo>
                    <a:pt x="4532" y="17784"/>
                    <a:pt x="4193" y="17660"/>
                    <a:pt x="3936" y="17444"/>
                  </a:cubicBezTo>
                  <a:lnTo>
                    <a:pt x="3936" y="17436"/>
                  </a:lnTo>
                  <a:cubicBezTo>
                    <a:pt x="3944" y="17345"/>
                    <a:pt x="3894" y="17262"/>
                    <a:pt x="3853" y="17179"/>
                  </a:cubicBezTo>
                  <a:cubicBezTo>
                    <a:pt x="3811" y="17096"/>
                    <a:pt x="3778" y="17014"/>
                    <a:pt x="3762" y="16922"/>
                  </a:cubicBezTo>
                  <a:cubicBezTo>
                    <a:pt x="3729" y="16757"/>
                    <a:pt x="3737" y="16574"/>
                    <a:pt x="3787" y="16400"/>
                  </a:cubicBezTo>
                  <a:cubicBezTo>
                    <a:pt x="3894" y="15978"/>
                    <a:pt x="4159" y="15588"/>
                    <a:pt x="4375" y="15207"/>
                  </a:cubicBezTo>
                  <a:cubicBezTo>
                    <a:pt x="4599" y="14818"/>
                    <a:pt x="4814" y="14420"/>
                    <a:pt x="5104" y="14080"/>
                  </a:cubicBezTo>
                  <a:cubicBezTo>
                    <a:pt x="5162" y="14014"/>
                    <a:pt x="5228" y="13948"/>
                    <a:pt x="5286" y="13882"/>
                  </a:cubicBezTo>
                  <a:close/>
                  <a:moveTo>
                    <a:pt x="12604" y="0"/>
                  </a:moveTo>
                  <a:cubicBezTo>
                    <a:pt x="12517" y="0"/>
                    <a:pt x="12429" y="13"/>
                    <a:pt x="12345" y="45"/>
                  </a:cubicBezTo>
                  <a:cubicBezTo>
                    <a:pt x="12221" y="103"/>
                    <a:pt x="12113" y="194"/>
                    <a:pt x="12039" y="310"/>
                  </a:cubicBezTo>
                  <a:cubicBezTo>
                    <a:pt x="11865" y="583"/>
                    <a:pt x="11823" y="907"/>
                    <a:pt x="11782" y="1213"/>
                  </a:cubicBezTo>
                  <a:cubicBezTo>
                    <a:pt x="11724" y="1677"/>
                    <a:pt x="11666" y="2149"/>
                    <a:pt x="11633" y="2613"/>
                  </a:cubicBezTo>
                  <a:cubicBezTo>
                    <a:pt x="11616" y="2845"/>
                    <a:pt x="11600" y="3077"/>
                    <a:pt x="11583" y="3309"/>
                  </a:cubicBezTo>
                  <a:cubicBezTo>
                    <a:pt x="11575" y="3541"/>
                    <a:pt x="11558" y="3782"/>
                    <a:pt x="11575" y="4014"/>
                  </a:cubicBezTo>
                  <a:cubicBezTo>
                    <a:pt x="11575" y="4030"/>
                    <a:pt x="11575" y="4038"/>
                    <a:pt x="11583" y="4047"/>
                  </a:cubicBezTo>
                  <a:cubicBezTo>
                    <a:pt x="11318" y="4072"/>
                    <a:pt x="11061" y="4179"/>
                    <a:pt x="10821" y="4287"/>
                  </a:cubicBezTo>
                  <a:cubicBezTo>
                    <a:pt x="10630" y="4378"/>
                    <a:pt x="10432" y="4478"/>
                    <a:pt x="10224" y="4527"/>
                  </a:cubicBezTo>
                  <a:cubicBezTo>
                    <a:pt x="10042" y="4577"/>
                    <a:pt x="9852" y="4602"/>
                    <a:pt x="9661" y="4660"/>
                  </a:cubicBezTo>
                  <a:cubicBezTo>
                    <a:pt x="9479" y="4710"/>
                    <a:pt x="9338" y="4809"/>
                    <a:pt x="9197" y="4942"/>
                  </a:cubicBezTo>
                  <a:cubicBezTo>
                    <a:pt x="9139" y="5000"/>
                    <a:pt x="9081" y="5066"/>
                    <a:pt x="8998" y="5099"/>
                  </a:cubicBezTo>
                  <a:cubicBezTo>
                    <a:pt x="8899" y="5140"/>
                    <a:pt x="8774" y="5140"/>
                    <a:pt x="8675" y="5149"/>
                  </a:cubicBezTo>
                  <a:cubicBezTo>
                    <a:pt x="8327" y="5190"/>
                    <a:pt x="8045" y="5414"/>
                    <a:pt x="7722" y="5530"/>
                  </a:cubicBezTo>
                  <a:cubicBezTo>
                    <a:pt x="7643" y="5551"/>
                    <a:pt x="7571" y="5573"/>
                    <a:pt x="7493" y="5573"/>
                  </a:cubicBezTo>
                  <a:cubicBezTo>
                    <a:pt x="7481" y="5573"/>
                    <a:pt x="7469" y="5572"/>
                    <a:pt x="7457" y="5571"/>
                  </a:cubicBezTo>
                  <a:cubicBezTo>
                    <a:pt x="7341" y="5563"/>
                    <a:pt x="7233" y="5522"/>
                    <a:pt x="7117" y="5505"/>
                  </a:cubicBezTo>
                  <a:cubicBezTo>
                    <a:pt x="7092" y="5497"/>
                    <a:pt x="7059" y="5497"/>
                    <a:pt x="7026" y="5497"/>
                  </a:cubicBezTo>
                  <a:cubicBezTo>
                    <a:pt x="7026" y="5480"/>
                    <a:pt x="7034" y="5464"/>
                    <a:pt x="7026" y="5455"/>
                  </a:cubicBezTo>
                  <a:cubicBezTo>
                    <a:pt x="7026" y="5439"/>
                    <a:pt x="7026" y="5422"/>
                    <a:pt x="7026" y="5406"/>
                  </a:cubicBezTo>
                  <a:cubicBezTo>
                    <a:pt x="7026" y="5397"/>
                    <a:pt x="7018" y="5389"/>
                    <a:pt x="7010" y="5389"/>
                  </a:cubicBezTo>
                  <a:cubicBezTo>
                    <a:pt x="6993" y="5389"/>
                    <a:pt x="6985" y="5389"/>
                    <a:pt x="6976" y="5406"/>
                  </a:cubicBezTo>
                  <a:cubicBezTo>
                    <a:pt x="6968" y="5414"/>
                    <a:pt x="6960" y="5430"/>
                    <a:pt x="6960" y="5447"/>
                  </a:cubicBezTo>
                  <a:cubicBezTo>
                    <a:pt x="6952" y="5455"/>
                    <a:pt x="6952" y="5464"/>
                    <a:pt x="6952" y="5472"/>
                  </a:cubicBezTo>
                  <a:cubicBezTo>
                    <a:pt x="6952" y="5480"/>
                    <a:pt x="6943" y="5488"/>
                    <a:pt x="6943" y="5488"/>
                  </a:cubicBezTo>
                  <a:cubicBezTo>
                    <a:pt x="6943" y="5497"/>
                    <a:pt x="6943" y="5505"/>
                    <a:pt x="6943" y="5513"/>
                  </a:cubicBezTo>
                  <a:cubicBezTo>
                    <a:pt x="6902" y="5522"/>
                    <a:pt x="6860" y="5530"/>
                    <a:pt x="6827" y="5555"/>
                  </a:cubicBezTo>
                  <a:cubicBezTo>
                    <a:pt x="6827" y="5530"/>
                    <a:pt x="6819" y="5513"/>
                    <a:pt x="6819" y="5488"/>
                  </a:cubicBezTo>
                  <a:cubicBezTo>
                    <a:pt x="6811" y="5472"/>
                    <a:pt x="6811" y="5464"/>
                    <a:pt x="6802" y="5447"/>
                  </a:cubicBezTo>
                  <a:lnTo>
                    <a:pt x="6786" y="5414"/>
                  </a:lnTo>
                  <a:cubicBezTo>
                    <a:pt x="6779" y="5400"/>
                    <a:pt x="6761" y="5387"/>
                    <a:pt x="6746" y="5387"/>
                  </a:cubicBezTo>
                  <a:cubicBezTo>
                    <a:pt x="6743" y="5387"/>
                    <a:pt x="6739" y="5388"/>
                    <a:pt x="6736" y="5389"/>
                  </a:cubicBezTo>
                  <a:cubicBezTo>
                    <a:pt x="6728" y="5389"/>
                    <a:pt x="6728" y="5389"/>
                    <a:pt x="6720" y="5397"/>
                  </a:cubicBezTo>
                  <a:cubicBezTo>
                    <a:pt x="6570" y="5124"/>
                    <a:pt x="6372" y="4867"/>
                    <a:pt x="6156" y="4643"/>
                  </a:cubicBezTo>
                  <a:cubicBezTo>
                    <a:pt x="5966" y="4453"/>
                    <a:pt x="5767" y="4270"/>
                    <a:pt x="5551" y="4105"/>
                  </a:cubicBezTo>
                  <a:cubicBezTo>
                    <a:pt x="5319" y="3922"/>
                    <a:pt x="5079" y="3765"/>
                    <a:pt x="4806" y="3657"/>
                  </a:cubicBezTo>
                  <a:cubicBezTo>
                    <a:pt x="4524" y="3558"/>
                    <a:pt x="4234" y="3492"/>
                    <a:pt x="3944" y="3425"/>
                  </a:cubicBezTo>
                  <a:cubicBezTo>
                    <a:pt x="3646" y="3359"/>
                    <a:pt x="3347" y="3309"/>
                    <a:pt x="3041" y="3276"/>
                  </a:cubicBezTo>
                  <a:cubicBezTo>
                    <a:pt x="2688" y="3233"/>
                    <a:pt x="2335" y="3212"/>
                    <a:pt x="1980" y="3212"/>
                  </a:cubicBezTo>
                  <a:cubicBezTo>
                    <a:pt x="1727" y="3212"/>
                    <a:pt x="1473" y="3222"/>
                    <a:pt x="1218" y="3243"/>
                  </a:cubicBezTo>
                  <a:cubicBezTo>
                    <a:pt x="936" y="3260"/>
                    <a:pt x="638" y="3301"/>
                    <a:pt x="389" y="3459"/>
                  </a:cubicBezTo>
                  <a:cubicBezTo>
                    <a:pt x="182" y="3591"/>
                    <a:pt x="25" y="3806"/>
                    <a:pt x="17" y="4055"/>
                  </a:cubicBezTo>
                  <a:cubicBezTo>
                    <a:pt x="0" y="4345"/>
                    <a:pt x="141" y="4627"/>
                    <a:pt x="257" y="4875"/>
                  </a:cubicBezTo>
                  <a:cubicBezTo>
                    <a:pt x="389" y="5157"/>
                    <a:pt x="539" y="5422"/>
                    <a:pt x="696" y="5687"/>
                  </a:cubicBezTo>
                  <a:cubicBezTo>
                    <a:pt x="853" y="5944"/>
                    <a:pt x="1019" y="6201"/>
                    <a:pt x="1201" y="6441"/>
                  </a:cubicBezTo>
                  <a:cubicBezTo>
                    <a:pt x="1293" y="6574"/>
                    <a:pt x="1384" y="6698"/>
                    <a:pt x="1467" y="6831"/>
                  </a:cubicBezTo>
                  <a:cubicBezTo>
                    <a:pt x="1549" y="6963"/>
                    <a:pt x="1624" y="7104"/>
                    <a:pt x="1690" y="7245"/>
                  </a:cubicBezTo>
                  <a:cubicBezTo>
                    <a:pt x="1955" y="7817"/>
                    <a:pt x="2237" y="8380"/>
                    <a:pt x="2544" y="8935"/>
                  </a:cubicBezTo>
                  <a:cubicBezTo>
                    <a:pt x="2685" y="9184"/>
                    <a:pt x="2809" y="9474"/>
                    <a:pt x="3008" y="9689"/>
                  </a:cubicBezTo>
                  <a:cubicBezTo>
                    <a:pt x="3091" y="9772"/>
                    <a:pt x="3215" y="9847"/>
                    <a:pt x="3273" y="9954"/>
                  </a:cubicBezTo>
                  <a:cubicBezTo>
                    <a:pt x="3298" y="10012"/>
                    <a:pt x="3289" y="10087"/>
                    <a:pt x="3306" y="10145"/>
                  </a:cubicBezTo>
                  <a:cubicBezTo>
                    <a:pt x="3323" y="10211"/>
                    <a:pt x="3356" y="10269"/>
                    <a:pt x="3405" y="10319"/>
                  </a:cubicBezTo>
                  <a:cubicBezTo>
                    <a:pt x="3588" y="10501"/>
                    <a:pt x="3845" y="10617"/>
                    <a:pt x="4093" y="10683"/>
                  </a:cubicBezTo>
                  <a:cubicBezTo>
                    <a:pt x="4325" y="10750"/>
                    <a:pt x="4565" y="10733"/>
                    <a:pt x="4797" y="10758"/>
                  </a:cubicBezTo>
                  <a:cubicBezTo>
                    <a:pt x="4789" y="10775"/>
                    <a:pt x="4781" y="10783"/>
                    <a:pt x="4773" y="10799"/>
                  </a:cubicBezTo>
                  <a:cubicBezTo>
                    <a:pt x="4773" y="10808"/>
                    <a:pt x="4764" y="10824"/>
                    <a:pt x="4764" y="10833"/>
                  </a:cubicBezTo>
                  <a:cubicBezTo>
                    <a:pt x="4756" y="10849"/>
                    <a:pt x="4756" y="10866"/>
                    <a:pt x="4756" y="10882"/>
                  </a:cubicBezTo>
                  <a:cubicBezTo>
                    <a:pt x="4756" y="10882"/>
                    <a:pt x="4756" y="10891"/>
                    <a:pt x="4756" y="10899"/>
                  </a:cubicBezTo>
                  <a:cubicBezTo>
                    <a:pt x="4764" y="10915"/>
                    <a:pt x="4773" y="10932"/>
                    <a:pt x="4789" y="10940"/>
                  </a:cubicBezTo>
                  <a:cubicBezTo>
                    <a:pt x="4794" y="10943"/>
                    <a:pt x="4800" y="10944"/>
                    <a:pt x="4805" y="10944"/>
                  </a:cubicBezTo>
                  <a:cubicBezTo>
                    <a:pt x="4819" y="10944"/>
                    <a:pt x="4833" y="10938"/>
                    <a:pt x="4839" y="10932"/>
                  </a:cubicBezTo>
                  <a:lnTo>
                    <a:pt x="4855" y="10915"/>
                  </a:lnTo>
                  <a:cubicBezTo>
                    <a:pt x="4864" y="10915"/>
                    <a:pt x="4864" y="10907"/>
                    <a:pt x="4872" y="10907"/>
                  </a:cubicBezTo>
                  <a:cubicBezTo>
                    <a:pt x="4872" y="10899"/>
                    <a:pt x="4880" y="10891"/>
                    <a:pt x="4880" y="10882"/>
                  </a:cubicBezTo>
                  <a:cubicBezTo>
                    <a:pt x="4889" y="10874"/>
                    <a:pt x="4897" y="10866"/>
                    <a:pt x="4897" y="10849"/>
                  </a:cubicBezTo>
                  <a:cubicBezTo>
                    <a:pt x="4913" y="10824"/>
                    <a:pt x="4930" y="10799"/>
                    <a:pt x="4955" y="10775"/>
                  </a:cubicBezTo>
                  <a:cubicBezTo>
                    <a:pt x="5029" y="10791"/>
                    <a:pt x="5096" y="10808"/>
                    <a:pt x="5170" y="10833"/>
                  </a:cubicBezTo>
                  <a:cubicBezTo>
                    <a:pt x="5195" y="10957"/>
                    <a:pt x="5245" y="11073"/>
                    <a:pt x="5286" y="11189"/>
                  </a:cubicBezTo>
                  <a:cubicBezTo>
                    <a:pt x="5377" y="11421"/>
                    <a:pt x="5469" y="11661"/>
                    <a:pt x="5576" y="11893"/>
                  </a:cubicBezTo>
                  <a:cubicBezTo>
                    <a:pt x="5659" y="12084"/>
                    <a:pt x="5767" y="12274"/>
                    <a:pt x="5932" y="12399"/>
                  </a:cubicBezTo>
                  <a:cubicBezTo>
                    <a:pt x="6007" y="12448"/>
                    <a:pt x="6082" y="12490"/>
                    <a:pt x="6164" y="12523"/>
                  </a:cubicBezTo>
                  <a:cubicBezTo>
                    <a:pt x="5974" y="12655"/>
                    <a:pt x="5800" y="12821"/>
                    <a:pt x="5651" y="13003"/>
                  </a:cubicBezTo>
                  <a:cubicBezTo>
                    <a:pt x="5585" y="13078"/>
                    <a:pt x="5535" y="13161"/>
                    <a:pt x="5485" y="13244"/>
                  </a:cubicBezTo>
                  <a:cubicBezTo>
                    <a:pt x="5319" y="13434"/>
                    <a:pt x="5154" y="13608"/>
                    <a:pt x="4988" y="13790"/>
                  </a:cubicBezTo>
                  <a:cubicBezTo>
                    <a:pt x="4748" y="14064"/>
                    <a:pt x="4557" y="14354"/>
                    <a:pt x="4367" y="14660"/>
                  </a:cubicBezTo>
                  <a:cubicBezTo>
                    <a:pt x="4159" y="15000"/>
                    <a:pt x="3936" y="15332"/>
                    <a:pt x="3729" y="15663"/>
                  </a:cubicBezTo>
                  <a:cubicBezTo>
                    <a:pt x="3546" y="15961"/>
                    <a:pt x="3414" y="16301"/>
                    <a:pt x="3389" y="16649"/>
                  </a:cubicBezTo>
                  <a:cubicBezTo>
                    <a:pt x="3372" y="16823"/>
                    <a:pt x="3397" y="17022"/>
                    <a:pt x="3455" y="17188"/>
                  </a:cubicBezTo>
                  <a:cubicBezTo>
                    <a:pt x="3488" y="17262"/>
                    <a:pt x="3521" y="17345"/>
                    <a:pt x="3579" y="17411"/>
                  </a:cubicBezTo>
                  <a:cubicBezTo>
                    <a:pt x="3745" y="17718"/>
                    <a:pt x="4068" y="17917"/>
                    <a:pt x="4383" y="18074"/>
                  </a:cubicBezTo>
                  <a:cubicBezTo>
                    <a:pt x="4855" y="18314"/>
                    <a:pt x="5344" y="18538"/>
                    <a:pt x="5833" y="18770"/>
                  </a:cubicBezTo>
                  <a:cubicBezTo>
                    <a:pt x="6314" y="19002"/>
                    <a:pt x="6794" y="19193"/>
                    <a:pt x="7316" y="19325"/>
                  </a:cubicBezTo>
                  <a:cubicBezTo>
                    <a:pt x="7813" y="19449"/>
                    <a:pt x="8327" y="19549"/>
                    <a:pt x="8832" y="19632"/>
                  </a:cubicBezTo>
                  <a:cubicBezTo>
                    <a:pt x="9519" y="19744"/>
                    <a:pt x="10216" y="19815"/>
                    <a:pt x="10912" y="19815"/>
                  </a:cubicBezTo>
                  <a:cubicBezTo>
                    <a:pt x="11242" y="19815"/>
                    <a:pt x="11571" y="19799"/>
                    <a:pt x="11898" y="19764"/>
                  </a:cubicBezTo>
                  <a:cubicBezTo>
                    <a:pt x="12395" y="19715"/>
                    <a:pt x="12892" y="19632"/>
                    <a:pt x="13365" y="19474"/>
                  </a:cubicBezTo>
                  <a:cubicBezTo>
                    <a:pt x="13746" y="19358"/>
                    <a:pt x="14135" y="19159"/>
                    <a:pt x="14367" y="18820"/>
                  </a:cubicBezTo>
                  <a:cubicBezTo>
                    <a:pt x="14516" y="18596"/>
                    <a:pt x="14541" y="18348"/>
                    <a:pt x="14583" y="18091"/>
                  </a:cubicBezTo>
                  <a:cubicBezTo>
                    <a:pt x="14624" y="17801"/>
                    <a:pt x="14682" y="17502"/>
                    <a:pt x="14715" y="17204"/>
                  </a:cubicBezTo>
                  <a:cubicBezTo>
                    <a:pt x="14790" y="16682"/>
                    <a:pt x="14947" y="16086"/>
                    <a:pt x="14765" y="15564"/>
                  </a:cubicBezTo>
                  <a:cubicBezTo>
                    <a:pt x="14781" y="15489"/>
                    <a:pt x="14790" y="15423"/>
                    <a:pt x="14798" y="15348"/>
                  </a:cubicBezTo>
                  <a:cubicBezTo>
                    <a:pt x="14798" y="15323"/>
                    <a:pt x="14798" y="15307"/>
                    <a:pt x="14790" y="15290"/>
                  </a:cubicBezTo>
                  <a:cubicBezTo>
                    <a:pt x="14889" y="15240"/>
                    <a:pt x="14989" y="15191"/>
                    <a:pt x="15071" y="15124"/>
                  </a:cubicBezTo>
                  <a:cubicBezTo>
                    <a:pt x="15121" y="15091"/>
                    <a:pt x="15163" y="15042"/>
                    <a:pt x="15187" y="14992"/>
                  </a:cubicBezTo>
                  <a:lnTo>
                    <a:pt x="15320" y="14992"/>
                  </a:lnTo>
                  <a:cubicBezTo>
                    <a:pt x="15660" y="14967"/>
                    <a:pt x="15999" y="14876"/>
                    <a:pt x="16306" y="14727"/>
                  </a:cubicBezTo>
                  <a:cubicBezTo>
                    <a:pt x="16571" y="14602"/>
                    <a:pt x="16770" y="14412"/>
                    <a:pt x="16836" y="14122"/>
                  </a:cubicBezTo>
                  <a:cubicBezTo>
                    <a:pt x="17126" y="13790"/>
                    <a:pt x="17400" y="13443"/>
                    <a:pt x="17656" y="13086"/>
                  </a:cubicBezTo>
                  <a:cubicBezTo>
                    <a:pt x="17797" y="12896"/>
                    <a:pt x="17922" y="12689"/>
                    <a:pt x="17930" y="12448"/>
                  </a:cubicBezTo>
                  <a:cubicBezTo>
                    <a:pt x="17930" y="12191"/>
                    <a:pt x="17830" y="11935"/>
                    <a:pt x="17756" y="11686"/>
                  </a:cubicBezTo>
                  <a:lnTo>
                    <a:pt x="17756" y="11686"/>
                  </a:lnTo>
                  <a:lnTo>
                    <a:pt x="17764" y="11694"/>
                  </a:lnTo>
                  <a:cubicBezTo>
                    <a:pt x="17698" y="11487"/>
                    <a:pt x="17632" y="11280"/>
                    <a:pt x="17557" y="11073"/>
                  </a:cubicBezTo>
                  <a:lnTo>
                    <a:pt x="17557" y="11065"/>
                  </a:lnTo>
                  <a:cubicBezTo>
                    <a:pt x="17565" y="10940"/>
                    <a:pt x="17549" y="10816"/>
                    <a:pt x="17549" y="10683"/>
                  </a:cubicBezTo>
                  <a:cubicBezTo>
                    <a:pt x="17549" y="10551"/>
                    <a:pt x="17565" y="10410"/>
                    <a:pt x="17582" y="10277"/>
                  </a:cubicBezTo>
                  <a:cubicBezTo>
                    <a:pt x="17623" y="10021"/>
                    <a:pt x="17706" y="9764"/>
                    <a:pt x="17764" y="9507"/>
                  </a:cubicBezTo>
                  <a:cubicBezTo>
                    <a:pt x="17830" y="9267"/>
                    <a:pt x="17847" y="9010"/>
                    <a:pt x="17756" y="8769"/>
                  </a:cubicBezTo>
                  <a:cubicBezTo>
                    <a:pt x="17665" y="8538"/>
                    <a:pt x="17474" y="8339"/>
                    <a:pt x="17308" y="8148"/>
                  </a:cubicBezTo>
                  <a:cubicBezTo>
                    <a:pt x="17209" y="8024"/>
                    <a:pt x="17101" y="7908"/>
                    <a:pt x="16994" y="7784"/>
                  </a:cubicBezTo>
                  <a:cubicBezTo>
                    <a:pt x="16944" y="7726"/>
                    <a:pt x="16894" y="7668"/>
                    <a:pt x="16836" y="7601"/>
                  </a:cubicBezTo>
                  <a:cubicBezTo>
                    <a:pt x="16820" y="7585"/>
                    <a:pt x="16803" y="7568"/>
                    <a:pt x="16786" y="7543"/>
                  </a:cubicBezTo>
                  <a:cubicBezTo>
                    <a:pt x="16762" y="7494"/>
                    <a:pt x="16745" y="7436"/>
                    <a:pt x="16728" y="7378"/>
                  </a:cubicBezTo>
                  <a:cubicBezTo>
                    <a:pt x="16778" y="7353"/>
                    <a:pt x="16803" y="7286"/>
                    <a:pt x="16753" y="7228"/>
                  </a:cubicBezTo>
                  <a:cubicBezTo>
                    <a:pt x="16728" y="7204"/>
                    <a:pt x="16704" y="7179"/>
                    <a:pt x="16679" y="7146"/>
                  </a:cubicBezTo>
                  <a:cubicBezTo>
                    <a:pt x="16679" y="7121"/>
                    <a:pt x="16670" y="7104"/>
                    <a:pt x="16670" y="7079"/>
                  </a:cubicBezTo>
                  <a:cubicBezTo>
                    <a:pt x="16670" y="7052"/>
                    <a:pt x="16648" y="7036"/>
                    <a:pt x="16621" y="7036"/>
                  </a:cubicBezTo>
                  <a:cubicBezTo>
                    <a:pt x="16616" y="7036"/>
                    <a:pt x="16610" y="7036"/>
                    <a:pt x="16604" y="7038"/>
                  </a:cubicBezTo>
                  <a:cubicBezTo>
                    <a:pt x="16588" y="7005"/>
                    <a:pt x="16579" y="6972"/>
                    <a:pt x="16571" y="6938"/>
                  </a:cubicBezTo>
                  <a:cubicBezTo>
                    <a:pt x="16563" y="6814"/>
                    <a:pt x="16588" y="6690"/>
                    <a:pt x="16563" y="6566"/>
                  </a:cubicBezTo>
                  <a:cubicBezTo>
                    <a:pt x="16521" y="6342"/>
                    <a:pt x="16414" y="6151"/>
                    <a:pt x="16256" y="6002"/>
                  </a:cubicBezTo>
                  <a:cubicBezTo>
                    <a:pt x="16115" y="5870"/>
                    <a:pt x="15958" y="5762"/>
                    <a:pt x="15801" y="5662"/>
                  </a:cubicBezTo>
                  <a:cubicBezTo>
                    <a:pt x="15693" y="5588"/>
                    <a:pt x="15585" y="5522"/>
                    <a:pt x="15494" y="5430"/>
                  </a:cubicBezTo>
                  <a:cubicBezTo>
                    <a:pt x="15527" y="5381"/>
                    <a:pt x="15527" y="5323"/>
                    <a:pt x="15477" y="5281"/>
                  </a:cubicBezTo>
                  <a:cubicBezTo>
                    <a:pt x="15229" y="5074"/>
                    <a:pt x="15187" y="4726"/>
                    <a:pt x="15163" y="4420"/>
                  </a:cubicBezTo>
                  <a:cubicBezTo>
                    <a:pt x="15138" y="4063"/>
                    <a:pt x="15121" y="3707"/>
                    <a:pt x="15071" y="3351"/>
                  </a:cubicBezTo>
                  <a:cubicBezTo>
                    <a:pt x="14964" y="2638"/>
                    <a:pt x="14757" y="1934"/>
                    <a:pt x="14392" y="1304"/>
                  </a:cubicBezTo>
                  <a:cubicBezTo>
                    <a:pt x="14052" y="741"/>
                    <a:pt x="13555" y="177"/>
                    <a:pt x="12884" y="37"/>
                  </a:cubicBezTo>
                  <a:cubicBezTo>
                    <a:pt x="12794" y="15"/>
                    <a:pt x="12699" y="0"/>
                    <a:pt x="12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34"/>
            <p:cNvSpPr/>
            <p:nvPr/>
          </p:nvSpPr>
          <p:spPr>
            <a:xfrm>
              <a:off x="6643725" y="4303500"/>
              <a:ext cx="48750" cy="81000"/>
            </a:xfrm>
            <a:custGeom>
              <a:rect b="b" l="l" r="r" t="t"/>
              <a:pathLst>
                <a:path extrusionOk="0" h="3240" w="1950">
                  <a:moveTo>
                    <a:pt x="1894" y="0"/>
                  </a:moveTo>
                  <a:cubicBezTo>
                    <a:pt x="1891" y="0"/>
                    <a:pt x="1888" y="0"/>
                    <a:pt x="1886" y="1"/>
                  </a:cubicBezTo>
                  <a:cubicBezTo>
                    <a:pt x="1397" y="17"/>
                    <a:pt x="1007" y="365"/>
                    <a:pt x="742" y="755"/>
                  </a:cubicBezTo>
                  <a:cubicBezTo>
                    <a:pt x="452" y="1194"/>
                    <a:pt x="311" y="1716"/>
                    <a:pt x="195" y="2230"/>
                  </a:cubicBezTo>
                  <a:cubicBezTo>
                    <a:pt x="121" y="2553"/>
                    <a:pt x="71" y="2876"/>
                    <a:pt x="5" y="3207"/>
                  </a:cubicBezTo>
                  <a:cubicBezTo>
                    <a:pt x="0" y="3229"/>
                    <a:pt x="15" y="3240"/>
                    <a:pt x="30" y="3240"/>
                  </a:cubicBezTo>
                  <a:cubicBezTo>
                    <a:pt x="44" y="3240"/>
                    <a:pt x="59" y="3231"/>
                    <a:pt x="63" y="3216"/>
                  </a:cubicBezTo>
                  <a:cubicBezTo>
                    <a:pt x="137" y="2942"/>
                    <a:pt x="229" y="2669"/>
                    <a:pt x="303" y="2395"/>
                  </a:cubicBezTo>
                  <a:cubicBezTo>
                    <a:pt x="369" y="2147"/>
                    <a:pt x="436" y="1898"/>
                    <a:pt x="527" y="1658"/>
                  </a:cubicBezTo>
                  <a:cubicBezTo>
                    <a:pt x="693" y="1219"/>
                    <a:pt x="908" y="796"/>
                    <a:pt x="1272" y="481"/>
                  </a:cubicBezTo>
                  <a:cubicBezTo>
                    <a:pt x="1463" y="316"/>
                    <a:pt x="1678" y="175"/>
                    <a:pt x="1910" y="75"/>
                  </a:cubicBezTo>
                  <a:cubicBezTo>
                    <a:pt x="1949" y="52"/>
                    <a:pt x="1930" y="0"/>
                    <a:pt x="18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34"/>
            <p:cNvSpPr/>
            <p:nvPr/>
          </p:nvSpPr>
          <p:spPr>
            <a:xfrm>
              <a:off x="6698925" y="4293525"/>
              <a:ext cx="7225" cy="4750"/>
            </a:xfrm>
            <a:custGeom>
              <a:rect b="b" l="l" r="r" t="t"/>
              <a:pathLst>
                <a:path extrusionOk="0" h="190" w="289">
                  <a:moveTo>
                    <a:pt x="259" y="1"/>
                  </a:moveTo>
                  <a:cubicBezTo>
                    <a:pt x="256" y="1"/>
                    <a:pt x="253" y="1"/>
                    <a:pt x="249" y="2"/>
                  </a:cubicBezTo>
                  <a:cubicBezTo>
                    <a:pt x="233" y="11"/>
                    <a:pt x="208" y="19"/>
                    <a:pt x="191" y="27"/>
                  </a:cubicBezTo>
                  <a:cubicBezTo>
                    <a:pt x="175" y="35"/>
                    <a:pt x="150" y="52"/>
                    <a:pt x="133" y="60"/>
                  </a:cubicBezTo>
                  <a:cubicBezTo>
                    <a:pt x="92" y="85"/>
                    <a:pt x="50" y="110"/>
                    <a:pt x="17" y="135"/>
                  </a:cubicBezTo>
                  <a:cubicBezTo>
                    <a:pt x="1" y="143"/>
                    <a:pt x="1" y="168"/>
                    <a:pt x="9" y="176"/>
                  </a:cubicBezTo>
                  <a:cubicBezTo>
                    <a:pt x="14" y="186"/>
                    <a:pt x="24" y="190"/>
                    <a:pt x="36" y="190"/>
                  </a:cubicBezTo>
                  <a:cubicBezTo>
                    <a:pt x="44" y="190"/>
                    <a:pt x="52" y="188"/>
                    <a:pt x="59" y="185"/>
                  </a:cubicBezTo>
                  <a:cubicBezTo>
                    <a:pt x="92" y="160"/>
                    <a:pt x="133" y="135"/>
                    <a:pt x="166" y="110"/>
                  </a:cubicBezTo>
                  <a:lnTo>
                    <a:pt x="224" y="77"/>
                  </a:lnTo>
                  <a:cubicBezTo>
                    <a:pt x="241" y="60"/>
                    <a:pt x="258" y="52"/>
                    <a:pt x="274" y="35"/>
                  </a:cubicBezTo>
                  <a:cubicBezTo>
                    <a:pt x="288" y="21"/>
                    <a:pt x="278" y="1"/>
                    <a:pt x="2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34"/>
            <p:cNvSpPr/>
            <p:nvPr/>
          </p:nvSpPr>
          <p:spPr>
            <a:xfrm>
              <a:off x="6609025" y="4310750"/>
              <a:ext cx="23650" cy="26075"/>
            </a:xfrm>
            <a:custGeom>
              <a:rect b="b" l="l" r="r" t="t"/>
              <a:pathLst>
                <a:path extrusionOk="0" h="1043" w="946">
                  <a:moveTo>
                    <a:pt x="432" y="1"/>
                  </a:moveTo>
                  <a:cubicBezTo>
                    <a:pt x="341" y="1"/>
                    <a:pt x="258" y="26"/>
                    <a:pt x="183" y="75"/>
                  </a:cubicBezTo>
                  <a:cubicBezTo>
                    <a:pt x="109" y="125"/>
                    <a:pt x="67" y="216"/>
                    <a:pt x="42" y="307"/>
                  </a:cubicBezTo>
                  <a:cubicBezTo>
                    <a:pt x="1" y="481"/>
                    <a:pt x="34" y="680"/>
                    <a:pt x="125" y="829"/>
                  </a:cubicBezTo>
                  <a:cubicBezTo>
                    <a:pt x="197" y="952"/>
                    <a:pt x="344" y="1043"/>
                    <a:pt x="496" y="1043"/>
                  </a:cubicBezTo>
                  <a:cubicBezTo>
                    <a:pt x="519" y="1043"/>
                    <a:pt x="541" y="1041"/>
                    <a:pt x="564" y="1037"/>
                  </a:cubicBezTo>
                  <a:cubicBezTo>
                    <a:pt x="863" y="987"/>
                    <a:pt x="945" y="614"/>
                    <a:pt x="829" y="357"/>
                  </a:cubicBezTo>
                  <a:cubicBezTo>
                    <a:pt x="829" y="341"/>
                    <a:pt x="821" y="324"/>
                    <a:pt x="821" y="307"/>
                  </a:cubicBezTo>
                  <a:lnTo>
                    <a:pt x="813" y="291"/>
                  </a:lnTo>
                  <a:cubicBezTo>
                    <a:pt x="796" y="233"/>
                    <a:pt x="763" y="183"/>
                    <a:pt x="713" y="142"/>
                  </a:cubicBezTo>
                  <a:cubicBezTo>
                    <a:pt x="639" y="59"/>
                    <a:pt x="539" y="9"/>
                    <a:pt x="4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34"/>
            <p:cNvSpPr/>
            <p:nvPr/>
          </p:nvSpPr>
          <p:spPr>
            <a:xfrm>
              <a:off x="6775150" y="4262025"/>
              <a:ext cx="22000" cy="26300"/>
            </a:xfrm>
            <a:custGeom>
              <a:rect b="b" l="l" r="r" t="t"/>
              <a:pathLst>
                <a:path extrusionOk="0" h="1052" w="880">
                  <a:moveTo>
                    <a:pt x="457" y="525"/>
                  </a:moveTo>
                  <a:lnTo>
                    <a:pt x="465" y="533"/>
                  </a:lnTo>
                  <a:cubicBezTo>
                    <a:pt x="465" y="538"/>
                    <a:pt x="465" y="552"/>
                    <a:pt x="465" y="558"/>
                  </a:cubicBezTo>
                  <a:lnTo>
                    <a:pt x="465" y="566"/>
                  </a:lnTo>
                  <a:cubicBezTo>
                    <a:pt x="465" y="575"/>
                    <a:pt x="465" y="583"/>
                    <a:pt x="465" y="591"/>
                  </a:cubicBezTo>
                  <a:lnTo>
                    <a:pt x="457" y="599"/>
                  </a:lnTo>
                  <a:lnTo>
                    <a:pt x="448" y="608"/>
                  </a:lnTo>
                  <a:lnTo>
                    <a:pt x="432" y="608"/>
                  </a:lnTo>
                  <a:cubicBezTo>
                    <a:pt x="432" y="575"/>
                    <a:pt x="448" y="550"/>
                    <a:pt x="457" y="525"/>
                  </a:cubicBezTo>
                  <a:close/>
                  <a:moveTo>
                    <a:pt x="389" y="0"/>
                  </a:moveTo>
                  <a:cubicBezTo>
                    <a:pt x="358" y="0"/>
                    <a:pt x="325" y="6"/>
                    <a:pt x="291" y="19"/>
                  </a:cubicBezTo>
                  <a:cubicBezTo>
                    <a:pt x="67" y="102"/>
                    <a:pt x="1" y="384"/>
                    <a:pt x="9" y="591"/>
                  </a:cubicBezTo>
                  <a:cubicBezTo>
                    <a:pt x="17" y="815"/>
                    <a:pt x="167" y="1005"/>
                    <a:pt x="382" y="1047"/>
                  </a:cubicBezTo>
                  <a:cubicBezTo>
                    <a:pt x="400" y="1050"/>
                    <a:pt x="419" y="1051"/>
                    <a:pt x="437" y="1051"/>
                  </a:cubicBezTo>
                  <a:cubicBezTo>
                    <a:pt x="526" y="1051"/>
                    <a:pt x="610" y="1019"/>
                    <a:pt x="672" y="964"/>
                  </a:cubicBezTo>
                  <a:cubicBezTo>
                    <a:pt x="879" y="840"/>
                    <a:pt x="871" y="566"/>
                    <a:pt x="788" y="376"/>
                  </a:cubicBezTo>
                  <a:cubicBezTo>
                    <a:pt x="710" y="212"/>
                    <a:pt x="577" y="0"/>
                    <a:pt x="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" name="Google Shape;657;p34"/>
            <p:cNvSpPr/>
            <p:nvPr/>
          </p:nvSpPr>
          <p:spPr>
            <a:xfrm>
              <a:off x="6602475" y="4343050"/>
              <a:ext cx="30350" cy="8800"/>
            </a:xfrm>
            <a:custGeom>
              <a:rect b="b" l="l" r="r" t="t"/>
              <a:pathLst>
                <a:path extrusionOk="0" h="352" w="1214">
                  <a:moveTo>
                    <a:pt x="1127" y="1"/>
                  </a:moveTo>
                  <a:cubicBezTo>
                    <a:pt x="1124" y="1"/>
                    <a:pt x="1120" y="1"/>
                    <a:pt x="1116" y="1"/>
                  </a:cubicBezTo>
                  <a:cubicBezTo>
                    <a:pt x="1033" y="1"/>
                    <a:pt x="951" y="59"/>
                    <a:pt x="868" y="93"/>
                  </a:cubicBezTo>
                  <a:cubicBezTo>
                    <a:pt x="785" y="126"/>
                    <a:pt x="694" y="151"/>
                    <a:pt x="603" y="167"/>
                  </a:cubicBezTo>
                  <a:cubicBezTo>
                    <a:pt x="476" y="197"/>
                    <a:pt x="346" y="219"/>
                    <a:pt x="218" y="219"/>
                  </a:cubicBezTo>
                  <a:cubicBezTo>
                    <a:pt x="169" y="219"/>
                    <a:pt x="120" y="215"/>
                    <a:pt x="72" y="209"/>
                  </a:cubicBezTo>
                  <a:cubicBezTo>
                    <a:pt x="70" y="208"/>
                    <a:pt x="67" y="208"/>
                    <a:pt x="64" y="208"/>
                  </a:cubicBezTo>
                  <a:cubicBezTo>
                    <a:pt x="13" y="208"/>
                    <a:pt x="0" y="284"/>
                    <a:pt x="47" y="300"/>
                  </a:cubicBezTo>
                  <a:cubicBezTo>
                    <a:pt x="139" y="337"/>
                    <a:pt x="234" y="352"/>
                    <a:pt x="330" y="352"/>
                  </a:cubicBezTo>
                  <a:cubicBezTo>
                    <a:pt x="426" y="352"/>
                    <a:pt x="524" y="337"/>
                    <a:pt x="619" y="316"/>
                  </a:cubicBezTo>
                  <a:cubicBezTo>
                    <a:pt x="719" y="300"/>
                    <a:pt x="818" y="275"/>
                    <a:pt x="909" y="242"/>
                  </a:cubicBezTo>
                  <a:cubicBezTo>
                    <a:pt x="1000" y="209"/>
                    <a:pt x="1116" y="175"/>
                    <a:pt x="1183" y="101"/>
                  </a:cubicBezTo>
                  <a:cubicBezTo>
                    <a:pt x="1214" y="54"/>
                    <a:pt x="1179" y="1"/>
                    <a:pt x="11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34"/>
            <p:cNvSpPr/>
            <p:nvPr/>
          </p:nvSpPr>
          <p:spPr>
            <a:xfrm>
              <a:off x="6608825" y="4355300"/>
              <a:ext cx="10175" cy="5400"/>
            </a:xfrm>
            <a:custGeom>
              <a:rect b="b" l="l" r="r" t="t"/>
              <a:pathLst>
                <a:path extrusionOk="0" h="216" w="407">
                  <a:moveTo>
                    <a:pt x="357" y="0"/>
                  </a:moveTo>
                  <a:cubicBezTo>
                    <a:pt x="332" y="9"/>
                    <a:pt x="307" y="25"/>
                    <a:pt x="282" y="42"/>
                  </a:cubicBezTo>
                  <a:cubicBezTo>
                    <a:pt x="249" y="58"/>
                    <a:pt x="224" y="67"/>
                    <a:pt x="199" y="83"/>
                  </a:cubicBezTo>
                  <a:cubicBezTo>
                    <a:pt x="141" y="108"/>
                    <a:pt x="83" y="133"/>
                    <a:pt x="25" y="149"/>
                  </a:cubicBezTo>
                  <a:cubicBezTo>
                    <a:pt x="9" y="149"/>
                    <a:pt x="1" y="174"/>
                    <a:pt x="9" y="191"/>
                  </a:cubicBezTo>
                  <a:cubicBezTo>
                    <a:pt x="17" y="216"/>
                    <a:pt x="34" y="216"/>
                    <a:pt x="59" y="216"/>
                  </a:cubicBezTo>
                  <a:cubicBezTo>
                    <a:pt x="117" y="199"/>
                    <a:pt x="175" y="174"/>
                    <a:pt x="233" y="149"/>
                  </a:cubicBezTo>
                  <a:cubicBezTo>
                    <a:pt x="257" y="133"/>
                    <a:pt x="291" y="125"/>
                    <a:pt x="315" y="108"/>
                  </a:cubicBezTo>
                  <a:cubicBezTo>
                    <a:pt x="349" y="91"/>
                    <a:pt x="373" y="75"/>
                    <a:pt x="398" y="50"/>
                  </a:cubicBezTo>
                  <a:cubicBezTo>
                    <a:pt x="407" y="42"/>
                    <a:pt x="407" y="25"/>
                    <a:pt x="398" y="9"/>
                  </a:cubicBezTo>
                  <a:cubicBezTo>
                    <a:pt x="390" y="0"/>
                    <a:pt x="373" y="0"/>
                    <a:pt x="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34"/>
            <p:cNvSpPr/>
            <p:nvPr/>
          </p:nvSpPr>
          <p:spPr>
            <a:xfrm>
              <a:off x="6600425" y="4390325"/>
              <a:ext cx="15050" cy="6900"/>
            </a:xfrm>
            <a:custGeom>
              <a:rect b="b" l="l" r="r" t="t"/>
              <a:pathLst>
                <a:path extrusionOk="0" h="276" w="602">
                  <a:moveTo>
                    <a:pt x="532" y="0"/>
                  </a:moveTo>
                  <a:cubicBezTo>
                    <a:pt x="497" y="0"/>
                    <a:pt x="463" y="16"/>
                    <a:pt x="436" y="33"/>
                  </a:cubicBezTo>
                  <a:cubicBezTo>
                    <a:pt x="395" y="49"/>
                    <a:pt x="345" y="66"/>
                    <a:pt x="303" y="91"/>
                  </a:cubicBezTo>
                  <a:cubicBezTo>
                    <a:pt x="212" y="124"/>
                    <a:pt x="129" y="165"/>
                    <a:pt x="38" y="198"/>
                  </a:cubicBezTo>
                  <a:cubicBezTo>
                    <a:pt x="1" y="213"/>
                    <a:pt x="11" y="275"/>
                    <a:pt x="49" y="275"/>
                  </a:cubicBezTo>
                  <a:cubicBezTo>
                    <a:pt x="54" y="275"/>
                    <a:pt x="58" y="275"/>
                    <a:pt x="63" y="273"/>
                  </a:cubicBezTo>
                  <a:cubicBezTo>
                    <a:pt x="154" y="256"/>
                    <a:pt x="254" y="232"/>
                    <a:pt x="345" y="207"/>
                  </a:cubicBezTo>
                  <a:cubicBezTo>
                    <a:pt x="395" y="190"/>
                    <a:pt x="436" y="174"/>
                    <a:pt x="486" y="157"/>
                  </a:cubicBezTo>
                  <a:cubicBezTo>
                    <a:pt x="527" y="132"/>
                    <a:pt x="593" y="107"/>
                    <a:pt x="602" y="58"/>
                  </a:cubicBezTo>
                  <a:cubicBezTo>
                    <a:pt x="602" y="41"/>
                    <a:pt x="593" y="24"/>
                    <a:pt x="585" y="16"/>
                  </a:cubicBezTo>
                  <a:cubicBezTo>
                    <a:pt x="568" y="5"/>
                    <a:pt x="550" y="0"/>
                    <a:pt x="5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34"/>
            <p:cNvSpPr/>
            <p:nvPr/>
          </p:nvSpPr>
          <p:spPr>
            <a:xfrm>
              <a:off x="6608200" y="4399425"/>
              <a:ext cx="5425" cy="2875"/>
            </a:xfrm>
            <a:custGeom>
              <a:rect b="b" l="l" r="r" t="t"/>
              <a:pathLst>
                <a:path extrusionOk="0" h="115" w="217">
                  <a:moveTo>
                    <a:pt x="175" y="0"/>
                  </a:moveTo>
                  <a:cubicBezTo>
                    <a:pt x="166" y="0"/>
                    <a:pt x="150" y="0"/>
                    <a:pt x="142" y="8"/>
                  </a:cubicBezTo>
                  <a:lnTo>
                    <a:pt x="108" y="17"/>
                  </a:lnTo>
                  <a:cubicBezTo>
                    <a:pt x="84" y="25"/>
                    <a:pt x="59" y="25"/>
                    <a:pt x="34" y="33"/>
                  </a:cubicBezTo>
                  <a:cubicBezTo>
                    <a:pt x="26" y="33"/>
                    <a:pt x="17" y="42"/>
                    <a:pt x="9" y="50"/>
                  </a:cubicBezTo>
                  <a:cubicBezTo>
                    <a:pt x="1" y="58"/>
                    <a:pt x="1" y="75"/>
                    <a:pt x="1" y="83"/>
                  </a:cubicBezTo>
                  <a:cubicBezTo>
                    <a:pt x="9" y="91"/>
                    <a:pt x="9" y="100"/>
                    <a:pt x="17" y="108"/>
                  </a:cubicBezTo>
                  <a:cubicBezTo>
                    <a:pt x="26" y="112"/>
                    <a:pt x="32" y="114"/>
                    <a:pt x="38" y="114"/>
                  </a:cubicBezTo>
                  <a:cubicBezTo>
                    <a:pt x="44" y="114"/>
                    <a:pt x="50" y="112"/>
                    <a:pt x="59" y="108"/>
                  </a:cubicBezTo>
                  <a:cubicBezTo>
                    <a:pt x="75" y="100"/>
                    <a:pt x="100" y="100"/>
                    <a:pt x="125" y="91"/>
                  </a:cubicBezTo>
                  <a:cubicBezTo>
                    <a:pt x="133" y="83"/>
                    <a:pt x="150" y="83"/>
                    <a:pt x="158" y="83"/>
                  </a:cubicBezTo>
                  <a:cubicBezTo>
                    <a:pt x="175" y="75"/>
                    <a:pt x="183" y="66"/>
                    <a:pt x="191" y="66"/>
                  </a:cubicBezTo>
                  <a:cubicBezTo>
                    <a:pt x="208" y="58"/>
                    <a:pt x="216" y="42"/>
                    <a:pt x="208" y="25"/>
                  </a:cubicBezTo>
                  <a:cubicBezTo>
                    <a:pt x="208" y="8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34"/>
            <p:cNvSpPr/>
            <p:nvPr/>
          </p:nvSpPr>
          <p:spPr>
            <a:xfrm>
              <a:off x="6581900" y="4293900"/>
              <a:ext cx="37100" cy="16050"/>
            </a:xfrm>
            <a:custGeom>
              <a:rect b="b" l="l" r="r" t="t"/>
              <a:pathLst>
                <a:path extrusionOk="0" h="642" w="1484">
                  <a:moveTo>
                    <a:pt x="1084" y="0"/>
                  </a:moveTo>
                  <a:cubicBezTo>
                    <a:pt x="1042" y="0"/>
                    <a:pt x="1001" y="2"/>
                    <a:pt x="962" y="4"/>
                  </a:cubicBezTo>
                  <a:cubicBezTo>
                    <a:pt x="821" y="12"/>
                    <a:pt x="680" y="37"/>
                    <a:pt x="547" y="87"/>
                  </a:cubicBezTo>
                  <a:cubicBezTo>
                    <a:pt x="423" y="128"/>
                    <a:pt x="307" y="194"/>
                    <a:pt x="216" y="277"/>
                  </a:cubicBezTo>
                  <a:cubicBezTo>
                    <a:pt x="125" y="352"/>
                    <a:pt x="0" y="484"/>
                    <a:pt x="50" y="609"/>
                  </a:cubicBezTo>
                  <a:cubicBezTo>
                    <a:pt x="58" y="625"/>
                    <a:pt x="92" y="642"/>
                    <a:pt x="108" y="642"/>
                  </a:cubicBezTo>
                  <a:cubicBezTo>
                    <a:pt x="208" y="617"/>
                    <a:pt x="274" y="501"/>
                    <a:pt x="357" y="443"/>
                  </a:cubicBezTo>
                  <a:cubicBezTo>
                    <a:pt x="440" y="368"/>
                    <a:pt x="539" y="319"/>
                    <a:pt x="638" y="286"/>
                  </a:cubicBezTo>
                  <a:lnTo>
                    <a:pt x="638" y="277"/>
                  </a:lnTo>
                  <a:cubicBezTo>
                    <a:pt x="746" y="236"/>
                    <a:pt x="862" y="219"/>
                    <a:pt x="978" y="211"/>
                  </a:cubicBezTo>
                  <a:cubicBezTo>
                    <a:pt x="1044" y="203"/>
                    <a:pt x="1119" y="194"/>
                    <a:pt x="1185" y="194"/>
                  </a:cubicBezTo>
                  <a:cubicBezTo>
                    <a:pt x="1235" y="194"/>
                    <a:pt x="1285" y="198"/>
                    <a:pt x="1334" y="198"/>
                  </a:cubicBezTo>
                  <a:cubicBezTo>
                    <a:pt x="1359" y="198"/>
                    <a:pt x="1384" y="197"/>
                    <a:pt x="1409" y="194"/>
                  </a:cubicBezTo>
                  <a:cubicBezTo>
                    <a:pt x="1475" y="186"/>
                    <a:pt x="1484" y="95"/>
                    <a:pt x="1426" y="62"/>
                  </a:cubicBezTo>
                  <a:cubicBezTo>
                    <a:pt x="1328" y="13"/>
                    <a:pt x="1203" y="0"/>
                    <a:pt x="10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34"/>
            <p:cNvSpPr/>
            <p:nvPr/>
          </p:nvSpPr>
          <p:spPr>
            <a:xfrm>
              <a:off x="6650200" y="4298875"/>
              <a:ext cx="13550" cy="17100"/>
            </a:xfrm>
            <a:custGeom>
              <a:rect b="b" l="l" r="r" t="t"/>
              <a:pathLst>
                <a:path extrusionOk="0" h="684" w="542">
                  <a:moveTo>
                    <a:pt x="485" y="0"/>
                  </a:moveTo>
                  <a:cubicBezTo>
                    <a:pt x="450" y="0"/>
                    <a:pt x="407" y="41"/>
                    <a:pt x="384" y="70"/>
                  </a:cubicBezTo>
                  <a:cubicBezTo>
                    <a:pt x="359" y="111"/>
                    <a:pt x="334" y="161"/>
                    <a:pt x="309" y="202"/>
                  </a:cubicBezTo>
                  <a:cubicBezTo>
                    <a:pt x="284" y="244"/>
                    <a:pt x="260" y="285"/>
                    <a:pt x="235" y="327"/>
                  </a:cubicBezTo>
                  <a:cubicBezTo>
                    <a:pt x="177" y="426"/>
                    <a:pt x="110" y="517"/>
                    <a:pt x="28" y="608"/>
                  </a:cubicBezTo>
                  <a:cubicBezTo>
                    <a:pt x="1" y="635"/>
                    <a:pt x="34" y="684"/>
                    <a:pt x="69" y="684"/>
                  </a:cubicBezTo>
                  <a:cubicBezTo>
                    <a:pt x="77" y="684"/>
                    <a:pt x="86" y="681"/>
                    <a:pt x="94" y="675"/>
                  </a:cubicBezTo>
                  <a:cubicBezTo>
                    <a:pt x="177" y="600"/>
                    <a:pt x="251" y="534"/>
                    <a:pt x="318" y="451"/>
                  </a:cubicBezTo>
                  <a:cubicBezTo>
                    <a:pt x="351" y="418"/>
                    <a:pt x="384" y="376"/>
                    <a:pt x="417" y="335"/>
                  </a:cubicBezTo>
                  <a:cubicBezTo>
                    <a:pt x="442" y="294"/>
                    <a:pt x="475" y="244"/>
                    <a:pt x="500" y="194"/>
                  </a:cubicBezTo>
                  <a:cubicBezTo>
                    <a:pt x="508" y="169"/>
                    <a:pt x="516" y="153"/>
                    <a:pt x="525" y="128"/>
                  </a:cubicBezTo>
                  <a:cubicBezTo>
                    <a:pt x="533" y="103"/>
                    <a:pt x="541" y="53"/>
                    <a:pt x="525" y="29"/>
                  </a:cubicBezTo>
                  <a:cubicBezTo>
                    <a:pt x="515" y="8"/>
                    <a:pt x="501" y="0"/>
                    <a:pt x="4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34"/>
            <p:cNvSpPr/>
            <p:nvPr/>
          </p:nvSpPr>
          <p:spPr>
            <a:xfrm>
              <a:off x="6655225" y="4301850"/>
              <a:ext cx="1275" cy="2725"/>
            </a:xfrm>
            <a:custGeom>
              <a:rect b="b" l="l" r="r" t="t"/>
              <a:pathLst>
                <a:path extrusionOk="0" h="109" w="51">
                  <a:moveTo>
                    <a:pt x="34" y="1"/>
                  </a:moveTo>
                  <a:lnTo>
                    <a:pt x="17" y="9"/>
                  </a:lnTo>
                  <a:lnTo>
                    <a:pt x="9" y="17"/>
                  </a:lnTo>
                  <a:lnTo>
                    <a:pt x="1" y="83"/>
                  </a:lnTo>
                  <a:lnTo>
                    <a:pt x="1" y="100"/>
                  </a:lnTo>
                  <a:lnTo>
                    <a:pt x="17" y="108"/>
                  </a:lnTo>
                  <a:cubicBezTo>
                    <a:pt x="25" y="108"/>
                    <a:pt x="34" y="100"/>
                    <a:pt x="42" y="83"/>
                  </a:cubicBezTo>
                  <a:cubicBezTo>
                    <a:pt x="42" y="67"/>
                    <a:pt x="42" y="42"/>
                    <a:pt x="50" y="26"/>
                  </a:cubicBezTo>
                  <a:cubicBezTo>
                    <a:pt x="50" y="17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34"/>
            <p:cNvSpPr/>
            <p:nvPr/>
          </p:nvSpPr>
          <p:spPr>
            <a:xfrm>
              <a:off x="6740725" y="4272725"/>
              <a:ext cx="10775" cy="6400"/>
            </a:xfrm>
            <a:custGeom>
              <a:rect b="b" l="l" r="r" t="t"/>
              <a:pathLst>
                <a:path extrusionOk="0" h="256" w="431">
                  <a:moveTo>
                    <a:pt x="53" y="0"/>
                  </a:moveTo>
                  <a:cubicBezTo>
                    <a:pt x="25" y="0"/>
                    <a:pt x="0" y="51"/>
                    <a:pt x="36" y="72"/>
                  </a:cubicBezTo>
                  <a:lnTo>
                    <a:pt x="210" y="180"/>
                  </a:lnTo>
                  <a:cubicBezTo>
                    <a:pt x="234" y="196"/>
                    <a:pt x="268" y="213"/>
                    <a:pt x="301" y="229"/>
                  </a:cubicBezTo>
                  <a:cubicBezTo>
                    <a:pt x="326" y="246"/>
                    <a:pt x="367" y="254"/>
                    <a:pt x="400" y="254"/>
                  </a:cubicBezTo>
                  <a:cubicBezTo>
                    <a:pt x="402" y="255"/>
                    <a:pt x="405" y="256"/>
                    <a:pt x="407" y="256"/>
                  </a:cubicBezTo>
                  <a:cubicBezTo>
                    <a:pt x="421" y="256"/>
                    <a:pt x="431" y="235"/>
                    <a:pt x="417" y="221"/>
                  </a:cubicBezTo>
                  <a:cubicBezTo>
                    <a:pt x="400" y="196"/>
                    <a:pt x="375" y="171"/>
                    <a:pt x="350" y="155"/>
                  </a:cubicBezTo>
                  <a:cubicBezTo>
                    <a:pt x="317" y="130"/>
                    <a:pt x="284" y="113"/>
                    <a:pt x="251" y="97"/>
                  </a:cubicBezTo>
                  <a:cubicBezTo>
                    <a:pt x="193" y="64"/>
                    <a:pt x="135" y="39"/>
                    <a:pt x="69" y="6"/>
                  </a:cubicBezTo>
                  <a:cubicBezTo>
                    <a:pt x="64" y="2"/>
                    <a:pt x="58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34"/>
            <p:cNvSpPr/>
            <p:nvPr/>
          </p:nvSpPr>
          <p:spPr>
            <a:xfrm>
              <a:off x="6584375" y="4454575"/>
              <a:ext cx="7250" cy="5375"/>
            </a:xfrm>
            <a:custGeom>
              <a:rect b="b" l="l" r="r" t="t"/>
              <a:pathLst>
                <a:path extrusionOk="0" h="215" w="290">
                  <a:moveTo>
                    <a:pt x="43" y="1"/>
                  </a:moveTo>
                  <a:cubicBezTo>
                    <a:pt x="31" y="1"/>
                    <a:pt x="19" y="5"/>
                    <a:pt x="9" y="15"/>
                  </a:cubicBezTo>
                  <a:cubicBezTo>
                    <a:pt x="1" y="23"/>
                    <a:pt x="1" y="39"/>
                    <a:pt x="1" y="48"/>
                  </a:cubicBezTo>
                  <a:cubicBezTo>
                    <a:pt x="1" y="56"/>
                    <a:pt x="9" y="64"/>
                    <a:pt x="17" y="73"/>
                  </a:cubicBezTo>
                  <a:cubicBezTo>
                    <a:pt x="51" y="106"/>
                    <a:pt x="84" y="131"/>
                    <a:pt x="117" y="155"/>
                  </a:cubicBezTo>
                  <a:cubicBezTo>
                    <a:pt x="133" y="172"/>
                    <a:pt x="150" y="180"/>
                    <a:pt x="167" y="189"/>
                  </a:cubicBezTo>
                  <a:cubicBezTo>
                    <a:pt x="183" y="197"/>
                    <a:pt x="191" y="205"/>
                    <a:pt x="208" y="205"/>
                  </a:cubicBezTo>
                  <a:cubicBezTo>
                    <a:pt x="216" y="213"/>
                    <a:pt x="233" y="213"/>
                    <a:pt x="241" y="213"/>
                  </a:cubicBezTo>
                  <a:cubicBezTo>
                    <a:pt x="244" y="214"/>
                    <a:pt x="246" y="215"/>
                    <a:pt x="249" y="215"/>
                  </a:cubicBezTo>
                  <a:cubicBezTo>
                    <a:pt x="271" y="215"/>
                    <a:pt x="289" y="186"/>
                    <a:pt x="274" y="164"/>
                  </a:cubicBezTo>
                  <a:cubicBezTo>
                    <a:pt x="258" y="147"/>
                    <a:pt x="241" y="131"/>
                    <a:pt x="225" y="122"/>
                  </a:cubicBezTo>
                  <a:lnTo>
                    <a:pt x="216" y="122"/>
                  </a:lnTo>
                  <a:cubicBezTo>
                    <a:pt x="200" y="114"/>
                    <a:pt x="183" y="97"/>
                    <a:pt x="167" y="89"/>
                  </a:cubicBezTo>
                  <a:cubicBezTo>
                    <a:pt x="133" y="64"/>
                    <a:pt x="100" y="39"/>
                    <a:pt x="67" y="6"/>
                  </a:cubicBezTo>
                  <a:cubicBezTo>
                    <a:pt x="60" y="3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34"/>
            <p:cNvSpPr/>
            <p:nvPr/>
          </p:nvSpPr>
          <p:spPr>
            <a:xfrm>
              <a:off x="6533025" y="4466125"/>
              <a:ext cx="3125" cy="9425"/>
            </a:xfrm>
            <a:custGeom>
              <a:rect b="b" l="l" r="r" t="t"/>
              <a:pathLst>
                <a:path extrusionOk="0" h="377" w="125">
                  <a:moveTo>
                    <a:pt x="51" y="1"/>
                  </a:moveTo>
                  <a:cubicBezTo>
                    <a:pt x="27" y="1"/>
                    <a:pt x="4" y="17"/>
                    <a:pt x="8" y="50"/>
                  </a:cubicBezTo>
                  <a:lnTo>
                    <a:pt x="0" y="50"/>
                  </a:lnTo>
                  <a:lnTo>
                    <a:pt x="25" y="207"/>
                  </a:lnTo>
                  <a:cubicBezTo>
                    <a:pt x="25" y="232"/>
                    <a:pt x="33" y="257"/>
                    <a:pt x="33" y="282"/>
                  </a:cubicBezTo>
                  <a:cubicBezTo>
                    <a:pt x="41" y="315"/>
                    <a:pt x="41" y="340"/>
                    <a:pt x="66" y="365"/>
                  </a:cubicBezTo>
                  <a:cubicBezTo>
                    <a:pt x="70" y="372"/>
                    <a:pt x="79" y="376"/>
                    <a:pt x="88" y="376"/>
                  </a:cubicBezTo>
                  <a:cubicBezTo>
                    <a:pt x="99" y="376"/>
                    <a:pt x="112" y="370"/>
                    <a:pt x="116" y="356"/>
                  </a:cubicBezTo>
                  <a:cubicBezTo>
                    <a:pt x="124" y="331"/>
                    <a:pt x="124" y="307"/>
                    <a:pt x="124" y="273"/>
                  </a:cubicBezTo>
                  <a:cubicBezTo>
                    <a:pt x="124" y="249"/>
                    <a:pt x="116" y="224"/>
                    <a:pt x="116" y="191"/>
                  </a:cubicBezTo>
                  <a:cubicBezTo>
                    <a:pt x="108" y="141"/>
                    <a:pt x="99" y="91"/>
                    <a:pt x="91" y="33"/>
                  </a:cubicBezTo>
                  <a:cubicBezTo>
                    <a:pt x="88" y="11"/>
                    <a:pt x="69" y="1"/>
                    <a:pt x="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34"/>
            <p:cNvSpPr/>
            <p:nvPr/>
          </p:nvSpPr>
          <p:spPr>
            <a:xfrm>
              <a:off x="6541150" y="4445600"/>
              <a:ext cx="3425" cy="2525"/>
            </a:xfrm>
            <a:custGeom>
              <a:rect b="b" l="l" r="r" t="t"/>
              <a:pathLst>
                <a:path extrusionOk="0" h="101" w="137">
                  <a:moveTo>
                    <a:pt x="71" y="0"/>
                  </a:moveTo>
                  <a:cubicBezTo>
                    <a:pt x="69" y="0"/>
                    <a:pt x="67" y="0"/>
                    <a:pt x="64" y="1"/>
                  </a:cubicBezTo>
                  <a:cubicBezTo>
                    <a:pt x="1" y="9"/>
                    <a:pt x="14" y="101"/>
                    <a:pt x="66" y="101"/>
                  </a:cubicBezTo>
                  <a:cubicBezTo>
                    <a:pt x="68" y="101"/>
                    <a:pt x="70" y="101"/>
                    <a:pt x="73" y="100"/>
                  </a:cubicBezTo>
                  <a:cubicBezTo>
                    <a:pt x="136" y="92"/>
                    <a:pt x="124" y="0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34"/>
            <p:cNvSpPr/>
            <p:nvPr/>
          </p:nvSpPr>
          <p:spPr>
            <a:xfrm>
              <a:off x="6639250" y="4268375"/>
              <a:ext cx="11325" cy="10675"/>
            </a:xfrm>
            <a:custGeom>
              <a:rect b="b" l="l" r="r" t="t"/>
              <a:pathLst>
                <a:path extrusionOk="0" h="427" w="453">
                  <a:moveTo>
                    <a:pt x="43" y="0"/>
                  </a:moveTo>
                  <a:cubicBezTo>
                    <a:pt x="21" y="0"/>
                    <a:pt x="0" y="26"/>
                    <a:pt x="18" y="55"/>
                  </a:cubicBezTo>
                  <a:cubicBezTo>
                    <a:pt x="68" y="122"/>
                    <a:pt x="126" y="188"/>
                    <a:pt x="184" y="254"/>
                  </a:cubicBezTo>
                  <a:cubicBezTo>
                    <a:pt x="217" y="287"/>
                    <a:pt x="250" y="312"/>
                    <a:pt x="283" y="345"/>
                  </a:cubicBezTo>
                  <a:cubicBezTo>
                    <a:pt x="300" y="354"/>
                    <a:pt x="308" y="370"/>
                    <a:pt x="333" y="387"/>
                  </a:cubicBezTo>
                  <a:cubicBezTo>
                    <a:pt x="350" y="403"/>
                    <a:pt x="374" y="412"/>
                    <a:pt x="391" y="420"/>
                  </a:cubicBezTo>
                  <a:cubicBezTo>
                    <a:pt x="397" y="425"/>
                    <a:pt x="404" y="427"/>
                    <a:pt x="410" y="427"/>
                  </a:cubicBezTo>
                  <a:cubicBezTo>
                    <a:pt x="435" y="427"/>
                    <a:pt x="452" y="390"/>
                    <a:pt x="432" y="370"/>
                  </a:cubicBezTo>
                  <a:cubicBezTo>
                    <a:pt x="416" y="354"/>
                    <a:pt x="408" y="329"/>
                    <a:pt x="391" y="321"/>
                  </a:cubicBezTo>
                  <a:cubicBezTo>
                    <a:pt x="374" y="304"/>
                    <a:pt x="358" y="287"/>
                    <a:pt x="341" y="279"/>
                  </a:cubicBezTo>
                  <a:cubicBezTo>
                    <a:pt x="308" y="246"/>
                    <a:pt x="275" y="221"/>
                    <a:pt x="242" y="188"/>
                  </a:cubicBezTo>
                  <a:cubicBezTo>
                    <a:pt x="184" y="138"/>
                    <a:pt x="126" y="72"/>
                    <a:pt x="68" y="14"/>
                  </a:cubicBezTo>
                  <a:cubicBezTo>
                    <a:pt x="61" y="4"/>
                    <a:pt x="52" y="0"/>
                    <a:pt x="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34"/>
            <p:cNvSpPr/>
            <p:nvPr/>
          </p:nvSpPr>
          <p:spPr>
            <a:xfrm>
              <a:off x="6646525" y="4270850"/>
              <a:ext cx="5200" cy="6950"/>
            </a:xfrm>
            <a:custGeom>
              <a:rect b="b" l="l" r="r" t="t"/>
              <a:pathLst>
                <a:path extrusionOk="0" h="278" w="208">
                  <a:moveTo>
                    <a:pt x="43" y="1"/>
                  </a:moveTo>
                  <a:cubicBezTo>
                    <a:pt x="34" y="1"/>
                    <a:pt x="24" y="3"/>
                    <a:pt x="17" y="6"/>
                  </a:cubicBezTo>
                  <a:cubicBezTo>
                    <a:pt x="1" y="23"/>
                    <a:pt x="1" y="48"/>
                    <a:pt x="17" y="64"/>
                  </a:cubicBezTo>
                  <a:cubicBezTo>
                    <a:pt x="34" y="106"/>
                    <a:pt x="59" y="139"/>
                    <a:pt x="83" y="172"/>
                  </a:cubicBezTo>
                  <a:cubicBezTo>
                    <a:pt x="92" y="188"/>
                    <a:pt x="108" y="205"/>
                    <a:pt x="117" y="222"/>
                  </a:cubicBezTo>
                  <a:cubicBezTo>
                    <a:pt x="125" y="238"/>
                    <a:pt x="133" y="246"/>
                    <a:pt x="141" y="255"/>
                  </a:cubicBezTo>
                  <a:cubicBezTo>
                    <a:pt x="150" y="263"/>
                    <a:pt x="158" y="263"/>
                    <a:pt x="166" y="271"/>
                  </a:cubicBezTo>
                  <a:cubicBezTo>
                    <a:pt x="170" y="275"/>
                    <a:pt x="177" y="277"/>
                    <a:pt x="183" y="277"/>
                  </a:cubicBezTo>
                  <a:cubicBezTo>
                    <a:pt x="189" y="277"/>
                    <a:pt x="195" y="275"/>
                    <a:pt x="199" y="271"/>
                  </a:cubicBezTo>
                  <a:cubicBezTo>
                    <a:pt x="208" y="263"/>
                    <a:pt x="208" y="255"/>
                    <a:pt x="208" y="238"/>
                  </a:cubicBezTo>
                  <a:cubicBezTo>
                    <a:pt x="208" y="230"/>
                    <a:pt x="199" y="222"/>
                    <a:pt x="199" y="213"/>
                  </a:cubicBezTo>
                  <a:cubicBezTo>
                    <a:pt x="191" y="197"/>
                    <a:pt x="191" y="188"/>
                    <a:pt x="183" y="180"/>
                  </a:cubicBezTo>
                  <a:cubicBezTo>
                    <a:pt x="166" y="155"/>
                    <a:pt x="158" y="139"/>
                    <a:pt x="150" y="122"/>
                  </a:cubicBezTo>
                  <a:cubicBezTo>
                    <a:pt x="125" y="89"/>
                    <a:pt x="100" y="56"/>
                    <a:pt x="75" y="14"/>
                  </a:cubicBezTo>
                  <a:cubicBezTo>
                    <a:pt x="70" y="5"/>
                    <a:pt x="57" y="1"/>
                    <a:pt x="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34"/>
            <p:cNvSpPr/>
            <p:nvPr/>
          </p:nvSpPr>
          <p:spPr>
            <a:xfrm>
              <a:off x="6698100" y="4265400"/>
              <a:ext cx="8300" cy="18975"/>
            </a:xfrm>
            <a:custGeom>
              <a:rect b="b" l="l" r="r" t="t"/>
              <a:pathLst>
                <a:path extrusionOk="0" h="759" w="332">
                  <a:moveTo>
                    <a:pt x="67" y="0"/>
                  </a:moveTo>
                  <a:cubicBezTo>
                    <a:pt x="50" y="0"/>
                    <a:pt x="34" y="9"/>
                    <a:pt x="25" y="25"/>
                  </a:cubicBezTo>
                  <a:cubicBezTo>
                    <a:pt x="1" y="75"/>
                    <a:pt x="42" y="150"/>
                    <a:pt x="59" y="199"/>
                  </a:cubicBezTo>
                  <a:cubicBezTo>
                    <a:pt x="92" y="257"/>
                    <a:pt x="117" y="315"/>
                    <a:pt x="141" y="373"/>
                  </a:cubicBezTo>
                  <a:cubicBezTo>
                    <a:pt x="166" y="431"/>
                    <a:pt x="191" y="489"/>
                    <a:pt x="216" y="547"/>
                  </a:cubicBezTo>
                  <a:cubicBezTo>
                    <a:pt x="233" y="614"/>
                    <a:pt x="257" y="672"/>
                    <a:pt x="274" y="738"/>
                  </a:cubicBezTo>
                  <a:cubicBezTo>
                    <a:pt x="278" y="752"/>
                    <a:pt x="289" y="759"/>
                    <a:pt x="301" y="759"/>
                  </a:cubicBezTo>
                  <a:cubicBezTo>
                    <a:pt x="316" y="759"/>
                    <a:pt x="332" y="748"/>
                    <a:pt x="332" y="730"/>
                  </a:cubicBezTo>
                  <a:cubicBezTo>
                    <a:pt x="324" y="663"/>
                    <a:pt x="324" y="597"/>
                    <a:pt x="315" y="531"/>
                  </a:cubicBezTo>
                  <a:cubicBezTo>
                    <a:pt x="307" y="464"/>
                    <a:pt x="282" y="398"/>
                    <a:pt x="266" y="332"/>
                  </a:cubicBezTo>
                  <a:cubicBezTo>
                    <a:pt x="249" y="266"/>
                    <a:pt x="224" y="199"/>
                    <a:pt x="191" y="141"/>
                  </a:cubicBezTo>
                  <a:cubicBezTo>
                    <a:pt x="166" y="92"/>
                    <a:pt x="125" y="9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34"/>
            <p:cNvSpPr/>
            <p:nvPr/>
          </p:nvSpPr>
          <p:spPr>
            <a:xfrm>
              <a:off x="6692300" y="4250075"/>
              <a:ext cx="3125" cy="4875"/>
            </a:xfrm>
            <a:custGeom>
              <a:rect b="b" l="l" r="r" t="t"/>
              <a:pathLst>
                <a:path extrusionOk="0" h="195" w="125">
                  <a:moveTo>
                    <a:pt x="25" y="0"/>
                  </a:moveTo>
                  <a:cubicBezTo>
                    <a:pt x="9" y="0"/>
                    <a:pt x="1" y="9"/>
                    <a:pt x="1" y="25"/>
                  </a:cubicBezTo>
                  <a:cubicBezTo>
                    <a:pt x="1" y="33"/>
                    <a:pt x="1" y="42"/>
                    <a:pt x="1" y="50"/>
                  </a:cubicBezTo>
                  <a:cubicBezTo>
                    <a:pt x="1" y="67"/>
                    <a:pt x="1" y="83"/>
                    <a:pt x="1" y="91"/>
                  </a:cubicBezTo>
                  <a:cubicBezTo>
                    <a:pt x="9" y="116"/>
                    <a:pt x="17" y="133"/>
                    <a:pt x="17" y="158"/>
                  </a:cubicBezTo>
                  <a:cubicBezTo>
                    <a:pt x="25" y="166"/>
                    <a:pt x="25" y="174"/>
                    <a:pt x="34" y="174"/>
                  </a:cubicBezTo>
                  <a:lnTo>
                    <a:pt x="42" y="183"/>
                  </a:lnTo>
                  <a:cubicBezTo>
                    <a:pt x="48" y="188"/>
                    <a:pt x="58" y="194"/>
                    <a:pt x="69" y="194"/>
                  </a:cubicBezTo>
                  <a:cubicBezTo>
                    <a:pt x="74" y="194"/>
                    <a:pt x="79" y="193"/>
                    <a:pt x="83" y="191"/>
                  </a:cubicBezTo>
                  <a:cubicBezTo>
                    <a:pt x="108" y="183"/>
                    <a:pt x="125" y="158"/>
                    <a:pt x="108" y="125"/>
                  </a:cubicBezTo>
                  <a:lnTo>
                    <a:pt x="108" y="125"/>
                  </a:lnTo>
                  <a:lnTo>
                    <a:pt x="108" y="133"/>
                  </a:lnTo>
                  <a:lnTo>
                    <a:pt x="92" y="67"/>
                  </a:lnTo>
                  <a:cubicBezTo>
                    <a:pt x="83" y="58"/>
                    <a:pt x="83" y="42"/>
                    <a:pt x="75" y="33"/>
                  </a:cubicBezTo>
                  <a:cubicBezTo>
                    <a:pt x="67" y="25"/>
                    <a:pt x="59" y="17"/>
                    <a:pt x="50" y="9"/>
                  </a:cubicBezTo>
                  <a:cubicBezTo>
                    <a:pt x="50" y="0"/>
                    <a:pt x="34" y="0"/>
                    <a:pt x="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34"/>
            <p:cNvSpPr/>
            <p:nvPr/>
          </p:nvSpPr>
          <p:spPr>
            <a:xfrm>
              <a:off x="6686500" y="4243450"/>
              <a:ext cx="1075" cy="1475"/>
            </a:xfrm>
            <a:custGeom>
              <a:rect b="b" l="l" r="r" t="t"/>
              <a:pathLst>
                <a:path extrusionOk="0" h="59" w="43">
                  <a:moveTo>
                    <a:pt x="9" y="0"/>
                  </a:moveTo>
                  <a:lnTo>
                    <a:pt x="1" y="17"/>
                  </a:lnTo>
                  <a:cubicBezTo>
                    <a:pt x="1" y="17"/>
                    <a:pt x="1" y="25"/>
                    <a:pt x="1" y="33"/>
                  </a:cubicBezTo>
                  <a:lnTo>
                    <a:pt x="1" y="42"/>
                  </a:lnTo>
                  <a:lnTo>
                    <a:pt x="9" y="50"/>
                  </a:lnTo>
                  <a:lnTo>
                    <a:pt x="17" y="58"/>
                  </a:lnTo>
                  <a:lnTo>
                    <a:pt x="25" y="58"/>
                  </a:lnTo>
                  <a:lnTo>
                    <a:pt x="34" y="50"/>
                  </a:lnTo>
                  <a:lnTo>
                    <a:pt x="42" y="50"/>
                  </a:lnTo>
                  <a:lnTo>
                    <a:pt x="42" y="42"/>
                  </a:lnTo>
                  <a:lnTo>
                    <a:pt x="42" y="25"/>
                  </a:lnTo>
                  <a:cubicBezTo>
                    <a:pt x="42" y="25"/>
                    <a:pt x="34" y="17"/>
                    <a:pt x="34" y="8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34"/>
            <p:cNvSpPr/>
            <p:nvPr/>
          </p:nvSpPr>
          <p:spPr>
            <a:xfrm>
              <a:off x="6742350" y="4241000"/>
              <a:ext cx="11500" cy="15325"/>
            </a:xfrm>
            <a:custGeom>
              <a:rect b="b" l="l" r="r" t="t"/>
              <a:pathLst>
                <a:path extrusionOk="0" h="613" w="460">
                  <a:moveTo>
                    <a:pt x="381" y="0"/>
                  </a:moveTo>
                  <a:cubicBezTo>
                    <a:pt x="367" y="0"/>
                    <a:pt x="354" y="5"/>
                    <a:pt x="343" y="15"/>
                  </a:cubicBezTo>
                  <a:cubicBezTo>
                    <a:pt x="310" y="57"/>
                    <a:pt x="277" y="98"/>
                    <a:pt x="244" y="148"/>
                  </a:cubicBezTo>
                  <a:cubicBezTo>
                    <a:pt x="219" y="189"/>
                    <a:pt x="186" y="231"/>
                    <a:pt x="161" y="272"/>
                  </a:cubicBezTo>
                  <a:cubicBezTo>
                    <a:pt x="103" y="363"/>
                    <a:pt x="53" y="454"/>
                    <a:pt x="12" y="554"/>
                  </a:cubicBezTo>
                  <a:cubicBezTo>
                    <a:pt x="0" y="583"/>
                    <a:pt x="26" y="612"/>
                    <a:pt x="51" y="612"/>
                  </a:cubicBezTo>
                  <a:cubicBezTo>
                    <a:pt x="61" y="612"/>
                    <a:pt x="71" y="607"/>
                    <a:pt x="78" y="595"/>
                  </a:cubicBezTo>
                  <a:cubicBezTo>
                    <a:pt x="136" y="512"/>
                    <a:pt x="203" y="430"/>
                    <a:pt x="261" y="347"/>
                  </a:cubicBezTo>
                  <a:cubicBezTo>
                    <a:pt x="285" y="314"/>
                    <a:pt x="319" y="272"/>
                    <a:pt x="343" y="231"/>
                  </a:cubicBezTo>
                  <a:cubicBezTo>
                    <a:pt x="377" y="189"/>
                    <a:pt x="410" y="148"/>
                    <a:pt x="435" y="106"/>
                  </a:cubicBezTo>
                  <a:cubicBezTo>
                    <a:pt x="451" y="82"/>
                    <a:pt x="459" y="48"/>
                    <a:pt x="435" y="24"/>
                  </a:cubicBezTo>
                  <a:cubicBezTo>
                    <a:pt x="420" y="9"/>
                    <a:pt x="400" y="0"/>
                    <a:pt x="3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34"/>
            <p:cNvSpPr/>
            <p:nvPr/>
          </p:nvSpPr>
          <p:spPr>
            <a:xfrm>
              <a:off x="6748250" y="4241850"/>
              <a:ext cx="10475" cy="11750"/>
            </a:xfrm>
            <a:custGeom>
              <a:rect b="b" l="l" r="r" t="t"/>
              <a:pathLst>
                <a:path extrusionOk="0" h="470" w="419">
                  <a:moveTo>
                    <a:pt x="378" y="1"/>
                  </a:moveTo>
                  <a:cubicBezTo>
                    <a:pt x="373" y="1"/>
                    <a:pt x="368" y="3"/>
                    <a:pt x="364" y="6"/>
                  </a:cubicBezTo>
                  <a:cubicBezTo>
                    <a:pt x="298" y="64"/>
                    <a:pt x="240" y="139"/>
                    <a:pt x="190" y="205"/>
                  </a:cubicBezTo>
                  <a:lnTo>
                    <a:pt x="25" y="404"/>
                  </a:lnTo>
                  <a:cubicBezTo>
                    <a:pt x="0" y="434"/>
                    <a:pt x="29" y="469"/>
                    <a:pt x="60" y="469"/>
                  </a:cubicBezTo>
                  <a:cubicBezTo>
                    <a:pt x="71" y="469"/>
                    <a:pt x="82" y="465"/>
                    <a:pt x="91" y="454"/>
                  </a:cubicBezTo>
                  <a:lnTo>
                    <a:pt x="257" y="255"/>
                  </a:lnTo>
                  <a:cubicBezTo>
                    <a:pt x="306" y="188"/>
                    <a:pt x="364" y="122"/>
                    <a:pt x="406" y="48"/>
                  </a:cubicBezTo>
                  <a:cubicBezTo>
                    <a:pt x="419" y="22"/>
                    <a:pt x="396" y="1"/>
                    <a:pt x="3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34"/>
            <p:cNvSpPr/>
            <p:nvPr/>
          </p:nvSpPr>
          <p:spPr>
            <a:xfrm>
              <a:off x="6742225" y="4233175"/>
              <a:ext cx="8425" cy="8250"/>
            </a:xfrm>
            <a:custGeom>
              <a:rect b="b" l="l" r="r" t="t"/>
              <a:pathLst>
                <a:path extrusionOk="0" h="330" w="337">
                  <a:moveTo>
                    <a:pt x="300" y="1"/>
                  </a:moveTo>
                  <a:cubicBezTo>
                    <a:pt x="294" y="1"/>
                    <a:pt x="288" y="2"/>
                    <a:pt x="282" y="5"/>
                  </a:cubicBezTo>
                  <a:lnTo>
                    <a:pt x="249" y="30"/>
                  </a:lnTo>
                  <a:cubicBezTo>
                    <a:pt x="232" y="38"/>
                    <a:pt x="224" y="47"/>
                    <a:pt x="216" y="63"/>
                  </a:cubicBezTo>
                  <a:cubicBezTo>
                    <a:pt x="191" y="80"/>
                    <a:pt x="166" y="105"/>
                    <a:pt x="150" y="129"/>
                  </a:cubicBezTo>
                  <a:cubicBezTo>
                    <a:pt x="100" y="179"/>
                    <a:pt x="58" y="221"/>
                    <a:pt x="17" y="262"/>
                  </a:cubicBezTo>
                  <a:cubicBezTo>
                    <a:pt x="0" y="279"/>
                    <a:pt x="9" y="312"/>
                    <a:pt x="25" y="320"/>
                  </a:cubicBezTo>
                  <a:cubicBezTo>
                    <a:pt x="32" y="326"/>
                    <a:pt x="39" y="329"/>
                    <a:pt x="47" y="329"/>
                  </a:cubicBezTo>
                  <a:cubicBezTo>
                    <a:pt x="60" y="329"/>
                    <a:pt x="73" y="322"/>
                    <a:pt x="83" y="312"/>
                  </a:cubicBezTo>
                  <a:lnTo>
                    <a:pt x="83" y="320"/>
                  </a:lnTo>
                  <a:cubicBezTo>
                    <a:pt x="125" y="270"/>
                    <a:pt x="166" y="229"/>
                    <a:pt x="208" y="187"/>
                  </a:cubicBezTo>
                  <a:cubicBezTo>
                    <a:pt x="232" y="163"/>
                    <a:pt x="249" y="138"/>
                    <a:pt x="274" y="121"/>
                  </a:cubicBezTo>
                  <a:cubicBezTo>
                    <a:pt x="282" y="105"/>
                    <a:pt x="290" y="96"/>
                    <a:pt x="299" y="88"/>
                  </a:cubicBezTo>
                  <a:cubicBezTo>
                    <a:pt x="307" y="71"/>
                    <a:pt x="315" y="55"/>
                    <a:pt x="324" y="47"/>
                  </a:cubicBezTo>
                  <a:cubicBezTo>
                    <a:pt x="337" y="26"/>
                    <a:pt x="323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34"/>
            <p:cNvSpPr/>
            <p:nvPr/>
          </p:nvSpPr>
          <p:spPr>
            <a:xfrm>
              <a:off x="6520450" y="4322175"/>
              <a:ext cx="7350" cy="14950"/>
            </a:xfrm>
            <a:custGeom>
              <a:rect b="b" l="l" r="r" t="t"/>
              <a:pathLst>
                <a:path extrusionOk="0" h="598" w="294">
                  <a:moveTo>
                    <a:pt x="247" y="1"/>
                  </a:moveTo>
                  <a:cubicBezTo>
                    <a:pt x="236" y="1"/>
                    <a:pt x="227" y="5"/>
                    <a:pt x="221" y="16"/>
                  </a:cubicBezTo>
                  <a:cubicBezTo>
                    <a:pt x="172" y="99"/>
                    <a:pt x="130" y="190"/>
                    <a:pt x="105" y="281"/>
                  </a:cubicBezTo>
                  <a:cubicBezTo>
                    <a:pt x="72" y="372"/>
                    <a:pt x="39" y="464"/>
                    <a:pt x="6" y="555"/>
                  </a:cubicBezTo>
                  <a:cubicBezTo>
                    <a:pt x="1" y="581"/>
                    <a:pt x="19" y="597"/>
                    <a:pt x="37" y="597"/>
                  </a:cubicBezTo>
                  <a:cubicBezTo>
                    <a:pt x="47" y="597"/>
                    <a:pt x="58" y="592"/>
                    <a:pt x="64" y="580"/>
                  </a:cubicBezTo>
                  <a:cubicBezTo>
                    <a:pt x="105" y="497"/>
                    <a:pt x="147" y="406"/>
                    <a:pt x="188" y="323"/>
                  </a:cubicBezTo>
                  <a:cubicBezTo>
                    <a:pt x="230" y="232"/>
                    <a:pt x="263" y="140"/>
                    <a:pt x="288" y="49"/>
                  </a:cubicBezTo>
                  <a:cubicBezTo>
                    <a:pt x="293" y="21"/>
                    <a:pt x="268" y="1"/>
                    <a:pt x="2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34"/>
            <p:cNvSpPr/>
            <p:nvPr/>
          </p:nvSpPr>
          <p:spPr>
            <a:xfrm>
              <a:off x="6534250" y="4299200"/>
              <a:ext cx="6400" cy="8400"/>
            </a:xfrm>
            <a:custGeom>
              <a:rect b="b" l="l" r="r" t="t"/>
              <a:pathLst>
                <a:path extrusionOk="0" h="336" w="256">
                  <a:moveTo>
                    <a:pt x="224" y="1"/>
                  </a:moveTo>
                  <a:cubicBezTo>
                    <a:pt x="218" y="1"/>
                    <a:pt x="213" y="3"/>
                    <a:pt x="208" y="7"/>
                  </a:cubicBezTo>
                  <a:cubicBezTo>
                    <a:pt x="183" y="24"/>
                    <a:pt x="166" y="40"/>
                    <a:pt x="150" y="65"/>
                  </a:cubicBezTo>
                  <a:cubicBezTo>
                    <a:pt x="133" y="90"/>
                    <a:pt x="117" y="107"/>
                    <a:pt x="100" y="132"/>
                  </a:cubicBezTo>
                  <a:lnTo>
                    <a:pt x="17" y="272"/>
                  </a:lnTo>
                  <a:cubicBezTo>
                    <a:pt x="1" y="289"/>
                    <a:pt x="1" y="314"/>
                    <a:pt x="26" y="330"/>
                  </a:cubicBezTo>
                  <a:cubicBezTo>
                    <a:pt x="33" y="334"/>
                    <a:pt x="41" y="336"/>
                    <a:pt x="49" y="336"/>
                  </a:cubicBezTo>
                  <a:cubicBezTo>
                    <a:pt x="61" y="336"/>
                    <a:pt x="74" y="332"/>
                    <a:pt x="84" y="322"/>
                  </a:cubicBezTo>
                  <a:cubicBezTo>
                    <a:pt x="108" y="272"/>
                    <a:pt x="142" y="231"/>
                    <a:pt x="166" y="181"/>
                  </a:cubicBezTo>
                  <a:cubicBezTo>
                    <a:pt x="183" y="156"/>
                    <a:pt x="200" y="132"/>
                    <a:pt x="216" y="107"/>
                  </a:cubicBezTo>
                  <a:cubicBezTo>
                    <a:pt x="224" y="82"/>
                    <a:pt x="241" y="57"/>
                    <a:pt x="249" y="32"/>
                  </a:cubicBezTo>
                  <a:cubicBezTo>
                    <a:pt x="255" y="14"/>
                    <a:pt x="240" y="1"/>
                    <a:pt x="2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34"/>
            <p:cNvSpPr/>
            <p:nvPr/>
          </p:nvSpPr>
          <p:spPr>
            <a:xfrm>
              <a:off x="6525625" y="4284450"/>
              <a:ext cx="12850" cy="14250"/>
            </a:xfrm>
            <a:custGeom>
              <a:rect b="b" l="l" r="r" t="t"/>
              <a:pathLst>
                <a:path extrusionOk="0" h="570" w="514">
                  <a:moveTo>
                    <a:pt x="26" y="0"/>
                  </a:moveTo>
                  <a:cubicBezTo>
                    <a:pt x="13" y="0"/>
                    <a:pt x="1" y="9"/>
                    <a:pt x="6" y="26"/>
                  </a:cubicBezTo>
                  <a:cubicBezTo>
                    <a:pt x="14" y="84"/>
                    <a:pt x="39" y="133"/>
                    <a:pt x="64" y="183"/>
                  </a:cubicBezTo>
                  <a:cubicBezTo>
                    <a:pt x="89" y="241"/>
                    <a:pt x="122" y="291"/>
                    <a:pt x="163" y="332"/>
                  </a:cubicBezTo>
                  <a:cubicBezTo>
                    <a:pt x="230" y="423"/>
                    <a:pt x="329" y="498"/>
                    <a:pt x="420" y="564"/>
                  </a:cubicBezTo>
                  <a:cubicBezTo>
                    <a:pt x="428" y="568"/>
                    <a:pt x="435" y="570"/>
                    <a:pt x="443" y="570"/>
                  </a:cubicBezTo>
                  <a:cubicBezTo>
                    <a:pt x="483" y="570"/>
                    <a:pt x="513" y="518"/>
                    <a:pt x="478" y="490"/>
                  </a:cubicBezTo>
                  <a:cubicBezTo>
                    <a:pt x="387" y="423"/>
                    <a:pt x="313" y="349"/>
                    <a:pt x="246" y="266"/>
                  </a:cubicBezTo>
                  <a:cubicBezTo>
                    <a:pt x="213" y="224"/>
                    <a:pt x="180" y="183"/>
                    <a:pt x="147" y="142"/>
                  </a:cubicBezTo>
                  <a:cubicBezTo>
                    <a:pt x="114" y="100"/>
                    <a:pt x="89" y="50"/>
                    <a:pt x="48" y="9"/>
                  </a:cubicBezTo>
                  <a:cubicBezTo>
                    <a:pt x="42" y="3"/>
                    <a:pt x="34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34"/>
            <p:cNvSpPr/>
            <p:nvPr/>
          </p:nvSpPr>
          <p:spPr>
            <a:xfrm>
              <a:off x="6537150" y="4282450"/>
              <a:ext cx="3350" cy="8250"/>
            </a:xfrm>
            <a:custGeom>
              <a:rect b="b" l="l" r="r" t="t"/>
              <a:pathLst>
                <a:path extrusionOk="0" h="330" w="134">
                  <a:moveTo>
                    <a:pt x="30" y="1"/>
                  </a:moveTo>
                  <a:cubicBezTo>
                    <a:pt x="22" y="1"/>
                    <a:pt x="14" y="5"/>
                    <a:pt x="9" y="14"/>
                  </a:cubicBezTo>
                  <a:cubicBezTo>
                    <a:pt x="9" y="23"/>
                    <a:pt x="1" y="39"/>
                    <a:pt x="1" y="48"/>
                  </a:cubicBezTo>
                  <a:lnTo>
                    <a:pt x="1" y="81"/>
                  </a:lnTo>
                  <a:cubicBezTo>
                    <a:pt x="1" y="106"/>
                    <a:pt x="9" y="130"/>
                    <a:pt x="9" y="155"/>
                  </a:cubicBezTo>
                  <a:cubicBezTo>
                    <a:pt x="26" y="197"/>
                    <a:pt x="34" y="238"/>
                    <a:pt x="42" y="288"/>
                  </a:cubicBezTo>
                  <a:cubicBezTo>
                    <a:pt x="50" y="313"/>
                    <a:pt x="67" y="329"/>
                    <a:pt x="92" y="329"/>
                  </a:cubicBezTo>
                  <a:cubicBezTo>
                    <a:pt x="117" y="321"/>
                    <a:pt x="133" y="296"/>
                    <a:pt x="133" y="280"/>
                  </a:cubicBezTo>
                  <a:cubicBezTo>
                    <a:pt x="117" y="230"/>
                    <a:pt x="108" y="188"/>
                    <a:pt x="100" y="139"/>
                  </a:cubicBezTo>
                  <a:cubicBezTo>
                    <a:pt x="92" y="97"/>
                    <a:pt x="84" y="39"/>
                    <a:pt x="50" y="6"/>
                  </a:cubicBezTo>
                  <a:cubicBezTo>
                    <a:pt x="44" y="3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34"/>
            <p:cNvSpPr/>
            <p:nvPr/>
          </p:nvSpPr>
          <p:spPr>
            <a:xfrm>
              <a:off x="6541300" y="4271800"/>
              <a:ext cx="3125" cy="8150"/>
            </a:xfrm>
            <a:custGeom>
              <a:rect b="b" l="l" r="r" t="t"/>
              <a:pathLst>
                <a:path extrusionOk="0" h="326" w="125">
                  <a:moveTo>
                    <a:pt x="37" y="0"/>
                  </a:moveTo>
                  <a:cubicBezTo>
                    <a:pt x="25" y="0"/>
                    <a:pt x="13" y="8"/>
                    <a:pt x="9" y="26"/>
                  </a:cubicBezTo>
                  <a:cubicBezTo>
                    <a:pt x="9" y="51"/>
                    <a:pt x="0" y="68"/>
                    <a:pt x="0" y="92"/>
                  </a:cubicBezTo>
                  <a:cubicBezTo>
                    <a:pt x="9" y="117"/>
                    <a:pt x="9" y="134"/>
                    <a:pt x="9" y="159"/>
                  </a:cubicBezTo>
                  <a:cubicBezTo>
                    <a:pt x="9" y="175"/>
                    <a:pt x="17" y="200"/>
                    <a:pt x="17" y="217"/>
                  </a:cubicBezTo>
                  <a:cubicBezTo>
                    <a:pt x="17" y="242"/>
                    <a:pt x="17" y="258"/>
                    <a:pt x="17" y="283"/>
                  </a:cubicBezTo>
                  <a:cubicBezTo>
                    <a:pt x="24" y="304"/>
                    <a:pt x="44" y="326"/>
                    <a:pt x="65" y="326"/>
                  </a:cubicBezTo>
                  <a:cubicBezTo>
                    <a:pt x="68" y="326"/>
                    <a:pt x="72" y="325"/>
                    <a:pt x="75" y="324"/>
                  </a:cubicBezTo>
                  <a:cubicBezTo>
                    <a:pt x="108" y="316"/>
                    <a:pt x="125" y="291"/>
                    <a:pt x="125" y="266"/>
                  </a:cubicBezTo>
                  <a:cubicBezTo>
                    <a:pt x="116" y="250"/>
                    <a:pt x="116" y="225"/>
                    <a:pt x="108" y="208"/>
                  </a:cubicBezTo>
                  <a:cubicBezTo>
                    <a:pt x="108" y="184"/>
                    <a:pt x="100" y="167"/>
                    <a:pt x="100" y="142"/>
                  </a:cubicBezTo>
                  <a:cubicBezTo>
                    <a:pt x="92" y="126"/>
                    <a:pt x="92" y="101"/>
                    <a:pt x="83" y="84"/>
                  </a:cubicBezTo>
                  <a:cubicBezTo>
                    <a:pt x="83" y="59"/>
                    <a:pt x="75" y="43"/>
                    <a:pt x="67" y="18"/>
                  </a:cubicBezTo>
                  <a:cubicBezTo>
                    <a:pt x="59" y="6"/>
                    <a:pt x="48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34"/>
            <p:cNvSpPr/>
            <p:nvPr/>
          </p:nvSpPr>
          <p:spPr>
            <a:xfrm>
              <a:off x="6510850" y="4217300"/>
              <a:ext cx="21550" cy="57750"/>
            </a:xfrm>
            <a:custGeom>
              <a:rect b="b" l="l" r="r" t="t"/>
              <a:pathLst>
                <a:path extrusionOk="0" h="2310" w="862">
                  <a:moveTo>
                    <a:pt x="66" y="1"/>
                  </a:moveTo>
                  <a:cubicBezTo>
                    <a:pt x="39" y="1"/>
                    <a:pt x="9" y="22"/>
                    <a:pt x="9" y="52"/>
                  </a:cubicBezTo>
                  <a:cubicBezTo>
                    <a:pt x="1" y="151"/>
                    <a:pt x="42" y="234"/>
                    <a:pt x="75" y="334"/>
                  </a:cubicBezTo>
                  <a:cubicBezTo>
                    <a:pt x="108" y="433"/>
                    <a:pt x="141" y="532"/>
                    <a:pt x="166" y="632"/>
                  </a:cubicBezTo>
                  <a:cubicBezTo>
                    <a:pt x="224" y="839"/>
                    <a:pt x="257" y="1054"/>
                    <a:pt x="299" y="1262"/>
                  </a:cubicBezTo>
                  <a:cubicBezTo>
                    <a:pt x="365" y="1651"/>
                    <a:pt x="465" y="2016"/>
                    <a:pt x="754" y="2297"/>
                  </a:cubicBezTo>
                  <a:cubicBezTo>
                    <a:pt x="763" y="2306"/>
                    <a:pt x="773" y="2309"/>
                    <a:pt x="783" y="2309"/>
                  </a:cubicBezTo>
                  <a:cubicBezTo>
                    <a:pt x="822" y="2309"/>
                    <a:pt x="862" y="2256"/>
                    <a:pt x="829" y="2223"/>
                  </a:cubicBezTo>
                  <a:cubicBezTo>
                    <a:pt x="572" y="1933"/>
                    <a:pt x="506" y="1510"/>
                    <a:pt x="448" y="1137"/>
                  </a:cubicBezTo>
                  <a:cubicBezTo>
                    <a:pt x="423" y="938"/>
                    <a:pt x="390" y="740"/>
                    <a:pt x="332" y="541"/>
                  </a:cubicBezTo>
                  <a:cubicBezTo>
                    <a:pt x="282" y="367"/>
                    <a:pt x="241" y="143"/>
                    <a:pt x="92" y="10"/>
                  </a:cubicBezTo>
                  <a:cubicBezTo>
                    <a:pt x="85" y="4"/>
                    <a:pt x="75" y="1"/>
                    <a:pt x="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34"/>
            <p:cNvSpPr/>
            <p:nvPr/>
          </p:nvSpPr>
          <p:spPr>
            <a:xfrm>
              <a:off x="6496575" y="4201775"/>
              <a:ext cx="13875" cy="10575"/>
            </a:xfrm>
            <a:custGeom>
              <a:rect b="b" l="l" r="r" t="t"/>
              <a:pathLst>
                <a:path extrusionOk="0" h="423" w="555">
                  <a:moveTo>
                    <a:pt x="34" y="0"/>
                  </a:moveTo>
                  <a:cubicBezTo>
                    <a:pt x="19" y="0"/>
                    <a:pt x="1" y="21"/>
                    <a:pt x="8" y="35"/>
                  </a:cubicBezTo>
                  <a:cubicBezTo>
                    <a:pt x="16" y="60"/>
                    <a:pt x="25" y="85"/>
                    <a:pt x="50" y="101"/>
                  </a:cubicBezTo>
                  <a:cubicBezTo>
                    <a:pt x="66" y="126"/>
                    <a:pt x="83" y="143"/>
                    <a:pt x="108" y="159"/>
                  </a:cubicBezTo>
                  <a:cubicBezTo>
                    <a:pt x="141" y="192"/>
                    <a:pt x="182" y="225"/>
                    <a:pt x="224" y="259"/>
                  </a:cubicBezTo>
                  <a:cubicBezTo>
                    <a:pt x="315" y="317"/>
                    <a:pt x="398" y="366"/>
                    <a:pt x="489" y="416"/>
                  </a:cubicBezTo>
                  <a:cubicBezTo>
                    <a:pt x="494" y="421"/>
                    <a:pt x="500" y="423"/>
                    <a:pt x="506" y="423"/>
                  </a:cubicBezTo>
                  <a:cubicBezTo>
                    <a:pt x="523" y="423"/>
                    <a:pt x="541" y="411"/>
                    <a:pt x="547" y="399"/>
                  </a:cubicBezTo>
                  <a:cubicBezTo>
                    <a:pt x="555" y="383"/>
                    <a:pt x="555" y="358"/>
                    <a:pt x="530" y="341"/>
                  </a:cubicBezTo>
                  <a:cubicBezTo>
                    <a:pt x="447" y="292"/>
                    <a:pt x="373" y="234"/>
                    <a:pt x="290" y="167"/>
                  </a:cubicBezTo>
                  <a:cubicBezTo>
                    <a:pt x="257" y="134"/>
                    <a:pt x="215" y="109"/>
                    <a:pt x="182" y="76"/>
                  </a:cubicBezTo>
                  <a:cubicBezTo>
                    <a:pt x="157" y="60"/>
                    <a:pt x="141" y="43"/>
                    <a:pt x="116" y="35"/>
                  </a:cubicBezTo>
                  <a:cubicBezTo>
                    <a:pt x="91" y="18"/>
                    <a:pt x="74" y="2"/>
                    <a:pt x="41" y="2"/>
                  </a:cubicBezTo>
                  <a:cubicBezTo>
                    <a:pt x="39" y="1"/>
                    <a:pt x="37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34"/>
            <p:cNvSpPr/>
            <p:nvPr/>
          </p:nvSpPr>
          <p:spPr>
            <a:xfrm>
              <a:off x="6482050" y="4187725"/>
              <a:ext cx="6650" cy="7150"/>
            </a:xfrm>
            <a:custGeom>
              <a:rect b="b" l="l" r="r" t="t"/>
              <a:pathLst>
                <a:path extrusionOk="0" h="286" w="266">
                  <a:moveTo>
                    <a:pt x="34" y="0"/>
                  </a:moveTo>
                  <a:cubicBezTo>
                    <a:pt x="17" y="0"/>
                    <a:pt x="1" y="17"/>
                    <a:pt x="9" y="33"/>
                  </a:cubicBezTo>
                  <a:lnTo>
                    <a:pt x="17" y="50"/>
                  </a:lnTo>
                  <a:cubicBezTo>
                    <a:pt x="17" y="58"/>
                    <a:pt x="26" y="67"/>
                    <a:pt x="34" y="75"/>
                  </a:cubicBezTo>
                  <a:cubicBezTo>
                    <a:pt x="42" y="83"/>
                    <a:pt x="51" y="91"/>
                    <a:pt x="67" y="100"/>
                  </a:cubicBezTo>
                  <a:cubicBezTo>
                    <a:pt x="84" y="116"/>
                    <a:pt x="92" y="125"/>
                    <a:pt x="109" y="141"/>
                  </a:cubicBezTo>
                  <a:cubicBezTo>
                    <a:pt x="142" y="183"/>
                    <a:pt x="175" y="224"/>
                    <a:pt x="191" y="265"/>
                  </a:cubicBezTo>
                  <a:cubicBezTo>
                    <a:pt x="197" y="278"/>
                    <a:pt x="212" y="285"/>
                    <a:pt x="226" y="285"/>
                  </a:cubicBezTo>
                  <a:cubicBezTo>
                    <a:pt x="232" y="285"/>
                    <a:pt x="237" y="284"/>
                    <a:pt x="241" y="282"/>
                  </a:cubicBezTo>
                  <a:cubicBezTo>
                    <a:pt x="258" y="274"/>
                    <a:pt x="266" y="257"/>
                    <a:pt x="258" y="241"/>
                  </a:cubicBezTo>
                  <a:cubicBezTo>
                    <a:pt x="233" y="191"/>
                    <a:pt x="208" y="141"/>
                    <a:pt x="175" y="100"/>
                  </a:cubicBezTo>
                  <a:cubicBezTo>
                    <a:pt x="158" y="75"/>
                    <a:pt x="133" y="58"/>
                    <a:pt x="117" y="42"/>
                  </a:cubicBezTo>
                  <a:cubicBezTo>
                    <a:pt x="100" y="33"/>
                    <a:pt x="92" y="25"/>
                    <a:pt x="84" y="17"/>
                  </a:cubicBezTo>
                  <a:cubicBezTo>
                    <a:pt x="75" y="9"/>
                    <a:pt x="67" y="9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34"/>
            <p:cNvSpPr/>
            <p:nvPr/>
          </p:nvSpPr>
          <p:spPr>
            <a:xfrm>
              <a:off x="6546475" y="4244050"/>
              <a:ext cx="5825" cy="19900"/>
            </a:xfrm>
            <a:custGeom>
              <a:rect b="b" l="l" r="r" t="t"/>
              <a:pathLst>
                <a:path extrusionOk="0" h="796" w="233">
                  <a:moveTo>
                    <a:pt x="67" y="1"/>
                  </a:moveTo>
                  <a:cubicBezTo>
                    <a:pt x="1" y="9"/>
                    <a:pt x="34" y="109"/>
                    <a:pt x="42" y="150"/>
                  </a:cubicBezTo>
                  <a:cubicBezTo>
                    <a:pt x="59" y="216"/>
                    <a:pt x="83" y="283"/>
                    <a:pt x="92" y="349"/>
                  </a:cubicBezTo>
                  <a:cubicBezTo>
                    <a:pt x="108" y="415"/>
                    <a:pt x="108" y="482"/>
                    <a:pt x="117" y="548"/>
                  </a:cubicBezTo>
                  <a:cubicBezTo>
                    <a:pt x="125" y="622"/>
                    <a:pt x="133" y="689"/>
                    <a:pt x="125" y="763"/>
                  </a:cubicBezTo>
                  <a:cubicBezTo>
                    <a:pt x="121" y="785"/>
                    <a:pt x="135" y="795"/>
                    <a:pt x="150" y="795"/>
                  </a:cubicBezTo>
                  <a:cubicBezTo>
                    <a:pt x="164" y="795"/>
                    <a:pt x="179" y="787"/>
                    <a:pt x="183" y="772"/>
                  </a:cubicBezTo>
                  <a:cubicBezTo>
                    <a:pt x="199" y="705"/>
                    <a:pt x="224" y="631"/>
                    <a:pt x="224" y="564"/>
                  </a:cubicBezTo>
                  <a:cubicBezTo>
                    <a:pt x="233" y="490"/>
                    <a:pt x="233" y="424"/>
                    <a:pt x="224" y="357"/>
                  </a:cubicBezTo>
                  <a:cubicBezTo>
                    <a:pt x="216" y="291"/>
                    <a:pt x="208" y="216"/>
                    <a:pt x="183" y="142"/>
                  </a:cubicBezTo>
                  <a:cubicBezTo>
                    <a:pt x="175" y="117"/>
                    <a:pt x="158" y="84"/>
                    <a:pt x="141" y="59"/>
                  </a:cubicBezTo>
                  <a:cubicBezTo>
                    <a:pt x="125" y="34"/>
                    <a:pt x="100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34"/>
            <p:cNvSpPr/>
            <p:nvPr/>
          </p:nvSpPr>
          <p:spPr>
            <a:xfrm>
              <a:off x="6751550" y="4166000"/>
              <a:ext cx="3950" cy="29100"/>
            </a:xfrm>
            <a:custGeom>
              <a:rect b="b" l="l" r="r" t="t"/>
              <a:pathLst>
                <a:path extrusionOk="0" h="1164" w="158">
                  <a:moveTo>
                    <a:pt x="54" y="0"/>
                  </a:moveTo>
                  <a:cubicBezTo>
                    <a:pt x="43" y="0"/>
                    <a:pt x="33" y="5"/>
                    <a:pt x="25" y="16"/>
                  </a:cubicBezTo>
                  <a:cubicBezTo>
                    <a:pt x="0" y="99"/>
                    <a:pt x="0" y="190"/>
                    <a:pt x="9" y="273"/>
                  </a:cubicBezTo>
                  <a:cubicBezTo>
                    <a:pt x="17" y="372"/>
                    <a:pt x="17" y="472"/>
                    <a:pt x="25" y="571"/>
                  </a:cubicBezTo>
                  <a:cubicBezTo>
                    <a:pt x="33" y="662"/>
                    <a:pt x="42" y="762"/>
                    <a:pt x="50" y="853"/>
                  </a:cubicBezTo>
                  <a:cubicBezTo>
                    <a:pt x="58" y="952"/>
                    <a:pt x="83" y="1043"/>
                    <a:pt x="91" y="1143"/>
                  </a:cubicBezTo>
                  <a:cubicBezTo>
                    <a:pt x="95" y="1157"/>
                    <a:pt x="107" y="1164"/>
                    <a:pt x="119" y="1164"/>
                  </a:cubicBezTo>
                  <a:cubicBezTo>
                    <a:pt x="134" y="1164"/>
                    <a:pt x="149" y="1153"/>
                    <a:pt x="149" y="1134"/>
                  </a:cubicBezTo>
                  <a:cubicBezTo>
                    <a:pt x="149" y="1035"/>
                    <a:pt x="158" y="936"/>
                    <a:pt x="158" y="844"/>
                  </a:cubicBezTo>
                  <a:cubicBezTo>
                    <a:pt x="158" y="745"/>
                    <a:pt x="149" y="654"/>
                    <a:pt x="149" y="563"/>
                  </a:cubicBezTo>
                  <a:cubicBezTo>
                    <a:pt x="141" y="472"/>
                    <a:pt x="133" y="372"/>
                    <a:pt x="133" y="281"/>
                  </a:cubicBezTo>
                  <a:cubicBezTo>
                    <a:pt x="125" y="198"/>
                    <a:pt x="125" y="91"/>
                    <a:pt x="83" y="16"/>
                  </a:cubicBezTo>
                  <a:cubicBezTo>
                    <a:pt x="79" y="7"/>
                    <a:pt x="67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34"/>
            <p:cNvSpPr/>
            <p:nvPr/>
          </p:nvSpPr>
          <p:spPr>
            <a:xfrm>
              <a:off x="6745750" y="4135150"/>
              <a:ext cx="3950" cy="14750"/>
            </a:xfrm>
            <a:custGeom>
              <a:rect b="b" l="l" r="r" t="t"/>
              <a:pathLst>
                <a:path extrusionOk="0" h="590" w="158">
                  <a:moveTo>
                    <a:pt x="16" y="0"/>
                  </a:moveTo>
                  <a:cubicBezTo>
                    <a:pt x="8" y="0"/>
                    <a:pt x="0" y="10"/>
                    <a:pt x="0" y="15"/>
                  </a:cubicBezTo>
                  <a:cubicBezTo>
                    <a:pt x="0" y="65"/>
                    <a:pt x="9" y="115"/>
                    <a:pt x="9" y="156"/>
                  </a:cubicBezTo>
                  <a:cubicBezTo>
                    <a:pt x="17" y="198"/>
                    <a:pt x="25" y="247"/>
                    <a:pt x="33" y="289"/>
                  </a:cubicBezTo>
                  <a:cubicBezTo>
                    <a:pt x="50" y="380"/>
                    <a:pt x="75" y="471"/>
                    <a:pt x="83" y="562"/>
                  </a:cubicBezTo>
                  <a:cubicBezTo>
                    <a:pt x="87" y="581"/>
                    <a:pt x="102" y="589"/>
                    <a:pt x="118" y="589"/>
                  </a:cubicBezTo>
                  <a:cubicBezTo>
                    <a:pt x="138" y="589"/>
                    <a:pt x="158" y="577"/>
                    <a:pt x="158" y="554"/>
                  </a:cubicBezTo>
                  <a:cubicBezTo>
                    <a:pt x="149" y="455"/>
                    <a:pt x="141" y="363"/>
                    <a:pt x="116" y="264"/>
                  </a:cubicBezTo>
                  <a:cubicBezTo>
                    <a:pt x="108" y="223"/>
                    <a:pt x="100" y="173"/>
                    <a:pt x="83" y="131"/>
                  </a:cubicBezTo>
                  <a:cubicBezTo>
                    <a:pt x="67" y="90"/>
                    <a:pt x="50" y="40"/>
                    <a:pt x="25" y="7"/>
                  </a:cubicBezTo>
                  <a:cubicBezTo>
                    <a:pt x="23" y="2"/>
                    <a:pt x="19" y="0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34"/>
            <p:cNvSpPr/>
            <p:nvPr/>
          </p:nvSpPr>
          <p:spPr>
            <a:xfrm>
              <a:off x="6730825" y="4107500"/>
              <a:ext cx="12175" cy="18200"/>
            </a:xfrm>
            <a:custGeom>
              <a:rect b="b" l="l" r="r" t="t"/>
              <a:pathLst>
                <a:path extrusionOk="0" h="728" w="487">
                  <a:moveTo>
                    <a:pt x="25" y="1"/>
                  </a:moveTo>
                  <a:cubicBezTo>
                    <a:pt x="12" y="1"/>
                    <a:pt x="1" y="14"/>
                    <a:pt x="1" y="28"/>
                  </a:cubicBezTo>
                  <a:cubicBezTo>
                    <a:pt x="34" y="86"/>
                    <a:pt x="84" y="135"/>
                    <a:pt x="125" y="185"/>
                  </a:cubicBezTo>
                  <a:cubicBezTo>
                    <a:pt x="166" y="235"/>
                    <a:pt x="208" y="293"/>
                    <a:pt x="241" y="351"/>
                  </a:cubicBezTo>
                  <a:cubicBezTo>
                    <a:pt x="316" y="467"/>
                    <a:pt x="382" y="591"/>
                    <a:pt x="440" y="715"/>
                  </a:cubicBezTo>
                  <a:cubicBezTo>
                    <a:pt x="443" y="724"/>
                    <a:pt x="450" y="728"/>
                    <a:pt x="457" y="728"/>
                  </a:cubicBezTo>
                  <a:cubicBezTo>
                    <a:pt x="471" y="728"/>
                    <a:pt x="487" y="715"/>
                    <a:pt x="481" y="699"/>
                  </a:cubicBezTo>
                  <a:cubicBezTo>
                    <a:pt x="432" y="566"/>
                    <a:pt x="374" y="434"/>
                    <a:pt x="299" y="309"/>
                  </a:cubicBezTo>
                  <a:cubicBezTo>
                    <a:pt x="266" y="251"/>
                    <a:pt x="224" y="193"/>
                    <a:pt x="183" y="135"/>
                  </a:cubicBezTo>
                  <a:cubicBezTo>
                    <a:pt x="142" y="86"/>
                    <a:pt x="92" y="28"/>
                    <a:pt x="34" y="3"/>
                  </a:cubicBezTo>
                  <a:cubicBezTo>
                    <a:pt x="31" y="1"/>
                    <a:pt x="28" y="1"/>
                    <a:pt x="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688" name="Shape 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9" name="Google Shape;689;p35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690" name="Google Shape;690;p35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35"/>
          <p:cNvSpPr txBox="1"/>
          <p:nvPr>
            <p:ph idx="1" type="subTitle"/>
          </p:nvPr>
        </p:nvSpPr>
        <p:spPr>
          <a:xfrm>
            <a:off x="1082638" y="2725141"/>
            <a:ext cx="2815200" cy="105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/>
        </p:txBody>
      </p:sp>
      <p:sp>
        <p:nvSpPr>
          <p:cNvPr id="692" name="Google Shape;692;p35"/>
          <p:cNvSpPr txBox="1"/>
          <p:nvPr>
            <p:ph type="title"/>
          </p:nvPr>
        </p:nvSpPr>
        <p:spPr>
          <a:xfrm>
            <a:off x="1082638" y="1326134"/>
            <a:ext cx="2815200" cy="11631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/>
        </p:txBody>
      </p:sp>
      <p:grpSp>
        <p:nvGrpSpPr>
          <p:cNvPr id="693" name="Google Shape;693;p35"/>
          <p:cNvGrpSpPr/>
          <p:nvPr/>
        </p:nvGrpSpPr>
        <p:grpSpPr>
          <a:xfrm>
            <a:off x="8279743" y="3860659"/>
            <a:ext cx="675393" cy="1130319"/>
            <a:chOff x="2460700" y="1411250"/>
            <a:chExt cx="283600" cy="474625"/>
          </a:xfrm>
        </p:grpSpPr>
        <p:sp>
          <p:nvSpPr>
            <p:cNvPr id="694" name="Google Shape;694;p35"/>
            <p:cNvSpPr/>
            <p:nvPr/>
          </p:nvSpPr>
          <p:spPr>
            <a:xfrm>
              <a:off x="2476450" y="1726325"/>
              <a:ext cx="17825" cy="27125"/>
            </a:xfrm>
            <a:custGeom>
              <a:rect b="b" l="l" r="r" t="t"/>
              <a:pathLst>
                <a:path extrusionOk="0" h="1085" w="713">
                  <a:moveTo>
                    <a:pt x="133" y="0"/>
                  </a:moveTo>
                  <a:cubicBezTo>
                    <a:pt x="133" y="41"/>
                    <a:pt x="124" y="83"/>
                    <a:pt x="116" y="124"/>
                  </a:cubicBezTo>
                  <a:cubicBezTo>
                    <a:pt x="99" y="191"/>
                    <a:pt x="83" y="257"/>
                    <a:pt x="58" y="323"/>
                  </a:cubicBezTo>
                  <a:cubicBezTo>
                    <a:pt x="25" y="447"/>
                    <a:pt x="0" y="580"/>
                    <a:pt x="25" y="713"/>
                  </a:cubicBezTo>
                  <a:cubicBezTo>
                    <a:pt x="41" y="829"/>
                    <a:pt x="83" y="961"/>
                    <a:pt x="166" y="1044"/>
                  </a:cubicBezTo>
                  <a:cubicBezTo>
                    <a:pt x="193" y="1066"/>
                    <a:pt x="221" y="1084"/>
                    <a:pt x="251" y="1084"/>
                  </a:cubicBezTo>
                  <a:cubicBezTo>
                    <a:pt x="266" y="1084"/>
                    <a:pt x="282" y="1080"/>
                    <a:pt x="298" y="1069"/>
                  </a:cubicBezTo>
                  <a:cubicBezTo>
                    <a:pt x="315" y="1061"/>
                    <a:pt x="331" y="1036"/>
                    <a:pt x="356" y="1019"/>
                  </a:cubicBezTo>
                  <a:cubicBezTo>
                    <a:pt x="381" y="994"/>
                    <a:pt x="406" y="969"/>
                    <a:pt x="431" y="953"/>
                  </a:cubicBezTo>
                  <a:cubicBezTo>
                    <a:pt x="489" y="903"/>
                    <a:pt x="547" y="870"/>
                    <a:pt x="613" y="837"/>
                  </a:cubicBezTo>
                  <a:cubicBezTo>
                    <a:pt x="646" y="820"/>
                    <a:pt x="671" y="812"/>
                    <a:pt x="713" y="795"/>
                  </a:cubicBezTo>
                  <a:cubicBezTo>
                    <a:pt x="621" y="729"/>
                    <a:pt x="588" y="621"/>
                    <a:pt x="563" y="514"/>
                  </a:cubicBezTo>
                  <a:cubicBezTo>
                    <a:pt x="547" y="406"/>
                    <a:pt x="522" y="298"/>
                    <a:pt x="505" y="191"/>
                  </a:cubicBezTo>
                  <a:cubicBezTo>
                    <a:pt x="489" y="174"/>
                    <a:pt x="481" y="157"/>
                    <a:pt x="481" y="141"/>
                  </a:cubicBezTo>
                  <a:cubicBezTo>
                    <a:pt x="472" y="149"/>
                    <a:pt x="464" y="149"/>
                    <a:pt x="447" y="149"/>
                  </a:cubicBezTo>
                  <a:cubicBezTo>
                    <a:pt x="323" y="149"/>
                    <a:pt x="215" y="83"/>
                    <a:pt x="1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35"/>
            <p:cNvSpPr/>
            <p:nvPr/>
          </p:nvSpPr>
          <p:spPr>
            <a:xfrm>
              <a:off x="2527175" y="1686750"/>
              <a:ext cx="1075" cy="1475"/>
            </a:xfrm>
            <a:custGeom>
              <a:rect b="b" l="l" r="r" t="t"/>
              <a:pathLst>
                <a:path extrusionOk="0" h="59" w="43">
                  <a:moveTo>
                    <a:pt x="26" y="0"/>
                  </a:moveTo>
                  <a:cubicBezTo>
                    <a:pt x="18" y="9"/>
                    <a:pt x="9" y="9"/>
                    <a:pt x="1" y="17"/>
                  </a:cubicBezTo>
                  <a:cubicBezTo>
                    <a:pt x="18" y="34"/>
                    <a:pt x="34" y="42"/>
                    <a:pt x="42" y="58"/>
                  </a:cubicBezTo>
                  <a:cubicBezTo>
                    <a:pt x="42" y="42"/>
                    <a:pt x="34" y="17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35"/>
            <p:cNvSpPr/>
            <p:nvPr/>
          </p:nvSpPr>
          <p:spPr>
            <a:xfrm>
              <a:off x="2485350" y="1726325"/>
              <a:ext cx="1250" cy="850"/>
            </a:xfrm>
            <a:custGeom>
              <a:rect b="b" l="l" r="r" t="t"/>
              <a:pathLst>
                <a:path extrusionOk="0" h="34" w="50">
                  <a:moveTo>
                    <a:pt x="17" y="0"/>
                  </a:moveTo>
                  <a:cubicBezTo>
                    <a:pt x="9" y="8"/>
                    <a:pt x="9" y="8"/>
                    <a:pt x="0" y="17"/>
                  </a:cubicBezTo>
                  <a:cubicBezTo>
                    <a:pt x="17" y="25"/>
                    <a:pt x="25" y="25"/>
                    <a:pt x="42" y="33"/>
                  </a:cubicBezTo>
                  <a:lnTo>
                    <a:pt x="50" y="0"/>
                  </a:lnTo>
                  <a:lnTo>
                    <a:pt x="50" y="0"/>
                  </a:lnTo>
                  <a:cubicBezTo>
                    <a:pt x="47" y="3"/>
                    <a:pt x="44" y="4"/>
                    <a:pt x="40" y="4"/>
                  </a:cubicBezTo>
                  <a:cubicBezTo>
                    <a:pt x="32" y="4"/>
                    <a:pt x="22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35"/>
            <p:cNvSpPr/>
            <p:nvPr/>
          </p:nvSpPr>
          <p:spPr>
            <a:xfrm>
              <a:off x="2475825" y="1681150"/>
              <a:ext cx="225" cy="250"/>
            </a:xfrm>
            <a:custGeom>
              <a:rect b="b" l="l" r="r" t="t"/>
              <a:pathLst>
                <a:path extrusionOk="0" h="10" w="9">
                  <a:moveTo>
                    <a:pt x="8" y="9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35"/>
            <p:cNvSpPr/>
            <p:nvPr/>
          </p:nvSpPr>
          <p:spPr>
            <a:xfrm>
              <a:off x="2478500" y="1676600"/>
              <a:ext cx="42900" cy="12650"/>
            </a:xfrm>
            <a:custGeom>
              <a:rect b="b" l="l" r="r" t="t"/>
              <a:pathLst>
                <a:path extrusionOk="0" h="506" w="1716">
                  <a:moveTo>
                    <a:pt x="59" y="0"/>
                  </a:moveTo>
                  <a:cubicBezTo>
                    <a:pt x="42" y="17"/>
                    <a:pt x="26" y="42"/>
                    <a:pt x="1" y="58"/>
                  </a:cubicBezTo>
                  <a:cubicBezTo>
                    <a:pt x="84" y="100"/>
                    <a:pt x="175" y="133"/>
                    <a:pt x="266" y="158"/>
                  </a:cubicBezTo>
                  <a:cubicBezTo>
                    <a:pt x="283" y="158"/>
                    <a:pt x="291" y="166"/>
                    <a:pt x="307" y="166"/>
                  </a:cubicBezTo>
                  <a:cubicBezTo>
                    <a:pt x="374" y="170"/>
                    <a:pt x="438" y="170"/>
                    <a:pt x="502" y="170"/>
                  </a:cubicBezTo>
                  <a:cubicBezTo>
                    <a:pt x="566" y="170"/>
                    <a:pt x="631" y="170"/>
                    <a:pt x="697" y="174"/>
                  </a:cubicBezTo>
                  <a:cubicBezTo>
                    <a:pt x="747" y="183"/>
                    <a:pt x="805" y="191"/>
                    <a:pt x="854" y="191"/>
                  </a:cubicBezTo>
                  <a:cubicBezTo>
                    <a:pt x="871" y="191"/>
                    <a:pt x="887" y="191"/>
                    <a:pt x="904" y="199"/>
                  </a:cubicBezTo>
                  <a:cubicBezTo>
                    <a:pt x="970" y="199"/>
                    <a:pt x="1028" y="224"/>
                    <a:pt x="1086" y="249"/>
                  </a:cubicBezTo>
                  <a:cubicBezTo>
                    <a:pt x="1111" y="266"/>
                    <a:pt x="1136" y="274"/>
                    <a:pt x="1153" y="290"/>
                  </a:cubicBezTo>
                  <a:cubicBezTo>
                    <a:pt x="1219" y="324"/>
                    <a:pt x="1277" y="365"/>
                    <a:pt x="1343" y="406"/>
                  </a:cubicBezTo>
                  <a:cubicBezTo>
                    <a:pt x="1368" y="415"/>
                    <a:pt x="1393" y="423"/>
                    <a:pt x="1418" y="431"/>
                  </a:cubicBezTo>
                  <a:cubicBezTo>
                    <a:pt x="1434" y="440"/>
                    <a:pt x="1443" y="448"/>
                    <a:pt x="1451" y="464"/>
                  </a:cubicBezTo>
                  <a:cubicBezTo>
                    <a:pt x="1523" y="493"/>
                    <a:pt x="1602" y="503"/>
                    <a:pt x="1682" y="505"/>
                  </a:cubicBezTo>
                  <a:lnTo>
                    <a:pt x="1682" y="505"/>
                  </a:lnTo>
                  <a:cubicBezTo>
                    <a:pt x="1663" y="505"/>
                    <a:pt x="1646" y="503"/>
                    <a:pt x="1625" y="498"/>
                  </a:cubicBezTo>
                  <a:cubicBezTo>
                    <a:pt x="1559" y="481"/>
                    <a:pt x="1492" y="448"/>
                    <a:pt x="1451" y="398"/>
                  </a:cubicBezTo>
                  <a:cubicBezTo>
                    <a:pt x="1426" y="373"/>
                    <a:pt x="1409" y="348"/>
                    <a:pt x="1401" y="324"/>
                  </a:cubicBezTo>
                  <a:cubicBezTo>
                    <a:pt x="1385" y="290"/>
                    <a:pt x="1376" y="249"/>
                    <a:pt x="1360" y="216"/>
                  </a:cubicBezTo>
                  <a:cubicBezTo>
                    <a:pt x="1351" y="183"/>
                    <a:pt x="1318" y="174"/>
                    <a:pt x="1285" y="166"/>
                  </a:cubicBezTo>
                  <a:cubicBezTo>
                    <a:pt x="1244" y="150"/>
                    <a:pt x="1202" y="141"/>
                    <a:pt x="1161" y="141"/>
                  </a:cubicBezTo>
                  <a:cubicBezTo>
                    <a:pt x="1078" y="125"/>
                    <a:pt x="995" y="125"/>
                    <a:pt x="912" y="125"/>
                  </a:cubicBezTo>
                  <a:cubicBezTo>
                    <a:pt x="738" y="125"/>
                    <a:pt x="564" y="150"/>
                    <a:pt x="399" y="150"/>
                  </a:cubicBezTo>
                  <a:cubicBezTo>
                    <a:pt x="316" y="150"/>
                    <a:pt x="225" y="150"/>
                    <a:pt x="150" y="100"/>
                  </a:cubicBezTo>
                  <a:cubicBezTo>
                    <a:pt x="117" y="75"/>
                    <a:pt x="84" y="42"/>
                    <a:pt x="59" y="0"/>
                  </a:cubicBezTo>
                  <a:close/>
                  <a:moveTo>
                    <a:pt x="1682" y="505"/>
                  </a:moveTo>
                  <a:lnTo>
                    <a:pt x="1682" y="505"/>
                  </a:lnTo>
                  <a:cubicBezTo>
                    <a:pt x="1692" y="506"/>
                    <a:pt x="1704" y="506"/>
                    <a:pt x="1716" y="506"/>
                  </a:cubicBezTo>
                  <a:cubicBezTo>
                    <a:pt x="1704" y="506"/>
                    <a:pt x="1693" y="506"/>
                    <a:pt x="1682" y="50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35"/>
            <p:cNvSpPr/>
            <p:nvPr/>
          </p:nvSpPr>
          <p:spPr>
            <a:xfrm>
              <a:off x="2464000" y="1414375"/>
              <a:ext cx="278425" cy="468850"/>
            </a:xfrm>
            <a:custGeom>
              <a:rect b="b" l="l" r="r" t="t"/>
              <a:pathLst>
                <a:path extrusionOk="0" h="18754" w="11137">
                  <a:moveTo>
                    <a:pt x="10896" y="0"/>
                  </a:moveTo>
                  <a:cubicBezTo>
                    <a:pt x="10706" y="0"/>
                    <a:pt x="10532" y="116"/>
                    <a:pt x="10391" y="249"/>
                  </a:cubicBezTo>
                  <a:cubicBezTo>
                    <a:pt x="10217" y="398"/>
                    <a:pt x="10043" y="563"/>
                    <a:pt x="9877" y="729"/>
                  </a:cubicBezTo>
                  <a:cubicBezTo>
                    <a:pt x="9562" y="1052"/>
                    <a:pt x="9239" y="1384"/>
                    <a:pt x="9015" y="1790"/>
                  </a:cubicBezTo>
                  <a:cubicBezTo>
                    <a:pt x="8817" y="2179"/>
                    <a:pt x="8668" y="2585"/>
                    <a:pt x="8452" y="2966"/>
                  </a:cubicBezTo>
                  <a:cubicBezTo>
                    <a:pt x="8262" y="3314"/>
                    <a:pt x="8021" y="3637"/>
                    <a:pt x="7740" y="3911"/>
                  </a:cubicBezTo>
                  <a:cubicBezTo>
                    <a:pt x="7582" y="4060"/>
                    <a:pt x="7400" y="4193"/>
                    <a:pt x="7209" y="4292"/>
                  </a:cubicBezTo>
                  <a:cubicBezTo>
                    <a:pt x="7168" y="4317"/>
                    <a:pt x="7126" y="4342"/>
                    <a:pt x="7085" y="4375"/>
                  </a:cubicBezTo>
                  <a:cubicBezTo>
                    <a:pt x="7052" y="4391"/>
                    <a:pt x="7019" y="4425"/>
                    <a:pt x="7019" y="4466"/>
                  </a:cubicBezTo>
                  <a:cubicBezTo>
                    <a:pt x="7019" y="4507"/>
                    <a:pt x="7052" y="4549"/>
                    <a:pt x="7068" y="4590"/>
                  </a:cubicBezTo>
                  <a:cubicBezTo>
                    <a:pt x="7093" y="4640"/>
                    <a:pt x="7102" y="4690"/>
                    <a:pt x="7077" y="4739"/>
                  </a:cubicBezTo>
                  <a:cubicBezTo>
                    <a:pt x="7065" y="4759"/>
                    <a:pt x="7048" y="4767"/>
                    <a:pt x="7031" y="4767"/>
                  </a:cubicBezTo>
                  <a:cubicBezTo>
                    <a:pt x="6998" y="4767"/>
                    <a:pt x="6964" y="4736"/>
                    <a:pt x="6969" y="4698"/>
                  </a:cubicBezTo>
                  <a:cubicBezTo>
                    <a:pt x="6965" y="4698"/>
                    <a:pt x="6962" y="4697"/>
                    <a:pt x="6958" y="4697"/>
                  </a:cubicBezTo>
                  <a:cubicBezTo>
                    <a:pt x="6873" y="4697"/>
                    <a:pt x="6809" y="4792"/>
                    <a:pt x="6754" y="4855"/>
                  </a:cubicBezTo>
                  <a:cubicBezTo>
                    <a:pt x="6720" y="4897"/>
                    <a:pt x="6687" y="4938"/>
                    <a:pt x="6646" y="4971"/>
                  </a:cubicBezTo>
                  <a:cubicBezTo>
                    <a:pt x="6604" y="5005"/>
                    <a:pt x="6555" y="5029"/>
                    <a:pt x="6497" y="5046"/>
                  </a:cubicBezTo>
                  <a:cubicBezTo>
                    <a:pt x="6281" y="5137"/>
                    <a:pt x="6049" y="5187"/>
                    <a:pt x="5817" y="5220"/>
                  </a:cubicBezTo>
                  <a:cubicBezTo>
                    <a:pt x="5554" y="5253"/>
                    <a:pt x="5290" y="5262"/>
                    <a:pt x="5025" y="5262"/>
                  </a:cubicBezTo>
                  <a:cubicBezTo>
                    <a:pt x="4823" y="5262"/>
                    <a:pt x="4621" y="5257"/>
                    <a:pt x="4417" y="5253"/>
                  </a:cubicBezTo>
                  <a:lnTo>
                    <a:pt x="4019" y="5253"/>
                  </a:lnTo>
                  <a:cubicBezTo>
                    <a:pt x="3912" y="5253"/>
                    <a:pt x="3796" y="5261"/>
                    <a:pt x="3688" y="5261"/>
                  </a:cubicBezTo>
                  <a:cubicBezTo>
                    <a:pt x="3680" y="5270"/>
                    <a:pt x="3680" y="5278"/>
                    <a:pt x="3671" y="5278"/>
                  </a:cubicBezTo>
                  <a:cubicBezTo>
                    <a:pt x="3634" y="5282"/>
                    <a:pt x="3595" y="5282"/>
                    <a:pt x="3555" y="5282"/>
                  </a:cubicBezTo>
                  <a:cubicBezTo>
                    <a:pt x="3516" y="5282"/>
                    <a:pt x="3477" y="5282"/>
                    <a:pt x="3439" y="5286"/>
                  </a:cubicBezTo>
                  <a:cubicBezTo>
                    <a:pt x="3431" y="5286"/>
                    <a:pt x="3431" y="5294"/>
                    <a:pt x="3423" y="5294"/>
                  </a:cubicBezTo>
                  <a:cubicBezTo>
                    <a:pt x="3348" y="5311"/>
                    <a:pt x="3282" y="5361"/>
                    <a:pt x="3224" y="5410"/>
                  </a:cubicBezTo>
                  <a:cubicBezTo>
                    <a:pt x="3191" y="5444"/>
                    <a:pt x="3158" y="5477"/>
                    <a:pt x="3125" y="5518"/>
                  </a:cubicBezTo>
                  <a:cubicBezTo>
                    <a:pt x="3100" y="5543"/>
                    <a:pt x="3083" y="5568"/>
                    <a:pt x="3058" y="5601"/>
                  </a:cubicBezTo>
                  <a:cubicBezTo>
                    <a:pt x="3050" y="5618"/>
                    <a:pt x="3042" y="5634"/>
                    <a:pt x="3033" y="5651"/>
                  </a:cubicBezTo>
                  <a:cubicBezTo>
                    <a:pt x="3017" y="5676"/>
                    <a:pt x="3009" y="5692"/>
                    <a:pt x="2992" y="5709"/>
                  </a:cubicBezTo>
                  <a:cubicBezTo>
                    <a:pt x="2959" y="5750"/>
                    <a:pt x="2926" y="5792"/>
                    <a:pt x="2901" y="5833"/>
                  </a:cubicBezTo>
                  <a:cubicBezTo>
                    <a:pt x="2843" y="5908"/>
                    <a:pt x="2777" y="5982"/>
                    <a:pt x="2719" y="6057"/>
                  </a:cubicBezTo>
                  <a:lnTo>
                    <a:pt x="2404" y="6454"/>
                  </a:lnTo>
                  <a:cubicBezTo>
                    <a:pt x="2387" y="6471"/>
                    <a:pt x="2371" y="6496"/>
                    <a:pt x="2354" y="6512"/>
                  </a:cubicBezTo>
                  <a:cubicBezTo>
                    <a:pt x="2246" y="6645"/>
                    <a:pt x="2139" y="6778"/>
                    <a:pt x="2031" y="6910"/>
                  </a:cubicBezTo>
                  <a:cubicBezTo>
                    <a:pt x="2023" y="6927"/>
                    <a:pt x="2006" y="6935"/>
                    <a:pt x="1998" y="6952"/>
                  </a:cubicBezTo>
                  <a:cubicBezTo>
                    <a:pt x="1898" y="7076"/>
                    <a:pt x="1799" y="7200"/>
                    <a:pt x="1716" y="7349"/>
                  </a:cubicBezTo>
                  <a:cubicBezTo>
                    <a:pt x="1675" y="7424"/>
                    <a:pt x="1641" y="7507"/>
                    <a:pt x="1617" y="7590"/>
                  </a:cubicBezTo>
                  <a:cubicBezTo>
                    <a:pt x="1600" y="7631"/>
                    <a:pt x="1592" y="7672"/>
                    <a:pt x="1592" y="7706"/>
                  </a:cubicBezTo>
                  <a:cubicBezTo>
                    <a:pt x="1583" y="7755"/>
                    <a:pt x="1583" y="7805"/>
                    <a:pt x="1567" y="7846"/>
                  </a:cubicBezTo>
                  <a:cubicBezTo>
                    <a:pt x="1562" y="7865"/>
                    <a:pt x="1547" y="7876"/>
                    <a:pt x="1532" y="7876"/>
                  </a:cubicBezTo>
                  <a:cubicBezTo>
                    <a:pt x="1520" y="7876"/>
                    <a:pt x="1508" y="7869"/>
                    <a:pt x="1501" y="7855"/>
                  </a:cubicBezTo>
                  <a:cubicBezTo>
                    <a:pt x="1467" y="7780"/>
                    <a:pt x="1476" y="7697"/>
                    <a:pt x="1492" y="7614"/>
                  </a:cubicBezTo>
                  <a:cubicBezTo>
                    <a:pt x="1509" y="7532"/>
                    <a:pt x="1542" y="7457"/>
                    <a:pt x="1575" y="7382"/>
                  </a:cubicBezTo>
                  <a:cubicBezTo>
                    <a:pt x="1641" y="7233"/>
                    <a:pt x="1741" y="7092"/>
                    <a:pt x="1849" y="6960"/>
                  </a:cubicBezTo>
                  <a:cubicBezTo>
                    <a:pt x="2014" y="6753"/>
                    <a:pt x="2180" y="6546"/>
                    <a:pt x="2354" y="6338"/>
                  </a:cubicBezTo>
                  <a:cubicBezTo>
                    <a:pt x="2429" y="6247"/>
                    <a:pt x="2511" y="6156"/>
                    <a:pt x="2586" y="6057"/>
                  </a:cubicBezTo>
                  <a:cubicBezTo>
                    <a:pt x="2661" y="5974"/>
                    <a:pt x="2727" y="5891"/>
                    <a:pt x="2793" y="5808"/>
                  </a:cubicBezTo>
                  <a:lnTo>
                    <a:pt x="2801" y="5808"/>
                  </a:lnTo>
                  <a:cubicBezTo>
                    <a:pt x="2801" y="5800"/>
                    <a:pt x="2810" y="5792"/>
                    <a:pt x="2818" y="5792"/>
                  </a:cubicBezTo>
                  <a:cubicBezTo>
                    <a:pt x="2810" y="5775"/>
                    <a:pt x="2810" y="5758"/>
                    <a:pt x="2818" y="5742"/>
                  </a:cubicBezTo>
                  <a:cubicBezTo>
                    <a:pt x="2917" y="5584"/>
                    <a:pt x="3033" y="5435"/>
                    <a:pt x="3166" y="5319"/>
                  </a:cubicBezTo>
                  <a:cubicBezTo>
                    <a:pt x="3232" y="5261"/>
                    <a:pt x="3307" y="5212"/>
                    <a:pt x="3390" y="5195"/>
                  </a:cubicBezTo>
                  <a:cubicBezTo>
                    <a:pt x="3431" y="5187"/>
                    <a:pt x="3464" y="5187"/>
                    <a:pt x="3506" y="5187"/>
                  </a:cubicBezTo>
                  <a:cubicBezTo>
                    <a:pt x="3241" y="4955"/>
                    <a:pt x="3025" y="4665"/>
                    <a:pt x="2835" y="4375"/>
                  </a:cubicBezTo>
                  <a:cubicBezTo>
                    <a:pt x="2627" y="4077"/>
                    <a:pt x="2453" y="3762"/>
                    <a:pt x="2263" y="3447"/>
                  </a:cubicBezTo>
                  <a:cubicBezTo>
                    <a:pt x="1915" y="2850"/>
                    <a:pt x="1542" y="2254"/>
                    <a:pt x="1028" y="1798"/>
                  </a:cubicBezTo>
                  <a:cubicBezTo>
                    <a:pt x="904" y="1682"/>
                    <a:pt x="771" y="1583"/>
                    <a:pt x="631" y="1491"/>
                  </a:cubicBezTo>
                  <a:cubicBezTo>
                    <a:pt x="571" y="1459"/>
                    <a:pt x="502" y="1415"/>
                    <a:pt x="434" y="1415"/>
                  </a:cubicBezTo>
                  <a:cubicBezTo>
                    <a:pt x="417" y="1415"/>
                    <a:pt x="399" y="1418"/>
                    <a:pt x="382" y="1425"/>
                  </a:cubicBezTo>
                  <a:cubicBezTo>
                    <a:pt x="316" y="1450"/>
                    <a:pt x="266" y="1516"/>
                    <a:pt x="233" y="1574"/>
                  </a:cubicBezTo>
                  <a:cubicBezTo>
                    <a:pt x="233" y="1574"/>
                    <a:pt x="233" y="1583"/>
                    <a:pt x="233" y="1583"/>
                  </a:cubicBezTo>
                  <a:cubicBezTo>
                    <a:pt x="44" y="1903"/>
                    <a:pt x="1" y="2281"/>
                    <a:pt x="1" y="2652"/>
                  </a:cubicBezTo>
                  <a:lnTo>
                    <a:pt x="1" y="2652"/>
                  </a:lnTo>
                  <a:cubicBezTo>
                    <a:pt x="1" y="2652"/>
                    <a:pt x="1" y="2652"/>
                    <a:pt x="1" y="2651"/>
                  </a:cubicBezTo>
                  <a:lnTo>
                    <a:pt x="1" y="2660"/>
                  </a:lnTo>
                  <a:cubicBezTo>
                    <a:pt x="1" y="2657"/>
                    <a:pt x="1" y="2654"/>
                    <a:pt x="1" y="2652"/>
                  </a:cubicBezTo>
                  <a:lnTo>
                    <a:pt x="1" y="2652"/>
                  </a:lnTo>
                  <a:cubicBezTo>
                    <a:pt x="9" y="3066"/>
                    <a:pt x="75" y="3480"/>
                    <a:pt x="117" y="3886"/>
                  </a:cubicBezTo>
                  <a:cubicBezTo>
                    <a:pt x="150" y="4309"/>
                    <a:pt x="167" y="4731"/>
                    <a:pt x="175" y="5145"/>
                  </a:cubicBezTo>
                  <a:cubicBezTo>
                    <a:pt x="183" y="5352"/>
                    <a:pt x="183" y="5560"/>
                    <a:pt x="175" y="5767"/>
                  </a:cubicBezTo>
                  <a:cubicBezTo>
                    <a:pt x="175" y="5932"/>
                    <a:pt x="167" y="6106"/>
                    <a:pt x="191" y="6272"/>
                  </a:cubicBezTo>
                  <a:cubicBezTo>
                    <a:pt x="208" y="6430"/>
                    <a:pt x="249" y="6587"/>
                    <a:pt x="341" y="6711"/>
                  </a:cubicBezTo>
                  <a:cubicBezTo>
                    <a:pt x="423" y="6836"/>
                    <a:pt x="573" y="6918"/>
                    <a:pt x="589" y="7084"/>
                  </a:cubicBezTo>
                  <a:cubicBezTo>
                    <a:pt x="597" y="7134"/>
                    <a:pt x="589" y="7175"/>
                    <a:pt x="581" y="7217"/>
                  </a:cubicBezTo>
                  <a:cubicBezTo>
                    <a:pt x="581" y="7225"/>
                    <a:pt x="581" y="7233"/>
                    <a:pt x="573" y="7242"/>
                  </a:cubicBezTo>
                  <a:cubicBezTo>
                    <a:pt x="581" y="7242"/>
                    <a:pt x="589" y="7250"/>
                    <a:pt x="581" y="7266"/>
                  </a:cubicBezTo>
                  <a:cubicBezTo>
                    <a:pt x="581" y="7333"/>
                    <a:pt x="573" y="7391"/>
                    <a:pt x="573" y="7457"/>
                  </a:cubicBezTo>
                  <a:cubicBezTo>
                    <a:pt x="581" y="7523"/>
                    <a:pt x="597" y="7581"/>
                    <a:pt x="614" y="7639"/>
                  </a:cubicBezTo>
                  <a:cubicBezTo>
                    <a:pt x="655" y="7764"/>
                    <a:pt x="738" y="7863"/>
                    <a:pt x="821" y="7954"/>
                  </a:cubicBezTo>
                  <a:cubicBezTo>
                    <a:pt x="904" y="8045"/>
                    <a:pt x="987" y="8128"/>
                    <a:pt x="1053" y="8228"/>
                  </a:cubicBezTo>
                  <a:cubicBezTo>
                    <a:pt x="1103" y="8294"/>
                    <a:pt x="1153" y="8385"/>
                    <a:pt x="1169" y="8484"/>
                  </a:cubicBezTo>
                  <a:cubicBezTo>
                    <a:pt x="1194" y="8410"/>
                    <a:pt x="1219" y="8344"/>
                    <a:pt x="1244" y="8286"/>
                  </a:cubicBezTo>
                  <a:cubicBezTo>
                    <a:pt x="1302" y="8153"/>
                    <a:pt x="1360" y="8029"/>
                    <a:pt x="1426" y="7904"/>
                  </a:cubicBezTo>
                  <a:cubicBezTo>
                    <a:pt x="1431" y="7895"/>
                    <a:pt x="1439" y="7891"/>
                    <a:pt x="1447" y="7891"/>
                  </a:cubicBezTo>
                  <a:cubicBezTo>
                    <a:pt x="1466" y="7891"/>
                    <a:pt x="1487" y="7914"/>
                    <a:pt x="1476" y="7938"/>
                  </a:cubicBezTo>
                  <a:cubicBezTo>
                    <a:pt x="1426" y="8062"/>
                    <a:pt x="1385" y="8194"/>
                    <a:pt x="1335" y="8319"/>
                  </a:cubicBezTo>
                  <a:cubicBezTo>
                    <a:pt x="1318" y="8385"/>
                    <a:pt x="1293" y="8451"/>
                    <a:pt x="1277" y="8518"/>
                  </a:cubicBezTo>
                  <a:cubicBezTo>
                    <a:pt x="1252" y="8576"/>
                    <a:pt x="1227" y="8634"/>
                    <a:pt x="1219" y="8700"/>
                  </a:cubicBezTo>
                  <a:cubicBezTo>
                    <a:pt x="1211" y="8766"/>
                    <a:pt x="1227" y="8832"/>
                    <a:pt x="1235" y="8899"/>
                  </a:cubicBezTo>
                  <a:cubicBezTo>
                    <a:pt x="1252" y="8973"/>
                    <a:pt x="1260" y="9040"/>
                    <a:pt x="1269" y="9114"/>
                  </a:cubicBezTo>
                  <a:cubicBezTo>
                    <a:pt x="1285" y="9180"/>
                    <a:pt x="1293" y="9255"/>
                    <a:pt x="1310" y="9321"/>
                  </a:cubicBezTo>
                  <a:cubicBezTo>
                    <a:pt x="1310" y="9354"/>
                    <a:pt x="1318" y="9388"/>
                    <a:pt x="1327" y="9421"/>
                  </a:cubicBezTo>
                  <a:cubicBezTo>
                    <a:pt x="1327" y="9429"/>
                    <a:pt x="1327" y="9429"/>
                    <a:pt x="1327" y="9437"/>
                  </a:cubicBezTo>
                  <a:cubicBezTo>
                    <a:pt x="1368" y="9404"/>
                    <a:pt x="1418" y="9371"/>
                    <a:pt x="1467" y="9354"/>
                  </a:cubicBezTo>
                  <a:cubicBezTo>
                    <a:pt x="1542" y="9313"/>
                    <a:pt x="1625" y="9288"/>
                    <a:pt x="1708" y="9255"/>
                  </a:cubicBezTo>
                  <a:cubicBezTo>
                    <a:pt x="1766" y="9238"/>
                    <a:pt x="1815" y="9214"/>
                    <a:pt x="1865" y="9189"/>
                  </a:cubicBezTo>
                  <a:cubicBezTo>
                    <a:pt x="1840" y="9180"/>
                    <a:pt x="1807" y="9172"/>
                    <a:pt x="1782" y="9147"/>
                  </a:cubicBezTo>
                  <a:cubicBezTo>
                    <a:pt x="1708" y="9081"/>
                    <a:pt x="1708" y="8940"/>
                    <a:pt x="1724" y="8841"/>
                  </a:cubicBezTo>
                  <a:cubicBezTo>
                    <a:pt x="1733" y="8750"/>
                    <a:pt x="1774" y="8617"/>
                    <a:pt x="1865" y="8576"/>
                  </a:cubicBezTo>
                  <a:cubicBezTo>
                    <a:pt x="1873" y="8559"/>
                    <a:pt x="1882" y="8551"/>
                    <a:pt x="1890" y="8534"/>
                  </a:cubicBezTo>
                  <a:cubicBezTo>
                    <a:pt x="1882" y="8518"/>
                    <a:pt x="1898" y="8501"/>
                    <a:pt x="1923" y="8501"/>
                  </a:cubicBezTo>
                  <a:cubicBezTo>
                    <a:pt x="1931" y="8484"/>
                    <a:pt x="1948" y="8476"/>
                    <a:pt x="1965" y="8468"/>
                  </a:cubicBezTo>
                  <a:cubicBezTo>
                    <a:pt x="1970" y="8466"/>
                    <a:pt x="1976" y="8466"/>
                    <a:pt x="1981" y="8466"/>
                  </a:cubicBezTo>
                  <a:cubicBezTo>
                    <a:pt x="2006" y="8466"/>
                    <a:pt x="2025" y="8481"/>
                    <a:pt x="2039" y="8501"/>
                  </a:cubicBezTo>
                  <a:cubicBezTo>
                    <a:pt x="2097" y="8501"/>
                    <a:pt x="2130" y="8534"/>
                    <a:pt x="2163" y="8576"/>
                  </a:cubicBezTo>
                  <a:cubicBezTo>
                    <a:pt x="2221" y="8658"/>
                    <a:pt x="2238" y="8766"/>
                    <a:pt x="2221" y="8866"/>
                  </a:cubicBezTo>
                  <a:cubicBezTo>
                    <a:pt x="2213" y="8882"/>
                    <a:pt x="2213" y="8899"/>
                    <a:pt x="2205" y="8915"/>
                  </a:cubicBezTo>
                  <a:cubicBezTo>
                    <a:pt x="2304" y="8808"/>
                    <a:pt x="2404" y="8700"/>
                    <a:pt x="2503" y="8592"/>
                  </a:cubicBezTo>
                  <a:cubicBezTo>
                    <a:pt x="2536" y="8559"/>
                    <a:pt x="2561" y="8534"/>
                    <a:pt x="2586" y="8509"/>
                  </a:cubicBezTo>
                  <a:cubicBezTo>
                    <a:pt x="2677" y="8410"/>
                    <a:pt x="2785" y="8310"/>
                    <a:pt x="2868" y="8203"/>
                  </a:cubicBezTo>
                  <a:cubicBezTo>
                    <a:pt x="2909" y="8145"/>
                    <a:pt x="2951" y="8087"/>
                    <a:pt x="2975" y="8020"/>
                  </a:cubicBezTo>
                  <a:cubicBezTo>
                    <a:pt x="2981" y="8009"/>
                    <a:pt x="2990" y="8004"/>
                    <a:pt x="2998" y="8004"/>
                  </a:cubicBezTo>
                  <a:cubicBezTo>
                    <a:pt x="3015" y="8004"/>
                    <a:pt x="3031" y="8021"/>
                    <a:pt x="3025" y="8037"/>
                  </a:cubicBezTo>
                  <a:cubicBezTo>
                    <a:pt x="3017" y="8070"/>
                    <a:pt x="3000" y="8103"/>
                    <a:pt x="2984" y="8128"/>
                  </a:cubicBezTo>
                  <a:cubicBezTo>
                    <a:pt x="2917" y="8252"/>
                    <a:pt x="2818" y="8360"/>
                    <a:pt x="2727" y="8476"/>
                  </a:cubicBezTo>
                  <a:cubicBezTo>
                    <a:pt x="2603" y="8625"/>
                    <a:pt x="2470" y="8774"/>
                    <a:pt x="2346" y="8924"/>
                  </a:cubicBezTo>
                  <a:cubicBezTo>
                    <a:pt x="2230" y="9056"/>
                    <a:pt x="2105" y="9189"/>
                    <a:pt x="1956" y="9272"/>
                  </a:cubicBezTo>
                  <a:cubicBezTo>
                    <a:pt x="1807" y="9354"/>
                    <a:pt x="1633" y="9388"/>
                    <a:pt x="1476" y="9470"/>
                  </a:cubicBezTo>
                  <a:cubicBezTo>
                    <a:pt x="1227" y="9611"/>
                    <a:pt x="1070" y="9868"/>
                    <a:pt x="904" y="10100"/>
                  </a:cubicBezTo>
                  <a:cubicBezTo>
                    <a:pt x="838" y="10183"/>
                    <a:pt x="780" y="10266"/>
                    <a:pt x="705" y="10340"/>
                  </a:cubicBezTo>
                  <a:cubicBezTo>
                    <a:pt x="730" y="10340"/>
                    <a:pt x="755" y="10357"/>
                    <a:pt x="771" y="10382"/>
                  </a:cubicBezTo>
                  <a:cubicBezTo>
                    <a:pt x="788" y="10407"/>
                    <a:pt x="796" y="10431"/>
                    <a:pt x="771" y="10456"/>
                  </a:cubicBezTo>
                  <a:cubicBezTo>
                    <a:pt x="763" y="10465"/>
                    <a:pt x="755" y="10473"/>
                    <a:pt x="738" y="10473"/>
                  </a:cubicBezTo>
                  <a:cubicBezTo>
                    <a:pt x="782" y="10529"/>
                    <a:pt x="877" y="10543"/>
                    <a:pt x="956" y="10543"/>
                  </a:cubicBezTo>
                  <a:cubicBezTo>
                    <a:pt x="983" y="10543"/>
                    <a:pt x="1008" y="10541"/>
                    <a:pt x="1028" y="10539"/>
                  </a:cubicBezTo>
                  <a:cubicBezTo>
                    <a:pt x="1177" y="10539"/>
                    <a:pt x="1335" y="10523"/>
                    <a:pt x="1492" y="10514"/>
                  </a:cubicBezTo>
                  <a:cubicBezTo>
                    <a:pt x="1633" y="10514"/>
                    <a:pt x="1799" y="10514"/>
                    <a:pt x="1931" y="10572"/>
                  </a:cubicBezTo>
                  <a:cubicBezTo>
                    <a:pt x="1998" y="10597"/>
                    <a:pt x="2031" y="10655"/>
                    <a:pt x="2047" y="10721"/>
                  </a:cubicBezTo>
                  <a:cubicBezTo>
                    <a:pt x="2072" y="10779"/>
                    <a:pt x="2097" y="10821"/>
                    <a:pt x="2147" y="10846"/>
                  </a:cubicBezTo>
                  <a:cubicBezTo>
                    <a:pt x="2188" y="10871"/>
                    <a:pt x="2230" y="10882"/>
                    <a:pt x="2272" y="10882"/>
                  </a:cubicBezTo>
                  <a:cubicBezTo>
                    <a:pt x="2367" y="10882"/>
                    <a:pt x="2462" y="10829"/>
                    <a:pt x="2536" y="10771"/>
                  </a:cubicBezTo>
                  <a:cubicBezTo>
                    <a:pt x="2548" y="10760"/>
                    <a:pt x="2563" y="10753"/>
                    <a:pt x="2577" y="10753"/>
                  </a:cubicBezTo>
                  <a:cubicBezTo>
                    <a:pt x="2594" y="10753"/>
                    <a:pt x="2610" y="10762"/>
                    <a:pt x="2619" y="10779"/>
                  </a:cubicBezTo>
                  <a:cubicBezTo>
                    <a:pt x="2710" y="10962"/>
                    <a:pt x="2727" y="11177"/>
                    <a:pt x="2669" y="11368"/>
                  </a:cubicBezTo>
                  <a:cubicBezTo>
                    <a:pt x="2644" y="11459"/>
                    <a:pt x="2603" y="11550"/>
                    <a:pt x="2545" y="11616"/>
                  </a:cubicBezTo>
                  <a:cubicBezTo>
                    <a:pt x="2478" y="11699"/>
                    <a:pt x="2387" y="11732"/>
                    <a:pt x="2288" y="11749"/>
                  </a:cubicBezTo>
                  <a:cubicBezTo>
                    <a:pt x="2180" y="11757"/>
                    <a:pt x="2072" y="11765"/>
                    <a:pt x="1973" y="11765"/>
                  </a:cubicBezTo>
                  <a:cubicBezTo>
                    <a:pt x="1857" y="11774"/>
                    <a:pt x="1741" y="11782"/>
                    <a:pt x="1625" y="11790"/>
                  </a:cubicBezTo>
                  <a:cubicBezTo>
                    <a:pt x="1567" y="11799"/>
                    <a:pt x="1509" y="11799"/>
                    <a:pt x="1451" y="11799"/>
                  </a:cubicBezTo>
                  <a:lnTo>
                    <a:pt x="1451" y="11807"/>
                  </a:lnTo>
                  <a:cubicBezTo>
                    <a:pt x="1409" y="11898"/>
                    <a:pt x="1368" y="11981"/>
                    <a:pt x="1318" y="12064"/>
                  </a:cubicBezTo>
                  <a:cubicBezTo>
                    <a:pt x="1293" y="12122"/>
                    <a:pt x="1269" y="12180"/>
                    <a:pt x="1252" y="12238"/>
                  </a:cubicBezTo>
                  <a:cubicBezTo>
                    <a:pt x="1244" y="12279"/>
                    <a:pt x="1227" y="12329"/>
                    <a:pt x="1211" y="12370"/>
                  </a:cubicBezTo>
                  <a:cubicBezTo>
                    <a:pt x="1202" y="12379"/>
                    <a:pt x="1194" y="12387"/>
                    <a:pt x="1186" y="12395"/>
                  </a:cubicBezTo>
                  <a:cubicBezTo>
                    <a:pt x="1186" y="12395"/>
                    <a:pt x="1194" y="12395"/>
                    <a:pt x="1194" y="12403"/>
                  </a:cubicBezTo>
                  <a:cubicBezTo>
                    <a:pt x="1211" y="12428"/>
                    <a:pt x="1235" y="12453"/>
                    <a:pt x="1252" y="12478"/>
                  </a:cubicBezTo>
                  <a:cubicBezTo>
                    <a:pt x="1277" y="12503"/>
                    <a:pt x="1302" y="12536"/>
                    <a:pt x="1318" y="12561"/>
                  </a:cubicBezTo>
                  <a:cubicBezTo>
                    <a:pt x="1327" y="12577"/>
                    <a:pt x="1327" y="12594"/>
                    <a:pt x="1310" y="12602"/>
                  </a:cubicBezTo>
                  <a:cubicBezTo>
                    <a:pt x="1306" y="12606"/>
                    <a:pt x="1300" y="12609"/>
                    <a:pt x="1293" y="12609"/>
                  </a:cubicBezTo>
                  <a:cubicBezTo>
                    <a:pt x="1287" y="12609"/>
                    <a:pt x="1281" y="12606"/>
                    <a:pt x="1277" y="12602"/>
                  </a:cubicBezTo>
                  <a:cubicBezTo>
                    <a:pt x="1252" y="12569"/>
                    <a:pt x="1235" y="12544"/>
                    <a:pt x="1211" y="12511"/>
                  </a:cubicBezTo>
                  <a:cubicBezTo>
                    <a:pt x="1194" y="12486"/>
                    <a:pt x="1169" y="12461"/>
                    <a:pt x="1153" y="12437"/>
                  </a:cubicBezTo>
                  <a:cubicBezTo>
                    <a:pt x="1144" y="12428"/>
                    <a:pt x="1144" y="12412"/>
                    <a:pt x="1153" y="12403"/>
                  </a:cubicBezTo>
                  <a:lnTo>
                    <a:pt x="1144" y="12403"/>
                  </a:lnTo>
                  <a:cubicBezTo>
                    <a:pt x="1136" y="12470"/>
                    <a:pt x="1119" y="12536"/>
                    <a:pt x="1095" y="12594"/>
                  </a:cubicBezTo>
                  <a:cubicBezTo>
                    <a:pt x="1111" y="12652"/>
                    <a:pt x="1119" y="12710"/>
                    <a:pt x="1128" y="12768"/>
                  </a:cubicBezTo>
                  <a:cubicBezTo>
                    <a:pt x="1144" y="12834"/>
                    <a:pt x="1153" y="12892"/>
                    <a:pt x="1169" y="12959"/>
                  </a:cubicBezTo>
                  <a:cubicBezTo>
                    <a:pt x="1177" y="13008"/>
                    <a:pt x="1186" y="13058"/>
                    <a:pt x="1211" y="13099"/>
                  </a:cubicBezTo>
                  <a:cubicBezTo>
                    <a:pt x="1252" y="13191"/>
                    <a:pt x="1343" y="13240"/>
                    <a:pt x="1434" y="13257"/>
                  </a:cubicBezTo>
                  <a:cubicBezTo>
                    <a:pt x="1472" y="13265"/>
                    <a:pt x="1509" y="13268"/>
                    <a:pt x="1546" y="13268"/>
                  </a:cubicBezTo>
                  <a:cubicBezTo>
                    <a:pt x="1708" y="13268"/>
                    <a:pt x="1868" y="13205"/>
                    <a:pt x="2023" y="13157"/>
                  </a:cubicBezTo>
                  <a:cubicBezTo>
                    <a:pt x="2122" y="13124"/>
                    <a:pt x="2221" y="13099"/>
                    <a:pt x="2321" y="13091"/>
                  </a:cubicBezTo>
                  <a:cubicBezTo>
                    <a:pt x="2339" y="13090"/>
                    <a:pt x="2357" y="13089"/>
                    <a:pt x="2375" y="13089"/>
                  </a:cubicBezTo>
                  <a:cubicBezTo>
                    <a:pt x="2467" y="13089"/>
                    <a:pt x="2561" y="13106"/>
                    <a:pt x="2644" y="13141"/>
                  </a:cubicBezTo>
                  <a:cubicBezTo>
                    <a:pt x="2752" y="13174"/>
                    <a:pt x="2851" y="13224"/>
                    <a:pt x="2951" y="13273"/>
                  </a:cubicBezTo>
                  <a:cubicBezTo>
                    <a:pt x="3050" y="13323"/>
                    <a:pt x="3149" y="13373"/>
                    <a:pt x="3257" y="13414"/>
                  </a:cubicBezTo>
                  <a:cubicBezTo>
                    <a:pt x="3456" y="13497"/>
                    <a:pt x="3671" y="13563"/>
                    <a:pt x="3887" y="13597"/>
                  </a:cubicBezTo>
                  <a:cubicBezTo>
                    <a:pt x="4047" y="13627"/>
                    <a:pt x="4206" y="13644"/>
                    <a:pt x="4366" y="13644"/>
                  </a:cubicBezTo>
                  <a:cubicBezTo>
                    <a:pt x="4422" y="13644"/>
                    <a:pt x="4477" y="13642"/>
                    <a:pt x="4533" y="13638"/>
                  </a:cubicBezTo>
                  <a:cubicBezTo>
                    <a:pt x="4757" y="13621"/>
                    <a:pt x="4972" y="13563"/>
                    <a:pt x="5179" y="13481"/>
                  </a:cubicBezTo>
                  <a:cubicBezTo>
                    <a:pt x="5403" y="13389"/>
                    <a:pt x="5610" y="13282"/>
                    <a:pt x="5826" y="13182"/>
                  </a:cubicBezTo>
                  <a:lnTo>
                    <a:pt x="6497" y="12859"/>
                  </a:lnTo>
                  <a:lnTo>
                    <a:pt x="6588" y="12818"/>
                  </a:lnTo>
                  <a:cubicBezTo>
                    <a:pt x="6555" y="12793"/>
                    <a:pt x="6546" y="12735"/>
                    <a:pt x="6596" y="12727"/>
                  </a:cubicBezTo>
                  <a:cubicBezTo>
                    <a:pt x="6606" y="12725"/>
                    <a:pt x="6616" y="12724"/>
                    <a:pt x="6625" y="12724"/>
                  </a:cubicBezTo>
                  <a:cubicBezTo>
                    <a:pt x="6657" y="12724"/>
                    <a:pt x="6687" y="12734"/>
                    <a:pt x="6712" y="12760"/>
                  </a:cubicBezTo>
                  <a:cubicBezTo>
                    <a:pt x="6720" y="12768"/>
                    <a:pt x="6737" y="12785"/>
                    <a:pt x="6745" y="12801"/>
                  </a:cubicBezTo>
                  <a:cubicBezTo>
                    <a:pt x="6754" y="12826"/>
                    <a:pt x="6754" y="12867"/>
                    <a:pt x="6720" y="12876"/>
                  </a:cubicBezTo>
                  <a:cubicBezTo>
                    <a:pt x="6488" y="12992"/>
                    <a:pt x="6265" y="13099"/>
                    <a:pt x="6033" y="13207"/>
                  </a:cubicBezTo>
                  <a:cubicBezTo>
                    <a:pt x="5826" y="13307"/>
                    <a:pt x="5618" y="13414"/>
                    <a:pt x="5411" y="13505"/>
                  </a:cubicBezTo>
                  <a:cubicBezTo>
                    <a:pt x="5395" y="13514"/>
                    <a:pt x="5378" y="13522"/>
                    <a:pt x="5362" y="13530"/>
                  </a:cubicBezTo>
                  <a:cubicBezTo>
                    <a:pt x="5146" y="13621"/>
                    <a:pt x="4922" y="13704"/>
                    <a:pt x="4690" y="13737"/>
                  </a:cubicBezTo>
                  <a:cubicBezTo>
                    <a:pt x="4579" y="13754"/>
                    <a:pt x="4467" y="13762"/>
                    <a:pt x="4355" y="13762"/>
                  </a:cubicBezTo>
                  <a:cubicBezTo>
                    <a:pt x="4243" y="13762"/>
                    <a:pt x="4131" y="13754"/>
                    <a:pt x="4019" y="13737"/>
                  </a:cubicBezTo>
                  <a:cubicBezTo>
                    <a:pt x="3796" y="13713"/>
                    <a:pt x="3580" y="13655"/>
                    <a:pt x="3365" y="13580"/>
                  </a:cubicBezTo>
                  <a:cubicBezTo>
                    <a:pt x="3257" y="13539"/>
                    <a:pt x="3149" y="13497"/>
                    <a:pt x="3050" y="13447"/>
                  </a:cubicBezTo>
                  <a:cubicBezTo>
                    <a:pt x="2942" y="13406"/>
                    <a:pt x="2843" y="13348"/>
                    <a:pt x="2735" y="13298"/>
                  </a:cubicBezTo>
                  <a:cubicBezTo>
                    <a:pt x="2636" y="13257"/>
                    <a:pt x="2528" y="13215"/>
                    <a:pt x="2412" y="13207"/>
                  </a:cubicBezTo>
                  <a:cubicBezTo>
                    <a:pt x="2313" y="13207"/>
                    <a:pt x="2205" y="13224"/>
                    <a:pt x="2105" y="13257"/>
                  </a:cubicBezTo>
                  <a:cubicBezTo>
                    <a:pt x="1923" y="13303"/>
                    <a:pt x="1740" y="13383"/>
                    <a:pt x="1545" y="13383"/>
                  </a:cubicBezTo>
                  <a:cubicBezTo>
                    <a:pt x="1527" y="13383"/>
                    <a:pt x="1510" y="13382"/>
                    <a:pt x="1492" y="13381"/>
                  </a:cubicBezTo>
                  <a:cubicBezTo>
                    <a:pt x="1426" y="13373"/>
                    <a:pt x="1360" y="13365"/>
                    <a:pt x="1302" y="13331"/>
                  </a:cubicBezTo>
                  <a:cubicBezTo>
                    <a:pt x="1285" y="13356"/>
                    <a:pt x="1269" y="13365"/>
                    <a:pt x="1244" y="13373"/>
                  </a:cubicBezTo>
                  <a:cubicBezTo>
                    <a:pt x="1211" y="13389"/>
                    <a:pt x="1177" y="13398"/>
                    <a:pt x="1153" y="13414"/>
                  </a:cubicBezTo>
                  <a:cubicBezTo>
                    <a:pt x="1086" y="13447"/>
                    <a:pt x="1028" y="13481"/>
                    <a:pt x="979" y="13530"/>
                  </a:cubicBezTo>
                  <a:cubicBezTo>
                    <a:pt x="937" y="13563"/>
                    <a:pt x="896" y="13613"/>
                    <a:pt x="846" y="13646"/>
                  </a:cubicBezTo>
                  <a:cubicBezTo>
                    <a:pt x="854" y="13655"/>
                    <a:pt x="871" y="13663"/>
                    <a:pt x="879" y="13671"/>
                  </a:cubicBezTo>
                  <a:cubicBezTo>
                    <a:pt x="887" y="13679"/>
                    <a:pt x="896" y="13688"/>
                    <a:pt x="904" y="13704"/>
                  </a:cubicBezTo>
                  <a:cubicBezTo>
                    <a:pt x="921" y="13729"/>
                    <a:pt x="945" y="13754"/>
                    <a:pt x="970" y="13771"/>
                  </a:cubicBezTo>
                  <a:cubicBezTo>
                    <a:pt x="1020" y="13804"/>
                    <a:pt x="1078" y="13829"/>
                    <a:pt x="1144" y="13845"/>
                  </a:cubicBezTo>
                  <a:cubicBezTo>
                    <a:pt x="1277" y="13878"/>
                    <a:pt x="1418" y="13878"/>
                    <a:pt x="1559" y="13878"/>
                  </a:cubicBezTo>
                  <a:cubicBezTo>
                    <a:pt x="1680" y="13878"/>
                    <a:pt x="1803" y="13872"/>
                    <a:pt x="1926" y="13872"/>
                  </a:cubicBezTo>
                  <a:cubicBezTo>
                    <a:pt x="2079" y="13872"/>
                    <a:pt x="2232" y="13882"/>
                    <a:pt x="2379" y="13928"/>
                  </a:cubicBezTo>
                  <a:cubicBezTo>
                    <a:pt x="2511" y="13969"/>
                    <a:pt x="2627" y="14044"/>
                    <a:pt x="2752" y="14102"/>
                  </a:cubicBezTo>
                  <a:cubicBezTo>
                    <a:pt x="2801" y="14127"/>
                    <a:pt x="2851" y="14152"/>
                    <a:pt x="2901" y="14168"/>
                  </a:cubicBezTo>
                  <a:cubicBezTo>
                    <a:pt x="2975" y="14193"/>
                    <a:pt x="3058" y="14210"/>
                    <a:pt x="3149" y="14210"/>
                  </a:cubicBezTo>
                  <a:cubicBezTo>
                    <a:pt x="3232" y="14210"/>
                    <a:pt x="3323" y="14210"/>
                    <a:pt x="3406" y="14201"/>
                  </a:cubicBezTo>
                  <a:cubicBezTo>
                    <a:pt x="3464" y="14201"/>
                    <a:pt x="3522" y="14193"/>
                    <a:pt x="3589" y="14193"/>
                  </a:cubicBezTo>
                  <a:cubicBezTo>
                    <a:pt x="3738" y="14177"/>
                    <a:pt x="3878" y="14160"/>
                    <a:pt x="4028" y="14143"/>
                  </a:cubicBezTo>
                  <a:cubicBezTo>
                    <a:pt x="4309" y="14119"/>
                    <a:pt x="4591" y="14077"/>
                    <a:pt x="4864" y="14036"/>
                  </a:cubicBezTo>
                  <a:cubicBezTo>
                    <a:pt x="4922" y="14027"/>
                    <a:pt x="4980" y="14019"/>
                    <a:pt x="5038" y="14011"/>
                  </a:cubicBezTo>
                  <a:cubicBezTo>
                    <a:pt x="5072" y="14011"/>
                    <a:pt x="5072" y="14061"/>
                    <a:pt x="5047" y="14069"/>
                  </a:cubicBezTo>
                  <a:cubicBezTo>
                    <a:pt x="4748" y="14152"/>
                    <a:pt x="4442" y="14201"/>
                    <a:pt x="4144" y="14243"/>
                  </a:cubicBezTo>
                  <a:cubicBezTo>
                    <a:pt x="3986" y="14259"/>
                    <a:pt x="3837" y="14276"/>
                    <a:pt x="3680" y="14293"/>
                  </a:cubicBezTo>
                  <a:cubicBezTo>
                    <a:pt x="3531" y="14309"/>
                    <a:pt x="3381" y="14317"/>
                    <a:pt x="3224" y="14326"/>
                  </a:cubicBezTo>
                  <a:cubicBezTo>
                    <a:pt x="3083" y="14326"/>
                    <a:pt x="2934" y="14309"/>
                    <a:pt x="2793" y="14251"/>
                  </a:cubicBezTo>
                  <a:cubicBezTo>
                    <a:pt x="2710" y="14218"/>
                    <a:pt x="2636" y="14177"/>
                    <a:pt x="2553" y="14135"/>
                  </a:cubicBezTo>
                  <a:cubicBezTo>
                    <a:pt x="2511" y="14110"/>
                    <a:pt x="2462" y="14085"/>
                    <a:pt x="2412" y="14069"/>
                  </a:cubicBezTo>
                  <a:cubicBezTo>
                    <a:pt x="2253" y="14004"/>
                    <a:pt x="2085" y="13989"/>
                    <a:pt x="1918" y="13989"/>
                  </a:cubicBezTo>
                  <a:cubicBezTo>
                    <a:pt x="1851" y="13989"/>
                    <a:pt x="1783" y="13992"/>
                    <a:pt x="1716" y="13994"/>
                  </a:cubicBezTo>
                  <a:cubicBezTo>
                    <a:pt x="1716" y="14003"/>
                    <a:pt x="1716" y="14011"/>
                    <a:pt x="1716" y="14027"/>
                  </a:cubicBezTo>
                  <a:cubicBezTo>
                    <a:pt x="1716" y="14036"/>
                    <a:pt x="1716" y="14044"/>
                    <a:pt x="1708" y="14052"/>
                  </a:cubicBezTo>
                  <a:cubicBezTo>
                    <a:pt x="1708" y="14069"/>
                    <a:pt x="1708" y="14085"/>
                    <a:pt x="1699" y="14110"/>
                  </a:cubicBezTo>
                  <a:cubicBezTo>
                    <a:pt x="1683" y="14160"/>
                    <a:pt x="1666" y="14218"/>
                    <a:pt x="1641" y="14268"/>
                  </a:cubicBezTo>
                  <a:cubicBezTo>
                    <a:pt x="1608" y="14375"/>
                    <a:pt x="1600" y="14491"/>
                    <a:pt x="1608" y="14607"/>
                  </a:cubicBezTo>
                  <a:cubicBezTo>
                    <a:pt x="1633" y="14839"/>
                    <a:pt x="1741" y="15047"/>
                    <a:pt x="1849" y="15254"/>
                  </a:cubicBezTo>
                  <a:cubicBezTo>
                    <a:pt x="1907" y="15378"/>
                    <a:pt x="1965" y="15502"/>
                    <a:pt x="2031" y="15618"/>
                  </a:cubicBezTo>
                  <a:cubicBezTo>
                    <a:pt x="2042" y="15646"/>
                    <a:pt x="2023" y="15667"/>
                    <a:pt x="2004" y="15667"/>
                  </a:cubicBezTo>
                  <a:cubicBezTo>
                    <a:pt x="1995" y="15667"/>
                    <a:pt x="1986" y="15662"/>
                    <a:pt x="1981" y="15651"/>
                  </a:cubicBezTo>
                  <a:cubicBezTo>
                    <a:pt x="1757" y="15279"/>
                    <a:pt x="1443" y="14873"/>
                    <a:pt x="1501" y="14409"/>
                  </a:cubicBezTo>
                  <a:lnTo>
                    <a:pt x="1501" y="14409"/>
                  </a:lnTo>
                  <a:cubicBezTo>
                    <a:pt x="1434" y="14467"/>
                    <a:pt x="1351" y="14525"/>
                    <a:pt x="1285" y="14566"/>
                  </a:cubicBezTo>
                  <a:cubicBezTo>
                    <a:pt x="1169" y="14641"/>
                    <a:pt x="1053" y="14723"/>
                    <a:pt x="945" y="14798"/>
                  </a:cubicBezTo>
                  <a:cubicBezTo>
                    <a:pt x="846" y="14864"/>
                    <a:pt x="755" y="14931"/>
                    <a:pt x="689" y="15022"/>
                  </a:cubicBezTo>
                  <a:cubicBezTo>
                    <a:pt x="614" y="15121"/>
                    <a:pt x="573" y="15254"/>
                    <a:pt x="622" y="15378"/>
                  </a:cubicBezTo>
                  <a:cubicBezTo>
                    <a:pt x="637" y="15407"/>
                    <a:pt x="602" y="15448"/>
                    <a:pt x="570" y="15448"/>
                  </a:cubicBezTo>
                  <a:cubicBezTo>
                    <a:pt x="565" y="15448"/>
                    <a:pt x="561" y="15446"/>
                    <a:pt x="556" y="15444"/>
                  </a:cubicBezTo>
                  <a:cubicBezTo>
                    <a:pt x="523" y="15436"/>
                    <a:pt x="498" y="15428"/>
                    <a:pt x="473" y="15411"/>
                  </a:cubicBezTo>
                  <a:cubicBezTo>
                    <a:pt x="390" y="15635"/>
                    <a:pt x="374" y="15875"/>
                    <a:pt x="407" y="16107"/>
                  </a:cubicBezTo>
                  <a:cubicBezTo>
                    <a:pt x="415" y="16104"/>
                    <a:pt x="424" y="16102"/>
                    <a:pt x="434" y="16102"/>
                  </a:cubicBezTo>
                  <a:cubicBezTo>
                    <a:pt x="469" y="16102"/>
                    <a:pt x="505" y="16127"/>
                    <a:pt x="498" y="16173"/>
                  </a:cubicBezTo>
                  <a:cubicBezTo>
                    <a:pt x="481" y="16240"/>
                    <a:pt x="473" y="16298"/>
                    <a:pt x="473" y="16364"/>
                  </a:cubicBezTo>
                  <a:cubicBezTo>
                    <a:pt x="498" y="16414"/>
                    <a:pt x="515" y="16463"/>
                    <a:pt x="539" y="16513"/>
                  </a:cubicBezTo>
                  <a:cubicBezTo>
                    <a:pt x="589" y="16612"/>
                    <a:pt x="655" y="16712"/>
                    <a:pt x="713" y="16803"/>
                  </a:cubicBezTo>
                  <a:cubicBezTo>
                    <a:pt x="738" y="16834"/>
                    <a:pt x="708" y="16865"/>
                    <a:pt x="677" y="16865"/>
                  </a:cubicBezTo>
                  <a:cubicBezTo>
                    <a:pt x="666" y="16865"/>
                    <a:pt x="656" y="16861"/>
                    <a:pt x="647" y="16853"/>
                  </a:cubicBezTo>
                  <a:lnTo>
                    <a:pt x="631" y="16836"/>
                  </a:lnTo>
                  <a:lnTo>
                    <a:pt x="631" y="16836"/>
                  </a:lnTo>
                  <a:cubicBezTo>
                    <a:pt x="689" y="16927"/>
                    <a:pt x="763" y="17018"/>
                    <a:pt x="838" y="17093"/>
                  </a:cubicBezTo>
                  <a:cubicBezTo>
                    <a:pt x="1111" y="17350"/>
                    <a:pt x="1459" y="17507"/>
                    <a:pt x="1782" y="17673"/>
                  </a:cubicBezTo>
                  <a:cubicBezTo>
                    <a:pt x="1948" y="17764"/>
                    <a:pt x="2114" y="17855"/>
                    <a:pt x="2279" y="17938"/>
                  </a:cubicBezTo>
                  <a:cubicBezTo>
                    <a:pt x="2271" y="17922"/>
                    <a:pt x="2271" y="17905"/>
                    <a:pt x="2263" y="17888"/>
                  </a:cubicBezTo>
                  <a:cubicBezTo>
                    <a:pt x="2249" y="17848"/>
                    <a:pt x="2286" y="17818"/>
                    <a:pt x="2323" y="17818"/>
                  </a:cubicBezTo>
                  <a:cubicBezTo>
                    <a:pt x="2330" y="17818"/>
                    <a:pt x="2338" y="17819"/>
                    <a:pt x="2346" y="17822"/>
                  </a:cubicBezTo>
                  <a:cubicBezTo>
                    <a:pt x="3290" y="18294"/>
                    <a:pt x="4326" y="18584"/>
                    <a:pt x="5370" y="18700"/>
                  </a:cubicBezTo>
                  <a:cubicBezTo>
                    <a:pt x="5712" y="18736"/>
                    <a:pt x="6057" y="18753"/>
                    <a:pt x="6402" y="18753"/>
                  </a:cubicBezTo>
                  <a:cubicBezTo>
                    <a:pt x="7110" y="18753"/>
                    <a:pt x="7819" y="18680"/>
                    <a:pt x="8510" y="18535"/>
                  </a:cubicBezTo>
                  <a:cubicBezTo>
                    <a:pt x="8659" y="18510"/>
                    <a:pt x="8800" y="18477"/>
                    <a:pt x="8941" y="18435"/>
                  </a:cubicBezTo>
                  <a:cubicBezTo>
                    <a:pt x="9090" y="18402"/>
                    <a:pt x="9231" y="18361"/>
                    <a:pt x="9372" y="18319"/>
                  </a:cubicBezTo>
                  <a:cubicBezTo>
                    <a:pt x="9645" y="18245"/>
                    <a:pt x="9910" y="18145"/>
                    <a:pt x="10184" y="18062"/>
                  </a:cubicBezTo>
                  <a:cubicBezTo>
                    <a:pt x="10200" y="18054"/>
                    <a:pt x="10217" y="18046"/>
                    <a:pt x="10242" y="18029"/>
                  </a:cubicBezTo>
                  <a:cubicBezTo>
                    <a:pt x="10291" y="17996"/>
                    <a:pt x="10349" y="17963"/>
                    <a:pt x="10407" y="17930"/>
                  </a:cubicBezTo>
                  <a:cubicBezTo>
                    <a:pt x="10515" y="17855"/>
                    <a:pt x="10623" y="17781"/>
                    <a:pt x="10722" y="17690"/>
                  </a:cubicBezTo>
                  <a:cubicBezTo>
                    <a:pt x="10822" y="17598"/>
                    <a:pt x="10913" y="17499"/>
                    <a:pt x="10996" y="17391"/>
                  </a:cubicBezTo>
                  <a:cubicBezTo>
                    <a:pt x="11045" y="17333"/>
                    <a:pt x="11079" y="17275"/>
                    <a:pt x="11070" y="17201"/>
                  </a:cubicBezTo>
                  <a:cubicBezTo>
                    <a:pt x="11062" y="17126"/>
                    <a:pt x="11029" y="17052"/>
                    <a:pt x="11004" y="16977"/>
                  </a:cubicBezTo>
                  <a:cubicBezTo>
                    <a:pt x="10938" y="16803"/>
                    <a:pt x="10880" y="16621"/>
                    <a:pt x="10822" y="16447"/>
                  </a:cubicBezTo>
                  <a:cubicBezTo>
                    <a:pt x="10809" y="16416"/>
                    <a:pt x="10843" y="16385"/>
                    <a:pt x="10871" y="16385"/>
                  </a:cubicBezTo>
                  <a:cubicBezTo>
                    <a:pt x="10881" y="16385"/>
                    <a:pt x="10890" y="16389"/>
                    <a:pt x="10896" y="16397"/>
                  </a:cubicBezTo>
                  <a:cubicBezTo>
                    <a:pt x="10880" y="16314"/>
                    <a:pt x="10855" y="16231"/>
                    <a:pt x="10830" y="16148"/>
                  </a:cubicBezTo>
                  <a:cubicBezTo>
                    <a:pt x="10830" y="16215"/>
                    <a:pt x="10830" y="16281"/>
                    <a:pt x="10822" y="16347"/>
                  </a:cubicBezTo>
                  <a:cubicBezTo>
                    <a:pt x="10813" y="16414"/>
                    <a:pt x="10797" y="16480"/>
                    <a:pt x="10780" y="16546"/>
                  </a:cubicBezTo>
                  <a:cubicBezTo>
                    <a:pt x="10764" y="16604"/>
                    <a:pt x="10747" y="16687"/>
                    <a:pt x="10706" y="16728"/>
                  </a:cubicBezTo>
                  <a:cubicBezTo>
                    <a:pt x="10703" y="16731"/>
                    <a:pt x="10696" y="16733"/>
                    <a:pt x="10689" y="16733"/>
                  </a:cubicBezTo>
                  <a:cubicBezTo>
                    <a:pt x="10678" y="16733"/>
                    <a:pt x="10664" y="16728"/>
                    <a:pt x="10664" y="16712"/>
                  </a:cubicBezTo>
                  <a:cubicBezTo>
                    <a:pt x="10656" y="16662"/>
                    <a:pt x="10673" y="16604"/>
                    <a:pt x="10681" y="16554"/>
                  </a:cubicBezTo>
                  <a:cubicBezTo>
                    <a:pt x="10697" y="16496"/>
                    <a:pt x="10706" y="16438"/>
                    <a:pt x="10714" y="16380"/>
                  </a:cubicBezTo>
                  <a:cubicBezTo>
                    <a:pt x="10722" y="16273"/>
                    <a:pt x="10731" y="16157"/>
                    <a:pt x="10731" y="16041"/>
                  </a:cubicBezTo>
                  <a:cubicBezTo>
                    <a:pt x="10731" y="15809"/>
                    <a:pt x="10697" y="15577"/>
                    <a:pt x="10656" y="15345"/>
                  </a:cubicBezTo>
                  <a:cubicBezTo>
                    <a:pt x="10639" y="15279"/>
                    <a:pt x="10631" y="15221"/>
                    <a:pt x="10615" y="15154"/>
                  </a:cubicBezTo>
                  <a:cubicBezTo>
                    <a:pt x="10606" y="15146"/>
                    <a:pt x="10590" y="15138"/>
                    <a:pt x="10590" y="15113"/>
                  </a:cubicBezTo>
                  <a:cubicBezTo>
                    <a:pt x="10590" y="15080"/>
                    <a:pt x="10590" y="15055"/>
                    <a:pt x="10590" y="15022"/>
                  </a:cubicBezTo>
                  <a:lnTo>
                    <a:pt x="10590" y="15013"/>
                  </a:lnTo>
                  <a:lnTo>
                    <a:pt x="10581" y="15013"/>
                  </a:lnTo>
                  <a:cubicBezTo>
                    <a:pt x="10575" y="15023"/>
                    <a:pt x="10564" y="15027"/>
                    <a:pt x="10553" y="15027"/>
                  </a:cubicBezTo>
                  <a:cubicBezTo>
                    <a:pt x="10535" y="15027"/>
                    <a:pt x="10515" y="15014"/>
                    <a:pt x="10515" y="14989"/>
                  </a:cubicBezTo>
                  <a:cubicBezTo>
                    <a:pt x="10523" y="14922"/>
                    <a:pt x="10565" y="14856"/>
                    <a:pt x="10581" y="14790"/>
                  </a:cubicBezTo>
                  <a:cubicBezTo>
                    <a:pt x="10598" y="14723"/>
                    <a:pt x="10598" y="14665"/>
                    <a:pt x="10581" y="14591"/>
                  </a:cubicBezTo>
                  <a:cubicBezTo>
                    <a:pt x="10557" y="14450"/>
                    <a:pt x="10532" y="14301"/>
                    <a:pt x="10507" y="14152"/>
                  </a:cubicBezTo>
                  <a:cubicBezTo>
                    <a:pt x="10499" y="14127"/>
                    <a:pt x="10515" y="14102"/>
                    <a:pt x="10532" y="14094"/>
                  </a:cubicBezTo>
                  <a:cubicBezTo>
                    <a:pt x="10416" y="13853"/>
                    <a:pt x="10333" y="13588"/>
                    <a:pt x="10300" y="13323"/>
                  </a:cubicBezTo>
                  <a:cubicBezTo>
                    <a:pt x="10291" y="13356"/>
                    <a:pt x="10275" y="13389"/>
                    <a:pt x="10258" y="13423"/>
                  </a:cubicBezTo>
                  <a:cubicBezTo>
                    <a:pt x="10225" y="13505"/>
                    <a:pt x="10175" y="13588"/>
                    <a:pt x="10126" y="13663"/>
                  </a:cubicBezTo>
                  <a:cubicBezTo>
                    <a:pt x="10093" y="13721"/>
                    <a:pt x="10059" y="13779"/>
                    <a:pt x="10010" y="13829"/>
                  </a:cubicBezTo>
                  <a:cubicBezTo>
                    <a:pt x="9960" y="13928"/>
                    <a:pt x="9902" y="14019"/>
                    <a:pt x="9827" y="14119"/>
                  </a:cubicBezTo>
                  <a:cubicBezTo>
                    <a:pt x="9811" y="14143"/>
                    <a:pt x="9794" y="14168"/>
                    <a:pt x="9786" y="14193"/>
                  </a:cubicBezTo>
                  <a:cubicBezTo>
                    <a:pt x="9769" y="14218"/>
                    <a:pt x="9761" y="14259"/>
                    <a:pt x="9728" y="14259"/>
                  </a:cubicBezTo>
                  <a:cubicBezTo>
                    <a:pt x="9724" y="14261"/>
                    <a:pt x="9720" y="14262"/>
                    <a:pt x="9716" y="14262"/>
                  </a:cubicBezTo>
                  <a:cubicBezTo>
                    <a:pt x="9698" y="14262"/>
                    <a:pt x="9685" y="14247"/>
                    <a:pt x="9678" y="14226"/>
                  </a:cubicBezTo>
                  <a:cubicBezTo>
                    <a:pt x="9670" y="14193"/>
                    <a:pt x="9687" y="14160"/>
                    <a:pt x="9703" y="14127"/>
                  </a:cubicBezTo>
                  <a:cubicBezTo>
                    <a:pt x="9736" y="14069"/>
                    <a:pt x="9778" y="14019"/>
                    <a:pt x="9819" y="13969"/>
                  </a:cubicBezTo>
                  <a:cubicBezTo>
                    <a:pt x="9852" y="13920"/>
                    <a:pt x="9885" y="13870"/>
                    <a:pt x="9919" y="13820"/>
                  </a:cubicBezTo>
                  <a:cubicBezTo>
                    <a:pt x="9935" y="13779"/>
                    <a:pt x="9952" y="13746"/>
                    <a:pt x="9977" y="13721"/>
                  </a:cubicBezTo>
                  <a:cubicBezTo>
                    <a:pt x="10043" y="13605"/>
                    <a:pt x="10093" y="13481"/>
                    <a:pt x="10142" y="13356"/>
                  </a:cubicBezTo>
                  <a:cubicBezTo>
                    <a:pt x="10148" y="13344"/>
                    <a:pt x="10159" y="13336"/>
                    <a:pt x="10171" y="13336"/>
                  </a:cubicBezTo>
                  <a:cubicBezTo>
                    <a:pt x="10175" y="13336"/>
                    <a:pt x="10179" y="13337"/>
                    <a:pt x="10184" y="13340"/>
                  </a:cubicBezTo>
                  <a:cubicBezTo>
                    <a:pt x="10258" y="13182"/>
                    <a:pt x="10308" y="13017"/>
                    <a:pt x="10341" y="12843"/>
                  </a:cubicBezTo>
                  <a:cubicBezTo>
                    <a:pt x="10345" y="12818"/>
                    <a:pt x="10362" y="12806"/>
                    <a:pt x="10381" y="12806"/>
                  </a:cubicBezTo>
                  <a:cubicBezTo>
                    <a:pt x="10407" y="12806"/>
                    <a:pt x="10436" y="12826"/>
                    <a:pt x="10441" y="12859"/>
                  </a:cubicBezTo>
                  <a:cubicBezTo>
                    <a:pt x="10441" y="12867"/>
                    <a:pt x="10441" y="12876"/>
                    <a:pt x="10441" y="12884"/>
                  </a:cubicBezTo>
                  <a:cubicBezTo>
                    <a:pt x="10449" y="12843"/>
                    <a:pt x="10457" y="12793"/>
                    <a:pt x="10465" y="12751"/>
                  </a:cubicBezTo>
                  <a:cubicBezTo>
                    <a:pt x="10457" y="12751"/>
                    <a:pt x="10457" y="12743"/>
                    <a:pt x="10457" y="12735"/>
                  </a:cubicBezTo>
                  <a:cubicBezTo>
                    <a:pt x="10457" y="12685"/>
                    <a:pt x="10465" y="12644"/>
                    <a:pt x="10474" y="12602"/>
                  </a:cubicBezTo>
                  <a:cubicBezTo>
                    <a:pt x="10482" y="12561"/>
                    <a:pt x="10490" y="12519"/>
                    <a:pt x="10499" y="12486"/>
                  </a:cubicBezTo>
                  <a:cubicBezTo>
                    <a:pt x="10507" y="12395"/>
                    <a:pt x="10515" y="12312"/>
                    <a:pt x="10515" y="12229"/>
                  </a:cubicBezTo>
                  <a:cubicBezTo>
                    <a:pt x="10515" y="12209"/>
                    <a:pt x="10530" y="12198"/>
                    <a:pt x="10545" y="12198"/>
                  </a:cubicBezTo>
                  <a:cubicBezTo>
                    <a:pt x="10561" y="12198"/>
                    <a:pt x="10577" y="12209"/>
                    <a:pt x="10581" y="12229"/>
                  </a:cubicBezTo>
                  <a:cubicBezTo>
                    <a:pt x="10581" y="12254"/>
                    <a:pt x="10581" y="12279"/>
                    <a:pt x="10581" y="12312"/>
                  </a:cubicBezTo>
                  <a:cubicBezTo>
                    <a:pt x="10581" y="12312"/>
                    <a:pt x="10581" y="12321"/>
                    <a:pt x="10581" y="12321"/>
                  </a:cubicBezTo>
                  <a:cubicBezTo>
                    <a:pt x="10581" y="12395"/>
                    <a:pt x="10581" y="12470"/>
                    <a:pt x="10573" y="12544"/>
                  </a:cubicBezTo>
                  <a:cubicBezTo>
                    <a:pt x="10581" y="12536"/>
                    <a:pt x="10581" y="12528"/>
                    <a:pt x="10590" y="12519"/>
                  </a:cubicBezTo>
                  <a:cubicBezTo>
                    <a:pt x="10598" y="12495"/>
                    <a:pt x="10606" y="12461"/>
                    <a:pt x="10615" y="12437"/>
                  </a:cubicBezTo>
                  <a:cubicBezTo>
                    <a:pt x="10606" y="12428"/>
                    <a:pt x="10606" y="12412"/>
                    <a:pt x="10606" y="12403"/>
                  </a:cubicBezTo>
                  <a:cubicBezTo>
                    <a:pt x="10615" y="12379"/>
                    <a:pt x="10623" y="12354"/>
                    <a:pt x="10631" y="12329"/>
                  </a:cubicBezTo>
                  <a:cubicBezTo>
                    <a:pt x="10631" y="12321"/>
                    <a:pt x="10631" y="12312"/>
                    <a:pt x="10631" y="12304"/>
                  </a:cubicBezTo>
                  <a:cubicBezTo>
                    <a:pt x="10639" y="12238"/>
                    <a:pt x="10639" y="12163"/>
                    <a:pt x="10631" y="12089"/>
                  </a:cubicBezTo>
                  <a:cubicBezTo>
                    <a:pt x="10623" y="12047"/>
                    <a:pt x="10615" y="12014"/>
                    <a:pt x="10606" y="11973"/>
                  </a:cubicBezTo>
                  <a:cubicBezTo>
                    <a:pt x="10598" y="11939"/>
                    <a:pt x="10581" y="11898"/>
                    <a:pt x="10581" y="11865"/>
                  </a:cubicBezTo>
                  <a:cubicBezTo>
                    <a:pt x="10587" y="11847"/>
                    <a:pt x="10598" y="11833"/>
                    <a:pt x="10612" y="11833"/>
                  </a:cubicBezTo>
                  <a:cubicBezTo>
                    <a:pt x="10618" y="11833"/>
                    <a:pt x="10624" y="11835"/>
                    <a:pt x="10631" y="11840"/>
                  </a:cubicBezTo>
                  <a:cubicBezTo>
                    <a:pt x="10673" y="11873"/>
                    <a:pt x="10697" y="11931"/>
                    <a:pt x="10714" y="11989"/>
                  </a:cubicBezTo>
                  <a:cubicBezTo>
                    <a:pt x="10714" y="11981"/>
                    <a:pt x="10714" y="11973"/>
                    <a:pt x="10714" y="11956"/>
                  </a:cubicBezTo>
                  <a:cubicBezTo>
                    <a:pt x="10722" y="11799"/>
                    <a:pt x="10697" y="11641"/>
                    <a:pt x="10664" y="11484"/>
                  </a:cubicBezTo>
                  <a:cubicBezTo>
                    <a:pt x="10573" y="11152"/>
                    <a:pt x="10424" y="10846"/>
                    <a:pt x="10349" y="10506"/>
                  </a:cubicBezTo>
                  <a:cubicBezTo>
                    <a:pt x="10341" y="10465"/>
                    <a:pt x="10333" y="10415"/>
                    <a:pt x="10333" y="10373"/>
                  </a:cubicBezTo>
                  <a:cubicBezTo>
                    <a:pt x="10291" y="10340"/>
                    <a:pt x="10275" y="10291"/>
                    <a:pt x="10267" y="10233"/>
                  </a:cubicBezTo>
                  <a:cubicBezTo>
                    <a:pt x="10258" y="10200"/>
                    <a:pt x="10258" y="10158"/>
                    <a:pt x="10258" y="10117"/>
                  </a:cubicBezTo>
                  <a:cubicBezTo>
                    <a:pt x="10258" y="10026"/>
                    <a:pt x="10267" y="9943"/>
                    <a:pt x="10291" y="9852"/>
                  </a:cubicBezTo>
                  <a:cubicBezTo>
                    <a:pt x="10333" y="9669"/>
                    <a:pt x="10407" y="9495"/>
                    <a:pt x="10449" y="9313"/>
                  </a:cubicBezTo>
                  <a:cubicBezTo>
                    <a:pt x="10490" y="9122"/>
                    <a:pt x="10457" y="8924"/>
                    <a:pt x="10424" y="8733"/>
                  </a:cubicBezTo>
                  <a:cubicBezTo>
                    <a:pt x="10391" y="8534"/>
                    <a:pt x="10358" y="8335"/>
                    <a:pt x="10349" y="8136"/>
                  </a:cubicBezTo>
                  <a:cubicBezTo>
                    <a:pt x="10341" y="8012"/>
                    <a:pt x="10333" y="7896"/>
                    <a:pt x="10333" y="7772"/>
                  </a:cubicBezTo>
                  <a:cubicBezTo>
                    <a:pt x="10333" y="7772"/>
                    <a:pt x="10333" y="7780"/>
                    <a:pt x="10325" y="7780"/>
                  </a:cubicBezTo>
                  <a:cubicBezTo>
                    <a:pt x="10291" y="7888"/>
                    <a:pt x="10242" y="7987"/>
                    <a:pt x="10167" y="8070"/>
                  </a:cubicBezTo>
                  <a:cubicBezTo>
                    <a:pt x="10162" y="8077"/>
                    <a:pt x="10156" y="8080"/>
                    <a:pt x="10149" y="8080"/>
                  </a:cubicBezTo>
                  <a:cubicBezTo>
                    <a:pt x="10132" y="8080"/>
                    <a:pt x="10114" y="8061"/>
                    <a:pt x="10126" y="8037"/>
                  </a:cubicBezTo>
                  <a:cubicBezTo>
                    <a:pt x="10267" y="7822"/>
                    <a:pt x="10316" y="7573"/>
                    <a:pt x="10291" y="7316"/>
                  </a:cubicBezTo>
                  <a:cubicBezTo>
                    <a:pt x="10275" y="7184"/>
                    <a:pt x="10200" y="7051"/>
                    <a:pt x="10225" y="6927"/>
                  </a:cubicBezTo>
                  <a:cubicBezTo>
                    <a:pt x="10250" y="6794"/>
                    <a:pt x="10374" y="6744"/>
                    <a:pt x="10465" y="6678"/>
                  </a:cubicBezTo>
                  <a:cubicBezTo>
                    <a:pt x="10548" y="6620"/>
                    <a:pt x="10648" y="6537"/>
                    <a:pt x="10673" y="6438"/>
                  </a:cubicBezTo>
                  <a:cubicBezTo>
                    <a:pt x="10681" y="6380"/>
                    <a:pt x="10656" y="6322"/>
                    <a:pt x="10631" y="6272"/>
                  </a:cubicBezTo>
                  <a:cubicBezTo>
                    <a:pt x="10598" y="6222"/>
                    <a:pt x="10565" y="6164"/>
                    <a:pt x="10548" y="6098"/>
                  </a:cubicBezTo>
                  <a:cubicBezTo>
                    <a:pt x="10515" y="5966"/>
                    <a:pt x="10548" y="5825"/>
                    <a:pt x="10590" y="5700"/>
                  </a:cubicBezTo>
                  <a:cubicBezTo>
                    <a:pt x="10631" y="5560"/>
                    <a:pt x="10664" y="5419"/>
                    <a:pt x="10706" y="5278"/>
                  </a:cubicBezTo>
                  <a:cubicBezTo>
                    <a:pt x="10838" y="4698"/>
                    <a:pt x="10888" y="4110"/>
                    <a:pt x="10913" y="3530"/>
                  </a:cubicBezTo>
                  <a:cubicBezTo>
                    <a:pt x="10946" y="2933"/>
                    <a:pt x="10954" y="2345"/>
                    <a:pt x="11004" y="1757"/>
                  </a:cubicBezTo>
                  <a:cubicBezTo>
                    <a:pt x="11045" y="1226"/>
                    <a:pt x="11137" y="663"/>
                    <a:pt x="10963" y="149"/>
                  </a:cubicBezTo>
                  <a:cubicBezTo>
                    <a:pt x="10946" y="100"/>
                    <a:pt x="10921" y="50"/>
                    <a:pt x="108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35"/>
            <p:cNvSpPr/>
            <p:nvPr/>
          </p:nvSpPr>
          <p:spPr>
            <a:xfrm>
              <a:off x="2477800" y="1675600"/>
              <a:ext cx="42050" cy="15150"/>
            </a:xfrm>
            <a:custGeom>
              <a:rect b="b" l="l" r="r" t="t"/>
              <a:pathLst>
                <a:path extrusionOk="0" h="606" w="1682">
                  <a:moveTo>
                    <a:pt x="68" y="1"/>
                  </a:moveTo>
                  <a:cubicBezTo>
                    <a:pt x="30" y="1"/>
                    <a:pt x="0" y="41"/>
                    <a:pt x="21" y="82"/>
                  </a:cubicBezTo>
                  <a:cubicBezTo>
                    <a:pt x="62" y="190"/>
                    <a:pt x="178" y="223"/>
                    <a:pt x="269" y="248"/>
                  </a:cubicBezTo>
                  <a:cubicBezTo>
                    <a:pt x="402" y="281"/>
                    <a:pt x="534" y="306"/>
                    <a:pt x="667" y="322"/>
                  </a:cubicBezTo>
                  <a:cubicBezTo>
                    <a:pt x="791" y="330"/>
                    <a:pt x="915" y="330"/>
                    <a:pt x="1040" y="330"/>
                  </a:cubicBezTo>
                  <a:cubicBezTo>
                    <a:pt x="1106" y="339"/>
                    <a:pt x="1172" y="339"/>
                    <a:pt x="1239" y="364"/>
                  </a:cubicBezTo>
                  <a:cubicBezTo>
                    <a:pt x="1263" y="388"/>
                    <a:pt x="1288" y="422"/>
                    <a:pt x="1321" y="446"/>
                  </a:cubicBezTo>
                  <a:cubicBezTo>
                    <a:pt x="1404" y="521"/>
                    <a:pt x="1495" y="579"/>
                    <a:pt x="1603" y="604"/>
                  </a:cubicBezTo>
                  <a:cubicBezTo>
                    <a:pt x="1608" y="605"/>
                    <a:pt x="1612" y="606"/>
                    <a:pt x="1617" y="606"/>
                  </a:cubicBezTo>
                  <a:cubicBezTo>
                    <a:pt x="1665" y="606"/>
                    <a:pt x="1681" y="527"/>
                    <a:pt x="1628" y="504"/>
                  </a:cubicBezTo>
                  <a:cubicBezTo>
                    <a:pt x="1562" y="480"/>
                    <a:pt x="1495" y="446"/>
                    <a:pt x="1437" y="397"/>
                  </a:cubicBezTo>
                  <a:lnTo>
                    <a:pt x="1437" y="397"/>
                  </a:lnTo>
                  <a:cubicBezTo>
                    <a:pt x="1440" y="397"/>
                    <a:pt x="1442" y="397"/>
                    <a:pt x="1444" y="397"/>
                  </a:cubicBezTo>
                  <a:cubicBezTo>
                    <a:pt x="1490" y="397"/>
                    <a:pt x="1518" y="321"/>
                    <a:pt x="1471" y="289"/>
                  </a:cubicBezTo>
                  <a:cubicBezTo>
                    <a:pt x="1379" y="231"/>
                    <a:pt x="1280" y="190"/>
                    <a:pt x="1172" y="173"/>
                  </a:cubicBezTo>
                  <a:cubicBezTo>
                    <a:pt x="1139" y="156"/>
                    <a:pt x="1106" y="148"/>
                    <a:pt x="1073" y="148"/>
                  </a:cubicBezTo>
                  <a:cubicBezTo>
                    <a:pt x="1019" y="140"/>
                    <a:pt x="963" y="138"/>
                    <a:pt x="907" y="138"/>
                  </a:cubicBezTo>
                  <a:cubicBezTo>
                    <a:pt x="851" y="138"/>
                    <a:pt x="795" y="140"/>
                    <a:pt x="741" y="140"/>
                  </a:cubicBezTo>
                  <a:cubicBezTo>
                    <a:pt x="518" y="132"/>
                    <a:pt x="294" y="107"/>
                    <a:pt x="95" y="7"/>
                  </a:cubicBezTo>
                  <a:cubicBezTo>
                    <a:pt x="86" y="3"/>
                    <a:pt x="77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35"/>
            <p:cNvSpPr/>
            <p:nvPr/>
          </p:nvSpPr>
          <p:spPr>
            <a:xfrm>
              <a:off x="2526575" y="1619425"/>
              <a:ext cx="9125" cy="9775"/>
            </a:xfrm>
            <a:custGeom>
              <a:rect b="b" l="l" r="r" t="t"/>
              <a:pathLst>
                <a:path extrusionOk="0" h="391" w="365">
                  <a:moveTo>
                    <a:pt x="365" y="1"/>
                  </a:moveTo>
                  <a:lnTo>
                    <a:pt x="365" y="1"/>
                  </a:lnTo>
                  <a:cubicBezTo>
                    <a:pt x="315" y="34"/>
                    <a:pt x="265" y="67"/>
                    <a:pt x="224" y="108"/>
                  </a:cubicBezTo>
                  <a:cubicBezTo>
                    <a:pt x="133" y="191"/>
                    <a:pt x="66" y="282"/>
                    <a:pt x="0" y="390"/>
                  </a:cubicBezTo>
                  <a:cubicBezTo>
                    <a:pt x="33" y="357"/>
                    <a:pt x="58" y="332"/>
                    <a:pt x="83" y="299"/>
                  </a:cubicBezTo>
                  <a:cubicBezTo>
                    <a:pt x="174" y="208"/>
                    <a:pt x="282" y="108"/>
                    <a:pt x="3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35"/>
            <p:cNvSpPr/>
            <p:nvPr/>
          </p:nvSpPr>
          <p:spPr>
            <a:xfrm>
              <a:off x="2485150" y="1744550"/>
              <a:ext cx="114150" cy="27150"/>
            </a:xfrm>
            <a:custGeom>
              <a:rect b="b" l="l" r="r" t="t"/>
              <a:pathLst>
                <a:path extrusionOk="0" h="1086" w="4566">
                  <a:moveTo>
                    <a:pt x="180" y="599"/>
                  </a:moveTo>
                  <a:lnTo>
                    <a:pt x="180" y="599"/>
                  </a:lnTo>
                  <a:cubicBezTo>
                    <a:pt x="219" y="615"/>
                    <a:pt x="259" y="630"/>
                    <a:pt x="298" y="638"/>
                  </a:cubicBezTo>
                  <a:cubicBezTo>
                    <a:pt x="257" y="638"/>
                    <a:pt x="199" y="638"/>
                    <a:pt x="182" y="613"/>
                  </a:cubicBezTo>
                  <a:cubicBezTo>
                    <a:pt x="182" y="608"/>
                    <a:pt x="182" y="602"/>
                    <a:pt x="180" y="599"/>
                  </a:cubicBezTo>
                  <a:close/>
                  <a:moveTo>
                    <a:pt x="1566" y="0"/>
                  </a:moveTo>
                  <a:cubicBezTo>
                    <a:pt x="1467" y="0"/>
                    <a:pt x="1359" y="17"/>
                    <a:pt x="1259" y="50"/>
                  </a:cubicBezTo>
                  <a:cubicBezTo>
                    <a:pt x="1077" y="96"/>
                    <a:pt x="894" y="176"/>
                    <a:pt x="699" y="176"/>
                  </a:cubicBezTo>
                  <a:cubicBezTo>
                    <a:pt x="681" y="176"/>
                    <a:pt x="664" y="175"/>
                    <a:pt x="646" y="174"/>
                  </a:cubicBezTo>
                  <a:cubicBezTo>
                    <a:pt x="580" y="174"/>
                    <a:pt x="514" y="158"/>
                    <a:pt x="456" y="133"/>
                  </a:cubicBezTo>
                  <a:cubicBezTo>
                    <a:pt x="439" y="149"/>
                    <a:pt x="414" y="158"/>
                    <a:pt x="398" y="166"/>
                  </a:cubicBezTo>
                  <a:cubicBezTo>
                    <a:pt x="365" y="182"/>
                    <a:pt x="331" y="191"/>
                    <a:pt x="298" y="207"/>
                  </a:cubicBezTo>
                  <a:cubicBezTo>
                    <a:pt x="240" y="240"/>
                    <a:pt x="182" y="282"/>
                    <a:pt x="133" y="323"/>
                  </a:cubicBezTo>
                  <a:cubicBezTo>
                    <a:pt x="91" y="356"/>
                    <a:pt x="50" y="406"/>
                    <a:pt x="0" y="439"/>
                  </a:cubicBezTo>
                  <a:lnTo>
                    <a:pt x="8" y="439"/>
                  </a:lnTo>
                  <a:cubicBezTo>
                    <a:pt x="17" y="448"/>
                    <a:pt x="25" y="456"/>
                    <a:pt x="33" y="464"/>
                  </a:cubicBezTo>
                  <a:cubicBezTo>
                    <a:pt x="41" y="472"/>
                    <a:pt x="50" y="489"/>
                    <a:pt x="58" y="497"/>
                  </a:cubicBezTo>
                  <a:cubicBezTo>
                    <a:pt x="83" y="522"/>
                    <a:pt x="99" y="547"/>
                    <a:pt x="124" y="564"/>
                  </a:cubicBezTo>
                  <a:cubicBezTo>
                    <a:pt x="133" y="572"/>
                    <a:pt x="133" y="572"/>
                    <a:pt x="141" y="572"/>
                  </a:cubicBezTo>
                  <a:cubicBezTo>
                    <a:pt x="108" y="572"/>
                    <a:pt x="66" y="597"/>
                    <a:pt x="83" y="638"/>
                  </a:cubicBezTo>
                  <a:cubicBezTo>
                    <a:pt x="99" y="721"/>
                    <a:pt x="174" y="746"/>
                    <a:pt x="240" y="754"/>
                  </a:cubicBezTo>
                  <a:cubicBezTo>
                    <a:pt x="323" y="754"/>
                    <a:pt x="414" y="754"/>
                    <a:pt x="497" y="746"/>
                  </a:cubicBezTo>
                  <a:cubicBezTo>
                    <a:pt x="671" y="746"/>
                    <a:pt x="845" y="729"/>
                    <a:pt x="1019" y="721"/>
                  </a:cubicBezTo>
                  <a:cubicBezTo>
                    <a:pt x="1052" y="721"/>
                    <a:pt x="1077" y="729"/>
                    <a:pt x="1110" y="729"/>
                  </a:cubicBezTo>
                  <a:cubicBezTo>
                    <a:pt x="1251" y="754"/>
                    <a:pt x="1400" y="787"/>
                    <a:pt x="1533" y="829"/>
                  </a:cubicBezTo>
                  <a:cubicBezTo>
                    <a:pt x="1674" y="870"/>
                    <a:pt x="1806" y="928"/>
                    <a:pt x="1947" y="986"/>
                  </a:cubicBezTo>
                  <a:cubicBezTo>
                    <a:pt x="2080" y="1044"/>
                    <a:pt x="2221" y="1086"/>
                    <a:pt x="2370" y="1086"/>
                  </a:cubicBezTo>
                  <a:cubicBezTo>
                    <a:pt x="2444" y="1086"/>
                    <a:pt x="2519" y="1077"/>
                    <a:pt x="2593" y="1061"/>
                  </a:cubicBezTo>
                  <a:cubicBezTo>
                    <a:pt x="2635" y="1061"/>
                    <a:pt x="2676" y="1052"/>
                    <a:pt x="2718" y="1044"/>
                  </a:cubicBezTo>
                  <a:cubicBezTo>
                    <a:pt x="2751" y="1036"/>
                    <a:pt x="2784" y="1028"/>
                    <a:pt x="2817" y="1019"/>
                  </a:cubicBezTo>
                  <a:cubicBezTo>
                    <a:pt x="2825" y="1019"/>
                    <a:pt x="2834" y="1011"/>
                    <a:pt x="2834" y="1003"/>
                  </a:cubicBezTo>
                  <a:cubicBezTo>
                    <a:pt x="3157" y="1003"/>
                    <a:pt x="3480" y="978"/>
                    <a:pt x="3803" y="903"/>
                  </a:cubicBezTo>
                  <a:cubicBezTo>
                    <a:pt x="3878" y="878"/>
                    <a:pt x="3952" y="862"/>
                    <a:pt x="4027" y="829"/>
                  </a:cubicBezTo>
                  <a:cubicBezTo>
                    <a:pt x="4110" y="796"/>
                    <a:pt x="4201" y="754"/>
                    <a:pt x="4275" y="696"/>
                  </a:cubicBezTo>
                  <a:cubicBezTo>
                    <a:pt x="4350" y="646"/>
                    <a:pt x="4408" y="580"/>
                    <a:pt x="4458" y="506"/>
                  </a:cubicBezTo>
                  <a:cubicBezTo>
                    <a:pt x="4499" y="439"/>
                    <a:pt x="4532" y="365"/>
                    <a:pt x="4565" y="298"/>
                  </a:cubicBezTo>
                  <a:lnTo>
                    <a:pt x="4565" y="298"/>
                  </a:lnTo>
                  <a:cubicBezTo>
                    <a:pt x="4549" y="307"/>
                    <a:pt x="4532" y="315"/>
                    <a:pt x="4507" y="323"/>
                  </a:cubicBezTo>
                  <a:cubicBezTo>
                    <a:pt x="4292" y="423"/>
                    <a:pt x="4076" y="497"/>
                    <a:pt x="3844" y="530"/>
                  </a:cubicBezTo>
                  <a:cubicBezTo>
                    <a:pt x="3733" y="547"/>
                    <a:pt x="3621" y="555"/>
                    <a:pt x="3509" y="555"/>
                  </a:cubicBezTo>
                  <a:cubicBezTo>
                    <a:pt x="3397" y="555"/>
                    <a:pt x="3285" y="547"/>
                    <a:pt x="3173" y="530"/>
                  </a:cubicBezTo>
                  <a:cubicBezTo>
                    <a:pt x="2950" y="506"/>
                    <a:pt x="2726" y="448"/>
                    <a:pt x="2519" y="373"/>
                  </a:cubicBezTo>
                  <a:cubicBezTo>
                    <a:pt x="2411" y="340"/>
                    <a:pt x="2303" y="290"/>
                    <a:pt x="2196" y="249"/>
                  </a:cubicBezTo>
                  <a:cubicBezTo>
                    <a:pt x="2096" y="199"/>
                    <a:pt x="1997" y="141"/>
                    <a:pt x="1889" y="91"/>
                  </a:cubicBezTo>
                  <a:cubicBezTo>
                    <a:pt x="1790" y="50"/>
                    <a:pt x="1682" y="8"/>
                    <a:pt x="15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35"/>
            <p:cNvSpPr/>
            <p:nvPr/>
          </p:nvSpPr>
          <p:spPr>
            <a:xfrm>
              <a:off x="2481625" y="1609650"/>
              <a:ext cx="159300" cy="145850"/>
            </a:xfrm>
            <a:custGeom>
              <a:rect b="b" l="l" r="r" t="t"/>
              <a:pathLst>
                <a:path extrusionOk="0" h="5834" w="6372">
                  <a:moveTo>
                    <a:pt x="3023" y="1"/>
                  </a:moveTo>
                  <a:cubicBezTo>
                    <a:pt x="3021" y="1"/>
                    <a:pt x="3018" y="1"/>
                    <a:pt x="3016" y="2"/>
                  </a:cubicBezTo>
                  <a:cubicBezTo>
                    <a:pt x="3000" y="11"/>
                    <a:pt x="2983" y="19"/>
                    <a:pt x="2966" y="27"/>
                  </a:cubicBezTo>
                  <a:lnTo>
                    <a:pt x="2850" y="27"/>
                  </a:lnTo>
                  <a:cubicBezTo>
                    <a:pt x="2660" y="44"/>
                    <a:pt x="2478" y="118"/>
                    <a:pt x="2328" y="234"/>
                  </a:cubicBezTo>
                  <a:cubicBezTo>
                    <a:pt x="2304" y="251"/>
                    <a:pt x="2304" y="276"/>
                    <a:pt x="2320" y="301"/>
                  </a:cubicBezTo>
                  <a:cubicBezTo>
                    <a:pt x="2304" y="301"/>
                    <a:pt x="2287" y="309"/>
                    <a:pt x="2279" y="317"/>
                  </a:cubicBezTo>
                  <a:cubicBezTo>
                    <a:pt x="2212" y="441"/>
                    <a:pt x="2113" y="549"/>
                    <a:pt x="2022" y="665"/>
                  </a:cubicBezTo>
                  <a:cubicBezTo>
                    <a:pt x="1898" y="814"/>
                    <a:pt x="1765" y="963"/>
                    <a:pt x="1641" y="1113"/>
                  </a:cubicBezTo>
                  <a:cubicBezTo>
                    <a:pt x="1525" y="1245"/>
                    <a:pt x="1400" y="1378"/>
                    <a:pt x="1251" y="1461"/>
                  </a:cubicBezTo>
                  <a:cubicBezTo>
                    <a:pt x="1102" y="1543"/>
                    <a:pt x="928" y="1577"/>
                    <a:pt x="771" y="1659"/>
                  </a:cubicBezTo>
                  <a:cubicBezTo>
                    <a:pt x="522" y="1800"/>
                    <a:pt x="365" y="2057"/>
                    <a:pt x="199" y="2289"/>
                  </a:cubicBezTo>
                  <a:cubicBezTo>
                    <a:pt x="133" y="2372"/>
                    <a:pt x="75" y="2455"/>
                    <a:pt x="0" y="2529"/>
                  </a:cubicBezTo>
                  <a:cubicBezTo>
                    <a:pt x="25" y="2529"/>
                    <a:pt x="50" y="2546"/>
                    <a:pt x="66" y="2571"/>
                  </a:cubicBezTo>
                  <a:cubicBezTo>
                    <a:pt x="83" y="2596"/>
                    <a:pt x="91" y="2620"/>
                    <a:pt x="66" y="2645"/>
                  </a:cubicBezTo>
                  <a:cubicBezTo>
                    <a:pt x="58" y="2654"/>
                    <a:pt x="50" y="2662"/>
                    <a:pt x="33" y="2662"/>
                  </a:cubicBezTo>
                  <a:cubicBezTo>
                    <a:pt x="83" y="2718"/>
                    <a:pt x="175" y="2732"/>
                    <a:pt x="252" y="2732"/>
                  </a:cubicBezTo>
                  <a:cubicBezTo>
                    <a:pt x="278" y="2732"/>
                    <a:pt x="303" y="2730"/>
                    <a:pt x="323" y="2728"/>
                  </a:cubicBezTo>
                  <a:cubicBezTo>
                    <a:pt x="481" y="2728"/>
                    <a:pt x="630" y="2712"/>
                    <a:pt x="787" y="2703"/>
                  </a:cubicBezTo>
                  <a:cubicBezTo>
                    <a:pt x="928" y="2703"/>
                    <a:pt x="1094" y="2703"/>
                    <a:pt x="1226" y="2761"/>
                  </a:cubicBezTo>
                  <a:cubicBezTo>
                    <a:pt x="1293" y="2786"/>
                    <a:pt x="1326" y="2844"/>
                    <a:pt x="1351" y="2910"/>
                  </a:cubicBezTo>
                  <a:cubicBezTo>
                    <a:pt x="1367" y="2968"/>
                    <a:pt x="1392" y="3010"/>
                    <a:pt x="1442" y="3035"/>
                  </a:cubicBezTo>
                  <a:cubicBezTo>
                    <a:pt x="1483" y="3060"/>
                    <a:pt x="1525" y="3071"/>
                    <a:pt x="1567" y="3071"/>
                  </a:cubicBezTo>
                  <a:cubicBezTo>
                    <a:pt x="1662" y="3071"/>
                    <a:pt x="1757" y="3018"/>
                    <a:pt x="1831" y="2960"/>
                  </a:cubicBezTo>
                  <a:cubicBezTo>
                    <a:pt x="1843" y="2949"/>
                    <a:pt x="1860" y="2942"/>
                    <a:pt x="1876" y="2942"/>
                  </a:cubicBezTo>
                  <a:cubicBezTo>
                    <a:pt x="1895" y="2942"/>
                    <a:pt x="1914" y="2951"/>
                    <a:pt x="1922" y="2968"/>
                  </a:cubicBezTo>
                  <a:cubicBezTo>
                    <a:pt x="2005" y="3151"/>
                    <a:pt x="2022" y="3366"/>
                    <a:pt x="1964" y="3557"/>
                  </a:cubicBezTo>
                  <a:cubicBezTo>
                    <a:pt x="1939" y="3648"/>
                    <a:pt x="1898" y="3739"/>
                    <a:pt x="1840" y="3805"/>
                  </a:cubicBezTo>
                  <a:cubicBezTo>
                    <a:pt x="1773" y="3888"/>
                    <a:pt x="1682" y="3921"/>
                    <a:pt x="1583" y="3938"/>
                  </a:cubicBezTo>
                  <a:cubicBezTo>
                    <a:pt x="1483" y="3946"/>
                    <a:pt x="1376" y="3954"/>
                    <a:pt x="1268" y="3954"/>
                  </a:cubicBezTo>
                  <a:cubicBezTo>
                    <a:pt x="1152" y="3963"/>
                    <a:pt x="1036" y="3971"/>
                    <a:pt x="920" y="3979"/>
                  </a:cubicBezTo>
                  <a:cubicBezTo>
                    <a:pt x="862" y="3988"/>
                    <a:pt x="804" y="3988"/>
                    <a:pt x="746" y="3988"/>
                  </a:cubicBezTo>
                  <a:lnTo>
                    <a:pt x="746" y="3996"/>
                  </a:lnTo>
                  <a:cubicBezTo>
                    <a:pt x="704" y="4087"/>
                    <a:pt x="663" y="4170"/>
                    <a:pt x="613" y="4253"/>
                  </a:cubicBezTo>
                  <a:cubicBezTo>
                    <a:pt x="588" y="4311"/>
                    <a:pt x="564" y="4369"/>
                    <a:pt x="547" y="4427"/>
                  </a:cubicBezTo>
                  <a:cubicBezTo>
                    <a:pt x="539" y="4468"/>
                    <a:pt x="522" y="4518"/>
                    <a:pt x="506" y="4559"/>
                  </a:cubicBezTo>
                  <a:cubicBezTo>
                    <a:pt x="506" y="4568"/>
                    <a:pt x="489" y="4576"/>
                    <a:pt x="481" y="4584"/>
                  </a:cubicBezTo>
                  <a:cubicBezTo>
                    <a:pt x="481" y="4584"/>
                    <a:pt x="489" y="4584"/>
                    <a:pt x="489" y="4592"/>
                  </a:cubicBezTo>
                  <a:cubicBezTo>
                    <a:pt x="506" y="4617"/>
                    <a:pt x="530" y="4642"/>
                    <a:pt x="555" y="4667"/>
                  </a:cubicBezTo>
                  <a:cubicBezTo>
                    <a:pt x="572" y="4692"/>
                    <a:pt x="597" y="4725"/>
                    <a:pt x="613" y="4750"/>
                  </a:cubicBezTo>
                  <a:cubicBezTo>
                    <a:pt x="622" y="4766"/>
                    <a:pt x="622" y="4783"/>
                    <a:pt x="613" y="4791"/>
                  </a:cubicBezTo>
                  <a:cubicBezTo>
                    <a:pt x="605" y="4795"/>
                    <a:pt x="597" y="4798"/>
                    <a:pt x="589" y="4798"/>
                  </a:cubicBezTo>
                  <a:cubicBezTo>
                    <a:pt x="582" y="4798"/>
                    <a:pt x="576" y="4795"/>
                    <a:pt x="572" y="4791"/>
                  </a:cubicBezTo>
                  <a:cubicBezTo>
                    <a:pt x="547" y="4758"/>
                    <a:pt x="530" y="4733"/>
                    <a:pt x="506" y="4700"/>
                  </a:cubicBezTo>
                  <a:cubicBezTo>
                    <a:pt x="489" y="4675"/>
                    <a:pt x="464" y="4650"/>
                    <a:pt x="448" y="4626"/>
                  </a:cubicBezTo>
                  <a:cubicBezTo>
                    <a:pt x="439" y="4617"/>
                    <a:pt x="448" y="4601"/>
                    <a:pt x="448" y="4592"/>
                  </a:cubicBezTo>
                  <a:lnTo>
                    <a:pt x="439" y="4592"/>
                  </a:lnTo>
                  <a:cubicBezTo>
                    <a:pt x="431" y="4659"/>
                    <a:pt x="414" y="4725"/>
                    <a:pt x="390" y="4783"/>
                  </a:cubicBezTo>
                  <a:cubicBezTo>
                    <a:pt x="406" y="4841"/>
                    <a:pt x="414" y="4899"/>
                    <a:pt x="431" y="4957"/>
                  </a:cubicBezTo>
                  <a:cubicBezTo>
                    <a:pt x="439" y="5023"/>
                    <a:pt x="448" y="5081"/>
                    <a:pt x="464" y="5148"/>
                  </a:cubicBezTo>
                  <a:cubicBezTo>
                    <a:pt x="472" y="5197"/>
                    <a:pt x="481" y="5247"/>
                    <a:pt x="506" y="5288"/>
                  </a:cubicBezTo>
                  <a:cubicBezTo>
                    <a:pt x="547" y="5380"/>
                    <a:pt x="638" y="5429"/>
                    <a:pt x="729" y="5446"/>
                  </a:cubicBezTo>
                  <a:cubicBezTo>
                    <a:pt x="767" y="5454"/>
                    <a:pt x="804" y="5457"/>
                    <a:pt x="842" y="5457"/>
                  </a:cubicBezTo>
                  <a:cubicBezTo>
                    <a:pt x="1005" y="5457"/>
                    <a:pt x="1170" y="5394"/>
                    <a:pt x="1318" y="5346"/>
                  </a:cubicBezTo>
                  <a:cubicBezTo>
                    <a:pt x="1417" y="5313"/>
                    <a:pt x="1516" y="5288"/>
                    <a:pt x="1616" y="5280"/>
                  </a:cubicBezTo>
                  <a:cubicBezTo>
                    <a:pt x="1635" y="5279"/>
                    <a:pt x="1654" y="5278"/>
                    <a:pt x="1673" y="5278"/>
                  </a:cubicBezTo>
                  <a:cubicBezTo>
                    <a:pt x="1767" y="5278"/>
                    <a:pt x="1856" y="5295"/>
                    <a:pt x="1939" y="5330"/>
                  </a:cubicBezTo>
                  <a:cubicBezTo>
                    <a:pt x="2047" y="5363"/>
                    <a:pt x="2146" y="5413"/>
                    <a:pt x="2246" y="5462"/>
                  </a:cubicBezTo>
                  <a:cubicBezTo>
                    <a:pt x="2345" y="5512"/>
                    <a:pt x="2444" y="5562"/>
                    <a:pt x="2552" y="5603"/>
                  </a:cubicBezTo>
                  <a:cubicBezTo>
                    <a:pt x="2751" y="5686"/>
                    <a:pt x="2966" y="5752"/>
                    <a:pt x="3182" y="5786"/>
                  </a:cubicBezTo>
                  <a:cubicBezTo>
                    <a:pt x="3342" y="5816"/>
                    <a:pt x="3501" y="5833"/>
                    <a:pt x="3661" y="5833"/>
                  </a:cubicBezTo>
                  <a:cubicBezTo>
                    <a:pt x="3717" y="5833"/>
                    <a:pt x="3772" y="5831"/>
                    <a:pt x="3828" y="5827"/>
                  </a:cubicBezTo>
                  <a:cubicBezTo>
                    <a:pt x="4052" y="5810"/>
                    <a:pt x="4267" y="5752"/>
                    <a:pt x="4474" y="5670"/>
                  </a:cubicBezTo>
                  <a:cubicBezTo>
                    <a:pt x="4698" y="5578"/>
                    <a:pt x="4905" y="5471"/>
                    <a:pt x="5121" y="5371"/>
                  </a:cubicBezTo>
                  <a:lnTo>
                    <a:pt x="5792" y="5048"/>
                  </a:lnTo>
                  <a:lnTo>
                    <a:pt x="5883" y="5007"/>
                  </a:lnTo>
                  <a:cubicBezTo>
                    <a:pt x="5850" y="4982"/>
                    <a:pt x="5841" y="4924"/>
                    <a:pt x="5891" y="4916"/>
                  </a:cubicBezTo>
                  <a:cubicBezTo>
                    <a:pt x="5901" y="4914"/>
                    <a:pt x="5911" y="4913"/>
                    <a:pt x="5920" y="4913"/>
                  </a:cubicBezTo>
                  <a:cubicBezTo>
                    <a:pt x="5952" y="4913"/>
                    <a:pt x="5982" y="4923"/>
                    <a:pt x="6007" y="4949"/>
                  </a:cubicBezTo>
                  <a:cubicBezTo>
                    <a:pt x="6024" y="4932"/>
                    <a:pt x="6040" y="4916"/>
                    <a:pt x="6049" y="4899"/>
                  </a:cubicBezTo>
                  <a:cubicBezTo>
                    <a:pt x="6115" y="4833"/>
                    <a:pt x="6173" y="4766"/>
                    <a:pt x="6223" y="4684"/>
                  </a:cubicBezTo>
                  <a:cubicBezTo>
                    <a:pt x="6272" y="4609"/>
                    <a:pt x="6322" y="4526"/>
                    <a:pt x="6347" y="4443"/>
                  </a:cubicBezTo>
                  <a:cubicBezTo>
                    <a:pt x="6372" y="4360"/>
                    <a:pt x="6372" y="4261"/>
                    <a:pt x="6322" y="4186"/>
                  </a:cubicBezTo>
                  <a:cubicBezTo>
                    <a:pt x="6272" y="4104"/>
                    <a:pt x="6181" y="4070"/>
                    <a:pt x="6098" y="4054"/>
                  </a:cubicBezTo>
                  <a:cubicBezTo>
                    <a:pt x="5964" y="4039"/>
                    <a:pt x="5833" y="4036"/>
                    <a:pt x="5701" y="4036"/>
                  </a:cubicBezTo>
                  <a:cubicBezTo>
                    <a:pt x="5613" y="4036"/>
                    <a:pt x="5525" y="4037"/>
                    <a:pt x="5435" y="4037"/>
                  </a:cubicBezTo>
                  <a:cubicBezTo>
                    <a:pt x="5220" y="4037"/>
                    <a:pt x="4996" y="4037"/>
                    <a:pt x="4789" y="3988"/>
                  </a:cubicBezTo>
                  <a:cubicBezTo>
                    <a:pt x="4632" y="3946"/>
                    <a:pt x="4474" y="3872"/>
                    <a:pt x="4342" y="3764"/>
                  </a:cubicBezTo>
                  <a:cubicBezTo>
                    <a:pt x="4226" y="3664"/>
                    <a:pt x="4118" y="3532"/>
                    <a:pt x="4077" y="3366"/>
                  </a:cubicBezTo>
                  <a:cubicBezTo>
                    <a:pt x="4052" y="3292"/>
                    <a:pt x="4052" y="3209"/>
                    <a:pt x="4060" y="3126"/>
                  </a:cubicBezTo>
                  <a:cubicBezTo>
                    <a:pt x="4077" y="3035"/>
                    <a:pt x="4093" y="2935"/>
                    <a:pt x="4077" y="2844"/>
                  </a:cubicBezTo>
                  <a:cubicBezTo>
                    <a:pt x="4035" y="2654"/>
                    <a:pt x="3836" y="2604"/>
                    <a:pt x="3679" y="2562"/>
                  </a:cubicBezTo>
                  <a:cubicBezTo>
                    <a:pt x="3530" y="2529"/>
                    <a:pt x="3381" y="2505"/>
                    <a:pt x="3231" y="2455"/>
                  </a:cubicBezTo>
                  <a:cubicBezTo>
                    <a:pt x="3099" y="2413"/>
                    <a:pt x="2983" y="2331"/>
                    <a:pt x="2925" y="2198"/>
                  </a:cubicBezTo>
                  <a:cubicBezTo>
                    <a:pt x="2850" y="1999"/>
                    <a:pt x="2933" y="1784"/>
                    <a:pt x="3000" y="1593"/>
                  </a:cubicBezTo>
                  <a:cubicBezTo>
                    <a:pt x="3074" y="1386"/>
                    <a:pt x="3132" y="1179"/>
                    <a:pt x="3182" y="955"/>
                  </a:cubicBezTo>
                  <a:cubicBezTo>
                    <a:pt x="3223" y="740"/>
                    <a:pt x="3248" y="516"/>
                    <a:pt x="3240" y="292"/>
                  </a:cubicBezTo>
                  <a:cubicBezTo>
                    <a:pt x="3240" y="201"/>
                    <a:pt x="3215" y="102"/>
                    <a:pt x="3124" y="60"/>
                  </a:cubicBezTo>
                  <a:cubicBezTo>
                    <a:pt x="3099" y="44"/>
                    <a:pt x="3066" y="35"/>
                    <a:pt x="3041" y="35"/>
                  </a:cubicBezTo>
                  <a:cubicBezTo>
                    <a:pt x="3048" y="21"/>
                    <a:pt x="3037" y="1"/>
                    <a:pt x="30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35"/>
            <p:cNvSpPr/>
            <p:nvPr/>
          </p:nvSpPr>
          <p:spPr>
            <a:xfrm>
              <a:off x="2584575" y="1594375"/>
              <a:ext cx="60075" cy="53525"/>
            </a:xfrm>
            <a:custGeom>
              <a:rect b="b" l="l" r="r" t="t"/>
              <a:pathLst>
                <a:path extrusionOk="0" h="2141" w="2403">
                  <a:moveTo>
                    <a:pt x="1102" y="0"/>
                  </a:moveTo>
                  <a:cubicBezTo>
                    <a:pt x="1069" y="0"/>
                    <a:pt x="1069" y="58"/>
                    <a:pt x="1102" y="58"/>
                  </a:cubicBezTo>
                  <a:cubicBezTo>
                    <a:pt x="1177" y="66"/>
                    <a:pt x="1259" y="75"/>
                    <a:pt x="1334" y="100"/>
                  </a:cubicBezTo>
                  <a:lnTo>
                    <a:pt x="1160" y="100"/>
                  </a:lnTo>
                  <a:cubicBezTo>
                    <a:pt x="978" y="116"/>
                    <a:pt x="804" y="166"/>
                    <a:pt x="630" y="232"/>
                  </a:cubicBezTo>
                  <a:cubicBezTo>
                    <a:pt x="414" y="274"/>
                    <a:pt x="191" y="398"/>
                    <a:pt x="91" y="613"/>
                  </a:cubicBezTo>
                  <a:lnTo>
                    <a:pt x="91" y="622"/>
                  </a:lnTo>
                  <a:cubicBezTo>
                    <a:pt x="33" y="729"/>
                    <a:pt x="8" y="854"/>
                    <a:pt x="33" y="978"/>
                  </a:cubicBezTo>
                  <a:cubicBezTo>
                    <a:pt x="0" y="1168"/>
                    <a:pt x="17" y="1367"/>
                    <a:pt x="33" y="1566"/>
                  </a:cubicBezTo>
                  <a:cubicBezTo>
                    <a:pt x="40" y="1601"/>
                    <a:pt x="64" y="1618"/>
                    <a:pt x="91" y="1618"/>
                  </a:cubicBezTo>
                  <a:cubicBezTo>
                    <a:pt x="97" y="1618"/>
                    <a:pt x="102" y="1617"/>
                    <a:pt x="108" y="1616"/>
                  </a:cubicBezTo>
                  <a:cubicBezTo>
                    <a:pt x="133" y="1690"/>
                    <a:pt x="174" y="1748"/>
                    <a:pt x="232" y="1790"/>
                  </a:cubicBezTo>
                  <a:cubicBezTo>
                    <a:pt x="323" y="1840"/>
                    <a:pt x="423" y="1840"/>
                    <a:pt x="522" y="1840"/>
                  </a:cubicBezTo>
                  <a:cubicBezTo>
                    <a:pt x="555" y="1840"/>
                    <a:pt x="588" y="1840"/>
                    <a:pt x="621" y="1848"/>
                  </a:cubicBezTo>
                  <a:lnTo>
                    <a:pt x="630" y="1856"/>
                  </a:lnTo>
                  <a:lnTo>
                    <a:pt x="638" y="1856"/>
                  </a:lnTo>
                  <a:cubicBezTo>
                    <a:pt x="638" y="1873"/>
                    <a:pt x="646" y="1873"/>
                    <a:pt x="655" y="1873"/>
                  </a:cubicBezTo>
                  <a:cubicBezTo>
                    <a:pt x="663" y="1889"/>
                    <a:pt x="679" y="1898"/>
                    <a:pt x="688" y="1906"/>
                  </a:cubicBezTo>
                  <a:cubicBezTo>
                    <a:pt x="698" y="1919"/>
                    <a:pt x="711" y="1925"/>
                    <a:pt x="724" y="1925"/>
                  </a:cubicBezTo>
                  <a:cubicBezTo>
                    <a:pt x="752" y="1925"/>
                    <a:pt x="779" y="1898"/>
                    <a:pt x="779" y="1864"/>
                  </a:cubicBezTo>
                  <a:cubicBezTo>
                    <a:pt x="787" y="1873"/>
                    <a:pt x="804" y="1873"/>
                    <a:pt x="812" y="1881"/>
                  </a:cubicBezTo>
                  <a:cubicBezTo>
                    <a:pt x="1036" y="2037"/>
                    <a:pt x="1302" y="2141"/>
                    <a:pt x="1572" y="2141"/>
                  </a:cubicBezTo>
                  <a:cubicBezTo>
                    <a:pt x="1661" y="2141"/>
                    <a:pt x="1751" y="2129"/>
                    <a:pt x="1839" y="2105"/>
                  </a:cubicBezTo>
                  <a:cubicBezTo>
                    <a:pt x="2030" y="2047"/>
                    <a:pt x="2237" y="1939"/>
                    <a:pt x="2345" y="1757"/>
                  </a:cubicBezTo>
                  <a:cubicBezTo>
                    <a:pt x="2386" y="1682"/>
                    <a:pt x="2395" y="1608"/>
                    <a:pt x="2386" y="1533"/>
                  </a:cubicBezTo>
                  <a:cubicBezTo>
                    <a:pt x="2403" y="1434"/>
                    <a:pt x="2361" y="1351"/>
                    <a:pt x="2303" y="1268"/>
                  </a:cubicBezTo>
                  <a:cubicBezTo>
                    <a:pt x="2279" y="1235"/>
                    <a:pt x="2254" y="1210"/>
                    <a:pt x="2221" y="1177"/>
                  </a:cubicBezTo>
                  <a:cubicBezTo>
                    <a:pt x="2221" y="1168"/>
                    <a:pt x="2212" y="1160"/>
                    <a:pt x="2204" y="1144"/>
                  </a:cubicBezTo>
                  <a:cubicBezTo>
                    <a:pt x="1980" y="837"/>
                    <a:pt x="1682" y="588"/>
                    <a:pt x="1342" y="423"/>
                  </a:cubicBezTo>
                  <a:cubicBezTo>
                    <a:pt x="1334" y="414"/>
                    <a:pt x="1317" y="406"/>
                    <a:pt x="1301" y="398"/>
                  </a:cubicBezTo>
                  <a:cubicBezTo>
                    <a:pt x="1284" y="390"/>
                    <a:pt x="1268" y="381"/>
                    <a:pt x="1251" y="373"/>
                  </a:cubicBezTo>
                  <a:cubicBezTo>
                    <a:pt x="1259" y="365"/>
                    <a:pt x="1268" y="365"/>
                    <a:pt x="1268" y="356"/>
                  </a:cubicBezTo>
                  <a:cubicBezTo>
                    <a:pt x="1342" y="373"/>
                    <a:pt x="1409" y="398"/>
                    <a:pt x="1483" y="423"/>
                  </a:cubicBezTo>
                  <a:cubicBezTo>
                    <a:pt x="1541" y="448"/>
                    <a:pt x="1591" y="472"/>
                    <a:pt x="1649" y="497"/>
                  </a:cubicBezTo>
                  <a:cubicBezTo>
                    <a:pt x="1707" y="530"/>
                    <a:pt x="1765" y="564"/>
                    <a:pt x="1831" y="588"/>
                  </a:cubicBezTo>
                  <a:cubicBezTo>
                    <a:pt x="1834" y="589"/>
                    <a:pt x="1836" y="590"/>
                    <a:pt x="1839" y="590"/>
                  </a:cubicBezTo>
                  <a:cubicBezTo>
                    <a:pt x="1861" y="590"/>
                    <a:pt x="1879" y="561"/>
                    <a:pt x="1864" y="539"/>
                  </a:cubicBezTo>
                  <a:cubicBezTo>
                    <a:pt x="1839" y="506"/>
                    <a:pt x="1815" y="481"/>
                    <a:pt x="1781" y="456"/>
                  </a:cubicBezTo>
                  <a:cubicBezTo>
                    <a:pt x="1748" y="431"/>
                    <a:pt x="1715" y="406"/>
                    <a:pt x="1682" y="390"/>
                  </a:cubicBezTo>
                  <a:cubicBezTo>
                    <a:pt x="1607" y="348"/>
                    <a:pt x="1533" y="315"/>
                    <a:pt x="1458" y="290"/>
                  </a:cubicBezTo>
                  <a:cubicBezTo>
                    <a:pt x="1334" y="240"/>
                    <a:pt x="1193" y="216"/>
                    <a:pt x="1052" y="199"/>
                  </a:cubicBezTo>
                  <a:cubicBezTo>
                    <a:pt x="1077" y="199"/>
                    <a:pt x="1110" y="191"/>
                    <a:pt x="1135" y="191"/>
                  </a:cubicBezTo>
                  <a:cubicBezTo>
                    <a:pt x="1175" y="188"/>
                    <a:pt x="1213" y="186"/>
                    <a:pt x="1251" y="186"/>
                  </a:cubicBezTo>
                  <a:cubicBezTo>
                    <a:pt x="1317" y="186"/>
                    <a:pt x="1382" y="192"/>
                    <a:pt x="1450" y="207"/>
                  </a:cubicBezTo>
                  <a:cubicBezTo>
                    <a:pt x="1500" y="216"/>
                    <a:pt x="1549" y="224"/>
                    <a:pt x="1599" y="240"/>
                  </a:cubicBezTo>
                  <a:cubicBezTo>
                    <a:pt x="1624" y="249"/>
                    <a:pt x="1649" y="265"/>
                    <a:pt x="1674" y="274"/>
                  </a:cubicBezTo>
                  <a:cubicBezTo>
                    <a:pt x="1699" y="282"/>
                    <a:pt x="1723" y="298"/>
                    <a:pt x="1748" y="298"/>
                  </a:cubicBezTo>
                  <a:cubicBezTo>
                    <a:pt x="1751" y="300"/>
                    <a:pt x="1753" y="300"/>
                    <a:pt x="1756" y="300"/>
                  </a:cubicBezTo>
                  <a:cubicBezTo>
                    <a:pt x="1773" y="300"/>
                    <a:pt x="1796" y="279"/>
                    <a:pt x="1781" y="257"/>
                  </a:cubicBezTo>
                  <a:cubicBezTo>
                    <a:pt x="1748" y="216"/>
                    <a:pt x="1690" y="191"/>
                    <a:pt x="1641" y="174"/>
                  </a:cubicBezTo>
                  <a:cubicBezTo>
                    <a:pt x="1616" y="158"/>
                    <a:pt x="1583" y="149"/>
                    <a:pt x="1558" y="141"/>
                  </a:cubicBezTo>
                  <a:cubicBezTo>
                    <a:pt x="1500" y="91"/>
                    <a:pt x="1417" y="58"/>
                    <a:pt x="1342" y="42"/>
                  </a:cubicBezTo>
                  <a:cubicBezTo>
                    <a:pt x="1268" y="17"/>
                    <a:pt x="1185" y="0"/>
                    <a:pt x="1102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35"/>
            <p:cNvSpPr/>
            <p:nvPr/>
          </p:nvSpPr>
          <p:spPr>
            <a:xfrm>
              <a:off x="2493000" y="1601375"/>
              <a:ext cx="40625" cy="47800"/>
            </a:xfrm>
            <a:custGeom>
              <a:rect b="b" l="l" r="r" t="t"/>
              <a:pathLst>
                <a:path extrusionOk="0" h="1912" w="1625">
                  <a:moveTo>
                    <a:pt x="1429" y="1"/>
                  </a:moveTo>
                  <a:cubicBezTo>
                    <a:pt x="1396" y="1"/>
                    <a:pt x="1362" y="6"/>
                    <a:pt x="1335" y="10"/>
                  </a:cubicBezTo>
                  <a:cubicBezTo>
                    <a:pt x="1269" y="27"/>
                    <a:pt x="1202" y="52"/>
                    <a:pt x="1136" y="85"/>
                  </a:cubicBezTo>
                  <a:cubicBezTo>
                    <a:pt x="1037" y="134"/>
                    <a:pt x="945" y="201"/>
                    <a:pt x="863" y="259"/>
                  </a:cubicBezTo>
                  <a:cubicBezTo>
                    <a:pt x="879" y="242"/>
                    <a:pt x="904" y="217"/>
                    <a:pt x="929" y="201"/>
                  </a:cubicBezTo>
                  <a:cubicBezTo>
                    <a:pt x="962" y="168"/>
                    <a:pt x="1003" y="134"/>
                    <a:pt x="1028" y="101"/>
                  </a:cubicBezTo>
                  <a:cubicBezTo>
                    <a:pt x="1037" y="85"/>
                    <a:pt x="1020" y="68"/>
                    <a:pt x="1003" y="68"/>
                  </a:cubicBezTo>
                  <a:cubicBezTo>
                    <a:pt x="962" y="85"/>
                    <a:pt x="921" y="118"/>
                    <a:pt x="887" y="151"/>
                  </a:cubicBezTo>
                  <a:cubicBezTo>
                    <a:pt x="846" y="176"/>
                    <a:pt x="813" y="209"/>
                    <a:pt x="771" y="242"/>
                  </a:cubicBezTo>
                  <a:cubicBezTo>
                    <a:pt x="705" y="308"/>
                    <a:pt x="639" y="375"/>
                    <a:pt x="573" y="449"/>
                  </a:cubicBezTo>
                  <a:cubicBezTo>
                    <a:pt x="564" y="458"/>
                    <a:pt x="564" y="474"/>
                    <a:pt x="564" y="482"/>
                  </a:cubicBezTo>
                  <a:cubicBezTo>
                    <a:pt x="523" y="524"/>
                    <a:pt x="473" y="565"/>
                    <a:pt x="432" y="615"/>
                  </a:cubicBezTo>
                  <a:cubicBezTo>
                    <a:pt x="316" y="739"/>
                    <a:pt x="183" y="880"/>
                    <a:pt x="100" y="1038"/>
                  </a:cubicBezTo>
                  <a:cubicBezTo>
                    <a:pt x="75" y="1087"/>
                    <a:pt x="59" y="1137"/>
                    <a:pt x="42" y="1187"/>
                  </a:cubicBezTo>
                  <a:cubicBezTo>
                    <a:pt x="26" y="1187"/>
                    <a:pt x="17" y="1212"/>
                    <a:pt x="9" y="1228"/>
                  </a:cubicBezTo>
                  <a:cubicBezTo>
                    <a:pt x="1" y="1311"/>
                    <a:pt x="9" y="1386"/>
                    <a:pt x="17" y="1468"/>
                  </a:cubicBezTo>
                  <a:cubicBezTo>
                    <a:pt x="17" y="1502"/>
                    <a:pt x="17" y="1535"/>
                    <a:pt x="26" y="1560"/>
                  </a:cubicBezTo>
                  <a:cubicBezTo>
                    <a:pt x="26" y="1568"/>
                    <a:pt x="26" y="1576"/>
                    <a:pt x="26" y="1576"/>
                  </a:cubicBezTo>
                  <a:cubicBezTo>
                    <a:pt x="34" y="1576"/>
                    <a:pt x="34" y="1584"/>
                    <a:pt x="34" y="1584"/>
                  </a:cubicBezTo>
                  <a:cubicBezTo>
                    <a:pt x="42" y="1676"/>
                    <a:pt x="51" y="1792"/>
                    <a:pt x="109" y="1866"/>
                  </a:cubicBezTo>
                  <a:cubicBezTo>
                    <a:pt x="135" y="1900"/>
                    <a:pt x="168" y="1911"/>
                    <a:pt x="202" y="1911"/>
                  </a:cubicBezTo>
                  <a:cubicBezTo>
                    <a:pt x="253" y="1911"/>
                    <a:pt x="308" y="1886"/>
                    <a:pt x="357" y="1866"/>
                  </a:cubicBezTo>
                  <a:cubicBezTo>
                    <a:pt x="457" y="1825"/>
                    <a:pt x="548" y="1783"/>
                    <a:pt x="647" y="1734"/>
                  </a:cubicBezTo>
                  <a:cubicBezTo>
                    <a:pt x="813" y="1642"/>
                    <a:pt x="954" y="1526"/>
                    <a:pt x="1095" y="1394"/>
                  </a:cubicBezTo>
                  <a:cubicBezTo>
                    <a:pt x="1227" y="1270"/>
                    <a:pt x="1360" y="1137"/>
                    <a:pt x="1467" y="988"/>
                  </a:cubicBezTo>
                  <a:cubicBezTo>
                    <a:pt x="1567" y="839"/>
                    <a:pt x="1625" y="656"/>
                    <a:pt x="1600" y="474"/>
                  </a:cubicBezTo>
                  <a:cubicBezTo>
                    <a:pt x="1583" y="391"/>
                    <a:pt x="1550" y="308"/>
                    <a:pt x="1484" y="250"/>
                  </a:cubicBezTo>
                  <a:cubicBezTo>
                    <a:pt x="1426" y="192"/>
                    <a:pt x="1343" y="168"/>
                    <a:pt x="1269" y="159"/>
                  </a:cubicBezTo>
                  <a:lnTo>
                    <a:pt x="1252" y="159"/>
                  </a:lnTo>
                  <a:cubicBezTo>
                    <a:pt x="1285" y="143"/>
                    <a:pt x="1327" y="126"/>
                    <a:pt x="1360" y="118"/>
                  </a:cubicBezTo>
                  <a:cubicBezTo>
                    <a:pt x="1374" y="116"/>
                    <a:pt x="1389" y="115"/>
                    <a:pt x="1403" y="115"/>
                  </a:cubicBezTo>
                  <a:cubicBezTo>
                    <a:pt x="1417" y="115"/>
                    <a:pt x="1432" y="116"/>
                    <a:pt x="1446" y="116"/>
                  </a:cubicBezTo>
                  <a:cubicBezTo>
                    <a:pt x="1474" y="116"/>
                    <a:pt x="1501" y="114"/>
                    <a:pt x="1525" y="101"/>
                  </a:cubicBezTo>
                  <a:cubicBezTo>
                    <a:pt x="1550" y="85"/>
                    <a:pt x="1550" y="52"/>
                    <a:pt x="1534" y="35"/>
                  </a:cubicBezTo>
                  <a:cubicBezTo>
                    <a:pt x="1507" y="8"/>
                    <a:pt x="1468" y="1"/>
                    <a:pt x="1429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" name="Google Shape;706;p35"/>
            <p:cNvSpPr/>
            <p:nvPr/>
          </p:nvSpPr>
          <p:spPr>
            <a:xfrm>
              <a:off x="2542100" y="1546525"/>
              <a:ext cx="7900" cy="5600"/>
            </a:xfrm>
            <a:custGeom>
              <a:rect b="b" l="l" r="r" t="t"/>
              <a:pathLst>
                <a:path extrusionOk="0" h="224" w="316">
                  <a:moveTo>
                    <a:pt x="315" y="0"/>
                  </a:moveTo>
                  <a:cubicBezTo>
                    <a:pt x="307" y="0"/>
                    <a:pt x="307" y="0"/>
                    <a:pt x="299" y="8"/>
                  </a:cubicBezTo>
                  <a:cubicBezTo>
                    <a:pt x="224" y="25"/>
                    <a:pt x="158" y="66"/>
                    <a:pt x="100" y="124"/>
                  </a:cubicBezTo>
                  <a:cubicBezTo>
                    <a:pt x="67" y="158"/>
                    <a:pt x="34" y="191"/>
                    <a:pt x="1" y="224"/>
                  </a:cubicBezTo>
                  <a:cubicBezTo>
                    <a:pt x="108" y="149"/>
                    <a:pt x="216" y="75"/>
                    <a:pt x="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" name="Google Shape;707;p35"/>
            <p:cNvSpPr/>
            <p:nvPr/>
          </p:nvSpPr>
          <p:spPr>
            <a:xfrm>
              <a:off x="2469800" y="1449625"/>
              <a:ext cx="81650" cy="138550"/>
            </a:xfrm>
            <a:custGeom>
              <a:rect b="b" l="l" r="r" t="t"/>
              <a:pathLst>
                <a:path extrusionOk="0" h="5542" w="3266">
                  <a:moveTo>
                    <a:pt x="192" y="1"/>
                  </a:moveTo>
                  <a:cubicBezTo>
                    <a:pt x="178" y="1"/>
                    <a:pt x="164" y="3"/>
                    <a:pt x="150" y="7"/>
                  </a:cubicBezTo>
                  <a:cubicBezTo>
                    <a:pt x="75" y="32"/>
                    <a:pt x="34" y="98"/>
                    <a:pt x="1" y="164"/>
                  </a:cubicBezTo>
                  <a:cubicBezTo>
                    <a:pt x="167" y="595"/>
                    <a:pt x="324" y="1034"/>
                    <a:pt x="490" y="1465"/>
                  </a:cubicBezTo>
                  <a:cubicBezTo>
                    <a:pt x="597" y="1755"/>
                    <a:pt x="705" y="2037"/>
                    <a:pt x="871" y="2285"/>
                  </a:cubicBezTo>
                  <a:cubicBezTo>
                    <a:pt x="962" y="2426"/>
                    <a:pt x="1070" y="2551"/>
                    <a:pt x="1136" y="2700"/>
                  </a:cubicBezTo>
                  <a:cubicBezTo>
                    <a:pt x="1285" y="2998"/>
                    <a:pt x="1260" y="3346"/>
                    <a:pt x="1252" y="3686"/>
                  </a:cubicBezTo>
                  <a:cubicBezTo>
                    <a:pt x="1244" y="4232"/>
                    <a:pt x="1302" y="4788"/>
                    <a:pt x="1418" y="5326"/>
                  </a:cubicBezTo>
                  <a:cubicBezTo>
                    <a:pt x="1434" y="5392"/>
                    <a:pt x="1451" y="5475"/>
                    <a:pt x="1509" y="5517"/>
                  </a:cubicBezTo>
                  <a:cubicBezTo>
                    <a:pt x="1542" y="5533"/>
                    <a:pt x="1575" y="5542"/>
                    <a:pt x="1617" y="5542"/>
                  </a:cubicBezTo>
                  <a:lnTo>
                    <a:pt x="1666" y="5542"/>
                  </a:lnTo>
                  <a:cubicBezTo>
                    <a:pt x="1716" y="5533"/>
                    <a:pt x="1757" y="5517"/>
                    <a:pt x="1799" y="5492"/>
                  </a:cubicBezTo>
                  <a:cubicBezTo>
                    <a:pt x="1965" y="5409"/>
                    <a:pt x="2081" y="5210"/>
                    <a:pt x="2180" y="5028"/>
                  </a:cubicBezTo>
                  <a:lnTo>
                    <a:pt x="2180" y="5028"/>
                  </a:lnTo>
                  <a:lnTo>
                    <a:pt x="2172" y="5036"/>
                  </a:lnTo>
                  <a:lnTo>
                    <a:pt x="1791" y="5392"/>
                  </a:lnTo>
                  <a:cubicBezTo>
                    <a:pt x="1898" y="5235"/>
                    <a:pt x="2006" y="5078"/>
                    <a:pt x="2114" y="4928"/>
                  </a:cubicBezTo>
                  <a:cubicBezTo>
                    <a:pt x="2255" y="4738"/>
                    <a:pt x="2404" y="4556"/>
                    <a:pt x="2569" y="4390"/>
                  </a:cubicBezTo>
                  <a:cubicBezTo>
                    <a:pt x="2569" y="4382"/>
                    <a:pt x="2578" y="4382"/>
                    <a:pt x="2578" y="4373"/>
                  </a:cubicBezTo>
                  <a:cubicBezTo>
                    <a:pt x="2578" y="4365"/>
                    <a:pt x="2578" y="4348"/>
                    <a:pt x="2586" y="4332"/>
                  </a:cubicBezTo>
                  <a:cubicBezTo>
                    <a:pt x="2677" y="4174"/>
                    <a:pt x="2801" y="4017"/>
                    <a:pt x="2934" y="3901"/>
                  </a:cubicBezTo>
                  <a:cubicBezTo>
                    <a:pt x="3000" y="3843"/>
                    <a:pt x="3075" y="3802"/>
                    <a:pt x="3158" y="3785"/>
                  </a:cubicBezTo>
                  <a:cubicBezTo>
                    <a:pt x="3191" y="3777"/>
                    <a:pt x="3232" y="3769"/>
                    <a:pt x="3265" y="3769"/>
                  </a:cubicBezTo>
                  <a:cubicBezTo>
                    <a:pt x="3009" y="3537"/>
                    <a:pt x="2793" y="3255"/>
                    <a:pt x="2594" y="2957"/>
                  </a:cubicBezTo>
                  <a:cubicBezTo>
                    <a:pt x="2395" y="2658"/>
                    <a:pt x="2213" y="2343"/>
                    <a:pt x="2031" y="2037"/>
                  </a:cubicBezTo>
                  <a:cubicBezTo>
                    <a:pt x="1683" y="1440"/>
                    <a:pt x="1310" y="835"/>
                    <a:pt x="796" y="380"/>
                  </a:cubicBezTo>
                  <a:cubicBezTo>
                    <a:pt x="672" y="272"/>
                    <a:pt x="539" y="173"/>
                    <a:pt x="390" y="81"/>
                  </a:cubicBezTo>
                  <a:cubicBezTo>
                    <a:pt x="335" y="47"/>
                    <a:pt x="263" y="1"/>
                    <a:pt x="192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" name="Google Shape;708;p35"/>
            <p:cNvSpPr/>
            <p:nvPr/>
          </p:nvSpPr>
          <p:spPr>
            <a:xfrm>
              <a:off x="2670325" y="1447350"/>
              <a:ext cx="61950" cy="143650"/>
            </a:xfrm>
            <a:custGeom>
              <a:rect b="b" l="l" r="r" t="t"/>
              <a:pathLst>
                <a:path extrusionOk="0" h="5746" w="2478">
                  <a:moveTo>
                    <a:pt x="2036" y="1"/>
                  </a:moveTo>
                  <a:cubicBezTo>
                    <a:pt x="1994" y="1"/>
                    <a:pt x="1952" y="11"/>
                    <a:pt x="1914" y="32"/>
                  </a:cubicBezTo>
                  <a:cubicBezTo>
                    <a:pt x="1831" y="73"/>
                    <a:pt x="1773" y="156"/>
                    <a:pt x="1724" y="230"/>
                  </a:cubicBezTo>
                  <a:cubicBezTo>
                    <a:pt x="1508" y="545"/>
                    <a:pt x="1293" y="860"/>
                    <a:pt x="1086" y="1183"/>
                  </a:cubicBezTo>
                  <a:cubicBezTo>
                    <a:pt x="1044" y="1225"/>
                    <a:pt x="1003" y="1266"/>
                    <a:pt x="970" y="1308"/>
                  </a:cubicBezTo>
                  <a:cubicBezTo>
                    <a:pt x="1044" y="1183"/>
                    <a:pt x="1119" y="1067"/>
                    <a:pt x="1202" y="960"/>
                  </a:cubicBezTo>
                  <a:cubicBezTo>
                    <a:pt x="1221" y="934"/>
                    <a:pt x="1201" y="899"/>
                    <a:pt x="1179" y="899"/>
                  </a:cubicBezTo>
                  <a:cubicBezTo>
                    <a:pt x="1173" y="899"/>
                    <a:pt x="1166" y="902"/>
                    <a:pt x="1160" y="910"/>
                  </a:cubicBezTo>
                  <a:cubicBezTo>
                    <a:pt x="1019" y="1084"/>
                    <a:pt x="895" y="1266"/>
                    <a:pt x="787" y="1465"/>
                  </a:cubicBezTo>
                  <a:cubicBezTo>
                    <a:pt x="688" y="1672"/>
                    <a:pt x="597" y="1888"/>
                    <a:pt x="531" y="2111"/>
                  </a:cubicBezTo>
                  <a:cubicBezTo>
                    <a:pt x="497" y="2169"/>
                    <a:pt x="473" y="2227"/>
                    <a:pt x="439" y="2294"/>
                  </a:cubicBezTo>
                  <a:cubicBezTo>
                    <a:pt x="506" y="1970"/>
                    <a:pt x="613" y="1664"/>
                    <a:pt x="812" y="1390"/>
                  </a:cubicBezTo>
                  <a:cubicBezTo>
                    <a:pt x="825" y="1372"/>
                    <a:pt x="800" y="1348"/>
                    <a:pt x="780" y="1348"/>
                  </a:cubicBezTo>
                  <a:cubicBezTo>
                    <a:pt x="773" y="1348"/>
                    <a:pt x="767" y="1351"/>
                    <a:pt x="762" y="1357"/>
                  </a:cubicBezTo>
                  <a:cubicBezTo>
                    <a:pt x="655" y="1490"/>
                    <a:pt x="564" y="1639"/>
                    <a:pt x="497" y="1796"/>
                  </a:cubicBezTo>
                  <a:cubicBezTo>
                    <a:pt x="390" y="2062"/>
                    <a:pt x="323" y="2343"/>
                    <a:pt x="274" y="2625"/>
                  </a:cubicBezTo>
                  <a:cubicBezTo>
                    <a:pt x="241" y="2691"/>
                    <a:pt x="216" y="2766"/>
                    <a:pt x="183" y="2832"/>
                  </a:cubicBezTo>
                  <a:cubicBezTo>
                    <a:pt x="108" y="3006"/>
                    <a:pt x="42" y="3188"/>
                    <a:pt x="25" y="3379"/>
                  </a:cubicBezTo>
                  <a:cubicBezTo>
                    <a:pt x="0" y="3628"/>
                    <a:pt x="67" y="3868"/>
                    <a:pt x="141" y="4108"/>
                  </a:cubicBezTo>
                  <a:cubicBezTo>
                    <a:pt x="274" y="4514"/>
                    <a:pt x="431" y="4912"/>
                    <a:pt x="605" y="5309"/>
                  </a:cubicBezTo>
                  <a:lnTo>
                    <a:pt x="638" y="5401"/>
                  </a:lnTo>
                  <a:cubicBezTo>
                    <a:pt x="647" y="5409"/>
                    <a:pt x="647" y="5417"/>
                    <a:pt x="655" y="5417"/>
                  </a:cubicBezTo>
                  <a:lnTo>
                    <a:pt x="696" y="5508"/>
                  </a:lnTo>
                  <a:lnTo>
                    <a:pt x="729" y="5144"/>
                  </a:lnTo>
                  <a:cubicBezTo>
                    <a:pt x="771" y="5384"/>
                    <a:pt x="920" y="5616"/>
                    <a:pt x="1135" y="5707"/>
                  </a:cubicBezTo>
                  <a:cubicBezTo>
                    <a:pt x="1197" y="5733"/>
                    <a:pt x="1264" y="5746"/>
                    <a:pt x="1331" y="5746"/>
                  </a:cubicBezTo>
                  <a:cubicBezTo>
                    <a:pt x="1499" y="5746"/>
                    <a:pt x="1668" y="5667"/>
                    <a:pt x="1757" y="5525"/>
                  </a:cubicBezTo>
                  <a:cubicBezTo>
                    <a:pt x="1898" y="5293"/>
                    <a:pt x="1831" y="4995"/>
                    <a:pt x="1790" y="4721"/>
                  </a:cubicBezTo>
                  <a:cubicBezTo>
                    <a:pt x="1757" y="4489"/>
                    <a:pt x="1757" y="4249"/>
                    <a:pt x="1790" y="4017"/>
                  </a:cubicBezTo>
                  <a:cubicBezTo>
                    <a:pt x="1831" y="3669"/>
                    <a:pt x="1947" y="3338"/>
                    <a:pt x="2038" y="2998"/>
                  </a:cubicBezTo>
                  <a:cubicBezTo>
                    <a:pt x="2246" y="2294"/>
                    <a:pt x="2378" y="1573"/>
                    <a:pt x="2444" y="844"/>
                  </a:cubicBezTo>
                  <a:cubicBezTo>
                    <a:pt x="2461" y="636"/>
                    <a:pt x="2478" y="429"/>
                    <a:pt x="2386" y="247"/>
                  </a:cubicBezTo>
                  <a:cubicBezTo>
                    <a:pt x="2323" y="107"/>
                    <a:pt x="2176" y="1"/>
                    <a:pt x="20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" name="Google Shape;709;p35"/>
            <p:cNvSpPr/>
            <p:nvPr/>
          </p:nvSpPr>
          <p:spPr>
            <a:xfrm>
              <a:off x="2681100" y="1670175"/>
              <a:ext cx="60075" cy="205100"/>
            </a:xfrm>
            <a:custGeom>
              <a:rect b="b" l="l" r="r" t="t"/>
              <a:pathLst>
                <a:path extrusionOk="0" h="8204" w="2403">
                  <a:moveTo>
                    <a:pt x="1898" y="2309"/>
                  </a:moveTo>
                  <a:cubicBezTo>
                    <a:pt x="1898" y="2310"/>
                    <a:pt x="1897" y="2311"/>
                    <a:pt x="1897" y="2312"/>
                  </a:cubicBezTo>
                  <a:cubicBezTo>
                    <a:pt x="1898" y="2311"/>
                    <a:pt x="1898" y="2310"/>
                    <a:pt x="1898" y="2309"/>
                  </a:cubicBezTo>
                  <a:close/>
                  <a:moveTo>
                    <a:pt x="1591" y="1"/>
                  </a:moveTo>
                  <a:cubicBezTo>
                    <a:pt x="1384" y="307"/>
                    <a:pt x="1342" y="871"/>
                    <a:pt x="1326" y="1144"/>
                  </a:cubicBezTo>
                  <a:cubicBezTo>
                    <a:pt x="1317" y="1459"/>
                    <a:pt x="1317" y="1774"/>
                    <a:pt x="1326" y="2089"/>
                  </a:cubicBezTo>
                  <a:cubicBezTo>
                    <a:pt x="1342" y="2536"/>
                    <a:pt x="1367" y="3041"/>
                    <a:pt x="1077" y="3381"/>
                  </a:cubicBezTo>
                  <a:cubicBezTo>
                    <a:pt x="829" y="3688"/>
                    <a:pt x="406" y="3771"/>
                    <a:pt x="124" y="4036"/>
                  </a:cubicBezTo>
                  <a:cubicBezTo>
                    <a:pt x="75" y="4094"/>
                    <a:pt x="17" y="4152"/>
                    <a:pt x="8" y="4226"/>
                  </a:cubicBezTo>
                  <a:cubicBezTo>
                    <a:pt x="0" y="4351"/>
                    <a:pt x="91" y="4450"/>
                    <a:pt x="199" y="4508"/>
                  </a:cubicBezTo>
                  <a:lnTo>
                    <a:pt x="191" y="4508"/>
                  </a:lnTo>
                  <a:cubicBezTo>
                    <a:pt x="298" y="4566"/>
                    <a:pt x="414" y="4591"/>
                    <a:pt x="505" y="4657"/>
                  </a:cubicBezTo>
                  <a:cubicBezTo>
                    <a:pt x="746" y="4831"/>
                    <a:pt x="762" y="5196"/>
                    <a:pt x="746" y="5502"/>
                  </a:cubicBezTo>
                  <a:cubicBezTo>
                    <a:pt x="729" y="5825"/>
                    <a:pt x="713" y="6148"/>
                    <a:pt x="704" y="6472"/>
                  </a:cubicBezTo>
                  <a:cubicBezTo>
                    <a:pt x="688" y="6861"/>
                    <a:pt x="663" y="7250"/>
                    <a:pt x="547" y="7615"/>
                  </a:cubicBezTo>
                  <a:cubicBezTo>
                    <a:pt x="481" y="7830"/>
                    <a:pt x="381" y="8021"/>
                    <a:pt x="265" y="8203"/>
                  </a:cubicBezTo>
                  <a:cubicBezTo>
                    <a:pt x="406" y="8170"/>
                    <a:pt x="555" y="8129"/>
                    <a:pt x="696" y="8087"/>
                  </a:cubicBezTo>
                  <a:cubicBezTo>
                    <a:pt x="969" y="8013"/>
                    <a:pt x="1235" y="7913"/>
                    <a:pt x="1508" y="7830"/>
                  </a:cubicBezTo>
                  <a:cubicBezTo>
                    <a:pt x="1525" y="7822"/>
                    <a:pt x="1541" y="7806"/>
                    <a:pt x="1558" y="7797"/>
                  </a:cubicBezTo>
                  <a:cubicBezTo>
                    <a:pt x="1616" y="7764"/>
                    <a:pt x="1674" y="7731"/>
                    <a:pt x="1732" y="7698"/>
                  </a:cubicBezTo>
                  <a:cubicBezTo>
                    <a:pt x="1839" y="7623"/>
                    <a:pt x="1947" y="7549"/>
                    <a:pt x="2047" y="7458"/>
                  </a:cubicBezTo>
                  <a:cubicBezTo>
                    <a:pt x="2146" y="7366"/>
                    <a:pt x="2237" y="7267"/>
                    <a:pt x="2320" y="7159"/>
                  </a:cubicBezTo>
                  <a:cubicBezTo>
                    <a:pt x="2361" y="7101"/>
                    <a:pt x="2403" y="7043"/>
                    <a:pt x="2395" y="6969"/>
                  </a:cubicBezTo>
                  <a:cubicBezTo>
                    <a:pt x="2386" y="6894"/>
                    <a:pt x="2345" y="6820"/>
                    <a:pt x="2320" y="6745"/>
                  </a:cubicBezTo>
                  <a:cubicBezTo>
                    <a:pt x="2262" y="6571"/>
                    <a:pt x="2204" y="6389"/>
                    <a:pt x="2146" y="6215"/>
                  </a:cubicBezTo>
                  <a:cubicBezTo>
                    <a:pt x="2134" y="6184"/>
                    <a:pt x="2163" y="6153"/>
                    <a:pt x="2192" y="6153"/>
                  </a:cubicBezTo>
                  <a:cubicBezTo>
                    <a:pt x="2202" y="6153"/>
                    <a:pt x="2212" y="6157"/>
                    <a:pt x="2221" y="6165"/>
                  </a:cubicBezTo>
                  <a:cubicBezTo>
                    <a:pt x="2196" y="6082"/>
                    <a:pt x="2179" y="5999"/>
                    <a:pt x="2154" y="5916"/>
                  </a:cubicBezTo>
                  <a:cubicBezTo>
                    <a:pt x="2154" y="5983"/>
                    <a:pt x="2146" y="6049"/>
                    <a:pt x="2138" y="6115"/>
                  </a:cubicBezTo>
                  <a:cubicBezTo>
                    <a:pt x="2129" y="6182"/>
                    <a:pt x="2121" y="6248"/>
                    <a:pt x="2105" y="6314"/>
                  </a:cubicBezTo>
                  <a:cubicBezTo>
                    <a:pt x="2088" y="6372"/>
                    <a:pt x="2071" y="6455"/>
                    <a:pt x="2030" y="6488"/>
                  </a:cubicBezTo>
                  <a:cubicBezTo>
                    <a:pt x="2023" y="6496"/>
                    <a:pt x="2013" y="6500"/>
                    <a:pt x="2006" y="6500"/>
                  </a:cubicBezTo>
                  <a:cubicBezTo>
                    <a:pt x="1996" y="6500"/>
                    <a:pt x="1989" y="6494"/>
                    <a:pt x="1989" y="6480"/>
                  </a:cubicBezTo>
                  <a:cubicBezTo>
                    <a:pt x="1980" y="6430"/>
                    <a:pt x="1997" y="6372"/>
                    <a:pt x="2005" y="6322"/>
                  </a:cubicBezTo>
                  <a:cubicBezTo>
                    <a:pt x="2013" y="6264"/>
                    <a:pt x="2030" y="6206"/>
                    <a:pt x="2030" y="6148"/>
                  </a:cubicBezTo>
                  <a:cubicBezTo>
                    <a:pt x="2047" y="6032"/>
                    <a:pt x="2055" y="5925"/>
                    <a:pt x="2055" y="5809"/>
                  </a:cubicBezTo>
                  <a:cubicBezTo>
                    <a:pt x="2055" y="5577"/>
                    <a:pt x="2022" y="5345"/>
                    <a:pt x="1972" y="5113"/>
                  </a:cubicBezTo>
                  <a:cubicBezTo>
                    <a:pt x="1964" y="5047"/>
                    <a:pt x="1947" y="4980"/>
                    <a:pt x="1939" y="4922"/>
                  </a:cubicBezTo>
                  <a:cubicBezTo>
                    <a:pt x="1922" y="4914"/>
                    <a:pt x="1914" y="4897"/>
                    <a:pt x="1914" y="4881"/>
                  </a:cubicBezTo>
                  <a:cubicBezTo>
                    <a:pt x="1914" y="4848"/>
                    <a:pt x="1914" y="4823"/>
                    <a:pt x="1914" y="4790"/>
                  </a:cubicBezTo>
                  <a:lnTo>
                    <a:pt x="1906" y="4781"/>
                  </a:lnTo>
                  <a:cubicBezTo>
                    <a:pt x="1897" y="4787"/>
                    <a:pt x="1887" y="4790"/>
                    <a:pt x="1878" y="4790"/>
                  </a:cubicBezTo>
                  <a:cubicBezTo>
                    <a:pt x="1858" y="4790"/>
                    <a:pt x="1839" y="4779"/>
                    <a:pt x="1839" y="4757"/>
                  </a:cubicBezTo>
                  <a:cubicBezTo>
                    <a:pt x="1848" y="4682"/>
                    <a:pt x="1889" y="4624"/>
                    <a:pt x="1906" y="4558"/>
                  </a:cubicBezTo>
                  <a:cubicBezTo>
                    <a:pt x="1922" y="4491"/>
                    <a:pt x="1922" y="4425"/>
                    <a:pt x="1906" y="4359"/>
                  </a:cubicBezTo>
                  <a:cubicBezTo>
                    <a:pt x="1881" y="4210"/>
                    <a:pt x="1856" y="4069"/>
                    <a:pt x="1823" y="3920"/>
                  </a:cubicBezTo>
                  <a:cubicBezTo>
                    <a:pt x="1823" y="3895"/>
                    <a:pt x="1831" y="3870"/>
                    <a:pt x="1856" y="3853"/>
                  </a:cubicBezTo>
                  <a:cubicBezTo>
                    <a:pt x="1740" y="3613"/>
                    <a:pt x="1649" y="3356"/>
                    <a:pt x="1624" y="3091"/>
                  </a:cubicBezTo>
                  <a:cubicBezTo>
                    <a:pt x="1607" y="3124"/>
                    <a:pt x="1599" y="3157"/>
                    <a:pt x="1583" y="3182"/>
                  </a:cubicBezTo>
                  <a:cubicBezTo>
                    <a:pt x="1541" y="3273"/>
                    <a:pt x="1500" y="3356"/>
                    <a:pt x="1450" y="3431"/>
                  </a:cubicBezTo>
                  <a:cubicBezTo>
                    <a:pt x="1417" y="3489"/>
                    <a:pt x="1375" y="3547"/>
                    <a:pt x="1334" y="3597"/>
                  </a:cubicBezTo>
                  <a:cubicBezTo>
                    <a:pt x="1284" y="3696"/>
                    <a:pt x="1218" y="3787"/>
                    <a:pt x="1152" y="3878"/>
                  </a:cubicBezTo>
                  <a:cubicBezTo>
                    <a:pt x="1135" y="3903"/>
                    <a:pt x="1119" y="3928"/>
                    <a:pt x="1102" y="3961"/>
                  </a:cubicBezTo>
                  <a:cubicBezTo>
                    <a:pt x="1094" y="3986"/>
                    <a:pt x="1077" y="4027"/>
                    <a:pt x="1052" y="4027"/>
                  </a:cubicBezTo>
                  <a:cubicBezTo>
                    <a:pt x="1049" y="4028"/>
                    <a:pt x="1046" y="4029"/>
                    <a:pt x="1043" y="4029"/>
                  </a:cubicBezTo>
                  <a:cubicBezTo>
                    <a:pt x="1023" y="4029"/>
                    <a:pt x="1010" y="4007"/>
                    <a:pt x="1003" y="3986"/>
                  </a:cubicBezTo>
                  <a:cubicBezTo>
                    <a:pt x="994" y="3953"/>
                    <a:pt x="1011" y="3920"/>
                    <a:pt x="1027" y="3895"/>
                  </a:cubicBezTo>
                  <a:cubicBezTo>
                    <a:pt x="1061" y="3837"/>
                    <a:pt x="1102" y="3787"/>
                    <a:pt x="1143" y="3729"/>
                  </a:cubicBezTo>
                  <a:cubicBezTo>
                    <a:pt x="1177" y="3688"/>
                    <a:pt x="1210" y="3638"/>
                    <a:pt x="1243" y="3580"/>
                  </a:cubicBezTo>
                  <a:cubicBezTo>
                    <a:pt x="1259" y="3547"/>
                    <a:pt x="1276" y="3514"/>
                    <a:pt x="1301" y="3481"/>
                  </a:cubicBezTo>
                  <a:cubicBezTo>
                    <a:pt x="1359" y="3365"/>
                    <a:pt x="1417" y="3249"/>
                    <a:pt x="1458" y="3124"/>
                  </a:cubicBezTo>
                  <a:cubicBezTo>
                    <a:pt x="1464" y="3112"/>
                    <a:pt x="1479" y="3104"/>
                    <a:pt x="1493" y="3104"/>
                  </a:cubicBezTo>
                  <a:cubicBezTo>
                    <a:pt x="1499" y="3104"/>
                    <a:pt x="1504" y="3105"/>
                    <a:pt x="1508" y="3108"/>
                  </a:cubicBezTo>
                  <a:cubicBezTo>
                    <a:pt x="1574" y="2950"/>
                    <a:pt x="1632" y="2785"/>
                    <a:pt x="1665" y="2611"/>
                  </a:cubicBezTo>
                  <a:cubicBezTo>
                    <a:pt x="1669" y="2585"/>
                    <a:pt x="1687" y="2574"/>
                    <a:pt x="1707" y="2574"/>
                  </a:cubicBezTo>
                  <a:cubicBezTo>
                    <a:pt x="1731" y="2574"/>
                    <a:pt x="1757" y="2591"/>
                    <a:pt x="1757" y="2619"/>
                  </a:cubicBezTo>
                  <a:cubicBezTo>
                    <a:pt x="1757" y="2627"/>
                    <a:pt x="1757" y="2644"/>
                    <a:pt x="1765" y="2652"/>
                  </a:cubicBezTo>
                  <a:cubicBezTo>
                    <a:pt x="1773" y="2602"/>
                    <a:pt x="1781" y="2561"/>
                    <a:pt x="1790" y="2519"/>
                  </a:cubicBezTo>
                  <a:cubicBezTo>
                    <a:pt x="1781" y="2519"/>
                    <a:pt x="1773" y="2511"/>
                    <a:pt x="1773" y="2503"/>
                  </a:cubicBezTo>
                  <a:cubicBezTo>
                    <a:pt x="1773" y="2453"/>
                    <a:pt x="1790" y="2412"/>
                    <a:pt x="1798" y="2370"/>
                  </a:cubicBezTo>
                  <a:cubicBezTo>
                    <a:pt x="1806" y="2329"/>
                    <a:pt x="1815" y="2287"/>
                    <a:pt x="1815" y="2246"/>
                  </a:cubicBezTo>
                  <a:cubicBezTo>
                    <a:pt x="1831" y="2163"/>
                    <a:pt x="1839" y="2080"/>
                    <a:pt x="1839" y="1997"/>
                  </a:cubicBezTo>
                  <a:cubicBezTo>
                    <a:pt x="1839" y="1977"/>
                    <a:pt x="1854" y="1966"/>
                    <a:pt x="1868" y="1966"/>
                  </a:cubicBezTo>
                  <a:cubicBezTo>
                    <a:pt x="1883" y="1966"/>
                    <a:pt x="1897" y="1977"/>
                    <a:pt x="1897" y="1997"/>
                  </a:cubicBezTo>
                  <a:cubicBezTo>
                    <a:pt x="1906" y="2022"/>
                    <a:pt x="1906" y="2047"/>
                    <a:pt x="1906" y="2072"/>
                  </a:cubicBezTo>
                  <a:cubicBezTo>
                    <a:pt x="1906" y="2080"/>
                    <a:pt x="1906" y="2080"/>
                    <a:pt x="1906" y="2089"/>
                  </a:cubicBezTo>
                  <a:cubicBezTo>
                    <a:pt x="1906" y="2162"/>
                    <a:pt x="1906" y="2236"/>
                    <a:pt x="1898" y="2309"/>
                  </a:cubicBezTo>
                  <a:lnTo>
                    <a:pt x="1898" y="2309"/>
                  </a:lnTo>
                  <a:cubicBezTo>
                    <a:pt x="1899" y="2302"/>
                    <a:pt x="1906" y="2295"/>
                    <a:pt x="1906" y="2287"/>
                  </a:cubicBezTo>
                  <a:cubicBezTo>
                    <a:pt x="1922" y="2263"/>
                    <a:pt x="1922" y="2229"/>
                    <a:pt x="1931" y="2205"/>
                  </a:cubicBezTo>
                  <a:cubicBezTo>
                    <a:pt x="1931" y="2196"/>
                    <a:pt x="1922" y="2180"/>
                    <a:pt x="1931" y="2163"/>
                  </a:cubicBezTo>
                  <a:cubicBezTo>
                    <a:pt x="1931" y="2138"/>
                    <a:pt x="1939" y="2122"/>
                    <a:pt x="1955" y="2097"/>
                  </a:cubicBezTo>
                  <a:cubicBezTo>
                    <a:pt x="1955" y="2089"/>
                    <a:pt x="1955" y="2080"/>
                    <a:pt x="1955" y="2072"/>
                  </a:cubicBezTo>
                  <a:cubicBezTo>
                    <a:pt x="1964" y="1997"/>
                    <a:pt x="1964" y="1923"/>
                    <a:pt x="1947" y="1857"/>
                  </a:cubicBezTo>
                  <a:cubicBezTo>
                    <a:pt x="1947" y="1815"/>
                    <a:pt x="1939" y="1782"/>
                    <a:pt x="1931" y="1741"/>
                  </a:cubicBezTo>
                  <a:cubicBezTo>
                    <a:pt x="1922" y="1707"/>
                    <a:pt x="1906" y="1666"/>
                    <a:pt x="1906" y="1633"/>
                  </a:cubicBezTo>
                  <a:cubicBezTo>
                    <a:pt x="1906" y="1612"/>
                    <a:pt x="1923" y="1598"/>
                    <a:pt x="1938" y="1598"/>
                  </a:cubicBezTo>
                  <a:cubicBezTo>
                    <a:pt x="1941" y="1598"/>
                    <a:pt x="1944" y="1598"/>
                    <a:pt x="1947" y="1600"/>
                  </a:cubicBezTo>
                  <a:cubicBezTo>
                    <a:pt x="1997" y="1633"/>
                    <a:pt x="2022" y="1699"/>
                    <a:pt x="2038" y="1757"/>
                  </a:cubicBezTo>
                  <a:cubicBezTo>
                    <a:pt x="2038" y="1749"/>
                    <a:pt x="2038" y="1732"/>
                    <a:pt x="2038" y="1724"/>
                  </a:cubicBezTo>
                  <a:cubicBezTo>
                    <a:pt x="2047" y="1567"/>
                    <a:pt x="2022" y="1409"/>
                    <a:pt x="1980" y="1252"/>
                  </a:cubicBezTo>
                  <a:cubicBezTo>
                    <a:pt x="1897" y="920"/>
                    <a:pt x="1740" y="605"/>
                    <a:pt x="1674" y="274"/>
                  </a:cubicBezTo>
                  <a:cubicBezTo>
                    <a:pt x="1665" y="224"/>
                    <a:pt x="1657" y="183"/>
                    <a:pt x="1649" y="141"/>
                  </a:cubicBezTo>
                  <a:cubicBezTo>
                    <a:pt x="1616" y="100"/>
                    <a:pt x="1599" y="50"/>
                    <a:pt x="15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710;p35"/>
            <p:cNvSpPr/>
            <p:nvPr/>
          </p:nvSpPr>
          <p:spPr>
            <a:xfrm>
              <a:off x="2471050" y="1761825"/>
              <a:ext cx="87225" cy="92750"/>
            </a:xfrm>
            <a:custGeom>
              <a:rect b="b" l="l" r="r" t="t"/>
              <a:pathLst>
                <a:path extrusionOk="0" h="3710" w="3489">
                  <a:moveTo>
                    <a:pt x="1602" y="1"/>
                  </a:moveTo>
                  <a:cubicBezTo>
                    <a:pt x="1560" y="1"/>
                    <a:pt x="1515" y="10"/>
                    <a:pt x="1475" y="38"/>
                  </a:cubicBezTo>
                  <a:cubicBezTo>
                    <a:pt x="1417" y="80"/>
                    <a:pt x="1393" y="146"/>
                    <a:pt x="1393" y="212"/>
                  </a:cubicBezTo>
                  <a:cubicBezTo>
                    <a:pt x="1393" y="237"/>
                    <a:pt x="1393" y="254"/>
                    <a:pt x="1393" y="270"/>
                  </a:cubicBezTo>
                  <a:cubicBezTo>
                    <a:pt x="1368" y="312"/>
                    <a:pt x="1343" y="345"/>
                    <a:pt x="1310" y="378"/>
                  </a:cubicBezTo>
                  <a:cubicBezTo>
                    <a:pt x="1152" y="577"/>
                    <a:pt x="920" y="693"/>
                    <a:pt x="713" y="834"/>
                  </a:cubicBezTo>
                  <a:cubicBezTo>
                    <a:pt x="506" y="966"/>
                    <a:pt x="307" y="1157"/>
                    <a:pt x="257" y="1405"/>
                  </a:cubicBezTo>
                  <a:cubicBezTo>
                    <a:pt x="249" y="1439"/>
                    <a:pt x="249" y="1472"/>
                    <a:pt x="224" y="1488"/>
                  </a:cubicBezTo>
                  <a:cubicBezTo>
                    <a:pt x="208" y="1496"/>
                    <a:pt x="183" y="1496"/>
                    <a:pt x="166" y="1505"/>
                  </a:cubicBezTo>
                  <a:cubicBezTo>
                    <a:pt x="141" y="1521"/>
                    <a:pt x="133" y="1546"/>
                    <a:pt x="125" y="1571"/>
                  </a:cubicBezTo>
                  <a:cubicBezTo>
                    <a:pt x="1" y="1985"/>
                    <a:pt x="150" y="2433"/>
                    <a:pt x="307" y="2830"/>
                  </a:cubicBezTo>
                  <a:cubicBezTo>
                    <a:pt x="349" y="2955"/>
                    <a:pt x="398" y="3071"/>
                    <a:pt x="481" y="3162"/>
                  </a:cubicBezTo>
                  <a:cubicBezTo>
                    <a:pt x="531" y="3220"/>
                    <a:pt x="597" y="3261"/>
                    <a:pt x="663" y="3286"/>
                  </a:cubicBezTo>
                  <a:cubicBezTo>
                    <a:pt x="846" y="3468"/>
                    <a:pt x="1061" y="3618"/>
                    <a:pt x="1301" y="3709"/>
                  </a:cubicBezTo>
                  <a:cubicBezTo>
                    <a:pt x="1304" y="3709"/>
                    <a:pt x="1306" y="3710"/>
                    <a:pt x="1308" y="3710"/>
                  </a:cubicBezTo>
                  <a:cubicBezTo>
                    <a:pt x="1338" y="3710"/>
                    <a:pt x="1357" y="3658"/>
                    <a:pt x="1326" y="3642"/>
                  </a:cubicBezTo>
                  <a:cubicBezTo>
                    <a:pt x="1202" y="3576"/>
                    <a:pt x="1078" y="3502"/>
                    <a:pt x="962" y="3402"/>
                  </a:cubicBezTo>
                  <a:cubicBezTo>
                    <a:pt x="912" y="3361"/>
                    <a:pt x="854" y="3311"/>
                    <a:pt x="804" y="3261"/>
                  </a:cubicBezTo>
                  <a:cubicBezTo>
                    <a:pt x="796" y="3178"/>
                    <a:pt x="779" y="3096"/>
                    <a:pt x="771" y="3013"/>
                  </a:cubicBezTo>
                  <a:lnTo>
                    <a:pt x="771" y="3013"/>
                  </a:lnTo>
                  <a:cubicBezTo>
                    <a:pt x="796" y="3046"/>
                    <a:pt x="829" y="3087"/>
                    <a:pt x="854" y="3120"/>
                  </a:cubicBezTo>
                  <a:cubicBezTo>
                    <a:pt x="937" y="3220"/>
                    <a:pt x="1028" y="3311"/>
                    <a:pt x="1127" y="3394"/>
                  </a:cubicBezTo>
                  <a:cubicBezTo>
                    <a:pt x="1227" y="3485"/>
                    <a:pt x="1335" y="3551"/>
                    <a:pt x="1442" y="3609"/>
                  </a:cubicBezTo>
                  <a:cubicBezTo>
                    <a:pt x="1449" y="3613"/>
                    <a:pt x="1456" y="3615"/>
                    <a:pt x="1462" y="3615"/>
                  </a:cubicBezTo>
                  <a:cubicBezTo>
                    <a:pt x="1493" y="3615"/>
                    <a:pt x="1511" y="3571"/>
                    <a:pt x="1484" y="3543"/>
                  </a:cubicBezTo>
                  <a:cubicBezTo>
                    <a:pt x="1368" y="3468"/>
                    <a:pt x="1260" y="3369"/>
                    <a:pt x="1161" y="3278"/>
                  </a:cubicBezTo>
                  <a:cubicBezTo>
                    <a:pt x="1003" y="3129"/>
                    <a:pt x="854" y="2963"/>
                    <a:pt x="746" y="2764"/>
                  </a:cubicBezTo>
                  <a:cubicBezTo>
                    <a:pt x="738" y="2748"/>
                    <a:pt x="738" y="2723"/>
                    <a:pt x="738" y="2698"/>
                  </a:cubicBezTo>
                  <a:cubicBezTo>
                    <a:pt x="730" y="2565"/>
                    <a:pt x="730" y="2424"/>
                    <a:pt x="763" y="2292"/>
                  </a:cubicBezTo>
                  <a:cubicBezTo>
                    <a:pt x="804" y="2151"/>
                    <a:pt x="887" y="2035"/>
                    <a:pt x="1011" y="1969"/>
                  </a:cubicBezTo>
                  <a:cubicBezTo>
                    <a:pt x="1078" y="1936"/>
                    <a:pt x="1161" y="1927"/>
                    <a:pt x="1235" y="1927"/>
                  </a:cubicBezTo>
                  <a:cubicBezTo>
                    <a:pt x="1451" y="2060"/>
                    <a:pt x="1674" y="2192"/>
                    <a:pt x="1890" y="2325"/>
                  </a:cubicBezTo>
                  <a:cubicBezTo>
                    <a:pt x="1981" y="2383"/>
                    <a:pt x="2080" y="2449"/>
                    <a:pt x="2163" y="2516"/>
                  </a:cubicBezTo>
                  <a:cubicBezTo>
                    <a:pt x="2254" y="2582"/>
                    <a:pt x="2345" y="2656"/>
                    <a:pt x="2420" y="2739"/>
                  </a:cubicBezTo>
                  <a:cubicBezTo>
                    <a:pt x="2426" y="2748"/>
                    <a:pt x="2435" y="2752"/>
                    <a:pt x="2443" y="2752"/>
                  </a:cubicBezTo>
                  <a:cubicBezTo>
                    <a:pt x="2466" y="2752"/>
                    <a:pt x="2490" y="2722"/>
                    <a:pt x="2478" y="2698"/>
                  </a:cubicBezTo>
                  <a:cubicBezTo>
                    <a:pt x="2395" y="2590"/>
                    <a:pt x="2304" y="2499"/>
                    <a:pt x="2205" y="2416"/>
                  </a:cubicBezTo>
                  <a:cubicBezTo>
                    <a:pt x="2006" y="2259"/>
                    <a:pt x="1790" y="2134"/>
                    <a:pt x="1583" y="2010"/>
                  </a:cubicBezTo>
                  <a:lnTo>
                    <a:pt x="1517" y="1969"/>
                  </a:lnTo>
                  <a:lnTo>
                    <a:pt x="1517" y="1969"/>
                  </a:lnTo>
                  <a:cubicBezTo>
                    <a:pt x="1906" y="2060"/>
                    <a:pt x="2254" y="2300"/>
                    <a:pt x="2594" y="2516"/>
                  </a:cubicBezTo>
                  <a:cubicBezTo>
                    <a:pt x="2641" y="2545"/>
                    <a:pt x="2696" y="2574"/>
                    <a:pt x="2751" y="2574"/>
                  </a:cubicBezTo>
                  <a:cubicBezTo>
                    <a:pt x="2773" y="2574"/>
                    <a:pt x="2796" y="2569"/>
                    <a:pt x="2818" y="2557"/>
                  </a:cubicBezTo>
                  <a:cubicBezTo>
                    <a:pt x="2884" y="2516"/>
                    <a:pt x="2892" y="2416"/>
                    <a:pt x="2867" y="2325"/>
                  </a:cubicBezTo>
                  <a:lnTo>
                    <a:pt x="2867" y="2325"/>
                  </a:lnTo>
                  <a:cubicBezTo>
                    <a:pt x="2892" y="2350"/>
                    <a:pt x="2917" y="2366"/>
                    <a:pt x="2942" y="2391"/>
                  </a:cubicBezTo>
                  <a:cubicBezTo>
                    <a:pt x="3008" y="2441"/>
                    <a:pt x="3075" y="2482"/>
                    <a:pt x="3141" y="2524"/>
                  </a:cubicBezTo>
                  <a:cubicBezTo>
                    <a:pt x="3149" y="2530"/>
                    <a:pt x="3158" y="2532"/>
                    <a:pt x="3165" y="2532"/>
                  </a:cubicBezTo>
                  <a:cubicBezTo>
                    <a:pt x="3200" y="2532"/>
                    <a:pt x="3216" y="2477"/>
                    <a:pt x="3182" y="2449"/>
                  </a:cubicBezTo>
                  <a:cubicBezTo>
                    <a:pt x="3116" y="2400"/>
                    <a:pt x="3050" y="2333"/>
                    <a:pt x="2983" y="2275"/>
                  </a:cubicBezTo>
                  <a:cubicBezTo>
                    <a:pt x="2909" y="2217"/>
                    <a:pt x="2851" y="2159"/>
                    <a:pt x="2785" y="2101"/>
                  </a:cubicBezTo>
                  <a:cubicBezTo>
                    <a:pt x="2768" y="2076"/>
                    <a:pt x="2751" y="2060"/>
                    <a:pt x="2735" y="2043"/>
                  </a:cubicBezTo>
                  <a:cubicBezTo>
                    <a:pt x="2635" y="1886"/>
                    <a:pt x="2519" y="1737"/>
                    <a:pt x="2420" y="1579"/>
                  </a:cubicBezTo>
                  <a:cubicBezTo>
                    <a:pt x="2337" y="1430"/>
                    <a:pt x="2271" y="1265"/>
                    <a:pt x="2229" y="1091"/>
                  </a:cubicBezTo>
                  <a:cubicBezTo>
                    <a:pt x="2188" y="933"/>
                    <a:pt x="2171" y="759"/>
                    <a:pt x="2221" y="602"/>
                  </a:cubicBezTo>
                  <a:cubicBezTo>
                    <a:pt x="2238" y="535"/>
                    <a:pt x="2271" y="469"/>
                    <a:pt x="2312" y="419"/>
                  </a:cubicBezTo>
                  <a:cubicBezTo>
                    <a:pt x="2445" y="461"/>
                    <a:pt x="2586" y="502"/>
                    <a:pt x="2727" y="527"/>
                  </a:cubicBezTo>
                  <a:cubicBezTo>
                    <a:pt x="2843" y="552"/>
                    <a:pt x="2967" y="569"/>
                    <a:pt x="3083" y="585"/>
                  </a:cubicBezTo>
                  <a:cubicBezTo>
                    <a:pt x="3207" y="593"/>
                    <a:pt x="3323" y="593"/>
                    <a:pt x="3439" y="593"/>
                  </a:cubicBezTo>
                  <a:cubicBezTo>
                    <a:pt x="3489" y="593"/>
                    <a:pt x="3489" y="527"/>
                    <a:pt x="3439" y="519"/>
                  </a:cubicBezTo>
                  <a:cubicBezTo>
                    <a:pt x="3381" y="511"/>
                    <a:pt x="3315" y="502"/>
                    <a:pt x="3249" y="494"/>
                  </a:cubicBezTo>
                  <a:cubicBezTo>
                    <a:pt x="3265" y="486"/>
                    <a:pt x="3265" y="453"/>
                    <a:pt x="3240" y="444"/>
                  </a:cubicBezTo>
                  <a:cubicBezTo>
                    <a:pt x="3058" y="370"/>
                    <a:pt x="2851" y="353"/>
                    <a:pt x="2660" y="320"/>
                  </a:cubicBezTo>
                  <a:lnTo>
                    <a:pt x="2428" y="279"/>
                  </a:lnTo>
                  <a:cubicBezTo>
                    <a:pt x="2296" y="212"/>
                    <a:pt x="2155" y="154"/>
                    <a:pt x="2014" y="105"/>
                  </a:cubicBezTo>
                  <a:cubicBezTo>
                    <a:pt x="1939" y="71"/>
                    <a:pt x="1857" y="47"/>
                    <a:pt x="1782" y="47"/>
                  </a:cubicBezTo>
                  <a:lnTo>
                    <a:pt x="1749" y="38"/>
                  </a:lnTo>
                  <a:cubicBezTo>
                    <a:pt x="1724" y="22"/>
                    <a:pt x="1691" y="13"/>
                    <a:pt x="1658" y="5"/>
                  </a:cubicBezTo>
                  <a:cubicBezTo>
                    <a:pt x="1640" y="3"/>
                    <a:pt x="1621" y="1"/>
                    <a:pt x="1602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35"/>
            <p:cNvSpPr/>
            <p:nvPr/>
          </p:nvSpPr>
          <p:spPr>
            <a:xfrm>
              <a:off x="2713575" y="1589600"/>
              <a:ext cx="10825" cy="50500"/>
            </a:xfrm>
            <a:custGeom>
              <a:rect b="b" l="l" r="r" t="t"/>
              <a:pathLst>
                <a:path extrusionOk="0" h="2020" w="433">
                  <a:moveTo>
                    <a:pt x="226" y="1"/>
                  </a:moveTo>
                  <a:cubicBezTo>
                    <a:pt x="192" y="9"/>
                    <a:pt x="176" y="34"/>
                    <a:pt x="176" y="59"/>
                  </a:cubicBezTo>
                  <a:cubicBezTo>
                    <a:pt x="159" y="208"/>
                    <a:pt x="126" y="357"/>
                    <a:pt x="101" y="498"/>
                  </a:cubicBezTo>
                  <a:cubicBezTo>
                    <a:pt x="76" y="630"/>
                    <a:pt x="60" y="763"/>
                    <a:pt x="60" y="895"/>
                  </a:cubicBezTo>
                  <a:cubicBezTo>
                    <a:pt x="68" y="1011"/>
                    <a:pt x="93" y="1136"/>
                    <a:pt x="134" y="1243"/>
                  </a:cubicBezTo>
                  <a:cubicBezTo>
                    <a:pt x="143" y="1268"/>
                    <a:pt x="151" y="1293"/>
                    <a:pt x="168" y="1326"/>
                  </a:cubicBezTo>
                  <a:cubicBezTo>
                    <a:pt x="159" y="1359"/>
                    <a:pt x="151" y="1393"/>
                    <a:pt x="151" y="1426"/>
                  </a:cubicBezTo>
                  <a:cubicBezTo>
                    <a:pt x="110" y="1600"/>
                    <a:pt x="60" y="1774"/>
                    <a:pt x="10" y="1948"/>
                  </a:cubicBezTo>
                  <a:cubicBezTo>
                    <a:pt x="0" y="1992"/>
                    <a:pt x="32" y="2019"/>
                    <a:pt x="64" y="2019"/>
                  </a:cubicBezTo>
                  <a:cubicBezTo>
                    <a:pt x="86" y="2019"/>
                    <a:pt x="108" y="2007"/>
                    <a:pt x="118" y="1981"/>
                  </a:cubicBezTo>
                  <a:cubicBezTo>
                    <a:pt x="176" y="1823"/>
                    <a:pt x="217" y="1666"/>
                    <a:pt x="242" y="1500"/>
                  </a:cubicBezTo>
                  <a:lnTo>
                    <a:pt x="242" y="1500"/>
                  </a:lnTo>
                  <a:cubicBezTo>
                    <a:pt x="234" y="1583"/>
                    <a:pt x="234" y="1666"/>
                    <a:pt x="226" y="1749"/>
                  </a:cubicBezTo>
                  <a:cubicBezTo>
                    <a:pt x="226" y="1785"/>
                    <a:pt x="249" y="1802"/>
                    <a:pt x="274" y="1802"/>
                  </a:cubicBezTo>
                  <a:cubicBezTo>
                    <a:pt x="301" y="1802"/>
                    <a:pt x="329" y="1783"/>
                    <a:pt x="333" y="1749"/>
                  </a:cubicBezTo>
                  <a:cubicBezTo>
                    <a:pt x="333" y="1749"/>
                    <a:pt x="333" y="1741"/>
                    <a:pt x="333" y="1732"/>
                  </a:cubicBezTo>
                  <a:cubicBezTo>
                    <a:pt x="350" y="1782"/>
                    <a:pt x="358" y="1840"/>
                    <a:pt x="366" y="1890"/>
                  </a:cubicBezTo>
                  <a:cubicBezTo>
                    <a:pt x="370" y="1904"/>
                    <a:pt x="382" y="1911"/>
                    <a:pt x="394" y="1911"/>
                  </a:cubicBezTo>
                  <a:cubicBezTo>
                    <a:pt x="409" y="1911"/>
                    <a:pt x="424" y="1900"/>
                    <a:pt x="424" y="1881"/>
                  </a:cubicBezTo>
                  <a:cubicBezTo>
                    <a:pt x="424" y="1790"/>
                    <a:pt x="416" y="1707"/>
                    <a:pt x="391" y="1625"/>
                  </a:cubicBezTo>
                  <a:cubicBezTo>
                    <a:pt x="424" y="1393"/>
                    <a:pt x="433" y="1161"/>
                    <a:pt x="416" y="920"/>
                  </a:cubicBezTo>
                  <a:cubicBezTo>
                    <a:pt x="416" y="912"/>
                    <a:pt x="408" y="895"/>
                    <a:pt x="400" y="887"/>
                  </a:cubicBezTo>
                  <a:cubicBezTo>
                    <a:pt x="400" y="837"/>
                    <a:pt x="400" y="788"/>
                    <a:pt x="400" y="746"/>
                  </a:cubicBezTo>
                  <a:cubicBezTo>
                    <a:pt x="400" y="713"/>
                    <a:pt x="375" y="697"/>
                    <a:pt x="350" y="688"/>
                  </a:cubicBezTo>
                  <a:cubicBezTo>
                    <a:pt x="350" y="473"/>
                    <a:pt x="325" y="257"/>
                    <a:pt x="284" y="42"/>
                  </a:cubicBezTo>
                  <a:cubicBezTo>
                    <a:pt x="275" y="17"/>
                    <a:pt x="250" y="1"/>
                    <a:pt x="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35"/>
            <p:cNvSpPr/>
            <p:nvPr/>
          </p:nvSpPr>
          <p:spPr>
            <a:xfrm>
              <a:off x="2496725" y="1536900"/>
              <a:ext cx="3350" cy="19525"/>
            </a:xfrm>
            <a:custGeom>
              <a:rect b="b" l="l" r="r" t="t"/>
              <a:pathLst>
                <a:path extrusionOk="0" h="781" w="134">
                  <a:moveTo>
                    <a:pt x="58" y="1"/>
                  </a:moveTo>
                  <a:cubicBezTo>
                    <a:pt x="47" y="1"/>
                    <a:pt x="35" y="7"/>
                    <a:pt x="26" y="21"/>
                  </a:cubicBezTo>
                  <a:lnTo>
                    <a:pt x="34" y="21"/>
                  </a:lnTo>
                  <a:cubicBezTo>
                    <a:pt x="1" y="70"/>
                    <a:pt x="18" y="145"/>
                    <a:pt x="18" y="203"/>
                  </a:cubicBezTo>
                  <a:cubicBezTo>
                    <a:pt x="26" y="261"/>
                    <a:pt x="26" y="319"/>
                    <a:pt x="26" y="377"/>
                  </a:cubicBezTo>
                  <a:cubicBezTo>
                    <a:pt x="34" y="443"/>
                    <a:pt x="34" y="501"/>
                    <a:pt x="34" y="567"/>
                  </a:cubicBezTo>
                  <a:cubicBezTo>
                    <a:pt x="42" y="625"/>
                    <a:pt x="51" y="692"/>
                    <a:pt x="51" y="750"/>
                  </a:cubicBezTo>
                  <a:cubicBezTo>
                    <a:pt x="55" y="770"/>
                    <a:pt x="71" y="781"/>
                    <a:pt x="87" y="781"/>
                  </a:cubicBezTo>
                  <a:cubicBezTo>
                    <a:pt x="102" y="781"/>
                    <a:pt x="117" y="770"/>
                    <a:pt x="117" y="750"/>
                  </a:cubicBezTo>
                  <a:cubicBezTo>
                    <a:pt x="117" y="717"/>
                    <a:pt x="117" y="683"/>
                    <a:pt x="125" y="650"/>
                  </a:cubicBezTo>
                  <a:cubicBezTo>
                    <a:pt x="125" y="617"/>
                    <a:pt x="134" y="584"/>
                    <a:pt x="134" y="551"/>
                  </a:cubicBezTo>
                  <a:cubicBezTo>
                    <a:pt x="134" y="493"/>
                    <a:pt x="134" y="435"/>
                    <a:pt x="134" y="377"/>
                  </a:cubicBezTo>
                  <a:cubicBezTo>
                    <a:pt x="134" y="311"/>
                    <a:pt x="125" y="253"/>
                    <a:pt x="125" y="195"/>
                  </a:cubicBezTo>
                  <a:cubicBezTo>
                    <a:pt x="117" y="137"/>
                    <a:pt x="125" y="54"/>
                    <a:pt x="84" y="12"/>
                  </a:cubicBezTo>
                  <a:cubicBezTo>
                    <a:pt x="76" y="5"/>
                    <a:pt x="67" y="1"/>
                    <a:pt x="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35"/>
            <p:cNvSpPr/>
            <p:nvPr/>
          </p:nvSpPr>
          <p:spPr>
            <a:xfrm>
              <a:off x="2496325" y="1527450"/>
              <a:ext cx="2100" cy="4600"/>
            </a:xfrm>
            <a:custGeom>
              <a:rect b="b" l="l" r="r" t="t"/>
              <a:pathLst>
                <a:path extrusionOk="0" h="184" w="84">
                  <a:moveTo>
                    <a:pt x="24" y="0"/>
                  </a:moveTo>
                  <a:cubicBezTo>
                    <a:pt x="15" y="0"/>
                    <a:pt x="9" y="7"/>
                    <a:pt x="9" y="18"/>
                  </a:cubicBezTo>
                  <a:cubicBezTo>
                    <a:pt x="9" y="26"/>
                    <a:pt x="0" y="26"/>
                    <a:pt x="0" y="34"/>
                  </a:cubicBezTo>
                  <a:cubicBezTo>
                    <a:pt x="0" y="42"/>
                    <a:pt x="0" y="51"/>
                    <a:pt x="9" y="59"/>
                  </a:cubicBezTo>
                  <a:lnTo>
                    <a:pt x="9" y="92"/>
                  </a:lnTo>
                  <a:cubicBezTo>
                    <a:pt x="17" y="117"/>
                    <a:pt x="17" y="134"/>
                    <a:pt x="25" y="158"/>
                  </a:cubicBezTo>
                  <a:cubicBezTo>
                    <a:pt x="25" y="175"/>
                    <a:pt x="42" y="183"/>
                    <a:pt x="58" y="183"/>
                  </a:cubicBezTo>
                  <a:cubicBezTo>
                    <a:pt x="75" y="175"/>
                    <a:pt x="83" y="158"/>
                    <a:pt x="83" y="142"/>
                  </a:cubicBezTo>
                  <a:cubicBezTo>
                    <a:pt x="75" y="117"/>
                    <a:pt x="75" y="100"/>
                    <a:pt x="67" y="76"/>
                  </a:cubicBezTo>
                  <a:cubicBezTo>
                    <a:pt x="67" y="67"/>
                    <a:pt x="58" y="51"/>
                    <a:pt x="58" y="42"/>
                  </a:cubicBezTo>
                  <a:cubicBezTo>
                    <a:pt x="50" y="26"/>
                    <a:pt x="50" y="18"/>
                    <a:pt x="42" y="9"/>
                  </a:cubicBezTo>
                  <a:cubicBezTo>
                    <a:pt x="36" y="3"/>
                    <a:pt x="29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35"/>
            <p:cNvSpPr/>
            <p:nvPr/>
          </p:nvSpPr>
          <p:spPr>
            <a:xfrm>
              <a:off x="2491975" y="1517525"/>
              <a:ext cx="3125" cy="4875"/>
            </a:xfrm>
            <a:custGeom>
              <a:rect b="b" l="l" r="r" t="t"/>
              <a:pathLst>
                <a:path extrusionOk="0" h="195" w="125">
                  <a:moveTo>
                    <a:pt x="17" y="0"/>
                  </a:moveTo>
                  <a:cubicBezTo>
                    <a:pt x="9" y="9"/>
                    <a:pt x="0" y="17"/>
                    <a:pt x="9" y="33"/>
                  </a:cubicBezTo>
                  <a:cubicBezTo>
                    <a:pt x="9" y="42"/>
                    <a:pt x="9" y="42"/>
                    <a:pt x="9" y="50"/>
                  </a:cubicBezTo>
                  <a:cubicBezTo>
                    <a:pt x="17" y="58"/>
                    <a:pt x="17" y="67"/>
                    <a:pt x="17" y="75"/>
                  </a:cubicBezTo>
                  <a:cubicBezTo>
                    <a:pt x="25" y="83"/>
                    <a:pt x="34" y="100"/>
                    <a:pt x="34" y="108"/>
                  </a:cubicBezTo>
                  <a:cubicBezTo>
                    <a:pt x="50" y="133"/>
                    <a:pt x="58" y="158"/>
                    <a:pt x="67" y="174"/>
                  </a:cubicBezTo>
                  <a:cubicBezTo>
                    <a:pt x="73" y="186"/>
                    <a:pt x="83" y="194"/>
                    <a:pt x="95" y="194"/>
                  </a:cubicBezTo>
                  <a:cubicBezTo>
                    <a:pt x="99" y="194"/>
                    <a:pt x="104" y="193"/>
                    <a:pt x="108" y="191"/>
                  </a:cubicBezTo>
                  <a:cubicBezTo>
                    <a:pt x="125" y="183"/>
                    <a:pt x="125" y="158"/>
                    <a:pt x="116" y="149"/>
                  </a:cubicBezTo>
                  <a:cubicBezTo>
                    <a:pt x="108" y="125"/>
                    <a:pt x="100" y="100"/>
                    <a:pt x="83" y="75"/>
                  </a:cubicBezTo>
                  <a:lnTo>
                    <a:pt x="67" y="42"/>
                  </a:lnTo>
                  <a:cubicBezTo>
                    <a:pt x="67" y="33"/>
                    <a:pt x="58" y="33"/>
                    <a:pt x="58" y="25"/>
                  </a:cubicBezTo>
                  <a:cubicBezTo>
                    <a:pt x="50" y="17"/>
                    <a:pt x="50" y="17"/>
                    <a:pt x="42" y="9"/>
                  </a:cubicBezTo>
                  <a:cubicBezTo>
                    <a:pt x="34" y="0"/>
                    <a:pt x="25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35"/>
            <p:cNvSpPr/>
            <p:nvPr/>
          </p:nvSpPr>
          <p:spPr>
            <a:xfrm>
              <a:off x="2585800" y="1639650"/>
              <a:ext cx="7350" cy="10450"/>
            </a:xfrm>
            <a:custGeom>
              <a:rect b="b" l="l" r="r" t="t"/>
              <a:pathLst>
                <a:path extrusionOk="0" h="418" w="294">
                  <a:moveTo>
                    <a:pt x="41" y="0"/>
                  </a:moveTo>
                  <a:cubicBezTo>
                    <a:pt x="30" y="0"/>
                    <a:pt x="15" y="8"/>
                    <a:pt x="9" y="20"/>
                  </a:cubicBezTo>
                  <a:cubicBezTo>
                    <a:pt x="1" y="37"/>
                    <a:pt x="1" y="62"/>
                    <a:pt x="9" y="87"/>
                  </a:cubicBezTo>
                  <a:cubicBezTo>
                    <a:pt x="9" y="111"/>
                    <a:pt x="17" y="128"/>
                    <a:pt x="26" y="145"/>
                  </a:cubicBezTo>
                  <a:cubicBezTo>
                    <a:pt x="42" y="178"/>
                    <a:pt x="59" y="211"/>
                    <a:pt x="75" y="244"/>
                  </a:cubicBezTo>
                  <a:cubicBezTo>
                    <a:pt x="117" y="310"/>
                    <a:pt x="166" y="360"/>
                    <a:pt x="224" y="410"/>
                  </a:cubicBezTo>
                  <a:cubicBezTo>
                    <a:pt x="232" y="415"/>
                    <a:pt x="239" y="417"/>
                    <a:pt x="246" y="417"/>
                  </a:cubicBezTo>
                  <a:cubicBezTo>
                    <a:pt x="272" y="417"/>
                    <a:pt x="294" y="388"/>
                    <a:pt x="274" y="368"/>
                  </a:cubicBezTo>
                  <a:cubicBezTo>
                    <a:pt x="224" y="310"/>
                    <a:pt x="191" y="252"/>
                    <a:pt x="158" y="194"/>
                  </a:cubicBezTo>
                  <a:cubicBezTo>
                    <a:pt x="142" y="161"/>
                    <a:pt x="125" y="128"/>
                    <a:pt x="108" y="95"/>
                  </a:cubicBezTo>
                  <a:cubicBezTo>
                    <a:pt x="100" y="78"/>
                    <a:pt x="100" y="62"/>
                    <a:pt x="92" y="53"/>
                  </a:cubicBezTo>
                  <a:cubicBezTo>
                    <a:pt x="84" y="37"/>
                    <a:pt x="67" y="12"/>
                    <a:pt x="50" y="4"/>
                  </a:cubicBezTo>
                  <a:cubicBezTo>
                    <a:pt x="48" y="1"/>
                    <a:pt x="45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35"/>
            <p:cNvSpPr/>
            <p:nvPr/>
          </p:nvSpPr>
          <p:spPr>
            <a:xfrm>
              <a:off x="2584150" y="1630000"/>
              <a:ext cx="1475" cy="3750"/>
            </a:xfrm>
            <a:custGeom>
              <a:rect b="b" l="l" r="r" t="t"/>
              <a:pathLst>
                <a:path extrusionOk="0" h="150" w="59">
                  <a:moveTo>
                    <a:pt x="9" y="0"/>
                  </a:moveTo>
                  <a:cubicBezTo>
                    <a:pt x="0" y="9"/>
                    <a:pt x="0" y="17"/>
                    <a:pt x="0" y="25"/>
                  </a:cubicBezTo>
                  <a:cubicBezTo>
                    <a:pt x="0" y="42"/>
                    <a:pt x="0" y="50"/>
                    <a:pt x="0" y="67"/>
                  </a:cubicBezTo>
                  <a:lnTo>
                    <a:pt x="0" y="91"/>
                  </a:lnTo>
                  <a:cubicBezTo>
                    <a:pt x="0" y="100"/>
                    <a:pt x="0" y="108"/>
                    <a:pt x="0" y="116"/>
                  </a:cubicBezTo>
                  <a:cubicBezTo>
                    <a:pt x="0" y="133"/>
                    <a:pt x="9" y="149"/>
                    <a:pt x="25" y="149"/>
                  </a:cubicBezTo>
                  <a:cubicBezTo>
                    <a:pt x="34" y="149"/>
                    <a:pt x="42" y="141"/>
                    <a:pt x="42" y="141"/>
                  </a:cubicBezTo>
                  <a:cubicBezTo>
                    <a:pt x="50" y="133"/>
                    <a:pt x="50" y="125"/>
                    <a:pt x="50" y="116"/>
                  </a:cubicBezTo>
                  <a:cubicBezTo>
                    <a:pt x="50" y="100"/>
                    <a:pt x="58" y="83"/>
                    <a:pt x="50" y="58"/>
                  </a:cubicBezTo>
                  <a:cubicBezTo>
                    <a:pt x="50" y="42"/>
                    <a:pt x="42" y="25"/>
                    <a:pt x="34" y="9"/>
                  </a:cubicBezTo>
                  <a:cubicBezTo>
                    <a:pt x="25" y="9"/>
                    <a:pt x="17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35"/>
            <p:cNvSpPr/>
            <p:nvPr/>
          </p:nvSpPr>
          <p:spPr>
            <a:xfrm>
              <a:off x="2582900" y="1623575"/>
              <a:ext cx="25" cy="225"/>
            </a:xfrm>
            <a:custGeom>
              <a:rect b="b" l="l" r="r" t="t"/>
              <a:pathLst>
                <a:path extrusionOk="0" h="9" w="1">
                  <a:moveTo>
                    <a:pt x="1" y="0"/>
                  </a:moveTo>
                  <a:cubicBezTo>
                    <a:pt x="1" y="0"/>
                    <a:pt x="1" y="9"/>
                    <a:pt x="1" y="9"/>
                  </a:cubicBezTo>
                  <a:cubicBezTo>
                    <a:pt x="1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35"/>
            <p:cNvSpPr/>
            <p:nvPr/>
          </p:nvSpPr>
          <p:spPr>
            <a:xfrm>
              <a:off x="2532150" y="1797200"/>
              <a:ext cx="10950" cy="14100"/>
            </a:xfrm>
            <a:custGeom>
              <a:rect b="b" l="l" r="r" t="t"/>
              <a:pathLst>
                <a:path extrusionOk="0" h="564" w="438">
                  <a:moveTo>
                    <a:pt x="53" y="0"/>
                  </a:moveTo>
                  <a:cubicBezTo>
                    <a:pt x="31" y="0"/>
                    <a:pt x="9" y="16"/>
                    <a:pt x="9" y="40"/>
                  </a:cubicBezTo>
                  <a:cubicBezTo>
                    <a:pt x="1" y="73"/>
                    <a:pt x="9" y="106"/>
                    <a:pt x="34" y="131"/>
                  </a:cubicBezTo>
                  <a:cubicBezTo>
                    <a:pt x="42" y="156"/>
                    <a:pt x="59" y="181"/>
                    <a:pt x="67" y="197"/>
                  </a:cubicBezTo>
                  <a:cubicBezTo>
                    <a:pt x="100" y="239"/>
                    <a:pt x="133" y="280"/>
                    <a:pt x="175" y="322"/>
                  </a:cubicBezTo>
                  <a:cubicBezTo>
                    <a:pt x="208" y="363"/>
                    <a:pt x="241" y="405"/>
                    <a:pt x="283" y="438"/>
                  </a:cubicBezTo>
                  <a:cubicBezTo>
                    <a:pt x="299" y="454"/>
                    <a:pt x="316" y="479"/>
                    <a:pt x="332" y="496"/>
                  </a:cubicBezTo>
                  <a:cubicBezTo>
                    <a:pt x="349" y="521"/>
                    <a:pt x="365" y="537"/>
                    <a:pt x="382" y="554"/>
                  </a:cubicBezTo>
                  <a:cubicBezTo>
                    <a:pt x="387" y="561"/>
                    <a:pt x="393" y="564"/>
                    <a:pt x="400" y="564"/>
                  </a:cubicBezTo>
                  <a:cubicBezTo>
                    <a:pt x="418" y="564"/>
                    <a:pt x="438" y="544"/>
                    <a:pt x="432" y="521"/>
                  </a:cubicBezTo>
                  <a:cubicBezTo>
                    <a:pt x="423" y="496"/>
                    <a:pt x="415" y="471"/>
                    <a:pt x="407" y="446"/>
                  </a:cubicBezTo>
                  <a:cubicBezTo>
                    <a:pt x="390" y="421"/>
                    <a:pt x="382" y="405"/>
                    <a:pt x="365" y="380"/>
                  </a:cubicBezTo>
                  <a:cubicBezTo>
                    <a:pt x="332" y="338"/>
                    <a:pt x="299" y="297"/>
                    <a:pt x="266" y="255"/>
                  </a:cubicBezTo>
                  <a:cubicBezTo>
                    <a:pt x="233" y="222"/>
                    <a:pt x="200" y="181"/>
                    <a:pt x="167" y="148"/>
                  </a:cubicBezTo>
                  <a:cubicBezTo>
                    <a:pt x="150" y="123"/>
                    <a:pt x="142" y="106"/>
                    <a:pt x="125" y="81"/>
                  </a:cubicBezTo>
                  <a:cubicBezTo>
                    <a:pt x="109" y="57"/>
                    <a:pt x="100" y="32"/>
                    <a:pt x="75" y="7"/>
                  </a:cubicBezTo>
                  <a:cubicBezTo>
                    <a:pt x="69" y="2"/>
                    <a:pt x="61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35"/>
            <p:cNvSpPr/>
            <p:nvPr/>
          </p:nvSpPr>
          <p:spPr>
            <a:xfrm>
              <a:off x="2530925" y="1792400"/>
              <a:ext cx="1475" cy="1675"/>
            </a:xfrm>
            <a:custGeom>
              <a:rect b="b" l="l" r="r" t="t"/>
              <a:pathLst>
                <a:path extrusionOk="0" h="67" w="59">
                  <a:moveTo>
                    <a:pt x="8" y="0"/>
                  </a:moveTo>
                  <a:cubicBezTo>
                    <a:pt x="8" y="0"/>
                    <a:pt x="8" y="8"/>
                    <a:pt x="8" y="8"/>
                  </a:cubicBezTo>
                  <a:cubicBezTo>
                    <a:pt x="0" y="8"/>
                    <a:pt x="0" y="17"/>
                    <a:pt x="8" y="17"/>
                  </a:cubicBezTo>
                  <a:cubicBezTo>
                    <a:pt x="17" y="33"/>
                    <a:pt x="25" y="42"/>
                    <a:pt x="33" y="58"/>
                  </a:cubicBezTo>
                  <a:cubicBezTo>
                    <a:pt x="33" y="66"/>
                    <a:pt x="42" y="66"/>
                    <a:pt x="42" y="66"/>
                  </a:cubicBezTo>
                  <a:lnTo>
                    <a:pt x="58" y="66"/>
                  </a:lnTo>
                  <a:cubicBezTo>
                    <a:pt x="58" y="58"/>
                    <a:pt x="58" y="58"/>
                    <a:pt x="58" y="50"/>
                  </a:cubicBezTo>
                  <a:cubicBezTo>
                    <a:pt x="58" y="42"/>
                    <a:pt x="58" y="42"/>
                    <a:pt x="58" y="42"/>
                  </a:cubicBezTo>
                  <a:cubicBezTo>
                    <a:pt x="50" y="25"/>
                    <a:pt x="33" y="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35"/>
            <p:cNvSpPr/>
            <p:nvPr/>
          </p:nvSpPr>
          <p:spPr>
            <a:xfrm>
              <a:off x="2506050" y="1816800"/>
              <a:ext cx="12050" cy="10500"/>
            </a:xfrm>
            <a:custGeom>
              <a:rect b="b" l="l" r="r" t="t"/>
              <a:pathLst>
                <a:path extrusionOk="0" h="420" w="482">
                  <a:moveTo>
                    <a:pt x="63" y="0"/>
                  </a:moveTo>
                  <a:cubicBezTo>
                    <a:pt x="59" y="0"/>
                    <a:pt x="55" y="1"/>
                    <a:pt x="51" y="2"/>
                  </a:cubicBezTo>
                  <a:cubicBezTo>
                    <a:pt x="17" y="2"/>
                    <a:pt x="1" y="18"/>
                    <a:pt x="1" y="51"/>
                  </a:cubicBezTo>
                  <a:cubicBezTo>
                    <a:pt x="1" y="85"/>
                    <a:pt x="26" y="101"/>
                    <a:pt x="42" y="126"/>
                  </a:cubicBezTo>
                  <a:cubicBezTo>
                    <a:pt x="59" y="143"/>
                    <a:pt x="75" y="159"/>
                    <a:pt x="92" y="167"/>
                  </a:cubicBezTo>
                  <a:cubicBezTo>
                    <a:pt x="125" y="201"/>
                    <a:pt x="158" y="234"/>
                    <a:pt x="191" y="259"/>
                  </a:cubicBezTo>
                  <a:cubicBezTo>
                    <a:pt x="266" y="325"/>
                    <a:pt x="332" y="383"/>
                    <a:pt x="423" y="416"/>
                  </a:cubicBezTo>
                  <a:cubicBezTo>
                    <a:pt x="428" y="418"/>
                    <a:pt x="433" y="419"/>
                    <a:pt x="438" y="419"/>
                  </a:cubicBezTo>
                  <a:cubicBezTo>
                    <a:pt x="452" y="419"/>
                    <a:pt x="467" y="412"/>
                    <a:pt x="473" y="399"/>
                  </a:cubicBezTo>
                  <a:cubicBezTo>
                    <a:pt x="481" y="383"/>
                    <a:pt x="481" y="358"/>
                    <a:pt x="465" y="341"/>
                  </a:cubicBezTo>
                  <a:cubicBezTo>
                    <a:pt x="407" y="283"/>
                    <a:pt x="332" y="234"/>
                    <a:pt x="266" y="176"/>
                  </a:cubicBezTo>
                  <a:cubicBezTo>
                    <a:pt x="233" y="143"/>
                    <a:pt x="200" y="118"/>
                    <a:pt x="167" y="85"/>
                  </a:cubicBezTo>
                  <a:cubicBezTo>
                    <a:pt x="150" y="68"/>
                    <a:pt x="133" y="60"/>
                    <a:pt x="125" y="43"/>
                  </a:cubicBezTo>
                  <a:cubicBezTo>
                    <a:pt x="104" y="22"/>
                    <a:pt x="88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35"/>
            <p:cNvSpPr/>
            <p:nvPr/>
          </p:nvSpPr>
          <p:spPr>
            <a:xfrm>
              <a:off x="2504400" y="1823450"/>
              <a:ext cx="4375" cy="5325"/>
            </a:xfrm>
            <a:custGeom>
              <a:rect b="b" l="l" r="r" t="t"/>
              <a:pathLst>
                <a:path extrusionOk="0" h="213" w="175">
                  <a:moveTo>
                    <a:pt x="25" y="1"/>
                  </a:moveTo>
                  <a:cubicBezTo>
                    <a:pt x="9" y="1"/>
                    <a:pt x="1" y="9"/>
                    <a:pt x="1" y="17"/>
                  </a:cubicBezTo>
                  <a:cubicBezTo>
                    <a:pt x="1" y="42"/>
                    <a:pt x="9" y="59"/>
                    <a:pt x="25" y="75"/>
                  </a:cubicBezTo>
                  <a:cubicBezTo>
                    <a:pt x="34" y="92"/>
                    <a:pt x="42" y="109"/>
                    <a:pt x="50" y="117"/>
                  </a:cubicBezTo>
                  <a:cubicBezTo>
                    <a:pt x="75" y="150"/>
                    <a:pt x="100" y="175"/>
                    <a:pt x="117" y="200"/>
                  </a:cubicBezTo>
                  <a:cubicBezTo>
                    <a:pt x="125" y="208"/>
                    <a:pt x="135" y="212"/>
                    <a:pt x="145" y="212"/>
                  </a:cubicBezTo>
                  <a:cubicBezTo>
                    <a:pt x="154" y="212"/>
                    <a:pt x="162" y="208"/>
                    <a:pt x="166" y="200"/>
                  </a:cubicBezTo>
                  <a:cubicBezTo>
                    <a:pt x="175" y="200"/>
                    <a:pt x="175" y="183"/>
                    <a:pt x="175" y="175"/>
                  </a:cubicBezTo>
                  <a:cubicBezTo>
                    <a:pt x="175" y="167"/>
                    <a:pt x="175" y="158"/>
                    <a:pt x="166" y="150"/>
                  </a:cubicBezTo>
                  <a:cubicBezTo>
                    <a:pt x="150" y="125"/>
                    <a:pt x="125" y="100"/>
                    <a:pt x="100" y="75"/>
                  </a:cubicBezTo>
                  <a:cubicBezTo>
                    <a:pt x="92" y="59"/>
                    <a:pt x="83" y="51"/>
                    <a:pt x="67" y="34"/>
                  </a:cubicBezTo>
                  <a:cubicBezTo>
                    <a:pt x="59" y="17"/>
                    <a:pt x="42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35"/>
            <p:cNvSpPr/>
            <p:nvPr/>
          </p:nvSpPr>
          <p:spPr>
            <a:xfrm>
              <a:off x="2698075" y="1427225"/>
              <a:ext cx="19350" cy="22200"/>
            </a:xfrm>
            <a:custGeom>
              <a:rect b="b" l="l" r="r" t="t"/>
              <a:pathLst>
                <a:path extrusionOk="0" h="888" w="774">
                  <a:moveTo>
                    <a:pt x="738" y="0"/>
                  </a:moveTo>
                  <a:cubicBezTo>
                    <a:pt x="733" y="0"/>
                    <a:pt x="727" y="3"/>
                    <a:pt x="721" y="8"/>
                  </a:cubicBezTo>
                  <a:cubicBezTo>
                    <a:pt x="647" y="83"/>
                    <a:pt x="572" y="141"/>
                    <a:pt x="498" y="215"/>
                  </a:cubicBezTo>
                  <a:cubicBezTo>
                    <a:pt x="431" y="281"/>
                    <a:pt x="373" y="348"/>
                    <a:pt x="307" y="422"/>
                  </a:cubicBezTo>
                  <a:cubicBezTo>
                    <a:pt x="249" y="489"/>
                    <a:pt x="191" y="555"/>
                    <a:pt x="133" y="621"/>
                  </a:cubicBezTo>
                  <a:cubicBezTo>
                    <a:pt x="100" y="663"/>
                    <a:pt x="75" y="696"/>
                    <a:pt x="42" y="729"/>
                  </a:cubicBezTo>
                  <a:lnTo>
                    <a:pt x="50" y="729"/>
                  </a:lnTo>
                  <a:cubicBezTo>
                    <a:pt x="25" y="770"/>
                    <a:pt x="0" y="803"/>
                    <a:pt x="0" y="853"/>
                  </a:cubicBezTo>
                  <a:cubicBezTo>
                    <a:pt x="0" y="867"/>
                    <a:pt x="13" y="888"/>
                    <a:pt x="27" y="888"/>
                  </a:cubicBezTo>
                  <a:cubicBezTo>
                    <a:pt x="29" y="888"/>
                    <a:pt x="31" y="887"/>
                    <a:pt x="34" y="886"/>
                  </a:cubicBezTo>
                  <a:cubicBezTo>
                    <a:pt x="75" y="870"/>
                    <a:pt x="108" y="837"/>
                    <a:pt x="133" y="803"/>
                  </a:cubicBezTo>
                  <a:cubicBezTo>
                    <a:pt x="158" y="762"/>
                    <a:pt x="191" y="729"/>
                    <a:pt x="216" y="696"/>
                  </a:cubicBezTo>
                  <a:cubicBezTo>
                    <a:pt x="274" y="629"/>
                    <a:pt x="332" y="563"/>
                    <a:pt x="390" y="497"/>
                  </a:cubicBezTo>
                  <a:cubicBezTo>
                    <a:pt x="456" y="431"/>
                    <a:pt x="514" y="356"/>
                    <a:pt x="580" y="281"/>
                  </a:cubicBezTo>
                  <a:cubicBezTo>
                    <a:pt x="638" y="207"/>
                    <a:pt x="696" y="132"/>
                    <a:pt x="754" y="49"/>
                  </a:cubicBezTo>
                  <a:cubicBezTo>
                    <a:pt x="774" y="30"/>
                    <a:pt x="758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35"/>
            <p:cNvSpPr/>
            <p:nvPr/>
          </p:nvSpPr>
          <p:spPr>
            <a:xfrm>
              <a:off x="2695800" y="1450275"/>
              <a:ext cx="5000" cy="5550"/>
            </a:xfrm>
            <a:custGeom>
              <a:rect b="b" l="l" r="r" t="t"/>
              <a:pathLst>
                <a:path extrusionOk="0" h="222" w="200">
                  <a:moveTo>
                    <a:pt x="166" y="0"/>
                  </a:moveTo>
                  <a:cubicBezTo>
                    <a:pt x="159" y="0"/>
                    <a:pt x="153" y="2"/>
                    <a:pt x="149" y="6"/>
                  </a:cubicBezTo>
                  <a:cubicBezTo>
                    <a:pt x="116" y="31"/>
                    <a:pt x="83" y="55"/>
                    <a:pt x="58" y="89"/>
                  </a:cubicBezTo>
                  <a:cubicBezTo>
                    <a:pt x="50" y="105"/>
                    <a:pt x="33" y="122"/>
                    <a:pt x="25" y="138"/>
                  </a:cubicBezTo>
                  <a:cubicBezTo>
                    <a:pt x="17" y="147"/>
                    <a:pt x="17" y="155"/>
                    <a:pt x="9" y="163"/>
                  </a:cubicBezTo>
                  <a:cubicBezTo>
                    <a:pt x="9" y="180"/>
                    <a:pt x="0" y="188"/>
                    <a:pt x="0" y="205"/>
                  </a:cubicBezTo>
                  <a:cubicBezTo>
                    <a:pt x="9" y="213"/>
                    <a:pt x="17" y="221"/>
                    <a:pt x="33" y="221"/>
                  </a:cubicBezTo>
                  <a:cubicBezTo>
                    <a:pt x="42" y="213"/>
                    <a:pt x="50" y="205"/>
                    <a:pt x="58" y="196"/>
                  </a:cubicBezTo>
                  <a:cubicBezTo>
                    <a:pt x="58" y="188"/>
                    <a:pt x="67" y="180"/>
                    <a:pt x="75" y="180"/>
                  </a:cubicBezTo>
                  <a:cubicBezTo>
                    <a:pt x="83" y="163"/>
                    <a:pt x="100" y="147"/>
                    <a:pt x="108" y="130"/>
                  </a:cubicBezTo>
                  <a:cubicBezTo>
                    <a:pt x="133" y="105"/>
                    <a:pt x="158" y="80"/>
                    <a:pt x="183" y="55"/>
                  </a:cubicBezTo>
                  <a:cubicBezTo>
                    <a:pt x="199" y="47"/>
                    <a:pt x="199" y="22"/>
                    <a:pt x="191" y="14"/>
                  </a:cubicBezTo>
                  <a:cubicBezTo>
                    <a:pt x="186" y="4"/>
                    <a:pt x="176" y="0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35"/>
            <p:cNvSpPr/>
            <p:nvPr/>
          </p:nvSpPr>
          <p:spPr>
            <a:xfrm>
              <a:off x="2691500" y="1457375"/>
              <a:ext cx="3500" cy="5025"/>
            </a:xfrm>
            <a:custGeom>
              <a:rect b="b" l="l" r="r" t="t"/>
              <a:pathLst>
                <a:path extrusionOk="0" h="201" w="140">
                  <a:moveTo>
                    <a:pt x="109" y="0"/>
                  </a:moveTo>
                  <a:cubicBezTo>
                    <a:pt x="98" y="0"/>
                    <a:pt x="87" y="8"/>
                    <a:pt x="81" y="20"/>
                  </a:cubicBezTo>
                  <a:cubicBezTo>
                    <a:pt x="65" y="45"/>
                    <a:pt x="48" y="70"/>
                    <a:pt x="40" y="95"/>
                  </a:cubicBezTo>
                  <a:cubicBezTo>
                    <a:pt x="23" y="119"/>
                    <a:pt x="15" y="144"/>
                    <a:pt x="7" y="177"/>
                  </a:cubicBezTo>
                  <a:cubicBezTo>
                    <a:pt x="1" y="189"/>
                    <a:pt x="11" y="201"/>
                    <a:pt x="24" y="201"/>
                  </a:cubicBezTo>
                  <a:cubicBezTo>
                    <a:pt x="29" y="201"/>
                    <a:pt x="35" y="199"/>
                    <a:pt x="40" y="194"/>
                  </a:cubicBezTo>
                  <a:cubicBezTo>
                    <a:pt x="56" y="177"/>
                    <a:pt x="73" y="153"/>
                    <a:pt x="89" y="128"/>
                  </a:cubicBezTo>
                  <a:cubicBezTo>
                    <a:pt x="106" y="103"/>
                    <a:pt x="123" y="78"/>
                    <a:pt x="131" y="53"/>
                  </a:cubicBezTo>
                  <a:cubicBezTo>
                    <a:pt x="139" y="37"/>
                    <a:pt x="139" y="12"/>
                    <a:pt x="123" y="3"/>
                  </a:cubicBezTo>
                  <a:cubicBezTo>
                    <a:pt x="118" y="1"/>
                    <a:pt x="114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35"/>
            <p:cNvSpPr/>
            <p:nvPr/>
          </p:nvSpPr>
          <p:spPr>
            <a:xfrm>
              <a:off x="2477050" y="1704675"/>
              <a:ext cx="81650" cy="54225"/>
            </a:xfrm>
            <a:custGeom>
              <a:rect b="b" l="l" r="r" t="t"/>
              <a:pathLst>
                <a:path extrusionOk="0" h="2169" w="3266">
                  <a:moveTo>
                    <a:pt x="1059" y="1"/>
                  </a:moveTo>
                  <a:cubicBezTo>
                    <a:pt x="1055" y="1"/>
                    <a:pt x="1050" y="2"/>
                    <a:pt x="1045" y="4"/>
                  </a:cubicBezTo>
                  <a:cubicBezTo>
                    <a:pt x="979" y="13"/>
                    <a:pt x="921" y="21"/>
                    <a:pt x="863" y="46"/>
                  </a:cubicBezTo>
                  <a:lnTo>
                    <a:pt x="854" y="46"/>
                  </a:lnTo>
                  <a:cubicBezTo>
                    <a:pt x="852" y="43"/>
                    <a:pt x="849" y="42"/>
                    <a:pt x="846" y="42"/>
                  </a:cubicBezTo>
                  <a:cubicBezTo>
                    <a:pt x="840" y="42"/>
                    <a:pt x="835" y="46"/>
                    <a:pt x="829" y="46"/>
                  </a:cubicBezTo>
                  <a:cubicBezTo>
                    <a:pt x="788" y="54"/>
                    <a:pt x="755" y="62"/>
                    <a:pt x="713" y="71"/>
                  </a:cubicBezTo>
                  <a:cubicBezTo>
                    <a:pt x="689" y="71"/>
                    <a:pt x="680" y="95"/>
                    <a:pt x="672" y="120"/>
                  </a:cubicBezTo>
                  <a:cubicBezTo>
                    <a:pt x="647" y="153"/>
                    <a:pt x="672" y="203"/>
                    <a:pt x="705" y="211"/>
                  </a:cubicBezTo>
                  <a:cubicBezTo>
                    <a:pt x="672" y="286"/>
                    <a:pt x="647" y="369"/>
                    <a:pt x="622" y="435"/>
                  </a:cubicBezTo>
                  <a:cubicBezTo>
                    <a:pt x="581" y="576"/>
                    <a:pt x="539" y="717"/>
                    <a:pt x="531" y="866"/>
                  </a:cubicBezTo>
                  <a:cubicBezTo>
                    <a:pt x="524" y="864"/>
                    <a:pt x="518" y="863"/>
                    <a:pt x="513" y="863"/>
                  </a:cubicBezTo>
                  <a:cubicBezTo>
                    <a:pt x="498" y="863"/>
                    <a:pt x="487" y="870"/>
                    <a:pt x="481" y="883"/>
                  </a:cubicBezTo>
                  <a:cubicBezTo>
                    <a:pt x="457" y="866"/>
                    <a:pt x="432" y="849"/>
                    <a:pt x="407" y="841"/>
                  </a:cubicBezTo>
                  <a:cubicBezTo>
                    <a:pt x="374" y="825"/>
                    <a:pt x="341" y="808"/>
                    <a:pt x="307" y="791"/>
                  </a:cubicBezTo>
                  <a:cubicBezTo>
                    <a:pt x="262" y="772"/>
                    <a:pt x="212" y="742"/>
                    <a:pt x="160" y="742"/>
                  </a:cubicBezTo>
                  <a:cubicBezTo>
                    <a:pt x="146" y="742"/>
                    <a:pt x="131" y="745"/>
                    <a:pt x="117" y="750"/>
                  </a:cubicBezTo>
                  <a:lnTo>
                    <a:pt x="125" y="750"/>
                  </a:lnTo>
                  <a:cubicBezTo>
                    <a:pt x="17" y="783"/>
                    <a:pt x="1" y="924"/>
                    <a:pt x="59" y="1007"/>
                  </a:cubicBezTo>
                  <a:cubicBezTo>
                    <a:pt x="117" y="1106"/>
                    <a:pt x="225" y="1139"/>
                    <a:pt x="299" y="1222"/>
                  </a:cubicBezTo>
                  <a:cubicBezTo>
                    <a:pt x="299" y="1222"/>
                    <a:pt x="307" y="1231"/>
                    <a:pt x="307" y="1239"/>
                  </a:cubicBezTo>
                  <a:cubicBezTo>
                    <a:pt x="307" y="1280"/>
                    <a:pt x="316" y="1322"/>
                    <a:pt x="316" y="1371"/>
                  </a:cubicBezTo>
                  <a:cubicBezTo>
                    <a:pt x="316" y="1438"/>
                    <a:pt x="316" y="1496"/>
                    <a:pt x="291" y="1562"/>
                  </a:cubicBezTo>
                  <a:cubicBezTo>
                    <a:pt x="258" y="1670"/>
                    <a:pt x="191" y="1761"/>
                    <a:pt x="167" y="1877"/>
                  </a:cubicBezTo>
                  <a:cubicBezTo>
                    <a:pt x="158" y="1918"/>
                    <a:pt x="183" y="1943"/>
                    <a:pt x="216" y="1951"/>
                  </a:cubicBezTo>
                  <a:cubicBezTo>
                    <a:pt x="225" y="1976"/>
                    <a:pt x="249" y="2001"/>
                    <a:pt x="274" y="2001"/>
                  </a:cubicBezTo>
                  <a:cubicBezTo>
                    <a:pt x="274" y="2009"/>
                    <a:pt x="274" y="2026"/>
                    <a:pt x="274" y="2043"/>
                  </a:cubicBezTo>
                  <a:cubicBezTo>
                    <a:pt x="307" y="2125"/>
                    <a:pt x="390" y="2159"/>
                    <a:pt x="465" y="2167"/>
                  </a:cubicBezTo>
                  <a:cubicBezTo>
                    <a:pt x="478" y="2168"/>
                    <a:pt x="490" y="2169"/>
                    <a:pt x="503" y="2169"/>
                  </a:cubicBezTo>
                  <a:cubicBezTo>
                    <a:pt x="671" y="2169"/>
                    <a:pt x="832" y="2069"/>
                    <a:pt x="979" y="1985"/>
                  </a:cubicBezTo>
                  <a:cubicBezTo>
                    <a:pt x="1144" y="1893"/>
                    <a:pt x="1318" y="1802"/>
                    <a:pt x="1501" y="1753"/>
                  </a:cubicBezTo>
                  <a:cubicBezTo>
                    <a:pt x="1592" y="1729"/>
                    <a:pt x="1684" y="1718"/>
                    <a:pt x="1777" y="1718"/>
                  </a:cubicBezTo>
                  <a:cubicBezTo>
                    <a:pt x="1879" y="1718"/>
                    <a:pt x="1981" y="1731"/>
                    <a:pt x="2081" y="1753"/>
                  </a:cubicBezTo>
                  <a:cubicBezTo>
                    <a:pt x="2470" y="1844"/>
                    <a:pt x="2826" y="2059"/>
                    <a:pt x="3224" y="2076"/>
                  </a:cubicBezTo>
                  <a:cubicBezTo>
                    <a:pt x="3226" y="2076"/>
                    <a:pt x="3229" y="2076"/>
                    <a:pt x="3231" y="2076"/>
                  </a:cubicBezTo>
                  <a:cubicBezTo>
                    <a:pt x="3265" y="2076"/>
                    <a:pt x="3263" y="2017"/>
                    <a:pt x="3232" y="2009"/>
                  </a:cubicBezTo>
                  <a:cubicBezTo>
                    <a:pt x="3133" y="1985"/>
                    <a:pt x="3042" y="1960"/>
                    <a:pt x="2942" y="1927"/>
                  </a:cubicBezTo>
                  <a:cubicBezTo>
                    <a:pt x="2984" y="1918"/>
                    <a:pt x="3000" y="1844"/>
                    <a:pt x="2959" y="1819"/>
                  </a:cubicBezTo>
                  <a:cubicBezTo>
                    <a:pt x="2868" y="1753"/>
                    <a:pt x="2768" y="1695"/>
                    <a:pt x="2677" y="1645"/>
                  </a:cubicBezTo>
                  <a:cubicBezTo>
                    <a:pt x="2586" y="1545"/>
                    <a:pt x="2478" y="1463"/>
                    <a:pt x="2362" y="1388"/>
                  </a:cubicBezTo>
                  <a:cubicBezTo>
                    <a:pt x="2197" y="1297"/>
                    <a:pt x="2023" y="1239"/>
                    <a:pt x="1840" y="1214"/>
                  </a:cubicBezTo>
                  <a:cubicBezTo>
                    <a:pt x="1741" y="1197"/>
                    <a:pt x="1650" y="1197"/>
                    <a:pt x="1559" y="1197"/>
                  </a:cubicBezTo>
                  <a:cubicBezTo>
                    <a:pt x="1466" y="1205"/>
                    <a:pt x="1373" y="1224"/>
                    <a:pt x="1286" y="1224"/>
                  </a:cubicBezTo>
                  <a:cubicBezTo>
                    <a:pt x="1272" y="1224"/>
                    <a:pt x="1258" y="1223"/>
                    <a:pt x="1244" y="1222"/>
                  </a:cubicBezTo>
                  <a:cubicBezTo>
                    <a:pt x="1153" y="1222"/>
                    <a:pt x="1061" y="1181"/>
                    <a:pt x="1012" y="1098"/>
                  </a:cubicBezTo>
                  <a:cubicBezTo>
                    <a:pt x="970" y="1015"/>
                    <a:pt x="954" y="916"/>
                    <a:pt x="937" y="825"/>
                  </a:cubicBezTo>
                  <a:cubicBezTo>
                    <a:pt x="929" y="758"/>
                    <a:pt x="921" y="700"/>
                    <a:pt x="912" y="642"/>
                  </a:cubicBezTo>
                  <a:cubicBezTo>
                    <a:pt x="921" y="626"/>
                    <a:pt x="921" y="609"/>
                    <a:pt x="921" y="593"/>
                  </a:cubicBezTo>
                  <a:cubicBezTo>
                    <a:pt x="945" y="493"/>
                    <a:pt x="995" y="402"/>
                    <a:pt x="1061" y="327"/>
                  </a:cubicBezTo>
                  <a:cubicBezTo>
                    <a:pt x="1136" y="253"/>
                    <a:pt x="1227" y="203"/>
                    <a:pt x="1310" y="145"/>
                  </a:cubicBezTo>
                  <a:cubicBezTo>
                    <a:pt x="1359" y="110"/>
                    <a:pt x="1331" y="39"/>
                    <a:pt x="1280" y="39"/>
                  </a:cubicBezTo>
                  <a:cubicBezTo>
                    <a:pt x="1271" y="39"/>
                    <a:pt x="1262" y="41"/>
                    <a:pt x="1252" y="46"/>
                  </a:cubicBezTo>
                  <a:cubicBezTo>
                    <a:pt x="1227" y="62"/>
                    <a:pt x="1211" y="79"/>
                    <a:pt x="1186" y="95"/>
                  </a:cubicBezTo>
                  <a:cubicBezTo>
                    <a:pt x="1177" y="87"/>
                    <a:pt x="1169" y="87"/>
                    <a:pt x="1169" y="87"/>
                  </a:cubicBezTo>
                  <a:cubicBezTo>
                    <a:pt x="1184" y="49"/>
                    <a:pt x="1157" y="3"/>
                    <a:pt x="1114" y="3"/>
                  </a:cubicBezTo>
                  <a:cubicBezTo>
                    <a:pt x="1110" y="3"/>
                    <a:pt x="1107" y="4"/>
                    <a:pt x="1103" y="4"/>
                  </a:cubicBezTo>
                  <a:cubicBezTo>
                    <a:pt x="1095" y="13"/>
                    <a:pt x="1095" y="13"/>
                    <a:pt x="1086" y="13"/>
                  </a:cubicBezTo>
                  <a:cubicBezTo>
                    <a:pt x="1080" y="7"/>
                    <a:pt x="1070" y="1"/>
                    <a:pt x="1059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35"/>
            <p:cNvSpPr/>
            <p:nvPr/>
          </p:nvSpPr>
          <p:spPr>
            <a:xfrm>
              <a:off x="2666375" y="1523050"/>
              <a:ext cx="5950" cy="40450"/>
            </a:xfrm>
            <a:custGeom>
              <a:rect b="b" l="l" r="r" t="t"/>
              <a:pathLst>
                <a:path extrusionOk="0" h="1618" w="238">
                  <a:moveTo>
                    <a:pt x="122" y="0"/>
                  </a:moveTo>
                  <a:cubicBezTo>
                    <a:pt x="111" y="0"/>
                    <a:pt x="100" y="6"/>
                    <a:pt x="92" y="20"/>
                  </a:cubicBezTo>
                  <a:cubicBezTo>
                    <a:pt x="84" y="53"/>
                    <a:pt x="67" y="78"/>
                    <a:pt x="51" y="111"/>
                  </a:cubicBezTo>
                  <a:cubicBezTo>
                    <a:pt x="42" y="144"/>
                    <a:pt x="34" y="177"/>
                    <a:pt x="34" y="202"/>
                  </a:cubicBezTo>
                  <a:cubicBezTo>
                    <a:pt x="17" y="268"/>
                    <a:pt x="9" y="343"/>
                    <a:pt x="9" y="409"/>
                  </a:cubicBezTo>
                  <a:cubicBezTo>
                    <a:pt x="1" y="542"/>
                    <a:pt x="1" y="674"/>
                    <a:pt x="17" y="798"/>
                  </a:cubicBezTo>
                  <a:cubicBezTo>
                    <a:pt x="42" y="1072"/>
                    <a:pt x="109" y="1337"/>
                    <a:pt x="175" y="1594"/>
                  </a:cubicBezTo>
                  <a:cubicBezTo>
                    <a:pt x="178" y="1610"/>
                    <a:pt x="190" y="1618"/>
                    <a:pt x="202" y="1618"/>
                  </a:cubicBezTo>
                  <a:cubicBezTo>
                    <a:pt x="219" y="1618"/>
                    <a:pt x="238" y="1602"/>
                    <a:pt x="233" y="1577"/>
                  </a:cubicBezTo>
                  <a:cubicBezTo>
                    <a:pt x="183" y="1320"/>
                    <a:pt x="142" y="1063"/>
                    <a:pt x="125" y="807"/>
                  </a:cubicBezTo>
                  <a:cubicBezTo>
                    <a:pt x="117" y="682"/>
                    <a:pt x="109" y="558"/>
                    <a:pt x="117" y="434"/>
                  </a:cubicBezTo>
                  <a:cubicBezTo>
                    <a:pt x="117" y="368"/>
                    <a:pt x="125" y="310"/>
                    <a:pt x="133" y="243"/>
                  </a:cubicBezTo>
                  <a:cubicBezTo>
                    <a:pt x="142" y="210"/>
                    <a:pt x="150" y="177"/>
                    <a:pt x="150" y="152"/>
                  </a:cubicBezTo>
                  <a:cubicBezTo>
                    <a:pt x="158" y="119"/>
                    <a:pt x="158" y="78"/>
                    <a:pt x="158" y="44"/>
                  </a:cubicBezTo>
                  <a:cubicBezTo>
                    <a:pt x="164" y="22"/>
                    <a:pt x="144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35"/>
            <p:cNvSpPr/>
            <p:nvPr/>
          </p:nvSpPr>
          <p:spPr>
            <a:xfrm>
              <a:off x="2671775" y="1512950"/>
              <a:ext cx="5000" cy="22775"/>
            </a:xfrm>
            <a:custGeom>
              <a:rect b="b" l="l" r="r" t="t"/>
              <a:pathLst>
                <a:path extrusionOk="0" h="911" w="200">
                  <a:moveTo>
                    <a:pt x="166" y="1"/>
                  </a:moveTo>
                  <a:cubicBezTo>
                    <a:pt x="100" y="1"/>
                    <a:pt x="67" y="84"/>
                    <a:pt x="58" y="142"/>
                  </a:cubicBezTo>
                  <a:cubicBezTo>
                    <a:pt x="42" y="225"/>
                    <a:pt x="33" y="299"/>
                    <a:pt x="25" y="382"/>
                  </a:cubicBezTo>
                  <a:cubicBezTo>
                    <a:pt x="9" y="548"/>
                    <a:pt x="0" y="714"/>
                    <a:pt x="0" y="879"/>
                  </a:cubicBezTo>
                  <a:cubicBezTo>
                    <a:pt x="0" y="900"/>
                    <a:pt x="13" y="910"/>
                    <a:pt x="26" y="910"/>
                  </a:cubicBezTo>
                  <a:cubicBezTo>
                    <a:pt x="40" y="910"/>
                    <a:pt x="54" y="900"/>
                    <a:pt x="58" y="879"/>
                  </a:cubicBezTo>
                  <a:cubicBezTo>
                    <a:pt x="75" y="730"/>
                    <a:pt x="91" y="581"/>
                    <a:pt x="116" y="424"/>
                  </a:cubicBezTo>
                  <a:cubicBezTo>
                    <a:pt x="125" y="349"/>
                    <a:pt x="141" y="274"/>
                    <a:pt x="149" y="200"/>
                  </a:cubicBezTo>
                  <a:cubicBezTo>
                    <a:pt x="158" y="167"/>
                    <a:pt x="166" y="142"/>
                    <a:pt x="174" y="117"/>
                  </a:cubicBezTo>
                  <a:cubicBezTo>
                    <a:pt x="174" y="92"/>
                    <a:pt x="191" y="67"/>
                    <a:pt x="199" y="42"/>
                  </a:cubicBezTo>
                  <a:cubicBezTo>
                    <a:pt x="199" y="18"/>
                    <a:pt x="191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35"/>
            <p:cNvSpPr/>
            <p:nvPr/>
          </p:nvSpPr>
          <p:spPr>
            <a:xfrm>
              <a:off x="2679225" y="1499075"/>
              <a:ext cx="1050" cy="2925"/>
            </a:xfrm>
            <a:custGeom>
              <a:rect b="b" l="l" r="r" t="t"/>
              <a:pathLst>
                <a:path extrusionOk="0" h="117" w="42">
                  <a:moveTo>
                    <a:pt x="25" y="1"/>
                  </a:moveTo>
                  <a:cubicBezTo>
                    <a:pt x="17" y="1"/>
                    <a:pt x="9" y="9"/>
                    <a:pt x="9" y="17"/>
                  </a:cubicBezTo>
                  <a:cubicBezTo>
                    <a:pt x="9" y="42"/>
                    <a:pt x="1" y="75"/>
                    <a:pt x="1" y="100"/>
                  </a:cubicBezTo>
                  <a:cubicBezTo>
                    <a:pt x="1" y="109"/>
                    <a:pt x="9" y="117"/>
                    <a:pt x="25" y="117"/>
                  </a:cubicBezTo>
                  <a:cubicBezTo>
                    <a:pt x="34" y="117"/>
                    <a:pt x="42" y="109"/>
                    <a:pt x="42" y="100"/>
                  </a:cubicBezTo>
                  <a:cubicBezTo>
                    <a:pt x="42" y="75"/>
                    <a:pt x="34" y="42"/>
                    <a:pt x="34" y="17"/>
                  </a:cubicBezTo>
                  <a:cubicBezTo>
                    <a:pt x="34" y="9"/>
                    <a:pt x="34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35"/>
            <p:cNvSpPr/>
            <p:nvPr/>
          </p:nvSpPr>
          <p:spPr>
            <a:xfrm>
              <a:off x="2711950" y="1561525"/>
              <a:ext cx="11000" cy="28600"/>
            </a:xfrm>
            <a:custGeom>
              <a:rect b="b" l="l" r="r" t="t"/>
              <a:pathLst>
                <a:path extrusionOk="0" h="1144" w="440">
                  <a:moveTo>
                    <a:pt x="397" y="1"/>
                  </a:moveTo>
                  <a:cubicBezTo>
                    <a:pt x="380" y="1"/>
                    <a:pt x="361" y="13"/>
                    <a:pt x="357" y="38"/>
                  </a:cubicBezTo>
                  <a:cubicBezTo>
                    <a:pt x="357" y="138"/>
                    <a:pt x="332" y="237"/>
                    <a:pt x="291" y="328"/>
                  </a:cubicBezTo>
                  <a:cubicBezTo>
                    <a:pt x="266" y="370"/>
                    <a:pt x="241" y="419"/>
                    <a:pt x="208" y="461"/>
                  </a:cubicBezTo>
                  <a:cubicBezTo>
                    <a:pt x="183" y="494"/>
                    <a:pt x="141" y="527"/>
                    <a:pt x="117" y="568"/>
                  </a:cubicBezTo>
                  <a:cubicBezTo>
                    <a:pt x="50" y="651"/>
                    <a:pt x="17" y="742"/>
                    <a:pt x="9" y="842"/>
                  </a:cubicBezTo>
                  <a:cubicBezTo>
                    <a:pt x="1" y="892"/>
                    <a:pt x="1" y="941"/>
                    <a:pt x="1" y="983"/>
                  </a:cubicBezTo>
                  <a:cubicBezTo>
                    <a:pt x="9" y="1032"/>
                    <a:pt x="1" y="1099"/>
                    <a:pt x="42" y="1132"/>
                  </a:cubicBezTo>
                  <a:cubicBezTo>
                    <a:pt x="49" y="1139"/>
                    <a:pt x="59" y="1143"/>
                    <a:pt x="68" y="1143"/>
                  </a:cubicBezTo>
                  <a:cubicBezTo>
                    <a:pt x="79" y="1143"/>
                    <a:pt x="91" y="1137"/>
                    <a:pt x="100" y="1124"/>
                  </a:cubicBezTo>
                  <a:cubicBezTo>
                    <a:pt x="125" y="1082"/>
                    <a:pt x="117" y="1016"/>
                    <a:pt x="117" y="974"/>
                  </a:cubicBezTo>
                  <a:cubicBezTo>
                    <a:pt x="117" y="925"/>
                    <a:pt x="117" y="883"/>
                    <a:pt x="117" y="834"/>
                  </a:cubicBezTo>
                  <a:cubicBezTo>
                    <a:pt x="125" y="792"/>
                    <a:pt x="141" y="751"/>
                    <a:pt x="158" y="709"/>
                  </a:cubicBezTo>
                  <a:cubicBezTo>
                    <a:pt x="183" y="660"/>
                    <a:pt x="216" y="626"/>
                    <a:pt x="249" y="585"/>
                  </a:cubicBezTo>
                  <a:cubicBezTo>
                    <a:pt x="307" y="510"/>
                    <a:pt x="365" y="428"/>
                    <a:pt x="398" y="336"/>
                  </a:cubicBezTo>
                  <a:cubicBezTo>
                    <a:pt x="423" y="245"/>
                    <a:pt x="440" y="138"/>
                    <a:pt x="431" y="38"/>
                  </a:cubicBezTo>
                  <a:cubicBezTo>
                    <a:pt x="431" y="13"/>
                    <a:pt x="415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35"/>
            <p:cNvSpPr/>
            <p:nvPr/>
          </p:nvSpPr>
          <p:spPr>
            <a:xfrm>
              <a:off x="2706775" y="1585250"/>
              <a:ext cx="1900" cy="5300"/>
            </a:xfrm>
            <a:custGeom>
              <a:rect b="b" l="l" r="r" t="t"/>
              <a:pathLst>
                <a:path extrusionOk="0" h="212" w="76">
                  <a:moveTo>
                    <a:pt x="34" y="1"/>
                  </a:moveTo>
                  <a:cubicBezTo>
                    <a:pt x="25" y="1"/>
                    <a:pt x="17" y="9"/>
                    <a:pt x="9" y="17"/>
                  </a:cubicBezTo>
                  <a:cubicBezTo>
                    <a:pt x="0" y="17"/>
                    <a:pt x="0" y="34"/>
                    <a:pt x="0" y="42"/>
                  </a:cubicBezTo>
                  <a:cubicBezTo>
                    <a:pt x="0" y="67"/>
                    <a:pt x="0" y="92"/>
                    <a:pt x="9" y="117"/>
                  </a:cubicBezTo>
                  <a:cubicBezTo>
                    <a:pt x="9" y="133"/>
                    <a:pt x="9" y="141"/>
                    <a:pt x="17" y="158"/>
                  </a:cubicBezTo>
                  <a:cubicBezTo>
                    <a:pt x="17" y="166"/>
                    <a:pt x="17" y="175"/>
                    <a:pt x="17" y="175"/>
                  </a:cubicBezTo>
                  <a:cubicBezTo>
                    <a:pt x="17" y="183"/>
                    <a:pt x="25" y="191"/>
                    <a:pt x="25" y="199"/>
                  </a:cubicBezTo>
                  <a:cubicBezTo>
                    <a:pt x="25" y="205"/>
                    <a:pt x="34" y="211"/>
                    <a:pt x="41" y="211"/>
                  </a:cubicBezTo>
                  <a:cubicBezTo>
                    <a:pt x="45" y="211"/>
                    <a:pt x="48" y="210"/>
                    <a:pt x="50" y="208"/>
                  </a:cubicBezTo>
                  <a:cubicBezTo>
                    <a:pt x="58" y="208"/>
                    <a:pt x="67" y="199"/>
                    <a:pt x="67" y="191"/>
                  </a:cubicBezTo>
                  <a:cubicBezTo>
                    <a:pt x="67" y="183"/>
                    <a:pt x="75" y="175"/>
                    <a:pt x="75" y="166"/>
                  </a:cubicBezTo>
                  <a:lnTo>
                    <a:pt x="75" y="150"/>
                  </a:lnTo>
                  <a:cubicBezTo>
                    <a:pt x="75" y="141"/>
                    <a:pt x="67" y="125"/>
                    <a:pt x="67" y="117"/>
                  </a:cubicBezTo>
                  <a:cubicBezTo>
                    <a:pt x="67" y="92"/>
                    <a:pt x="67" y="59"/>
                    <a:pt x="67" y="34"/>
                  </a:cubicBezTo>
                  <a:cubicBezTo>
                    <a:pt x="67" y="17"/>
                    <a:pt x="50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35"/>
            <p:cNvSpPr/>
            <p:nvPr/>
          </p:nvSpPr>
          <p:spPr>
            <a:xfrm>
              <a:off x="2714850" y="1454900"/>
              <a:ext cx="18475" cy="103575"/>
            </a:xfrm>
            <a:custGeom>
              <a:rect b="b" l="l" r="r" t="t"/>
              <a:pathLst>
                <a:path extrusionOk="0" h="4143" w="739">
                  <a:moveTo>
                    <a:pt x="611" y="0"/>
                  </a:moveTo>
                  <a:cubicBezTo>
                    <a:pt x="596" y="0"/>
                    <a:pt x="584" y="8"/>
                    <a:pt x="589" y="28"/>
                  </a:cubicBezTo>
                  <a:cubicBezTo>
                    <a:pt x="597" y="169"/>
                    <a:pt x="622" y="310"/>
                    <a:pt x="622" y="459"/>
                  </a:cubicBezTo>
                  <a:cubicBezTo>
                    <a:pt x="622" y="600"/>
                    <a:pt x="614" y="749"/>
                    <a:pt x="589" y="890"/>
                  </a:cubicBezTo>
                  <a:cubicBezTo>
                    <a:pt x="514" y="1445"/>
                    <a:pt x="431" y="2000"/>
                    <a:pt x="349" y="2555"/>
                  </a:cubicBezTo>
                  <a:cubicBezTo>
                    <a:pt x="307" y="2820"/>
                    <a:pt x="257" y="3085"/>
                    <a:pt x="183" y="3342"/>
                  </a:cubicBezTo>
                  <a:cubicBezTo>
                    <a:pt x="141" y="3475"/>
                    <a:pt x="100" y="3599"/>
                    <a:pt x="67" y="3723"/>
                  </a:cubicBezTo>
                  <a:cubicBezTo>
                    <a:pt x="42" y="3856"/>
                    <a:pt x="17" y="3980"/>
                    <a:pt x="1" y="4113"/>
                  </a:cubicBezTo>
                  <a:cubicBezTo>
                    <a:pt x="1" y="4131"/>
                    <a:pt x="16" y="4142"/>
                    <a:pt x="32" y="4142"/>
                  </a:cubicBezTo>
                  <a:cubicBezTo>
                    <a:pt x="43" y="4142"/>
                    <a:pt x="55" y="4135"/>
                    <a:pt x="59" y="4121"/>
                  </a:cubicBezTo>
                  <a:cubicBezTo>
                    <a:pt x="83" y="3972"/>
                    <a:pt x="133" y="3823"/>
                    <a:pt x="183" y="3682"/>
                  </a:cubicBezTo>
                  <a:cubicBezTo>
                    <a:pt x="233" y="3541"/>
                    <a:pt x="282" y="3400"/>
                    <a:pt x="324" y="3259"/>
                  </a:cubicBezTo>
                  <a:cubicBezTo>
                    <a:pt x="398" y="2994"/>
                    <a:pt x="431" y="2721"/>
                    <a:pt x="473" y="2447"/>
                  </a:cubicBezTo>
                  <a:cubicBezTo>
                    <a:pt x="514" y="2166"/>
                    <a:pt x="556" y="1884"/>
                    <a:pt x="597" y="1602"/>
                  </a:cubicBezTo>
                  <a:cubicBezTo>
                    <a:pt x="639" y="1329"/>
                    <a:pt x="688" y="1047"/>
                    <a:pt x="713" y="774"/>
                  </a:cubicBezTo>
                  <a:cubicBezTo>
                    <a:pt x="730" y="649"/>
                    <a:pt x="738" y="517"/>
                    <a:pt x="730" y="384"/>
                  </a:cubicBezTo>
                  <a:cubicBezTo>
                    <a:pt x="721" y="260"/>
                    <a:pt x="705" y="127"/>
                    <a:pt x="639" y="11"/>
                  </a:cubicBezTo>
                  <a:cubicBezTo>
                    <a:pt x="632" y="4"/>
                    <a:pt x="621" y="0"/>
                    <a:pt x="6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35"/>
            <p:cNvSpPr/>
            <p:nvPr/>
          </p:nvSpPr>
          <p:spPr>
            <a:xfrm>
              <a:off x="2730175" y="1440675"/>
              <a:ext cx="1700" cy="5000"/>
            </a:xfrm>
            <a:custGeom>
              <a:rect b="b" l="l" r="r" t="t"/>
              <a:pathLst>
                <a:path extrusionOk="0" h="200" w="68">
                  <a:moveTo>
                    <a:pt x="50" y="0"/>
                  </a:moveTo>
                  <a:cubicBezTo>
                    <a:pt x="34" y="0"/>
                    <a:pt x="26" y="9"/>
                    <a:pt x="26" y="17"/>
                  </a:cubicBezTo>
                  <a:cubicBezTo>
                    <a:pt x="17" y="33"/>
                    <a:pt x="17" y="42"/>
                    <a:pt x="17" y="58"/>
                  </a:cubicBezTo>
                  <a:cubicBezTo>
                    <a:pt x="9" y="67"/>
                    <a:pt x="9" y="83"/>
                    <a:pt x="9" y="100"/>
                  </a:cubicBezTo>
                  <a:cubicBezTo>
                    <a:pt x="9" y="125"/>
                    <a:pt x="9" y="149"/>
                    <a:pt x="1" y="174"/>
                  </a:cubicBezTo>
                  <a:cubicBezTo>
                    <a:pt x="1" y="191"/>
                    <a:pt x="17" y="199"/>
                    <a:pt x="34" y="199"/>
                  </a:cubicBezTo>
                  <a:cubicBezTo>
                    <a:pt x="50" y="199"/>
                    <a:pt x="59" y="191"/>
                    <a:pt x="59" y="174"/>
                  </a:cubicBezTo>
                  <a:cubicBezTo>
                    <a:pt x="59" y="149"/>
                    <a:pt x="67" y="125"/>
                    <a:pt x="67" y="100"/>
                  </a:cubicBezTo>
                  <a:cubicBezTo>
                    <a:pt x="67" y="83"/>
                    <a:pt x="67" y="75"/>
                    <a:pt x="67" y="58"/>
                  </a:cubicBezTo>
                  <a:cubicBezTo>
                    <a:pt x="67" y="50"/>
                    <a:pt x="67" y="33"/>
                    <a:pt x="67" y="25"/>
                  </a:cubicBezTo>
                  <a:cubicBezTo>
                    <a:pt x="67" y="17"/>
                    <a:pt x="59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35"/>
            <p:cNvSpPr/>
            <p:nvPr/>
          </p:nvSpPr>
          <p:spPr>
            <a:xfrm>
              <a:off x="2460700" y="1411250"/>
              <a:ext cx="283600" cy="474625"/>
            </a:xfrm>
            <a:custGeom>
              <a:rect b="b" l="l" r="r" t="t"/>
              <a:pathLst>
                <a:path extrusionOk="0" h="18985" w="11344">
                  <a:moveTo>
                    <a:pt x="605" y="10797"/>
                  </a:moveTo>
                  <a:cubicBezTo>
                    <a:pt x="605" y="10797"/>
                    <a:pt x="613" y="10797"/>
                    <a:pt x="613" y="10805"/>
                  </a:cubicBezTo>
                  <a:lnTo>
                    <a:pt x="597" y="10797"/>
                  </a:lnTo>
                  <a:close/>
                  <a:moveTo>
                    <a:pt x="2685" y="11020"/>
                  </a:moveTo>
                  <a:cubicBezTo>
                    <a:pt x="2693" y="11037"/>
                    <a:pt x="2701" y="11062"/>
                    <a:pt x="2701" y="11078"/>
                  </a:cubicBezTo>
                  <a:cubicBezTo>
                    <a:pt x="2685" y="11062"/>
                    <a:pt x="2677" y="11045"/>
                    <a:pt x="2660" y="11037"/>
                  </a:cubicBezTo>
                  <a:cubicBezTo>
                    <a:pt x="2668" y="11029"/>
                    <a:pt x="2677" y="11029"/>
                    <a:pt x="2685" y="11020"/>
                  </a:cubicBezTo>
                  <a:close/>
                  <a:moveTo>
                    <a:pt x="771" y="10614"/>
                  </a:moveTo>
                  <a:cubicBezTo>
                    <a:pt x="796" y="10656"/>
                    <a:pt x="821" y="10689"/>
                    <a:pt x="862" y="10714"/>
                  </a:cubicBezTo>
                  <a:cubicBezTo>
                    <a:pt x="937" y="10764"/>
                    <a:pt x="1028" y="10764"/>
                    <a:pt x="1111" y="10764"/>
                  </a:cubicBezTo>
                  <a:cubicBezTo>
                    <a:pt x="1276" y="10764"/>
                    <a:pt x="1450" y="10739"/>
                    <a:pt x="1624" y="10739"/>
                  </a:cubicBezTo>
                  <a:cubicBezTo>
                    <a:pt x="1707" y="10739"/>
                    <a:pt x="1790" y="10739"/>
                    <a:pt x="1873" y="10747"/>
                  </a:cubicBezTo>
                  <a:cubicBezTo>
                    <a:pt x="1914" y="10755"/>
                    <a:pt x="1956" y="10764"/>
                    <a:pt x="1997" y="10780"/>
                  </a:cubicBezTo>
                  <a:cubicBezTo>
                    <a:pt x="2030" y="10788"/>
                    <a:pt x="2055" y="10797"/>
                    <a:pt x="2072" y="10830"/>
                  </a:cubicBezTo>
                  <a:cubicBezTo>
                    <a:pt x="2088" y="10863"/>
                    <a:pt x="2097" y="10904"/>
                    <a:pt x="2113" y="10938"/>
                  </a:cubicBezTo>
                  <a:cubicBezTo>
                    <a:pt x="2121" y="10962"/>
                    <a:pt x="2138" y="10987"/>
                    <a:pt x="2163" y="11012"/>
                  </a:cubicBezTo>
                  <a:cubicBezTo>
                    <a:pt x="2204" y="11062"/>
                    <a:pt x="2271" y="11095"/>
                    <a:pt x="2337" y="11112"/>
                  </a:cubicBezTo>
                  <a:cubicBezTo>
                    <a:pt x="2349" y="11115"/>
                    <a:pt x="2360" y="11117"/>
                    <a:pt x="2371" y="11118"/>
                  </a:cubicBezTo>
                  <a:lnTo>
                    <a:pt x="2371" y="11118"/>
                  </a:lnTo>
                  <a:cubicBezTo>
                    <a:pt x="2299" y="11113"/>
                    <a:pt x="2228" y="11098"/>
                    <a:pt x="2163" y="11078"/>
                  </a:cubicBezTo>
                  <a:cubicBezTo>
                    <a:pt x="2155" y="11062"/>
                    <a:pt x="2146" y="11054"/>
                    <a:pt x="2130" y="11045"/>
                  </a:cubicBezTo>
                  <a:cubicBezTo>
                    <a:pt x="2105" y="11037"/>
                    <a:pt x="2080" y="11029"/>
                    <a:pt x="2047" y="11020"/>
                  </a:cubicBezTo>
                  <a:cubicBezTo>
                    <a:pt x="1989" y="10979"/>
                    <a:pt x="1931" y="10938"/>
                    <a:pt x="1865" y="10904"/>
                  </a:cubicBezTo>
                  <a:cubicBezTo>
                    <a:pt x="1840" y="10888"/>
                    <a:pt x="1823" y="10880"/>
                    <a:pt x="1798" y="10863"/>
                  </a:cubicBezTo>
                  <a:cubicBezTo>
                    <a:pt x="1740" y="10838"/>
                    <a:pt x="1682" y="10813"/>
                    <a:pt x="1616" y="10805"/>
                  </a:cubicBezTo>
                  <a:lnTo>
                    <a:pt x="1566" y="10805"/>
                  </a:lnTo>
                  <a:cubicBezTo>
                    <a:pt x="1508" y="10797"/>
                    <a:pt x="1459" y="10797"/>
                    <a:pt x="1409" y="10788"/>
                  </a:cubicBezTo>
                  <a:cubicBezTo>
                    <a:pt x="1276" y="10780"/>
                    <a:pt x="1144" y="10788"/>
                    <a:pt x="1019" y="10772"/>
                  </a:cubicBezTo>
                  <a:lnTo>
                    <a:pt x="978" y="10772"/>
                  </a:lnTo>
                  <a:cubicBezTo>
                    <a:pt x="887" y="10747"/>
                    <a:pt x="796" y="10714"/>
                    <a:pt x="713" y="10672"/>
                  </a:cubicBezTo>
                  <a:cubicBezTo>
                    <a:pt x="729" y="10656"/>
                    <a:pt x="754" y="10631"/>
                    <a:pt x="771" y="10614"/>
                  </a:cubicBezTo>
                  <a:close/>
                  <a:moveTo>
                    <a:pt x="1028" y="12603"/>
                  </a:moveTo>
                  <a:lnTo>
                    <a:pt x="1028" y="12636"/>
                  </a:lnTo>
                  <a:cubicBezTo>
                    <a:pt x="1011" y="12628"/>
                    <a:pt x="995" y="12628"/>
                    <a:pt x="986" y="12620"/>
                  </a:cubicBezTo>
                  <a:cubicBezTo>
                    <a:pt x="986" y="12611"/>
                    <a:pt x="995" y="12611"/>
                    <a:pt x="1003" y="12603"/>
                  </a:cubicBezTo>
                  <a:cubicBezTo>
                    <a:pt x="1007" y="12607"/>
                    <a:pt x="1011" y="12609"/>
                    <a:pt x="1015" y="12609"/>
                  </a:cubicBezTo>
                  <a:cubicBezTo>
                    <a:pt x="1019" y="12609"/>
                    <a:pt x="1024" y="12607"/>
                    <a:pt x="1028" y="12603"/>
                  </a:cubicBezTo>
                  <a:close/>
                  <a:moveTo>
                    <a:pt x="10481" y="13307"/>
                  </a:moveTo>
                  <a:lnTo>
                    <a:pt x="10481" y="13307"/>
                  </a:lnTo>
                  <a:cubicBezTo>
                    <a:pt x="10482" y="13308"/>
                    <a:pt x="10482" y="13310"/>
                    <a:pt x="10482" y="13311"/>
                  </a:cubicBezTo>
                  <a:lnTo>
                    <a:pt x="10482" y="13311"/>
                  </a:lnTo>
                  <a:cubicBezTo>
                    <a:pt x="10482" y="13310"/>
                    <a:pt x="10481" y="13309"/>
                    <a:pt x="10481" y="13307"/>
                  </a:cubicBezTo>
                  <a:close/>
                  <a:moveTo>
                    <a:pt x="763" y="12603"/>
                  </a:moveTo>
                  <a:cubicBezTo>
                    <a:pt x="845" y="12686"/>
                    <a:pt x="953" y="12752"/>
                    <a:pt x="1077" y="12752"/>
                  </a:cubicBezTo>
                  <a:cubicBezTo>
                    <a:pt x="1086" y="12752"/>
                    <a:pt x="1102" y="12744"/>
                    <a:pt x="1111" y="12736"/>
                  </a:cubicBezTo>
                  <a:cubicBezTo>
                    <a:pt x="1111" y="12760"/>
                    <a:pt x="1119" y="12777"/>
                    <a:pt x="1135" y="12785"/>
                  </a:cubicBezTo>
                  <a:cubicBezTo>
                    <a:pt x="1152" y="12901"/>
                    <a:pt x="1169" y="13009"/>
                    <a:pt x="1193" y="13117"/>
                  </a:cubicBezTo>
                  <a:cubicBezTo>
                    <a:pt x="1218" y="13224"/>
                    <a:pt x="1251" y="13332"/>
                    <a:pt x="1334" y="13398"/>
                  </a:cubicBezTo>
                  <a:cubicBezTo>
                    <a:pt x="1301" y="13415"/>
                    <a:pt x="1268" y="13423"/>
                    <a:pt x="1235" y="13440"/>
                  </a:cubicBezTo>
                  <a:cubicBezTo>
                    <a:pt x="1177" y="13473"/>
                    <a:pt x="1111" y="13506"/>
                    <a:pt x="1061" y="13556"/>
                  </a:cubicBezTo>
                  <a:cubicBezTo>
                    <a:pt x="1028" y="13572"/>
                    <a:pt x="1003" y="13597"/>
                    <a:pt x="978" y="13622"/>
                  </a:cubicBezTo>
                  <a:cubicBezTo>
                    <a:pt x="961" y="13639"/>
                    <a:pt x="945" y="13655"/>
                    <a:pt x="920" y="13672"/>
                  </a:cubicBezTo>
                  <a:cubicBezTo>
                    <a:pt x="906" y="13683"/>
                    <a:pt x="891" y="13687"/>
                    <a:pt x="877" y="13687"/>
                  </a:cubicBezTo>
                  <a:cubicBezTo>
                    <a:pt x="847" y="13687"/>
                    <a:pt x="818" y="13669"/>
                    <a:pt x="796" y="13647"/>
                  </a:cubicBezTo>
                  <a:cubicBezTo>
                    <a:pt x="713" y="13564"/>
                    <a:pt x="663" y="13432"/>
                    <a:pt x="647" y="13316"/>
                  </a:cubicBezTo>
                  <a:cubicBezTo>
                    <a:pt x="630" y="13175"/>
                    <a:pt x="647" y="13050"/>
                    <a:pt x="688" y="12926"/>
                  </a:cubicBezTo>
                  <a:lnTo>
                    <a:pt x="688" y="12918"/>
                  </a:lnTo>
                  <a:cubicBezTo>
                    <a:pt x="705" y="12852"/>
                    <a:pt x="729" y="12794"/>
                    <a:pt x="738" y="12719"/>
                  </a:cubicBezTo>
                  <a:cubicBezTo>
                    <a:pt x="746" y="12686"/>
                    <a:pt x="754" y="12644"/>
                    <a:pt x="763" y="12603"/>
                  </a:cubicBezTo>
                  <a:close/>
                  <a:moveTo>
                    <a:pt x="11028" y="117"/>
                  </a:moveTo>
                  <a:cubicBezTo>
                    <a:pt x="11053" y="167"/>
                    <a:pt x="11070" y="216"/>
                    <a:pt x="11095" y="274"/>
                  </a:cubicBezTo>
                  <a:cubicBezTo>
                    <a:pt x="11269" y="788"/>
                    <a:pt x="11177" y="1351"/>
                    <a:pt x="11136" y="1873"/>
                  </a:cubicBezTo>
                  <a:cubicBezTo>
                    <a:pt x="11086" y="2462"/>
                    <a:pt x="11078" y="3058"/>
                    <a:pt x="11045" y="3646"/>
                  </a:cubicBezTo>
                  <a:cubicBezTo>
                    <a:pt x="11020" y="4235"/>
                    <a:pt x="10970" y="4823"/>
                    <a:pt x="10829" y="5395"/>
                  </a:cubicBezTo>
                  <a:cubicBezTo>
                    <a:pt x="10796" y="5535"/>
                    <a:pt x="10755" y="5676"/>
                    <a:pt x="10713" y="5817"/>
                  </a:cubicBezTo>
                  <a:cubicBezTo>
                    <a:pt x="10680" y="5941"/>
                    <a:pt x="10647" y="6082"/>
                    <a:pt x="10680" y="6215"/>
                  </a:cubicBezTo>
                  <a:cubicBezTo>
                    <a:pt x="10697" y="6281"/>
                    <a:pt x="10730" y="6339"/>
                    <a:pt x="10763" y="6397"/>
                  </a:cubicBezTo>
                  <a:cubicBezTo>
                    <a:pt x="10788" y="6439"/>
                    <a:pt x="10813" y="6497"/>
                    <a:pt x="10796" y="6555"/>
                  </a:cubicBezTo>
                  <a:cubicBezTo>
                    <a:pt x="10780" y="6662"/>
                    <a:pt x="10680" y="6737"/>
                    <a:pt x="10597" y="6795"/>
                  </a:cubicBezTo>
                  <a:cubicBezTo>
                    <a:pt x="10498" y="6861"/>
                    <a:pt x="10374" y="6911"/>
                    <a:pt x="10357" y="7043"/>
                  </a:cubicBezTo>
                  <a:cubicBezTo>
                    <a:pt x="10332" y="7176"/>
                    <a:pt x="10407" y="7309"/>
                    <a:pt x="10423" y="7433"/>
                  </a:cubicBezTo>
                  <a:cubicBezTo>
                    <a:pt x="10448" y="7690"/>
                    <a:pt x="10399" y="7938"/>
                    <a:pt x="10258" y="8162"/>
                  </a:cubicBezTo>
                  <a:cubicBezTo>
                    <a:pt x="10245" y="8181"/>
                    <a:pt x="10266" y="8204"/>
                    <a:pt x="10283" y="8204"/>
                  </a:cubicBezTo>
                  <a:cubicBezTo>
                    <a:pt x="10289" y="8204"/>
                    <a:pt x="10295" y="8201"/>
                    <a:pt x="10299" y="8195"/>
                  </a:cubicBezTo>
                  <a:cubicBezTo>
                    <a:pt x="10365" y="8104"/>
                    <a:pt x="10423" y="8013"/>
                    <a:pt x="10457" y="7905"/>
                  </a:cubicBezTo>
                  <a:cubicBezTo>
                    <a:pt x="10457" y="7897"/>
                    <a:pt x="10465" y="7897"/>
                    <a:pt x="10465" y="7889"/>
                  </a:cubicBezTo>
                  <a:cubicBezTo>
                    <a:pt x="10465" y="8013"/>
                    <a:pt x="10465" y="8137"/>
                    <a:pt x="10481" y="8253"/>
                  </a:cubicBezTo>
                  <a:cubicBezTo>
                    <a:pt x="10490" y="8452"/>
                    <a:pt x="10523" y="8651"/>
                    <a:pt x="10556" y="8850"/>
                  </a:cubicBezTo>
                  <a:cubicBezTo>
                    <a:pt x="10589" y="9049"/>
                    <a:pt x="10622" y="9239"/>
                    <a:pt x="10581" y="9438"/>
                  </a:cubicBezTo>
                  <a:cubicBezTo>
                    <a:pt x="10539" y="9620"/>
                    <a:pt x="10465" y="9794"/>
                    <a:pt x="10423" y="9977"/>
                  </a:cubicBezTo>
                  <a:cubicBezTo>
                    <a:pt x="10399" y="10059"/>
                    <a:pt x="10390" y="10151"/>
                    <a:pt x="10390" y="10242"/>
                  </a:cubicBezTo>
                  <a:cubicBezTo>
                    <a:pt x="10390" y="10325"/>
                    <a:pt x="10399" y="10432"/>
                    <a:pt x="10465" y="10490"/>
                  </a:cubicBezTo>
                  <a:cubicBezTo>
                    <a:pt x="10465" y="10540"/>
                    <a:pt x="10473" y="10581"/>
                    <a:pt x="10481" y="10623"/>
                  </a:cubicBezTo>
                  <a:cubicBezTo>
                    <a:pt x="10548" y="10962"/>
                    <a:pt x="10705" y="11269"/>
                    <a:pt x="10788" y="11609"/>
                  </a:cubicBezTo>
                  <a:cubicBezTo>
                    <a:pt x="10829" y="11758"/>
                    <a:pt x="10854" y="11915"/>
                    <a:pt x="10846" y="12081"/>
                  </a:cubicBezTo>
                  <a:cubicBezTo>
                    <a:pt x="10846" y="12089"/>
                    <a:pt x="10846" y="12098"/>
                    <a:pt x="10846" y="12114"/>
                  </a:cubicBezTo>
                  <a:cubicBezTo>
                    <a:pt x="10829" y="12056"/>
                    <a:pt x="10805" y="11990"/>
                    <a:pt x="10763" y="11957"/>
                  </a:cubicBezTo>
                  <a:cubicBezTo>
                    <a:pt x="10759" y="11953"/>
                    <a:pt x="10755" y="11951"/>
                    <a:pt x="10751" y="11951"/>
                  </a:cubicBezTo>
                  <a:cubicBezTo>
                    <a:pt x="10736" y="11951"/>
                    <a:pt x="10722" y="11969"/>
                    <a:pt x="10722" y="11982"/>
                  </a:cubicBezTo>
                  <a:cubicBezTo>
                    <a:pt x="10713" y="12023"/>
                    <a:pt x="10730" y="12056"/>
                    <a:pt x="10738" y="12098"/>
                  </a:cubicBezTo>
                  <a:cubicBezTo>
                    <a:pt x="10747" y="12131"/>
                    <a:pt x="10755" y="12172"/>
                    <a:pt x="10763" y="12205"/>
                  </a:cubicBezTo>
                  <a:cubicBezTo>
                    <a:pt x="10771" y="12280"/>
                    <a:pt x="10771" y="12354"/>
                    <a:pt x="10771" y="12429"/>
                  </a:cubicBezTo>
                  <a:cubicBezTo>
                    <a:pt x="10771" y="12437"/>
                    <a:pt x="10763" y="12446"/>
                    <a:pt x="10763" y="12454"/>
                  </a:cubicBezTo>
                  <a:cubicBezTo>
                    <a:pt x="10755" y="12470"/>
                    <a:pt x="10747" y="12495"/>
                    <a:pt x="10738" y="12520"/>
                  </a:cubicBezTo>
                  <a:cubicBezTo>
                    <a:pt x="10738" y="12537"/>
                    <a:pt x="10738" y="12545"/>
                    <a:pt x="10747" y="12553"/>
                  </a:cubicBezTo>
                  <a:cubicBezTo>
                    <a:pt x="10738" y="12586"/>
                    <a:pt x="10730" y="12611"/>
                    <a:pt x="10722" y="12644"/>
                  </a:cubicBezTo>
                  <a:cubicBezTo>
                    <a:pt x="10714" y="12652"/>
                    <a:pt x="10713" y="12660"/>
                    <a:pt x="10713" y="12668"/>
                  </a:cubicBezTo>
                  <a:lnTo>
                    <a:pt x="10713" y="12668"/>
                  </a:lnTo>
                  <a:cubicBezTo>
                    <a:pt x="10714" y="12594"/>
                    <a:pt x="10722" y="12520"/>
                    <a:pt x="10722" y="12446"/>
                  </a:cubicBezTo>
                  <a:cubicBezTo>
                    <a:pt x="10722" y="12437"/>
                    <a:pt x="10713" y="12437"/>
                    <a:pt x="10713" y="12429"/>
                  </a:cubicBezTo>
                  <a:cubicBezTo>
                    <a:pt x="10713" y="12404"/>
                    <a:pt x="10713" y="12379"/>
                    <a:pt x="10713" y="12346"/>
                  </a:cubicBezTo>
                  <a:cubicBezTo>
                    <a:pt x="10713" y="12325"/>
                    <a:pt x="10697" y="12315"/>
                    <a:pt x="10680" y="12315"/>
                  </a:cubicBezTo>
                  <a:cubicBezTo>
                    <a:pt x="10664" y="12315"/>
                    <a:pt x="10647" y="12325"/>
                    <a:pt x="10647" y="12346"/>
                  </a:cubicBezTo>
                  <a:cubicBezTo>
                    <a:pt x="10647" y="12437"/>
                    <a:pt x="10647" y="12520"/>
                    <a:pt x="10631" y="12603"/>
                  </a:cubicBezTo>
                  <a:cubicBezTo>
                    <a:pt x="10622" y="12644"/>
                    <a:pt x="10614" y="12686"/>
                    <a:pt x="10606" y="12727"/>
                  </a:cubicBezTo>
                  <a:cubicBezTo>
                    <a:pt x="10597" y="12769"/>
                    <a:pt x="10589" y="12810"/>
                    <a:pt x="10589" y="12852"/>
                  </a:cubicBezTo>
                  <a:cubicBezTo>
                    <a:pt x="10589" y="12860"/>
                    <a:pt x="10597" y="12868"/>
                    <a:pt x="10606" y="12876"/>
                  </a:cubicBezTo>
                  <a:cubicBezTo>
                    <a:pt x="10597" y="12918"/>
                    <a:pt x="10581" y="12959"/>
                    <a:pt x="10573" y="13001"/>
                  </a:cubicBezTo>
                  <a:cubicBezTo>
                    <a:pt x="10573" y="12992"/>
                    <a:pt x="10573" y="12984"/>
                    <a:pt x="10573" y="12976"/>
                  </a:cubicBezTo>
                  <a:cubicBezTo>
                    <a:pt x="10573" y="12943"/>
                    <a:pt x="10546" y="12923"/>
                    <a:pt x="10519" y="12923"/>
                  </a:cubicBezTo>
                  <a:cubicBezTo>
                    <a:pt x="10500" y="12923"/>
                    <a:pt x="10480" y="12934"/>
                    <a:pt x="10473" y="12959"/>
                  </a:cubicBezTo>
                  <a:cubicBezTo>
                    <a:pt x="10440" y="13133"/>
                    <a:pt x="10390" y="13307"/>
                    <a:pt x="10324" y="13465"/>
                  </a:cubicBezTo>
                  <a:cubicBezTo>
                    <a:pt x="10318" y="13462"/>
                    <a:pt x="10311" y="13460"/>
                    <a:pt x="10304" y="13460"/>
                  </a:cubicBezTo>
                  <a:cubicBezTo>
                    <a:pt x="10291" y="13460"/>
                    <a:pt x="10280" y="13466"/>
                    <a:pt x="10274" y="13481"/>
                  </a:cubicBezTo>
                  <a:cubicBezTo>
                    <a:pt x="10233" y="13606"/>
                    <a:pt x="10175" y="13722"/>
                    <a:pt x="10109" y="13838"/>
                  </a:cubicBezTo>
                  <a:cubicBezTo>
                    <a:pt x="10092" y="13871"/>
                    <a:pt x="10067" y="13904"/>
                    <a:pt x="10051" y="13937"/>
                  </a:cubicBezTo>
                  <a:cubicBezTo>
                    <a:pt x="10026" y="13987"/>
                    <a:pt x="9993" y="14036"/>
                    <a:pt x="9959" y="14086"/>
                  </a:cubicBezTo>
                  <a:cubicBezTo>
                    <a:pt x="9918" y="14136"/>
                    <a:pt x="9868" y="14186"/>
                    <a:pt x="9843" y="14244"/>
                  </a:cubicBezTo>
                  <a:cubicBezTo>
                    <a:pt x="9827" y="14277"/>
                    <a:pt x="9810" y="14310"/>
                    <a:pt x="9819" y="14343"/>
                  </a:cubicBezTo>
                  <a:cubicBezTo>
                    <a:pt x="9827" y="14368"/>
                    <a:pt x="9835" y="14384"/>
                    <a:pt x="9868" y="14384"/>
                  </a:cubicBezTo>
                  <a:cubicBezTo>
                    <a:pt x="9893" y="14376"/>
                    <a:pt x="9910" y="14343"/>
                    <a:pt x="9918" y="14318"/>
                  </a:cubicBezTo>
                  <a:cubicBezTo>
                    <a:pt x="9935" y="14285"/>
                    <a:pt x="9951" y="14260"/>
                    <a:pt x="9968" y="14235"/>
                  </a:cubicBezTo>
                  <a:cubicBezTo>
                    <a:pt x="10034" y="14144"/>
                    <a:pt x="10092" y="14053"/>
                    <a:pt x="10150" y="13954"/>
                  </a:cubicBezTo>
                  <a:cubicBezTo>
                    <a:pt x="10191" y="13904"/>
                    <a:pt x="10233" y="13846"/>
                    <a:pt x="10266" y="13788"/>
                  </a:cubicBezTo>
                  <a:cubicBezTo>
                    <a:pt x="10316" y="13705"/>
                    <a:pt x="10357" y="13622"/>
                    <a:pt x="10399" y="13539"/>
                  </a:cubicBezTo>
                  <a:cubicBezTo>
                    <a:pt x="10407" y="13506"/>
                    <a:pt x="10423" y="13481"/>
                    <a:pt x="10432" y="13448"/>
                  </a:cubicBezTo>
                  <a:cubicBezTo>
                    <a:pt x="10465" y="13713"/>
                    <a:pt x="10556" y="13970"/>
                    <a:pt x="10664" y="14210"/>
                  </a:cubicBezTo>
                  <a:cubicBezTo>
                    <a:pt x="10647" y="14227"/>
                    <a:pt x="10631" y="14252"/>
                    <a:pt x="10639" y="14277"/>
                  </a:cubicBezTo>
                  <a:cubicBezTo>
                    <a:pt x="10664" y="14418"/>
                    <a:pt x="10697" y="14567"/>
                    <a:pt x="10722" y="14716"/>
                  </a:cubicBezTo>
                  <a:cubicBezTo>
                    <a:pt x="10730" y="14782"/>
                    <a:pt x="10738" y="14848"/>
                    <a:pt x="10722" y="14915"/>
                  </a:cubicBezTo>
                  <a:cubicBezTo>
                    <a:pt x="10697" y="14981"/>
                    <a:pt x="10655" y="15039"/>
                    <a:pt x="10655" y="15114"/>
                  </a:cubicBezTo>
                  <a:cubicBezTo>
                    <a:pt x="10655" y="15136"/>
                    <a:pt x="10674" y="15147"/>
                    <a:pt x="10694" y="15147"/>
                  </a:cubicBezTo>
                  <a:cubicBezTo>
                    <a:pt x="10703" y="15147"/>
                    <a:pt x="10713" y="15144"/>
                    <a:pt x="10722" y="15138"/>
                  </a:cubicBezTo>
                  <a:lnTo>
                    <a:pt x="10722" y="15147"/>
                  </a:lnTo>
                  <a:cubicBezTo>
                    <a:pt x="10722" y="15172"/>
                    <a:pt x="10730" y="15205"/>
                    <a:pt x="10730" y="15238"/>
                  </a:cubicBezTo>
                  <a:cubicBezTo>
                    <a:pt x="10730" y="15254"/>
                    <a:pt x="10738" y="15271"/>
                    <a:pt x="10755" y="15279"/>
                  </a:cubicBezTo>
                  <a:cubicBezTo>
                    <a:pt x="10771" y="15337"/>
                    <a:pt x="10780" y="15404"/>
                    <a:pt x="10788" y="15470"/>
                  </a:cubicBezTo>
                  <a:cubicBezTo>
                    <a:pt x="10838" y="15702"/>
                    <a:pt x="10863" y="15934"/>
                    <a:pt x="10871" y="16166"/>
                  </a:cubicBezTo>
                  <a:cubicBezTo>
                    <a:pt x="10871" y="16282"/>
                    <a:pt x="10863" y="16389"/>
                    <a:pt x="10846" y="16505"/>
                  </a:cubicBezTo>
                  <a:cubicBezTo>
                    <a:pt x="10838" y="16563"/>
                    <a:pt x="10829" y="16621"/>
                    <a:pt x="10821" y="16679"/>
                  </a:cubicBezTo>
                  <a:cubicBezTo>
                    <a:pt x="10813" y="16729"/>
                    <a:pt x="10796" y="16787"/>
                    <a:pt x="10805" y="16837"/>
                  </a:cubicBezTo>
                  <a:cubicBezTo>
                    <a:pt x="10805" y="16851"/>
                    <a:pt x="10812" y="16857"/>
                    <a:pt x="10822" y="16857"/>
                  </a:cubicBezTo>
                  <a:cubicBezTo>
                    <a:pt x="10829" y="16857"/>
                    <a:pt x="10839" y="16853"/>
                    <a:pt x="10846" y="16845"/>
                  </a:cubicBezTo>
                  <a:cubicBezTo>
                    <a:pt x="10887" y="16804"/>
                    <a:pt x="10904" y="16729"/>
                    <a:pt x="10921" y="16671"/>
                  </a:cubicBezTo>
                  <a:cubicBezTo>
                    <a:pt x="10937" y="16605"/>
                    <a:pt x="10945" y="16539"/>
                    <a:pt x="10954" y="16472"/>
                  </a:cubicBezTo>
                  <a:cubicBezTo>
                    <a:pt x="10962" y="16406"/>
                    <a:pt x="10970" y="16340"/>
                    <a:pt x="10970" y="16265"/>
                  </a:cubicBezTo>
                  <a:cubicBezTo>
                    <a:pt x="10995" y="16348"/>
                    <a:pt x="11012" y="16439"/>
                    <a:pt x="11037" y="16522"/>
                  </a:cubicBezTo>
                  <a:cubicBezTo>
                    <a:pt x="11028" y="16514"/>
                    <a:pt x="11018" y="16510"/>
                    <a:pt x="11008" y="16510"/>
                  </a:cubicBezTo>
                  <a:cubicBezTo>
                    <a:pt x="10979" y="16510"/>
                    <a:pt x="10950" y="16541"/>
                    <a:pt x="10962" y="16572"/>
                  </a:cubicBezTo>
                  <a:cubicBezTo>
                    <a:pt x="11020" y="16746"/>
                    <a:pt x="11078" y="16920"/>
                    <a:pt x="11136" y="17102"/>
                  </a:cubicBezTo>
                  <a:cubicBezTo>
                    <a:pt x="11161" y="17168"/>
                    <a:pt x="11194" y="17251"/>
                    <a:pt x="11211" y="17326"/>
                  </a:cubicBezTo>
                  <a:cubicBezTo>
                    <a:pt x="11219" y="17400"/>
                    <a:pt x="11177" y="17458"/>
                    <a:pt x="11136" y="17516"/>
                  </a:cubicBezTo>
                  <a:cubicBezTo>
                    <a:pt x="11053" y="17624"/>
                    <a:pt x="10962" y="17723"/>
                    <a:pt x="10863" y="17806"/>
                  </a:cubicBezTo>
                  <a:cubicBezTo>
                    <a:pt x="10763" y="17897"/>
                    <a:pt x="10655" y="17980"/>
                    <a:pt x="10548" y="18055"/>
                  </a:cubicBezTo>
                  <a:cubicBezTo>
                    <a:pt x="10490" y="18088"/>
                    <a:pt x="10432" y="18121"/>
                    <a:pt x="10374" y="18154"/>
                  </a:cubicBezTo>
                  <a:cubicBezTo>
                    <a:pt x="10357" y="18163"/>
                    <a:pt x="10341" y="18179"/>
                    <a:pt x="10324" y="18187"/>
                  </a:cubicBezTo>
                  <a:cubicBezTo>
                    <a:pt x="10051" y="18270"/>
                    <a:pt x="9785" y="18361"/>
                    <a:pt x="9512" y="18444"/>
                  </a:cubicBezTo>
                  <a:cubicBezTo>
                    <a:pt x="9230" y="18527"/>
                    <a:pt x="8940" y="18602"/>
                    <a:pt x="8650" y="18660"/>
                  </a:cubicBezTo>
                  <a:cubicBezTo>
                    <a:pt x="7957" y="18798"/>
                    <a:pt x="7253" y="18874"/>
                    <a:pt x="6547" y="18874"/>
                  </a:cubicBezTo>
                  <a:cubicBezTo>
                    <a:pt x="6199" y="18874"/>
                    <a:pt x="5850" y="18855"/>
                    <a:pt x="5502" y="18817"/>
                  </a:cubicBezTo>
                  <a:cubicBezTo>
                    <a:pt x="4458" y="18709"/>
                    <a:pt x="3431" y="18419"/>
                    <a:pt x="2486" y="17947"/>
                  </a:cubicBezTo>
                  <a:cubicBezTo>
                    <a:pt x="2476" y="17941"/>
                    <a:pt x="2466" y="17939"/>
                    <a:pt x="2456" y="17939"/>
                  </a:cubicBezTo>
                  <a:cubicBezTo>
                    <a:pt x="2422" y="17939"/>
                    <a:pt x="2390" y="17969"/>
                    <a:pt x="2403" y="18013"/>
                  </a:cubicBezTo>
                  <a:lnTo>
                    <a:pt x="2420" y="18063"/>
                  </a:lnTo>
                  <a:cubicBezTo>
                    <a:pt x="2254" y="17972"/>
                    <a:pt x="2088" y="17881"/>
                    <a:pt x="1923" y="17798"/>
                  </a:cubicBezTo>
                  <a:cubicBezTo>
                    <a:pt x="1599" y="17624"/>
                    <a:pt x="1251" y="17467"/>
                    <a:pt x="978" y="17218"/>
                  </a:cubicBezTo>
                  <a:cubicBezTo>
                    <a:pt x="895" y="17143"/>
                    <a:pt x="829" y="17052"/>
                    <a:pt x="763" y="16953"/>
                  </a:cubicBezTo>
                  <a:lnTo>
                    <a:pt x="763" y="16953"/>
                  </a:lnTo>
                  <a:lnTo>
                    <a:pt x="787" y="16978"/>
                  </a:lnTo>
                  <a:cubicBezTo>
                    <a:pt x="796" y="16986"/>
                    <a:pt x="806" y="16990"/>
                    <a:pt x="816" y="16990"/>
                  </a:cubicBezTo>
                  <a:cubicBezTo>
                    <a:pt x="848" y="16990"/>
                    <a:pt x="879" y="16957"/>
                    <a:pt x="854" y="16920"/>
                  </a:cubicBezTo>
                  <a:cubicBezTo>
                    <a:pt x="796" y="16829"/>
                    <a:pt x="729" y="16737"/>
                    <a:pt x="680" y="16638"/>
                  </a:cubicBezTo>
                  <a:cubicBezTo>
                    <a:pt x="655" y="16588"/>
                    <a:pt x="630" y="16539"/>
                    <a:pt x="613" y="16481"/>
                  </a:cubicBezTo>
                  <a:cubicBezTo>
                    <a:pt x="613" y="16423"/>
                    <a:pt x="622" y="16356"/>
                    <a:pt x="630" y="16298"/>
                  </a:cubicBezTo>
                  <a:cubicBezTo>
                    <a:pt x="643" y="16254"/>
                    <a:pt x="611" y="16224"/>
                    <a:pt x="577" y="16224"/>
                  </a:cubicBezTo>
                  <a:cubicBezTo>
                    <a:pt x="567" y="16224"/>
                    <a:pt x="557" y="16226"/>
                    <a:pt x="547" y="16232"/>
                  </a:cubicBezTo>
                  <a:cubicBezTo>
                    <a:pt x="514" y="16000"/>
                    <a:pt x="531" y="15751"/>
                    <a:pt x="613" y="15536"/>
                  </a:cubicBezTo>
                  <a:lnTo>
                    <a:pt x="696" y="15569"/>
                  </a:lnTo>
                  <a:cubicBezTo>
                    <a:pt x="699" y="15570"/>
                    <a:pt x="702" y="15570"/>
                    <a:pt x="705" y="15570"/>
                  </a:cubicBezTo>
                  <a:cubicBezTo>
                    <a:pt x="738" y="15570"/>
                    <a:pt x="778" y="15532"/>
                    <a:pt x="763" y="15495"/>
                  </a:cubicBezTo>
                  <a:cubicBezTo>
                    <a:pt x="713" y="15379"/>
                    <a:pt x="754" y="15246"/>
                    <a:pt x="829" y="15138"/>
                  </a:cubicBezTo>
                  <a:cubicBezTo>
                    <a:pt x="895" y="15047"/>
                    <a:pt x="986" y="14981"/>
                    <a:pt x="1086" y="14915"/>
                  </a:cubicBezTo>
                  <a:cubicBezTo>
                    <a:pt x="1193" y="14840"/>
                    <a:pt x="1309" y="14766"/>
                    <a:pt x="1425" y="14691"/>
                  </a:cubicBezTo>
                  <a:cubicBezTo>
                    <a:pt x="1492" y="14641"/>
                    <a:pt x="1575" y="14592"/>
                    <a:pt x="1641" y="14525"/>
                  </a:cubicBezTo>
                  <a:lnTo>
                    <a:pt x="1641" y="14525"/>
                  </a:lnTo>
                  <a:cubicBezTo>
                    <a:pt x="1583" y="14989"/>
                    <a:pt x="1898" y="15404"/>
                    <a:pt x="2121" y="15776"/>
                  </a:cubicBezTo>
                  <a:cubicBezTo>
                    <a:pt x="2126" y="15786"/>
                    <a:pt x="2134" y="15790"/>
                    <a:pt x="2142" y="15790"/>
                  </a:cubicBezTo>
                  <a:cubicBezTo>
                    <a:pt x="2161" y="15790"/>
                    <a:pt x="2183" y="15767"/>
                    <a:pt x="2171" y="15743"/>
                  </a:cubicBezTo>
                  <a:cubicBezTo>
                    <a:pt x="2105" y="15619"/>
                    <a:pt x="2047" y="15495"/>
                    <a:pt x="1989" y="15370"/>
                  </a:cubicBezTo>
                  <a:cubicBezTo>
                    <a:pt x="1889" y="15163"/>
                    <a:pt x="1773" y="14956"/>
                    <a:pt x="1749" y="14724"/>
                  </a:cubicBezTo>
                  <a:cubicBezTo>
                    <a:pt x="1740" y="14608"/>
                    <a:pt x="1749" y="14500"/>
                    <a:pt x="1782" y="14393"/>
                  </a:cubicBezTo>
                  <a:cubicBezTo>
                    <a:pt x="1807" y="14335"/>
                    <a:pt x="1823" y="14285"/>
                    <a:pt x="1840" y="14227"/>
                  </a:cubicBezTo>
                  <a:cubicBezTo>
                    <a:pt x="1848" y="14202"/>
                    <a:pt x="1856" y="14177"/>
                    <a:pt x="1856" y="14144"/>
                  </a:cubicBezTo>
                  <a:cubicBezTo>
                    <a:pt x="1856" y="14136"/>
                    <a:pt x="1856" y="14119"/>
                    <a:pt x="1856" y="14111"/>
                  </a:cubicBezTo>
                  <a:cubicBezTo>
                    <a:pt x="1914" y="14109"/>
                    <a:pt x="1972" y="14107"/>
                    <a:pt x="2029" y="14107"/>
                  </a:cubicBezTo>
                  <a:cubicBezTo>
                    <a:pt x="2211" y="14107"/>
                    <a:pt x="2391" y="14123"/>
                    <a:pt x="2561" y="14186"/>
                  </a:cubicBezTo>
                  <a:cubicBezTo>
                    <a:pt x="2685" y="14244"/>
                    <a:pt x="2809" y="14318"/>
                    <a:pt x="2933" y="14376"/>
                  </a:cubicBezTo>
                  <a:cubicBezTo>
                    <a:pt x="3074" y="14434"/>
                    <a:pt x="3223" y="14442"/>
                    <a:pt x="3364" y="14442"/>
                  </a:cubicBezTo>
                  <a:cubicBezTo>
                    <a:pt x="3522" y="14442"/>
                    <a:pt x="3671" y="14426"/>
                    <a:pt x="3820" y="14409"/>
                  </a:cubicBezTo>
                  <a:cubicBezTo>
                    <a:pt x="3977" y="14401"/>
                    <a:pt x="4126" y="14384"/>
                    <a:pt x="4284" y="14360"/>
                  </a:cubicBezTo>
                  <a:cubicBezTo>
                    <a:pt x="4582" y="14318"/>
                    <a:pt x="4889" y="14268"/>
                    <a:pt x="5187" y="14186"/>
                  </a:cubicBezTo>
                  <a:cubicBezTo>
                    <a:pt x="5212" y="14177"/>
                    <a:pt x="5204" y="14136"/>
                    <a:pt x="5179" y="14136"/>
                  </a:cubicBezTo>
                  <a:cubicBezTo>
                    <a:pt x="4839" y="14177"/>
                    <a:pt x="4508" y="14235"/>
                    <a:pt x="4168" y="14268"/>
                  </a:cubicBezTo>
                  <a:cubicBezTo>
                    <a:pt x="4027" y="14285"/>
                    <a:pt x="3878" y="14302"/>
                    <a:pt x="3729" y="14310"/>
                  </a:cubicBezTo>
                  <a:cubicBezTo>
                    <a:pt x="3608" y="14317"/>
                    <a:pt x="3487" y="14329"/>
                    <a:pt x="3371" y="14329"/>
                  </a:cubicBezTo>
                  <a:cubicBezTo>
                    <a:pt x="3344" y="14329"/>
                    <a:pt x="3317" y="14328"/>
                    <a:pt x="3290" y="14326"/>
                  </a:cubicBezTo>
                  <a:cubicBezTo>
                    <a:pt x="3149" y="14326"/>
                    <a:pt x="3016" y="14293"/>
                    <a:pt x="2892" y="14227"/>
                  </a:cubicBezTo>
                  <a:cubicBezTo>
                    <a:pt x="2768" y="14161"/>
                    <a:pt x="2643" y="14094"/>
                    <a:pt x="2519" y="14053"/>
                  </a:cubicBezTo>
                  <a:cubicBezTo>
                    <a:pt x="2348" y="14001"/>
                    <a:pt x="2174" y="13991"/>
                    <a:pt x="2001" y="13991"/>
                  </a:cubicBezTo>
                  <a:cubicBezTo>
                    <a:pt x="1897" y="13991"/>
                    <a:pt x="1793" y="13995"/>
                    <a:pt x="1691" y="13995"/>
                  </a:cubicBezTo>
                  <a:cubicBezTo>
                    <a:pt x="1558" y="13995"/>
                    <a:pt x="1417" y="13995"/>
                    <a:pt x="1285" y="13962"/>
                  </a:cubicBezTo>
                  <a:cubicBezTo>
                    <a:pt x="1218" y="13954"/>
                    <a:pt x="1160" y="13929"/>
                    <a:pt x="1111" y="13887"/>
                  </a:cubicBezTo>
                  <a:cubicBezTo>
                    <a:pt x="1086" y="13871"/>
                    <a:pt x="1061" y="13846"/>
                    <a:pt x="1044" y="13821"/>
                  </a:cubicBezTo>
                  <a:cubicBezTo>
                    <a:pt x="1028" y="13813"/>
                    <a:pt x="1028" y="13796"/>
                    <a:pt x="1011" y="13788"/>
                  </a:cubicBezTo>
                  <a:cubicBezTo>
                    <a:pt x="1003" y="13780"/>
                    <a:pt x="995" y="13771"/>
                    <a:pt x="986" y="13763"/>
                  </a:cubicBezTo>
                  <a:cubicBezTo>
                    <a:pt x="1036" y="13730"/>
                    <a:pt x="1069" y="13688"/>
                    <a:pt x="1119" y="13647"/>
                  </a:cubicBezTo>
                  <a:cubicBezTo>
                    <a:pt x="1169" y="13606"/>
                    <a:pt x="1227" y="13572"/>
                    <a:pt x="1285" y="13539"/>
                  </a:cubicBezTo>
                  <a:cubicBezTo>
                    <a:pt x="1318" y="13523"/>
                    <a:pt x="1351" y="13506"/>
                    <a:pt x="1384" y="13490"/>
                  </a:cubicBezTo>
                  <a:cubicBezTo>
                    <a:pt x="1401" y="13481"/>
                    <a:pt x="1425" y="13473"/>
                    <a:pt x="1442" y="13456"/>
                  </a:cubicBezTo>
                  <a:cubicBezTo>
                    <a:pt x="1500" y="13481"/>
                    <a:pt x="1566" y="13498"/>
                    <a:pt x="1633" y="13498"/>
                  </a:cubicBezTo>
                  <a:cubicBezTo>
                    <a:pt x="1651" y="13499"/>
                    <a:pt x="1669" y="13500"/>
                    <a:pt x="1687" y="13500"/>
                  </a:cubicBezTo>
                  <a:cubicBezTo>
                    <a:pt x="1876" y="13500"/>
                    <a:pt x="2064" y="13426"/>
                    <a:pt x="2246" y="13374"/>
                  </a:cubicBezTo>
                  <a:cubicBezTo>
                    <a:pt x="2332" y="13352"/>
                    <a:pt x="2418" y="13331"/>
                    <a:pt x="2509" y="13331"/>
                  </a:cubicBezTo>
                  <a:cubicBezTo>
                    <a:pt x="2524" y="13331"/>
                    <a:pt x="2538" y="13331"/>
                    <a:pt x="2552" y="13332"/>
                  </a:cubicBezTo>
                  <a:cubicBezTo>
                    <a:pt x="2660" y="13332"/>
                    <a:pt x="2776" y="13374"/>
                    <a:pt x="2875" y="13423"/>
                  </a:cubicBezTo>
                  <a:cubicBezTo>
                    <a:pt x="2975" y="13465"/>
                    <a:pt x="3083" y="13523"/>
                    <a:pt x="3182" y="13572"/>
                  </a:cubicBezTo>
                  <a:cubicBezTo>
                    <a:pt x="3290" y="13622"/>
                    <a:pt x="3397" y="13664"/>
                    <a:pt x="3505" y="13697"/>
                  </a:cubicBezTo>
                  <a:cubicBezTo>
                    <a:pt x="3712" y="13771"/>
                    <a:pt x="3936" y="13829"/>
                    <a:pt x="4160" y="13854"/>
                  </a:cubicBezTo>
                  <a:cubicBezTo>
                    <a:pt x="4271" y="13871"/>
                    <a:pt x="4383" y="13879"/>
                    <a:pt x="4495" y="13879"/>
                  </a:cubicBezTo>
                  <a:cubicBezTo>
                    <a:pt x="4607" y="13879"/>
                    <a:pt x="4719" y="13871"/>
                    <a:pt x="4831" y="13854"/>
                  </a:cubicBezTo>
                  <a:cubicBezTo>
                    <a:pt x="5063" y="13821"/>
                    <a:pt x="5278" y="13746"/>
                    <a:pt x="5494" y="13647"/>
                  </a:cubicBezTo>
                  <a:cubicBezTo>
                    <a:pt x="5726" y="13548"/>
                    <a:pt x="5949" y="13440"/>
                    <a:pt x="6173" y="13332"/>
                  </a:cubicBezTo>
                  <a:cubicBezTo>
                    <a:pt x="6397" y="13216"/>
                    <a:pt x="6629" y="13108"/>
                    <a:pt x="6861" y="13001"/>
                  </a:cubicBezTo>
                  <a:cubicBezTo>
                    <a:pt x="6886" y="12984"/>
                    <a:pt x="6894" y="12943"/>
                    <a:pt x="6877" y="12918"/>
                  </a:cubicBezTo>
                  <a:cubicBezTo>
                    <a:pt x="6856" y="12867"/>
                    <a:pt x="6808" y="12842"/>
                    <a:pt x="6758" y="12842"/>
                  </a:cubicBezTo>
                  <a:cubicBezTo>
                    <a:pt x="6751" y="12842"/>
                    <a:pt x="6744" y="12842"/>
                    <a:pt x="6736" y="12843"/>
                  </a:cubicBezTo>
                  <a:cubicBezTo>
                    <a:pt x="6687" y="12852"/>
                    <a:pt x="6695" y="12918"/>
                    <a:pt x="6728" y="12934"/>
                  </a:cubicBezTo>
                  <a:cubicBezTo>
                    <a:pt x="6695" y="12951"/>
                    <a:pt x="6662" y="12968"/>
                    <a:pt x="6637" y="12984"/>
                  </a:cubicBezTo>
                  <a:lnTo>
                    <a:pt x="5966" y="13299"/>
                  </a:lnTo>
                  <a:cubicBezTo>
                    <a:pt x="5750" y="13407"/>
                    <a:pt x="5535" y="13514"/>
                    <a:pt x="5320" y="13597"/>
                  </a:cubicBezTo>
                  <a:cubicBezTo>
                    <a:pt x="5112" y="13680"/>
                    <a:pt x="4897" y="13738"/>
                    <a:pt x="4673" y="13755"/>
                  </a:cubicBezTo>
                  <a:cubicBezTo>
                    <a:pt x="4605" y="13760"/>
                    <a:pt x="4537" y="13763"/>
                    <a:pt x="4469" y="13763"/>
                  </a:cubicBezTo>
                  <a:cubicBezTo>
                    <a:pt x="4321" y="13763"/>
                    <a:pt x="4174" y="13750"/>
                    <a:pt x="4027" y="13722"/>
                  </a:cubicBezTo>
                  <a:cubicBezTo>
                    <a:pt x="3812" y="13680"/>
                    <a:pt x="3596" y="13614"/>
                    <a:pt x="3389" y="13539"/>
                  </a:cubicBezTo>
                  <a:cubicBezTo>
                    <a:pt x="3290" y="13498"/>
                    <a:pt x="3190" y="13448"/>
                    <a:pt x="3091" y="13398"/>
                  </a:cubicBezTo>
                  <a:cubicBezTo>
                    <a:pt x="2991" y="13349"/>
                    <a:pt x="2892" y="13299"/>
                    <a:pt x="2784" y="13258"/>
                  </a:cubicBezTo>
                  <a:cubicBezTo>
                    <a:pt x="2695" y="13230"/>
                    <a:pt x="2606" y="13214"/>
                    <a:pt x="2517" y="13214"/>
                  </a:cubicBezTo>
                  <a:cubicBezTo>
                    <a:pt x="2498" y="13214"/>
                    <a:pt x="2480" y="13215"/>
                    <a:pt x="2461" y="13216"/>
                  </a:cubicBezTo>
                  <a:cubicBezTo>
                    <a:pt x="2362" y="13224"/>
                    <a:pt x="2262" y="13249"/>
                    <a:pt x="2163" y="13274"/>
                  </a:cubicBezTo>
                  <a:cubicBezTo>
                    <a:pt x="2002" y="13323"/>
                    <a:pt x="1836" y="13389"/>
                    <a:pt x="1669" y="13389"/>
                  </a:cubicBezTo>
                  <a:cubicBezTo>
                    <a:pt x="1637" y="13389"/>
                    <a:pt x="1606" y="13387"/>
                    <a:pt x="1575" y="13382"/>
                  </a:cubicBezTo>
                  <a:cubicBezTo>
                    <a:pt x="1483" y="13357"/>
                    <a:pt x="1392" y="13316"/>
                    <a:pt x="1351" y="13224"/>
                  </a:cubicBezTo>
                  <a:cubicBezTo>
                    <a:pt x="1326" y="13175"/>
                    <a:pt x="1318" y="13125"/>
                    <a:pt x="1309" y="13075"/>
                  </a:cubicBezTo>
                  <a:cubicBezTo>
                    <a:pt x="1293" y="13017"/>
                    <a:pt x="1285" y="12951"/>
                    <a:pt x="1268" y="12893"/>
                  </a:cubicBezTo>
                  <a:cubicBezTo>
                    <a:pt x="1260" y="12835"/>
                    <a:pt x="1243" y="12777"/>
                    <a:pt x="1235" y="12719"/>
                  </a:cubicBezTo>
                  <a:cubicBezTo>
                    <a:pt x="1260" y="12653"/>
                    <a:pt x="1268" y="12586"/>
                    <a:pt x="1285" y="12528"/>
                  </a:cubicBezTo>
                  <a:lnTo>
                    <a:pt x="1293" y="12528"/>
                  </a:lnTo>
                  <a:cubicBezTo>
                    <a:pt x="1285" y="12537"/>
                    <a:pt x="1285" y="12545"/>
                    <a:pt x="1293" y="12553"/>
                  </a:cubicBezTo>
                  <a:cubicBezTo>
                    <a:pt x="1309" y="12578"/>
                    <a:pt x="1334" y="12611"/>
                    <a:pt x="1351" y="12636"/>
                  </a:cubicBezTo>
                  <a:cubicBezTo>
                    <a:pt x="1376" y="12661"/>
                    <a:pt x="1392" y="12694"/>
                    <a:pt x="1417" y="12719"/>
                  </a:cubicBezTo>
                  <a:cubicBezTo>
                    <a:pt x="1421" y="12723"/>
                    <a:pt x="1427" y="12725"/>
                    <a:pt x="1434" y="12725"/>
                  </a:cubicBezTo>
                  <a:cubicBezTo>
                    <a:pt x="1440" y="12725"/>
                    <a:pt x="1446" y="12723"/>
                    <a:pt x="1450" y="12719"/>
                  </a:cubicBezTo>
                  <a:cubicBezTo>
                    <a:pt x="1467" y="12711"/>
                    <a:pt x="1467" y="12694"/>
                    <a:pt x="1459" y="12686"/>
                  </a:cubicBezTo>
                  <a:cubicBezTo>
                    <a:pt x="1442" y="12653"/>
                    <a:pt x="1417" y="12628"/>
                    <a:pt x="1392" y="12603"/>
                  </a:cubicBezTo>
                  <a:cubicBezTo>
                    <a:pt x="1376" y="12570"/>
                    <a:pt x="1351" y="12545"/>
                    <a:pt x="1334" y="12520"/>
                  </a:cubicBezTo>
                  <a:lnTo>
                    <a:pt x="1326" y="12520"/>
                  </a:lnTo>
                  <a:cubicBezTo>
                    <a:pt x="1334" y="12512"/>
                    <a:pt x="1343" y="12504"/>
                    <a:pt x="1351" y="12487"/>
                  </a:cubicBezTo>
                  <a:cubicBezTo>
                    <a:pt x="1367" y="12446"/>
                    <a:pt x="1384" y="12404"/>
                    <a:pt x="1392" y="12354"/>
                  </a:cubicBezTo>
                  <a:cubicBezTo>
                    <a:pt x="1409" y="12296"/>
                    <a:pt x="1434" y="12238"/>
                    <a:pt x="1459" y="12189"/>
                  </a:cubicBezTo>
                  <a:cubicBezTo>
                    <a:pt x="1508" y="12106"/>
                    <a:pt x="1550" y="12015"/>
                    <a:pt x="1591" y="11932"/>
                  </a:cubicBezTo>
                  <a:lnTo>
                    <a:pt x="1591" y="11924"/>
                  </a:lnTo>
                  <a:cubicBezTo>
                    <a:pt x="1649" y="11915"/>
                    <a:pt x="1707" y="11915"/>
                    <a:pt x="1765" y="11915"/>
                  </a:cubicBezTo>
                  <a:cubicBezTo>
                    <a:pt x="1881" y="11907"/>
                    <a:pt x="1997" y="11899"/>
                    <a:pt x="2113" y="11890"/>
                  </a:cubicBezTo>
                  <a:cubicBezTo>
                    <a:pt x="2213" y="11882"/>
                    <a:pt x="2320" y="11882"/>
                    <a:pt x="2428" y="11866"/>
                  </a:cubicBezTo>
                  <a:cubicBezTo>
                    <a:pt x="2527" y="11857"/>
                    <a:pt x="2619" y="11816"/>
                    <a:pt x="2685" y="11741"/>
                  </a:cubicBezTo>
                  <a:cubicBezTo>
                    <a:pt x="2743" y="11667"/>
                    <a:pt x="2784" y="11584"/>
                    <a:pt x="2809" y="11493"/>
                  </a:cubicBezTo>
                  <a:cubicBezTo>
                    <a:pt x="2867" y="11294"/>
                    <a:pt x="2851" y="11087"/>
                    <a:pt x="2759" y="10904"/>
                  </a:cubicBezTo>
                  <a:cubicBezTo>
                    <a:pt x="2750" y="10882"/>
                    <a:pt x="2734" y="10874"/>
                    <a:pt x="2718" y="10874"/>
                  </a:cubicBezTo>
                  <a:cubicBezTo>
                    <a:pt x="2703" y="10874"/>
                    <a:pt x="2688" y="10880"/>
                    <a:pt x="2677" y="10888"/>
                  </a:cubicBezTo>
                  <a:cubicBezTo>
                    <a:pt x="2601" y="10952"/>
                    <a:pt x="2506" y="11003"/>
                    <a:pt x="2410" y="11003"/>
                  </a:cubicBezTo>
                  <a:cubicBezTo>
                    <a:pt x="2369" y="11003"/>
                    <a:pt x="2327" y="10993"/>
                    <a:pt x="2287" y="10971"/>
                  </a:cubicBezTo>
                  <a:cubicBezTo>
                    <a:pt x="2237" y="10938"/>
                    <a:pt x="2213" y="10896"/>
                    <a:pt x="2188" y="10838"/>
                  </a:cubicBezTo>
                  <a:cubicBezTo>
                    <a:pt x="2171" y="10772"/>
                    <a:pt x="2138" y="10722"/>
                    <a:pt x="2072" y="10697"/>
                  </a:cubicBezTo>
                  <a:cubicBezTo>
                    <a:pt x="1960" y="10651"/>
                    <a:pt x="1838" y="10637"/>
                    <a:pt x="1718" y="10637"/>
                  </a:cubicBezTo>
                  <a:cubicBezTo>
                    <a:pt x="1686" y="10637"/>
                    <a:pt x="1655" y="10638"/>
                    <a:pt x="1624" y="10639"/>
                  </a:cubicBezTo>
                  <a:cubicBezTo>
                    <a:pt x="1475" y="10639"/>
                    <a:pt x="1318" y="10656"/>
                    <a:pt x="1169" y="10664"/>
                  </a:cubicBezTo>
                  <a:cubicBezTo>
                    <a:pt x="1086" y="10664"/>
                    <a:pt x="937" y="10664"/>
                    <a:pt x="879" y="10590"/>
                  </a:cubicBezTo>
                  <a:cubicBezTo>
                    <a:pt x="887" y="10590"/>
                    <a:pt x="903" y="10590"/>
                    <a:pt x="912" y="10581"/>
                  </a:cubicBezTo>
                  <a:cubicBezTo>
                    <a:pt x="928" y="10556"/>
                    <a:pt x="928" y="10523"/>
                    <a:pt x="912" y="10507"/>
                  </a:cubicBezTo>
                  <a:cubicBezTo>
                    <a:pt x="887" y="10474"/>
                    <a:pt x="870" y="10465"/>
                    <a:pt x="845" y="10465"/>
                  </a:cubicBezTo>
                  <a:cubicBezTo>
                    <a:pt x="912" y="10391"/>
                    <a:pt x="978" y="10308"/>
                    <a:pt x="1036" y="10225"/>
                  </a:cubicBezTo>
                  <a:cubicBezTo>
                    <a:pt x="1210" y="9993"/>
                    <a:pt x="1367" y="9736"/>
                    <a:pt x="1616" y="9595"/>
                  </a:cubicBezTo>
                  <a:cubicBezTo>
                    <a:pt x="1765" y="9504"/>
                    <a:pt x="1939" y="9479"/>
                    <a:pt x="2097" y="9397"/>
                  </a:cubicBezTo>
                  <a:cubicBezTo>
                    <a:pt x="2246" y="9305"/>
                    <a:pt x="2370" y="9181"/>
                    <a:pt x="2478" y="9049"/>
                  </a:cubicBezTo>
                  <a:cubicBezTo>
                    <a:pt x="2610" y="8899"/>
                    <a:pt x="2743" y="8750"/>
                    <a:pt x="2867" y="8593"/>
                  </a:cubicBezTo>
                  <a:cubicBezTo>
                    <a:pt x="2975" y="8460"/>
                    <a:pt x="3099" y="8328"/>
                    <a:pt x="3165" y="8162"/>
                  </a:cubicBezTo>
                  <a:cubicBezTo>
                    <a:pt x="3171" y="8140"/>
                    <a:pt x="3151" y="8125"/>
                    <a:pt x="3134" y="8125"/>
                  </a:cubicBezTo>
                  <a:cubicBezTo>
                    <a:pt x="3126" y="8125"/>
                    <a:pt x="3118" y="8129"/>
                    <a:pt x="3116" y="8137"/>
                  </a:cubicBezTo>
                  <a:cubicBezTo>
                    <a:pt x="3025" y="8336"/>
                    <a:pt x="2867" y="8477"/>
                    <a:pt x="2718" y="8626"/>
                  </a:cubicBezTo>
                  <a:cubicBezTo>
                    <a:pt x="2594" y="8759"/>
                    <a:pt x="2469" y="8899"/>
                    <a:pt x="2345" y="9032"/>
                  </a:cubicBezTo>
                  <a:cubicBezTo>
                    <a:pt x="2345" y="9015"/>
                    <a:pt x="2353" y="9007"/>
                    <a:pt x="2353" y="8991"/>
                  </a:cubicBezTo>
                  <a:cubicBezTo>
                    <a:pt x="2370" y="8891"/>
                    <a:pt x="2353" y="8783"/>
                    <a:pt x="2295" y="8701"/>
                  </a:cubicBezTo>
                  <a:cubicBezTo>
                    <a:pt x="2271" y="8651"/>
                    <a:pt x="2229" y="8618"/>
                    <a:pt x="2179" y="8618"/>
                  </a:cubicBezTo>
                  <a:cubicBezTo>
                    <a:pt x="2161" y="8600"/>
                    <a:pt x="2144" y="8586"/>
                    <a:pt x="2123" y="8586"/>
                  </a:cubicBezTo>
                  <a:cubicBezTo>
                    <a:pt x="2114" y="8586"/>
                    <a:pt x="2106" y="8588"/>
                    <a:pt x="2097" y="8593"/>
                  </a:cubicBezTo>
                  <a:cubicBezTo>
                    <a:pt x="2080" y="8593"/>
                    <a:pt x="2072" y="8609"/>
                    <a:pt x="2055" y="8618"/>
                  </a:cubicBezTo>
                  <a:cubicBezTo>
                    <a:pt x="2039" y="8618"/>
                    <a:pt x="2022" y="8634"/>
                    <a:pt x="2022" y="8659"/>
                  </a:cubicBezTo>
                  <a:cubicBezTo>
                    <a:pt x="2014" y="8667"/>
                    <a:pt x="2005" y="8684"/>
                    <a:pt x="1997" y="8692"/>
                  </a:cubicBezTo>
                  <a:cubicBezTo>
                    <a:pt x="1906" y="8734"/>
                    <a:pt x="1873" y="8875"/>
                    <a:pt x="1856" y="8957"/>
                  </a:cubicBezTo>
                  <a:cubicBezTo>
                    <a:pt x="1840" y="9065"/>
                    <a:pt x="1840" y="9198"/>
                    <a:pt x="1923" y="9272"/>
                  </a:cubicBezTo>
                  <a:cubicBezTo>
                    <a:pt x="1947" y="9289"/>
                    <a:pt x="1972" y="9305"/>
                    <a:pt x="1997" y="9305"/>
                  </a:cubicBezTo>
                  <a:cubicBezTo>
                    <a:pt x="1947" y="9330"/>
                    <a:pt x="1898" y="9355"/>
                    <a:pt x="1848" y="9372"/>
                  </a:cubicBezTo>
                  <a:cubicBezTo>
                    <a:pt x="1765" y="9405"/>
                    <a:pt x="1682" y="9430"/>
                    <a:pt x="1599" y="9471"/>
                  </a:cubicBezTo>
                  <a:cubicBezTo>
                    <a:pt x="1550" y="9496"/>
                    <a:pt x="1508" y="9521"/>
                    <a:pt x="1467" y="9554"/>
                  </a:cubicBezTo>
                  <a:cubicBezTo>
                    <a:pt x="1467" y="9546"/>
                    <a:pt x="1459" y="9546"/>
                    <a:pt x="1459" y="9546"/>
                  </a:cubicBezTo>
                  <a:cubicBezTo>
                    <a:pt x="1459" y="9513"/>
                    <a:pt x="1450" y="9479"/>
                    <a:pt x="1442" y="9446"/>
                  </a:cubicBezTo>
                  <a:cubicBezTo>
                    <a:pt x="1434" y="9372"/>
                    <a:pt x="1417" y="9297"/>
                    <a:pt x="1409" y="9231"/>
                  </a:cubicBezTo>
                  <a:cubicBezTo>
                    <a:pt x="1392" y="9156"/>
                    <a:pt x="1384" y="9090"/>
                    <a:pt x="1376" y="9015"/>
                  </a:cubicBezTo>
                  <a:cubicBezTo>
                    <a:pt x="1359" y="8949"/>
                    <a:pt x="1351" y="8883"/>
                    <a:pt x="1359" y="8817"/>
                  </a:cubicBezTo>
                  <a:cubicBezTo>
                    <a:pt x="1367" y="8759"/>
                    <a:pt x="1392" y="8692"/>
                    <a:pt x="1409" y="8634"/>
                  </a:cubicBezTo>
                  <a:lnTo>
                    <a:pt x="1475" y="8444"/>
                  </a:lnTo>
                  <a:cubicBezTo>
                    <a:pt x="1517" y="8311"/>
                    <a:pt x="1558" y="8179"/>
                    <a:pt x="1616" y="8054"/>
                  </a:cubicBezTo>
                  <a:cubicBezTo>
                    <a:pt x="1628" y="8031"/>
                    <a:pt x="1606" y="8007"/>
                    <a:pt x="1587" y="8007"/>
                  </a:cubicBezTo>
                  <a:cubicBezTo>
                    <a:pt x="1579" y="8007"/>
                    <a:pt x="1571" y="8011"/>
                    <a:pt x="1566" y="8021"/>
                  </a:cubicBezTo>
                  <a:cubicBezTo>
                    <a:pt x="1500" y="8145"/>
                    <a:pt x="1434" y="8270"/>
                    <a:pt x="1384" y="8402"/>
                  </a:cubicBezTo>
                  <a:cubicBezTo>
                    <a:pt x="1359" y="8460"/>
                    <a:pt x="1326" y="8527"/>
                    <a:pt x="1301" y="8601"/>
                  </a:cubicBezTo>
                  <a:cubicBezTo>
                    <a:pt x="1285" y="8502"/>
                    <a:pt x="1235" y="8419"/>
                    <a:pt x="1185" y="8344"/>
                  </a:cubicBezTo>
                  <a:cubicBezTo>
                    <a:pt x="1119" y="8245"/>
                    <a:pt x="1036" y="8162"/>
                    <a:pt x="961" y="8071"/>
                  </a:cubicBezTo>
                  <a:cubicBezTo>
                    <a:pt x="879" y="7980"/>
                    <a:pt x="796" y="7880"/>
                    <a:pt x="746" y="7756"/>
                  </a:cubicBezTo>
                  <a:cubicBezTo>
                    <a:pt x="729" y="7698"/>
                    <a:pt x="713" y="7640"/>
                    <a:pt x="713" y="7574"/>
                  </a:cubicBezTo>
                  <a:cubicBezTo>
                    <a:pt x="705" y="7507"/>
                    <a:pt x="713" y="7449"/>
                    <a:pt x="721" y="7383"/>
                  </a:cubicBezTo>
                  <a:cubicBezTo>
                    <a:pt x="721" y="7367"/>
                    <a:pt x="713" y="7367"/>
                    <a:pt x="713" y="7358"/>
                  </a:cubicBezTo>
                  <a:cubicBezTo>
                    <a:pt x="713" y="7350"/>
                    <a:pt x="713" y="7342"/>
                    <a:pt x="713" y="7333"/>
                  </a:cubicBezTo>
                  <a:cubicBezTo>
                    <a:pt x="721" y="7292"/>
                    <a:pt x="729" y="7251"/>
                    <a:pt x="721" y="7201"/>
                  </a:cubicBezTo>
                  <a:cubicBezTo>
                    <a:pt x="705" y="7043"/>
                    <a:pt x="564" y="6952"/>
                    <a:pt x="473" y="6828"/>
                  </a:cubicBezTo>
                  <a:cubicBezTo>
                    <a:pt x="381" y="6704"/>
                    <a:pt x="340" y="6546"/>
                    <a:pt x="323" y="6389"/>
                  </a:cubicBezTo>
                  <a:cubicBezTo>
                    <a:pt x="299" y="6223"/>
                    <a:pt x="307" y="6049"/>
                    <a:pt x="307" y="5883"/>
                  </a:cubicBezTo>
                  <a:cubicBezTo>
                    <a:pt x="315" y="5676"/>
                    <a:pt x="315" y="5469"/>
                    <a:pt x="307" y="5270"/>
                  </a:cubicBezTo>
                  <a:cubicBezTo>
                    <a:pt x="307" y="4848"/>
                    <a:pt x="282" y="4425"/>
                    <a:pt x="249" y="4003"/>
                  </a:cubicBezTo>
                  <a:cubicBezTo>
                    <a:pt x="207" y="3597"/>
                    <a:pt x="141" y="3182"/>
                    <a:pt x="133" y="2768"/>
                  </a:cubicBezTo>
                  <a:cubicBezTo>
                    <a:pt x="133" y="2404"/>
                    <a:pt x="174" y="2014"/>
                    <a:pt x="365" y="1691"/>
                  </a:cubicBezTo>
                  <a:lnTo>
                    <a:pt x="365" y="1691"/>
                  </a:lnTo>
                  <a:lnTo>
                    <a:pt x="357" y="1699"/>
                  </a:lnTo>
                  <a:cubicBezTo>
                    <a:pt x="398" y="1641"/>
                    <a:pt x="439" y="1567"/>
                    <a:pt x="514" y="1542"/>
                  </a:cubicBezTo>
                  <a:cubicBezTo>
                    <a:pt x="529" y="1537"/>
                    <a:pt x="545" y="1535"/>
                    <a:pt x="560" y="1535"/>
                  </a:cubicBezTo>
                  <a:cubicBezTo>
                    <a:pt x="629" y="1535"/>
                    <a:pt x="700" y="1576"/>
                    <a:pt x="754" y="1616"/>
                  </a:cubicBezTo>
                  <a:cubicBezTo>
                    <a:pt x="895" y="1699"/>
                    <a:pt x="1036" y="1807"/>
                    <a:pt x="1160" y="1915"/>
                  </a:cubicBezTo>
                  <a:cubicBezTo>
                    <a:pt x="1674" y="2370"/>
                    <a:pt x="2047" y="2975"/>
                    <a:pt x="2395" y="3572"/>
                  </a:cubicBezTo>
                  <a:cubicBezTo>
                    <a:pt x="2577" y="3878"/>
                    <a:pt x="2759" y="4193"/>
                    <a:pt x="2958" y="4492"/>
                  </a:cubicBezTo>
                  <a:cubicBezTo>
                    <a:pt x="3157" y="4790"/>
                    <a:pt x="3373" y="5072"/>
                    <a:pt x="3629" y="5304"/>
                  </a:cubicBezTo>
                  <a:cubicBezTo>
                    <a:pt x="3596" y="5304"/>
                    <a:pt x="3555" y="5312"/>
                    <a:pt x="3522" y="5312"/>
                  </a:cubicBezTo>
                  <a:cubicBezTo>
                    <a:pt x="3439" y="5337"/>
                    <a:pt x="3364" y="5378"/>
                    <a:pt x="3298" y="5436"/>
                  </a:cubicBezTo>
                  <a:cubicBezTo>
                    <a:pt x="3165" y="5552"/>
                    <a:pt x="3041" y="5709"/>
                    <a:pt x="2950" y="5859"/>
                  </a:cubicBezTo>
                  <a:cubicBezTo>
                    <a:pt x="2942" y="5883"/>
                    <a:pt x="2942" y="5892"/>
                    <a:pt x="2942" y="5908"/>
                  </a:cubicBezTo>
                  <a:cubicBezTo>
                    <a:pt x="2933" y="5917"/>
                    <a:pt x="2933" y="5925"/>
                    <a:pt x="2925" y="5933"/>
                  </a:cubicBezTo>
                  <a:cubicBezTo>
                    <a:pt x="2859" y="6016"/>
                    <a:pt x="2784" y="6099"/>
                    <a:pt x="2718" y="6182"/>
                  </a:cubicBezTo>
                  <a:cubicBezTo>
                    <a:pt x="2469" y="6480"/>
                    <a:pt x="2213" y="6778"/>
                    <a:pt x="1972" y="7085"/>
                  </a:cubicBezTo>
                  <a:cubicBezTo>
                    <a:pt x="1873" y="7209"/>
                    <a:pt x="1773" y="7350"/>
                    <a:pt x="1707" y="7499"/>
                  </a:cubicBezTo>
                  <a:cubicBezTo>
                    <a:pt x="1666" y="7574"/>
                    <a:pt x="1641" y="7657"/>
                    <a:pt x="1624" y="7731"/>
                  </a:cubicBezTo>
                  <a:cubicBezTo>
                    <a:pt x="1608" y="7814"/>
                    <a:pt x="1591" y="7905"/>
                    <a:pt x="1633" y="7980"/>
                  </a:cubicBezTo>
                  <a:cubicBezTo>
                    <a:pt x="1639" y="7993"/>
                    <a:pt x="1650" y="7998"/>
                    <a:pt x="1661" y="7998"/>
                  </a:cubicBezTo>
                  <a:cubicBezTo>
                    <a:pt x="1677" y="7998"/>
                    <a:pt x="1694" y="7986"/>
                    <a:pt x="1699" y="7971"/>
                  </a:cubicBezTo>
                  <a:cubicBezTo>
                    <a:pt x="1715" y="7922"/>
                    <a:pt x="1715" y="7880"/>
                    <a:pt x="1724" y="7831"/>
                  </a:cubicBezTo>
                  <a:cubicBezTo>
                    <a:pt x="1724" y="7789"/>
                    <a:pt x="1732" y="7748"/>
                    <a:pt x="1749" y="7706"/>
                  </a:cubicBezTo>
                  <a:cubicBezTo>
                    <a:pt x="1765" y="7623"/>
                    <a:pt x="1807" y="7541"/>
                    <a:pt x="1848" y="7466"/>
                  </a:cubicBezTo>
                  <a:cubicBezTo>
                    <a:pt x="1923" y="7325"/>
                    <a:pt x="2030" y="7193"/>
                    <a:pt x="2130" y="7068"/>
                  </a:cubicBezTo>
                  <a:cubicBezTo>
                    <a:pt x="2246" y="6919"/>
                    <a:pt x="2370" y="6778"/>
                    <a:pt x="2486" y="6629"/>
                  </a:cubicBezTo>
                  <a:cubicBezTo>
                    <a:pt x="2610" y="6480"/>
                    <a:pt x="2726" y="6331"/>
                    <a:pt x="2851" y="6173"/>
                  </a:cubicBezTo>
                  <a:cubicBezTo>
                    <a:pt x="2909" y="6099"/>
                    <a:pt x="2967" y="6024"/>
                    <a:pt x="3025" y="5950"/>
                  </a:cubicBezTo>
                  <a:cubicBezTo>
                    <a:pt x="3058" y="5908"/>
                    <a:pt x="3091" y="5867"/>
                    <a:pt x="3124" y="5825"/>
                  </a:cubicBezTo>
                  <a:cubicBezTo>
                    <a:pt x="3141" y="5809"/>
                    <a:pt x="3149" y="5792"/>
                    <a:pt x="3165" y="5776"/>
                  </a:cubicBezTo>
                  <a:cubicBezTo>
                    <a:pt x="3174" y="5759"/>
                    <a:pt x="3174" y="5734"/>
                    <a:pt x="3190" y="5718"/>
                  </a:cubicBezTo>
                  <a:cubicBezTo>
                    <a:pt x="3240" y="5651"/>
                    <a:pt x="3298" y="5585"/>
                    <a:pt x="3356" y="5527"/>
                  </a:cubicBezTo>
                  <a:cubicBezTo>
                    <a:pt x="3414" y="5477"/>
                    <a:pt x="3480" y="5436"/>
                    <a:pt x="3547" y="5411"/>
                  </a:cubicBezTo>
                  <a:cubicBezTo>
                    <a:pt x="3588" y="5403"/>
                    <a:pt x="3631" y="5403"/>
                    <a:pt x="3674" y="5403"/>
                  </a:cubicBezTo>
                  <a:cubicBezTo>
                    <a:pt x="3716" y="5403"/>
                    <a:pt x="3758" y="5403"/>
                    <a:pt x="3795" y="5395"/>
                  </a:cubicBezTo>
                  <a:cubicBezTo>
                    <a:pt x="3812" y="5395"/>
                    <a:pt x="3812" y="5395"/>
                    <a:pt x="3820" y="5386"/>
                  </a:cubicBezTo>
                  <a:cubicBezTo>
                    <a:pt x="3928" y="5378"/>
                    <a:pt x="4035" y="5378"/>
                    <a:pt x="4151" y="5370"/>
                  </a:cubicBezTo>
                  <a:cubicBezTo>
                    <a:pt x="4284" y="5370"/>
                    <a:pt x="4416" y="5370"/>
                    <a:pt x="4549" y="5378"/>
                  </a:cubicBezTo>
                  <a:cubicBezTo>
                    <a:pt x="4737" y="5381"/>
                    <a:pt x="4927" y="5386"/>
                    <a:pt x="5117" y="5386"/>
                  </a:cubicBezTo>
                  <a:cubicBezTo>
                    <a:pt x="5395" y="5386"/>
                    <a:pt x="5674" y="5376"/>
                    <a:pt x="5949" y="5337"/>
                  </a:cubicBezTo>
                  <a:cubicBezTo>
                    <a:pt x="6181" y="5304"/>
                    <a:pt x="6413" y="5254"/>
                    <a:pt x="6629" y="5171"/>
                  </a:cubicBezTo>
                  <a:cubicBezTo>
                    <a:pt x="6678" y="5146"/>
                    <a:pt x="6728" y="5121"/>
                    <a:pt x="6778" y="5088"/>
                  </a:cubicBezTo>
                  <a:cubicBezTo>
                    <a:pt x="6819" y="5055"/>
                    <a:pt x="6852" y="5014"/>
                    <a:pt x="6886" y="4972"/>
                  </a:cubicBezTo>
                  <a:cubicBezTo>
                    <a:pt x="6933" y="4909"/>
                    <a:pt x="7004" y="4822"/>
                    <a:pt x="7089" y="4822"/>
                  </a:cubicBezTo>
                  <a:cubicBezTo>
                    <a:pt x="7093" y="4822"/>
                    <a:pt x="7097" y="4823"/>
                    <a:pt x="7101" y="4823"/>
                  </a:cubicBezTo>
                  <a:cubicBezTo>
                    <a:pt x="7096" y="4861"/>
                    <a:pt x="7130" y="4892"/>
                    <a:pt x="7161" y="4892"/>
                  </a:cubicBezTo>
                  <a:cubicBezTo>
                    <a:pt x="7177" y="4892"/>
                    <a:pt x="7192" y="4884"/>
                    <a:pt x="7200" y="4864"/>
                  </a:cubicBezTo>
                  <a:cubicBezTo>
                    <a:pt x="7225" y="4806"/>
                    <a:pt x="7225" y="4757"/>
                    <a:pt x="7200" y="4707"/>
                  </a:cubicBezTo>
                  <a:cubicBezTo>
                    <a:pt x="7184" y="4674"/>
                    <a:pt x="7142" y="4632"/>
                    <a:pt x="7151" y="4583"/>
                  </a:cubicBezTo>
                  <a:cubicBezTo>
                    <a:pt x="7151" y="4541"/>
                    <a:pt x="7184" y="4516"/>
                    <a:pt x="7217" y="4492"/>
                  </a:cubicBezTo>
                  <a:cubicBezTo>
                    <a:pt x="7258" y="4458"/>
                    <a:pt x="7300" y="4442"/>
                    <a:pt x="7341" y="4417"/>
                  </a:cubicBezTo>
                  <a:cubicBezTo>
                    <a:pt x="7532" y="4309"/>
                    <a:pt x="7706" y="4177"/>
                    <a:pt x="7872" y="4028"/>
                  </a:cubicBezTo>
                  <a:cubicBezTo>
                    <a:pt x="8153" y="3754"/>
                    <a:pt x="8385" y="3431"/>
                    <a:pt x="8584" y="3083"/>
                  </a:cubicBezTo>
                  <a:cubicBezTo>
                    <a:pt x="8800" y="2710"/>
                    <a:pt x="8940" y="2296"/>
                    <a:pt x="9147" y="1915"/>
                  </a:cubicBezTo>
                  <a:cubicBezTo>
                    <a:pt x="9363" y="1500"/>
                    <a:pt x="9686" y="1169"/>
                    <a:pt x="10009" y="846"/>
                  </a:cubicBezTo>
                  <a:cubicBezTo>
                    <a:pt x="10175" y="680"/>
                    <a:pt x="10349" y="514"/>
                    <a:pt x="10523" y="365"/>
                  </a:cubicBezTo>
                  <a:cubicBezTo>
                    <a:pt x="10664" y="241"/>
                    <a:pt x="10838" y="117"/>
                    <a:pt x="11028" y="117"/>
                  </a:cubicBezTo>
                  <a:close/>
                  <a:moveTo>
                    <a:pt x="10970" y="1"/>
                  </a:moveTo>
                  <a:cubicBezTo>
                    <a:pt x="10738" y="17"/>
                    <a:pt x="10539" y="183"/>
                    <a:pt x="10365" y="341"/>
                  </a:cubicBezTo>
                  <a:cubicBezTo>
                    <a:pt x="10167" y="523"/>
                    <a:pt x="9976" y="713"/>
                    <a:pt x="9794" y="904"/>
                  </a:cubicBezTo>
                  <a:cubicBezTo>
                    <a:pt x="9611" y="1094"/>
                    <a:pt x="9429" y="1285"/>
                    <a:pt x="9272" y="1500"/>
                  </a:cubicBezTo>
                  <a:cubicBezTo>
                    <a:pt x="8965" y="1906"/>
                    <a:pt x="8808" y="2404"/>
                    <a:pt x="8576" y="2851"/>
                  </a:cubicBezTo>
                  <a:cubicBezTo>
                    <a:pt x="8369" y="3257"/>
                    <a:pt x="8112" y="3638"/>
                    <a:pt x="7780" y="3945"/>
                  </a:cubicBezTo>
                  <a:cubicBezTo>
                    <a:pt x="7623" y="4094"/>
                    <a:pt x="7441" y="4226"/>
                    <a:pt x="7250" y="4334"/>
                  </a:cubicBezTo>
                  <a:cubicBezTo>
                    <a:pt x="7167" y="4376"/>
                    <a:pt x="7068" y="4434"/>
                    <a:pt x="7035" y="4533"/>
                  </a:cubicBezTo>
                  <a:cubicBezTo>
                    <a:pt x="7018" y="4591"/>
                    <a:pt x="7035" y="4641"/>
                    <a:pt x="7060" y="4690"/>
                  </a:cubicBezTo>
                  <a:cubicBezTo>
                    <a:pt x="7060" y="4699"/>
                    <a:pt x="7068" y="4707"/>
                    <a:pt x="7076" y="4715"/>
                  </a:cubicBezTo>
                  <a:cubicBezTo>
                    <a:pt x="7035" y="4715"/>
                    <a:pt x="6993" y="4732"/>
                    <a:pt x="6952" y="4748"/>
                  </a:cubicBezTo>
                  <a:cubicBezTo>
                    <a:pt x="6952" y="4724"/>
                    <a:pt x="6952" y="4690"/>
                    <a:pt x="6952" y="4666"/>
                  </a:cubicBezTo>
                  <a:cubicBezTo>
                    <a:pt x="6952" y="4641"/>
                    <a:pt x="6952" y="4616"/>
                    <a:pt x="6952" y="4591"/>
                  </a:cubicBezTo>
                  <a:cubicBezTo>
                    <a:pt x="6952" y="4566"/>
                    <a:pt x="6960" y="4525"/>
                    <a:pt x="6944" y="4508"/>
                  </a:cubicBezTo>
                  <a:cubicBezTo>
                    <a:pt x="6934" y="4498"/>
                    <a:pt x="6927" y="4494"/>
                    <a:pt x="6920" y="4494"/>
                  </a:cubicBezTo>
                  <a:cubicBezTo>
                    <a:pt x="6914" y="4494"/>
                    <a:pt x="6909" y="4496"/>
                    <a:pt x="6902" y="4500"/>
                  </a:cubicBezTo>
                  <a:cubicBezTo>
                    <a:pt x="6877" y="4516"/>
                    <a:pt x="6869" y="4558"/>
                    <a:pt x="6869" y="4591"/>
                  </a:cubicBezTo>
                  <a:cubicBezTo>
                    <a:pt x="6869" y="4616"/>
                    <a:pt x="6869" y="4641"/>
                    <a:pt x="6869" y="4666"/>
                  </a:cubicBezTo>
                  <a:cubicBezTo>
                    <a:pt x="6877" y="4707"/>
                    <a:pt x="6886" y="4748"/>
                    <a:pt x="6894" y="4790"/>
                  </a:cubicBezTo>
                  <a:cubicBezTo>
                    <a:pt x="6869" y="4806"/>
                    <a:pt x="6852" y="4831"/>
                    <a:pt x="6836" y="4848"/>
                  </a:cubicBezTo>
                  <a:cubicBezTo>
                    <a:pt x="6828" y="4840"/>
                    <a:pt x="6828" y="4831"/>
                    <a:pt x="6819" y="4823"/>
                  </a:cubicBezTo>
                  <a:cubicBezTo>
                    <a:pt x="6811" y="4815"/>
                    <a:pt x="6803" y="4798"/>
                    <a:pt x="6786" y="4798"/>
                  </a:cubicBezTo>
                  <a:cubicBezTo>
                    <a:pt x="6784" y="4796"/>
                    <a:pt x="6781" y="4795"/>
                    <a:pt x="6777" y="4795"/>
                  </a:cubicBezTo>
                  <a:cubicBezTo>
                    <a:pt x="6770" y="4795"/>
                    <a:pt x="6761" y="4801"/>
                    <a:pt x="6761" y="4806"/>
                  </a:cubicBezTo>
                  <a:cubicBezTo>
                    <a:pt x="6761" y="4823"/>
                    <a:pt x="6770" y="4840"/>
                    <a:pt x="6778" y="4856"/>
                  </a:cubicBezTo>
                  <a:cubicBezTo>
                    <a:pt x="6778" y="4856"/>
                    <a:pt x="6778" y="4864"/>
                    <a:pt x="6786" y="4873"/>
                  </a:cubicBezTo>
                  <a:cubicBezTo>
                    <a:pt x="6786" y="4873"/>
                    <a:pt x="6786" y="4881"/>
                    <a:pt x="6786" y="4881"/>
                  </a:cubicBezTo>
                  <a:cubicBezTo>
                    <a:pt x="6786" y="4881"/>
                    <a:pt x="6794" y="4889"/>
                    <a:pt x="6794" y="4898"/>
                  </a:cubicBezTo>
                  <a:cubicBezTo>
                    <a:pt x="6770" y="4931"/>
                    <a:pt x="6745" y="4956"/>
                    <a:pt x="6712" y="4989"/>
                  </a:cubicBezTo>
                  <a:cubicBezTo>
                    <a:pt x="6670" y="5030"/>
                    <a:pt x="6612" y="5047"/>
                    <a:pt x="6554" y="5072"/>
                  </a:cubicBezTo>
                  <a:cubicBezTo>
                    <a:pt x="6107" y="5229"/>
                    <a:pt x="5634" y="5262"/>
                    <a:pt x="5162" y="5262"/>
                  </a:cubicBezTo>
                  <a:cubicBezTo>
                    <a:pt x="4930" y="5262"/>
                    <a:pt x="4690" y="5254"/>
                    <a:pt x="4450" y="5254"/>
                  </a:cubicBezTo>
                  <a:lnTo>
                    <a:pt x="4102" y="5254"/>
                  </a:lnTo>
                  <a:cubicBezTo>
                    <a:pt x="3986" y="5254"/>
                    <a:pt x="3878" y="5254"/>
                    <a:pt x="3770" y="5270"/>
                  </a:cubicBezTo>
                  <a:cubicBezTo>
                    <a:pt x="3770" y="5246"/>
                    <a:pt x="3779" y="5229"/>
                    <a:pt x="3779" y="5204"/>
                  </a:cubicBezTo>
                  <a:cubicBezTo>
                    <a:pt x="3779" y="5188"/>
                    <a:pt x="3779" y="5163"/>
                    <a:pt x="3787" y="5138"/>
                  </a:cubicBezTo>
                  <a:cubicBezTo>
                    <a:pt x="3787" y="5121"/>
                    <a:pt x="3787" y="5088"/>
                    <a:pt x="3779" y="5072"/>
                  </a:cubicBezTo>
                  <a:cubicBezTo>
                    <a:pt x="3779" y="5055"/>
                    <a:pt x="3762" y="5038"/>
                    <a:pt x="3745" y="5038"/>
                  </a:cubicBezTo>
                  <a:cubicBezTo>
                    <a:pt x="3729" y="5038"/>
                    <a:pt x="3712" y="5047"/>
                    <a:pt x="3704" y="5063"/>
                  </a:cubicBezTo>
                  <a:cubicBezTo>
                    <a:pt x="3696" y="5080"/>
                    <a:pt x="3696" y="5096"/>
                    <a:pt x="3696" y="5113"/>
                  </a:cubicBezTo>
                  <a:cubicBezTo>
                    <a:pt x="3687" y="5130"/>
                    <a:pt x="3687" y="5146"/>
                    <a:pt x="3687" y="5154"/>
                  </a:cubicBezTo>
                  <a:cubicBezTo>
                    <a:pt x="3687" y="5168"/>
                    <a:pt x="3687" y="5176"/>
                    <a:pt x="3687" y="5188"/>
                  </a:cubicBezTo>
                  <a:cubicBezTo>
                    <a:pt x="3679" y="5179"/>
                    <a:pt x="3679" y="5163"/>
                    <a:pt x="3679" y="5154"/>
                  </a:cubicBezTo>
                  <a:cubicBezTo>
                    <a:pt x="3679" y="5146"/>
                    <a:pt x="3671" y="5138"/>
                    <a:pt x="3671" y="5130"/>
                  </a:cubicBezTo>
                  <a:cubicBezTo>
                    <a:pt x="3663" y="5113"/>
                    <a:pt x="3663" y="5088"/>
                    <a:pt x="3646" y="5072"/>
                  </a:cubicBezTo>
                  <a:cubicBezTo>
                    <a:pt x="3646" y="5072"/>
                    <a:pt x="3629" y="5072"/>
                    <a:pt x="3629" y="5080"/>
                  </a:cubicBezTo>
                  <a:cubicBezTo>
                    <a:pt x="3621" y="5096"/>
                    <a:pt x="3621" y="5121"/>
                    <a:pt x="3613" y="5138"/>
                  </a:cubicBezTo>
                  <a:cubicBezTo>
                    <a:pt x="3613" y="5154"/>
                    <a:pt x="3613" y="5163"/>
                    <a:pt x="3621" y="5179"/>
                  </a:cubicBezTo>
                  <a:cubicBezTo>
                    <a:pt x="3588" y="5138"/>
                    <a:pt x="3555" y="5096"/>
                    <a:pt x="3522" y="5063"/>
                  </a:cubicBezTo>
                  <a:cubicBezTo>
                    <a:pt x="3041" y="4500"/>
                    <a:pt x="2693" y="3837"/>
                    <a:pt x="2304" y="3207"/>
                  </a:cubicBezTo>
                  <a:cubicBezTo>
                    <a:pt x="1947" y="2611"/>
                    <a:pt x="1533" y="2022"/>
                    <a:pt x="970" y="1616"/>
                  </a:cubicBezTo>
                  <a:cubicBezTo>
                    <a:pt x="895" y="1567"/>
                    <a:pt x="821" y="1509"/>
                    <a:pt x="738" y="1467"/>
                  </a:cubicBezTo>
                  <a:cubicBezTo>
                    <a:pt x="684" y="1437"/>
                    <a:pt x="617" y="1416"/>
                    <a:pt x="549" y="1416"/>
                  </a:cubicBezTo>
                  <a:cubicBezTo>
                    <a:pt x="523" y="1416"/>
                    <a:pt x="498" y="1419"/>
                    <a:pt x="473" y="1426"/>
                  </a:cubicBezTo>
                  <a:cubicBezTo>
                    <a:pt x="307" y="1484"/>
                    <a:pt x="224" y="1683"/>
                    <a:pt x="166" y="1832"/>
                  </a:cubicBezTo>
                  <a:cubicBezTo>
                    <a:pt x="17" y="2196"/>
                    <a:pt x="0" y="2594"/>
                    <a:pt x="25" y="2984"/>
                  </a:cubicBezTo>
                  <a:lnTo>
                    <a:pt x="33" y="2992"/>
                  </a:lnTo>
                  <a:cubicBezTo>
                    <a:pt x="50" y="3199"/>
                    <a:pt x="75" y="3414"/>
                    <a:pt x="100" y="3630"/>
                  </a:cubicBezTo>
                  <a:cubicBezTo>
                    <a:pt x="116" y="3837"/>
                    <a:pt x="141" y="4052"/>
                    <a:pt x="149" y="4260"/>
                  </a:cubicBezTo>
                  <a:cubicBezTo>
                    <a:pt x="183" y="4690"/>
                    <a:pt x="199" y="5113"/>
                    <a:pt x="199" y="5544"/>
                  </a:cubicBezTo>
                  <a:cubicBezTo>
                    <a:pt x="199" y="5743"/>
                    <a:pt x="191" y="5941"/>
                    <a:pt x="191" y="6132"/>
                  </a:cubicBezTo>
                  <a:cubicBezTo>
                    <a:pt x="199" y="6298"/>
                    <a:pt x="207" y="6472"/>
                    <a:pt x="249" y="6629"/>
                  </a:cubicBezTo>
                  <a:cubicBezTo>
                    <a:pt x="274" y="6704"/>
                    <a:pt x="307" y="6787"/>
                    <a:pt x="348" y="6861"/>
                  </a:cubicBezTo>
                  <a:cubicBezTo>
                    <a:pt x="390" y="6927"/>
                    <a:pt x="448" y="6985"/>
                    <a:pt x="497" y="7043"/>
                  </a:cubicBezTo>
                  <a:cubicBezTo>
                    <a:pt x="547" y="7093"/>
                    <a:pt x="605" y="7151"/>
                    <a:pt x="613" y="7226"/>
                  </a:cubicBezTo>
                  <a:cubicBezTo>
                    <a:pt x="613" y="7267"/>
                    <a:pt x="597" y="7309"/>
                    <a:pt x="589" y="7358"/>
                  </a:cubicBezTo>
                  <a:cubicBezTo>
                    <a:pt x="580" y="7400"/>
                    <a:pt x="580" y="7449"/>
                    <a:pt x="597" y="7491"/>
                  </a:cubicBezTo>
                  <a:cubicBezTo>
                    <a:pt x="597" y="7499"/>
                    <a:pt x="605" y="7507"/>
                    <a:pt x="613" y="7516"/>
                  </a:cubicBezTo>
                  <a:cubicBezTo>
                    <a:pt x="605" y="7599"/>
                    <a:pt x="622" y="7681"/>
                    <a:pt x="638" y="7756"/>
                  </a:cubicBezTo>
                  <a:cubicBezTo>
                    <a:pt x="671" y="7889"/>
                    <a:pt x="746" y="7996"/>
                    <a:pt x="829" y="8096"/>
                  </a:cubicBezTo>
                  <a:cubicBezTo>
                    <a:pt x="903" y="8187"/>
                    <a:pt x="986" y="8270"/>
                    <a:pt x="1061" y="8369"/>
                  </a:cubicBezTo>
                  <a:cubicBezTo>
                    <a:pt x="1094" y="8419"/>
                    <a:pt x="1127" y="8469"/>
                    <a:pt x="1152" y="8518"/>
                  </a:cubicBezTo>
                  <a:cubicBezTo>
                    <a:pt x="1160" y="8535"/>
                    <a:pt x="1169" y="8551"/>
                    <a:pt x="1169" y="8568"/>
                  </a:cubicBezTo>
                  <a:cubicBezTo>
                    <a:pt x="1144" y="8585"/>
                    <a:pt x="1127" y="8601"/>
                    <a:pt x="1102" y="8618"/>
                  </a:cubicBezTo>
                  <a:cubicBezTo>
                    <a:pt x="1094" y="8626"/>
                    <a:pt x="1086" y="8634"/>
                    <a:pt x="1077" y="8651"/>
                  </a:cubicBezTo>
                  <a:cubicBezTo>
                    <a:pt x="1069" y="8659"/>
                    <a:pt x="1053" y="8676"/>
                    <a:pt x="1053" y="8692"/>
                  </a:cubicBezTo>
                  <a:cubicBezTo>
                    <a:pt x="1053" y="8701"/>
                    <a:pt x="1053" y="8709"/>
                    <a:pt x="1061" y="8717"/>
                  </a:cubicBezTo>
                  <a:cubicBezTo>
                    <a:pt x="1061" y="8725"/>
                    <a:pt x="1077" y="8725"/>
                    <a:pt x="1086" y="8725"/>
                  </a:cubicBezTo>
                  <a:cubicBezTo>
                    <a:pt x="1086" y="8717"/>
                    <a:pt x="1094" y="8717"/>
                    <a:pt x="1102" y="8717"/>
                  </a:cubicBezTo>
                  <a:lnTo>
                    <a:pt x="1111" y="8709"/>
                  </a:lnTo>
                  <a:cubicBezTo>
                    <a:pt x="1111" y="8701"/>
                    <a:pt x="1119" y="8701"/>
                    <a:pt x="1127" y="8692"/>
                  </a:cubicBezTo>
                  <a:cubicBezTo>
                    <a:pt x="1144" y="8684"/>
                    <a:pt x="1152" y="8667"/>
                    <a:pt x="1169" y="8659"/>
                  </a:cubicBezTo>
                  <a:cubicBezTo>
                    <a:pt x="1177" y="8651"/>
                    <a:pt x="1185" y="8651"/>
                    <a:pt x="1193" y="8643"/>
                  </a:cubicBezTo>
                  <a:cubicBezTo>
                    <a:pt x="1193" y="8643"/>
                    <a:pt x="1193" y="8651"/>
                    <a:pt x="1193" y="8651"/>
                  </a:cubicBezTo>
                  <a:cubicBezTo>
                    <a:pt x="1169" y="8676"/>
                    <a:pt x="1152" y="8709"/>
                    <a:pt x="1135" y="8742"/>
                  </a:cubicBezTo>
                  <a:cubicBezTo>
                    <a:pt x="1119" y="8759"/>
                    <a:pt x="1111" y="8775"/>
                    <a:pt x="1102" y="8792"/>
                  </a:cubicBezTo>
                  <a:cubicBezTo>
                    <a:pt x="1094" y="8817"/>
                    <a:pt x="1077" y="8841"/>
                    <a:pt x="1086" y="8866"/>
                  </a:cubicBezTo>
                  <a:cubicBezTo>
                    <a:pt x="1093" y="8887"/>
                    <a:pt x="1111" y="8902"/>
                    <a:pt x="1131" y="8902"/>
                  </a:cubicBezTo>
                  <a:cubicBezTo>
                    <a:pt x="1135" y="8902"/>
                    <a:pt x="1139" y="8901"/>
                    <a:pt x="1144" y="8899"/>
                  </a:cubicBezTo>
                  <a:cubicBezTo>
                    <a:pt x="1169" y="8891"/>
                    <a:pt x="1185" y="8866"/>
                    <a:pt x="1193" y="8850"/>
                  </a:cubicBezTo>
                  <a:cubicBezTo>
                    <a:pt x="1210" y="8833"/>
                    <a:pt x="1218" y="8817"/>
                    <a:pt x="1227" y="8800"/>
                  </a:cubicBezTo>
                  <a:cubicBezTo>
                    <a:pt x="1235" y="8783"/>
                    <a:pt x="1243" y="8767"/>
                    <a:pt x="1260" y="8742"/>
                  </a:cubicBezTo>
                  <a:lnTo>
                    <a:pt x="1260" y="8742"/>
                  </a:lnTo>
                  <a:cubicBezTo>
                    <a:pt x="1251" y="8759"/>
                    <a:pt x="1243" y="8783"/>
                    <a:pt x="1243" y="8800"/>
                  </a:cubicBezTo>
                  <a:cubicBezTo>
                    <a:pt x="1227" y="8941"/>
                    <a:pt x="1268" y="9098"/>
                    <a:pt x="1293" y="9239"/>
                  </a:cubicBezTo>
                  <a:cubicBezTo>
                    <a:pt x="1301" y="9305"/>
                    <a:pt x="1318" y="9380"/>
                    <a:pt x="1326" y="9446"/>
                  </a:cubicBezTo>
                  <a:cubicBezTo>
                    <a:pt x="1334" y="9488"/>
                    <a:pt x="1343" y="9521"/>
                    <a:pt x="1343" y="9562"/>
                  </a:cubicBezTo>
                  <a:cubicBezTo>
                    <a:pt x="1351" y="9587"/>
                    <a:pt x="1351" y="9612"/>
                    <a:pt x="1359" y="9637"/>
                  </a:cubicBezTo>
                  <a:cubicBezTo>
                    <a:pt x="1160" y="9827"/>
                    <a:pt x="1019" y="10068"/>
                    <a:pt x="845" y="10283"/>
                  </a:cubicBezTo>
                  <a:cubicBezTo>
                    <a:pt x="754" y="10399"/>
                    <a:pt x="647" y="10498"/>
                    <a:pt x="531" y="10590"/>
                  </a:cubicBezTo>
                  <a:cubicBezTo>
                    <a:pt x="423" y="10672"/>
                    <a:pt x="299" y="10772"/>
                    <a:pt x="241" y="10904"/>
                  </a:cubicBezTo>
                  <a:cubicBezTo>
                    <a:pt x="158" y="11087"/>
                    <a:pt x="207" y="11277"/>
                    <a:pt x="257" y="11451"/>
                  </a:cubicBezTo>
                  <a:cubicBezTo>
                    <a:pt x="282" y="11559"/>
                    <a:pt x="307" y="11658"/>
                    <a:pt x="332" y="11758"/>
                  </a:cubicBezTo>
                  <a:cubicBezTo>
                    <a:pt x="340" y="11808"/>
                    <a:pt x="357" y="11857"/>
                    <a:pt x="373" y="11907"/>
                  </a:cubicBezTo>
                  <a:cubicBezTo>
                    <a:pt x="381" y="11957"/>
                    <a:pt x="406" y="12006"/>
                    <a:pt x="415" y="12056"/>
                  </a:cubicBezTo>
                  <a:cubicBezTo>
                    <a:pt x="423" y="12081"/>
                    <a:pt x="439" y="12089"/>
                    <a:pt x="456" y="12089"/>
                  </a:cubicBezTo>
                  <a:cubicBezTo>
                    <a:pt x="514" y="12230"/>
                    <a:pt x="572" y="12363"/>
                    <a:pt x="663" y="12487"/>
                  </a:cubicBezTo>
                  <a:lnTo>
                    <a:pt x="655" y="12495"/>
                  </a:lnTo>
                  <a:lnTo>
                    <a:pt x="647" y="12504"/>
                  </a:lnTo>
                  <a:lnTo>
                    <a:pt x="638" y="12512"/>
                  </a:lnTo>
                  <a:cubicBezTo>
                    <a:pt x="630" y="12520"/>
                    <a:pt x="622" y="12537"/>
                    <a:pt x="613" y="12545"/>
                  </a:cubicBezTo>
                  <a:cubicBezTo>
                    <a:pt x="597" y="12562"/>
                    <a:pt x="580" y="12578"/>
                    <a:pt x="564" y="12595"/>
                  </a:cubicBezTo>
                  <a:cubicBezTo>
                    <a:pt x="547" y="12611"/>
                    <a:pt x="531" y="12628"/>
                    <a:pt x="514" y="12644"/>
                  </a:cubicBezTo>
                  <a:cubicBezTo>
                    <a:pt x="506" y="12653"/>
                    <a:pt x="497" y="12661"/>
                    <a:pt x="489" y="12669"/>
                  </a:cubicBezTo>
                  <a:lnTo>
                    <a:pt x="481" y="12686"/>
                  </a:lnTo>
                  <a:cubicBezTo>
                    <a:pt x="473" y="12694"/>
                    <a:pt x="473" y="12702"/>
                    <a:pt x="473" y="12711"/>
                  </a:cubicBezTo>
                  <a:cubicBezTo>
                    <a:pt x="464" y="12727"/>
                    <a:pt x="473" y="12736"/>
                    <a:pt x="481" y="12744"/>
                  </a:cubicBezTo>
                  <a:cubicBezTo>
                    <a:pt x="489" y="12752"/>
                    <a:pt x="497" y="12752"/>
                    <a:pt x="506" y="12752"/>
                  </a:cubicBezTo>
                  <a:cubicBezTo>
                    <a:pt x="522" y="12752"/>
                    <a:pt x="547" y="12736"/>
                    <a:pt x="564" y="12719"/>
                  </a:cubicBezTo>
                  <a:lnTo>
                    <a:pt x="564" y="12719"/>
                  </a:lnTo>
                  <a:lnTo>
                    <a:pt x="555" y="12727"/>
                  </a:lnTo>
                  <a:cubicBezTo>
                    <a:pt x="555" y="12727"/>
                    <a:pt x="547" y="12736"/>
                    <a:pt x="547" y="12752"/>
                  </a:cubicBezTo>
                  <a:cubicBezTo>
                    <a:pt x="539" y="12760"/>
                    <a:pt x="547" y="12769"/>
                    <a:pt x="555" y="12777"/>
                  </a:cubicBezTo>
                  <a:cubicBezTo>
                    <a:pt x="560" y="12781"/>
                    <a:pt x="564" y="12783"/>
                    <a:pt x="568" y="12783"/>
                  </a:cubicBezTo>
                  <a:cubicBezTo>
                    <a:pt x="572" y="12783"/>
                    <a:pt x="576" y="12781"/>
                    <a:pt x="580" y="12777"/>
                  </a:cubicBezTo>
                  <a:cubicBezTo>
                    <a:pt x="589" y="12769"/>
                    <a:pt x="597" y="12760"/>
                    <a:pt x="597" y="12760"/>
                  </a:cubicBezTo>
                  <a:cubicBezTo>
                    <a:pt x="605" y="12752"/>
                    <a:pt x="613" y="12744"/>
                    <a:pt x="613" y="12736"/>
                  </a:cubicBezTo>
                  <a:lnTo>
                    <a:pt x="630" y="12719"/>
                  </a:lnTo>
                  <a:lnTo>
                    <a:pt x="630" y="12719"/>
                  </a:lnTo>
                  <a:cubicBezTo>
                    <a:pt x="622" y="12736"/>
                    <a:pt x="622" y="12752"/>
                    <a:pt x="613" y="12769"/>
                  </a:cubicBezTo>
                  <a:cubicBezTo>
                    <a:pt x="597" y="12843"/>
                    <a:pt x="564" y="12926"/>
                    <a:pt x="547" y="13009"/>
                  </a:cubicBezTo>
                  <a:cubicBezTo>
                    <a:pt x="522" y="13150"/>
                    <a:pt x="522" y="13291"/>
                    <a:pt x="564" y="13432"/>
                  </a:cubicBezTo>
                  <a:cubicBezTo>
                    <a:pt x="597" y="13556"/>
                    <a:pt x="663" y="13705"/>
                    <a:pt x="779" y="13771"/>
                  </a:cubicBezTo>
                  <a:cubicBezTo>
                    <a:pt x="804" y="13790"/>
                    <a:pt x="838" y="13799"/>
                    <a:pt x="871" y="13799"/>
                  </a:cubicBezTo>
                  <a:cubicBezTo>
                    <a:pt x="882" y="13799"/>
                    <a:pt x="893" y="13798"/>
                    <a:pt x="903" y="13796"/>
                  </a:cubicBezTo>
                  <a:lnTo>
                    <a:pt x="903" y="13804"/>
                  </a:lnTo>
                  <a:cubicBezTo>
                    <a:pt x="937" y="13954"/>
                    <a:pt x="1111" y="14045"/>
                    <a:pt x="1243" y="14078"/>
                  </a:cubicBezTo>
                  <a:cubicBezTo>
                    <a:pt x="1401" y="14119"/>
                    <a:pt x="1558" y="14119"/>
                    <a:pt x="1724" y="14119"/>
                  </a:cubicBezTo>
                  <a:lnTo>
                    <a:pt x="1749" y="14119"/>
                  </a:lnTo>
                  <a:cubicBezTo>
                    <a:pt x="1740" y="14136"/>
                    <a:pt x="1740" y="14152"/>
                    <a:pt x="1740" y="14161"/>
                  </a:cubicBezTo>
                  <a:cubicBezTo>
                    <a:pt x="1740" y="14169"/>
                    <a:pt x="1732" y="14177"/>
                    <a:pt x="1732" y="14177"/>
                  </a:cubicBezTo>
                  <a:cubicBezTo>
                    <a:pt x="1732" y="14186"/>
                    <a:pt x="1724" y="14194"/>
                    <a:pt x="1724" y="14202"/>
                  </a:cubicBezTo>
                  <a:cubicBezTo>
                    <a:pt x="1724" y="14202"/>
                    <a:pt x="1724" y="14210"/>
                    <a:pt x="1724" y="14210"/>
                  </a:cubicBezTo>
                  <a:cubicBezTo>
                    <a:pt x="1724" y="14227"/>
                    <a:pt x="1715" y="14244"/>
                    <a:pt x="1707" y="14260"/>
                  </a:cubicBezTo>
                  <a:cubicBezTo>
                    <a:pt x="1699" y="14285"/>
                    <a:pt x="1691" y="14302"/>
                    <a:pt x="1682" y="14326"/>
                  </a:cubicBezTo>
                  <a:cubicBezTo>
                    <a:pt x="1649" y="14384"/>
                    <a:pt x="1591" y="14434"/>
                    <a:pt x="1541" y="14476"/>
                  </a:cubicBezTo>
                  <a:cubicBezTo>
                    <a:pt x="1334" y="14625"/>
                    <a:pt x="1102" y="14749"/>
                    <a:pt x="903" y="14906"/>
                  </a:cubicBezTo>
                  <a:cubicBezTo>
                    <a:pt x="804" y="14981"/>
                    <a:pt x="721" y="15072"/>
                    <a:pt x="671" y="15180"/>
                  </a:cubicBezTo>
                  <a:cubicBezTo>
                    <a:pt x="638" y="15254"/>
                    <a:pt x="622" y="15337"/>
                    <a:pt x="630" y="15420"/>
                  </a:cubicBezTo>
                  <a:cubicBezTo>
                    <a:pt x="613" y="15412"/>
                    <a:pt x="605" y="15412"/>
                    <a:pt x="589" y="15404"/>
                  </a:cubicBezTo>
                  <a:cubicBezTo>
                    <a:pt x="586" y="15402"/>
                    <a:pt x="582" y="15401"/>
                    <a:pt x="578" y="15401"/>
                  </a:cubicBezTo>
                  <a:cubicBezTo>
                    <a:pt x="561" y="15401"/>
                    <a:pt x="537" y="15416"/>
                    <a:pt x="531" y="15437"/>
                  </a:cubicBezTo>
                  <a:cubicBezTo>
                    <a:pt x="481" y="15544"/>
                    <a:pt x="448" y="15660"/>
                    <a:pt x="431" y="15785"/>
                  </a:cubicBezTo>
                  <a:cubicBezTo>
                    <a:pt x="406" y="16000"/>
                    <a:pt x="423" y="16215"/>
                    <a:pt x="481" y="16423"/>
                  </a:cubicBezTo>
                  <a:cubicBezTo>
                    <a:pt x="489" y="16456"/>
                    <a:pt x="497" y="16481"/>
                    <a:pt x="506" y="16514"/>
                  </a:cubicBezTo>
                  <a:cubicBezTo>
                    <a:pt x="514" y="16630"/>
                    <a:pt x="539" y="16746"/>
                    <a:pt x="589" y="16862"/>
                  </a:cubicBezTo>
                  <a:cubicBezTo>
                    <a:pt x="738" y="17210"/>
                    <a:pt x="1053" y="17442"/>
                    <a:pt x="1367" y="17624"/>
                  </a:cubicBezTo>
                  <a:cubicBezTo>
                    <a:pt x="1732" y="17831"/>
                    <a:pt x="2105" y="18022"/>
                    <a:pt x="2478" y="18221"/>
                  </a:cubicBezTo>
                  <a:cubicBezTo>
                    <a:pt x="2486" y="18226"/>
                    <a:pt x="2495" y="18228"/>
                    <a:pt x="2505" y="18228"/>
                  </a:cubicBezTo>
                  <a:cubicBezTo>
                    <a:pt x="2540" y="18228"/>
                    <a:pt x="2574" y="18194"/>
                    <a:pt x="2561" y="18154"/>
                  </a:cubicBezTo>
                  <a:lnTo>
                    <a:pt x="2544" y="18096"/>
                  </a:lnTo>
                  <a:lnTo>
                    <a:pt x="2544" y="18096"/>
                  </a:lnTo>
                  <a:cubicBezTo>
                    <a:pt x="3049" y="18345"/>
                    <a:pt x="3571" y="18535"/>
                    <a:pt x="4102" y="18676"/>
                  </a:cubicBezTo>
                  <a:cubicBezTo>
                    <a:pt x="4898" y="18886"/>
                    <a:pt x="5714" y="18984"/>
                    <a:pt x="6530" y="18984"/>
                  </a:cubicBezTo>
                  <a:cubicBezTo>
                    <a:pt x="6776" y="18984"/>
                    <a:pt x="7021" y="18975"/>
                    <a:pt x="7267" y="18958"/>
                  </a:cubicBezTo>
                  <a:cubicBezTo>
                    <a:pt x="7797" y="18925"/>
                    <a:pt x="8327" y="18842"/>
                    <a:pt x="8849" y="18726"/>
                  </a:cubicBezTo>
                  <a:cubicBezTo>
                    <a:pt x="9114" y="18668"/>
                    <a:pt x="9379" y="18602"/>
                    <a:pt x="9636" y="18519"/>
                  </a:cubicBezTo>
                  <a:cubicBezTo>
                    <a:pt x="9827" y="18461"/>
                    <a:pt x="10026" y="18403"/>
                    <a:pt x="10208" y="18328"/>
                  </a:cubicBezTo>
                  <a:lnTo>
                    <a:pt x="10225" y="18328"/>
                  </a:lnTo>
                  <a:cubicBezTo>
                    <a:pt x="10266" y="18320"/>
                    <a:pt x="10307" y="18303"/>
                    <a:pt x="10349" y="18287"/>
                  </a:cubicBezTo>
                  <a:cubicBezTo>
                    <a:pt x="10382" y="18270"/>
                    <a:pt x="10415" y="18254"/>
                    <a:pt x="10448" y="18237"/>
                  </a:cubicBezTo>
                  <a:cubicBezTo>
                    <a:pt x="10523" y="18196"/>
                    <a:pt x="10589" y="18154"/>
                    <a:pt x="10655" y="18113"/>
                  </a:cubicBezTo>
                  <a:cubicBezTo>
                    <a:pt x="10771" y="18030"/>
                    <a:pt x="10879" y="17939"/>
                    <a:pt x="10987" y="17839"/>
                  </a:cubicBezTo>
                  <a:cubicBezTo>
                    <a:pt x="11037" y="17790"/>
                    <a:pt x="11086" y="17740"/>
                    <a:pt x="11128" y="17690"/>
                  </a:cubicBezTo>
                  <a:cubicBezTo>
                    <a:pt x="11177" y="17632"/>
                    <a:pt x="11227" y="17574"/>
                    <a:pt x="11269" y="17516"/>
                  </a:cubicBezTo>
                  <a:cubicBezTo>
                    <a:pt x="11310" y="17442"/>
                    <a:pt x="11318" y="17359"/>
                    <a:pt x="11302" y="17284"/>
                  </a:cubicBezTo>
                  <a:cubicBezTo>
                    <a:pt x="11285" y="17201"/>
                    <a:pt x="11252" y="17119"/>
                    <a:pt x="11227" y="17044"/>
                  </a:cubicBezTo>
                  <a:cubicBezTo>
                    <a:pt x="11194" y="16945"/>
                    <a:pt x="11153" y="16845"/>
                    <a:pt x="11119" y="16754"/>
                  </a:cubicBezTo>
                  <a:cubicBezTo>
                    <a:pt x="11144" y="16746"/>
                    <a:pt x="11169" y="16721"/>
                    <a:pt x="11161" y="16696"/>
                  </a:cubicBezTo>
                  <a:cubicBezTo>
                    <a:pt x="11128" y="16580"/>
                    <a:pt x="11103" y="16464"/>
                    <a:pt x="11070" y="16356"/>
                  </a:cubicBezTo>
                  <a:cubicBezTo>
                    <a:pt x="11037" y="16257"/>
                    <a:pt x="11003" y="16157"/>
                    <a:pt x="10962" y="16058"/>
                  </a:cubicBezTo>
                  <a:cubicBezTo>
                    <a:pt x="10945" y="15760"/>
                    <a:pt x="10887" y="15470"/>
                    <a:pt x="10829" y="15180"/>
                  </a:cubicBezTo>
                  <a:cubicBezTo>
                    <a:pt x="10829" y="15130"/>
                    <a:pt x="10821" y="15089"/>
                    <a:pt x="10805" y="15047"/>
                  </a:cubicBezTo>
                  <a:lnTo>
                    <a:pt x="10805" y="15039"/>
                  </a:lnTo>
                  <a:cubicBezTo>
                    <a:pt x="10796" y="15022"/>
                    <a:pt x="10796" y="15014"/>
                    <a:pt x="10796" y="15006"/>
                  </a:cubicBezTo>
                  <a:cubicBezTo>
                    <a:pt x="10805" y="14981"/>
                    <a:pt x="10813" y="14956"/>
                    <a:pt x="10821" y="14940"/>
                  </a:cubicBezTo>
                  <a:cubicBezTo>
                    <a:pt x="10838" y="14865"/>
                    <a:pt x="10838" y="14790"/>
                    <a:pt x="10821" y="14716"/>
                  </a:cubicBezTo>
                  <a:cubicBezTo>
                    <a:pt x="10813" y="14608"/>
                    <a:pt x="10788" y="14500"/>
                    <a:pt x="10771" y="14393"/>
                  </a:cubicBezTo>
                  <a:lnTo>
                    <a:pt x="10771" y="14393"/>
                  </a:lnTo>
                  <a:cubicBezTo>
                    <a:pt x="10778" y="14397"/>
                    <a:pt x="10785" y="14399"/>
                    <a:pt x="10792" y="14399"/>
                  </a:cubicBezTo>
                  <a:cubicBezTo>
                    <a:pt x="10825" y="14399"/>
                    <a:pt x="10852" y="14353"/>
                    <a:pt x="10838" y="14318"/>
                  </a:cubicBezTo>
                  <a:cubicBezTo>
                    <a:pt x="10747" y="14161"/>
                    <a:pt x="10680" y="14003"/>
                    <a:pt x="10622" y="13829"/>
                  </a:cubicBezTo>
                  <a:cubicBezTo>
                    <a:pt x="10567" y="13671"/>
                    <a:pt x="10534" y="13505"/>
                    <a:pt x="10495" y="13339"/>
                  </a:cubicBezTo>
                  <a:lnTo>
                    <a:pt x="10495" y="13339"/>
                  </a:lnTo>
                  <a:cubicBezTo>
                    <a:pt x="10506" y="13353"/>
                    <a:pt x="10522" y="13360"/>
                    <a:pt x="10537" y="13360"/>
                  </a:cubicBezTo>
                  <a:cubicBezTo>
                    <a:pt x="10556" y="13360"/>
                    <a:pt x="10574" y="13349"/>
                    <a:pt x="10581" y="13324"/>
                  </a:cubicBezTo>
                  <a:cubicBezTo>
                    <a:pt x="10622" y="13175"/>
                    <a:pt x="10664" y="13026"/>
                    <a:pt x="10680" y="12876"/>
                  </a:cubicBezTo>
                  <a:lnTo>
                    <a:pt x="10689" y="12876"/>
                  </a:lnTo>
                  <a:cubicBezTo>
                    <a:pt x="10763" y="12860"/>
                    <a:pt x="10805" y="12736"/>
                    <a:pt x="10829" y="12669"/>
                  </a:cubicBezTo>
                  <a:cubicBezTo>
                    <a:pt x="10846" y="12603"/>
                    <a:pt x="10863" y="12537"/>
                    <a:pt x="10871" y="12462"/>
                  </a:cubicBezTo>
                  <a:cubicBezTo>
                    <a:pt x="10896" y="12421"/>
                    <a:pt x="10912" y="12363"/>
                    <a:pt x="10921" y="12321"/>
                  </a:cubicBezTo>
                  <a:cubicBezTo>
                    <a:pt x="10945" y="12238"/>
                    <a:pt x="10954" y="12139"/>
                    <a:pt x="10962" y="12056"/>
                  </a:cubicBezTo>
                  <a:cubicBezTo>
                    <a:pt x="10962" y="11708"/>
                    <a:pt x="10846" y="11385"/>
                    <a:pt x="10730" y="11070"/>
                  </a:cubicBezTo>
                  <a:cubicBezTo>
                    <a:pt x="10672" y="10904"/>
                    <a:pt x="10614" y="10739"/>
                    <a:pt x="10573" y="10573"/>
                  </a:cubicBezTo>
                  <a:cubicBezTo>
                    <a:pt x="10556" y="10474"/>
                    <a:pt x="10539" y="10383"/>
                    <a:pt x="10531" y="10291"/>
                  </a:cubicBezTo>
                  <a:cubicBezTo>
                    <a:pt x="10531" y="10242"/>
                    <a:pt x="10523" y="10192"/>
                    <a:pt x="10523" y="10142"/>
                  </a:cubicBezTo>
                  <a:cubicBezTo>
                    <a:pt x="10523" y="10109"/>
                    <a:pt x="10523" y="10068"/>
                    <a:pt x="10515" y="10035"/>
                  </a:cubicBezTo>
                  <a:cubicBezTo>
                    <a:pt x="10531" y="9985"/>
                    <a:pt x="10539" y="9935"/>
                    <a:pt x="10556" y="9877"/>
                  </a:cubicBezTo>
                  <a:cubicBezTo>
                    <a:pt x="10614" y="9703"/>
                    <a:pt x="10680" y="9537"/>
                    <a:pt x="10705" y="9347"/>
                  </a:cubicBezTo>
                  <a:cubicBezTo>
                    <a:pt x="10722" y="9148"/>
                    <a:pt x="10689" y="8957"/>
                    <a:pt x="10647" y="8767"/>
                  </a:cubicBezTo>
                  <a:cubicBezTo>
                    <a:pt x="10614" y="8568"/>
                    <a:pt x="10589" y="8369"/>
                    <a:pt x="10573" y="8170"/>
                  </a:cubicBezTo>
                  <a:cubicBezTo>
                    <a:pt x="10556" y="7971"/>
                    <a:pt x="10556" y="7773"/>
                    <a:pt x="10539" y="7574"/>
                  </a:cubicBezTo>
                  <a:cubicBezTo>
                    <a:pt x="10539" y="7557"/>
                    <a:pt x="10531" y="7549"/>
                    <a:pt x="10523" y="7541"/>
                  </a:cubicBezTo>
                  <a:cubicBezTo>
                    <a:pt x="10523" y="7433"/>
                    <a:pt x="10506" y="7325"/>
                    <a:pt x="10481" y="7217"/>
                  </a:cubicBezTo>
                  <a:cubicBezTo>
                    <a:pt x="10465" y="7168"/>
                    <a:pt x="10440" y="7093"/>
                    <a:pt x="10465" y="7043"/>
                  </a:cubicBezTo>
                  <a:cubicBezTo>
                    <a:pt x="10481" y="6994"/>
                    <a:pt x="10539" y="6961"/>
                    <a:pt x="10581" y="6936"/>
                  </a:cubicBezTo>
                  <a:cubicBezTo>
                    <a:pt x="10672" y="6886"/>
                    <a:pt x="10763" y="6820"/>
                    <a:pt x="10829" y="6737"/>
                  </a:cubicBezTo>
                  <a:cubicBezTo>
                    <a:pt x="10887" y="6654"/>
                    <a:pt x="10929" y="6546"/>
                    <a:pt x="10904" y="6447"/>
                  </a:cubicBezTo>
                  <a:cubicBezTo>
                    <a:pt x="10887" y="6389"/>
                    <a:pt x="10854" y="6339"/>
                    <a:pt x="10821" y="6281"/>
                  </a:cubicBezTo>
                  <a:cubicBezTo>
                    <a:pt x="10805" y="6256"/>
                    <a:pt x="10796" y="6231"/>
                    <a:pt x="10788" y="6207"/>
                  </a:cubicBezTo>
                  <a:cubicBezTo>
                    <a:pt x="10788" y="6207"/>
                    <a:pt x="10788" y="6198"/>
                    <a:pt x="10796" y="6198"/>
                  </a:cubicBezTo>
                  <a:cubicBezTo>
                    <a:pt x="10813" y="6190"/>
                    <a:pt x="10829" y="6173"/>
                    <a:pt x="10846" y="6157"/>
                  </a:cubicBezTo>
                  <a:cubicBezTo>
                    <a:pt x="10854" y="6149"/>
                    <a:pt x="10871" y="6132"/>
                    <a:pt x="10887" y="6124"/>
                  </a:cubicBezTo>
                  <a:cubicBezTo>
                    <a:pt x="10896" y="6115"/>
                    <a:pt x="10904" y="6107"/>
                    <a:pt x="10904" y="6099"/>
                  </a:cubicBezTo>
                  <a:cubicBezTo>
                    <a:pt x="10912" y="6091"/>
                    <a:pt x="10921" y="6082"/>
                    <a:pt x="10921" y="6066"/>
                  </a:cubicBezTo>
                  <a:cubicBezTo>
                    <a:pt x="10929" y="6049"/>
                    <a:pt x="10912" y="6024"/>
                    <a:pt x="10896" y="6024"/>
                  </a:cubicBezTo>
                  <a:cubicBezTo>
                    <a:pt x="10879" y="6024"/>
                    <a:pt x="10871" y="6024"/>
                    <a:pt x="10854" y="6033"/>
                  </a:cubicBezTo>
                  <a:cubicBezTo>
                    <a:pt x="10846" y="6041"/>
                    <a:pt x="10838" y="6041"/>
                    <a:pt x="10829" y="6049"/>
                  </a:cubicBezTo>
                  <a:cubicBezTo>
                    <a:pt x="10813" y="6057"/>
                    <a:pt x="10805" y="6074"/>
                    <a:pt x="10788" y="6082"/>
                  </a:cubicBezTo>
                  <a:cubicBezTo>
                    <a:pt x="10780" y="6091"/>
                    <a:pt x="10780" y="6091"/>
                    <a:pt x="10771" y="6099"/>
                  </a:cubicBezTo>
                  <a:lnTo>
                    <a:pt x="10771" y="6074"/>
                  </a:lnTo>
                  <a:lnTo>
                    <a:pt x="10780" y="6066"/>
                  </a:lnTo>
                  <a:lnTo>
                    <a:pt x="10788" y="6057"/>
                  </a:lnTo>
                  <a:cubicBezTo>
                    <a:pt x="10796" y="6049"/>
                    <a:pt x="10805" y="6041"/>
                    <a:pt x="10805" y="6033"/>
                  </a:cubicBezTo>
                  <a:cubicBezTo>
                    <a:pt x="10813" y="6024"/>
                    <a:pt x="10813" y="6016"/>
                    <a:pt x="10805" y="6008"/>
                  </a:cubicBezTo>
                  <a:cubicBezTo>
                    <a:pt x="10805" y="5999"/>
                    <a:pt x="10796" y="5999"/>
                    <a:pt x="10788" y="5999"/>
                  </a:cubicBezTo>
                  <a:cubicBezTo>
                    <a:pt x="10784" y="5999"/>
                    <a:pt x="10782" y="5999"/>
                    <a:pt x="10781" y="6000"/>
                  </a:cubicBezTo>
                  <a:lnTo>
                    <a:pt x="10781" y="6000"/>
                  </a:lnTo>
                  <a:cubicBezTo>
                    <a:pt x="10798" y="5912"/>
                    <a:pt x="10830" y="5823"/>
                    <a:pt x="10846" y="5743"/>
                  </a:cubicBezTo>
                  <a:cubicBezTo>
                    <a:pt x="10887" y="5610"/>
                    <a:pt x="10921" y="5486"/>
                    <a:pt x="10945" y="5353"/>
                  </a:cubicBezTo>
                  <a:cubicBezTo>
                    <a:pt x="11070" y="4823"/>
                    <a:pt x="11119" y="4284"/>
                    <a:pt x="11144" y="3738"/>
                  </a:cubicBezTo>
                  <a:cubicBezTo>
                    <a:pt x="11177" y="3199"/>
                    <a:pt x="11186" y="2652"/>
                    <a:pt x="11219" y="2105"/>
                  </a:cubicBezTo>
                  <a:cubicBezTo>
                    <a:pt x="11252" y="1608"/>
                    <a:pt x="11343" y="1094"/>
                    <a:pt x="11277" y="589"/>
                  </a:cubicBezTo>
                  <a:cubicBezTo>
                    <a:pt x="11260" y="473"/>
                    <a:pt x="11227" y="349"/>
                    <a:pt x="11194" y="241"/>
                  </a:cubicBezTo>
                  <a:cubicBezTo>
                    <a:pt x="11169" y="183"/>
                    <a:pt x="11153" y="125"/>
                    <a:pt x="11119" y="67"/>
                  </a:cubicBezTo>
                  <a:cubicBezTo>
                    <a:pt x="11111" y="34"/>
                    <a:pt x="11095" y="9"/>
                    <a:pt x="110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35"/>
            <p:cNvSpPr/>
            <p:nvPr/>
          </p:nvSpPr>
          <p:spPr>
            <a:xfrm>
              <a:off x="2526975" y="1525175"/>
              <a:ext cx="12000" cy="21175"/>
            </a:xfrm>
            <a:custGeom>
              <a:rect b="b" l="l" r="r" t="t"/>
              <a:pathLst>
                <a:path extrusionOk="0" h="847" w="480">
                  <a:moveTo>
                    <a:pt x="42" y="1"/>
                  </a:moveTo>
                  <a:lnTo>
                    <a:pt x="42" y="9"/>
                  </a:lnTo>
                  <a:cubicBezTo>
                    <a:pt x="39" y="8"/>
                    <a:pt x="36" y="7"/>
                    <a:pt x="32" y="7"/>
                  </a:cubicBezTo>
                  <a:cubicBezTo>
                    <a:pt x="17" y="7"/>
                    <a:pt x="1" y="20"/>
                    <a:pt x="1" y="34"/>
                  </a:cubicBezTo>
                  <a:cubicBezTo>
                    <a:pt x="1" y="109"/>
                    <a:pt x="75" y="183"/>
                    <a:pt x="108" y="241"/>
                  </a:cubicBezTo>
                  <a:cubicBezTo>
                    <a:pt x="158" y="307"/>
                    <a:pt x="191" y="374"/>
                    <a:pt x="233" y="440"/>
                  </a:cubicBezTo>
                  <a:cubicBezTo>
                    <a:pt x="291" y="573"/>
                    <a:pt x="324" y="722"/>
                    <a:pt x="423" y="838"/>
                  </a:cubicBezTo>
                  <a:cubicBezTo>
                    <a:pt x="429" y="844"/>
                    <a:pt x="436" y="846"/>
                    <a:pt x="442" y="846"/>
                  </a:cubicBezTo>
                  <a:cubicBezTo>
                    <a:pt x="462" y="846"/>
                    <a:pt x="479" y="821"/>
                    <a:pt x="473" y="796"/>
                  </a:cubicBezTo>
                  <a:cubicBezTo>
                    <a:pt x="432" y="730"/>
                    <a:pt x="415" y="655"/>
                    <a:pt x="390" y="581"/>
                  </a:cubicBezTo>
                  <a:cubicBezTo>
                    <a:pt x="374" y="515"/>
                    <a:pt x="349" y="440"/>
                    <a:pt x="316" y="374"/>
                  </a:cubicBezTo>
                  <a:cubicBezTo>
                    <a:pt x="274" y="299"/>
                    <a:pt x="233" y="233"/>
                    <a:pt x="191" y="167"/>
                  </a:cubicBezTo>
                  <a:cubicBezTo>
                    <a:pt x="158" y="109"/>
                    <a:pt x="108" y="26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35"/>
            <p:cNvSpPr/>
            <p:nvPr/>
          </p:nvSpPr>
          <p:spPr>
            <a:xfrm>
              <a:off x="2521650" y="1517025"/>
              <a:ext cx="4000" cy="6150"/>
            </a:xfrm>
            <a:custGeom>
              <a:rect b="b" l="l" r="r" t="t"/>
              <a:pathLst>
                <a:path extrusionOk="0" h="246" w="160">
                  <a:moveTo>
                    <a:pt x="19" y="0"/>
                  </a:moveTo>
                  <a:cubicBezTo>
                    <a:pt x="8" y="0"/>
                    <a:pt x="0" y="8"/>
                    <a:pt x="7" y="20"/>
                  </a:cubicBezTo>
                  <a:cubicBezTo>
                    <a:pt x="7" y="45"/>
                    <a:pt x="15" y="62"/>
                    <a:pt x="23" y="78"/>
                  </a:cubicBezTo>
                  <a:cubicBezTo>
                    <a:pt x="31" y="95"/>
                    <a:pt x="48" y="111"/>
                    <a:pt x="56" y="128"/>
                  </a:cubicBezTo>
                  <a:cubicBezTo>
                    <a:pt x="73" y="169"/>
                    <a:pt x="89" y="203"/>
                    <a:pt x="114" y="236"/>
                  </a:cubicBezTo>
                  <a:cubicBezTo>
                    <a:pt x="117" y="243"/>
                    <a:pt x="122" y="246"/>
                    <a:pt x="128" y="246"/>
                  </a:cubicBezTo>
                  <a:cubicBezTo>
                    <a:pt x="142" y="246"/>
                    <a:pt x="159" y="228"/>
                    <a:pt x="147" y="211"/>
                  </a:cubicBezTo>
                  <a:cubicBezTo>
                    <a:pt x="131" y="178"/>
                    <a:pt x="114" y="145"/>
                    <a:pt x="89" y="111"/>
                  </a:cubicBezTo>
                  <a:cubicBezTo>
                    <a:pt x="81" y="87"/>
                    <a:pt x="73" y="70"/>
                    <a:pt x="65" y="53"/>
                  </a:cubicBezTo>
                  <a:cubicBezTo>
                    <a:pt x="56" y="37"/>
                    <a:pt x="48" y="20"/>
                    <a:pt x="31" y="4"/>
                  </a:cubicBezTo>
                  <a:cubicBezTo>
                    <a:pt x="27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35"/>
            <p:cNvSpPr/>
            <p:nvPr/>
          </p:nvSpPr>
          <p:spPr>
            <a:xfrm>
              <a:off x="2467525" y="1466725"/>
              <a:ext cx="4500" cy="32925"/>
            </a:xfrm>
            <a:custGeom>
              <a:rect b="b" l="l" r="r" t="t"/>
              <a:pathLst>
                <a:path extrusionOk="0" h="1317" w="180">
                  <a:moveTo>
                    <a:pt x="145" y="1"/>
                  </a:moveTo>
                  <a:cubicBezTo>
                    <a:pt x="134" y="1"/>
                    <a:pt x="123" y="6"/>
                    <a:pt x="117" y="19"/>
                  </a:cubicBezTo>
                  <a:cubicBezTo>
                    <a:pt x="42" y="218"/>
                    <a:pt x="9" y="433"/>
                    <a:pt x="1" y="649"/>
                  </a:cubicBezTo>
                  <a:cubicBezTo>
                    <a:pt x="1" y="765"/>
                    <a:pt x="1" y="872"/>
                    <a:pt x="9" y="980"/>
                  </a:cubicBezTo>
                  <a:cubicBezTo>
                    <a:pt x="17" y="1088"/>
                    <a:pt x="26" y="1195"/>
                    <a:pt x="50" y="1295"/>
                  </a:cubicBezTo>
                  <a:cubicBezTo>
                    <a:pt x="54" y="1310"/>
                    <a:pt x="64" y="1317"/>
                    <a:pt x="73" y="1317"/>
                  </a:cubicBezTo>
                  <a:cubicBezTo>
                    <a:pt x="84" y="1317"/>
                    <a:pt x="96" y="1308"/>
                    <a:pt x="100" y="1295"/>
                  </a:cubicBezTo>
                  <a:cubicBezTo>
                    <a:pt x="108" y="1187"/>
                    <a:pt x="100" y="1079"/>
                    <a:pt x="100" y="972"/>
                  </a:cubicBezTo>
                  <a:cubicBezTo>
                    <a:pt x="100" y="864"/>
                    <a:pt x="100" y="765"/>
                    <a:pt x="100" y="657"/>
                  </a:cubicBezTo>
                  <a:cubicBezTo>
                    <a:pt x="100" y="450"/>
                    <a:pt x="125" y="243"/>
                    <a:pt x="175" y="35"/>
                  </a:cubicBezTo>
                  <a:cubicBezTo>
                    <a:pt x="180" y="15"/>
                    <a:pt x="163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35"/>
            <p:cNvSpPr/>
            <p:nvPr/>
          </p:nvSpPr>
          <p:spPr>
            <a:xfrm>
              <a:off x="2470225" y="1515850"/>
              <a:ext cx="1275" cy="4425"/>
            </a:xfrm>
            <a:custGeom>
              <a:rect b="b" l="l" r="r" t="t"/>
              <a:pathLst>
                <a:path extrusionOk="0" h="177" w="51">
                  <a:moveTo>
                    <a:pt x="34" y="1"/>
                  </a:moveTo>
                  <a:cubicBezTo>
                    <a:pt x="25" y="1"/>
                    <a:pt x="17" y="9"/>
                    <a:pt x="17" y="18"/>
                  </a:cubicBezTo>
                  <a:lnTo>
                    <a:pt x="9" y="18"/>
                  </a:lnTo>
                  <a:cubicBezTo>
                    <a:pt x="9" y="42"/>
                    <a:pt x="9" y="67"/>
                    <a:pt x="9" y="92"/>
                  </a:cubicBezTo>
                  <a:cubicBezTo>
                    <a:pt x="9" y="109"/>
                    <a:pt x="9" y="117"/>
                    <a:pt x="9" y="134"/>
                  </a:cubicBezTo>
                  <a:cubicBezTo>
                    <a:pt x="0" y="142"/>
                    <a:pt x="9" y="158"/>
                    <a:pt x="9" y="167"/>
                  </a:cubicBezTo>
                  <a:cubicBezTo>
                    <a:pt x="9" y="171"/>
                    <a:pt x="14" y="176"/>
                    <a:pt x="19" y="176"/>
                  </a:cubicBezTo>
                  <a:cubicBezTo>
                    <a:pt x="22" y="176"/>
                    <a:pt x="25" y="174"/>
                    <a:pt x="25" y="167"/>
                  </a:cubicBezTo>
                  <a:cubicBezTo>
                    <a:pt x="34" y="158"/>
                    <a:pt x="34" y="150"/>
                    <a:pt x="34" y="134"/>
                  </a:cubicBezTo>
                  <a:lnTo>
                    <a:pt x="42" y="100"/>
                  </a:lnTo>
                  <a:cubicBezTo>
                    <a:pt x="50" y="67"/>
                    <a:pt x="50" y="42"/>
                    <a:pt x="50" y="18"/>
                  </a:cubicBezTo>
                  <a:cubicBezTo>
                    <a:pt x="50" y="9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35"/>
            <p:cNvSpPr/>
            <p:nvPr/>
          </p:nvSpPr>
          <p:spPr>
            <a:xfrm>
              <a:off x="2479500" y="1576500"/>
              <a:ext cx="8350" cy="23550"/>
            </a:xfrm>
            <a:custGeom>
              <a:rect b="b" l="l" r="r" t="t"/>
              <a:pathLst>
                <a:path extrusionOk="0" h="942" w="334">
                  <a:moveTo>
                    <a:pt x="66" y="0"/>
                  </a:moveTo>
                  <a:cubicBezTo>
                    <a:pt x="31" y="0"/>
                    <a:pt x="1" y="43"/>
                    <a:pt x="19" y="85"/>
                  </a:cubicBezTo>
                  <a:cubicBezTo>
                    <a:pt x="52" y="152"/>
                    <a:pt x="93" y="210"/>
                    <a:pt x="118" y="276"/>
                  </a:cubicBezTo>
                  <a:cubicBezTo>
                    <a:pt x="143" y="342"/>
                    <a:pt x="168" y="409"/>
                    <a:pt x="185" y="483"/>
                  </a:cubicBezTo>
                  <a:cubicBezTo>
                    <a:pt x="218" y="624"/>
                    <a:pt x="226" y="773"/>
                    <a:pt x="267" y="914"/>
                  </a:cubicBezTo>
                  <a:cubicBezTo>
                    <a:pt x="271" y="933"/>
                    <a:pt x="283" y="941"/>
                    <a:pt x="296" y="941"/>
                  </a:cubicBezTo>
                  <a:cubicBezTo>
                    <a:pt x="310" y="941"/>
                    <a:pt x="325" y="928"/>
                    <a:pt x="325" y="906"/>
                  </a:cubicBezTo>
                  <a:cubicBezTo>
                    <a:pt x="334" y="748"/>
                    <a:pt x="309" y="599"/>
                    <a:pt x="276" y="442"/>
                  </a:cubicBezTo>
                  <a:cubicBezTo>
                    <a:pt x="259" y="367"/>
                    <a:pt x="243" y="293"/>
                    <a:pt x="209" y="218"/>
                  </a:cubicBezTo>
                  <a:cubicBezTo>
                    <a:pt x="185" y="152"/>
                    <a:pt x="151" y="77"/>
                    <a:pt x="102" y="19"/>
                  </a:cubicBezTo>
                  <a:cubicBezTo>
                    <a:pt x="91" y="6"/>
                    <a:pt x="78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35"/>
            <p:cNvSpPr/>
            <p:nvPr/>
          </p:nvSpPr>
          <p:spPr>
            <a:xfrm>
              <a:off x="2487200" y="1575300"/>
              <a:ext cx="3550" cy="5825"/>
            </a:xfrm>
            <a:custGeom>
              <a:rect b="b" l="l" r="r" t="t"/>
              <a:pathLst>
                <a:path extrusionOk="0" h="233" w="142">
                  <a:moveTo>
                    <a:pt x="21" y="1"/>
                  </a:moveTo>
                  <a:cubicBezTo>
                    <a:pt x="11" y="1"/>
                    <a:pt x="1" y="10"/>
                    <a:pt x="1" y="26"/>
                  </a:cubicBezTo>
                  <a:cubicBezTo>
                    <a:pt x="1" y="34"/>
                    <a:pt x="1" y="42"/>
                    <a:pt x="9" y="51"/>
                  </a:cubicBezTo>
                  <a:cubicBezTo>
                    <a:pt x="9" y="59"/>
                    <a:pt x="9" y="67"/>
                    <a:pt x="17" y="75"/>
                  </a:cubicBezTo>
                  <a:cubicBezTo>
                    <a:pt x="26" y="92"/>
                    <a:pt x="26" y="109"/>
                    <a:pt x="34" y="125"/>
                  </a:cubicBezTo>
                  <a:cubicBezTo>
                    <a:pt x="51" y="150"/>
                    <a:pt x="59" y="183"/>
                    <a:pt x="75" y="216"/>
                  </a:cubicBezTo>
                  <a:cubicBezTo>
                    <a:pt x="84" y="233"/>
                    <a:pt x="109" y="233"/>
                    <a:pt x="117" y="233"/>
                  </a:cubicBezTo>
                  <a:cubicBezTo>
                    <a:pt x="133" y="216"/>
                    <a:pt x="142" y="200"/>
                    <a:pt x="133" y="183"/>
                  </a:cubicBezTo>
                  <a:cubicBezTo>
                    <a:pt x="117" y="150"/>
                    <a:pt x="100" y="125"/>
                    <a:pt x="92" y="92"/>
                  </a:cubicBezTo>
                  <a:cubicBezTo>
                    <a:pt x="84" y="75"/>
                    <a:pt x="75" y="59"/>
                    <a:pt x="67" y="51"/>
                  </a:cubicBezTo>
                  <a:cubicBezTo>
                    <a:pt x="59" y="34"/>
                    <a:pt x="51" y="17"/>
                    <a:pt x="34" y="9"/>
                  </a:cubicBezTo>
                  <a:cubicBezTo>
                    <a:pt x="31" y="3"/>
                    <a:pt x="26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35"/>
            <p:cNvSpPr/>
            <p:nvPr/>
          </p:nvSpPr>
          <p:spPr>
            <a:xfrm>
              <a:off x="2476225" y="1569300"/>
              <a:ext cx="1700" cy="1275"/>
            </a:xfrm>
            <a:custGeom>
              <a:rect b="b" l="l" r="r" t="t"/>
              <a:pathLst>
                <a:path extrusionOk="0" h="51" w="68">
                  <a:moveTo>
                    <a:pt x="34" y="1"/>
                  </a:moveTo>
                  <a:cubicBezTo>
                    <a:pt x="1" y="1"/>
                    <a:pt x="1" y="50"/>
                    <a:pt x="34" y="50"/>
                  </a:cubicBezTo>
                  <a:cubicBezTo>
                    <a:pt x="67" y="50"/>
                    <a:pt x="67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35"/>
            <p:cNvSpPr/>
            <p:nvPr/>
          </p:nvSpPr>
          <p:spPr>
            <a:xfrm>
              <a:off x="2604875" y="1614150"/>
              <a:ext cx="12650" cy="20375"/>
            </a:xfrm>
            <a:custGeom>
              <a:rect b="b" l="l" r="r" t="t"/>
              <a:pathLst>
                <a:path extrusionOk="0" h="815" w="506">
                  <a:moveTo>
                    <a:pt x="297" y="1"/>
                  </a:moveTo>
                  <a:cubicBezTo>
                    <a:pt x="248" y="1"/>
                    <a:pt x="201" y="22"/>
                    <a:pt x="166" y="63"/>
                  </a:cubicBezTo>
                  <a:lnTo>
                    <a:pt x="166" y="71"/>
                  </a:lnTo>
                  <a:lnTo>
                    <a:pt x="149" y="71"/>
                  </a:lnTo>
                  <a:cubicBezTo>
                    <a:pt x="133" y="79"/>
                    <a:pt x="124" y="87"/>
                    <a:pt x="116" y="96"/>
                  </a:cubicBezTo>
                  <a:cubicBezTo>
                    <a:pt x="66" y="112"/>
                    <a:pt x="41" y="179"/>
                    <a:pt x="33" y="237"/>
                  </a:cubicBezTo>
                  <a:lnTo>
                    <a:pt x="33" y="253"/>
                  </a:lnTo>
                  <a:cubicBezTo>
                    <a:pt x="17" y="319"/>
                    <a:pt x="0" y="386"/>
                    <a:pt x="8" y="460"/>
                  </a:cubicBezTo>
                  <a:cubicBezTo>
                    <a:pt x="8" y="551"/>
                    <a:pt x="25" y="643"/>
                    <a:pt x="83" y="709"/>
                  </a:cubicBezTo>
                  <a:cubicBezTo>
                    <a:pt x="91" y="717"/>
                    <a:pt x="99" y="725"/>
                    <a:pt x="108" y="734"/>
                  </a:cubicBezTo>
                  <a:cubicBezTo>
                    <a:pt x="157" y="783"/>
                    <a:pt x="221" y="815"/>
                    <a:pt x="284" y="815"/>
                  </a:cubicBezTo>
                  <a:cubicBezTo>
                    <a:pt x="327" y="815"/>
                    <a:pt x="369" y="800"/>
                    <a:pt x="406" y="767"/>
                  </a:cubicBezTo>
                  <a:cubicBezTo>
                    <a:pt x="497" y="684"/>
                    <a:pt x="505" y="551"/>
                    <a:pt x="489" y="427"/>
                  </a:cubicBezTo>
                  <a:cubicBezTo>
                    <a:pt x="497" y="369"/>
                    <a:pt x="497" y="319"/>
                    <a:pt x="497" y="261"/>
                  </a:cubicBezTo>
                  <a:cubicBezTo>
                    <a:pt x="489" y="179"/>
                    <a:pt x="456" y="87"/>
                    <a:pt x="389" y="29"/>
                  </a:cubicBezTo>
                  <a:cubicBezTo>
                    <a:pt x="360" y="10"/>
                    <a:pt x="328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35"/>
            <p:cNvSpPr/>
            <p:nvPr/>
          </p:nvSpPr>
          <p:spPr>
            <a:xfrm>
              <a:off x="2493425" y="1665200"/>
              <a:ext cx="2925" cy="4800"/>
            </a:xfrm>
            <a:custGeom>
              <a:rect b="b" l="l" r="r" t="t"/>
              <a:pathLst>
                <a:path extrusionOk="0" h="192" w="117">
                  <a:moveTo>
                    <a:pt x="75" y="1"/>
                  </a:moveTo>
                  <a:lnTo>
                    <a:pt x="67" y="9"/>
                  </a:lnTo>
                  <a:cubicBezTo>
                    <a:pt x="58" y="9"/>
                    <a:pt x="50" y="26"/>
                    <a:pt x="42" y="42"/>
                  </a:cubicBezTo>
                  <a:cubicBezTo>
                    <a:pt x="34" y="59"/>
                    <a:pt x="34" y="67"/>
                    <a:pt x="25" y="84"/>
                  </a:cubicBezTo>
                  <a:cubicBezTo>
                    <a:pt x="17" y="109"/>
                    <a:pt x="9" y="125"/>
                    <a:pt x="0" y="150"/>
                  </a:cubicBezTo>
                  <a:cubicBezTo>
                    <a:pt x="0" y="167"/>
                    <a:pt x="9" y="183"/>
                    <a:pt x="17" y="191"/>
                  </a:cubicBezTo>
                  <a:cubicBezTo>
                    <a:pt x="34" y="191"/>
                    <a:pt x="50" y="191"/>
                    <a:pt x="58" y="175"/>
                  </a:cubicBezTo>
                  <a:cubicBezTo>
                    <a:pt x="67" y="150"/>
                    <a:pt x="83" y="133"/>
                    <a:pt x="92" y="109"/>
                  </a:cubicBezTo>
                  <a:cubicBezTo>
                    <a:pt x="92" y="100"/>
                    <a:pt x="100" y="92"/>
                    <a:pt x="108" y="75"/>
                  </a:cubicBezTo>
                  <a:cubicBezTo>
                    <a:pt x="108" y="67"/>
                    <a:pt x="116" y="67"/>
                    <a:pt x="116" y="59"/>
                  </a:cubicBezTo>
                  <a:lnTo>
                    <a:pt x="116" y="51"/>
                  </a:lnTo>
                  <a:cubicBezTo>
                    <a:pt x="116" y="42"/>
                    <a:pt x="116" y="34"/>
                    <a:pt x="116" y="26"/>
                  </a:cubicBezTo>
                  <a:lnTo>
                    <a:pt x="108" y="17"/>
                  </a:lnTo>
                  <a:cubicBezTo>
                    <a:pt x="108" y="9"/>
                    <a:pt x="100" y="9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35"/>
            <p:cNvSpPr/>
            <p:nvPr/>
          </p:nvSpPr>
          <p:spPr>
            <a:xfrm>
              <a:off x="2500475" y="1665200"/>
              <a:ext cx="1675" cy="1475"/>
            </a:xfrm>
            <a:custGeom>
              <a:rect b="b" l="l" r="r" t="t"/>
              <a:pathLst>
                <a:path extrusionOk="0" h="59" w="67">
                  <a:moveTo>
                    <a:pt x="33" y="1"/>
                  </a:moveTo>
                  <a:cubicBezTo>
                    <a:pt x="0" y="1"/>
                    <a:pt x="0" y="59"/>
                    <a:pt x="33" y="59"/>
                  </a:cubicBezTo>
                  <a:cubicBezTo>
                    <a:pt x="66" y="59"/>
                    <a:pt x="66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35"/>
            <p:cNvSpPr/>
            <p:nvPr/>
          </p:nvSpPr>
          <p:spPr>
            <a:xfrm>
              <a:off x="2603200" y="1597200"/>
              <a:ext cx="34075" cy="20375"/>
            </a:xfrm>
            <a:custGeom>
              <a:rect b="b" l="l" r="r" t="t"/>
              <a:pathLst>
                <a:path extrusionOk="0" h="815" w="1363">
                  <a:moveTo>
                    <a:pt x="63" y="0"/>
                  </a:moveTo>
                  <a:cubicBezTo>
                    <a:pt x="48" y="0"/>
                    <a:pt x="36" y="3"/>
                    <a:pt x="26" y="11"/>
                  </a:cubicBezTo>
                  <a:cubicBezTo>
                    <a:pt x="9" y="20"/>
                    <a:pt x="1" y="36"/>
                    <a:pt x="9" y="53"/>
                  </a:cubicBezTo>
                  <a:cubicBezTo>
                    <a:pt x="26" y="111"/>
                    <a:pt x="117" y="127"/>
                    <a:pt x="166" y="144"/>
                  </a:cubicBezTo>
                  <a:cubicBezTo>
                    <a:pt x="216" y="169"/>
                    <a:pt x="274" y="194"/>
                    <a:pt x="332" y="219"/>
                  </a:cubicBezTo>
                  <a:cubicBezTo>
                    <a:pt x="440" y="268"/>
                    <a:pt x="556" y="326"/>
                    <a:pt x="664" y="384"/>
                  </a:cubicBezTo>
                  <a:cubicBezTo>
                    <a:pt x="771" y="451"/>
                    <a:pt x="879" y="517"/>
                    <a:pt x="987" y="583"/>
                  </a:cubicBezTo>
                  <a:cubicBezTo>
                    <a:pt x="1086" y="658"/>
                    <a:pt x="1194" y="724"/>
                    <a:pt x="1293" y="807"/>
                  </a:cubicBezTo>
                  <a:cubicBezTo>
                    <a:pt x="1300" y="812"/>
                    <a:pt x="1308" y="815"/>
                    <a:pt x="1315" y="815"/>
                  </a:cubicBezTo>
                  <a:cubicBezTo>
                    <a:pt x="1341" y="815"/>
                    <a:pt x="1362" y="785"/>
                    <a:pt x="1343" y="765"/>
                  </a:cubicBezTo>
                  <a:cubicBezTo>
                    <a:pt x="1244" y="674"/>
                    <a:pt x="1152" y="583"/>
                    <a:pt x="1045" y="500"/>
                  </a:cubicBezTo>
                  <a:cubicBezTo>
                    <a:pt x="945" y="426"/>
                    <a:pt x="838" y="351"/>
                    <a:pt x="722" y="293"/>
                  </a:cubicBezTo>
                  <a:cubicBezTo>
                    <a:pt x="614" y="227"/>
                    <a:pt x="498" y="169"/>
                    <a:pt x="382" y="119"/>
                  </a:cubicBezTo>
                  <a:cubicBezTo>
                    <a:pt x="324" y="94"/>
                    <a:pt x="266" y="61"/>
                    <a:pt x="200" y="45"/>
                  </a:cubicBezTo>
                  <a:cubicBezTo>
                    <a:pt x="168" y="32"/>
                    <a:pt x="108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35"/>
            <p:cNvSpPr/>
            <p:nvPr/>
          </p:nvSpPr>
          <p:spPr>
            <a:xfrm>
              <a:off x="2616250" y="1597275"/>
              <a:ext cx="8825" cy="6100"/>
            </a:xfrm>
            <a:custGeom>
              <a:rect b="b" l="l" r="r" t="t"/>
              <a:pathLst>
                <a:path extrusionOk="0" h="244" w="353">
                  <a:moveTo>
                    <a:pt x="34" y="0"/>
                  </a:moveTo>
                  <a:cubicBezTo>
                    <a:pt x="17" y="0"/>
                    <a:pt x="1" y="17"/>
                    <a:pt x="9" y="25"/>
                  </a:cubicBezTo>
                  <a:cubicBezTo>
                    <a:pt x="26" y="58"/>
                    <a:pt x="50" y="66"/>
                    <a:pt x="75" y="91"/>
                  </a:cubicBezTo>
                  <a:cubicBezTo>
                    <a:pt x="100" y="108"/>
                    <a:pt x="125" y="124"/>
                    <a:pt x="150" y="141"/>
                  </a:cubicBezTo>
                  <a:cubicBezTo>
                    <a:pt x="200" y="174"/>
                    <a:pt x="249" y="207"/>
                    <a:pt x="299" y="240"/>
                  </a:cubicBezTo>
                  <a:cubicBezTo>
                    <a:pt x="302" y="243"/>
                    <a:pt x="306" y="244"/>
                    <a:pt x="310" y="244"/>
                  </a:cubicBezTo>
                  <a:cubicBezTo>
                    <a:pt x="332" y="244"/>
                    <a:pt x="352" y="205"/>
                    <a:pt x="324" y="191"/>
                  </a:cubicBezTo>
                  <a:cubicBezTo>
                    <a:pt x="274" y="158"/>
                    <a:pt x="233" y="116"/>
                    <a:pt x="183" y="83"/>
                  </a:cubicBezTo>
                  <a:cubicBezTo>
                    <a:pt x="158" y="66"/>
                    <a:pt x="133" y="50"/>
                    <a:pt x="108" y="42"/>
                  </a:cubicBezTo>
                  <a:cubicBezTo>
                    <a:pt x="84" y="25"/>
                    <a:pt x="59" y="8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35"/>
            <p:cNvSpPr/>
            <p:nvPr/>
          </p:nvSpPr>
          <p:spPr>
            <a:xfrm>
              <a:off x="2586425" y="1597050"/>
              <a:ext cx="5625" cy="3000"/>
            </a:xfrm>
            <a:custGeom>
              <a:rect b="b" l="l" r="r" t="t"/>
              <a:pathLst>
                <a:path extrusionOk="0" h="120" w="225">
                  <a:moveTo>
                    <a:pt x="199" y="1"/>
                  </a:moveTo>
                  <a:cubicBezTo>
                    <a:pt x="166" y="1"/>
                    <a:pt x="125" y="1"/>
                    <a:pt x="92" y="17"/>
                  </a:cubicBezTo>
                  <a:cubicBezTo>
                    <a:pt x="75" y="17"/>
                    <a:pt x="59" y="26"/>
                    <a:pt x="42" y="42"/>
                  </a:cubicBezTo>
                  <a:lnTo>
                    <a:pt x="42" y="34"/>
                  </a:lnTo>
                  <a:cubicBezTo>
                    <a:pt x="25" y="51"/>
                    <a:pt x="1" y="67"/>
                    <a:pt x="1" y="92"/>
                  </a:cubicBezTo>
                  <a:cubicBezTo>
                    <a:pt x="9" y="100"/>
                    <a:pt x="9" y="109"/>
                    <a:pt x="25" y="117"/>
                  </a:cubicBezTo>
                  <a:cubicBezTo>
                    <a:pt x="29" y="118"/>
                    <a:pt x="32" y="119"/>
                    <a:pt x="35" y="119"/>
                  </a:cubicBezTo>
                  <a:cubicBezTo>
                    <a:pt x="48" y="119"/>
                    <a:pt x="62" y="106"/>
                    <a:pt x="75" y="92"/>
                  </a:cubicBezTo>
                  <a:cubicBezTo>
                    <a:pt x="92" y="84"/>
                    <a:pt x="100" y="75"/>
                    <a:pt x="117" y="67"/>
                  </a:cubicBezTo>
                  <a:lnTo>
                    <a:pt x="125" y="67"/>
                  </a:lnTo>
                  <a:lnTo>
                    <a:pt x="133" y="59"/>
                  </a:lnTo>
                  <a:cubicBezTo>
                    <a:pt x="141" y="59"/>
                    <a:pt x="150" y="59"/>
                    <a:pt x="158" y="51"/>
                  </a:cubicBezTo>
                  <a:cubicBezTo>
                    <a:pt x="166" y="51"/>
                    <a:pt x="183" y="42"/>
                    <a:pt x="199" y="42"/>
                  </a:cubicBezTo>
                  <a:cubicBezTo>
                    <a:pt x="208" y="42"/>
                    <a:pt x="224" y="34"/>
                    <a:pt x="224" y="26"/>
                  </a:cubicBezTo>
                  <a:cubicBezTo>
                    <a:pt x="224" y="9"/>
                    <a:pt x="208" y="1"/>
                    <a:pt x="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35"/>
            <p:cNvSpPr/>
            <p:nvPr/>
          </p:nvSpPr>
          <p:spPr>
            <a:xfrm>
              <a:off x="2571525" y="1596575"/>
              <a:ext cx="4650" cy="10650"/>
            </a:xfrm>
            <a:custGeom>
              <a:rect b="b" l="l" r="r" t="t"/>
              <a:pathLst>
                <a:path extrusionOk="0" h="426" w="186">
                  <a:moveTo>
                    <a:pt x="145" y="1"/>
                  </a:moveTo>
                  <a:cubicBezTo>
                    <a:pt x="135" y="1"/>
                    <a:pt x="124" y="6"/>
                    <a:pt x="116" y="20"/>
                  </a:cubicBezTo>
                  <a:cubicBezTo>
                    <a:pt x="83" y="78"/>
                    <a:pt x="50" y="144"/>
                    <a:pt x="25" y="210"/>
                  </a:cubicBezTo>
                  <a:cubicBezTo>
                    <a:pt x="17" y="244"/>
                    <a:pt x="8" y="285"/>
                    <a:pt x="0" y="318"/>
                  </a:cubicBezTo>
                  <a:cubicBezTo>
                    <a:pt x="0" y="351"/>
                    <a:pt x="0" y="401"/>
                    <a:pt x="33" y="426"/>
                  </a:cubicBezTo>
                  <a:cubicBezTo>
                    <a:pt x="50" y="426"/>
                    <a:pt x="66" y="426"/>
                    <a:pt x="75" y="418"/>
                  </a:cubicBezTo>
                  <a:cubicBezTo>
                    <a:pt x="99" y="393"/>
                    <a:pt x="91" y="351"/>
                    <a:pt x="91" y="318"/>
                  </a:cubicBezTo>
                  <a:cubicBezTo>
                    <a:pt x="91" y="285"/>
                    <a:pt x="99" y="260"/>
                    <a:pt x="108" y="235"/>
                  </a:cubicBezTo>
                  <a:cubicBezTo>
                    <a:pt x="124" y="169"/>
                    <a:pt x="149" y="111"/>
                    <a:pt x="174" y="53"/>
                  </a:cubicBezTo>
                  <a:cubicBezTo>
                    <a:pt x="185" y="25"/>
                    <a:pt x="166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35"/>
            <p:cNvSpPr/>
            <p:nvPr/>
          </p:nvSpPr>
          <p:spPr>
            <a:xfrm>
              <a:off x="2569225" y="1594575"/>
              <a:ext cx="1900" cy="11300"/>
            </a:xfrm>
            <a:custGeom>
              <a:rect b="b" l="l" r="r" t="t"/>
              <a:pathLst>
                <a:path extrusionOk="0" h="452" w="76">
                  <a:moveTo>
                    <a:pt x="46" y="0"/>
                  </a:moveTo>
                  <a:cubicBezTo>
                    <a:pt x="32" y="0"/>
                    <a:pt x="17" y="9"/>
                    <a:pt x="17" y="25"/>
                  </a:cubicBezTo>
                  <a:cubicBezTo>
                    <a:pt x="9" y="100"/>
                    <a:pt x="9" y="166"/>
                    <a:pt x="9" y="232"/>
                  </a:cubicBezTo>
                  <a:cubicBezTo>
                    <a:pt x="1" y="274"/>
                    <a:pt x="1" y="307"/>
                    <a:pt x="1" y="340"/>
                  </a:cubicBezTo>
                  <a:cubicBezTo>
                    <a:pt x="1" y="373"/>
                    <a:pt x="1" y="415"/>
                    <a:pt x="17" y="440"/>
                  </a:cubicBezTo>
                  <a:cubicBezTo>
                    <a:pt x="22" y="448"/>
                    <a:pt x="28" y="452"/>
                    <a:pt x="34" y="452"/>
                  </a:cubicBezTo>
                  <a:cubicBezTo>
                    <a:pt x="40" y="452"/>
                    <a:pt x="46" y="448"/>
                    <a:pt x="51" y="440"/>
                  </a:cubicBezTo>
                  <a:cubicBezTo>
                    <a:pt x="67" y="406"/>
                    <a:pt x="67" y="373"/>
                    <a:pt x="67" y="340"/>
                  </a:cubicBezTo>
                  <a:lnTo>
                    <a:pt x="67" y="232"/>
                  </a:lnTo>
                  <a:cubicBezTo>
                    <a:pt x="67" y="166"/>
                    <a:pt x="67" y="92"/>
                    <a:pt x="75" y="25"/>
                  </a:cubicBezTo>
                  <a:cubicBezTo>
                    <a:pt x="75" y="9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35"/>
            <p:cNvSpPr/>
            <p:nvPr/>
          </p:nvSpPr>
          <p:spPr>
            <a:xfrm>
              <a:off x="2506275" y="1596200"/>
              <a:ext cx="26000" cy="18125"/>
            </a:xfrm>
            <a:custGeom>
              <a:rect b="b" l="l" r="r" t="t"/>
              <a:pathLst>
                <a:path extrusionOk="0" h="725" w="1040">
                  <a:moveTo>
                    <a:pt x="739" y="0"/>
                  </a:moveTo>
                  <a:cubicBezTo>
                    <a:pt x="733" y="0"/>
                    <a:pt x="727" y="1"/>
                    <a:pt x="721" y="2"/>
                  </a:cubicBezTo>
                  <a:cubicBezTo>
                    <a:pt x="663" y="10"/>
                    <a:pt x="613" y="51"/>
                    <a:pt x="572" y="85"/>
                  </a:cubicBezTo>
                  <a:cubicBezTo>
                    <a:pt x="530" y="118"/>
                    <a:pt x="481" y="143"/>
                    <a:pt x="439" y="176"/>
                  </a:cubicBezTo>
                  <a:cubicBezTo>
                    <a:pt x="348" y="250"/>
                    <a:pt x="257" y="325"/>
                    <a:pt x="182" y="408"/>
                  </a:cubicBezTo>
                  <a:cubicBezTo>
                    <a:pt x="141" y="449"/>
                    <a:pt x="108" y="491"/>
                    <a:pt x="75" y="532"/>
                  </a:cubicBezTo>
                  <a:cubicBezTo>
                    <a:pt x="50" y="573"/>
                    <a:pt x="0" y="631"/>
                    <a:pt x="8" y="689"/>
                  </a:cubicBezTo>
                  <a:cubicBezTo>
                    <a:pt x="8" y="710"/>
                    <a:pt x="25" y="725"/>
                    <a:pt x="45" y="725"/>
                  </a:cubicBezTo>
                  <a:cubicBezTo>
                    <a:pt x="49" y="725"/>
                    <a:pt x="54" y="724"/>
                    <a:pt x="58" y="723"/>
                  </a:cubicBezTo>
                  <a:cubicBezTo>
                    <a:pt x="100" y="698"/>
                    <a:pt x="133" y="640"/>
                    <a:pt x="158" y="607"/>
                  </a:cubicBezTo>
                  <a:cubicBezTo>
                    <a:pt x="182" y="573"/>
                    <a:pt x="216" y="532"/>
                    <a:pt x="249" y="499"/>
                  </a:cubicBezTo>
                  <a:cubicBezTo>
                    <a:pt x="315" y="424"/>
                    <a:pt x="390" y="358"/>
                    <a:pt x="472" y="292"/>
                  </a:cubicBezTo>
                  <a:cubicBezTo>
                    <a:pt x="547" y="234"/>
                    <a:pt x="622" y="167"/>
                    <a:pt x="704" y="118"/>
                  </a:cubicBezTo>
                  <a:cubicBezTo>
                    <a:pt x="720" y="107"/>
                    <a:pt x="735" y="104"/>
                    <a:pt x="750" y="104"/>
                  </a:cubicBezTo>
                  <a:cubicBezTo>
                    <a:pt x="784" y="104"/>
                    <a:pt x="817" y="123"/>
                    <a:pt x="845" y="134"/>
                  </a:cubicBezTo>
                  <a:cubicBezTo>
                    <a:pt x="895" y="159"/>
                    <a:pt x="936" y="184"/>
                    <a:pt x="978" y="217"/>
                  </a:cubicBezTo>
                  <a:cubicBezTo>
                    <a:pt x="982" y="222"/>
                    <a:pt x="988" y="224"/>
                    <a:pt x="993" y="224"/>
                  </a:cubicBezTo>
                  <a:cubicBezTo>
                    <a:pt x="1016" y="224"/>
                    <a:pt x="1039" y="186"/>
                    <a:pt x="1019" y="159"/>
                  </a:cubicBezTo>
                  <a:cubicBezTo>
                    <a:pt x="978" y="118"/>
                    <a:pt x="928" y="85"/>
                    <a:pt x="878" y="51"/>
                  </a:cubicBezTo>
                  <a:cubicBezTo>
                    <a:pt x="834" y="29"/>
                    <a:pt x="790" y="0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35"/>
            <p:cNvSpPr/>
            <p:nvPr/>
          </p:nvSpPr>
          <p:spPr>
            <a:xfrm>
              <a:off x="2510400" y="1610125"/>
              <a:ext cx="9425" cy="8575"/>
            </a:xfrm>
            <a:custGeom>
              <a:rect b="b" l="l" r="r" t="t"/>
              <a:pathLst>
                <a:path extrusionOk="0" h="343" w="377">
                  <a:moveTo>
                    <a:pt x="333" y="1"/>
                  </a:moveTo>
                  <a:cubicBezTo>
                    <a:pt x="327" y="1"/>
                    <a:pt x="321" y="3"/>
                    <a:pt x="316" y="8"/>
                  </a:cubicBezTo>
                  <a:cubicBezTo>
                    <a:pt x="266" y="58"/>
                    <a:pt x="208" y="108"/>
                    <a:pt x="158" y="149"/>
                  </a:cubicBezTo>
                  <a:cubicBezTo>
                    <a:pt x="109" y="199"/>
                    <a:pt x="59" y="240"/>
                    <a:pt x="17" y="298"/>
                  </a:cubicBezTo>
                  <a:cubicBezTo>
                    <a:pt x="9" y="306"/>
                    <a:pt x="1" y="323"/>
                    <a:pt x="9" y="331"/>
                  </a:cubicBezTo>
                  <a:cubicBezTo>
                    <a:pt x="15" y="337"/>
                    <a:pt x="25" y="343"/>
                    <a:pt x="33" y="343"/>
                  </a:cubicBezTo>
                  <a:cubicBezTo>
                    <a:pt x="37" y="343"/>
                    <a:pt x="40" y="342"/>
                    <a:pt x="42" y="340"/>
                  </a:cubicBezTo>
                  <a:cubicBezTo>
                    <a:pt x="100" y="298"/>
                    <a:pt x="158" y="248"/>
                    <a:pt x="208" y="199"/>
                  </a:cubicBezTo>
                  <a:cubicBezTo>
                    <a:pt x="258" y="149"/>
                    <a:pt x="307" y="99"/>
                    <a:pt x="357" y="58"/>
                  </a:cubicBezTo>
                  <a:cubicBezTo>
                    <a:pt x="377" y="32"/>
                    <a:pt x="355" y="1"/>
                    <a:pt x="3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35"/>
            <p:cNvSpPr/>
            <p:nvPr/>
          </p:nvSpPr>
          <p:spPr>
            <a:xfrm>
              <a:off x="2558950" y="1584850"/>
              <a:ext cx="6575" cy="14450"/>
            </a:xfrm>
            <a:custGeom>
              <a:rect b="b" l="l" r="r" t="t"/>
              <a:pathLst>
                <a:path extrusionOk="0" h="578" w="263">
                  <a:moveTo>
                    <a:pt x="213" y="1"/>
                  </a:moveTo>
                  <a:cubicBezTo>
                    <a:pt x="197" y="1"/>
                    <a:pt x="179" y="9"/>
                    <a:pt x="172" y="25"/>
                  </a:cubicBezTo>
                  <a:cubicBezTo>
                    <a:pt x="147" y="66"/>
                    <a:pt x="138" y="116"/>
                    <a:pt x="130" y="157"/>
                  </a:cubicBezTo>
                  <a:cubicBezTo>
                    <a:pt x="114" y="199"/>
                    <a:pt x="105" y="240"/>
                    <a:pt x="89" y="282"/>
                  </a:cubicBezTo>
                  <a:cubicBezTo>
                    <a:pt x="80" y="323"/>
                    <a:pt x="64" y="365"/>
                    <a:pt x="47" y="406"/>
                  </a:cubicBezTo>
                  <a:cubicBezTo>
                    <a:pt x="31" y="447"/>
                    <a:pt x="22" y="497"/>
                    <a:pt x="6" y="539"/>
                  </a:cubicBezTo>
                  <a:cubicBezTo>
                    <a:pt x="1" y="564"/>
                    <a:pt x="18" y="577"/>
                    <a:pt x="38" y="577"/>
                  </a:cubicBezTo>
                  <a:cubicBezTo>
                    <a:pt x="50" y="577"/>
                    <a:pt x="63" y="573"/>
                    <a:pt x="72" y="563"/>
                  </a:cubicBezTo>
                  <a:cubicBezTo>
                    <a:pt x="97" y="522"/>
                    <a:pt x="122" y="489"/>
                    <a:pt x="138" y="447"/>
                  </a:cubicBezTo>
                  <a:cubicBezTo>
                    <a:pt x="163" y="406"/>
                    <a:pt x="180" y="356"/>
                    <a:pt x="196" y="315"/>
                  </a:cubicBezTo>
                  <a:cubicBezTo>
                    <a:pt x="213" y="273"/>
                    <a:pt x="221" y="224"/>
                    <a:pt x="238" y="182"/>
                  </a:cubicBezTo>
                  <a:cubicBezTo>
                    <a:pt x="246" y="133"/>
                    <a:pt x="263" y="83"/>
                    <a:pt x="254" y="33"/>
                  </a:cubicBezTo>
                  <a:cubicBezTo>
                    <a:pt x="250" y="11"/>
                    <a:pt x="232" y="1"/>
                    <a:pt x="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35"/>
            <p:cNvSpPr/>
            <p:nvPr/>
          </p:nvSpPr>
          <p:spPr>
            <a:xfrm>
              <a:off x="2556800" y="1585875"/>
              <a:ext cx="1900" cy="6650"/>
            </a:xfrm>
            <a:custGeom>
              <a:rect b="b" l="l" r="r" t="t"/>
              <a:pathLst>
                <a:path extrusionOk="0" h="266" w="76">
                  <a:moveTo>
                    <a:pt x="34" y="0"/>
                  </a:moveTo>
                  <a:cubicBezTo>
                    <a:pt x="26" y="0"/>
                    <a:pt x="17" y="17"/>
                    <a:pt x="17" y="25"/>
                  </a:cubicBezTo>
                  <a:cubicBezTo>
                    <a:pt x="17" y="42"/>
                    <a:pt x="17" y="58"/>
                    <a:pt x="17" y="83"/>
                  </a:cubicBezTo>
                  <a:cubicBezTo>
                    <a:pt x="17" y="100"/>
                    <a:pt x="9" y="108"/>
                    <a:pt x="9" y="133"/>
                  </a:cubicBezTo>
                  <a:lnTo>
                    <a:pt x="9" y="125"/>
                  </a:lnTo>
                  <a:cubicBezTo>
                    <a:pt x="9" y="158"/>
                    <a:pt x="9" y="191"/>
                    <a:pt x="1" y="224"/>
                  </a:cubicBezTo>
                  <a:cubicBezTo>
                    <a:pt x="1" y="241"/>
                    <a:pt x="9" y="257"/>
                    <a:pt x="26" y="266"/>
                  </a:cubicBezTo>
                  <a:cubicBezTo>
                    <a:pt x="34" y="266"/>
                    <a:pt x="59" y="257"/>
                    <a:pt x="59" y="241"/>
                  </a:cubicBezTo>
                  <a:cubicBezTo>
                    <a:pt x="67" y="208"/>
                    <a:pt x="67" y="166"/>
                    <a:pt x="67" y="133"/>
                  </a:cubicBezTo>
                  <a:cubicBezTo>
                    <a:pt x="75" y="116"/>
                    <a:pt x="67" y="100"/>
                    <a:pt x="67" y="75"/>
                  </a:cubicBezTo>
                  <a:cubicBezTo>
                    <a:pt x="67" y="58"/>
                    <a:pt x="67" y="42"/>
                    <a:pt x="67" y="17"/>
                  </a:cubicBezTo>
                  <a:cubicBezTo>
                    <a:pt x="59" y="9"/>
                    <a:pt x="5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35"/>
            <p:cNvSpPr/>
            <p:nvPr/>
          </p:nvSpPr>
          <p:spPr>
            <a:xfrm>
              <a:off x="2543750" y="1584225"/>
              <a:ext cx="2525" cy="11900"/>
            </a:xfrm>
            <a:custGeom>
              <a:rect b="b" l="l" r="r" t="t"/>
              <a:pathLst>
                <a:path extrusionOk="0" h="476" w="101">
                  <a:moveTo>
                    <a:pt x="51" y="0"/>
                  </a:moveTo>
                  <a:cubicBezTo>
                    <a:pt x="1" y="0"/>
                    <a:pt x="9" y="66"/>
                    <a:pt x="17" y="91"/>
                  </a:cubicBezTo>
                  <a:cubicBezTo>
                    <a:pt x="17" y="133"/>
                    <a:pt x="26" y="166"/>
                    <a:pt x="26" y="207"/>
                  </a:cubicBezTo>
                  <a:cubicBezTo>
                    <a:pt x="34" y="290"/>
                    <a:pt x="34" y="365"/>
                    <a:pt x="42" y="448"/>
                  </a:cubicBezTo>
                  <a:cubicBezTo>
                    <a:pt x="42" y="467"/>
                    <a:pt x="53" y="476"/>
                    <a:pt x="65" y="476"/>
                  </a:cubicBezTo>
                  <a:cubicBezTo>
                    <a:pt x="78" y="476"/>
                    <a:pt x="92" y="465"/>
                    <a:pt x="92" y="448"/>
                  </a:cubicBezTo>
                  <a:cubicBezTo>
                    <a:pt x="100" y="365"/>
                    <a:pt x="100" y="290"/>
                    <a:pt x="100" y="207"/>
                  </a:cubicBezTo>
                  <a:cubicBezTo>
                    <a:pt x="100" y="166"/>
                    <a:pt x="92" y="133"/>
                    <a:pt x="92" y="91"/>
                  </a:cubicBezTo>
                  <a:cubicBezTo>
                    <a:pt x="92" y="58"/>
                    <a:pt x="92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35"/>
            <p:cNvSpPr/>
            <p:nvPr/>
          </p:nvSpPr>
          <p:spPr>
            <a:xfrm>
              <a:off x="2541475" y="1585850"/>
              <a:ext cx="2100" cy="8275"/>
            </a:xfrm>
            <a:custGeom>
              <a:rect b="b" l="l" r="r" t="t"/>
              <a:pathLst>
                <a:path extrusionOk="0" h="331" w="84">
                  <a:moveTo>
                    <a:pt x="22" y="1"/>
                  </a:moveTo>
                  <a:cubicBezTo>
                    <a:pt x="14" y="1"/>
                    <a:pt x="6" y="8"/>
                    <a:pt x="1" y="18"/>
                  </a:cubicBezTo>
                  <a:cubicBezTo>
                    <a:pt x="1" y="35"/>
                    <a:pt x="1" y="59"/>
                    <a:pt x="1" y="84"/>
                  </a:cubicBezTo>
                  <a:cubicBezTo>
                    <a:pt x="1" y="109"/>
                    <a:pt x="9" y="134"/>
                    <a:pt x="9" y="151"/>
                  </a:cubicBezTo>
                  <a:cubicBezTo>
                    <a:pt x="9" y="200"/>
                    <a:pt x="17" y="250"/>
                    <a:pt x="17" y="300"/>
                  </a:cubicBezTo>
                  <a:cubicBezTo>
                    <a:pt x="17" y="320"/>
                    <a:pt x="34" y="331"/>
                    <a:pt x="50" y="331"/>
                  </a:cubicBezTo>
                  <a:cubicBezTo>
                    <a:pt x="67" y="331"/>
                    <a:pt x="84" y="320"/>
                    <a:pt x="84" y="300"/>
                  </a:cubicBezTo>
                  <a:cubicBezTo>
                    <a:pt x="84" y="250"/>
                    <a:pt x="84" y="200"/>
                    <a:pt x="75" y="151"/>
                  </a:cubicBezTo>
                  <a:cubicBezTo>
                    <a:pt x="75" y="126"/>
                    <a:pt x="67" y="101"/>
                    <a:pt x="59" y="76"/>
                  </a:cubicBezTo>
                  <a:cubicBezTo>
                    <a:pt x="50" y="51"/>
                    <a:pt x="50" y="26"/>
                    <a:pt x="34" y="10"/>
                  </a:cubicBezTo>
                  <a:cubicBezTo>
                    <a:pt x="31" y="3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35"/>
            <p:cNvSpPr/>
            <p:nvPr/>
          </p:nvSpPr>
          <p:spPr>
            <a:xfrm>
              <a:off x="2708425" y="1645675"/>
              <a:ext cx="3550" cy="16750"/>
            </a:xfrm>
            <a:custGeom>
              <a:rect b="b" l="l" r="r" t="t"/>
              <a:pathLst>
                <a:path extrusionOk="0" h="670" w="142">
                  <a:moveTo>
                    <a:pt x="36" y="1"/>
                  </a:moveTo>
                  <a:cubicBezTo>
                    <a:pt x="20" y="1"/>
                    <a:pt x="4" y="13"/>
                    <a:pt x="9" y="36"/>
                  </a:cubicBezTo>
                  <a:cubicBezTo>
                    <a:pt x="17" y="152"/>
                    <a:pt x="26" y="268"/>
                    <a:pt x="34" y="392"/>
                  </a:cubicBezTo>
                  <a:cubicBezTo>
                    <a:pt x="34" y="434"/>
                    <a:pt x="42" y="475"/>
                    <a:pt x="34" y="517"/>
                  </a:cubicBezTo>
                  <a:cubicBezTo>
                    <a:pt x="34" y="550"/>
                    <a:pt x="17" y="575"/>
                    <a:pt x="9" y="600"/>
                  </a:cubicBezTo>
                  <a:cubicBezTo>
                    <a:pt x="1" y="616"/>
                    <a:pt x="1" y="624"/>
                    <a:pt x="1" y="633"/>
                  </a:cubicBezTo>
                  <a:lnTo>
                    <a:pt x="1" y="649"/>
                  </a:lnTo>
                  <a:cubicBezTo>
                    <a:pt x="7" y="661"/>
                    <a:pt x="17" y="669"/>
                    <a:pt x="29" y="669"/>
                  </a:cubicBezTo>
                  <a:cubicBezTo>
                    <a:pt x="33" y="669"/>
                    <a:pt x="38" y="668"/>
                    <a:pt x="42" y="666"/>
                  </a:cubicBezTo>
                  <a:cubicBezTo>
                    <a:pt x="84" y="666"/>
                    <a:pt x="108" y="633"/>
                    <a:pt x="125" y="591"/>
                  </a:cubicBezTo>
                  <a:cubicBezTo>
                    <a:pt x="133" y="558"/>
                    <a:pt x="142" y="517"/>
                    <a:pt x="142" y="484"/>
                  </a:cubicBezTo>
                  <a:cubicBezTo>
                    <a:pt x="133" y="434"/>
                    <a:pt x="133" y="384"/>
                    <a:pt x="125" y="326"/>
                  </a:cubicBezTo>
                  <a:cubicBezTo>
                    <a:pt x="108" y="227"/>
                    <a:pt x="92" y="127"/>
                    <a:pt x="67" y="28"/>
                  </a:cubicBezTo>
                  <a:cubicBezTo>
                    <a:pt x="63" y="9"/>
                    <a:pt x="49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35"/>
            <p:cNvSpPr/>
            <p:nvPr/>
          </p:nvSpPr>
          <p:spPr>
            <a:xfrm>
              <a:off x="2706575" y="1654225"/>
              <a:ext cx="1675" cy="6475"/>
            </a:xfrm>
            <a:custGeom>
              <a:rect b="b" l="l" r="r" t="t"/>
              <a:pathLst>
                <a:path extrusionOk="0" h="259" w="67">
                  <a:moveTo>
                    <a:pt x="33" y="1"/>
                  </a:moveTo>
                  <a:cubicBezTo>
                    <a:pt x="25" y="1"/>
                    <a:pt x="8" y="9"/>
                    <a:pt x="8" y="26"/>
                  </a:cubicBezTo>
                  <a:cubicBezTo>
                    <a:pt x="17" y="59"/>
                    <a:pt x="17" y="100"/>
                    <a:pt x="8" y="133"/>
                  </a:cubicBezTo>
                  <a:cubicBezTo>
                    <a:pt x="8" y="150"/>
                    <a:pt x="8" y="166"/>
                    <a:pt x="8" y="183"/>
                  </a:cubicBezTo>
                  <a:cubicBezTo>
                    <a:pt x="0" y="191"/>
                    <a:pt x="0" y="208"/>
                    <a:pt x="0" y="216"/>
                  </a:cubicBezTo>
                  <a:cubicBezTo>
                    <a:pt x="0" y="224"/>
                    <a:pt x="0" y="233"/>
                    <a:pt x="0" y="241"/>
                  </a:cubicBezTo>
                  <a:cubicBezTo>
                    <a:pt x="0" y="251"/>
                    <a:pt x="10" y="258"/>
                    <a:pt x="19" y="258"/>
                  </a:cubicBezTo>
                  <a:cubicBezTo>
                    <a:pt x="25" y="258"/>
                    <a:pt x="30" y="256"/>
                    <a:pt x="33" y="249"/>
                  </a:cubicBezTo>
                  <a:cubicBezTo>
                    <a:pt x="50" y="216"/>
                    <a:pt x="58" y="175"/>
                    <a:pt x="58" y="133"/>
                  </a:cubicBezTo>
                  <a:cubicBezTo>
                    <a:pt x="66" y="100"/>
                    <a:pt x="66" y="59"/>
                    <a:pt x="58" y="26"/>
                  </a:cubicBezTo>
                  <a:cubicBezTo>
                    <a:pt x="58" y="9"/>
                    <a:pt x="50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35"/>
            <p:cNvSpPr/>
            <p:nvPr/>
          </p:nvSpPr>
          <p:spPr>
            <a:xfrm>
              <a:off x="2696825" y="1727975"/>
              <a:ext cx="17425" cy="14425"/>
            </a:xfrm>
            <a:custGeom>
              <a:rect b="b" l="l" r="r" t="t"/>
              <a:pathLst>
                <a:path extrusionOk="0" h="577" w="697">
                  <a:moveTo>
                    <a:pt x="651" y="0"/>
                  </a:moveTo>
                  <a:cubicBezTo>
                    <a:pt x="639" y="0"/>
                    <a:pt x="626" y="9"/>
                    <a:pt x="622" y="25"/>
                  </a:cubicBezTo>
                  <a:cubicBezTo>
                    <a:pt x="614" y="58"/>
                    <a:pt x="614" y="91"/>
                    <a:pt x="597" y="116"/>
                  </a:cubicBezTo>
                  <a:cubicBezTo>
                    <a:pt x="589" y="149"/>
                    <a:pt x="572" y="183"/>
                    <a:pt x="556" y="207"/>
                  </a:cubicBezTo>
                  <a:cubicBezTo>
                    <a:pt x="514" y="257"/>
                    <a:pt x="465" y="299"/>
                    <a:pt x="407" y="332"/>
                  </a:cubicBezTo>
                  <a:cubicBezTo>
                    <a:pt x="357" y="365"/>
                    <a:pt x="299" y="390"/>
                    <a:pt x="241" y="415"/>
                  </a:cubicBezTo>
                  <a:cubicBezTo>
                    <a:pt x="183" y="448"/>
                    <a:pt x="133" y="464"/>
                    <a:pt x="67" y="473"/>
                  </a:cubicBezTo>
                  <a:cubicBezTo>
                    <a:pt x="42" y="473"/>
                    <a:pt x="1" y="473"/>
                    <a:pt x="1" y="514"/>
                  </a:cubicBezTo>
                  <a:cubicBezTo>
                    <a:pt x="1" y="547"/>
                    <a:pt x="26" y="564"/>
                    <a:pt x="50" y="572"/>
                  </a:cubicBezTo>
                  <a:lnTo>
                    <a:pt x="59" y="572"/>
                  </a:lnTo>
                  <a:cubicBezTo>
                    <a:pt x="70" y="575"/>
                    <a:pt x="81" y="576"/>
                    <a:pt x="93" y="576"/>
                  </a:cubicBezTo>
                  <a:cubicBezTo>
                    <a:pt x="144" y="576"/>
                    <a:pt x="202" y="551"/>
                    <a:pt x="249" y="531"/>
                  </a:cubicBezTo>
                  <a:cubicBezTo>
                    <a:pt x="357" y="481"/>
                    <a:pt x="473" y="431"/>
                    <a:pt x="556" y="340"/>
                  </a:cubicBezTo>
                  <a:cubicBezTo>
                    <a:pt x="597" y="299"/>
                    <a:pt x="639" y="249"/>
                    <a:pt x="664" y="199"/>
                  </a:cubicBezTo>
                  <a:cubicBezTo>
                    <a:pt x="680" y="141"/>
                    <a:pt x="697" y="75"/>
                    <a:pt x="680" y="25"/>
                  </a:cubicBezTo>
                  <a:cubicBezTo>
                    <a:pt x="676" y="9"/>
                    <a:pt x="664" y="0"/>
                    <a:pt x="6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35"/>
            <p:cNvSpPr/>
            <p:nvPr/>
          </p:nvSpPr>
          <p:spPr>
            <a:xfrm>
              <a:off x="2690000" y="1743625"/>
              <a:ext cx="10950" cy="2450"/>
            </a:xfrm>
            <a:custGeom>
              <a:rect b="b" l="l" r="r" t="t"/>
              <a:pathLst>
                <a:path extrusionOk="0" h="98" w="438">
                  <a:moveTo>
                    <a:pt x="266" y="1"/>
                  </a:moveTo>
                  <a:cubicBezTo>
                    <a:pt x="246" y="1"/>
                    <a:pt x="227" y="2"/>
                    <a:pt x="207" y="4"/>
                  </a:cubicBezTo>
                  <a:cubicBezTo>
                    <a:pt x="174" y="4"/>
                    <a:pt x="141" y="4"/>
                    <a:pt x="108" y="12"/>
                  </a:cubicBezTo>
                  <a:cubicBezTo>
                    <a:pt x="75" y="21"/>
                    <a:pt x="33" y="29"/>
                    <a:pt x="9" y="54"/>
                  </a:cubicBezTo>
                  <a:cubicBezTo>
                    <a:pt x="0" y="70"/>
                    <a:pt x="0" y="87"/>
                    <a:pt x="17" y="95"/>
                  </a:cubicBezTo>
                  <a:cubicBezTo>
                    <a:pt x="24" y="97"/>
                    <a:pt x="31" y="97"/>
                    <a:pt x="38" y="97"/>
                  </a:cubicBezTo>
                  <a:cubicBezTo>
                    <a:pt x="66" y="97"/>
                    <a:pt x="96" y="87"/>
                    <a:pt x="116" y="87"/>
                  </a:cubicBezTo>
                  <a:cubicBezTo>
                    <a:pt x="149" y="79"/>
                    <a:pt x="183" y="70"/>
                    <a:pt x="207" y="70"/>
                  </a:cubicBezTo>
                  <a:cubicBezTo>
                    <a:pt x="274" y="62"/>
                    <a:pt x="340" y="62"/>
                    <a:pt x="406" y="62"/>
                  </a:cubicBezTo>
                  <a:cubicBezTo>
                    <a:pt x="408" y="63"/>
                    <a:pt x="410" y="63"/>
                    <a:pt x="412" y="63"/>
                  </a:cubicBezTo>
                  <a:cubicBezTo>
                    <a:pt x="432" y="63"/>
                    <a:pt x="438" y="20"/>
                    <a:pt x="415" y="12"/>
                  </a:cubicBezTo>
                  <a:cubicBezTo>
                    <a:pt x="362" y="6"/>
                    <a:pt x="313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35"/>
            <p:cNvSpPr/>
            <p:nvPr/>
          </p:nvSpPr>
          <p:spPr>
            <a:xfrm>
              <a:off x="2684400" y="1746825"/>
              <a:ext cx="4575" cy="2100"/>
            </a:xfrm>
            <a:custGeom>
              <a:rect b="b" l="l" r="r" t="t"/>
              <a:pathLst>
                <a:path extrusionOk="0" h="84" w="183">
                  <a:moveTo>
                    <a:pt x="150" y="0"/>
                  </a:moveTo>
                  <a:cubicBezTo>
                    <a:pt x="100" y="17"/>
                    <a:pt x="59" y="33"/>
                    <a:pt x="17" y="50"/>
                  </a:cubicBezTo>
                  <a:cubicBezTo>
                    <a:pt x="9" y="58"/>
                    <a:pt x="1" y="67"/>
                    <a:pt x="9" y="75"/>
                  </a:cubicBezTo>
                  <a:cubicBezTo>
                    <a:pt x="9" y="83"/>
                    <a:pt x="17" y="83"/>
                    <a:pt x="26" y="83"/>
                  </a:cubicBezTo>
                  <a:cubicBezTo>
                    <a:pt x="75" y="75"/>
                    <a:pt x="117" y="67"/>
                    <a:pt x="158" y="50"/>
                  </a:cubicBezTo>
                  <a:lnTo>
                    <a:pt x="166" y="50"/>
                  </a:lnTo>
                  <a:cubicBezTo>
                    <a:pt x="175" y="50"/>
                    <a:pt x="183" y="33"/>
                    <a:pt x="183" y="17"/>
                  </a:cubicBezTo>
                  <a:cubicBezTo>
                    <a:pt x="175" y="9"/>
                    <a:pt x="158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35"/>
            <p:cNvSpPr/>
            <p:nvPr/>
          </p:nvSpPr>
          <p:spPr>
            <a:xfrm>
              <a:off x="2569650" y="1624950"/>
              <a:ext cx="8225" cy="19675"/>
            </a:xfrm>
            <a:custGeom>
              <a:rect b="b" l="l" r="r" t="t"/>
              <a:pathLst>
                <a:path extrusionOk="0" h="787" w="329">
                  <a:moveTo>
                    <a:pt x="55" y="0"/>
                  </a:moveTo>
                  <a:cubicBezTo>
                    <a:pt x="46" y="0"/>
                    <a:pt x="40" y="8"/>
                    <a:pt x="34" y="20"/>
                  </a:cubicBezTo>
                  <a:cubicBezTo>
                    <a:pt x="0" y="70"/>
                    <a:pt x="34" y="153"/>
                    <a:pt x="50" y="202"/>
                  </a:cubicBezTo>
                  <a:cubicBezTo>
                    <a:pt x="75" y="269"/>
                    <a:pt x="92" y="327"/>
                    <a:pt x="116" y="393"/>
                  </a:cubicBezTo>
                  <a:cubicBezTo>
                    <a:pt x="133" y="459"/>
                    <a:pt x="158" y="517"/>
                    <a:pt x="183" y="583"/>
                  </a:cubicBezTo>
                  <a:cubicBezTo>
                    <a:pt x="199" y="650"/>
                    <a:pt x="224" y="708"/>
                    <a:pt x="257" y="766"/>
                  </a:cubicBezTo>
                  <a:cubicBezTo>
                    <a:pt x="264" y="780"/>
                    <a:pt x="278" y="786"/>
                    <a:pt x="292" y="786"/>
                  </a:cubicBezTo>
                  <a:cubicBezTo>
                    <a:pt x="311" y="786"/>
                    <a:pt x="328" y="773"/>
                    <a:pt x="324" y="749"/>
                  </a:cubicBezTo>
                  <a:cubicBezTo>
                    <a:pt x="315" y="608"/>
                    <a:pt x="257" y="484"/>
                    <a:pt x="216" y="351"/>
                  </a:cubicBezTo>
                  <a:cubicBezTo>
                    <a:pt x="199" y="293"/>
                    <a:pt x="183" y="227"/>
                    <a:pt x="158" y="161"/>
                  </a:cubicBezTo>
                  <a:cubicBezTo>
                    <a:pt x="141" y="111"/>
                    <a:pt x="125" y="20"/>
                    <a:pt x="67" y="3"/>
                  </a:cubicBezTo>
                  <a:cubicBezTo>
                    <a:pt x="62" y="1"/>
                    <a:pt x="58" y="0"/>
                    <a:pt x="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35"/>
            <p:cNvSpPr/>
            <p:nvPr/>
          </p:nvSpPr>
          <p:spPr>
            <a:xfrm>
              <a:off x="2568500" y="1632450"/>
              <a:ext cx="3375" cy="10250"/>
            </a:xfrm>
            <a:custGeom>
              <a:rect b="b" l="l" r="r" t="t"/>
              <a:pathLst>
                <a:path extrusionOk="0" h="410" w="135">
                  <a:moveTo>
                    <a:pt x="26" y="1"/>
                  </a:moveTo>
                  <a:cubicBezTo>
                    <a:pt x="13" y="1"/>
                    <a:pt x="1" y="9"/>
                    <a:pt x="5" y="27"/>
                  </a:cubicBezTo>
                  <a:cubicBezTo>
                    <a:pt x="13" y="151"/>
                    <a:pt x="46" y="267"/>
                    <a:pt x="80" y="391"/>
                  </a:cubicBezTo>
                  <a:cubicBezTo>
                    <a:pt x="83" y="404"/>
                    <a:pt x="92" y="409"/>
                    <a:pt x="102" y="409"/>
                  </a:cubicBezTo>
                  <a:cubicBezTo>
                    <a:pt x="117" y="409"/>
                    <a:pt x="134" y="395"/>
                    <a:pt x="129" y="375"/>
                  </a:cubicBezTo>
                  <a:cubicBezTo>
                    <a:pt x="104" y="259"/>
                    <a:pt x="88" y="134"/>
                    <a:pt x="55" y="18"/>
                  </a:cubicBezTo>
                  <a:cubicBezTo>
                    <a:pt x="51" y="7"/>
                    <a:pt x="38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35"/>
            <p:cNvSpPr/>
            <p:nvPr/>
          </p:nvSpPr>
          <p:spPr>
            <a:xfrm>
              <a:off x="2510400" y="1719675"/>
              <a:ext cx="5200" cy="3425"/>
            </a:xfrm>
            <a:custGeom>
              <a:rect b="b" l="l" r="r" t="t"/>
              <a:pathLst>
                <a:path extrusionOk="0" h="137" w="208">
                  <a:moveTo>
                    <a:pt x="42" y="1"/>
                  </a:moveTo>
                  <a:cubicBezTo>
                    <a:pt x="26" y="9"/>
                    <a:pt x="17" y="17"/>
                    <a:pt x="9" y="26"/>
                  </a:cubicBezTo>
                  <a:cubicBezTo>
                    <a:pt x="9" y="34"/>
                    <a:pt x="1" y="34"/>
                    <a:pt x="1" y="42"/>
                  </a:cubicBezTo>
                  <a:lnTo>
                    <a:pt x="1" y="59"/>
                  </a:lnTo>
                  <a:cubicBezTo>
                    <a:pt x="1" y="67"/>
                    <a:pt x="1" y="75"/>
                    <a:pt x="1" y="92"/>
                  </a:cubicBezTo>
                  <a:lnTo>
                    <a:pt x="9" y="100"/>
                  </a:lnTo>
                  <a:cubicBezTo>
                    <a:pt x="9" y="109"/>
                    <a:pt x="17" y="117"/>
                    <a:pt x="17" y="117"/>
                  </a:cubicBezTo>
                  <a:lnTo>
                    <a:pt x="26" y="125"/>
                  </a:lnTo>
                  <a:cubicBezTo>
                    <a:pt x="34" y="133"/>
                    <a:pt x="34" y="133"/>
                    <a:pt x="42" y="133"/>
                  </a:cubicBezTo>
                  <a:cubicBezTo>
                    <a:pt x="47" y="136"/>
                    <a:pt x="52" y="137"/>
                    <a:pt x="57" y="137"/>
                  </a:cubicBezTo>
                  <a:cubicBezTo>
                    <a:pt x="71" y="137"/>
                    <a:pt x="86" y="129"/>
                    <a:pt x="92" y="117"/>
                  </a:cubicBezTo>
                  <a:lnTo>
                    <a:pt x="109" y="117"/>
                  </a:lnTo>
                  <a:cubicBezTo>
                    <a:pt x="125" y="117"/>
                    <a:pt x="150" y="117"/>
                    <a:pt x="167" y="109"/>
                  </a:cubicBezTo>
                  <a:cubicBezTo>
                    <a:pt x="183" y="109"/>
                    <a:pt x="191" y="92"/>
                    <a:pt x="200" y="84"/>
                  </a:cubicBezTo>
                  <a:cubicBezTo>
                    <a:pt x="208" y="75"/>
                    <a:pt x="208" y="67"/>
                    <a:pt x="208" y="59"/>
                  </a:cubicBezTo>
                  <a:cubicBezTo>
                    <a:pt x="208" y="42"/>
                    <a:pt x="200" y="34"/>
                    <a:pt x="200" y="26"/>
                  </a:cubicBezTo>
                  <a:cubicBezTo>
                    <a:pt x="191" y="17"/>
                    <a:pt x="191" y="17"/>
                    <a:pt x="183" y="9"/>
                  </a:cubicBezTo>
                  <a:lnTo>
                    <a:pt x="167" y="9"/>
                  </a:lnTo>
                  <a:cubicBezTo>
                    <a:pt x="158" y="1"/>
                    <a:pt x="142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35"/>
            <p:cNvSpPr/>
            <p:nvPr/>
          </p:nvSpPr>
          <p:spPr>
            <a:xfrm>
              <a:off x="2510200" y="1727675"/>
              <a:ext cx="3350" cy="3000"/>
            </a:xfrm>
            <a:custGeom>
              <a:rect b="b" l="l" r="r" t="t"/>
              <a:pathLst>
                <a:path extrusionOk="0" h="120" w="134">
                  <a:moveTo>
                    <a:pt x="40" y="0"/>
                  </a:moveTo>
                  <a:cubicBezTo>
                    <a:pt x="38" y="0"/>
                    <a:pt x="36" y="1"/>
                    <a:pt x="34" y="4"/>
                  </a:cubicBezTo>
                  <a:cubicBezTo>
                    <a:pt x="25" y="4"/>
                    <a:pt x="17" y="12"/>
                    <a:pt x="9" y="21"/>
                  </a:cubicBezTo>
                  <a:cubicBezTo>
                    <a:pt x="9" y="29"/>
                    <a:pt x="1" y="45"/>
                    <a:pt x="9" y="54"/>
                  </a:cubicBezTo>
                  <a:lnTo>
                    <a:pt x="9" y="70"/>
                  </a:lnTo>
                  <a:cubicBezTo>
                    <a:pt x="17" y="70"/>
                    <a:pt x="25" y="79"/>
                    <a:pt x="25" y="79"/>
                  </a:cubicBezTo>
                  <a:lnTo>
                    <a:pt x="34" y="87"/>
                  </a:lnTo>
                  <a:cubicBezTo>
                    <a:pt x="42" y="95"/>
                    <a:pt x="59" y="103"/>
                    <a:pt x="67" y="112"/>
                  </a:cubicBezTo>
                  <a:cubicBezTo>
                    <a:pt x="75" y="120"/>
                    <a:pt x="92" y="120"/>
                    <a:pt x="100" y="120"/>
                  </a:cubicBezTo>
                  <a:cubicBezTo>
                    <a:pt x="117" y="120"/>
                    <a:pt x="125" y="112"/>
                    <a:pt x="133" y="95"/>
                  </a:cubicBezTo>
                  <a:cubicBezTo>
                    <a:pt x="133" y="95"/>
                    <a:pt x="133" y="87"/>
                    <a:pt x="133" y="79"/>
                  </a:cubicBezTo>
                  <a:cubicBezTo>
                    <a:pt x="133" y="70"/>
                    <a:pt x="133" y="70"/>
                    <a:pt x="133" y="62"/>
                  </a:cubicBezTo>
                  <a:cubicBezTo>
                    <a:pt x="133" y="54"/>
                    <a:pt x="125" y="37"/>
                    <a:pt x="117" y="37"/>
                  </a:cubicBezTo>
                  <a:cubicBezTo>
                    <a:pt x="100" y="29"/>
                    <a:pt x="92" y="21"/>
                    <a:pt x="83" y="12"/>
                  </a:cubicBezTo>
                  <a:lnTo>
                    <a:pt x="75" y="12"/>
                  </a:lnTo>
                  <a:lnTo>
                    <a:pt x="59" y="4"/>
                  </a:lnTo>
                  <a:lnTo>
                    <a:pt x="50" y="4"/>
                  </a:lnTo>
                  <a:cubicBezTo>
                    <a:pt x="45" y="4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35"/>
            <p:cNvSpPr/>
            <p:nvPr/>
          </p:nvSpPr>
          <p:spPr>
            <a:xfrm>
              <a:off x="2501500" y="1730450"/>
              <a:ext cx="3125" cy="2525"/>
            </a:xfrm>
            <a:custGeom>
              <a:rect b="b" l="l" r="r" t="t"/>
              <a:pathLst>
                <a:path extrusionOk="0" h="101" w="125">
                  <a:moveTo>
                    <a:pt x="59" y="1"/>
                  </a:moveTo>
                  <a:cubicBezTo>
                    <a:pt x="50" y="1"/>
                    <a:pt x="25" y="9"/>
                    <a:pt x="17" y="17"/>
                  </a:cubicBezTo>
                  <a:cubicBezTo>
                    <a:pt x="17" y="17"/>
                    <a:pt x="9" y="26"/>
                    <a:pt x="9" y="34"/>
                  </a:cubicBezTo>
                  <a:cubicBezTo>
                    <a:pt x="9" y="42"/>
                    <a:pt x="1" y="42"/>
                    <a:pt x="1" y="50"/>
                  </a:cubicBezTo>
                  <a:cubicBezTo>
                    <a:pt x="1" y="67"/>
                    <a:pt x="9" y="75"/>
                    <a:pt x="17" y="84"/>
                  </a:cubicBezTo>
                  <a:cubicBezTo>
                    <a:pt x="25" y="100"/>
                    <a:pt x="50" y="100"/>
                    <a:pt x="59" y="100"/>
                  </a:cubicBezTo>
                  <a:lnTo>
                    <a:pt x="75" y="92"/>
                  </a:lnTo>
                  <a:lnTo>
                    <a:pt x="83" y="92"/>
                  </a:lnTo>
                  <a:lnTo>
                    <a:pt x="83" y="84"/>
                  </a:lnTo>
                  <a:lnTo>
                    <a:pt x="100" y="84"/>
                  </a:lnTo>
                  <a:cubicBezTo>
                    <a:pt x="117" y="75"/>
                    <a:pt x="125" y="59"/>
                    <a:pt x="125" y="50"/>
                  </a:cubicBezTo>
                  <a:cubicBezTo>
                    <a:pt x="125" y="34"/>
                    <a:pt x="117" y="26"/>
                    <a:pt x="100" y="17"/>
                  </a:cubicBezTo>
                  <a:cubicBezTo>
                    <a:pt x="100" y="17"/>
                    <a:pt x="92" y="17"/>
                    <a:pt x="83" y="9"/>
                  </a:cubicBezTo>
                  <a:lnTo>
                    <a:pt x="75" y="9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35"/>
            <p:cNvSpPr/>
            <p:nvPr/>
          </p:nvSpPr>
          <p:spPr>
            <a:xfrm>
              <a:off x="2519925" y="1724450"/>
              <a:ext cx="5225" cy="2300"/>
            </a:xfrm>
            <a:custGeom>
              <a:rect b="b" l="l" r="r" t="t"/>
              <a:pathLst>
                <a:path extrusionOk="0" h="92" w="209">
                  <a:moveTo>
                    <a:pt x="42" y="0"/>
                  </a:moveTo>
                  <a:cubicBezTo>
                    <a:pt x="26" y="0"/>
                    <a:pt x="18" y="9"/>
                    <a:pt x="9" y="17"/>
                  </a:cubicBezTo>
                  <a:cubicBezTo>
                    <a:pt x="1" y="25"/>
                    <a:pt x="1" y="34"/>
                    <a:pt x="1" y="42"/>
                  </a:cubicBezTo>
                  <a:cubicBezTo>
                    <a:pt x="1" y="58"/>
                    <a:pt x="1" y="67"/>
                    <a:pt x="9" y="75"/>
                  </a:cubicBezTo>
                  <a:cubicBezTo>
                    <a:pt x="18" y="83"/>
                    <a:pt x="26" y="83"/>
                    <a:pt x="42" y="92"/>
                  </a:cubicBezTo>
                  <a:lnTo>
                    <a:pt x="84" y="92"/>
                  </a:lnTo>
                  <a:cubicBezTo>
                    <a:pt x="100" y="92"/>
                    <a:pt x="117" y="83"/>
                    <a:pt x="134" y="83"/>
                  </a:cubicBezTo>
                  <a:lnTo>
                    <a:pt x="158" y="83"/>
                  </a:lnTo>
                  <a:cubicBezTo>
                    <a:pt x="175" y="75"/>
                    <a:pt x="183" y="75"/>
                    <a:pt x="192" y="67"/>
                  </a:cubicBezTo>
                  <a:cubicBezTo>
                    <a:pt x="200" y="58"/>
                    <a:pt x="200" y="50"/>
                    <a:pt x="200" y="42"/>
                  </a:cubicBezTo>
                  <a:cubicBezTo>
                    <a:pt x="208" y="34"/>
                    <a:pt x="200" y="25"/>
                    <a:pt x="192" y="17"/>
                  </a:cubicBezTo>
                  <a:cubicBezTo>
                    <a:pt x="192" y="9"/>
                    <a:pt x="183" y="9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35"/>
            <p:cNvSpPr/>
            <p:nvPr/>
          </p:nvSpPr>
          <p:spPr>
            <a:xfrm>
              <a:off x="2480575" y="1735850"/>
              <a:ext cx="3550" cy="3525"/>
            </a:xfrm>
            <a:custGeom>
              <a:rect b="b" l="l" r="r" t="t"/>
              <a:pathLst>
                <a:path extrusionOk="0" h="141" w="142">
                  <a:moveTo>
                    <a:pt x="42" y="0"/>
                  </a:moveTo>
                  <a:cubicBezTo>
                    <a:pt x="26" y="0"/>
                    <a:pt x="9" y="8"/>
                    <a:pt x="1" y="25"/>
                  </a:cubicBezTo>
                  <a:lnTo>
                    <a:pt x="1" y="33"/>
                  </a:lnTo>
                  <a:cubicBezTo>
                    <a:pt x="1" y="42"/>
                    <a:pt x="1" y="50"/>
                    <a:pt x="1" y="58"/>
                  </a:cubicBezTo>
                  <a:lnTo>
                    <a:pt x="9" y="66"/>
                  </a:lnTo>
                  <a:lnTo>
                    <a:pt x="9" y="83"/>
                  </a:lnTo>
                  <a:lnTo>
                    <a:pt x="26" y="91"/>
                  </a:lnTo>
                  <a:lnTo>
                    <a:pt x="34" y="108"/>
                  </a:lnTo>
                  <a:cubicBezTo>
                    <a:pt x="34" y="108"/>
                    <a:pt x="42" y="116"/>
                    <a:pt x="50" y="116"/>
                  </a:cubicBezTo>
                  <a:lnTo>
                    <a:pt x="59" y="124"/>
                  </a:lnTo>
                  <a:cubicBezTo>
                    <a:pt x="67" y="133"/>
                    <a:pt x="84" y="133"/>
                    <a:pt x="92" y="141"/>
                  </a:cubicBezTo>
                  <a:cubicBezTo>
                    <a:pt x="100" y="141"/>
                    <a:pt x="117" y="141"/>
                    <a:pt x="125" y="133"/>
                  </a:cubicBezTo>
                  <a:cubicBezTo>
                    <a:pt x="133" y="133"/>
                    <a:pt x="142" y="124"/>
                    <a:pt x="142" y="116"/>
                  </a:cubicBezTo>
                  <a:cubicBezTo>
                    <a:pt x="142" y="108"/>
                    <a:pt x="142" y="108"/>
                    <a:pt x="142" y="100"/>
                  </a:cubicBezTo>
                  <a:lnTo>
                    <a:pt x="142" y="91"/>
                  </a:lnTo>
                  <a:cubicBezTo>
                    <a:pt x="142" y="83"/>
                    <a:pt x="133" y="75"/>
                    <a:pt x="133" y="75"/>
                  </a:cubicBezTo>
                  <a:lnTo>
                    <a:pt x="125" y="58"/>
                  </a:lnTo>
                  <a:cubicBezTo>
                    <a:pt x="117" y="58"/>
                    <a:pt x="108" y="50"/>
                    <a:pt x="100" y="50"/>
                  </a:cubicBezTo>
                  <a:lnTo>
                    <a:pt x="84" y="33"/>
                  </a:lnTo>
                  <a:cubicBezTo>
                    <a:pt x="84" y="25"/>
                    <a:pt x="75" y="25"/>
                    <a:pt x="67" y="17"/>
                  </a:cubicBezTo>
                  <a:lnTo>
                    <a:pt x="59" y="8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35"/>
            <p:cNvSpPr/>
            <p:nvPr/>
          </p:nvSpPr>
          <p:spPr>
            <a:xfrm>
              <a:off x="2480375" y="1743925"/>
              <a:ext cx="1900" cy="2650"/>
            </a:xfrm>
            <a:custGeom>
              <a:rect b="b" l="l" r="r" t="t"/>
              <a:pathLst>
                <a:path extrusionOk="0" h="106" w="76">
                  <a:moveTo>
                    <a:pt x="17" y="0"/>
                  </a:moveTo>
                  <a:cubicBezTo>
                    <a:pt x="0" y="9"/>
                    <a:pt x="0" y="17"/>
                    <a:pt x="0" y="33"/>
                  </a:cubicBezTo>
                  <a:cubicBezTo>
                    <a:pt x="9" y="50"/>
                    <a:pt x="9" y="67"/>
                    <a:pt x="17" y="83"/>
                  </a:cubicBezTo>
                  <a:cubicBezTo>
                    <a:pt x="17" y="91"/>
                    <a:pt x="25" y="100"/>
                    <a:pt x="34" y="100"/>
                  </a:cubicBezTo>
                  <a:cubicBezTo>
                    <a:pt x="38" y="104"/>
                    <a:pt x="42" y="106"/>
                    <a:pt x="45" y="106"/>
                  </a:cubicBezTo>
                  <a:cubicBezTo>
                    <a:pt x="48" y="106"/>
                    <a:pt x="50" y="104"/>
                    <a:pt x="50" y="100"/>
                  </a:cubicBezTo>
                  <a:lnTo>
                    <a:pt x="67" y="100"/>
                  </a:lnTo>
                  <a:lnTo>
                    <a:pt x="75" y="83"/>
                  </a:lnTo>
                  <a:lnTo>
                    <a:pt x="75" y="75"/>
                  </a:lnTo>
                  <a:cubicBezTo>
                    <a:pt x="75" y="67"/>
                    <a:pt x="67" y="67"/>
                    <a:pt x="67" y="58"/>
                  </a:cubicBezTo>
                  <a:cubicBezTo>
                    <a:pt x="58" y="42"/>
                    <a:pt x="50" y="25"/>
                    <a:pt x="42" y="17"/>
                  </a:cubicBezTo>
                  <a:cubicBezTo>
                    <a:pt x="42" y="0"/>
                    <a:pt x="25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35"/>
            <p:cNvSpPr/>
            <p:nvPr/>
          </p:nvSpPr>
          <p:spPr>
            <a:xfrm>
              <a:off x="2614600" y="1730725"/>
              <a:ext cx="13800" cy="8375"/>
            </a:xfrm>
            <a:custGeom>
              <a:rect b="b" l="l" r="r" t="t"/>
              <a:pathLst>
                <a:path extrusionOk="0" h="335" w="552">
                  <a:moveTo>
                    <a:pt x="506" y="0"/>
                  </a:moveTo>
                  <a:cubicBezTo>
                    <a:pt x="501" y="0"/>
                    <a:pt x="495" y="2"/>
                    <a:pt x="489" y="6"/>
                  </a:cubicBezTo>
                  <a:cubicBezTo>
                    <a:pt x="415" y="56"/>
                    <a:pt x="340" y="106"/>
                    <a:pt x="266" y="155"/>
                  </a:cubicBezTo>
                  <a:cubicBezTo>
                    <a:pt x="232" y="172"/>
                    <a:pt x="199" y="189"/>
                    <a:pt x="166" y="205"/>
                  </a:cubicBezTo>
                  <a:cubicBezTo>
                    <a:pt x="133" y="222"/>
                    <a:pt x="100" y="230"/>
                    <a:pt x="58" y="238"/>
                  </a:cubicBezTo>
                  <a:lnTo>
                    <a:pt x="58" y="247"/>
                  </a:lnTo>
                  <a:cubicBezTo>
                    <a:pt x="42" y="247"/>
                    <a:pt x="17" y="255"/>
                    <a:pt x="9" y="280"/>
                  </a:cubicBezTo>
                  <a:cubicBezTo>
                    <a:pt x="0" y="296"/>
                    <a:pt x="9" y="313"/>
                    <a:pt x="17" y="321"/>
                  </a:cubicBezTo>
                  <a:cubicBezTo>
                    <a:pt x="30" y="331"/>
                    <a:pt x="46" y="334"/>
                    <a:pt x="62" y="334"/>
                  </a:cubicBezTo>
                  <a:cubicBezTo>
                    <a:pt x="88" y="334"/>
                    <a:pt x="116" y="326"/>
                    <a:pt x="141" y="321"/>
                  </a:cubicBezTo>
                  <a:cubicBezTo>
                    <a:pt x="290" y="280"/>
                    <a:pt x="415" y="172"/>
                    <a:pt x="531" y="64"/>
                  </a:cubicBezTo>
                  <a:cubicBezTo>
                    <a:pt x="551" y="44"/>
                    <a:pt x="532" y="0"/>
                    <a:pt x="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35"/>
            <p:cNvSpPr/>
            <p:nvPr/>
          </p:nvSpPr>
          <p:spPr>
            <a:xfrm>
              <a:off x="2600775" y="1740025"/>
              <a:ext cx="5350" cy="4150"/>
            </a:xfrm>
            <a:custGeom>
              <a:rect b="b" l="l" r="r" t="t"/>
              <a:pathLst>
                <a:path extrusionOk="0" h="166" w="214">
                  <a:moveTo>
                    <a:pt x="182" y="1"/>
                  </a:moveTo>
                  <a:cubicBezTo>
                    <a:pt x="174" y="1"/>
                    <a:pt x="168" y="3"/>
                    <a:pt x="164" y="7"/>
                  </a:cubicBezTo>
                  <a:lnTo>
                    <a:pt x="139" y="24"/>
                  </a:lnTo>
                  <a:lnTo>
                    <a:pt x="139" y="32"/>
                  </a:lnTo>
                  <a:lnTo>
                    <a:pt x="131" y="40"/>
                  </a:lnTo>
                  <a:cubicBezTo>
                    <a:pt x="114" y="49"/>
                    <a:pt x="106" y="57"/>
                    <a:pt x="89" y="65"/>
                  </a:cubicBezTo>
                  <a:lnTo>
                    <a:pt x="56" y="90"/>
                  </a:lnTo>
                  <a:cubicBezTo>
                    <a:pt x="48" y="98"/>
                    <a:pt x="40" y="107"/>
                    <a:pt x="31" y="107"/>
                  </a:cubicBezTo>
                  <a:lnTo>
                    <a:pt x="31" y="115"/>
                  </a:lnTo>
                  <a:cubicBezTo>
                    <a:pt x="23" y="115"/>
                    <a:pt x="23" y="123"/>
                    <a:pt x="15" y="123"/>
                  </a:cubicBezTo>
                  <a:cubicBezTo>
                    <a:pt x="0" y="138"/>
                    <a:pt x="12" y="166"/>
                    <a:pt x="32" y="166"/>
                  </a:cubicBezTo>
                  <a:cubicBezTo>
                    <a:pt x="34" y="166"/>
                    <a:pt x="37" y="165"/>
                    <a:pt x="40" y="165"/>
                  </a:cubicBezTo>
                  <a:cubicBezTo>
                    <a:pt x="48" y="165"/>
                    <a:pt x="56" y="156"/>
                    <a:pt x="65" y="156"/>
                  </a:cubicBezTo>
                  <a:cubicBezTo>
                    <a:pt x="73" y="148"/>
                    <a:pt x="73" y="148"/>
                    <a:pt x="81" y="140"/>
                  </a:cubicBezTo>
                  <a:cubicBezTo>
                    <a:pt x="98" y="131"/>
                    <a:pt x="114" y="123"/>
                    <a:pt x="123" y="115"/>
                  </a:cubicBezTo>
                  <a:cubicBezTo>
                    <a:pt x="147" y="98"/>
                    <a:pt x="181" y="73"/>
                    <a:pt x="205" y="57"/>
                  </a:cubicBezTo>
                  <a:cubicBezTo>
                    <a:pt x="214" y="40"/>
                    <a:pt x="214" y="24"/>
                    <a:pt x="205" y="7"/>
                  </a:cubicBezTo>
                  <a:cubicBezTo>
                    <a:pt x="197" y="3"/>
                    <a:pt x="189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35"/>
            <p:cNvSpPr/>
            <p:nvPr/>
          </p:nvSpPr>
          <p:spPr>
            <a:xfrm>
              <a:off x="2563650" y="16594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35"/>
            <p:cNvSpPr/>
            <p:nvPr/>
          </p:nvSpPr>
          <p:spPr>
            <a:xfrm>
              <a:off x="2561150" y="1655050"/>
              <a:ext cx="5200" cy="6875"/>
            </a:xfrm>
            <a:custGeom>
              <a:rect b="b" l="l" r="r" t="t"/>
              <a:pathLst>
                <a:path extrusionOk="0" h="275" w="208">
                  <a:moveTo>
                    <a:pt x="34" y="1"/>
                  </a:moveTo>
                  <a:cubicBezTo>
                    <a:pt x="17" y="1"/>
                    <a:pt x="9" y="17"/>
                    <a:pt x="9" y="34"/>
                  </a:cubicBezTo>
                  <a:cubicBezTo>
                    <a:pt x="1" y="34"/>
                    <a:pt x="1" y="42"/>
                    <a:pt x="9" y="51"/>
                  </a:cubicBezTo>
                  <a:lnTo>
                    <a:pt x="9" y="59"/>
                  </a:lnTo>
                  <a:lnTo>
                    <a:pt x="9" y="67"/>
                  </a:lnTo>
                  <a:cubicBezTo>
                    <a:pt x="9" y="67"/>
                    <a:pt x="17" y="75"/>
                    <a:pt x="17" y="75"/>
                  </a:cubicBezTo>
                  <a:cubicBezTo>
                    <a:pt x="26" y="92"/>
                    <a:pt x="34" y="100"/>
                    <a:pt x="42" y="117"/>
                  </a:cubicBezTo>
                  <a:cubicBezTo>
                    <a:pt x="59" y="133"/>
                    <a:pt x="75" y="150"/>
                    <a:pt x="92" y="167"/>
                  </a:cubicBezTo>
                  <a:lnTo>
                    <a:pt x="100" y="175"/>
                  </a:lnTo>
                  <a:lnTo>
                    <a:pt x="100" y="183"/>
                  </a:lnTo>
                  <a:lnTo>
                    <a:pt x="108" y="191"/>
                  </a:lnTo>
                  <a:lnTo>
                    <a:pt x="100" y="200"/>
                  </a:lnTo>
                  <a:lnTo>
                    <a:pt x="92" y="216"/>
                  </a:lnTo>
                  <a:cubicBezTo>
                    <a:pt x="92" y="233"/>
                    <a:pt x="92" y="249"/>
                    <a:pt x="100" y="258"/>
                  </a:cubicBezTo>
                  <a:cubicBezTo>
                    <a:pt x="110" y="268"/>
                    <a:pt x="124" y="275"/>
                    <a:pt x="138" y="275"/>
                  </a:cubicBezTo>
                  <a:cubicBezTo>
                    <a:pt x="148" y="275"/>
                    <a:pt x="157" y="272"/>
                    <a:pt x="166" y="266"/>
                  </a:cubicBezTo>
                  <a:cubicBezTo>
                    <a:pt x="183" y="258"/>
                    <a:pt x="191" y="241"/>
                    <a:pt x="200" y="225"/>
                  </a:cubicBezTo>
                  <a:cubicBezTo>
                    <a:pt x="208" y="191"/>
                    <a:pt x="200" y="158"/>
                    <a:pt x="183" y="125"/>
                  </a:cubicBezTo>
                  <a:cubicBezTo>
                    <a:pt x="166" y="100"/>
                    <a:pt x="142" y="84"/>
                    <a:pt x="117" y="59"/>
                  </a:cubicBezTo>
                  <a:cubicBezTo>
                    <a:pt x="108" y="51"/>
                    <a:pt x="100" y="34"/>
                    <a:pt x="92" y="26"/>
                  </a:cubicBezTo>
                  <a:cubicBezTo>
                    <a:pt x="84" y="17"/>
                    <a:pt x="75" y="9"/>
                    <a:pt x="67" y="9"/>
                  </a:cubicBezTo>
                  <a:lnTo>
                    <a:pt x="5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35"/>
            <p:cNvSpPr/>
            <p:nvPr/>
          </p:nvSpPr>
          <p:spPr>
            <a:xfrm>
              <a:off x="2563450" y="1659325"/>
              <a:ext cx="225" cy="100"/>
            </a:xfrm>
            <a:custGeom>
              <a:rect b="b" l="l" r="r" t="t"/>
              <a:pathLst>
                <a:path extrusionOk="0" h="4" w="9">
                  <a:moveTo>
                    <a:pt x="3" y="0"/>
                  </a:moveTo>
                  <a:cubicBezTo>
                    <a:pt x="1" y="0"/>
                    <a:pt x="3" y="4"/>
                    <a:pt x="8" y="4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35"/>
            <p:cNvSpPr/>
            <p:nvPr/>
          </p:nvSpPr>
          <p:spPr>
            <a:xfrm>
              <a:off x="2558875" y="1657875"/>
              <a:ext cx="3125" cy="4000"/>
            </a:xfrm>
            <a:custGeom>
              <a:rect b="b" l="l" r="r" t="t"/>
              <a:pathLst>
                <a:path extrusionOk="0" h="160" w="125">
                  <a:moveTo>
                    <a:pt x="39" y="1"/>
                  </a:moveTo>
                  <a:cubicBezTo>
                    <a:pt x="34" y="1"/>
                    <a:pt x="30" y="2"/>
                    <a:pt x="25" y="4"/>
                  </a:cubicBezTo>
                  <a:cubicBezTo>
                    <a:pt x="9" y="12"/>
                    <a:pt x="1" y="37"/>
                    <a:pt x="17" y="54"/>
                  </a:cubicBezTo>
                  <a:cubicBezTo>
                    <a:pt x="25" y="70"/>
                    <a:pt x="34" y="87"/>
                    <a:pt x="42" y="103"/>
                  </a:cubicBezTo>
                  <a:cubicBezTo>
                    <a:pt x="50" y="112"/>
                    <a:pt x="59" y="120"/>
                    <a:pt x="59" y="128"/>
                  </a:cubicBezTo>
                  <a:lnTo>
                    <a:pt x="67" y="136"/>
                  </a:lnTo>
                  <a:cubicBezTo>
                    <a:pt x="75" y="145"/>
                    <a:pt x="75" y="145"/>
                    <a:pt x="83" y="153"/>
                  </a:cubicBezTo>
                  <a:cubicBezTo>
                    <a:pt x="88" y="157"/>
                    <a:pt x="92" y="159"/>
                    <a:pt x="96" y="159"/>
                  </a:cubicBezTo>
                  <a:cubicBezTo>
                    <a:pt x="100" y="159"/>
                    <a:pt x="104" y="157"/>
                    <a:pt x="108" y="153"/>
                  </a:cubicBezTo>
                  <a:cubicBezTo>
                    <a:pt x="117" y="153"/>
                    <a:pt x="125" y="136"/>
                    <a:pt x="125" y="128"/>
                  </a:cubicBezTo>
                  <a:cubicBezTo>
                    <a:pt x="117" y="120"/>
                    <a:pt x="117" y="112"/>
                    <a:pt x="117" y="112"/>
                  </a:cubicBezTo>
                  <a:lnTo>
                    <a:pt x="108" y="95"/>
                  </a:lnTo>
                  <a:cubicBezTo>
                    <a:pt x="108" y="87"/>
                    <a:pt x="100" y="78"/>
                    <a:pt x="100" y="70"/>
                  </a:cubicBezTo>
                  <a:cubicBezTo>
                    <a:pt x="92" y="54"/>
                    <a:pt x="83" y="37"/>
                    <a:pt x="75" y="20"/>
                  </a:cubicBezTo>
                  <a:cubicBezTo>
                    <a:pt x="63" y="8"/>
                    <a:pt x="51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35"/>
            <p:cNvSpPr/>
            <p:nvPr/>
          </p:nvSpPr>
          <p:spPr>
            <a:xfrm>
              <a:off x="2647750" y="1754700"/>
              <a:ext cx="12450" cy="2925"/>
            </a:xfrm>
            <a:custGeom>
              <a:rect b="b" l="l" r="r" t="t"/>
              <a:pathLst>
                <a:path extrusionOk="0" h="117" w="498">
                  <a:moveTo>
                    <a:pt x="456" y="0"/>
                  </a:moveTo>
                  <a:cubicBezTo>
                    <a:pt x="381" y="8"/>
                    <a:pt x="307" y="17"/>
                    <a:pt x="232" y="25"/>
                  </a:cubicBezTo>
                  <a:cubicBezTo>
                    <a:pt x="158" y="33"/>
                    <a:pt x="83" y="50"/>
                    <a:pt x="17" y="75"/>
                  </a:cubicBezTo>
                  <a:cubicBezTo>
                    <a:pt x="0" y="83"/>
                    <a:pt x="8" y="108"/>
                    <a:pt x="25" y="116"/>
                  </a:cubicBezTo>
                  <a:cubicBezTo>
                    <a:pt x="58" y="116"/>
                    <a:pt x="91" y="108"/>
                    <a:pt x="133" y="108"/>
                  </a:cubicBezTo>
                  <a:cubicBezTo>
                    <a:pt x="166" y="100"/>
                    <a:pt x="207" y="100"/>
                    <a:pt x="240" y="91"/>
                  </a:cubicBezTo>
                  <a:cubicBezTo>
                    <a:pt x="315" y="83"/>
                    <a:pt x="390" y="75"/>
                    <a:pt x="456" y="66"/>
                  </a:cubicBezTo>
                  <a:cubicBezTo>
                    <a:pt x="497" y="66"/>
                    <a:pt x="497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35"/>
            <p:cNvSpPr/>
            <p:nvPr/>
          </p:nvSpPr>
          <p:spPr>
            <a:xfrm>
              <a:off x="2593950" y="1762775"/>
              <a:ext cx="8650" cy="3800"/>
            </a:xfrm>
            <a:custGeom>
              <a:rect b="b" l="l" r="r" t="t"/>
              <a:pathLst>
                <a:path extrusionOk="0" h="152" w="346">
                  <a:moveTo>
                    <a:pt x="329" y="0"/>
                  </a:moveTo>
                  <a:cubicBezTo>
                    <a:pt x="313" y="0"/>
                    <a:pt x="304" y="9"/>
                    <a:pt x="288" y="9"/>
                  </a:cubicBezTo>
                  <a:lnTo>
                    <a:pt x="246" y="9"/>
                  </a:lnTo>
                  <a:cubicBezTo>
                    <a:pt x="213" y="9"/>
                    <a:pt x="188" y="9"/>
                    <a:pt x="164" y="17"/>
                  </a:cubicBezTo>
                  <a:cubicBezTo>
                    <a:pt x="106" y="33"/>
                    <a:pt x="56" y="83"/>
                    <a:pt x="14" y="125"/>
                  </a:cubicBezTo>
                  <a:cubicBezTo>
                    <a:pt x="0" y="132"/>
                    <a:pt x="10" y="151"/>
                    <a:pt x="24" y="151"/>
                  </a:cubicBezTo>
                  <a:cubicBezTo>
                    <a:pt x="26" y="151"/>
                    <a:pt x="29" y="151"/>
                    <a:pt x="31" y="149"/>
                  </a:cubicBezTo>
                  <a:cubicBezTo>
                    <a:pt x="81" y="116"/>
                    <a:pt x="130" y="83"/>
                    <a:pt x="188" y="75"/>
                  </a:cubicBezTo>
                  <a:cubicBezTo>
                    <a:pt x="222" y="75"/>
                    <a:pt x="246" y="75"/>
                    <a:pt x="280" y="67"/>
                  </a:cubicBezTo>
                  <a:cubicBezTo>
                    <a:pt x="304" y="67"/>
                    <a:pt x="338" y="50"/>
                    <a:pt x="338" y="25"/>
                  </a:cubicBezTo>
                  <a:cubicBezTo>
                    <a:pt x="346" y="17"/>
                    <a:pt x="338" y="9"/>
                    <a:pt x="3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35"/>
            <p:cNvSpPr/>
            <p:nvPr/>
          </p:nvSpPr>
          <p:spPr>
            <a:xfrm>
              <a:off x="2609825" y="1762975"/>
              <a:ext cx="1275" cy="1050"/>
            </a:xfrm>
            <a:custGeom>
              <a:rect b="b" l="l" r="r" t="t"/>
              <a:pathLst>
                <a:path extrusionOk="0" h="42" w="51">
                  <a:moveTo>
                    <a:pt x="26" y="1"/>
                  </a:moveTo>
                  <a:cubicBezTo>
                    <a:pt x="1" y="1"/>
                    <a:pt x="1" y="42"/>
                    <a:pt x="26" y="42"/>
                  </a:cubicBezTo>
                  <a:cubicBezTo>
                    <a:pt x="51" y="42"/>
                    <a:pt x="51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35"/>
            <p:cNvSpPr/>
            <p:nvPr/>
          </p:nvSpPr>
          <p:spPr>
            <a:xfrm>
              <a:off x="2523675" y="1771675"/>
              <a:ext cx="24250" cy="10750"/>
            </a:xfrm>
            <a:custGeom>
              <a:rect b="b" l="l" r="r" t="t"/>
              <a:pathLst>
                <a:path extrusionOk="0" h="430" w="970">
                  <a:moveTo>
                    <a:pt x="42" y="1"/>
                  </a:moveTo>
                  <a:cubicBezTo>
                    <a:pt x="17" y="1"/>
                    <a:pt x="0" y="17"/>
                    <a:pt x="0" y="42"/>
                  </a:cubicBezTo>
                  <a:cubicBezTo>
                    <a:pt x="0" y="92"/>
                    <a:pt x="42" y="117"/>
                    <a:pt x="75" y="141"/>
                  </a:cubicBezTo>
                  <a:cubicBezTo>
                    <a:pt x="100" y="175"/>
                    <a:pt x="141" y="191"/>
                    <a:pt x="174" y="216"/>
                  </a:cubicBezTo>
                  <a:cubicBezTo>
                    <a:pt x="249" y="257"/>
                    <a:pt x="323" y="291"/>
                    <a:pt x="406" y="315"/>
                  </a:cubicBezTo>
                  <a:cubicBezTo>
                    <a:pt x="481" y="349"/>
                    <a:pt x="564" y="373"/>
                    <a:pt x="638" y="398"/>
                  </a:cubicBezTo>
                  <a:cubicBezTo>
                    <a:pt x="710" y="416"/>
                    <a:pt x="777" y="430"/>
                    <a:pt x="843" y="430"/>
                  </a:cubicBezTo>
                  <a:cubicBezTo>
                    <a:pt x="869" y="430"/>
                    <a:pt x="894" y="428"/>
                    <a:pt x="920" y="423"/>
                  </a:cubicBezTo>
                  <a:cubicBezTo>
                    <a:pt x="970" y="415"/>
                    <a:pt x="953" y="349"/>
                    <a:pt x="912" y="349"/>
                  </a:cubicBezTo>
                  <a:cubicBezTo>
                    <a:pt x="829" y="340"/>
                    <a:pt x="738" y="307"/>
                    <a:pt x="655" y="282"/>
                  </a:cubicBezTo>
                  <a:cubicBezTo>
                    <a:pt x="580" y="257"/>
                    <a:pt x="506" y="233"/>
                    <a:pt x="439" y="208"/>
                  </a:cubicBezTo>
                  <a:cubicBezTo>
                    <a:pt x="365" y="183"/>
                    <a:pt x="298" y="158"/>
                    <a:pt x="232" y="117"/>
                  </a:cubicBezTo>
                  <a:cubicBezTo>
                    <a:pt x="199" y="100"/>
                    <a:pt x="166" y="75"/>
                    <a:pt x="133" y="50"/>
                  </a:cubicBezTo>
                  <a:cubicBezTo>
                    <a:pt x="108" y="34"/>
                    <a:pt x="75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35"/>
            <p:cNvSpPr/>
            <p:nvPr/>
          </p:nvSpPr>
          <p:spPr>
            <a:xfrm>
              <a:off x="2521025" y="1774025"/>
              <a:ext cx="7225" cy="6675"/>
            </a:xfrm>
            <a:custGeom>
              <a:rect b="b" l="l" r="r" t="t"/>
              <a:pathLst>
                <a:path extrusionOk="0" h="267" w="289">
                  <a:moveTo>
                    <a:pt x="32" y="1"/>
                  </a:moveTo>
                  <a:cubicBezTo>
                    <a:pt x="14" y="1"/>
                    <a:pt x="0" y="20"/>
                    <a:pt x="7" y="39"/>
                  </a:cubicBezTo>
                  <a:cubicBezTo>
                    <a:pt x="7" y="56"/>
                    <a:pt x="15" y="72"/>
                    <a:pt x="23" y="81"/>
                  </a:cubicBezTo>
                  <a:cubicBezTo>
                    <a:pt x="32" y="97"/>
                    <a:pt x="40" y="105"/>
                    <a:pt x="48" y="114"/>
                  </a:cubicBezTo>
                  <a:cubicBezTo>
                    <a:pt x="65" y="139"/>
                    <a:pt x="81" y="155"/>
                    <a:pt x="106" y="172"/>
                  </a:cubicBezTo>
                  <a:cubicBezTo>
                    <a:pt x="148" y="205"/>
                    <a:pt x="189" y="238"/>
                    <a:pt x="230" y="263"/>
                  </a:cubicBezTo>
                  <a:cubicBezTo>
                    <a:pt x="237" y="265"/>
                    <a:pt x="243" y="266"/>
                    <a:pt x="249" y="266"/>
                  </a:cubicBezTo>
                  <a:cubicBezTo>
                    <a:pt x="264" y="266"/>
                    <a:pt x="274" y="258"/>
                    <a:pt x="280" y="246"/>
                  </a:cubicBezTo>
                  <a:cubicBezTo>
                    <a:pt x="288" y="230"/>
                    <a:pt x="288" y="205"/>
                    <a:pt x="272" y="197"/>
                  </a:cubicBezTo>
                  <a:cubicBezTo>
                    <a:pt x="247" y="188"/>
                    <a:pt x="222" y="172"/>
                    <a:pt x="206" y="155"/>
                  </a:cubicBezTo>
                  <a:lnTo>
                    <a:pt x="197" y="147"/>
                  </a:lnTo>
                  <a:lnTo>
                    <a:pt x="189" y="147"/>
                  </a:lnTo>
                  <a:lnTo>
                    <a:pt x="181" y="139"/>
                  </a:lnTo>
                  <a:lnTo>
                    <a:pt x="156" y="114"/>
                  </a:lnTo>
                  <a:cubicBezTo>
                    <a:pt x="139" y="97"/>
                    <a:pt x="114" y="81"/>
                    <a:pt x="98" y="64"/>
                  </a:cubicBezTo>
                  <a:cubicBezTo>
                    <a:pt x="90" y="56"/>
                    <a:pt x="81" y="47"/>
                    <a:pt x="73" y="39"/>
                  </a:cubicBezTo>
                  <a:cubicBezTo>
                    <a:pt x="65" y="23"/>
                    <a:pt x="56" y="14"/>
                    <a:pt x="48" y="6"/>
                  </a:cubicBezTo>
                  <a:cubicBezTo>
                    <a:pt x="43" y="2"/>
                    <a:pt x="37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35"/>
            <p:cNvSpPr/>
            <p:nvPr/>
          </p:nvSpPr>
          <p:spPr>
            <a:xfrm>
              <a:off x="2517025" y="1771375"/>
              <a:ext cx="2525" cy="2600"/>
            </a:xfrm>
            <a:custGeom>
              <a:rect b="b" l="l" r="r" t="t"/>
              <a:pathLst>
                <a:path extrusionOk="0" h="104" w="101">
                  <a:moveTo>
                    <a:pt x="26" y="1"/>
                  </a:moveTo>
                  <a:cubicBezTo>
                    <a:pt x="23" y="1"/>
                    <a:pt x="20" y="1"/>
                    <a:pt x="18" y="4"/>
                  </a:cubicBezTo>
                  <a:lnTo>
                    <a:pt x="9" y="4"/>
                  </a:lnTo>
                  <a:lnTo>
                    <a:pt x="1" y="21"/>
                  </a:lnTo>
                  <a:lnTo>
                    <a:pt x="9" y="29"/>
                  </a:lnTo>
                  <a:lnTo>
                    <a:pt x="9" y="37"/>
                  </a:lnTo>
                  <a:lnTo>
                    <a:pt x="18" y="54"/>
                  </a:lnTo>
                  <a:lnTo>
                    <a:pt x="26" y="62"/>
                  </a:lnTo>
                  <a:cubicBezTo>
                    <a:pt x="34" y="71"/>
                    <a:pt x="42" y="87"/>
                    <a:pt x="51" y="95"/>
                  </a:cubicBezTo>
                  <a:cubicBezTo>
                    <a:pt x="59" y="95"/>
                    <a:pt x="67" y="104"/>
                    <a:pt x="76" y="104"/>
                  </a:cubicBezTo>
                  <a:cubicBezTo>
                    <a:pt x="84" y="104"/>
                    <a:pt x="92" y="104"/>
                    <a:pt x="92" y="95"/>
                  </a:cubicBezTo>
                  <a:cubicBezTo>
                    <a:pt x="100" y="87"/>
                    <a:pt x="100" y="79"/>
                    <a:pt x="100" y="71"/>
                  </a:cubicBezTo>
                  <a:lnTo>
                    <a:pt x="100" y="62"/>
                  </a:lnTo>
                  <a:lnTo>
                    <a:pt x="92" y="54"/>
                  </a:lnTo>
                  <a:cubicBezTo>
                    <a:pt x="84" y="46"/>
                    <a:pt x="76" y="37"/>
                    <a:pt x="67" y="29"/>
                  </a:cubicBezTo>
                  <a:lnTo>
                    <a:pt x="59" y="13"/>
                  </a:lnTo>
                  <a:lnTo>
                    <a:pt x="42" y="4"/>
                  </a:lnTo>
                  <a:lnTo>
                    <a:pt x="34" y="4"/>
                  </a:lnTo>
                  <a:cubicBezTo>
                    <a:pt x="34" y="4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35"/>
            <p:cNvSpPr/>
            <p:nvPr/>
          </p:nvSpPr>
          <p:spPr>
            <a:xfrm>
              <a:off x="2506275" y="1777175"/>
              <a:ext cx="19800" cy="39375"/>
            </a:xfrm>
            <a:custGeom>
              <a:rect b="b" l="l" r="r" t="t"/>
              <a:pathLst>
                <a:path extrusionOk="0" h="1575" w="792">
                  <a:moveTo>
                    <a:pt x="71" y="0"/>
                  </a:moveTo>
                  <a:cubicBezTo>
                    <a:pt x="60" y="0"/>
                    <a:pt x="50" y="4"/>
                    <a:pt x="42" y="13"/>
                  </a:cubicBezTo>
                  <a:cubicBezTo>
                    <a:pt x="0" y="54"/>
                    <a:pt x="25" y="137"/>
                    <a:pt x="25" y="195"/>
                  </a:cubicBezTo>
                  <a:cubicBezTo>
                    <a:pt x="33" y="261"/>
                    <a:pt x="50" y="319"/>
                    <a:pt x="58" y="385"/>
                  </a:cubicBezTo>
                  <a:cubicBezTo>
                    <a:pt x="116" y="601"/>
                    <a:pt x="207" y="816"/>
                    <a:pt x="323" y="1015"/>
                  </a:cubicBezTo>
                  <a:cubicBezTo>
                    <a:pt x="439" y="1214"/>
                    <a:pt x="572" y="1396"/>
                    <a:pt x="721" y="1562"/>
                  </a:cubicBezTo>
                  <a:cubicBezTo>
                    <a:pt x="727" y="1571"/>
                    <a:pt x="736" y="1574"/>
                    <a:pt x="744" y="1574"/>
                  </a:cubicBezTo>
                  <a:cubicBezTo>
                    <a:pt x="767" y="1574"/>
                    <a:pt x="791" y="1545"/>
                    <a:pt x="779" y="1520"/>
                  </a:cubicBezTo>
                  <a:cubicBezTo>
                    <a:pt x="713" y="1413"/>
                    <a:pt x="646" y="1305"/>
                    <a:pt x="572" y="1206"/>
                  </a:cubicBezTo>
                  <a:cubicBezTo>
                    <a:pt x="456" y="1023"/>
                    <a:pt x="340" y="833"/>
                    <a:pt x="257" y="626"/>
                  </a:cubicBezTo>
                  <a:cubicBezTo>
                    <a:pt x="216" y="526"/>
                    <a:pt x="182" y="427"/>
                    <a:pt x="158" y="319"/>
                  </a:cubicBezTo>
                  <a:cubicBezTo>
                    <a:pt x="149" y="269"/>
                    <a:pt x="141" y="220"/>
                    <a:pt x="133" y="162"/>
                  </a:cubicBezTo>
                  <a:cubicBezTo>
                    <a:pt x="133" y="112"/>
                    <a:pt x="141" y="46"/>
                    <a:pt x="100" y="13"/>
                  </a:cubicBezTo>
                  <a:cubicBezTo>
                    <a:pt x="91" y="4"/>
                    <a:pt x="81" y="0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35"/>
            <p:cNvSpPr/>
            <p:nvPr/>
          </p:nvSpPr>
          <p:spPr>
            <a:xfrm>
              <a:off x="2671550" y="1784850"/>
              <a:ext cx="16250" cy="15225"/>
            </a:xfrm>
            <a:custGeom>
              <a:rect b="b" l="l" r="r" t="t"/>
              <a:pathLst>
                <a:path extrusionOk="0" h="609" w="650">
                  <a:moveTo>
                    <a:pt x="596" y="0"/>
                  </a:moveTo>
                  <a:cubicBezTo>
                    <a:pt x="586" y="0"/>
                    <a:pt x="575" y="4"/>
                    <a:pt x="564" y="12"/>
                  </a:cubicBezTo>
                  <a:cubicBezTo>
                    <a:pt x="540" y="29"/>
                    <a:pt x="523" y="62"/>
                    <a:pt x="498" y="87"/>
                  </a:cubicBezTo>
                  <a:cubicBezTo>
                    <a:pt x="473" y="112"/>
                    <a:pt x="457" y="136"/>
                    <a:pt x="432" y="153"/>
                  </a:cubicBezTo>
                  <a:cubicBezTo>
                    <a:pt x="390" y="203"/>
                    <a:pt x="349" y="244"/>
                    <a:pt x="299" y="294"/>
                  </a:cubicBezTo>
                  <a:cubicBezTo>
                    <a:pt x="250" y="335"/>
                    <a:pt x="208" y="377"/>
                    <a:pt x="158" y="418"/>
                  </a:cubicBezTo>
                  <a:cubicBezTo>
                    <a:pt x="134" y="435"/>
                    <a:pt x="109" y="460"/>
                    <a:pt x="84" y="476"/>
                  </a:cubicBezTo>
                  <a:cubicBezTo>
                    <a:pt x="59" y="501"/>
                    <a:pt x="26" y="518"/>
                    <a:pt x="18" y="551"/>
                  </a:cubicBezTo>
                  <a:cubicBezTo>
                    <a:pt x="1" y="575"/>
                    <a:pt x="18" y="609"/>
                    <a:pt x="51" y="609"/>
                  </a:cubicBezTo>
                  <a:cubicBezTo>
                    <a:pt x="117" y="600"/>
                    <a:pt x="175" y="542"/>
                    <a:pt x="225" y="501"/>
                  </a:cubicBezTo>
                  <a:cubicBezTo>
                    <a:pt x="274" y="460"/>
                    <a:pt x="324" y="418"/>
                    <a:pt x="374" y="377"/>
                  </a:cubicBezTo>
                  <a:cubicBezTo>
                    <a:pt x="415" y="327"/>
                    <a:pt x="465" y="277"/>
                    <a:pt x="506" y="228"/>
                  </a:cubicBezTo>
                  <a:cubicBezTo>
                    <a:pt x="531" y="203"/>
                    <a:pt x="556" y="178"/>
                    <a:pt x="573" y="153"/>
                  </a:cubicBezTo>
                  <a:cubicBezTo>
                    <a:pt x="598" y="120"/>
                    <a:pt x="614" y="95"/>
                    <a:pt x="631" y="70"/>
                  </a:cubicBezTo>
                  <a:cubicBezTo>
                    <a:pt x="649" y="33"/>
                    <a:pt x="626" y="0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35"/>
            <p:cNvSpPr/>
            <p:nvPr/>
          </p:nvSpPr>
          <p:spPr>
            <a:xfrm>
              <a:off x="2677625" y="1793225"/>
              <a:ext cx="12050" cy="12375"/>
            </a:xfrm>
            <a:custGeom>
              <a:rect b="b" l="l" r="r" t="t"/>
              <a:pathLst>
                <a:path extrusionOk="0" h="495" w="482">
                  <a:moveTo>
                    <a:pt x="442" y="1"/>
                  </a:moveTo>
                  <a:cubicBezTo>
                    <a:pt x="437" y="1"/>
                    <a:pt x="433" y="3"/>
                    <a:pt x="429" y="9"/>
                  </a:cubicBezTo>
                  <a:cubicBezTo>
                    <a:pt x="363" y="91"/>
                    <a:pt x="297" y="166"/>
                    <a:pt x="222" y="240"/>
                  </a:cubicBezTo>
                  <a:cubicBezTo>
                    <a:pt x="189" y="282"/>
                    <a:pt x="147" y="315"/>
                    <a:pt x="114" y="348"/>
                  </a:cubicBezTo>
                  <a:cubicBezTo>
                    <a:pt x="73" y="390"/>
                    <a:pt x="40" y="423"/>
                    <a:pt x="7" y="464"/>
                  </a:cubicBezTo>
                  <a:cubicBezTo>
                    <a:pt x="0" y="477"/>
                    <a:pt x="4" y="495"/>
                    <a:pt x="17" y="495"/>
                  </a:cubicBezTo>
                  <a:cubicBezTo>
                    <a:pt x="21" y="495"/>
                    <a:pt x="26" y="493"/>
                    <a:pt x="31" y="489"/>
                  </a:cubicBezTo>
                  <a:cubicBezTo>
                    <a:pt x="114" y="439"/>
                    <a:pt x="189" y="356"/>
                    <a:pt x="263" y="282"/>
                  </a:cubicBezTo>
                  <a:cubicBezTo>
                    <a:pt x="330" y="207"/>
                    <a:pt x="396" y="133"/>
                    <a:pt x="462" y="50"/>
                  </a:cubicBezTo>
                  <a:cubicBezTo>
                    <a:pt x="482" y="30"/>
                    <a:pt x="460" y="1"/>
                    <a:pt x="4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35"/>
            <p:cNvSpPr/>
            <p:nvPr/>
          </p:nvSpPr>
          <p:spPr>
            <a:xfrm>
              <a:off x="2672225" y="1787775"/>
              <a:ext cx="6500" cy="7675"/>
            </a:xfrm>
            <a:custGeom>
              <a:rect b="b" l="l" r="r" t="t"/>
              <a:pathLst>
                <a:path extrusionOk="0" h="307" w="260">
                  <a:moveTo>
                    <a:pt x="222" y="1"/>
                  </a:moveTo>
                  <a:cubicBezTo>
                    <a:pt x="214" y="1"/>
                    <a:pt x="205" y="4"/>
                    <a:pt x="198" y="11"/>
                  </a:cubicBezTo>
                  <a:cubicBezTo>
                    <a:pt x="140" y="102"/>
                    <a:pt x="73" y="193"/>
                    <a:pt x="7" y="276"/>
                  </a:cubicBezTo>
                  <a:cubicBezTo>
                    <a:pt x="1" y="289"/>
                    <a:pt x="9" y="307"/>
                    <a:pt x="21" y="307"/>
                  </a:cubicBezTo>
                  <a:cubicBezTo>
                    <a:pt x="24" y="307"/>
                    <a:pt x="28" y="305"/>
                    <a:pt x="32" y="301"/>
                  </a:cubicBezTo>
                  <a:cubicBezTo>
                    <a:pt x="115" y="227"/>
                    <a:pt x="181" y="135"/>
                    <a:pt x="247" y="36"/>
                  </a:cubicBezTo>
                  <a:cubicBezTo>
                    <a:pt x="259" y="18"/>
                    <a:pt x="242" y="1"/>
                    <a:pt x="2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35"/>
            <p:cNvSpPr/>
            <p:nvPr/>
          </p:nvSpPr>
          <p:spPr>
            <a:xfrm>
              <a:off x="2473125" y="1538550"/>
              <a:ext cx="1475" cy="15925"/>
            </a:xfrm>
            <a:custGeom>
              <a:rect b="b" l="l" r="r" t="t"/>
              <a:pathLst>
                <a:path extrusionOk="0" h="637" w="59">
                  <a:moveTo>
                    <a:pt x="34" y="0"/>
                  </a:moveTo>
                  <a:cubicBezTo>
                    <a:pt x="27" y="0"/>
                    <a:pt x="21" y="4"/>
                    <a:pt x="17" y="13"/>
                  </a:cubicBezTo>
                  <a:cubicBezTo>
                    <a:pt x="0" y="54"/>
                    <a:pt x="9" y="112"/>
                    <a:pt x="9" y="162"/>
                  </a:cubicBezTo>
                  <a:cubicBezTo>
                    <a:pt x="9" y="212"/>
                    <a:pt x="9" y="261"/>
                    <a:pt x="9" y="311"/>
                  </a:cubicBezTo>
                  <a:cubicBezTo>
                    <a:pt x="9" y="410"/>
                    <a:pt x="17" y="518"/>
                    <a:pt x="17" y="617"/>
                  </a:cubicBezTo>
                  <a:cubicBezTo>
                    <a:pt x="17" y="630"/>
                    <a:pt x="25" y="636"/>
                    <a:pt x="34" y="636"/>
                  </a:cubicBezTo>
                  <a:cubicBezTo>
                    <a:pt x="42" y="636"/>
                    <a:pt x="50" y="630"/>
                    <a:pt x="50" y="617"/>
                  </a:cubicBezTo>
                  <a:cubicBezTo>
                    <a:pt x="50" y="518"/>
                    <a:pt x="58" y="410"/>
                    <a:pt x="58" y="311"/>
                  </a:cubicBezTo>
                  <a:lnTo>
                    <a:pt x="58" y="162"/>
                  </a:lnTo>
                  <a:cubicBezTo>
                    <a:pt x="58" y="112"/>
                    <a:pt x="58" y="54"/>
                    <a:pt x="50" y="13"/>
                  </a:cubicBezTo>
                  <a:cubicBezTo>
                    <a:pt x="46" y="4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35"/>
            <p:cNvSpPr/>
            <p:nvPr/>
          </p:nvSpPr>
          <p:spPr>
            <a:xfrm>
              <a:off x="2473750" y="1525075"/>
              <a:ext cx="1875" cy="4900"/>
            </a:xfrm>
            <a:custGeom>
              <a:rect b="b" l="l" r="r" t="t"/>
              <a:pathLst>
                <a:path extrusionOk="0" h="196" w="75">
                  <a:moveTo>
                    <a:pt x="14" y="1"/>
                  </a:moveTo>
                  <a:cubicBezTo>
                    <a:pt x="7" y="1"/>
                    <a:pt x="0" y="5"/>
                    <a:pt x="0" y="13"/>
                  </a:cubicBezTo>
                  <a:cubicBezTo>
                    <a:pt x="0" y="21"/>
                    <a:pt x="0" y="30"/>
                    <a:pt x="0" y="38"/>
                  </a:cubicBezTo>
                  <a:cubicBezTo>
                    <a:pt x="0" y="46"/>
                    <a:pt x="0" y="55"/>
                    <a:pt x="0" y="63"/>
                  </a:cubicBezTo>
                  <a:lnTo>
                    <a:pt x="9" y="96"/>
                  </a:lnTo>
                  <a:cubicBezTo>
                    <a:pt x="9" y="121"/>
                    <a:pt x="17" y="146"/>
                    <a:pt x="25" y="171"/>
                  </a:cubicBezTo>
                  <a:cubicBezTo>
                    <a:pt x="25" y="187"/>
                    <a:pt x="42" y="195"/>
                    <a:pt x="50" y="195"/>
                  </a:cubicBezTo>
                  <a:cubicBezTo>
                    <a:pt x="67" y="187"/>
                    <a:pt x="75" y="171"/>
                    <a:pt x="67" y="162"/>
                  </a:cubicBezTo>
                  <a:cubicBezTo>
                    <a:pt x="67" y="137"/>
                    <a:pt x="58" y="113"/>
                    <a:pt x="58" y="88"/>
                  </a:cubicBezTo>
                  <a:cubicBezTo>
                    <a:pt x="50" y="71"/>
                    <a:pt x="50" y="63"/>
                    <a:pt x="50" y="46"/>
                  </a:cubicBezTo>
                  <a:cubicBezTo>
                    <a:pt x="42" y="30"/>
                    <a:pt x="42" y="21"/>
                    <a:pt x="33" y="13"/>
                  </a:cubicBezTo>
                  <a:cubicBezTo>
                    <a:pt x="29" y="5"/>
                    <a:pt x="21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35"/>
            <p:cNvSpPr/>
            <p:nvPr/>
          </p:nvSpPr>
          <p:spPr>
            <a:xfrm>
              <a:off x="2496325" y="1723625"/>
              <a:ext cx="1275" cy="1050"/>
            </a:xfrm>
            <a:custGeom>
              <a:rect b="b" l="l" r="r" t="t"/>
              <a:pathLst>
                <a:path extrusionOk="0" h="42" w="51">
                  <a:moveTo>
                    <a:pt x="25" y="0"/>
                  </a:moveTo>
                  <a:cubicBezTo>
                    <a:pt x="0" y="0"/>
                    <a:pt x="0" y="42"/>
                    <a:pt x="25" y="42"/>
                  </a:cubicBezTo>
                  <a:cubicBezTo>
                    <a:pt x="50" y="42"/>
                    <a:pt x="50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35"/>
            <p:cNvSpPr/>
            <p:nvPr/>
          </p:nvSpPr>
          <p:spPr>
            <a:xfrm>
              <a:off x="2716925" y="1674775"/>
              <a:ext cx="5550" cy="12225"/>
            </a:xfrm>
            <a:custGeom>
              <a:rect b="b" l="l" r="r" t="t"/>
              <a:pathLst>
                <a:path extrusionOk="0" h="489" w="222">
                  <a:moveTo>
                    <a:pt x="57" y="1"/>
                  </a:moveTo>
                  <a:cubicBezTo>
                    <a:pt x="29" y="1"/>
                    <a:pt x="0" y="21"/>
                    <a:pt x="0" y="57"/>
                  </a:cubicBezTo>
                  <a:cubicBezTo>
                    <a:pt x="0" y="90"/>
                    <a:pt x="17" y="131"/>
                    <a:pt x="42" y="165"/>
                  </a:cubicBezTo>
                  <a:cubicBezTo>
                    <a:pt x="58" y="198"/>
                    <a:pt x="67" y="231"/>
                    <a:pt x="75" y="264"/>
                  </a:cubicBezTo>
                  <a:cubicBezTo>
                    <a:pt x="100" y="330"/>
                    <a:pt x="116" y="405"/>
                    <a:pt x="150" y="471"/>
                  </a:cubicBezTo>
                  <a:cubicBezTo>
                    <a:pt x="156" y="483"/>
                    <a:pt x="167" y="489"/>
                    <a:pt x="179" y="489"/>
                  </a:cubicBezTo>
                  <a:cubicBezTo>
                    <a:pt x="200" y="489"/>
                    <a:pt x="221" y="473"/>
                    <a:pt x="216" y="446"/>
                  </a:cubicBezTo>
                  <a:cubicBezTo>
                    <a:pt x="216" y="380"/>
                    <a:pt x="191" y="305"/>
                    <a:pt x="174" y="239"/>
                  </a:cubicBezTo>
                  <a:cubicBezTo>
                    <a:pt x="158" y="206"/>
                    <a:pt x="150" y="173"/>
                    <a:pt x="141" y="140"/>
                  </a:cubicBezTo>
                  <a:cubicBezTo>
                    <a:pt x="125" y="98"/>
                    <a:pt x="108" y="65"/>
                    <a:pt x="92" y="24"/>
                  </a:cubicBezTo>
                  <a:lnTo>
                    <a:pt x="100" y="24"/>
                  </a:lnTo>
                  <a:cubicBezTo>
                    <a:pt x="91" y="8"/>
                    <a:pt x="74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35"/>
            <p:cNvSpPr/>
            <p:nvPr/>
          </p:nvSpPr>
          <p:spPr>
            <a:xfrm>
              <a:off x="2714225" y="1683000"/>
              <a:ext cx="3375" cy="9250"/>
            </a:xfrm>
            <a:custGeom>
              <a:rect b="b" l="l" r="r" t="t"/>
              <a:pathLst>
                <a:path extrusionOk="0" h="370" w="135">
                  <a:moveTo>
                    <a:pt x="19" y="1"/>
                  </a:moveTo>
                  <a:cubicBezTo>
                    <a:pt x="10" y="1"/>
                    <a:pt x="1" y="8"/>
                    <a:pt x="1" y="18"/>
                  </a:cubicBezTo>
                  <a:cubicBezTo>
                    <a:pt x="1" y="76"/>
                    <a:pt x="17" y="134"/>
                    <a:pt x="34" y="184"/>
                  </a:cubicBezTo>
                  <a:cubicBezTo>
                    <a:pt x="42" y="242"/>
                    <a:pt x="59" y="300"/>
                    <a:pt x="75" y="349"/>
                  </a:cubicBezTo>
                  <a:cubicBezTo>
                    <a:pt x="79" y="363"/>
                    <a:pt x="91" y="370"/>
                    <a:pt x="103" y="370"/>
                  </a:cubicBezTo>
                  <a:cubicBezTo>
                    <a:pt x="119" y="370"/>
                    <a:pt x="135" y="357"/>
                    <a:pt x="125" y="333"/>
                  </a:cubicBezTo>
                  <a:cubicBezTo>
                    <a:pt x="117" y="275"/>
                    <a:pt x="100" y="225"/>
                    <a:pt x="84" y="167"/>
                  </a:cubicBezTo>
                  <a:cubicBezTo>
                    <a:pt x="75" y="109"/>
                    <a:pt x="59" y="59"/>
                    <a:pt x="34" y="10"/>
                  </a:cubicBezTo>
                  <a:cubicBezTo>
                    <a:pt x="31" y="3"/>
                    <a:pt x="25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35"/>
            <p:cNvSpPr/>
            <p:nvPr/>
          </p:nvSpPr>
          <p:spPr>
            <a:xfrm>
              <a:off x="2568400" y="1543200"/>
              <a:ext cx="44700" cy="5925"/>
            </a:xfrm>
            <a:custGeom>
              <a:rect b="b" l="l" r="r" t="t"/>
              <a:pathLst>
                <a:path extrusionOk="0" h="237" w="1788">
                  <a:moveTo>
                    <a:pt x="67" y="1"/>
                  </a:moveTo>
                  <a:cubicBezTo>
                    <a:pt x="9" y="1"/>
                    <a:pt x="1" y="92"/>
                    <a:pt x="59" y="108"/>
                  </a:cubicBezTo>
                  <a:cubicBezTo>
                    <a:pt x="125" y="125"/>
                    <a:pt x="191" y="125"/>
                    <a:pt x="266" y="133"/>
                  </a:cubicBezTo>
                  <a:cubicBezTo>
                    <a:pt x="332" y="141"/>
                    <a:pt x="398" y="141"/>
                    <a:pt x="465" y="150"/>
                  </a:cubicBezTo>
                  <a:cubicBezTo>
                    <a:pt x="606" y="158"/>
                    <a:pt x="738" y="175"/>
                    <a:pt x="871" y="175"/>
                  </a:cubicBezTo>
                  <a:cubicBezTo>
                    <a:pt x="1003" y="183"/>
                    <a:pt x="1144" y="191"/>
                    <a:pt x="1277" y="191"/>
                  </a:cubicBezTo>
                  <a:cubicBezTo>
                    <a:pt x="1401" y="191"/>
                    <a:pt x="1525" y="191"/>
                    <a:pt x="1641" y="175"/>
                  </a:cubicBezTo>
                  <a:lnTo>
                    <a:pt x="1641" y="175"/>
                  </a:lnTo>
                  <a:cubicBezTo>
                    <a:pt x="1641" y="175"/>
                    <a:pt x="1641" y="183"/>
                    <a:pt x="1633" y="183"/>
                  </a:cubicBezTo>
                  <a:cubicBezTo>
                    <a:pt x="1619" y="204"/>
                    <a:pt x="1629" y="236"/>
                    <a:pt x="1652" y="236"/>
                  </a:cubicBezTo>
                  <a:cubicBezTo>
                    <a:pt x="1656" y="236"/>
                    <a:pt x="1661" y="235"/>
                    <a:pt x="1666" y="233"/>
                  </a:cubicBezTo>
                  <a:cubicBezTo>
                    <a:pt x="1708" y="224"/>
                    <a:pt x="1741" y="199"/>
                    <a:pt x="1774" y="166"/>
                  </a:cubicBezTo>
                  <a:cubicBezTo>
                    <a:pt x="1787" y="153"/>
                    <a:pt x="1768" y="129"/>
                    <a:pt x="1747" y="129"/>
                  </a:cubicBezTo>
                  <a:cubicBezTo>
                    <a:pt x="1742" y="129"/>
                    <a:pt x="1737" y="130"/>
                    <a:pt x="1732" y="133"/>
                  </a:cubicBezTo>
                  <a:cubicBezTo>
                    <a:pt x="1724" y="141"/>
                    <a:pt x="1716" y="141"/>
                    <a:pt x="1708" y="150"/>
                  </a:cubicBezTo>
                  <a:cubicBezTo>
                    <a:pt x="1708" y="141"/>
                    <a:pt x="1708" y="141"/>
                    <a:pt x="1708" y="133"/>
                  </a:cubicBezTo>
                  <a:cubicBezTo>
                    <a:pt x="1708" y="117"/>
                    <a:pt x="1699" y="100"/>
                    <a:pt x="1683" y="100"/>
                  </a:cubicBezTo>
                  <a:cubicBezTo>
                    <a:pt x="1550" y="75"/>
                    <a:pt x="1409" y="75"/>
                    <a:pt x="1277" y="75"/>
                  </a:cubicBezTo>
                  <a:cubicBezTo>
                    <a:pt x="1144" y="75"/>
                    <a:pt x="1012" y="67"/>
                    <a:pt x="879" y="59"/>
                  </a:cubicBezTo>
                  <a:cubicBezTo>
                    <a:pt x="746" y="59"/>
                    <a:pt x="614" y="50"/>
                    <a:pt x="481" y="34"/>
                  </a:cubicBezTo>
                  <a:lnTo>
                    <a:pt x="274" y="17"/>
                  </a:lnTo>
                  <a:cubicBezTo>
                    <a:pt x="208" y="9"/>
                    <a:pt x="142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35"/>
            <p:cNvSpPr/>
            <p:nvPr/>
          </p:nvSpPr>
          <p:spPr>
            <a:xfrm>
              <a:off x="2581250" y="1549825"/>
              <a:ext cx="8250" cy="1900"/>
            </a:xfrm>
            <a:custGeom>
              <a:rect b="b" l="l" r="r" t="t"/>
              <a:pathLst>
                <a:path extrusionOk="0" h="76" w="330">
                  <a:moveTo>
                    <a:pt x="296" y="0"/>
                  </a:moveTo>
                  <a:cubicBezTo>
                    <a:pt x="294" y="0"/>
                    <a:pt x="292" y="0"/>
                    <a:pt x="290" y="1"/>
                  </a:cubicBezTo>
                  <a:cubicBezTo>
                    <a:pt x="249" y="1"/>
                    <a:pt x="199" y="9"/>
                    <a:pt x="158" y="9"/>
                  </a:cubicBezTo>
                  <a:lnTo>
                    <a:pt x="92" y="9"/>
                  </a:lnTo>
                  <a:cubicBezTo>
                    <a:pt x="83" y="17"/>
                    <a:pt x="67" y="17"/>
                    <a:pt x="58" y="17"/>
                  </a:cubicBezTo>
                  <a:cubicBezTo>
                    <a:pt x="50" y="17"/>
                    <a:pt x="34" y="17"/>
                    <a:pt x="25" y="26"/>
                  </a:cubicBezTo>
                  <a:cubicBezTo>
                    <a:pt x="9" y="26"/>
                    <a:pt x="0" y="50"/>
                    <a:pt x="17" y="59"/>
                  </a:cubicBezTo>
                  <a:cubicBezTo>
                    <a:pt x="25" y="67"/>
                    <a:pt x="42" y="75"/>
                    <a:pt x="50" y="75"/>
                  </a:cubicBezTo>
                  <a:lnTo>
                    <a:pt x="158" y="75"/>
                  </a:lnTo>
                  <a:cubicBezTo>
                    <a:pt x="208" y="75"/>
                    <a:pt x="249" y="67"/>
                    <a:pt x="299" y="59"/>
                  </a:cubicBezTo>
                  <a:cubicBezTo>
                    <a:pt x="330" y="59"/>
                    <a:pt x="324" y="0"/>
                    <a:pt x="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35"/>
            <p:cNvSpPr/>
            <p:nvPr/>
          </p:nvSpPr>
          <p:spPr>
            <a:xfrm>
              <a:off x="2569225" y="1549325"/>
              <a:ext cx="6450" cy="2900"/>
            </a:xfrm>
            <a:custGeom>
              <a:rect b="b" l="l" r="r" t="t"/>
              <a:pathLst>
                <a:path extrusionOk="0" h="116" w="258">
                  <a:moveTo>
                    <a:pt x="60" y="1"/>
                  </a:moveTo>
                  <a:cubicBezTo>
                    <a:pt x="49" y="1"/>
                    <a:pt x="38" y="2"/>
                    <a:pt x="26" y="4"/>
                  </a:cubicBezTo>
                  <a:cubicBezTo>
                    <a:pt x="1" y="4"/>
                    <a:pt x="1" y="37"/>
                    <a:pt x="26" y="46"/>
                  </a:cubicBezTo>
                  <a:cubicBezTo>
                    <a:pt x="51" y="54"/>
                    <a:pt x="84" y="62"/>
                    <a:pt x="117" y="70"/>
                  </a:cubicBezTo>
                  <a:cubicBezTo>
                    <a:pt x="150" y="87"/>
                    <a:pt x="183" y="95"/>
                    <a:pt x="208" y="112"/>
                  </a:cubicBezTo>
                  <a:cubicBezTo>
                    <a:pt x="212" y="114"/>
                    <a:pt x="217" y="115"/>
                    <a:pt x="221" y="115"/>
                  </a:cubicBezTo>
                  <a:cubicBezTo>
                    <a:pt x="233" y="115"/>
                    <a:pt x="243" y="107"/>
                    <a:pt x="249" y="95"/>
                  </a:cubicBezTo>
                  <a:cubicBezTo>
                    <a:pt x="258" y="87"/>
                    <a:pt x="258" y="62"/>
                    <a:pt x="241" y="54"/>
                  </a:cubicBezTo>
                  <a:cubicBezTo>
                    <a:pt x="208" y="37"/>
                    <a:pt x="175" y="21"/>
                    <a:pt x="133" y="12"/>
                  </a:cubicBezTo>
                  <a:cubicBezTo>
                    <a:pt x="110" y="7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35"/>
            <p:cNvSpPr/>
            <p:nvPr/>
          </p:nvSpPr>
          <p:spPr>
            <a:xfrm>
              <a:off x="2466075" y="1517950"/>
              <a:ext cx="5125" cy="56450"/>
            </a:xfrm>
            <a:custGeom>
              <a:rect b="b" l="l" r="r" t="t"/>
              <a:pathLst>
                <a:path extrusionOk="0" h="2258" w="205">
                  <a:moveTo>
                    <a:pt x="59" y="1"/>
                  </a:moveTo>
                  <a:cubicBezTo>
                    <a:pt x="48" y="1"/>
                    <a:pt x="38" y="5"/>
                    <a:pt x="34" y="16"/>
                  </a:cubicBezTo>
                  <a:cubicBezTo>
                    <a:pt x="1" y="91"/>
                    <a:pt x="9" y="182"/>
                    <a:pt x="17" y="257"/>
                  </a:cubicBezTo>
                  <a:cubicBezTo>
                    <a:pt x="17" y="340"/>
                    <a:pt x="26" y="422"/>
                    <a:pt x="26" y="505"/>
                  </a:cubicBezTo>
                  <a:cubicBezTo>
                    <a:pt x="42" y="795"/>
                    <a:pt x="50" y="1085"/>
                    <a:pt x="67" y="1383"/>
                  </a:cubicBezTo>
                  <a:cubicBezTo>
                    <a:pt x="75" y="1524"/>
                    <a:pt x="84" y="1673"/>
                    <a:pt x="92" y="1823"/>
                  </a:cubicBezTo>
                  <a:cubicBezTo>
                    <a:pt x="100" y="1963"/>
                    <a:pt x="117" y="2096"/>
                    <a:pt x="142" y="2237"/>
                  </a:cubicBezTo>
                  <a:cubicBezTo>
                    <a:pt x="145" y="2251"/>
                    <a:pt x="158" y="2258"/>
                    <a:pt x="171" y="2258"/>
                  </a:cubicBezTo>
                  <a:cubicBezTo>
                    <a:pt x="188" y="2258"/>
                    <a:pt x="204" y="2247"/>
                    <a:pt x="200" y="2229"/>
                  </a:cubicBezTo>
                  <a:cubicBezTo>
                    <a:pt x="191" y="2146"/>
                    <a:pt x="191" y="2071"/>
                    <a:pt x="191" y="1988"/>
                  </a:cubicBezTo>
                  <a:lnTo>
                    <a:pt x="183" y="1748"/>
                  </a:lnTo>
                  <a:cubicBezTo>
                    <a:pt x="175" y="1458"/>
                    <a:pt x="166" y="1168"/>
                    <a:pt x="150" y="878"/>
                  </a:cubicBezTo>
                  <a:lnTo>
                    <a:pt x="133" y="439"/>
                  </a:lnTo>
                  <a:cubicBezTo>
                    <a:pt x="133" y="364"/>
                    <a:pt x="125" y="298"/>
                    <a:pt x="125" y="224"/>
                  </a:cubicBezTo>
                  <a:cubicBezTo>
                    <a:pt x="125" y="157"/>
                    <a:pt x="125" y="74"/>
                    <a:pt x="92" y="16"/>
                  </a:cubicBezTo>
                  <a:cubicBezTo>
                    <a:pt x="87" y="7"/>
                    <a:pt x="73" y="1"/>
                    <a:pt x="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35"/>
            <p:cNvSpPr/>
            <p:nvPr/>
          </p:nvSpPr>
          <p:spPr>
            <a:xfrm>
              <a:off x="2469800" y="1524950"/>
              <a:ext cx="3050" cy="10100"/>
            </a:xfrm>
            <a:custGeom>
              <a:rect b="b" l="l" r="r" t="t"/>
              <a:pathLst>
                <a:path extrusionOk="0" h="404" w="122">
                  <a:moveTo>
                    <a:pt x="25" y="0"/>
                  </a:moveTo>
                  <a:cubicBezTo>
                    <a:pt x="13" y="0"/>
                    <a:pt x="1" y="9"/>
                    <a:pt x="1" y="26"/>
                  </a:cubicBezTo>
                  <a:cubicBezTo>
                    <a:pt x="17" y="142"/>
                    <a:pt x="42" y="267"/>
                    <a:pt x="67" y="383"/>
                  </a:cubicBezTo>
                  <a:cubicBezTo>
                    <a:pt x="71" y="397"/>
                    <a:pt x="82" y="404"/>
                    <a:pt x="94" y="404"/>
                  </a:cubicBezTo>
                  <a:cubicBezTo>
                    <a:pt x="108" y="404"/>
                    <a:pt x="122" y="393"/>
                    <a:pt x="117" y="374"/>
                  </a:cubicBezTo>
                  <a:cubicBezTo>
                    <a:pt x="92" y="250"/>
                    <a:pt x="75" y="134"/>
                    <a:pt x="51" y="18"/>
                  </a:cubicBezTo>
                  <a:cubicBezTo>
                    <a:pt x="47" y="7"/>
                    <a:pt x="36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35"/>
            <p:cNvSpPr/>
            <p:nvPr/>
          </p:nvSpPr>
          <p:spPr>
            <a:xfrm>
              <a:off x="2471050" y="1514675"/>
              <a:ext cx="850" cy="3075"/>
            </a:xfrm>
            <a:custGeom>
              <a:rect b="b" l="l" r="r" t="t"/>
              <a:pathLst>
                <a:path extrusionOk="0" h="123" w="34">
                  <a:moveTo>
                    <a:pt x="9" y="0"/>
                  </a:moveTo>
                  <a:cubicBezTo>
                    <a:pt x="5" y="0"/>
                    <a:pt x="1" y="2"/>
                    <a:pt x="1" y="7"/>
                  </a:cubicBezTo>
                  <a:cubicBezTo>
                    <a:pt x="1" y="15"/>
                    <a:pt x="1" y="23"/>
                    <a:pt x="1" y="31"/>
                  </a:cubicBezTo>
                  <a:cubicBezTo>
                    <a:pt x="1" y="40"/>
                    <a:pt x="1" y="48"/>
                    <a:pt x="1" y="56"/>
                  </a:cubicBezTo>
                  <a:cubicBezTo>
                    <a:pt x="1" y="73"/>
                    <a:pt x="1" y="89"/>
                    <a:pt x="1" y="106"/>
                  </a:cubicBezTo>
                  <a:cubicBezTo>
                    <a:pt x="1" y="114"/>
                    <a:pt x="9" y="123"/>
                    <a:pt x="25" y="123"/>
                  </a:cubicBezTo>
                  <a:cubicBezTo>
                    <a:pt x="34" y="123"/>
                    <a:pt x="34" y="114"/>
                    <a:pt x="34" y="106"/>
                  </a:cubicBezTo>
                  <a:cubicBezTo>
                    <a:pt x="34" y="89"/>
                    <a:pt x="34" y="73"/>
                    <a:pt x="25" y="56"/>
                  </a:cubicBezTo>
                  <a:cubicBezTo>
                    <a:pt x="25" y="48"/>
                    <a:pt x="25" y="40"/>
                    <a:pt x="25" y="31"/>
                  </a:cubicBezTo>
                  <a:cubicBezTo>
                    <a:pt x="25" y="23"/>
                    <a:pt x="25" y="15"/>
                    <a:pt x="17" y="7"/>
                  </a:cubicBezTo>
                  <a:cubicBezTo>
                    <a:pt x="17" y="2"/>
                    <a:pt x="13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35"/>
            <p:cNvSpPr/>
            <p:nvPr/>
          </p:nvSpPr>
          <p:spPr>
            <a:xfrm>
              <a:off x="2699350" y="1714575"/>
              <a:ext cx="10775" cy="20075"/>
            </a:xfrm>
            <a:custGeom>
              <a:rect b="b" l="l" r="r" t="t"/>
              <a:pathLst>
                <a:path extrusionOk="0" h="803" w="431">
                  <a:moveTo>
                    <a:pt x="378" y="0"/>
                  </a:moveTo>
                  <a:cubicBezTo>
                    <a:pt x="364" y="0"/>
                    <a:pt x="351" y="9"/>
                    <a:pt x="347" y="31"/>
                  </a:cubicBezTo>
                  <a:cubicBezTo>
                    <a:pt x="306" y="155"/>
                    <a:pt x="281" y="288"/>
                    <a:pt x="223" y="412"/>
                  </a:cubicBezTo>
                  <a:cubicBezTo>
                    <a:pt x="206" y="445"/>
                    <a:pt x="190" y="470"/>
                    <a:pt x="173" y="503"/>
                  </a:cubicBezTo>
                  <a:cubicBezTo>
                    <a:pt x="190" y="470"/>
                    <a:pt x="206" y="429"/>
                    <a:pt x="215" y="387"/>
                  </a:cubicBezTo>
                  <a:cubicBezTo>
                    <a:pt x="223" y="362"/>
                    <a:pt x="206" y="346"/>
                    <a:pt x="190" y="337"/>
                  </a:cubicBezTo>
                  <a:cubicBezTo>
                    <a:pt x="173" y="337"/>
                    <a:pt x="157" y="346"/>
                    <a:pt x="148" y="362"/>
                  </a:cubicBezTo>
                  <a:cubicBezTo>
                    <a:pt x="140" y="412"/>
                    <a:pt x="123" y="453"/>
                    <a:pt x="107" y="495"/>
                  </a:cubicBezTo>
                  <a:cubicBezTo>
                    <a:pt x="82" y="536"/>
                    <a:pt x="57" y="569"/>
                    <a:pt x="41" y="619"/>
                  </a:cubicBezTo>
                  <a:cubicBezTo>
                    <a:pt x="41" y="627"/>
                    <a:pt x="41" y="644"/>
                    <a:pt x="49" y="652"/>
                  </a:cubicBezTo>
                  <a:lnTo>
                    <a:pt x="65" y="652"/>
                  </a:lnTo>
                  <a:cubicBezTo>
                    <a:pt x="65" y="661"/>
                    <a:pt x="65" y="661"/>
                    <a:pt x="65" y="661"/>
                  </a:cubicBezTo>
                  <a:cubicBezTo>
                    <a:pt x="41" y="685"/>
                    <a:pt x="16" y="702"/>
                    <a:pt x="7" y="735"/>
                  </a:cubicBezTo>
                  <a:cubicBezTo>
                    <a:pt x="0" y="772"/>
                    <a:pt x="19" y="803"/>
                    <a:pt x="53" y="803"/>
                  </a:cubicBezTo>
                  <a:cubicBezTo>
                    <a:pt x="57" y="803"/>
                    <a:pt x="61" y="802"/>
                    <a:pt x="65" y="801"/>
                  </a:cubicBezTo>
                  <a:cubicBezTo>
                    <a:pt x="107" y="793"/>
                    <a:pt x="132" y="752"/>
                    <a:pt x="157" y="727"/>
                  </a:cubicBezTo>
                  <a:cubicBezTo>
                    <a:pt x="173" y="702"/>
                    <a:pt x="198" y="669"/>
                    <a:pt x="215" y="644"/>
                  </a:cubicBezTo>
                  <a:cubicBezTo>
                    <a:pt x="256" y="586"/>
                    <a:pt x="289" y="528"/>
                    <a:pt x="322" y="462"/>
                  </a:cubicBezTo>
                  <a:cubicBezTo>
                    <a:pt x="380" y="329"/>
                    <a:pt x="430" y="188"/>
                    <a:pt x="422" y="39"/>
                  </a:cubicBezTo>
                  <a:cubicBezTo>
                    <a:pt x="417" y="16"/>
                    <a:pt x="396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35"/>
            <p:cNvSpPr/>
            <p:nvPr/>
          </p:nvSpPr>
          <p:spPr>
            <a:xfrm>
              <a:off x="2636550" y="1605200"/>
              <a:ext cx="10800" cy="8450"/>
            </a:xfrm>
            <a:custGeom>
              <a:rect b="b" l="l" r="r" t="t"/>
              <a:pathLst>
                <a:path extrusionOk="0" h="338" w="432">
                  <a:moveTo>
                    <a:pt x="30" y="1"/>
                  </a:moveTo>
                  <a:cubicBezTo>
                    <a:pt x="22" y="1"/>
                    <a:pt x="14" y="5"/>
                    <a:pt x="9" y="15"/>
                  </a:cubicBezTo>
                  <a:cubicBezTo>
                    <a:pt x="1" y="23"/>
                    <a:pt x="1" y="48"/>
                    <a:pt x="9" y="56"/>
                  </a:cubicBezTo>
                  <a:cubicBezTo>
                    <a:pt x="75" y="114"/>
                    <a:pt x="142" y="164"/>
                    <a:pt x="208" y="205"/>
                  </a:cubicBezTo>
                  <a:cubicBezTo>
                    <a:pt x="233" y="230"/>
                    <a:pt x="258" y="247"/>
                    <a:pt x="282" y="271"/>
                  </a:cubicBezTo>
                  <a:cubicBezTo>
                    <a:pt x="316" y="296"/>
                    <a:pt x="340" y="338"/>
                    <a:pt x="382" y="338"/>
                  </a:cubicBezTo>
                  <a:cubicBezTo>
                    <a:pt x="398" y="338"/>
                    <a:pt x="407" y="329"/>
                    <a:pt x="415" y="305"/>
                  </a:cubicBezTo>
                  <a:cubicBezTo>
                    <a:pt x="432" y="263"/>
                    <a:pt x="390" y="222"/>
                    <a:pt x="357" y="197"/>
                  </a:cubicBezTo>
                  <a:cubicBezTo>
                    <a:pt x="332" y="172"/>
                    <a:pt x="299" y="147"/>
                    <a:pt x="266" y="131"/>
                  </a:cubicBezTo>
                  <a:cubicBezTo>
                    <a:pt x="200" y="89"/>
                    <a:pt x="125" y="39"/>
                    <a:pt x="50" y="6"/>
                  </a:cubicBezTo>
                  <a:cubicBezTo>
                    <a:pt x="44" y="3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35"/>
            <p:cNvSpPr/>
            <p:nvPr/>
          </p:nvSpPr>
          <p:spPr>
            <a:xfrm>
              <a:off x="2643400" y="1604625"/>
              <a:ext cx="4975" cy="5925"/>
            </a:xfrm>
            <a:custGeom>
              <a:rect b="b" l="l" r="r" t="t"/>
              <a:pathLst>
                <a:path extrusionOk="0" h="237" w="199">
                  <a:moveTo>
                    <a:pt x="32" y="0"/>
                  </a:moveTo>
                  <a:cubicBezTo>
                    <a:pt x="25" y="0"/>
                    <a:pt x="17" y="4"/>
                    <a:pt x="8" y="13"/>
                  </a:cubicBezTo>
                  <a:cubicBezTo>
                    <a:pt x="0" y="21"/>
                    <a:pt x="0" y="38"/>
                    <a:pt x="8" y="54"/>
                  </a:cubicBezTo>
                  <a:cubicBezTo>
                    <a:pt x="42" y="79"/>
                    <a:pt x="66" y="112"/>
                    <a:pt x="91" y="145"/>
                  </a:cubicBezTo>
                  <a:cubicBezTo>
                    <a:pt x="100" y="162"/>
                    <a:pt x="116" y="170"/>
                    <a:pt x="124" y="187"/>
                  </a:cubicBezTo>
                  <a:cubicBezTo>
                    <a:pt x="141" y="203"/>
                    <a:pt x="149" y="228"/>
                    <a:pt x="174" y="236"/>
                  </a:cubicBezTo>
                  <a:cubicBezTo>
                    <a:pt x="182" y="236"/>
                    <a:pt x="191" y="236"/>
                    <a:pt x="191" y="220"/>
                  </a:cubicBezTo>
                  <a:cubicBezTo>
                    <a:pt x="199" y="195"/>
                    <a:pt x="182" y="178"/>
                    <a:pt x="174" y="162"/>
                  </a:cubicBezTo>
                  <a:cubicBezTo>
                    <a:pt x="158" y="137"/>
                    <a:pt x="149" y="120"/>
                    <a:pt x="133" y="104"/>
                  </a:cubicBezTo>
                  <a:cubicBezTo>
                    <a:pt x="108" y="71"/>
                    <a:pt x="83" y="38"/>
                    <a:pt x="50" y="13"/>
                  </a:cubicBezTo>
                  <a:cubicBezTo>
                    <a:pt x="46" y="4"/>
                    <a:pt x="39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35"/>
            <p:cNvSpPr/>
            <p:nvPr/>
          </p:nvSpPr>
          <p:spPr>
            <a:xfrm>
              <a:off x="2497975" y="1593275"/>
              <a:ext cx="15600" cy="25725"/>
            </a:xfrm>
            <a:custGeom>
              <a:rect b="b" l="l" r="r" t="t"/>
              <a:pathLst>
                <a:path extrusionOk="0" h="1029" w="624">
                  <a:moveTo>
                    <a:pt x="581" y="1"/>
                  </a:moveTo>
                  <a:cubicBezTo>
                    <a:pt x="572" y="1"/>
                    <a:pt x="563" y="4"/>
                    <a:pt x="556" y="11"/>
                  </a:cubicBezTo>
                  <a:cubicBezTo>
                    <a:pt x="415" y="127"/>
                    <a:pt x="307" y="293"/>
                    <a:pt x="216" y="458"/>
                  </a:cubicBezTo>
                  <a:cubicBezTo>
                    <a:pt x="166" y="550"/>
                    <a:pt x="125" y="632"/>
                    <a:pt x="92" y="724"/>
                  </a:cubicBezTo>
                  <a:cubicBezTo>
                    <a:pt x="75" y="765"/>
                    <a:pt x="59" y="815"/>
                    <a:pt x="42" y="856"/>
                  </a:cubicBezTo>
                  <a:cubicBezTo>
                    <a:pt x="26" y="898"/>
                    <a:pt x="1" y="956"/>
                    <a:pt x="26" y="997"/>
                  </a:cubicBezTo>
                  <a:cubicBezTo>
                    <a:pt x="32" y="1015"/>
                    <a:pt x="46" y="1029"/>
                    <a:pt x="60" y="1029"/>
                  </a:cubicBezTo>
                  <a:cubicBezTo>
                    <a:pt x="65" y="1029"/>
                    <a:pt x="71" y="1026"/>
                    <a:pt x="75" y="1022"/>
                  </a:cubicBezTo>
                  <a:cubicBezTo>
                    <a:pt x="117" y="997"/>
                    <a:pt x="125" y="947"/>
                    <a:pt x="142" y="898"/>
                  </a:cubicBezTo>
                  <a:cubicBezTo>
                    <a:pt x="158" y="856"/>
                    <a:pt x="175" y="815"/>
                    <a:pt x="191" y="773"/>
                  </a:cubicBezTo>
                  <a:cubicBezTo>
                    <a:pt x="224" y="682"/>
                    <a:pt x="266" y="599"/>
                    <a:pt x="307" y="516"/>
                  </a:cubicBezTo>
                  <a:cubicBezTo>
                    <a:pt x="398" y="359"/>
                    <a:pt x="506" y="202"/>
                    <a:pt x="606" y="44"/>
                  </a:cubicBezTo>
                  <a:cubicBezTo>
                    <a:pt x="623" y="20"/>
                    <a:pt x="603" y="1"/>
                    <a:pt x="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35"/>
            <p:cNvSpPr/>
            <p:nvPr/>
          </p:nvSpPr>
          <p:spPr>
            <a:xfrm>
              <a:off x="2485150" y="1603275"/>
              <a:ext cx="5400" cy="7150"/>
            </a:xfrm>
            <a:custGeom>
              <a:rect b="b" l="l" r="r" t="t"/>
              <a:pathLst>
                <a:path extrusionOk="0" h="286" w="216">
                  <a:moveTo>
                    <a:pt x="25" y="0"/>
                  </a:moveTo>
                  <a:cubicBezTo>
                    <a:pt x="17" y="0"/>
                    <a:pt x="0" y="9"/>
                    <a:pt x="8" y="25"/>
                  </a:cubicBezTo>
                  <a:cubicBezTo>
                    <a:pt x="8" y="34"/>
                    <a:pt x="8" y="42"/>
                    <a:pt x="17" y="50"/>
                  </a:cubicBezTo>
                  <a:lnTo>
                    <a:pt x="25" y="67"/>
                  </a:lnTo>
                  <a:lnTo>
                    <a:pt x="50" y="108"/>
                  </a:lnTo>
                  <a:cubicBezTo>
                    <a:pt x="66" y="133"/>
                    <a:pt x="75" y="158"/>
                    <a:pt x="91" y="183"/>
                  </a:cubicBezTo>
                  <a:cubicBezTo>
                    <a:pt x="99" y="191"/>
                    <a:pt x="108" y="199"/>
                    <a:pt x="116" y="199"/>
                  </a:cubicBezTo>
                  <a:cubicBezTo>
                    <a:pt x="124" y="224"/>
                    <a:pt x="141" y="249"/>
                    <a:pt x="149" y="266"/>
                  </a:cubicBezTo>
                  <a:cubicBezTo>
                    <a:pt x="155" y="278"/>
                    <a:pt x="170" y="285"/>
                    <a:pt x="181" y="285"/>
                  </a:cubicBezTo>
                  <a:cubicBezTo>
                    <a:pt x="185" y="285"/>
                    <a:pt x="188" y="284"/>
                    <a:pt x="191" y="282"/>
                  </a:cubicBezTo>
                  <a:cubicBezTo>
                    <a:pt x="207" y="274"/>
                    <a:pt x="215" y="249"/>
                    <a:pt x="207" y="232"/>
                  </a:cubicBezTo>
                  <a:cubicBezTo>
                    <a:pt x="199" y="224"/>
                    <a:pt x="199" y="216"/>
                    <a:pt x="191" y="208"/>
                  </a:cubicBezTo>
                  <a:cubicBezTo>
                    <a:pt x="191" y="208"/>
                    <a:pt x="191" y="199"/>
                    <a:pt x="191" y="199"/>
                  </a:cubicBezTo>
                  <a:cubicBezTo>
                    <a:pt x="191" y="199"/>
                    <a:pt x="182" y="191"/>
                    <a:pt x="182" y="191"/>
                  </a:cubicBezTo>
                  <a:lnTo>
                    <a:pt x="166" y="133"/>
                  </a:lnTo>
                  <a:cubicBezTo>
                    <a:pt x="157" y="116"/>
                    <a:pt x="157" y="92"/>
                    <a:pt x="149" y="75"/>
                  </a:cubicBezTo>
                  <a:cubicBezTo>
                    <a:pt x="142" y="62"/>
                    <a:pt x="130" y="37"/>
                    <a:pt x="113" y="37"/>
                  </a:cubicBezTo>
                  <a:cubicBezTo>
                    <a:pt x="109" y="37"/>
                    <a:pt x="104" y="39"/>
                    <a:pt x="99" y="42"/>
                  </a:cubicBezTo>
                  <a:cubicBezTo>
                    <a:pt x="91" y="42"/>
                    <a:pt x="91" y="50"/>
                    <a:pt x="83" y="58"/>
                  </a:cubicBezTo>
                  <a:cubicBezTo>
                    <a:pt x="75" y="50"/>
                    <a:pt x="75" y="42"/>
                    <a:pt x="66" y="34"/>
                  </a:cubicBezTo>
                  <a:cubicBezTo>
                    <a:pt x="58" y="25"/>
                    <a:pt x="58" y="17"/>
                    <a:pt x="50" y="9"/>
                  </a:cubicBezTo>
                  <a:cubicBezTo>
                    <a:pt x="41" y="9"/>
                    <a:pt x="33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800" name="Shape 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1" name="Google Shape;801;p36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802" name="Google Shape;802;p36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36"/>
          <p:cNvSpPr txBox="1"/>
          <p:nvPr>
            <p:ph type="title"/>
          </p:nvPr>
        </p:nvSpPr>
        <p:spPr>
          <a:xfrm>
            <a:off x="1731600" y="1053200"/>
            <a:ext cx="5680800" cy="2598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500"/>
              <a:buNone/>
              <a:defRPr sz="8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804" name="Google Shape;804;p36"/>
          <p:cNvGrpSpPr/>
          <p:nvPr/>
        </p:nvGrpSpPr>
        <p:grpSpPr>
          <a:xfrm>
            <a:off x="8293134" y="3806934"/>
            <a:ext cx="701131" cy="1189578"/>
            <a:chOff x="5485725" y="1401125"/>
            <a:chExt cx="312600" cy="530375"/>
          </a:xfrm>
        </p:grpSpPr>
        <p:sp>
          <p:nvSpPr>
            <p:cNvPr id="805" name="Google Shape;805;p36"/>
            <p:cNvSpPr/>
            <p:nvPr/>
          </p:nvSpPr>
          <p:spPr>
            <a:xfrm>
              <a:off x="5489450" y="1651325"/>
              <a:ext cx="20125" cy="39375"/>
            </a:xfrm>
            <a:custGeom>
              <a:rect b="b" l="l" r="r" t="t"/>
              <a:pathLst>
                <a:path extrusionOk="0" h="1575" w="805">
                  <a:moveTo>
                    <a:pt x="50" y="1"/>
                  </a:moveTo>
                  <a:cubicBezTo>
                    <a:pt x="1" y="183"/>
                    <a:pt x="9" y="374"/>
                    <a:pt x="42" y="548"/>
                  </a:cubicBezTo>
                  <a:cubicBezTo>
                    <a:pt x="67" y="730"/>
                    <a:pt x="108" y="912"/>
                    <a:pt x="166" y="1086"/>
                  </a:cubicBezTo>
                  <a:cubicBezTo>
                    <a:pt x="224" y="1252"/>
                    <a:pt x="307" y="1401"/>
                    <a:pt x="465" y="1484"/>
                  </a:cubicBezTo>
                  <a:cubicBezTo>
                    <a:pt x="556" y="1542"/>
                    <a:pt x="680" y="1575"/>
                    <a:pt x="796" y="1575"/>
                  </a:cubicBezTo>
                  <a:cubicBezTo>
                    <a:pt x="780" y="1500"/>
                    <a:pt x="763" y="1426"/>
                    <a:pt x="763" y="1343"/>
                  </a:cubicBezTo>
                  <a:cubicBezTo>
                    <a:pt x="763" y="1260"/>
                    <a:pt x="755" y="1144"/>
                    <a:pt x="804" y="1069"/>
                  </a:cubicBezTo>
                  <a:cubicBezTo>
                    <a:pt x="804" y="1061"/>
                    <a:pt x="804" y="1061"/>
                    <a:pt x="804" y="1053"/>
                  </a:cubicBezTo>
                  <a:cubicBezTo>
                    <a:pt x="790" y="1055"/>
                    <a:pt x="775" y="1057"/>
                    <a:pt x="760" y="1057"/>
                  </a:cubicBezTo>
                  <a:cubicBezTo>
                    <a:pt x="674" y="1057"/>
                    <a:pt x="585" y="1017"/>
                    <a:pt x="514" y="953"/>
                  </a:cubicBezTo>
                  <a:cubicBezTo>
                    <a:pt x="390" y="838"/>
                    <a:pt x="324" y="655"/>
                    <a:pt x="266" y="490"/>
                  </a:cubicBezTo>
                  <a:cubicBezTo>
                    <a:pt x="233" y="432"/>
                    <a:pt x="200" y="365"/>
                    <a:pt x="166" y="299"/>
                  </a:cubicBezTo>
                  <a:cubicBezTo>
                    <a:pt x="125" y="208"/>
                    <a:pt x="84" y="108"/>
                    <a:pt x="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36"/>
            <p:cNvSpPr/>
            <p:nvPr/>
          </p:nvSpPr>
          <p:spPr>
            <a:xfrm>
              <a:off x="5520325" y="1695875"/>
              <a:ext cx="8500" cy="10775"/>
            </a:xfrm>
            <a:custGeom>
              <a:rect b="b" l="l" r="r" t="t"/>
              <a:pathLst>
                <a:path extrusionOk="0" h="431" w="340">
                  <a:moveTo>
                    <a:pt x="141" y="0"/>
                  </a:moveTo>
                  <a:cubicBezTo>
                    <a:pt x="100" y="83"/>
                    <a:pt x="67" y="174"/>
                    <a:pt x="33" y="265"/>
                  </a:cubicBezTo>
                  <a:cubicBezTo>
                    <a:pt x="17" y="315"/>
                    <a:pt x="9" y="373"/>
                    <a:pt x="0" y="431"/>
                  </a:cubicBezTo>
                  <a:cubicBezTo>
                    <a:pt x="33" y="389"/>
                    <a:pt x="67" y="356"/>
                    <a:pt x="100" y="315"/>
                  </a:cubicBezTo>
                  <a:cubicBezTo>
                    <a:pt x="183" y="232"/>
                    <a:pt x="257" y="149"/>
                    <a:pt x="340" y="58"/>
                  </a:cubicBezTo>
                  <a:cubicBezTo>
                    <a:pt x="274" y="41"/>
                    <a:pt x="207" y="25"/>
                    <a:pt x="1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36"/>
            <p:cNvSpPr/>
            <p:nvPr/>
          </p:nvSpPr>
          <p:spPr>
            <a:xfrm>
              <a:off x="5504775" y="1698350"/>
              <a:ext cx="77100" cy="92825"/>
            </a:xfrm>
            <a:custGeom>
              <a:rect b="b" l="l" r="r" t="t"/>
              <a:pathLst>
                <a:path extrusionOk="0" h="3713" w="3084">
                  <a:moveTo>
                    <a:pt x="1095" y="0"/>
                  </a:moveTo>
                  <a:cubicBezTo>
                    <a:pt x="1003" y="108"/>
                    <a:pt x="912" y="208"/>
                    <a:pt x="813" y="315"/>
                  </a:cubicBezTo>
                  <a:cubicBezTo>
                    <a:pt x="697" y="448"/>
                    <a:pt x="581" y="580"/>
                    <a:pt x="457" y="721"/>
                  </a:cubicBezTo>
                  <a:cubicBezTo>
                    <a:pt x="399" y="788"/>
                    <a:pt x="341" y="854"/>
                    <a:pt x="283" y="928"/>
                  </a:cubicBezTo>
                  <a:cubicBezTo>
                    <a:pt x="266" y="945"/>
                    <a:pt x="249" y="962"/>
                    <a:pt x="241" y="978"/>
                  </a:cubicBezTo>
                  <a:cubicBezTo>
                    <a:pt x="208" y="1028"/>
                    <a:pt x="175" y="1078"/>
                    <a:pt x="142" y="1127"/>
                  </a:cubicBezTo>
                  <a:cubicBezTo>
                    <a:pt x="42" y="1285"/>
                    <a:pt x="26" y="1459"/>
                    <a:pt x="17" y="1641"/>
                  </a:cubicBezTo>
                  <a:cubicBezTo>
                    <a:pt x="1" y="1964"/>
                    <a:pt x="9" y="2287"/>
                    <a:pt x="42" y="2610"/>
                  </a:cubicBezTo>
                  <a:cubicBezTo>
                    <a:pt x="59" y="2776"/>
                    <a:pt x="84" y="2942"/>
                    <a:pt x="109" y="3108"/>
                  </a:cubicBezTo>
                  <a:cubicBezTo>
                    <a:pt x="133" y="3240"/>
                    <a:pt x="158" y="3373"/>
                    <a:pt x="266" y="3464"/>
                  </a:cubicBezTo>
                  <a:cubicBezTo>
                    <a:pt x="365" y="3547"/>
                    <a:pt x="506" y="3596"/>
                    <a:pt x="631" y="3638"/>
                  </a:cubicBezTo>
                  <a:cubicBezTo>
                    <a:pt x="730" y="3671"/>
                    <a:pt x="821" y="3696"/>
                    <a:pt x="921" y="3704"/>
                  </a:cubicBezTo>
                  <a:cubicBezTo>
                    <a:pt x="896" y="3389"/>
                    <a:pt x="912" y="3066"/>
                    <a:pt x="954" y="2743"/>
                  </a:cubicBezTo>
                  <a:cubicBezTo>
                    <a:pt x="954" y="2730"/>
                    <a:pt x="968" y="2721"/>
                    <a:pt x="981" y="2721"/>
                  </a:cubicBezTo>
                  <a:cubicBezTo>
                    <a:pt x="993" y="2721"/>
                    <a:pt x="1003" y="2728"/>
                    <a:pt x="1003" y="2743"/>
                  </a:cubicBezTo>
                  <a:cubicBezTo>
                    <a:pt x="1003" y="3066"/>
                    <a:pt x="1037" y="3389"/>
                    <a:pt x="1045" y="3712"/>
                  </a:cubicBezTo>
                  <a:lnTo>
                    <a:pt x="1086" y="3712"/>
                  </a:lnTo>
                  <a:cubicBezTo>
                    <a:pt x="1385" y="3704"/>
                    <a:pt x="1617" y="3538"/>
                    <a:pt x="1824" y="3340"/>
                  </a:cubicBezTo>
                  <a:cubicBezTo>
                    <a:pt x="2047" y="3132"/>
                    <a:pt x="2197" y="2884"/>
                    <a:pt x="2279" y="2594"/>
                  </a:cubicBezTo>
                  <a:cubicBezTo>
                    <a:pt x="2362" y="2312"/>
                    <a:pt x="2387" y="2022"/>
                    <a:pt x="2429" y="1740"/>
                  </a:cubicBezTo>
                  <a:cubicBezTo>
                    <a:pt x="2445" y="1600"/>
                    <a:pt x="2470" y="1459"/>
                    <a:pt x="2511" y="1326"/>
                  </a:cubicBezTo>
                  <a:cubicBezTo>
                    <a:pt x="2536" y="1235"/>
                    <a:pt x="2561" y="1152"/>
                    <a:pt x="2603" y="1078"/>
                  </a:cubicBezTo>
                  <a:cubicBezTo>
                    <a:pt x="2627" y="1028"/>
                    <a:pt x="2652" y="978"/>
                    <a:pt x="2677" y="937"/>
                  </a:cubicBezTo>
                  <a:cubicBezTo>
                    <a:pt x="2801" y="754"/>
                    <a:pt x="2934" y="572"/>
                    <a:pt x="3083" y="406"/>
                  </a:cubicBezTo>
                  <a:lnTo>
                    <a:pt x="3083" y="406"/>
                  </a:lnTo>
                  <a:cubicBezTo>
                    <a:pt x="3024" y="415"/>
                    <a:pt x="2964" y="419"/>
                    <a:pt x="2905" y="419"/>
                  </a:cubicBezTo>
                  <a:cubicBezTo>
                    <a:pt x="2581" y="419"/>
                    <a:pt x="2256" y="301"/>
                    <a:pt x="1948" y="224"/>
                  </a:cubicBezTo>
                  <a:cubicBezTo>
                    <a:pt x="1923" y="216"/>
                    <a:pt x="1898" y="208"/>
                    <a:pt x="1873" y="199"/>
                  </a:cubicBezTo>
                  <a:cubicBezTo>
                    <a:pt x="1849" y="232"/>
                    <a:pt x="1815" y="266"/>
                    <a:pt x="1791" y="290"/>
                  </a:cubicBezTo>
                  <a:cubicBezTo>
                    <a:pt x="1749" y="340"/>
                    <a:pt x="1708" y="382"/>
                    <a:pt x="1666" y="431"/>
                  </a:cubicBezTo>
                  <a:cubicBezTo>
                    <a:pt x="1625" y="481"/>
                    <a:pt x="1583" y="531"/>
                    <a:pt x="1542" y="572"/>
                  </a:cubicBezTo>
                  <a:lnTo>
                    <a:pt x="1476" y="638"/>
                  </a:lnTo>
                  <a:cubicBezTo>
                    <a:pt x="1459" y="655"/>
                    <a:pt x="1443" y="680"/>
                    <a:pt x="1418" y="696"/>
                  </a:cubicBezTo>
                  <a:cubicBezTo>
                    <a:pt x="1418" y="696"/>
                    <a:pt x="1418" y="696"/>
                    <a:pt x="1418" y="705"/>
                  </a:cubicBezTo>
                  <a:cubicBezTo>
                    <a:pt x="1409" y="705"/>
                    <a:pt x="1409" y="696"/>
                    <a:pt x="1409" y="696"/>
                  </a:cubicBezTo>
                  <a:cubicBezTo>
                    <a:pt x="1418" y="672"/>
                    <a:pt x="1434" y="647"/>
                    <a:pt x="1451" y="622"/>
                  </a:cubicBezTo>
                  <a:cubicBezTo>
                    <a:pt x="1467" y="589"/>
                    <a:pt x="1484" y="564"/>
                    <a:pt x="1501" y="531"/>
                  </a:cubicBezTo>
                  <a:cubicBezTo>
                    <a:pt x="1534" y="481"/>
                    <a:pt x="1575" y="440"/>
                    <a:pt x="1617" y="390"/>
                  </a:cubicBezTo>
                  <a:cubicBezTo>
                    <a:pt x="1650" y="340"/>
                    <a:pt x="1699" y="290"/>
                    <a:pt x="1741" y="249"/>
                  </a:cubicBezTo>
                  <a:cubicBezTo>
                    <a:pt x="1757" y="224"/>
                    <a:pt x="1774" y="208"/>
                    <a:pt x="1799" y="183"/>
                  </a:cubicBezTo>
                  <a:cubicBezTo>
                    <a:pt x="1625" y="133"/>
                    <a:pt x="1443" y="92"/>
                    <a:pt x="1269" y="42"/>
                  </a:cubicBezTo>
                  <a:cubicBezTo>
                    <a:pt x="1211" y="25"/>
                    <a:pt x="1153" y="17"/>
                    <a:pt x="10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36"/>
            <p:cNvSpPr/>
            <p:nvPr/>
          </p:nvSpPr>
          <p:spPr>
            <a:xfrm>
              <a:off x="5569200" y="1682400"/>
              <a:ext cx="66325" cy="52225"/>
            </a:xfrm>
            <a:custGeom>
              <a:rect b="b" l="l" r="r" t="t"/>
              <a:pathLst>
                <a:path extrusionOk="0" h="2089" w="2653">
                  <a:moveTo>
                    <a:pt x="2652" y="0"/>
                  </a:moveTo>
                  <a:lnTo>
                    <a:pt x="2652" y="0"/>
                  </a:lnTo>
                  <a:cubicBezTo>
                    <a:pt x="2627" y="25"/>
                    <a:pt x="2611" y="50"/>
                    <a:pt x="2594" y="75"/>
                  </a:cubicBezTo>
                  <a:cubicBezTo>
                    <a:pt x="2519" y="183"/>
                    <a:pt x="2445" y="282"/>
                    <a:pt x="2362" y="382"/>
                  </a:cubicBezTo>
                  <a:cubicBezTo>
                    <a:pt x="2072" y="730"/>
                    <a:pt x="1699" y="1011"/>
                    <a:pt x="1318" y="1260"/>
                  </a:cubicBezTo>
                  <a:cubicBezTo>
                    <a:pt x="937" y="1517"/>
                    <a:pt x="514" y="1724"/>
                    <a:pt x="75" y="1856"/>
                  </a:cubicBezTo>
                  <a:lnTo>
                    <a:pt x="59" y="1856"/>
                  </a:lnTo>
                  <a:cubicBezTo>
                    <a:pt x="34" y="1931"/>
                    <a:pt x="9" y="2006"/>
                    <a:pt x="1" y="2088"/>
                  </a:cubicBezTo>
                  <a:cubicBezTo>
                    <a:pt x="59" y="2064"/>
                    <a:pt x="117" y="2047"/>
                    <a:pt x="175" y="2030"/>
                  </a:cubicBezTo>
                  <a:cubicBezTo>
                    <a:pt x="249" y="2006"/>
                    <a:pt x="316" y="1972"/>
                    <a:pt x="390" y="1948"/>
                  </a:cubicBezTo>
                  <a:cubicBezTo>
                    <a:pt x="531" y="1890"/>
                    <a:pt x="672" y="1815"/>
                    <a:pt x="804" y="1740"/>
                  </a:cubicBezTo>
                  <a:cubicBezTo>
                    <a:pt x="1260" y="1492"/>
                    <a:pt x="1707" y="1202"/>
                    <a:pt x="2064" y="829"/>
                  </a:cubicBezTo>
                  <a:cubicBezTo>
                    <a:pt x="2238" y="647"/>
                    <a:pt x="2387" y="448"/>
                    <a:pt x="2519" y="241"/>
                  </a:cubicBezTo>
                  <a:cubicBezTo>
                    <a:pt x="2561" y="158"/>
                    <a:pt x="2611" y="83"/>
                    <a:pt x="2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36"/>
            <p:cNvSpPr/>
            <p:nvPr/>
          </p:nvSpPr>
          <p:spPr>
            <a:xfrm>
              <a:off x="5587025" y="1704775"/>
              <a:ext cx="5200" cy="3125"/>
            </a:xfrm>
            <a:custGeom>
              <a:rect b="b" l="l" r="r" t="t"/>
              <a:pathLst>
                <a:path extrusionOk="0" h="125" w="208">
                  <a:moveTo>
                    <a:pt x="207" y="0"/>
                  </a:moveTo>
                  <a:lnTo>
                    <a:pt x="207" y="0"/>
                  </a:lnTo>
                  <a:cubicBezTo>
                    <a:pt x="158" y="33"/>
                    <a:pt x="108" y="58"/>
                    <a:pt x="50" y="75"/>
                  </a:cubicBezTo>
                  <a:cubicBezTo>
                    <a:pt x="33" y="91"/>
                    <a:pt x="17" y="108"/>
                    <a:pt x="0" y="125"/>
                  </a:cubicBezTo>
                  <a:cubicBezTo>
                    <a:pt x="25" y="116"/>
                    <a:pt x="50" y="116"/>
                    <a:pt x="75" y="116"/>
                  </a:cubicBezTo>
                  <a:lnTo>
                    <a:pt x="91" y="100"/>
                  </a:lnTo>
                  <a:cubicBezTo>
                    <a:pt x="116" y="83"/>
                    <a:pt x="141" y="75"/>
                    <a:pt x="174" y="75"/>
                  </a:cubicBezTo>
                  <a:cubicBezTo>
                    <a:pt x="183" y="50"/>
                    <a:pt x="191" y="25"/>
                    <a:pt x="2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36"/>
            <p:cNvSpPr/>
            <p:nvPr/>
          </p:nvSpPr>
          <p:spPr>
            <a:xfrm>
              <a:off x="5602350" y="1696275"/>
              <a:ext cx="3125" cy="2300"/>
            </a:xfrm>
            <a:custGeom>
              <a:rect b="b" l="l" r="r" t="t"/>
              <a:pathLst>
                <a:path extrusionOk="0" h="92" w="125">
                  <a:moveTo>
                    <a:pt x="125" y="1"/>
                  </a:moveTo>
                  <a:cubicBezTo>
                    <a:pt x="83" y="34"/>
                    <a:pt x="42" y="59"/>
                    <a:pt x="0" y="92"/>
                  </a:cubicBezTo>
                  <a:lnTo>
                    <a:pt x="17" y="92"/>
                  </a:lnTo>
                  <a:cubicBezTo>
                    <a:pt x="33" y="75"/>
                    <a:pt x="58" y="59"/>
                    <a:pt x="75" y="50"/>
                  </a:cubicBezTo>
                  <a:cubicBezTo>
                    <a:pt x="83" y="42"/>
                    <a:pt x="91" y="42"/>
                    <a:pt x="100" y="34"/>
                  </a:cubicBezTo>
                  <a:cubicBezTo>
                    <a:pt x="108" y="25"/>
                    <a:pt x="116" y="17"/>
                    <a:pt x="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36"/>
            <p:cNvSpPr/>
            <p:nvPr/>
          </p:nvSpPr>
          <p:spPr>
            <a:xfrm>
              <a:off x="5572525" y="1709125"/>
              <a:ext cx="13275" cy="16175"/>
            </a:xfrm>
            <a:custGeom>
              <a:rect b="b" l="l" r="r" t="t"/>
              <a:pathLst>
                <a:path extrusionOk="0" h="647" w="531">
                  <a:moveTo>
                    <a:pt x="531" y="0"/>
                  </a:moveTo>
                  <a:lnTo>
                    <a:pt x="531" y="0"/>
                  </a:lnTo>
                  <a:cubicBezTo>
                    <a:pt x="439" y="100"/>
                    <a:pt x="340" y="199"/>
                    <a:pt x="249" y="307"/>
                  </a:cubicBezTo>
                  <a:cubicBezTo>
                    <a:pt x="166" y="415"/>
                    <a:pt x="67" y="522"/>
                    <a:pt x="0" y="647"/>
                  </a:cubicBezTo>
                  <a:cubicBezTo>
                    <a:pt x="133" y="597"/>
                    <a:pt x="265" y="539"/>
                    <a:pt x="406" y="473"/>
                  </a:cubicBezTo>
                  <a:cubicBezTo>
                    <a:pt x="398" y="456"/>
                    <a:pt x="390" y="431"/>
                    <a:pt x="398" y="406"/>
                  </a:cubicBezTo>
                  <a:cubicBezTo>
                    <a:pt x="398" y="398"/>
                    <a:pt x="398" y="390"/>
                    <a:pt x="406" y="373"/>
                  </a:cubicBezTo>
                  <a:lnTo>
                    <a:pt x="406" y="365"/>
                  </a:lnTo>
                  <a:cubicBezTo>
                    <a:pt x="415" y="274"/>
                    <a:pt x="439" y="183"/>
                    <a:pt x="489" y="100"/>
                  </a:cubicBezTo>
                  <a:cubicBezTo>
                    <a:pt x="497" y="67"/>
                    <a:pt x="514" y="33"/>
                    <a:pt x="5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36"/>
            <p:cNvSpPr/>
            <p:nvPr/>
          </p:nvSpPr>
          <p:spPr>
            <a:xfrm>
              <a:off x="5545800" y="1629775"/>
              <a:ext cx="225" cy="250"/>
            </a:xfrm>
            <a:custGeom>
              <a:rect b="b" l="l" r="r" t="t"/>
              <a:pathLst>
                <a:path extrusionOk="0" h="10" w="9">
                  <a:moveTo>
                    <a:pt x="9" y="1"/>
                  </a:moveTo>
                  <a:cubicBezTo>
                    <a:pt x="0" y="1"/>
                    <a:pt x="0" y="9"/>
                    <a:pt x="0" y="9"/>
                  </a:cubicBezTo>
                  <a:lnTo>
                    <a:pt x="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36"/>
            <p:cNvSpPr/>
            <p:nvPr/>
          </p:nvSpPr>
          <p:spPr>
            <a:xfrm>
              <a:off x="5496700" y="1405500"/>
              <a:ext cx="296025" cy="520575"/>
            </a:xfrm>
            <a:custGeom>
              <a:rect b="b" l="l" r="r" t="t"/>
              <a:pathLst>
                <a:path extrusionOk="0" h="20823" w="11841">
                  <a:moveTo>
                    <a:pt x="3408" y="0"/>
                  </a:moveTo>
                  <a:cubicBezTo>
                    <a:pt x="3342" y="0"/>
                    <a:pt x="3276" y="79"/>
                    <a:pt x="3240" y="115"/>
                  </a:cubicBezTo>
                  <a:cubicBezTo>
                    <a:pt x="3182" y="181"/>
                    <a:pt x="3124" y="239"/>
                    <a:pt x="3075" y="305"/>
                  </a:cubicBezTo>
                  <a:cubicBezTo>
                    <a:pt x="3008" y="372"/>
                    <a:pt x="2950" y="438"/>
                    <a:pt x="2892" y="513"/>
                  </a:cubicBezTo>
                  <a:cubicBezTo>
                    <a:pt x="2834" y="571"/>
                    <a:pt x="2785" y="628"/>
                    <a:pt x="2735" y="686"/>
                  </a:cubicBezTo>
                  <a:cubicBezTo>
                    <a:pt x="2503" y="960"/>
                    <a:pt x="2279" y="1225"/>
                    <a:pt x="2080" y="1515"/>
                  </a:cubicBezTo>
                  <a:cubicBezTo>
                    <a:pt x="1873" y="1797"/>
                    <a:pt x="1674" y="2087"/>
                    <a:pt x="1509" y="2393"/>
                  </a:cubicBezTo>
                  <a:cubicBezTo>
                    <a:pt x="1343" y="2708"/>
                    <a:pt x="1244" y="3048"/>
                    <a:pt x="1161" y="3396"/>
                  </a:cubicBezTo>
                  <a:cubicBezTo>
                    <a:pt x="1078" y="3752"/>
                    <a:pt x="1012" y="4117"/>
                    <a:pt x="987" y="4481"/>
                  </a:cubicBezTo>
                  <a:cubicBezTo>
                    <a:pt x="978" y="4664"/>
                    <a:pt x="978" y="4838"/>
                    <a:pt x="995" y="5020"/>
                  </a:cubicBezTo>
                  <a:cubicBezTo>
                    <a:pt x="1003" y="5152"/>
                    <a:pt x="1020" y="5302"/>
                    <a:pt x="1053" y="5434"/>
                  </a:cubicBezTo>
                  <a:cubicBezTo>
                    <a:pt x="1070" y="5426"/>
                    <a:pt x="1086" y="5409"/>
                    <a:pt x="1103" y="5409"/>
                  </a:cubicBezTo>
                  <a:cubicBezTo>
                    <a:pt x="1107" y="5407"/>
                    <a:pt x="1112" y="5406"/>
                    <a:pt x="1116" y="5406"/>
                  </a:cubicBezTo>
                  <a:cubicBezTo>
                    <a:pt x="1131" y="5406"/>
                    <a:pt x="1146" y="5415"/>
                    <a:pt x="1152" y="5434"/>
                  </a:cubicBezTo>
                  <a:cubicBezTo>
                    <a:pt x="1152" y="5459"/>
                    <a:pt x="1152" y="5484"/>
                    <a:pt x="1144" y="5509"/>
                  </a:cubicBezTo>
                  <a:cubicBezTo>
                    <a:pt x="1136" y="5534"/>
                    <a:pt x="1119" y="5558"/>
                    <a:pt x="1111" y="5583"/>
                  </a:cubicBezTo>
                  <a:cubicBezTo>
                    <a:pt x="1111" y="5633"/>
                    <a:pt x="1094" y="5658"/>
                    <a:pt x="1053" y="5691"/>
                  </a:cubicBezTo>
                  <a:lnTo>
                    <a:pt x="1045" y="5691"/>
                  </a:lnTo>
                  <a:cubicBezTo>
                    <a:pt x="1020" y="5741"/>
                    <a:pt x="995" y="5790"/>
                    <a:pt x="970" y="5840"/>
                  </a:cubicBezTo>
                  <a:cubicBezTo>
                    <a:pt x="954" y="5881"/>
                    <a:pt x="945" y="5915"/>
                    <a:pt x="929" y="5948"/>
                  </a:cubicBezTo>
                  <a:cubicBezTo>
                    <a:pt x="954" y="5923"/>
                    <a:pt x="970" y="5906"/>
                    <a:pt x="987" y="5881"/>
                  </a:cubicBezTo>
                  <a:cubicBezTo>
                    <a:pt x="1094" y="5757"/>
                    <a:pt x="1202" y="5641"/>
                    <a:pt x="1310" y="5517"/>
                  </a:cubicBezTo>
                  <a:cubicBezTo>
                    <a:pt x="1316" y="5508"/>
                    <a:pt x="1324" y="5505"/>
                    <a:pt x="1333" y="5505"/>
                  </a:cubicBezTo>
                  <a:cubicBezTo>
                    <a:pt x="1356" y="5505"/>
                    <a:pt x="1378" y="5534"/>
                    <a:pt x="1360" y="5558"/>
                  </a:cubicBezTo>
                  <a:cubicBezTo>
                    <a:pt x="1260" y="5699"/>
                    <a:pt x="1161" y="5832"/>
                    <a:pt x="1061" y="5973"/>
                  </a:cubicBezTo>
                  <a:cubicBezTo>
                    <a:pt x="970" y="6089"/>
                    <a:pt x="871" y="6213"/>
                    <a:pt x="846" y="6362"/>
                  </a:cubicBezTo>
                  <a:cubicBezTo>
                    <a:pt x="846" y="6387"/>
                    <a:pt x="846" y="6403"/>
                    <a:pt x="846" y="6420"/>
                  </a:cubicBezTo>
                  <a:cubicBezTo>
                    <a:pt x="838" y="6561"/>
                    <a:pt x="862" y="6710"/>
                    <a:pt x="862" y="6851"/>
                  </a:cubicBezTo>
                  <a:cubicBezTo>
                    <a:pt x="871" y="7017"/>
                    <a:pt x="871" y="7182"/>
                    <a:pt x="862" y="7348"/>
                  </a:cubicBezTo>
                  <a:cubicBezTo>
                    <a:pt x="846" y="7663"/>
                    <a:pt x="813" y="7994"/>
                    <a:pt x="738" y="8301"/>
                  </a:cubicBezTo>
                  <a:cubicBezTo>
                    <a:pt x="730" y="8334"/>
                    <a:pt x="722" y="8359"/>
                    <a:pt x="713" y="8384"/>
                  </a:cubicBezTo>
                  <a:cubicBezTo>
                    <a:pt x="713" y="8384"/>
                    <a:pt x="722" y="8384"/>
                    <a:pt x="730" y="8375"/>
                  </a:cubicBezTo>
                  <a:cubicBezTo>
                    <a:pt x="813" y="8334"/>
                    <a:pt x="896" y="8301"/>
                    <a:pt x="987" y="8259"/>
                  </a:cubicBezTo>
                  <a:cubicBezTo>
                    <a:pt x="1064" y="8221"/>
                    <a:pt x="1156" y="8167"/>
                    <a:pt x="1242" y="8167"/>
                  </a:cubicBezTo>
                  <a:cubicBezTo>
                    <a:pt x="1248" y="8167"/>
                    <a:pt x="1254" y="8168"/>
                    <a:pt x="1260" y="8168"/>
                  </a:cubicBezTo>
                  <a:cubicBezTo>
                    <a:pt x="1277" y="8168"/>
                    <a:pt x="1285" y="8168"/>
                    <a:pt x="1285" y="8177"/>
                  </a:cubicBezTo>
                  <a:cubicBezTo>
                    <a:pt x="1285" y="8160"/>
                    <a:pt x="1293" y="8143"/>
                    <a:pt x="1310" y="8135"/>
                  </a:cubicBezTo>
                  <a:lnTo>
                    <a:pt x="1459" y="8019"/>
                  </a:lnTo>
                  <a:cubicBezTo>
                    <a:pt x="1517" y="7986"/>
                    <a:pt x="1575" y="7953"/>
                    <a:pt x="1633" y="7936"/>
                  </a:cubicBezTo>
                  <a:cubicBezTo>
                    <a:pt x="1636" y="7935"/>
                    <a:pt x="1639" y="7935"/>
                    <a:pt x="1642" y="7935"/>
                  </a:cubicBezTo>
                  <a:cubicBezTo>
                    <a:pt x="1660" y="7935"/>
                    <a:pt x="1665" y="7955"/>
                    <a:pt x="1658" y="7969"/>
                  </a:cubicBezTo>
                  <a:cubicBezTo>
                    <a:pt x="1616" y="8027"/>
                    <a:pt x="1567" y="8069"/>
                    <a:pt x="1509" y="8102"/>
                  </a:cubicBezTo>
                  <a:cubicBezTo>
                    <a:pt x="1459" y="8135"/>
                    <a:pt x="1401" y="8168"/>
                    <a:pt x="1351" y="8210"/>
                  </a:cubicBezTo>
                  <a:cubicBezTo>
                    <a:pt x="1347" y="8212"/>
                    <a:pt x="1341" y="8213"/>
                    <a:pt x="1335" y="8213"/>
                  </a:cubicBezTo>
                  <a:cubicBezTo>
                    <a:pt x="1319" y="8213"/>
                    <a:pt x="1299" y="8205"/>
                    <a:pt x="1293" y="8193"/>
                  </a:cubicBezTo>
                  <a:cubicBezTo>
                    <a:pt x="1293" y="8201"/>
                    <a:pt x="1293" y="8218"/>
                    <a:pt x="1285" y="8226"/>
                  </a:cubicBezTo>
                  <a:cubicBezTo>
                    <a:pt x="1227" y="8293"/>
                    <a:pt x="1119" y="8334"/>
                    <a:pt x="1036" y="8367"/>
                  </a:cubicBezTo>
                  <a:cubicBezTo>
                    <a:pt x="954" y="8409"/>
                    <a:pt x="862" y="8442"/>
                    <a:pt x="780" y="8483"/>
                  </a:cubicBezTo>
                  <a:lnTo>
                    <a:pt x="597" y="8566"/>
                  </a:lnTo>
                  <a:cubicBezTo>
                    <a:pt x="572" y="8583"/>
                    <a:pt x="548" y="8599"/>
                    <a:pt x="523" y="8624"/>
                  </a:cubicBezTo>
                  <a:cubicBezTo>
                    <a:pt x="448" y="8665"/>
                    <a:pt x="382" y="8707"/>
                    <a:pt x="316" y="8757"/>
                  </a:cubicBezTo>
                  <a:cubicBezTo>
                    <a:pt x="249" y="8806"/>
                    <a:pt x="191" y="8856"/>
                    <a:pt x="117" y="8864"/>
                  </a:cubicBezTo>
                  <a:lnTo>
                    <a:pt x="108" y="8864"/>
                  </a:lnTo>
                  <a:cubicBezTo>
                    <a:pt x="108" y="8864"/>
                    <a:pt x="100" y="8873"/>
                    <a:pt x="100" y="8873"/>
                  </a:cubicBezTo>
                  <a:cubicBezTo>
                    <a:pt x="92" y="8881"/>
                    <a:pt x="92" y="8881"/>
                    <a:pt x="84" y="8889"/>
                  </a:cubicBezTo>
                  <a:cubicBezTo>
                    <a:pt x="75" y="8897"/>
                    <a:pt x="67" y="8906"/>
                    <a:pt x="50" y="8914"/>
                  </a:cubicBezTo>
                  <a:cubicBezTo>
                    <a:pt x="50" y="8922"/>
                    <a:pt x="50" y="8931"/>
                    <a:pt x="42" y="8939"/>
                  </a:cubicBezTo>
                  <a:cubicBezTo>
                    <a:pt x="34" y="8955"/>
                    <a:pt x="17" y="8972"/>
                    <a:pt x="1" y="8989"/>
                  </a:cubicBezTo>
                  <a:cubicBezTo>
                    <a:pt x="84" y="8989"/>
                    <a:pt x="166" y="9005"/>
                    <a:pt x="249" y="9005"/>
                  </a:cubicBezTo>
                  <a:cubicBezTo>
                    <a:pt x="382" y="9013"/>
                    <a:pt x="514" y="9022"/>
                    <a:pt x="647" y="9022"/>
                  </a:cubicBezTo>
                  <a:cubicBezTo>
                    <a:pt x="694" y="9023"/>
                    <a:pt x="741" y="9024"/>
                    <a:pt x="789" y="9024"/>
                  </a:cubicBezTo>
                  <a:cubicBezTo>
                    <a:pt x="1009" y="9024"/>
                    <a:pt x="1233" y="9009"/>
                    <a:pt x="1451" y="8989"/>
                  </a:cubicBezTo>
                  <a:cubicBezTo>
                    <a:pt x="1567" y="8972"/>
                    <a:pt x="1691" y="8947"/>
                    <a:pt x="1807" y="8947"/>
                  </a:cubicBezTo>
                  <a:lnTo>
                    <a:pt x="1832" y="8947"/>
                  </a:lnTo>
                  <a:cubicBezTo>
                    <a:pt x="1857" y="8931"/>
                    <a:pt x="1873" y="8914"/>
                    <a:pt x="1890" y="8897"/>
                  </a:cubicBezTo>
                  <a:cubicBezTo>
                    <a:pt x="1906" y="8889"/>
                    <a:pt x="1923" y="8873"/>
                    <a:pt x="1931" y="8864"/>
                  </a:cubicBezTo>
                  <a:lnTo>
                    <a:pt x="1948" y="8864"/>
                  </a:lnTo>
                  <a:cubicBezTo>
                    <a:pt x="1948" y="8856"/>
                    <a:pt x="1956" y="8856"/>
                    <a:pt x="1956" y="8856"/>
                  </a:cubicBezTo>
                  <a:cubicBezTo>
                    <a:pt x="1964" y="8848"/>
                    <a:pt x="1973" y="8848"/>
                    <a:pt x="1989" y="8839"/>
                  </a:cubicBezTo>
                  <a:cubicBezTo>
                    <a:pt x="1995" y="8839"/>
                    <a:pt x="2000" y="8836"/>
                    <a:pt x="2008" y="8836"/>
                  </a:cubicBezTo>
                  <a:cubicBezTo>
                    <a:pt x="2012" y="8836"/>
                    <a:pt x="2017" y="8837"/>
                    <a:pt x="2022" y="8839"/>
                  </a:cubicBezTo>
                  <a:lnTo>
                    <a:pt x="2031" y="8839"/>
                  </a:lnTo>
                  <a:cubicBezTo>
                    <a:pt x="2047" y="8839"/>
                    <a:pt x="2056" y="8864"/>
                    <a:pt x="2056" y="8873"/>
                  </a:cubicBezTo>
                  <a:cubicBezTo>
                    <a:pt x="2047" y="8889"/>
                    <a:pt x="2047" y="8906"/>
                    <a:pt x="2039" y="8914"/>
                  </a:cubicBezTo>
                  <a:cubicBezTo>
                    <a:pt x="2031" y="8914"/>
                    <a:pt x="2022" y="8922"/>
                    <a:pt x="2014" y="8931"/>
                  </a:cubicBezTo>
                  <a:lnTo>
                    <a:pt x="2006" y="8939"/>
                  </a:lnTo>
                  <a:cubicBezTo>
                    <a:pt x="1998" y="8947"/>
                    <a:pt x="1998" y="8955"/>
                    <a:pt x="1998" y="8955"/>
                  </a:cubicBezTo>
                  <a:cubicBezTo>
                    <a:pt x="1989" y="8964"/>
                    <a:pt x="1981" y="8964"/>
                    <a:pt x="1973" y="8972"/>
                  </a:cubicBezTo>
                  <a:cubicBezTo>
                    <a:pt x="1956" y="8980"/>
                    <a:pt x="1948" y="8989"/>
                    <a:pt x="1940" y="8997"/>
                  </a:cubicBezTo>
                  <a:cubicBezTo>
                    <a:pt x="1964" y="9022"/>
                    <a:pt x="1981" y="9047"/>
                    <a:pt x="1989" y="9080"/>
                  </a:cubicBezTo>
                  <a:cubicBezTo>
                    <a:pt x="2022" y="9245"/>
                    <a:pt x="1906" y="9436"/>
                    <a:pt x="1790" y="9535"/>
                  </a:cubicBezTo>
                  <a:cubicBezTo>
                    <a:pt x="1641" y="9668"/>
                    <a:pt x="1451" y="9734"/>
                    <a:pt x="1268" y="9801"/>
                  </a:cubicBezTo>
                  <a:cubicBezTo>
                    <a:pt x="1103" y="9859"/>
                    <a:pt x="879" y="9950"/>
                    <a:pt x="862" y="10149"/>
                  </a:cubicBezTo>
                  <a:cubicBezTo>
                    <a:pt x="846" y="10265"/>
                    <a:pt x="862" y="10372"/>
                    <a:pt x="838" y="10488"/>
                  </a:cubicBezTo>
                  <a:cubicBezTo>
                    <a:pt x="813" y="10579"/>
                    <a:pt x="788" y="10679"/>
                    <a:pt x="730" y="10753"/>
                  </a:cubicBezTo>
                  <a:cubicBezTo>
                    <a:pt x="705" y="10803"/>
                    <a:pt x="664" y="10836"/>
                    <a:pt x="622" y="10853"/>
                  </a:cubicBezTo>
                  <a:cubicBezTo>
                    <a:pt x="630" y="10869"/>
                    <a:pt x="630" y="10878"/>
                    <a:pt x="639" y="10894"/>
                  </a:cubicBezTo>
                  <a:cubicBezTo>
                    <a:pt x="655" y="10919"/>
                    <a:pt x="664" y="10944"/>
                    <a:pt x="664" y="10977"/>
                  </a:cubicBezTo>
                  <a:cubicBezTo>
                    <a:pt x="664" y="10985"/>
                    <a:pt x="672" y="11002"/>
                    <a:pt x="680" y="11010"/>
                  </a:cubicBezTo>
                  <a:cubicBezTo>
                    <a:pt x="722" y="11110"/>
                    <a:pt x="780" y="11201"/>
                    <a:pt x="854" y="11275"/>
                  </a:cubicBezTo>
                  <a:cubicBezTo>
                    <a:pt x="1020" y="11441"/>
                    <a:pt x="1244" y="11482"/>
                    <a:pt x="1459" y="11540"/>
                  </a:cubicBezTo>
                  <a:cubicBezTo>
                    <a:pt x="1915" y="11665"/>
                    <a:pt x="2370" y="11806"/>
                    <a:pt x="2826" y="11913"/>
                  </a:cubicBezTo>
                  <a:cubicBezTo>
                    <a:pt x="2978" y="11947"/>
                    <a:pt x="3135" y="11977"/>
                    <a:pt x="3292" y="11977"/>
                  </a:cubicBezTo>
                  <a:cubicBezTo>
                    <a:pt x="3366" y="11977"/>
                    <a:pt x="3440" y="11971"/>
                    <a:pt x="3514" y="11955"/>
                  </a:cubicBezTo>
                  <a:cubicBezTo>
                    <a:pt x="3713" y="11905"/>
                    <a:pt x="3887" y="11781"/>
                    <a:pt x="4052" y="11665"/>
                  </a:cubicBezTo>
                  <a:cubicBezTo>
                    <a:pt x="4417" y="11408"/>
                    <a:pt x="4773" y="11151"/>
                    <a:pt x="5163" y="10927"/>
                  </a:cubicBezTo>
                  <a:cubicBezTo>
                    <a:pt x="5254" y="10869"/>
                    <a:pt x="5353" y="10820"/>
                    <a:pt x="5453" y="10762"/>
                  </a:cubicBezTo>
                  <a:cubicBezTo>
                    <a:pt x="5544" y="10712"/>
                    <a:pt x="5635" y="10646"/>
                    <a:pt x="5734" y="10604"/>
                  </a:cubicBezTo>
                  <a:cubicBezTo>
                    <a:pt x="5765" y="10593"/>
                    <a:pt x="5796" y="10588"/>
                    <a:pt x="5826" y="10588"/>
                  </a:cubicBezTo>
                  <a:cubicBezTo>
                    <a:pt x="5972" y="10588"/>
                    <a:pt x="6092" y="10713"/>
                    <a:pt x="6057" y="10878"/>
                  </a:cubicBezTo>
                  <a:cubicBezTo>
                    <a:pt x="6049" y="10919"/>
                    <a:pt x="6012" y="10940"/>
                    <a:pt x="5975" y="10940"/>
                  </a:cubicBezTo>
                  <a:cubicBezTo>
                    <a:pt x="5937" y="10940"/>
                    <a:pt x="5900" y="10919"/>
                    <a:pt x="5892" y="10878"/>
                  </a:cubicBezTo>
                  <a:cubicBezTo>
                    <a:pt x="5883" y="10820"/>
                    <a:pt x="5850" y="10803"/>
                    <a:pt x="5809" y="10803"/>
                  </a:cubicBezTo>
                  <a:cubicBezTo>
                    <a:pt x="5792" y="10911"/>
                    <a:pt x="5743" y="11018"/>
                    <a:pt x="5701" y="11110"/>
                  </a:cubicBezTo>
                  <a:cubicBezTo>
                    <a:pt x="5643" y="11234"/>
                    <a:pt x="5569" y="11358"/>
                    <a:pt x="5486" y="11466"/>
                  </a:cubicBezTo>
                  <a:cubicBezTo>
                    <a:pt x="5179" y="11888"/>
                    <a:pt x="4773" y="12228"/>
                    <a:pt x="4342" y="12518"/>
                  </a:cubicBezTo>
                  <a:cubicBezTo>
                    <a:pt x="4110" y="12667"/>
                    <a:pt x="3878" y="12816"/>
                    <a:pt x="3646" y="12949"/>
                  </a:cubicBezTo>
                  <a:cubicBezTo>
                    <a:pt x="3522" y="13015"/>
                    <a:pt x="3398" y="13082"/>
                    <a:pt x="3274" y="13131"/>
                  </a:cubicBezTo>
                  <a:cubicBezTo>
                    <a:pt x="3170" y="13176"/>
                    <a:pt x="3046" y="13233"/>
                    <a:pt x="2933" y="13233"/>
                  </a:cubicBezTo>
                  <a:cubicBezTo>
                    <a:pt x="2919" y="13233"/>
                    <a:pt x="2906" y="13232"/>
                    <a:pt x="2892" y="13231"/>
                  </a:cubicBezTo>
                  <a:lnTo>
                    <a:pt x="2884" y="13231"/>
                  </a:lnTo>
                  <a:cubicBezTo>
                    <a:pt x="2876" y="13305"/>
                    <a:pt x="2868" y="13380"/>
                    <a:pt x="2859" y="13454"/>
                  </a:cubicBezTo>
                  <a:cubicBezTo>
                    <a:pt x="2834" y="13628"/>
                    <a:pt x="2818" y="13794"/>
                    <a:pt x="2793" y="13968"/>
                  </a:cubicBezTo>
                  <a:cubicBezTo>
                    <a:pt x="2752" y="14266"/>
                    <a:pt x="2685" y="14573"/>
                    <a:pt x="2520" y="14830"/>
                  </a:cubicBezTo>
                  <a:cubicBezTo>
                    <a:pt x="2370" y="15087"/>
                    <a:pt x="2155" y="15319"/>
                    <a:pt x="1906" y="15468"/>
                  </a:cubicBezTo>
                  <a:cubicBezTo>
                    <a:pt x="1729" y="15568"/>
                    <a:pt x="1540" y="15614"/>
                    <a:pt x="1349" y="15614"/>
                  </a:cubicBezTo>
                  <a:cubicBezTo>
                    <a:pt x="1272" y="15614"/>
                    <a:pt x="1196" y="15606"/>
                    <a:pt x="1119" y="15592"/>
                  </a:cubicBezTo>
                  <a:cubicBezTo>
                    <a:pt x="1078" y="15658"/>
                    <a:pt x="1070" y="15741"/>
                    <a:pt x="1070" y="15816"/>
                  </a:cubicBezTo>
                  <a:cubicBezTo>
                    <a:pt x="1076" y="15789"/>
                    <a:pt x="1096" y="15777"/>
                    <a:pt x="1115" y="15777"/>
                  </a:cubicBezTo>
                  <a:cubicBezTo>
                    <a:pt x="1144" y="15777"/>
                    <a:pt x="1174" y="15801"/>
                    <a:pt x="1169" y="15841"/>
                  </a:cubicBezTo>
                  <a:cubicBezTo>
                    <a:pt x="1128" y="16023"/>
                    <a:pt x="1111" y="16213"/>
                    <a:pt x="1103" y="16396"/>
                  </a:cubicBezTo>
                  <a:cubicBezTo>
                    <a:pt x="1111" y="16354"/>
                    <a:pt x="1119" y="16305"/>
                    <a:pt x="1136" y="16263"/>
                  </a:cubicBezTo>
                  <a:cubicBezTo>
                    <a:pt x="1142" y="16237"/>
                    <a:pt x="1162" y="16225"/>
                    <a:pt x="1183" y="16225"/>
                  </a:cubicBezTo>
                  <a:cubicBezTo>
                    <a:pt x="1215" y="16225"/>
                    <a:pt x="1249" y="16252"/>
                    <a:pt x="1244" y="16296"/>
                  </a:cubicBezTo>
                  <a:cubicBezTo>
                    <a:pt x="1186" y="16561"/>
                    <a:pt x="1177" y="16835"/>
                    <a:pt x="1210" y="17108"/>
                  </a:cubicBezTo>
                  <a:cubicBezTo>
                    <a:pt x="1223" y="17096"/>
                    <a:pt x="1239" y="17090"/>
                    <a:pt x="1255" y="17090"/>
                  </a:cubicBezTo>
                  <a:cubicBezTo>
                    <a:pt x="1281" y="17090"/>
                    <a:pt x="1305" y="17104"/>
                    <a:pt x="1310" y="17125"/>
                  </a:cubicBezTo>
                  <a:cubicBezTo>
                    <a:pt x="1318" y="17141"/>
                    <a:pt x="1318" y="17150"/>
                    <a:pt x="1318" y="17166"/>
                  </a:cubicBezTo>
                  <a:cubicBezTo>
                    <a:pt x="1293" y="17257"/>
                    <a:pt x="1285" y="17340"/>
                    <a:pt x="1285" y="17431"/>
                  </a:cubicBezTo>
                  <a:cubicBezTo>
                    <a:pt x="1293" y="17473"/>
                    <a:pt x="1302" y="17506"/>
                    <a:pt x="1318" y="17539"/>
                  </a:cubicBezTo>
                  <a:cubicBezTo>
                    <a:pt x="1360" y="17663"/>
                    <a:pt x="1418" y="17788"/>
                    <a:pt x="1434" y="17920"/>
                  </a:cubicBezTo>
                  <a:cubicBezTo>
                    <a:pt x="1440" y="17945"/>
                    <a:pt x="1420" y="17960"/>
                    <a:pt x="1398" y="17960"/>
                  </a:cubicBezTo>
                  <a:cubicBezTo>
                    <a:pt x="1391" y="17960"/>
                    <a:pt x="1383" y="17958"/>
                    <a:pt x="1376" y="17953"/>
                  </a:cubicBezTo>
                  <a:lnTo>
                    <a:pt x="1376" y="17953"/>
                  </a:lnTo>
                  <a:cubicBezTo>
                    <a:pt x="1401" y="18144"/>
                    <a:pt x="1384" y="18343"/>
                    <a:pt x="1351" y="18533"/>
                  </a:cubicBezTo>
                  <a:cubicBezTo>
                    <a:pt x="1326" y="18707"/>
                    <a:pt x="1277" y="18890"/>
                    <a:pt x="1252" y="19064"/>
                  </a:cubicBezTo>
                  <a:cubicBezTo>
                    <a:pt x="1235" y="19155"/>
                    <a:pt x="1219" y="19238"/>
                    <a:pt x="1210" y="19329"/>
                  </a:cubicBezTo>
                  <a:cubicBezTo>
                    <a:pt x="1202" y="19403"/>
                    <a:pt x="1202" y="19503"/>
                    <a:pt x="1161" y="19569"/>
                  </a:cubicBezTo>
                  <a:cubicBezTo>
                    <a:pt x="1155" y="19585"/>
                    <a:pt x="1140" y="19594"/>
                    <a:pt x="1123" y="19594"/>
                  </a:cubicBezTo>
                  <a:cubicBezTo>
                    <a:pt x="1113" y="19594"/>
                    <a:pt x="1103" y="19592"/>
                    <a:pt x="1094" y="19586"/>
                  </a:cubicBezTo>
                  <a:cubicBezTo>
                    <a:pt x="1078" y="19644"/>
                    <a:pt x="1070" y="19702"/>
                    <a:pt x="1061" y="19760"/>
                  </a:cubicBezTo>
                  <a:cubicBezTo>
                    <a:pt x="1053" y="19818"/>
                    <a:pt x="1045" y="19876"/>
                    <a:pt x="1045" y="19934"/>
                  </a:cubicBezTo>
                  <a:cubicBezTo>
                    <a:pt x="1036" y="20058"/>
                    <a:pt x="1020" y="20215"/>
                    <a:pt x="1078" y="20331"/>
                  </a:cubicBezTo>
                  <a:cubicBezTo>
                    <a:pt x="1128" y="20439"/>
                    <a:pt x="1277" y="20497"/>
                    <a:pt x="1384" y="20539"/>
                  </a:cubicBezTo>
                  <a:cubicBezTo>
                    <a:pt x="1633" y="20655"/>
                    <a:pt x="1898" y="20721"/>
                    <a:pt x="2172" y="20762"/>
                  </a:cubicBezTo>
                  <a:cubicBezTo>
                    <a:pt x="2401" y="20804"/>
                    <a:pt x="2635" y="20822"/>
                    <a:pt x="2866" y="20822"/>
                  </a:cubicBezTo>
                  <a:cubicBezTo>
                    <a:pt x="2911" y="20822"/>
                    <a:pt x="2956" y="20822"/>
                    <a:pt x="3000" y="20820"/>
                  </a:cubicBezTo>
                  <a:cubicBezTo>
                    <a:pt x="3141" y="20820"/>
                    <a:pt x="3274" y="20812"/>
                    <a:pt x="3414" y="20804"/>
                  </a:cubicBezTo>
                  <a:cubicBezTo>
                    <a:pt x="3555" y="20737"/>
                    <a:pt x="3704" y="20696"/>
                    <a:pt x="3854" y="20655"/>
                  </a:cubicBezTo>
                  <a:cubicBezTo>
                    <a:pt x="4061" y="20597"/>
                    <a:pt x="4268" y="20547"/>
                    <a:pt x="4475" y="20497"/>
                  </a:cubicBezTo>
                  <a:cubicBezTo>
                    <a:pt x="4897" y="20406"/>
                    <a:pt x="5328" y="20340"/>
                    <a:pt x="5767" y="20273"/>
                  </a:cubicBezTo>
                  <a:cubicBezTo>
                    <a:pt x="7217" y="20066"/>
                    <a:pt x="8750" y="19942"/>
                    <a:pt x="10043" y="19196"/>
                  </a:cubicBezTo>
                  <a:cubicBezTo>
                    <a:pt x="10084" y="19171"/>
                    <a:pt x="10126" y="19147"/>
                    <a:pt x="10167" y="19122"/>
                  </a:cubicBezTo>
                  <a:cubicBezTo>
                    <a:pt x="10656" y="18823"/>
                    <a:pt x="11103" y="18434"/>
                    <a:pt x="11426" y="17953"/>
                  </a:cubicBezTo>
                  <a:cubicBezTo>
                    <a:pt x="11518" y="17821"/>
                    <a:pt x="11600" y="17688"/>
                    <a:pt x="11667" y="17539"/>
                  </a:cubicBezTo>
                  <a:cubicBezTo>
                    <a:pt x="11741" y="17398"/>
                    <a:pt x="11824" y="17233"/>
                    <a:pt x="11832" y="17067"/>
                  </a:cubicBezTo>
                  <a:cubicBezTo>
                    <a:pt x="11841" y="16967"/>
                    <a:pt x="11791" y="16876"/>
                    <a:pt x="11741" y="16793"/>
                  </a:cubicBezTo>
                  <a:cubicBezTo>
                    <a:pt x="11700" y="16702"/>
                    <a:pt x="11650" y="16619"/>
                    <a:pt x="11609" y="16528"/>
                  </a:cubicBezTo>
                  <a:cubicBezTo>
                    <a:pt x="11592" y="16487"/>
                    <a:pt x="11576" y="16454"/>
                    <a:pt x="11551" y="16412"/>
                  </a:cubicBezTo>
                  <a:cubicBezTo>
                    <a:pt x="11518" y="16520"/>
                    <a:pt x="11460" y="16619"/>
                    <a:pt x="11360" y="16644"/>
                  </a:cubicBezTo>
                  <a:cubicBezTo>
                    <a:pt x="11353" y="16647"/>
                    <a:pt x="11345" y="16648"/>
                    <a:pt x="11337" y="16648"/>
                  </a:cubicBezTo>
                  <a:cubicBezTo>
                    <a:pt x="11294" y="16648"/>
                    <a:pt x="11254" y="16612"/>
                    <a:pt x="11261" y="16570"/>
                  </a:cubicBezTo>
                  <a:cubicBezTo>
                    <a:pt x="11261" y="16479"/>
                    <a:pt x="11319" y="16396"/>
                    <a:pt x="11335" y="16313"/>
                  </a:cubicBezTo>
                  <a:cubicBezTo>
                    <a:pt x="11360" y="16222"/>
                    <a:pt x="11360" y="16122"/>
                    <a:pt x="11335" y="16039"/>
                  </a:cubicBezTo>
                  <a:cubicBezTo>
                    <a:pt x="11302" y="15832"/>
                    <a:pt x="11194" y="15658"/>
                    <a:pt x="11095" y="15476"/>
                  </a:cubicBezTo>
                  <a:cubicBezTo>
                    <a:pt x="10938" y="15203"/>
                    <a:pt x="10797" y="14921"/>
                    <a:pt x="10664" y="14639"/>
                  </a:cubicBezTo>
                  <a:cubicBezTo>
                    <a:pt x="10656" y="14672"/>
                    <a:pt x="10639" y="14706"/>
                    <a:pt x="10623" y="14730"/>
                  </a:cubicBezTo>
                  <a:cubicBezTo>
                    <a:pt x="10606" y="14755"/>
                    <a:pt x="10583" y="14768"/>
                    <a:pt x="10561" y="14768"/>
                  </a:cubicBezTo>
                  <a:cubicBezTo>
                    <a:pt x="10538" y="14768"/>
                    <a:pt x="10515" y="14755"/>
                    <a:pt x="10498" y="14730"/>
                  </a:cubicBezTo>
                  <a:cubicBezTo>
                    <a:pt x="10449" y="14664"/>
                    <a:pt x="10449" y="14573"/>
                    <a:pt x="10440" y="14490"/>
                  </a:cubicBezTo>
                  <a:cubicBezTo>
                    <a:pt x="10440" y="14399"/>
                    <a:pt x="10432" y="14308"/>
                    <a:pt x="10432" y="14217"/>
                  </a:cubicBezTo>
                  <a:cubicBezTo>
                    <a:pt x="10416" y="14043"/>
                    <a:pt x="10399" y="13877"/>
                    <a:pt x="10358" y="13703"/>
                  </a:cubicBezTo>
                  <a:cubicBezTo>
                    <a:pt x="10283" y="13405"/>
                    <a:pt x="10126" y="13156"/>
                    <a:pt x="9976" y="12883"/>
                  </a:cubicBezTo>
                  <a:cubicBezTo>
                    <a:pt x="9960" y="12850"/>
                    <a:pt x="9935" y="12808"/>
                    <a:pt x="9918" y="12767"/>
                  </a:cubicBezTo>
                  <a:cubicBezTo>
                    <a:pt x="9877" y="12676"/>
                    <a:pt x="9836" y="12584"/>
                    <a:pt x="9811" y="12485"/>
                  </a:cubicBezTo>
                  <a:cubicBezTo>
                    <a:pt x="9778" y="12336"/>
                    <a:pt x="9778" y="12178"/>
                    <a:pt x="9769" y="12021"/>
                  </a:cubicBezTo>
                  <a:cubicBezTo>
                    <a:pt x="9753" y="11839"/>
                    <a:pt x="9744" y="11665"/>
                    <a:pt x="9720" y="11482"/>
                  </a:cubicBezTo>
                  <a:cubicBezTo>
                    <a:pt x="9703" y="11333"/>
                    <a:pt x="9678" y="11184"/>
                    <a:pt x="9653" y="11035"/>
                  </a:cubicBezTo>
                  <a:cubicBezTo>
                    <a:pt x="9653" y="11043"/>
                    <a:pt x="9653" y="11043"/>
                    <a:pt x="9653" y="11043"/>
                  </a:cubicBezTo>
                  <a:cubicBezTo>
                    <a:pt x="9649" y="11047"/>
                    <a:pt x="9641" y="11050"/>
                    <a:pt x="9633" y="11050"/>
                  </a:cubicBezTo>
                  <a:cubicBezTo>
                    <a:pt x="9624" y="11050"/>
                    <a:pt x="9616" y="11047"/>
                    <a:pt x="9612" y="11043"/>
                  </a:cubicBezTo>
                  <a:cubicBezTo>
                    <a:pt x="9587" y="11018"/>
                    <a:pt x="9587" y="10985"/>
                    <a:pt x="9579" y="10952"/>
                  </a:cubicBezTo>
                  <a:cubicBezTo>
                    <a:pt x="9570" y="10911"/>
                    <a:pt x="9570" y="10878"/>
                    <a:pt x="9562" y="10836"/>
                  </a:cubicBezTo>
                  <a:cubicBezTo>
                    <a:pt x="9554" y="10762"/>
                    <a:pt x="9546" y="10687"/>
                    <a:pt x="9537" y="10613"/>
                  </a:cubicBezTo>
                  <a:cubicBezTo>
                    <a:pt x="9529" y="10571"/>
                    <a:pt x="9521" y="10530"/>
                    <a:pt x="9513" y="10488"/>
                  </a:cubicBezTo>
                  <a:cubicBezTo>
                    <a:pt x="9496" y="10430"/>
                    <a:pt x="9479" y="10372"/>
                    <a:pt x="9471" y="10306"/>
                  </a:cubicBezTo>
                  <a:cubicBezTo>
                    <a:pt x="9450" y="10322"/>
                    <a:pt x="9426" y="10327"/>
                    <a:pt x="9404" y="10327"/>
                  </a:cubicBezTo>
                  <a:cubicBezTo>
                    <a:pt x="9392" y="10327"/>
                    <a:pt x="9381" y="10326"/>
                    <a:pt x="9372" y="10323"/>
                  </a:cubicBezTo>
                  <a:cubicBezTo>
                    <a:pt x="9347" y="10306"/>
                    <a:pt x="9330" y="10281"/>
                    <a:pt x="9330" y="10248"/>
                  </a:cubicBezTo>
                  <a:cubicBezTo>
                    <a:pt x="9330" y="10198"/>
                    <a:pt x="9330" y="10157"/>
                    <a:pt x="9330" y="10107"/>
                  </a:cubicBezTo>
                  <a:cubicBezTo>
                    <a:pt x="9330" y="10041"/>
                    <a:pt x="9330" y="9975"/>
                    <a:pt x="9314" y="9917"/>
                  </a:cubicBezTo>
                  <a:cubicBezTo>
                    <a:pt x="9297" y="9834"/>
                    <a:pt x="9272" y="9759"/>
                    <a:pt x="9247" y="9685"/>
                  </a:cubicBezTo>
                  <a:cubicBezTo>
                    <a:pt x="9231" y="9651"/>
                    <a:pt x="9223" y="9618"/>
                    <a:pt x="9206" y="9585"/>
                  </a:cubicBezTo>
                  <a:cubicBezTo>
                    <a:pt x="9173" y="9494"/>
                    <a:pt x="9131" y="9395"/>
                    <a:pt x="9107" y="9287"/>
                  </a:cubicBezTo>
                  <a:cubicBezTo>
                    <a:pt x="9107" y="9303"/>
                    <a:pt x="9098" y="9312"/>
                    <a:pt x="9090" y="9320"/>
                  </a:cubicBezTo>
                  <a:cubicBezTo>
                    <a:pt x="9080" y="9334"/>
                    <a:pt x="9065" y="9343"/>
                    <a:pt x="9051" y="9343"/>
                  </a:cubicBezTo>
                  <a:cubicBezTo>
                    <a:pt x="9040" y="9343"/>
                    <a:pt x="9031" y="9339"/>
                    <a:pt x="9024" y="9328"/>
                  </a:cubicBezTo>
                  <a:cubicBezTo>
                    <a:pt x="8949" y="9245"/>
                    <a:pt x="8982" y="9105"/>
                    <a:pt x="9007" y="9005"/>
                  </a:cubicBezTo>
                  <a:cubicBezTo>
                    <a:pt x="9032" y="8873"/>
                    <a:pt x="9065" y="8748"/>
                    <a:pt x="9073" y="8616"/>
                  </a:cubicBezTo>
                  <a:cubicBezTo>
                    <a:pt x="9073" y="8433"/>
                    <a:pt x="9057" y="8243"/>
                    <a:pt x="9040" y="8061"/>
                  </a:cubicBezTo>
                  <a:cubicBezTo>
                    <a:pt x="8999" y="8027"/>
                    <a:pt x="8982" y="7969"/>
                    <a:pt x="8957" y="7920"/>
                  </a:cubicBezTo>
                  <a:cubicBezTo>
                    <a:pt x="8924" y="7853"/>
                    <a:pt x="8883" y="7787"/>
                    <a:pt x="8850" y="7729"/>
                  </a:cubicBezTo>
                  <a:cubicBezTo>
                    <a:pt x="8775" y="7605"/>
                    <a:pt x="8692" y="7489"/>
                    <a:pt x="8609" y="7373"/>
                  </a:cubicBezTo>
                  <a:cubicBezTo>
                    <a:pt x="8568" y="7315"/>
                    <a:pt x="8527" y="7265"/>
                    <a:pt x="8469" y="7224"/>
                  </a:cubicBezTo>
                  <a:cubicBezTo>
                    <a:pt x="8419" y="7182"/>
                    <a:pt x="8361" y="7141"/>
                    <a:pt x="8311" y="7099"/>
                  </a:cubicBezTo>
                  <a:cubicBezTo>
                    <a:pt x="8203" y="7008"/>
                    <a:pt x="8121" y="6892"/>
                    <a:pt x="8046" y="6776"/>
                  </a:cubicBezTo>
                  <a:cubicBezTo>
                    <a:pt x="8020" y="6738"/>
                    <a:pt x="8059" y="6699"/>
                    <a:pt x="8094" y="6699"/>
                  </a:cubicBezTo>
                  <a:cubicBezTo>
                    <a:pt x="8103" y="6699"/>
                    <a:pt x="8113" y="6703"/>
                    <a:pt x="8121" y="6710"/>
                  </a:cubicBezTo>
                  <a:cubicBezTo>
                    <a:pt x="8228" y="6818"/>
                    <a:pt x="8336" y="6925"/>
                    <a:pt x="8469" y="7000"/>
                  </a:cubicBezTo>
                  <a:cubicBezTo>
                    <a:pt x="8527" y="7033"/>
                    <a:pt x="8585" y="7066"/>
                    <a:pt x="8643" y="7108"/>
                  </a:cubicBezTo>
                  <a:cubicBezTo>
                    <a:pt x="8701" y="7157"/>
                    <a:pt x="8742" y="7207"/>
                    <a:pt x="8783" y="7265"/>
                  </a:cubicBezTo>
                  <a:cubicBezTo>
                    <a:pt x="8875" y="7389"/>
                    <a:pt x="8974" y="7505"/>
                    <a:pt x="9049" y="7630"/>
                  </a:cubicBezTo>
                  <a:cubicBezTo>
                    <a:pt x="9065" y="7655"/>
                    <a:pt x="9073" y="7671"/>
                    <a:pt x="9090" y="7696"/>
                  </a:cubicBezTo>
                  <a:cubicBezTo>
                    <a:pt x="9090" y="7688"/>
                    <a:pt x="9098" y="7679"/>
                    <a:pt x="9098" y="7671"/>
                  </a:cubicBezTo>
                  <a:cubicBezTo>
                    <a:pt x="9156" y="7547"/>
                    <a:pt x="9165" y="7406"/>
                    <a:pt x="9173" y="7273"/>
                  </a:cubicBezTo>
                  <a:cubicBezTo>
                    <a:pt x="9173" y="7191"/>
                    <a:pt x="9165" y="7108"/>
                    <a:pt x="9156" y="7033"/>
                  </a:cubicBezTo>
                  <a:cubicBezTo>
                    <a:pt x="9148" y="6992"/>
                    <a:pt x="9148" y="6950"/>
                    <a:pt x="9140" y="6909"/>
                  </a:cubicBezTo>
                  <a:cubicBezTo>
                    <a:pt x="9140" y="6876"/>
                    <a:pt x="9131" y="6834"/>
                    <a:pt x="9156" y="6809"/>
                  </a:cubicBezTo>
                  <a:cubicBezTo>
                    <a:pt x="9165" y="6801"/>
                    <a:pt x="9173" y="6801"/>
                    <a:pt x="9181" y="6801"/>
                  </a:cubicBezTo>
                  <a:cubicBezTo>
                    <a:pt x="9256" y="6826"/>
                    <a:pt x="9256" y="6967"/>
                    <a:pt x="9264" y="7025"/>
                  </a:cubicBezTo>
                  <a:cubicBezTo>
                    <a:pt x="9272" y="7116"/>
                    <a:pt x="9272" y="7207"/>
                    <a:pt x="9272" y="7298"/>
                  </a:cubicBezTo>
                  <a:cubicBezTo>
                    <a:pt x="9272" y="7373"/>
                    <a:pt x="9264" y="7456"/>
                    <a:pt x="9239" y="7539"/>
                  </a:cubicBezTo>
                  <a:cubicBezTo>
                    <a:pt x="9223" y="7605"/>
                    <a:pt x="9189" y="7671"/>
                    <a:pt x="9140" y="7729"/>
                  </a:cubicBezTo>
                  <a:cubicBezTo>
                    <a:pt x="9140" y="7737"/>
                    <a:pt x="9140" y="7737"/>
                    <a:pt x="9140" y="7737"/>
                  </a:cubicBezTo>
                  <a:cubicBezTo>
                    <a:pt x="9131" y="7746"/>
                    <a:pt x="9123" y="7754"/>
                    <a:pt x="9123" y="7754"/>
                  </a:cubicBezTo>
                  <a:lnTo>
                    <a:pt x="9131" y="7779"/>
                  </a:lnTo>
                  <a:cubicBezTo>
                    <a:pt x="9140" y="7771"/>
                    <a:pt x="9148" y="7762"/>
                    <a:pt x="9156" y="7754"/>
                  </a:cubicBezTo>
                  <a:lnTo>
                    <a:pt x="9165" y="7754"/>
                  </a:lnTo>
                  <a:cubicBezTo>
                    <a:pt x="9322" y="7655"/>
                    <a:pt x="9347" y="7456"/>
                    <a:pt x="9347" y="7282"/>
                  </a:cubicBezTo>
                  <a:cubicBezTo>
                    <a:pt x="9330" y="7058"/>
                    <a:pt x="9281" y="6843"/>
                    <a:pt x="9297" y="6611"/>
                  </a:cubicBezTo>
                  <a:cubicBezTo>
                    <a:pt x="9322" y="6379"/>
                    <a:pt x="9372" y="6147"/>
                    <a:pt x="9405" y="5906"/>
                  </a:cubicBezTo>
                  <a:cubicBezTo>
                    <a:pt x="9438" y="5683"/>
                    <a:pt x="9463" y="5451"/>
                    <a:pt x="9479" y="5219"/>
                  </a:cubicBezTo>
                  <a:cubicBezTo>
                    <a:pt x="9546" y="4374"/>
                    <a:pt x="9504" y="3528"/>
                    <a:pt x="9355" y="2700"/>
                  </a:cubicBezTo>
                  <a:cubicBezTo>
                    <a:pt x="9289" y="2319"/>
                    <a:pt x="9189" y="1929"/>
                    <a:pt x="8974" y="1598"/>
                  </a:cubicBezTo>
                  <a:cubicBezTo>
                    <a:pt x="8957" y="1565"/>
                    <a:pt x="8941" y="1532"/>
                    <a:pt x="8916" y="1498"/>
                  </a:cubicBezTo>
                  <a:lnTo>
                    <a:pt x="8916" y="1498"/>
                  </a:lnTo>
                  <a:cubicBezTo>
                    <a:pt x="8924" y="1540"/>
                    <a:pt x="8941" y="1573"/>
                    <a:pt x="8949" y="1614"/>
                  </a:cubicBezTo>
                  <a:cubicBezTo>
                    <a:pt x="8982" y="1730"/>
                    <a:pt x="9015" y="1846"/>
                    <a:pt x="9032" y="1962"/>
                  </a:cubicBezTo>
                  <a:cubicBezTo>
                    <a:pt x="9049" y="2054"/>
                    <a:pt x="9090" y="2194"/>
                    <a:pt x="9032" y="2286"/>
                  </a:cubicBezTo>
                  <a:cubicBezTo>
                    <a:pt x="9027" y="2296"/>
                    <a:pt x="9012" y="2303"/>
                    <a:pt x="8998" y="2303"/>
                  </a:cubicBezTo>
                  <a:cubicBezTo>
                    <a:pt x="8989" y="2303"/>
                    <a:pt x="8980" y="2300"/>
                    <a:pt x="8974" y="2294"/>
                  </a:cubicBezTo>
                  <a:cubicBezTo>
                    <a:pt x="8908" y="2219"/>
                    <a:pt x="8916" y="2095"/>
                    <a:pt x="8899" y="2004"/>
                  </a:cubicBezTo>
                  <a:cubicBezTo>
                    <a:pt x="8875" y="1896"/>
                    <a:pt x="8858" y="1788"/>
                    <a:pt x="8825" y="1681"/>
                  </a:cubicBezTo>
                  <a:cubicBezTo>
                    <a:pt x="8800" y="1581"/>
                    <a:pt x="8759" y="1474"/>
                    <a:pt x="8725" y="1374"/>
                  </a:cubicBezTo>
                  <a:cubicBezTo>
                    <a:pt x="8709" y="1316"/>
                    <a:pt x="8684" y="1266"/>
                    <a:pt x="8667" y="1217"/>
                  </a:cubicBezTo>
                  <a:cubicBezTo>
                    <a:pt x="8521" y="1093"/>
                    <a:pt x="8353" y="991"/>
                    <a:pt x="8169" y="991"/>
                  </a:cubicBezTo>
                  <a:cubicBezTo>
                    <a:pt x="8156" y="991"/>
                    <a:pt x="8142" y="992"/>
                    <a:pt x="8129" y="993"/>
                  </a:cubicBezTo>
                  <a:cubicBezTo>
                    <a:pt x="7773" y="1010"/>
                    <a:pt x="7615" y="1424"/>
                    <a:pt x="7532" y="1714"/>
                  </a:cubicBezTo>
                  <a:cubicBezTo>
                    <a:pt x="7416" y="2087"/>
                    <a:pt x="7383" y="2476"/>
                    <a:pt x="7292" y="2849"/>
                  </a:cubicBezTo>
                  <a:cubicBezTo>
                    <a:pt x="7209" y="3172"/>
                    <a:pt x="7093" y="3487"/>
                    <a:pt x="6878" y="3752"/>
                  </a:cubicBezTo>
                  <a:cubicBezTo>
                    <a:pt x="6778" y="3876"/>
                    <a:pt x="6654" y="3984"/>
                    <a:pt x="6513" y="4059"/>
                  </a:cubicBezTo>
                  <a:cubicBezTo>
                    <a:pt x="6414" y="4117"/>
                    <a:pt x="6306" y="4175"/>
                    <a:pt x="6231" y="4266"/>
                  </a:cubicBezTo>
                  <a:cubicBezTo>
                    <a:pt x="6289" y="4282"/>
                    <a:pt x="6339" y="4307"/>
                    <a:pt x="6381" y="4349"/>
                  </a:cubicBezTo>
                  <a:cubicBezTo>
                    <a:pt x="6389" y="4357"/>
                    <a:pt x="6397" y="4374"/>
                    <a:pt x="6397" y="4382"/>
                  </a:cubicBezTo>
                  <a:cubicBezTo>
                    <a:pt x="6497" y="4432"/>
                    <a:pt x="6596" y="4473"/>
                    <a:pt x="6687" y="4539"/>
                  </a:cubicBezTo>
                  <a:cubicBezTo>
                    <a:pt x="6845" y="4655"/>
                    <a:pt x="6985" y="4796"/>
                    <a:pt x="7110" y="4954"/>
                  </a:cubicBezTo>
                  <a:cubicBezTo>
                    <a:pt x="7251" y="5119"/>
                    <a:pt x="7367" y="5302"/>
                    <a:pt x="7491" y="5484"/>
                  </a:cubicBezTo>
                  <a:cubicBezTo>
                    <a:pt x="7541" y="5558"/>
                    <a:pt x="7590" y="5641"/>
                    <a:pt x="7640" y="5716"/>
                  </a:cubicBezTo>
                  <a:cubicBezTo>
                    <a:pt x="7648" y="5732"/>
                    <a:pt x="7657" y="5749"/>
                    <a:pt x="7673" y="5765"/>
                  </a:cubicBezTo>
                  <a:cubicBezTo>
                    <a:pt x="7731" y="5857"/>
                    <a:pt x="7814" y="5939"/>
                    <a:pt x="7855" y="6039"/>
                  </a:cubicBezTo>
                  <a:cubicBezTo>
                    <a:pt x="7869" y="6080"/>
                    <a:pt x="7832" y="6110"/>
                    <a:pt x="7796" y="6110"/>
                  </a:cubicBezTo>
                  <a:cubicBezTo>
                    <a:pt x="7788" y="6110"/>
                    <a:pt x="7780" y="6108"/>
                    <a:pt x="7773" y="6105"/>
                  </a:cubicBezTo>
                  <a:cubicBezTo>
                    <a:pt x="7673" y="6055"/>
                    <a:pt x="7599" y="5939"/>
                    <a:pt x="7532" y="5857"/>
                  </a:cubicBezTo>
                  <a:cubicBezTo>
                    <a:pt x="7466" y="5765"/>
                    <a:pt x="7408" y="5683"/>
                    <a:pt x="7342" y="5592"/>
                  </a:cubicBezTo>
                  <a:cubicBezTo>
                    <a:pt x="7226" y="5409"/>
                    <a:pt x="7110" y="5227"/>
                    <a:pt x="6969" y="5053"/>
                  </a:cubicBezTo>
                  <a:cubicBezTo>
                    <a:pt x="6911" y="4978"/>
                    <a:pt x="6845" y="4904"/>
                    <a:pt x="6770" y="4829"/>
                  </a:cubicBezTo>
                  <a:cubicBezTo>
                    <a:pt x="6704" y="4771"/>
                    <a:pt x="6637" y="4713"/>
                    <a:pt x="6563" y="4655"/>
                  </a:cubicBezTo>
                  <a:lnTo>
                    <a:pt x="6521" y="4630"/>
                  </a:lnTo>
                  <a:cubicBezTo>
                    <a:pt x="6439" y="4572"/>
                    <a:pt x="6356" y="4539"/>
                    <a:pt x="6265" y="4490"/>
                  </a:cubicBezTo>
                  <a:cubicBezTo>
                    <a:pt x="6231" y="4473"/>
                    <a:pt x="6198" y="4448"/>
                    <a:pt x="6173" y="4423"/>
                  </a:cubicBezTo>
                  <a:cubicBezTo>
                    <a:pt x="6115" y="4407"/>
                    <a:pt x="6066" y="4390"/>
                    <a:pt x="5999" y="4390"/>
                  </a:cubicBezTo>
                  <a:cubicBezTo>
                    <a:pt x="5892" y="4374"/>
                    <a:pt x="5776" y="4374"/>
                    <a:pt x="5660" y="4365"/>
                  </a:cubicBezTo>
                  <a:cubicBezTo>
                    <a:pt x="5436" y="4365"/>
                    <a:pt x="5212" y="4374"/>
                    <a:pt x="4989" y="4374"/>
                  </a:cubicBezTo>
                  <a:cubicBezTo>
                    <a:pt x="4781" y="4374"/>
                    <a:pt x="4566" y="4357"/>
                    <a:pt x="4367" y="4324"/>
                  </a:cubicBezTo>
                  <a:cubicBezTo>
                    <a:pt x="4160" y="4282"/>
                    <a:pt x="3978" y="4216"/>
                    <a:pt x="3804" y="4100"/>
                  </a:cubicBezTo>
                  <a:cubicBezTo>
                    <a:pt x="3753" y="4064"/>
                    <a:pt x="3785" y="3996"/>
                    <a:pt x="3838" y="3996"/>
                  </a:cubicBezTo>
                  <a:cubicBezTo>
                    <a:pt x="3845" y="3996"/>
                    <a:pt x="3853" y="3998"/>
                    <a:pt x="3862" y="4001"/>
                  </a:cubicBezTo>
                  <a:cubicBezTo>
                    <a:pt x="3945" y="4042"/>
                    <a:pt x="4028" y="4067"/>
                    <a:pt x="4119" y="4092"/>
                  </a:cubicBezTo>
                  <a:cubicBezTo>
                    <a:pt x="4086" y="4042"/>
                    <a:pt x="4052" y="4001"/>
                    <a:pt x="4019" y="3943"/>
                  </a:cubicBezTo>
                  <a:cubicBezTo>
                    <a:pt x="3912" y="3752"/>
                    <a:pt x="3862" y="3520"/>
                    <a:pt x="3854" y="3288"/>
                  </a:cubicBezTo>
                  <a:cubicBezTo>
                    <a:pt x="3837" y="2890"/>
                    <a:pt x="3912" y="2476"/>
                    <a:pt x="3804" y="2087"/>
                  </a:cubicBezTo>
                  <a:cubicBezTo>
                    <a:pt x="3754" y="1904"/>
                    <a:pt x="3680" y="1739"/>
                    <a:pt x="3646" y="1556"/>
                  </a:cubicBezTo>
                  <a:cubicBezTo>
                    <a:pt x="3622" y="1382"/>
                    <a:pt x="3605" y="1208"/>
                    <a:pt x="3597" y="1034"/>
                  </a:cubicBezTo>
                  <a:cubicBezTo>
                    <a:pt x="3588" y="852"/>
                    <a:pt x="3572" y="678"/>
                    <a:pt x="3547" y="496"/>
                  </a:cubicBezTo>
                  <a:cubicBezTo>
                    <a:pt x="3539" y="397"/>
                    <a:pt x="3522" y="297"/>
                    <a:pt x="3506" y="198"/>
                  </a:cubicBezTo>
                  <a:cubicBezTo>
                    <a:pt x="3497" y="148"/>
                    <a:pt x="3489" y="40"/>
                    <a:pt x="3439" y="7"/>
                  </a:cubicBezTo>
                  <a:cubicBezTo>
                    <a:pt x="3429" y="2"/>
                    <a:pt x="3418" y="0"/>
                    <a:pt x="34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36"/>
            <p:cNvSpPr/>
            <p:nvPr/>
          </p:nvSpPr>
          <p:spPr>
            <a:xfrm>
              <a:off x="5725600" y="1607200"/>
              <a:ext cx="225" cy="250"/>
            </a:xfrm>
            <a:custGeom>
              <a:rect b="b" l="l" r="r" t="t"/>
              <a:pathLst>
                <a:path extrusionOk="0" h="10" w="9">
                  <a:moveTo>
                    <a:pt x="9" y="1"/>
                  </a:moveTo>
                  <a:cubicBezTo>
                    <a:pt x="9" y="1"/>
                    <a:pt x="0" y="1"/>
                    <a:pt x="0" y="1"/>
                  </a:cubicBezTo>
                  <a:cubicBezTo>
                    <a:pt x="0" y="1"/>
                    <a:pt x="0" y="9"/>
                    <a:pt x="0" y="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36"/>
            <p:cNvSpPr/>
            <p:nvPr/>
          </p:nvSpPr>
          <p:spPr>
            <a:xfrm>
              <a:off x="5739875" y="1671625"/>
              <a:ext cx="4175" cy="3975"/>
            </a:xfrm>
            <a:custGeom>
              <a:rect b="b" l="l" r="r" t="t"/>
              <a:pathLst>
                <a:path extrusionOk="0" h="159" w="167">
                  <a:moveTo>
                    <a:pt x="34" y="1"/>
                  </a:moveTo>
                  <a:cubicBezTo>
                    <a:pt x="26" y="1"/>
                    <a:pt x="17" y="9"/>
                    <a:pt x="9" y="17"/>
                  </a:cubicBezTo>
                  <a:cubicBezTo>
                    <a:pt x="1" y="34"/>
                    <a:pt x="1" y="42"/>
                    <a:pt x="1" y="50"/>
                  </a:cubicBezTo>
                  <a:cubicBezTo>
                    <a:pt x="9" y="67"/>
                    <a:pt x="17" y="75"/>
                    <a:pt x="26" y="75"/>
                  </a:cubicBezTo>
                  <a:lnTo>
                    <a:pt x="26" y="83"/>
                  </a:lnTo>
                  <a:cubicBezTo>
                    <a:pt x="34" y="83"/>
                    <a:pt x="42" y="92"/>
                    <a:pt x="51" y="100"/>
                  </a:cubicBezTo>
                  <a:cubicBezTo>
                    <a:pt x="59" y="108"/>
                    <a:pt x="67" y="117"/>
                    <a:pt x="75" y="125"/>
                  </a:cubicBezTo>
                  <a:cubicBezTo>
                    <a:pt x="84" y="133"/>
                    <a:pt x="92" y="141"/>
                    <a:pt x="100" y="150"/>
                  </a:cubicBezTo>
                  <a:lnTo>
                    <a:pt x="109" y="150"/>
                  </a:lnTo>
                  <a:cubicBezTo>
                    <a:pt x="117" y="158"/>
                    <a:pt x="117" y="158"/>
                    <a:pt x="125" y="158"/>
                  </a:cubicBezTo>
                  <a:cubicBezTo>
                    <a:pt x="133" y="158"/>
                    <a:pt x="142" y="158"/>
                    <a:pt x="142" y="150"/>
                  </a:cubicBezTo>
                  <a:cubicBezTo>
                    <a:pt x="158" y="141"/>
                    <a:pt x="167" y="125"/>
                    <a:pt x="158" y="117"/>
                  </a:cubicBezTo>
                  <a:cubicBezTo>
                    <a:pt x="158" y="100"/>
                    <a:pt x="150" y="92"/>
                    <a:pt x="150" y="75"/>
                  </a:cubicBezTo>
                  <a:cubicBezTo>
                    <a:pt x="142" y="75"/>
                    <a:pt x="142" y="67"/>
                    <a:pt x="142" y="67"/>
                  </a:cubicBezTo>
                  <a:cubicBezTo>
                    <a:pt x="133" y="59"/>
                    <a:pt x="125" y="50"/>
                    <a:pt x="125" y="50"/>
                  </a:cubicBezTo>
                  <a:cubicBezTo>
                    <a:pt x="109" y="26"/>
                    <a:pt x="92" y="17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36"/>
            <p:cNvSpPr/>
            <p:nvPr/>
          </p:nvSpPr>
          <p:spPr>
            <a:xfrm>
              <a:off x="5534775" y="1427000"/>
              <a:ext cx="50600" cy="101975"/>
            </a:xfrm>
            <a:custGeom>
              <a:rect b="b" l="l" r="r" t="t"/>
              <a:pathLst>
                <a:path extrusionOk="0" h="4079" w="2024">
                  <a:moveTo>
                    <a:pt x="1485" y="0"/>
                  </a:moveTo>
                  <a:cubicBezTo>
                    <a:pt x="1345" y="17"/>
                    <a:pt x="1262" y="116"/>
                    <a:pt x="1195" y="232"/>
                  </a:cubicBezTo>
                  <a:cubicBezTo>
                    <a:pt x="1154" y="241"/>
                    <a:pt x="1121" y="266"/>
                    <a:pt x="1104" y="324"/>
                  </a:cubicBezTo>
                  <a:cubicBezTo>
                    <a:pt x="1079" y="406"/>
                    <a:pt x="1063" y="498"/>
                    <a:pt x="1038" y="589"/>
                  </a:cubicBezTo>
                  <a:cubicBezTo>
                    <a:pt x="963" y="763"/>
                    <a:pt x="897" y="937"/>
                    <a:pt x="839" y="1119"/>
                  </a:cubicBezTo>
                  <a:cubicBezTo>
                    <a:pt x="839" y="1136"/>
                    <a:pt x="831" y="1160"/>
                    <a:pt x="823" y="1177"/>
                  </a:cubicBezTo>
                  <a:cubicBezTo>
                    <a:pt x="765" y="1310"/>
                    <a:pt x="707" y="1442"/>
                    <a:pt x="649" y="1566"/>
                  </a:cubicBezTo>
                  <a:cubicBezTo>
                    <a:pt x="591" y="1691"/>
                    <a:pt x="541" y="1815"/>
                    <a:pt x="499" y="1939"/>
                  </a:cubicBezTo>
                  <a:cubicBezTo>
                    <a:pt x="499" y="1946"/>
                    <a:pt x="494" y="1947"/>
                    <a:pt x="492" y="1952"/>
                  </a:cubicBezTo>
                  <a:lnTo>
                    <a:pt x="492" y="1952"/>
                  </a:lnTo>
                  <a:cubicBezTo>
                    <a:pt x="508" y="1870"/>
                    <a:pt x="525" y="1789"/>
                    <a:pt x="549" y="1707"/>
                  </a:cubicBezTo>
                  <a:cubicBezTo>
                    <a:pt x="564" y="1678"/>
                    <a:pt x="542" y="1661"/>
                    <a:pt x="516" y="1661"/>
                  </a:cubicBezTo>
                  <a:cubicBezTo>
                    <a:pt x="497" y="1661"/>
                    <a:pt x="477" y="1670"/>
                    <a:pt x="466" y="1691"/>
                  </a:cubicBezTo>
                  <a:cubicBezTo>
                    <a:pt x="350" y="1981"/>
                    <a:pt x="301" y="2296"/>
                    <a:pt x="276" y="2610"/>
                  </a:cubicBezTo>
                  <a:lnTo>
                    <a:pt x="276" y="2619"/>
                  </a:lnTo>
                  <a:cubicBezTo>
                    <a:pt x="201" y="2917"/>
                    <a:pt x="160" y="3232"/>
                    <a:pt x="118" y="3538"/>
                  </a:cubicBezTo>
                  <a:cubicBezTo>
                    <a:pt x="110" y="3563"/>
                    <a:pt x="118" y="3588"/>
                    <a:pt x="127" y="3605"/>
                  </a:cubicBezTo>
                  <a:cubicBezTo>
                    <a:pt x="110" y="3671"/>
                    <a:pt x="102" y="3729"/>
                    <a:pt x="93" y="3795"/>
                  </a:cubicBezTo>
                  <a:cubicBezTo>
                    <a:pt x="93" y="3795"/>
                    <a:pt x="93" y="3795"/>
                    <a:pt x="93" y="3804"/>
                  </a:cubicBezTo>
                  <a:cubicBezTo>
                    <a:pt x="93" y="3812"/>
                    <a:pt x="85" y="3820"/>
                    <a:pt x="85" y="3837"/>
                  </a:cubicBezTo>
                  <a:cubicBezTo>
                    <a:pt x="85" y="3853"/>
                    <a:pt x="85" y="3870"/>
                    <a:pt x="93" y="3886"/>
                  </a:cubicBezTo>
                  <a:cubicBezTo>
                    <a:pt x="77" y="3903"/>
                    <a:pt x="69" y="3920"/>
                    <a:pt x="52" y="3936"/>
                  </a:cubicBezTo>
                  <a:cubicBezTo>
                    <a:pt x="0" y="4011"/>
                    <a:pt x="69" y="4078"/>
                    <a:pt x="138" y="4078"/>
                  </a:cubicBezTo>
                  <a:cubicBezTo>
                    <a:pt x="168" y="4078"/>
                    <a:pt x="198" y="4066"/>
                    <a:pt x="218" y="4036"/>
                  </a:cubicBezTo>
                  <a:cubicBezTo>
                    <a:pt x="243" y="4011"/>
                    <a:pt x="259" y="3978"/>
                    <a:pt x="284" y="3953"/>
                  </a:cubicBezTo>
                  <a:cubicBezTo>
                    <a:pt x="309" y="3936"/>
                    <a:pt x="334" y="3911"/>
                    <a:pt x="342" y="3878"/>
                  </a:cubicBezTo>
                  <a:cubicBezTo>
                    <a:pt x="475" y="3729"/>
                    <a:pt x="632" y="3596"/>
                    <a:pt x="798" y="3480"/>
                  </a:cubicBezTo>
                  <a:cubicBezTo>
                    <a:pt x="914" y="3406"/>
                    <a:pt x="1038" y="3340"/>
                    <a:pt x="1162" y="3290"/>
                  </a:cubicBezTo>
                  <a:cubicBezTo>
                    <a:pt x="1287" y="3240"/>
                    <a:pt x="1419" y="3215"/>
                    <a:pt x="1543" y="3166"/>
                  </a:cubicBezTo>
                  <a:cubicBezTo>
                    <a:pt x="1668" y="3124"/>
                    <a:pt x="1792" y="3058"/>
                    <a:pt x="1875" y="2950"/>
                  </a:cubicBezTo>
                  <a:cubicBezTo>
                    <a:pt x="1933" y="2876"/>
                    <a:pt x="1966" y="2776"/>
                    <a:pt x="1983" y="2677"/>
                  </a:cubicBezTo>
                  <a:cubicBezTo>
                    <a:pt x="2024" y="2619"/>
                    <a:pt x="2024" y="2544"/>
                    <a:pt x="2007" y="2453"/>
                  </a:cubicBezTo>
                  <a:lnTo>
                    <a:pt x="1999" y="2453"/>
                  </a:lnTo>
                  <a:cubicBezTo>
                    <a:pt x="1974" y="2329"/>
                    <a:pt x="1949" y="2196"/>
                    <a:pt x="1933" y="2064"/>
                  </a:cubicBezTo>
                  <a:cubicBezTo>
                    <a:pt x="1883" y="1823"/>
                    <a:pt x="1850" y="1575"/>
                    <a:pt x="1817" y="1318"/>
                  </a:cubicBezTo>
                  <a:cubicBezTo>
                    <a:pt x="1784" y="1061"/>
                    <a:pt x="1759" y="796"/>
                    <a:pt x="1742" y="539"/>
                  </a:cubicBezTo>
                  <a:cubicBezTo>
                    <a:pt x="1734" y="415"/>
                    <a:pt x="1726" y="299"/>
                    <a:pt x="1717" y="174"/>
                  </a:cubicBezTo>
                  <a:cubicBezTo>
                    <a:pt x="1709" y="108"/>
                    <a:pt x="1701" y="58"/>
                    <a:pt x="1635" y="25"/>
                  </a:cubicBezTo>
                  <a:cubicBezTo>
                    <a:pt x="1593" y="0"/>
                    <a:pt x="1535" y="0"/>
                    <a:pt x="14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36"/>
            <p:cNvSpPr/>
            <p:nvPr/>
          </p:nvSpPr>
          <p:spPr>
            <a:xfrm>
              <a:off x="5682300" y="1449075"/>
              <a:ext cx="36075" cy="114500"/>
            </a:xfrm>
            <a:custGeom>
              <a:rect b="b" l="l" r="r" t="t"/>
              <a:pathLst>
                <a:path extrusionOk="0" h="4580" w="1443">
                  <a:moveTo>
                    <a:pt x="1063" y="0"/>
                  </a:moveTo>
                  <a:cubicBezTo>
                    <a:pt x="1032" y="0"/>
                    <a:pt x="1001" y="13"/>
                    <a:pt x="987" y="37"/>
                  </a:cubicBezTo>
                  <a:cubicBezTo>
                    <a:pt x="854" y="319"/>
                    <a:pt x="721" y="592"/>
                    <a:pt x="605" y="882"/>
                  </a:cubicBezTo>
                  <a:cubicBezTo>
                    <a:pt x="498" y="1181"/>
                    <a:pt x="407" y="1487"/>
                    <a:pt x="324" y="1794"/>
                  </a:cubicBezTo>
                  <a:cubicBezTo>
                    <a:pt x="274" y="1959"/>
                    <a:pt x="233" y="2125"/>
                    <a:pt x="191" y="2299"/>
                  </a:cubicBezTo>
                  <a:lnTo>
                    <a:pt x="191" y="2274"/>
                  </a:lnTo>
                  <a:cubicBezTo>
                    <a:pt x="191" y="2175"/>
                    <a:pt x="208" y="2067"/>
                    <a:pt x="224" y="1968"/>
                  </a:cubicBezTo>
                  <a:cubicBezTo>
                    <a:pt x="224" y="1935"/>
                    <a:pt x="233" y="1885"/>
                    <a:pt x="241" y="1843"/>
                  </a:cubicBezTo>
                  <a:cubicBezTo>
                    <a:pt x="247" y="1845"/>
                    <a:pt x="253" y="1847"/>
                    <a:pt x="259" y="1847"/>
                  </a:cubicBezTo>
                  <a:cubicBezTo>
                    <a:pt x="277" y="1847"/>
                    <a:pt x="293" y="1837"/>
                    <a:pt x="299" y="1819"/>
                  </a:cubicBezTo>
                  <a:cubicBezTo>
                    <a:pt x="357" y="1620"/>
                    <a:pt x="407" y="1429"/>
                    <a:pt x="440" y="1230"/>
                  </a:cubicBezTo>
                  <a:cubicBezTo>
                    <a:pt x="445" y="1200"/>
                    <a:pt x="422" y="1182"/>
                    <a:pt x="400" y="1182"/>
                  </a:cubicBezTo>
                  <a:cubicBezTo>
                    <a:pt x="386" y="1182"/>
                    <a:pt x="372" y="1189"/>
                    <a:pt x="365" y="1205"/>
                  </a:cubicBezTo>
                  <a:cubicBezTo>
                    <a:pt x="315" y="1371"/>
                    <a:pt x="274" y="1545"/>
                    <a:pt x="241" y="1711"/>
                  </a:cubicBezTo>
                  <a:cubicBezTo>
                    <a:pt x="241" y="1703"/>
                    <a:pt x="233" y="1686"/>
                    <a:pt x="224" y="1678"/>
                  </a:cubicBezTo>
                  <a:cubicBezTo>
                    <a:pt x="218" y="1666"/>
                    <a:pt x="203" y="1658"/>
                    <a:pt x="186" y="1658"/>
                  </a:cubicBezTo>
                  <a:cubicBezTo>
                    <a:pt x="180" y="1658"/>
                    <a:pt x="173" y="1659"/>
                    <a:pt x="166" y="1661"/>
                  </a:cubicBezTo>
                  <a:cubicBezTo>
                    <a:pt x="83" y="1703"/>
                    <a:pt x="59" y="1860"/>
                    <a:pt x="42" y="1943"/>
                  </a:cubicBezTo>
                  <a:cubicBezTo>
                    <a:pt x="25" y="2051"/>
                    <a:pt x="9" y="2158"/>
                    <a:pt x="9" y="2266"/>
                  </a:cubicBezTo>
                  <a:cubicBezTo>
                    <a:pt x="1" y="2374"/>
                    <a:pt x="1" y="2481"/>
                    <a:pt x="17" y="2597"/>
                  </a:cubicBezTo>
                  <a:cubicBezTo>
                    <a:pt x="25" y="2672"/>
                    <a:pt x="42" y="2747"/>
                    <a:pt x="67" y="2821"/>
                  </a:cubicBezTo>
                  <a:cubicBezTo>
                    <a:pt x="50" y="2937"/>
                    <a:pt x="50" y="3053"/>
                    <a:pt x="100" y="3169"/>
                  </a:cubicBezTo>
                  <a:cubicBezTo>
                    <a:pt x="150" y="3310"/>
                    <a:pt x="224" y="3451"/>
                    <a:pt x="299" y="3583"/>
                  </a:cubicBezTo>
                  <a:cubicBezTo>
                    <a:pt x="440" y="3849"/>
                    <a:pt x="622" y="4080"/>
                    <a:pt x="821" y="4304"/>
                  </a:cubicBezTo>
                  <a:cubicBezTo>
                    <a:pt x="854" y="4370"/>
                    <a:pt x="895" y="4445"/>
                    <a:pt x="929" y="4520"/>
                  </a:cubicBezTo>
                  <a:cubicBezTo>
                    <a:pt x="947" y="4561"/>
                    <a:pt x="990" y="4579"/>
                    <a:pt x="1034" y="4579"/>
                  </a:cubicBezTo>
                  <a:cubicBezTo>
                    <a:pt x="1069" y="4579"/>
                    <a:pt x="1105" y="4567"/>
                    <a:pt x="1127" y="4544"/>
                  </a:cubicBezTo>
                  <a:cubicBezTo>
                    <a:pt x="1310" y="4354"/>
                    <a:pt x="1384" y="4105"/>
                    <a:pt x="1409" y="3849"/>
                  </a:cubicBezTo>
                  <a:cubicBezTo>
                    <a:pt x="1442" y="3559"/>
                    <a:pt x="1434" y="3252"/>
                    <a:pt x="1434" y="2962"/>
                  </a:cubicBezTo>
                  <a:cubicBezTo>
                    <a:pt x="1434" y="2299"/>
                    <a:pt x="1393" y="1645"/>
                    <a:pt x="1318" y="990"/>
                  </a:cubicBezTo>
                  <a:cubicBezTo>
                    <a:pt x="1301" y="808"/>
                    <a:pt x="1277" y="634"/>
                    <a:pt x="1252" y="451"/>
                  </a:cubicBezTo>
                  <a:cubicBezTo>
                    <a:pt x="1227" y="294"/>
                    <a:pt x="1219" y="145"/>
                    <a:pt x="1119" y="21"/>
                  </a:cubicBezTo>
                  <a:cubicBezTo>
                    <a:pt x="1105" y="7"/>
                    <a:pt x="1084" y="0"/>
                    <a:pt x="10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36"/>
            <p:cNvSpPr/>
            <p:nvPr/>
          </p:nvSpPr>
          <p:spPr>
            <a:xfrm>
              <a:off x="5514725" y="1404825"/>
              <a:ext cx="278000" cy="478725"/>
            </a:xfrm>
            <a:custGeom>
              <a:rect b="b" l="l" r="r" t="t"/>
              <a:pathLst>
                <a:path extrusionOk="0" h="19149" w="11120">
                  <a:moveTo>
                    <a:pt x="6745" y="8303"/>
                  </a:moveTo>
                  <a:cubicBezTo>
                    <a:pt x="6753" y="8336"/>
                    <a:pt x="6753" y="8361"/>
                    <a:pt x="6762" y="8394"/>
                  </a:cubicBezTo>
                  <a:cubicBezTo>
                    <a:pt x="6720" y="8419"/>
                    <a:pt x="6687" y="8444"/>
                    <a:pt x="6654" y="8469"/>
                  </a:cubicBezTo>
                  <a:cubicBezTo>
                    <a:pt x="6679" y="8436"/>
                    <a:pt x="6695" y="8402"/>
                    <a:pt x="6712" y="8369"/>
                  </a:cubicBezTo>
                  <a:cubicBezTo>
                    <a:pt x="6728" y="8344"/>
                    <a:pt x="6737" y="8328"/>
                    <a:pt x="6745" y="8303"/>
                  </a:cubicBezTo>
                  <a:close/>
                  <a:moveTo>
                    <a:pt x="2702" y="1"/>
                  </a:moveTo>
                  <a:cubicBezTo>
                    <a:pt x="2611" y="1"/>
                    <a:pt x="2519" y="26"/>
                    <a:pt x="2445" y="84"/>
                  </a:cubicBezTo>
                  <a:cubicBezTo>
                    <a:pt x="2362" y="117"/>
                    <a:pt x="2312" y="200"/>
                    <a:pt x="2354" y="291"/>
                  </a:cubicBezTo>
                  <a:cubicBezTo>
                    <a:pt x="2354" y="299"/>
                    <a:pt x="2354" y="308"/>
                    <a:pt x="2354" y="316"/>
                  </a:cubicBezTo>
                  <a:cubicBezTo>
                    <a:pt x="2287" y="341"/>
                    <a:pt x="2221" y="390"/>
                    <a:pt x="2171" y="440"/>
                  </a:cubicBezTo>
                  <a:cubicBezTo>
                    <a:pt x="2138" y="473"/>
                    <a:pt x="2147" y="515"/>
                    <a:pt x="2171" y="531"/>
                  </a:cubicBezTo>
                  <a:cubicBezTo>
                    <a:pt x="2184" y="543"/>
                    <a:pt x="2205" y="551"/>
                    <a:pt x="2225" y="551"/>
                  </a:cubicBezTo>
                  <a:cubicBezTo>
                    <a:pt x="2232" y="551"/>
                    <a:pt x="2239" y="550"/>
                    <a:pt x="2246" y="548"/>
                  </a:cubicBezTo>
                  <a:cubicBezTo>
                    <a:pt x="2296" y="515"/>
                    <a:pt x="2362" y="482"/>
                    <a:pt x="2420" y="482"/>
                  </a:cubicBezTo>
                  <a:cubicBezTo>
                    <a:pt x="2478" y="482"/>
                    <a:pt x="2503" y="540"/>
                    <a:pt x="2519" y="589"/>
                  </a:cubicBezTo>
                  <a:cubicBezTo>
                    <a:pt x="2569" y="722"/>
                    <a:pt x="2594" y="854"/>
                    <a:pt x="2619" y="987"/>
                  </a:cubicBezTo>
                  <a:cubicBezTo>
                    <a:pt x="2652" y="1260"/>
                    <a:pt x="2652" y="1534"/>
                    <a:pt x="2685" y="1799"/>
                  </a:cubicBezTo>
                  <a:cubicBezTo>
                    <a:pt x="2718" y="2072"/>
                    <a:pt x="2785" y="2321"/>
                    <a:pt x="2884" y="2569"/>
                  </a:cubicBezTo>
                  <a:cubicBezTo>
                    <a:pt x="2917" y="2652"/>
                    <a:pt x="2950" y="2735"/>
                    <a:pt x="2975" y="2818"/>
                  </a:cubicBezTo>
                  <a:cubicBezTo>
                    <a:pt x="2992" y="2967"/>
                    <a:pt x="3008" y="3125"/>
                    <a:pt x="3025" y="3282"/>
                  </a:cubicBezTo>
                  <a:cubicBezTo>
                    <a:pt x="3017" y="3299"/>
                    <a:pt x="3017" y="3315"/>
                    <a:pt x="3008" y="3332"/>
                  </a:cubicBezTo>
                  <a:cubicBezTo>
                    <a:pt x="2975" y="3489"/>
                    <a:pt x="2909" y="3638"/>
                    <a:pt x="2826" y="3779"/>
                  </a:cubicBezTo>
                  <a:cubicBezTo>
                    <a:pt x="2677" y="3887"/>
                    <a:pt x="2536" y="3995"/>
                    <a:pt x="2395" y="4102"/>
                  </a:cubicBezTo>
                  <a:cubicBezTo>
                    <a:pt x="2345" y="4135"/>
                    <a:pt x="2304" y="4177"/>
                    <a:pt x="2254" y="4218"/>
                  </a:cubicBezTo>
                  <a:cubicBezTo>
                    <a:pt x="1583" y="4359"/>
                    <a:pt x="1119" y="4923"/>
                    <a:pt x="622" y="5387"/>
                  </a:cubicBezTo>
                  <a:cubicBezTo>
                    <a:pt x="556" y="5436"/>
                    <a:pt x="489" y="5486"/>
                    <a:pt x="423" y="5536"/>
                  </a:cubicBezTo>
                  <a:cubicBezTo>
                    <a:pt x="357" y="5594"/>
                    <a:pt x="291" y="5652"/>
                    <a:pt x="233" y="5718"/>
                  </a:cubicBezTo>
                  <a:cubicBezTo>
                    <a:pt x="199" y="5759"/>
                    <a:pt x="199" y="5817"/>
                    <a:pt x="224" y="5859"/>
                  </a:cubicBezTo>
                  <a:cubicBezTo>
                    <a:pt x="175" y="5917"/>
                    <a:pt x="133" y="5975"/>
                    <a:pt x="92" y="6033"/>
                  </a:cubicBezTo>
                  <a:cubicBezTo>
                    <a:pt x="75" y="6182"/>
                    <a:pt x="25" y="6323"/>
                    <a:pt x="1" y="6472"/>
                  </a:cubicBezTo>
                  <a:cubicBezTo>
                    <a:pt x="14" y="6482"/>
                    <a:pt x="31" y="6488"/>
                    <a:pt x="49" y="6488"/>
                  </a:cubicBezTo>
                  <a:cubicBezTo>
                    <a:pt x="73" y="6488"/>
                    <a:pt x="101" y="6476"/>
                    <a:pt x="125" y="6447"/>
                  </a:cubicBezTo>
                  <a:lnTo>
                    <a:pt x="133" y="6447"/>
                  </a:lnTo>
                  <a:cubicBezTo>
                    <a:pt x="431" y="6082"/>
                    <a:pt x="788" y="5776"/>
                    <a:pt x="1185" y="5544"/>
                  </a:cubicBezTo>
                  <a:cubicBezTo>
                    <a:pt x="1354" y="5446"/>
                    <a:pt x="1540" y="5324"/>
                    <a:pt x="1734" y="5324"/>
                  </a:cubicBezTo>
                  <a:cubicBezTo>
                    <a:pt x="1769" y="5324"/>
                    <a:pt x="1804" y="5328"/>
                    <a:pt x="1840" y="5337"/>
                  </a:cubicBezTo>
                  <a:cubicBezTo>
                    <a:pt x="2031" y="5387"/>
                    <a:pt x="2213" y="5453"/>
                    <a:pt x="2395" y="5527"/>
                  </a:cubicBezTo>
                  <a:cubicBezTo>
                    <a:pt x="2495" y="6016"/>
                    <a:pt x="2412" y="6538"/>
                    <a:pt x="2519" y="7035"/>
                  </a:cubicBezTo>
                  <a:cubicBezTo>
                    <a:pt x="2532" y="7096"/>
                    <a:pt x="2592" y="7134"/>
                    <a:pt x="2654" y="7134"/>
                  </a:cubicBezTo>
                  <a:cubicBezTo>
                    <a:pt x="2676" y="7134"/>
                    <a:pt x="2698" y="7129"/>
                    <a:pt x="2718" y="7118"/>
                  </a:cubicBezTo>
                  <a:cubicBezTo>
                    <a:pt x="3000" y="6936"/>
                    <a:pt x="3166" y="6646"/>
                    <a:pt x="3315" y="6356"/>
                  </a:cubicBezTo>
                  <a:cubicBezTo>
                    <a:pt x="3431" y="6116"/>
                    <a:pt x="3547" y="5850"/>
                    <a:pt x="3754" y="5668"/>
                  </a:cubicBezTo>
                  <a:cubicBezTo>
                    <a:pt x="3779" y="5652"/>
                    <a:pt x="3812" y="5627"/>
                    <a:pt x="3845" y="5602"/>
                  </a:cubicBezTo>
                  <a:cubicBezTo>
                    <a:pt x="3944" y="5536"/>
                    <a:pt x="3911" y="5411"/>
                    <a:pt x="3837" y="5362"/>
                  </a:cubicBezTo>
                  <a:cubicBezTo>
                    <a:pt x="3889" y="5339"/>
                    <a:pt x="3947" y="5311"/>
                    <a:pt x="4006" y="5311"/>
                  </a:cubicBezTo>
                  <a:cubicBezTo>
                    <a:pt x="4013" y="5311"/>
                    <a:pt x="4020" y="5311"/>
                    <a:pt x="4027" y="5312"/>
                  </a:cubicBezTo>
                  <a:cubicBezTo>
                    <a:pt x="4085" y="5329"/>
                    <a:pt x="4143" y="5395"/>
                    <a:pt x="4193" y="5428"/>
                  </a:cubicBezTo>
                  <a:cubicBezTo>
                    <a:pt x="4259" y="5461"/>
                    <a:pt x="4326" y="5478"/>
                    <a:pt x="4400" y="5486"/>
                  </a:cubicBezTo>
                  <a:cubicBezTo>
                    <a:pt x="4549" y="5511"/>
                    <a:pt x="4698" y="5519"/>
                    <a:pt x="4848" y="5544"/>
                  </a:cubicBezTo>
                  <a:cubicBezTo>
                    <a:pt x="4997" y="5577"/>
                    <a:pt x="5146" y="5619"/>
                    <a:pt x="5295" y="5660"/>
                  </a:cubicBezTo>
                  <a:cubicBezTo>
                    <a:pt x="5370" y="5676"/>
                    <a:pt x="5444" y="5693"/>
                    <a:pt x="5494" y="5759"/>
                  </a:cubicBezTo>
                  <a:cubicBezTo>
                    <a:pt x="5535" y="5817"/>
                    <a:pt x="5544" y="5908"/>
                    <a:pt x="5568" y="5975"/>
                  </a:cubicBezTo>
                  <a:cubicBezTo>
                    <a:pt x="5718" y="6447"/>
                    <a:pt x="5966" y="6919"/>
                    <a:pt x="6347" y="7251"/>
                  </a:cubicBezTo>
                  <a:cubicBezTo>
                    <a:pt x="6414" y="7309"/>
                    <a:pt x="6488" y="7358"/>
                    <a:pt x="6563" y="7400"/>
                  </a:cubicBezTo>
                  <a:cubicBezTo>
                    <a:pt x="6612" y="7516"/>
                    <a:pt x="6654" y="7640"/>
                    <a:pt x="6687" y="7764"/>
                  </a:cubicBezTo>
                  <a:cubicBezTo>
                    <a:pt x="6679" y="7798"/>
                    <a:pt x="6670" y="7831"/>
                    <a:pt x="6662" y="7864"/>
                  </a:cubicBezTo>
                  <a:cubicBezTo>
                    <a:pt x="6621" y="8021"/>
                    <a:pt x="6538" y="8170"/>
                    <a:pt x="6447" y="8311"/>
                  </a:cubicBezTo>
                  <a:cubicBezTo>
                    <a:pt x="6256" y="8610"/>
                    <a:pt x="6008" y="8858"/>
                    <a:pt x="5800" y="9132"/>
                  </a:cubicBezTo>
                  <a:cubicBezTo>
                    <a:pt x="5731" y="9232"/>
                    <a:pt x="5834" y="9332"/>
                    <a:pt x="5929" y="9332"/>
                  </a:cubicBezTo>
                  <a:cubicBezTo>
                    <a:pt x="5936" y="9332"/>
                    <a:pt x="5943" y="9332"/>
                    <a:pt x="5950" y="9330"/>
                  </a:cubicBezTo>
                  <a:cubicBezTo>
                    <a:pt x="6248" y="9272"/>
                    <a:pt x="6546" y="9190"/>
                    <a:pt x="6828" y="9074"/>
                  </a:cubicBezTo>
                  <a:cubicBezTo>
                    <a:pt x="7027" y="9074"/>
                    <a:pt x="7234" y="9049"/>
                    <a:pt x="7433" y="9040"/>
                  </a:cubicBezTo>
                  <a:lnTo>
                    <a:pt x="7540" y="9040"/>
                  </a:lnTo>
                  <a:cubicBezTo>
                    <a:pt x="7557" y="9040"/>
                    <a:pt x="7565" y="9049"/>
                    <a:pt x="7582" y="9057"/>
                  </a:cubicBezTo>
                  <a:cubicBezTo>
                    <a:pt x="7739" y="9140"/>
                    <a:pt x="7864" y="9281"/>
                    <a:pt x="7938" y="9438"/>
                  </a:cubicBezTo>
                  <a:cubicBezTo>
                    <a:pt x="8021" y="9620"/>
                    <a:pt x="8029" y="9828"/>
                    <a:pt x="8046" y="10026"/>
                  </a:cubicBezTo>
                  <a:cubicBezTo>
                    <a:pt x="8071" y="10532"/>
                    <a:pt x="8120" y="11029"/>
                    <a:pt x="8236" y="11526"/>
                  </a:cubicBezTo>
                  <a:cubicBezTo>
                    <a:pt x="8249" y="11581"/>
                    <a:pt x="8306" y="11613"/>
                    <a:pt x="8362" y="11613"/>
                  </a:cubicBezTo>
                  <a:cubicBezTo>
                    <a:pt x="8382" y="11613"/>
                    <a:pt x="8401" y="11609"/>
                    <a:pt x="8419" y="11601"/>
                  </a:cubicBezTo>
                  <a:cubicBezTo>
                    <a:pt x="8444" y="11584"/>
                    <a:pt x="8468" y="11559"/>
                    <a:pt x="8493" y="11543"/>
                  </a:cubicBezTo>
                  <a:cubicBezTo>
                    <a:pt x="8502" y="11617"/>
                    <a:pt x="8518" y="11700"/>
                    <a:pt x="8576" y="11750"/>
                  </a:cubicBezTo>
                  <a:cubicBezTo>
                    <a:pt x="8584" y="11766"/>
                    <a:pt x="8601" y="11766"/>
                    <a:pt x="8618" y="11775"/>
                  </a:cubicBezTo>
                  <a:cubicBezTo>
                    <a:pt x="8626" y="11816"/>
                    <a:pt x="8626" y="11857"/>
                    <a:pt x="8634" y="11899"/>
                  </a:cubicBezTo>
                  <a:cubicBezTo>
                    <a:pt x="8642" y="11932"/>
                    <a:pt x="8659" y="11957"/>
                    <a:pt x="8692" y="11973"/>
                  </a:cubicBezTo>
                  <a:cubicBezTo>
                    <a:pt x="8684" y="12073"/>
                    <a:pt x="8676" y="12181"/>
                    <a:pt x="8659" y="12280"/>
                  </a:cubicBezTo>
                  <a:cubicBezTo>
                    <a:pt x="8584" y="12727"/>
                    <a:pt x="8361" y="13133"/>
                    <a:pt x="8120" y="13523"/>
                  </a:cubicBezTo>
                  <a:cubicBezTo>
                    <a:pt x="7656" y="14252"/>
                    <a:pt x="7126" y="14940"/>
                    <a:pt x="6546" y="15569"/>
                  </a:cubicBezTo>
                  <a:cubicBezTo>
                    <a:pt x="6609" y="15589"/>
                    <a:pt x="6673" y="15598"/>
                    <a:pt x="6736" y="15598"/>
                  </a:cubicBezTo>
                  <a:cubicBezTo>
                    <a:pt x="7039" y="15598"/>
                    <a:pt x="7342" y="15395"/>
                    <a:pt x="7623" y="15238"/>
                  </a:cubicBezTo>
                  <a:cubicBezTo>
                    <a:pt x="7971" y="15056"/>
                    <a:pt x="8344" y="14923"/>
                    <a:pt x="8734" y="14857"/>
                  </a:cubicBezTo>
                  <a:cubicBezTo>
                    <a:pt x="8779" y="14852"/>
                    <a:pt x="8824" y="14844"/>
                    <a:pt x="8869" y="14844"/>
                  </a:cubicBezTo>
                  <a:cubicBezTo>
                    <a:pt x="8899" y="14844"/>
                    <a:pt x="8928" y="14847"/>
                    <a:pt x="8957" y="14857"/>
                  </a:cubicBezTo>
                  <a:cubicBezTo>
                    <a:pt x="9040" y="14882"/>
                    <a:pt x="9098" y="14948"/>
                    <a:pt x="9156" y="15014"/>
                  </a:cubicBezTo>
                  <a:cubicBezTo>
                    <a:pt x="9579" y="15495"/>
                    <a:pt x="9794" y="16149"/>
                    <a:pt x="9736" y="16787"/>
                  </a:cubicBezTo>
                  <a:cubicBezTo>
                    <a:pt x="9670" y="17425"/>
                    <a:pt x="9355" y="18014"/>
                    <a:pt x="9131" y="18618"/>
                  </a:cubicBezTo>
                  <a:cubicBezTo>
                    <a:pt x="9090" y="18734"/>
                    <a:pt x="9048" y="18875"/>
                    <a:pt x="9106" y="18983"/>
                  </a:cubicBezTo>
                  <a:cubicBezTo>
                    <a:pt x="9164" y="19099"/>
                    <a:pt x="9305" y="19140"/>
                    <a:pt x="9446" y="19149"/>
                  </a:cubicBezTo>
                  <a:cubicBezTo>
                    <a:pt x="9935" y="18850"/>
                    <a:pt x="10382" y="18461"/>
                    <a:pt x="10705" y="17980"/>
                  </a:cubicBezTo>
                  <a:cubicBezTo>
                    <a:pt x="10797" y="17848"/>
                    <a:pt x="10871" y="17707"/>
                    <a:pt x="10946" y="17566"/>
                  </a:cubicBezTo>
                  <a:cubicBezTo>
                    <a:pt x="11012" y="17425"/>
                    <a:pt x="11103" y="17260"/>
                    <a:pt x="11111" y="17094"/>
                  </a:cubicBezTo>
                  <a:cubicBezTo>
                    <a:pt x="11120" y="16994"/>
                    <a:pt x="11070" y="16903"/>
                    <a:pt x="11020" y="16820"/>
                  </a:cubicBezTo>
                  <a:cubicBezTo>
                    <a:pt x="10979" y="16729"/>
                    <a:pt x="10929" y="16646"/>
                    <a:pt x="10888" y="16555"/>
                  </a:cubicBezTo>
                  <a:cubicBezTo>
                    <a:pt x="10871" y="16514"/>
                    <a:pt x="10846" y="16481"/>
                    <a:pt x="10830" y="16439"/>
                  </a:cubicBezTo>
                  <a:cubicBezTo>
                    <a:pt x="10797" y="16547"/>
                    <a:pt x="10739" y="16646"/>
                    <a:pt x="10639" y="16671"/>
                  </a:cubicBezTo>
                  <a:cubicBezTo>
                    <a:pt x="10632" y="16674"/>
                    <a:pt x="10624" y="16675"/>
                    <a:pt x="10617" y="16675"/>
                  </a:cubicBezTo>
                  <a:cubicBezTo>
                    <a:pt x="10575" y="16675"/>
                    <a:pt x="10540" y="16639"/>
                    <a:pt x="10540" y="16597"/>
                  </a:cubicBezTo>
                  <a:cubicBezTo>
                    <a:pt x="10540" y="16506"/>
                    <a:pt x="10598" y="16423"/>
                    <a:pt x="10614" y="16340"/>
                  </a:cubicBezTo>
                  <a:cubicBezTo>
                    <a:pt x="10639" y="16249"/>
                    <a:pt x="10639" y="16149"/>
                    <a:pt x="10614" y="16066"/>
                  </a:cubicBezTo>
                  <a:cubicBezTo>
                    <a:pt x="10581" y="15859"/>
                    <a:pt x="10473" y="15685"/>
                    <a:pt x="10374" y="15503"/>
                  </a:cubicBezTo>
                  <a:cubicBezTo>
                    <a:pt x="10217" y="15230"/>
                    <a:pt x="10067" y="14948"/>
                    <a:pt x="9943" y="14666"/>
                  </a:cubicBezTo>
                  <a:cubicBezTo>
                    <a:pt x="9935" y="14699"/>
                    <a:pt x="9918" y="14733"/>
                    <a:pt x="9902" y="14757"/>
                  </a:cubicBezTo>
                  <a:cubicBezTo>
                    <a:pt x="9885" y="14782"/>
                    <a:pt x="9862" y="14795"/>
                    <a:pt x="9840" y="14795"/>
                  </a:cubicBezTo>
                  <a:cubicBezTo>
                    <a:pt x="9817" y="14795"/>
                    <a:pt x="9794" y="14782"/>
                    <a:pt x="9777" y="14757"/>
                  </a:cubicBezTo>
                  <a:cubicBezTo>
                    <a:pt x="9728" y="14691"/>
                    <a:pt x="9728" y="14600"/>
                    <a:pt x="9719" y="14517"/>
                  </a:cubicBezTo>
                  <a:cubicBezTo>
                    <a:pt x="9719" y="14426"/>
                    <a:pt x="9711" y="14335"/>
                    <a:pt x="9711" y="14244"/>
                  </a:cubicBezTo>
                  <a:cubicBezTo>
                    <a:pt x="9695" y="14070"/>
                    <a:pt x="9678" y="13904"/>
                    <a:pt x="9637" y="13730"/>
                  </a:cubicBezTo>
                  <a:cubicBezTo>
                    <a:pt x="9562" y="13432"/>
                    <a:pt x="9405" y="13183"/>
                    <a:pt x="9255" y="12910"/>
                  </a:cubicBezTo>
                  <a:cubicBezTo>
                    <a:pt x="9239" y="12877"/>
                    <a:pt x="9214" y="12835"/>
                    <a:pt x="9197" y="12794"/>
                  </a:cubicBezTo>
                  <a:cubicBezTo>
                    <a:pt x="9231" y="12785"/>
                    <a:pt x="9264" y="12744"/>
                    <a:pt x="9247" y="12703"/>
                  </a:cubicBezTo>
                  <a:cubicBezTo>
                    <a:pt x="9239" y="12678"/>
                    <a:pt x="9231" y="12645"/>
                    <a:pt x="9222" y="12620"/>
                  </a:cubicBezTo>
                  <a:cubicBezTo>
                    <a:pt x="9264" y="12595"/>
                    <a:pt x="9297" y="12545"/>
                    <a:pt x="9280" y="12479"/>
                  </a:cubicBezTo>
                  <a:cubicBezTo>
                    <a:pt x="9214" y="12239"/>
                    <a:pt x="9148" y="11990"/>
                    <a:pt x="9090" y="11750"/>
                  </a:cubicBezTo>
                  <a:cubicBezTo>
                    <a:pt x="9081" y="11725"/>
                    <a:pt x="9081" y="11708"/>
                    <a:pt x="9073" y="11683"/>
                  </a:cubicBezTo>
                  <a:cubicBezTo>
                    <a:pt x="9032" y="11476"/>
                    <a:pt x="8990" y="11269"/>
                    <a:pt x="8941" y="11062"/>
                  </a:cubicBezTo>
                  <a:cubicBezTo>
                    <a:pt x="8932" y="11045"/>
                    <a:pt x="8932" y="11029"/>
                    <a:pt x="8924" y="11012"/>
                  </a:cubicBezTo>
                  <a:cubicBezTo>
                    <a:pt x="8907" y="10888"/>
                    <a:pt x="8883" y="10764"/>
                    <a:pt x="8858" y="10640"/>
                  </a:cubicBezTo>
                  <a:cubicBezTo>
                    <a:pt x="8849" y="10615"/>
                    <a:pt x="8833" y="10598"/>
                    <a:pt x="8816" y="10590"/>
                  </a:cubicBezTo>
                  <a:cubicBezTo>
                    <a:pt x="8808" y="10565"/>
                    <a:pt x="8800" y="10540"/>
                    <a:pt x="8792" y="10515"/>
                  </a:cubicBezTo>
                  <a:cubicBezTo>
                    <a:pt x="8783" y="10507"/>
                    <a:pt x="8783" y="10490"/>
                    <a:pt x="8775" y="10474"/>
                  </a:cubicBezTo>
                  <a:lnTo>
                    <a:pt x="8700" y="10631"/>
                  </a:lnTo>
                  <a:cubicBezTo>
                    <a:pt x="8684" y="10532"/>
                    <a:pt x="8667" y="10441"/>
                    <a:pt x="8651" y="10341"/>
                  </a:cubicBezTo>
                  <a:cubicBezTo>
                    <a:pt x="8634" y="10275"/>
                    <a:pt x="8626" y="10200"/>
                    <a:pt x="8609" y="10126"/>
                  </a:cubicBezTo>
                  <a:cubicBezTo>
                    <a:pt x="8584" y="9985"/>
                    <a:pt x="8560" y="9852"/>
                    <a:pt x="8526" y="9712"/>
                  </a:cubicBezTo>
                  <a:cubicBezTo>
                    <a:pt x="8493" y="9604"/>
                    <a:pt x="8460" y="9504"/>
                    <a:pt x="8419" y="9405"/>
                  </a:cubicBezTo>
                  <a:cubicBezTo>
                    <a:pt x="8460" y="9347"/>
                    <a:pt x="8493" y="9289"/>
                    <a:pt x="8510" y="9239"/>
                  </a:cubicBezTo>
                  <a:cubicBezTo>
                    <a:pt x="8576" y="9115"/>
                    <a:pt x="8618" y="8991"/>
                    <a:pt x="8642" y="8858"/>
                  </a:cubicBezTo>
                  <a:cubicBezTo>
                    <a:pt x="8684" y="8593"/>
                    <a:pt x="8667" y="8320"/>
                    <a:pt x="8568" y="8063"/>
                  </a:cubicBezTo>
                  <a:cubicBezTo>
                    <a:pt x="8535" y="7963"/>
                    <a:pt x="8485" y="7872"/>
                    <a:pt x="8435" y="7781"/>
                  </a:cubicBezTo>
                  <a:cubicBezTo>
                    <a:pt x="8427" y="7773"/>
                    <a:pt x="8427" y="7764"/>
                    <a:pt x="8419" y="7756"/>
                  </a:cubicBezTo>
                  <a:cubicBezTo>
                    <a:pt x="8410" y="7740"/>
                    <a:pt x="8394" y="7715"/>
                    <a:pt x="8377" y="7690"/>
                  </a:cubicBezTo>
                  <a:cubicBezTo>
                    <a:pt x="8162" y="7358"/>
                    <a:pt x="7864" y="7068"/>
                    <a:pt x="7690" y="6712"/>
                  </a:cubicBezTo>
                  <a:cubicBezTo>
                    <a:pt x="7565" y="6455"/>
                    <a:pt x="7458" y="6207"/>
                    <a:pt x="7250" y="6000"/>
                  </a:cubicBezTo>
                  <a:cubicBezTo>
                    <a:pt x="7151" y="5900"/>
                    <a:pt x="7035" y="5817"/>
                    <a:pt x="6919" y="5734"/>
                  </a:cubicBezTo>
                  <a:cubicBezTo>
                    <a:pt x="6911" y="5726"/>
                    <a:pt x="6894" y="5726"/>
                    <a:pt x="6886" y="5718"/>
                  </a:cubicBezTo>
                  <a:cubicBezTo>
                    <a:pt x="6786" y="5594"/>
                    <a:pt x="6687" y="5469"/>
                    <a:pt x="6579" y="5353"/>
                  </a:cubicBezTo>
                  <a:cubicBezTo>
                    <a:pt x="6438" y="5196"/>
                    <a:pt x="6281" y="5047"/>
                    <a:pt x="6115" y="4906"/>
                  </a:cubicBezTo>
                  <a:cubicBezTo>
                    <a:pt x="6099" y="4889"/>
                    <a:pt x="6074" y="4873"/>
                    <a:pt x="6057" y="4856"/>
                  </a:cubicBezTo>
                  <a:cubicBezTo>
                    <a:pt x="5999" y="4807"/>
                    <a:pt x="5941" y="4765"/>
                    <a:pt x="5883" y="4724"/>
                  </a:cubicBezTo>
                  <a:cubicBezTo>
                    <a:pt x="5867" y="4707"/>
                    <a:pt x="5858" y="4699"/>
                    <a:pt x="5850" y="4682"/>
                  </a:cubicBezTo>
                  <a:cubicBezTo>
                    <a:pt x="5800" y="4616"/>
                    <a:pt x="5734" y="4558"/>
                    <a:pt x="5660" y="4508"/>
                  </a:cubicBezTo>
                  <a:cubicBezTo>
                    <a:pt x="5428" y="4376"/>
                    <a:pt x="5162" y="4376"/>
                    <a:pt x="4906" y="4367"/>
                  </a:cubicBezTo>
                  <a:cubicBezTo>
                    <a:pt x="4582" y="4351"/>
                    <a:pt x="4251" y="4334"/>
                    <a:pt x="3928" y="4293"/>
                  </a:cubicBezTo>
                  <a:cubicBezTo>
                    <a:pt x="3787" y="4276"/>
                    <a:pt x="3646" y="4251"/>
                    <a:pt x="3505" y="4227"/>
                  </a:cubicBezTo>
                  <a:cubicBezTo>
                    <a:pt x="3472" y="4185"/>
                    <a:pt x="3439" y="4144"/>
                    <a:pt x="3398" y="4119"/>
                  </a:cubicBezTo>
                  <a:cubicBezTo>
                    <a:pt x="3373" y="4094"/>
                    <a:pt x="3340" y="4077"/>
                    <a:pt x="3315" y="4061"/>
                  </a:cubicBezTo>
                  <a:cubicBezTo>
                    <a:pt x="3307" y="4028"/>
                    <a:pt x="3307" y="4003"/>
                    <a:pt x="3307" y="3970"/>
                  </a:cubicBezTo>
                  <a:cubicBezTo>
                    <a:pt x="3290" y="3754"/>
                    <a:pt x="3273" y="3539"/>
                    <a:pt x="3257" y="3332"/>
                  </a:cubicBezTo>
                  <a:cubicBezTo>
                    <a:pt x="3290" y="3125"/>
                    <a:pt x="3257" y="2934"/>
                    <a:pt x="3199" y="2735"/>
                  </a:cubicBezTo>
                  <a:cubicBezTo>
                    <a:pt x="3108" y="1857"/>
                    <a:pt x="2992" y="970"/>
                    <a:pt x="2826" y="100"/>
                  </a:cubicBezTo>
                  <a:cubicBezTo>
                    <a:pt x="2818" y="42"/>
                    <a:pt x="2760" y="1"/>
                    <a:pt x="27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36"/>
            <p:cNvSpPr/>
            <p:nvPr/>
          </p:nvSpPr>
          <p:spPr>
            <a:xfrm>
              <a:off x="5701525" y="1635475"/>
              <a:ext cx="10625" cy="24025"/>
            </a:xfrm>
            <a:custGeom>
              <a:rect b="b" l="l" r="r" t="t"/>
              <a:pathLst>
                <a:path extrusionOk="0" h="961" w="425">
                  <a:moveTo>
                    <a:pt x="122" y="1"/>
                  </a:moveTo>
                  <a:cubicBezTo>
                    <a:pt x="62" y="1"/>
                    <a:pt x="1" y="63"/>
                    <a:pt x="19" y="129"/>
                  </a:cubicBezTo>
                  <a:cubicBezTo>
                    <a:pt x="60" y="254"/>
                    <a:pt x="110" y="378"/>
                    <a:pt x="135" y="502"/>
                  </a:cubicBezTo>
                  <a:cubicBezTo>
                    <a:pt x="143" y="568"/>
                    <a:pt x="151" y="602"/>
                    <a:pt x="151" y="676"/>
                  </a:cubicBezTo>
                  <a:cubicBezTo>
                    <a:pt x="160" y="751"/>
                    <a:pt x="135" y="842"/>
                    <a:pt x="193" y="900"/>
                  </a:cubicBezTo>
                  <a:cubicBezTo>
                    <a:pt x="193" y="908"/>
                    <a:pt x="193" y="908"/>
                    <a:pt x="201" y="916"/>
                  </a:cubicBezTo>
                  <a:cubicBezTo>
                    <a:pt x="213" y="947"/>
                    <a:pt x="240" y="960"/>
                    <a:pt x="271" y="960"/>
                  </a:cubicBezTo>
                  <a:cubicBezTo>
                    <a:pt x="306" y="960"/>
                    <a:pt x="344" y="943"/>
                    <a:pt x="367" y="916"/>
                  </a:cubicBezTo>
                  <a:cubicBezTo>
                    <a:pt x="367" y="908"/>
                    <a:pt x="367" y="908"/>
                    <a:pt x="367" y="908"/>
                  </a:cubicBezTo>
                  <a:cubicBezTo>
                    <a:pt x="425" y="850"/>
                    <a:pt x="425" y="759"/>
                    <a:pt x="416" y="676"/>
                  </a:cubicBezTo>
                  <a:cubicBezTo>
                    <a:pt x="408" y="602"/>
                    <a:pt x="400" y="519"/>
                    <a:pt x="383" y="444"/>
                  </a:cubicBezTo>
                  <a:cubicBezTo>
                    <a:pt x="350" y="295"/>
                    <a:pt x="292" y="146"/>
                    <a:pt x="184" y="30"/>
                  </a:cubicBezTo>
                  <a:cubicBezTo>
                    <a:pt x="166" y="10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36"/>
            <p:cNvSpPr/>
            <p:nvPr/>
          </p:nvSpPr>
          <p:spPr>
            <a:xfrm>
              <a:off x="5697225" y="1645275"/>
              <a:ext cx="4975" cy="14225"/>
            </a:xfrm>
            <a:custGeom>
              <a:rect b="b" l="l" r="r" t="t"/>
              <a:pathLst>
                <a:path extrusionOk="0" h="569" w="199">
                  <a:moveTo>
                    <a:pt x="67" y="0"/>
                  </a:moveTo>
                  <a:cubicBezTo>
                    <a:pt x="61" y="0"/>
                    <a:pt x="55" y="1"/>
                    <a:pt x="50" y="2"/>
                  </a:cubicBezTo>
                  <a:cubicBezTo>
                    <a:pt x="17" y="11"/>
                    <a:pt x="0" y="52"/>
                    <a:pt x="0" y="85"/>
                  </a:cubicBezTo>
                  <a:cubicBezTo>
                    <a:pt x="17" y="160"/>
                    <a:pt x="25" y="243"/>
                    <a:pt x="42" y="317"/>
                  </a:cubicBezTo>
                  <a:cubicBezTo>
                    <a:pt x="50" y="350"/>
                    <a:pt x="58" y="392"/>
                    <a:pt x="66" y="425"/>
                  </a:cubicBezTo>
                  <a:cubicBezTo>
                    <a:pt x="66" y="450"/>
                    <a:pt x="75" y="466"/>
                    <a:pt x="75" y="483"/>
                  </a:cubicBezTo>
                  <a:cubicBezTo>
                    <a:pt x="83" y="500"/>
                    <a:pt x="91" y="524"/>
                    <a:pt x="100" y="541"/>
                  </a:cubicBezTo>
                  <a:cubicBezTo>
                    <a:pt x="106" y="560"/>
                    <a:pt x="126" y="569"/>
                    <a:pt x="143" y="569"/>
                  </a:cubicBezTo>
                  <a:cubicBezTo>
                    <a:pt x="148" y="569"/>
                    <a:pt x="153" y="568"/>
                    <a:pt x="158" y="566"/>
                  </a:cubicBezTo>
                  <a:cubicBezTo>
                    <a:pt x="182" y="558"/>
                    <a:pt x="191" y="541"/>
                    <a:pt x="191" y="516"/>
                  </a:cubicBezTo>
                  <a:cubicBezTo>
                    <a:pt x="199" y="442"/>
                    <a:pt x="182" y="367"/>
                    <a:pt x="174" y="292"/>
                  </a:cubicBezTo>
                  <a:lnTo>
                    <a:pt x="174" y="284"/>
                  </a:lnTo>
                  <a:cubicBezTo>
                    <a:pt x="166" y="210"/>
                    <a:pt x="149" y="127"/>
                    <a:pt x="133" y="52"/>
                  </a:cubicBezTo>
                  <a:cubicBezTo>
                    <a:pt x="133" y="18"/>
                    <a:pt x="98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36"/>
            <p:cNvSpPr/>
            <p:nvPr/>
          </p:nvSpPr>
          <p:spPr>
            <a:xfrm>
              <a:off x="5703025" y="1675775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83" y="0"/>
                  </a:moveTo>
                  <a:cubicBezTo>
                    <a:pt x="0" y="0"/>
                    <a:pt x="0" y="125"/>
                    <a:pt x="83" y="125"/>
                  </a:cubicBezTo>
                  <a:cubicBezTo>
                    <a:pt x="166" y="125"/>
                    <a:pt x="166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36"/>
            <p:cNvSpPr/>
            <p:nvPr/>
          </p:nvSpPr>
          <p:spPr>
            <a:xfrm>
              <a:off x="5523225" y="1829875"/>
              <a:ext cx="71900" cy="70325"/>
            </a:xfrm>
            <a:custGeom>
              <a:rect b="b" l="l" r="r" t="t"/>
              <a:pathLst>
                <a:path extrusionOk="0" h="2813" w="2876">
                  <a:moveTo>
                    <a:pt x="497" y="1"/>
                  </a:moveTo>
                  <a:cubicBezTo>
                    <a:pt x="439" y="92"/>
                    <a:pt x="348" y="133"/>
                    <a:pt x="249" y="150"/>
                  </a:cubicBezTo>
                  <a:cubicBezTo>
                    <a:pt x="257" y="158"/>
                    <a:pt x="257" y="175"/>
                    <a:pt x="249" y="191"/>
                  </a:cubicBezTo>
                  <a:cubicBezTo>
                    <a:pt x="232" y="274"/>
                    <a:pt x="224" y="365"/>
                    <a:pt x="224" y="456"/>
                  </a:cubicBezTo>
                  <a:cubicBezTo>
                    <a:pt x="232" y="498"/>
                    <a:pt x="241" y="531"/>
                    <a:pt x="257" y="564"/>
                  </a:cubicBezTo>
                  <a:cubicBezTo>
                    <a:pt x="299" y="688"/>
                    <a:pt x="357" y="813"/>
                    <a:pt x="373" y="945"/>
                  </a:cubicBezTo>
                  <a:cubicBezTo>
                    <a:pt x="379" y="970"/>
                    <a:pt x="359" y="985"/>
                    <a:pt x="334" y="985"/>
                  </a:cubicBezTo>
                  <a:cubicBezTo>
                    <a:pt x="325" y="985"/>
                    <a:pt x="316" y="983"/>
                    <a:pt x="307" y="978"/>
                  </a:cubicBezTo>
                  <a:lnTo>
                    <a:pt x="307" y="978"/>
                  </a:lnTo>
                  <a:cubicBezTo>
                    <a:pt x="340" y="1169"/>
                    <a:pt x="323" y="1360"/>
                    <a:pt x="290" y="1550"/>
                  </a:cubicBezTo>
                  <a:cubicBezTo>
                    <a:pt x="265" y="1732"/>
                    <a:pt x="216" y="1915"/>
                    <a:pt x="183" y="2089"/>
                  </a:cubicBezTo>
                  <a:cubicBezTo>
                    <a:pt x="174" y="2180"/>
                    <a:pt x="158" y="2263"/>
                    <a:pt x="149" y="2354"/>
                  </a:cubicBezTo>
                  <a:cubicBezTo>
                    <a:pt x="141" y="2428"/>
                    <a:pt x="141" y="2528"/>
                    <a:pt x="100" y="2594"/>
                  </a:cubicBezTo>
                  <a:cubicBezTo>
                    <a:pt x="94" y="2610"/>
                    <a:pt x="79" y="2619"/>
                    <a:pt x="62" y="2619"/>
                  </a:cubicBezTo>
                  <a:cubicBezTo>
                    <a:pt x="52" y="2619"/>
                    <a:pt x="42" y="2617"/>
                    <a:pt x="33" y="2611"/>
                  </a:cubicBezTo>
                  <a:cubicBezTo>
                    <a:pt x="17" y="2669"/>
                    <a:pt x="9" y="2727"/>
                    <a:pt x="0" y="2785"/>
                  </a:cubicBezTo>
                  <a:cubicBezTo>
                    <a:pt x="187" y="2803"/>
                    <a:pt x="373" y="2813"/>
                    <a:pt x="560" y="2813"/>
                  </a:cubicBezTo>
                  <a:cubicBezTo>
                    <a:pt x="622" y="2813"/>
                    <a:pt x="684" y="2812"/>
                    <a:pt x="746" y="2810"/>
                  </a:cubicBezTo>
                  <a:cubicBezTo>
                    <a:pt x="961" y="2801"/>
                    <a:pt x="1193" y="2776"/>
                    <a:pt x="1326" y="2619"/>
                  </a:cubicBezTo>
                  <a:cubicBezTo>
                    <a:pt x="1517" y="2404"/>
                    <a:pt x="1442" y="2039"/>
                    <a:pt x="1616" y="1815"/>
                  </a:cubicBezTo>
                  <a:cubicBezTo>
                    <a:pt x="1798" y="1592"/>
                    <a:pt x="2138" y="1600"/>
                    <a:pt x="2387" y="1467"/>
                  </a:cubicBezTo>
                  <a:cubicBezTo>
                    <a:pt x="2726" y="1293"/>
                    <a:pt x="2875" y="829"/>
                    <a:pt x="2710" y="490"/>
                  </a:cubicBezTo>
                  <a:lnTo>
                    <a:pt x="2710" y="490"/>
                  </a:lnTo>
                  <a:cubicBezTo>
                    <a:pt x="2531" y="710"/>
                    <a:pt x="2243" y="831"/>
                    <a:pt x="1957" y="831"/>
                  </a:cubicBezTo>
                  <a:cubicBezTo>
                    <a:pt x="1791" y="831"/>
                    <a:pt x="1626" y="790"/>
                    <a:pt x="1483" y="705"/>
                  </a:cubicBezTo>
                  <a:cubicBezTo>
                    <a:pt x="1434" y="672"/>
                    <a:pt x="1384" y="639"/>
                    <a:pt x="1326" y="639"/>
                  </a:cubicBezTo>
                  <a:cubicBezTo>
                    <a:pt x="1285" y="647"/>
                    <a:pt x="1251" y="664"/>
                    <a:pt x="1210" y="680"/>
                  </a:cubicBezTo>
                  <a:cubicBezTo>
                    <a:pt x="1167" y="698"/>
                    <a:pt x="1123" y="707"/>
                    <a:pt x="1078" y="707"/>
                  </a:cubicBezTo>
                  <a:cubicBezTo>
                    <a:pt x="940" y="707"/>
                    <a:pt x="800" y="627"/>
                    <a:pt x="713" y="514"/>
                  </a:cubicBezTo>
                  <a:cubicBezTo>
                    <a:pt x="597" y="365"/>
                    <a:pt x="547" y="183"/>
                    <a:pt x="497" y="1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36"/>
            <p:cNvSpPr/>
            <p:nvPr/>
          </p:nvSpPr>
          <p:spPr>
            <a:xfrm>
              <a:off x="5489175" y="1656500"/>
              <a:ext cx="150675" cy="49075"/>
            </a:xfrm>
            <a:custGeom>
              <a:rect b="b" l="l" r="r" t="t"/>
              <a:pathLst>
                <a:path extrusionOk="0" h="1963" w="6027">
                  <a:moveTo>
                    <a:pt x="1031" y="1"/>
                  </a:moveTo>
                  <a:cubicBezTo>
                    <a:pt x="956" y="1"/>
                    <a:pt x="907" y="59"/>
                    <a:pt x="907" y="125"/>
                  </a:cubicBezTo>
                  <a:cubicBezTo>
                    <a:pt x="882" y="349"/>
                    <a:pt x="857" y="564"/>
                    <a:pt x="857" y="788"/>
                  </a:cubicBezTo>
                  <a:cubicBezTo>
                    <a:pt x="849" y="746"/>
                    <a:pt x="815" y="705"/>
                    <a:pt x="774" y="705"/>
                  </a:cubicBezTo>
                  <a:lnTo>
                    <a:pt x="757" y="705"/>
                  </a:lnTo>
                  <a:cubicBezTo>
                    <a:pt x="749" y="688"/>
                    <a:pt x="749" y="672"/>
                    <a:pt x="749" y="655"/>
                  </a:cubicBezTo>
                  <a:cubicBezTo>
                    <a:pt x="733" y="589"/>
                    <a:pt x="708" y="523"/>
                    <a:pt x="683" y="465"/>
                  </a:cubicBezTo>
                  <a:cubicBezTo>
                    <a:pt x="657" y="417"/>
                    <a:pt x="613" y="392"/>
                    <a:pt x="570" y="392"/>
                  </a:cubicBezTo>
                  <a:cubicBezTo>
                    <a:pt x="530" y="392"/>
                    <a:pt x="491" y="413"/>
                    <a:pt x="467" y="457"/>
                  </a:cubicBezTo>
                  <a:cubicBezTo>
                    <a:pt x="434" y="506"/>
                    <a:pt x="418" y="548"/>
                    <a:pt x="368" y="589"/>
                  </a:cubicBezTo>
                  <a:cubicBezTo>
                    <a:pt x="343" y="620"/>
                    <a:pt x="246" y="696"/>
                    <a:pt x="183" y="696"/>
                  </a:cubicBezTo>
                  <a:cubicBezTo>
                    <a:pt x="162" y="696"/>
                    <a:pt x="145" y="687"/>
                    <a:pt x="136" y="664"/>
                  </a:cubicBezTo>
                  <a:cubicBezTo>
                    <a:pt x="124" y="638"/>
                    <a:pt x="104" y="627"/>
                    <a:pt x="83" y="627"/>
                  </a:cubicBezTo>
                  <a:cubicBezTo>
                    <a:pt x="43" y="627"/>
                    <a:pt x="1" y="665"/>
                    <a:pt x="12" y="713"/>
                  </a:cubicBezTo>
                  <a:cubicBezTo>
                    <a:pt x="28" y="780"/>
                    <a:pt x="78" y="838"/>
                    <a:pt x="144" y="862"/>
                  </a:cubicBezTo>
                  <a:cubicBezTo>
                    <a:pt x="86" y="970"/>
                    <a:pt x="111" y="1119"/>
                    <a:pt x="202" y="1219"/>
                  </a:cubicBezTo>
                  <a:cubicBezTo>
                    <a:pt x="252" y="1260"/>
                    <a:pt x="310" y="1293"/>
                    <a:pt x="376" y="1302"/>
                  </a:cubicBezTo>
                  <a:cubicBezTo>
                    <a:pt x="393" y="1335"/>
                    <a:pt x="418" y="1360"/>
                    <a:pt x="459" y="1368"/>
                  </a:cubicBezTo>
                  <a:cubicBezTo>
                    <a:pt x="470" y="1370"/>
                    <a:pt x="481" y="1371"/>
                    <a:pt x="491" y="1371"/>
                  </a:cubicBezTo>
                  <a:cubicBezTo>
                    <a:pt x="518" y="1371"/>
                    <a:pt x="543" y="1363"/>
                    <a:pt x="567" y="1351"/>
                  </a:cubicBezTo>
                  <a:cubicBezTo>
                    <a:pt x="575" y="1351"/>
                    <a:pt x="583" y="1351"/>
                    <a:pt x="592" y="1360"/>
                  </a:cubicBezTo>
                  <a:cubicBezTo>
                    <a:pt x="600" y="1368"/>
                    <a:pt x="608" y="1368"/>
                    <a:pt x="625" y="1376"/>
                  </a:cubicBezTo>
                  <a:cubicBezTo>
                    <a:pt x="643" y="1384"/>
                    <a:pt x="663" y="1388"/>
                    <a:pt x="682" y="1388"/>
                  </a:cubicBezTo>
                  <a:cubicBezTo>
                    <a:pt x="723" y="1388"/>
                    <a:pt x="762" y="1371"/>
                    <a:pt x="791" y="1343"/>
                  </a:cubicBezTo>
                  <a:cubicBezTo>
                    <a:pt x="832" y="1302"/>
                    <a:pt x="840" y="1252"/>
                    <a:pt x="849" y="1202"/>
                  </a:cubicBezTo>
                  <a:cubicBezTo>
                    <a:pt x="857" y="1161"/>
                    <a:pt x="865" y="1128"/>
                    <a:pt x="865" y="1086"/>
                  </a:cubicBezTo>
                  <a:cubicBezTo>
                    <a:pt x="865" y="1040"/>
                    <a:pt x="865" y="994"/>
                    <a:pt x="859" y="948"/>
                  </a:cubicBezTo>
                  <a:lnTo>
                    <a:pt x="859" y="948"/>
                  </a:lnTo>
                  <a:cubicBezTo>
                    <a:pt x="886" y="1116"/>
                    <a:pt x="993" y="1229"/>
                    <a:pt x="1155" y="1310"/>
                  </a:cubicBezTo>
                  <a:cubicBezTo>
                    <a:pt x="1561" y="1492"/>
                    <a:pt x="2009" y="1625"/>
                    <a:pt x="2439" y="1741"/>
                  </a:cubicBezTo>
                  <a:cubicBezTo>
                    <a:pt x="2663" y="1799"/>
                    <a:pt x="2895" y="1848"/>
                    <a:pt x="3127" y="1890"/>
                  </a:cubicBezTo>
                  <a:cubicBezTo>
                    <a:pt x="3299" y="1917"/>
                    <a:pt x="3489" y="1962"/>
                    <a:pt x="3672" y="1962"/>
                  </a:cubicBezTo>
                  <a:cubicBezTo>
                    <a:pt x="3709" y="1962"/>
                    <a:pt x="3745" y="1960"/>
                    <a:pt x="3782" y="1956"/>
                  </a:cubicBezTo>
                  <a:cubicBezTo>
                    <a:pt x="3989" y="1940"/>
                    <a:pt x="4155" y="1840"/>
                    <a:pt x="4312" y="1708"/>
                  </a:cubicBezTo>
                  <a:cubicBezTo>
                    <a:pt x="4469" y="1583"/>
                    <a:pt x="4627" y="1476"/>
                    <a:pt x="4809" y="1376"/>
                  </a:cubicBezTo>
                  <a:cubicBezTo>
                    <a:pt x="5198" y="1161"/>
                    <a:pt x="5629" y="987"/>
                    <a:pt x="5961" y="688"/>
                  </a:cubicBezTo>
                  <a:cubicBezTo>
                    <a:pt x="6026" y="630"/>
                    <a:pt x="5976" y="507"/>
                    <a:pt x="5896" y="507"/>
                  </a:cubicBezTo>
                  <a:cubicBezTo>
                    <a:pt x="5885" y="507"/>
                    <a:pt x="5873" y="510"/>
                    <a:pt x="5861" y="515"/>
                  </a:cubicBezTo>
                  <a:cubicBezTo>
                    <a:pt x="5513" y="639"/>
                    <a:pt x="5174" y="771"/>
                    <a:pt x="4826" y="896"/>
                  </a:cubicBezTo>
                  <a:cubicBezTo>
                    <a:pt x="4569" y="995"/>
                    <a:pt x="4312" y="1094"/>
                    <a:pt x="4047" y="1186"/>
                  </a:cubicBezTo>
                  <a:cubicBezTo>
                    <a:pt x="4053" y="1166"/>
                    <a:pt x="4040" y="1147"/>
                    <a:pt x="4018" y="1147"/>
                  </a:cubicBezTo>
                  <a:cubicBezTo>
                    <a:pt x="4012" y="1147"/>
                    <a:pt x="4005" y="1149"/>
                    <a:pt x="3997" y="1152"/>
                  </a:cubicBezTo>
                  <a:cubicBezTo>
                    <a:pt x="3906" y="1202"/>
                    <a:pt x="3790" y="1194"/>
                    <a:pt x="3682" y="1210"/>
                  </a:cubicBezTo>
                  <a:cubicBezTo>
                    <a:pt x="3616" y="1227"/>
                    <a:pt x="3541" y="1244"/>
                    <a:pt x="3475" y="1260"/>
                  </a:cubicBezTo>
                  <a:cubicBezTo>
                    <a:pt x="3409" y="1277"/>
                    <a:pt x="3343" y="1310"/>
                    <a:pt x="3276" y="1326"/>
                  </a:cubicBezTo>
                  <a:cubicBezTo>
                    <a:pt x="3268" y="1335"/>
                    <a:pt x="3260" y="1343"/>
                    <a:pt x="3260" y="1351"/>
                  </a:cubicBezTo>
                  <a:cubicBezTo>
                    <a:pt x="3094" y="1343"/>
                    <a:pt x="2928" y="1318"/>
                    <a:pt x="2771" y="1277"/>
                  </a:cubicBezTo>
                  <a:cubicBezTo>
                    <a:pt x="2439" y="1186"/>
                    <a:pt x="2100" y="1070"/>
                    <a:pt x="1801" y="904"/>
                  </a:cubicBezTo>
                  <a:cubicBezTo>
                    <a:pt x="1661" y="821"/>
                    <a:pt x="1520" y="713"/>
                    <a:pt x="1412" y="589"/>
                  </a:cubicBezTo>
                  <a:cubicBezTo>
                    <a:pt x="1304" y="465"/>
                    <a:pt x="1221" y="266"/>
                    <a:pt x="1279" y="109"/>
                  </a:cubicBezTo>
                  <a:cubicBezTo>
                    <a:pt x="1301" y="60"/>
                    <a:pt x="1260" y="26"/>
                    <a:pt x="1219" y="26"/>
                  </a:cubicBezTo>
                  <a:cubicBezTo>
                    <a:pt x="1197" y="26"/>
                    <a:pt x="1175" y="36"/>
                    <a:pt x="1163" y="59"/>
                  </a:cubicBezTo>
                  <a:cubicBezTo>
                    <a:pt x="1155" y="59"/>
                    <a:pt x="1155" y="67"/>
                    <a:pt x="1147" y="75"/>
                  </a:cubicBezTo>
                  <a:cubicBezTo>
                    <a:pt x="1130" y="34"/>
                    <a:pt x="1081" y="1"/>
                    <a:pt x="1031" y="1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36"/>
            <p:cNvSpPr/>
            <p:nvPr/>
          </p:nvSpPr>
          <p:spPr>
            <a:xfrm>
              <a:off x="5606900" y="1673700"/>
              <a:ext cx="5200" cy="3550"/>
            </a:xfrm>
            <a:custGeom>
              <a:rect b="b" l="l" r="r" t="t"/>
              <a:pathLst>
                <a:path extrusionOk="0" h="142" w="208">
                  <a:moveTo>
                    <a:pt x="150" y="0"/>
                  </a:moveTo>
                  <a:cubicBezTo>
                    <a:pt x="133" y="0"/>
                    <a:pt x="117" y="9"/>
                    <a:pt x="100" y="9"/>
                  </a:cubicBezTo>
                  <a:cubicBezTo>
                    <a:pt x="83" y="17"/>
                    <a:pt x="67" y="17"/>
                    <a:pt x="59" y="25"/>
                  </a:cubicBezTo>
                  <a:cubicBezTo>
                    <a:pt x="42" y="34"/>
                    <a:pt x="25" y="42"/>
                    <a:pt x="17" y="50"/>
                  </a:cubicBezTo>
                  <a:cubicBezTo>
                    <a:pt x="9" y="58"/>
                    <a:pt x="1" y="75"/>
                    <a:pt x="1" y="92"/>
                  </a:cubicBezTo>
                  <a:cubicBezTo>
                    <a:pt x="1" y="100"/>
                    <a:pt x="9" y="116"/>
                    <a:pt x="17" y="125"/>
                  </a:cubicBezTo>
                  <a:cubicBezTo>
                    <a:pt x="25" y="133"/>
                    <a:pt x="42" y="141"/>
                    <a:pt x="50" y="141"/>
                  </a:cubicBezTo>
                  <a:lnTo>
                    <a:pt x="67" y="141"/>
                  </a:lnTo>
                  <a:cubicBezTo>
                    <a:pt x="73" y="136"/>
                    <a:pt x="78" y="134"/>
                    <a:pt x="84" y="131"/>
                  </a:cubicBezTo>
                  <a:lnTo>
                    <a:pt x="84" y="131"/>
                  </a:lnTo>
                  <a:cubicBezTo>
                    <a:pt x="83" y="132"/>
                    <a:pt x="83" y="133"/>
                    <a:pt x="83" y="133"/>
                  </a:cubicBezTo>
                  <a:cubicBezTo>
                    <a:pt x="92" y="125"/>
                    <a:pt x="108" y="116"/>
                    <a:pt x="117" y="108"/>
                  </a:cubicBezTo>
                  <a:cubicBezTo>
                    <a:pt x="133" y="100"/>
                    <a:pt x="141" y="92"/>
                    <a:pt x="158" y="92"/>
                  </a:cubicBezTo>
                  <a:cubicBezTo>
                    <a:pt x="158" y="83"/>
                    <a:pt x="166" y="83"/>
                    <a:pt x="175" y="75"/>
                  </a:cubicBezTo>
                  <a:cubicBezTo>
                    <a:pt x="183" y="75"/>
                    <a:pt x="191" y="67"/>
                    <a:pt x="199" y="67"/>
                  </a:cubicBezTo>
                  <a:cubicBezTo>
                    <a:pt x="208" y="58"/>
                    <a:pt x="208" y="50"/>
                    <a:pt x="208" y="34"/>
                  </a:cubicBezTo>
                  <a:cubicBezTo>
                    <a:pt x="208" y="25"/>
                    <a:pt x="199" y="17"/>
                    <a:pt x="191" y="9"/>
                  </a:cubicBezTo>
                  <a:lnTo>
                    <a:pt x="191" y="17"/>
                  </a:lnTo>
                  <a:cubicBezTo>
                    <a:pt x="175" y="9"/>
                    <a:pt x="158" y="0"/>
                    <a:pt x="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36"/>
            <p:cNvSpPr/>
            <p:nvPr/>
          </p:nvSpPr>
          <p:spPr>
            <a:xfrm>
              <a:off x="5579350" y="1677025"/>
              <a:ext cx="9150" cy="3800"/>
            </a:xfrm>
            <a:custGeom>
              <a:rect b="b" l="l" r="r" t="t"/>
              <a:pathLst>
                <a:path extrusionOk="0" h="152" w="366">
                  <a:moveTo>
                    <a:pt x="316" y="0"/>
                  </a:moveTo>
                  <a:cubicBezTo>
                    <a:pt x="274" y="0"/>
                    <a:pt x="224" y="17"/>
                    <a:pt x="175" y="25"/>
                  </a:cubicBezTo>
                  <a:cubicBezTo>
                    <a:pt x="133" y="41"/>
                    <a:pt x="84" y="50"/>
                    <a:pt x="42" y="66"/>
                  </a:cubicBezTo>
                  <a:cubicBezTo>
                    <a:pt x="17" y="75"/>
                    <a:pt x="1" y="99"/>
                    <a:pt x="9" y="116"/>
                  </a:cubicBezTo>
                  <a:cubicBezTo>
                    <a:pt x="16" y="137"/>
                    <a:pt x="34" y="151"/>
                    <a:pt x="54" y="151"/>
                  </a:cubicBezTo>
                  <a:cubicBezTo>
                    <a:pt x="58" y="151"/>
                    <a:pt x="63" y="151"/>
                    <a:pt x="67" y="149"/>
                  </a:cubicBezTo>
                  <a:cubicBezTo>
                    <a:pt x="108" y="133"/>
                    <a:pt x="158" y="124"/>
                    <a:pt x="200" y="116"/>
                  </a:cubicBezTo>
                  <a:cubicBezTo>
                    <a:pt x="249" y="99"/>
                    <a:pt x="291" y="83"/>
                    <a:pt x="332" y="66"/>
                  </a:cubicBezTo>
                  <a:cubicBezTo>
                    <a:pt x="365" y="50"/>
                    <a:pt x="349" y="0"/>
                    <a:pt x="3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36"/>
            <p:cNvSpPr/>
            <p:nvPr/>
          </p:nvSpPr>
          <p:spPr>
            <a:xfrm>
              <a:off x="5583900" y="1680125"/>
              <a:ext cx="250" cy="225"/>
            </a:xfrm>
            <a:custGeom>
              <a:rect b="b" l="l" r="r" t="t"/>
              <a:pathLst>
                <a:path extrusionOk="0" h="9" w="10">
                  <a:moveTo>
                    <a:pt x="9" y="0"/>
                  </a:moveTo>
                  <a:cubicBezTo>
                    <a:pt x="9" y="0"/>
                    <a:pt x="1" y="9"/>
                    <a:pt x="9" y="9"/>
                  </a:cubicBezTo>
                  <a:cubicBezTo>
                    <a:pt x="9" y="9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36"/>
            <p:cNvSpPr/>
            <p:nvPr/>
          </p:nvSpPr>
          <p:spPr>
            <a:xfrm>
              <a:off x="5491950" y="1617950"/>
              <a:ext cx="50350" cy="16425"/>
            </a:xfrm>
            <a:custGeom>
              <a:rect b="b" l="l" r="r" t="t"/>
              <a:pathLst>
                <a:path extrusionOk="0" h="657" w="2014">
                  <a:moveTo>
                    <a:pt x="774" y="1"/>
                  </a:moveTo>
                  <a:cubicBezTo>
                    <a:pt x="760" y="1"/>
                    <a:pt x="745" y="4"/>
                    <a:pt x="729" y="10"/>
                  </a:cubicBezTo>
                  <a:cubicBezTo>
                    <a:pt x="721" y="10"/>
                    <a:pt x="713" y="18"/>
                    <a:pt x="696" y="18"/>
                  </a:cubicBezTo>
                  <a:cubicBezTo>
                    <a:pt x="688" y="27"/>
                    <a:pt x="680" y="35"/>
                    <a:pt x="671" y="35"/>
                  </a:cubicBezTo>
                  <a:cubicBezTo>
                    <a:pt x="555" y="93"/>
                    <a:pt x="439" y="143"/>
                    <a:pt x="332" y="209"/>
                  </a:cubicBezTo>
                  <a:cubicBezTo>
                    <a:pt x="290" y="225"/>
                    <a:pt x="274" y="267"/>
                    <a:pt x="265" y="300"/>
                  </a:cubicBezTo>
                  <a:cubicBezTo>
                    <a:pt x="240" y="300"/>
                    <a:pt x="207" y="308"/>
                    <a:pt x="182" y="308"/>
                  </a:cubicBezTo>
                  <a:cubicBezTo>
                    <a:pt x="42" y="308"/>
                    <a:pt x="0" y="532"/>
                    <a:pt x="149" y="557"/>
                  </a:cubicBezTo>
                  <a:cubicBezTo>
                    <a:pt x="456" y="623"/>
                    <a:pt x="771" y="656"/>
                    <a:pt x="1086" y="656"/>
                  </a:cubicBezTo>
                  <a:cubicBezTo>
                    <a:pt x="1367" y="656"/>
                    <a:pt x="1699" y="656"/>
                    <a:pt x="1939" y="507"/>
                  </a:cubicBezTo>
                  <a:cubicBezTo>
                    <a:pt x="1997" y="474"/>
                    <a:pt x="2014" y="391"/>
                    <a:pt x="1972" y="333"/>
                  </a:cubicBezTo>
                  <a:lnTo>
                    <a:pt x="1972" y="333"/>
                  </a:lnTo>
                  <a:lnTo>
                    <a:pt x="1972" y="341"/>
                  </a:lnTo>
                  <a:cubicBezTo>
                    <a:pt x="1972" y="283"/>
                    <a:pt x="1931" y="225"/>
                    <a:pt x="1864" y="225"/>
                  </a:cubicBezTo>
                  <a:lnTo>
                    <a:pt x="1434" y="234"/>
                  </a:lnTo>
                  <a:cubicBezTo>
                    <a:pt x="1384" y="234"/>
                    <a:pt x="1334" y="225"/>
                    <a:pt x="1284" y="225"/>
                  </a:cubicBezTo>
                  <a:cubicBezTo>
                    <a:pt x="1152" y="225"/>
                    <a:pt x="1011" y="225"/>
                    <a:pt x="878" y="217"/>
                  </a:cubicBezTo>
                  <a:cubicBezTo>
                    <a:pt x="936" y="137"/>
                    <a:pt x="874" y="1"/>
                    <a:pt x="774" y="1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36"/>
            <p:cNvSpPr/>
            <p:nvPr/>
          </p:nvSpPr>
          <p:spPr>
            <a:xfrm>
              <a:off x="5520125" y="1568250"/>
              <a:ext cx="26650" cy="25250"/>
            </a:xfrm>
            <a:custGeom>
              <a:rect b="b" l="l" r="r" t="t"/>
              <a:pathLst>
                <a:path extrusionOk="0" h="1010" w="1066">
                  <a:moveTo>
                    <a:pt x="389" y="1"/>
                  </a:moveTo>
                  <a:cubicBezTo>
                    <a:pt x="359" y="1"/>
                    <a:pt x="329" y="3"/>
                    <a:pt x="298" y="9"/>
                  </a:cubicBezTo>
                  <a:cubicBezTo>
                    <a:pt x="191" y="34"/>
                    <a:pt x="191" y="208"/>
                    <a:pt x="298" y="225"/>
                  </a:cubicBezTo>
                  <a:cubicBezTo>
                    <a:pt x="310" y="231"/>
                    <a:pt x="322" y="237"/>
                    <a:pt x="333" y="240"/>
                  </a:cubicBezTo>
                  <a:lnTo>
                    <a:pt x="333" y="240"/>
                  </a:lnTo>
                  <a:cubicBezTo>
                    <a:pt x="281" y="233"/>
                    <a:pt x="235" y="232"/>
                    <a:pt x="182" y="225"/>
                  </a:cubicBezTo>
                  <a:cubicBezTo>
                    <a:pt x="141" y="225"/>
                    <a:pt x="99" y="266"/>
                    <a:pt x="91" y="308"/>
                  </a:cubicBezTo>
                  <a:cubicBezTo>
                    <a:pt x="91" y="349"/>
                    <a:pt x="99" y="382"/>
                    <a:pt x="133" y="399"/>
                  </a:cubicBezTo>
                  <a:cubicBezTo>
                    <a:pt x="116" y="432"/>
                    <a:pt x="124" y="465"/>
                    <a:pt x="149" y="490"/>
                  </a:cubicBezTo>
                  <a:cubicBezTo>
                    <a:pt x="108" y="498"/>
                    <a:pt x="66" y="515"/>
                    <a:pt x="50" y="556"/>
                  </a:cubicBezTo>
                  <a:cubicBezTo>
                    <a:pt x="0" y="631"/>
                    <a:pt x="33" y="705"/>
                    <a:pt x="99" y="755"/>
                  </a:cubicBezTo>
                  <a:cubicBezTo>
                    <a:pt x="141" y="788"/>
                    <a:pt x="191" y="813"/>
                    <a:pt x="240" y="830"/>
                  </a:cubicBezTo>
                  <a:cubicBezTo>
                    <a:pt x="174" y="879"/>
                    <a:pt x="199" y="995"/>
                    <a:pt x="298" y="1004"/>
                  </a:cubicBezTo>
                  <a:cubicBezTo>
                    <a:pt x="327" y="1008"/>
                    <a:pt x="356" y="1010"/>
                    <a:pt x="385" y="1010"/>
                  </a:cubicBezTo>
                  <a:cubicBezTo>
                    <a:pt x="414" y="1010"/>
                    <a:pt x="443" y="1008"/>
                    <a:pt x="472" y="1004"/>
                  </a:cubicBezTo>
                  <a:cubicBezTo>
                    <a:pt x="563" y="1004"/>
                    <a:pt x="655" y="995"/>
                    <a:pt x="754" y="995"/>
                  </a:cubicBezTo>
                  <a:cubicBezTo>
                    <a:pt x="820" y="995"/>
                    <a:pt x="862" y="921"/>
                    <a:pt x="845" y="863"/>
                  </a:cubicBezTo>
                  <a:cubicBezTo>
                    <a:pt x="845" y="863"/>
                    <a:pt x="853" y="855"/>
                    <a:pt x="862" y="855"/>
                  </a:cubicBezTo>
                  <a:cubicBezTo>
                    <a:pt x="870" y="863"/>
                    <a:pt x="878" y="879"/>
                    <a:pt x="878" y="896"/>
                  </a:cubicBezTo>
                  <a:cubicBezTo>
                    <a:pt x="894" y="931"/>
                    <a:pt x="926" y="947"/>
                    <a:pt x="959" y="947"/>
                  </a:cubicBezTo>
                  <a:cubicBezTo>
                    <a:pt x="1011" y="947"/>
                    <a:pt x="1066" y="907"/>
                    <a:pt x="1061" y="846"/>
                  </a:cubicBezTo>
                  <a:cubicBezTo>
                    <a:pt x="1044" y="631"/>
                    <a:pt x="978" y="407"/>
                    <a:pt x="845" y="233"/>
                  </a:cubicBezTo>
                  <a:cubicBezTo>
                    <a:pt x="732" y="99"/>
                    <a:pt x="564" y="1"/>
                    <a:pt x="389" y="1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36"/>
            <p:cNvSpPr/>
            <p:nvPr/>
          </p:nvSpPr>
          <p:spPr>
            <a:xfrm>
              <a:off x="5603800" y="1582500"/>
              <a:ext cx="43275" cy="28200"/>
            </a:xfrm>
            <a:custGeom>
              <a:rect b="b" l="l" r="r" t="t"/>
              <a:pathLst>
                <a:path extrusionOk="0" h="1128" w="1731">
                  <a:moveTo>
                    <a:pt x="1245" y="1"/>
                  </a:moveTo>
                  <a:cubicBezTo>
                    <a:pt x="1236" y="1"/>
                    <a:pt x="1227" y="2"/>
                    <a:pt x="1218" y="3"/>
                  </a:cubicBezTo>
                  <a:cubicBezTo>
                    <a:pt x="953" y="44"/>
                    <a:pt x="696" y="127"/>
                    <a:pt x="448" y="243"/>
                  </a:cubicBezTo>
                  <a:cubicBezTo>
                    <a:pt x="398" y="268"/>
                    <a:pt x="381" y="309"/>
                    <a:pt x="398" y="351"/>
                  </a:cubicBezTo>
                  <a:cubicBezTo>
                    <a:pt x="290" y="384"/>
                    <a:pt x="191" y="425"/>
                    <a:pt x="100" y="475"/>
                  </a:cubicBezTo>
                  <a:cubicBezTo>
                    <a:pt x="0" y="533"/>
                    <a:pt x="50" y="666"/>
                    <a:pt x="149" y="666"/>
                  </a:cubicBezTo>
                  <a:cubicBezTo>
                    <a:pt x="207" y="674"/>
                    <a:pt x="274" y="674"/>
                    <a:pt x="332" y="674"/>
                  </a:cubicBezTo>
                  <a:cubicBezTo>
                    <a:pt x="351" y="700"/>
                    <a:pt x="381" y="721"/>
                    <a:pt x="416" y="721"/>
                  </a:cubicBezTo>
                  <a:cubicBezTo>
                    <a:pt x="426" y="721"/>
                    <a:pt x="437" y="719"/>
                    <a:pt x="448" y="715"/>
                  </a:cubicBezTo>
                  <a:cubicBezTo>
                    <a:pt x="473" y="707"/>
                    <a:pt x="489" y="699"/>
                    <a:pt x="514" y="699"/>
                  </a:cubicBezTo>
                  <a:cubicBezTo>
                    <a:pt x="506" y="699"/>
                    <a:pt x="497" y="707"/>
                    <a:pt x="489" y="715"/>
                  </a:cubicBezTo>
                  <a:cubicBezTo>
                    <a:pt x="481" y="724"/>
                    <a:pt x="473" y="740"/>
                    <a:pt x="464" y="749"/>
                  </a:cubicBezTo>
                  <a:cubicBezTo>
                    <a:pt x="415" y="773"/>
                    <a:pt x="357" y="798"/>
                    <a:pt x="307" y="823"/>
                  </a:cubicBezTo>
                  <a:cubicBezTo>
                    <a:pt x="243" y="863"/>
                    <a:pt x="286" y="948"/>
                    <a:pt x="355" y="948"/>
                  </a:cubicBezTo>
                  <a:cubicBezTo>
                    <a:pt x="359" y="948"/>
                    <a:pt x="362" y="948"/>
                    <a:pt x="365" y="947"/>
                  </a:cubicBezTo>
                  <a:cubicBezTo>
                    <a:pt x="431" y="939"/>
                    <a:pt x="489" y="923"/>
                    <a:pt x="555" y="906"/>
                  </a:cubicBezTo>
                  <a:lnTo>
                    <a:pt x="580" y="906"/>
                  </a:lnTo>
                  <a:cubicBezTo>
                    <a:pt x="572" y="914"/>
                    <a:pt x="572" y="914"/>
                    <a:pt x="572" y="914"/>
                  </a:cubicBezTo>
                  <a:cubicBezTo>
                    <a:pt x="483" y="974"/>
                    <a:pt x="521" y="1127"/>
                    <a:pt x="620" y="1127"/>
                  </a:cubicBezTo>
                  <a:cubicBezTo>
                    <a:pt x="631" y="1127"/>
                    <a:pt x="642" y="1126"/>
                    <a:pt x="655" y="1121"/>
                  </a:cubicBezTo>
                  <a:cubicBezTo>
                    <a:pt x="812" y="1063"/>
                    <a:pt x="961" y="1005"/>
                    <a:pt x="1102" y="931"/>
                  </a:cubicBezTo>
                  <a:cubicBezTo>
                    <a:pt x="1185" y="889"/>
                    <a:pt x="1343" y="840"/>
                    <a:pt x="1392" y="740"/>
                  </a:cubicBezTo>
                  <a:cubicBezTo>
                    <a:pt x="1417" y="732"/>
                    <a:pt x="1442" y="715"/>
                    <a:pt x="1467" y="707"/>
                  </a:cubicBezTo>
                  <a:cubicBezTo>
                    <a:pt x="1564" y="675"/>
                    <a:pt x="1566" y="500"/>
                    <a:pt x="1442" y="500"/>
                  </a:cubicBezTo>
                  <a:cubicBezTo>
                    <a:pt x="1440" y="500"/>
                    <a:pt x="1437" y="500"/>
                    <a:pt x="1434" y="500"/>
                  </a:cubicBezTo>
                  <a:lnTo>
                    <a:pt x="1417" y="500"/>
                  </a:lnTo>
                  <a:cubicBezTo>
                    <a:pt x="1425" y="475"/>
                    <a:pt x="1425" y="442"/>
                    <a:pt x="1409" y="409"/>
                  </a:cubicBezTo>
                  <a:cubicBezTo>
                    <a:pt x="1409" y="401"/>
                    <a:pt x="1409" y="392"/>
                    <a:pt x="1409" y="392"/>
                  </a:cubicBezTo>
                  <a:cubicBezTo>
                    <a:pt x="1500" y="384"/>
                    <a:pt x="1591" y="367"/>
                    <a:pt x="1666" y="309"/>
                  </a:cubicBezTo>
                  <a:cubicBezTo>
                    <a:pt x="1730" y="261"/>
                    <a:pt x="1724" y="135"/>
                    <a:pt x="1633" y="135"/>
                  </a:cubicBezTo>
                  <a:cubicBezTo>
                    <a:pt x="1630" y="135"/>
                    <a:pt x="1627" y="135"/>
                    <a:pt x="1624" y="135"/>
                  </a:cubicBezTo>
                  <a:cubicBezTo>
                    <a:pt x="1525" y="135"/>
                    <a:pt x="1434" y="144"/>
                    <a:pt x="1343" y="144"/>
                  </a:cubicBezTo>
                  <a:cubicBezTo>
                    <a:pt x="1351" y="127"/>
                    <a:pt x="1359" y="94"/>
                    <a:pt x="1351" y="77"/>
                  </a:cubicBezTo>
                  <a:cubicBezTo>
                    <a:pt x="1337" y="21"/>
                    <a:pt x="1293" y="1"/>
                    <a:pt x="1245" y="1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36"/>
            <p:cNvSpPr/>
            <p:nvPr/>
          </p:nvSpPr>
          <p:spPr>
            <a:xfrm>
              <a:off x="5567550" y="1681000"/>
              <a:ext cx="72925" cy="53450"/>
            </a:xfrm>
            <a:custGeom>
              <a:rect b="b" l="l" r="r" t="t"/>
              <a:pathLst>
                <a:path extrusionOk="0" h="2138" w="2917">
                  <a:moveTo>
                    <a:pt x="456" y="1780"/>
                  </a:moveTo>
                  <a:lnTo>
                    <a:pt x="456" y="1780"/>
                  </a:lnTo>
                  <a:cubicBezTo>
                    <a:pt x="415" y="1813"/>
                    <a:pt x="365" y="1838"/>
                    <a:pt x="315" y="1871"/>
                  </a:cubicBezTo>
                  <a:cubicBezTo>
                    <a:pt x="299" y="1879"/>
                    <a:pt x="282" y="1896"/>
                    <a:pt x="274" y="1912"/>
                  </a:cubicBezTo>
                  <a:cubicBezTo>
                    <a:pt x="257" y="1912"/>
                    <a:pt x="232" y="1921"/>
                    <a:pt x="216" y="1921"/>
                  </a:cubicBezTo>
                  <a:cubicBezTo>
                    <a:pt x="224" y="1896"/>
                    <a:pt x="249" y="1863"/>
                    <a:pt x="274" y="1846"/>
                  </a:cubicBezTo>
                  <a:cubicBezTo>
                    <a:pt x="299" y="1846"/>
                    <a:pt x="324" y="1838"/>
                    <a:pt x="348" y="1830"/>
                  </a:cubicBezTo>
                  <a:cubicBezTo>
                    <a:pt x="373" y="1821"/>
                    <a:pt x="406" y="1805"/>
                    <a:pt x="431" y="1788"/>
                  </a:cubicBezTo>
                  <a:cubicBezTo>
                    <a:pt x="440" y="1788"/>
                    <a:pt x="448" y="1780"/>
                    <a:pt x="456" y="1780"/>
                  </a:cubicBezTo>
                  <a:close/>
                  <a:moveTo>
                    <a:pt x="2774" y="0"/>
                  </a:moveTo>
                  <a:cubicBezTo>
                    <a:pt x="2739" y="0"/>
                    <a:pt x="2704" y="15"/>
                    <a:pt x="2685" y="48"/>
                  </a:cubicBezTo>
                  <a:cubicBezTo>
                    <a:pt x="2420" y="454"/>
                    <a:pt x="2030" y="752"/>
                    <a:pt x="1641" y="1018"/>
                  </a:cubicBezTo>
                  <a:cubicBezTo>
                    <a:pt x="1276" y="1266"/>
                    <a:pt x="904" y="1498"/>
                    <a:pt x="539" y="1730"/>
                  </a:cubicBezTo>
                  <a:cubicBezTo>
                    <a:pt x="580" y="1697"/>
                    <a:pt x="614" y="1664"/>
                    <a:pt x="638" y="1631"/>
                  </a:cubicBezTo>
                  <a:cubicBezTo>
                    <a:pt x="688" y="1581"/>
                    <a:pt x="738" y="1515"/>
                    <a:pt x="754" y="1440"/>
                  </a:cubicBezTo>
                  <a:cubicBezTo>
                    <a:pt x="796" y="1390"/>
                    <a:pt x="829" y="1341"/>
                    <a:pt x="854" y="1283"/>
                  </a:cubicBezTo>
                  <a:cubicBezTo>
                    <a:pt x="879" y="1233"/>
                    <a:pt x="870" y="1183"/>
                    <a:pt x="829" y="1150"/>
                  </a:cubicBezTo>
                  <a:cubicBezTo>
                    <a:pt x="809" y="1135"/>
                    <a:pt x="786" y="1126"/>
                    <a:pt x="764" y="1126"/>
                  </a:cubicBezTo>
                  <a:cubicBezTo>
                    <a:pt x="738" y="1126"/>
                    <a:pt x="714" y="1137"/>
                    <a:pt x="696" y="1158"/>
                  </a:cubicBezTo>
                  <a:cubicBezTo>
                    <a:pt x="672" y="1183"/>
                    <a:pt x="647" y="1200"/>
                    <a:pt x="622" y="1225"/>
                  </a:cubicBezTo>
                  <a:cubicBezTo>
                    <a:pt x="605" y="1225"/>
                    <a:pt x="589" y="1233"/>
                    <a:pt x="572" y="1241"/>
                  </a:cubicBezTo>
                  <a:cubicBezTo>
                    <a:pt x="440" y="1332"/>
                    <a:pt x="332" y="1448"/>
                    <a:pt x="241" y="1581"/>
                  </a:cubicBezTo>
                  <a:cubicBezTo>
                    <a:pt x="241" y="1589"/>
                    <a:pt x="232" y="1598"/>
                    <a:pt x="232" y="1606"/>
                  </a:cubicBezTo>
                  <a:cubicBezTo>
                    <a:pt x="216" y="1631"/>
                    <a:pt x="208" y="1656"/>
                    <a:pt x="191" y="1672"/>
                  </a:cubicBezTo>
                  <a:cubicBezTo>
                    <a:pt x="183" y="1697"/>
                    <a:pt x="174" y="1722"/>
                    <a:pt x="183" y="1747"/>
                  </a:cubicBezTo>
                  <a:cubicBezTo>
                    <a:pt x="75" y="1805"/>
                    <a:pt x="0" y="1912"/>
                    <a:pt x="9" y="2037"/>
                  </a:cubicBezTo>
                  <a:cubicBezTo>
                    <a:pt x="9" y="2090"/>
                    <a:pt x="44" y="2137"/>
                    <a:pt x="96" y="2137"/>
                  </a:cubicBezTo>
                  <a:cubicBezTo>
                    <a:pt x="100" y="2137"/>
                    <a:pt x="104" y="2137"/>
                    <a:pt x="108" y="2136"/>
                  </a:cubicBezTo>
                  <a:cubicBezTo>
                    <a:pt x="191" y="2136"/>
                    <a:pt x="274" y="2128"/>
                    <a:pt x="348" y="2120"/>
                  </a:cubicBezTo>
                  <a:cubicBezTo>
                    <a:pt x="361" y="2123"/>
                    <a:pt x="373" y="2125"/>
                    <a:pt x="385" y="2125"/>
                  </a:cubicBezTo>
                  <a:cubicBezTo>
                    <a:pt x="407" y="2125"/>
                    <a:pt x="430" y="2119"/>
                    <a:pt x="456" y="2103"/>
                  </a:cubicBezTo>
                  <a:cubicBezTo>
                    <a:pt x="456" y="2103"/>
                    <a:pt x="456" y="2095"/>
                    <a:pt x="464" y="2095"/>
                  </a:cubicBezTo>
                  <a:cubicBezTo>
                    <a:pt x="928" y="1995"/>
                    <a:pt x="1343" y="1705"/>
                    <a:pt x="1715" y="1415"/>
                  </a:cubicBezTo>
                  <a:cubicBezTo>
                    <a:pt x="2163" y="1067"/>
                    <a:pt x="2652" y="703"/>
                    <a:pt x="2875" y="164"/>
                  </a:cubicBezTo>
                  <a:cubicBezTo>
                    <a:pt x="2875" y="156"/>
                    <a:pt x="2884" y="148"/>
                    <a:pt x="2884" y="139"/>
                  </a:cubicBezTo>
                  <a:cubicBezTo>
                    <a:pt x="2917" y="57"/>
                    <a:pt x="2844" y="0"/>
                    <a:pt x="27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36"/>
            <p:cNvSpPr/>
            <p:nvPr/>
          </p:nvSpPr>
          <p:spPr>
            <a:xfrm>
              <a:off x="5515800" y="1693100"/>
              <a:ext cx="12625" cy="14075"/>
            </a:xfrm>
            <a:custGeom>
              <a:rect b="b" l="l" r="r" t="t"/>
              <a:pathLst>
                <a:path extrusionOk="0" h="563" w="505">
                  <a:moveTo>
                    <a:pt x="418" y="0"/>
                  </a:moveTo>
                  <a:cubicBezTo>
                    <a:pt x="411" y="0"/>
                    <a:pt x="403" y="1"/>
                    <a:pt x="397" y="3"/>
                  </a:cubicBezTo>
                  <a:cubicBezTo>
                    <a:pt x="322" y="28"/>
                    <a:pt x="256" y="78"/>
                    <a:pt x="206" y="136"/>
                  </a:cubicBezTo>
                  <a:cubicBezTo>
                    <a:pt x="181" y="169"/>
                    <a:pt x="156" y="210"/>
                    <a:pt x="140" y="244"/>
                  </a:cubicBezTo>
                  <a:cubicBezTo>
                    <a:pt x="123" y="260"/>
                    <a:pt x="107" y="277"/>
                    <a:pt x="90" y="293"/>
                  </a:cubicBezTo>
                  <a:cubicBezTo>
                    <a:pt x="65" y="318"/>
                    <a:pt x="49" y="343"/>
                    <a:pt x="32" y="376"/>
                  </a:cubicBezTo>
                  <a:cubicBezTo>
                    <a:pt x="16" y="409"/>
                    <a:pt x="7" y="451"/>
                    <a:pt x="7" y="492"/>
                  </a:cubicBezTo>
                  <a:cubicBezTo>
                    <a:pt x="0" y="527"/>
                    <a:pt x="41" y="562"/>
                    <a:pt x="73" y="562"/>
                  </a:cubicBezTo>
                  <a:cubicBezTo>
                    <a:pt x="79" y="562"/>
                    <a:pt x="85" y="561"/>
                    <a:pt x="90" y="558"/>
                  </a:cubicBezTo>
                  <a:cubicBezTo>
                    <a:pt x="140" y="534"/>
                    <a:pt x="190" y="509"/>
                    <a:pt x="223" y="476"/>
                  </a:cubicBezTo>
                  <a:cubicBezTo>
                    <a:pt x="239" y="467"/>
                    <a:pt x="248" y="451"/>
                    <a:pt x="264" y="442"/>
                  </a:cubicBezTo>
                  <a:cubicBezTo>
                    <a:pt x="272" y="434"/>
                    <a:pt x="289" y="434"/>
                    <a:pt x="297" y="426"/>
                  </a:cubicBezTo>
                  <a:cubicBezTo>
                    <a:pt x="322" y="409"/>
                    <a:pt x="347" y="393"/>
                    <a:pt x="364" y="376"/>
                  </a:cubicBezTo>
                  <a:cubicBezTo>
                    <a:pt x="397" y="343"/>
                    <a:pt x="413" y="310"/>
                    <a:pt x="430" y="268"/>
                  </a:cubicBezTo>
                  <a:cubicBezTo>
                    <a:pt x="446" y="244"/>
                    <a:pt x="455" y="219"/>
                    <a:pt x="471" y="186"/>
                  </a:cubicBezTo>
                  <a:cubicBezTo>
                    <a:pt x="471" y="177"/>
                    <a:pt x="480" y="169"/>
                    <a:pt x="480" y="161"/>
                  </a:cubicBezTo>
                  <a:cubicBezTo>
                    <a:pt x="488" y="144"/>
                    <a:pt x="496" y="128"/>
                    <a:pt x="496" y="103"/>
                  </a:cubicBezTo>
                  <a:cubicBezTo>
                    <a:pt x="504" y="78"/>
                    <a:pt x="496" y="45"/>
                    <a:pt x="480" y="28"/>
                  </a:cubicBezTo>
                  <a:lnTo>
                    <a:pt x="480" y="20"/>
                  </a:lnTo>
                  <a:cubicBezTo>
                    <a:pt x="461" y="8"/>
                    <a:pt x="439" y="0"/>
                    <a:pt x="4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36"/>
            <p:cNvSpPr/>
            <p:nvPr/>
          </p:nvSpPr>
          <p:spPr>
            <a:xfrm>
              <a:off x="5612700" y="1704325"/>
              <a:ext cx="16800" cy="14575"/>
            </a:xfrm>
            <a:custGeom>
              <a:rect b="b" l="l" r="r" t="t"/>
              <a:pathLst>
                <a:path extrusionOk="0" h="583" w="672">
                  <a:moveTo>
                    <a:pt x="594" y="0"/>
                  </a:moveTo>
                  <a:cubicBezTo>
                    <a:pt x="579" y="0"/>
                    <a:pt x="562" y="5"/>
                    <a:pt x="547" y="10"/>
                  </a:cubicBezTo>
                  <a:cubicBezTo>
                    <a:pt x="523" y="27"/>
                    <a:pt x="498" y="43"/>
                    <a:pt x="465" y="68"/>
                  </a:cubicBezTo>
                  <a:cubicBezTo>
                    <a:pt x="448" y="85"/>
                    <a:pt x="423" y="109"/>
                    <a:pt x="407" y="126"/>
                  </a:cubicBezTo>
                  <a:cubicBezTo>
                    <a:pt x="365" y="167"/>
                    <a:pt x="324" y="209"/>
                    <a:pt x="274" y="250"/>
                  </a:cubicBezTo>
                  <a:cubicBezTo>
                    <a:pt x="233" y="283"/>
                    <a:pt x="191" y="317"/>
                    <a:pt x="150" y="366"/>
                  </a:cubicBezTo>
                  <a:cubicBezTo>
                    <a:pt x="108" y="408"/>
                    <a:pt x="67" y="449"/>
                    <a:pt x="17" y="482"/>
                  </a:cubicBezTo>
                  <a:cubicBezTo>
                    <a:pt x="1" y="499"/>
                    <a:pt x="1" y="540"/>
                    <a:pt x="17" y="557"/>
                  </a:cubicBezTo>
                  <a:cubicBezTo>
                    <a:pt x="28" y="573"/>
                    <a:pt x="46" y="582"/>
                    <a:pt x="63" y="582"/>
                  </a:cubicBezTo>
                  <a:cubicBezTo>
                    <a:pt x="73" y="582"/>
                    <a:pt x="83" y="579"/>
                    <a:pt x="92" y="573"/>
                  </a:cubicBezTo>
                  <a:cubicBezTo>
                    <a:pt x="150" y="549"/>
                    <a:pt x="199" y="524"/>
                    <a:pt x="257" y="499"/>
                  </a:cubicBezTo>
                  <a:cubicBezTo>
                    <a:pt x="315" y="466"/>
                    <a:pt x="365" y="424"/>
                    <a:pt x="415" y="383"/>
                  </a:cubicBezTo>
                  <a:cubicBezTo>
                    <a:pt x="456" y="350"/>
                    <a:pt x="498" y="308"/>
                    <a:pt x="547" y="267"/>
                  </a:cubicBezTo>
                  <a:cubicBezTo>
                    <a:pt x="564" y="250"/>
                    <a:pt x="589" y="225"/>
                    <a:pt x="605" y="201"/>
                  </a:cubicBezTo>
                  <a:cubicBezTo>
                    <a:pt x="622" y="184"/>
                    <a:pt x="639" y="159"/>
                    <a:pt x="647" y="134"/>
                  </a:cubicBezTo>
                  <a:cubicBezTo>
                    <a:pt x="655" y="126"/>
                    <a:pt x="655" y="109"/>
                    <a:pt x="663" y="93"/>
                  </a:cubicBezTo>
                  <a:cubicBezTo>
                    <a:pt x="672" y="76"/>
                    <a:pt x="655" y="43"/>
                    <a:pt x="639" y="27"/>
                  </a:cubicBezTo>
                  <a:cubicBezTo>
                    <a:pt x="639" y="27"/>
                    <a:pt x="630" y="18"/>
                    <a:pt x="622" y="10"/>
                  </a:cubicBezTo>
                  <a:cubicBezTo>
                    <a:pt x="615" y="3"/>
                    <a:pt x="605" y="0"/>
                    <a:pt x="5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36"/>
            <p:cNvSpPr/>
            <p:nvPr/>
          </p:nvSpPr>
          <p:spPr>
            <a:xfrm>
              <a:off x="5632375" y="1694825"/>
              <a:ext cx="5000" cy="5825"/>
            </a:xfrm>
            <a:custGeom>
              <a:rect b="b" l="l" r="r" t="t"/>
              <a:pathLst>
                <a:path extrusionOk="0" h="233" w="200">
                  <a:moveTo>
                    <a:pt x="150" y="1"/>
                  </a:moveTo>
                  <a:cubicBezTo>
                    <a:pt x="142" y="9"/>
                    <a:pt x="133" y="9"/>
                    <a:pt x="125" y="17"/>
                  </a:cubicBezTo>
                  <a:cubicBezTo>
                    <a:pt x="117" y="17"/>
                    <a:pt x="117" y="17"/>
                    <a:pt x="108" y="25"/>
                  </a:cubicBezTo>
                  <a:cubicBezTo>
                    <a:pt x="92" y="34"/>
                    <a:pt x="84" y="42"/>
                    <a:pt x="75" y="50"/>
                  </a:cubicBezTo>
                  <a:cubicBezTo>
                    <a:pt x="59" y="59"/>
                    <a:pt x="50" y="67"/>
                    <a:pt x="42" y="83"/>
                  </a:cubicBezTo>
                  <a:cubicBezTo>
                    <a:pt x="42" y="92"/>
                    <a:pt x="34" y="100"/>
                    <a:pt x="26" y="108"/>
                  </a:cubicBezTo>
                  <a:cubicBezTo>
                    <a:pt x="17" y="117"/>
                    <a:pt x="9" y="125"/>
                    <a:pt x="1" y="141"/>
                  </a:cubicBezTo>
                  <a:cubicBezTo>
                    <a:pt x="1" y="150"/>
                    <a:pt x="1" y="158"/>
                    <a:pt x="1" y="158"/>
                  </a:cubicBezTo>
                  <a:cubicBezTo>
                    <a:pt x="1" y="175"/>
                    <a:pt x="1" y="183"/>
                    <a:pt x="9" y="199"/>
                  </a:cubicBezTo>
                  <a:cubicBezTo>
                    <a:pt x="17" y="208"/>
                    <a:pt x="26" y="216"/>
                    <a:pt x="34" y="216"/>
                  </a:cubicBezTo>
                  <a:cubicBezTo>
                    <a:pt x="34" y="224"/>
                    <a:pt x="42" y="233"/>
                    <a:pt x="59" y="233"/>
                  </a:cubicBezTo>
                  <a:lnTo>
                    <a:pt x="84" y="233"/>
                  </a:lnTo>
                  <a:cubicBezTo>
                    <a:pt x="100" y="233"/>
                    <a:pt x="108" y="233"/>
                    <a:pt x="117" y="224"/>
                  </a:cubicBezTo>
                  <a:cubicBezTo>
                    <a:pt x="125" y="216"/>
                    <a:pt x="133" y="208"/>
                    <a:pt x="142" y="199"/>
                  </a:cubicBezTo>
                  <a:lnTo>
                    <a:pt x="158" y="166"/>
                  </a:lnTo>
                  <a:cubicBezTo>
                    <a:pt x="166" y="150"/>
                    <a:pt x="175" y="133"/>
                    <a:pt x="183" y="117"/>
                  </a:cubicBezTo>
                  <a:cubicBezTo>
                    <a:pt x="183" y="108"/>
                    <a:pt x="191" y="100"/>
                    <a:pt x="191" y="92"/>
                  </a:cubicBezTo>
                  <a:cubicBezTo>
                    <a:pt x="200" y="75"/>
                    <a:pt x="200" y="59"/>
                    <a:pt x="200" y="42"/>
                  </a:cubicBezTo>
                  <a:cubicBezTo>
                    <a:pt x="200" y="34"/>
                    <a:pt x="191" y="17"/>
                    <a:pt x="183" y="9"/>
                  </a:cubicBezTo>
                  <a:cubicBezTo>
                    <a:pt x="175" y="1"/>
                    <a:pt x="158" y="1"/>
                    <a:pt x="1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36"/>
            <p:cNvSpPr/>
            <p:nvPr/>
          </p:nvSpPr>
          <p:spPr>
            <a:xfrm>
              <a:off x="5510800" y="1698350"/>
              <a:ext cx="71075" cy="28925"/>
            </a:xfrm>
            <a:custGeom>
              <a:rect b="b" l="l" r="r" t="t"/>
              <a:pathLst>
                <a:path extrusionOk="0" h="1157" w="2843">
                  <a:moveTo>
                    <a:pt x="854" y="0"/>
                  </a:moveTo>
                  <a:cubicBezTo>
                    <a:pt x="762" y="108"/>
                    <a:pt x="663" y="208"/>
                    <a:pt x="572" y="315"/>
                  </a:cubicBezTo>
                  <a:cubicBezTo>
                    <a:pt x="456" y="448"/>
                    <a:pt x="332" y="580"/>
                    <a:pt x="216" y="721"/>
                  </a:cubicBezTo>
                  <a:cubicBezTo>
                    <a:pt x="158" y="788"/>
                    <a:pt x="91" y="854"/>
                    <a:pt x="42" y="928"/>
                  </a:cubicBezTo>
                  <a:cubicBezTo>
                    <a:pt x="25" y="945"/>
                    <a:pt x="8" y="962"/>
                    <a:pt x="0" y="978"/>
                  </a:cubicBezTo>
                  <a:cubicBezTo>
                    <a:pt x="17" y="970"/>
                    <a:pt x="33" y="962"/>
                    <a:pt x="50" y="953"/>
                  </a:cubicBezTo>
                  <a:cubicBezTo>
                    <a:pt x="161" y="898"/>
                    <a:pt x="295" y="858"/>
                    <a:pt x="422" y="858"/>
                  </a:cubicBezTo>
                  <a:cubicBezTo>
                    <a:pt x="541" y="858"/>
                    <a:pt x="653" y="894"/>
                    <a:pt x="729" y="986"/>
                  </a:cubicBezTo>
                  <a:cubicBezTo>
                    <a:pt x="762" y="1036"/>
                    <a:pt x="787" y="1094"/>
                    <a:pt x="837" y="1127"/>
                  </a:cubicBezTo>
                  <a:cubicBezTo>
                    <a:pt x="876" y="1149"/>
                    <a:pt x="922" y="1157"/>
                    <a:pt x="968" y="1157"/>
                  </a:cubicBezTo>
                  <a:cubicBezTo>
                    <a:pt x="991" y="1157"/>
                    <a:pt x="1014" y="1155"/>
                    <a:pt x="1036" y="1152"/>
                  </a:cubicBezTo>
                  <a:cubicBezTo>
                    <a:pt x="1235" y="1119"/>
                    <a:pt x="1425" y="1036"/>
                    <a:pt x="1624" y="986"/>
                  </a:cubicBezTo>
                  <a:cubicBezTo>
                    <a:pt x="1732" y="955"/>
                    <a:pt x="1845" y="933"/>
                    <a:pt x="1955" y="933"/>
                  </a:cubicBezTo>
                  <a:cubicBezTo>
                    <a:pt x="2047" y="933"/>
                    <a:pt x="2137" y="949"/>
                    <a:pt x="2221" y="986"/>
                  </a:cubicBezTo>
                  <a:cubicBezTo>
                    <a:pt x="2270" y="1003"/>
                    <a:pt x="2320" y="1036"/>
                    <a:pt x="2362" y="1078"/>
                  </a:cubicBezTo>
                  <a:cubicBezTo>
                    <a:pt x="2386" y="1028"/>
                    <a:pt x="2411" y="978"/>
                    <a:pt x="2436" y="937"/>
                  </a:cubicBezTo>
                  <a:cubicBezTo>
                    <a:pt x="2560" y="754"/>
                    <a:pt x="2693" y="572"/>
                    <a:pt x="2842" y="406"/>
                  </a:cubicBezTo>
                  <a:lnTo>
                    <a:pt x="2842" y="398"/>
                  </a:lnTo>
                  <a:cubicBezTo>
                    <a:pt x="2780" y="408"/>
                    <a:pt x="2718" y="412"/>
                    <a:pt x="2656" y="412"/>
                  </a:cubicBezTo>
                  <a:cubicBezTo>
                    <a:pt x="2333" y="412"/>
                    <a:pt x="2004" y="299"/>
                    <a:pt x="1699" y="216"/>
                  </a:cubicBezTo>
                  <a:cubicBezTo>
                    <a:pt x="1674" y="216"/>
                    <a:pt x="1649" y="208"/>
                    <a:pt x="1624" y="199"/>
                  </a:cubicBezTo>
                  <a:cubicBezTo>
                    <a:pt x="1599" y="232"/>
                    <a:pt x="1574" y="266"/>
                    <a:pt x="1550" y="290"/>
                  </a:cubicBezTo>
                  <a:cubicBezTo>
                    <a:pt x="1508" y="340"/>
                    <a:pt x="1467" y="382"/>
                    <a:pt x="1425" y="431"/>
                  </a:cubicBezTo>
                  <a:cubicBezTo>
                    <a:pt x="1384" y="481"/>
                    <a:pt x="1342" y="531"/>
                    <a:pt x="1293" y="572"/>
                  </a:cubicBezTo>
                  <a:lnTo>
                    <a:pt x="1235" y="638"/>
                  </a:lnTo>
                  <a:cubicBezTo>
                    <a:pt x="1210" y="655"/>
                    <a:pt x="1202" y="680"/>
                    <a:pt x="1177" y="696"/>
                  </a:cubicBezTo>
                  <a:cubicBezTo>
                    <a:pt x="1174" y="699"/>
                    <a:pt x="1171" y="700"/>
                    <a:pt x="1169" y="700"/>
                  </a:cubicBezTo>
                  <a:cubicBezTo>
                    <a:pt x="1164" y="700"/>
                    <a:pt x="1160" y="696"/>
                    <a:pt x="1160" y="696"/>
                  </a:cubicBezTo>
                  <a:cubicBezTo>
                    <a:pt x="1177" y="663"/>
                    <a:pt x="1193" y="638"/>
                    <a:pt x="1210" y="614"/>
                  </a:cubicBezTo>
                  <a:cubicBezTo>
                    <a:pt x="1226" y="589"/>
                    <a:pt x="1243" y="564"/>
                    <a:pt x="1260" y="531"/>
                  </a:cubicBezTo>
                  <a:cubicBezTo>
                    <a:pt x="1293" y="481"/>
                    <a:pt x="1334" y="431"/>
                    <a:pt x="1376" y="390"/>
                  </a:cubicBezTo>
                  <a:cubicBezTo>
                    <a:pt x="1409" y="340"/>
                    <a:pt x="1450" y="290"/>
                    <a:pt x="1500" y="241"/>
                  </a:cubicBezTo>
                  <a:cubicBezTo>
                    <a:pt x="1516" y="224"/>
                    <a:pt x="1533" y="199"/>
                    <a:pt x="1558" y="183"/>
                  </a:cubicBezTo>
                  <a:cubicBezTo>
                    <a:pt x="1376" y="133"/>
                    <a:pt x="1202" y="83"/>
                    <a:pt x="1028" y="42"/>
                  </a:cubicBezTo>
                  <a:cubicBezTo>
                    <a:pt x="970" y="25"/>
                    <a:pt x="912" y="9"/>
                    <a:pt x="854" y="0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36"/>
            <p:cNvSpPr/>
            <p:nvPr/>
          </p:nvSpPr>
          <p:spPr>
            <a:xfrm>
              <a:off x="5557400" y="1758625"/>
              <a:ext cx="3325" cy="5000"/>
            </a:xfrm>
            <a:custGeom>
              <a:rect b="b" l="l" r="r" t="t"/>
              <a:pathLst>
                <a:path extrusionOk="0" h="200" w="133">
                  <a:moveTo>
                    <a:pt x="95" y="0"/>
                  </a:moveTo>
                  <a:cubicBezTo>
                    <a:pt x="88" y="0"/>
                    <a:pt x="81" y="3"/>
                    <a:pt x="75" y="9"/>
                  </a:cubicBezTo>
                  <a:cubicBezTo>
                    <a:pt x="67" y="9"/>
                    <a:pt x="67" y="17"/>
                    <a:pt x="58" y="17"/>
                  </a:cubicBezTo>
                  <a:cubicBezTo>
                    <a:pt x="50" y="25"/>
                    <a:pt x="50" y="34"/>
                    <a:pt x="42" y="42"/>
                  </a:cubicBezTo>
                  <a:cubicBezTo>
                    <a:pt x="42" y="50"/>
                    <a:pt x="34" y="59"/>
                    <a:pt x="34" y="67"/>
                  </a:cubicBezTo>
                  <a:cubicBezTo>
                    <a:pt x="25" y="83"/>
                    <a:pt x="17" y="92"/>
                    <a:pt x="17" y="108"/>
                  </a:cubicBezTo>
                  <a:cubicBezTo>
                    <a:pt x="17" y="117"/>
                    <a:pt x="9" y="125"/>
                    <a:pt x="9" y="133"/>
                  </a:cubicBezTo>
                  <a:cubicBezTo>
                    <a:pt x="0" y="150"/>
                    <a:pt x="9" y="166"/>
                    <a:pt x="17" y="175"/>
                  </a:cubicBezTo>
                  <a:cubicBezTo>
                    <a:pt x="17" y="183"/>
                    <a:pt x="34" y="199"/>
                    <a:pt x="42" y="199"/>
                  </a:cubicBezTo>
                  <a:cubicBezTo>
                    <a:pt x="58" y="199"/>
                    <a:pt x="75" y="199"/>
                    <a:pt x="83" y="191"/>
                  </a:cubicBezTo>
                  <a:cubicBezTo>
                    <a:pt x="100" y="191"/>
                    <a:pt x="108" y="175"/>
                    <a:pt x="108" y="166"/>
                  </a:cubicBezTo>
                  <a:cubicBezTo>
                    <a:pt x="116" y="150"/>
                    <a:pt x="116" y="141"/>
                    <a:pt x="116" y="133"/>
                  </a:cubicBezTo>
                  <a:cubicBezTo>
                    <a:pt x="125" y="125"/>
                    <a:pt x="125" y="108"/>
                    <a:pt x="125" y="100"/>
                  </a:cubicBezTo>
                  <a:cubicBezTo>
                    <a:pt x="125" y="92"/>
                    <a:pt x="125" y="92"/>
                    <a:pt x="125" y="92"/>
                  </a:cubicBezTo>
                  <a:cubicBezTo>
                    <a:pt x="125" y="84"/>
                    <a:pt x="132" y="68"/>
                    <a:pt x="133" y="59"/>
                  </a:cubicBezTo>
                  <a:lnTo>
                    <a:pt x="133" y="59"/>
                  </a:lnTo>
                  <a:cubicBezTo>
                    <a:pt x="133" y="62"/>
                    <a:pt x="133" y="64"/>
                    <a:pt x="133" y="67"/>
                  </a:cubicBezTo>
                  <a:lnTo>
                    <a:pt x="133" y="59"/>
                  </a:lnTo>
                  <a:cubicBezTo>
                    <a:pt x="133" y="59"/>
                    <a:pt x="133" y="59"/>
                    <a:pt x="133" y="59"/>
                  </a:cubicBezTo>
                  <a:lnTo>
                    <a:pt x="133" y="59"/>
                  </a:lnTo>
                  <a:cubicBezTo>
                    <a:pt x="133" y="45"/>
                    <a:pt x="132" y="32"/>
                    <a:pt x="125" y="25"/>
                  </a:cubicBezTo>
                  <a:cubicBezTo>
                    <a:pt x="119" y="9"/>
                    <a:pt x="107" y="0"/>
                    <a:pt x="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36"/>
            <p:cNvSpPr/>
            <p:nvPr/>
          </p:nvSpPr>
          <p:spPr>
            <a:xfrm>
              <a:off x="5504300" y="1772600"/>
              <a:ext cx="54150" cy="20975"/>
            </a:xfrm>
            <a:custGeom>
              <a:rect b="b" l="l" r="r" t="t"/>
              <a:pathLst>
                <a:path extrusionOk="0" h="839" w="2166">
                  <a:moveTo>
                    <a:pt x="2049" y="1"/>
                  </a:moveTo>
                  <a:cubicBezTo>
                    <a:pt x="2040" y="1"/>
                    <a:pt x="2032" y="2"/>
                    <a:pt x="2025" y="5"/>
                  </a:cubicBezTo>
                  <a:cubicBezTo>
                    <a:pt x="1950" y="30"/>
                    <a:pt x="1892" y="113"/>
                    <a:pt x="1843" y="171"/>
                  </a:cubicBezTo>
                  <a:cubicBezTo>
                    <a:pt x="1776" y="237"/>
                    <a:pt x="1718" y="303"/>
                    <a:pt x="1644" y="353"/>
                  </a:cubicBezTo>
                  <a:cubicBezTo>
                    <a:pt x="1511" y="461"/>
                    <a:pt x="1354" y="535"/>
                    <a:pt x="1196" y="568"/>
                  </a:cubicBezTo>
                  <a:cubicBezTo>
                    <a:pt x="1106" y="589"/>
                    <a:pt x="1011" y="600"/>
                    <a:pt x="915" y="600"/>
                  </a:cubicBezTo>
                  <a:cubicBezTo>
                    <a:pt x="632" y="600"/>
                    <a:pt x="338" y="510"/>
                    <a:pt x="128" y="336"/>
                  </a:cubicBezTo>
                  <a:cubicBezTo>
                    <a:pt x="114" y="325"/>
                    <a:pt x="100" y="320"/>
                    <a:pt x="86" y="320"/>
                  </a:cubicBezTo>
                  <a:cubicBezTo>
                    <a:pt x="39" y="320"/>
                    <a:pt x="0" y="375"/>
                    <a:pt x="45" y="419"/>
                  </a:cubicBezTo>
                  <a:cubicBezTo>
                    <a:pt x="297" y="685"/>
                    <a:pt x="633" y="839"/>
                    <a:pt x="994" y="839"/>
                  </a:cubicBezTo>
                  <a:cubicBezTo>
                    <a:pt x="1071" y="839"/>
                    <a:pt x="1150" y="832"/>
                    <a:pt x="1230" y="817"/>
                  </a:cubicBezTo>
                  <a:cubicBezTo>
                    <a:pt x="1437" y="776"/>
                    <a:pt x="1627" y="684"/>
                    <a:pt x="1793" y="560"/>
                  </a:cubicBezTo>
                  <a:cubicBezTo>
                    <a:pt x="1926" y="461"/>
                    <a:pt x="2166" y="254"/>
                    <a:pt x="2133" y="63"/>
                  </a:cubicBezTo>
                  <a:cubicBezTo>
                    <a:pt x="2126" y="29"/>
                    <a:pt x="2086" y="1"/>
                    <a:pt x="2049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36"/>
            <p:cNvSpPr/>
            <p:nvPr/>
          </p:nvSpPr>
          <p:spPr>
            <a:xfrm>
              <a:off x="5684600" y="1733025"/>
              <a:ext cx="9750" cy="24825"/>
            </a:xfrm>
            <a:custGeom>
              <a:rect b="b" l="l" r="r" t="t"/>
              <a:pathLst>
                <a:path extrusionOk="0" h="993" w="390">
                  <a:moveTo>
                    <a:pt x="259" y="1"/>
                  </a:moveTo>
                  <a:cubicBezTo>
                    <a:pt x="211" y="1"/>
                    <a:pt x="163" y="32"/>
                    <a:pt x="149" y="80"/>
                  </a:cubicBezTo>
                  <a:cubicBezTo>
                    <a:pt x="124" y="146"/>
                    <a:pt x="124" y="221"/>
                    <a:pt x="124" y="295"/>
                  </a:cubicBezTo>
                  <a:cubicBezTo>
                    <a:pt x="124" y="329"/>
                    <a:pt x="116" y="362"/>
                    <a:pt x="116" y="395"/>
                  </a:cubicBezTo>
                  <a:cubicBezTo>
                    <a:pt x="107" y="436"/>
                    <a:pt x="107" y="445"/>
                    <a:pt x="99" y="486"/>
                  </a:cubicBezTo>
                  <a:cubicBezTo>
                    <a:pt x="91" y="552"/>
                    <a:pt x="74" y="619"/>
                    <a:pt x="58" y="685"/>
                  </a:cubicBezTo>
                  <a:cubicBezTo>
                    <a:pt x="41" y="751"/>
                    <a:pt x="41" y="817"/>
                    <a:pt x="16" y="892"/>
                  </a:cubicBezTo>
                  <a:cubicBezTo>
                    <a:pt x="0" y="951"/>
                    <a:pt x="46" y="992"/>
                    <a:pt x="94" y="992"/>
                  </a:cubicBezTo>
                  <a:cubicBezTo>
                    <a:pt x="121" y="992"/>
                    <a:pt x="148" y="979"/>
                    <a:pt x="165" y="950"/>
                  </a:cubicBezTo>
                  <a:cubicBezTo>
                    <a:pt x="207" y="892"/>
                    <a:pt x="257" y="842"/>
                    <a:pt x="281" y="768"/>
                  </a:cubicBezTo>
                  <a:cubicBezTo>
                    <a:pt x="315" y="693"/>
                    <a:pt x="339" y="619"/>
                    <a:pt x="356" y="536"/>
                  </a:cubicBezTo>
                  <a:cubicBezTo>
                    <a:pt x="373" y="461"/>
                    <a:pt x="381" y="378"/>
                    <a:pt x="381" y="304"/>
                  </a:cubicBezTo>
                  <a:cubicBezTo>
                    <a:pt x="389" y="262"/>
                    <a:pt x="389" y="229"/>
                    <a:pt x="381" y="196"/>
                  </a:cubicBezTo>
                  <a:lnTo>
                    <a:pt x="389" y="196"/>
                  </a:lnTo>
                  <a:cubicBezTo>
                    <a:pt x="381" y="138"/>
                    <a:pt x="373" y="105"/>
                    <a:pt x="348" y="55"/>
                  </a:cubicBezTo>
                  <a:cubicBezTo>
                    <a:pt x="327" y="17"/>
                    <a:pt x="293" y="1"/>
                    <a:pt x="2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36"/>
            <p:cNvSpPr/>
            <p:nvPr/>
          </p:nvSpPr>
          <p:spPr>
            <a:xfrm>
              <a:off x="5695350" y="1729825"/>
              <a:ext cx="4175" cy="6650"/>
            </a:xfrm>
            <a:custGeom>
              <a:rect b="b" l="l" r="r" t="t"/>
              <a:pathLst>
                <a:path extrusionOk="0" h="266" w="167">
                  <a:moveTo>
                    <a:pt x="125" y="1"/>
                  </a:moveTo>
                  <a:cubicBezTo>
                    <a:pt x="92" y="1"/>
                    <a:pt x="67" y="9"/>
                    <a:pt x="59" y="42"/>
                  </a:cubicBezTo>
                  <a:cubicBezTo>
                    <a:pt x="42" y="92"/>
                    <a:pt x="25" y="133"/>
                    <a:pt x="9" y="183"/>
                  </a:cubicBezTo>
                  <a:cubicBezTo>
                    <a:pt x="1" y="200"/>
                    <a:pt x="9" y="216"/>
                    <a:pt x="17" y="233"/>
                  </a:cubicBezTo>
                  <a:cubicBezTo>
                    <a:pt x="25" y="249"/>
                    <a:pt x="42" y="258"/>
                    <a:pt x="59" y="266"/>
                  </a:cubicBezTo>
                  <a:cubicBezTo>
                    <a:pt x="75" y="266"/>
                    <a:pt x="100" y="266"/>
                    <a:pt x="108" y="258"/>
                  </a:cubicBezTo>
                  <a:cubicBezTo>
                    <a:pt x="125" y="249"/>
                    <a:pt x="141" y="233"/>
                    <a:pt x="141" y="216"/>
                  </a:cubicBezTo>
                  <a:cubicBezTo>
                    <a:pt x="150" y="167"/>
                    <a:pt x="158" y="125"/>
                    <a:pt x="166" y="75"/>
                  </a:cubicBezTo>
                  <a:cubicBezTo>
                    <a:pt x="166" y="59"/>
                    <a:pt x="166" y="42"/>
                    <a:pt x="158" y="34"/>
                  </a:cubicBezTo>
                  <a:cubicBezTo>
                    <a:pt x="150" y="17"/>
                    <a:pt x="141" y="9"/>
                    <a:pt x="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36"/>
            <p:cNvSpPr/>
            <p:nvPr/>
          </p:nvSpPr>
          <p:spPr>
            <a:xfrm>
              <a:off x="5703850" y="1718400"/>
              <a:ext cx="3125" cy="8975"/>
            </a:xfrm>
            <a:custGeom>
              <a:rect b="b" l="l" r="r" t="t"/>
              <a:pathLst>
                <a:path extrusionOk="0" h="359" w="125">
                  <a:moveTo>
                    <a:pt x="91" y="0"/>
                  </a:moveTo>
                  <a:cubicBezTo>
                    <a:pt x="81" y="0"/>
                    <a:pt x="71" y="6"/>
                    <a:pt x="67" y="19"/>
                  </a:cubicBezTo>
                  <a:cubicBezTo>
                    <a:pt x="50" y="35"/>
                    <a:pt x="42" y="60"/>
                    <a:pt x="33" y="85"/>
                  </a:cubicBezTo>
                  <a:cubicBezTo>
                    <a:pt x="25" y="110"/>
                    <a:pt x="25" y="135"/>
                    <a:pt x="17" y="168"/>
                  </a:cubicBezTo>
                  <a:cubicBezTo>
                    <a:pt x="17" y="209"/>
                    <a:pt x="9" y="259"/>
                    <a:pt x="0" y="309"/>
                  </a:cubicBezTo>
                  <a:cubicBezTo>
                    <a:pt x="0" y="334"/>
                    <a:pt x="25" y="358"/>
                    <a:pt x="50" y="358"/>
                  </a:cubicBezTo>
                  <a:cubicBezTo>
                    <a:pt x="83" y="358"/>
                    <a:pt x="100" y="334"/>
                    <a:pt x="100" y="309"/>
                  </a:cubicBezTo>
                  <a:cubicBezTo>
                    <a:pt x="108" y="259"/>
                    <a:pt x="116" y="218"/>
                    <a:pt x="116" y="168"/>
                  </a:cubicBezTo>
                  <a:cubicBezTo>
                    <a:pt x="125" y="143"/>
                    <a:pt x="125" y="118"/>
                    <a:pt x="125" y="93"/>
                  </a:cubicBezTo>
                  <a:cubicBezTo>
                    <a:pt x="125" y="68"/>
                    <a:pt x="125" y="44"/>
                    <a:pt x="116" y="27"/>
                  </a:cubicBezTo>
                  <a:lnTo>
                    <a:pt x="116" y="19"/>
                  </a:lnTo>
                  <a:cubicBezTo>
                    <a:pt x="112" y="6"/>
                    <a:pt x="102" y="0"/>
                    <a:pt x="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36"/>
            <p:cNvSpPr/>
            <p:nvPr/>
          </p:nvSpPr>
          <p:spPr>
            <a:xfrm>
              <a:off x="5694600" y="1831950"/>
              <a:ext cx="11350" cy="23600"/>
            </a:xfrm>
            <a:custGeom>
              <a:rect b="b" l="l" r="r" t="t"/>
              <a:pathLst>
                <a:path extrusionOk="0" h="944" w="454">
                  <a:moveTo>
                    <a:pt x="344" y="0"/>
                  </a:moveTo>
                  <a:cubicBezTo>
                    <a:pt x="322" y="0"/>
                    <a:pt x="299" y="8"/>
                    <a:pt x="279" y="25"/>
                  </a:cubicBezTo>
                  <a:lnTo>
                    <a:pt x="279" y="34"/>
                  </a:lnTo>
                  <a:cubicBezTo>
                    <a:pt x="229" y="83"/>
                    <a:pt x="213" y="175"/>
                    <a:pt x="188" y="249"/>
                  </a:cubicBezTo>
                  <a:cubicBezTo>
                    <a:pt x="163" y="315"/>
                    <a:pt x="138" y="382"/>
                    <a:pt x="122" y="448"/>
                  </a:cubicBezTo>
                  <a:cubicBezTo>
                    <a:pt x="97" y="514"/>
                    <a:pt x="80" y="581"/>
                    <a:pt x="55" y="647"/>
                  </a:cubicBezTo>
                  <a:cubicBezTo>
                    <a:pt x="39" y="721"/>
                    <a:pt x="22" y="796"/>
                    <a:pt x="6" y="862"/>
                  </a:cubicBezTo>
                  <a:cubicBezTo>
                    <a:pt x="0" y="906"/>
                    <a:pt x="39" y="943"/>
                    <a:pt x="75" y="943"/>
                  </a:cubicBezTo>
                  <a:cubicBezTo>
                    <a:pt x="93" y="943"/>
                    <a:pt x="111" y="934"/>
                    <a:pt x="122" y="912"/>
                  </a:cubicBezTo>
                  <a:cubicBezTo>
                    <a:pt x="155" y="846"/>
                    <a:pt x="188" y="779"/>
                    <a:pt x="221" y="721"/>
                  </a:cubicBezTo>
                  <a:cubicBezTo>
                    <a:pt x="246" y="647"/>
                    <a:pt x="279" y="581"/>
                    <a:pt x="304" y="514"/>
                  </a:cubicBezTo>
                  <a:cubicBezTo>
                    <a:pt x="329" y="448"/>
                    <a:pt x="362" y="382"/>
                    <a:pt x="387" y="315"/>
                  </a:cubicBezTo>
                  <a:cubicBezTo>
                    <a:pt x="412" y="249"/>
                    <a:pt x="453" y="166"/>
                    <a:pt x="445" y="100"/>
                  </a:cubicBezTo>
                  <a:cubicBezTo>
                    <a:pt x="445" y="42"/>
                    <a:pt x="396" y="0"/>
                    <a:pt x="3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36"/>
            <p:cNvSpPr/>
            <p:nvPr/>
          </p:nvSpPr>
          <p:spPr>
            <a:xfrm>
              <a:off x="5707775" y="1834700"/>
              <a:ext cx="5425" cy="11200"/>
            </a:xfrm>
            <a:custGeom>
              <a:rect b="b" l="l" r="r" t="t"/>
              <a:pathLst>
                <a:path extrusionOk="0" h="448" w="217">
                  <a:moveTo>
                    <a:pt x="164" y="0"/>
                  </a:moveTo>
                  <a:cubicBezTo>
                    <a:pt x="154" y="0"/>
                    <a:pt x="143" y="5"/>
                    <a:pt x="133" y="15"/>
                  </a:cubicBezTo>
                  <a:cubicBezTo>
                    <a:pt x="92" y="56"/>
                    <a:pt x="75" y="131"/>
                    <a:pt x="59" y="189"/>
                  </a:cubicBezTo>
                  <a:cubicBezTo>
                    <a:pt x="42" y="255"/>
                    <a:pt x="26" y="313"/>
                    <a:pt x="9" y="371"/>
                  </a:cubicBezTo>
                  <a:cubicBezTo>
                    <a:pt x="1" y="404"/>
                    <a:pt x="17" y="437"/>
                    <a:pt x="50" y="446"/>
                  </a:cubicBezTo>
                  <a:cubicBezTo>
                    <a:pt x="56" y="447"/>
                    <a:pt x="62" y="448"/>
                    <a:pt x="67" y="448"/>
                  </a:cubicBezTo>
                  <a:cubicBezTo>
                    <a:pt x="94" y="448"/>
                    <a:pt x="118" y="432"/>
                    <a:pt x="125" y="404"/>
                  </a:cubicBezTo>
                  <a:cubicBezTo>
                    <a:pt x="142" y="346"/>
                    <a:pt x="158" y="280"/>
                    <a:pt x="175" y="222"/>
                  </a:cubicBezTo>
                  <a:cubicBezTo>
                    <a:pt x="191" y="164"/>
                    <a:pt x="216" y="98"/>
                    <a:pt x="200" y="31"/>
                  </a:cubicBezTo>
                  <a:cubicBezTo>
                    <a:pt x="195" y="11"/>
                    <a:pt x="180" y="0"/>
                    <a:pt x="1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36"/>
            <p:cNvSpPr/>
            <p:nvPr/>
          </p:nvSpPr>
          <p:spPr>
            <a:xfrm>
              <a:off x="5718975" y="1827925"/>
              <a:ext cx="4150" cy="11300"/>
            </a:xfrm>
            <a:custGeom>
              <a:rect b="b" l="l" r="r" t="t"/>
              <a:pathLst>
                <a:path extrusionOk="0" h="452" w="166">
                  <a:moveTo>
                    <a:pt x="109" y="1"/>
                  </a:moveTo>
                  <a:cubicBezTo>
                    <a:pt x="105" y="1"/>
                    <a:pt x="102" y="2"/>
                    <a:pt x="100" y="4"/>
                  </a:cubicBezTo>
                  <a:cubicBezTo>
                    <a:pt x="66" y="21"/>
                    <a:pt x="58" y="62"/>
                    <a:pt x="50" y="95"/>
                  </a:cubicBezTo>
                  <a:cubicBezTo>
                    <a:pt x="33" y="128"/>
                    <a:pt x="33" y="162"/>
                    <a:pt x="25" y="195"/>
                  </a:cubicBezTo>
                  <a:cubicBezTo>
                    <a:pt x="17" y="261"/>
                    <a:pt x="17" y="319"/>
                    <a:pt x="8" y="385"/>
                  </a:cubicBezTo>
                  <a:cubicBezTo>
                    <a:pt x="0" y="418"/>
                    <a:pt x="42" y="452"/>
                    <a:pt x="75" y="452"/>
                  </a:cubicBezTo>
                  <a:cubicBezTo>
                    <a:pt x="116" y="452"/>
                    <a:pt x="141" y="418"/>
                    <a:pt x="149" y="385"/>
                  </a:cubicBezTo>
                  <a:cubicBezTo>
                    <a:pt x="149" y="319"/>
                    <a:pt x="158" y="261"/>
                    <a:pt x="166" y="195"/>
                  </a:cubicBezTo>
                  <a:cubicBezTo>
                    <a:pt x="166" y="170"/>
                    <a:pt x="166" y="137"/>
                    <a:pt x="166" y="112"/>
                  </a:cubicBezTo>
                  <a:cubicBezTo>
                    <a:pt x="158" y="79"/>
                    <a:pt x="158" y="29"/>
                    <a:pt x="133" y="12"/>
                  </a:cubicBezTo>
                  <a:cubicBezTo>
                    <a:pt x="127" y="7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36"/>
            <p:cNvSpPr/>
            <p:nvPr/>
          </p:nvSpPr>
          <p:spPr>
            <a:xfrm>
              <a:off x="5554900" y="1792875"/>
              <a:ext cx="9975" cy="14350"/>
            </a:xfrm>
            <a:custGeom>
              <a:rect b="b" l="l" r="r" t="t"/>
              <a:pathLst>
                <a:path extrusionOk="0" h="574" w="399">
                  <a:moveTo>
                    <a:pt x="293" y="0"/>
                  </a:moveTo>
                  <a:cubicBezTo>
                    <a:pt x="279" y="0"/>
                    <a:pt x="264" y="5"/>
                    <a:pt x="250" y="14"/>
                  </a:cubicBezTo>
                  <a:cubicBezTo>
                    <a:pt x="216" y="31"/>
                    <a:pt x="200" y="56"/>
                    <a:pt x="192" y="97"/>
                  </a:cubicBezTo>
                  <a:cubicBezTo>
                    <a:pt x="183" y="114"/>
                    <a:pt x="175" y="130"/>
                    <a:pt x="167" y="155"/>
                  </a:cubicBezTo>
                  <a:cubicBezTo>
                    <a:pt x="158" y="188"/>
                    <a:pt x="142" y="221"/>
                    <a:pt x="125" y="263"/>
                  </a:cubicBezTo>
                  <a:cubicBezTo>
                    <a:pt x="125" y="263"/>
                    <a:pt x="125" y="263"/>
                    <a:pt x="125" y="271"/>
                  </a:cubicBezTo>
                  <a:lnTo>
                    <a:pt x="109" y="296"/>
                  </a:lnTo>
                  <a:cubicBezTo>
                    <a:pt x="100" y="321"/>
                    <a:pt x="92" y="337"/>
                    <a:pt x="84" y="354"/>
                  </a:cubicBezTo>
                  <a:cubicBezTo>
                    <a:pt x="67" y="387"/>
                    <a:pt x="42" y="420"/>
                    <a:pt x="26" y="453"/>
                  </a:cubicBezTo>
                  <a:cubicBezTo>
                    <a:pt x="1" y="495"/>
                    <a:pt x="18" y="544"/>
                    <a:pt x="51" y="561"/>
                  </a:cubicBezTo>
                  <a:cubicBezTo>
                    <a:pt x="65" y="569"/>
                    <a:pt x="78" y="573"/>
                    <a:pt x="92" y="573"/>
                  </a:cubicBezTo>
                  <a:cubicBezTo>
                    <a:pt x="118" y="573"/>
                    <a:pt x="142" y="558"/>
                    <a:pt x="158" y="536"/>
                  </a:cubicBezTo>
                  <a:cubicBezTo>
                    <a:pt x="208" y="470"/>
                    <a:pt x="250" y="404"/>
                    <a:pt x="291" y="329"/>
                  </a:cubicBezTo>
                  <a:cubicBezTo>
                    <a:pt x="308" y="296"/>
                    <a:pt x="324" y="263"/>
                    <a:pt x="341" y="221"/>
                  </a:cubicBezTo>
                  <a:cubicBezTo>
                    <a:pt x="366" y="172"/>
                    <a:pt x="399" y="122"/>
                    <a:pt x="374" y="64"/>
                  </a:cubicBezTo>
                  <a:cubicBezTo>
                    <a:pt x="366" y="39"/>
                    <a:pt x="349" y="23"/>
                    <a:pt x="324" y="6"/>
                  </a:cubicBezTo>
                  <a:cubicBezTo>
                    <a:pt x="314" y="3"/>
                    <a:pt x="304" y="0"/>
                    <a:pt x="2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36"/>
            <p:cNvSpPr/>
            <p:nvPr/>
          </p:nvSpPr>
          <p:spPr>
            <a:xfrm>
              <a:off x="5572525" y="1786750"/>
              <a:ext cx="5825" cy="9125"/>
            </a:xfrm>
            <a:custGeom>
              <a:rect b="b" l="l" r="r" t="t"/>
              <a:pathLst>
                <a:path extrusionOk="0" h="365" w="233">
                  <a:moveTo>
                    <a:pt x="183" y="1"/>
                  </a:moveTo>
                  <a:cubicBezTo>
                    <a:pt x="174" y="1"/>
                    <a:pt x="165" y="4"/>
                    <a:pt x="158" y="11"/>
                  </a:cubicBezTo>
                  <a:cubicBezTo>
                    <a:pt x="125" y="44"/>
                    <a:pt x="100" y="94"/>
                    <a:pt x="75" y="135"/>
                  </a:cubicBezTo>
                  <a:cubicBezTo>
                    <a:pt x="67" y="152"/>
                    <a:pt x="50" y="168"/>
                    <a:pt x="42" y="193"/>
                  </a:cubicBezTo>
                  <a:cubicBezTo>
                    <a:pt x="33" y="210"/>
                    <a:pt x="25" y="234"/>
                    <a:pt x="17" y="251"/>
                  </a:cubicBezTo>
                  <a:cubicBezTo>
                    <a:pt x="9" y="268"/>
                    <a:pt x="0" y="292"/>
                    <a:pt x="9" y="309"/>
                  </a:cubicBezTo>
                  <a:cubicBezTo>
                    <a:pt x="17" y="334"/>
                    <a:pt x="33" y="350"/>
                    <a:pt x="50" y="359"/>
                  </a:cubicBezTo>
                  <a:cubicBezTo>
                    <a:pt x="62" y="363"/>
                    <a:pt x="73" y="365"/>
                    <a:pt x="83" y="365"/>
                  </a:cubicBezTo>
                  <a:cubicBezTo>
                    <a:pt x="93" y="365"/>
                    <a:pt x="104" y="363"/>
                    <a:pt x="116" y="359"/>
                  </a:cubicBezTo>
                  <a:cubicBezTo>
                    <a:pt x="133" y="350"/>
                    <a:pt x="149" y="334"/>
                    <a:pt x="158" y="309"/>
                  </a:cubicBezTo>
                  <a:lnTo>
                    <a:pt x="183" y="251"/>
                  </a:lnTo>
                  <a:cubicBezTo>
                    <a:pt x="191" y="226"/>
                    <a:pt x="199" y="201"/>
                    <a:pt x="199" y="185"/>
                  </a:cubicBezTo>
                  <a:cubicBezTo>
                    <a:pt x="216" y="135"/>
                    <a:pt x="232" y="94"/>
                    <a:pt x="232" y="44"/>
                  </a:cubicBezTo>
                  <a:cubicBezTo>
                    <a:pt x="232" y="20"/>
                    <a:pt x="207" y="1"/>
                    <a:pt x="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36"/>
            <p:cNvSpPr/>
            <p:nvPr/>
          </p:nvSpPr>
          <p:spPr>
            <a:xfrm>
              <a:off x="5587500" y="1768300"/>
              <a:ext cx="4725" cy="14500"/>
            </a:xfrm>
            <a:custGeom>
              <a:rect b="b" l="l" r="r" t="t"/>
              <a:pathLst>
                <a:path extrusionOk="0" h="580" w="189">
                  <a:moveTo>
                    <a:pt x="110" y="0"/>
                  </a:moveTo>
                  <a:cubicBezTo>
                    <a:pt x="81" y="0"/>
                    <a:pt x="51" y="20"/>
                    <a:pt x="56" y="53"/>
                  </a:cubicBezTo>
                  <a:cubicBezTo>
                    <a:pt x="81" y="218"/>
                    <a:pt x="48" y="376"/>
                    <a:pt x="6" y="533"/>
                  </a:cubicBezTo>
                  <a:cubicBezTo>
                    <a:pt x="1" y="560"/>
                    <a:pt x="23" y="579"/>
                    <a:pt x="45" y="579"/>
                  </a:cubicBezTo>
                  <a:cubicBezTo>
                    <a:pt x="58" y="579"/>
                    <a:pt x="72" y="573"/>
                    <a:pt x="81" y="558"/>
                  </a:cubicBezTo>
                  <a:cubicBezTo>
                    <a:pt x="172" y="409"/>
                    <a:pt x="188" y="218"/>
                    <a:pt x="155" y="36"/>
                  </a:cubicBezTo>
                  <a:cubicBezTo>
                    <a:pt x="152" y="11"/>
                    <a:pt x="131" y="0"/>
                    <a:pt x="1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36"/>
            <p:cNvSpPr/>
            <p:nvPr/>
          </p:nvSpPr>
          <p:spPr>
            <a:xfrm>
              <a:off x="5652125" y="1428800"/>
              <a:ext cx="55875" cy="95800"/>
            </a:xfrm>
            <a:custGeom>
              <a:rect b="b" l="l" r="r" t="t"/>
              <a:pathLst>
                <a:path extrusionOk="0" h="3832" w="2235">
                  <a:moveTo>
                    <a:pt x="1939" y="0"/>
                  </a:moveTo>
                  <a:cubicBezTo>
                    <a:pt x="1780" y="0"/>
                    <a:pt x="1627" y="77"/>
                    <a:pt x="1522" y="210"/>
                  </a:cubicBezTo>
                  <a:cubicBezTo>
                    <a:pt x="1340" y="426"/>
                    <a:pt x="1307" y="740"/>
                    <a:pt x="1257" y="1014"/>
                  </a:cubicBezTo>
                  <a:cubicBezTo>
                    <a:pt x="1191" y="1329"/>
                    <a:pt x="1125" y="1635"/>
                    <a:pt x="1067" y="1950"/>
                  </a:cubicBezTo>
                  <a:cubicBezTo>
                    <a:pt x="1017" y="2190"/>
                    <a:pt x="976" y="2439"/>
                    <a:pt x="851" y="2654"/>
                  </a:cubicBezTo>
                  <a:cubicBezTo>
                    <a:pt x="802" y="2754"/>
                    <a:pt x="727" y="2837"/>
                    <a:pt x="636" y="2895"/>
                  </a:cubicBezTo>
                  <a:cubicBezTo>
                    <a:pt x="619" y="2895"/>
                    <a:pt x="603" y="2891"/>
                    <a:pt x="586" y="2891"/>
                  </a:cubicBezTo>
                  <a:cubicBezTo>
                    <a:pt x="578" y="2891"/>
                    <a:pt x="570" y="2892"/>
                    <a:pt x="561" y="2895"/>
                  </a:cubicBezTo>
                  <a:cubicBezTo>
                    <a:pt x="412" y="2944"/>
                    <a:pt x="271" y="3036"/>
                    <a:pt x="172" y="3168"/>
                  </a:cubicBezTo>
                  <a:cubicBezTo>
                    <a:pt x="147" y="3201"/>
                    <a:pt x="139" y="3243"/>
                    <a:pt x="139" y="3276"/>
                  </a:cubicBezTo>
                  <a:cubicBezTo>
                    <a:pt x="122" y="3292"/>
                    <a:pt x="97" y="3317"/>
                    <a:pt x="81" y="3334"/>
                  </a:cubicBezTo>
                  <a:cubicBezTo>
                    <a:pt x="1" y="3434"/>
                    <a:pt x="82" y="3556"/>
                    <a:pt x="182" y="3556"/>
                  </a:cubicBezTo>
                  <a:cubicBezTo>
                    <a:pt x="206" y="3556"/>
                    <a:pt x="231" y="3549"/>
                    <a:pt x="255" y="3533"/>
                  </a:cubicBezTo>
                  <a:cubicBezTo>
                    <a:pt x="271" y="3607"/>
                    <a:pt x="304" y="3682"/>
                    <a:pt x="354" y="3740"/>
                  </a:cubicBezTo>
                  <a:cubicBezTo>
                    <a:pt x="380" y="3772"/>
                    <a:pt x="415" y="3784"/>
                    <a:pt x="450" y="3784"/>
                  </a:cubicBezTo>
                  <a:cubicBezTo>
                    <a:pt x="459" y="3784"/>
                    <a:pt x="469" y="3783"/>
                    <a:pt x="478" y="3781"/>
                  </a:cubicBezTo>
                  <a:cubicBezTo>
                    <a:pt x="505" y="3814"/>
                    <a:pt x="549" y="3831"/>
                    <a:pt x="593" y="3831"/>
                  </a:cubicBezTo>
                  <a:cubicBezTo>
                    <a:pt x="658" y="3831"/>
                    <a:pt x="720" y="3792"/>
                    <a:pt x="710" y="3707"/>
                  </a:cubicBezTo>
                  <a:cubicBezTo>
                    <a:pt x="710" y="3674"/>
                    <a:pt x="702" y="3640"/>
                    <a:pt x="702" y="3607"/>
                  </a:cubicBezTo>
                  <a:cubicBezTo>
                    <a:pt x="752" y="3599"/>
                    <a:pt x="793" y="3574"/>
                    <a:pt x="810" y="3524"/>
                  </a:cubicBezTo>
                  <a:cubicBezTo>
                    <a:pt x="851" y="3417"/>
                    <a:pt x="884" y="3226"/>
                    <a:pt x="835" y="3094"/>
                  </a:cubicBezTo>
                  <a:lnTo>
                    <a:pt x="876" y="3060"/>
                  </a:lnTo>
                  <a:cubicBezTo>
                    <a:pt x="884" y="3052"/>
                    <a:pt x="884" y="3044"/>
                    <a:pt x="893" y="3036"/>
                  </a:cubicBezTo>
                  <a:cubicBezTo>
                    <a:pt x="918" y="3011"/>
                    <a:pt x="934" y="2994"/>
                    <a:pt x="959" y="2969"/>
                  </a:cubicBezTo>
                  <a:cubicBezTo>
                    <a:pt x="1017" y="2903"/>
                    <a:pt x="1058" y="2828"/>
                    <a:pt x="1100" y="2754"/>
                  </a:cubicBezTo>
                  <a:cubicBezTo>
                    <a:pt x="1166" y="2646"/>
                    <a:pt x="1216" y="2530"/>
                    <a:pt x="1257" y="2406"/>
                  </a:cubicBezTo>
                  <a:cubicBezTo>
                    <a:pt x="1431" y="1884"/>
                    <a:pt x="1373" y="1304"/>
                    <a:pt x="1605" y="807"/>
                  </a:cubicBezTo>
                  <a:cubicBezTo>
                    <a:pt x="1705" y="575"/>
                    <a:pt x="1870" y="359"/>
                    <a:pt x="2111" y="260"/>
                  </a:cubicBezTo>
                  <a:cubicBezTo>
                    <a:pt x="2194" y="227"/>
                    <a:pt x="2235" y="94"/>
                    <a:pt x="2144" y="53"/>
                  </a:cubicBezTo>
                  <a:lnTo>
                    <a:pt x="2144" y="44"/>
                  </a:lnTo>
                  <a:cubicBezTo>
                    <a:pt x="2077" y="15"/>
                    <a:pt x="2007" y="0"/>
                    <a:pt x="1939" y="0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36"/>
            <p:cNvSpPr/>
            <p:nvPr/>
          </p:nvSpPr>
          <p:spPr>
            <a:xfrm>
              <a:off x="5575200" y="1610925"/>
              <a:ext cx="8125" cy="12550"/>
            </a:xfrm>
            <a:custGeom>
              <a:rect b="b" l="l" r="r" t="t"/>
              <a:pathLst>
                <a:path extrusionOk="0" h="502" w="325">
                  <a:moveTo>
                    <a:pt x="241" y="1"/>
                  </a:moveTo>
                  <a:cubicBezTo>
                    <a:pt x="216" y="1"/>
                    <a:pt x="192" y="1"/>
                    <a:pt x="167" y="18"/>
                  </a:cubicBezTo>
                  <a:cubicBezTo>
                    <a:pt x="142" y="26"/>
                    <a:pt x="134" y="51"/>
                    <a:pt x="125" y="76"/>
                  </a:cubicBezTo>
                  <a:cubicBezTo>
                    <a:pt x="100" y="125"/>
                    <a:pt x="76" y="183"/>
                    <a:pt x="59" y="241"/>
                  </a:cubicBezTo>
                  <a:cubicBezTo>
                    <a:pt x="42" y="299"/>
                    <a:pt x="26" y="357"/>
                    <a:pt x="9" y="415"/>
                  </a:cubicBezTo>
                  <a:cubicBezTo>
                    <a:pt x="1" y="448"/>
                    <a:pt x="18" y="482"/>
                    <a:pt x="51" y="498"/>
                  </a:cubicBezTo>
                  <a:cubicBezTo>
                    <a:pt x="58" y="500"/>
                    <a:pt x="67" y="501"/>
                    <a:pt x="75" y="501"/>
                  </a:cubicBezTo>
                  <a:cubicBezTo>
                    <a:pt x="102" y="501"/>
                    <a:pt x="129" y="490"/>
                    <a:pt x="142" y="465"/>
                  </a:cubicBezTo>
                  <a:cubicBezTo>
                    <a:pt x="167" y="415"/>
                    <a:pt x="200" y="357"/>
                    <a:pt x="225" y="308"/>
                  </a:cubicBezTo>
                  <a:cubicBezTo>
                    <a:pt x="258" y="250"/>
                    <a:pt x="283" y="183"/>
                    <a:pt x="308" y="125"/>
                  </a:cubicBezTo>
                  <a:cubicBezTo>
                    <a:pt x="324" y="100"/>
                    <a:pt x="316" y="67"/>
                    <a:pt x="299" y="51"/>
                  </a:cubicBezTo>
                  <a:cubicBezTo>
                    <a:pt x="291" y="26"/>
                    <a:pt x="266" y="9"/>
                    <a:pt x="2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36"/>
            <p:cNvSpPr/>
            <p:nvPr/>
          </p:nvSpPr>
          <p:spPr>
            <a:xfrm>
              <a:off x="5583700" y="1609550"/>
              <a:ext cx="3750" cy="7050"/>
            </a:xfrm>
            <a:custGeom>
              <a:rect b="b" l="l" r="r" t="t"/>
              <a:pathLst>
                <a:path extrusionOk="0" h="282" w="150">
                  <a:moveTo>
                    <a:pt x="113" y="0"/>
                  </a:moveTo>
                  <a:cubicBezTo>
                    <a:pt x="106" y="0"/>
                    <a:pt x="100" y="2"/>
                    <a:pt x="92" y="6"/>
                  </a:cubicBezTo>
                  <a:cubicBezTo>
                    <a:pt x="92" y="15"/>
                    <a:pt x="84" y="23"/>
                    <a:pt x="75" y="31"/>
                  </a:cubicBezTo>
                  <a:cubicBezTo>
                    <a:pt x="67" y="31"/>
                    <a:pt x="59" y="48"/>
                    <a:pt x="59" y="56"/>
                  </a:cubicBezTo>
                  <a:lnTo>
                    <a:pt x="50" y="56"/>
                  </a:lnTo>
                  <a:cubicBezTo>
                    <a:pt x="50" y="56"/>
                    <a:pt x="42" y="64"/>
                    <a:pt x="42" y="73"/>
                  </a:cubicBezTo>
                  <a:cubicBezTo>
                    <a:pt x="34" y="81"/>
                    <a:pt x="34" y="97"/>
                    <a:pt x="26" y="106"/>
                  </a:cubicBezTo>
                  <a:cubicBezTo>
                    <a:pt x="17" y="139"/>
                    <a:pt x="9" y="180"/>
                    <a:pt x="1" y="213"/>
                  </a:cubicBezTo>
                  <a:cubicBezTo>
                    <a:pt x="1" y="230"/>
                    <a:pt x="1" y="238"/>
                    <a:pt x="9" y="255"/>
                  </a:cubicBezTo>
                  <a:cubicBezTo>
                    <a:pt x="17" y="263"/>
                    <a:pt x="26" y="280"/>
                    <a:pt x="42" y="280"/>
                  </a:cubicBezTo>
                  <a:cubicBezTo>
                    <a:pt x="46" y="281"/>
                    <a:pt x="51" y="282"/>
                    <a:pt x="55" y="282"/>
                  </a:cubicBezTo>
                  <a:cubicBezTo>
                    <a:pt x="78" y="282"/>
                    <a:pt x="102" y="266"/>
                    <a:pt x="108" y="238"/>
                  </a:cubicBezTo>
                  <a:cubicBezTo>
                    <a:pt x="117" y="205"/>
                    <a:pt x="125" y="172"/>
                    <a:pt x="133" y="139"/>
                  </a:cubicBezTo>
                  <a:cubicBezTo>
                    <a:pt x="133" y="131"/>
                    <a:pt x="142" y="122"/>
                    <a:pt x="142" y="114"/>
                  </a:cubicBezTo>
                  <a:cubicBezTo>
                    <a:pt x="142" y="106"/>
                    <a:pt x="142" y="97"/>
                    <a:pt x="142" y="89"/>
                  </a:cubicBezTo>
                  <a:cubicBezTo>
                    <a:pt x="142" y="81"/>
                    <a:pt x="150" y="64"/>
                    <a:pt x="150" y="56"/>
                  </a:cubicBezTo>
                  <a:lnTo>
                    <a:pt x="150" y="31"/>
                  </a:lnTo>
                  <a:cubicBezTo>
                    <a:pt x="150" y="23"/>
                    <a:pt x="142" y="6"/>
                    <a:pt x="133" y="6"/>
                  </a:cubicBezTo>
                  <a:cubicBezTo>
                    <a:pt x="125" y="2"/>
                    <a:pt x="119" y="0"/>
                    <a:pt x="1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36"/>
            <p:cNvSpPr/>
            <p:nvPr/>
          </p:nvSpPr>
          <p:spPr>
            <a:xfrm>
              <a:off x="5588050" y="1608700"/>
              <a:ext cx="2525" cy="2975"/>
            </a:xfrm>
            <a:custGeom>
              <a:rect b="b" l="l" r="r" t="t"/>
              <a:pathLst>
                <a:path extrusionOk="0" h="119" w="101">
                  <a:moveTo>
                    <a:pt x="71" y="1"/>
                  </a:moveTo>
                  <a:cubicBezTo>
                    <a:pt x="67" y="1"/>
                    <a:pt x="63" y="3"/>
                    <a:pt x="59" y="7"/>
                  </a:cubicBezTo>
                  <a:lnTo>
                    <a:pt x="26" y="24"/>
                  </a:lnTo>
                  <a:cubicBezTo>
                    <a:pt x="17" y="32"/>
                    <a:pt x="17" y="32"/>
                    <a:pt x="9" y="40"/>
                  </a:cubicBezTo>
                  <a:cubicBezTo>
                    <a:pt x="9" y="49"/>
                    <a:pt x="1" y="57"/>
                    <a:pt x="1" y="65"/>
                  </a:cubicBezTo>
                  <a:cubicBezTo>
                    <a:pt x="1" y="82"/>
                    <a:pt x="9" y="98"/>
                    <a:pt x="26" y="107"/>
                  </a:cubicBezTo>
                  <a:cubicBezTo>
                    <a:pt x="34" y="115"/>
                    <a:pt x="42" y="119"/>
                    <a:pt x="50" y="119"/>
                  </a:cubicBezTo>
                  <a:cubicBezTo>
                    <a:pt x="59" y="119"/>
                    <a:pt x="67" y="115"/>
                    <a:pt x="75" y="107"/>
                  </a:cubicBezTo>
                  <a:cubicBezTo>
                    <a:pt x="84" y="107"/>
                    <a:pt x="92" y="98"/>
                    <a:pt x="92" y="90"/>
                  </a:cubicBezTo>
                  <a:cubicBezTo>
                    <a:pt x="100" y="82"/>
                    <a:pt x="100" y="73"/>
                    <a:pt x="100" y="65"/>
                  </a:cubicBezTo>
                  <a:cubicBezTo>
                    <a:pt x="100" y="57"/>
                    <a:pt x="100" y="49"/>
                    <a:pt x="100" y="32"/>
                  </a:cubicBezTo>
                  <a:cubicBezTo>
                    <a:pt x="100" y="24"/>
                    <a:pt x="100" y="24"/>
                    <a:pt x="100" y="15"/>
                  </a:cubicBezTo>
                  <a:cubicBezTo>
                    <a:pt x="92" y="15"/>
                    <a:pt x="92" y="7"/>
                    <a:pt x="84" y="7"/>
                  </a:cubicBezTo>
                  <a:cubicBezTo>
                    <a:pt x="79" y="3"/>
                    <a:pt x="75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36"/>
            <p:cNvSpPr/>
            <p:nvPr/>
          </p:nvSpPr>
          <p:spPr>
            <a:xfrm>
              <a:off x="5565900" y="1620525"/>
              <a:ext cx="3750" cy="5150"/>
            </a:xfrm>
            <a:custGeom>
              <a:rect b="b" l="l" r="r" t="t"/>
              <a:pathLst>
                <a:path extrusionOk="0" h="206" w="150">
                  <a:moveTo>
                    <a:pt x="105" y="0"/>
                  </a:moveTo>
                  <a:cubicBezTo>
                    <a:pt x="100" y="0"/>
                    <a:pt x="95" y="2"/>
                    <a:pt x="91" y="6"/>
                  </a:cubicBezTo>
                  <a:lnTo>
                    <a:pt x="83" y="6"/>
                  </a:lnTo>
                  <a:cubicBezTo>
                    <a:pt x="75" y="15"/>
                    <a:pt x="66" y="15"/>
                    <a:pt x="66" y="23"/>
                  </a:cubicBezTo>
                  <a:cubicBezTo>
                    <a:pt x="42" y="48"/>
                    <a:pt x="25" y="73"/>
                    <a:pt x="8" y="98"/>
                  </a:cubicBezTo>
                  <a:cubicBezTo>
                    <a:pt x="0" y="114"/>
                    <a:pt x="0" y="122"/>
                    <a:pt x="0" y="139"/>
                  </a:cubicBezTo>
                  <a:cubicBezTo>
                    <a:pt x="0" y="147"/>
                    <a:pt x="0" y="156"/>
                    <a:pt x="8" y="172"/>
                  </a:cubicBezTo>
                  <a:cubicBezTo>
                    <a:pt x="17" y="189"/>
                    <a:pt x="33" y="197"/>
                    <a:pt x="50" y="205"/>
                  </a:cubicBezTo>
                  <a:lnTo>
                    <a:pt x="75" y="205"/>
                  </a:lnTo>
                  <a:cubicBezTo>
                    <a:pt x="91" y="205"/>
                    <a:pt x="100" y="197"/>
                    <a:pt x="100" y="197"/>
                  </a:cubicBezTo>
                  <a:cubicBezTo>
                    <a:pt x="116" y="189"/>
                    <a:pt x="124" y="180"/>
                    <a:pt x="124" y="172"/>
                  </a:cubicBezTo>
                  <a:cubicBezTo>
                    <a:pt x="133" y="156"/>
                    <a:pt x="141" y="147"/>
                    <a:pt x="141" y="139"/>
                  </a:cubicBezTo>
                  <a:lnTo>
                    <a:pt x="141" y="81"/>
                  </a:lnTo>
                  <a:cubicBezTo>
                    <a:pt x="141" y="73"/>
                    <a:pt x="149" y="64"/>
                    <a:pt x="149" y="56"/>
                  </a:cubicBezTo>
                  <a:cubicBezTo>
                    <a:pt x="149" y="56"/>
                    <a:pt x="149" y="48"/>
                    <a:pt x="149" y="40"/>
                  </a:cubicBezTo>
                  <a:cubicBezTo>
                    <a:pt x="149" y="31"/>
                    <a:pt x="149" y="31"/>
                    <a:pt x="141" y="23"/>
                  </a:cubicBezTo>
                  <a:cubicBezTo>
                    <a:pt x="141" y="15"/>
                    <a:pt x="133" y="6"/>
                    <a:pt x="124" y="6"/>
                  </a:cubicBezTo>
                  <a:cubicBezTo>
                    <a:pt x="116" y="2"/>
                    <a:pt x="110" y="0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36"/>
            <p:cNvSpPr/>
            <p:nvPr/>
          </p:nvSpPr>
          <p:spPr>
            <a:xfrm>
              <a:off x="5545375" y="1621925"/>
              <a:ext cx="3150" cy="2500"/>
            </a:xfrm>
            <a:custGeom>
              <a:rect b="b" l="l" r="r" t="t"/>
              <a:pathLst>
                <a:path extrusionOk="0" h="100" w="126">
                  <a:moveTo>
                    <a:pt x="75" y="0"/>
                  </a:moveTo>
                  <a:cubicBezTo>
                    <a:pt x="75" y="0"/>
                    <a:pt x="67" y="8"/>
                    <a:pt x="67" y="8"/>
                  </a:cubicBezTo>
                  <a:cubicBezTo>
                    <a:pt x="59" y="8"/>
                    <a:pt x="59" y="8"/>
                    <a:pt x="51" y="17"/>
                  </a:cubicBezTo>
                  <a:cubicBezTo>
                    <a:pt x="42" y="17"/>
                    <a:pt x="34" y="25"/>
                    <a:pt x="17" y="25"/>
                  </a:cubicBezTo>
                  <a:cubicBezTo>
                    <a:pt x="17" y="33"/>
                    <a:pt x="9" y="33"/>
                    <a:pt x="9" y="42"/>
                  </a:cubicBezTo>
                  <a:cubicBezTo>
                    <a:pt x="1" y="42"/>
                    <a:pt x="1" y="50"/>
                    <a:pt x="1" y="50"/>
                  </a:cubicBezTo>
                  <a:cubicBezTo>
                    <a:pt x="1" y="58"/>
                    <a:pt x="1" y="66"/>
                    <a:pt x="1" y="66"/>
                  </a:cubicBezTo>
                  <a:cubicBezTo>
                    <a:pt x="1" y="75"/>
                    <a:pt x="1" y="75"/>
                    <a:pt x="9" y="83"/>
                  </a:cubicBezTo>
                  <a:cubicBezTo>
                    <a:pt x="9" y="91"/>
                    <a:pt x="17" y="100"/>
                    <a:pt x="26" y="100"/>
                  </a:cubicBezTo>
                  <a:lnTo>
                    <a:pt x="59" y="100"/>
                  </a:lnTo>
                  <a:cubicBezTo>
                    <a:pt x="67" y="91"/>
                    <a:pt x="75" y="83"/>
                    <a:pt x="84" y="75"/>
                  </a:cubicBezTo>
                  <a:cubicBezTo>
                    <a:pt x="92" y="75"/>
                    <a:pt x="100" y="66"/>
                    <a:pt x="100" y="66"/>
                  </a:cubicBezTo>
                  <a:cubicBezTo>
                    <a:pt x="100" y="66"/>
                    <a:pt x="109" y="58"/>
                    <a:pt x="109" y="58"/>
                  </a:cubicBezTo>
                  <a:cubicBezTo>
                    <a:pt x="117" y="58"/>
                    <a:pt x="117" y="50"/>
                    <a:pt x="117" y="50"/>
                  </a:cubicBezTo>
                  <a:cubicBezTo>
                    <a:pt x="117" y="50"/>
                    <a:pt x="125" y="50"/>
                    <a:pt x="125" y="42"/>
                  </a:cubicBezTo>
                  <a:cubicBezTo>
                    <a:pt x="125" y="33"/>
                    <a:pt x="125" y="25"/>
                    <a:pt x="125" y="17"/>
                  </a:cubicBezTo>
                  <a:cubicBezTo>
                    <a:pt x="117" y="8"/>
                    <a:pt x="109" y="0"/>
                    <a:pt x="1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36"/>
            <p:cNvSpPr/>
            <p:nvPr/>
          </p:nvSpPr>
          <p:spPr>
            <a:xfrm>
              <a:off x="5530275" y="1668100"/>
              <a:ext cx="3325" cy="7075"/>
            </a:xfrm>
            <a:custGeom>
              <a:rect b="b" l="l" r="r" t="t"/>
              <a:pathLst>
                <a:path extrusionOk="0" h="283" w="133">
                  <a:moveTo>
                    <a:pt x="66" y="1"/>
                  </a:moveTo>
                  <a:cubicBezTo>
                    <a:pt x="33" y="1"/>
                    <a:pt x="0" y="26"/>
                    <a:pt x="0" y="67"/>
                  </a:cubicBezTo>
                  <a:lnTo>
                    <a:pt x="0" y="133"/>
                  </a:lnTo>
                  <a:cubicBezTo>
                    <a:pt x="0" y="167"/>
                    <a:pt x="0" y="191"/>
                    <a:pt x="8" y="224"/>
                  </a:cubicBezTo>
                  <a:cubicBezTo>
                    <a:pt x="8" y="224"/>
                    <a:pt x="17" y="233"/>
                    <a:pt x="17" y="241"/>
                  </a:cubicBezTo>
                  <a:cubicBezTo>
                    <a:pt x="25" y="266"/>
                    <a:pt x="41" y="282"/>
                    <a:pt x="66" y="282"/>
                  </a:cubicBezTo>
                  <a:cubicBezTo>
                    <a:pt x="91" y="282"/>
                    <a:pt x="108" y="266"/>
                    <a:pt x="116" y="241"/>
                  </a:cubicBezTo>
                  <a:cubicBezTo>
                    <a:pt x="124" y="233"/>
                    <a:pt x="124" y="224"/>
                    <a:pt x="124" y="224"/>
                  </a:cubicBezTo>
                  <a:cubicBezTo>
                    <a:pt x="133" y="191"/>
                    <a:pt x="133" y="167"/>
                    <a:pt x="133" y="133"/>
                  </a:cubicBezTo>
                  <a:lnTo>
                    <a:pt x="133" y="67"/>
                  </a:lnTo>
                  <a:cubicBezTo>
                    <a:pt x="133" y="34"/>
                    <a:pt x="99" y="1"/>
                    <a:pt x="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36"/>
            <p:cNvSpPr/>
            <p:nvPr/>
          </p:nvSpPr>
          <p:spPr>
            <a:xfrm>
              <a:off x="5534400" y="1671225"/>
              <a:ext cx="2725" cy="2075"/>
            </a:xfrm>
            <a:custGeom>
              <a:rect b="b" l="l" r="r" t="t"/>
              <a:pathLst>
                <a:path extrusionOk="0" h="83" w="109">
                  <a:moveTo>
                    <a:pt x="50" y="0"/>
                  </a:moveTo>
                  <a:cubicBezTo>
                    <a:pt x="1" y="0"/>
                    <a:pt x="1" y="83"/>
                    <a:pt x="50" y="83"/>
                  </a:cubicBezTo>
                  <a:cubicBezTo>
                    <a:pt x="108" y="83"/>
                    <a:pt x="108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36"/>
            <p:cNvSpPr/>
            <p:nvPr/>
          </p:nvSpPr>
          <p:spPr>
            <a:xfrm>
              <a:off x="5538750" y="1669550"/>
              <a:ext cx="3550" cy="3750"/>
            </a:xfrm>
            <a:custGeom>
              <a:rect b="b" l="l" r="r" t="t"/>
              <a:pathLst>
                <a:path extrusionOk="0" h="150" w="142">
                  <a:moveTo>
                    <a:pt x="50" y="1"/>
                  </a:moveTo>
                  <a:cubicBezTo>
                    <a:pt x="42" y="9"/>
                    <a:pt x="34" y="9"/>
                    <a:pt x="26" y="17"/>
                  </a:cubicBezTo>
                  <a:cubicBezTo>
                    <a:pt x="17" y="17"/>
                    <a:pt x="17" y="26"/>
                    <a:pt x="9" y="34"/>
                  </a:cubicBezTo>
                  <a:cubicBezTo>
                    <a:pt x="9" y="42"/>
                    <a:pt x="1" y="51"/>
                    <a:pt x="1" y="59"/>
                  </a:cubicBezTo>
                  <a:cubicBezTo>
                    <a:pt x="1" y="75"/>
                    <a:pt x="9" y="84"/>
                    <a:pt x="9" y="92"/>
                  </a:cubicBezTo>
                  <a:cubicBezTo>
                    <a:pt x="17" y="100"/>
                    <a:pt x="26" y="109"/>
                    <a:pt x="34" y="117"/>
                  </a:cubicBezTo>
                  <a:cubicBezTo>
                    <a:pt x="42" y="117"/>
                    <a:pt x="50" y="125"/>
                    <a:pt x="59" y="133"/>
                  </a:cubicBezTo>
                  <a:lnTo>
                    <a:pt x="67" y="142"/>
                  </a:lnTo>
                  <a:lnTo>
                    <a:pt x="84" y="142"/>
                  </a:lnTo>
                  <a:cubicBezTo>
                    <a:pt x="84" y="150"/>
                    <a:pt x="92" y="150"/>
                    <a:pt x="92" y="150"/>
                  </a:cubicBezTo>
                  <a:lnTo>
                    <a:pt x="100" y="150"/>
                  </a:lnTo>
                  <a:cubicBezTo>
                    <a:pt x="108" y="150"/>
                    <a:pt x="108" y="150"/>
                    <a:pt x="117" y="142"/>
                  </a:cubicBezTo>
                  <a:cubicBezTo>
                    <a:pt x="125" y="142"/>
                    <a:pt x="125" y="142"/>
                    <a:pt x="125" y="133"/>
                  </a:cubicBezTo>
                  <a:cubicBezTo>
                    <a:pt x="133" y="133"/>
                    <a:pt x="133" y="133"/>
                    <a:pt x="133" y="125"/>
                  </a:cubicBezTo>
                  <a:cubicBezTo>
                    <a:pt x="142" y="125"/>
                    <a:pt x="142" y="117"/>
                    <a:pt x="142" y="109"/>
                  </a:cubicBezTo>
                  <a:lnTo>
                    <a:pt x="142" y="100"/>
                  </a:lnTo>
                  <a:lnTo>
                    <a:pt x="142" y="84"/>
                  </a:lnTo>
                  <a:cubicBezTo>
                    <a:pt x="133" y="84"/>
                    <a:pt x="133" y="75"/>
                    <a:pt x="133" y="75"/>
                  </a:cubicBezTo>
                  <a:cubicBezTo>
                    <a:pt x="125" y="67"/>
                    <a:pt x="125" y="59"/>
                    <a:pt x="125" y="42"/>
                  </a:cubicBezTo>
                  <a:cubicBezTo>
                    <a:pt x="117" y="34"/>
                    <a:pt x="117" y="26"/>
                    <a:pt x="108" y="17"/>
                  </a:cubicBezTo>
                  <a:cubicBezTo>
                    <a:pt x="100" y="9"/>
                    <a:pt x="92" y="9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36"/>
            <p:cNvSpPr/>
            <p:nvPr/>
          </p:nvSpPr>
          <p:spPr>
            <a:xfrm>
              <a:off x="5537925" y="1675150"/>
              <a:ext cx="5200" cy="4125"/>
            </a:xfrm>
            <a:custGeom>
              <a:rect b="b" l="l" r="r" t="t"/>
              <a:pathLst>
                <a:path extrusionOk="0" h="165" w="208">
                  <a:moveTo>
                    <a:pt x="94" y="142"/>
                  </a:moveTo>
                  <a:cubicBezTo>
                    <a:pt x="96" y="143"/>
                    <a:pt x="97" y="144"/>
                    <a:pt x="99" y="145"/>
                  </a:cubicBezTo>
                  <a:lnTo>
                    <a:pt x="99" y="145"/>
                  </a:lnTo>
                  <a:cubicBezTo>
                    <a:pt x="98" y="143"/>
                    <a:pt x="96" y="142"/>
                    <a:pt x="94" y="142"/>
                  </a:cubicBezTo>
                  <a:close/>
                  <a:moveTo>
                    <a:pt x="99" y="145"/>
                  </a:moveTo>
                  <a:cubicBezTo>
                    <a:pt x="102" y="147"/>
                    <a:pt x="104" y="150"/>
                    <a:pt x="108" y="150"/>
                  </a:cubicBezTo>
                  <a:cubicBezTo>
                    <a:pt x="105" y="148"/>
                    <a:pt x="102" y="146"/>
                    <a:pt x="99" y="145"/>
                  </a:cubicBezTo>
                  <a:close/>
                  <a:moveTo>
                    <a:pt x="50" y="0"/>
                  </a:moveTo>
                  <a:cubicBezTo>
                    <a:pt x="42" y="0"/>
                    <a:pt x="34" y="0"/>
                    <a:pt x="34" y="9"/>
                  </a:cubicBezTo>
                  <a:cubicBezTo>
                    <a:pt x="17" y="17"/>
                    <a:pt x="9" y="34"/>
                    <a:pt x="1" y="42"/>
                  </a:cubicBezTo>
                  <a:cubicBezTo>
                    <a:pt x="1" y="58"/>
                    <a:pt x="1" y="75"/>
                    <a:pt x="9" y="92"/>
                  </a:cubicBezTo>
                  <a:cubicBezTo>
                    <a:pt x="17" y="108"/>
                    <a:pt x="25" y="116"/>
                    <a:pt x="42" y="116"/>
                  </a:cubicBezTo>
                  <a:cubicBezTo>
                    <a:pt x="50" y="116"/>
                    <a:pt x="59" y="125"/>
                    <a:pt x="67" y="125"/>
                  </a:cubicBezTo>
                  <a:cubicBezTo>
                    <a:pt x="78" y="130"/>
                    <a:pt x="85" y="136"/>
                    <a:pt x="94" y="142"/>
                  </a:cubicBezTo>
                  <a:lnTo>
                    <a:pt x="94" y="142"/>
                  </a:lnTo>
                  <a:cubicBezTo>
                    <a:pt x="93" y="141"/>
                    <a:pt x="93" y="141"/>
                    <a:pt x="92" y="141"/>
                  </a:cubicBezTo>
                  <a:lnTo>
                    <a:pt x="92" y="141"/>
                  </a:lnTo>
                  <a:cubicBezTo>
                    <a:pt x="93" y="141"/>
                    <a:pt x="94" y="141"/>
                    <a:pt x="94" y="142"/>
                  </a:cubicBezTo>
                  <a:lnTo>
                    <a:pt x="94" y="142"/>
                  </a:lnTo>
                  <a:cubicBezTo>
                    <a:pt x="94" y="142"/>
                    <a:pt x="94" y="142"/>
                    <a:pt x="94" y="142"/>
                  </a:cubicBezTo>
                  <a:lnTo>
                    <a:pt x="94" y="142"/>
                  </a:lnTo>
                  <a:cubicBezTo>
                    <a:pt x="102" y="143"/>
                    <a:pt x="108" y="150"/>
                    <a:pt x="108" y="150"/>
                  </a:cubicBezTo>
                  <a:cubicBezTo>
                    <a:pt x="117" y="150"/>
                    <a:pt x="125" y="158"/>
                    <a:pt x="125" y="158"/>
                  </a:cubicBezTo>
                  <a:cubicBezTo>
                    <a:pt x="133" y="162"/>
                    <a:pt x="139" y="164"/>
                    <a:pt x="146" y="164"/>
                  </a:cubicBezTo>
                  <a:cubicBezTo>
                    <a:pt x="152" y="164"/>
                    <a:pt x="158" y="162"/>
                    <a:pt x="166" y="158"/>
                  </a:cubicBezTo>
                  <a:lnTo>
                    <a:pt x="175" y="158"/>
                  </a:lnTo>
                  <a:cubicBezTo>
                    <a:pt x="191" y="158"/>
                    <a:pt x="208" y="141"/>
                    <a:pt x="208" y="125"/>
                  </a:cubicBezTo>
                  <a:cubicBezTo>
                    <a:pt x="208" y="116"/>
                    <a:pt x="208" y="108"/>
                    <a:pt x="208" y="108"/>
                  </a:cubicBezTo>
                  <a:cubicBezTo>
                    <a:pt x="208" y="83"/>
                    <a:pt x="199" y="67"/>
                    <a:pt x="183" y="50"/>
                  </a:cubicBezTo>
                  <a:cubicBezTo>
                    <a:pt x="183" y="50"/>
                    <a:pt x="175" y="42"/>
                    <a:pt x="166" y="42"/>
                  </a:cubicBezTo>
                  <a:cubicBezTo>
                    <a:pt x="166" y="42"/>
                    <a:pt x="166" y="34"/>
                    <a:pt x="166" y="34"/>
                  </a:cubicBezTo>
                  <a:cubicBezTo>
                    <a:pt x="158" y="34"/>
                    <a:pt x="158" y="34"/>
                    <a:pt x="150" y="25"/>
                  </a:cubicBezTo>
                  <a:cubicBezTo>
                    <a:pt x="125" y="17"/>
                    <a:pt x="100" y="9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36"/>
            <p:cNvSpPr/>
            <p:nvPr/>
          </p:nvSpPr>
          <p:spPr>
            <a:xfrm>
              <a:off x="5547250" y="1670800"/>
              <a:ext cx="3550" cy="2925"/>
            </a:xfrm>
            <a:custGeom>
              <a:rect b="b" l="l" r="r" t="t"/>
              <a:pathLst>
                <a:path extrusionOk="0" h="117" w="142">
                  <a:moveTo>
                    <a:pt x="58" y="1"/>
                  </a:moveTo>
                  <a:cubicBezTo>
                    <a:pt x="50" y="1"/>
                    <a:pt x="42" y="1"/>
                    <a:pt x="34" y="9"/>
                  </a:cubicBezTo>
                  <a:cubicBezTo>
                    <a:pt x="25" y="9"/>
                    <a:pt x="25" y="17"/>
                    <a:pt x="17" y="17"/>
                  </a:cubicBezTo>
                  <a:cubicBezTo>
                    <a:pt x="9" y="25"/>
                    <a:pt x="9" y="34"/>
                    <a:pt x="9" y="42"/>
                  </a:cubicBezTo>
                  <a:cubicBezTo>
                    <a:pt x="0" y="50"/>
                    <a:pt x="0" y="59"/>
                    <a:pt x="9" y="67"/>
                  </a:cubicBezTo>
                  <a:cubicBezTo>
                    <a:pt x="9" y="75"/>
                    <a:pt x="9" y="75"/>
                    <a:pt x="17" y="83"/>
                  </a:cubicBezTo>
                  <a:cubicBezTo>
                    <a:pt x="17" y="92"/>
                    <a:pt x="25" y="100"/>
                    <a:pt x="34" y="108"/>
                  </a:cubicBezTo>
                  <a:cubicBezTo>
                    <a:pt x="42" y="108"/>
                    <a:pt x="50" y="116"/>
                    <a:pt x="58" y="116"/>
                  </a:cubicBezTo>
                  <a:lnTo>
                    <a:pt x="67" y="116"/>
                  </a:lnTo>
                  <a:cubicBezTo>
                    <a:pt x="75" y="116"/>
                    <a:pt x="83" y="116"/>
                    <a:pt x="92" y="108"/>
                  </a:cubicBezTo>
                  <a:lnTo>
                    <a:pt x="100" y="108"/>
                  </a:lnTo>
                  <a:cubicBezTo>
                    <a:pt x="108" y="108"/>
                    <a:pt x="116" y="100"/>
                    <a:pt x="125" y="100"/>
                  </a:cubicBezTo>
                  <a:cubicBezTo>
                    <a:pt x="125" y="92"/>
                    <a:pt x="133" y="83"/>
                    <a:pt x="133" y="75"/>
                  </a:cubicBezTo>
                  <a:cubicBezTo>
                    <a:pt x="141" y="67"/>
                    <a:pt x="133" y="50"/>
                    <a:pt x="125" y="34"/>
                  </a:cubicBezTo>
                  <a:cubicBezTo>
                    <a:pt x="116" y="34"/>
                    <a:pt x="116" y="25"/>
                    <a:pt x="108" y="25"/>
                  </a:cubicBezTo>
                  <a:cubicBezTo>
                    <a:pt x="108" y="17"/>
                    <a:pt x="100" y="17"/>
                    <a:pt x="100" y="9"/>
                  </a:cubicBezTo>
                  <a:lnTo>
                    <a:pt x="92" y="9"/>
                  </a:lnTo>
                  <a:cubicBezTo>
                    <a:pt x="83" y="1"/>
                    <a:pt x="75" y="1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36"/>
            <p:cNvSpPr/>
            <p:nvPr/>
          </p:nvSpPr>
          <p:spPr>
            <a:xfrm>
              <a:off x="5550150" y="1676600"/>
              <a:ext cx="3325" cy="2725"/>
            </a:xfrm>
            <a:custGeom>
              <a:rect b="b" l="l" r="r" t="t"/>
              <a:pathLst>
                <a:path extrusionOk="0" h="109" w="133">
                  <a:moveTo>
                    <a:pt x="58" y="0"/>
                  </a:moveTo>
                  <a:cubicBezTo>
                    <a:pt x="50" y="0"/>
                    <a:pt x="34" y="0"/>
                    <a:pt x="25" y="9"/>
                  </a:cubicBezTo>
                  <a:cubicBezTo>
                    <a:pt x="17" y="9"/>
                    <a:pt x="17" y="9"/>
                    <a:pt x="9" y="17"/>
                  </a:cubicBezTo>
                  <a:cubicBezTo>
                    <a:pt x="9" y="25"/>
                    <a:pt x="0" y="25"/>
                    <a:pt x="0" y="34"/>
                  </a:cubicBezTo>
                  <a:cubicBezTo>
                    <a:pt x="0" y="50"/>
                    <a:pt x="0" y="58"/>
                    <a:pt x="9" y="75"/>
                  </a:cubicBezTo>
                  <a:cubicBezTo>
                    <a:pt x="17" y="83"/>
                    <a:pt x="25" y="92"/>
                    <a:pt x="34" y="92"/>
                  </a:cubicBezTo>
                  <a:cubicBezTo>
                    <a:pt x="42" y="100"/>
                    <a:pt x="50" y="100"/>
                    <a:pt x="58" y="100"/>
                  </a:cubicBezTo>
                  <a:cubicBezTo>
                    <a:pt x="67" y="108"/>
                    <a:pt x="67" y="108"/>
                    <a:pt x="75" y="108"/>
                  </a:cubicBezTo>
                  <a:lnTo>
                    <a:pt x="116" y="108"/>
                  </a:lnTo>
                  <a:cubicBezTo>
                    <a:pt x="125" y="108"/>
                    <a:pt x="133" y="100"/>
                    <a:pt x="133" y="92"/>
                  </a:cubicBezTo>
                  <a:cubicBezTo>
                    <a:pt x="133" y="83"/>
                    <a:pt x="133" y="75"/>
                    <a:pt x="133" y="67"/>
                  </a:cubicBezTo>
                  <a:lnTo>
                    <a:pt x="125" y="50"/>
                  </a:lnTo>
                  <a:cubicBezTo>
                    <a:pt x="125" y="50"/>
                    <a:pt x="125" y="42"/>
                    <a:pt x="116" y="42"/>
                  </a:cubicBezTo>
                  <a:cubicBezTo>
                    <a:pt x="116" y="34"/>
                    <a:pt x="108" y="25"/>
                    <a:pt x="108" y="25"/>
                  </a:cubicBezTo>
                  <a:cubicBezTo>
                    <a:pt x="100" y="17"/>
                    <a:pt x="92" y="9"/>
                    <a:pt x="83" y="9"/>
                  </a:cubicBezTo>
                  <a:cubicBezTo>
                    <a:pt x="75" y="0"/>
                    <a:pt x="67" y="0"/>
                    <a:pt x="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36"/>
            <p:cNvSpPr/>
            <p:nvPr/>
          </p:nvSpPr>
          <p:spPr>
            <a:xfrm>
              <a:off x="5547450" y="1683650"/>
              <a:ext cx="5200" cy="3325"/>
            </a:xfrm>
            <a:custGeom>
              <a:rect b="b" l="l" r="r" t="t"/>
              <a:pathLst>
                <a:path extrusionOk="0" h="133" w="208">
                  <a:moveTo>
                    <a:pt x="67" y="0"/>
                  </a:moveTo>
                  <a:cubicBezTo>
                    <a:pt x="50" y="0"/>
                    <a:pt x="26" y="8"/>
                    <a:pt x="17" y="25"/>
                  </a:cubicBezTo>
                  <a:cubicBezTo>
                    <a:pt x="9" y="33"/>
                    <a:pt x="1" y="50"/>
                    <a:pt x="1" y="66"/>
                  </a:cubicBezTo>
                  <a:cubicBezTo>
                    <a:pt x="1" y="83"/>
                    <a:pt x="9" y="100"/>
                    <a:pt x="17" y="108"/>
                  </a:cubicBezTo>
                  <a:cubicBezTo>
                    <a:pt x="34" y="124"/>
                    <a:pt x="50" y="133"/>
                    <a:pt x="67" y="133"/>
                  </a:cubicBezTo>
                  <a:cubicBezTo>
                    <a:pt x="84" y="133"/>
                    <a:pt x="108" y="124"/>
                    <a:pt x="133" y="116"/>
                  </a:cubicBezTo>
                  <a:cubicBezTo>
                    <a:pt x="142" y="116"/>
                    <a:pt x="150" y="108"/>
                    <a:pt x="158" y="108"/>
                  </a:cubicBezTo>
                  <a:cubicBezTo>
                    <a:pt x="166" y="100"/>
                    <a:pt x="175" y="91"/>
                    <a:pt x="175" y="91"/>
                  </a:cubicBezTo>
                  <a:cubicBezTo>
                    <a:pt x="183" y="83"/>
                    <a:pt x="191" y="75"/>
                    <a:pt x="191" y="75"/>
                  </a:cubicBezTo>
                  <a:cubicBezTo>
                    <a:pt x="200" y="66"/>
                    <a:pt x="200" y="58"/>
                    <a:pt x="200" y="50"/>
                  </a:cubicBezTo>
                  <a:cubicBezTo>
                    <a:pt x="208" y="42"/>
                    <a:pt x="200" y="25"/>
                    <a:pt x="183" y="17"/>
                  </a:cubicBezTo>
                  <a:cubicBezTo>
                    <a:pt x="175" y="8"/>
                    <a:pt x="166" y="8"/>
                    <a:pt x="158" y="8"/>
                  </a:cubicBezTo>
                  <a:cubicBezTo>
                    <a:pt x="150" y="0"/>
                    <a:pt x="142" y="0"/>
                    <a:pt x="125" y="0"/>
                  </a:cubicBezTo>
                  <a:lnTo>
                    <a:pt x="108" y="0"/>
                  </a:lnTo>
                  <a:cubicBezTo>
                    <a:pt x="97" y="0"/>
                    <a:pt x="86" y="4"/>
                    <a:pt x="78" y="4"/>
                  </a:cubicBezTo>
                  <a:cubicBezTo>
                    <a:pt x="73" y="4"/>
                    <a:pt x="70" y="3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36"/>
            <p:cNvSpPr/>
            <p:nvPr/>
          </p:nvSpPr>
          <p:spPr>
            <a:xfrm>
              <a:off x="5528825" y="1718600"/>
              <a:ext cx="10100" cy="25025"/>
            </a:xfrm>
            <a:custGeom>
              <a:rect b="b" l="l" r="r" t="t"/>
              <a:pathLst>
                <a:path extrusionOk="0" h="1001" w="404">
                  <a:moveTo>
                    <a:pt x="374" y="0"/>
                  </a:moveTo>
                  <a:cubicBezTo>
                    <a:pt x="367" y="0"/>
                    <a:pt x="361" y="3"/>
                    <a:pt x="356" y="11"/>
                  </a:cubicBezTo>
                  <a:cubicBezTo>
                    <a:pt x="265" y="168"/>
                    <a:pt x="182" y="317"/>
                    <a:pt x="133" y="491"/>
                  </a:cubicBezTo>
                  <a:cubicBezTo>
                    <a:pt x="99" y="566"/>
                    <a:pt x="75" y="649"/>
                    <a:pt x="50" y="732"/>
                  </a:cubicBezTo>
                  <a:cubicBezTo>
                    <a:pt x="25" y="814"/>
                    <a:pt x="0" y="906"/>
                    <a:pt x="17" y="988"/>
                  </a:cubicBezTo>
                  <a:cubicBezTo>
                    <a:pt x="17" y="997"/>
                    <a:pt x="23" y="1001"/>
                    <a:pt x="30" y="1001"/>
                  </a:cubicBezTo>
                  <a:cubicBezTo>
                    <a:pt x="37" y="1001"/>
                    <a:pt x="46" y="997"/>
                    <a:pt x="50" y="988"/>
                  </a:cubicBezTo>
                  <a:cubicBezTo>
                    <a:pt x="91" y="922"/>
                    <a:pt x="108" y="831"/>
                    <a:pt x="124" y="756"/>
                  </a:cubicBezTo>
                  <a:cubicBezTo>
                    <a:pt x="141" y="674"/>
                    <a:pt x="166" y="591"/>
                    <a:pt x="191" y="516"/>
                  </a:cubicBezTo>
                  <a:cubicBezTo>
                    <a:pt x="257" y="350"/>
                    <a:pt x="315" y="193"/>
                    <a:pt x="398" y="36"/>
                  </a:cubicBezTo>
                  <a:cubicBezTo>
                    <a:pt x="404" y="18"/>
                    <a:pt x="389" y="0"/>
                    <a:pt x="3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36"/>
            <p:cNvSpPr/>
            <p:nvPr/>
          </p:nvSpPr>
          <p:spPr>
            <a:xfrm>
              <a:off x="5568375" y="1738925"/>
              <a:ext cx="19300" cy="8575"/>
            </a:xfrm>
            <a:custGeom>
              <a:rect b="b" l="l" r="r" t="t"/>
              <a:pathLst>
                <a:path extrusionOk="0" h="343" w="772">
                  <a:moveTo>
                    <a:pt x="702" y="1"/>
                  </a:moveTo>
                  <a:cubicBezTo>
                    <a:pt x="647" y="1"/>
                    <a:pt x="593" y="53"/>
                    <a:pt x="539" y="76"/>
                  </a:cubicBezTo>
                  <a:cubicBezTo>
                    <a:pt x="498" y="101"/>
                    <a:pt x="448" y="126"/>
                    <a:pt x="398" y="142"/>
                  </a:cubicBezTo>
                  <a:cubicBezTo>
                    <a:pt x="282" y="184"/>
                    <a:pt x="175" y="209"/>
                    <a:pt x="59" y="242"/>
                  </a:cubicBezTo>
                  <a:cubicBezTo>
                    <a:pt x="1" y="258"/>
                    <a:pt x="17" y="333"/>
                    <a:pt x="75" y="341"/>
                  </a:cubicBezTo>
                  <a:cubicBezTo>
                    <a:pt x="91" y="342"/>
                    <a:pt x="107" y="343"/>
                    <a:pt x="123" y="343"/>
                  </a:cubicBezTo>
                  <a:cubicBezTo>
                    <a:pt x="233" y="343"/>
                    <a:pt x="347" y="318"/>
                    <a:pt x="448" y="275"/>
                  </a:cubicBezTo>
                  <a:cubicBezTo>
                    <a:pt x="506" y="258"/>
                    <a:pt x="564" y="233"/>
                    <a:pt x="614" y="200"/>
                  </a:cubicBezTo>
                  <a:cubicBezTo>
                    <a:pt x="672" y="175"/>
                    <a:pt x="746" y="142"/>
                    <a:pt x="763" y="76"/>
                  </a:cubicBezTo>
                  <a:cubicBezTo>
                    <a:pt x="771" y="35"/>
                    <a:pt x="746" y="10"/>
                    <a:pt x="713" y="1"/>
                  </a:cubicBezTo>
                  <a:cubicBezTo>
                    <a:pt x="709" y="1"/>
                    <a:pt x="705" y="1"/>
                    <a:pt x="7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36"/>
            <p:cNvSpPr/>
            <p:nvPr/>
          </p:nvSpPr>
          <p:spPr>
            <a:xfrm>
              <a:off x="5602750" y="1728800"/>
              <a:ext cx="4375" cy="3950"/>
            </a:xfrm>
            <a:custGeom>
              <a:rect b="b" l="l" r="r" t="t"/>
              <a:pathLst>
                <a:path extrusionOk="0" h="158" w="175">
                  <a:moveTo>
                    <a:pt x="125" y="0"/>
                  </a:moveTo>
                  <a:cubicBezTo>
                    <a:pt x="117" y="9"/>
                    <a:pt x="109" y="9"/>
                    <a:pt x="100" y="17"/>
                  </a:cubicBezTo>
                  <a:lnTo>
                    <a:pt x="75" y="34"/>
                  </a:lnTo>
                  <a:cubicBezTo>
                    <a:pt x="59" y="42"/>
                    <a:pt x="42" y="50"/>
                    <a:pt x="26" y="58"/>
                  </a:cubicBezTo>
                  <a:cubicBezTo>
                    <a:pt x="26" y="67"/>
                    <a:pt x="17" y="75"/>
                    <a:pt x="9" y="83"/>
                  </a:cubicBezTo>
                  <a:cubicBezTo>
                    <a:pt x="9" y="83"/>
                    <a:pt x="9" y="83"/>
                    <a:pt x="9" y="92"/>
                  </a:cubicBezTo>
                  <a:cubicBezTo>
                    <a:pt x="1" y="100"/>
                    <a:pt x="1" y="108"/>
                    <a:pt x="9" y="116"/>
                  </a:cubicBezTo>
                  <a:cubicBezTo>
                    <a:pt x="9" y="125"/>
                    <a:pt x="9" y="133"/>
                    <a:pt x="17" y="133"/>
                  </a:cubicBezTo>
                  <a:cubicBezTo>
                    <a:pt x="17" y="141"/>
                    <a:pt x="26" y="141"/>
                    <a:pt x="34" y="150"/>
                  </a:cubicBezTo>
                  <a:cubicBezTo>
                    <a:pt x="34" y="150"/>
                    <a:pt x="42" y="150"/>
                    <a:pt x="51" y="158"/>
                  </a:cubicBezTo>
                  <a:lnTo>
                    <a:pt x="67" y="158"/>
                  </a:lnTo>
                  <a:cubicBezTo>
                    <a:pt x="75" y="150"/>
                    <a:pt x="84" y="150"/>
                    <a:pt x="92" y="141"/>
                  </a:cubicBezTo>
                  <a:cubicBezTo>
                    <a:pt x="100" y="125"/>
                    <a:pt x="117" y="116"/>
                    <a:pt x="125" y="100"/>
                  </a:cubicBezTo>
                  <a:cubicBezTo>
                    <a:pt x="133" y="100"/>
                    <a:pt x="142" y="92"/>
                    <a:pt x="150" y="83"/>
                  </a:cubicBezTo>
                  <a:cubicBezTo>
                    <a:pt x="150" y="75"/>
                    <a:pt x="158" y="75"/>
                    <a:pt x="158" y="67"/>
                  </a:cubicBezTo>
                  <a:cubicBezTo>
                    <a:pt x="158" y="58"/>
                    <a:pt x="167" y="58"/>
                    <a:pt x="167" y="50"/>
                  </a:cubicBezTo>
                  <a:cubicBezTo>
                    <a:pt x="175" y="42"/>
                    <a:pt x="175" y="25"/>
                    <a:pt x="167" y="17"/>
                  </a:cubicBezTo>
                  <a:cubicBezTo>
                    <a:pt x="158" y="9"/>
                    <a:pt x="158" y="9"/>
                    <a:pt x="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36"/>
            <p:cNvSpPr/>
            <p:nvPr/>
          </p:nvSpPr>
          <p:spPr>
            <a:xfrm>
              <a:off x="5641900" y="1665075"/>
              <a:ext cx="12050" cy="6875"/>
            </a:xfrm>
            <a:custGeom>
              <a:rect b="b" l="l" r="r" t="t"/>
              <a:pathLst>
                <a:path extrusionOk="0" h="275" w="482">
                  <a:moveTo>
                    <a:pt x="199" y="0"/>
                  </a:moveTo>
                  <a:cubicBezTo>
                    <a:pt x="175" y="0"/>
                    <a:pt x="153" y="4"/>
                    <a:pt x="133" y="14"/>
                  </a:cubicBezTo>
                  <a:cubicBezTo>
                    <a:pt x="100" y="22"/>
                    <a:pt x="67" y="31"/>
                    <a:pt x="34" y="47"/>
                  </a:cubicBezTo>
                  <a:cubicBezTo>
                    <a:pt x="9" y="64"/>
                    <a:pt x="1" y="97"/>
                    <a:pt x="9" y="130"/>
                  </a:cubicBezTo>
                  <a:cubicBezTo>
                    <a:pt x="16" y="151"/>
                    <a:pt x="40" y="165"/>
                    <a:pt x="66" y="165"/>
                  </a:cubicBezTo>
                  <a:cubicBezTo>
                    <a:pt x="72" y="165"/>
                    <a:pt x="78" y="165"/>
                    <a:pt x="84" y="163"/>
                  </a:cubicBezTo>
                  <a:lnTo>
                    <a:pt x="100" y="163"/>
                  </a:lnTo>
                  <a:cubicBezTo>
                    <a:pt x="100" y="163"/>
                    <a:pt x="109" y="163"/>
                    <a:pt x="109" y="155"/>
                  </a:cubicBezTo>
                  <a:lnTo>
                    <a:pt x="150" y="155"/>
                  </a:lnTo>
                  <a:cubicBezTo>
                    <a:pt x="150" y="163"/>
                    <a:pt x="158" y="163"/>
                    <a:pt x="167" y="163"/>
                  </a:cubicBezTo>
                  <a:cubicBezTo>
                    <a:pt x="175" y="163"/>
                    <a:pt x="191" y="172"/>
                    <a:pt x="200" y="172"/>
                  </a:cubicBezTo>
                  <a:lnTo>
                    <a:pt x="225" y="180"/>
                  </a:lnTo>
                  <a:cubicBezTo>
                    <a:pt x="233" y="188"/>
                    <a:pt x="249" y="188"/>
                    <a:pt x="258" y="196"/>
                  </a:cubicBezTo>
                  <a:cubicBezTo>
                    <a:pt x="266" y="196"/>
                    <a:pt x="266" y="205"/>
                    <a:pt x="274" y="205"/>
                  </a:cubicBezTo>
                  <a:lnTo>
                    <a:pt x="307" y="230"/>
                  </a:lnTo>
                  <a:cubicBezTo>
                    <a:pt x="307" y="238"/>
                    <a:pt x="316" y="238"/>
                    <a:pt x="324" y="246"/>
                  </a:cubicBezTo>
                  <a:cubicBezTo>
                    <a:pt x="332" y="254"/>
                    <a:pt x="341" y="263"/>
                    <a:pt x="349" y="263"/>
                  </a:cubicBezTo>
                  <a:cubicBezTo>
                    <a:pt x="360" y="271"/>
                    <a:pt x="372" y="275"/>
                    <a:pt x="384" y="275"/>
                  </a:cubicBezTo>
                  <a:cubicBezTo>
                    <a:pt x="408" y="275"/>
                    <a:pt x="432" y="260"/>
                    <a:pt x="448" y="238"/>
                  </a:cubicBezTo>
                  <a:cubicBezTo>
                    <a:pt x="481" y="196"/>
                    <a:pt x="448" y="130"/>
                    <a:pt x="415" y="97"/>
                  </a:cubicBezTo>
                  <a:cubicBezTo>
                    <a:pt x="374" y="56"/>
                    <a:pt x="316" y="22"/>
                    <a:pt x="249" y="6"/>
                  </a:cubicBezTo>
                  <a:cubicBezTo>
                    <a:pt x="232" y="2"/>
                    <a:pt x="215" y="0"/>
                    <a:pt x="1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36"/>
            <p:cNvSpPr/>
            <p:nvPr/>
          </p:nvSpPr>
          <p:spPr>
            <a:xfrm>
              <a:off x="5644600" y="1668925"/>
              <a:ext cx="225" cy="25"/>
            </a:xfrm>
            <a:custGeom>
              <a:rect b="b" l="l" r="r" t="t"/>
              <a:pathLst>
                <a:path extrusionOk="0" h="1" w="9">
                  <a:moveTo>
                    <a:pt x="1" y="1"/>
                  </a:moveTo>
                  <a:lnTo>
                    <a:pt x="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36"/>
            <p:cNvSpPr/>
            <p:nvPr/>
          </p:nvSpPr>
          <p:spPr>
            <a:xfrm>
              <a:off x="5645225" y="1668925"/>
              <a:ext cx="225" cy="25"/>
            </a:xfrm>
            <a:custGeom>
              <a:rect b="b" l="l" r="r" t="t"/>
              <a:pathLst>
                <a:path extrusionOk="0" h="1" w="9">
                  <a:moveTo>
                    <a:pt x="0" y="1"/>
                  </a:moveTo>
                  <a:cubicBezTo>
                    <a:pt x="0" y="1"/>
                    <a:pt x="0" y="1"/>
                    <a:pt x="9" y="1"/>
                  </a:cubicBezTo>
                  <a:lnTo>
                    <a:pt x="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36"/>
            <p:cNvSpPr/>
            <p:nvPr/>
          </p:nvSpPr>
          <p:spPr>
            <a:xfrm>
              <a:off x="5650000" y="1671225"/>
              <a:ext cx="225" cy="225"/>
            </a:xfrm>
            <a:custGeom>
              <a:rect b="b" l="l" r="r" t="t"/>
              <a:pathLst>
                <a:path extrusionOk="0" h="9" w="9">
                  <a:moveTo>
                    <a:pt x="0" y="0"/>
                  </a:moveTo>
                  <a:cubicBezTo>
                    <a:pt x="0" y="0"/>
                    <a:pt x="0" y="8"/>
                    <a:pt x="0" y="8"/>
                  </a:cubicBezTo>
                  <a:cubicBezTo>
                    <a:pt x="8" y="8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36"/>
            <p:cNvSpPr/>
            <p:nvPr/>
          </p:nvSpPr>
          <p:spPr>
            <a:xfrm>
              <a:off x="5649775" y="16712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36"/>
            <p:cNvSpPr/>
            <p:nvPr/>
          </p:nvSpPr>
          <p:spPr>
            <a:xfrm>
              <a:off x="5655375" y="1662925"/>
              <a:ext cx="2925" cy="3125"/>
            </a:xfrm>
            <a:custGeom>
              <a:rect b="b" l="l" r="r" t="t"/>
              <a:pathLst>
                <a:path extrusionOk="0" h="125" w="117">
                  <a:moveTo>
                    <a:pt x="25" y="1"/>
                  </a:moveTo>
                  <a:cubicBezTo>
                    <a:pt x="25" y="1"/>
                    <a:pt x="17" y="1"/>
                    <a:pt x="17" y="9"/>
                  </a:cubicBezTo>
                  <a:cubicBezTo>
                    <a:pt x="9" y="9"/>
                    <a:pt x="9" y="17"/>
                    <a:pt x="0" y="17"/>
                  </a:cubicBezTo>
                  <a:cubicBezTo>
                    <a:pt x="0" y="26"/>
                    <a:pt x="0" y="26"/>
                    <a:pt x="0" y="34"/>
                  </a:cubicBezTo>
                  <a:cubicBezTo>
                    <a:pt x="0" y="42"/>
                    <a:pt x="0" y="42"/>
                    <a:pt x="0" y="50"/>
                  </a:cubicBezTo>
                  <a:cubicBezTo>
                    <a:pt x="0" y="59"/>
                    <a:pt x="0" y="59"/>
                    <a:pt x="9" y="67"/>
                  </a:cubicBezTo>
                  <a:cubicBezTo>
                    <a:pt x="17" y="75"/>
                    <a:pt x="25" y="84"/>
                    <a:pt x="34" y="92"/>
                  </a:cubicBezTo>
                  <a:lnTo>
                    <a:pt x="42" y="108"/>
                  </a:lnTo>
                  <a:cubicBezTo>
                    <a:pt x="42" y="108"/>
                    <a:pt x="50" y="117"/>
                    <a:pt x="58" y="117"/>
                  </a:cubicBezTo>
                  <a:cubicBezTo>
                    <a:pt x="58" y="117"/>
                    <a:pt x="67" y="125"/>
                    <a:pt x="67" y="125"/>
                  </a:cubicBezTo>
                  <a:lnTo>
                    <a:pt x="100" y="125"/>
                  </a:lnTo>
                  <a:cubicBezTo>
                    <a:pt x="108" y="117"/>
                    <a:pt x="116" y="100"/>
                    <a:pt x="108" y="92"/>
                  </a:cubicBezTo>
                  <a:cubicBezTo>
                    <a:pt x="108" y="84"/>
                    <a:pt x="108" y="75"/>
                    <a:pt x="100" y="67"/>
                  </a:cubicBezTo>
                  <a:cubicBezTo>
                    <a:pt x="100" y="59"/>
                    <a:pt x="100" y="59"/>
                    <a:pt x="92" y="50"/>
                  </a:cubicBezTo>
                  <a:cubicBezTo>
                    <a:pt x="83" y="42"/>
                    <a:pt x="75" y="34"/>
                    <a:pt x="67" y="17"/>
                  </a:cubicBezTo>
                  <a:cubicBezTo>
                    <a:pt x="67" y="17"/>
                    <a:pt x="58" y="9"/>
                    <a:pt x="58" y="9"/>
                  </a:cubicBezTo>
                  <a:cubicBezTo>
                    <a:pt x="50" y="9"/>
                    <a:pt x="50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36"/>
            <p:cNvSpPr/>
            <p:nvPr/>
          </p:nvSpPr>
          <p:spPr>
            <a:xfrm>
              <a:off x="5563825" y="1768425"/>
              <a:ext cx="8725" cy="14475"/>
            </a:xfrm>
            <a:custGeom>
              <a:rect b="b" l="l" r="r" t="t"/>
              <a:pathLst>
                <a:path extrusionOk="0" h="579" w="349">
                  <a:moveTo>
                    <a:pt x="282" y="1"/>
                  </a:moveTo>
                  <a:cubicBezTo>
                    <a:pt x="275" y="1"/>
                    <a:pt x="269" y="3"/>
                    <a:pt x="265" y="6"/>
                  </a:cubicBezTo>
                  <a:cubicBezTo>
                    <a:pt x="224" y="31"/>
                    <a:pt x="216" y="89"/>
                    <a:pt x="199" y="131"/>
                  </a:cubicBezTo>
                  <a:cubicBezTo>
                    <a:pt x="183" y="172"/>
                    <a:pt x="166" y="213"/>
                    <a:pt x="149" y="263"/>
                  </a:cubicBezTo>
                  <a:cubicBezTo>
                    <a:pt x="116" y="338"/>
                    <a:pt x="75" y="421"/>
                    <a:pt x="25" y="495"/>
                  </a:cubicBezTo>
                  <a:cubicBezTo>
                    <a:pt x="0" y="532"/>
                    <a:pt x="41" y="579"/>
                    <a:pt x="80" y="579"/>
                  </a:cubicBezTo>
                  <a:cubicBezTo>
                    <a:pt x="93" y="579"/>
                    <a:pt x="106" y="574"/>
                    <a:pt x="116" y="561"/>
                  </a:cubicBezTo>
                  <a:cubicBezTo>
                    <a:pt x="174" y="487"/>
                    <a:pt x="232" y="404"/>
                    <a:pt x="274" y="313"/>
                  </a:cubicBezTo>
                  <a:cubicBezTo>
                    <a:pt x="290" y="263"/>
                    <a:pt x="307" y="222"/>
                    <a:pt x="315" y="172"/>
                  </a:cubicBezTo>
                  <a:cubicBezTo>
                    <a:pt x="332" y="122"/>
                    <a:pt x="348" y="56"/>
                    <a:pt x="307" y="15"/>
                  </a:cubicBezTo>
                  <a:cubicBezTo>
                    <a:pt x="302" y="5"/>
                    <a:pt x="291" y="1"/>
                    <a:pt x="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36"/>
            <p:cNvSpPr/>
            <p:nvPr/>
          </p:nvSpPr>
          <p:spPr>
            <a:xfrm>
              <a:off x="5571900" y="1770025"/>
              <a:ext cx="5625" cy="9350"/>
            </a:xfrm>
            <a:custGeom>
              <a:rect b="b" l="l" r="r" t="t"/>
              <a:pathLst>
                <a:path extrusionOk="0" h="374" w="225">
                  <a:moveTo>
                    <a:pt x="189" y="0"/>
                  </a:moveTo>
                  <a:cubicBezTo>
                    <a:pt x="180" y="0"/>
                    <a:pt x="172" y="3"/>
                    <a:pt x="166" y="9"/>
                  </a:cubicBezTo>
                  <a:cubicBezTo>
                    <a:pt x="158" y="17"/>
                    <a:pt x="150" y="25"/>
                    <a:pt x="141" y="42"/>
                  </a:cubicBezTo>
                  <a:cubicBezTo>
                    <a:pt x="125" y="50"/>
                    <a:pt x="125" y="67"/>
                    <a:pt x="116" y="83"/>
                  </a:cubicBezTo>
                  <a:cubicBezTo>
                    <a:pt x="100" y="108"/>
                    <a:pt x="92" y="125"/>
                    <a:pt x="75" y="149"/>
                  </a:cubicBezTo>
                  <a:cubicBezTo>
                    <a:pt x="50" y="199"/>
                    <a:pt x="34" y="249"/>
                    <a:pt x="9" y="299"/>
                  </a:cubicBezTo>
                  <a:cubicBezTo>
                    <a:pt x="0" y="323"/>
                    <a:pt x="0" y="357"/>
                    <a:pt x="25" y="365"/>
                  </a:cubicBezTo>
                  <a:cubicBezTo>
                    <a:pt x="34" y="371"/>
                    <a:pt x="43" y="373"/>
                    <a:pt x="51" y="373"/>
                  </a:cubicBezTo>
                  <a:cubicBezTo>
                    <a:pt x="67" y="373"/>
                    <a:pt x="81" y="364"/>
                    <a:pt x="92" y="348"/>
                  </a:cubicBezTo>
                  <a:cubicBezTo>
                    <a:pt x="116" y="299"/>
                    <a:pt x="141" y="249"/>
                    <a:pt x="166" y="199"/>
                  </a:cubicBezTo>
                  <a:cubicBezTo>
                    <a:pt x="174" y="174"/>
                    <a:pt x="183" y="149"/>
                    <a:pt x="199" y="125"/>
                  </a:cubicBezTo>
                  <a:cubicBezTo>
                    <a:pt x="208" y="116"/>
                    <a:pt x="216" y="100"/>
                    <a:pt x="216" y="83"/>
                  </a:cubicBezTo>
                  <a:cubicBezTo>
                    <a:pt x="224" y="67"/>
                    <a:pt x="224" y="50"/>
                    <a:pt x="224" y="33"/>
                  </a:cubicBezTo>
                  <a:cubicBezTo>
                    <a:pt x="224" y="11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36"/>
            <p:cNvSpPr/>
            <p:nvPr/>
          </p:nvSpPr>
          <p:spPr>
            <a:xfrm>
              <a:off x="5579550" y="1768650"/>
              <a:ext cx="2725" cy="6250"/>
            </a:xfrm>
            <a:custGeom>
              <a:rect b="b" l="l" r="r" t="t"/>
              <a:pathLst>
                <a:path extrusionOk="0" h="250" w="109">
                  <a:moveTo>
                    <a:pt x="86" y="1"/>
                  </a:moveTo>
                  <a:cubicBezTo>
                    <a:pt x="80" y="1"/>
                    <a:pt x="76" y="3"/>
                    <a:pt x="76" y="6"/>
                  </a:cubicBezTo>
                  <a:lnTo>
                    <a:pt x="76" y="14"/>
                  </a:lnTo>
                  <a:cubicBezTo>
                    <a:pt x="67" y="22"/>
                    <a:pt x="59" y="39"/>
                    <a:pt x="51" y="55"/>
                  </a:cubicBezTo>
                  <a:cubicBezTo>
                    <a:pt x="42" y="72"/>
                    <a:pt x="34" y="88"/>
                    <a:pt x="34" y="105"/>
                  </a:cubicBezTo>
                  <a:cubicBezTo>
                    <a:pt x="18" y="138"/>
                    <a:pt x="9" y="171"/>
                    <a:pt x="1" y="213"/>
                  </a:cubicBezTo>
                  <a:cubicBezTo>
                    <a:pt x="1" y="221"/>
                    <a:pt x="9" y="246"/>
                    <a:pt x="26" y="246"/>
                  </a:cubicBezTo>
                  <a:cubicBezTo>
                    <a:pt x="30" y="248"/>
                    <a:pt x="35" y="249"/>
                    <a:pt x="39" y="249"/>
                  </a:cubicBezTo>
                  <a:cubicBezTo>
                    <a:pt x="50" y="249"/>
                    <a:pt x="59" y="241"/>
                    <a:pt x="59" y="229"/>
                  </a:cubicBezTo>
                  <a:cubicBezTo>
                    <a:pt x="76" y="188"/>
                    <a:pt x="84" y="155"/>
                    <a:pt x="92" y="122"/>
                  </a:cubicBezTo>
                  <a:cubicBezTo>
                    <a:pt x="92" y="105"/>
                    <a:pt x="100" y="88"/>
                    <a:pt x="100" y="72"/>
                  </a:cubicBezTo>
                  <a:cubicBezTo>
                    <a:pt x="100" y="55"/>
                    <a:pt x="109" y="39"/>
                    <a:pt x="109" y="22"/>
                  </a:cubicBezTo>
                  <a:cubicBezTo>
                    <a:pt x="109" y="6"/>
                    <a:pt x="95" y="1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36"/>
            <p:cNvSpPr/>
            <p:nvPr/>
          </p:nvSpPr>
          <p:spPr>
            <a:xfrm>
              <a:off x="5563000" y="1607250"/>
              <a:ext cx="3950" cy="3500"/>
            </a:xfrm>
            <a:custGeom>
              <a:rect b="b" l="l" r="r" t="t"/>
              <a:pathLst>
                <a:path extrusionOk="0" h="140" w="158">
                  <a:moveTo>
                    <a:pt x="129" y="1"/>
                  </a:moveTo>
                  <a:cubicBezTo>
                    <a:pt x="124" y="1"/>
                    <a:pt x="120" y="3"/>
                    <a:pt x="116" y="7"/>
                  </a:cubicBezTo>
                  <a:cubicBezTo>
                    <a:pt x="91" y="15"/>
                    <a:pt x="66" y="24"/>
                    <a:pt x="42" y="32"/>
                  </a:cubicBezTo>
                  <a:cubicBezTo>
                    <a:pt x="33" y="32"/>
                    <a:pt x="25" y="40"/>
                    <a:pt x="17" y="49"/>
                  </a:cubicBezTo>
                  <a:cubicBezTo>
                    <a:pt x="8" y="57"/>
                    <a:pt x="8" y="57"/>
                    <a:pt x="8" y="73"/>
                  </a:cubicBezTo>
                  <a:cubicBezTo>
                    <a:pt x="0" y="82"/>
                    <a:pt x="0" y="98"/>
                    <a:pt x="8" y="115"/>
                  </a:cubicBezTo>
                  <a:cubicBezTo>
                    <a:pt x="17" y="123"/>
                    <a:pt x="25" y="131"/>
                    <a:pt x="42" y="140"/>
                  </a:cubicBezTo>
                  <a:cubicBezTo>
                    <a:pt x="58" y="140"/>
                    <a:pt x="83" y="140"/>
                    <a:pt x="91" y="123"/>
                  </a:cubicBezTo>
                  <a:cubicBezTo>
                    <a:pt x="116" y="107"/>
                    <a:pt x="133" y="82"/>
                    <a:pt x="149" y="65"/>
                  </a:cubicBezTo>
                  <a:cubicBezTo>
                    <a:pt x="158" y="57"/>
                    <a:pt x="158" y="49"/>
                    <a:pt x="158" y="49"/>
                  </a:cubicBezTo>
                  <a:cubicBezTo>
                    <a:pt x="158" y="40"/>
                    <a:pt x="158" y="32"/>
                    <a:pt x="158" y="24"/>
                  </a:cubicBezTo>
                  <a:cubicBezTo>
                    <a:pt x="149" y="15"/>
                    <a:pt x="149" y="15"/>
                    <a:pt x="141" y="7"/>
                  </a:cubicBezTo>
                  <a:cubicBezTo>
                    <a:pt x="137" y="3"/>
                    <a:pt x="133" y="1"/>
                    <a:pt x="1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36"/>
            <p:cNvSpPr/>
            <p:nvPr/>
          </p:nvSpPr>
          <p:spPr>
            <a:xfrm>
              <a:off x="5572100" y="1602850"/>
              <a:ext cx="3125" cy="2525"/>
            </a:xfrm>
            <a:custGeom>
              <a:rect b="b" l="l" r="r" t="t"/>
              <a:pathLst>
                <a:path extrusionOk="0" h="101" w="125">
                  <a:moveTo>
                    <a:pt x="59" y="1"/>
                  </a:moveTo>
                  <a:cubicBezTo>
                    <a:pt x="1" y="1"/>
                    <a:pt x="1" y="100"/>
                    <a:pt x="59" y="100"/>
                  </a:cubicBezTo>
                  <a:cubicBezTo>
                    <a:pt x="125" y="100"/>
                    <a:pt x="125" y="1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36"/>
            <p:cNvSpPr/>
            <p:nvPr/>
          </p:nvSpPr>
          <p:spPr>
            <a:xfrm>
              <a:off x="5528400" y="1577300"/>
              <a:ext cx="8925" cy="13975"/>
            </a:xfrm>
            <a:custGeom>
              <a:rect b="b" l="l" r="r" t="t"/>
              <a:pathLst>
                <a:path extrusionOk="0" h="559" w="357">
                  <a:moveTo>
                    <a:pt x="162" y="1"/>
                  </a:moveTo>
                  <a:cubicBezTo>
                    <a:pt x="153" y="1"/>
                    <a:pt x="143" y="2"/>
                    <a:pt x="133" y="4"/>
                  </a:cubicBezTo>
                  <a:cubicBezTo>
                    <a:pt x="100" y="12"/>
                    <a:pt x="75" y="37"/>
                    <a:pt x="50" y="70"/>
                  </a:cubicBezTo>
                  <a:cubicBezTo>
                    <a:pt x="34" y="103"/>
                    <a:pt x="25" y="145"/>
                    <a:pt x="17" y="178"/>
                  </a:cubicBezTo>
                  <a:cubicBezTo>
                    <a:pt x="0" y="269"/>
                    <a:pt x="0" y="360"/>
                    <a:pt x="42" y="435"/>
                  </a:cubicBezTo>
                  <a:cubicBezTo>
                    <a:pt x="42" y="443"/>
                    <a:pt x="42" y="443"/>
                    <a:pt x="42" y="443"/>
                  </a:cubicBezTo>
                  <a:cubicBezTo>
                    <a:pt x="50" y="451"/>
                    <a:pt x="50" y="451"/>
                    <a:pt x="50" y="459"/>
                  </a:cubicBezTo>
                  <a:cubicBezTo>
                    <a:pt x="83" y="509"/>
                    <a:pt x="133" y="559"/>
                    <a:pt x="199" y="559"/>
                  </a:cubicBezTo>
                  <a:cubicBezTo>
                    <a:pt x="274" y="559"/>
                    <a:pt x="332" y="501"/>
                    <a:pt x="340" y="435"/>
                  </a:cubicBezTo>
                  <a:cubicBezTo>
                    <a:pt x="357" y="377"/>
                    <a:pt x="357" y="319"/>
                    <a:pt x="340" y="261"/>
                  </a:cubicBezTo>
                  <a:cubicBezTo>
                    <a:pt x="340" y="236"/>
                    <a:pt x="332" y="219"/>
                    <a:pt x="324" y="194"/>
                  </a:cubicBezTo>
                  <a:cubicBezTo>
                    <a:pt x="315" y="161"/>
                    <a:pt x="307" y="128"/>
                    <a:pt x="290" y="95"/>
                  </a:cubicBezTo>
                  <a:cubicBezTo>
                    <a:pt x="282" y="78"/>
                    <a:pt x="274" y="62"/>
                    <a:pt x="257" y="45"/>
                  </a:cubicBezTo>
                  <a:cubicBezTo>
                    <a:pt x="249" y="45"/>
                    <a:pt x="249" y="37"/>
                    <a:pt x="241" y="37"/>
                  </a:cubicBezTo>
                  <a:cubicBezTo>
                    <a:pt x="222" y="12"/>
                    <a:pt x="193" y="1"/>
                    <a:pt x="1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36"/>
            <p:cNvSpPr/>
            <p:nvPr/>
          </p:nvSpPr>
          <p:spPr>
            <a:xfrm>
              <a:off x="5617675" y="1593125"/>
              <a:ext cx="10800" cy="16150"/>
            </a:xfrm>
            <a:custGeom>
              <a:rect b="b" l="l" r="r" t="t"/>
              <a:pathLst>
                <a:path extrusionOk="0" h="646" w="432">
                  <a:moveTo>
                    <a:pt x="224" y="0"/>
                  </a:moveTo>
                  <a:cubicBezTo>
                    <a:pt x="108" y="0"/>
                    <a:pt x="58" y="125"/>
                    <a:pt x="34" y="216"/>
                  </a:cubicBezTo>
                  <a:cubicBezTo>
                    <a:pt x="25" y="257"/>
                    <a:pt x="17" y="299"/>
                    <a:pt x="9" y="340"/>
                  </a:cubicBezTo>
                  <a:cubicBezTo>
                    <a:pt x="0" y="390"/>
                    <a:pt x="0" y="440"/>
                    <a:pt x="9" y="489"/>
                  </a:cubicBezTo>
                  <a:cubicBezTo>
                    <a:pt x="28" y="577"/>
                    <a:pt x="112" y="645"/>
                    <a:pt x="199" y="645"/>
                  </a:cubicBezTo>
                  <a:cubicBezTo>
                    <a:pt x="227" y="645"/>
                    <a:pt x="256" y="638"/>
                    <a:pt x="282" y="622"/>
                  </a:cubicBezTo>
                  <a:cubicBezTo>
                    <a:pt x="365" y="580"/>
                    <a:pt x="398" y="489"/>
                    <a:pt x="415" y="406"/>
                  </a:cubicBezTo>
                  <a:cubicBezTo>
                    <a:pt x="431" y="315"/>
                    <a:pt x="431" y="224"/>
                    <a:pt x="390" y="133"/>
                  </a:cubicBezTo>
                  <a:cubicBezTo>
                    <a:pt x="373" y="108"/>
                    <a:pt x="357" y="83"/>
                    <a:pt x="332" y="58"/>
                  </a:cubicBezTo>
                  <a:cubicBezTo>
                    <a:pt x="307" y="25"/>
                    <a:pt x="266" y="0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36"/>
            <p:cNvSpPr/>
            <p:nvPr/>
          </p:nvSpPr>
          <p:spPr>
            <a:xfrm>
              <a:off x="5526525" y="1567300"/>
              <a:ext cx="10800" cy="7075"/>
            </a:xfrm>
            <a:custGeom>
              <a:rect b="b" l="l" r="r" t="t"/>
              <a:pathLst>
                <a:path extrusionOk="0" h="283" w="432">
                  <a:moveTo>
                    <a:pt x="96" y="1"/>
                  </a:moveTo>
                  <a:cubicBezTo>
                    <a:pt x="78" y="1"/>
                    <a:pt x="60" y="3"/>
                    <a:pt x="42" y="6"/>
                  </a:cubicBezTo>
                  <a:cubicBezTo>
                    <a:pt x="17" y="6"/>
                    <a:pt x="1" y="23"/>
                    <a:pt x="1" y="47"/>
                  </a:cubicBezTo>
                  <a:cubicBezTo>
                    <a:pt x="1" y="64"/>
                    <a:pt x="17" y="89"/>
                    <a:pt x="42" y="89"/>
                  </a:cubicBezTo>
                  <a:cubicBezTo>
                    <a:pt x="109" y="89"/>
                    <a:pt x="175" y="105"/>
                    <a:pt x="233" y="147"/>
                  </a:cubicBezTo>
                  <a:cubicBezTo>
                    <a:pt x="241" y="147"/>
                    <a:pt x="241" y="155"/>
                    <a:pt x="249" y="155"/>
                  </a:cubicBezTo>
                  <a:cubicBezTo>
                    <a:pt x="249" y="155"/>
                    <a:pt x="249" y="163"/>
                    <a:pt x="249" y="163"/>
                  </a:cubicBezTo>
                  <a:cubicBezTo>
                    <a:pt x="258" y="163"/>
                    <a:pt x="258" y="163"/>
                    <a:pt x="266" y="172"/>
                  </a:cubicBezTo>
                  <a:cubicBezTo>
                    <a:pt x="274" y="180"/>
                    <a:pt x="291" y="197"/>
                    <a:pt x="299" y="205"/>
                  </a:cubicBezTo>
                  <a:cubicBezTo>
                    <a:pt x="307" y="213"/>
                    <a:pt x="307" y="221"/>
                    <a:pt x="316" y="221"/>
                  </a:cubicBezTo>
                  <a:cubicBezTo>
                    <a:pt x="324" y="230"/>
                    <a:pt x="332" y="238"/>
                    <a:pt x="341" y="246"/>
                  </a:cubicBezTo>
                  <a:cubicBezTo>
                    <a:pt x="349" y="255"/>
                    <a:pt x="365" y="271"/>
                    <a:pt x="382" y="279"/>
                  </a:cubicBezTo>
                  <a:cubicBezTo>
                    <a:pt x="386" y="282"/>
                    <a:pt x="391" y="283"/>
                    <a:pt x="395" y="283"/>
                  </a:cubicBezTo>
                  <a:cubicBezTo>
                    <a:pt x="407" y="283"/>
                    <a:pt x="417" y="275"/>
                    <a:pt x="423" y="263"/>
                  </a:cubicBezTo>
                  <a:cubicBezTo>
                    <a:pt x="432" y="246"/>
                    <a:pt x="423" y="238"/>
                    <a:pt x="423" y="221"/>
                  </a:cubicBezTo>
                  <a:cubicBezTo>
                    <a:pt x="423" y="221"/>
                    <a:pt x="423" y="213"/>
                    <a:pt x="423" y="205"/>
                  </a:cubicBezTo>
                  <a:cubicBezTo>
                    <a:pt x="423" y="205"/>
                    <a:pt x="420" y="201"/>
                    <a:pt x="417" y="201"/>
                  </a:cubicBezTo>
                  <a:cubicBezTo>
                    <a:pt x="416" y="201"/>
                    <a:pt x="415" y="202"/>
                    <a:pt x="415" y="205"/>
                  </a:cubicBezTo>
                  <a:lnTo>
                    <a:pt x="415" y="197"/>
                  </a:lnTo>
                  <a:cubicBezTo>
                    <a:pt x="415" y="197"/>
                    <a:pt x="415" y="188"/>
                    <a:pt x="415" y="188"/>
                  </a:cubicBezTo>
                  <a:cubicBezTo>
                    <a:pt x="415" y="180"/>
                    <a:pt x="407" y="172"/>
                    <a:pt x="407" y="163"/>
                  </a:cubicBezTo>
                  <a:cubicBezTo>
                    <a:pt x="399" y="155"/>
                    <a:pt x="390" y="147"/>
                    <a:pt x="382" y="130"/>
                  </a:cubicBezTo>
                  <a:cubicBezTo>
                    <a:pt x="357" y="105"/>
                    <a:pt x="324" y="72"/>
                    <a:pt x="283" y="56"/>
                  </a:cubicBezTo>
                  <a:cubicBezTo>
                    <a:pt x="230" y="23"/>
                    <a:pt x="163" y="1"/>
                    <a:pt x="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36"/>
            <p:cNvSpPr/>
            <p:nvPr/>
          </p:nvSpPr>
          <p:spPr>
            <a:xfrm>
              <a:off x="5532125" y="1564750"/>
              <a:ext cx="5825" cy="4500"/>
            </a:xfrm>
            <a:custGeom>
              <a:rect b="b" l="l" r="r" t="t"/>
              <a:pathLst>
                <a:path extrusionOk="0" h="180" w="233">
                  <a:moveTo>
                    <a:pt x="42" y="0"/>
                  </a:moveTo>
                  <a:cubicBezTo>
                    <a:pt x="25" y="0"/>
                    <a:pt x="17" y="9"/>
                    <a:pt x="17" y="17"/>
                  </a:cubicBezTo>
                  <a:cubicBezTo>
                    <a:pt x="1" y="42"/>
                    <a:pt x="9" y="67"/>
                    <a:pt x="25" y="83"/>
                  </a:cubicBezTo>
                  <a:cubicBezTo>
                    <a:pt x="42" y="91"/>
                    <a:pt x="59" y="91"/>
                    <a:pt x="67" y="100"/>
                  </a:cubicBezTo>
                  <a:cubicBezTo>
                    <a:pt x="83" y="108"/>
                    <a:pt x="92" y="125"/>
                    <a:pt x="108" y="133"/>
                  </a:cubicBezTo>
                  <a:lnTo>
                    <a:pt x="141" y="158"/>
                  </a:lnTo>
                  <a:cubicBezTo>
                    <a:pt x="150" y="158"/>
                    <a:pt x="158" y="166"/>
                    <a:pt x="166" y="166"/>
                  </a:cubicBezTo>
                  <a:lnTo>
                    <a:pt x="175" y="166"/>
                  </a:lnTo>
                  <a:cubicBezTo>
                    <a:pt x="175" y="174"/>
                    <a:pt x="183" y="174"/>
                    <a:pt x="183" y="174"/>
                  </a:cubicBezTo>
                  <a:cubicBezTo>
                    <a:pt x="190" y="178"/>
                    <a:pt x="197" y="180"/>
                    <a:pt x="203" y="180"/>
                  </a:cubicBezTo>
                  <a:cubicBezTo>
                    <a:pt x="212" y="180"/>
                    <a:pt x="219" y="176"/>
                    <a:pt x="224" y="166"/>
                  </a:cubicBezTo>
                  <a:cubicBezTo>
                    <a:pt x="233" y="158"/>
                    <a:pt x="233" y="141"/>
                    <a:pt x="224" y="133"/>
                  </a:cubicBezTo>
                  <a:cubicBezTo>
                    <a:pt x="216" y="116"/>
                    <a:pt x="208" y="100"/>
                    <a:pt x="199" y="83"/>
                  </a:cubicBezTo>
                  <a:lnTo>
                    <a:pt x="199" y="91"/>
                  </a:lnTo>
                  <a:cubicBezTo>
                    <a:pt x="183" y="75"/>
                    <a:pt x="175" y="67"/>
                    <a:pt x="166" y="58"/>
                  </a:cubicBezTo>
                  <a:cubicBezTo>
                    <a:pt x="133" y="33"/>
                    <a:pt x="108" y="17"/>
                    <a:pt x="75" y="9"/>
                  </a:cubicBezTo>
                  <a:cubicBezTo>
                    <a:pt x="59" y="0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36"/>
            <p:cNvSpPr/>
            <p:nvPr/>
          </p:nvSpPr>
          <p:spPr>
            <a:xfrm>
              <a:off x="5620375" y="1580800"/>
              <a:ext cx="10175" cy="4425"/>
            </a:xfrm>
            <a:custGeom>
              <a:rect b="b" l="l" r="r" t="t"/>
              <a:pathLst>
                <a:path extrusionOk="0" h="177" w="407">
                  <a:moveTo>
                    <a:pt x="296" y="1"/>
                  </a:moveTo>
                  <a:cubicBezTo>
                    <a:pt x="283" y="1"/>
                    <a:pt x="268" y="5"/>
                    <a:pt x="257" y="5"/>
                  </a:cubicBezTo>
                  <a:cubicBezTo>
                    <a:pt x="240" y="5"/>
                    <a:pt x="224" y="13"/>
                    <a:pt x="207" y="13"/>
                  </a:cubicBezTo>
                  <a:cubicBezTo>
                    <a:pt x="149" y="29"/>
                    <a:pt x="91" y="54"/>
                    <a:pt x="33" y="79"/>
                  </a:cubicBezTo>
                  <a:cubicBezTo>
                    <a:pt x="8" y="87"/>
                    <a:pt x="0" y="121"/>
                    <a:pt x="8" y="145"/>
                  </a:cubicBezTo>
                  <a:cubicBezTo>
                    <a:pt x="20" y="163"/>
                    <a:pt x="37" y="177"/>
                    <a:pt x="54" y="177"/>
                  </a:cubicBezTo>
                  <a:cubicBezTo>
                    <a:pt x="61" y="177"/>
                    <a:pt x="68" y="175"/>
                    <a:pt x="75" y="170"/>
                  </a:cubicBezTo>
                  <a:cubicBezTo>
                    <a:pt x="124" y="154"/>
                    <a:pt x="182" y="145"/>
                    <a:pt x="232" y="137"/>
                  </a:cubicBezTo>
                  <a:cubicBezTo>
                    <a:pt x="240" y="129"/>
                    <a:pt x="249" y="129"/>
                    <a:pt x="257" y="129"/>
                  </a:cubicBezTo>
                  <a:lnTo>
                    <a:pt x="265" y="129"/>
                  </a:lnTo>
                  <a:cubicBezTo>
                    <a:pt x="282" y="129"/>
                    <a:pt x="298" y="129"/>
                    <a:pt x="315" y="121"/>
                  </a:cubicBezTo>
                  <a:cubicBezTo>
                    <a:pt x="323" y="121"/>
                    <a:pt x="332" y="121"/>
                    <a:pt x="332" y="112"/>
                  </a:cubicBezTo>
                  <a:cubicBezTo>
                    <a:pt x="340" y="112"/>
                    <a:pt x="348" y="112"/>
                    <a:pt x="348" y="104"/>
                  </a:cubicBezTo>
                  <a:cubicBezTo>
                    <a:pt x="365" y="104"/>
                    <a:pt x="381" y="96"/>
                    <a:pt x="398" y="87"/>
                  </a:cubicBezTo>
                  <a:cubicBezTo>
                    <a:pt x="406" y="71"/>
                    <a:pt x="406" y="46"/>
                    <a:pt x="398" y="38"/>
                  </a:cubicBezTo>
                  <a:cubicBezTo>
                    <a:pt x="381" y="21"/>
                    <a:pt x="365" y="21"/>
                    <a:pt x="348" y="13"/>
                  </a:cubicBezTo>
                  <a:lnTo>
                    <a:pt x="340" y="13"/>
                  </a:lnTo>
                  <a:cubicBezTo>
                    <a:pt x="332" y="13"/>
                    <a:pt x="323" y="5"/>
                    <a:pt x="315" y="5"/>
                  </a:cubicBezTo>
                  <a:cubicBezTo>
                    <a:pt x="310" y="2"/>
                    <a:pt x="303" y="1"/>
                    <a:pt x="2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36"/>
            <p:cNvSpPr/>
            <p:nvPr/>
          </p:nvSpPr>
          <p:spPr>
            <a:xfrm>
              <a:off x="5627400" y="1576475"/>
              <a:ext cx="7700" cy="2875"/>
            </a:xfrm>
            <a:custGeom>
              <a:rect b="b" l="l" r="r" t="t"/>
              <a:pathLst>
                <a:path extrusionOk="0" h="115" w="308">
                  <a:moveTo>
                    <a:pt x="106" y="1"/>
                  </a:moveTo>
                  <a:cubicBezTo>
                    <a:pt x="88" y="1"/>
                    <a:pt x="69" y="2"/>
                    <a:pt x="51" y="4"/>
                  </a:cubicBezTo>
                  <a:cubicBezTo>
                    <a:pt x="26" y="4"/>
                    <a:pt x="1" y="20"/>
                    <a:pt x="1" y="53"/>
                  </a:cubicBezTo>
                  <a:cubicBezTo>
                    <a:pt x="9" y="78"/>
                    <a:pt x="26" y="103"/>
                    <a:pt x="51" y="103"/>
                  </a:cubicBezTo>
                  <a:cubicBezTo>
                    <a:pt x="62" y="100"/>
                    <a:pt x="73" y="99"/>
                    <a:pt x="84" y="99"/>
                  </a:cubicBezTo>
                  <a:cubicBezTo>
                    <a:pt x="106" y="99"/>
                    <a:pt x="128" y="103"/>
                    <a:pt x="150" y="103"/>
                  </a:cubicBezTo>
                  <a:lnTo>
                    <a:pt x="191" y="103"/>
                  </a:lnTo>
                  <a:cubicBezTo>
                    <a:pt x="208" y="111"/>
                    <a:pt x="225" y="111"/>
                    <a:pt x="241" y="111"/>
                  </a:cubicBezTo>
                  <a:cubicBezTo>
                    <a:pt x="247" y="113"/>
                    <a:pt x="253" y="114"/>
                    <a:pt x="259" y="114"/>
                  </a:cubicBezTo>
                  <a:cubicBezTo>
                    <a:pt x="277" y="114"/>
                    <a:pt x="293" y="103"/>
                    <a:pt x="299" y="78"/>
                  </a:cubicBezTo>
                  <a:cubicBezTo>
                    <a:pt x="307" y="53"/>
                    <a:pt x="291" y="28"/>
                    <a:pt x="266" y="20"/>
                  </a:cubicBezTo>
                  <a:lnTo>
                    <a:pt x="266" y="28"/>
                  </a:lnTo>
                  <a:cubicBezTo>
                    <a:pt x="216" y="10"/>
                    <a:pt x="162" y="1"/>
                    <a:pt x="1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36"/>
            <p:cNvSpPr/>
            <p:nvPr/>
          </p:nvSpPr>
          <p:spPr>
            <a:xfrm>
              <a:off x="5541800" y="1535025"/>
              <a:ext cx="10225" cy="10475"/>
            </a:xfrm>
            <a:custGeom>
              <a:rect b="b" l="l" r="r" t="t"/>
              <a:pathLst>
                <a:path extrusionOk="0" h="419" w="409">
                  <a:moveTo>
                    <a:pt x="359" y="0"/>
                  </a:moveTo>
                  <a:cubicBezTo>
                    <a:pt x="347" y="0"/>
                    <a:pt x="334" y="5"/>
                    <a:pt x="326" y="13"/>
                  </a:cubicBezTo>
                  <a:cubicBezTo>
                    <a:pt x="276" y="63"/>
                    <a:pt x="218" y="121"/>
                    <a:pt x="169" y="179"/>
                  </a:cubicBezTo>
                  <a:cubicBezTo>
                    <a:pt x="119" y="245"/>
                    <a:pt x="69" y="303"/>
                    <a:pt x="20" y="361"/>
                  </a:cubicBezTo>
                  <a:cubicBezTo>
                    <a:pt x="0" y="387"/>
                    <a:pt x="21" y="418"/>
                    <a:pt x="48" y="418"/>
                  </a:cubicBezTo>
                  <a:cubicBezTo>
                    <a:pt x="55" y="418"/>
                    <a:pt x="62" y="416"/>
                    <a:pt x="69" y="411"/>
                  </a:cubicBezTo>
                  <a:cubicBezTo>
                    <a:pt x="119" y="353"/>
                    <a:pt x="177" y="303"/>
                    <a:pt x="235" y="245"/>
                  </a:cubicBezTo>
                  <a:cubicBezTo>
                    <a:pt x="293" y="187"/>
                    <a:pt x="343" y="129"/>
                    <a:pt x="392" y="71"/>
                  </a:cubicBezTo>
                  <a:cubicBezTo>
                    <a:pt x="401" y="54"/>
                    <a:pt x="409" y="29"/>
                    <a:pt x="392" y="13"/>
                  </a:cubicBezTo>
                  <a:cubicBezTo>
                    <a:pt x="384" y="5"/>
                    <a:pt x="372" y="0"/>
                    <a:pt x="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36"/>
            <p:cNvSpPr/>
            <p:nvPr/>
          </p:nvSpPr>
          <p:spPr>
            <a:xfrm>
              <a:off x="5566300" y="1529500"/>
              <a:ext cx="6650" cy="2325"/>
            </a:xfrm>
            <a:custGeom>
              <a:rect b="b" l="l" r="r" t="t"/>
              <a:pathLst>
                <a:path extrusionOk="0" h="93" w="266">
                  <a:moveTo>
                    <a:pt x="35" y="0"/>
                  </a:moveTo>
                  <a:cubicBezTo>
                    <a:pt x="19" y="0"/>
                    <a:pt x="1" y="21"/>
                    <a:pt x="1" y="35"/>
                  </a:cubicBezTo>
                  <a:cubicBezTo>
                    <a:pt x="1" y="52"/>
                    <a:pt x="9" y="68"/>
                    <a:pt x="34" y="76"/>
                  </a:cubicBezTo>
                  <a:cubicBezTo>
                    <a:pt x="42" y="76"/>
                    <a:pt x="59" y="76"/>
                    <a:pt x="75" y="85"/>
                  </a:cubicBezTo>
                  <a:lnTo>
                    <a:pt x="133" y="85"/>
                  </a:lnTo>
                  <a:cubicBezTo>
                    <a:pt x="158" y="85"/>
                    <a:pt x="191" y="93"/>
                    <a:pt x="224" y="93"/>
                  </a:cubicBezTo>
                  <a:cubicBezTo>
                    <a:pt x="258" y="93"/>
                    <a:pt x="266" y="43"/>
                    <a:pt x="233" y="35"/>
                  </a:cubicBezTo>
                  <a:cubicBezTo>
                    <a:pt x="200" y="27"/>
                    <a:pt x="175" y="27"/>
                    <a:pt x="142" y="18"/>
                  </a:cubicBezTo>
                  <a:cubicBezTo>
                    <a:pt x="125" y="10"/>
                    <a:pt x="108" y="10"/>
                    <a:pt x="84" y="2"/>
                  </a:cubicBezTo>
                  <a:lnTo>
                    <a:pt x="42" y="2"/>
                  </a:lnTo>
                  <a:cubicBezTo>
                    <a:pt x="40" y="1"/>
                    <a:pt x="37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36"/>
            <p:cNvSpPr/>
            <p:nvPr/>
          </p:nvSpPr>
          <p:spPr>
            <a:xfrm>
              <a:off x="5580575" y="1538025"/>
              <a:ext cx="6050" cy="17800"/>
            </a:xfrm>
            <a:custGeom>
              <a:rect b="b" l="l" r="r" t="t"/>
              <a:pathLst>
                <a:path extrusionOk="0" h="712" w="242">
                  <a:moveTo>
                    <a:pt x="59" y="0"/>
                  </a:moveTo>
                  <a:cubicBezTo>
                    <a:pt x="23" y="0"/>
                    <a:pt x="0" y="56"/>
                    <a:pt x="35" y="83"/>
                  </a:cubicBezTo>
                  <a:cubicBezTo>
                    <a:pt x="109" y="141"/>
                    <a:pt x="126" y="249"/>
                    <a:pt x="134" y="332"/>
                  </a:cubicBezTo>
                  <a:cubicBezTo>
                    <a:pt x="142" y="390"/>
                    <a:pt x="151" y="448"/>
                    <a:pt x="159" y="506"/>
                  </a:cubicBezTo>
                  <a:cubicBezTo>
                    <a:pt x="159" y="539"/>
                    <a:pt x="159" y="564"/>
                    <a:pt x="159" y="589"/>
                  </a:cubicBezTo>
                  <a:cubicBezTo>
                    <a:pt x="159" y="622"/>
                    <a:pt x="151" y="655"/>
                    <a:pt x="151" y="688"/>
                  </a:cubicBezTo>
                  <a:cubicBezTo>
                    <a:pt x="155" y="703"/>
                    <a:pt x="166" y="711"/>
                    <a:pt x="177" y="711"/>
                  </a:cubicBezTo>
                  <a:cubicBezTo>
                    <a:pt x="185" y="711"/>
                    <a:pt x="193" y="707"/>
                    <a:pt x="200" y="696"/>
                  </a:cubicBezTo>
                  <a:cubicBezTo>
                    <a:pt x="242" y="647"/>
                    <a:pt x="242" y="564"/>
                    <a:pt x="242" y="506"/>
                  </a:cubicBezTo>
                  <a:cubicBezTo>
                    <a:pt x="242" y="431"/>
                    <a:pt x="233" y="365"/>
                    <a:pt x="217" y="299"/>
                  </a:cubicBezTo>
                  <a:cubicBezTo>
                    <a:pt x="200" y="191"/>
                    <a:pt x="175" y="75"/>
                    <a:pt x="84" y="9"/>
                  </a:cubicBezTo>
                  <a:cubicBezTo>
                    <a:pt x="76" y="3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36"/>
            <p:cNvSpPr/>
            <p:nvPr/>
          </p:nvSpPr>
          <p:spPr>
            <a:xfrm>
              <a:off x="5584250" y="1556300"/>
              <a:ext cx="4250" cy="7775"/>
            </a:xfrm>
            <a:custGeom>
              <a:rect b="b" l="l" r="r" t="t"/>
              <a:pathLst>
                <a:path extrusionOk="0" h="311" w="170">
                  <a:moveTo>
                    <a:pt x="147" y="0"/>
                  </a:moveTo>
                  <a:cubicBezTo>
                    <a:pt x="139" y="0"/>
                    <a:pt x="131" y="5"/>
                    <a:pt x="128" y="15"/>
                  </a:cubicBezTo>
                  <a:cubicBezTo>
                    <a:pt x="111" y="32"/>
                    <a:pt x="111" y="48"/>
                    <a:pt x="95" y="73"/>
                  </a:cubicBezTo>
                  <a:cubicBezTo>
                    <a:pt x="86" y="98"/>
                    <a:pt x="78" y="115"/>
                    <a:pt x="70" y="139"/>
                  </a:cubicBezTo>
                  <a:cubicBezTo>
                    <a:pt x="53" y="181"/>
                    <a:pt x="37" y="222"/>
                    <a:pt x="12" y="264"/>
                  </a:cubicBezTo>
                  <a:cubicBezTo>
                    <a:pt x="0" y="287"/>
                    <a:pt x="22" y="311"/>
                    <a:pt x="44" y="311"/>
                  </a:cubicBezTo>
                  <a:cubicBezTo>
                    <a:pt x="53" y="311"/>
                    <a:pt x="63" y="307"/>
                    <a:pt x="70" y="297"/>
                  </a:cubicBezTo>
                  <a:cubicBezTo>
                    <a:pt x="95" y="255"/>
                    <a:pt x="120" y="214"/>
                    <a:pt x="144" y="164"/>
                  </a:cubicBezTo>
                  <a:cubicBezTo>
                    <a:pt x="153" y="139"/>
                    <a:pt x="153" y="123"/>
                    <a:pt x="161" y="98"/>
                  </a:cubicBezTo>
                  <a:cubicBezTo>
                    <a:pt x="169" y="73"/>
                    <a:pt x="169" y="48"/>
                    <a:pt x="169" y="23"/>
                  </a:cubicBezTo>
                  <a:cubicBezTo>
                    <a:pt x="169" y="9"/>
                    <a:pt x="158" y="0"/>
                    <a:pt x="1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36"/>
            <p:cNvSpPr/>
            <p:nvPr/>
          </p:nvSpPr>
          <p:spPr>
            <a:xfrm>
              <a:off x="5604000" y="1539525"/>
              <a:ext cx="7475" cy="7775"/>
            </a:xfrm>
            <a:custGeom>
              <a:rect b="b" l="l" r="r" t="t"/>
              <a:pathLst>
                <a:path extrusionOk="0" h="311" w="299">
                  <a:moveTo>
                    <a:pt x="228" y="1"/>
                  </a:moveTo>
                  <a:cubicBezTo>
                    <a:pt x="224" y="1"/>
                    <a:pt x="220" y="3"/>
                    <a:pt x="216" y="7"/>
                  </a:cubicBezTo>
                  <a:cubicBezTo>
                    <a:pt x="199" y="7"/>
                    <a:pt x="183" y="15"/>
                    <a:pt x="166" y="23"/>
                  </a:cubicBezTo>
                  <a:cubicBezTo>
                    <a:pt x="141" y="48"/>
                    <a:pt x="117" y="65"/>
                    <a:pt x="92" y="90"/>
                  </a:cubicBezTo>
                  <a:cubicBezTo>
                    <a:pt x="75" y="106"/>
                    <a:pt x="67" y="115"/>
                    <a:pt x="59" y="131"/>
                  </a:cubicBezTo>
                  <a:cubicBezTo>
                    <a:pt x="50" y="139"/>
                    <a:pt x="42" y="156"/>
                    <a:pt x="34" y="164"/>
                  </a:cubicBezTo>
                  <a:cubicBezTo>
                    <a:pt x="17" y="197"/>
                    <a:pt x="9" y="222"/>
                    <a:pt x="1" y="255"/>
                  </a:cubicBezTo>
                  <a:cubicBezTo>
                    <a:pt x="1" y="272"/>
                    <a:pt x="9" y="297"/>
                    <a:pt x="25" y="305"/>
                  </a:cubicBezTo>
                  <a:cubicBezTo>
                    <a:pt x="29" y="309"/>
                    <a:pt x="35" y="311"/>
                    <a:pt x="43" y="311"/>
                  </a:cubicBezTo>
                  <a:cubicBezTo>
                    <a:pt x="53" y="311"/>
                    <a:pt x="66" y="306"/>
                    <a:pt x="75" y="297"/>
                  </a:cubicBezTo>
                  <a:cubicBezTo>
                    <a:pt x="92" y="272"/>
                    <a:pt x="108" y="255"/>
                    <a:pt x="125" y="239"/>
                  </a:cubicBezTo>
                  <a:cubicBezTo>
                    <a:pt x="133" y="231"/>
                    <a:pt x="141" y="214"/>
                    <a:pt x="150" y="206"/>
                  </a:cubicBezTo>
                  <a:cubicBezTo>
                    <a:pt x="158" y="197"/>
                    <a:pt x="175" y="189"/>
                    <a:pt x="183" y="181"/>
                  </a:cubicBezTo>
                  <a:cubicBezTo>
                    <a:pt x="191" y="173"/>
                    <a:pt x="199" y="164"/>
                    <a:pt x="208" y="156"/>
                  </a:cubicBezTo>
                  <a:cubicBezTo>
                    <a:pt x="216" y="148"/>
                    <a:pt x="216" y="139"/>
                    <a:pt x="224" y="139"/>
                  </a:cubicBezTo>
                  <a:cubicBezTo>
                    <a:pt x="224" y="139"/>
                    <a:pt x="233" y="139"/>
                    <a:pt x="233" y="131"/>
                  </a:cubicBezTo>
                  <a:cubicBezTo>
                    <a:pt x="241" y="123"/>
                    <a:pt x="257" y="115"/>
                    <a:pt x="266" y="98"/>
                  </a:cubicBezTo>
                  <a:cubicBezTo>
                    <a:pt x="274" y="98"/>
                    <a:pt x="282" y="81"/>
                    <a:pt x="282" y="73"/>
                  </a:cubicBezTo>
                  <a:cubicBezTo>
                    <a:pt x="291" y="65"/>
                    <a:pt x="291" y="57"/>
                    <a:pt x="291" y="48"/>
                  </a:cubicBezTo>
                  <a:cubicBezTo>
                    <a:pt x="299" y="32"/>
                    <a:pt x="291" y="15"/>
                    <a:pt x="266" y="7"/>
                  </a:cubicBezTo>
                  <a:cubicBezTo>
                    <a:pt x="260" y="7"/>
                    <a:pt x="255" y="3"/>
                    <a:pt x="249" y="3"/>
                  </a:cubicBezTo>
                  <a:cubicBezTo>
                    <a:pt x="246" y="3"/>
                    <a:pt x="244" y="4"/>
                    <a:pt x="241" y="7"/>
                  </a:cubicBezTo>
                  <a:cubicBezTo>
                    <a:pt x="237" y="3"/>
                    <a:pt x="233" y="1"/>
                    <a:pt x="2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36"/>
            <p:cNvSpPr/>
            <p:nvPr/>
          </p:nvSpPr>
          <p:spPr>
            <a:xfrm>
              <a:off x="5610100" y="1538825"/>
              <a:ext cx="7750" cy="5525"/>
            </a:xfrm>
            <a:custGeom>
              <a:rect b="b" l="l" r="r" t="t"/>
              <a:pathLst>
                <a:path extrusionOk="0" h="221" w="310">
                  <a:moveTo>
                    <a:pt x="285" y="0"/>
                  </a:moveTo>
                  <a:cubicBezTo>
                    <a:pt x="283" y="0"/>
                    <a:pt x="281" y="1"/>
                    <a:pt x="279" y="2"/>
                  </a:cubicBezTo>
                  <a:cubicBezTo>
                    <a:pt x="262" y="2"/>
                    <a:pt x="245" y="2"/>
                    <a:pt x="237" y="10"/>
                  </a:cubicBezTo>
                  <a:cubicBezTo>
                    <a:pt x="229" y="18"/>
                    <a:pt x="212" y="27"/>
                    <a:pt x="204" y="27"/>
                  </a:cubicBezTo>
                  <a:cubicBezTo>
                    <a:pt x="179" y="43"/>
                    <a:pt x="163" y="60"/>
                    <a:pt x="138" y="76"/>
                  </a:cubicBezTo>
                  <a:cubicBezTo>
                    <a:pt x="96" y="101"/>
                    <a:pt x="55" y="134"/>
                    <a:pt x="22" y="167"/>
                  </a:cubicBezTo>
                  <a:cubicBezTo>
                    <a:pt x="1" y="188"/>
                    <a:pt x="21" y="221"/>
                    <a:pt x="43" y="221"/>
                  </a:cubicBezTo>
                  <a:cubicBezTo>
                    <a:pt x="47" y="221"/>
                    <a:pt x="51" y="220"/>
                    <a:pt x="55" y="217"/>
                  </a:cubicBezTo>
                  <a:cubicBezTo>
                    <a:pt x="96" y="184"/>
                    <a:pt x="138" y="159"/>
                    <a:pt x="179" y="134"/>
                  </a:cubicBezTo>
                  <a:cubicBezTo>
                    <a:pt x="196" y="118"/>
                    <a:pt x="221" y="101"/>
                    <a:pt x="237" y="93"/>
                  </a:cubicBezTo>
                  <a:cubicBezTo>
                    <a:pt x="245" y="85"/>
                    <a:pt x="262" y="76"/>
                    <a:pt x="270" y="68"/>
                  </a:cubicBezTo>
                  <a:cubicBezTo>
                    <a:pt x="279" y="60"/>
                    <a:pt x="287" y="51"/>
                    <a:pt x="295" y="43"/>
                  </a:cubicBezTo>
                  <a:cubicBezTo>
                    <a:pt x="310" y="22"/>
                    <a:pt x="299" y="0"/>
                    <a:pt x="2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885;p36"/>
            <p:cNvSpPr/>
            <p:nvPr/>
          </p:nvSpPr>
          <p:spPr>
            <a:xfrm>
              <a:off x="5624100" y="1544550"/>
              <a:ext cx="9975" cy="2625"/>
            </a:xfrm>
            <a:custGeom>
              <a:rect b="b" l="l" r="r" t="t"/>
              <a:pathLst>
                <a:path extrusionOk="0" h="105" w="399">
                  <a:moveTo>
                    <a:pt x="307" y="1"/>
                  </a:moveTo>
                  <a:cubicBezTo>
                    <a:pt x="299" y="1"/>
                    <a:pt x="290" y="2"/>
                    <a:pt x="282" y="5"/>
                  </a:cubicBezTo>
                  <a:cubicBezTo>
                    <a:pt x="249" y="5"/>
                    <a:pt x="224" y="5"/>
                    <a:pt x="199" y="13"/>
                  </a:cubicBezTo>
                  <a:cubicBezTo>
                    <a:pt x="141" y="21"/>
                    <a:pt x="91" y="30"/>
                    <a:pt x="42" y="38"/>
                  </a:cubicBezTo>
                  <a:cubicBezTo>
                    <a:pt x="0" y="38"/>
                    <a:pt x="9" y="104"/>
                    <a:pt x="50" y="104"/>
                  </a:cubicBezTo>
                  <a:lnTo>
                    <a:pt x="50" y="96"/>
                  </a:lnTo>
                  <a:cubicBezTo>
                    <a:pt x="100" y="96"/>
                    <a:pt x="158" y="87"/>
                    <a:pt x="207" y="87"/>
                  </a:cubicBezTo>
                  <a:cubicBezTo>
                    <a:pt x="232" y="79"/>
                    <a:pt x="265" y="79"/>
                    <a:pt x="290" y="71"/>
                  </a:cubicBezTo>
                  <a:cubicBezTo>
                    <a:pt x="315" y="71"/>
                    <a:pt x="340" y="63"/>
                    <a:pt x="365" y="54"/>
                  </a:cubicBezTo>
                  <a:cubicBezTo>
                    <a:pt x="398" y="46"/>
                    <a:pt x="390" y="5"/>
                    <a:pt x="357" y="5"/>
                  </a:cubicBezTo>
                  <a:cubicBezTo>
                    <a:pt x="340" y="5"/>
                    <a:pt x="323" y="1"/>
                    <a:pt x="3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886;p36"/>
            <p:cNvSpPr/>
            <p:nvPr/>
          </p:nvSpPr>
          <p:spPr>
            <a:xfrm>
              <a:off x="5672125" y="1607925"/>
              <a:ext cx="11450" cy="3650"/>
            </a:xfrm>
            <a:custGeom>
              <a:rect b="b" l="l" r="r" t="t"/>
              <a:pathLst>
                <a:path extrusionOk="0" h="146" w="458">
                  <a:moveTo>
                    <a:pt x="64" y="0"/>
                  </a:moveTo>
                  <a:cubicBezTo>
                    <a:pt x="25" y="0"/>
                    <a:pt x="0" y="59"/>
                    <a:pt x="43" y="88"/>
                  </a:cubicBezTo>
                  <a:cubicBezTo>
                    <a:pt x="101" y="121"/>
                    <a:pt x="176" y="146"/>
                    <a:pt x="242" y="146"/>
                  </a:cubicBezTo>
                  <a:cubicBezTo>
                    <a:pt x="316" y="146"/>
                    <a:pt x="391" y="129"/>
                    <a:pt x="441" y="71"/>
                  </a:cubicBezTo>
                  <a:cubicBezTo>
                    <a:pt x="457" y="55"/>
                    <a:pt x="441" y="30"/>
                    <a:pt x="416" y="30"/>
                  </a:cubicBezTo>
                  <a:cubicBezTo>
                    <a:pt x="358" y="46"/>
                    <a:pt x="300" y="55"/>
                    <a:pt x="242" y="55"/>
                  </a:cubicBezTo>
                  <a:cubicBezTo>
                    <a:pt x="184" y="46"/>
                    <a:pt x="134" y="38"/>
                    <a:pt x="84" y="5"/>
                  </a:cubicBezTo>
                  <a:cubicBezTo>
                    <a:pt x="78" y="2"/>
                    <a:pt x="71" y="0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36"/>
            <p:cNvSpPr/>
            <p:nvPr/>
          </p:nvSpPr>
          <p:spPr>
            <a:xfrm>
              <a:off x="5674625" y="1612200"/>
              <a:ext cx="11625" cy="2700"/>
            </a:xfrm>
            <a:custGeom>
              <a:rect b="b" l="l" r="r" t="t"/>
              <a:pathLst>
                <a:path extrusionOk="0" h="108" w="465">
                  <a:moveTo>
                    <a:pt x="317" y="1"/>
                  </a:moveTo>
                  <a:cubicBezTo>
                    <a:pt x="225" y="1"/>
                    <a:pt x="134" y="11"/>
                    <a:pt x="42" y="16"/>
                  </a:cubicBezTo>
                  <a:cubicBezTo>
                    <a:pt x="26" y="16"/>
                    <a:pt x="1" y="33"/>
                    <a:pt x="1" y="66"/>
                  </a:cubicBezTo>
                  <a:cubicBezTo>
                    <a:pt x="1" y="83"/>
                    <a:pt x="26" y="107"/>
                    <a:pt x="42" y="107"/>
                  </a:cubicBezTo>
                  <a:cubicBezTo>
                    <a:pt x="175" y="99"/>
                    <a:pt x="308" y="99"/>
                    <a:pt x="440" y="66"/>
                  </a:cubicBezTo>
                  <a:cubicBezTo>
                    <a:pt x="465" y="58"/>
                    <a:pt x="465" y="16"/>
                    <a:pt x="440" y="8"/>
                  </a:cubicBezTo>
                  <a:cubicBezTo>
                    <a:pt x="399" y="3"/>
                    <a:pt x="358" y="1"/>
                    <a:pt x="3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p36"/>
            <p:cNvSpPr/>
            <p:nvPr/>
          </p:nvSpPr>
          <p:spPr>
            <a:xfrm>
              <a:off x="5694500" y="1618875"/>
              <a:ext cx="10200" cy="15775"/>
            </a:xfrm>
            <a:custGeom>
              <a:rect b="b" l="l" r="r" t="t"/>
              <a:pathLst>
                <a:path extrusionOk="0" h="631" w="408">
                  <a:moveTo>
                    <a:pt x="48" y="0"/>
                  </a:moveTo>
                  <a:cubicBezTo>
                    <a:pt x="17" y="0"/>
                    <a:pt x="0" y="44"/>
                    <a:pt x="35" y="64"/>
                  </a:cubicBezTo>
                  <a:cubicBezTo>
                    <a:pt x="117" y="130"/>
                    <a:pt x="184" y="213"/>
                    <a:pt x="225" y="313"/>
                  </a:cubicBezTo>
                  <a:cubicBezTo>
                    <a:pt x="267" y="412"/>
                    <a:pt x="275" y="512"/>
                    <a:pt x="300" y="611"/>
                  </a:cubicBezTo>
                  <a:cubicBezTo>
                    <a:pt x="304" y="625"/>
                    <a:pt x="314" y="631"/>
                    <a:pt x="323" y="631"/>
                  </a:cubicBezTo>
                  <a:cubicBezTo>
                    <a:pt x="330" y="631"/>
                    <a:pt x="337" y="627"/>
                    <a:pt x="341" y="619"/>
                  </a:cubicBezTo>
                  <a:cubicBezTo>
                    <a:pt x="407" y="512"/>
                    <a:pt x="374" y="362"/>
                    <a:pt x="325" y="263"/>
                  </a:cubicBezTo>
                  <a:cubicBezTo>
                    <a:pt x="267" y="147"/>
                    <a:pt x="184" y="56"/>
                    <a:pt x="68" y="6"/>
                  </a:cubicBezTo>
                  <a:cubicBezTo>
                    <a:pt x="61" y="2"/>
                    <a:pt x="54" y="0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p36"/>
            <p:cNvSpPr/>
            <p:nvPr/>
          </p:nvSpPr>
          <p:spPr>
            <a:xfrm>
              <a:off x="5704250" y="1636350"/>
              <a:ext cx="4175" cy="13175"/>
            </a:xfrm>
            <a:custGeom>
              <a:rect b="b" l="l" r="r" t="t"/>
              <a:pathLst>
                <a:path extrusionOk="0" h="527" w="167">
                  <a:moveTo>
                    <a:pt x="48" y="1"/>
                  </a:moveTo>
                  <a:cubicBezTo>
                    <a:pt x="43" y="1"/>
                    <a:pt x="38" y="2"/>
                    <a:pt x="34" y="3"/>
                  </a:cubicBezTo>
                  <a:cubicBezTo>
                    <a:pt x="9" y="11"/>
                    <a:pt x="1" y="36"/>
                    <a:pt x="1" y="61"/>
                  </a:cubicBezTo>
                  <a:cubicBezTo>
                    <a:pt x="17" y="136"/>
                    <a:pt x="26" y="210"/>
                    <a:pt x="34" y="285"/>
                  </a:cubicBezTo>
                  <a:cubicBezTo>
                    <a:pt x="42" y="318"/>
                    <a:pt x="51" y="359"/>
                    <a:pt x="59" y="393"/>
                  </a:cubicBezTo>
                  <a:cubicBezTo>
                    <a:pt x="67" y="434"/>
                    <a:pt x="67" y="475"/>
                    <a:pt x="92" y="509"/>
                  </a:cubicBezTo>
                  <a:cubicBezTo>
                    <a:pt x="100" y="520"/>
                    <a:pt x="114" y="526"/>
                    <a:pt x="128" y="526"/>
                  </a:cubicBezTo>
                  <a:cubicBezTo>
                    <a:pt x="144" y="526"/>
                    <a:pt x="158" y="518"/>
                    <a:pt x="158" y="500"/>
                  </a:cubicBezTo>
                  <a:cubicBezTo>
                    <a:pt x="167" y="459"/>
                    <a:pt x="158" y="426"/>
                    <a:pt x="158" y="384"/>
                  </a:cubicBezTo>
                  <a:cubicBezTo>
                    <a:pt x="150" y="343"/>
                    <a:pt x="142" y="301"/>
                    <a:pt x="142" y="260"/>
                  </a:cubicBezTo>
                  <a:cubicBezTo>
                    <a:pt x="125" y="185"/>
                    <a:pt x="109" y="111"/>
                    <a:pt x="92" y="36"/>
                  </a:cubicBezTo>
                  <a:cubicBezTo>
                    <a:pt x="92" y="16"/>
                    <a:pt x="70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p36"/>
            <p:cNvSpPr/>
            <p:nvPr/>
          </p:nvSpPr>
          <p:spPr>
            <a:xfrm>
              <a:off x="5710050" y="1648625"/>
              <a:ext cx="3350" cy="5600"/>
            </a:xfrm>
            <a:custGeom>
              <a:rect b="b" l="l" r="r" t="t"/>
              <a:pathLst>
                <a:path extrusionOk="0" h="224" w="134">
                  <a:moveTo>
                    <a:pt x="100" y="1"/>
                  </a:moveTo>
                  <a:cubicBezTo>
                    <a:pt x="88" y="1"/>
                    <a:pt x="75" y="9"/>
                    <a:pt x="75" y="26"/>
                  </a:cubicBezTo>
                  <a:cubicBezTo>
                    <a:pt x="67" y="26"/>
                    <a:pt x="67" y="34"/>
                    <a:pt x="67" y="42"/>
                  </a:cubicBezTo>
                  <a:cubicBezTo>
                    <a:pt x="67" y="42"/>
                    <a:pt x="67" y="51"/>
                    <a:pt x="67" y="51"/>
                  </a:cubicBezTo>
                  <a:cubicBezTo>
                    <a:pt x="67" y="51"/>
                    <a:pt x="59" y="51"/>
                    <a:pt x="59" y="59"/>
                  </a:cubicBezTo>
                  <a:cubicBezTo>
                    <a:pt x="59" y="67"/>
                    <a:pt x="51" y="76"/>
                    <a:pt x="51" y="76"/>
                  </a:cubicBezTo>
                  <a:lnTo>
                    <a:pt x="51" y="84"/>
                  </a:lnTo>
                  <a:cubicBezTo>
                    <a:pt x="42" y="100"/>
                    <a:pt x="34" y="109"/>
                    <a:pt x="34" y="125"/>
                  </a:cubicBezTo>
                  <a:cubicBezTo>
                    <a:pt x="26" y="125"/>
                    <a:pt x="26" y="134"/>
                    <a:pt x="17" y="142"/>
                  </a:cubicBezTo>
                  <a:cubicBezTo>
                    <a:pt x="17" y="142"/>
                    <a:pt x="17" y="142"/>
                    <a:pt x="17" y="150"/>
                  </a:cubicBezTo>
                  <a:cubicBezTo>
                    <a:pt x="17" y="145"/>
                    <a:pt x="17" y="143"/>
                    <a:pt x="17" y="143"/>
                  </a:cubicBezTo>
                  <a:cubicBezTo>
                    <a:pt x="16" y="143"/>
                    <a:pt x="15" y="150"/>
                    <a:pt x="9" y="150"/>
                  </a:cubicBezTo>
                  <a:cubicBezTo>
                    <a:pt x="9" y="158"/>
                    <a:pt x="1" y="167"/>
                    <a:pt x="1" y="183"/>
                  </a:cubicBezTo>
                  <a:cubicBezTo>
                    <a:pt x="1" y="192"/>
                    <a:pt x="9" y="208"/>
                    <a:pt x="9" y="208"/>
                  </a:cubicBezTo>
                  <a:cubicBezTo>
                    <a:pt x="18" y="217"/>
                    <a:pt x="32" y="224"/>
                    <a:pt x="46" y="224"/>
                  </a:cubicBezTo>
                  <a:cubicBezTo>
                    <a:pt x="57" y="224"/>
                    <a:pt x="68" y="219"/>
                    <a:pt x="75" y="208"/>
                  </a:cubicBezTo>
                  <a:cubicBezTo>
                    <a:pt x="100" y="183"/>
                    <a:pt x="117" y="158"/>
                    <a:pt x="125" y="117"/>
                  </a:cubicBezTo>
                  <a:cubicBezTo>
                    <a:pt x="133" y="102"/>
                    <a:pt x="133" y="87"/>
                    <a:pt x="133" y="71"/>
                  </a:cubicBezTo>
                  <a:lnTo>
                    <a:pt x="133" y="71"/>
                  </a:lnTo>
                  <a:cubicBezTo>
                    <a:pt x="133" y="73"/>
                    <a:pt x="133" y="74"/>
                    <a:pt x="133" y="76"/>
                  </a:cubicBezTo>
                  <a:lnTo>
                    <a:pt x="133" y="67"/>
                  </a:lnTo>
                  <a:cubicBezTo>
                    <a:pt x="133" y="69"/>
                    <a:pt x="133" y="70"/>
                    <a:pt x="133" y="71"/>
                  </a:cubicBezTo>
                  <a:cubicBezTo>
                    <a:pt x="133" y="56"/>
                    <a:pt x="133" y="41"/>
                    <a:pt x="125" y="26"/>
                  </a:cubicBezTo>
                  <a:cubicBezTo>
                    <a:pt x="125" y="9"/>
                    <a:pt x="113" y="1"/>
                    <a:pt x="1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891;p36"/>
            <p:cNvSpPr/>
            <p:nvPr/>
          </p:nvSpPr>
          <p:spPr>
            <a:xfrm>
              <a:off x="5547875" y="1636325"/>
              <a:ext cx="4375" cy="11250"/>
            </a:xfrm>
            <a:custGeom>
              <a:rect b="b" l="l" r="r" t="t"/>
              <a:pathLst>
                <a:path extrusionOk="0" h="450" w="175">
                  <a:moveTo>
                    <a:pt x="93" y="0"/>
                  </a:moveTo>
                  <a:cubicBezTo>
                    <a:pt x="67" y="0"/>
                    <a:pt x="42" y="18"/>
                    <a:pt x="42" y="46"/>
                  </a:cubicBezTo>
                  <a:cubicBezTo>
                    <a:pt x="42" y="104"/>
                    <a:pt x="42" y="162"/>
                    <a:pt x="42" y="228"/>
                  </a:cubicBezTo>
                  <a:cubicBezTo>
                    <a:pt x="42" y="228"/>
                    <a:pt x="42" y="236"/>
                    <a:pt x="42" y="244"/>
                  </a:cubicBezTo>
                  <a:cubicBezTo>
                    <a:pt x="42" y="244"/>
                    <a:pt x="33" y="253"/>
                    <a:pt x="33" y="261"/>
                  </a:cubicBezTo>
                  <a:cubicBezTo>
                    <a:pt x="33" y="269"/>
                    <a:pt x="33" y="286"/>
                    <a:pt x="33" y="294"/>
                  </a:cubicBezTo>
                  <a:cubicBezTo>
                    <a:pt x="25" y="302"/>
                    <a:pt x="25" y="311"/>
                    <a:pt x="25" y="319"/>
                  </a:cubicBezTo>
                  <a:cubicBezTo>
                    <a:pt x="25" y="319"/>
                    <a:pt x="20" y="333"/>
                    <a:pt x="18" y="333"/>
                  </a:cubicBezTo>
                  <a:cubicBezTo>
                    <a:pt x="17" y="333"/>
                    <a:pt x="17" y="331"/>
                    <a:pt x="17" y="327"/>
                  </a:cubicBezTo>
                  <a:cubicBezTo>
                    <a:pt x="9" y="344"/>
                    <a:pt x="9" y="360"/>
                    <a:pt x="0" y="377"/>
                  </a:cubicBezTo>
                  <a:cubicBezTo>
                    <a:pt x="0" y="394"/>
                    <a:pt x="0" y="418"/>
                    <a:pt x="17" y="435"/>
                  </a:cubicBezTo>
                  <a:cubicBezTo>
                    <a:pt x="25" y="435"/>
                    <a:pt x="25" y="443"/>
                    <a:pt x="33" y="443"/>
                  </a:cubicBezTo>
                  <a:cubicBezTo>
                    <a:pt x="42" y="447"/>
                    <a:pt x="52" y="449"/>
                    <a:pt x="62" y="449"/>
                  </a:cubicBezTo>
                  <a:cubicBezTo>
                    <a:pt x="73" y="449"/>
                    <a:pt x="83" y="447"/>
                    <a:pt x="91" y="443"/>
                  </a:cubicBezTo>
                  <a:cubicBezTo>
                    <a:pt x="108" y="427"/>
                    <a:pt x="125" y="418"/>
                    <a:pt x="133" y="394"/>
                  </a:cubicBezTo>
                  <a:cubicBezTo>
                    <a:pt x="141" y="377"/>
                    <a:pt x="149" y="360"/>
                    <a:pt x="158" y="344"/>
                  </a:cubicBezTo>
                  <a:cubicBezTo>
                    <a:pt x="166" y="311"/>
                    <a:pt x="174" y="269"/>
                    <a:pt x="174" y="236"/>
                  </a:cubicBezTo>
                  <a:cubicBezTo>
                    <a:pt x="174" y="170"/>
                    <a:pt x="158" y="104"/>
                    <a:pt x="141" y="37"/>
                  </a:cubicBezTo>
                  <a:cubicBezTo>
                    <a:pt x="134" y="12"/>
                    <a:pt x="113" y="0"/>
                    <a:pt x="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36"/>
            <p:cNvSpPr/>
            <p:nvPr/>
          </p:nvSpPr>
          <p:spPr>
            <a:xfrm>
              <a:off x="5553450" y="1640725"/>
              <a:ext cx="1700" cy="4300"/>
            </a:xfrm>
            <a:custGeom>
              <a:rect b="b" l="l" r="r" t="t"/>
              <a:pathLst>
                <a:path extrusionOk="0" h="172" w="68">
                  <a:moveTo>
                    <a:pt x="41" y="0"/>
                  </a:moveTo>
                  <a:cubicBezTo>
                    <a:pt x="39" y="0"/>
                    <a:pt x="36" y="1"/>
                    <a:pt x="34" y="2"/>
                  </a:cubicBezTo>
                  <a:cubicBezTo>
                    <a:pt x="9" y="2"/>
                    <a:pt x="1" y="10"/>
                    <a:pt x="1" y="35"/>
                  </a:cubicBezTo>
                  <a:lnTo>
                    <a:pt x="1" y="60"/>
                  </a:lnTo>
                  <a:cubicBezTo>
                    <a:pt x="1" y="77"/>
                    <a:pt x="1" y="85"/>
                    <a:pt x="1" y="93"/>
                  </a:cubicBezTo>
                  <a:cubicBezTo>
                    <a:pt x="1" y="102"/>
                    <a:pt x="1" y="110"/>
                    <a:pt x="1" y="126"/>
                  </a:cubicBezTo>
                  <a:cubicBezTo>
                    <a:pt x="1" y="135"/>
                    <a:pt x="1" y="143"/>
                    <a:pt x="9" y="151"/>
                  </a:cubicBezTo>
                  <a:lnTo>
                    <a:pt x="18" y="160"/>
                  </a:lnTo>
                  <a:cubicBezTo>
                    <a:pt x="22" y="168"/>
                    <a:pt x="28" y="172"/>
                    <a:pt x="34" y="172"/>
                  </a:cubicBezTo>
                  <a:cubicBezTo>
                    <a:pt x="40" y="172"/>
                    <a:pt x="47" y="168"/>
                    <a:pt x="51" y="160"/>
                  </a:cubicBezTo>
                  <a:lnTo>
                    <a:pt x="59" y="151"/>
                  </a:lnTo>
                  <a:cubicBezTo>
                    <a:pt x="59" y="143"/>
                    <a:pt x="59" y="135"/>
                    <a:pt x="59" y="126"/>
                  </a:cubicBezTo>
                  <a:cubicBezTo>
                    <a:pt x="67" y="118"/>
                    <a:pt x="67" y="102"/>
                    <a:pt x="67" y="93"/>
                  </a:cubicBezTo>
                  <a:cubicBezTo>
                    <a:pt x="67" y="85"/>
                    <a:pt x="67" y="77"/>
                    <a:pt x="67" y="60"/>
                  </a:cubicBezTo>
                  <a:lnTo>
                    <a:pt x="67" y="35"/>
                  </a:lnTo>
                  <a:cubicBezTo>
                    <a:pt x="67" y="21"/>
                    <a:pt x="55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893;p36"/>
            <p:cNvSpPr/>
            <p:nvPr/>
          </p:nvSpPr>
          <p:spPr>
            <a:xfrm>
              <a:off x="5657650" y="1780075"/>
              <a:ext cx="8300" cy="24950"/>
            </a:xfrm>
            <a:custGeom>
              <a:rect b="b" l="l" r="r" t="t"/>
              <a:pathLst>
                <a:path extrusionOk="0" h="998" w="332">
                  <a:moveTo>
                    <a:pt x="221" y="1"/>
                  </a:moveTo>
                  <a:cubicBezTo>
                    <a:pt x="208" y="1"/>
                    <a:pt x="196" y="7"/>
                    <a:pt x="191" y="21"/>
                  </a:cubicBezTo>
                  <a:cubicBezTo>
                    <a:pt x="166" y="54"/>
                    <a:pt x="166" y="95"/>
                    <a:pt x="158" y="137"/>
                  </a:cubicBezTo>
                  <a:cubicBezTo>
                    <a:pt x="150" y="178"/>
                    <a:pt x="150" y="220"/>
                    <a:pt x="150" y="269"/>
                  </a:cubicBezTo>
                  <a:cubicBezTo>
                    <a:pt x="150" y="352"/>
                    <a:pt x="150" y="435"/>
                    <a:pt x="141" y="518"/>
                  </a:cubicBezTo>
                  <a:cubicBezTo>
                    <a:pt x="141" y="634"/>
                    <a:pt x="150" y="800"/>
                    <a:pt x="50" y="882"/>
                  </a:cubicBezTo>
                  <a:cubicBezTo>
                    <a:pt x="1" y="925"/>
                    <a:pt x="48" y="997"/>
                    <a:pt x="104" y="997"/>
                  </a:cubicBezTo>
                  <a:cubicBezTo>
                    <a:pt x="113" y="997"/>
                    <a:pt x="123" y="995"/>
                    <a:pt x="133" y="990"/>
                  </a:cubicBezTo>
                  <a:cubicBezTo>
                    <a:pt x="274" y="899"/>
                    <a:pt x="299" y="725"/>
                    <a:pt x="315" y="568"/>
                  </a:cubicBezTo>
                  <a:cubicBezTo>
                    <a:pt x="324" y="477"/>
                    <a:pt x="332" y="377"/>
                    <a:pt x="324" y="286"/>
                  </a:cubicBezTo>
                  <a:cubicBezTo>
                    <a:pt x="324" y="236"/>
                    <a:pt x="315" y="187"/>
                    <a:pt x="307" y="137"/>
                  </a:cubicBezTo>
                  <a:cubicBezTo>
                    <a:pt x="299" y="95"/>
                    <a:pt x="282" y="46"/>
                    <a:pt x="249" y="13"/>
                  </a:cubicBezTo>
                  <a:cubicBezTo>
                    <a:pt x="242" y="5"/>
                    <a:pt x="231" y="1"/>
                    <a:pt x="2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" name="Google Shape;894;p36"/>
            <p:cNvSpPr/>
            <p:nvPr/>
          </p:nvSpPr>
          <p:spPr>
            <a:xfrm>
              <a:off x="5667850" y="1770275"/>
              <a:ext cx="7025" cy="21000"/>
            </a:xfrm>
            <a:custGeom>
              <a:rect b="b" l="l" r="r" t="t"/>
              <a:pathLst>
                <a:path extrusionOk="0" h="840" w="281">
                  <a:moveTo>
                    <a:pt x="212" y="0"/>
                  </a:moveTo>
                  <a:cubicBezTo>
                    <a:pt x="197" y="0"/>
                    <a:pt x="182" y="9"/>
                    <a:pt x="173" y="23"/>
                  </a:cubicBezTo>
                  <a:cubicBezTo>
                    <a:pt x="164" y="57"/>
                    <a:pt x="164" y="90"/>
                    <a:pt x="156" y="115"/>
                  </a:cubicBezTo>
                  <a:cubicBezTo>
                    <a:pt x="156" y="148"/>
                    <a:pt x="148" y="173"/>
                    <a:pt x="148" y="206"/>
                  </a:cubicBezTo>
                  <a:cubicBezTo>
                    <a:pt x="148" y="272"/>
                    <a:pt x="139" y="330"/>
                    <a:pt x="131" y="396"/>
                  </a:cubicBezTo>
                  <a:cubicBezTo>
                    <a:pt x="106" y="521"/>
                    <a:pt x="73" y="645"/>
                    <a:pt x="23" y="753"/>
                  </a:cubicBezTo>
                  <a:cubicBezTo>
                    <a:pt x="1" y="798"/>
                    <a:pt x="37" y="840"/>
                    <a:pt x="72" y="840"/>
                  </a:cubicBezTo>
                  <a:cubicBezTo>
                    <a:pt x="88" y="840"/>
                    <a:pt x="104" y="831"/>
                    <a:pt x="115" y="811"/>
                  </a:cubicBezTo>
                  <a:cubicBezTo>
                    <a:pt x="189" y="686"/>
                    <a:pt x="231" y="562"/>
                    <a:pt x="264" y="421"/>
                  </a:cubicBezTo>
                  <a:cubicBezTo>
                    <a:pt x="272" y="355"/>
                    <a:pt x="280" y="289"/>
                    <a:pt x="280" y="222"/>
                  </a:cubicBezTo>
                  <a:cubicBezTo>
                    <a:pt x="280" y="156"/>
                    <a:pt x="272" y="73"/>
                    <a:pt x="239" y="15"/>
                  </a:cubicBezTo>
                  <a:cubicBezTo>
                    <a:pt x="232" y="5"/>
                    <a:pt x="222" y="0"/>
                    <a:pt x="2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" name="Google Shape;895;p36"/>
            <p:cNvSpPr/>
            <p:nvPr/>
          </p:nvSpPr>
          <p:spPr>
            <a:xfrm>
              <a:off x="5677325" y="1771625"/>
              <a:ext cx="5425" cy="13075"/>
            </a:xfrm>
            <a:custGeom>
              <a:rect b="b" l="l" r="r" t="t"/>
              <a:pathLst>
                <a:path extrusionOk="0" h="523" w="217">
                  <a:moveTo>
                    <a:pt x="161" y="1"/>
                  </a:moveTo>
                  <a:cubicBezTo>
                    <a:pt x="151" y="1"/>
                    <a:pt x="140" y="6"/>
                    <a:pt x="133" y="19"/>
                  </a:cubicBezTo>
                  <a:cubicBezTo>
                    <a:pt x="125" y="36"/>
                    <a:pt x="117" y="52"/>
                    <a:pt x="108" y="77"/>
                  </a:cubicBezTo>
                  <a:cubicBezTo>
                    <a:pt x="108" y="94"/>
                    <a:pt x="100" y="110"/>
                    <a:pt x="100" y="127"/>
                  </a:cubicBezTo>
                  <a:cubicBezTo>
                    <a:pt x="92" y="168"/>
                    <a:pt x="84" y="201"/>
                    <a:pt x="75" y="235"/>
                  </a:cubicBezTo>
                  <a:cubicBezTo>
                    <a:pt x="59" y="309"/>
                    <a:pt x="42" y="384"/>
                    <a:pt x="17" y="458"/>
                  </a:cubicBezTo>
                  <a:cubicBezTo>
                    <a:pt x="0" y="492"/>
                    <a:pt x="37" y="522"/>
                    <a:pt x="73" y="522"/>
                  </a:cubicBezTo>
                  <a:cubicBezTo>
                    <a:pt x="90" y="522"/>
                    <a:pt x="106" y="516"/>
                    <a:pt x="117" y="500"/>
                  </a:cubicBezTo>
                  <a:cubicBezTo>
                    <a:pt x="150" y="425"/>
                    <a:pt x="175" y="351"/>
                    <a:pt x="191" y="268"/>
                  </a:cubicBezTo>
                  <a:cubicBezTo>
                    <a:pt x="208" y="226"/>
                    <a:pt x="208" y="193"/>
                    <a:pt x="216" y="152"/>
                  </a:cubicBezTo>
                  <a:cubicBezTo>
                    <a:pt x="216" y="127"/>
                    <a:pt x="216" y="110"/>
                    <a:pt x="216" y="94"/>
                  </a:cubicBezTo>
                  <a:cubicBezTo>
                    <a:pt x="216" y="69"/>
                    <a:pt x="208" y="52"/>
                    <a:pt x="200" y="27"/>
                  </a:cubicBezTo>
                  <a:cubicBezTo>
                    <a:pt x="195" y="12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" name="Google Shape;896;p36"/>
            <p:cNvSpPr/>
            <p:nvPr/>
          </p:nvSpPr>
          <p:spPr>
            <a:xfrm>
              <a:off x="5684775" y="1760800"/>
              <a:ext cx="5225" cy="13225"/>
            </a:xfrm>
            <a:custGeom>
              <a:rect b="b" l="l" r="r" t="t"/>
              <a:pathLst>
                <a:path extrusionOk="0" h="529" w="209">
                  <a:moveTo>
                    <a:pt x="155" y="0"/>
                  </a:moveTo>
                  <a:cubicBezTo>
                    <a:pt x="139" y="0"/>
                    <a:pt x="124" y="7"/>
                    <a:pt x="117" y="21"/>
                  </a:cubicBezTo>
                  <a:cubicBezTo>
                    <a:pt x="109" y="46"/>
                    <a:pt x="109" y="63"/>
                    <a:pt x="100" y="79"/>
                  </a:cubicBezTo>
                  <a:cubicBezTo>
                    <a:pt x="100" y="96"/>
                    <a:pt x="100" y="121"/>
                    <a:pt x="92" y="137"/>
                  </a:cubicBezTo>
                  <a:cubicBezTo>
                    <a:pt x="84" y="179"/>
                    <a:pt x="76" y="212"/>
                    <a:pt x="76" y="253"/>
                  </a:cubicBezTo>
                  <a:cubicBezTo>
                    <a:pt x="59" y="328"/>
                    <a:pt x="34" y="402"/>
                    <a:pt x="9" y="477"/>
                  </a:cubicBezTo>
                  <a:cubicBezTo>
                    <a:pt x="1" y="494"/>
                    <a:pt x="26" y="527"/>
                    <a:pt x="42" y="527"/>
                  </a:cubicBezTo>
                  <a:cubicBezTo>
                    <a:pt x="48" y="528"/>
                    <a:pt x="54" y="529"/>
                    <a:pt x="59" y="529"/>
                  </a:cubicBezTo>
                  <a:cubicBezTo>
                    <a:pt x="81" y="529"/>
                    <a:pt x="94" y="515"/>
                    <a:pt x="100" y="502"/>
                  </a:cubicBezTo>
                  <a:cubicBezTo>
                    <a:pt x="134" y="427"/>
                    <a:pt x="158" y="353"/>
                    <a:pt x="175" y="278"/>
                  </a:cubicBezTo>
                  <a:cubicBezTo>
                    <a:pt x="183" y="237"/>
                    <a:pt x="192" y="195"/>
                    <a:pt x="200" y="154"/>
                  </a:cubicBezTo>
                  <a:cubicBezTo>
                    <a:pt x="200" y="112"/>
                    <a:pt x="208" y="71"/>
                    <a:pt x="200" y="30"/>
                  </a:cubicBezTo>
                  <a:cubicBezTo>
                    <a:pt x="195" y="11"/>
                    <a:pt x="175" y="0"/>
                    <a:pt x="1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" name="Google Shape;897;p36"/>
            <p:cNvSpPr/>
            <p:nvPr/>
          </p:nvSpPr>
          <p:spPr>
            <a:xfrm>
              <a:off x="5696350" y="1742500"/>
              <a:ext cx="6475" cy="19600"/>
            </a:xfrm>
            <a:custGeom>
              <a:rect b="b" l="l" r="r" t="t"/>
              <a:pathLst>
                <a:path extrusionOk="0" h="784" w="259">
                  <a:moveTo>
                    <a:pt x="59" y="0"/>
                  </a:moveTo>
                  <a:cubicBezTo>
                    <a:pt x="27" y="0"/>
                    <a:pt x="0" y="37"/>
                    <a:pt x="19" y="74"/>
                  </a:cubicBezTo>
                  <a:cubicBezTo>
                    <a:pt x="60" y="173"/>
                    <a:pt x="110" y="273"/>
                    <a:pt x="118" y="389"/>
                  </a:cubicBezTo>
                  <a:cubicBezTo>
                    <a:pt x="135" y="496"/>
                    <a:pt x="126" y="621"/>
                    <a:pt x="85" y="720"/>
                  </a:cubicBezTo>
                  <a:cubicBezTo>
                    <a:pt x="68" y="754"/>
                    <a:pt x="93" y="784"/>
                    <a:pt x="122" y="784"/>
                  </a:cubicBezTo>
                  <a:cubicBezTo>
                    <a:pt x="135" y="784"/>
                    <a:pt x="149" y="777"/>
                    <a:pt x="159" y="762"/>
                  </a:cubicBezTo>
                  <a:cubicBezTo>
                    <a:pt x="226" y="646"/>
                    <a:pt x="259" y="513"/>
                    <a:pt x="251" y="380"/>
                  </a:cubicBezTo>
                  <a:cubicBezTo>
                    <a:pt x="242" y="248"/>
                    <a:pt x="201" y="99"/>
                    <a:pt x="93" y="16"/>
                  </a:cubicBezTo>
                  <a:cubicBezTo>
                    <a:pt x="82" y="5"/>
                    <a:pt x="70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" name="Google Shape;898;p36"/>
            <p:cNvSpPr/>
            <p:nvPr/>
          </p:nvSpPr>
          <p:spPr>
            <a:xfrm>
              <a:off x="5704050" y="1735125"/>
              <a:ext cx="3350" cy="11725"/>
            </a:xfrm>
            <a:custGeom>
              <a:rect b="b" l="l" r="r" t="t"/>
              <a:pathLst>
                <a:path extrusionOk="0" h="469" w="134">
                  <a:moveTo>
                    <a:pt x="45" y="0"/>
                  </a:moveTo>
                  <a:cubicBezTo>
                    <a:pt x="30" y="0"/>
                    <a:pt x="14" y="13"/>
                    <a:pt x="9" y="29"/>
                  </a:cubicBezTo>
                  <a:cubicBezTo>
                    <a:pt x="1" y="153"/>
                    <a:pt x="17" y="278"/>
                    <a:pt x="17" y="410"/>
                  </a:cubicBezTo>
                  <a:cubicBezTo>
                    <a:pt x="17" y="443"/>
                    <a:pt x="42" y="468"/>
                    <a:pt x="75" y="468"/>
                  </a:cubicBezTo>
                  <a:cubicBezTo>
                    <a:pt x="108" y="468"/>
                    <a:pt x="133" y="443"/>
                    <a:pt x="133" y="410"/>
                  </a:cubicBezTo>
                  <a:cubicBezTo>
                    <a:pt x="133" y="278"/>
                    <a:pt x="125" y="137"/>
                    <a:pt x="67" y="13"/>
                  </a:cubicBezTo>
                  <a:cubicBezTo>
                    <a:pt x="61" y="4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" name="Google Shape;899;p36"/>
            <p:cNvSpPr/>
            <p:nvPr/>
          </p:nvSpPr>
          <p:spPr>
            <a:xfrm>
              <a:off x="5707775" y="1722400"/>
              <a:ext cx="3550" cy="12625"/>
            </a:xfrm>
            <a:custGeom>
              <a:rect b="b" l="l" r="r" t="t"/>
              <a:pathLst>
                <a:path extrusionOk="0" h="505" w="142">
                  <a:moveTo>
                    <a:pt x="52" y="0"/>
                  </a:moveTo>
                  <a:cubicBezTo>
                    <a:pt x="26" y="0"/>
                    <a:pt x="1" y="17"/>
                    <a:pt x="1" y="49"/>
                  </a:cubicBezTo>
                  <a:cubicBezTo>
                    <a:pt x="1" y="116"/>
                    <a:pt x="9" y="182"/>
                    <a:pt x="9" y="248"/>
                  </a:cubicBezTo>
                  <a:cubicBezTo>
                    <a:pt x="17" y="314"/>
                    <a:pt x="17" y="372"/>
                    <a:pt x="17" y="447"/>
                  </a:cubicBezTo>
                  <a:cubicBezTo>
                    <a:pt x="17" y="472"/>
                    <a:pt x="42" y="505"/>
                    <a:pt x="75" y="505"/>
                  </a:cubicBezTo>
                  <a:cubicBezTo>
                    <a:pt x="108" y="505"/>
                    <a:pt x="133" y="472"/>
                    <a:pt x="133" y="447"/>
                  </a:cubicBezTo>
                  <a:cubicBezTo>
                    <a:pt x="142" y="381"/>
                    <a:pt x="142" y="306"/>
                    <a:pt x="142" y="240"/>
                  </a:cubicBezTo>
                  <a:cubicBezTo>
                    <a:pt x="133" y="174"/>
                    <a:pt x="125" y="99"/>
                    <a:pt x="100" y="33"/>
                  </a:cubicBezTo>
                  <a:cubicBezTo>
                    <a:pt x="93" y="11"/>
                    <a:pt x="72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" name="Google Shape;900;p36"/>
            <p:cNvSpPr/>
            <p:nvPr/>
          </p:nvSpPr>
          <p:spPr>
            <a:xfrm>
              <a:off x="5712750" y="1719800"/>
              <a:ext cx="2725" cy="6550"/>
            </a:xfrm>
            <a:custGeom>
              <a:rect b="b" l="l" r="r" t="t"/>
              <a:pathLst>
                <a:path extrusionOk="0" h="262" w="109">
                  <a:moveTo>
                    <a:pt x="66" y="0"/>
                  </a:moveTo>
                  <a:cubicBezTo>
                    <a:pt x="56" y="0"/>
                    <a:pt x="46" y="4"/>
                    <a:pt x="42" y="12"/>
                  </a:cubicBezTo>
                  <a:cubicBezTo>
                    <a:pt x="42" y="21"/>
                    <a:pt x="34" y="29"/>
                    <a:pt x="34" y="37"/>
                  </a:cubicBezTo>
                  <a:cubicBezTo>
                    <a:pt x="25" y="46"/>
                    <a:pt x="25" y="54"/>
                    <a:pt x="25" y="62"/>
                  </a:cubicBezTo>
                  <a:lnTo>
                    <a:pt x="17" y="104"/>
                  </a:lnTo>
                  <a:cubicBezTo>
                    <a:pt x="9" y="128"/>
                    <a:pt x="9" y="145"/>
                    <a:pt x="9" y="162"/>
                  </a:cubicBezTo>
                  <a:cubicBezTo>
                    <a:pt x="9" y="178"/>
                    <a:pt x="1" y="195"/>
                    <a:pt x="1" y="211"/>
                  </a:cubicBezTo>
                  <a:cubicBezTo>
                    <a:pt x="1" y="236"/>
                    <a:pt x="25" y="261"/>
                    <a:pt x="50" y="261"/>
                  </a:cubicBezTo>
                  <a:cubicBezTo>
                    <a:pt x="83" y="261"/>
                    <a:pt x="100" y="236"/>
                    <a:pt x="100" y="211"/>
                  </a:cubicBezTo>
                  <a:cubicBezTo>
                    <a:pt x="100" y="178"/>
                    <a:pt x="108" y="145"/>
                    <a:pt x="100" y="112"/>
                  </a:cubicBezTo>
                  <a:lnTo>
                    <a:pt x="100" y="70"/>
                  </a:lnTo>
                  <a:cubicBezTo>
                    <a:pt x="100" y="62"/>
                    <a:pt x="100" y="46"/>
                    <a:pt x="100" y="37"/>
                  </a:cubicBezTo>
                  <a:cubicBezTo>
                    <a:pt x="92" y="29"/>
                    <a:pt x="92" y="21"/>
                    <a:pt x="83" y="12"/>
                  </a:cubicBezTo>
                  <a:cubicBezTo>
                    <a:pt x="83" y="4"/>
                    <a:pt x="75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" name="Google Shape;901;p36"/>
            <p:cNvSpPr/>
            <p:nvPr/>
          </p:nvSpPr>
          <p:spPr>
            <a:xfrm>
              <a:off x="5485725" y="1401125"/>
              <a:ext cx="312600" cy="530375"/>
            </a:xfrm>
            <a:custGeom>
              <a:rect b="b" l="l" r="r" t="t"/>
              <a:pathLst>
                <a:path extrusionOk="0" h="21215" w="12504">
                  <a:moveTo>
                    <a:pt x="199" y="10009"/>
                  </a:moveTo>
                  <a:cubicBezTo>
                    <a:pt x="233" y="10108"/>
                    <a:pt x="274" y="10208"/>
                    <a:pt x="315" y="10307"/>
                  </a:cubicBezTo>
                  <a:cubicBezTo>
                    <a:pt x="349" y="10373"/>
                    <a:pt x="382" y="10431"/>
                    <a:pt x="415" y="10498"/>
                  </a:cubicBezTo>
                  <a:cubicBezTo>
                    <a:pt x="473" y="10663"/>
                    <a:pt x="539" y="10846"/>
                    <a:pt x="663" y="10961"/>
                  </a:cubicBezTo>
                  <a:cubicBezTo>
                    <a:pt x="738" y="11029"/>
                    <a:pt x="833" y="11062"/>
                    <a:pt x="923" y="11062"/>
                  </a:cubicBezTo>
                  <a:cubicBezTo>
                    <a:pt x="933" y="11062"/>
                    <a:pt x="944" y="11062"/>
                    <a:pt x="953" y="11061"/>
                  </a:cubicBezTo>
                  <a:cubicBezTo>
                    <a:pt x="953" y="11069"/>
                    <a:pt x="953" y="11069"/>
                    <a:pt x="953" y="11077"/>
                  </a:cubicBezTo>
                  <a:cubicBezTo>
                    <a:pt x="904" y="11144"/>
                    <a:pt x="912" y="11260"/>
                    <a:pt x="912" y="11343"/>
                  </a:cubicBezTo>
                  <a:cubicBezTo>
                    <a:pt x="912" y="11425"/>
                    <a:pt x="929" y="11508"/>
                    <a:pt x="945" y="11583"/>
                  </a:cubicBezTo>
                  <a:cubicBezTo>
                    <a:pt x="829" y="11583"/>
                    <a:pt x="713" y="11550"/>
                    <a:pt x="614" y="11492"/>
                  </a:cubicBezTo>
                  <a:cubicBezTo>
                    <a:pt x="456" y="11401"/>
                    <a:pt x="373" y="11251"/>
                    <a:pt x="315" y="11094"/>
                  </a:cubicBezTo>
                  <a:cubicBezTo>
                    <a:pt x="257" y="10920"/>
                    <a:pt x="216" y="10738"/>
                    <a:pt x="191" y="10556"/>
                  </a:cubicBezTo>
                  <a:cubicBezTo>
                    <a:pt x="158" y="10382"/>
                    <a:pt x="150" y="10183"/>
                    <a:pt x="199" y="10009"/>
                  </a:cubicBezTo>
                  <a:close/>
                  <a:moveTo>
                    <a:pt x="4790" y="11807"/>
                  </a:moveTo>
                  <a:lnTo>
                    <a:pt x="4790" y="11807"/>
                  </a:lnTo>
                  <a:cubicBezTo>
                    <a:pt x="4781" y="11815"/>
                    <a:pt x="4773" y="11823"/>
                    <a:pt x="4756" y="11840"/>
                  </a:cubicBezTo>
                  <a:cubicBezTo>
                    <a:pt x="4756" y="11840"/>
                    <a:pt x="4748" y="11848"/>
                    <a:pt x="4740" y="11848"/>
                  </a:cubicBezTo>
                  <a:cubicBezTo>
                    <a:pt x="4715" y="11865"/>
                    <a:pt x="4698" y="11881"/>
                    <a:pt x="4682" y="11898"/>
                  </a:cubicBezTo>
                  <a:cubicBezTo>
                    <a:pt x="4674" y="11898"/>
                    <a:pt x="4665" y="11889"/>
                    <a:pt x="4657" y="11889"/>
                  </a:cubicBezTo>
                  <a:cubicBezTo>
                    <a:pt x="4707" y="11865"/>
                    <a:pt x="4748" y="11831"/>
                    <a:pt x="4790" y="11807"/>
                  </a:cubicBezTo>
                  <a:close/>
                  <a:moveTo>
                    <a:pt x="1517" y="11782"/>
                  </a:moveTo>
                  <a:cubicBezTo>
                    <a:pt x="1583" y="11807"/>
                    <a:pt x="1649" y="11831"/>
                    <a:pt x="1724" y="11848"/>
                  </a:cubicBezTo>
                  <a:cubicBezTo>
                    <a:pt x="1641" y="11931"/>
                    <a:pt x="1558" y="12022"/>
                    <a:pt x="1484" y="12105"/>
                  </a:cubicBezTo>
                  <a:cubicBezTo>
                    <a:pt x="1451" y="12138"/>
                    <a:pt x="1417" y="12179"/>
                    <a:pt x="1384" y="12213"/>
                  </a:cubicBezTo>
                  <a:cubicBezTo>
                    <a:pt x="1393" y="12163"/>
                    <a:pt x="1401" y="12105"/>
                    <a:pt x="1417" y="12055"/>
                  </a:cubicBezTo>
                  <a:cubicBezTo>
                    <a:pt x="1442" y="11964"/>
                    <a:pt x="1484" y="11873"/>
                    <a:pt x="1517" y="11782"/>
                  </a:cubicBezTo>
                  <a:close/>
                  <a:moveTo>
                    <a:pt x="4251" y="12146"/>
                  </a:moveTo>
                  <a:lnTo>
                    <a:pt x="4251" y="12146"/>
                  </a:lnTo>
                  <a:cubicBezTo>
                    <a:pt x="4243" y="12171"/>
                    <a:pt x="4235" y="12196"/>
                    <a:pt x="4218" y="12221"/>
                  </a:cubicBezTo>
                  <a:cubicBezTo>
                    <a:pt x="4212" y="12219"/>
                    <a:pt x="4205" y="12218"/>
                    <a:pt x="4198" y="12218"/>
                  </a:cubicBezTo>
                  <a:cubicBezTo>
                    <a:pt x="4177" y="12218"/>
                    <a:pt x="4154" y="12227"/>
                    <a:pt x="4135" y="12246"/>
                  </a:cubicBezTo>
                  <a:lnTo>
                    <a:pt x="4119" y="12262"/>
                  </a:lnTo>
                  <a:cubicBezTo>
                    <a:pt x="4108" y="12259"/>
                    <a:pt x="4098" y="12257"/>
                    <a:pt x="4088" y="12257"/>
                  </a:cubicBezTo>
                  <a:cubicBezTo>
                    <a:pt x="4079" y="12257"/>
                    <a:pt x="4070" y="12258"/>
                    <a:pt x="4061" y="12262"/>
                  </a:cubicBezTo>
                  <a:lnTo>
                    <a:pt x="4061" y="12262"/>
                  </a:lnTo>
                  <a:cubicBezTo>
                    <a:pt x="4075" y="12248"/>
                    <a:pt x="4088" y="12234"/>
                    <a:pt x="4102" y="12221"/>
                  </a:cubicBezTo>
                  <a:cubicBezTo>
                    <a:pt x="4152" y="12196"/>
                    <a:pt x="4201" y="12171"/>
                    <a:pt x="4251" y="12146"/>
                  </a:cubicBezTo>
                  <a:close/>
                  <a:moveTo>
                    <a:pt x="4003" y="12312"/>
                  </a:moveTo>
                  <a:lnTo>
                    <a:pt x="4003" y="12312"/>
                  </a:lnTo>
                  <a:cubicBezTo>
                    <a:pt x="3986" y="12345"/>
                    <a:pt x="3969" y="12387"/>
                    <a:pt x="3961" y="12420"/>
                  </a:cubicBezTo>
                  <a:cubicBezTo>
                    <a:pt x="3911" y="12503"/>
                    <a:pt x="3887" y="12585"/>
                    <a:pt x="3878" y="12685"/>
                  </a:cubicBezTo>
                  <a:lnTo>
                    <a:pt x="3878" y="12693"/>
                  </a:lnTo>
                  <a:lnTo>
                    <a:pt x="3862" y="12726"/>
                  </a:lnTo>
                  <a:cubicBezTo>
                    <a:pt x="3862" y="12751"/>
                    <a:pt x="3862" y="12768"/>
                    <a:pt x="3870" y="12793"/>
                  </a:cubicBezTo>
                  <a:cubicBezTo>
                    <a:pt x="3737" y="12851"/>
                    <a:pt x="3605" y="12909"/>
                    <a:pt x="3464" y="12958"/>
                  </a:cubicBezTo>
                  <a:cubicBezTo>
                    <a:pt x="3539" y="12842"/>
                    <a:pt x="3638" y="12735"/>
                    <a:pt x="3721" y="12627"/>
                  </a:cubicBezTo>
                  <a:cubicBezTo>
                    <a:pt x="3812" y="12519"/>
                    <a:pt x="3911" y="12420"/>
                    <a:pt x="4003" y="12312"/>
                  </a:cubicBezTo>
                  <a:close/>
                  <a:moveTo>
                    <a:pt x="5983" y="11251"/>
                  </a:moveTo>
                  <a:cubicBezTo>
                    <a:pt x="5941" y="11334"/>
                    <a:pt x="5900" y="11409"/>
                    <a:pt x="5850" y="11483"/>
                  </a:cubicBezTo>
                  <a:cubicBezTo>
                    <a:pt x="5726" y="11699"/>
                    <a:pt x="5577" y="11898"/>
                    <a:pt x="5403" y="12072"/>
                  </a:cubicBezTo>
                  <a:cubicBezTo>
                    <a:pt x="5038" y="12453"/>
                    <a:pt x="4599" y="12743"/>
                    <a:pt x="4143" y="12991"/>
                  </a:cubicBezTo>
                  <a:cubicBezTo>
                    <a:pt x="4003" y="13066"/>
                    <a:pt x="3870" y="13132"/>
                    <a:pt x="3721" y="13190"/>
                  </a:cubicBezTo>
                  <a:cubicBezTo>
                    <a:pt x="3655" y="13223"/>
                    <a:pt x="3580" y="13248"/>
                    <a:pt x="3514" y="13273"/>
                  </a:cubicBezTo>
                  <a:cubicBezTo>
                    <a:pt x="3447" y="13298"/>
                    <a:pt x="3389" y="13306"/>
                    <a:pt x="3331" y="13339"/>
                  </a:cubicBezTo>
                  <a:cubicBezTo>
                    <a:pt x="3348" y="13257"/>
                    <a:pt x="3365" y="13182"/>
                    <a:pt x="3398" y="13107"/>
                  </a:cubicBezTo>
                  <a:lnTo>
                    <a:pt x="3406" y="13107"/>
                  </a:lnTo>
                  <a:cubicBezTo>
                    <a:pt x="3853" y="12975"/>
                    <a:pt x="4268" y="12768"/>
                    <a:pt x="4657" y="12511"/>
                  </a:cubicBezTo>
                  <a:cubicBezTo>
                    <a:pt x="5030" y="12262"/>
                    <a:pt x="5403" y="11972"/>
                    <a:pt x="5701" y="11624"/>
                  </a:cubicBezTo>
                  <a:cubicBezTo>
                    <a:pt x="5784" y="11525"/>
                    <a:pt x="5858" y="11425"/>
                    <a:pt x="5933" y="11326"/>
                  </a:cubicBezTo>
                  <a:cubicBezTo>
                    <a:pt x="5950" y="11301"/>
                    <a:pt x="5966" y="11276"/>
                    <a:pt x="5983" y="11251"/>
                  </a:cubicBezTo>
                  <a:close/>
                  <a:moveTo>
                    <a:pt x="1857" y="11881"/>
                  </a:moveTo>
                  <a:cubicBezTo>
                    <a:pt x="1915" y="11898"/>
                    <a:pt x="1973" y="11906"/>
                    <a:pt x="2031" y="11923"/>
                  </a:cubicBezTo>
                  <a:cubicBezTo>
                    <a:pt x="2205" y="11972"/>
                    <a:pt x="2387" y="12022"/>
                    <a:pt x="2561" y="12063"/>
                  </a:cubicBezTo>
                  <a:cubicBezTo>
                    <a:pt x="2544" y="12088"/>
                    <a:pt x="2519" y="12105"/>
                    <a:pt x="2503" y="12130"/>
                  </a:cubicBezTo>
                  <a:cubicBezTo>
                    <a:pt x="2461" y="12171"/>
                    <a:pt x="2420" y="12221"/>
                    <a:pt x="2379" y="12271"/>
                  </a:cubicBezTo>
                  <a:cubicBezTo>
                    <a:pt x="2337" y="12320"/>
                    <a:pt x="2296" y="12370"/>
                    <a:pt x="2263" y="12420"/>
                  </a:cubicBezTo>
                  <a:cubicBezTo>
                    <a:pt x="2246" y="12445"/>
                    <a:pt x="2229" y="12478"/>
                    <a:pt x="2213" y="12503"/>
                  </a:cubicBezTo>
                  <a:cubicBezTo>
                    <a:pt x="2196" y="12527"/>
                    <a:pt x="2180" y="12552"/>
                    <a:pt x="2171" y="12577"/>
                  </a:cubicBezTo>
                  <a:cubicBezTo>
                    <a:pt x="2171" y="12583"/>
                    <a:pt x="2171" y="12589"/>
                    <a:pt x="2174" y="12589"/>
                  </a:cubicBezTo>
                  <a:cubicBezTo>
                    <a:pt x="2176" y="12589"/>
                    <a:pt x="2177" y="12588"/>
                    <a:pt x="2180" y="12585"/>
                  </a:cubicBezTo>
                  <a:cubicBezTo>
                    <a:pt x="2205" y="12569"/>
                    <a:pt x="2221" y="12544"/>
                    <a:pt x="2238" y="12527"/>
                  </a:cubicBezTo>
                  <a:cubicBezTo>
                    <a:pt x="2263" y="12503"/>
                    <a:pt x="2279" y="12486"/>
                    <a:pt x="2304" y="12461"/>
                  </a:cubicBezTo>
                  <a:cubicBezTo>
                    <a:pt x="2345" y="12420"/>
                    <a:pt x="2387" y="12362"/>
                    <a:pt x="2428" y="12320"/>
                  </a:cubicBezTo>
                  <a:cubicBezTo>
                    <a:pt x="2470" y="12271"/>
                    <a:pt x="2511" y="12229"/>
                    <a:pt x="2553" y="12179"/>
                  </a:cubicBezTo>
                  <a:cubicBezTo>
                    <a:pt x="2577" y="12146"/>
                    <a:pt x="2611" y="12121"/>
                    <a:pt x="2635" y="12088"/>
                  </a:cubicBezTo>
                  <a:cubicBezTo>
                    <a:pt x="2660" y="12097"/>
                    <a:pt x="2685" y="12105"/>
                    <a:pt x="2710" y="12105"/>
                  </a:cubicBezTo>
                  <a:cubicBezTo>
                    <a:pt x="3016" y="12188"/>
                    <a:pt x="3339" y="12301"/>
                    <a:pt x="3660" y="12301"/>
                  </a:cubicBezTo>
                  <a:cubicBezTo>
                    <a:pt x="3722" y="12301"/>
                    <a:pt x="3783" y="12297"/>
                    <a:pt x="3845" y="12287"/>
                  </a:cubicBezTo>
                  <a:lnTo>
                    <a:pt x="3845" y="12287"/>
                  </a:lnTo>
                  <a:cubicBezTo>
                    <a:pt x="3696" y="12453"/>
                    <a:pt x="3563" y="12635"/>
                    <a:pt x="3439" y="12826"/>
                  </a:cubicBezTo>
                  <a:cubicBezTo>
                    <a:pt x="3282" y="13066"/>
                    <a:pt x="3224" y="13339"/>
                    <a:pt x="3191" y="13621"/>
                  </a:cubicBezTo>
                  <a:cubicBezTo>
                    <a:pt x="3149" y="13911"/>
                    <a:pt x="3124" y="14193"/>
                    <a:pt x="3041" y="14475"/>
                  </a:cubicBezTo>
                  <a:cubicBezTo>
                    <a:pt x="2959" y="14765"/>
                    <a:pt x="2809" y="15021"/>
                    <a:pt x="2586" y="15229"/>
                  </a:cubicBezTo>
                  <a:cubicBezTo>
                    <a:pt x="2379" y="15419"/>
                    <a:pt x="2138" y="15593"/>
                    <a:pt x="1848" y="15601"/>
                  </a:cubicBezTo>
                  <a:lnTo>
                    <a:pt x="1807" y="15601"/>
                  </a:lnTo>
                  <a:lnTo>
                    <a:pt x="1807" y="15593"/>
                  </a:lnTo>
                  <a:cubicBezTo>
                    <a:pt x="1790" y="15278"/>
                    <a:pt x="1765" y="14955"/>
                    <a:pt x="1765" y="14632"/>
                  </a:cubicBezTo>
                  <a:cubicBezTo>
                    <a:pt x="1765" y="14615"/>
                    <a:pt x="1753" y="14607"/>
                    <a:pt x="1741" y="14607"/>
                  </a:cubicBezTo>
                  <a:cubicBezTo>
                    <a:pt x="1728" y="14607"/>
                    <a:pt x="1716" y="14615"/>
                    <a:pt x="1716" y="14632"/>
                  </a:cubicBezTo>
                  <a:cubicBezTo>
                    <a:pt x="1674" y="14955"/>
                    <a:pt x="1658" y="15270"/>
                    <a:pt x="1683" y="15593"/>
                  </a:cubicBezTo>
                  <a:cubicBezTo>
                    <a:pt x="1583" y="15585"/>
                    <a:pt x="1492" y="15560"/>
                    <a:pt x="1393" y="15527"/>
                  </a:cubicBezTo>
                  <a:cubicBezTo>
                    <a:pt x="1268" y="15485"/>
                    <a:pt x="1127" y="15427"/>
                    <a:pt x="1028" y="15345"/>
                  </a:cubicBezTo>
                  <a:cubicBezTo>
                    <a:pt x="920" y="15253"/>
                    <a:pt x="895" y="15121"/>
                    <a:pt x="871" y="14988"/>
                  </a:cubicBezTo>
                  <a:cubicBezTo>
                    <a:pt x="846" y="14823"/>
                    <a:pt x="821" y="14657"/>
                    <a:pt x="804" y="14491"/>
                  </a:cubicBezTo>
                  <a:cubicBezTo>
                    <a:pt x="771" y="14176"/>
                    <a:pt x="763" y="13845"/>
                    <a:pt x="779" y="13522"/>
                  </a:cubicBezTo>
                  <a:cubicBezTo>
                    <a:pt x="788" y="13339"/>
                    <a:pt x="804" y="13165"/>
                    <a:pt x="904" y="13008"/>
                  </a:cubicBezTo>
                  <a:cubicBezTo>
                    <a:pt x="995" y="12859"/>
                    <a:pt x="1111" y="12735"/>
                    <a:pt x="1219" y="12602"/>
                  </a:cubicBezTo>
                  <a:cubicBezTo>
                    <a:pt x="1343" y="12469"/>
                    <a:pt x="1459" y="12329"/>
                    <a:pt x="1575" y="12196"/>
                  </a:cubicBezTo>
                  <a:cubicBezTo>
                    <a:pt x="1674" y="12097"/>
                    <a:pt x="1765" y="11989"/>
                    <a:pt x="1857" y="11881"/>
                  </a:cubicBezTo>
                  <a:close/>
                  <a:moveTo>
                    <a:pt x="3841" y="181"/>
                  </a:moveTo>
                  <a:cubicBezTo>
                    <a:pt x="3853" y="181"/>
                    <a:pt x="3866" y="184"/>
                    <a:pt x="3878" y="190"/>
                  </a:cubicBezTo>
                  <a:cubicBezTo>
                    <a:pt x="3936" y="215"/>
                    <a:pt x="3936" y="323"/>
                    <a:pt x="3945" y="373"/>
                  </a:cubicBezTo>
                  <a:cubicBezTo>
                    <a:pt x="3961" y="472"/>
                    <a:pt x="3978" y="572"/>
                    <a:pt x="3994" y="671"/>
                  </a:cubicBezTo>
                  <a:cubicBezTo>
                    <a:pt x="4011" y="853"/>
                    <a:pt x="4027" y="1027"/>
                    <a:pt x="4036" y="1209"/>
                  </a:cubicBezTo>
                  <a:cubicBezTo>
                    <a:pt x="4044" y="1383"/>
                    <a:pt x="4061" y="1557"/>
                    <a:pt x="4094" y="1731"/>
                  </a:cubicBezTo>
                  <a:cubicBezTo>
                    <a:pt x="4127" y="1914"/>
                    <a:pt x="4193" y="2088"/>
                    <a:pt x="4243" y="2262"/>
                  </a:cubicBezTo>
                  <a:cubicBezTo>
                    <a:pt x="4351" y="2651"/>
                    <a:pt x="4276" y="3065"/>
                    <a:pt x="4293" y="3463"/>
                  </a:cubicBezTo>
                  <a:cubicBezTo>
                    <a:pt x="4301" y="3761"/>
                    <a:pt x="4384" y="4043"/>
                    <a:pt x="4558" y="4267"/>
                  </a:cubicBezTo>
                  <a:cubicBezTo>
                    <a:pt x="4475" y="4242"/>
                    <a:pt x="4384" y="4217"/>
                    <a:pt x="4309" y="4184"/>
                  </a:cubicBezTo>
                  <a:cubicBezTo>
                    <a:pt x="4298" y="4179"/>
                    <a:pt x="4288" y="4176"/>
                    <a:pt x="4278" y="4176"/>
                  </a:cubicBezTo>
                  <a:cubicBezTo>
                    <a:pt x="4227" y="4176"/>
                    <a:pt x="4195" y="4240"/>
                    <a:pt x="4251" y="4275"/>
                  </a:cubicBezTo>
                  <a:cubicBezTo>
                    <a:pt x="4425" y="4391"/>
                    <a:pt x="4599" y="4466"/>
                    <a:pt x="4806" y="4499"/>
                  </a:cubicBezTo>
                  <a:cubicBezTo>
                    <a:pt x="5013" y="4540"/>
                    <a:pt x="5220" y="4549"/>
                    <a:pt x="5428" y="4549"/>
                  </a:cubicBezTo>
                  <a:cubicBezTo>
                    <a:pt x="5577" y="4549"/>
                    <a:pt x="5726" y="4545"/>
                    <a:pt x="5875" y="4545"/>
                  </a:cubicBezTo>
                  <a:cubicBezTo>
                    <a:pt x="5950" y="4545"/>
                    <a:pt x="6024" y="4546"/>
                    <a:pt x="6099" y="4549"/>
                  </a:cubicBezTo>
                  <a:cubicBezTo>
                    <a:pt x="6215" y="4549"/>
                    <a:pt x="6331" y="4549"/>
                    <a:pt x="6447" y="4565"/>
                  </a:cubicBezTo>
                  <a:cubicBezTo>
                    <a:pt x="6505" y="4565"/>
                    <a:pt x="6563" y="4582"/>
                    <a:pt x="6612" y="4598"/>
                  </a:cubicBezTo>
                  <a:cubicBezTo>
                    <a:pt x="6637" y="4623"/>
                    <a:pt x="6670" y="4648"/>
                    <a:pt x="6712" y="4665"/>
                  </a:cubicBezTo>
                  <a:cubicBezTo>
                    <a:pt x="6795" y="4714"/>
                    <a:pt x="6886" y="4747"/>
                    <a:pt x="6960" y="4805"/>
                  </a:cubicBezTo>
                  <a:cubicBezTo>
                    <a:pt x="7134" y="4921"/>
                    <a:pt x="7284" y="5071"/>
                    <a:pt x="7416" y="5228"/>
                  </a:cubicBezTo>
                  <a:cubicBezTo>
                    <a:pt x="7549" y="5402"/>
                    <a:pt x="7665" y="5584"/>
                    <a:pt x="7789" y="5767"/>
                  </a:cubicBezTo>
                  <a:cubicBezTo>
                    <a:pt x="7847" y="5858"/>
                    <a:pt x="7905" y="5940"/>
                    <a:pt x="7980" y="6032"/>
                  </a:cubicBezTo>
                  <a:cubicBezTo>
                    <a:pt x="8046" y="6114"/>
                    <a:pt x="8120" y="6230"/>
                    <a:pt x="8212" y="6280"/>
                  </a:cubicBezTo>
                  <a:cubicBezTo>
                    <a:pt x="8219" y="6283"/>
                    <a:pt x="8227" y="6285"/>
                    <a:pt x="8235" y="6285"/>
                  </a:cubicBezTo>
                  <a:cubicBezTo>
                    <a:pt x="8271" y="6285"/>
                    <a:pt x="8308" y="6256"/>
                    <a:pt x="8294" y="6222"/>
                  </a:cubicBezTo>
                  <a:cubicBezTo>
                    <a:pt x="8261" y="6123"/>
                    <a:pt x="8170" y="6032"/>
                    <a:pt x="8112" y="5940"/>
                  </a:cubicBezTo>
                  <a:cubicBezTo>
                    <a:pt x="8054" y="5849"/>
                    <a:pt x="7988" y="5758"/>
                    <a:pt x="7930" y="5667"/>
                  </a:cubicBezTo>
                  <a:cubicBezTo>
                    <a:pt x="7814" y="5485"/>
                    <a:pt x="7690" y="5303"/>
                    <a:pt x="7557" y="5129"/>
                  </a:cubicBezTo>
                  <a:cubicBezTo>
                    <a:pt x="7433" y="4971"/>
                    <a:pt x="7292" y="4830"/>
                    <a:pt x="7126" y="4714"/>
                  </a:cubicBezTo>
                  <a:cubicBezTo>
                    <a:pt x="7035" y="4656"/>
                    <a:pt x="6936" y="4607"/>
                    <a:pt x="6836" y="4565"/>
                  </a:cubicBezTo>
                  <a:cubicBezTo>
                    <a:pt x="6836" y="4549"/>
                    <a:pt x="6836" y="4532"/>
                    <a:pt x="6820" y="4524"/>
                  </a:cubicBezTo>
                  <a:cubicBezTo>
                    <a:pt x="6778" y="4482"/>
                    <a:pt x="6728" y="4457"/>
                    <a:pt x="6670" y="4441"/>
                  </a:cubicBezTo>
                  <a:cubicBezTo>
                    <a:pt x="6745" y="4350"/>
                    <a:pt x="6853" y="4292"/>
                    <a:pt x="6952" y="4234"/>
                  </a:cubicBezTo>
                  <a:cubicBezTo>
                    <a:pt x="7093" y="4159"/>
                    <a:pt x="7217" y="4051"/>
                    <a:pt x="7325" y="3927"/>
                  </a:cubicBezTo>
                  <a:cubicBezTo>
                    <a:pt x="7532" y="3662"/>
                    <a:pt x="7648" y="3347"/>
                    <a:pt x="7731" y="3024"/>
                  </a:cubicBezTo>
                  <a:cubicBezTo>
                    <a:pt x="7822" y="2651"/>
                    <a:pt x="7864" y="2262"/>
                    <a:pt x="7971" y="1889"/>
                  </a:cubicBezTo>
                  <a:cubicBezTo>
                    <a:pt x="8054" y="1599"/>
                    <a:pt x="8220" y="1185"/>
                    <a:pt x="8568" y="1168"/>
                  </a:cubicBezTo>
                  <a:cubicBezTo>
                    <a:pt x="8581" y="1167"/>
                    <a:pt x="8595" y="1166"/>
                    <a:pt x="8608" y="1166"/>
                  </a:cubicBezTo>
                  <a:cubicBezTo>
                    <a:pt x="8792" y="1166"/>
                    <a:pt x="8960" y="1268"/>
                    <a:pt x="9106" y="1392"/>
                  </a:cubicBezTo>
                  <a:cubicBezTo>
                    <a:pt x="9123" y="1450"/>
                    <a:pt x="9148" y="1499"/>
                    <a:pt x="9164" y="1549"/>
                  </a:cubicBezTo>
                  <a:cubicBezTo>
                    <a:pt x="9198" y="1649"/>
                    <a:pt x="9239" y="1756"/>
                    <a:pt x="9264" y="1856"/>
                  </a:cubicBezTo>
                  <a:cubicBezTo>
                    <a:pt x="9297" y="1963"/>
                    <a:pt x="9322" y="2071"/>
                    <a:pt x="9338" y="2179"/>
                  </a:cubicBezTo>
                  <a:cubicBezTo>
                    <a:pt x="9355" y="2270"/>
                    <a:pt x="9355" y="2394"/>
                    <a:pt x="9413" y="2469"/>
                  </a:cubicBezTo>
                  <a:cubicBezTo>
                    <a:pt x="9422" y="2475"/>
                    <a:pt x="9432" y="2478"/>
                    <a:pt x="9441" y="2478"/>
                  </a:cubicBezTo>
                  <a:cubicBezTo>
                    <a:pt x="9456" y="2478"/>
                    <a:pt x="9469" y="2471"/>
                    <a:pt x="9479" y="2461"/>
                  </a:cubicBezTo>
                  <a:cubicBezTo>
                    <a:pt x="9529" y="2378"/>
                    <a:pt x="9488" y="2237"/>
                    <a:pt x="9471" y="2137"/>
                  </a:cubicBezTo>
                  <a:cubicBezTo>
                    <a:pt x="9454" y="2021"/>
                    <a:pt x="9421" y="1905"/>
                    <a:pt x="9388" y="1789"/>
                  </a:cubicBezTo>
                  <a:cubicBezTo>
                    <a:pt x="9380" y="1756"/>
                    <a:pt x="9363" y="1715"/>
                    <a:pt x="9355" y="1673"/>
                  </a:cubicBezTo>
                  <a:lnTo>
                    <a:pt x="9355" y="1673"/>
                  </a:lnTo>
                  <a:cubicBezTo>
                    <a:pt x="9380" y="1707"/>
                    <a:pt x="9396" y="1740"/>
                    <a:pt x="9421" y="1773"/>
                  </a:cubicBezTo>
                  <a:cubicBezTo>
                    <a:pt x="9628" y="2104"/>
                    <a:pt x="9728" y="2494"/>
                    <a:pt x="9794" y="2883"/>
                  </a:cubicBezTo>
                  <a:cubicBezTo>
                    <a:pt x="9943" y="3712"/>
                    <a:pt x="9985" y="4557"/>
                    <a:pt x="9918" y="5394"/>
                  </a:cubicBezTo>
                  <a:cubicBezTo>
                    <a:pt x="9902" y="5626"/>
                    <a:pt x="9877" y="5858"/>
                    <a:pt x="9844" y="6090"/>
                  </a:cubicBezTo>
                  <a:cubicBezTo>
                    <a:pt x="9811" y="6322"/>
                    <a:pt x="9761" y="6554"/>
                    <a:pt x="9736" y="6786"/>
                  </a:cubicBezTo>
                  <a:cubicBezTo>
                    <a:pt x="9720" y="7018"/>
                    <a:pt x="9769" y="7233"/>
                    <a:pt x="9786" y="7465"/>
                  </a:cubicBezTo>
                  <a:cubicBezTo>
                    <a:pt x="9794" y="7631"/>
                    <a:pt x="9761" y="7830"/>
                    <a:pt x="9604" y="7929"/>
                  </a:cubicBezTo>
                  <a:cubicBezTo>
                    <a:pt x="9587" y="7937"/>
                    <a:pt x="9579" y="7946"/>
                    <a:pt x="9570" y="7954"/>
                  </a:cubicBezTo>
                  <a:cubicBezTo>
                    <a:pt x="9570" y="7946"/>
                    <a:pt x="9562" y="7937"/>
                    <a:pt x="9562" y="7929"/>
                  </a:cubicBezTo>
                  <a:cubicBezTo>
                    <a:pt x="9562" y="7929"/>
                    <a:pt x="9570" y="7921"/>
                    <a:pt x="9579" y="7921"/>
                  </a:cubicBezTo>
                  <a:cubicBezTo>
                    <a:pt x="9620" y="7854"/>
                    <a:pt x="9662" y="7788"/>
                    <a:pt x="9678" y="7714"/>
                  </a:cubicBezTo>
                  <a:cubicBezTo>
                    <a:pt x="9703" y="7631"/>
                    <a:pt x="9711" y="7556"/>
                    <a:pt x="9711" y="7473"/>
                  </a:cubicBezTo>
                  <a:cubicBezTo>
                    <a:pt x="9711" y="7382"/>
                    <a:pt x="9711" y="7291"/>
                    <a:pt x="9703" y="7208"/>
                  </a:cubicBezTo>
                  <a:cubicBezTo>
                    <a:pt x="9695" y="7142"/>
                    <a:pt x="9695" y="7009"/>
                    <a:pt x="9620" y="6976"/>
                  </a:cubicBezTo>
                  <a:cubicBezTo>
                    <a:pt x="9612" y="6976"/>
                    <a:pt x="9604" y="6976"/>
                    <a:pt x="9595" y="6984"/>
                  </a:cubicBezTo>
                  <a:cubicBezTo>
                    <a:pt x="9570" y="7009"/>
                    <a:pt x="9579" y="7051"/>
                    <a:pt x="9579" y="7084"/>
                  </a:cubicBezTo>
                  <a:cubicBezTo>
                    <a:pt x="9579" y="7125"/>
                    <a:pt x="9587" y="7167"/>
                    <a:pt x="9595" y="7200"/>
                  </a:cubicBezTo>
                  <a:cubicBezTo>
                    <a:pt x="9604" y="7283"/>
                    <a:pt x="9612" y="7366"/>
                    <a:pt x="9612" y="7448"/>
                  </a:cubicBezTo>
                  <a:cubicBezTo>
                    <a:pt x="9604" y="7589"/>
                    <a:pt x="9595" y="7747"/>
                    <a:pt x="9529" y="7871"/>
                  </a:cubicBezTo>
                  <a:cubicBezTo>
                    <a:pt x="9512" y="7846"/>
                    <a:pt x="9504" y="7830"/>
                    <a:pt x="9488" y="7805"/>
                  </a:cubicBezTo>
                  <a:cubicBezTo>
                    <a:pt x="9413" y="7680"/>
                    <a:pt x="9322" y="7556"/>
                    <a:pt x="9222" y="7440"/>
                  </a:cubicBezTo>
                  <a:cubicBezTo>
                    <a:pt x="9181" y="7382"/>
                    <a:pt x="9140" y="7324"/>
                    <a:pt x="9082" y="7283"/>
                  </a:cubicBezTo>
                  <a:cubicBezTo>
                    <a:pt x="9032" y="7241"/>
                    <a:pt x="8966" y="7208"/>
                    <a:pt x="8908" y="7175"/>
                  </a:cubicBezTo>
                  <a:cubicBezTo>
                    <a:pt x="8775" y="7100"/>
                    <a:pt x="8667" y="6993"/>
                    <a:pt x="8568" y="6885"/>
                  </a:cubicBezTo>
                  <a:cubicBezTo>
                    <a:pt x="8558" y="6875"/>
                    <a:pt x="8546" y="6871"/>
                    <a:pt x="8534" y="6871"/>
                  </a:cubicBezTo>
                  <a:cubicBezTo>
                    <a:pt x="8497" y="6871"/>
                    <a:pt x="8460" y="6912"/>
                    <a:pt x="8485" y="6943"/>
                  </a:cubicBezTo>
                  <a:cubicBezTo>
                    <a:pt x="8560" y="7067"/>
                    <a:pt x="8642" y="7183"/>
                    <a:pt x="8750" y="7274"/>
                  </a:cubicBezTo>
                  <a:cubicBezTo>
                    <a:pt x="8800" y="7316"/>
                    <a:pt x="8858" y="7357"/>
                    <a:pt x="8916" y="7399"/>
                  </a:cubicBezTo>
                  <a:cubicBezTo>
                    <a:pt x="8966" y="7440"/>
                    <a:pt x="9007" y="7490"/>
                    <a:pt x="9048" y="7548"/>
                  </a:cubicBezTo>
                  <a:cubicBezTo>
                    <a:pt x="9131" y="7664"/>
                    <a:pt x="9214" y="7780"/>
                    <a:pt x="9289" y="7896"/>
                  </a:cubicBezTo>
                  <a:cubicBezTo>
                    <a:pt x="9330" y="7962"/>
                    <a:pt x="9363" y="8028"/>
                    <a:pt x="9396" y="8095"/>
                  </a:cubicBezTo>
                  <a:cubicBezTo>
                    <a:pt x="9421" y="8144"/>
                    <a:pt x="9438" y="8202"/>
                    <a:pt x="9479" y="8236"/>
                  </a:cubicBezTo>
                  <a:cubicBezTo>
                    <a:pt x="9496" y="8418"/>
                    <a:pt x="9512" y="8600"/>
                    <a:pt x="9512" y="8782"/>
                  </a:cubicBezTo>
                  <a:cubicBezTo>
                    <a:pt x="9504" y="8923"/>
                    <a:pt x="9479" y="9048"/>
                    <a:pt x="9446" y="9180"/>
                  </a:cubicBezTo>
                  <a:cubicBezTo>
                    <a:pt x="9421" y="9280"/>
                    <a:pt x="9388" y="9420"/>
                    <a:pt x="9463" y="9503"/>
                  </a:cubicBezTo>
                  <a:cubicBezTo>
                    <a:pt x="9469" y="9512"/>
                    <a:pt x="9477" y="9516"/>
                    <a:pt x="9486" y="9516"/>
                  </a:cubicBezTo>
                  <a:cubicBezTo>
                    <a:pt x="9501" y="9516"/>
                    <a:pt x="9518" y="9505"/>
                    <a:pt x="9529" y="9495"/>
                  </a:cubicBezTo>
                  <a:cubicBezTo>
                    <a:pt x="9537" y="9487"/>
                    <a:pt x="9546" y="9470"/>
                    <a:pt x="9554" y="9462"/>
                  </a:cubicBezTo>
                  <a:cubicBezTo>
                    <a:pt x="9570" y="9561"/>
                    <a:pt x="9612" y="9661"/>
                    <a:pt x="9645" y="9760"/>
                  </a:cubicBezTo>
                  <a:cubicBezTo>
                    <a:pt x="9686" y="9868"/>
                    <a:pt x="9728" y="9976"/>
                    <a:pt x="9753" y="10083"/>
                  </a:cubicBezTo>
                  <a:cubicBezTo>
                    <a:pt x="9778" y="10191"/>
                    <a:pt x="9778" y="10307"/>
                    <a:pt x="9769" y="10415"/>
                  </a:cubicBezTo>
                  <a:cubicBezTo>
                    <a:pt x="9769" y="10471"/>
                    <a:pt x="9812" y="10501"/>
                    <a:pt x="9854" y="10501"/>
                  </a:cubicBezTo>
                  <a:cubicBezTo>
                    <a:pt x="9874" y="10501"/>
                    <a:pt x="9894" y="10494"/>
                    <a:pt x="9910" y="10481"/>
                  </a:cubicBezTo>
                  <a:cubicBezTo>
                    <a:pt x="9927" y="10580"/>
                    <a:pt x="9960" y="10680"/>
                    <a:pt x="9976" y="10779"/>
                  </a:cubicBezTo>
                  <a:cubicBezTo>
                    <a:pt x="9985" y="10862"/>
                    <a:pt x="9993" y="10937"/>
                    <a:pt x="10001" y="11011"/>
                  </a:cubicBezTo>
                  <a:cubicBezTo>
                    <a:pt x="10009" y="11044"/>
                    <a:pt x="10009" y="11086"/>
                    <a:pt x="10018" y="11119"/>
                  </a:cubicBezTo>
                  <a:cubicBezTo>
                    <a:pt x="10026" y="11160"/>
                    <a:pt x="10026" y="11185"/>
                    <a:pt x="10051" y="11218"/>
                  </a:cubicBezTo>
                  <a:cubicBezTo>
                    <a:pt x="10055" y="11222"/>
                    <a:pt x="10063" y="11225"/>
                    <a:pt x="10072" y="11225"/>
                  </a:cubicBezTo>
                  <a:cubicBezTo>
                    <a:pt x="10080" y="11225"/>
                    <a:pt x="10088" y="11222"/>
                    <a:pt x="10092" y="11218"/>
                  </a:cubicBezTo>
                  <a:cubicBezTo>
                    <a:pt x="10092" y="11218"/>
                    <a:pt x="10092" y="11210"/>
                    <a:pt x="10092" y="11210"/>
                  </a:cubicBezTo>
                  <a:cubicBezTo>
                    <a:pt x="10150" y="11533"/>
                    <a:pt x="10192" y="11865"/>
                    <a:pt x="10208" y="12196"/>
                  </a:cubicBezTo>
                  <a:cubicBezTo>
                    <a:pt x="10217" y="12353"/>
                    <a:pt x="10217" y="12511"/>
                    <a:pt x="10258" y="12660"/>
                  </a:cubicBezTo>
                  <a:cubicBezTo>
                    <a:pt x="10291" y="12801"/>
                    <a:pt x="10349" y="12933"/>
                    <a:pt x="10415" y="13058"/>
                  </a:cubicBezTo>
                  <a:cubicBezTo>
                    <a:pt x="10565" y="13331"/>
                    <a:pt x="10722" y="13580"/>
                    <a:pt x="10797" y="13878"/>
                  </a:cubicBezTo>
                  <a:cubicBezTo>
                    <a:pt x="10838" y="14044"/>
                    <a:pt x="10855" y="14218"/>
                    <a:pt x="10871" y="14392"/>
                  </a:cubicBezTo>
                  <a:cubicBezTo>
                    <a:pt x="10879" y="14483"/>
                    <a:pt x="10879" y="14566"/>
                    <a:pt x="10888" y="14657"/>
                  </a:cubicBezTo>
                  <a:cubicBezTo>
                    <a:pt x="10888" y="14748"/>
                    <a:pt x="10888" y="14839"/>
                    <a:pt x="10946" y="14905"/>
                  </a:cubicBezTo>
                  <a:cubicBezTo>
                    <a:pt x="10963" y="14927"/>
                    <a:pt x="10987" y="14940"/>
                    <a:pt x="11010" y="14940"/>
                  </a:cubicBezTo>
                  <a:cubicBezTo>
                    <a:pt x="11030" y="14940"/>
                    <a:pt x="11050" y="14929"/>
                    <a:pt x="11062" y="14905"/>
                  </a:cubicBezTo>
                  <a:cubicBezTo>
                    <a:pt x="11087" y="14881"/>
                    <a:pt x="11095" y="14847"/>
                    <a:pt x="11103" y="14806"/>
                  </a:cubicBezTo>
                  <a:cubicBezTo>
                    <a:pt x="11236" y="15096"/>
                    <a:pt x="11385" y="15378"/>
                    <a:pt x="11534" y="15651"/>
                  </a:cubicBezTo>
                  <a:cubicBezTo>
                    <a:pt x="11633" y="15833"/>
                    <a:pt x="11741" y="16007"/>
                    <a:pt x="11783" y="16206"/>
                  </a:cubicBezTo>
                  <a:cubicBezTo>
                    <a:pt x="11799" y="16297"/>
                    <a:pt x="11799" y="16397"/>
                    <a:pt x="11783" y="16488"/>
                  </a:cubicBezTo>
                  <a:cubicBezTo>
                    <a:pt x="11758" y="16571"/>
                    <a:pt x="11708" y="16654"/>
                    <a:pt x="11700" y="16745"/>
                  </a:cubicBezTo>
                  <a:cubicBezTo>
                    <a:pt x="11700" y="16787"/>
                    <a:pt x="11741" y="16823"/>
                    <a:pt x="11779" y="16823"/>
                  </a:cubicBezTo>
                  <a:cubicBezTo>
                    <a:pt x="11786" y="16823"/>
                    <a:pt x="11793" y="16822"/>
                    <a:pt x="11799" y="16819"/>
                  </a:cubicBezTo>
                  <a:cubicBezTo>
                    <a:pt x="11907" y="16786"/>
                    <a:pt x="11965" y="16695"/>
                    <a:pt x="11998" y="16587"/>
                  </a:cubicBezTo>
                  <a:cubicBezTo>
                    <a:pt x="12015" y="16629"/>
                    <a:pt x="12031" y="16662"/>
                    <a:pt x="12056" y="16703"/>
                  </a:cubicBezTo>
                  <a:cubicBezTo>
                    <a:pt x="12097" y="16786"/>
                    <a:pt x="12139" y="16877"/>
                    <a:pt x="12189" y="16960"/>
                  </a:cubicBezTo>
                  <a:cubicBezTo>
                    <a:pt x="12230" y="17051"/>
                    <a:pt x="12280" y="17142"/>
                    <a:pt x="12280" y="17242"/>
                  </a:cubicBezTo>
                  <a:cubicBezTo>
                    <a:pt x="12271" y="17408"/>
                    <a:pt x="12180" y="17573"/>
                    <a:pt x="12106" y="17714"/>
                  </a:cubicBezTo>
                  <a:cubicBezTo>
                    <a:pt x="12031" y="17855"/>
                    <a:pt x="11957" y="17996"/>
                    <a:pt x="11865" y="18128"/>
                  </a:cubicBezTo>
                  <a:cubicBezTo>
                    <a:pt x="11517" y="18642"/>
                    <a:pt x="11020" y="19056"/>
                    <a:pt x="10482" y="19371"/>
                  </a:cubicBezTo>
                  <a:cubicBezTo>
                    <a:pt x="9189" y="20117"/>
                    <a:pt x="7648" y="20241"/>
                    <a:pt x="6198" y="20448"/>
                  </a:cubicBezTo>
                  <a:cubicBezTo>
                    <a:pt x="5767" y="20506"/>
                    <a:pt x="5336" y="20581"/>
                    <a:pt x="4914" y="20672"/>
                  </a:cubicBezTo>
                  <a:cubicBezTo>
                    <a:pt x="4707" y="20714"/>
                    <a:pt x="4500" y="20763"/>
                    <a:pt x="4293" y="20830"/>
                  </a:cubicBezTo>
                  <a:cubicBezTo>
                    <a:pt x="4143" y="20871"/>
                    <a:pt x="3994" y="20912"/>
                    <a:pt x="3845" y="20970"/>
                  </a:cubicBezTo>
                  <a:cubicBezTo>
                    <a:pt x="3713" y="20979"/>
                    <a:pt x="3572" y="20995"/>
                    <a:pt x="3439" y="20995"/>
                  </a:cubicBezTo>
                  <a:cubicBezTo>
                    <a:pt x="3157" y="20995"/>
                    <a:pt x="2884" y="20979"/>
                    <a:pt x="2611" y="20937"/>
                  </a:cubicBezTo>
                  <a:cubicBezTo>
                    <a:pt x="2337" y="20896"/>
                    <a:pt x="2072" y="20821"/>
                    <a:pt x="1815" y="20714"/>
                  </a:cubicBezTo>
                  <a:cubicBezTo>
                    <a:pt x="1716" y="20664"/>
                    <a:pt x="1567" y="20614"/>
                    <a:pt x="1509" y="20506"/>
                  </a:cubicBezTo>
                  <a:cubicBezTo>
                    <a:pt x="1451" y="20390"/>
                    <a:pt x="1467" y="20225"/>
                    <a:pt x="1475" y="20109"/>
                  </a:cubicBezTo>
                  <a:cubicBezTo>
                    <a:pt x="1484" y="19984"/>
                    <a:pt x="1509" y="19877"/>
                    <a:pt x="1525" y="19761"/>
                  </a:cubicBezTo>
                  <a:cubicBezTo>
                    <a:pt x="1531" y="19763"/>
                    <a:pt x="1538" y="19764"/>
                    <a:pt x="1545" y="19764"/>
                  </a:cubicBezTo>
                  <a:cubicBezTo>
                    <a:pt x="1566" y="19764"/>
                    <a:pt x="1587" y="19754"/>
                    <a:pt x="1600" y="19736"/>
                  </a:cubicBezTo>
                  <a:cubicBezTo>
                    <a:pt x="1641" y="19670"/>
                    <a:pt x="1641" y="19578"/>
                    <a:pt x="1649" y="19504"/>
                  </a:cubicBezTo>
                  <a:cubicBezTo>
                    <a:pt x="1658" y="19413"/>
                    <a:pt x="1666" y="19322"/>
                    <a:pt x="1683" y="19239"/>
                  </a:cubicBezTo>
                  <a:cubicBezTo>
                    <a:pt x="1716" y="19056"/>
                    <a:pt x="1757" y="18882"/>
                    <a:pt x="1790" y="18700"/>
                  </a:cubicBezTo>
                  <a:cubicBezTo>
                    <a:pt x="1823" y="18510"/>
                    <a:pt x="1832" y="18311"/>
                    <a:pt x="1807" y="18128"/>
                  </a:cubicBezTo>
                  <a:lnTo>
                    <a:pt x="1807" y="18128"/>
                  </a:lnTo>
                  <a:cubicBezTo>
                    <a:pt x="1812" y="18130"/>
                    <a:pt x="1819" y="18131"/>
                    <a:pt x="1825" y="18131"/>
                  </a:cubicBezTo>
                  <a:cubicBezTo>
                    <a:pt x="1848" y="18131"/>
                    <a:pt x="1873" y="18119"/>
                    <a:pt x="1873" y="18087"/>
                  </a:cubicBezTo>
                  <a:cubicBezTo>
                    <a:pt x="1857" y="17954"/>
                    <a:pt x="1790" y="17838"/>
                    <a:pt x="1749" y="17714"/>
                  </a:cubicBezTo>
                  <a:cubicBezTo>
                    <a:pt x="1741" y="17681"/>
                    <a:pt x="1724" y="17640"/>
                    <a:pt x="1716" y="17606"/>
                  </a:cubicBezTo>
                  <a:cubicBezTo>
                    <a:pt x="1716" y="17515"/>
                    <a:pt x="1724" y="17424"/>
                    <a:pt x="1749" y="17333"/>
                  </a:cubicBezTo>
                  <a:cubicBezTo>
                    <a:pt x="1760" y="17289"/>
                    <a:pt x="1727" y="17263"/>
                    <a:pt x="1694" y="17263"/>
                  </a:cubicBezTo>
                  <a:cubicBezTo>
                    <a:pt x="1677" y="17263"/>
                    <a:pt x="1660" y="17270"/>
                    <a:pt x="1649" y="17283"/>
                  </a:cubicBezTo>
                  <a:cubicBezTo>
                    <a:pt x="1608" y="17010"/>
                    <a:pt x="1625" y="16736"/>
                    <a:pt x="1674" y="16463"/>
                  </a:cubicBezTo>
                  <a:cubicBezTo>
                    <a:pt x="1684" y="16423"/>
                    <a:pt x="1650" y="16396"/>
                    <a:pt x="1617" y="16396"/>
                  </a:cubicBezTo>
                  <a:cubicBezTo>
                    <a:pt x="1595" y="16396"/>
                    <a:pt x="1573" y="16408"/>
                    <a:pt x="1567" y="16438"/>
                  </a:cubicBezTo>
                  <a:cubicBezTo>
                    <a:pt x="1550" y="16480"/>
                    <a:pt x="1542" y="16521"/>
                    <a:pt x="1533" y="16562"/>
                  </a:cubicBezTo>
                  <a:cubicBezTo>
                    <a:pt x="1542" y="16380"/>
                    <a:pt x="1567" y="16198"/>
                    <a:pt x="1600" y="16016"/>
                  </a:cubicBezTo>
                  <a:cubicBezTo>
                    <a:pt x="1610" y="15975"/>
                    <a:pt x="1580" y="15950"/>
                    <a:pt x="1549" y="15950"/>
                  </a:cubicBezTo>
                  <a:cubicBezTo>
                    <a:pt x="1530" y="15950"/>
                    <a:pt x="1510" y="15960"/>
                    <a:pt x="1500" y="15982"/>
                  </a:cubicBezTo>
                  <a:cubicBezTo>
                    <a:pt x="1509" y="15908"/>
                    <a:pt x="1517" y="15825"/>
                    <a:pt x="1550" y="15759"/>
                  </a:cubicBezTo>
                  <a:cubicBezTo>
                    <a:pt x="1634" y="15774"/>
                    <a:pt x="1718" y="15782"/>
                    <a:pt x="1801" y="15782"/>
                  </a:cubicBezTo>
                  <a:cubicBezTo>
                    <a:pt x="1988" y="15782"/>
                    <a:pt x="2171" y="15740"/>
                    <a:pt x="2337" y="15643"/>
                  </a:cubicBezTo>
                  <a:cubicBezTo>
                    <a:pt x="2594" y="15494"/>
                    <a:pt x="2809" y="15253"/>
                    <a:pt x="2959" y="15005"/>
                  </a:cubicBezTo>
                  <a:cubicBezTo>
                    <a:pt x="3116" y="14740"/>
                    <a:pt x="3191" y="14441"/>
                    <a:pt x="3232" y="14135"/>
                  </a:cubicBezTo>
                  <a:cubicBezTo>
                    <a:pt x="3257" y="13969"/>
                    <a:pt x="3273" y="13795"/>
                    <a:pt x="3298" y="13629"/>
                  </a:cubicBezTo>
                  <a:cubicBezTo>
                    <a:pt x="3307" y="13555"/>
                    <a:pt x="3315" y="13480"/>
                    <a:pt x="3323" y="13406"/>
                  </a:cubicBezTo>
                  <a:lnTo>
                    <a:pt x="3331" y="13406"/>
                  </a:lnTo>
                  <a:cubicBezTo>
                    <a:pt x="3339" y="13406"/>
                    <a:pt x="3348" y="13407"/>
                    <a:pt x="3356" y="13407"/>
                  </a:cubicBezTo>
                  <a:cubicBezTo>
                    <a:pt x="3474" y="13407"/>
                    <a:pt x="3604" y="13353"/>
                    <a:pt x="3713" y="13306"/>
                  </a:cubicBezTo>
                  <a:cubicBezTo>
                    <a:pt x="3837" y="13257"/>
                    <a:pt x="3961" y="13190"/>
                    <a:pt x="4077" y="13124"/>
                  </a:cubicBezTo>
                  <a:cubicBezTo>
                    <a:pt x="4317" y="12991"/>
                    <a:pt x="4549" y="12842"/>
                    <a:pt x="4773" y="12685"/>
                  </a:cubicBezTo>
                  <a:cubicBezTo>
                    <a:pt x="5212" y="12403"/>
                    <a:pt x="5618" y="12063"/>
                    <a:pt x="5925" y="11641"/>
                  </a:cubicBezTo>
                  <a:cubicBezTo>
                    <a:pt x="6008" y="11525"/>
                    <a:pt x="6074" y="11409"/>
                    <a:pt x="6140" y="11285"/>
                  </a:cubicBezTo>
                  <a:cubicBezTo>
                    <a:pt x="6182" y="11185"/>
                    <a:pt x="6231" y="11086"/>
                    <a:pt x="6248" y="10978"/>
                  </a:cubicBezTo>
                  <a:cubicBezTo>
                    <a:pt x="6253" y="10977"/>
                    <a:pt x="6258" y="10977"/>
                    <a:pt x="6263" y="10977"/>
                  </a:cubicBezTo>
                  <a:cubicBezTo>
                    <a:pt x="6295" y="10977"/>
                    <a:pt x="6316" y="11002"/>
                    <a:pt x="6331" y="11053"/>
                  </a:cubicBezTo>
                  <a:cubicBezTo>
                    <a:pt x="6339" y="11090"/>
                    <a:pt x="6376" y="11109"/>
                    <a:pt x="6414" y="11109"/>
                  </a:cubicBezTo>
                  <a:cubicBezTo>
                    <a:pt x="6451" y="11109"/>
                    <a:pt x="6488" y="11090"/>
                    <a:pt x="6496" y="11053"/>
                  </a:cubicBezTo>
                  <a:cubicBezTo>
                    <a:pt x="6531" y="10888"/>
                    <a:pt x="6411" y="10763"/>
                    <a:pt x="6265" y="10763"/>
                  </a:cubicBezTo>
                  <a:cubicBezTo>
                    <a:pt x="6235" y="10763"/>
                    <a:pt x="6204" y="10768"/>
                    <a:pt x="6173" y="10779"/>
                  </a:cubicBezTo>
                  <a:cubicBezTo>
                    <a:pt x="6074" y="10821"/>
                    <a:pt x="5974" y="10887"/>
                    <a:pt x="5892" y="10937"/>
                  </a:cubicBezTo>
                  <a:cubicBezTo>
                    <a:pt x="5792" y="10995"/>
                    <a:pt x="5693" y="11044"/>
                    <a:pt x="5593" y="11102"/>
                  </a:cubicBezTo>
                  <a:cubicBezTo>
                    <a:pt x="5212" y="11326"/>
                    <a:pt x="4856" y="11583"/>
                    <a:pt x="4491" y="11840"/>
                  </a:cubicBezTo>
                  <a:cubicBezTo>
                    <a:pt x="4326" y="11956"/>
                    <a:pt x="4152" y="12080"/>
                    <a:pt x="3953" y="12130"/>
                  </a:cubicBezTo>
                  <a:cubicBezTo>
                    <a:pt x="3879" y="12146"/>
                    <a:pt x="3805" y="12152"/>
                    <a:pt x="3731" y="12152"/>
                  </a:cubicBezTo>
                  <a:cubicBezTo>
                    <a:pt x="3574" y="12152"/>
                    <a:pt x="3417" y="12122"/>
                    <a:pt x="3265" y="12088"/>
                  </a:cubicBezTo>
                  <a:cubicBezTo>
                    <a:pt x="2801" y="11972"/>
                    <a:pt x="2354" y="11840"/>
                    <a:pt x="1898" y="11715"/>
                  </a:cubicBezTo>
                  <a:cubicBezTo>
                    <a:pt x="1683" y="11649"/>
                    <a:pt x="1459" y="11608"/>
                    <a:pt x="1293" y="11442"/>
                  </a:cubicBezTo>
                  <a:cubicBezTo>
                    <a:pt x="1219" y="11367"/>
                    <a:pt x="1161" y="11285"/>
                    <a:pt x="1119" y="11185"/>
                  </a:cubicBezTo>
                  <a:cubicBezTo>
                    <a:pt x="1111" y="11169"/>
                    <a:pt x="1103" y="11160"/>
                    <a:pt x="1103" y="11144"/>
                  </a:cubicBezTo>
                  <a:cubicBezTo>
                    <a:pt x="1094" y="11119"/>
                    <a:pt x="1086" y="11094"/>
                    <a:pt x="1078" y="11069"/>
                  </a:cubicBezTo>
                  <a:cubicBezTo>
                    <a:pt x="1069" y="11053"/>
                    <a:pt x="1069" y="11036"/>
                    <a:pt x="1061" y="11028"/>
                  </a:cubicBezTo>
                  <a:cubicBezTo>
                    <a:pt x="1103" y="11003"/>
                    <a:pt x="1144" y="10970"/>
                    <a:pt x="1169" y="10928"/>
                  </a:cubicBezTo>
                  <a:cubicBezTo>
                    <a:pt x="1227" y="10854"/>
                    <a:pt x="1252" y="10754"/>
                    <a:pt x="1277" y="10663"/>
                  </a:cubicBezTo>
                  <a:cubicBezTo>
                    <a:pt x="1301" y="10547"/>
                    <a:pt x="1285" y="10431"/>
                    <a:pt x="1301" y="10324"/>
                  </a:cubicBezTo>
                  <a:cubicBezTo>
                    <a:pt x="1318" y="10125"/>
                    <a:pt x="1542" y="10034"/>
                    <a:pt x="1707" y="9976"/>
                  </a:cubicBezTo>
                  <a:cubicBezTo>
                    <a:pt x="1890" y="9909"/>
                    <a:pt x="2080" y="9843"/>
                    <a:pt x="2229" y="9710"/>
                  </a:cubicBezTo>
                  <a:cubicBezTo>
                    <a:pt x="2345" y="9603"/>
                    <a:pt x="2461" y="9420"/>
                    <a:pt x="2420" y="9255"/>
                  </a:cubicBezTo>
                  <a:cubicBezTo>
                    <a:pt x="2412" y="9222"/>
                    <a:pt x="2403" y="9197"/>
                    <a:pt x="2379" y="9172"/>
                  </a:cubicBezTo>
                  <a:cubicBezTo>
                    <a:pt x="2387" y="9164"/>
                    <a:pt x="2395" y="9155"/>
                    <a:pt x="2412" y="9147"/>
                  </a:cubicBezTo>
                  <a:lnTo>
                    <a:pt x="2412" y="9139"/>
                  </a:lnTo>
                  <a:cubicBezTo>
                    <a:pt x="2420" y="9139"/>
                    <a:pt x="2428" y="9130"/>
                    <a:pt x="2437" y="9130"/>
                  </a:cubicBezTo>
                  <a:cubicBezTo>
                    <a:pt x="2437" y="9122"/>
                    <a:pt x="2437" y="9114"/>
                    <a:pt x="2445" y="9114"/>
                  </a:cubicBezTo>
                  <a:lnTo>
                    <a:pt x="2445" y="9106"/>
                  </a:lnTo>
                  <a:lnTo>
                    <a:pt x="2453" y="9106"/>
                  </a:lnTo>
                  <a:cubicBezTo>
                    <a:pt x="2461" y="9097"/>
                    <a:pt x="2470" y="9089"/>
                    <a:pt x="2478" y="9081"/>
                  </a:cubicBezTo>
                  <a:cubicBezTo>
                    <a:pt x="2486" y="9072"/>
                    <a:pt x="2495" y="9064"/>
                    <a:pt x="2495" y="9048"/>
                  </a:cubicBezTo>
                  <a:cubicBezTo>
                    <a:pt x="2495" y="9031"/>
                    <a:pt x="2486" y="9014"/>
                    <a:pt x="2470" y="9014"/>
                  </a:cubicBezTo>
                  <a:cubicBezTo>
                    <a:pt x="2470" y="9014"/>
                    <a:pt x="2470" y="9006"/>
                    <a:pt x="2461" y="9006"/>
                  </a:cubicBezTo>
                  <a:cubicBezTo>
                    <a:pt x="2445" y="9006"/>
                    <a:pt x="2437" y="9006"/>
                    <a:pt x="2428" y="9014"/>
                  </a:cubicBezTo>
                  <a:cubicBezTo>
                    <a:pt x="2420" y="9014"/>
                    <a:pt x="2403" y="9023"/>
                    <a:pt x="2395" y="9031"/>
                  </a:cubicBezTo>
                  <a:lnTo>
                    <a:pt x="2387" y="9031"/>
                  </a:lnTo>
                  <a:cubicBezTo>
                    <a:pt x="2387" y="9031"/>
                    <a:pt x="2379" y="9039"/>
                    <a:pt x="2379" y="9039"/>
                  </a:cubicBezTo>
                  <a:cubicBezTo>
                    <a:pt x="2362" y="9048"/>
                    <a:pt x="2345" y="9056"/>
                    <a:pt x="2337" y="9064"/>
                  </a:cubicBezTo>
                  <a:cubicBezTo>
                    <a:pt x="2312" y="9081"/>
                    <a:pt x="2296" y="9106"/>
                    <a:pt x="2279" y="9122"/>
                  </a:cubicBezTo>
                  <a:lnTo>
                    <a:pt x="2246" y="9122"/>
                  </a:lnTo>
                  <a:cubicBezTo>
                    <a:pt x="2130" y="9122"/>
                    <a:pt x="2006" y="9147"/>
                    <a:pt x="1890" y="9155"/>
                  </a:cubicBezTo>
                  <a:cubicBezTo>
                    <a:pt x="1660" y="9177"/>
                    <a:pt x="1430" y="9198"/>
                    <a:pt x="1201" y="9198"/>
                  </a:cubicBezTo>
                  <a:cubicBezTo>
                    <a:pt x="1165" y="9198"/>
                    <a:pt x="1130" y="9198"/>
                    <a:pt x="1094" y="9197"/>
                  </a:cubicBezTo>
                  <a:cubicBezTo>
                    <a:pt x="953" y="9197"/>
                    <a:pt x="821" y="9188"/>
                    <a:pt x="688" y="9180"/>
                  </a:cubicBezTo>
                  <a:cubicBezTo>
                    <a:pt x="614" y="9180"/>
                    <a:pt x="531" y="9164"/>
                    <a:pt x="448" y="9164"/>
                  </a:cubicBezTo>
                  <a:cubicBezTo>
                    <a:pt x="465" y="9147"/>
                    <a:pt x="473" y="9130"/>
                    <a:pt x="489" y="9114"/>
                  </a:cubicBezTo>
                  <a:cubicBezTo>
                    <a:pt x="489" y="9106"/>
                    <a:pt x="498" y="9097"/>
                    <a:pt x="498" y="9089"/>
                  </a:cubicBezTo>
                  <a:cubicBezTo>
                    <a:pt x="506" y="9081"/>
                    <a:pt x="514" y="9072"/>
                    <a:pt x="523" y="9064"/>
                  </a:cubicBezTo>
                  <a:cubicBezTo>
                    <a:pt x="531" y="9056"/>
                    <a:pt x="539" y="9056"/>
                    <a:pt x="539" y="9048"/>
                  </a:cubicBezTo>
                  <a:cubicBezTo>
                    <a:pt x="547" y="9048"/>
                    <a:pt x="547" y="9048"/>
                    <a:pt x="547" y="9039"/>
                  </a:cubicBezTo>
                  <a:lnTo>
                    <a:pt x="556" y="9039"/>
                  </a:lnTo>
                  <a:cubicBezTo>
                    <a:pt x="639" y="9031"/>
                    <a:pt x="688" y="8981"/>
                    <a:pt x="755" y="8932"/>
                  </a:cubicBezTo>
                  <a:cubicBezTo>
                    <a:pt x="821" y="8890"/>
                    <a:pt x="895" y="8840"/>
                    <a:pt x="962" y="8799"/>
                  </a:cubicBezTo>
                  <a:cubicBezTo>
                    <a:pt x="987" y="8782"/>
                    <a:pt x="1011" y="8758"/>
                    <a:pt x="1036" y="8741"/>
                  </a:cubicBezTo>
                  <a:cubicBezTo>
                    <a:pt x="1094" y="8716"/>
                    <a:pt x="1161" y="8691"/>
                    <a:pt x="1219" y="8658"/>
                  </a:cubicBezTo>
                  <a:cubicBezTo>
                    <a:pt x="1301" y="8625"/>
                    <a:pt x="1393" y="8584"/>
                    <a:pt x="1475" y="8550"/>
                  </a:cubicBezTo>
                  <a:cubicBezTo>
                    <a:pt x="1558" y="8509"/>
                    <a:pt x="1666" y="8476"/>
                    <a:pt x="1724" y="8401"/>
                  </a:cubicBezTo>
                  <a:cubicBezTo>
                    <a:pt x="1732" y="8393"/>
                    <a:pt x="1732" y="8385"/>
                    <a:pt x="1732" y="8376"/>
                  </a:cubicBezTo>
                  <a:cubicBezTo>
                    <a:pt x="1743" y="8387"/>
                    <a:pt x="1756" y="8394"/>
                    <a:pt x="1769" y="8394"/>
                  </a:cubicBezTo>
                  <a:cubicBezTo>
                    <a:pt x="1776" y="8394"/>
                    <a:pt x="1784" y="8391"/>
                    <a:pt x="1790" y="8385"/>
                  </a:cubicBezTo>
                  <a:cubicBezTo>
                    <a:pt x="1840" y="8352"/>
                    <a:pt x="1898" y="8318"/>
                    <a:pt x="1948" y="8285"/>
                  </a:cubicBezTo>
                  <a:cubicBezTo>
                    <a:pt x="2006" y="8244"/>
                    <a:pt x="2055" y="8202"/>
                    <a:pt x="2097" y="8153"/>
                  </a:cubicBezTo>
                  <a:cubicBezTo>
                    <a:pt x="2104" y="8138"/>
                    <a:pt x="2098" y="8110"/>
                    <a:pt x="2079" y="8110"/>
                  </a:cubicBezTo>
                  <a:cubicBezTo>
                    <a:pt x="2077" y="8110"/>
                    <a:pt x="2075" y="8110"/>
                    <a:pt x="2072" y="8111"/>
                  </a:cubicBezTo>
                  <a:cubicBezTo>
                    <a:pt x="2014" y="8136"/>
                    <a:pt x="1956" y="8161"/>
                    <a:pt x="1906" y="8202"/>
                  </a:cubicBezTo>
                  <a:lnTo>
                    <a:pt x="1749" y="8310"/>
                  </a:lnTo>
                  <a:cubicBezTo>
                    <a:pt x="1732" y="8327"/>
                    <a:pt x="1724" y="8343"/>
                    <a:pt x="1732" y="8360"/>
                  </a:cubicBezTo>
                  <a:cubicBezTo>
                    <a:pt x="1724" y="8352"/>
                    <a:pt x="1716" y="8343"/>
                    <a:pt x="1699" y="8343"/>
                  </a:cubicBezTo>
                  <a:cubicBezTo>
                    <a:pt x="1608" y="8343"/>
                    <a:pt x="1509" y="8401"/>
                    <a:pt x="1426" y="8434"/>
                  </a:cubicBezTo>
                  <a:cubicBezTo>
                    <a:pt x="1343" y="8476"/>
                    <a:pt x="1252" y="8517"/>
                    <a:pt x="1169" y="8559"/>
                  </a:cubicBezTo>
                  <a:cubicBezTo>
                    <a:pt x="1161" y="8559"/>
                    <a:pt x="1161" y="8567"/>
                    <a:pt x="1152" y="8567"/>
                  </a:cubicBezTo>
                  <a:cubicBezTo>
                    <a:pt x="1161" y="8542"/>
                    <a:pt x="1169" y="8509"/>
                    <a:pt x="1177" y="8484"/>
                  </a:cubicBezTo>
                  <a:cubicBezTo>
                    <a:pt x="1252" y="8169"/>
                    <a:pt x="1285" y="7846"/>
                    <a:pt x="1301" y="7523"/>
                  </a:cubicBezTo>
                  <a:cubicBezTo>
                    <a:pt x="1310" y="7357"/>
                    <a:pt x="1310" y="7192"/>
                    <a:pt x="1301" y="7026"/>
                  </a:cubicBezTo>
                  <a:cubicBezTo>
                    <a:pt x="1301" y="6868"/>
                    <a:pt x="1268" y="6703"/>
                    <a:pt x="1293" y="6545"/>
                  </a:cubicBezTo>
                  <a:cubicBezTo>
                    <a:pt x="1310" y="6388"/>
                    <a:pt x="1409" y="6272"/>
                    <a:pt x="1500" y="6148"/>
                  </a:cubicBezTo>
                  <a:cubicBezTo>
                    <a:pt x="1600" y="6015"/>
                    <a:pt x="1699" y="5874"/>
                    <a:pt x="1807" y="5742"/>
                  </a:cubicBezTo>
                  <a:cubicBezTo>
                    <a:pt x="1826" y="5716"/>
                    <a:pt x="1795" y="5684"/>
                    <a:pt x="1768" y="5684"/>
                  </a:cubicBezTo>
                  <a:cubicBezTo>
                    <a:pt x="1761" y="5684"/>
                    <a:pt x="1754" y="5687"/>
                    <a:pt x="1749" y="5692"/>
                  </a:cubicBezTo>
                  <a:cubicBezTo>
                    <a:pt x="1641" y="5816"/>
                    <a:pt x="1533" y="5932"/>
                    <a:pt x="1434" y="6056"/>
                  </a:cubicBezTo>
                  <a:cubicBezTo>
                    <a:pt x="1409" y="6081"/>
                    <a:pt x="1393" y="6106"/>
                    <a:pt x="1368" y="6131"/>
                  </a:cubicBezTo>
                  <a:cubicBezTo>
                    <a:pt x="1384" y="6090"/>
                    <a:pt x="1401" y="6056"/>
                    <a:pt x="1417" y="6023"/>
                  </a:cubicBezTo>
                  <a:cubicBezTo>
                    <a:pt x="1434" y="5965"/>
                    <a:pt x="1459" y="5916"/>
                    <a:pt x="1492" y="5866"/>
                  </a:cubicBezTo>
                  <a:cubicBezTo>
                    <a:pt x="1533" y="5841"/>
                    <a:pt x="1550" y="5808"/>
                    <a:pt x="1550" y="5767"/>
                  </a:cubicBezTo>
                  <a:cubicBezTo>
                    <a:pt x="1550" y="5767"/>
                    <a:pt x="1550" y="5758"/>
                    <a:pt x="1550" y="5758"/>
                  </a:cubicBezTo>
                  <a:cubicBezTo>
                    <a:pt x="1575" y="5709"/>
                    <a:pt x="1600" y="5659"/>
                    <a:pt x="1591" y="5609"/>
                  </a:cubicBezTo>
                  <a:cubicBezTo>
                    <a:pt x="1585" y="5596"/>
                    <a:pt x="1572" y="5582"/>
                    <a:pt x="1555" y="5582"/>
                  </a:cubicBezTo>
                  <a:cubicBezTo>
                    <a:pt x="1551" y="5582"/>
                    <a:pt x="1546" y="5583"/>
                    <a:pt x="1542" y="5584"/>
                  </a:cubicBezTo>
                  <a:cubicBezTo>
                    <a:pt x="1525" y="5593"/>
                    <a:pt x="1509" y="5601"/>
                    <a:pt x="1492" y="5617"/>
                  </a:cubicBezTo>
                  <a:cubicBezTo>
                    <a:pt x="1459" y="5477"/>
                    <a:pt x="1451" y="5327"/>
                    <a:pt x="1434" y="5195"/>
                  </a:cubicBezTo>
                  <a:cubicBezTo>
                    <a:pt x="1417" y="5013"/>
                    <a:pt x="1417" y="4839"/>
                    <a:pt x="1434" y="4656"/>
                  </a:cubicBezTo>
                  <a:cubicBezTo>
                    <a:pt x="1451" y="4292"/>
                    <a:pt x="1525" y="3935"/>
                    <a:pt x="1608" y="3571"/>
                  </a:cubicBezTo>
                  <a:cubicBezTo>
                    <a:pt x="1683" y="3223"/>
                    <a:pt x="1782" y="2891"/>
                    <a:pt x="1956" y="2568"/>
                  </a:cubicBezTo>
                  <a:cubicBezTo>
                    <a:pt x="2113" y="2262"/>
                    <a:pt x="2312" y="1972"/>
                    <a:pt x="2519" y="1690"/>
                  </a:cubicBezTo>
                  <a:cubicBezTo>
                    <a:pt x="2727" y="1408"/>
                    <a:pt x="2950" y="1135"/>
                    <a:pt x="3174" y="870"/>
                  </a:cubicBezTo>
                  <a:cubicBezTo>
                    <a:pt x="3290" y="737"/>
                    <a:pt x="3398" y="605"/>
                    <a:pt x="3514" y="480"/>
                  </a:cubicBezTo>
                  <a:cubicBezTo>
                    <a:pt x="3572" y="414"/>
                    <a:pt x="3621" y="356"/>
                    <a:pt x="3679" y="298"/>
                  </a:cubicBezTo>
                  <a:cubicBezTo>
                    <a:pt x="3714" y="257"/>
                    <a:pt x="3777" y="181"/>
                    <a:pt x="3841" y="181"/>
                  </a:cubicBezTo>
                  <a:close/>
                  <a:moveTo>
                    <a:pt x="3850" y="0"/>
                  </a:moveTo>
                  <a:cubicBezTo>
                    <a:pt x="3751" y="0"/>
                    <a:pt x="3654" y="59"/>
                    <a:pt x="3580" y="132"/>
                  </a:cubicBezTo>
                  <a:cubicBezTo>
                    <a:pt x="3464" y="265"/>
                    <a:pt x="3348" y="398"/>
                    <a:pt x="3224" y="538"/>
                  </a:cubicBezTo>
                  <a:cubicBezTo>
                    <a:pt x="2983" y="812"/>
                    <a:pt x="2751" y="1093"/>
                    <a:pt x="2528" y="1383"/>
                  </a:cubicBezTo>
                  <a:cubicBezTo>
                    <a:pt x="2296" y="1682"/>
                    <a:pt x="2080" y="1988"/>
                    <a:pt x="1898" y="2311"/>
                  </a:cubicBezTo>
                  <a:cubicBezTo>
                    <a:pt x="1707" y="2635"/>
                    <a:pt x="1567" y="2983"/>
                    <a:pt x="1475" y="3347"/>
                  </a:cubicBezTo>
                  <a:cubicBezTo>
                    <a:pt x="1376" y="3761"/>
                    <a:pt x="1285" y="4184"/>
                    <a:pt x="1252" y="4615"/>
                  </a:cubicBezTo>
                  <a:cubicBezTo>
                    <a:pt x="1235" y="4830"/>
                    <a:pt x="1235" y="5054"/>
                    <a:pt x="1252" y="5269"/>
                  </a:cubicBezTo>
                  <a:cubicBezTo>
                    <a:pt x="1260" y="5377"/>
                    <a:pt x="1277" y="5485"/>
                    <a:pt x="1293" y="5593"/>
                  </a:cubicBezTo>
                  <a:cubicBezTo>
                    <a:pt x="1310" y="5667"/>
                    <a:pt x="1310" y="5758"/>
                    <a:pt x="1359" y="5816"/>
                  </a:cubicBezTo>
                  <a:cubicBezTo>
                    <a:pt x="1335" y="5874"/>
                    <a:pt x="1310" y="5924"/>
                    <a:pt x="1285" y="5982"/>
                  </a:cubicBezTo>
                  <a:cubicBezTo>
                    <a:pt x="1260" y="6056"/>
                    <a:pt x="1235" y="6139"/>
                    <a:pt x="1227" y="6214"/>
                  </a:cubicBezTo>
                  <a:cubicBezTo>
                    <a:pt x="1219" y="6255"/>
                    <a:pt x="1219" y="6297"/>
                    <a:pt x="1219" y="6338"/>
                  </a:cubicBezTo>
                  <a:cubicBezTo>
                    <a:pt x="1210" y="6355"/>
                    <a:pt x="1202" y="6371"/>
                    <a:pt x="1194" y="6388"/>
                  </a:cubicBezTo>
                  <a:cubicBezTo>
                    <a:pt x="1069" y="6670"/>
                    <a:pt x="1119" y="7018"/>
                    <a:pt x="1111" y="7324"/>
                  </a:cubicBezTo>
                  <a:cubicBezTo>
                    <a:pt x="1111" y="7639"/>
                    <a:pt x="1103" y="7979"/>
                    <a:pt x="1011" y="8285"/>
                  </a:cubicBezTo>
                  <a:cubicBezTo>
                    <a:pt x="978" y="8426"/>
                    <a:pt x="953" y="8559"/>
                    <a:pt x="829" y="8658"/>
                  </a:cubicBezTo>
                  <a:cubicBezTo>
                    <a:pt x="763" y="8700"/>
                    <a:pt x="705" y="8749"/>
                    <a:pt x="639" y="8799"/>
                  </a:cubicBezTo>
                  <a:cubicBezTo>
                    <a:pt x="581" y="8840"/>
                    <a:pt x="523" y="8865"/>
                    <a:pt x="489" y="8932"/>
                  </a:cubicBezTo>
                  <a:cubicBezTo>
                    <a:pt x="481" y="8940"/>
                    <a:pt x="465" y="8948"/>
                    <a:pt x="448" y="8965"/>
                  </a:cubicBezTo>
                  <a:cubicBezTo>
                    <a:pt x="423" y="8981"/>
                    <a:pt x="398" y="8998"/>
                    <a:pt x="382" y="9023"/>
                  </a:cubicBezTo>
                  <a:cubicBezTo>
                    <a:pt x="266" y="9048"/>
                    <a:pt x="183" y="9155"/>
                    <a:pt x="141" y="9255"/>
                  </a:cubicBezTo>
                  <a:cubicBezTo>
                    <a:pt x="75" y="9429"/>
                    <a:pt x="92" y="9619"/>
                    <a:pt x="133" y="9793"/>
                  </a:cubicBezTo>
                  <a:cubicBezTo>
                    <a:pt x="141" y="9835"/>
                    <a:pt x="150" y="9868"/>
                    <a:pt x="166" y="9909"/>
                  </a:cubicBezTo>
                  <a:cubicBezTo>
                    <a:pt x="150" y="9909"/>
                    <a:pt x="141" y="9918"/>
                    <a:pt x="133" y="9926"/>
                  </a:cubicBezTo>
                  <a:cubicBezTo>
                    <a:pt x="25" y="10133"/>
                    <a:pt x="1" y="10340"/>
                    <a:pt x="25" y="10572"/>
                  </a:cubicBezTo>
                  <a:cubicBezTo>
                    <a:pt x="50" y="10788"/>
                    <a:pt x="92" y="11019"/>
                    <a:pt x="158" y="11235"/>
                  </a:cubicBezTo>
                  <a:cubicBezTo>
                    <a:pt x="263" y="11572"/>
                    <a:pt x="571" y="11814"/>
                    <a:pt x="920" y="11814"/>
                  </a:cubicBezTo>
                  <a:cubicBezTo>
                    <a:pt x="983" y="11814"/>
                    <a:pt x="1047" y="11806"/>
                    <a:pt x="1111" y="11790"/>
                  </a:cubicBezTo>
                  <a:cubicBezTo>
                    <a:pt x="1144" y="11773"/>
                    <a:pt x="1177" y="11749"/>
                    <a:pt x="1185" y="11707"/>
                  </a:cubicBezTo>
                  <a:lnTo>
                    <a:pt x="1219" y="11707"/>
                  </a:lnTo>
                  <a:cubicBezTo>
                    <a:pt x="1227" y="11707"/>
                    <a:pt x="1235" y="11699"/>
                    <a:pt x="1243" y="11699"/>
                  </a:cubicBezTo>
                  <a:cubicBezTo>
                    <a:pt x="1260" y="11699"/>
                    <a:pt x="1277" y="11699"/>
                    <a:pt x="1293" y="11691"/>
                  </a:cubicBezTo>
                  <a:cubicBezTo>
                    <a:pt x="1293" y="11691"/>
                    <a:pt x="1293" y="11691"/>
                    <a:pt x="1301" y="11682"/>
                  </a:cubicBezTo>
                  <a:lnTo>
                    <a:pt x="1310" y="11682"/>
                  </a:lnTo>
                  <a:cubicBezTo>
                    <a:pt x="1310" y="11674"/>
                    <a:pt x="1310" y="11674"/>
                    <a:pt x="1310" y="11674"/>
                  </a:cubicBezTo>
                  <a:cubicBezTo>
                    <a:pt x="1343" y="11699"/>
                    <a:pt x="1376" y="11715"/>
                    <a:pt x="1409" y="11732"/>
                  </a:cubicBezTo>
                  <a:cubicBezTo>
                    <a:pt x="1417" y="11740"/>
                    <a:pt x="1434" y="11749"/>
                    <a:pt x="1442" y="11749"/>
                  </a:cubicBezTo>
                  <a:cubicBezTo>
                    <a:pt x="1384" y="11831"/>
                    <a:pt x="1335" y="11923"/>
                    <a:pt x="1293" y="12014"/>
                  </a:cubicBezTo>
                  <a:cubicBezTo>
                    <a:pt x="1243" y="12121"/>
                    <a:pt x="1210" y="12229"/>
                    <a:pt x="1210" y="12353"/>
                  </a:cubicBezTo>
                  <a:cubicBezTo>
                    <a:pt x="1210" y="12370"/>
                    <a:pt x="1219" y="12378"/>
                    <a:pt x="1219" y="12395"/>
                  </a:cubicBezTo>
                  <a:cubicBezTo>
                    <a:pt x="1194" y="12428"/>
                    <a:pt x="1161" y="12461"/>
                    <a:pt x="1136" y="12494"/>
                  </a:cubicBezTo>
                  <a:cubicBezTo>
                    <a:pt x="929" y="12726"/>
                    <a:pt x="705" y="12967"/>
                    <a:pt x="639" y="13281"/>
                  </a:cubicBezTo>
                  <a:cubicBezTo>
                    <a:pt x="572" y="13613"/>
                    <a:pt x="581" y="13969"/>
                    <a:pt x="597" y="14309"/>
                  </a:cubicBezTo>
                  <a:cubicBezTo>
                    <a:pt x="605" y="14483"/>
                    <a:pt x="622" y="14657"/>
                    <a:pt x="647" y="14823"/>
                  </a:cubicBezTo>
                  <a:cubicBezTo>
                    <a:pt x="672" y="14980"/>
                    <a:pt x="680" y="15146"/>
                    <a:pt x="746" y="15287"/>
                  </a:cubicBezTo>
                  <a:cubicBezTo>
                    <a:pt x="854" y="15535"/>
                    <a:pt x="1161" y="15651"/>
                    <a:pt x="1409" y="15726"/>
                  </a:cubicBezTo>
                  <a:cubicBezTo>
                    <a:pt x="1368" y="15800"/>
                    <a:pt x="1351" y="15891"/>
                    <a:pt x="1343" y="15974"/>
                  </a:cubicBezTo>
                  <a:cubicBezTo>
                    <a:pt x="1335" y="16057"/>
                    <a:pt x="1318" y="16148"/>
                    <a:pt x="1318" y="16231"/>
                  </a:cubicBezTo>
                  <a:cubicBezTo>
                    <a:pt x="1318" y="16272"/>
                    <a:pt x="1318" y="16322"/>
                    <a:pt x="1326" y="16364"/>
                  </a:cubicBezTo>
                  <a:cubicBezTo>
                    <a:pt x="1326" y="16413"/>
                    <a:pt x="1343" y="16446"/>
                    <a:pt x="1359" y="16496"/>
                  </a:cubicBezTo>
                  <a:cubicBezTo>
                    <a:pt x="1368" y="16504"/>
                    <a:pt x="1368" y="16513"/>
                    <a:pt x="1376" y="16513"/>
                  </a:cubicBezTo>
                  <a:cubicBezTo>
                    <a:pt x="1376" y="16571"/>
                    <a:pt x="1368" y="16629"/>
                    <a:pt x="1368" y="16678"/>
                  </a:cubicBezTo>
                  <a:cubicBezTo>
                    <a:pt x="1368" y="16794"/>
                    <a:pt x="1368" y="16919"/>
                    <a:pt x="1384" y="17035"/>
                  </a:cubicBezTo>
                  <a:cubicBezTo>
                    <a:pt x="1393" y="17134"/>
                    <a:pt x="1409" y="17283"/>
                    <a:pt x="1484" y="17366"/>
                  </a:cubicBezTo>
                  <a:cubicBezTo>
                    <a:pt x="1492" y="17374"/>
                    <a:pt x="1500" y="17374"/>
                    <a:pt x="1509" y="17374"/>
                  </a:cubicBezTo>
                  <a:cubicBezTo>
                    <a:pt x="1525" y="17499"/>
                    <a:pt x="1558" y="17623"/>
                    <a:pt x="1591" y="17739"/>
                  </a:cubicBezTo>
                  <a:cubicBezTo>
                    <a:pt x="1591" y="17764"/>
                    <a:pt x="1591" y="17789"/>
                    <a:pt x="1600" y="17814"/>
                  </a:cubicBezTo>
                  <a:cubicBezTo>
                    <a:pt x="1608" y="17905"/>
                    <a:pt x="1625" y="17988"/>
                    <a:pt x="1641" y="18070"/>
                  </a:cubicBezTo>
                  <a:cubicBezTo>
                    <a:pt x="1649" y="18104"/>
                    <a:pt x="1658" y="18137"/>
                    <a:pt x="1666" y="18178"/>
                  </a:cubicBezTo>
                  <a:cubicBezTo>
                    <a:pt x="1666" y="18369"/>
                    <a:pt x="1625" y="18576"/>
                    <a:pt x="1583" y="18766"/>
                  </a:cubicBezTo>
                  <a:cubicBezTo>
                    <a:pt x="1542" y="18932"/>
                    <a:pt x="1500" y="19106"/>
                    <a:pt x="1475" y="19280"/>
                  </a:cubicBezTo>
                  <a:cubicBezTo>
                    <a:pt x="1475" y="19288"/>
                    <a:pt x="1475" y="19297"/>
                    <a:pt x="1467" y="19313"/>
                  </a:cubicBezTo>
                  <a:cubicBezTo>
                    <a:pt x="1442" y="19404"/>
                    <a:pt x="1417" y="19496"/>
                    <a:pt x="1384" y="19587"/>
                  </a:cubicBezTo>
                  <a:cubicBezTo>
                    <a:pt x="1343" y="19744"/>
                    <a:pt x="1301" y="19893"/>
                    <a:pt x="1285" y="20051"/>
                  </a:cubicBezTo>
                  <a:cubicBezTo>
                    <a:pt x="1268" y="20200"/>
                    <a:pt x="1252" y="20366"/>
                    <a:pt x="1285" y="20506"/>
                  </a:cubicBezTo>
                  <a:cubicBezTo>
                    <a:pt x="1318" y="20647"/>
                    <a:pt x="1409" y="20738"/>
                    <a:pt x="1525" y="20805"/>
                  </a:cubicBezTo>
                  <a:cubicBezTo>
                    <a:pt x="2026" y="21083"/>
                    <a:pt x="2618" y="21178"/>
                    <a:pt x="3185" y="21178"/>
                  </a:cubicBezTo>
                  <a:cubicBezTo>
                    <a:pt x="3209" y="21178"/>
                    <a:pt x="3233" y="21178"/>
                    <a:pt x="3257" y="21177"/>
                  </a:cubicBezTo>
                  <a:cubicBezTo>
                    <a:pt x="3381" y="21169"/>
                    <a:pt x="3505" y="21161"/>
                    <a:pt x="3630" y="21153"/>
                  </a:cubicBezTo>
                  <a:cubicBezTo>
                    <a:pt x="3643" y="21187"/>
                    <a:pt x="3674" y="21215"/>
                    <a:pt x="3711" y="21215"/>
                  </a:cubicBezTo>
                  <a:cubicBezTo>
                    <a:pt x="3720" y="21215"/>
                    <a:pt x="3728" y="21214"/>
                    <a:pt x="3737" y="21211"/>
                  </a:cubicBezTo>
                  <a:cubicBezTo>
                    <a:pt x="3878" y="21177"/>
                    <a:pt x="4011" y="21128"/>
                    <a:pt x="4143" y="21086"/>
                  </a:cubicBezTo>
                  <a:cubicBezTo>
                    <a:pt x="4193" y="21070"/>
                    <a:pt x="4235" y="21061"/>
                    <a:pt x="4276" y="21045"/>
                  </a:cubicBezTo>
                  <a:cubicBezTo>
                    <a:pt x="4284" y="21045"/>
                    <a:pt x="4284" y="21037"/>
                    <a:pt x="4293" y="21037"/>
                  </a:cubicBezTo>
                  <a:cubicBezTo>
                    <a:pt x="4301" y="21037"/>
                    <a:pt x="4309" y="21028"/>
                    <a:pt x="4309" y="21028"/>
                  </a:cubicBezTo>
                  <a:cubicBezTo>
                    <a:pt x="4508" y="20970"/>
                    <a:pt x="4698" y="20921"/>
                    <a:pt x="4897" y="20871"/>
                  </a:cubicBezTo>
                  <a:cubicBezTo>
                    <a:pt x="5278" y="20788"/>
                    <a:pt x="5668" y="20722"/>
                    <a:pt x="6057" y="20656"/>
                  </a:cubicBezTo>
                  <a:cubicBezTo>
                    <a:pt x="6836" y="20540"/>
                    <a:pt x="7623" y="20457"/>
                    <a:pt x="8394" y="20291"/>
                  </a:cubicBezTo>
                  <a:cubicBezTo>
                    <a:pt x="9761" y="20009"/>
                    <a:pt x="11136" y="19462"/>
                    <a:pt x="11990" y="18302"/>
                  </a:cubicBezTo>
                  <a:cubicBezTo>
                    <a:pt x="12097" y="18162"/>
                    <a:pt x="12197" y="18004"/>
                    <a:pt x="12280" y="17847"/>
                  </a:cubicBezTo>
                  <a:cubicBezTo>
                    <a:pt x="12363" y="17673"/>
                    <a:pt x="12454" y="17490"/>
                    <a:pt x="12479" y="17300"/>
                  </a:cubicBezTo>
                  <a:cubicBezTo>
                    <a:pt x="12503" y="17068"/>
                    <a:pt x="12363" y="16886"/>
                    <a:pt x="12255" y="16703"/>
                  </a:cubicBezTo>
                  <a:lnTo>
                    <a:pt x="12263" y="16703"/>
                  </a:lnTo>
                  <a:cubicBezTo>
                    <a:pt x="12189" y="16571"/>
                    <a:pt x="12114" y="16430"/>
                    <a:pt x="12023" y="16306"/>
                  </a:cubicBezTo>
                  <a:lnTo>
                    <a:pt x="12023" y="16289"/>
                  </a:lnTo>
                  <a:cubicBezTo>
                    <a:pt x="12006" y="16065"/>
                    <a:pt x="11915" y="15858"/>
                    <a:pt x="11799" y="15668"/>
                  </a:cubicBezTo>
                  <a:cubicBezTo>
                    <a:pt x="11675" y="15461"/>
                    <a:pt x="11542" y="15262"/>
                    <a:pt x="11418" y="15055"/>
                  </a:cubicBezTo>
                  <a:cubicBezTo>
                    <a:pt x="11310" y="14864"/>
                    <a:pt x="11203" y="14665"/>
                    <a:pt x="11095" y="14475"/>
                  </a:cubicBezTo>
                  <a:cubicBezTo>
                    <a:pt x="11095" y="14466"/>
                    <a:pt x="11095" y="14458"/>
                    <a:pt x="11095" y="14441"/>
                  </a:cubicBezTo>
                  <a:cubicBezTo>
                    <a:pt x="11078" y="14292"/>
                    <a:pt x="11062" y="14135"/>
                    <a:pt x="11029" y="13986"/>
                  </a:cubicBezTo>
                  <a:cubicBezTo>
                    <a:pt x="10962" y="13679"/>
                    <a:pt x="10830" y="13406"/>
                    <a:pt x="10672" y="13141"/>
                  </a:cubicBezTo>
                  <a:cubicBezTo>
                    <a:pt x="10589" y="13016"/>
                    <a:pt x="10515" y="12884"/>
                    <a:pt x="10457" y="12743"/>
                  </a:cubicBezTo>
                  <a:cubicBezTo>
                    <a:pt x="10407" y="12594"/>
                    <a:pt x="10382" y="12445"/>
                    <a:pt x="10374" y="12279"/>
                  </a:cubicBezTo>
                  <a:cubicBezTo>
                    <a:pt x="10341" y="11947"/>
                    <a:pt x="10299" y="11616"/>
                    <a:pt x="10241" y="11285"/>
                  </a:cubicBezTo>
                  <a:cubicBezTo>
                    <a:pt x="10200" y="11077"/>
                    <a:pt x="10150" y="10870"/>
                    <a:pt x="10101" y="10672"/>
                  </a:cubicBezTo>
                  <a:cubicBezTo>
                    <a:pt x="10092" y="10663"/>
                    <a:pt x="10092" y="10655"/>
                    <a:pt x="10092" y="10655"/>
                  </a:cubicBezTo>
                  <a:lnTo>
                    <a:pt x="10092" y="10655"/>
                  </a:lnTo>
                  <a:cubicBezTo>
                    <a:pt x="10101" y="10663"/>
                    <a:pt x="10101" y="10663"/>
                    <a:pt x="10109" y="10672"/>
                  </a:cubicBezTo>
                  <a:cubicBezTo>
                    <a:pt x="10109" y="10672"/>
                    <a:pt x="10117" y="10672"/>
                    <a:pt x="10117" y="10680"/>
                  </a:cubicBezTo>
                  <a:cubicBezTo>
                    <a:pt x="10125" y="10688"/>
                    <a:pt x="10134" y="10696"/>
                    <a:pt x="10142" y="10713"/>
                  </a:cubicBezTo>
                  <a:cubicBezTo>
                    <a:pt x="10150" y="10721"/>
                    <a:pt x="10159" y="10738"/>
                    <a:pt x="10167" y="10746"/>
                  </a:cubicBezTo>
                  <a:cubicBezTo>
                    <a:pt x="10177" y="10756"/>
                    <a:pt x="10189" y="10760"/>
                    <a:pt x="10200" y="10760"/>
                  </a:cubicBezTo>
                  <a:cubicBezTo>
                    <a:pt x="10207" y="10760"/>
                    <a:pt x="10213" y="10758"/>
                    <a:pt x="10217" y="10754"/>
                  </a:cubicBezTo>
                  <a:cubicBezTo>
                    <a:pt x="10233" y="10746"/>
                    <a:pt x="10241" y="10721"/>
                    <a:pt x="10241" y="10705"/>
                  </a:cubicBezTo>
                  <a:cubicBezTo>
                    <a:pt x="10233" y="10688"/>
                    <a:pt x="10233" y="10672"/>
                    <a:pt x="10225" y="10655"/>
                  </a:cubicBezTo>
                  <a:lnTo>
                    <a:pt x="10208" y="10622"/>
                  </a:lnTo>
                  <a:cubicBezTo>
                    <a:pt x="10192" y="10597"/>
                    <a:pt x="10175" y="10572"/>
                    <a:pt x="10150" y="10547"/>
                  </a:cubicBezTo>
                  <a:cubicBezTo>
                    <a:pt x="10117" y="10506"/>
                    <a:pt x="10084" y="10473"/>
                    <a:pt x="10043" y="10440"/>
                  </a:cubicBezTo>
                  <a:cubicBezTo>
                    <a:pt x="10043" y="10440"/>
                    <a:pt x="10034" y="10440"/>
                    <a:pt x="10034" y="10431"/>
                  </a:cubicBezTo>
                  <a:cubicBezTo>
                    <a:pt x="10026" y="10398"/>
                    <a:pt x="10009" y="10365"/>
                    <a:pt x="9993" y="10332"/>
                  </a:cubicBezTo>
                  <a:lnTo>
                    <a:pt x="9985" y="10332"/>
                  </a:lnTo>
                  <a:cubicBezTo>
                    <a:pt x="10043" y="10141"/>
                    <a:pt x="9968" y="9926"/>
                    <a:pt x="9894" y="9752"/>
                  </a:cubicBezTo>
                  <a:cubicBezTo>
                    <a:pt x="9802" y="9536"/>
                    <a:pt x="9695" y="9329"/>
                    <a:pt x="9662" y="9089"/>
                  </a:cubicBezTo>
                  <a:cubicBezTo>
                    <a:pt x="9653" y="9072"/>
                    <a:pt x="9645" y="9064"/>
                    <a:pt x="9637" y="9056"/>
                  </a:cubicBezTo>
                  <a:cubicBezTo>
                    <a:pt x="9653" y="8973"/>
                    <a:pt x="9662" y="8890"/>
                    <a:pt x="9662" y="8799"/>
                  </a:cubicBezTo>
                  <a:cubicBezTo>
                    <a:pt x="9670" y="8803"/>
                    <a:pt x="9680" y="8805"/>
                    <a:pt x="9691" y="8805"/>
                  </a:cubicBezTo>
                  <a:cubicBezTo>
                    <a:pt x="9719" y="8805"/>
                    <a:pt x="9749" y="8790"/>
                    <a:pt x="9761" y="8766"/>
                  </a:cubicBezTo>
                  <a:cubicBezTo>
                    <a:pt x="9802" y="8700"/>
                    <a:pt x="9794" y="8617"/>
                    <a:pt x="9794" y="8542"/>
                  </a:cubicBezTo>
                  <a:cubicBezTo>
                    <a:pt x="9786" y="8476"/>
                    <a:pt x="9786" y="8410"/>
                    <a:pt x="9786" y="8352"/>
                  </a:cubicBezTo>
                  <a:cubicBezTo>
                    <a:pt x="9794" y="8285"/>
                    <a:pt x="9794" y="8219"/>
                    <a:pt x="9794" y="8153"/>
                  </a:cubicBezTo>
                  <a:cubicBezTo>
                    <a:pt x="9802" y="8111"/>
                    <a:pt x="9811" y="8070"/>
                    <a:pt x="9811" y="8028"/>
                  </a:cubicBezTo>
                  <a:cubicBezTo>
                    <a:pt x="9902" y="7937"/>
                    <a:pt x="9968" y="7821"/>
                    <a:pt x="9993" y="7689"/>
                  </a:cubicBezTo>
                  <a:cubicBezTo>
                    <a:pt x="10026" y="7490"/>
                    <a:pt x="9993" y="7291"/>
                    <a:pt x="9960" y="7084"/>
                  </a:cubicBezTo>
                  <a:cubicBezTo>
                    <a:pt x="9935" y="6860"/>
                    <a:pt x="9968" y="6645"/>
                    <a:pt x="10001" y="6429"/>
                  </a:cubicBezTo>
                  <a:cubicBezTo>
                    <a:pt x="10043" y="6206"/>
                    <a:pt x="10067" y="5982"/>
                    <a:pt x="10092" y="5758"/>
                  </a:cubicBezTo>
                  <a:cubicBezTo>
                    <a:pt x="10175" y="4863"/>
                    <a:pt x="10150" y="3952"/>
                    <a:pt x="10009" y="3057"/>
                  </a:cubicBezTo>
                  <a:cubicBezTo>
                    <a:pt x="9943" y="2643"/>
                    <a:pt x="9852" y="2220"/>
                    <a:pt x="9653" y="1847"/>
                  </a:cubicBezTo>
                  <a:cubicBezTo>
                    <a:pt x="9488" y="1524"/>
                    <a:pt x="9222" y="1209"/>
                    <a:pt x="8883" y="1060"/>
                  </a:cubicBezTo>
                  <a:cubicBezTo>
                    <a:pt x="8793" y="1024"/>
                    <a:pt x="8695" y="1003"/>
                    <a:pt x="8598" y="1003"/>
                  </a:cubicBezTo>
                  <a:cubicBezTo>
                    <a:pt x="8517" y="1003"/>
                    <a:pt x="8436" y="1018"/>
                    <a:pt x="8361" y="1052"/>
                  </a:cubicBezTo>
                  <a:cubicBezTo>
                    <a:pt x="8212" y="1110"/>
                    <a:pt x="8096" y="1234"/>
                    <a:pt x="8013" y="1367"/>
                  </a:cubicBezTo>
                  <a:cubicBezTo>
                    <a:pt x="7789" y="1698"/>
                    <a:pt x="7723" y="2113"/>
                    <a:pt x="7656" y="2494"/>
                  </a:cubicBezTo>
                  <a:cubicBezTo>
                    <a:pt x="7582" y="2916"/>
                    <a:pt x="7507" y="3347"/>
                    <a:pt x="7267" y="3712"/>
                  </a:cubicBezTo>
                  <a:cubicBezTo>
                    <a:pt x="7159" y="3886"/>
                    <a:pt x="7010" y="4010"/>
                    <a:pt x="6844" y="4126"/>
                  </a:cubicBezTo>
                  <a:cubicBezTo>
                    <a:pt x="6737" y="4209"/>
                    <a:pt x="6637" y="4292"/>
                    <a:pt x="6579" y="4408"/>
                  </a:cubicBezTo>
                  <a:cubicBezTo>
                    <a:pt x="6463" y="4391"/>
                    <a:pt x="6347" y="4391"/>
                    <a:pt x="6248" y="4383"/>
                  </a:cubicBezTo>
                  <a:lnTo>
                    <a:pt x="6107" y="4383"/>
                  </a:lnTo>
                  <a:lnTo>
                    <a:pt x="6107" y="4375"/>
                  </a:lnTo>
                  <a:lnTo>
                    <a:pt x="6107" y="4350"/>
                  </a:lnTo>
                  <a:cubicBezTo>
                    <a:pt x="6107" y="4341"/>
                    <a:pt x="6099" y="4333"/>
                    <a:pt x="6099" y="4333"/>
                  </a:cubicBezTo>
                  <a:cubicBezTo>
                    <a:pt x="6090" y="4333"/>
                    <a:pt x="6082" y="4333"/>
                    <a:pt x="6082" y="4341"/>
                  </a:cubicBezTo>
                  <a:lnTo>
                    <a:pt x="6074" y="4366"/>
                  </a:lnTo>
                  <a:cubicBezTo>
                    <a:pt x="6066" y="4375"/>
                    <a:pt x="6066" y="4375"/>
                    <a:pt x="6066" y="4383"/>
                  </a:cubicBezTo>
                  <a:lnTo>
                    <a:pt x="5933" y="4383"/>
                  </a:lnTo>
                  <a:cubicBezTo>
                    <a:pt x="5933" y="4358"/>
                    <a:pt x="5933" y="4341"/>
                    <a:pt x="5933" y="4325"/>
                  </a:cubicBezTo>
                  <a:cubicBezTo>
                    <a:pt x="5933" y="4308"/>
                    <a:pt x="5933" y="4283"/>
                    <a:pt x="5933" y="4267"/>
                  </a:cubicBezTo>
                  <a:cubicBezTo>
                    <a:pt x="5925" y="4259"/>
                    <a:pt x="5925" y="4250"/>
                    <a:pt x="5925" y="4242"/>
                  </a:cubicBezTo>
                  <a:cubicBezTo>
                    <a:pt x="5916" y="4217"/>
                    <a:pt x="5892" y="4201"/>
                    <a:pt x="5867" y="4201"/>
                  </a:cubicBezTo>
                  <a:cubicBezTo>
                    <a:pt x="5858" y="4201"/>
                    <a:pt x="5850" y="4209"/>
                    <a:pt x="5842" y="4217"/>
                  </a:cubicBezTo>
                  <a:cubicBezTo>
                    <a:pt x="5825" y="4225"/>
                    <a:pt x="5825" y="4242"/>
                    <a:pt x="5825" y="4250"/>
                  </a:cubicBezTo>
                  <a:cubicBezTo>
                    <a:pt x="5825" y="4259"/>
                    <a:pt x="5825" y="4267"/>
                    <a:pt x="5817" y="4275"/>
                  </a:cubicBezTo>
                  <a:cubicBezTo>
                    <a:pt x="5817" y="4300"/>
                    <a:pt x="5825" y="4317"/>
                    <a:pt x="5825" y="4341"/>
                  </a:cubicBezTo>
                  <a:cubicBezTo>
                    <a:pt x="5834" y="4350"/>
                    <a:pt x="5834" y="4366"/>
                    <a:pt x="5834" y="4383"/>
                  </a:cubicBezTo>
                  <a:lnTo>
                    <a:pt x="5560" y="4383"/>
                  </a:lnTo>
                  <a:cubicBezTo>
                    <a:pt x="5345" y="4383"/>
                    <a:pt x="5129" y="4375"/>
                    <a:pt x="4922" y="4341"/>
                  </a:cubicBezTo>
                  <a:cubicBezTo>
                    <a:pt x="4872" y="4333"/>
                    <a:pt x="4814" y="4317"/>
                    <a:pt x="4765" y="4308"/>
                  </a:cubicBezTo>
                  <a:cubicBezTo>
                    <a:pt x="4657" y="4184"/>
                    <a:pt x="4566" y="4043"/>
                    <a:pt x="4508" y="3886"/>
                  </a:cubicBezTo>
                  <a:cubicBezTo>
                    <a:pt x="4450" y="3703"/>
                    <a:pt x="4442" y="3513"/>
                    <a:pt x="4450" y="3331"/>
                  </a:cubicBezTo>
                  <a:cubicBezTo>
                    <a:pt x="4458" y="2949"/>
                    <a:pt x="4491" y="2568"/>
                    <a:pt x="4392" y="2195"/>
                  </a:cubicBezTo>
                  <a:cubicBezTo>
                    <a:pt x="4334" y="2005"/>
                    <a:pt x="4268" y="1823"/>
                    <a:pt x="4243" y="1624"/>
                  </a:cubicBezTo>
                  <a:cubicBezTo>
                    <a:pt x="4218" y="1433"/>
                    <a:pt x="4218" y="1243"/>
                    <a:pt x="4201" y="1052"/>
                  </a:cubicBezTo>
                  <a:cubicBezTo>
                    <a:pt x="4185" y="861"/>
                    <a:pt x="4168" y="671"/>
                    <a:pt x="4135" y="480"/>
                  </a:cubicBezTo>
                  <a:cubicBezTo>
                    <a:pt x="4119" y="340"/>
                    <a:pt x="4110" y="132"/>
                    <a:pt x="3986" y="41"/>
                  </a:cubicBezTo>
                  <a:cubicBezTo>
                    <a:pt x="3942" y="13"/>
                    <a:pt x="3896" y="0"/>
                    <a:pt x="3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" name="Google Shape;902;p36"/>
            <p:cNvSpPr/>
            <p:nvPr/>
          </p:nvSpPr>
          <p:spPr>
            <a:xfrm>
              <a:off x="5627200" y="1809325"/>
              <a:ext cx="10375" cy="11750"/>
            </a:xfrm>
            <a:custGeom>
              <a:rect b="b" l="l" r="r" t="t"/>
              <a:pathLst>
                <a:path extrusionOk="0" h="470" w="415">
                  <a:moveTo>
                    <a:pt x="379" y="1"/>
                  </a:moveTo>
                  <a:cubicBezTo>
                    <a:pt x="372" y="1"/>
                    <a:pt x="364" y="4"/>
                    <a:pt x="357" y="11"/>
                  </a:cubicBezTo>
                  <a:cubicBezTo>
                    <a:pt x="340" y="19"/>
                    <a:pt x="324" y="36"/>
                    <a:pt x="307" y="52"/>
                  </a:cubicBezTo>
                  <a:cubicBezTo>
                    <a:pt x="299" y="69"/>
                    <a:pt x="282" y="85"/>
                    <a:pt x="274" y="102"/>
                  </a:cubicBezTo>
                  <a:cubicBezTo>
                    <a:pt x="274" y="110"/>
                    <a:pt x="274" y="110"/>
                    <a:pt x="266" y="110"/>
                  </a:cubicBezTo>
                  <a:cubicBezTo>
                    <a:pt x="266" y="110"/>
                    <a:pt x="266" y="118"/>
                    <a:pt x="257" y="118"/>
                  </a:cubicBezTo>
                  <a:cubicBezTo>
                    <a:pt x="249" y="135"/>
                    <a:pt x="241" y="143"/>
                    <a:pt x="233" y="152"/>
                  </a:cubicBezTo>
                  <a:cubicBezTo>
                    <a:pt x="233" y="160"/>
                    <a:pt x="224" y="168"/>
                    <a:pt x="216" y="176"/>
                  </a:cubicBezTo>
                  <a:lnTo>
                    <a:pt x="208" y="193"/>
                  </a:lnTo>
                  <a:cubicBezTo>
                    <a:pt x="158" y="259"/>
                    <a:pt x="100" y="317"/>
                    <a:pt x="34" y="375"/>
                  </a:cubicBezTo>
                  <a:cubicBezTo>
                    <a:pt x="0" y="409"/>
                    <a:pt x="32" y="469"/>
                    <a:pt x="76" y="469"/>
                  </a:cubicBezTo>
                  <a:cubicBezTo>
                    <a:pt x="86" y="469"/>
                    <a:pt x="97" y="466"/>
                    <a:pt x="108" y="458"/>
                  </a:cubicBezTo>
                  <a:cubicBezTo>
                    <a:pt x="175" y="408"/>
                    <a:pt x="241" y="359"/>
                    <a:pt x="299" y="284"/>
                  </a:cubicBezTo>
                  <a:cubicBezTo>
                    <a:pt x="332" y="251"/>
                    <a:pt x="357" y="218"/>
                    <a:pt x="373" y="176"/>
                  </a:cubicBezTo>
                  <a:cubicBezTo>
                    <a:pt x="382" y="152"/>
                    <a:pt x="398" y="135"/>
                    <a:pt x="407" y="110"/>
                  </a:cubicBezTo>
                  <a:cubicBezTo>
                    <a:pt x="415" y="85"/>
                    <a:pt x="415" y="69"/>
                    <a:pt x="415" y="44"/>
                  </a:cubicBezTo>
                  <a:cubicBezTo>
                    <a:pt x="415" y="20"/>
                    <a:pt x="398" y="1"/>
                    <a:pt x="3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" name="Google Shape;903;p36"/>
            <p:cNvSpPr/>
            <p:nvPr/>
          </p:nvSpPr>
          <p:spPr>
            <a:xfrm>
              <a:off x="5634250" y="1812600"/>
              <a:ext cx="4575" cy="7250"/>
            </a:xfrm>
            <a:custGeom>
              <a:rect b="b" l="l" r="r" t="t"/>
              <a:pathLst>
                <a:path extrusionOk="0" h="290" w="183">
                  <a:moveTo>
                    <a:pt x="157" y="1"/>
                  </a:moveTo>
                  <a:cubicBezTo>
                    <a:pt x="149" y="1"/>
                    <a:pt x="139" y="6"/>
                    <a:pt x="133" y="12"/>
                  </a:cubicBezTo>
                  <a:cubicBezTo>
                    <a:pt x="133" y="12"/>
                    <a:pt x="125" y="21"/>
                    <a:pt x="116" y="29"/>
                  </a:cubicBezTo>
                  <a:cubicBezTo>
                    <a:pt x="108" y="37"/>
                    <a:pt x="100" y="45"/>
                    <a:pt x="100" y="62"/>
                  </a:cubicBezTo>
                  <a:cubicBezTo>
                    <a:pt x="83" y="79"/>
                    <a:pt x="75" y="95"/>
                    <a:pt x="67" y="112"/>
                  </a:cubicBezTo>
                  <a:cubicBezTo>
                    <a:pt x="58" y="128"/>
                    <a:pt x="50" y="153"/>
                    <a:pt x="42" y="170"/>
                  </a:cubicBezTo>
                  <a:lnTo>
                    <a:pt x="9" y="219"/>
                  </a:lnTo>
                  <a:cubicBezTo>
                    <a:pt x="0" y="244"/>
                    <a:pt x="9" y="269"/>
                    <a:pt x="25" y="286"/>
                  </a:cubicBezTo>
                  <a:cubicBezTo>
                    <a:pt x="32" y="288"/>
                    <a:pt x="39" y="289"/>
                    <a:pt x="45" y="289"/>
                  </a:cubicBezTo>
                  <a:cubicBezTo>
                    <a:pt x="62" y="289"/>
                    <a:pt x="77" y="281"/>
                    <a:pt x="83" y="269"/>
                  </a:cubicBezTo>
                  <a:cubicBezTo>
                    <a:pt x="108" y="228"/>
                    <a:pt x="125" y="186"/>
                    <a:pt x="141" y="153"/>
                  </a:cubicBezTo>
                  <a:lnTo>
                    <a:pt x="166" y="95"/>
                  </a:lnTo>
                  <a:cubicBezTo>
                    <a:pt x="166" y="87"/>
                    <a:pt x="174" y="79"/>
                    <a:pt x="174" y="62"/>
                  </a:cubicBezTo>
                  <a:cubicBezTo>
                    <a:pt x="174" y="54"/>
                    <a:pt x="183" y="45"/>
                    <a:pt x="183" y="37"/>
                  </a:cubicBezTo>
                  <a:cubicBezTo>
                    <a:pt x="183" y="21"/>
                    <a:pt x="174" y="12"/>
                    <a:pt x="166" y="4"/>
                  </a:cubicBezTo>
                  <a:cubicBezTo>
                    <a:pt x="164" y="2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p36"/>
            <p:cNvSpPr/>
            <p:nvPr/>
          </p:nvSpPr>
          <p:spPr>
            <a:xfrm>
              <a:off x="5662825" y="1831175"/>
              <a:ext cx="7475" cy="8925"/>
            </a:xfrm>
            <a:custGeom>
              <a:rect b="b" l="l" r="r" t="t"/>
              <a:pathLst>
                <a:path extrusionOk="0" h="357" w="299">
                  <a:moveTo>
                    <a:pt x="262" y="0"/>
                  </a:moveTo>
                  <a:cubicBezTo>
                    <a:pt x="255" y="0"/>
                    <a:pt x="248" y="2"/>
                    <a:pt x="241" y="7"/>
                  </a:cubicBezTo>
                  <a:cubicBezTo>
                    <a:pt x="216" y="15"/>
                    <a:pt x="200" y="40"/>
                    <a:pt x="183" y="56"/>
                  </a:cubicBezTo>
                  <a:cubicBezTo>
                    <a:pt x="166" y="73"/>
                    <a:pt x="158" y="81"/>
                    <a:pt x="150" y="98"/>
                  </a:cubicBezTo>
                  <a:cubicBezTo>
                    <a:pt x="142" y="98"/>
                    <a:pt x="142" y="98"/>
                    <a:pt x="142" y="106"/>
                  </a:cubicBezTo>
                  <a:cubicBezTo>
                    <a:pt x="133" y="106"/>
                    <a:pt x="133" y="114"/>
                    <a:pt x="125" y="123"/>
                  </a:cubicBezTo>
                  <a:cubicBezTo>
                    <a:pt x="117" y="131"/>
                    <a:pt x="108" y="148"/>
                    <a:pt x="100" y="156"/>
                  </a:cubicBezTo>
                  <a:cubicBezTo>
                    <a:pt x="92" y="164"/>
                    <a:pt x="92" y="172"/>
                    <a:pt x="84" y="172"/>
                  </a:cubicBezTo>
                  <a:cubicBezTo>
                    <a:pt x="84" y="172"/>
                    <a:pt x="84" y="181"/>
                    <a:pt x="84" y="181"/>
                  </a:cubicBezTo>
                  <a:cubicBezTo>
                    <a:pt x="67" y="206"/>
                    <a:pt x="42" y="222"/>
                    <a:pt x="26" y="247"/>
                  </a:cubicBezTo>
                  <a:cubicBezTo>
                    <a:pt x="9" y="272"/>
                    <a:pt x="1" y="313"/>
                    <a:pt x="26" y="338"/>
                  </a:cubicBezTo>
                  <a:cubicBezTo>
                    <a:pt x="38" y="351"/>
                    <a:pt x="55" y="357"/>
                    <a:pt x="71" y="357"/>
                  </a:cubicBezTo>
                  <a:cubicBezTo>
                    <a:pt x="88" y="357"/>
                    <a:pt x="104" y="351"/>
                    <a:pt x="117" y="338"/>
                  </a:cubicBezTo>
                  <a:cubicBezTo>
                    <a:pt x="158" y="297"/>
                    <a:pt x="200" y="247"/>
                    <a:pt x="233" y="197"/>
                  </a:cubicBezTo>
                  <a:cubicBezTo>
                    <a:pt x="266" y="148"/>
                    <a:pt x="291" y="98"/>
                    <a:pt x="299" y="40"/>
                  </a:cubicBezTo>
                  <a:cubicBezTo>
                    <a:pt x="299" y="16"/>
                    <a:pt x="281" y="0"/>
                    <a:pt x="2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p36"/>
            <p:cNvSpPr/>
            <p:nvPr/>
          </p:nvSpPr>
          <p:spPr>
            <a:xfrm>
              <a:off x="5670275" y="1831950"/>
              <a:ext cx="5425" cy="8600"/>
            </a:xfrm>
            <a:custGeom>
              <a:rect b="b" l="l" r="r" t="t"/>
              <a:pathLst>
                <a:path extrusionOk="0" h="344" w="217">
                  <a:moveTo>
                    <a:pt x="200" y="1"/>
                  </a:moveTo>
                  <a:cubicBezTo>
                    <a:pt x="192" y="1"/>
                    <a:pt x="175" y="1"/>
                    <a:pt x="167" y="9"/>
                  </a:cubicBezTo>
                  <a:cubicBezTo>
                    <a:pt x="150" y="25"/>
                    <a:pt x="134" y="50"/>
                    <a:pt x="117" y="67"/>
                  </a:cubicBezTo>
                  <a:cubicBezTo>
                    <a:pt x="109" y="92"/>
                    <a:pt x="92" y="117"/>
                    <a:pt x="84" y="133"/>
                  </a:cubicBezTo>
                  <a:cubicBezTo>
                    <a:pt x="59" y="183"/>
                    <a:pt x="34" y="224"/>
                    <a:pt x="18" y="274"/>
                  </a:cubicBezTo>
                  <a:cubicBezTo>
                    <a:pt x="1" y="291"/>
                    <a:pt x="9" y="324"/>
                    <a:pt x="34" y="340"/>
                  </a:cubicBezTo>
                  <a:cubicBezTo>
                    <a:pt x="40" y="342"/>
                    <a:pt x="47" y="343"/>
                    <a:pt x="54" y="343"/>
                  </a:cubicBezTo>
                  <a:cubicBezTo>
                    <a:pt x="74" y="343"/>
                    <a:pt x="94" y="334"/>
                    <a:pt x="100" y="315"/>
                  </a:cubicBezTo>
                  <a:cubicBezTo>
                    <a:pt x="125" y="274"/>
                    <a:pt x="142" y="233"/>
                    <a:pt x="167" y="183"/>
                  </a:cubicBezTo>
                  <a:cubicBezTo>
                    <a:pt x="175" y="158"/>
                    <a:pt x="192" y="133"/>
                    <a:pt x="200" y="108"/>
                  </a:cubicBezTo>
                  <a:cubicBezTo>
                    <a:pt x="208" y="83"/>
                    <a:pt x="208" y="67"/>
                    <a:pt x="216" y="42"/>
                  </a:cubicBezTo>
                  <a:cubicBezTo>
                    <a:pt x="216" y="25"/>
                    <a:pt x="216" y="9"/>
                    <a:pt x="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p36"/>
            <p:cNvSpPr/>
            <p:nvPr/>
          </p:nvSpPr>
          <p:spPr>
            <a:xfrm>
              <a:off x="5677325" y="1829375"/>
              <a:ext cx="4375" cy="7625"/>
            </a:xfrm>
            <a:custGeom>
              <a:rect b="b" l="l" r="r" t="t"/>
              <a:pathLst>
                <a:path extrusionOk="0" h="305" w="175">
                  <a:moveTo>
                    <a:pt x="128" y="1"/>
                  </a:moveTo>
                  <a:cubicBezTo>
                    <a:pt x="117" y="1"/>
                    <a:pt x="106" y="9"/>
                    <a:pt x="100" y="21"/>
                  </a:cubicBezTo>
                  <a:cubicBezTo>
                    <a:pt x="92" y="37"/>
                    <a:pt x="84" y="54"/>
                    <a:pt x="75" y="70"/>
                  </a:cubicBezTo>
                  <a:cubicBezTo>
                    <a:pt x="67" y="79"/>
                    <a:pt x="59" y="95"/>
                    <a:pt x="50" y="112"/>
                  </a:cubicBezTo>
                  <a:cubicBezTo>
                    <a:pt x="42" y="137"/>
                    <a:pt x="34" y="153"/>
                    <a:pt x="26" y="178"/>
                  </a:cubicBezTo>
                  <a:cubicBezTo>
                    <a:pt x="26" y="195"/>
                    <a:pt x="17" y="211"/>
                    <a:pt x="9" y="228"/>
                  </a:cubicBezTo>
                  <a:cubicBezTo>
                    <a:pt x="1" y="261"/>
                    <a:pt x="26" y="302"/>
                    <a:pt x="59" y="302"/>
                  </a:cubicBezTo>
                  <a:cubicBezTo>
                    <a:pt x="64" y="304"/>
                    <a:pt x="70" y="305"/>
                    <a:pt x="76" y="305"/>
                  </a:cubicBezTo>
                  <a:cubicBezTo>
                    <a:pt x="102" y="305"/>
                    <a:pt x="126" y="288"/>
                    <a:pt x="133" y="261"/>
                  </a:cubicBezTo>
                  <a:cubicBezTo>
                    <a:pt x="150" y="186"/>
                    <a:pt x="175" y="112"/>
                    <a:pt x="166" y="37"/>
                  </a:cubicBezTo>
                  <a:cubicBezTo>
                    <a:pt x="166" y="21"/>
                    <a:pt x="158" y="4"/>
                    <a:pt x="142" y="4"/>
                  </a:cubicBezTo>
                  <a:cubicBezTo>
                    <a:pt x="137" y="2"/>
                    <a:pt x="133" y="1"/>
                    <a:pt x="1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07;p36"/>
            <p:cNvSpPr/>
            <p:nvPr/>
          </p:nvSpPr>
          <p:spPr>
            <a:xfrm>
              <a:off x="5735700" y="1745250"/>
              <a:ext cx="5250" cy="19825"/>
            </a:xfrm>
            <a:custGeom>
              <a:rect b="b" l="l" r="r" t="t"/>
              <a:pathLst>
                <a:path extrusionOk="0" h="793" w="210">
                  <a:moveTo>
                    <a:pt x="46" y="0"/>
                  </a:moveTo>
                  <a:cubicBezTo>
                    <a:pt x="22" y="0"/>
                    <a:pt x="1" y="18"/>
                    <a:pt x="10" y="47"/>
                  </a:cubicBezTo>
                  <a:cubicBezTo>
                    <a:pt x="44" y="188"/>
                    <a:pt x="68" y="320"/>
                    <a:pt x="77" y="461"/>
                  </a:cubicBezTo>
                  <a:cubicBezTo>
                    <a:pt x="77" y="527"/>
                    <a:pt x="85" y="602"/>
                    <a:pt x="77" y="668"/>
                  </a:cubicBezTo>
                  <a:cubicBezTo>
                    <a:pt x="77" y="718"/>
                    <a:pt x="60" y="792"/>
                    <a:pt x="126" y="792"/>
                  </a:cubicBezTo>
                  <a:cubicBezTo>
                    <a:pt x="160" y="792"/>
                    <a:pt x="193" y="759"/>
                    <a:pt x="201" y="726"/>
                  </a:cubicBezTo>
                  <a:cubicBezTo>
                    <a:pt x="209" y="701"/>
                    <a:pt x="209" y="668"/>
                    <a:pt x="209" y="643"/>
                  </a:cubicBezTo>
                  <a:cubicBezTo>
                    <a:pt x="209" y="577"/>
                    <a:pt x="201" y="502"/>
                    <a:pt x="193" y="428"/>
                  </a:cubicBezTo>
                  <a:cubicBezTo>
                    <a:pt x="176" y="295"/>
                    <a:pt x="143" y="163"/>
                    <a:pt x="93" y="30"/>
                  </a:cubicBezTo>
                  <a:cubicBezTo>
                    <a:pt x="83" y="9"/>
                    <a:pt x="64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08;p36"/>
            <p:cNvSpPr/>
            <p:nvPr/>
          </p:nvSpPr>
          <p:spPr>
            <a:xfrm>
              <a:off x="5739950" y="1739050"/>
              <a:ext cx="6800" cy="15275"/>
            </a:xfrm>
            <a:custGeom>
              <a:rect b="b" l="l" r="r" t="t"/>
              <a:pathLst>
                <a:path extrusionOk="0" h="611" w="272">
                  <a:moveTo>
                    <a:pt x="115" y="1"/>
                  </a:moveTo>
                  <a:cubicBezTo>
                    <a:pt x="104" y="1"/>
                    <a:pt x="92" y="4"/>
                    <a:pt x="81" y="13"/>
                  </a:cubicBezTo>
                  <a:cubicBezTo>
                    <a:pt x="56" y="30"/>
                    <a:pt x="31" y="71"/>
                    <a:pt x="56" y="96"/>
                  </a:cubicBezTo>
                  <a:cubicBezTo>
                    <a:pt x="72" y="129"/>
                    <a:pt x="89" y="154"/>
                    <a:pt x="106" y="179"/>
                  </a:cubicBezTo>
                  <a:cubicBezTo>
                    <a:pt x="106" y="187"/>
                    <a:pt x="114" y="195"/>
                    <a:pt x="114" y="195"/>
                  </a:cubicBezTo>
                  <a:cubicBezTo>
                    <a:pt x="114" y="204"/>
                    <a:pt x="114" y="212"/>
                    <a:pt x="122" y="220"/>
                  </a:cubicBezTo>
                  <a:cubicBezTo>
                    <a:pt x="122" y="228"/>
                    <a:pt x="130" y="245"/>
                    <a:pt x="130" y="262"/>
                  </a:cubicBezTo>
                  <a:cubicBezTo>
                    <a:pt x="139" y="270"/>
                    <a:pt x="139" y="286"/>
                    <a:pt x="139" y="303"/>
                  </a:cubicBezTo>
                  <a:cubicBezTo>
                    <a:pt x="122" y="245"/>
                    <a:pt x="97" y="187"/>
                    <a:pt x="72" y="129"/>
                  </a:cubicBezTo>
                  <a:cubicBezTo>
                    <a:pt x="67" y="118"/>
                    <a:pt x="57" y="114"/>
                    <a:pt x="47" y="114"/>
                  </a:cubicBezTo>
                  <a:cubicBezTo>
                    <a:pt x="25" y="114"/>
                    <a:pt x="1" y="134"/>
                    <a:pt x="6" y="162"/>
                  </a:cubicBezTo>
                  <a:cubicBezTo>
                    <a:pt x="31" y="228"/>
                    <a:pt x="48" y="303"/>
                    <a:pt x="56" y="378"/>
                  </a:cubicBezTo>
                  <a:cubicBezTo>
                    <a:pt x="64" y="411"/>
                    <a:pt x="72" y="444"/>
                    <a:pt x="72" y="477"/>
                  </a:cubicBezTo>
                  <a:cubicBezTo>
                    <a:pt x="81" y="518"/>
                    <a:pt x="81" y="568"/>
                    <a:pt x="106" y="601"/>
                  </a:cubicBezTo>
                  <a:cubicBezTo>
                    <a:pt x="115" y="608"/>
                    <a:pt x="125" y="610"/>
                    <a:pt x="134" y="610"/>
                  </a:cubicBezTo>
                  <a:cubicBezTo>
                    <a:pt x="148" y="610"/>
                    <a:pt x="162" y="603"/>
                    <a:pt x="172" y="593"/>
                  </a:cubicBezTo>
                  <a:cubicBezTo>
                    <a:pt x="188" y="576"/>
                    <a:pt x="188" y="543"/>
                    <a:pt x="188" y="527"/>
                  </a:cubicBezTo>
                  <a:cubicBezTo>
                    <a:pt x="188" y="502"/>
                    <a:pt x="188" y="485"/>
                    <a:pt x="180" y="460"/>
                  </a:cubicBezTo>
                  <a:lnTo>
                    <a:pt x="180" y="452"/>
                  </a:lnTo>
                  <a:cubicBezTo>
                    <a:pt x="191" y="463"/>
                    <a:pt x="201" y="467"/>
                    <a:pt x="211" y="467"/>
                  </a:cubicBezTo>
                  <a:cubicBezTo>
                    <a:pt x="224" y="467"/>
                    <a:pt x="237" y="458"/>
                    <a:pt x="246" y="444"/>
                  </a:cubicBezTo>
                  <a:cubicBezTo>
                    <a:pt x="271" y="419"/>
                    <a:pt x="271" y="378"/>
                    <a:pt x="271" y="336"/>
                  </a:cubicBezTo>
                  <a:cubicBezTo>
                    <a:pt x="271" y="303"/>
                    <a:pt x="271" y="262"/>
                    <a:pt x="255" y="228"/>
                  </a:cubicBezTo>
                  <a:cubicBezTo>
                    <a:pt x="238" y="154"/>
                    <a:pt x="213" y="88"/>
                    <a:pt x="172" y="30"/>
                  </a:cubicBezTo>
                  <a:cubicBezTo>
                    <a:pt x="156" y="13"/>
                    <a:pt x="136" y="1"/>
                    <a:pt x="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p36"/>
            <p:cNvSpPr/>
            <p:nvPr/>
          </p:nvSpPr>
          <p:spPr>
            <a:xfrm>
              <a:off x="5628025" y="1846400"/>
              <a:ext cx="13700" cy="16650"/>
            </a:xfrm>
            <a:custGeom>
              <a:rect b="b" l="l" r="r" t="t"/>
              <a:pathLst>
                <a:path extrusionOk="0" h="666" w="548">
                  <a:moveTo>
                    <a:pt x="490" y="0"/>
                  </a:moveTo>
                  <a:cubicBezTo>
                    <a:pt x="465" y="0"/>
                    <a:pt x="447" y="17"/>
                    <a:pt x="440" y="44"/>
                  </a:cubicBezTo>
                  <a:cubicBezTo>
                    <a:pt x="415" y="94"/>
                    <a:pt x="398" y="143"/>
                    <a:pt x="365" y="193"/>
                  </a:cubicBezTo>
                  <a:cubicBezTo>
                    <a:pt x="340" y="243"/>
                    <a:pt x="307" y="293"/>
                    <a:pt x="274" y="326"/>
                  </a:cubicBezTo>
                  <a:cubicBezTo>
                    <a:pt x="233" y="375"/>
                    <a:pt x="200" y="417"/>
                    <a:pt x="150" y="450"/>
                  </a:cubicBezTo>
                  <a:cubicBezTo>
                    <a:pt x="108" y="491"/>
                    <a:pt x="59" y="533"/>
                    <a:pt x="26" y="583"/>
                  </a:cubicBezTo>
                  <a:cubicBezTo>
                    <a:pt x="1" y="616"/>
                    <a:pt x="34" y="665"/>
                    <a:pt x="75" y="665"/>
                  </a:cubicBezTo>
                  <a:cubicBezTo>
                    <a:pt x="142" y="665"/>
                    <a:pt x="216" y="624"/>
                    <a:pt x="266" y="583"/>
                  </a:cubicBezTo>
                  <a:cubicBezTo>
                    <a:pt x="316" y="533"/>
                    <a:pt x="365" y="483"/>
                    <a:pt x="407" y="433"/>
                  </a:cubicBezTo>
                  <a:cubicBezTo>
                    <a:pt x="481" y="326"/>
                    <a:pt x="523" y="201"/>
                    <a:pt x="539" y="69"/>
                  </a:cubicBezTo>
                  <a:cubicBezTo>
                    <a:pt x="548" y="44"/>
                    <a:pt x="531" y="11"/>
                    <a:pt x="506" y="3"/>
                  </a:cubicBezTo>
                  <a:cubicBezTo>
                    <a:pt x="500" y="1"/>
                    <a:pt x="495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p36"/>
            <p:cNvSpPr/>
            <p:nvPr/>
          </p:nvSpPr>
          <p:spPr>
            <a:xfrm>
              <a:off x="5614400" y="1856350"/>
              <a:ext cx="10750" cy="13150"/>
            </a:xfrm>
            <a:custGeom>
              <a:rect b="b" l="l" r="r" t="t"/>
              <a:pathLst>
                <a:path extrusionOk="0" h="526" w="430">
                  <a:moveTo>
                    <a:pt x="356" y="1"/>
                  </a:moveTo>
                  <a:cubicBezTo>
                    <a:pt x="322" y="1"/>
                    <a:pt x="296" y="23"/>
                    <a:pt x="289" y="52"/>
                  </a:cubicBezTo>
                  <a:cubicBezTo>
                    <a:pt x="281" y="69"/>
                    <a:pt x="281" y="77"/>
                    <a:pt x="272" y="85"/>
                  </a:cubicBezTo>
                  <a:cubicBezTo>
                    <a:pt x="272" y="85"/>
                    <a:pt x="272" y="85"/>
                    <a:pt x="272" y="93"/>
                  </a:cubicBezTo>
                  <a:cubicBezTo>
                    <a:pt x="272" y="93"/>
                    <a:pt x="264" y="102"/>
                    <a:pt x="264" y="102"/>
                  </a:cubicBezTo>
                  <a:cubicBezTo>
                    <a:pt x="256" y="118"/>
                    <a:pt x="247" y="143"/>
                    <a:pt x="239" y="160"/>
                  </a:cubicBezTo>
                  <a:cubicBezTo>
                    <a:pt x="214" y="193"/>
                    <a:pt x="198" y="234"/>
                    <a:pt x="165" y="267"/>
                  </a:cubicBezTo>
                  <a:cubicBezTo>
                    <a:pt x="165" y="276"/>
                    <a:pt x="156" y="284"/>
                    <a:pt x="148" y="292"/>
                  </a:cubicBezTo>
                  <a:cubicBezTo>
                    <a:pt x="148" y="292"/>
                    <a:pt x="148" y="292"/>
                    <a:pt x="140" y="301"/>
                  </a:cubicBezTo>
                  <a:cubicBezTo>
                    <a:pt x="140" y="301"/>
                    <a:pt x="140" y="309"/>
                    <a:pt x="140" y="309"/>
                  </a:cubicBezTo>
                  <a:cubicBezTo>
                    <a:pt x="123" y="325"/>
                    <a:pt x="107" y="334"/>
                    <a:pt x="98" y="350"/>
                  </a:cubicBezTo>
                  <a:cubicBezTo>
                    <a:pt x="65" y="392"/>
                    <a:pt x="40" y="417"/>
                    <a:pt x="15" y="458"/>
                  </a:cubicBezTo>
                  <a:cubicBezTo>
                    <a:pt x="0" y="488"/>
                    <a:pt x="27" y="525"/>
                    <a:pt x="57" y="525"/>
                  </a:cubicBezTo>
                  <a:cubicBezTo>
                    <a:pt x="59" y="525"/>
                    <a:pt x="62" y="525"/>
                    <a:pt x="65" y="524"/>
                  </a:cubicBezTo>
                  <a:cubicBezTo>
                    <a:pt x="156" y="499"/>
                    <a:pt x="239" y="417"/>
                    <a:pt x="289" y="342"/>
                  </a:cubicBezTo>
                  <a:cubicBezTo>
                    <a:pt x="347" y="267"/>
                    <a:pt x="388" y="176"/>
                    <a:pt x="413" y="93"/>
                  </a:cubicBezTo>
                  <a:cubicBezTo>
                    <a:pt x="430" y="60"/>
                    <a:pt x="405" y="11"/>
                    <a:pt x="372" y="2"/>
                  </a:cubicBezTo>
                  <a:cubicBezTo>
                    <a:pt x="366" y="1"/>
                    <a:pt x="361" y="1"/>
                    <a:pt x="3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p36"/>
            <p:cNvSpPr/>
            <p:nvPr/>
          </p:nvSpPr>
          <p:spPr>
            <a:xfrm>
              <a:off x="5604100" y="1860900"/>
              <a:ext cx="12575" cy="11575"/>
            </a:xfrm>
            <a:custGeom>
              <a:rect b="b" l="l" r="r" t="t"/>
              <a:pathLst>
                <a:path extrusionOk="0" h="463" w="503">
                  <a:moveTo>
                    <a:pt x="443" y="0"/>
                  </a:moveTo>
                  <a:cubicBezTo>
                    <a:pt x="430" y="0"/>
                    <a:pt x="415" y="7"/>
                    <a:pt x="403" y="19"/>
                  </a:cubicBezTo>
                  <a:cubicBezTo>
                    <a:pt x="345" y="85"/>
                    <a:pt x="278" y="143"/>
                    <a:pt x="212" y="210"/>
                  </a:cubicBezTo>
                  <a:cubicBezTo>
                    <a:pt x="179" y="235"/>
                    <a:pt x="146" y="268"/>
                    <a:pt x="113" y="301"/>
                  </a:cubicBezTo>
                  <a:cubicBezTo>
                    <a:pt x="79" y="326"/>
                    <a:pt x="55" y="359"/>
                    <a:pt x="21" y="400"/>
                  </a:cubicBezTo>
                  <a:cubicBezTo>
                    <a:pt x="1" y="428"/>
                    <a:pt x="21" y="462"/>
                    <a:pt x="48" y="462"/>
                  </a:cubicBezTo>
                  <a:cubicBezTo>
                    <a:pt x="53" y="462"/>
                    <a:pt x="58" y="461"/>
                    <a:pt x="63" y="458"/>
                  </a:cubicBezTo>
                  <a:cubicBezTo>
                    <a:pt x="229" y="367"/>
                    <a:pt x="361" y="226"/>
                    <a:pt x="477" y="94"/>
                  </a:cubicBezTo>
                  <a:cubicBezTo>
                    <a:pt x="494" y="69"/>
                    <a:pt x="502" y="36"/>
                    <a:pt x="477" y="19"/>
                  </a:cubicBezTo>
                  <a:cubicBezTo>
                    <a:pt x="469" y="7"/>
                    <a:pt x="456" y="0"/>
                    <a:pt x="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p36"/>
            <p:cNvSpPr/>
            <p:nvPr/>
          </p:nvSpPr>
          <p:spPr>
            <a:xfrm>
              <a:off x="5555325" y="1855775"/>
              <a:ext cx="2925" cy="9800"/>
            </a:xfrm>
            <a:custGeom>
              <a:rect b="b" l="l" r="r" t="t"/>
              <a:pathLst>
                <a:path extrusionOk="0" h="392" w="117">
                  <a:moveTo>
                    <a:pt x="59" y="0"/>
                  </a:moveTo>
                  <a:cubicBezTo>
                    <a:pt x="25" y="9"/>
                    <a:pt x="1" y="25"/>
                    <a:pt x="1" y="58"/>
                  </a:cubicBezTo>
                  <a:cubicBezTo>
                    <a:pt x="1" y="108"/>
                    <a:pt x="1" y="166"/>
                    <a:pt x="1" y="216"/>
                  </a:cubicBezTo>
                  <a:cubicBezTo>
                    <a:pt x="1" y="224"/>
                    <a:pt x="1" y="241"/>
                    <a:pt x="1" y="257"/>
                  </a:cubicBezTo>
                  <a:cubicBezTo>
                    <a:pt x="1" y="266"/>
                    <a:pt x="9" y="266"/>
                    <a:pt x="9" y="274"/>
                  </a:cubicBezTo>
                  <a:cubicBezTo>
                    <a:pt x="9" y="277"/>
                    <a:pt x="9" y="282"/>
                    <a:pt x="9" y="282"/>
                  </a:cubicBezTo>
                  <a:cubicBezTo>
                    <a:pt x="9" y="299"/>
                    <a:pt x="9" y="307"/>
                    <a:pt x="9" y="324"/>
                  </a:cubicBezTo>
                  <a:cubicBezTo>
                    <a:pt x="9" y="332"/>
                    <a:pt x="9" y="340"/>
                    <a:pt x="9" y="348"/>
                  </a:cubicBezTo>
                  <a:cubicBezTo>
                    <a:pt x="17" y="357"/>
                    <a:pt x="17" y="365"/>
                    <a:pt x="25" y="373"/>
                  </a:cubicBezTo>
                  <a:cubicBezTo>
                    <a:pt x="34" y="386"/>
                    <a:pt x="48" y="392"/>
                    <a:pt x="63" y="392"/>
                  </a:cubicBezTo>
                  <a:cubicBezTo>
                    <a:pt x="77" y="392"/>
                    <a:pt x="92" y="386"/>
                    <a:pt x="100" y="373"/>
                  </a:cubicBezTo>
                  <a:lnTo>
                    <a:pt x="108" y="357"/>
                  </a:lnTo>
                  <a:cubicBezTo>
                    <a:pt x="108" y="348"/>
                    <a:pt x="108" y="332"/>
                    <a:pt x="108" y="324"/>
                  </a:cubicBezTo>
                  <a:cubicBezTo>
                    <a:pt x="108" y="315"/>
                    <a:pt x="117" y="299"/>
                    <a:pt x="117" y="290"/>
                  </a:cubicBezTo>
                  <a:cubicBezTo>
                    <a:pt x="117" y="290"/>
                    <a:pt x="117" y="278"/>
                    <a:pt x="117" y="274"/>
                  </a:cubicBezTo>
                  <a:cubicBezTo>
                    <a:pt x="117" y="274"/>
                    <a:pt x="117" y="266"/>
                    <a:pt x="117" y="257"/>
                  </a:cubicBezTo>
                  <a:cubicBezTo>
                    <a:pt x="117" y="241"/>
                    <a:pt x="117" y="224"/>
                    <a:pt x="117" y="216"/>
                  </a:cubicBezTo>
                  <a:cubicBezTo>
                    <a:pt x="117" y="158"/>
                    <a:pt x="117" y="108"/>
                    <a:pt x="117" y="58"/>
                  </a:cubicBezTo>
                  <a:cubicBezTo>
                    <a:pt x="117" y="34"/>
                    <a:pt x="92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p36"/>
            <p:cNvSpPr/>
            <p:nvPr/>
          </p:nvSpPr>
          <p:spPr>
            <a:xfrm>
              <a:off x="5560925" y="1857025"/>
              <a:ext cx="3125" cy="5825"/>
            </a:xfrm>
            <a:custGeom>
              <a:rect b="b" l="l" r="r" t="t"/>
              <a:pathLst>
                <a:path extrusionOk="0" h="233" w="125">
                  <a:moveTo>
                    <a:pt x="83" y="0"/>
                  </a:moveTo>
                  <a:cubicBezTo>
                    <a:pt x="67" y="0"/>
                    <a:pt x="50" y="0"/>
                    <a:pt x="42" y="8"/>
                  </a:cubicBezTo>
                  <a:cubicBezTo>
                    <a:pt x="25" y="17"/>
                    <a:pt x="17" y="25"/>
                    <a:pt x="9" y="42"/>
                  </a:cubicBezTo>
                  <a:cubicBezTo>
                    <a:pt x="9" y="50"/>
                    <a:pt x="9" y="58"/>
                    <a:pt x="9" y="75"/>
                  </a:cubicBezTo>
                  <a:cubicBezTo>
                    <a:pt x="9" y="75"/>
                    <a:pt x="0" y="83"/>
                    <a:pt x="0" y="91"/>
                  </a:cubicBezTo>
                  <a:cubicBezTo>
                    <a:pt x="0" y="100"/>
                    <a:pt x="9" y="100"/>
                    <a:pt x="9" y="108"/>
                  </a:cubicBezTo>
                  <a:lnTo>
                    <a:pt x="9" y="116"/>
                  </a:lnTo>
                  <a:lnTo>
                    <a:pt x="9" y="158"/>
                  </a:lnTo>
                  <a:lnTo>
                    <a:pt x="9" y="174"/>
                  </a:lnTo>
                  <a:cubicBezTo>
                    <a:pt x="9" y="191"/>
                    <a:pt x="9" y="199"/>
                    <a:pt x="9" y="207"/>
                  </a:cubicBezTo>
                  <a:cubicBezTo>
                    <a:pt x="17" y="224"/>
                    <a:pt x="25" y="232"/>
                    <a:pt x="42" y="232"/>
                  </a:cubicBezTo>
                  <a:cubicBezTo>
                    <a:pt x="58" y="232"/>
                    <a:pt x="67" y="224"/>
                    <a:pt x="75" y="216"/>
                  </a:cubicBezTo>
                  <a:cubicBezTo>
                    <a:pt x="83" y="207"/>
                    <a:pt x="83" y="199"/>
                    <a:pt x="91" y="191"/>
                  </a:cubicBezTo>
                  <a:cubicBezTo>
                    <a:pt x="91" y="182"/>
                    <a:pt x="91" y="174"/>
                    <a:pt x="100" y="166"/>
                  </a:cubicBezTo>
                  <a:cubicBezTo>
                    <a:pt x="100" y="158"/>
                    <a:pt x="100" y="141"/>
                    <a:pt x="108" y="133"/>
                  </a:cubicBezTo>
                  <a:cubicBezTo>
                    <a:pt x="116" y="116"/>
                    <a:pt x="116" y="108"/>
                    <a:pt x="116" y="100"/>
                  </a:cubicBezTo>
                  <a:cubicBezTo>
                    <a:pt x="116" y="91"/>
                    <a:pt x="125" y="83"/>
                    <a:pt x="125" y="75"/>
                  </a:cubicBezTo>
                  <a:cubicBezTo>
                    <a:pt x="125" y="58"/>
                    <a:pt x="125" y="42"/>
                    <a:pt x="116" y="25"/>
                  </a:cubicBezTo>
                  <a:cubicBezTo>
                    <a:pt x="108" y="17"/>
                    <a:pt x="100" y="8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p36"/>
            <p:cNvSpPr/>
            <p:nvPr/>
          </p:nvSpPr>
          <p:spPr>
            <a:xfrm>
              <a:off x="5713575" y="1684125"/>
              <a:ext cx="5000" cy="9025"/>
            </a:xfrm>
            <a:custGeom>
              <a:rect b="b" l="l" r="r" t="t"/>
              <a:pathLst>
                <a:path extrusionOk="0" h="361" w="200">
                  <a:moveTo>
                    <a:pt x="59" y="1"/>
                  </a:moveTo>
                  <a:cubicBezTo>
                    <a:pt x="53" y="1"/>
                    <a:pt x="48" y="2"/>
                    <a:pt x="42" y="6"/>
                  </a:cubicBezTo>
                  <a:cubicBezTo>
                    <a:pt x="17" y="14"/>
                    <a:pt x="1" y="39"/>
                    <a:pt x="9" y="64"/>
                  </a:cubicBezTo>
                  <a:lnTo>
                    <a:pt x="50" y="205"/>
                  </a:lnTo>
                  <a:cubicBezTo>
                    <a:pt x="59" y="230"/>
                    <a:pt x="67" y="255"/>
                    <a:pt x="75" y="279"/>
                  </a:cubicBezTo>
                  <a:cubicBezTo>
                    <a:pt x="84" y="296"/>
                    <a:pt x="92" y="304"/>
                    <a:pt x="92" y="321"/>
                  </a:cubicBezTo>
                  <a:cubicBezTo>
                    <a:pt x="100" y="337"/>
                    <a:pt x="108" y="346"/>
                    <a:pt x="125" y="354"/>
                  </a:cubicBezTo>
                  <a:cubicBezTo>
                    <a:pt x="132" y="359"/>
                    <a:pt x="139" y="361"/>
                    <a:pt x="147" y="361"/>
                  </a:cubicBezTo>
                  <a:cubicBezTo>
                    <a:pt x="166" y="361"/>
                    <a:pt x="183" y="347"/>
                    <a:pt x="183" y="329"/>
                  </a:cubicBezTo>
                  <a:cubicBezTo>
                    <a:pt x="200" y="296"/>
                    <a:pt x="183" y="271"/>
                    <a:pt x="175" y="238"/>
                  </a:cubicBezTo>
                  <a:cubicBezTo>
                    <a:pt x="175" y="213"/>
                    <a:pt x="166" y="197"/>
                    <a:pt x="150" y="172"/>
                  </a:cubicBezTo>
                  <a:lnTo>
                    <a:pt x="158" y="172"/>
                  </a:lnTo>
                  <a:cubicBezTo>
                    <a:pt x="142" y="130"/>
                    <a:pt x="117" y="81"/>
                    <a:pt x="100" y="39"/>
                  </a:cubicBezTo>
                  <a:cubicBezTo>
                    <a:pt x="94" y="20"/>
                    <a:pt x="77" y="1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p36"/>
            <p:cNvSpPr/>
            <p:nvPr/>
          </p:nvSpPr>
          <p:spPr>
            <a:xfrm>
              <a:off x="5716900" y="1682575"/>
              <a:ext cx="4575" cy="8075"/>
            </a:xfrm>
            <a:custGeom>
              <a:rect b="b" l="l" r="r" t="t"/>
              <a:pathLst>
                <a:path extrusionOk="0" h="323" w="183">
                  <a:moveTo>
                    <a:pt x="63" y="0"/>
                  </a:moveTo>
                  <a:cubicBezTo>
                    <a:pt x="59" y="0"/>
                    <a:pt x="54" y="1"/>
                    <a:pt x="50" y="2"/>
                  </a:cubicBezTo>
                  <a:cubicBezTo>
                    <a:pt x="17" y="10"/>
                    <a:pt x="0" y="51"/>
                    <a:pt x="9" y="85"/>
                  </a:cubicBezTo>
                  <a:cubicBezTo>
                    <a:pt x="17" y="118"/>
                    <a:pt x="33" y="159"/>
                    <a:pt x="42" y="192"/>
                  </a:cubicBezTo>
                  <a:cubicBezTo>
                    <a:pt x="50" y="217"/>
                    <a:pt x="58" y="242"/>
                    <a:pt x="75" y="259"/>
                  </a:cubicBezTo>
                  <a:cubicBezTo>
                    <a:pt x="83" y="275"/>
                    <a:pt x="91" y="292"/>
                    <a:pt x="108" y="308"/>
                  </a:cubicBezTo>
                  <a:cubicBezTo>
                    <a:pt x="118" y="318"/>
                    <a:pt x="129" y="323"/>
                    <a:pt x="139" y="323"/>
                  </a:cubicBezTo>
                  <a:cubicBezTo>
                    <a:pt x="155" y="323"/>
                    <a:pt x="169" y="312"/>
                    <a:pt x="174" y="292"/>
                  </a:cubicBezTo>
                  <a:cubicBezTo>
                    <a:pt x="174" y="283"/>
                    <a:pt x="174" y="267"/>
                    <a:pt x="183" y="259"/>
                  </a:cubicBezTo>
                  <a:cubicBezTo>
                    <a:pt x="183" y="250"/>
                    <a:pt x="183" y="242"/>
                    <a:pt x="174" y="234"/>
                  </a:cubicBezTo>
                  <a:cubicBezTo>
                    <a:pt x="174" y="209"/>
                    <a:pt x="174" y="184"/>
                    <a:pt x="166" y="159"/>
                  </a:cubicBezTo>
                  <a:cubicBezTo>
                    <a:pt x="158" y="126"/>
                    <a:pt x="141" y="85"/>
                    <a:pt x="133" y="51"/>
                  </a:cubicBezTo>
                  <a:cubicBezTo>
                    <a:pt x="126" y="23"/>
                    <a:pt x="93" y="0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36"/>
            <p:cNvSpPr/>
            <p:nvPr/>
          </p:nvSpPr>
          <p:spPr>
            <a:xfrm>
              <a:off x="5715225" y="1603075"/>
              <a:ext cx="5000" cy="30775"/>
            </a:xfrm>
            <a:custGeom>
              <a:rect b="b" l="l" r="r" t="t"/>
              <a:pathLst>
                <a:path extrusionOk="0" h="1231" w="200">
                  <a:moveTo>
                    <a:pt x="42" y="0"/>
                  </a:moveTo>
                  <a:cubicBezTo>
                    <a:pt x="26" y="0"/>
                    <a:pt x="9" y="17"/>
                    <a:pt x="9" y="33"/>
                  </a:cubicBezTo>
                  <a:cubicBezTo>
                    <a:pt x="1" y="50"/>
                    <a:pt x="1" y="75"/>
                    <a:pt x="1" y="100"/>
                  </a:cubicBezTo>
                  <a:cubicBezTo>
                    <a:pt x="1" y="116"/>
                    <a:pt x="1" y="149"/>
                    <a:pt x="9" y="166"/>
                  </a:cubicBezTo>
                  <a:lnTo>
                    <a:pt x="34" y="290"/>
                  </a:lnTo>
                  <a:cubicBezTo>
                    <a:pt x="34" y="307"/>
                    <a:pt x="51" y="323"/>
                    <a:pt x="67" y="332"/>
                  </a:cubicBezTo>
                  <a:cubicBezTo>
                    <a:pt x="67" y="340"/>
                    <a:pt x="67" y="340"/>
                    <a:pt x="59" y="340"/>
                  </a:cubicBezTo>
                  <a:cubicBezTo>
                    <a:pt x="59" y="356"/>
                    <a:pt x="59" y="373"/>
                    <a:pt x="59" y="390"/>
                  </a:cubicBezTo>
                  <a:cubicBezTo>
                    <a:pt x="59" y="398"/>
                    <a:pt x="51" y="414"/>
                    <a:pt x="51" y="423"/>
                  </a:cubicBezTo>
                  <a:cubicBezTo>
                    <a:pt x="51" y="439"/>
                    <a:pt x="51" y="448"/>
                    <a:pt x="51" y="464"/>
                  </a:cubicBezTo>
                  <a:cubicBezTo>
                    <a:pt x="51" y="489"/>
                    <a:pt x="51" y="514"/>
                    <a:pt x="51" y="539"/>
                  </a:cubicBezTo>
                  <a:cubicBezTo>
                    <a:pt x="51" y="539"/>
                    <a:pt x="51" y="547"/>
                    <a:pt x="51" y="547"/>
                  </a:cubicBezTo>
                  <a:cubicBezTo>
                    <a:pt x="34" y="547"/>
                    <a:pt x="1" y="564"/>
                    <a:pt x="9" y="588"/>
                  </a:cubicBezTo>
                  <a:cubicBezTo>
                    <a:pt x="18" y="638"/>
                    <a:pt x="34" y="688"/>
                    <a:pt x="51" y="746"/>
                  </a:cubicBezTo>
                  <a:cubicBezTo>
                    <a:pt x="59" y="787"/>
                    <a:pt x="76" y="837"/>
                    <a:pt x="84" y="895"/>
                  </a:cubicBezTo>
                  <a:cubicBezTo>
                    <a:pt x="100" y="994"/>
                    <a:pt x="109" y="1102"/>
                    <a:pt x="100" y="1202"/>
                  </a:cubicBezTo>
                  <a:cubicBezTo>
                    <a:pt x="100" y="1220"/>
                    <a:pt x="116" y="1231"/>
                    <a:pt x="131" y="1231"/>
                  </a:cubicBezTo>
                  <a:cubicBezTo>
                    <a:pt x="143" y="1231"/>
                    <a:pt x="155" y="1224"/>
                    <a:pt x="158" y="1210"/>
                  </a:cubicBezTo>
                  <a:cubicBezTo>
                    <a:pt x="183" y="1102"/>
                    <a:pt x="200" y="994"/>
                    <a:pt x="183" y="878"/>
                  </a:cubicBezTo>
                  <a:cubicBezTo>
                    <a:pt x="175" y="804"/>
                    <a:pt x="158" y="729"/>
                    <a:pt x="134" y="655"/>
                  </a:cubicBezTo>
                  <a:cubicBezTo>
                    <a:pt x="150" y="646"/>
                    <a:pt x="167" y="630"/>
                    <a:pt x="167" y="613"/>
                  </a:cubicBezTo>
                  <a:cubicBezTo>
                    <a:pt x="158" y="564"/>
                    <a:pt x="158" y="514"/>
                    <a:pt x="150" y="464"/>
                  </a:cubicBezTo>
                  <a:cubicBezTo>
                    <a:pt x="150" y="448"/>
                    <a:pt x="150" y="439"/>
                    <a:pt x="150" y="431"/>
                  </a:cubicBezTo>
                  <a:cubicBezTo>
                    <a:pt x="142" y="414"/>
                    <a:pt x="142" y="398"/>
                    <a:pt x="142" y="390"/>
                  </a:cubicBezTo>
                  <a:cubicBezTo>
                    <a:pt x="142" y="373"/>
                    <a:pt x="142" y="365"/>
                    <a:pt x="142" y="356"/>
                  </a:cubicBezTo>
                  <a:cubicBezTo>
                    <a:pt x="142" y="340"/>
                    <a:pt x="134" y="332"/>
                    <a:pt x="134" y="315"/>
                  </a:cubicBezTo>
                  <a:cubicBezTo>
                    <a:pt x="142" y="307"/>
                    <a:pt x="150" y="282"/>
                    <a:pt x="150" y="257"/>
                  </a:cubicBezTo>
                  <a:cubicBezTo>
                    <a:pt x="142" y="216"/>
                    <a:pt x="134" y="182"/>
                    <a:pt x="125" y="141"/>
                  </a:cubicBezTo>
                  <a:cubicBezTo>
                    <a:pt x="125" y="116"/>
                    <a:pt x="117" y="100"/>
                    <a:pt x="109" y="83"/>
                  </a:cubicBezTo>
                  <a:cubicBezTo>
                    <a:pt x="100" y="58"/>
                    <a:pt x="92" y="42"/>
                    <a:pt x="84" y="25"/>
                  </a:cubicBezTo>
                  <a:cubicBezTo>
                    <a:pt x="76" y="8"/>
                    <a:pt x="59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36"/>
            <p:cNvSpPr/>
            <p:nvPr/>
          </p:nvSpPr>
          <p:spPr>
            <a:xfrm>
              <a:off x="5646250" y="1553775"/>
              <a:ext cx="7900" cy="17875"/>
            </a:xfrm>
            <a:custGeom>
              <a:rect b="b" l="l" r="r" t="t"/>
              <a:pathLst>
                <a:path extrusionOk="0" h="715" w="316">
                  <a:moveTo>
                    <a:pt x="79" y="1"/>
                  </a:moveTo>
                  <a:cubicBezTo>
                    <a:pt x="40" y="1"/>
                    <a:pt x="1" y="64"/>
                    <a:pt x="42" y="91"/>
                  </a:cubicBezTo>
                  <a:cubicBezTo>
                    <a:pt x="117" y="158"/>
                    <a:pt x="133" y="257"/>
                    <a:pt x="150" y="348"/>
                  </a:cubicBezTo>
                  <a:cubicBezTo>
                    <a:pt x="158" y="406"/>
                    <a:pt x="167" y="456"/>
                    <a:pt x="150" y="514"/>
                  </a:cubicBezTo>
                  <a:cubicBezTo>
                    <a:pt x="142" y="530"/>
                    <a:pt x="125" y="555"/>
                    <a:pt x="117" y="572"/>
                  </a:cubicBezTo>
                  <a:cubicBezTo>
                    <a:pt x="100" y="605"/>
                    <a:pt x="92" y="638"/>
                    <a:pt x="92" y="671"/>
                  </a:cubicBezTo>
                  <a:cubicBezTo>
                    <a:pt x="99" y="699"/>
                    <a:pt x="123" y="715"/>
                    <a:pt x="150" y="715"/>
                  </a:cubicBezTo>
                  <a:cubicBezTo>
                    <a:pt x="155" y="715"/>
                    <a:pt x="161" y="714"/>
                    <a:pt x="167" y="713"/>
                  </a:cubicBezTo>
                  <a:cubicBezTo>
                    <a:pt x="233" y="696"/>
                    <a:pt x="274" y="605"/>
                    <a:pt x="291" y="547"/>
                  </a:cubicBezTo>
                  <a:cubicBezTo>
                    <a:pt x="316" y="472"/>
                    <a:pt x="299" y="398"/>
                    <a:pt x="283" y="323"/>
                  </a:cubicBezTo>
                  <a:cubicBezTo>
                    <a:pt x="249" y="207"/>
                    <a:pt x="208" y="83"/>
                    <a:pt x="100" y="8"/>
                  </a:cubicBezTo>
                  <a:cubicBezTo>
                    <a:pt x="94" y="3"/>
                    <a:pt x="86" y="1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p36"/>
            <p:cNvSpPr/>
            <p:nvPr/>
          </p:nvSpPr>
          <p:spPr>
            <a:xfrm>
              <a:off x="5652675" y="1571300"/>
              <a:ext cx="5000" cy="8750"/>
            </a:xfrm>
            <a:custGeom>
              <a:rect b="b" l="l" r="r" t="t"/>
              <a:pathLst>
                <a:path extrusionOk="0" h="350" w="200">
                  <a:moveTo>
                    <a:pt x="50" y="0"/>
                  </a:moveTo>
                  <a:cubicBezTo>
                    <a:pt x="44" y="0"/>
                    <a:pt x="38" y="1"/>
                    <a:pt x="34" y="3"/>
                  </a:cubicBezTo>
                  <a:cubicBezTo>
                    <a:pt x="17" y="12"/>
                    <a:pt x="1" y="37"/>
                    <a:pt x="9" y="61"/>
                  </a:cubicBezTo>
                  <a:cubicBezTo>
                    <a:pt x="26" y="103"/>
                    <a:pt x="42" y="153"/>
                    <a:pt x="59" y="202"/>
                  </a:cubicBezTo>
                  <a:cubicBezTo>
                    <a:pt x="67" y="227"/>
                    <a:pt x="75" y="252"/>
                    <a:pt x="84" y="277"/>
                  </a:cubicBezTo>
                  <a:cubicBezTo>
                    <a:pt x="100" y="302"/>
                    <a:pt x="117" y="327"/>
                    <a:pt x="142" y="343"/>
                  </a:cubicBezTo>
                  <a:lnTo>
                    <a:pt x="133" y="343"/>
                  </a:lnTo>
                  <a:cubicBezTo>
                    <a:pt x="140" y="348"/>
                    <a:pt x="147" y="350"/>
                    <a:pt x="154" y="350"/>
                  </a:cubicBezTo>
                  <a:cubicBezTo>
                    <a:pt x="171" y="350"/>
                    <a:pt x="185" y="336"/>
                    <a:pt x="191" y="318"/>
                  </a:cubicBezTo>
                  <a:cubicBezTo>
                    <a:pt x="200" y="302"/>
                    <a:pt x="200" y="285"/>
                    <a:pt x="191" y="269"/>
                  </a:cubicBezTo>
                  <a:cubicBezTo>
                    <a:pt x="191" y="260"/>
                    <a:pt x="191" y="244"/>
                    <a:pt x="183" y="235"/>
                  </a:cubicBezTo>
                  <a:cubicBezTo>
                    <a:pt x="175" y="211"/>
                    <a:pt x="166" y="186"/>
                    <a:pt x="158" y="161"/>
                  </a:cubicBezTo>
                  <a:cubicBezTo>
                    <a:pt x="133" y="111"/>
                    <a:pt x="117" y="70"/>
                    <a:pt x="92" y="20"/>
                  </a:cubicBezTo>
                  <a:cubicBezTo>
                    <a:pt x="86" y="8"/>
                    <a:pt x="66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p36"/>
            <p:cNvSpPr/>
            <p:nvPr/>
          </p:nvSpPr>
          <p:spPr>
            <a:xfrm>
              <a:off x="5659300" y="1580075"/>
              <a:ext cx="1700" cy="2300"/>
            </a:xfrm>
            <a:custGeom>
              <a:rect b="b" l="l" r="r" t="t"/>
              <a:pathLst>
                <a:path extrusionOk="0" h="92" w="68">
                  <a:moveTo>
                    <a:pt x="26" y="0"/>
                  </a:moveTo>
                  <a:cubicBezTo>
                    <a:pt x="17" y="0"/>
                    <a:pt x="17" y="9"/>
                    <a:pt x="17" y="9"/>
                  </a:cubicBezTo>
                  <a:cubicBezTo>
                    <a:pt x="9" y="9"/>
                    <a:pt x="9" y="17"/>
                    <a:pt x="9" y="17"/>
                  </a:cubicBezTo>
                  <a:cubicBezTo>
                    <a:pt x="1" y="25"/>
                    <a:pt x="1" y="42"/>
                    <a:pt x="9" y="50"/>
                  </a:cubicBezTo>
                  <a:cubicBezTo>
                    <a:pt x="17" y="58"/>
                    <a:pt x="17" y="67"/>
                    <a:pt x="26" y="75"/>
                  </a:cubicBezTo>
                  <a:cubicBezTo>
                    <a:pt x="26" y="75"/>
                    <a:pt x="26" y="83"/>
                    <a:pt x="26" y="83"/>
                  </a:cubicBezTo>
                  <a:cubicBezTo>
                    <a:pt x="34" y="83"/>
                    <a:pt x="34" y="83"/>
                    <a:pt x="34" y="92"/>
                  </a:cubicBezTo>
                  <a:lnTo>
                    <a:pt x="51" y="92"/>
                  </a:lnTo>
                  <a:cubicBezTo>
                    <a:pt x="51" y="92"/>
                    <a:pt x="59" y="83"/>
                    <a:pt x="59" y="83"/>
                  </a:cubicBezTo>
                  <a:cubicBezTo>
                    <a:pt x="59" y="83"/>
                    <a:pt x="59" y="75"/>
                    <a:pt x="67" y="75"/>
                  </a:cubicBezTo>
                  <a:cubicBezTo>
                    <a:pt x="67" y="75"/>
                    <a:pt x="67" y="75"/>
                    <a:pt x="67" y="67"/>
                  </a:cubicBezTo>
                  <a:cubicBezTo>
                    <a:pt x="67" y="58"/>
                    <a:pt x="67" y="42"/>
                    <a:pt x="59" y="34"/>
                  </a:cubicBezTo>
                  <a:cubicBezTo>
                    <a:pt x="59" y="25"/>
                    <a:pt x="59" y="25"/>
                    <a:pt x="59" y="17"/>
                  </a:cubicBezTo>
                  <a:cubicBezTo>
                    <a:pt x="59" y="17"/>
                    <a:pt x="51" y="9"/>
                    <a:pt x="51" y="9"/>
                  </a:cubicBezTo>
                  <a:cubicBezTo>
                    <a:pt x="42" y="0"/>
                    <a:pt x="34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p36"/>
            <p:cNvSpPr/>
            <p:nvPr/>
          </p:nvSpPr>
          <p:spPr>
            <a:xfrm>
              <a:off x="5669450" y="1596400"/>
              <a:ext cx="3975" cy="7025"/>
            </a:xfrm>
            <a:custGeom>
              <a:rect b="b" l="l" r="r" t="t"/>
              <a:pathLst>
                <a:path extrusionOk="0" h="281" w="159">
                  <a:moveTo>
                    <a:pt x="53" y="0"/>
                  </a:moveTo>
                  <a:cubicBezTo>
                    <a:pt x="49" y="0"/>
                    <a:pt x="46" y="1"/>
                    <a:pt x="42" y="2"/>
                  </a:cubicBezTo>
                  <a:cubicBezTo>
                    <a:pt x="17" y="10"/>
                    <a:pt x="1" y="43"/>
                    <a:pt x="9" y="68"/>
                  </a:cubicBezTo>
                  <a:cubicBezTo>
                    <a:pt x="17" y="101"/>
                    <a:pt x="26" y="135"/>
                    <a:pt x="42" y="168"/>
                  </a:cubicBezTo>
                  <a:lnTo>
                    <a:pt x="34" y="159"/>
                  </a:lnTo>
                  <a:lnTo>
                    <a:pt x="59" y="209"/>
                  </a:lnTo>
                  <a:cubicBezTo>
                    <a:pt x="59" y="217"/>
                    <a:pt x="67" y="234"/>
                    <a:pt x="67" y="242"/>
                  </a:cubicBezTo>
                  <a:cubicBezTo>
                    <a:pt x="75" y="251"/>
                    <a:pt x="84" y="259"/>
                    <a:pt x="92" y="267"/>
                  </a:cubicBezTo>
                  <a:cubicBezTo>
                    <a:pt x="97" y="277"/>
                    <a:pt x="105" y="281"/>
                    <a:pt x="113" y="281"/>
                  </a:cubicBezTo>
                  <a:cubicBezTo>
                    <a:pt x="120" y="281"/>
                    <a:pt x="127" y="279"/>
                    <a:pt x="133" y="275"/>
                  </a:cubicBezTo>
                  <a:cubicBezTo>
                    <a:pt x="150" y="267"/>
                    <a:pt x="158" y="251"/>
                    <a:pt x="158" y="242"/>
                  </a:cubicBezTo>
                  <a:cubicBezTo>
                    <a:pt x="158" y="226"/>
                    <a:pt x="158" y="217"/>
                    <a:pt x="158" y="209"/>
                  </a:cubicBezTo>
                  <a:lnTo>
                    <a:pt x="150" y="184"/>
                  </a:lnTo>
                  <a:cubicBezTo>
                    <a:pt x="150" y="168"/>
                    <a:pt x="142" y="151"/>
                    <a:pt x="142" y="135"/>
                  </a:cubicBezTo>
                  <a:cubicBezTo>
                    <a:pt x="133" y="101"/>
                    <a:pt x="117" y="68"/>
                    <a:pt x="109" y="43"/>
                  </a:cubicBezTo>
                  <a:cubicBezTo>
                    <a:pt x="101" y="22"/>
                    <a:pt x="76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p36"/>
            <p:cNvSpPr/>
            <p:nvPr/>
          </p:nvSpPr>
          <p:spPr>
            <a:xfrm>
              <a:off x="5549475" y="1492975"/>
              <a:ext cx="38975" cy="29925"/>
            </a:xfrm>
            <a:custGeom>
              <a:rect b="b" l="l" r="r" t="t"/>
              <a:pathLst>
                <a:path extrusionOk="0" h="1197" w="1559">
                  <a:moveTo>
                    <a:pt x="1512" y="0"/>
                  </a:moveTo>
                  <a:cubicBezTo>
                    <a:pt x="1506" y="0"/>
                    <a:pt x="1500" y="1"/>
                    <a:pt x="1494" y="5"/>
                  </a:cubicBezTo>
                  <a:cubicBezTo>
                    <a:pt x="1361" y="96"/>
                    <a:pt x="1279" y="228"/>
                    <a:pt x="1163" y="336"/>
                  </a:cubicBezTo>
                  <a:cubicBezTo>
                    <a:pt x="1038" y="452"/>
                    <a:pt x="906" y="543"/>
                    <a:pt x="765" y="634"/>
                  </a:cubicBezTo>
                  <a:cubicBezTo>
                    <a:pt x="508" y="792"/>
                    <a:pt x="119" y="825"/>
                    <a:pt x="11" y="1156"/>
                  </a:cubicBezTo>
                  <a:cubicBezTo>
                    <a:pt x="1" y="1181"/>
                    <a:pt x="18" y="1197"/>
                    <a:pt x="36" y="1197"/>
                  </a:cubicBezTo>
                  <a:cubicBezTo>
                    <a:pt x="49" y="1197"/>
                    <a:pt x="62" y="1190"/>
                    <a:pt x="69" y="1173"/>
                  </a:cubicBezTo>
                  <a:cubicBezTo>
                    <a:pt x="135" y="999"/>
                    <a:pt x="326" y="949"/>
                    <a:pt x="491" y="899"/>
                  </a:cubicBezTo>
                  <a:cubicBezTo>
                    <a:pt x="641" y="850"/>
                    <a:pt x="798" y="792"/>
                    <a:pt x="939" y="709"/>
                  </a:cubicBezTo>
                  <a:cubicBezTo>
                    <a:pt x="1071" y="634"/>
                    <a:pt x="1196" y="535"/>
                    <a:pt x="1303" y="427"/>
                  </a:cubicBezTo>
                  <a:cubicBezTo>
                    <a:pt x="1403" y="328"/>
                    <a:pt x="1527" y="195"/>
                    <a:pt x="1552" y="46"/>
                  </a:cubicBezTo>
                  <a:cubicBezTo>
                    <a:pt x="1559" y="26"/>
                    <a:pt x="1538" y="0"/>
                    <a:pt x="15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p36"/>
            <p:cNvSpPr/>
            <p:nvPr/>
          </p:nvSpPr>
          <p:spPr>
            <a:xfrm>
              <a:off x="5587225" y="1479400"/>
              <a:ext cx="2725" cy="11075"/>
            </a:xfrm>
            <a:custGeom>
              <a:rect b="b" l="l" r="r" t="t"/>
              <a:pathLst>
                <a:path extrusionOk="0" h="443" w="109">
                  <a:moveTo>
                    <a:pt x="39" y="0"/>
                  </a:moveTo>
                  <a:cubicBezTo>
                    <a:pt x="26" y="0"/>
                    <a:pt x="14" y="10"/>
                    <a:pt x="9" y="26"/>
                  </a:cubicBezTo>
                  <a:cubicBezTo>
                    <a:pt x="1" y="84"/>
                    <a:pt x="17" y="150"/>
                    <a:pt x="17" y="208"/>
                  </a:cubicBezTo>
                  <a:cubicBezTo>
                    <a:pt x="17" y="266"/>
                    <a:pt x="17" y="324"/>
                    <a:pt x="9" y="382"/>
                  </a:cubicBezTo>
                  <a:cubicBezTo>
                    <a:pt x="9" y="407"/>
                    <a:pt x="17" y="432"/>
                    <a:pt x="42" y="440"/>
                  </a:cubicBezTo>
                  <a:cubicBezTo>
                    <a:pt x="45" y="441"/>
                    <a:pt x="48" y="442"/>
                    <a:pt x="52" y="442"/>
                  </a:cubicBezTo>
                  <a:cubicBezTo>
                    <a:pt x="69" y="442"/>
                    <a:pt x="92" y="427"/>
                    <a:pt x="92" y="407"/>
                  </a:cubicBezTo>
                  <a:cubicBezTo>
                    <a:pt x="100" y="340"/>
                    <a:pt x="108" y="274"/>
                    <a:pt x="108" y="208"/>
                  </a:cubicBezTo>
                  <a:cubicBezTo>
                    <a:pt x="100" y="142"/>
                    <a:pt x="92" y="67"/>
                    <a:pt x="59" y="9"/>
                  </a:cubicBezTo>
                  <a:cubicBezTo>
                    <a:pt x="53" y="3"/>
                    <a:pt x="46" y="0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p36"/>
            <p:cNvSpPr/>
            <p:nvPr/>
          </p:nvSpPr>
          <p:spPr>
            <a:xfrm>
              <a:off x="5573350" y="1448125"/>
              <a:ext cx="7075" cy="31375"/>
            </a:xfrm>
            <a:custGeom>
              <a:rect b="b" l="l" r="r" t="t"/>
              <a:pathLst>
                <a:path extrusionOk="0" h="1255" w="283">
                  <a:moveTo>
                    <a:pt x="58" y="1"/>
                  </a:moveTo>
                  <a:cubicBezTo>
                    <a:pt x="34" y="1"/>
                    <a:pt x="17" y="17"/>
                    <a:pt x="9" y="34"/>
                  </a:cubicBezTo>
                  <a:cubicBezTo>
                    <a:pt x="0" y="75"/>
                    <a:pt x="17" y="108"/>
                    <a:pt x="25" y="150"/>
                  </a:cubicBezTo>
                  <a:cubicBezTo>
                    <a:pt x="34" y="191"/>
                    <a:pt x="42" y="241"/>
                    <a:pt x="50" y="282"/>
                  </a:cubicBezTo>
                  <a:cubicBezTo>
                    <a:pt x="67" y="382"/>
                    <a:pt x="83" y="489"/>
                    <a:pt x="100" y="589"/>
                  </a:cubicBezTo>
                  <a:cubicBezTo>
                    <a:pt x="116" y="697"/>
                    <a:pt x="133" y="796"/>
                    <a:pt x="141" y="904"/>
                  </a:cubicBezTo>
                  <a:cubicBezTo>
                    <a:pt x="150" y="1011"/>
                    <a:pt x="166" y="1111"/>
                    <a:pt x="158" y="1219"/>
                  </a:cubicBezTo>
                  <a:cubicBezTo>
                    <a:pt x="158" y="1241"/>
                    <a:pt x="175" y="1254"/>
                    <a:pt x="192" y="1254"/>
                  </a:cubicBezTo>
                  <a:cubicBezTo>
                    <a:pt x="207" y="1254"/>
                    <a:pt x="220" y="1246"/>
                    <a:pt x="224" y="1227"/>
                  </a:cubicBezTo>
                  <a:cubicBezTo>
                    <a:pt x="249" y="1111"/>
                    <a:pt x="282" y="1003"/>
                    <a:pt x="282" y="879"/>
                  </a:cubicBezTo>
                  <a:cubicBezTo>
                    <a:pt x="282" y="771"/>
                    <a:pt x="274" y="655"/>
                    <a:pt x="266" y="547"/>
                  </a:cubicBezTo>
                  <a:cubicBezTo>
                    <a:pt x="249" y="431"/>
                    <a:pt x="241" y="324"/>
                    <a:pt x="216" y="216"/>
                  </a:cubicBezTo>
                  <a:cubicBezTo>
                    <a:pt x="199" y="133"/>
                    <a:pt x="158" y="9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p36"/>
            <p:cNvSpPr/>
            <p:nvPr/>
          </p:nvSpPr>
          <p:spPr>
            <a:xfrm>
              <a:off x="5569825" y="1453625"/>
              <a:ext cx="4375" cy="15175"/>
            </a:xfrm>
            <a:custGeom>
              <a:rect b="b" l="l" r="r" t="t"/>
              <a:pathLst>
                <a:path extrusionOk="0" h="607" w="175">
                  <a:moveTo>
                    <a:pt x="36" y="1"/>
                  </a:moveTo>
                  <a:cubicBezTo>
                    <a:pt x="19" y="1"/>
                    <a:pt x="1" y="15"/>
                    <a:pt x="1" y="37"/>
                  </a:cubicBezTo>
                  <a:cubicBezTo>
                    <a:pt x="1" y="79"/>
                    <a:pt x="9" y="120"/>
                    <a:pt x="25" y="170"/>
                  </a:cubicBezTo>
                  <a:cubicBezTo>
                    <a:pt x="34" y="211"/>
                    <a:pt x="42" y="261"/>
                    <a:pt x="50" y="303"/>
                  </a:cubicBezTo>
                  <a:cubicBezTo>
                    <a:pt x="67" y="394"/>
                    <a:pt x="83" y="477"/>
                    <a:pt x="83" y="568"/>
                  </a:cubicBezTo>
                  <a:cubicBezTo>
                    <a:pt x="83" y="591"/>
                    <a:pt x="105" y="607"/>
                    <a:pt x="125" y="607"/>
                  </a:cubicBezTo>
                  <a:cubicBezTo>
                    <a:pt x="140" y="607"/>
                    <a:pt x="154" y="598"/>
                    <a:pt x="158" y="576"/>
                  </a:cubicBezTo>
                  <a:cubicBezTo>
                    <a:pt x="166" y="485"/>
                    <a:pt x="175" y="385"/>
                    <a:pt x="166" y="286"/>
                  </a:cubicBezTo>
                  <a:cubicBezTo>
                    <a:pt x="158" y="236"/>
                    <a:pt x="150" y="187"/>
                    <a:pt x="133" y="137"/>
                  </a:cubicBezTo>
                  <a:cubicBezTo>
                    <a:pt x="125" y="120"/>
                    <a:pt x="117" y="95"/>
                    <a:pt x="108" y="79"/>
                  </a:cubicBezTo>
                  <a:cubicBezTo>
                    <a:pt x="92" y="46"/>
                    <a:pt x="83" y="29"/>
                    <a:pt x="59" y="13"/>
                  </a:cubicBezTo>
                  <a:cubicBezTo>
                    <a:pt x="53" y="4"/>
                    <a:pt x="45" y="1"/>
                    <a:pt x="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p36"/>
            <p:cNvSpPr/>
            <p:nvPr/>
          </p:nvSpPr>
          <p:spPr>
            <a:xfrm>
              <a:off x="5566500" y="1452525"/>
              <a:ext cx="3350" cy="7900"/>
            </a:xfrm>
            <a:custGeom>
              <a:rect b="b" l="l" r="r" t="t"/>
              <a:pathLst>
                <a:path extrusionOk="0" h="316" w="134">
                  <a:moveTo>
                    <a:pt x="32" y="1"/>
                  </a:moveTo>
                  <a:cubicBezTo>
                    <a:pt x="16" y="1"/>
                    <a:pt x="1" y="12"/>
                    <a:pt x="1" y="32"/>
                  </a:cubicBezTo>
                  <a:cubicBezTo>
                    <a:pt x="1" y="48"/>
                    <a:pt x="1" y="57"/>
                    <a:pt x="1" y="73"/>
                  </a:cubicBezTo>
                  <a:cubicBezTo>
                    <a:pt x="1" y="81"/>
                    <a:pt x="1" y="90"/>
                    <a:pt x="1" y="98"/>
                  </a:cubicBezTo>
                  <a:lnTo>
                    <a:pt x="9" y="98"/>
                  </a:lnTo>
                  <a:cubicBezTo>
                    <a:pt x="9" y="123"/>
                    <a:pt x="9" y="139"/>
                    <a:pt x="18" y="164"/>
                  </a:cubicBezTo>
                  <a:cubicBezTo>
                    <a:pt x="26" y="206"/>
                    <a:pt x="42" y="247"/>
                    <a:pt x="51" y="289"/>
                  </a:cubicBezTo>
                  <a:cubicBezTo>
                    <a:pt x="51" y="302"/>
                    <a:pt x="67" y="316"/>
                    <a:pt x="87" y="316"/>
                  </a:cubicBezTo>
                  <a:cubicBezTo>
                    <a:pt x="91" y="316"/>
                    <a:pt x="96" y="315"/>
                    <a:pt x="100" y="313"/>
                  </a:cubicBezTo>
                  <a:cubicBezTo>
                    <a:pt x="125" y="305"/>
                    <a:pt x="134" y="289"/>
                    <a:pt x="134" y="264"/>
                  </a:cubicBezTo>
                  <a:cubicBezTo>
                    <a:pt x="117" y="222"/>
                    <a:pt x="117" y="181"/>
                    <a:pt x="100" y="139"/>
                  </a:cubicBezTo>
                  <a:cubicBezTo>
                    <a:pt x="92" y="123"/>
                    <a:pt x="92" y="98"/>
                    <a:pt x="84" y="81"/>
                  </a:cubicBezTo>
                  <a:cubicBezTo>
                    <a:pt x="84" y="73"/>
                    <a:pt x="76" y="57"/>
                    <a:pt x="76" y="48"/>
                  </a:cubicBezTo>
                  <a:cubicBezTo>
                    <a:pt x="67" y="40"/>
                    <a:pt x="67" y="23"/>
                    <a:pt x="59" y="15"/>
                  </a:cubicBezTo>
                  <a:cubicBezTo>
                    <a:pt x="52" y="5"/>
                    <a:pt x="42" y="1"/>
                    <a:pt x="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p36"/>
            <p:cNvSpPr/>
            <p:nvPr/>
          </p:nvSpPr>
          <p:spPr>
            <a:xfrm>
              <a:off x="5570650" y="1436050"/>
              <a:ext cx="3125" cy="7800"/>
            </a:xfrm>
            <a:custGeom>
              <a:rect b="b" l="l" r="r" t="t"/>
              <a:pathLst>
                <a:path extrusionOk="0" h="312" w="125">
                  <a:moveTo>
                    <a:pt x="47" y="1"/>
                  </a:moveTo>
                  <a:cubicBezTo>
                    <a:pt x="43" y="1"/>
                    <a:pt x="38" y="2"/>
                    <a:pt x="34" y="3"/>
                  </a:cubicBezTo>
                  <a:cubicBezTo>
                    <a:pt x="17" y="3"/>
                    <a:pt x="1" y="20"/>
                    <a:pt x="1" y="44"/>
                  </a:cubicBezTo>
                  <a:cubicBezTo>
                    <a:pt x="1" y="78"/>
                    <a:pt x="9" y="119"/>
                    <a:pt x="9" y="152"/>
                  </a:cubicBezTo>
                  <a:cubicBezTo>
                    <a:pt x="9" y="194"/>
                    <a:pt x="17" y="235"/>
                    <a:pt x="26" y="276"/>
                  </a:cubicBezTo>
                  <a:cubicBezTo>
                    <a:pt x="32" y="297"/>
                    <a:pt x="56" y="312"/>
                    <a:pt x="73" y="312"/>
                  </a:cubicBezTo>
                  <a:cubicBezTo>
                    <a:pt x="77" y="312"/>
                    <a:pt x="81" y="311"/>
                    <a:pt x="84" y="310"/>
                  </a:cubicBezTo>
                  <a:cubicBezTo>
                    <a:pt x="100" y="310"/>
                    <a:pt x="108" y="301"/>
                    <a:pt x="117" y="285"/>
                  </a:cubicBezTo>
                  <a:cubicBezTo>
                    <a:pt x="125" y="276"/>
                    <a:pt x="125" y="260"/>
                    <a:pt x="125" y="252"/>
                  </a:cubicBezTo>
                  <a:cubicBezTo>
                    <a:pt x="117" y="210"/>
                    <a:pt x="117" y="177"/>
                    <a:pt x="108" y="136"/>
                  </a:cubicBezTo>
                  <a:cubicBezTo>
                    <a:pt x="100" y="102"/>
                    <a:pt x="92" y="69"/>
                    <a:pt x="84" y="28"/>
                  </a:cubicBezTo>
                  <a:cubicBezTo>
                    <a:pt x="77" y="14"/>
                    <a:pt x="64" y="1"/>
                    <a:pt x="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p36"/>
            <p:cNvSpPr/>
            <p:nvPr/>
          </p:nvSpPr>
          <p:spPr>
            <a:xfrm>
              <a:off x="5593025" y="1534400"/>
              <a:ext cx="4575" cy="8500"/>
            </a:xfrm>
            <a:custGeom>
              <a:rect b="b" l="l" r="r" t="t"/>
              <a:pathLst>
                <a:path extrusionOk="0" h="340" w="183">
                  <a:moveTo>
                    <a:pt x="154" y="1"/>
                  </a:moveTo>
                  <a:cubicBezTo>
                    <a:pt x="147" y="1"/>
                    <a:pt x="139" y="4"/>
                    <a:pt x="133" y="13"/>
                  </a:cubicBezTo>
                  <a:cubicBezTo>
                    <a:pt x="125" y="21"/>
                    <a:pt x="117" y="30"/>
                    <a:pt x="117" y="38"/>
                  </a:cubicBezTo>
                  <a:cubicBezTo>
                    <a:pt x="108" y="46"/>
                    <a:pt x="100" y="63"/>
                    <a:pt x="92" y="71"/>
                  </a:cubicBezTo>
                  <a:cubicBezTo>
                    <a:pt x="83" y="79"/>
                    <a:pt x="83" y="79"/>
                    <a:pt x="75" y="88"/>
                  </a:cubicBezTo>
                  <a:cubicBezTo>
                    <a:pt x="75" y="96"/>
                    <a:pt x="75" y="104"/>
                    <a:pt x="67" y="112"/>
                  </a:cubicBezTo>
                  <a:cubicBezTo>
                    <a:pt x="67" y="121"/>
                    <a:pt x="59" y="129"/>
                    <a:pt x="59" y="146"/>
                  </a:cubicBezTo>
                  <a:cubicBezTo>
                    <a:pt x="42" y="187"/>
                    <a:pt x="25" y="237"/>
                    <a:pt x="9" y="286"/>
                  </a:cubicBezTo>
                  <a:cubicBezTo>
                    <a:pt x="1" y="303"/>
                    <a:pt x="17" y="328"/>
                    <a:pt x="34" y="336"/>
                  </a:cubicBezTo>
                  <a:cubicBezTo>
                    <a:pt x="38" y="338"/>
                    <a:pt x="44" y="339"/>
                    <a:pt x="50" y="339"/>
                  </a:cubicBezTo>
                  <a:cubicBezTo>
                    <a:pt x="66" y="339"/>
                    <a:pt x="86" y="332"/>
                    <a:pt x="92" y="320"/>
                  </a:cubicBezTo>
                  <a:cubicBezTo>
                    <a:pt x="117" y="270"/>
                    <a:pt x="133" y="220"/>
                    <a:pt x="158" y="179"/>
                  </a:cubicBezTo>
                  <a:cubicBezTo>
                    <a:pt x="158" y="162"/>
                    <a:pt x="166" y="154"/>
                    <a:pt x="166" y="137"/>
                  </a:cubicBezTo>
                  <a:cubicBezTo>
                    <a:pt x="175" y="137"/>
                    <a:pt x="175" y="129"/>
                    <a:pt x="175" y="129"/>
                  </a:cubicBezTo>
                  <a:cubicBezTo>
                    <a:pt x="175" y="121"/>
                    <a:pt x="175" y="112"/>
                    <a:pt x="175" y="112"/>
                  </a:cubicBezTo>
                  <a:cubicBezTo>
                    <a:pt x="175" y="104"/>
                    <a:pt x="175" y="104"/>
                    <a:pt x="175" y="104"/>
                  </a:cubicBezTo>
                  <a:cubicBezTo>
                    <a:pt x="175" y="96"/>
                    <a:pt x="175" y="79"/>
                    <a:pt x="183" y="71"/>
                  </a:cubicBezTo>
                  <a:cubicBezTo>
                    <a:pt x="183" y="54"/>
                    <a:pt x="183" y="46"/>
                    <a:pt x="183" y="30"/>
                  </a:cubicBezTo>
                  <a:cubicBezTo>
                    <a:pt x="183" y="13"/>
                    <a:pt x="169" y="1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p36"/>
            <p:cNvSpPr/>
            <p:nvPr/>
          </p:nvSpPr>
          <p:spPr>
            <a:xfrm>
              <a:off x="5596750" y="1534500"/>
              <a:ext cx="4800" cy="6950"/>
            </a:xfrm>
            <a:custGeom>
              <a:rect b="b" l="l" r="r" t="t"/>
              <a:pathLst>
                <a:path extrusionOk="0" h="278" w="192">
                  <a:moveTo>
                    <a:pt x="166" y="1"/>
                  </a:moveTo>
                  <a:cubicBezTo>
                    <a:pt x="158" y="1"/>
                    <a:pt x="142" y="1"/>
                    <a:pt x="133" y="9"/>
                  </a:cubicBezTo>
                  <a:cubicBezTo>
                    <a:pt x="117" y="17"/>
                    <a:pt x="108" y="26"/>
                    <a:pt x="108" y="34"/>
                  </a:cubicBezTo>
                  <a:cubicBezTo>
                    <a:pt x="100" y="42"/>
                    <a:pt x="100" y="50"/>
                    <a:pt x="92" y="59"/>
                  </a:cubicBezTo>
                  <a:cubicBezTo>
                    <a:pt x="84" y="75"/>
                    <a:pt x="75" y="92"/>
                    <a:pt x="67" y="108"/>
                  </a:cubicBezTo>
                  <a:cubicBezTo>
                    <a:pt x="50" y="142"/>
                    <a:pt x="26" y="175"/>
                    <a:pt x="9" y="208"/>
                  </a:cubicBezTo>
                  <a:cubicBezTo>
                    <a:pt x="1" y="233"/>
                    <a:pt x="9" y="258"/>
                    <a:pt x="26" y="274"/>
                  </a:cubicBezTo>
                  <a:cubicBezTo>
                    <a:pt x="32" y="276"/>
                    <a:pt x="39" y="277"/>
                    <a:pt x="45" y="277"/>
                  </a:cubicBezTo>
                  <a:cubicBezTo>
                    <a:pt x="63" y="277"/>
                    <a:pt x="80" y="270"/>
                    <a:pt x="92" y="258"/>
                  </a:cubicBezTo>
                  <a:cubicBezTo>
                    <a:pt x="108" y="224"/>
                    <a:pt x="125" y="191"/>
                    <a:pt x="150" y="150"/>
                  </a:cubicBezTo>
                  <a:cubicBezTo>
                    <a:pt x="158" y="133"/>
                    <a:pt x="166" y="117"/>
                    <a:pt x="175" y="100"/>
                  </a:cubicBezTo>
                  <a:lnTo>
                    <a:pt x="183" y="75"/>
                  </a:lnTo>
                  <a:cubicBezTo>
                    <a:pt x="191" y="67"/>
                    <a:pt x="191" y="50"/>
                    <a:pt x="191" y="34"/>
                  </a:cubicBezTo>
                  <a:cubicBezTo>
                    <a:pt x="191" y="17"/>
                    <a:pt x="183" y="9"/>
                    <a:pt x="1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9;p36"/>
            <p:cNvSpPr/>
            <p:nvPr/>
          </p:nvSpPr>
          <p:spPr>
            <a:xfrm>
              <a:off x="5692550" y="1510725"/>
              <a:ext cx="5925" cy="20375"/>
            </a:xfrm>
            <a:custGeom>
              <a:rect b="b" l="l" r="r" t="t"/>
              <a:pathLst>
                <a:path extrusionOk="0" h="815" w="237">
                  <a:moveTo>
                    <a:pt x="167" y="1"/>
                  </a:moveTo>
                  <a:cubicBezTo>
                    <a:pt x="158" y="1"/>
                    <a:pt x="150" y="3"/>
                    <a:pt x="146" y="7"/>
                  </a:cubicBezTo>
                  <a:cubicBezTo>
                    <a:pt x="121" y="40"/>
                    <a:pt x="121" y="65"/>
                    <a:pt x="113" y="98"/>
                  </a:cubicBezTo>
                  <a:cubicBezTo>
                    <a:pt x="113" y="131"/>
                    <a:pt x="104" y="173"/>
                    <a:pt x="104" y="206"/>
                  </a:cubicBezTo>
                  <a:cubicBezTo>
                    <a:pt x="96" y="272"/>
                    <a:pt x="88" y="339"/>
                    <a:pt x="79" y="397"/>
                  </a:cubicBezTo>
                  <a:cubicBezTo>
                    <a:pt x="63" y="529"/>
                    <a:pt x="21" y="662"/>
                    <a:pt x="5" y="794"/>
                  </a:cubicBezTo>
                  <a:cubicBezTo>
                    <a:pt x="0" y="808"/>
                    <a:pt x="11" y="814"/>
                    <a:pt x="23" y="814"/>
                  </a:cubicBezTo>
                  <a:cubicBezTo>
                    <a:pt x="32" y="814"/>
                    <a:pt x="43" y="810"/>
                    <a:pt x="46" y="803"/>
                  </a:cubicBezTo>
                  <a:cubicBezTo>
                    <a:pt x="129" y="695"/>
                    <a:pt x="171" y="554"/>
                    <a:pt x="195" y="413"/>
                  </a:cubicBezTo>
                  <a:cubicBezTo>
                    <a:pt x="212" y="347"/>
                    <a:pt x="220" y="281"/>
                    <a:pt x="229" y="206"/>
                  </a:cubicBezTo>
                  <a:cubicBezTo>
                    <a:pt x="229" y="148"/>
                    <a:pt x="237" y="57"/>
                    <a:pt x="195" y="7"/>
                  </a:cubicBezTo>
                  <a:cubicBezTo>
                    <a:pt x="187" y="3"/>
                    <a:pt x="177" y="1"/>
                    <a:pt x="1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36"/>
            <p:cNvSpPr/>
            <p:nvPr/>
          </p:nvSpPr>
          <p:spPr>
            <a:xfrm>
              <a:off x="5694725" y="1524350"/>
              <a:ext cx="3750" cy="10600"/>
            </a:xfrm>
            <a:custGeom>
              <a:rect b="b" l="l" r="r" t="t"/>
              <a:pathLst>
                <a:path extrusionOk="0" h="424" w="150">
                  <a:moveTo>
                    <a:pt x="122" y="0"/>
                  </a:moveTo>
                  <a:cubicBezTo>
                    <a:pt x="114" y="0"/>
                    <a:pt x="106" y="3"/>
                    <a:pt x="100" y="9"/>
                  </a:cubicBezTo>
                  <a:cubicBezTo>
                    <a:pt x="84" y="34"/>
                    <a:pt x="67" y="59"/>
                    <a:pt x="59" y="92"/>
                  </a:cubicBezTo>
                  <a:cubicBezTo>
                    <a:pt x="42" y="117"/>
                    <a:pt x="34" y="150"/>
                    <a:pt x="34" y="183"/>
                  </a:cubicBezTo>
                  <a:cubicBezTo>
                    <a:pt x="17" y="241"/>
                    <a:pt x="9" y="307"/>
                    <a:pt x="1" y="374"/>
                  </a:cubicBezTo>
                  <a:cubicBezTo>
                    <a:pt x="1" y="398"/>
                    <a:pt x="26" y="415"/>
                    <a:pt x="50" y="415"/>
                  </a:cubicBezTo>
                  <a:lnTo>
                    <a:pt x="50" y="423"/>
                  </a:lnTo>
                  <a:cubicBezTo>
                    <a:pt x="75" y="423"/>
                    <a:pt x="92" y="398"/>
                    <a:pt x="100" y="374"/>
                  </a:cubicBezTo>
                  <a:cubicBezTo>
                    <a:pt x="100" y="316"/>
                    <a:pt x="108" y="258"/>
                    <a:pt x="125" y="200"/>
                  </a:cubicBezTo>
                  <a:cubicBezTo>
                    <a:pt x="133" y="175"/>
                    <a:pt x="142" y="142"/>
                    <a:pt x="142" y="117"/>
                  </a:cubicBezTo>
                  <a:cubicBezTo>
                    <a:pt x="150" y="84"/>
                    <a:pt x="150" y="50"/>
                    <a:pt x="150" y="26"/>
                  </a:cubicBezTo>
                  <a:cubicBezTo>
                    <a:pt x="150" y="9"/>
                    <a:pt x="136" y="0"/>
                    <a:pt x="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36"/>
            <p:cNvSpPr/>
            <p:nvPr/>
          </p:nvSpPr>
          <p:spPr>
            <a:xfrm>
              <a:off x="5692250" y="1492875"/>
              <a:ext cx="6025" cy="19550"/>
            </a:xfrm>
            <a:custGeom>
              <a:rect b="b" l="l" r="r" t="t"/>
              <a:pathLst>
                <a:path extrusionOk="0" h="782" w="241">
                  <a:moveTo>
                    <a:pt x="183" y="0"/>
                  </a:moveTo>
                  <a:cubicBezTo>
                    <a:pt x="168" y="0"/>
                    <a:pt x="154" y="9"/>
                    <a:pt x="149" y="25"/>
                  </a:cubicBezTo>
                  <a:cubicBezTo>
                    <a:pt x="125" y="133"/>
                    <a:pt x="116" y="257"/>
                    <a:pt x="100" y="373"/>
                  </a:cubicBezTo>
                  <a:cubicBezTo>
                    <a:pt x="75" y="489"/>
                    <a:pt x="50" y="605"/>
                    <a:pt x="9" y="713"/>
                  </a:cubicBezTo>
                  <a:cubicBezTo>
                    <a:pt x="0" y="738"/>
                    <a:pt x="17" y="771"/>
                    <a:pt x="42" y="779"/>
                  </a:cubicBezTo>
                  <a:lnTo>
                    <a:pt x="50" y="779"/>
                  </a:lnTo>
                  <a:cubicBezTo>
                    <a:pt x="54" y="781"/>
                    <a:pt x="59" y="781"/>
                    <a:pt x="63" y="781"/>
                  </a:cubicBezTo>
                  <a:cubicBezTo>
                    <a:pt x="83" y="781"/>
                    <a:pt x="103" y="766"/>
                    <a:pt x="116" y="746"/>
                  </a:cubicBezTo>
                  <a:cubicBezTo>
                    <a:pt x="158" y="630"/>
                    <a:pt x="199" y="514"/>
                    <a:pt x="216" y="390"/>
                  </a:cubicBezTo>
                  <a:cubicBezTo>
                    <a:pt x="232" y="274"/>
                    <a:pt x="241" y="141"/>
                    <a:pt x="216" y="25"/>
                  </a:cubicBezTo>
                  <a:cubicBezTo>
                    <a:pt x="212" y="9"/>
                    <a:pt x="197" y="0"/>
                    <a:pt x="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36"/>
            <p:cNvSpPr/>
            <p:nvPr/>
          </p:nvSpPr>
          <p:spPr>
            <a:xfrm>
              <a:off x="5694325" y="1478950"/>
              <a:ext cx="4375" cy="9250"/>
            </a:xfrm>
            <a:custGeom>
              <a:rect b="b" l="l" r="r" t="t"/>
              <a:pathLst>
                <a:path extrusionOk="0" h="370" w="175">
                  <a:moveTo>
                    <a:pt x="139" y="1"/>
                  </a:moveTo>
                  <a:cubicBezTo>
                    <a:pt x="128" y="1"/>
                    <a:pt x="119" y="6"/>
                    <a:pt x="116" y="19"/>
                  </a:cubicBezTo>
                  <a:cubicBezTo>
                    <a:pt x="100" y="44"/>
                    <a:pt x="91" y="68"/>
                    <a:pt x="83" y="93"/>
                  </a:cubicBezTo>
                  <a:cubicBezTo>
                    <a:pt x="75" y="118"/>
                    <a:pt x="66" y="143"/>
                    <a:pt x="58" y="168"/>
                  </a:cubicBezTo>
                  <a:cubicBezTo>
                    <a:pt x="50" y="226"/>
                    <a:pt x="25" y="276"/>
                    <a:pt x="8" y="325"/>
                  </a:cubicBezTo>
                  <a:cubicBezTo>
                    <a:pt x="0" y="342"/>
                    <a:pt x="17" y="358"/>
                    <a:pt x="33" y="367"/>
                  </a:cubicBezTo>
                  <a:cubicBezTo>
                    <a:pt x="38" y="369"/>
                    <a:pt x="42" y="370"/>
                    <a:pt x="46" y="370"/>
                  </a:cubicBezTo>
                  <a:cubicBezTo>
                    <a:pt x="58" y="370"/>
                    <a:pt x="69" y="362"/>
                    <a:pt x="75" y="350"/>
                  </a:cubicBezTo>
                  <a:cubicBezTo>
                    <a:pt x="100" y="300"/>
                    <a:pt x="124" y="251"/>
                    <a:pt x="141" y="193"/>
                  </a:cubicBezTo>
                  <a:cubicBezTo>
                    <a:pt x="149" y="168"/>
                    <a:pt x="158" y="143"/>
                    <a:pt x="166" y="118"/>
                  </a:cubicBezTo>
                  <a:cubicBezTo>
                    <a:pt x="166" y="93"/>
                    <a:pt x="174" y="60"/>
                    <a:pt x="174" y="35"/>
                  </a:cubicBezTo>
                  <a:cubicBezTo>
                    <a:pt x="174" y="15"/>
                    <a:pt x="155" y="1"/>
                    <a:pt x="1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33;p36"/>
            <p:cNvSpPr/>
            <p:nvPr/>
          </p:nvSpPr>
          <p:spPr>
            <a:xfrm>
              <a:off x="5710275" y="1504050"/>
              <a:ext cx="2925" cy="12675"/>
            </a:xfrm>
            <a:custGeom>
              <a:rect b="b" l="l" r="r" t="t"/>
              <a:pathLst>
                <a:path extrusionOk="0" h="507" w="117">
                  <a:moveTo>
                    <a:pt x="75" y="1"/>
                  </a:moveTo>
                  <a:cubicBezTo>
                    <a:pt x="42" y="1"/>
                    <a:pt x="25" y="26"/>
                    <a:pt x="25" y="50"/>
                  </a:cubicBezTo>
                  <a:cubicBezTo>
                    <a:pt x="17" y="117"/>
                    <a:pt x="17" y="191"/>
                    <a:pt x="8" y="266"/>
                  </a:cubicBezTo>
                  <a:cubicBezTo>
                    <a:pt x="8" y="340"/>
                    <a:pt x="0" y="415"/>
                    <a:pt x="17" y="481"/>
                  </a:cubicBezTo>
                  <a:cubicBezTo>
                    <a:pt x="21" y="498"/>
                    <a:pt x="33" y="506"/>
                    <a:pt x="46" y="506"/>
                  </a:cubicBezTo>
                  <a:cubicBezTo>
                    <a:pt x="58" y="506"/>
                    <a:pt x="71" y="498"/>
                    <a:pt x="75" y="481"/>
                  </a:cubicBezTo>
                  <a:lnTo>
                    <a:pt x="75" y="490"/>
                  </a:lnTo>
                  <a:cubicBezTo>
                    <a:pt x="83" y="465"/>
                    <a:pt x="91" y="448"/>
                    <a:pt x="100" y="423"/>
                  </a:cubicBezTo>
                  <a:cubicBezTo>
                    <a:pt x="100" y="407"/>
                    <a:pt x="100" y="390"/>
                    <a:pt x="100" y="374"/>
                  </a:cubicBezTo>
                  <a:cubicBezTo>
                    <a:pt x="108" y="340"/>
                    <a:pt x="108" y="307"/>
                    <a:pt x="108" y="266"/>
                  </a:cubicBezTo>
                  <a:lnTo>
                    <a:pt x="116" y="50"/>
                  </a:lnTo>
                  <a:cubicBezTo>
                    <a:pt x="116" y="26"/>
                    <a:pt x="100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34;p36"/>
            <p:cNvSpPr/>
            <p:nvPr/>
          </p:nvSpPr>
          <p:spPr>
            <a:xfrm>
              <a:off x="5700725" y="1544850"/>
              <a:ext cx="3975" cy="13300"/>
            </a:xfrm>
            <a:custGeom>
              <a:rect b="b" l="l" r="r" t="t"/>
              <a:pathLst>
                <a:path extrusionOk="0" h="532" w="159">
                  <a:moveTo>
                    <a:pt x="117" y="1"/>
                  </a:moveTo>
                  <a:cubicBezTo>
                    <a:pt x="92" y="1"/>
                    <a:pt x="59" y="9"/>
                    <a:pt x="59" y="42"/>
                  </a:cubicBezTo>
                  <a:cubicBezTo>
                    <a:pt x="34" y="117"/>
                    <a:pt x="26" y="191"/>
                    <a:pt x="18" y="266"/>
                  </a:cubicBezTo>
                  <a:cubicBezTo>
                    <a:pt x="9" y="341"/>
                    <a:pt x="1" y="423"/>
                    <a:pt x="26" y="498"/>
                  </a:cubicBezTo>
                  <a:cubicBezTo>
                    <a:pt x="34" y="515"/>
                    <a:pt x="51" y="531"/>
                    <a:pt x="76" y="531"/>
                  </a:cubicBezTo>
                  <a:cubicBezTo>
                    <a:pt x="92" y="531"/>
                    <a:pt x="125" y="515"/>
                    <a:pt x="125" y="498"/>
                  </a:cubicBezTo>
                  <a:cubicBezTo>
                    <a:pt x="134" y="423"/>
                    <a:pt x="134" y="349"/>
                    <a:pt x="134" y="274"/>
                  </a:cubicBezTo>
                  <a:cubicBezTo>
                    <a:pt x="134" y="208"/>
                    <a:pt x="142" y="133"/>
                    <a:pt x="150" y="67"/>
                  </a:cubicBezTo>
                  <a:cubicBezTo>
                    <a:pt x="158" y="42"/>
                    <a:pt x="142" y="9"/>
                    <a:pt x="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36"/>
            <p:cNvSpPr/>
            <p:nvPr/>
          </p:nvSpPr>
          <p:spPr>
            <a:xfrm>
              <a:off x="5704675" y="1547075"/>
              <a:ext cx="3325" cy="10300"/>
            </a:xfrm>
            <a:custGeom>
              <a:rect b="b" l="l" r="r" t="t"/>
              <a:pathLst>
                <a:path extrusionOk="0" h="412" w="133">
                  <a:moveTo>
                    <a:pt x="75" y="1"/>
                  </a:moveTo>
                  <a:cubicBezTo>
                    <a:pt x="48" y="1"/>
                    <a:pt x="25" y="17"/>
                    <a:pt x="25" y="44"/>
                  </a:cubicBezTo>
                  <a:cubicBezTo>
                    <a:pt x="9" y="102"/>
                    <a:pt x="0" y="160"/>
                    <a:pt x="0" y="218"/>
                  </a:cubicBezTo>
                  <a:cubicBezTo>
                    <a:pt x="0" y="243"/>
                    <a:pt x="0" y="276"/>
                    <a:pt x="0" y="301"/>
                  </a:cubicBezTo>
                  <a:cubicBezTo>
                    <a:pt x="9" y="318"/>
                    <a:pt x="9" y="326"/>
                    <a:pt x="9" y="343"/>
                  </a:cubicBezTo>
                  <a:cubicBezTo>
                    <a:pt x="9" y="359"/>
                    <a:pt x="17" y="376"/>
                    <a:pt x="25" y="392"/>
                  </a:cubicBezTo>
                  <a:cubicBezTo>
                    <a:pt x="29" y="405"/>
                    <a:pt x="40" y="411"/>
                    <a:pt x="50" y="411"/>
                  </a:cubicBezTo>
                  <a:cubicBezTo>
                    <a:pt x="60" y="411"/>
                    <a:pt x="71" y="405"/>
                    <a:pt x="75" y="392"/>
                  </a:cubicBezTo>
                  <a:cubicBezTo>
                    <a:pt x="83" y="376"/>
                    <a:pt x="92" y="359"/>
                    <a:pt x="92" y="343"/>
                  </a:cubicBezTo>
                  <a:cubicBezTo>
                    <a:pt x="92" y="326"/>
                    <a:pt x="92" y="318"/>
                    <a:pt x="92" y="301"/>
                  </a:cubicBezTo>
                  <a:cubicBezTo>
                    <a:pt x="100" y="276"/>
                    <a:pt x="100" y="252"/>
                    <a:pt x="108" y="227"/>
                  </a:cubicBezTo>
                  <a:cubicBezTo>
                    <a:pt x="108" y="169"/>
                    <a:pt x="116" y="127"/>
                    <a:pt x="125" y="69"/>
                  </a:cubicBezTo>
                  <a:cubicBezTo>
                    <a:pt x="133" y="44"/>
                    <a:pt x="116" y="11"/>
                    <a:pt x="92" y="3"/>
                  </a:cubicBezTo>
                  <a:cubicBezTo>
                    <a:pt x="86" y="2"/>
                    <a:pt x="80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36"/>
            <p:cNvSpPr/>
            <p:nvPr/>
          </p:nvSpPr>
          <p:spPr>
            <a:xfrm>
              <a:off x="5725675" y="1560375"/>
              <a:ext cx="2425" cy="7400"/>
            </a:xfrm>
            <a:custGeom>
              <a:rect b="b" l="l" r="r" t="t"/>
              <a:pathLst>
                <a:path extrusionOk="0" h="296" w="97">
                  <a:moveTo>
                    <a:pt x="62" y="1"/>
                  </a:moveTo>
                  <a:cubicBezTo>
                    <a:pt x="56" y="1"/>
                    <a:pt x="50" y="3"/>
                    <a:pt x="47" y="10"/>
                  </a:cubicBezTo>
                  <a:cubicBezTo>
                    <a:pt x="39" y="26"/>
                    <a:pt x="39" y="34"/>
                    <a:pt x="30" y="43"/>
                  </a:cubicBezTo>
                  <a:cubicBezTo>
                    <a:pt x="30" y="51"/>
                    <a:pt x="30" y="59"/>
                    <a:pt x="30" y="68"/>
                  </a:cubicBezTo>
                  <a:cubicBezTo>
                    <a:pt x="22" y="92"/>
                    <a:pt x="22" y="117"/>
                    <a:pt x="14" y="142"/>
                  </a:cubicBezTo>
                  <a:cubicBezTo>
                    <a:pt x="14" y="184"/>
                    <a:pt x="6" y="225"/>
                    <a:pt x="6" y="266"/>
                  </a:cubicBezTo>
                  <a:cubicBezTo>
                    <a:pt x="1" y="285"/>
                    <a:pt x="17" y="296"/>
                    <a:pt x="34" y="296"/>
                  </a:cubicBezTo>
                  <a:cubicBezTo>
                    <a:pt x="47" y="296"/>
                    <a:pt x="60" y="289"/>
                    <a:pt x="64" y="275"/>
                  </a:cubicBezTo>
                  <a:cubicBezTo>
                    <a:pt x="72" y="233"/>
                    <a:pt x="72" y="192"/>
                    <a:pt x="80" y="150"/>
                  </a:cubicBezTo>
                  <a:cubicBezTo>
                    <a:pt x="88" y="126"/>
                    <a:pt x="88" y="101"/>
                    <a:pt x="88" y="84"/>
                  </a:cubicBezTo>
                  <a:cubicBezTo>
                    <a:pt x="88" y="76"/>
                    <a:pt x="97" y="59"/>
                    <a:pt x="97" y="51"/>
                  </a:cubicBezTo>
                  <a:cubicBezTo>
                    <a:pt x="97" y="43"/>
                    <a:pt x="88" y="26"/>
                    <a:pt x="88" y="18"/>
                  </a:cubicBezTo>
                  <a:cubicBezTo>
                    <a:pt x="83" y="8"/>
                    <a:pt x="72" y="1"/>
                    <a:pt x="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36"/>
            <p:cNvSpPr/>
            <p:nvPr/>
          </p:nvSpPr>
          <p:spPr>
            <a:xfrm>
              <a:off x="5525300" y="1509575"/>
              <a:ext cx="6025" cy="24825"/>
            </a:xfrm>
            <a:custGeom>
              <a:rect b="b" l="l" r="r" t="t"/>
              <a:pathLst>
                <a:path extrusionOk="0" h="993" w="241">
                  <a:moveTo>
                    <a:pt x="175" y="0"/>
                  </a:moveTo>
                  <a:cubicBezTo>
                    <a:pt x="171" y="0"/>
                    <a:pt x="168" y="1"/>
                    <a:pt x="166" y="3"/>
                  </a:cubicBezTo>
                  <a:cubicBezTo>
                    <a:pt x="83" y="28"/>
                    <a:pt x="58" y="144"/>
                    <a:pt x="42" y="211"/>
                  </a:cubicBezTo>
                  <a:cubicBezTo>
                    <a:pt x="25" y="302"/>
                    <a:pt x="8" y="393"/>
                    <a:pt x="8" y="484"/>
                  </a:cubicBezTo>
                  <a:cubicBezTo>
                    <a:pt x="0" y="575"/>
                    <a:pt x="8" y="666"/>
                    <a:pt x="25" y="749"/>
                  </a:cubicBezTo>
                  <a:cubicBezTo>
                    <a:pt x="25" y="799"/>
                    <a:pt x="33" y="840"/>
                    <a:pt x="50" y="890"/>
                  </a:cubicBezTo>
                  <a:cubicBezTo>
                    <a:pt x="58" y="931"/>
                    <a:pt x="66" y="973"/>
                    <a:pt x="108" y="989"/>
                  </a:cubicBezTo>
                  <a:cubicBezTo>
                    <a:pt x="115" y="992"/>
                    <a:pt x="121" y="993"/>
                    <a:pt x="126" y="993"/>
                  </a:cubicBezTo>
                  <a:cubicBezTo>
                    <a:pt x="141" y="993"/>
                    <a:pt x="152" y="985"/>
                    <a:pt x="158" y="973"/>
                  </a:cubicBezTo>
                  <a:cubicBezTo>
                    <a:pt x="182" y="940"/>
                    <a:pt x="174" y="907"/>
                    <a:pt x="166" y="865"/>
                  </a:cubicBezTo>
                  <a:cubicBezTo>
                    <a:pt x="158" y="824"/>
                    <a:pt x="158" y="791"/>
                    <a:pt x="149" y="749"/>
                  </a:cubicBezTo>
                  <a:cubicBezTo>
                    <a:pt x="141" y="666"/>
                    <a:pt x="141" y="583"/>
                    <a:pt x="149" y="492"/>
                  </a:cubicBezTo>
                  <a:cubicBezTo>
                    <a:pt x="158" y="409"/>
                    <a:pt x="166" y="335"/>
                    <a:pt x="182" y="252"/>
                  </a:cubicBezTo>
                  <a:cubicBezTo>
                    <a:pt x="199" y="186"/>
                    <a:pt x="240" y="86"/>
                    <a:pt x="207" y="20"/>
                  </a:cubicBezTo>
                  <a:cubicBezTo>
                    <a:pt x="201" y="8"/>
                    <a:pt x="186" y="0"/>
                    <a:pt x="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36"/>
            <p:cNvSpPr/>
            <p:nvPr/>
          </p:nvSpPr>
          <p:spPr>
            <a:xfrm>
              <a:off x="5535025" y="1524775"/>
              <a:ext cx="8300" cy="8375"/>
            </a:xfrm>
            <a:custGeom>
              <a:rect b="b" l="l" r="r" t="t"/>
              <a:pathLst>
                <a:path extrusionOk="0" h="335" w="332">
                  <a:moveTo>
                    <a:pt x="282" y="0"/>
                  </a:moveTo>
                  <a:cubicBezTo>
                    <a:pt x="257" y="17"/>
                    <a:pt x="224" y="25"/>
                    <a:pt x="199" y="42"/>
                  </a:cubicBezTo>
                  <a:cubicBezTo>
                    <a:pt x="175" y="58"/>
                    <a:pt x="150" y="83"/>
                    <a:pt x="125" y="108"/>
                  </a:cubicBezTo>
                  <a:cubicBezTo>
                    <a:pt x="83" y="158"/>
                    <a:pt x="42" y="207"/>
                    <a:pt x="9" y="265"/>
                  </a:cubicBezTo>
                  <a:cubicBezTo>
                    <a:pt x="1" y="282"/>
                    <a:pt x="1" y="315"/>
                    <a:pt x="25" y="332"/>
                  </a:cubicBezTo>
                  <a:cubicBezTo>
                    <a:pt x="32" y="334"/>
                    <a:pt x="39" y="335"/>
                    <a:pt x="47" y="335"/>
                  </a:cubicBezTo>
                  <a:cubicBezTo>
                    <a:pt x="66" y="335"/>
                    <a:pt x="86" y="327"/>
                    <a:pt x="92" y="315"/>
                  </a:cubicBezTo>
                  <a:cubicBezTo>
                    <a:pt x="100" y="299"/>
                    <a:pt x="108" y="290"/>
                    <a:pt x="117" y="274"/>
                  </a:cubicBezTo>
                  <a:cubicBezTo>
                    <a:pt x="125" y="265"/>
                    <a:pt x="125" y="265"/>
                    <a:pt x="133" y="257"/>
                  </a:cubicBezTo>
                  <a:cubicBezTo>
                    <a:pt x="133" y="257"/>
                    <a:pt x="133" y="249"/>
                    <a:pt x="141" y="249"/>
                  </a:cubicBezTo>
                  <a:cubicBezTo>
                    <a:pt x="158" y="224"/>
                    <a:pt x="175" y="199"/>
                    <a:pt x="199" y="183"/>
                  </a:cubicBezTo>
                  <a:cubicBezTo>
                    <a:pt x="216" y="158"/>
                    <a:pt x="241" y="141"/>
                    <a:pt x="257" y="116"/>
                  </a:cubicBezTo>
                  <a:lnTo>
                    <a:pt x="315" y="58"/>
                  </a:lnTo>
                  <a:cubicBezTo>
                    <a:pt x="324" y="42"/>
                    <a:pt x="332" y="25"/>
                    <a:pt x="324" y="17"/>
                  </a:cubicBezTo>
                  <a:cubicBezTo>
                    <a:pt x="315" y="9"/>
                    <a:pt x="299" y="0"/>
                    <a:pt x="2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36"/>
            <p:cNvSpPr/>
            <p:nvPr/>
          </p:nvSpPr>
          <p:spPr>
            <a:xfrm>
              <a:off x="5647700" y="1527875"/>
              <a:ext cx="2325" cy="4175"/>
            </a:xfrm>
            <a:custGeom>
              <a:rect b="b" l="l" r="r" t="t"/>
              <a:pathLst>
                <a:path extrusionOk="0" h="167" w="93">
                  <a:moveTo>
                    <a:pt x="75" y="1"/>
                  </a:moveTo>
                  <a:cubicBezTo>
                    <a:pt x="67" y="1"/>
                    <a:pt x="51" y="1"/>
                    <a:pt x="51" y="9"/>
                  </a:cubicBezTo>
                  <a:cubicBezTo>
                    <a:pt x="42" y="17"/>
                    <a:pt x="42" y="25"/>
                    <a:pt x="34" y="34"/>
                  </a:cubicBezTo>
                  <a:cubicBezTo>
                    <a:pt x="26" y="42"/>
                    <a:pt x="26" y="59"/>
                    <a:pt x="17" y="67"/>
                  </a:cubicBezTo>
                  <a:cubicBezTo>
                    <a:pt x="9" y="83"/>
                    <a:pt x="9" y="100"/>
                    <a:pt x="1" y="117"/>
                  </a:cubicBezTo>
                  <a:cubicBezTo>
                    <a:pt x="1" y="125"/>
                    <a:pt x="1" y="141"/>
                    <a:pt x="9" y="150"/>
                  </a:cubicBezTo>
                  <a:cubicBezTo>
                    <a:pt x="17" y="158"/>
                    <a:pt x="26" y="166"/>
                    <a:pt x="34" y="166"/>
                  </a:cubicBezTo>
                  <a:cubicBezTo>
                    <a:pt x="51" y="166"/>
                    <a:pt x="75" y="158"/>
                    <a:pt x="84" y="141"/>
                  </a:cubicBezTo>
                  <a:cubicBezTo>
                    <a:pt x="84" y="117"/>
                    <a:pt x="92" y="100"/>
                    <a:pt x="92" y="75"/>
                  </a:cubicBezTo>
                  <a:cubicBezTo>
                    <a:pt x="92" y="67"/>
                    <a:pt x="92" y="59"/>
                    <a:pt x="92" y="50"/>
                  </a:cubicBezTo>
                  <a:cubicBezTo>
                    <a:pt x="92" y="42"/>
                    <a:pt x="92" y="34"/>
                    <a:pt x="92" y="25"/>
                  </a:cubicBezTo>
                  <a:cubicBezTo>
                    <a:pt x="92" y="17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36"/>
            <p:cNvSpPr/>
            <p:nvPr/>
          </p:nvSpPr>
          <p:spPr>
            <a:xfrm>
              <a:off x="5651225" y="1530275"/>
              <a:ext cx="2525" cy="4450"/>
            </a:xfrm>
            <a:custGeom>
              <a:rect b="b" l="l" r="r" t="t"/>
              <a:pathLst>
                <a:path extrusionOk="0" h="178" w="101">
                  <a:moveTo>
                    <a:pt x="76" y="1"/>
                  </a:moveTo>
                  <a:cubicBezTo>
                    <a:pt x="70" y="1"/>
                    <a:pt x="65" y="6"/>
                    <a:pt x="59" y="12"/>
                  </a:cubicBezTo>
                  <a:cubicBezTo>
                    <a:pt x="59" y="21"/>
                    <a:pt x="50" y="29"/>
                    <a:pt x="42" y="37"/>
                  </a:cubicBezTo>
                  <a:cubicBezTo>
                    <a:pt x="42" y="45"/>
                    <a:pt x="34" y="54"/>
                    <a:pt x="34" y="62"/>
                  </a:cubicBezTo>
                  <a:cubicBezTo>
                    <a:pt x="26" y="79"/>
                    <a:pt x="17" y="95"/>
                    <a:pt x="9" y="112"/>
                  </a:cubicBezTo>
                  <a:cubicBezTo>
                    <a:pt x="1" y="128"/>
                    <a:pt x="1" y="137"/>
                    <a:pt x="1" y="145"/>
                  </a:cubicBezTo>
                  <a:cubicBezTo>
                    <a:pt x="1" y="161"/>
                    <a:pt x="17" y="170"/>
                    <a:pt x="26" y="178"/>
                  </a:cubicBezTo>
                  <a:lnTo>
                    <a:pt x="59" y="178"/>
                  </a:lnTo>
                  <a:cubicBezTo>
                    <a:pt x="75" y="170"/>
                    <a:pt x="84" y="161"/>
                    <a:pt x="84" y="145"/>
                  </a:cubicBezTo>
                  <a:cubicBezTo>
                    <a:pt x="92" y="128"/>
                    <a:pt x="92" y="112"/>
                    <a:pt x="92" y="87"/>
                  </a:cubicBezTo>
                  <a:cubicBezTo>
                    <a:pt x="100" y="79"/>
                    <a:pt x="100" y="62"/>
                    <a:pt x="100" y="54"/>
                  </a:cubicBezTo>
                  <a:lnTo>
                    <a:pt x="100" y="21"/>
                  </a:lnTo>
                  <a:cubicBezTo>
                    <a:pt x="100" y="12"/>
                    <a:pt x="92" y="4"/>
                    <a:pt x="84" y="4"/>
                  </a:cubicBezTo>
                  <a:cubicBezTo>
                    <a:pt x="81" y="2"/>
                    <a:pt x="79" y="1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36"/>
            <p:cNvSpPr/>
            <p:nvPr/>
          </p:nvSpPr>
          <p:spPr>
            <a:xfrm>
              <a:off x="5739875" y="1671425"/>
              <a:ext cx="4175" cy="3950"/>
            </a:xfrm>
            <a:custGeom>
              <a:rect b="b" l="l" r="r" t="t"/>
              <a:pathLst>
                <a:path extrusionOk="0" h="158" w="167">
                  <a:moveTo>
                    <a:pt x="34" y="0"/>
                  </a:moveTo>
                  <a:cubicBezTo>
                    <a:pt x="26" y="9"/>
                    <a:pt x="9" y="17"/>
                    <a:pt x="9" y="25"/>
                  </a:cubicBezTo>
                  <a:cubicBezTo>
                    <a:pt x="1" y="34"/>
                    <a:pt x="1" y="50"/>
                    <a:pt x="1" y="58"/>
                  </a:cubicBezTo>
                  <a:cubicBezTo>
                    <a:pt x="9" y="67"/>
                    <a:pt x="17" y="75"/>
                    <a:pt x="26" y="83"/>
                  </a:cubicBezTo>
                  <a:cubicBezTo>
                    <a:pt x="34" y="91"/>
                    <a:pt x="42" y="91"/>
                    <a:pt x="51" y="100"/>
                  </a:cubicBezTo>
                  <a:cubicBezTo>
                    <a:pt x="51" y="100"/>
                    <a:pt x="51" y="100"/>
                    <a:pt x="51" y="100"/>
                  </a:cubicBezTo>
                  <a:lnTo>
                    <a:pt x="51" y="100"/>
                  </a:lnTo>
                  <a:cubicBezTo>
                    <a:pt x="51" y="108"/>
                    <a:pt x="59" y="108"/>
                    <a:pt x="59" y="108"/>
                  </a:cubicBezTo>
                  <a:cubicBezTo>
                    <a:pt x="64" y="114"/>
                    <a:pt x="70" y="119"/>
                    <a:pt x="75" y="125"/>
                  </a:cubicBezTo>
                  <a:cubicBezTo>
                    <a:pt x="84" y="133"/>
                    <a:pt x="92" y="141"/>
                    <a:pt x="100" y="149"/>
                  </a:cubicBezTo>
                  <a:cubicBezTo>
                    <a:pt x="100" y="149"/>
                    <a:pt x="109" y="149"/>
                    <a:pt x="109" y="158"/>
                  </a:cubicBezTo>
                  <a:lnTo>
                    <a:pt x="142" y="158"/>
                  </a:lnTo>
                  <a:cubicBezTo>
                    <a:pt x="158" y="149"/>
                    <a:pt x="167" y="133"/>
                    <a:pt x="158" y="116"/>
                  </a:cubicBezTo>
                  <a:cubicBezTo>
                    <a:pt x="158" y="108"/>
                    <a:pt x="150" y="91"/>
                    <a:pt x="142" y="83"/>
                  </a:cubicBezTo>
                  <a:cubicBezTo>
                    <a:pt x="142" y="75"/>
                    <a:pt x="142" y="75"/>
                    <a:pt x="133" y="67"/>
                  </a:cubicBezTo>
                  <a:cubicBezTo>
                    <a:pt x="133" y="67"/>
                    <a:pt x="125" y="58"/>
                    <a:pt x="117" y="50"/>
                  </a:cubicBezTo>
                  <a:cubicBezTo>
                    <a:pt x="109" y="34"/>
                    <a:pt x="84" y="17"/>
                    <a:pt x="67" y="9"/>
                  </a:cubicBezTo>
                  <a:cubicBezTo>
                    <a:pt x="5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2" name="Google Shape;942;p36"/>
          <p:cNvGrpSpPr/>
          <p:nvPr/>
        </p:nvGrpSpPr>
        <p:grpSpPr>
          <a:xfrm>
            <a:off x="149736" y="146988"/>
            <a:ext cx="960667" cy="956566"/>
            <a:chOff x="4179925" y="1141725"/>
            <a:chExt cx="378275" cy="376675"/>
          </a:xfrm>
        </p:grpSpPr>
        <p:sp>
          <p:nvSpPr>
            <p:cNvPr id="943" name="Google Shape;943;p36"/>
            <p:cNvSpPr/>
            <p:nvPr/>
          </p:nvSpPr>
          <p:spPr>
            <a:xfrm>
              <a:off x="4183450" y="1146525"/>
              <a:ext cx="124100" cy="175275"/>
            </a:xfrm>
            <a:custGeom>
              <a:rect b="b" l="l" r="r" t="t"/>
              <a:pathLst>
                <a:path extrusionOk="0" h="7011" w="4964">
                  <a:moveTo>
                    <a:pt x="4964" y="1"/>
                  </a:moveTo>
                  <a:cubicBezTo>
                    <a:pt x="4961" y="4"/>
                    <a:pt x="4959" y="6"/>
                    <a:pt x="4956" y="9"/>
                  </a:cubicBezTo>
                  <a:lnTo>
                    <a:pt x="4956" y="9"/>
                  </a:lnTo>
                  <a:cubicBezTo>
                    <a:pt x="4959" y="9"/>
                    <a:pt x="4961" y="9"/>
                    <a:pt x="4964" y="9"/>
                  </a:cubicBezTo>
                  <a:lnTo>
                    <a:pt x="4964" y="1"/>
                  </a:lnTo>
                  <a:close/>
                  <a:moveTo>
                    <a:pt x="4956" y="9"/>
                  </a:moveTo>
                  <a:lnTo>
                    <a:pt x="4956" y="9"/>
                  </a:lnTo>
                  <a:cubicBezTo>
                    <a:pt x="4910" y="10"/>
                    <a:pt x="4870" y="18"/>
                    <a:pt x="4831" y="34"/>
                  </a:cubicBezTo>
                  <a:cubicBezTo>
                    <a:pt x="4715" y="76"/>
                    <a:pt x="4665" y="208"/>
                    <a:pt x="4599" y="299"/>
                  </a:cubicBezTo>
                  <a:cubicBezTo>
                    <a:pt x="4525" y="399"/>
                    <a:pt x="4450" y="506"/>
                    <a:pt x="4367" y="606"/>
                  </a:cubicBezTo>
                  <a:cubicBezTo>
                    <a:pt x="4284" y="697"/>
                    <a:pt x="4201" y="796"/>
                    <a:pt x="4094" y="854"/>
                  </a:cubicBezTo>
                  <a:cubicBezTo>
                    <a:pt x="4088" y="858"/>
                    <a:pt x="4083" y="860"/>
                    <a:pt x="4078" y="860"/>
                  </a:cubicBezTo>
                  <a:cubicBezTo>
                    <a:pt x="4063" y="860"/>
                    <a:pt x="4054" y="842"/>
                    <a:pt x="4061" y="830"/>
                  </a:cubicBezTo>
                  <a:cubicBezTo>
                    <a:pt x="4119" y="697"/>
                    <a:pt x="4218" y="589"/>
                    <a:pt x="4301" y="482"/>
                  </a:cubicBezTo>
                  <a:cubicBezTo>
                    <a:pt x="4392" y="374"/>
                    <a:pt x="4475" y="258"/>
                    <a:pt x="4549" y="142"/>
                  </a:cubicBezTo>
                  <a:lnTo>
                    <a:pt x="4566" y="125"/>
                  </a:lnTo>
                  <a:lnTo>
                    <a:pt x="4533" y="125"/>
                  </a:lnTo>
                  <a:cubicBezTo>
                    <a:pt x="4475" y="134"/>
                    <a:pt x="4425" y="142"/>
                    <a:pt x="4367" y="150"/>
                  </a:cubicBezTo>
                  <a:cubicBezTo>
                    <a:pt x="4268" y="167"/>
                    <a:pt x="4160" y="183"/>
                    <a:pt x="4061" y="216"/>
                  </a:cubicBezTo>
                  <a:cubicBezTo>
                    <a:pt x="3854" y="266"/>
                    <a:pt x="3646" y="341"/>
                    <a:pt x="3472" y="473"/>
                  </a:cubicBezTo>
                  <a:cubicBezTo>
                    <a:pt x="3332" y="573"/>
                    <a:pt x="3216" y="722"/>
                    <a:pt x="3100" y="854"/>
                  </a:cubicBezTo>
                  <a:cubicBezTo>
                    <a:pt x="2984" y="979"/>
                    <a:pt x="2859" y="1111"/>
                    <a:pt x="2694" y="1161"/>
                  </a:cubicBezTo>
                  <a:cubicBezTo>
                    <a:pt x="2691" y="1162"/>
                    <a:pt x="2688" y="1162"/>
                    <a:pt x="2685" y="1162"/>
                  </a:cubicBezTo>
                  <a:cubicBezTo>
                    <a:pt x="2656" y="1162"/>
                    <a:pt x="2638" y="1126"/>
                    <a:pt x="2660" y="1103"/>
                  </a:cubicBezTo>
                  <a:cubicBezTo>
                    <a:pt x="2768" y="1003"/>
                    <a:pt x="2868" y="912"/>
                    <a:pt x="2967" y="805"/>
                  </a:cubicBezTo>
                  <a:lnTo>
                    <a:pt x="2967" y="805"/>
                  </a:lnTo>
                  <a:cubicBezTo>
                    <a:pt x="2636" y="1037"/>
                    <a:pt x="2221" y="1144"/>
                    <a:pt x="1882" y="1376"/>
                  </a:cubicBezTo>
                  <a:cubicBezTo>
                    <a:pt x="1699" y="1501"/>
                    <a:pt x="1534" y="1666"/>
                    <a:pt x="1326" y="1766"/>
                  </a:cubicBezTo>
                  <a:cubicBezTo>
                    <a:pt x="1161" y="1840"/>
                    <a:pt x="962" y="1873"/>
                    <a:pt x="804" y="1981"/>
                  </a:cubicBezTo>
                  <a:cubicBezTo>
                    <a:pt x="796" y="1989"/>
                    <a:pt x="788" y="1998"/>
                    <a:pt x="771" y="2006"/>
                  </a:cubicBezTo>
                  <a:cubicBezTo>
                    <a:pt x="705" y="2056"/>
                    <a:pt x="664" y="2130"/>
                    <a:pt x="630" y="2213"/>
                  </a:cubicBezTo>
                  <a:cubicBezTo>
                    <a:pt x="597" y="2313"/>
                    <a:pt x="548" y="2404"/>
                    <a:pt x="481" y="2487"/>
                  </a:cubicBezTo>
                  <a:cubicBezTo>
                    <a:pt x="349" y="2644"/>
                    <a:pt x="158" y="2727"/>
                    <a:pt x="26" y="2876"/>
                  </a:cubicBezTo>
                  <a:cubicBezTo>
                    <a:pt x="9" y="2909"/>
                    <a:pt x="1" y="2917"/>
                    <a:pt x="9" y="2959"/>
                  </a:cubicBezTo>
                  <a:cubicBezTo>
                    <a:pt x="26" y="2984"/>
                    <a:pt x="42" y="3009"/>
                    <a:pt x="50" y="3033"/>
                  </a:cubicBezTo>
                  <a:cubicBezTo>
                    <a:pt x="75" y="3083"/>
                    <a:pt x="108" y="3125"/>
                    <a:pt x="133" y="3174"/>
                  </a:cubicBezTo>
                  <a:cubicBezTo>
                    <a:pt x="200" y="3274"/>
                    <a:pt x="266" y="3365"/>
                    <a:pt x="340" y="3464"/>
                  </a:cubicBezTo>
                  <a:cubicBezTo>
                    <a:pt x="481" y="3655"/>
                    <a:pt x="622" y="3837"/>
                    <a:pt x="746" y="4036"/>
                  </a:cubicBezTo>
                  <a:cubicBezTo>
                    <a:pt x="1003" y="4442"/>
                    <a:pt x="1177" y="4889"/>
                    <a:pt x="1393" y="5320"/>
                  </a:cubicBezTo>
                  <a:cubicBezTo>
                    <a:pt x="1616" y="5768"/>
                    <a:pt x="1915" y="6174"/>
                    <a:pt x="2205" y="6580"/>
                  </a:cubicBezTo>
                  <a:lnTo>
                    <a:pt x="2428" y="6903"/>
                  </a:lnTo>
                  <a:cubicBezTo>
                    <a:pt x="2453" y="6944"/>
                    <a:pt x="2486" y="7002"/>
                    <a:pt x="2544" y="7010"/>
                  </a:cubicBezTo>
                  <a:cubicBezTo>
                    <a:pt x="2586" y="7010"/>
                    <a:pt x="2627" y="6986"/>
                    <a:pt x="2660" y="6969"/>
                  </a:cubicBezTo>
                  <a:cubicBezTo>
                    <a:pt x="2760" y="6903"/>
                    <a:pt x="2818" y="6812"/>
                    <a:pt x="2884" y="6720"/>
                  </a:cubicBezTo>
                  <a:cubicBezTo>
                    <a:pt x="2942" y="6629"/>
                    <a:pt x="3000" y="6538"/>
                    <a:pt x="3058" y="6439"/>
                  </a:cubicBezTo>
                  <a:cubicBezTo>
                    <a:pt x="3158" y="6232"/>
                    <a:pt x="3232" y="6016"/>
                    <a:pt x="3298" y="5801"/>
                  </a:cubicBezTo>
                  <a:cubicBezTo>
                    <a:pt x="3332" y="5685"/>
                    <a:pt x="3365" y="5577"/>
                    <a:pt x="3390" y="5461"/>
                  </a:cubicBezTo>
                  <a:cubicBezTo>
                    <a:pt x="3423" y="5329"/>
                    <a:pt x="3439" y="5196"/>
                    <a:pt x="3448" y="5063"/>
                  </a:cubicBezTo>
                  <a:cubicBezTo>
                    <a:pt x="3497" y="4583"/>
                    <a:pt x="3472" y="4094"/>
                    <a:pt x="3497" y="3613"/>
                  </a:cubicBezTo>
                  <a:cubicBezTo>
                    <a:pt x="3514" y="3282"/>
                    <a:pt x="3547" y="2951"/>
                    <a:pt x="3671" y="2652"/>
                  </a:cubicBezTo>
                  <a:lnTo>
                    <a:pt x="3671" y="2652"/>
                  </a:lnTo>
                  <a:cubicBezTo>
                    <a:pt x="3530" y="2810"/>
                    <a:pt x="3398" y="2975"/>
                    <a:pt x="3298" y="3174"/>
                  </a:cubicBezTo>
                  <a:cubicBezTo>
                    <a:pt x="3293" y="3185"/>
                    <a:pt x="3283" y="3190"/>
                    <a:pt x="3272" y="3190"/>
                  </a:cubicBezTo>
                  <a:cubicBezTo>
                    <a:pt x="3251" y="3190"/>
                    <a:pt x="3229" y="3172"/>
                    <a:pt x="3240" y="3149"/>
                  </a:cubicBezTo>
                  <a:cubicBezTo>
                    <a:pt x="3282" y="3025"/>
                    <a:pt x="3332" y="2909"/>
                    <a:pt x="3406" y="2801"/>
                  </a:cubicBezTo>
                  <a:cubicBezTo>
                    <a:pt x="3489" y="2694"/>
                    <a:pt x="3572" y="2594"/>
                    <a:pt x="3655" y="2495"/>
                  </a:cubicBezTo>
                  <a:cubicBezTo>
                    <a:pt x="3812" y="2321"/>
                    <a:pt x="3969" y="2147"/>
                    <a:pt x="4094" y="1940"/>
                  </a:cubicBezTo>
                  <a:cubicBezTo>
                    <a:pt x="4110" y="1907"/>
                    <a:pt x="4127" y="1873"/>
                    <a:pt x="4152" y="1849"/>
                  </a:cubicBezTo>
                  <a:cubicBezTo>
                    <a:pt x="4268" y="1641"/>
                    <a:pt x="4359" y="1418"/>
                    <a:pt x="4458" y="1202"/>
                  </a:cubicBezTo>
                  <a:cubicBezTo>
                    <a:pt x="4566" y="954"/>
                    <a:pt x="4665" y="697"/>
                    <a:pt x="4748" y="432"/>
                  </a:cubicBezTo>
                  <a:cubicBezTo>
                    <a:pt x="4789" y="294"/>
                    <a:pt x="4853" y="125"/>
                    <a:pt x="4956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36"/>
            <p:cNvSpPr/>
            <p:nvPr/>
          </p:nvSpPr>
          <p:spPr>
            <a:xfrm>
              <a:off x="4228200" y="1144300"/>
              <a:ext cx="290425" cy="369700"/>
            </a:xfrm>
            <a:custGeom>
              <a:rect b="b" l="l" r="r" t="t"/>
              <a:pathLst>
                <a:path extrusionOk="0" h="14788" w="11617">
                  <a:moveTo>
                    <a:pt x="5608" y="1"/>
                  </a:moveTo>
                  <a:cubicBezTo>
                    <a:pt x="5493" y="1"/>
                    <a:pt x="5379" y="16"/>
                    <a:pt x="5270" y="40"/>
                  </a:cubicBezTo>
                  <a:cubicBezTo>
                    <a:pt x="4972" y="98"/>
                    <a:pt x="4682" y="198"/>
                    <a:pt x="4383" y="223"/>
                  </a:cubicBezTo>
                  <a:cubicBezTo>
                    <a:pt x="4361" y="224"/>
                    <a:pt x="4339" y="224"/>
                    <a:pt x="4317" y="224"/>
                  </a:cubicBezTo>
                  <a:cubicBezTo>
                    <a:pt x="4173" y="224"/>
                    <a:pt x="4030" y="203"/>
                    <a:pt x="3886" y="181"/>
                  </a:cubicBezTo>
                  <a:cubicBezTo>
                    <a:pt x="3795" y="165"/>
                    <a:pt x="3712" y="148"/>
                    <a:pt x="3621" y="140"/>
                  </a:cubicBezTo>
                  <a:cubicBezTo>
                    <a:pt x="3547" y="123"/>
                    <a:pt x="3480" y="115"/>
                    <a:pt x="3406" y="90"/>
                  </a:cubicBezTo>
                  <a:cubicBezTo>
                    <a:pt x="3406" y="98"/>
                    <a:pt x="3397" y="107"/>
                    <a:pt x="3389" y="107"/>
                  </a:cubicBezTo>
                  <a:cubicBezTo>
                    <a:pt x="3182" y="256"/>
                    <a:pt x="3124" y="504"/>
                    <a:pt x="3049" y="736"/>
                  </a:cubicBezTo>
                  <a:cubicBezTo>
                    <a:pt x="2958" y="993"/>
                    <a:pt x="2851" y="1250"/>
                    <a:pt x="2735" y="1498"/>
                  </a:cubicBezTo>
                  <a:cubicBezTo>
                    <a:pt x="2627" y="1730"/>
                    <a:pt x="2519" y="1979"/>
                    <a:pt x="2370" y="2194"/>
                  </a:cubicBezTo>
                  <a:cubicBezTo>
                    <a:pt x="2304" y="2286"/>
                    <a:pt x="2221" y="2377"/>
                    <a:pt x="2146" y="2468"/>
                  </a:cubicBezTo>
                  <a:cubicBezTo>
                    <a:pt x="2146" y="2476"/>
                    <a:pt x="2146" y="2484"/>
                    <a:pt x="2138" y="2493"/>
                  </a:cubicBezTo>
                  <a:cubicBezTo>
                    <a:pt x="2080" y="2600"/>
                    <a:pt x="2039" y="2708"/>
                    <a:pt x="1997" y="2816"/>
                  </a:cubicBezTo>
                  <a:cubicBezTo>
                    <a:pt x="1923" y="3031"/>
                    <a:pt x="1865" y="3255"/>
                    <a:pt x="1848" y="3479"/>
                  </a:cubicBezTo>
                  <a:cubicBezTo>
                    <a:pt x="1823" y="3711"/>
                    <a:pt x="1815" y="3943"/>
                    <a:pt x="1807" y="4175"/>
                  </a:cubicBezTo>
                  <a:cubicBezTo>
                    <a:pt x="1807" y="4440"/>
                    <a:pt x="1798" y="4705"/>
                    <a:pt x="1774" y="4962"/>
                  </a:cubicBezTo>
                  <a:cubicBezTo>
                    <a:pt x="1757" y="5227"/>
                    <a:pt x="1716" y="5492"/>
                    <a:pt x="1682" y="5749"/>
                  </a:cubicBezTo>
                  <a:cubicBezTo>
                    <a:pt x="1666" y="5840"/>
                    <a:pt x="1649" y="5931"/>
                    <a:pt x="1624" y="6022"/>
                  </a:cubicBezTo>
                  <a:cubicBezTo>
                    <a:pt x="1633" y="6080"/>
                    <a:pt x="1624" y="6147"/>
                    <a:pt x="1616" y="6213"/>
                  </a:cubicBezTo>
                  <a:cubicBezTo>
                    <a:pt x="1616" y="6221"/>
                    <a:pt x="1616" y="6238"/>
                    <a:pt x="1616" y="6246"/>
                  </a:cubicBezTo>
                  <a:cubicBezTo>
                    <a:pt x="1624" y="6428"/>
                    <a:pt x="1641" y="6602"/>
                    <a:pt x="1658" y="6785"/>
                  </a:cubicBezTo>
                  <a:cubicBezTo>
                    <a:pt x="1674" y="6843"/>
                    <a:pt x="1682" y="6909"/>
                    <a:pt x="1682" y="6967"/>
                  </a:cubicBezTo>
                  <a:cubicBezTo>
                    <a:pt x="1682" y="6975"/>
                    <a:pt x="1674" y="6975"/>
                    <a:pt x="1674" y="6983"/>
                  </a:cubicBezTo>
                  <a:cubicBezTo>
                    <a:pt x="1699" y="7133"/>
                    <a:pt x="1724" y="7290"/>
                    <a:pt x="1757" y="7447"/>
                  </a:cubicBezTo>
                  <a:cubicBezTo>
                    <a:pt x="1798" y="7646"/>
                    <a:pt x="1898" y="7812"/>
                    <a:pt x="2030" y="7969"/>
                  </a:cubicBezTo>
                  <a:cubicBezTo>
                    <a:pt x="2097" y="8052"/>
                    <a:pt x="2171" y="8135"/>
                    <a:pt x="2237" y="8210"/>
                  </a:cubicBezTo>
                  <a:cubicBezTo>
                    <a:pt x="2312" y="8284"/>
                    <a:pt x="2387" y="8359"/>
                    <a:pt x="2420" y="8458"/>
                  </a:cubicBezTo>
                  <a:cubicBezTo>
                    <a:pt x="2433" y="8491"/>
                    <a:pt x="2405" y="8513"/>
                    <a:pt x="2376" y="8513"/>
                  </a:cubicBezTo>
                  <a:cubicBezTo>
                    <a:pt x="2368" y="8513"/>
                    <a:pt x="2361" y="8512"/>
                    <a:pt x="2353" y="8508"/>
                  </a:cubicBezTo>
                  <a:cubicBezTo>
                    <a:pt x="2254" y="8458"/>
                    <a:pt x="2179" y="8367"/>
                    <a:pt x="2105" y="8276"/>
                  </a:cubicBezTo>
                  <a:cubicBezTo>
                    <a:pt x="2039" y="8201"/>
                    <a:pt x="1972" y="8119"/>
                    <a:pt x="1906" y="8036"/>
                  </a:cubicBezTo>
                  <a:cubicBezTo>
                    <a:pt x="1782" y="7870"/>
                    <a:pt x="1691" y="7696"/>
                    <a:pt x="1641" y="7489"/>
                  </a:cubicBezTo>
                  <a:cubicBezTo>
                    <a:pt x="1608" y="7331"/>
                    <a:pt x="1591" y="7166"/>
                    <a:pt x="1575" y="7008"/>
                  </a:cubicBezTo>
                  <a:cubicBezTo>
                    <a:pt x="1566" y="7000"/>
                    <a:pt x="1566" y="6992"/>
                    <a:pt x="1558" y="6983"/>
                  </a:cubicBezTo>
                  <a:cubicBezTo>
                    <a:pt x="1542" y="6909"/>
                    <a:pt x="1525" y="6843"/>
                    <a:pt x="1508" y="6768"/>
                  </a:cubicBezTo>
                  <a:cubicBezTo>
                    <a:pt x="1483" y="6737"/>
                    <a:pt x="1439" y="6710"/>
                    <a:pt x="1397" y="6710"/>
                  </a:cubicBezTo>
                  <a:cubicBezTo>
                    <a:pt x="1384" y="6710"/>
                    <a:pt x="1371" y="6712"/>
                    <a:pt x="1359" y="6718"/>
                  </a:cubicBezTo>
                  <a:cubicBezTo>
                    <a:pt x="1351" y="6718"/>
                    <a:pt x="1351" y="6727"/>
                    <a:pt x="1343" y="6727"/>
                  </a:cubicBezTo>
                  <a:cubicBezTo>
                    <a:pt x="1301" y="6785"/>
                    <a:pt x="1260" y="6851"/>
                    <a:pt x="1218" y="6917"/>
                  </a:cubicBezTo>
                  <a:cubicBezTo>
                    <a:pt x="1160" y="7033"/>
                    <a:pt x="1102" y="7166"/>
                    <a:pt x="1086" y="7298"/>
                  </a:cubicBezTo>
                  <a:cubicBezTo>
                    <a:pt x="1086" y="7530"/>
                    <a:pt x="1094" y="7762"/>
                    <a:pt x="1102" y="8003"/>
                  </a:cubicBezTo>
                  <a:cubicBezTo>
                    <a:pt x="1102" y="8168"/>
                    <a:pt x="1111" y="8342"/>
                    <a:pt x="1111" y="8516"/>
                  </a:cubicBezTo>
                  <a:cubicBezTo>
                    <a:pt x="1119" y="8566"/>
                    <a:pt x="1127" y="8616"/>
                    <a:pt x="1136" y="8674"/>
                  </a:cubicBezTo>
                  <a:cubicBezTo>
                    <a:pt x="1136" y="8682"/>
                    <a:pt x="1127" y="8682"/>
                    <a:pt x="1119" y="8682"/>
                  </a:cubicBezTo>
                  <a:lnTo>
                    <a:pt x="1119" y="8707"/>
                  </a:lnTo>
                  <a:cubicBezTo>
                    <a:pt x="1127" y="8922"/>
                    <a:pt x="1136" y="9138"/>
                    <a:pt x="1210" y="9345"/>
                  </a:cubicBezTo>
                  <a:cubicBezTo>
                    <a:pt x="1227" y="9378"/>
                    <a:pt x="1235" y="9403"/>
                    <a:pt x="1252" y="9436"/>
                  </a:cubicBezTo>
                  <a:cubicBezTo>
                    <a:pt x="1268" y="9444"/>
                    <a:pt x="1276" y="9453"/>
                    <a:pt x="1285" y="9469"/>
                  </a:cubicBezTo>
                  <a:cubicBezTo>
                    <a:pt x="1285" y="9486"/>
                    <a:pt x="1285" y="9502"/>
                    <a:pt x="1293" y="9511"/>
                  </a:cubicBezTo>
                  <a:cubicBezTo>
                    <a:pt x="1351" y="9618"/>
                    <a:pt x="1417" y="9726"/>
                    <a:pt x="1492" y="9825"/>
                  </a:cubicBezTo>
                  <a:cubicBezTo>
                    <a:pt x="1542" y="9908"/>
                    <a:pt x="1591" y="9983"/>
                    <a:pt x="1633" y="10074"/>
                  </a:cubicBezTo>
                  <a:cubicBezTo>
                    <a:pt x="1674" y="10149"/>
                    <a:pt x="1724" y="10240"/>
                    <a:pt x="1740" y="10331"/>
                  </a:cubicBezTo>
                  <a:cubicBezTo>
                    <a:pt x="1740" y="10355"/>
                    <a:pt x="1714" y="10388"/>
                    <a:pt x="1690" y="10388"/>
                  </a:cubicBezTo>
                  <a:cubicBezTo>
                    <a:pt x="1681" y="10388"/>
                    <a:pt x="1673" y="10383"/>
                    <a:pt x="1666" y="10372"/>
                  </a:cubicBezTo>
                  <a:cubicBezTo>
                    <a:pt x="1600" y="10289"/>
                    <a:pt x="1542" y="10190"/>
                    <a:pt x="1484" y="10099"/>
                  </a:cubicBezTo>
                  <a:cubicBezTo>
                    <a:pt x="1417" y="10008"/>
                    <a:pt x="1359" y="9917"/>
                    <a:pt x="1293" y="9825"/>
                  </a:cubicBezTo>
                  <a:cubicBezTo>
                    <a:pt x="1276" y="9801"/>
                    <a:pt x="1260" y="9776"/>
                    <a:pt x="1243" y="9743"/>
                  </a:cubicBezTo>
                  <a:cubicBezTo>
                    <a:pt x="1202" y="9825"/>
                    <a:pt x="1144" y="9900"/>
                    <a:pt x="1086" y="9966"/>
                  </a:cubicBezTo>
                  <a:cubicBezTo>
                    <a:pt x="986" y="10091"/>
                    <a:pt x="870" y="10215"/>
                    <a:pt x="771" y="10347"/>
                  </a:cubicBezTo>
                  <a:cubicBezTo>
                    <a:pt x="672" y="10488"/>
                    <a:pt x="580" y="10646"/>
                    <a:pt x="514" y="10803"/>
                  </a:cubicBezTo>
                  <a:cubicBezTo>
                    <a:pt x="440" y="10961"/>
                    <a:pt x="382" y="11134"/>
                    <a:pt x="348" y="11300"/>
                  </a:cubicBezTo>
                  <a:cubicBezTo>
                    <a:pt x="332" y="11383"/>
                    <a:pt x="315" y="11466"/>
                    <a:pt x="299" y="11549"/>
                  </a:cubicBezTo>
                  <a:cubicBezTo>
                    <a:pt x="290" y="11598"/>
                    <a:pt x="282" y="11640"/>
                    <a:pt x="274" y="11690"/>
                  </a:cubicBezTo>
                  <a:cubicBezTo>
                    <a:pt x="266" y="11731"/>
                    <a:pt x="266" y="11756"/>
                    <a:pt x="232" y="11789"/>
                  </a:cubicBezTo>
                  <a:cubicBezTo>
                    <a:pt x="224" y="11789"/>
                    <a:pt x="224" y="11789"/>
                    <a:pt x="216" y="11797"/>
                  </a:cubicBezTo>
                  <a:cubicBezTo>
                    <a:pt x="141" y="12236"/>
                    <a:pt x="58" y="12684"/>
                    <a:pt x="17" y="13131"/>
                  </a:cubicBezTo>
                  <a:cubicBezTo>
                    <a:pt x="9" y="13198"/>
                    <a:pt x="0" y="13264"/>
                    <a:pt x="34" y="13322"/>
                  </a:cubicBezTo>
                  <a:cubicBezTo>
                    <a:pt x="58" y="13363"/>
                    <a:pt x="100" y="13396"/>
                    <a:pt x="133" y="13421"/>
                  </a:cubicBezTo>
                  <a:cubicBezTo>
                    <a:pt x="241" y="13504"/>
                    <a:pt x="357" y="13570"/>
                    <a:pt x="464" y="13628"/>
                  </a:cubicBezTo>
                  <a:cubicBezTo>
                    <a:pt x="705" y="13753"/>
                    <a:pt x="945" y="13852"/>
                    <a:pt x="1194" y="13935"/>
                  </a:cubicBezTo>
                  <a:cubicBezTo>
                    <a:pt x="2246" y="14300"/>
                    <a:pt x="3339" y="14573"/>
                    <a:pt x="4450" y="14697"/>
                  </a:cubicBezTo>
                  <a:cubicBezTo>
                    <a:pt x="4928" y="14757"/>
                    <a:pt x="5410" y="14788"/>
                    <a:pt x="5894" y="14788"/>
                  </a:cubicBezTo>
                  <a:cubicBezTo>
                    <a:pt x="6491" y="14788"/>
                    <a:pt x="7090" y="14740"/>
                    <a:pt x="7681" y="14639"/>
                  </a:cubicBezTo>
                  <a:cubicBezTo>
                    <a:pt x="8717" y="14465"/>
                    <a:pt x="9728" y="14134"/>
                    <a:pt x="10647" y="13620"/>
                  </a:cubicBezTo>
                  <a:cubicBezTo>
                    <a:pt x="10854" y="13504"/>
                    <a:pt x="11062" y="13372"/>
                    <a:pt x="11227" y="13189"/>
                  </a:cubicBezTo>
                  <a:cubicBezTo>
                    <a:pt x="11376" y="13032"/>
                    <a:pt x="11476" y="12825"/>
                    <a:pt x="11534" y="12609"/>
                  </a:cubicBezTo>
                  <a:cubicBezTo>
                    <a:pt x="11600" y="12386"/>
                    <a:pt x="11617" y="12154"/>
                    <a:pt x="11617" y="11922"/>
                  </a:cubicBezTo>
                  <a:lnTo>
                    <a:pt x="11617" y="11913"/>
                  </a:lnTo>
                  <a:cubicBezTo>
                    <a:pt x="11617" y="11806"/>
                    <a:pt x="11617" y="11698"/>
                    <a:pt x="11608" y="11582"/>
                  </a:cubicBezTo>
                  <a:cubicBezTo>
                    <a:pt x="11604" y="11583"/>
                    <a:pt x="11600" y="11584"/>
                    <a:pt x="11596" y="11584"/>
                  </a:cubicBezTo>
                  <a:cubicBezTo>
                    <a:pt x="11567" y="11584"/>
                    <a:pt x="11541" y="11560"/>
                    <a:pt x="11534" y="11524"/>
                  </a:cubicBezTo>
                  <a:cubicBezTo>
                    <a:pt x="11517" y="11416"/>
                    <a:pt x="11517" y="11308"/>
                    <a:pt x="11509" y="11201"/>
                  </a:cubicBezTo>
                  <a:cubicBezTo>
                    <a:pt x="11501" y="11101"/>
                    <a:pt x="11484" y="11002"/>
                    <a:pt x="11459" y="10903"/>
                  </a:cubicBezTo>
                  <a:cubicBezTo>
                    <a:pt x="11401" y="10695"/>
                    <a:pt x="11318" y="10505"/>
                    <a:pt x="11211" y="10331"/>
                  </a:cubicBezTo>
                  <a:cubicBezTo>
                    <a:pt x="11103" y="10149"/>
                    <a:pt x="10962" y="9983"/>
                    <a:pt x="10846" y="9817"/>
                  </a:cubicBezTo>
                  <a:cubicBezTo>
                    <a:pt x="10763" y="9693"/>
                    <a:pt x="10689" y="9560"/>
                    <a:pt x="10664" y="9411"/>
                  </a:cubicBezTo>
                  <a:cubicBezTo>
                    <a:pt x="10564" y="9585"/>
                    <a:pt x="10448" y="9743"/>
                    <a:pt x="10316" y="9892"/>
                  </a:cubicBezTo>
                  <a:cubicBezTo>
                    <a:pt x="10100" y="10140"/>
                    <a:pt x="9860" y="10347"/>
                    <a:pt x="9620" y="10571"/>
                  </a:cubicBezTo>
                  <a:cubicBezTo>
                    <a:pt x="9504" y="10679"/>
                    <a:pt x="9380" y="10795"/>
                    <a:pt x="9264" y="10911"/>
                  </a:cubicBezTo>
                  <a:cubicBezTo>
                    <a:pt x="9156" y="11027"/>
                    <a:pt x="9048" y="11151"/>
                    <a:pt x="8932" y="11267"/>
                  </a:cubicBezTo>
                  <a:lnTo>
                    <a:pt x="8916" y="11275"/>
                  </a:lnTo>
                  <a:cubicBezTo>
                    <a:pt x="8909" y="11286"/>
                    <a:pt x="8899" y="11290"/>
                    <a:pt x="8889" y="11290"/>
                  </a:cubicBezTo>
                  <a:cubicBezTo>
                    <a:pt x="8876" y="11290"/>
                    <a:pt x="8862" y="11282"/>
                    <a:pt x="8858" y="11267"/>
                  </a:cubicBezTo>
                  <a:cubicBezTo>
                    <a:pt x="8849" y="11259"/>
                    <a:pt x="8849" y="11242"/>
                    <a:pt x="8858" y="11234"/>
                  </a:cubicBezTo>
                  <a:cubicBezTo>
                    <a:pt x="8940" y="11068"/>
                    <a:pt x="9065" y="10927"/>
                    <a:pt x="9181" y="10795"/>
                  </a:cubicBezTo>
                  <a:cubicBezTo>
                    <a:pt x="9305" y="10662"/>
                    <a:pt x="9429" y="10538"/>
                    <a:pt x="9562" y="10422"/>
                  </a:cubicBezTo>
                  <a:cubicBezTo>
                    <a:pt x="10001" y="9999"/>
                    <a:pt x="10465" y="9560"/>
                    <a:pt x="10672" y="8972"/>
                  </a:cubicBezTo>
                  <a:cubicBezTo>
                    <a:pt x="10780" y="8657"/>
                    <a:pt x="10772" y="8326"/>
                    <a:pt x="10705" y="8003"/>
                  </a:cubicBezTo>
                  <a:cubicBezTo>
                    <a:pt x="10647" y="7696"/>
                    <a:pt x="10573" y="7398"/>
                    <a:pt x="10523" y="7099"/>
                  </a:cubicBezTo>
                  <a:cubicBezTo>
                    <a:pt x="10332" y="6901"/>
                    <a:pt x="10183" y="6669"/>
                    <a:pt x="10067" y="6420"/>
                  </a:cubicBezTo>
                  <a:cubicBezTo>
                    <a:pt x="9976" y="6221"/>
                    <a:pt x="9918" y="6014"/>
                    <a:pt x="9868" y="5799"/>
                  </a:cubicBezTo>
                  <a:lnTo>
                    <a:pt x="9868" y="5799"/>
                  </a:lnTo>
                  <a:cubicBezTo>
                    <a:pt x="9893" y="6163"/>
                    <a:pt x="9902" y="6569"/>
                    <a:pt x="9736" y="6901"/>
                  </a:cubicBezTo>
                  <a:cubicBezTo>
                    <a:pt x="9727" y="6916"/>
                    <a:pt x="9714" y="6922"/>
                    <a:pt x="9701" y="6922"/>
                  </a:cubicBezTo>
                  <a:cubicBezTo>
                    <a:pt x="9678" y="6922"/>
                    <a:pt x="9656" y="6902"/>
                    <a:pt x="9661" y="6876"/>
                  </a:cubicBezTo>
                  <a:cubicBezTo>
                    <a:pt x="9703" y="6693"/>
                    <a:pt x="9736" y="6503"/>
                    <a:pt x="9744" y="6321"/>
                  </a:cubicBezTo>
                  <a:cubicBezTo>
                    <a:pt x="9761" y="6147"/>
                    <a:pt x="9761" y="5973"/>
                    <a:pt x="9752" y="5807"/>
                  </a:cubicBezTo>
                  <a:lnTo>
                    <a:pt x="9752" y="5757"/>
                  </a:lnTo>
                  <a:cubicBezTo>
                    <a:pt x="9744" y="5360"/>
                    <a:pt x="9711" y="4962"/>
                    <a:pt x="9711" y="4564"/>
                  </a:cubicBezTo>
                  <a:cubicBezTo>
                    <a:pt x="9711" y="4548"/>
                    <a:pt x="9728" y="4539"/>
                    <a:pt x="9736" y="4539"/>
                  </a:cubicBezTo>
                  <a:cubicBezTo>
                    <a:pt x="9728" y="4216"/>
                    <a:pt x="9728" y="3893"/>
                    <a:pt x="9719" y="3570"/>
                  </a:cubicBezTo>
                  <a:cubicBezTo>
                    <a:pt x="9711" y="3396"/>
                    <a:pt x="9711" y="3230"/>
                    <a:pt x="9703" y="3056"/>
                  </a:cubicBezTo>
                  <a:cubicBezTo>
                    <a:pt x="9694" y="2924"/>
                    <a:pt x="9694" y="2783"/>
                    <a:pt x="9703" y="2650"/>
                  </a:cubicBezTo>
                  <a:cubicBezTo>
                    <a:pt x="9686" y="2625"/>
                    <a:pt x="9678" y="2600"/>
                    <a:pt x="9661" y="2576"/>
                  </a:cubicBezTo>
                  <a:cubicBezTo>
                    <a:pt x="9471" y="2211"/>
                    <a:pt x="9214" y="1888"/>
                    <a:pt x="8974" y="1556"/>
                  </a:cubicBezTo>
                  <a:cubicBezTo>
                    <a:pt x="8849" y="1391"/>
                    <a:pt x="8733" y="1217"/>
                    <a:pt x="8642" y="1035"/>
                  </a:cubicBezTo>
                  <a:cubicBezTo>
                    <a:pt x="8609" y="977"/>
                    <a:pt x="8584" y="919"/>
                    <a:pt x="8559" y="852"/>
                  </a:cubicBezTo>
                  <a:cubicBezTo>
                    <a:pt x="8551" y="861"/>
                    <a:pt x="8543" y="869"/>
                    <a:pt x="8543" y="877"/>
                  </a:cubicBezTo>
                  <a:cubicBezTo>
                    <a:pt x="8533" y="882"/>
                    <a:pt x="8524" y="887"/>
                    <a:pt x="8516" y="887"/>
                  </a:cubicBezTo>
                  <a:cubicBezTo>
                    <a:pt x="8510" y="887"/>
                    <a:pt x="8505" y="884"/>
                    <a:pt x="8501" y="877"/>
                  </a:cubicBezTo>
                  <a:cubicBezTo>
                    <a:pt x="8476" y="852"/>
                    <a:pt x="8476" y="819"/>
                    <a:pt x="8468" y="786"/>
                  </a:cubicBezTo>
                  <a:cubicBezTo>
                    <a:pt x="8460" y="753"/>
                    <a:pt x="8452" y="711"/>
                    <a:pt x="8443" y="678"/>
                  </a:cubicBezTo>
                  <a:cubicBezTo>
                    <a:pt x="8427" y="612"/>
                    <a:pt x="8402" y="546"/>
                    <a:pt x="8369" y="479"/>
                  </a:cubicBezTo>
                  <a:cubicBezTo>
                    <a:pt x="8336" y="413"/>
                    <a:pt x="8294" y="355"/>
                    <a:pt x="8244" y="297"/>
                  </a:cubicBezTo>
                  <a:cubicBezTo>
                    <a:pt x="8244" y="289"/>
                    <a:pt x="8244" y="289"/>
                    <a:pt x="8236" y="281"/>
                  </a:cubicBezTo>
                  <a:cubicBezTo>
                    <a:pt x="8228" y="304"/>
                    <a:pt x="8203" y="317"/>
                    <a:pt x="8176" y="317"/>
                  </a:cubicBezTo>
                  <a:cubicBezTo>
                    <a:pt x="8147" y="317"/>
                    <a:pt x="8117" y="302"/>
                    <a:pt x="8104" y="272"/>
                  </a:cubicBezTo>
                  <a:cubicBezTo>
                    <a:pt x="8054" y="156"/>
                    <a:pt x="7896" y="131"/>
                    <a:pt x="7789" y="123"/>
                  </a:cubicBezTo>
                  <a:cubicBezTo>
                    <a:pt x="7755" y="122"/>
                    <a:pt x="7722" y="121"/>
                    <a:pt x="7688" y="121"/>
                  </a:cubicBezTo>
                  <a:cubicBezTo>
                    <a:pt x="7540" y="121"/>
                    <a:pt x="7391" y="134"/>
                    <a:pt x="7242" y="148"/>
                  </a:cubicBezTo>
                  <a:cubicBezTo>
                    <a:pt x="7087" y="159"/>
                    <a:pt x="6932" y="169"/>
                    <a:pt x="6776" y="169"/>
                  </a:cubicBezTo>
                  <a:cubicBezTo>
                    <a:pt x="6592" y="169"/>
                    <a:pt x="6407" y="155"/>
                    <a:pt x="6223" y="115"/>
                  </a:cubicBezTo>
                  <a:cubicBezTo>
                    <a:pt x="6057" y="82"/>
                    <a:pt x="5900" y="24"/>
                    <a:pt x="5734" y="7"/>
                  </a:cubicBezTo>
                  <a:cubicBezTo>
                    <a:pt x="5692" y="3"/>
                    <a:pt x="5650" y="1"/>
                    <a:pt x="5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36"/>
            <p:cNvSpPr/>
            <p:nvPr/>
          </p:nvSpPr>
          <p:spPr>
            <a:xfrm>
              <a:off x="4433275" y="1145925"/>
              <a:ext cx="120775" cy="175050"/>
            </a:xfrm>
            <a:custGeom>
              <a:rect b="b" l="l" r="r" t="t"/>
              <a:pathLst>
                <a:path extrusionOk="0" h="7002" w="4831">
                  <a:moveTo>
                    <a:pt x="1583" y="2817"/>
                  </a:moveTo>
                  <a:cubicBezTo>
                    <a:pt x="1583" y="2817"/>
                    <a:pt x="1583" y="2825"/>
                    <a:pt x="1583" y="2825"/>
                  </a:cubicBezTo>
                  <a:cubicBezTo>
                    <a:pt x="1583" y="2826"/>
                    <a:pt x="1583" y="2827"/>
                    <a:pt x="1583" y="2827"/>
                  </a:cubicBezTo>
                  <a:lnTo>
                    <a:pt x="1583" y="2827"/>
                  </a:lnTo>
                  <a:lnTo>
                    <a:pt x="1583" y="2817"/>
                  </a:lnTo>
                  <a:close/>
                  <a:moveTo>
                    <a:pt x="99" y="0"/>
                  </a:moveTo>
                  <a:cubicBezTo>
                    <a:pt x="66" y="0"/>
                    <a:pt x="33" y="17"/>
                    <a:pt x="0" y="33"/>
                  </a:cubicBezTo>
                  <a:cubicBezTo>
                    <a:pt x="50" y="75"/>
                    <a:pt x="91" y="124"/>
                    <a:pt x="133" y="174"/>
                  </a:cubicBezTo>
                  <a:cubicBezTo>
                    <a:pt x="182" y="240"/>
                    <a:pt x="224" y="298"/>
                    <a:pt x="265" y="373"/>
                  </a:cubicBezTo>
                  <a:cubicBezTo>
                    <a:pt x="265" y="373"/>
                    <a:pt x="273" y="381"/>
                    <a:pt x="273" y="390"/>
                  </a:cubicBezTo>
                  <a:cubicBezTo>
                    <a:pt x="273" y="390"/>
                    <a:pt x="273" y="390"/>
                    <a:pt x="273" y="398"/>
                  </a:cubicBezTo>
                  <a:cubicBezTo>
                    <a:pt x="307" y="464"/>
                    <a:pt x="340" y="530"/>
                    <a:pt x="348" y="597"/>
                  </a:cubicBezTo>
                  <a:cubicBezTo>
                    <a:pt x="356" y="605"/>
                    <a:pt x="356" y="605"/>
                    <a:pt x="356" y="613"/>
                  </a:cubicBezTo>
                  <a:cubicBezTo>
                    <a:pt x="414" y="754"/>
                    <a:pt x="497" y="895"/>
                    <a:pt x="580" y="1027"/>
                  </a:cubicBezTo>
                  <a:cubicBezTo>
                    <a:pt x="804" y="1384"/>
                    <a:pt x="1085" y="1699"/>
                    <a:pt x="1334" y="2030"/>
                  </a:cubicBezTo>
                  <a:cubicBezTo>
                    <a:pt x="1458" y="2204"/>
                    <a:pt x="1566" y="2378"/>
                    <a:pt x="1657" y="2560"/>
                  </a:cubicBezTo>
                  <a:cubicBezTo>
                    <a:pt x="1699" y="2660"/>
                    <a:pt x="1748" y="2767"/>
                    <a:pt x="1773" y="2875"/>
                  </a:cubicBezTo>
                  <a:cubicBezTo>
                    <a:pt x="1798" y="2966"/>
                    <a:pt x="1806" y="3057"/>
                    <a:pt x="1790" y="3140"/>
                  </a:cubicBezTo>
                  <a:cubicBezTo>
                    <a:pt x="1785" y="3169"/>
                    <a:pt x="1762" y="3183"/>
                    <a:pt x="1739" y="3183"/>
                  </a:cubicBezTo>
                  <a:cubicBezTo>
                    <a:pt x="1722" y="3183"/>
                    <a:pt x="1706" y="3175"/>
                    <a:pt x="1699" y="3157"/>
                  </a:cubicBezTo>
                  <a:cubicBezTo>
                    <a:pt x="1665" y="3099"/>
                    <a:pt x="1649" y="3033"/>
                    <a:pt x="1632" y="2966"/>
                  </a:cubicBezTo>
                  <a:cubicBezTo>
                    <a:pt x="1616" y="2925"/>
                    <a:pt x="1600" y="2876"/>
                    <a:pt x="1583" y="2827"/>
                  </a:cubicBezTo>
                  <a:lnTo>
                    <a:pt x="1583" y="2827"/>
                  </a:lnTo>
                  <a:lnTo>
                    <a:pt x="1591" y="2966"/>
                  </a:lnTo>
                  <a:cubicBezTo>
                    <a:pt x="1591" y="2991"/>
                    <a:pt x="1591" y="3008"/>
                    <a:pt x="1591" y="3033"/>
                  </a:cubicBezTo>
                  <a:cubicBezTo>
                    <a:pt x="1599" y="3223"/>
                    <a:pt x="1607" y="3405"/>
                    <a:pt x="1616" y="3596"/>
                  </a:cubicBezTo>
                  <a:cubicBezTo>
                    <a:pt x="1624" y="3919"/>
                    <a:pt x="1649" y="4251"/>
                    <a:pt x="1665" y="4582"/>
                  </a:cubicBezTo>
                  <a:cubicBezTo>
                    <a:pt x="1682" y="4905"/>
                    <a:pt x="1699" y="5228"/>
                    <a:pt x="1765" y="5551"/>
                  </a:cubicBezTo>
                  <a:cubicBezTo>
                    <a:pt x="1856" y="6032"/>
                    <a:pt x="2038" y="6512"/>
                    <a:pt x="2386" y="6877"/>
                  </a:cubicBezTo>
                  <a:cubicBezTo>
                    <a:pt x="2401" y="6864"/>
                    <a:pt x="2418" y="6859"/>
                    <a:pt x="2434" y="6859"/>
                  </a:cubicBezTo>
                  <a:cubicBezTo>
                    <a:pt x="2479" y="6859"/>
                    <a:pt x="2519" y="6905"/>
                    <a:pt x="2494" y="6960"/>
                  </a:cubicBezTo>
                  <a:cubicBezTo>
                    <a:pt x="2496" y="6958"/>
                    <a:pt x="2496" y="6958"/>
                    <a:pt x="2497" y="6958"/>
                  </a:cubicBezTo>
                  <a:lnTo>
                    <a:pt x="2497" y="6958"/>
                  </a:lnTo>
                  <a:cubicBezTo>
                    <a:pt x="2500" y="6958"/>
                    <a:pt x="2496" y="6971"/>
                    <a:pt x="2502" y="6985"/>
                  </a:cubicBezTo>
                  <a:cubicBezTo>
                    <a:pt x="2511" y="6985"/>
                    <a:pt x="2519" y="6993"/>
                    <a:pt x="2527" y="7001"/>
                  </a:cubicBezTo>
                  <a:cubicBezTo>
                    <a:pt x="2544" y="7001"/>
                    <a:pt x="2577" y="6976"/>
                    <a:pt x="2593" y="6960"/>
                  </a:cubicBezTo>
                  <a:cubicBezTo>
                    <a:pt x="2660" y="6894"/>
                    <a:pt x="2693" y="6794"/>
                    <a:pt x="2743" y="6711"/>
                  </a:cubicBezTo>
                  <a:cubicBezTo>
                    <a:pt x="2850" y="6521"/>
                    <a:pt x="2950" y="6338"/>
                    <a:pt x="3057" y="6148"/>
                  </a:cubicBezTo>
                  <a:cubicBezTo>
                    <a:pt x="3240" y="5825"/>
                    <a:pt x="3405" y="5477"/>
                    <a:pt x="3654" y="5195"/>
                  </a:cubicBezTo>
                  <a:cubicBezTo>
                    <a:pt x="3770" y="5063"/>
                    <a:pt x="3903" y="4947"/>
                    <a:pt x="4027" y="4814"/>
                  </a:cubicBezTo>
                  <a:cubicBezTo>
                    <a:pt x="4159" y="4681"/>
                    <a:pt x="4275" y="4541"/>
                    <a:pt x="4383" y="4400"/>
                  </a:cubicBezTo>
                  <a:cubicBezTo>
                    <a:pt x="4482" y="4251"/>
                    <a:pt x="4582" y="4110"/>
                    <a:pt x="4665" y="3952"/>
                  </a:cubicBezTo>
                  <a:cubicBezTo>
                    <a:pt x="4748" y="3795"/>
                    <a:pt x="4830" y="3621"/>
                    <a:pt x="4822" y="3439"/>
                  </a:cubicBezTo>
                  <a:lnTo>
                    <a:pt x="4822" y="3430"/>
                  </a:lnTo>
                  <a:cubicBezTo>
                    <a:pt x="4814" y="3256"/>
                    <a:pt x="4698" y="3115"/>
                    <a:pt x="4582" y="2991"/>
                  </a:cubicBezTo>
                  <a:cubicBezTo>
                    <a:pt x="4499" y="2900"/>
                    <a:pt x="4416" y="2817"/>
                    <a:pt x="4325" y="2726"/>
                  </a:cubicBezTo>
                  <a:cubicBezTo>
                    <a:pt x="4309" y="2751"/>
                    <a:pt x="4292" y="2767"/>
                    <a:pt x="4267" y="2784"/>
                  </a:cubicBezTo>
                  <a:cubicBezTo>
                    <a:pt x="4260" y="2789"/>
                    <a:pt x="4253" y="2791"/>
                    <a:pt x="4245" y="2791"/>
                  </a:cubicBezTo>
                  <a:cubicBezTo>
                    <a:pt x="4226" y="2791"/>
                    <a:pt x="4207" y="2777"/>
                    <a:pt x="4201" y="2759"/>
                  </a:cubicBezTo>
                  <a:cubicBezTo>
                    <a:pt x="4193" y="2709"/>
                    <a:pt x="4193" y="2651"/>
                    <a:pt x="4201" y="2602"/>
                  </a:cubicBezTo>
                  <a:lnTo>
                    <a:pt x="4193" y="2602"/>
                  </a:lnTo>
                  <a:cubicBezTo>
                    <a:pt x="4176" y="2577"/>
                    <a:pt x="4184" y="2552"/>
                    <a:pt x="4201" y="2544"/>
                  </a:cubicBezTo>
                  <a:cubicBezTo>
                    <a:pt x="4209" y="2494"/>
                    <a:pt x="4209" y="2444"/>
                    <a:pt x="4209" y="2403"/>
                  </a:cubicBezTo>
                  <a:cubicBezTo>
                    <a:pt x="4201" y="2353"/>
                    <a:pt x="4193" y="2303"/>
                    <a:pt x="4159" y="2270"/>
                  </a:cubicBezTo>
                  <a:cubicBezTo>
                    <a:pt x="4126" y="2221"/>
                    <a:pt x="4060" y="2204"/>
                    <a:pt x="4010" y="2187"/>
                  </a:cubicBezTo>
                  <a:cubicBezTo>
                    <a:pt x="3886" y="2138"/>
                    <a:pt x="3753" y="2088"/>
                    <a:pt x="3629" y="2030"/>
                  </a:cubicBezTo>
                  <a:cubicBezTo>
                    <a:pt x="3563" y="1997"/>
                    <a:pt x="3513" y="1955"/>
                    <a:pt x="3472" y="1906"/>
                  </a:cubicBezTo>
                  <a:cubicBezTo>
                    <a:pt x="3455" y="1889"/>
                    <a:pt x="3439" y="1873"/>
                    <a:pt x="3422" y="1856"/>
                  </a:cubicBezTo>
                  <a:cubicBezTo>
                    <a:pt x="3339" y="1773"/>
                    <a:pt x="3281" y="1690"/>
                    <a:pt x="3182" y="1624"/>
                  </a:cubicBezTo>
                  <a:cubicBezTo>
                    <a:pt x="3157" y="1607"/>
                    <a:pt x="3124" y="1591"/>
                    <a:pt x="3099" y="1574"/>
                  </a:cubicBezTo>
                  <a:cubicBezTo>
                    <a:pt x="3033" y="1541"/>
                    <a:pt x="2966" y="1516"/>
                    <a:pt x="2892" y="1491"/>
                  </a:cubicBezTo>
                  <a:lnTo>
                    <a:pt x="2892" y="1491"/>
                  </a:lnTo>
                  <a:cubicBezTo>
                    <a:pt x="2900" y="1500"/>
                    <a:pt x="2908" y="1516"/>
                    <a:pt x="2908" y="1525"/>
                  </a:cubicBezTo>
                  <a:cubicBezTo>
                    <a:pt x="2908" y="1549"/>
                    <a:pt x="2892" y="1566"/>
                    <a:pt x="2875" y="1566"/>
                  </a:cubicBezTo>
                  <a:cubicBezTo>
                    <a:pt x="2676" y="1541"/>
                    <a:pt x="2486" y="1425"/>
                    <a:pt x="2320" y="1317"/>
                  </a:cubicBezTo>
                  <a:cubicBezTo>
                    <a:pt x="2303" y="1309"/>
                    <a:pt x="2295" y="1301"/>
                    <a:pt x="2287" y="1293"/>
                  </a:cubicBezTo>
                  <a:cubicBezTo>
                    <a:pt x="1931" y="1052"/>
                    <a:pt x="1607" y="779"/>
                    <a:pt x="1268" y="522"/>
                  </a:cubicBezTo>
                  <a:cubicBezTo>
                    <a:pt x="1110" y="398"/>
                    <a:pt x="953" y="265"/>
                    <a:pt x="771" y="174"/>
                  </a:cubicBezTo>
                  <a:cubicBezTo>
                    <a:pt x="671" y="124"/>
                    <a:pt x="563" y="91"/>
                    <a:pt x="456" y="75"/>
                  </a:cubicBezTo>
                  <a:lnTo>
                    <a:pt x="456" y="75"/>
                  </a:lnTo>
                  <a:cubicBezTo>
                    <a:pt x="489" y="108"/>
                    <a:pt x="514" y="149"/>
                    <a:pt x="547" y="191"/>
                  </a:cubicBezTo>
                  <a:cubicBezTo>
                    <a:pt x="613" y="282"/>
                    <a:pt x="679" y="381"/>
                    <a:pt x="721" y="497"/>
                  </a:cubicBezTo>
                  <a:cubicBezTo>
                    <a:pt x="727" y="515"/>
                    <a:pt x="707" y="529"/>
                    <a:pt x="686" y="529"/>
                  </a:cubicBezTo>
                  <a:cubicBezTo>
                    <a:pt x="678" y="529"/>
                    <a:pt x="670" y="527"/>
                    <a:pt x="663" y="522"/>
                  </a:cubicBezTo>
                  <a:cubicBezTo>
                    <a:pt x="522" y="406"/>
                    <a:pt x="456" y="224"/>
                    <a:pt x="323" y="91"/>
                  </a:cubicBezTo>
                  <a:cubicBezTo>
                    <a:pt x="298" y="75"/>
                    <a:pt x="282" y="58"/>
                    <a:pt x="257" y="42"/>
                  </a:cubicBezTo>
                  <a:lnTo>
                    <a:pt x="166" y="42"/>
                  </a:lnTo>
                  <a:cubicBezTo>
                    <a:pt x="149" y="42"/>
                    <a:pt x="141" y="17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36"/>
            <p:cNvSpPr/>
            <p:nvPr/>
          </p:nvSpPr>
          <p:spPr>
            <a:xfrm>
              <a:off x="4334875" y="1357175"/>
              <a:ext cx="78725" cy="97650"/>
            </a:xfrm>
            <a:custGeom>
              <a:rect b="b" l="l" r="r" t="t"/>
              <a:pathLst>
                <a:path extrusionOk="0" h="3906" w="3149">
                  <a:moveTo>
                    <a:pt x="1654" y="1"/>
                  </a:moveTo>
                  <a:cubicBezTo>
                    <a:pt x="1633" y="1"/>
                    <a:pt x="1612" y="3"/>
                    <a:pt x="1591" y="10"/>
                  </a:cubicBezTo>
                  <a:cubicBezTo>
                    <a:pt x="1533" y="18"/>
                    <a:pt x="1484" y="59"/>
                    <a:pt x="1434" y="92"/>
                  </a:cubicBezTo>
                  <a:cubicBezTo>
                    <a:pt x="1376" y="126"/>
                    <a:pt x="1318" y="159"/>
                    <a:pt x="1260" y="200"/>
                  </a:cubicBezTo>
                  <a:cubicBezTo>
                    <a:pt x="1144" y="275"/>
                    <a:pt x="1028" y="349"/>
                    <a:pt x="912" y="424"/>
                  </a:cubicBezTo>
                  <a:cubicBezTo>
                    <a:pt x="713" y="556"/>
                    <a:pt x="514" y="681"/>
                    <a:pt x="315" y="822"/>
                  </a:cubicBezTo>
                  <a:lnTo>
                    <a:pt x="315" y="813"/>
                  </a:lnTo>
                  <a:cubicBezTo>
                    <a:pt x="315" y="784"/>
                    <a:pt x="295" y="770"/>
                    <a:pt x="274" y="770"/>
                  </a:cubicBezTo>
                  <a:cubicBezTo>
                    <a:pt x="253" y="770"/>
                    <a:pt x="232" y="784"/>
                    <a:pt x="232" y="813"/>
                  </a:cubicBezTo>
                  <a:lnTo>
                    <a:pt x="232" y="830"/>
                  </a:lnTo>
                  <a:cubicBezTo>
                    <a:pt x="216" y="838"/>
                    <a:pt x="208" y="846"/>
                    <a:pt x="199" y="871"/>
                  </a:cubicBezTo>
                  <a:cubicBezTo>
                    <a:pt x="199" y="880"/>
                    <a:pt x="199" y="880"/>
                    <a:pt x="199" y="888"/>
                  </a:cubicBezTo>
                  <a:cubicBezTo>
                    <a:pt x="199" y="896"/>
                    <a:pt x="199" y="896"/>
                    <a:pt x="199" y="904"/>
                  </a:cubicBezTo>
                  <a:cubicBezTo>
                    <a:pt x="166" y="929"/>
                    <a:pt x="166" y="979"/>
                    <a:pt x="183" y="1012"/>
                  </a:cubicBezTo>
                  <a:cubicBezTo>
                    <a:pt x="183" y="1037"/>
                    <a:pt x="174" y="1062"/>
                    <a:pt x="174" y="1087"/>
                  </a:cubicBezTo>
                  <a:cubicBezTo>
                    <a:pt x="158" y="1244"/>
                    <a:pt x="150" y="1410"/>
                    <a:pt x="141" y="1567"/>
                  </a:cubicBezTo>
                  <a:cubicBezTo>
                    <a:pt x="125" y="1708"/>
                    <a:pt x="92" y="1857"/>
                    <a:pt x="67" y="1998"/>
                  </a:cubicBezTo>
                  <a:cubicBezTo>
                    <a:pt x="42" y="2172"/>
                    <a:pt x="17" y="2354"/>
                    <a:pt x="9" y="2537"/>
                  </a:cubicBezTo>
                  <a:cubicBezTo>
                    <a:pt x="0" y="2711"/>
                    <a:pt x="0" y="2893"/>
                    <a:pt x="50" y="3059"/>
                  </a:cubicBezTo>
                  <a:cubicBezTo>
                    <a:pt x="141" y="3390"/>
                    <a:pt x="464" y="3589"/>
                    <a:pt x="763" y="3713"/>
                  </a:cubicBezTo>
                  <a:cubicBezTo>
                    <a:pt x="1018" y="3824"/>
                    <a:pt x="1320" y="3906"/>
                    <a:pt x="1606" y="3906"/>
                  </a:cubicBezTo>
                  <a:cubicBezTo>
                    <a:pt x="1663" y="3906"/>
                    <a:pt x="1719" y="3902"/>
                    <a:pt x="1774" y="3895"/>
                  </a:cubicBezTo>
                  <a:cubicBezTo>
                    <a:pt x="1840" y="3887"/>
                    <a:pt x="1898" y="3871"/>
                    <a:pt x="1956" y="3854"/>
                  </a:cubicBezTo>
                  <a:cubicBezTo>
                    <a:pt x="1968" y="3860"/>
                    <a:pt x="1979" y="3866"/>
                    <a:pt x="1991" y="3866"/>
                  </a:cubicBezTo>
                  <a:cubicBezTo>
                    <a:pt x="1996" y="3866"/>
                    <a:pt x="2001" y="3865"/>
                    <a:pt x="2006" y="3862"/>
                  </a:cubicBezTo>
                  <a:cubicBezTo>
                    <a:pt x="2146" y="3813"/>
                    <a:pt x="2271" y="3755"/>
                    <a:pt x="2395" y="3680"/>
                  </a:cubicBezTo>
                  <a:lnTo>
                    <a:pt x="2403" y="3680"/>
                  </a:lnTo>
                  <a:cubicBezTo>
                    <a:pt x="2503" y="3630"/>
                    <a:pt x="2594" y="3589"/>
                    <a:pt x="2685" y="3539"/>
                  </a:cubicBezTo>
                  <a:cubicBezTo>
                    <a:pt x="2776" y="3489"/>
                    <a:pt x="2851" y="3431"/>
                    <a:pt x="2909" y="3340"/>
                  </a:cubicBezTo>
                  <a:cubicBezTo>
                    <a:pt x="2958" y="3249"/>
                    <a:pt x="2992" y="3150"/>
                    <a:pt x="3033" y="3050"/>
                  </a:cubicBezTo>
                  <a:lnTo>
                    <a:pt x="3025" y="3050"/>
                  </a:lnTo>
                  <a:cubicBezTo>
                    <a:pt x="3107" y="2843"/>
                    <a:pt x="3149" y="2628"/>
                    <a:pt x="3141" y="2404"/>
                  </a:cubicBezTo>
                  <a:cubicBezTo>
                    <a:pt x="3132" y="2197"/>
                    <a:pt x="3091" y="1990"/>
                    <a:pt x="3041" y="1783"/>
                  </a:cubicBezTo>
                  <a:cubicBezTo>
                    <a:pt x="2983" y="1576"/>
                    <a:pt x="2925" y="1368"/>
                    <a:pt x="2900" y="1161"/>
                  </a:cubicBezTo>
                  <a:cubicBezTo>
                    <a:pt x="2892" y="1136"/>
                    <a:pt x="2892" y="1103"/>
                    <a:pt x="2884" y="1078"/>
                  </a:cubicBezTo>
                  <a:cubicBezTo>
                    <a:pt x="2876" y="1004"/>
                    <a:pt x="2876" y="921"/>
                    <a:pt x="2876" y="838"/>
                  </a:cubicBezTo>
                  <a:cubicBezTo>
                    <a:pt x="2884" y="730"/>
                    <a:pt x="2900" y="623"/>
                    <a:pt x="2809" y="540"/>
                  </a:cubicBezTo>
                  <a:cubicBezTo>
                    <a:pt x="2735" y="474"/>
                    <a:pt x="2627" y="424"/>
                    <a:pt x="2536" y="374"/>
                  </a:cubicBezTo>
                  <a:cubicBezTo>
                    <a:pt x="2436" y="316"/>
                    <a:pt x="2337" y="258"/>
                    <a:pt x="2229" y="208"/>
                  </a:cubicBezTo>
                  <a:cubicBezTo>
                    <a:pt x="2122" y="167"/>
                    <a:pt x="2022" y="117"/>
                    <a:pt x="1914" y="76"/>
                  </a:cubicBezTo>
                  <a:cubicBezTo>
                    <a:pt x="1834" y="49"/>
                    <a:pt x="1743" y="1"/>
                    <a:pt x="16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36"/>
            <p:cNvSpPr/>
            <p:nvPr/>
          </p:nvSpPr>
          <p:spPr>
            <a:xfrm>
              <a:off x="4301950" y="1310600"/>
              <a:ext cx="142325" cy="66300"/>
            </a:xfrm>
            <a:custGeom>
              <a:rect b="b" l="l" r="r" t="t"/>
              <a:pathLst>
                <a:path extrusionOk="0" h="2652" w="5693">
                  <a:moveTo>
                    <a:pt x="1955" y="0"/>
                  </a:moveTo>
                  <a:cubicBezTo>
                    <a:pt x="1914" y="0"/>
                    <a:pt x="1881" y="58"/>
                    <a:pt x="1922" y="91"/>
                  </a:cubicBezTo>
                  <a:cubicBezTo>
                    <a:pt x="1989" y="149"/>
                    <a:pt x="2096" y="182"/>
                    <a:pt x="2179" y="207"/>
                  </a:cubicBezTo>
                  <a:cubicBezTo>
                    <a:pt x="2279" y="232"/>
                    <a:pt x="2378" y="249"/>
                    <a:pt x="2477" y="265"/>
                  </a:cubicBezTo>
                  <a:cubicBezTo>
                    <a:pt x="2668" y="290"/>
                    <a:pt x="2867" y="298"/>
                    <a:pt x="3066" y="298"/>
                  </a:cubicBezTo>
                  <a:cubicBezTo>
                    <a:pt x="3256" y="290"/>
                    <a:pt x="3455" y="282"/>
                    <a:pt x="3654" y="265"/>
                  </a:cubicBezTo>
                  <a:cubicBezTo>
                    <a:pt x="3745" y="257"/>
                    <a:pt x="3845" y="249"/>
                    <a:pt x="3936" y="232"/>
                  </a:cubicBezTo>
                  <a:cubicBezTo>
                    <a:pt x="4010" y="224"/>
                    <a:pt x="4085" y="215"/>
                    <a:pt x="4143" y="182"/>
                  </a:cubicBezTo>
                  <a:lnTo>
                    <a:pt x="4143" y="182"/>
                  </a:lnTo>
                  <a:cubicBezTo>
                    <a:pt x="4118" y="232"/>
                    <a:pt x="4101" y="290"/>
                    <a:pt x="4077" y="340"/>
                  </a:cubicBezTo>
                  <a:cubicBezTo>
                    <a:pt x="3985" y="522"/>
                    <a:pt x="3836" y="655"/>
                    <a:pt x="3671" y="762"/>
                  </a:cubicBezTo>
                  <a:cubicBezTo>
                    <a:pt x="3646" y="779"/>
                    <a:pt x="3621" y="787"/>
                    <a:pt x="3596" y="804"/>
                  </a:cubicBezTo>
                  <a:cubicBezTo>
                    <a:pt x="3555" y="779"/>
                    <a:pt x="3513" y="754"/>
                    <a:pt x="3472" y="737"/>
                  </a:cubicBezTo>
                  <a:cubicBezTo>
                    <a:pt x="3381" y="695"/>
                    <a:pt x="3284" y="666"/>
                    <a:pt x="3189" y="666"/>
                  </a:cubicBezTo>
                  <a:cubicBezTo>
                    <a:pt x="3136" y="666"/>
                    <a:pt x="3083" y="675"/>
                    <a:pt x="3033" y="696"/>
                  </a:cubicBezTo>
                  <a:cubicBezTo>
                    <a:pt x="2950" y="721"/>
                    <a:pt x="2875" y="771"/>
                    <a:pt x="2834" y="837"/>
                  </a:cubicBezTo>
                  <a:cubicBezTo>
                    <a:pt x="2784" y="795"/>
                    <a:pt x="2726" y="771"/>
                    <a:pt x="2676" y="737"/>
                  </a:cubicBezTo>
                  <a:cubicBezTo>
                    <a:pt x="2663" y="732"/>
                    <a:pt x="2648" y="729"/>
                    <a:pt x="2634" y="729"/>
                  </a:cubicBezTo>
                  <a:cubicBezTo>
                    <a:pt x="2602" y="729"/>
                    <a:pt x="2572" y="742"/>
                    <a:pt x="2560" y="771"/>
                  </a:cubicBezTo>
                  <a:cubicBezTo>
                    <a:pt x="2544" y="795"/>
                    <a:pt x="2535" y="820"/>
                    <a:pt x="2527" y="853"/>
                  </a:cubicBezTo>
                  <a:cubicBezTo>
                    <a:pt x="2461" y="845"/>
                    <a:pt x="2395" y="837"/>
                    <a:pt x="2328" y="812"/>
                  </a:cubicBezTo>
                  <a:cubicBezTo>
                    <a:pt x="2237" y="787"/>
                    <a:pt x="2154" y="737"/>
                    <a:pt x="2088" y="671"/>
                  </a:cubicBezTo>
                  <a:cubicBezTo>
                    <a:pt x="2005" y="605"/>
                    <a:pt x="1947" y="530"/>
                    <a:pt x="1897" y="447"/>
                  </a:cubicBezTo>
                  <a:cubicBezTo>
                    <a:pt x="1864" y="348"/>
                    <a:pt x="1864" y="249"/>
                    <a:pt x="1856" y="141"/>
                  </a:cubicBezTo>
                  <a:cubicBezTo>
                    <a:pt x="1852" y="79"/>
                    <a:pt x="1804" y="48"/>
                    <a:pt x="1757" y="48"/>
                  </a:cubicBezTo>
                  <a:cubicBezTo>
                    <a:pt x="1709" y="48"/>
                    <a:pt x="1661" y="79"/>
                    <a:pt x="1657" y="141"/>
                  </a:cubicBezTo>
                  <a:cubicBezTo>
                    <a:pt x="1649" y="273"/>
                    <a:pt x="1682" y="423"/>
                    <a:pt x="1715" y="547"/>
                  </a:cubicBezTo>
                  <a:cubicBezTo>
                    <a:pt x="1757" y="679"/>
                    <a:pt x="1823" y="804"/>
                    <a:pt x="1914" y="911"/>
                  </a:cubicBezTo>
                  <a:cubicBezTo>
                    <a:pt x="1997" y="1003"/>
                    <a:pt x="2096" y="1085"/>
                    <a:pt x="2212" y="1135"/>
                  </a:cubicBezTo>
                  <a:cubicBezTo>
                    <a:pt x="2262" y="1160"/>
                    <a:pt x="2320" y="1177"/>
                    <a:pt x="2370" y="1185"/>
                  </a:cubicBezTo>
                  <a:cubicBezTo>
                    <a:pt x="2345" y="1251"/>
                    <a:pt x="2312" y="1309"/>
                    <a:pt x="2270" y="1367"/>
                  </a:cubicBezTo>
                  <a:cubicBezTo>
                    <a:pt x="2163" y="1541"/>
                    <a:pt x="1972" y="1641"/>
                    <a:pt x="1773" y="1665"/>
                  </a:cubicBezTo>
                  <a:cubicBezTo>
                    <a:pt x="1731" y="1671"/>
                    <a:pt x="1689" y="1674"/>
                    <a:pt x="1648" y="1674"/>
                  </a:cubicBezTo>
                  <a:cubicBezTo>
                    <a:pt x="1251" y="1674"/>
                    <a:pt x="896" y="1435"/>
                    <a:pt x="588" y="1210"/>
                  </a:cubicBezTo>
                  <a:cubicBezTo>
                    <a:pt x="489" y="1135"/>
                    <a:pt x="389" y="1052"/>
                    <a:pt x="282" y="986"/>
                  </a:cubicBezTo>
                  <a:cubicBezTo>
                    <a:pt x="245" y="962"/>
                    <a:pt x="200" y="946"/>
                    <a:pt x="159" y="946"/>
                  </a:cubicBezTo>
                  <a:cubicBezTo>
                    <a:pt x="144" y="946"/>
                    <a:pt x="129" y="948"/>
                    <a:pt x="116" y="953"/>
                  </a:cubicBezTo>
                  <a:cubicBezTo>
                    <a:pt x="99" y="953"/>
                    <a:pt x="83" y="953"/>
                    <a:pt x="66" y="961"/>
                  </a:cubicBezTo>
                  <a:cubicBezTo>
                    <a:pt x="25" y="986"/>
                    <a:pt x="0" y="1052"/>
                    <a:pt x="33" y="1094"/>
                  </a:cubicBezTo>
                  <a:cubicBezTo>
                    <a:pt x="149" y="1243"/>
                    <a:pt x="257" y="1392"/>
                    <a:pt x="356" y="1549"/>
                  </a:cubicBezTo>
                  <a:cubicBezTo>
                    <a:pt x="447" y="1699"/>
                    <a:pt x="530" y="1848"/>
                    <a:pt x="621" y="1989"/>
                  </a:cubicBezTo>
                  <a:cubicBezTo>
                    <a:pt x="704" y="2138"/>
                    <a:pt x="795" y="2279"/>
                    <a:pt x="911" y="2411"/>
                  </a:cubicBezTo>
                  <a:cubicBezTo>
                    <a:pt x="1016" y="2524"/>
                    <a:pt x="1136" y="2652"/>
                    <a:pt x="1302" y="2652"/>
                  </a:cubicBezTo>
                  <a:cubicBezTo>
                    <a:pt x="1307" y="2652"/>
                    <a:pt x="1312" y="2652"/>
                    <a:pt x="1317" y="2651"/>
                  </a:cubicBezTo>
                  <a:cubicBezTo>
                    <a:pt x="1483" y="2651"/>
                    <a:pt x="1649" y="2577"/>
                    <a:pt x="1790" y="2511"/>
                  </a:cubicBezTo>
                  <a:cubicBezTo>
                    <a:pt x="1947" y="2444"/>
                    <a:pt x="2088" y="2353"/>
                    <a:pt x="2229" y="2262"/>
                  </a:cubicBezTo>
                  <a:cubicBezTo>
                    <a:pt x="2370" y="2179"/>
                    <a:pt x="2511" y="2088"/>
                    <a:pt x="2660" y="1997"/>
                  </a:cubicBezTo>
                  <a:cubicBezTo>
                    <a:pt x="2759" y="1939"/>
                    <a:pt x="2850" y="1864"/>
                    <a:pt x="2900" y="1757"/>
                  </a:cubicBezTo>
                  <a:cubicBezTo>
                    <a:pt x="2958" y="1848"/>
                    <a:pt x="3091" y="1873"/>
                    <a:pt x="3182" y="1906"/>
                  </a:cubicBezTo>
                  <a:cubicBezTo>
                    <a:pt x="3323" y="1947"/>
                    <a:pt x="3480" y="1955"/>
                    <a:pt x="3613" y="2005"/>
                  </a:cubicBezTo>
                  <a:cubicBezTo>
                    <a:pt x="3869" y="2096"/>
                    <a:pt x="4077" y="2295"/>
                    <a:pt x="4275" y="2461"/>
                  </a:cubicBezTo>
                  <a:cubicBezTo>
                    <a:pt x="4375" y="2535"/>
                    <a:pt x="4482" y="2627"/>
                    <a:pt x="4615" y="2627"/>
                  </a:cubicBezTo>
                  <a:cubicBezTo>
                    <a:pt x="4748" y="2618"/>
                    <a:pt x="4864" y="2527"/>
                    <a:pt x="4955" y="2436"/>
                  </a:cubicBezTo>
                  <a:cubicBezTo>
                    <a:pt x="5145" y="2221"/>
                    <a:pt x="5344" y="1997"/>
                    <a:pt x="5493" y="1740"/>
                  </a:cubicBezTo>
                  <a:cubicBezTo>
                    <a:pt x="5560" y="1624"/>
                    <a:pt x="5618" y="1491"/>
                    <a:pt x="5642" y="1359"/>
                  </a:cubicBezTo>
                  <a:cubicBezTo>
                    <a:pt x="5659" y="1259"/>
                    <a:pt x="5692" y="1077"/>
                    <a:pt x="5568" y="1027"/>
                  </a:cubicBezTo>
                  <a:lnTo>
                    <a:pt x="5576" y="1027"/>
                  </a:lnTo>
                  <a:cubicBezTo>
                    <a:pt x="5557" y="1020"/>
                    <a:pt x="5538" y="1017"/>
                    <a:pt x="5519" y="1017"/>
                  </a:cubicBezTo>
                  <a:cubicBezTo>
                    <a:pt x="5415" y="1017"/>
                    <a:pt x="5314" y="1119"/>
                    <a:pt x="5236" y="1168"/>
                  </a:cubicBezTo>
                  <a:cubicBezTo>
                    <a:pt x="5120" y="1243"/>
                    <a:pt x="4996" y="1309"/>
                    <a:pt x="4864" y="1359"/>
                  </a:cubicBezTo>
                  <a:cubicBezTo>
                    <a:pt x="4739" y="1409"/>
                    <a:pt x="4598" y="1442"/>
                    <a:pt x="4466" y="1467"/>
                  </a:cubicBezTo>
                  <a:cubicBezTo>
                    <a:pt x="4424" y="1469"/>
                    <a:pt x="4380" y="1473"/>
                    <a:pt x="4336" y="1473"/>
                  </a:cubicBezTo>
                  <a:cubicBezTo>
                    <a:pt x="4249" y="1473"/>
                    <a:pt x="4162" y="1458"/>
                    <a:pt x="4101" y="1392"/>
                  </a:cubicBezTo>
                  <a:cubicBezTo>
                    <a:pt x="4052" y="1342"/>
                    <a:pt x="4019" y="1268"/>
                    <a:pt x="3977" y="1210"/>
                  </a:cubicBezTo>
                  <a:cubicBezTo>
                    <a:pt x="3944" y="1143"/>
                    <a:pt x="3903" y="1085"/>
                    <a:pt x="3853" y="1036"/>
                  </a:cubicBezTo>
                  <a:cubicBezTo>
                    <a:pt x="3927" y="986"/>
                    <a:pt x="4002" y="936"/>
                    <a:pt x="4068" y="878"/>
                  </a:cubicBezTo>
                  <a:cubicBezTo>
                    <a:pt x="4242" y="737"/>
                    <a:pt x="4400" y="563"/>
                    <a:pt x="4408" y="331"/>
                  </a:cubicBezTo>
                  <a:cubicBezTo>
                    <a:pt x="4415" y="241"/>
                    <a:pt x="4389" y="95"/>
                    <a:pt x="4277" y="95"/>
                  </a:cubicBezTo>
                  <a:cubicBezTo>
                    <a:pt x="4266" y="95"/>
                    <a:pt x="4255" y="97"/>
                    <a:pt x="4242" y="99"/>
                  </a:cubicBezTo>
                  <a:cubicBezTo>
                    <a:pt x="4234" y="108"/>
                    <a:pt x="4234" y="108"/>
                    <a:pt x="4226" y="108"/>
                  </a:cubicBezTo>
                  <a:cubicBezTo>
                    <a:pt x="4242" y="66"/>
                    <a:pt x="4217" y="25"/>
                    <a:pt x="4168" y="17"/>
                  </a:cubicBezTo>
                  <a:cubicBezTo>
                    <a:pt x="4158" y="16"/>
                    <a:pt x="4148" y="15"/>
                    <a:pt x="4138" y="15"/>
                  </a:cubicBezTo>
                  <a:cubicBezTo>
                    <a:pt x="4057" y="15"/>
                    <a:pt x="3975" y="42"/>
                    <a:pt x="3894" y="50"/>
                  </a:cubicBezTo>
                  <a:cubicBezTo>
                    <a:pt x="3811" y="58"/>
                    <a:pt x="3720" y="66"/>
                    <a:pt x="3629" y="75"/>
                  </a:cubicBezTo>
                  <a:cubicBezTo>
                    <a:pt x="3439" y="91"/>
                    <a:pt x="3256" y="108"/>
                    <a:pt x="3066" y="116"/>
                  </a:cubicBezTo>
                  <a:cubicBezTo>
                    <a:pt x="2875" y="116"/>
                    <a:pt x="2693" y="108"/>
                    <a:pt x="2502" y="91"/>
                  </a:cubicBezTo>
                  <a:cubicBezTo>
                    <a:pt x="2411" y="83"/>
                    <a:pt x="2328" y="66"/>
                    <a:pt x="2237" y="50"/>
                  </a:cubicBezTo>
                  <a:cubicBezTo>
                    <a:pt x="2146" y="33"/>
                    <a:pt x="2047" y="0"/>
                    <a:pt x="1955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36"/>
            <p:cNvSpPr/>
            <p:nvPr/>
          </p:nvSpPr>
          <p:spPr>
            <a:xfrm>
              <a:off x="4311925" y="1364300"/>
              <a:ext cx="25050" cy="43950"/>
            </a:xfrm>
            <a:custGeom>
              <a:rect b="b" l="l" r="r" t="t"/>
              <a:pathLst>
                <a:path extrusionOk="0" h="1758" w="1002">
                  <a:moveTo>
                    <a:pt x="66" y="1"/>
                  </a:moveTo>
                  <a:cubicBezTo>
                    <a:pt x="33" y="1"/>
                    <a:pt x="1" y="33"/>
                    <a:pt x="24" y="73"/>
                  </a:cubicBezTo>
                  <a:cubicBezTo>
                    <a:pt x="73" y="189"/>
                    <a:pt x="131" y="305"/>
                    <a:pt x="198" y="412"/>
                  </a:cubicBezTo>
                  <a:cubicBezTo>
                    <a:pt x="189" y="421"/>
                    <a:pt x="198" y="437"/>
                    <a:pt x="198" y="454"/>
                  </a:cubicBezTo>
                  <a:cubicBezTo>
                    <a:pt x="239" y="570"/>
                    <a:pt x="289" y="694"/>
                    <a:pt x="330" y="810"/>
                  </a:cubicBezTo>
                  <a:cubicBezTo>
                    <a:pt x="322" y="827"/>
                    <a:pt x="314" y="851"/>
                    <a:pt x="322" y="876"/>
                  </a:cubicBezTo>
                  <a:cubicBezTo>
                    <a:pt x="338" y="943"/>
                    <a:pt x="363" y="1009"/>
                    <a:pt x="380" y="1067"/>
                  </a:cubicBezTo>
                  <a:cubicBezTo>
                    <a:pt x="454" y="1282"/>
                    <a:pt x="546" y="1489"/>
                    <a:pt x="678" y="1663"/>
                  </a:cubicBezTo>
                  <a:cubicBezTo>
                    <a:pt x="695" y="1688"/>
                    <a:pt x="711" y="1697"/>
                    <a:pt x="728" y="1705"/>
                  </a:cubicBezTo>
                  <a:cubicBezTo>
                    <a:pt x="753" y="1721"/>
                    <a:pt x="769" y="1738"/>
                    <a:pt x="802" y="1746"/>
                  </a:cubicBezTo>
                  <a:cubicBezTo>
                    <a:pt x="817" y="1754"/>
                    <a:pt x="833" y="1757"/>
                    <a:pt x="848" y="1757"/>
                  </a:cubicBezTo>
                  <a:cubicBezTo>
                    <a:pt x="883" y="1757"/>
                    <a:pt x="915" y="1737"/>
                    <a:pt x="927" y="1697"/>
                  </a:cubicBezTo>
                  <a:cubicBezTo>
                    <a:pt x="960" y="1605"/>
                    <a:pt x="976" y="1514"/>
                    <a:pt x="985" y="1423"/>
                  </a:cubicBezTo>
                  <a:cubicBezTo>
                    <a:pt x="993" y="1349"/>
                    <a:pt x="1001" y="1233"/>
                    <a:pt x="952" y="1175"/>
                  </a:cubicBezTo>
                  <a:cubicBezTo>
                    <a:pt x="931" y="1141"/>
                    <a:pt x="900" y="1127"/>
                    <a:pt x="868" y="1127"/>
                  </a:cubicBezTo>
                  <a:cubicBezTo>
                    <a:pt x="836" y="1127"/>
                    <a:pt x="802" y="1141"/>
                    <a:pt x="778" y="1166"/>
                  </a:cubicBezTo>
                  <a:cubicBezTo>
                    <a:pt x="778" y="1158"/>
                    <a:pt x="769" y="1150"/>
                    <a:pt x="769" y="1141"/>
                  </a:cubicBezTo>
                  <a:cubicBezTo>
                    <a:pt x="761" y="1100"/>
                    <a:pt x="744" y="1059"/>
                    <a:pt x="728" y="1025"/>
                  </a:cubicBezTo>
                  <a:cubicBezTo>
                    <a:pt x="653" y="851"/>
                    <a:pt x="546" y="694"/>
                    <a:pt x="446" y="537"/>
                  </a:cubicBezTo>
                  <a:cubicBezTo>
                    <a:pt x="438" y="520"/>
                    <a:pt x="430" y="512"/>
                    <a:pt x="421" y="503"/>
                  </a:cubicBezTo>
                  <a:cubicBezTo>
                    <a:pt x="405" y="462"/>
                    <a:pt x="388" y="421"/>
                    <a:pt x="372" y="379"/>
                  </a:cubicBezTo>
                  <a:cubicBezTo>
                    <a:pt x="355" y="354"/>
                    <a:pt x="338" y="338"/>
                    <a:pt x="314" y="338"/>
                  </a:cubicBezTo>
                  <a:cubicBezTo>
                    <a:pt x="247" y="230"/>
                    <a:pt x="181" y="122"/>
                    <a:pt x="106" y="23"/>
                  </a:cubicBezTo>
                  <a:cubicBezTo>
                    <a:pt x="96" y="7"/>
                    <a:pt x="81" y="1"/>
                    <a:pt x="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36"/>
            <p:cNvSpPr/>
            <p:nvPr/>
          </p:nvSpPr>
          <p:spPr>
            <a:xfrm>
              <a:off x="4411300" y="1365725"/>
              <a:ext cx="24000" cy="41900"/>
            </a:xfrm>
            <a:custGeom>
              <a:rect b="b" l="l" r="r" t="t"/>
              <a:pathLst>
                <a:path extrusionOk="0" h="1676" w="960">
                  <a:moveTo>
                    <a:pt x="871" y="0"/>
                  </a:moveTo>
                  <a:cubicBezTo>
                    <a:pt x="849" y="0"/>
                    <a:pt x="827" y="12"/>
                    <a:pt x="813" y="40"/>
                  </a:cubicBezTo>
                  <a:cubicBezTo>
                    <a:pt x="788" y="74"/>
                    <a:pt x="771" y="115"/>
                    <a:pt x="755" y="156"/>
                  </a:cubicBezTo>
                  <a:cubicBezTo>
                    <a:pt x="647" y="355"/>
                    <a:pt x="523" y="529"/>
                    <a:pt x="398" y="712"/>
                  </a:cubicBezTo>
                  <a:cubicBezTo>
                    <a:pt x="291" y="877"/>
                    <a:pt x="208" y="1060"/>
                    <a:pt x="142" y="1242"/>
                  </a:cubicBezTo>
                  <a:cubicBezTo>
                    <a:pt x="133" y="1225"/>
                    <a:pt x="125" y="1200"/>
                    <a:pt x="108" y="1184"/>
                  </a:cubicBezTo>
                  <a:cubicBezTo>
                    <a:pt x="101" y="1165"/>
                    <a:pt x="85" y="1157"/>
                    <a:pt x="69" y="1157"/>
                  </a:cubicBezTo>
                  <a:cubicBezTo>
                    <a:pt x="50" y="1157"/>
                    <a:pt x="30" y="1169"/>
                    <a:pt x="26" y="1192"/>
                  </a:cubicBezTo>
                  <a:cubicBezTo>
                    <a:pt x="1" y="1283"/>
                    <a:pt x="26" y="1383"/>
                    <a:pt x="42" y="1474"/>
                  </a:cubicBezTo>
                  <a:cubicBezTo>
                    <a:pt x="34" y="1499"/>
                    <a:pt x="34" y="1532"/>
                    <a:pt x="42" y="1565"/>
                  </a:cubicBezTo>
                  <a:cubicBezTo>
                    <a:pt x="60" y="1631"/>
                    <a:pt x="114" y="1676"/>
                    <a:pt x="173" y="1676"/>
                  </a:cubicBezTo>
                  <a:cubicBezTo>
                    <a:pt x="195" y="1676"/>
                    <a:pt x="219" y="1670"/>
                    <a:pt x="241" y="1656"/>
                  </a:cubicBezTo>
                  <a:cubicBezTo>
                    <a:pt x="274" y="1631"/>
                    <a:pt x="307" y="1590"/>
                    <a:pt x="332" y="1557"/>
                  </a:cubicBezTo>
                  <a:cubicBezTo>
                    <a:pt x="365" y="1515"/>
                    <a:pt x="390" y="1474"/>
                    <a:pt x="415" y="1432"/>
                  </a:cubicBezTo>
                  <a:cubicBezTo>
                    <a:pt x="481" y="1341"/>
                    <a:pt x="531" y="1242"/>
                    <a:pt x="572" y="1142"/>
                  </a:cubicBezTo>
                  <a:cubicBezTo>
                    <a:pt x="606" y="1060"/>
                    <a:pt x="639" y="977"/>
                    <a:pt x="647" y="886"/>
                  </a:cubicBezTo>
                  <a:cubicBezTo>
                    <a:pt x="672" y="828"/>
                    <a:pt x="697" y="770"/>
                    <a:pt x="722" y="703"/>
                  </a:cubicBezTo>
                  <a:cubicBezTo>
                    <a:pt x="746" y="620"/>
                    <a:pt x="771" y="538"/>
                    <a:pt x="796" y="455"/>
                  </a:cubicBezTo>
                  <a:cubicBezTo>
                    <a:pt x="871" y="339"/>
                    <a:pt x="929" y="223"/>
                    <a:pt x="954" y="98"/>
                  </a:cubicBezTo>
                  <a:cubicBezTo>
                    <a:pt x="959" y="44"/>
                    <a:pt x="914" y="0"/>
                    <a:pt x="8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36"/>
            <p:cNvSpPr/>
            <p:nvPr/>
          </p:nvSpPr>
          <p:spPr>
            <a:xfrm>
              <a:off x="4339025" y="1357175"/>
              <a:ext cx="68375" cy="59925"/>
            </a:xfrm>
            <a:custGeom>
              <a:rect b="b" l="l" r="r" t="t"/>
              <a:pathLst>
                <a:path extrusionOk="0" h="2397" w="2735">
                  <a:moveTo>
                    <a:pt x="1488" y="1"/>
                  </a:moveTo>
                  <a:cubicBezTo>
                    <a:pt x="1467" y="1"/>
                    <a:pt x="1446" y="3"/>
                    <a:pt x="1425" y="10"/>
                  </a:cubicBezTo>
                  <a:cubicBezTo>
                    <a:pt x="1367" y="18"/>
                    <a:pt x="1318" y="59"/>
                    <a:pt x="1268" y="92"/>
                  </a:cubicBezTo>
                  <a:cubicBezTo>
                    <a:pt x="1210" y="126"/>
                    <a:pt x="1152" y="159"/>
                    <a:pt x="1094" y="200"/>
                  </a:cubicBezTo>
                  <a:cubicBezTo>
                    <a:pt x="986" y="275"/>
                    <a:pt x="870" y="349"/>
                    <a:pt x="754" y="424"/>
                  </a:cubicBezTo>
                  <a:cubicBezTo>
                    <a:pt x="547" y="556"/>
                    <a:pt x="348" y="681"/>
                    <a:pt x="149" y="822"/>
                  </a:cubicBezTo>
                  <a:lnTo>
                    <a:pt x="149" y="813"/>
                  </a:lnTo>
                  <a:cubicBezTo>
                    <a:pt x="149" y="784"/>
                    <a:pt x="129" y="770"/>
                    <a:pt x="108" y="770"/>
                  </a:cubicBezTo>
                  <a:cubicBezTo>
                    <a:pt x="87" y="770"/>
                    <a:pt x="66" y="784"/>
                    <a:pt x="66" y="813"/>
                  </a:cubicBezTo>
                  <a:lnTo>
                    <a:pt x="66" y="830"/>
                  </a:lnTo>
                  <a:cubicBezTo>
                    <a:pt x="50" y="838"/>
                    <a:pt x="42" y="846"/>
                    <a:pt x="33" y="871"/>
                  </a:cubicBezTo>
                  <a:cubicBezTo>
                    <a:pt x="33" y="880"/>
                    <a:pt x="33" y="880"/>
                    <a:pt x="33" y="888"/>
                  </a:cubicBezTo>
                  <a:cubicBezTo>
                    <a:pt x="33" y="888"/>
                    <a:pt x="33" y="896"/>
                    <a:pt x="33" y="904"/>
                  </a:cubicBezTo>
                  <a:cubicBezTo>
                    <a:pt x="0" y="938"/>
                    <a:pt x="0" y="979"/>
                    <a:pt x="17" y="1012"/>
                  </a:cubicBezTo>
                  <a:cubicBezTo>
                    <a:pt x="17" y="1037"/>
                    <a:pt x="17" y="1062"/>
                    <a:pt x="8" y="1087"/>
                  </a:cubicBezTo>
                  <a:cubicBezTo>
                    <a:pt x="108" y="1095"/>
                    <a:pt x="216" y="1120"/>
                    <a:pt x="307" y="1161"/>
                  </a:cubicBezTo>
                  <a:cubicBezTo>
                    <a:pt x="539" y="1252"/>
                    <a:pt x="738" y="1426"/>
                    <a:pt x="953" y="1551"/>
                  </a:cubicBezTo>
                  <a:cubicBezTo>
                    <a:pt x="1019" y="1592"/>
                    <a:pt x="1086" y="1625"/>
                    <a:pt x="1160" y="1634"/>
                  </a:cubicBezTo>
                  <a:cubicBezTo>
                    <a:pt x="1173" y="1636"/>
                    <a:pt x="1187" y="1637"/>
                    <a:pt x="1200" y="1637"/>
                  </a:cubicBezTo>
                  <a:cubicBezTo>
                    <a:pt x="1236" y="1637"/>
                    <a:pt x="1271" y="1629"/>
                    <a:pt x="1301" y="1617"/>
                  </a:cubicBezTo>
                  <a:lnTo>
                    <a:pt x="1301" y="1692"/>
                  </a:lnTo>
                  <a:cubicBezTo>
                    <a:pt x="1293" y="1808"/>
                    <a:pt x="1293" y="1924"/>
                    <a:pt x="1301" y="2031"/>
                  </a:cubicBezTo>
                  <a:cubicBezTo>
                    <a:pt x="1309" y="2147"/>
                    <a:pt x="1342" y="2255"/>
                    <a:pt x="1376" y="2363"/>
                  </a:cubicBezTo>
                  <a:cubicBezTo>
                    <a:pt x="1383" y="2385"/>
                    <a:pt x="1405" y="2396"/>
                    <a:pt x="1425" y="2396"/>
                  </a:cubicBezTo>
                  <a:cubicBezTo>
                    <a:pt x="1449" y="2396"/>
                    <a:pt x="1471" y="2381"/>
                    <a:pt x="1467" y="2354"/>
                  </a:cubicBezTo>
                  <a:cubicBezTo>
                    <a:pt x="1458" y="2255"/>
                    <a:pt x="1458" y="2147"/>
                    <a:pt x="1450" y="2040"/>
                  </a:cubicBezTo>
                  <a:cubicBezTo>
                    <a:pt x="1450" y="1932"/>
                    <a:pt x="1450" y="1824"/>
                    <a:pt x="1458" y="1716"/>
                  </a:cubicBezTo>
                  <a:cubicBezTo>
                    <a:pt x="1458" y="1650"/>
                    <a:pt x="1467" y="1592"/>
                    <a:pt x="1475" y="1526"/>
                  </a:cubicBezTo>
                  <a:cubicBezTo>
                    <a:pt x="1550" y="1484"/>
                    <a:pt x="1616" y="1426"/>
                    <a:pt x="1682" y="1368"/>
                  </a:cubicBezTo>
                  <a:cubicBezTo>
                    <a:pt x="1945" y="1179"/>
                    <a:pt x="2272" y="1072"/>
                    <a:pt x="2595" y="1072"/>
                  </a:cubicBezTo>
                  <a:cubicBezTo>
                    <a:pt x="2639" y="1072"/>
                    <a:pt x="2683" y="1074"/>
                    <a:pt x="2726" y="1078"/>
                  </a:cubicBezTo>
                  <a:cubicBezTo>
                    <a:pt x="2718" y="1004"/>
                    <a:pt x="2710" y="921"/>
                    <a:pt x="2718" y="838"/>
                  </a:cubicBezTo>
                  <a:cubicBezTo>
                    <a:pt x="2718" y="730"/>
                    <a:pt x="2734" y="623"/>
                    <a:pt x="2643" y="540"/>
                  </a:cubicBezTo>
                  <a:cubicBezTo>
                    <a:pt x="2569" y="474"/>
                    <a:pt x="2461" y="424"/>
                    <a:pt x="2370" y="374"/>
                  </a:cubicBezTo>
                  <a:cubicBezTo>
                    <a:pt x="2270" y="316"/>
                    <a:pt x="2171" y="258"/>
                    <a:pt x="2063" y="208"/>
                  </a:cubicBezTo>
                  <a:cubicBezTo>
                    <a:pt x="1964" y="167"/>
                    <a:pt x="1856" y="117"/>
                    <a:pt x="1757" y="76"/>
                  </a:cubicBezTo>
                  <a:cubicBezTo>
                    <a:pt x="1676" y="49"/>
                    <a:pt x="1580" y="1"/>
                    <a:pt x="1488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36"/>
            <p:cNvSpPr/>
            <p:nvPr/>
          </p:nvSpPr>
          <p:spPr>
            <a:xfrm>
              <a:off x="4371125" y="1437600"/>
              <a:ext cx="36475" cy="15275"/>
            </a:xfrm>
            <a:custGeom>
              <a:rect b="b" l="l" r="r" t="t"/>
              <a:pathLst>
                <a:path extrusionOk="0" h="611" w="1459">
                  <a:moveTo>
                    <a:pt x="1394" y="1"/>
                  </a:moveTo>
                  <a:cubicBezTo>
                    <a:pt x="1385" y="1"/>
                    <a:pt x="1376" y="3"/>
                    <a:pt x="1368" y="7"/>
                  </a:cubicBezTo>
                  <a:cubicBezTo>
                    <a:pt x="1276" y="49"/>
                    <a:pt x="1210" y="156"/>
                    <a:pt x="1127" y="214"/>
                  </a:cubicBezTo>
                  <a:cubicBezTo>
                    <a:pt x="1044" y="289"/>
                    <a:pt x="937" y="339"/>
                    <a:pt x="837" y="372"/>
                  </a:cubicBezTo>
                  <a:cubicBezTo>
                    <a:pt x="713" y="422"/>
                    <a:pt x="589" y="438"/>
                    <a:pt x="456" y="455"/>
                  </a:cubicBezTo>
                  <a:cubicBezTo>
                    <a:pt x="398" y="463"/>
                    <a:pt x="332" y="471"/>
                    <a:pt x="266" y="480"/>
                  </a:cubicBezTo>
                  <a:cubicBezTo>
                    <a:pt x="191" y="480"/>
                    <a:pt x="116" y="504"/>
                    <a:pt x="50" y="504"/>
                  </a:cubicBezTo>
                  <a:cubicBezTo>
                    <a:pt x="0" y="513"/>
                    <a:pt x="0" y="571"/>
                    <a:pt x="50" y="579"/>
                  </a:cubicBezTo>
                  <a:cubicBezTo>
                    <a:pt x="125" y="579"/>
                    <a:pt x="199" y="604"/>
                    <a:pt x="274" y="604"/>
                  </a:cubicBezTo>
                  <a:cubicBezTo>
                    <a:pt x="311" y="608"/>
                    <a:pt x="350" y="610"/>
                    <a:pt x="390" y="610"/>
                  </a:cubicBezTo>
                  <a:cubicBezTo>
                    <a:pt x="429" y="610"/>
                    <a:pt x="469" y="608"/>
                    <a:pt x="506" y="604"/>
                  </a:cubicBezTo>
                  <a:cubicBezTo>
                    <a:pt x="647" y="596"/>
                    <a:pt x="788" y="571"/>
                    <a:pt x="920" y="529"/>
                  </a:cubicBezTo>
                  <a:cubicBezTo>
                    <a:pt x="1036" y="488"/>
                    <a:pt x="1152" y="430"/>
                    <a:pt x="1243" y="355"/>
                  </a:cubicBezTo>
                  <a:cubicBezTo>
                    <a:pt x="1334" y="281"/>
                    <a:pt x="1459" y="173"/>
                    <a:pt x="1442" y="49"/>
                  </a:cubicBezTo>
                  <a:cubicBezTo>
                    <a:pt x="1442" y="18"/>
                    <a:pt x="1419" y="1"/>
                    <a:pt x="1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36"/>
            <p:cNvSpPr/>
            <p:nvPr/>
          </p:nvSpPr>
          <p:spPr>
            <a:xfrm>
              <a:off x="4406325" y="1431550"/>
              <a:ext cx="2925" cy="3450"/>
            </a:xfrm>
            <a:custGeom>
              <a:rect b="b" l="l" r="r" t="t"/>
              <a:pathLst>
                <a:path extrusionOk="0" h="138" w="117">
                  <a:moveTo>
                    <a:pt x="67" y="1"/>
                  </a:moveTo>
                  <a:lnTo>
                    <a:pt x="59" y="9"/>
                  </a:lnTo>
                  <a:cubicBezTo>
                    <a:pt x="59" y="9"/>
                    <a:pt x="51" y="17"/>
                    <a:pt x="51" y="17"/>
                  </a:cubicBezTo>
                  <a:cubicBezTo>
                    <a:pt x="51" y="17"/>
                    <a:pt x="42" y="26"/>
                    <a:pt x="42" y="26"/>
                  </a:cubicBezTo>
                  <a:cubicBezTo>
                    <a:pt x="34" y="34"/>
                    <a:pt x="34" y="34"/>
                    <a:pt x="34" y="42"/>
                  </a:cubicBezTo>
                  <a:cubicBezTo>
                    <a:pt x="26" y="50"/>
                    <a:pt x="18" y="59"/>
                    <a:pt x="9" y="75"/>
                  </a:cubicBezTo>
                  <a:cubicBezTo>
                    <a:pt x="1" y="75"/>
                    <a:pt x="1" y="84"/>
                    <a:pt x="1" y="92"/>
                  </a:cubicBezTo>
                  <a:cubicBezTo>
                    <a:pt x="1" y="92"/>
                    <a:pt x="1" y="100"/>
                    <a:pt x="1" y="108"/>
                  </a:cubicBezTo>
                  <a:cubicBezTo>
                    <a:pt x="9" y="117"/>
                    <a:pt x="9" y="125"/>
                    <a:pt x="26" y="133"/>
                  </a:cubicBezTo>
                  <a:cubicBezTo>
                    <a:pt x="31" y="133"/>
                    <a:pt x="37" y="137"/>
                    <a:pt x="45" y="137"/>
                  </a:cubicBezTo>
                  <a:cubicBezTo>
                    <a:pt x="49" y="137"/>
                    <a:pt x="53" y="136"/>
                    <a:pt x="59" y="133"/>
                  </a:cubicBezTo>
                  <a:cubicBezTo>
                    <a:pt x="67" y="133"/>
                    <a:pt x="76" y="125"/>
                    <a:pt x="84" y="117"/>
                  </a:cubicBezTo>
                  <a:lnTo>
                    <a:pt x="100" y="84"/>
                  </a:lnTo>
                  <a:cubicBezTo>
                    <a:pt x="100" y="75"/>
                    <a:pt x="100" y="67"/>
                    <a:pt x="109" y="67"/>
                  </a:cubicBezTo>
                  <a:cubicBezTo>
                    <a:pt x="109" y="59"/>
                    <a:pt x="109" y="59"/>
                    <a:pt x="109" y="50"/>
                  </a:cubicBezTo>
                  <a:cubicBezTo>
                    <a:pt x="109" y="50"/>
                    <a:pt x="109" y="42"/>
                    <a:pt x="117" y="42"/>
                  </a:cubicBezTo>
                  <a:lnTo>
                    <a:pt x="117" y="34"/>
                  </a:lnTo>
                  <a:cubicBezTo>
                    <a:pt x="117" y="17"/>
                    <a:pt x="109" y="9"/>
                    <a:pt x="1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36"/>
            <p:cNvSpPr/>
            <p:nvPr/>
          </p:nvSpPr>
          <p:spPr>
            <a:xfrm>
              <a:off x="4407575" y="1420450"/>
              <a:ext cx="2300" cy="4800"/>
            </a:xfrm>
            <a:custGeom>
              <a:rect b="b" l="l" r="r" t="t"/>
              <a:pathLst>
                <a:path extrusionOk="0" h="192" w="92">
                  <a:moveTo>
                    <a:pt x="55" y="0"/>
                  </a:moveTo>
                  <a:cubicBezTo>
                    <a:pt x="50" y="0"/>
                    <a:pt x="46" y="2"/>
                    <a:pt x="42" y="6"/>
                  </a:cubicBezTo>
                  <a:cubicBezTo>
                    <a:pt x="34" y="14"/>
                    <a:pt x="34" y="14"/>
                    <a:pt x="26" y="22"/>
                  </a:cubicBezTo>
                  <a:cubicBezTo>
                    <a:pt x="26" y="30"/>
                    <a:pt x="26" y="39"/>
                    <a:pt x="17" y="47"/>
                  </a:cubicBezTo>
                  <a:cubicBezTo>
                    <a:pt x="17" y="55"/>
                    <a:pt x="17" y="64"/>
                    <a:pt x="17" y="72"/>
                  </a:cubicBezTo>
                  <a:cubicBezTo>
                    <a:pt x="9" y="88"/>
                    <a:pt x="9" y="105"/>
                    <a:pt x="9" y="113"/>
                  </a:cubicBezTo>
                  <a:lnTo>
                    <a:pt x="1" y="146"/>
                  </a:lnTo>
                  <a:cubicBezTo>
                    <a:pt x="1" y="163"/>
                    <a:pt x="9" y="171"/>
                    <a:pt x="17" y="180"/>
                  </a:cubicBezTo>
                  <a:cubicBezTo>
                    <a:pt x="23" y="185"/>
                    <a:pt x="29" y="191"/>
                    <a:pt x="35" y="191"/>
                  </a:cubicBezTo>
                  <a:cubicBezTo>
                    <a:pt x="37" y="191"/>
                    <a:pt x="40" y="190"/>
                    <a:pt x="42" y="188"/>
                  </a:cubicBezTo>
                  <a:cubicBezTo>
                    <a:pt x="59" y="188"/>
                    <a:pt x="67" y="188"/>
                    <a:pt x="75" y="180"/>
                  </a:cubicBezTo>
                  <a:cubicBezTo>
                    <a:pt x="84" y="171"/>
                    <a:pt x="84" y="163"/>
                    <a:pt x="84" y="146"/>
                  </a:cubicBezTo>
                  <a:cubicBezTo>
                    <a:pt x="92" y="138"/>
                    <a:pt x="92" y="130"/>
                    <a:pt x="92" y="113"/>
                  </a:cubicBezTo>
                  <a:lnTo>
                    <a:pt x="92" y="80"/>
                  </a:lnTo>
                  <a:cubicBezTo>
                    <a:pt x="92" y="72"/>
                    <a:pt x="92" y="64"/>
                    <a:pt x="92" y="55"/>
                  </a:cubicBezTo>
                  <a:cubicBezTo>
                    <a:pt x="92" y="47"/>
                    <a:pt x="92" y="39"/>
                    <a:pt x="84" y="30"/>
                  </a:cubicBezTo>
                  <a:cubicBezTo>
                    <a:pt x="84" y="22"/>
                    <a:pt x="84" y="14"/>
                    <a:pt x="75" y="14"/>
                  </a:cubicBezTo>
                  <a:cubicBezTo>
                    <a:pt x="70" y="4"/>
                    <a:pt x="63" y="0"/>
                    <a:pt x="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36"/>
            <p:cNvSpPr/>
            <p:nvPr/>
          </p:nvSpPr>
          <p:spPr>
            <a:xfrm>
              <a:off x="4183250" y="1176750"/>
              <a:ext cx="107725" cy="144875"/>
            </a:xfrm>
            <a:custGeom>
              <a:rect b="b" l="l" r="r" t="t"/>
              <a:pathLst>
                <a:path extrusionOk="0" h="5795" w="4309">
                  <a:moveTo>
                    <a:pt x="4196" y="1"/>
                  </a:moveTo>
                  <a:cubicBezTo>
                    <a:pt x="4182" y="1"/>
                    <a:pt x="4169" y="6"/>
                    <a:pt x="4160" y="18"/>
                  </a:cubicBezTo>
                  <a:cubicBezTo>
                    <a:pt x="4093" y="93"/>
                    <a:pt x="4069" y="192"/>
                    <a:pt x="4035" y="283"/>
                  </a:cubicBezTo>
                  <a:cubicBezTo>
                    <a:pt x="4002" y="366"/>
                    <a:pt x="3961" y="457"/>
                    <a:pt x="3928" y="540"/>
                  </a:cubicBezTo>
                  <a:cubicBezTo>
                    <a:pt x="3845" y="714"/>
                    <a:pt x="3737" y="888"/>
                    <a:pt x="3621" y="1046"/>
                  </a:cubicBezTo>
                  <a:cubicBezTo>
                    <a:pt x="3505" y="1203"/>
                    <a:pt x="3381" y="1344"/>
                    <a:pt x="3240" y="1476"/>
                  </a:cubicBezTo>
                  <a:cubicBezTo>
                    <a:pt x="3232" y="1476"/>
                    <a:pt x="3224" y="1485"/>
                    <a:pt x="3224" y="1493"/>
                  </a:cubicBezTo>
                  <a:cubicBezTo>
                    <a:pt x="3099" y="1568"/>
                    <a:pt x="2958" y="1626"/>
                    <a:pt x="2818" y="1650"/>
                  </a:cubicBezTo>
                  <a:cubicBezTo>
                    <a:pt x="2792" y="1654"/>
                    <a:pt x="2765" y="1656"/>
                    <a:pt x="2738" y="1656"/>
                  </a:cubicBezTo>
                  <a:cubicBezTo>
                    <a:pt x="2570" y="1656"/>
                    <a:pt x="2396" y="1588"/>
                    <a:pt x="2296" y="1452"/>
                  </a:cubicBezTo>
                  <a:cubicBezTo>
                    <a:pt x="2221" y="1352"/>
                    <a:pt x="2180" y="1203"/>
                    <a:pt x="2055" y="1178"/>
                  </a:cubicBezTo>
                  <a:lnTo>
                    <a:pt x="1989" y="1178"/>
                  </a:lnTo>
                  <a:cubicBezTo>
                    <a:pt x="2047" y="1104"/>
                    <a:pt x="2105" y="1037"/>
                    <a:pt x="2163" y="963"/>
                  </a:cubicBezTo>
                  <a:cubicBezTo>
                    <a:pt x="2296" y="822"/>
                    <a:pt x="2436" y="689"/>
                    <a:pt x="2594" y="582"/>
                  </a:cubicBezTo>
                  <a:cubicBezTo>
                    <a:pt x="2668" y="515"/>
                    <a:pt x="2751" y="466"/>
                    <a:pt x="2834" y="408"/>
                  </a:cubicBezTo>
                  <a:cubicBezTo>
                    <a:pt x="2917" y="358"/>
                    <a:pt x="3000" y="316"/>
                    <a:pt x="3058" y="234"/>
                  </a:cubicBezTo>
                  <a:cubicBezTo>
                    <a:pt x="3083" y="200"/>
                    <a:pt x="3050" y="159"/>
                    <a:pt x="3016" y="159"/>
                  </a:cubicBezTo>
                  <a:cubicBezTo>
                    <a:pt x="2917" y="159"/>
                    <a:pt x="2826" y="200"/>
                    <a:pt x="2743" y="250"/>
                  </a:cubicBezTo>
                  <a:cubicBezTo>
                    <a:pt x="2652" y="300"/>
                    <a:pt x="2577" y="350"/>
                    <a:pt x="2494" y="408"/>
                  </a:cubicBezTo>
                  <a:cubicBezTo>
                    <a:pt x="2337" y="524"/>
                    <a:pt x="2196" y="648"/>
                    <a:pt x="2064" y="789"/>
                  </a:cubicBezTo>
                  <a:cubicBezTo>
                    <a:pt x="1931" y="930"/>
                    <a:pt x="1815" y="1087"/>
                    <a:pt x="1716" y="1253"/>
                  </a:cubicBezTo>
                  <a:cubicBezTo>
                    <a:pt x="1658" y="1336"/>
                    <a:pt x="1608" y="1443"/>
                    <a:pt x="1550" y="1534"/>
                  </a:cubicBezTo>
                  <a:cubicBezTo>
                    <a:pt x="1649" y="1327"/>
                    <a:pt x="1765" y="1137"/>
                    <a:pt x="1898" y="954"/>
                  </a:cubicBezTo>
                  <a:cubicBezTo>
                    <a:pt x="1923" y="923"/>
                    <a:pt x="1891" y="882"/>
                    <a:pt x="1856" y="882"/>
                  </a:cubicBezTo>
                  <a:cubicBezTo>
                    <a:pt x="1845" y="882"/>
                    <a:pt x="1833" y="886"/>
                    <a:pt x="1823" y="896"/>
                  </a:cubicBezTo>
                  <a:cubicBezTo>
                    <a:pt x="1666" y="1079"/>
                    <a:pt x="1542" y="1286"/>
                    <a:pt x="1450" y="1501"/>
                  </a:cubicBezTo>
                  <a:cubicBezTo>
                    <a:pt x="1426" y="1485"/>
                    <a:pt x="1401" y="1460"/>
                    <a:pt x="1376" y="1435"/>
                  </a:cubicBezTo>
                  <a:cubicBezTo>
                    <a:pt x="1185" y="1228"/>
                    <a:pt x="995" y="1021"/>
                    <a:pt x="804" y="814"/>
                  </a:cubicBezTo>
                  <a:cubicBezTo>
                    <a:pt x="796" y="805"/>
                    <a:pt x="788" y="797"/>
                    <a:pt x="779" y="789"/>
                  </a:cubicBezTo>
                  <a:cubicBezTo>
                    <a:pt x="713" y="847"/>
                    <a:pt x="672" y="921"/>
                    <a:pt x="638" y="1004"/>
                  </a:cubicBezTo>
                  <a:cubicBezTo>
                    <a:pt x="597" y="1104"/>
                    <a:pt x="556" y="1195"/>
                    <a:pt x="489" y="1278"/>
                  </a:cubicBezTo>
                  <a:cubicBezTo>
                    <a:pt x="357" y="1427"/>
                    <a:pt x="166" y="1518"/>
                    <a:pt x="34" y="1667"/>
                  </a:cubicBezTo>
                  <a:cubicBezTo>
                    <a:pt x="9" y="1692"/>
                    <a:pt x="0" y="1708"/>
                    <a:pt x="17" y="1742"/>
                  </a:cubicBezTo>
                  <a:cubicBezTo>
                    <a:pt x="25" y="1775"/>
                    <a:pt x="42" y="1800"/>
                    <a:pt x="58" y="1824"/>
                  </a:cubicBezTo>
                  <a:cubicBezTo>
                    <a:pt x="83" y="1866"/>
                    <a:pt x="116" y="1916"/>
                    <a:pt x="141" y="1957"/>
                  </a:cubicBezTo>
                  <a:cubicBezTo>
                    <a:pt x="208" y="2065"/>
                    <a:pt x="274" y="2156"/>
                    <a:pt x="348" y="2255"/>
                  </a:cubicBezTo>
                  <a:cubicBezTo>
                    <a:pt x="481" y="2438"/>
                    <a:pt x="630" y="2628"/>
                    <a:pt x="754" y="2827"/>
                  </a:cubicBezTo>
                  <a:cubicBezTo>
                    <a:pt x="1003" y="3233"/>
                    <a:pt x="1185" y="3680"/>
                    <a:pt x="1401" y="4111"/>
                  </a:cubicBezTo>
                  <a:cubicBezTo>
                    <a:pt x="1624" y="4559"/>
                    <a:pt x="1923" y="4965"/>
                    <a:pt x="2204" y="5371"/>
                  </a:cubicBezTo>
                  <a:lnTo>
                    <a:pt x="2428" y="5685"/>
                  </a:lnTo>
                  <a:cubicBezTo>
                    <a:pt x="2461" y="5735"/>
                    <a:pt x="2494" y="5793"/>
                    <a:pt x="2544" y="5793"/>
                  </a:cubicBezTo>
                  <a:cubicBezTo>
                    <a:pt x="2551" y="5794"/>
                    <a:pt x="2557" y="5795"/>
                    <a:pt x="2564" y="5795"/>
                  </a:cubicBezTo>
                  <a:cubicBezTo>
                    <a:pt x="2605" y="5795"/>
                    <a:pt x="2640" y="5773"/>
                    <a:pt x="2668" y="5752"/>
                  </a:cubicBezTo>
                  <a:cubicBezTo>
                    <a:pt x="2760" y="5694"/>
                    <a:pt x="2826" y="5603"/>
                    <a:pt x="2892" y="5511"/>
                  </a:cubicBezTo>
                  <a:cubicBezTo>
                    <a:pt x="2950" y="5420"/>
                    <a:pt x="3008" y="5321"/>
                    <a:pt x="3058" y="5230"/>
                  </a:cubicBezTo>
                  <a:cubicBezTo>
                    <a:pt x="3166" y="5023"/>
                    <a:pt x="3240" y="4807"/>
                    <a:pt x="3306" y="4592"/>
                  </a:cubicBezTo>
                  <a:cubicBezTo>
                    <a:pt x="3340" y="4476"/>
                    <a:pt x="3373" y="4368"/>
                    <a:pt x="3398" y="4252"/>
                  </a:cubicBezTo>
                  <a:cubicBezTo>
                    <a:pt x="3431" y="4120"/>
                    <a:pt x="3447" y="3987"/>
                    <a:pt x="3456" y="3854"/>
                  </a:cubicBezTo>
                  <a:cubicBezTo>
                    <a:pt x="3505" y="3366"/>
                    <a:pt x="3480" y="2885"/>
                    <a:pt x="3505" y="2404"/>
                  </a:cubicBezTo>
                  <a:cubicBezTo>
                    <a:pt x="3522" y="2073"/>
                    <a:pt x="3555" y="1742"/>
                    <a:pt x="3679" y="1443"/>
                  </a:cubicBezTo>
                  <a:lnTo>
                    <a:pt x="3679" y="1443"/>
                  </a:lnTo>
                  <a:cubicBezTo>
                    <a:pt x="3538" y="1601"/>
                    <a:pt x="3398" y="1766"/>
                    <a:pt x="3306" y="1965"/>
                  </a:cubicBezTo>
                  <a:cubicBezTo>
                    <a:pt x="3301" y="1976"/>
                    <a:pt x="3291" y="1981"/>
                    <a:pt x="3280" y="1981"/>
                  </a:cubicBezTo>
                  <a:cubicBezTo>
                    <a:pt x="3259" y="1981"/>
                    <a:pt x="3235" y="1963"/>
                    <a:pt x="3240" y="1940"/>
                  </a:cubicBezTo>
                  <a:cubicBezTo>
                    <a:pt x="3290" y="1816"/>
                    <a:pt x="3340" y="1700"/>
                    <a:pt x="3414" y="1592"/>
                  </a:cubicBezTo>
                  <a:cubicBezTo>
                    <a:pt x="3472" y="1518"/>
                    <a:pt x="3530" y="1443"/>
                    <a:pt x="3588" y="1369"/>
                  </a:cubicBezTo>
                  <a:lnTo>
                    <a:pt x="3596" y="1369"/>
                  </a:lnTo>
                  <a:cubicBezTo>
                    <a:pt x="3630" y="1327"/>
                    <a:pt x="3663" y="1286"/>
                    <a:pt x="3696" y="1253"/>
                  </a:cubicBezTo>
                  <a:cubicBezTo>
                    <a:pt x="3779" y="1153"/>
                    <a:pt x="3870" y="1054"/>
                    <a:pt x="3953" y="946"/>
                  </a:cubicBezTo>
                  <a:cubicBezTo>
                    <a:pt x="3957" y="951"/>
                    <a:pt x="3968" y="956"/>
                    <a:pt x="3979" y="956"/>
                  </a:cubicBezTo>
                  <a:cubicBezTo>
                    <a:pt x="3987" y="956"/>
                    <a:pt x="3995" y="953"/>
                    <a:pt x="4002" y="946"/>
                  </a:cubicBezTo>
                  <a:cubicBezTo>
                    <a:pt x="4085" y="822"/>
                    <a:pt x="4151" y="689"/>
                    <a:pt x="4209" y="557"/>
                  </a:cubicBezTo>
                  <a:cubicBezTo>
                    <a:pt x="4259" y="424"/>
                    <a:pt x="4309" y="267"/>
                    <a:pt x="4301" y="126"/>
                  </a:cubicBezTo>
                  <a:cubicBezTo>
                    <a:pt x="4301" y="118"/>
                    <a:pt x="4294" y="113"/>
                    <a:pt x="4288" y="113"/>
                  </a:cubicBezTo>
                  <a:cubicBezTo>
                    <a:pt x="4282" y="113"/>
                    <a:pt x="4276" y="118"/>
                    <a:pt x="4276" y="126"/>
                  </a:cubicBezTo>
                  <a:cubicBezTo>
                    <a:pt x="4251" y="192"/>
                    <a:pt x="4234" y="258"/>
                    <a:pt x="4218" y="325"/>
                  </a:cubicBezTo>
                  <a:cubicBezTo>
                    <a:pt x="4193" y="399"/>
                    <a:pt x="4176" y="466"/>
                    <a:pt x="4143" y="532"/>
                  </a:cubicBezTo>
                  <a:cubicBezTo>
                    <a:pt x="4110" y="623"/>
                    <a:pt x="4060" y="722"/>
                    <a:pt x="4011" y="814"/>
                  </a:cubicBezTo>
                  <a:cubicBezTo>
                    <a:pt x="3994" y="830"/>
                    <a:pt x="3977" y="847"/>
                    <a:pt x="3961" y="872"/>
                  </a:cubicBezTo>
                  <a:cubicBezTo>
                    <a:pt x="4019" y="772"/>
                    <a:pt x="4069" y="664"/>
                    <a:pt x="4118" y="565"/>
                  </a:cubicBezTo>
                  <a:cubicBezTo>
                    <a:pt x="4185" y="408"/>
                    <a:pt x="4276" y="217"/>
                    <a:pt x="4243" y="43"/>
                  </a:cubicBezTo>
                  <a:cubicBezTo>
                    <a:pt x="4243" y="17"/>
                    <a:pt x="4219" y="1"/>
                    <a:pt x="4196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36"/>
            <p:cNvSpPr/>
            <p:nvPr/>
          </p:nvSpPr>
          <p:spPr>
            <a:xfrm>
              <a:off x="4250975" y="1228500"/>
              <a:ext cx="53050" cy="192000"/>
            </a:xfrm>
            <a:custGeom>
              <a:rect b="b" l="l" r="r" t="t"/>
              <a:pathLst>
                <a:path extrusionOk="0" h="7680" w="2122">
                  <a:moveTo>
                    <a:pt x="905" y="1"/>
                  </a:moveTo>
                  <a:cubicBezTo>
                    <a:pt x="860" y="1"/>
                    <a:pt x="817" y="32"/>
                    <a:pt x="813" y="94"/>
                  </a:cubicBezTo>
                  <a:cubicBezTo>
                    <a:pt x="763" y="616"/>
                    <a:pt x="788" y="1146"/>
                    <a:pt x="738" y="1668"/>
                  </a:cubicBezTo>
                  <a:cubicBezTo>
                    <a:pt x="713" y="1925"/>
                    <a:pt x="680" y="2174"/>
                    <a:pt x="614" y="2414"/>
                  </a:cubicBezTo>
                  <a:cubicBezTo>
                    <a:pt x="539" y="2671"/>
                    <a:pt x="432" y="2895"/>
                    <a:pt x="307" y="3118"/>
                  </a:cubicBezTo>
                  <a:cubicBezTo>
                    <a:pt x="233" y="3234"/>
                    <a:pt x="175" y="3350"/>
                    <a:pt x="125" y="3475"/>
                  </a:cubicBezTo>
                  <a:cubicBezTo>
                    <a:pt x="75" y="3607"/>
                    <a:pt x="51" y="3740"/>
                    <a:pt x="34" y="3872"/>
                  </a:cubicBezTo>
                  <a:cubicBezTo>
                    <a:pt x="1" y="4146"/>
                    <a:pt x="17" y="4427"/>
                    <a:pt x="51" y="4701"/>
                  </a:cubicBezTo>
                  <a:cubicBezTo>
                    <a:pt x="75" y="4991"/>
                    <a:pt x="117" y="5281"/>
                    <a:pt x="167" y="5571"/>
                  </a:cubicBezTo>
                  <a:cubicBezTo>
                    <a:pt x="183" y="5703"/>
                    <a:pt x="208" y="5844"/>
                    <a:pt x="249" y="5969"/>
                  </a:cubicBezTo>
                  <a:cubicBezTo>
                    <a:pt x="266" y="6002"/>
                    <a:pt x="283" y="6043"/>
                    <a:pt x="299" y="6076"/>
                  </a:cubicBezTo>
                  <a:lnTo>
                    <a:pt x="299" y="6192"/>
                  </a:lnTo>
                  <a:cubicBezTo>
                    <a:pt x="299" y="6230"/>
                    <a:pt x="324" y="6247"/>
                    <a:pt x="350" y="6247"/>
                  </a:cubicBezTo>
                  <a:cubicBezTo>
                    <a:pt x="364" y="6247"/>
                    <a:pt x="379" y="6242"/>
                    <a:pt x="390" y="6234"/>
                  </a:cubicBezTo>
                  <a:cubicBezTo>
                    <a:pt x="407" y="6259"/>
                    <a:pt x="423" y="6283"/>
                    <a:pt x="440" y="6308"/>
                  </a:cubicBezTo>
                  <a:cubicBezTo>
                    <a:pt x="771" y="6789"/>
                    <a:pt x="1119" y="7286"/>
                    <a:pt x="1583" y="7659"/>
                  </a:cubicBezTo>
                  <a:cubicBezTo>
                    <a:pt x="1602" y="7673"/>
                    <a:pt x="1622" y="7679"/>
                    <a:pt x="1643" y="7679"/>
                  </a:cubicBezTo>
                  <a:cubicBezTo>
                    <a:pt x="1705" y="7679"/>
                    <a:pt x="1762" y="7620"/>
                    <a:pt x="1724" y="7551"/>
                  </a:cubicBezTo>
                  <a:cubicBezTo>
                    <a:pt x="1351" y="6905"/>
                    <a:pt x="995" y="6242"/>
                    <a:pt x="631" y="5596"/>
                  </a:cubicBezTo>
                  <a:cubicBezTo>
                    <a:pt x="612" y="5567"/>
                    <a:pt x="580" y="5553"/>
                    <a:pt x="546" y="5553"/>
                  </a:cubicBezTo>
                  <a:cubicBezTo>
                    <a:pt x="521" y="5553"/>
                    <a:pt x="495" y="5561"/>
                    <a:pt x="473" y="5579"/>
                  </a:cubicBezTo>
                  <a:cubicBezTo>
                    <a:pt x="495" y="5541"/>
                    <a:pt x="517" y="5521"/>
                    <a:pt x="548" y="5521"/>
                  </a:cubicBezTo>
                  <a:cubicBezTo>
                    <a:pt x="564" y="5521"/>
                    <a:pt x="583" y="5526"/>
                    <a:pt x="606" y="5538"/>
                  </a:cubicBezTo>
                  <a:cubicBezTo>
                    <a:pt x="689" y="5571"/>
                    <a:pt x="755" y="5621"/>
                    <a:pt x="821" y="5679"/>
                  </a:cubicBezTo>
                  <a:cubicBezTo>
                    <a:pt x="954" y="5786"/>
                    <a:pt x="1061" y="5911"/>
                    <a:pt x="1177" y="6035"/>
                  </a:cubicBezTo>
                  <a:cubicBezTo>
                    <a:pt x="1285" y="6167"/>
                    <a:pt x="1401" y="6300"/>
                    <a:pt x="1534" y="6408"/>
                  </a:cubicBezTo>
                  <a:cubicBezTo>
                    <a:pt x="1640" y="6486"/>
                    <a:pt x="1765" y="6545"/>
                    <a:pt x="1890" y="6545"/>
                  </a:cubicBezTo>
                  <a:cubicBezTo>
                    <a:pt x="1951" y="6545"/>
                    <a:pt x="2013" y="6531"/>
                    <a:pt x="2072" y="6499"/>
                  </a:cubicBezTo>
                  <a:cubicBezTo>
                    <a:pt x="2097" y="6482"/>
                    <a:pt x="2122" y="6457"/>
                    <a:pt x="2114" y="6424"/>
                  </a:cubicBezTo>
                  <a:cubicBezTo>
                    <a:pt x="2089" y="6225"/>
                    <a:pt x="2006" y="6043"/>
                    <a:pt x="1898" y="5877"/>
                  </a:cubicBezTo>
                  <a:cubicBezTo>
                    <a:pt x="1790" y="5695"/>
                    <a:pt x="1674" y="5521"/>
                    <a:pt x="1567" y="5331"/>
                  </a:cubicBezTo>
                  <a:cubicBezTo>
                    <a:pt x="1467" y="5148"/>
                    <a:pt x="1368" y="4949"/>
                    <a:pt x="1285" y="4759"/>
                  </a:cubicBezTo>
                  <a:cubicBezTo>
                    <a:pt x="1244" y="4659"/>
                    <a:pt x="1202" y="4560"/>
                    <a:pt x="1169" y="4452"/>
                  </a:cubicBezTo>
                  <a:cubicBezTo>
                    <a:pt x="1153" y="4403"/>
                    <a:pt x="1136" y="4353"/>
                    <a:pt x="1119" y="4303"/>
                  </a:cubicBezTo>
                  <a:cubicBezTo>
                    <a:pt x="1111" y="4278"/>
                    <a:pt x="1078" y="4220"/>
                    <a:pt x="1103" y="4195"/>
                  </a:cubicBezTo>
                  <a:cubicBezTo>
                    <a:pt x="1119" y="4162"/>
                    <a:pt x="1169" y="4137"/>
                    <a:pt x="1194" y="4104"/>
                  </a:cubicBezTo>
                  <a:cubicBezTo>
                    <a:pt x="1219" y="4063"/>
                    <a:pt x="1227" y="4013"/>
                    <a:pt x="1235" y="3972"/>
                  </a:cubicBezTo>
                  <a:cubicBezTo>
                    <a:pt x="1235" y="3872"/>
                    <a:pt x="1194" y="3773"/>
                    <a:pt x="1161" y="3682"/>
                  </a:cubicBezTo>
                  <a:cubicBezTo>
                    <a:pt x="1103" y="3475"/>
                    <a:pt x="1078" y="3259"/>
                    <a:pt x="1070" y="3044"/>
                  </a:cubicBezTo>
                  <a:cubicBezTo>
                    <a:pt x="1053" y="2596"/>
                    <a:pt x="1086" y="2141"/>
                    <a:pt x="1086" y="1693"/>
                  </a:cubicBezTo>
                  <a:cubicBezTo>
                    <a:pt x="1078" y="1163"/>
                    <a:pt x="1053" y="624"/>
                    <a:pt x="1003" y="94"/>
                  </a:cubicBezTo>
                  <a:cubicBezTo>
                    <a:pt x="995" y="32"/>
                    <a:pt x="950" y="1"/>
                    <a:pt x="905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36"/>
            <p:cNvSpPr/>
            <p:nvPr/>
          </p:nvSpPr>
          <p:spPr>
            <a:xfrm>
              <a:off x="4183050" y="1214400"/>
              <a:ext cx="99025" cy="136375"/>
            </a:xfrm>
            <a:custGeom>
              <a:rect b="b" l="l" r="r" t="t"/>
              <a:pathLst>
                <a:path extrusionOk="0" h="5455" w="3961">
                  <a:moveTo>
                    <a:pt x="159" y="0"/>
                  </a:moveTo>
                  <a:cubicBezTo>
                    <a:pt x="149" y="0"/>
                    <a:pt x="140" y="4"/>
                    <a:pt x="133" y="12"/>
                  </a:cubicBezTo>
                  <a:cubicBezTo>
                    <a:pt x="83" y="20"/>
                    <a:pt x="42" y="53"/>
                    <a:pt x="25" y="103"/>
                  </a:cubicBezTo>
                  <a:cubicBezTo>
                    <a:pt x="0" y="178"/>
                    <a:pt x="42" y="269"/>
                    <a:pt x="66" y="335"/>
                  </a:cubicBezTo>
                  <a:cubicBezTo>
                    <a:pt x="91" y="410"/>
                    <a:pt x="124" y="476"/>
                    <a:pt x="158" y="550"/>
                  </a:cubicBezTo>
                  <a:cubicBezTo>
                    <a:pt x="298" y="816"/>
                    <a:pt x="497" y="1048"/>
                    <a:pt x="671" y="1296"/>
                  </a:cubicBezTo>
                  <a:cubicBezTo>
                    <a:pt x="762" y="1429"/>
                    <a:pt x="854" y="1570"/>
                    <a:pt x="928" y="1719"/>
                  </a:cubicBezTo>
                  <a:cubicBezTo>
                    <a:pt x="1011" y="1884"/>
                    <a:pt x="1086" y="2050"/>
                    <a:pt x="1177" y="2216"/>
                  </a:cubicBezTo>
                  <a:cubicBezTo>
                    <a:pt x="1367" y="2547"/>
                    <a:pt x="1574" y="2862"/>
                    <a:pt x="1773" y="3185"/>
                  </a:cubicBezTo>
                  <a:cubicBezTo>
                    <a:pt x="2005" y="3558"/>
                    <a:pt x="2246" y="3931"/>
                    <a:pt x="2478" y="4304"/>
                  </a:cubicBezTo>
                  <a:cubicBezTo>
                    <a:pt x="2494" y="4332"/>
                    <a:pt x="2523" y="4349"/>
                    <a:pt x="2552" y="4349"/>
                  </a:cubicBezTo>
                  <a:cubicBezTo>
                    <a:pt x="2566" y="4349"/>
                    <a:pt x="2580" y="4345"/>
                    <a:pt x="2594" y="4337"/>
                  </a:cubicBezTo>
                  <a:cubicBezTo>
                    <a:pt x="2627" y="4320"/>
                    <a:pt x="2652" y="4304"/>
                    <a:pt x="2676" y="4287"/>
                  </a:cubicBezTo>
                  <a:cubicBezTo>
                    <a:pt x="2707" y="4363"/>
                    <a:pt x="2786" y="4404"/>
                    <a:pt x="2869" y="4404"/>
                  </a:cubicBezTo>
                  <a:cubicBezTo>
                    <a:pt x="2877" y="4404"/>
                    <a:pt x="2884" y="4404"/>
                    <a:pt x="2892" y="4403"/>
                  </a:cubicBezTo>
                  <a:cubicBezTo>
                    <a:pt x="2892" y="4424"/>
                    <a:pt x="2911" y="4441"/>
                    <a:pt x="2930" y="4441"/>
                  </a:cubicBezTo>
                  <a:cubicBezTo>
                    <a:pt x="2941" y="4441"/>
                    <a:pt x="2952" y="4435"/>
                    <a:pt x="2958" y="4420"/>
                  </a:cubicBezTo>
                  <a:cubicBezTo>
                    <a:pt x="2958" y="4411"/>
                    <a:pt x="2975" y="4395"/>
                    <a:pt x="2991" y="4370"/>
                  </a:cubicBezTo>
                  <a:cubicBezTo>
                    <a:pt x="3000" y="4362"/>
                    <a:pt x="3016" y="4353"/>
                    <a:pt x="3024" y="4337"/>
                  </a:cubicBezTo>
                  <a:cubicBezTo>
                    <a:pt x="3024" y="4345"/>
                    <a:pt x="3033" y="4345"/>
                    <a:pt x="3033" y="4345"/>
                  </a:cubicBezTo>
                  <a:cubicBezTo>
                    <a:pt x="3033" y="4362"/>
                    <a:pt x="3033" y="4378"/>
                    <a:pt x="3033" y="4403"/>
                  </a:cubicBezTo>
                  <a:cubicBezTo>
                    <a:pt x="3033" y="4461"/>
                    <a:pt x="3074" y="4494"/>
                    <a:pt x="3124" y="4494"/>
                  </a:cubicBezTo>
                  <a:cubicBezTo>
                    <a:pt x="3157" y="4635"/>
                    <a:pt x="3215" y="4768"/>
                    <a:pt x="3281" y="4892"/>
                  </a:cubicBezTo>
                  <a:cubicBezTo>
                    <a:pt x="3348" y="5016"/>
                    <a:pt x="3430" y="5124"/>
                    <a:pt x="3522" y="5232"/>
                  </a:cubicBezTo>
                  <a:cubicBezTo>
                    <a:pt x="3595" y="5327"/>
                    <a:pt x="3694" y="5454"/>
                    <a:pt x="3818" y="5454"/>
                  </a:cubicBezTo>
                  <a:cubicBezTo>
                    <a:pt x="3835" y="5454"/>
                    <a:pt x="3852" y="5452"/>
                    <a:pt x="3870" y="5447"/>
                  </a:cubicBezTo>
                  <a:cubicBezTo>
                    <a:pt x="3936" y="5431"/>
                    <a:pt x="3961" y="5348"/>
                    <a:pt x="3911" y="5306"/>
                  </a:cubicBezTo>
                  <a:cubicBezTo>
                    <a:pt x="3538" y="4983"/>
                    <a:pt x="3339" y="4503"/>
                    <a:pt x="3364" y="4014"/>
                  </a:cubicBezTo>
                  <a:cubicBezTo>
                    <a:pt x="3372" y="3960"/>
                    <a:pt x="3315" y="3913"/>
                    <a:pt x="3261" y="3913"/>
                  </a:cubicBezTo>
                  <a:cubicBezTo>
                    <a:pt x="3257" y="3913"/>
                    <a:pt x="3252" y="3914"/>
                    <a:pt x="3248" y="3914"/>
                  </a:cubicBezTo>
                  <a:cubicBezTo>
                    <a:pt x="3232" y="3889"/>
                    <a:pt x="3205" y="3875"/>
                    <a:pt x="3176" y="3875"/>
                  </a:cubicBezTo>
                  <a:cubicBezTo>
                    <a:pt x="3147" y="3875"/>
                    <a:pt x="3116" y="3889"/>
                    <a:pt x="3091" y="3923"/>
                  </a:cubicBezTo>
                  <a:cubicBezTo>
                    <a:pt x="3082" y="3923"/>
                    <a:pt x="3082" y="3931"/>
                    <a:pt x="3074" y="3939"/>
                  </a:cubicBezTo>
                  <a:cubicBezTo>
                    <a:pt x="3041" y="3939"/>
                    <a:pt x="3008" y="3947"/>
                    <a:pt x="2991" y="3981"/>
                  </a:cubicBezTo>
                  <a:cubicBezTo>
                    <a:pt x="2983" y="3997"/>
                    <a:pt x="2975" y="4005"/>
                    <a:pt x="2966" y="4022"/>
                  </a:cubicBezTo>
                  <a:cubicBezTo>
                    <a:pt x="2958" y="4005"/>
                    <a:pt x="2933" y="4005"/>
                    <a:pt x="2917" y="3997"/>
                  </a:cubicBezTo>
                  <a:cubicBezTo>
                    <a:pt x="3016" y="3831"/>
                    <a:pt x="3082" y="3649"/>
                    <a:pt x="3149" y="3483"/>
                  </a:cubicBezTo>
                  <a:cubicBezTo>
                    <a:pt x="3232" y="3285"/>
                    <a:pt x="3314" y="3086"/>
                    <a:pt x="3397" y="2887"/>
                  </a:cubicBezTo>
                  <a:cubicBezTo>
                    <a:pt x="3472" y="2705"/>
                    <a:pt x="3538" y="2506"/>
                    <a:pt x="3538" y="2299"/>
                  </a:cubicBezTo>
                  <a:cubicBezTo>
                    <a:pt x="3538" y="2243"/>
                    <a:pt x="3491" y="2211"/>
                    <a:pt x="3445" y="2211"/>
                  </a:cubicBezTo>
                  <a:cubicBezTo>
                    <a:pt x="3410" y="2211"/>
                    <a:pt x="3375" y="2230"/>
                    <a:pt x="3364" y="2274"/>
                  </a:cubicBezTo>
                  <a:cubicBezTo>
                    <a:pt x="3298" y="2597"/>
                    <a:pt x="3149" y="2895"/>
                    <a:pt x="2933" y="3144"/>
                  </a:cubicBezTo>
                  <a:cubicBezTo>
                    <a:pt x="2849" y="3235"/>
                    <a:pt x="2723" y="3362"/>
                    <a:pt x="2587" y="3362"/>
                  </a:cubicBezTo>
                  <a:cubicBezTo>
                    <a:pt x="2576" y="3362"/>
                    <a:pt x="2564" y="3361"/>
                    <a:pt x="2552" y="3359"/>
                  </a:cubicBezTo>
                  <a:cubicBezTo>
                    <a:pt x="2478" y="3343"/>
                    <a:pt x="2428" y="3285"/>
                    <a:pt x="2386" y="3235"/>
                  </a:cubicBezTo>
                  <a:cubicBezTo>
                    <a:pt x="2337" y="3160"/>
                    <a:pt x="2287" y="3086"/>
                    <a:pt x="2237" y="3020"/>
                  </a:cubicBezTo>
                  <a:cubicBezTo>
                    <a:pt x="1790" y="2373"/>
                    <a:pt x="1334" y="1744"/>
                    <a:pt x="895" y="1097"/>
                  </a:cubicBezTo>
                  <a:cubicBezTo>
                    <a:pt x="671" y="774"/>
                    <a:pt x="464" y="443"/>
                    <a:pt x="249" y="111"/>
                  </a:cubicBezTo>
                  <a:cubicBezTo>
                    <a:pt x="249" y="86"/>
                    <a:pt x="232" y="62"/>
                    <a:pt x="216" y="45"/>
                  </a:cubicBezTo>
                  <a:cubicBezTo>
                    <a:pt x="216" y="37"/>
                    <a:pt x="207" y="37"/>
                    <a:pt x="207" y="37"/>
                  </a:cubicBezTo>
                  <a:cubicBezTo>
                    <a:pt x="207" y="28"/>
                    <a:pt x="199" y="28"/>
                    <a:pt x="199" y="20"/>
                  </a:cubicBezTo>
                  <a:cubicBezTo>
                    <a:pt x="185" y="6"/>
                    <a:pt x="172" y="0"/>
                    <a:pt x="159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36"/>
            <p:cNvSpPr/>
            <p:nvPr/>
          </p:nvSpPr>
          <p:spPr>
            <a:xfrm>
              <a:off x="4317675" y="1218300"/>
              <a:ext cx="9975" cy="4950"/>
            </a:xfrm>
            <a:custGeom>
              <a:rect b="b" l="l" r="r" t="t"/>
              <a:pathLst>
                <a:path extrusionOk="0" h="198" w="399">
                  <a:moveTo>
                    <a:pt x="97" y="0"/>
                  </a:moveTo>
                  <a:cubicBezTo>
                    <a:pt x="71" y="0"/>
                    <a:pt x="45" y="2"/>
                    <a:pt x="17" y="5"/>
                  </a:cubicBezTo>
                  <a:cubicBezTo>
                    <a:pt x="9" y="5"/>
                    <a:pt x="1" y="22"/>
                    <a:pt x="1" y="38"/>
                  </a:cubicBezTo>
                  <a:cubicBezTo>
                    <a:pt x="1" y="46"/>
                    <a:pt x="9" y="55"/>
                    <a:pt x="26" y="63"/>
                  </a:cubicBezTo>
                  <a:cubicBezTo>
                    <a:pt x="59" y="63"/>
                    <a:pt x="84" y="71"/>
                    <a:pt x="108" y="80"/>
                  </a:cubicBezTo>
                  <a:cubicBezTo>
                    <a:pt x="125" y="88"/>
                    <a:pt x="142" y="88"/>
                    <a:pt x="150" y="96"/>
                  </a:cubicBezTo>
                  <a:cubicBezTo>
                    <a:pt x="166" y="104"/>
                    <a:pt x="175" y="104"/>
                    <a:pt x="191" y="113"/>
                  </a:cubicBezTo>
                  <a:cubicBezTo>
                    <a:pt x="216" y="129"/>
                    <a:pt x="241" y="146"/>
                    <a:pt x="274" y="162"/>
                  </a:cubicBezTo>
                  <a:cubicBezTo>
                    <a:pt x="296" y="177"/>
                    <a:pt x="323" y="197"/>
                    <a:pt x="352" y="197"/>
                  </a:cubicBezTo>
                  <a:cubicBezTo>
                    <a:pt x="356" y="197"/>
                    <a:pt x="361" y="197"/>
                    <a:pt x="365" y="196"/>
                  </a:cubicBezTo>
                  <a:cubicBezTo>
                    <a:pt x="374" y="196"/>
                    <a:pt x="382" y="187"/>
                    <a:pt x="390" y="179"/>
                  </a:cubicBezTo>
                  <a:cubicBezTo>
                    <a:pt x="398" y="138"/>
                    <a:pt x="357" y="104"/>
                    <a:pt x="332" y="80"/>
                  </a:cubicBezTo>
                  <a:cubicBezTo>
                    <a:pt x="299" y="55"/>
                    <a:pt x="266" y="38"/>
                    <a:pt x="233" y="22"/>
                  </a:cubicBezTo>
                  <a:cubicBezTo>
                    <a:pt x="185" y="6"/>
                    <a:pt x="142" y="0"/>
                    <a:pt x="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36"/>
            <p:cNvSpPr/>
            <p:nvPr/>
          </p:nvSpPr>
          <p:spPr>
            <a:xfrm>
              <a:off x="4418075" y="1222300"/>
              <a:ext cx="8800" cy="11450"/>
            </a:xfrm>
            <a:custGeom>
              <a:rect b="b" l="l" r="r" t="t"/>
              <a:pathLst>
                <a:path extrusionOk="0" h="458" w="352">
                  <a:moveTo>
                    <a:pt x="263" y="1"/>
                  </a:moveTo>
                  <a:cubicBezTo>
                    <a:pt x="235" y="1"/>
                    <a:pt x="207" y="22"/>
                    <a:pt x="185" y="44"/>
                  </a:cubicBezTo>
                  <a:cubicBezTo>
                    <a:pt x="177" y="52"/>
                    <a:pt x="161" y="69"/>
                    <a:pt x="152" y="77"/>
                  </a:cubicBezTo>
                  <a:cubicBezTo>
                    <a:pt x="127" y="110"/>
                    <a:pt x="103" y="143"/>
                    <a:pt x="78" y="176"/>
                  </a:cubicBezTo>
                  <a:cubicBezTo>
                    <a:pt x="45" y="251"/>
                    <a:pt x="28" y="326"/>
                    <a:pt x="11" y="400"/>
                  </a:cubicBezTo>
                  <a:cubicBezTo>
                    <a:pt x="1" y="433"/>
                    <a:pt x="29" y="458"/>
                    <a:pt x="56" y="458"/>
                  </a:cubicBezTo>
                  <a:cubicBezTo>
                    <a:pt x="71" y="458"/>
                    <a:pt x="86" y="451"/>
                    <a:pt x="94" y="433"/>
                  </a:cubicBezTo>
                  <a:cubicBezTo>
                    <a:pt x="127" y="375"/>
                    <a:pt x="161" y="317"/>
                    <a:pt x="202" y="259"/>
                  </a:cubicBezTo>
                  <a:lnTo>
                    <a:pt x="235" y="218"/>
                  </a:lnTo>
                  <a:cubicBezTo>
                    <a:pt x="235" y="218"/>
                    <a:pt x="235" y="210"/>
                    <a:pt x="243" y="210"/>
                  </a:cubicBezTo>
                  <a:cubicBezTo>
                    <a:pt x="243" y="201"/>
                    <a:pt x="252" y="193"/>
                    <a:pt x="260" y="185"/>
                  </a:cubicBezTo>
                  <a:cubicBezTo>
                    <a:pt x="268" y="176"/>
                    <a:pt x="285" y="160"/>
                    <a:pt x="293" y="152"/>
                  </a:cubicBezTo>
                  <a:cubicBezTo>
                    <a:pt x="318" y="135"/>
                    <a:pt x="335" y="118"/>
                    <a:pt x="343" y="94"/>
                  </a:cubicBezTo>
                  <a:cubicBezTo>
                    <a:pt x="351" y="69"/>
                    <a:pt x="343" y="44"/>
                    <a:pt x="335" y="27"/>
                  </a:cubicBezTo>
                  <a:cubicBezTo>
                    <a:pt x="318" y="11"/>
                    <a:pt x="301" y="2"/>
                    <a:pt x="277" y="2"/>
                  </a:cubicBezTo>
                  <a:cubicBezTo>
                    <a:pt x="272" y="1"/>
                    <a:pt x="268" y="1"/>
                    <a:pt x="2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36"/>
            <p:cNvSpPr/>
            <p:nvPr/>
          </p:nvSpPr>
          <p:spPr>
            <a:xfrm>
              <a:off x="4415875" y="1222475"/>
              <a:ext cx="4375" cy="3825"/>
            </a:xfrm>
            <a:custGeom>
              <a:rect b="b" l="l" r="r" t="t"/>
              <a:pathLst>
                <a:path extrusionOk="0" h="153" w="175">
                  <a:moveTo>
                    <a:pt x="145" y="0"/>
                  </a:moveTo>
                  <a:cubicBezTo>
                    <a:pt x="142" y="0"/>
                    <a:pt x="137" y="1"/>
                    <a:pt x="133" y="4"/>
                  </a:cubicBezTo>
                  <a:lnTo>
                    <a:pt x="116" y="4"/>
                  </a:lnTo>
                  <a:cubicBezTo>
                    <a:pt x="108" y="12"/>
                    <a:pt x="99" y="20"/>
                    <a:pt x="91" y="20"/>
                  </a:cubicBezTo>
                  <a:cubicBezTo>
                    <a:pt x="83" y="29"/>
                    <a:pt x="75" y="37"/>
                    <a:pt x="66" y="45"/>
                  </a:cubicBezTo>
                  <a:cubicBezTo>
                    <a:pt x="50" y="62"/>
                    <a:pt x="33" y="78"/>
                    <a:pt x="17" y="87"/>
                  </a:cubicBezTo>
                  <a:cubicBezTo>
                    <a:pt x="8" y="95"/>
                    <a:pt x="0" y="103"/>
                    <a:pt x="0" y="111"/>
                  </a:cubicBezTo>
                  <a:cubicBezTo>
                    <a:pt x="0" y="128"/>
                    <a:pt x="8" y="136"/>
                    <a:pt x="17" y="145"/>
                  </a:cubicBezTo>
                  <a:cubicBezTo>
                    <a:pt x="25" y="145"/>
                    <a:pt x="33" y="153"/>
                    <a:pt x="41" y="153"/>
                  </a:cubicBezTo>
                  <a:cubicBezTo>
                    <a:pt x="50" y="153"/>
                    <a:pt x="58" y="153"/>
                    <a:pt x="66" y="145"/>
                  </a:cubicBezTo>
                  <a:cubicBezTo>
                    <a:pt x="83" y="128"/>
                    <a:pt x="99" y="111"/>
                    <a:pt x="116" y="95"/>
                  </a:cubicBezTo>
                  <a:lnTo>
                    <a:pt x="141" y="78"/>
                  </a:lnTo>
                  <a:cubicBezTo>
                    <a:pt x="141" y="78"/>
                    <a:pt x="149" y="70"/>
                    <a:pt x="157" y="70"/>
                  </a:cubicBezTo>
                  <a:cubicBezTo>
                    <a:pt x="166" y="62"/>
                    <a:pt x="166" y="53"/>
                    <a:pt x="166" y="45"/>
                  </a:cubicBezTo>
                  <a:cubicBezTo>
                    <a:pt x="174" y="37"/>
                    <a:pt x="174" y="20"/>
                    <a:pt x="166" y="12"/>
                  </a:cubicBezTo>
                  <a:cubicBezTo>
                    <a:pt x="160" y="6"/>
                    <a:pt x="154" y="0"/>
                    <a:pt x="1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36"/>
            <p:cNvSpPr/>
            <p:nvPr/>
          </p:nvSpPr>
          <p:spPr>
            <a:xfrm>
              <a:off x="4340125" y="1221950"/>
              <a:ext cx="8225" cy="17150"/>
            </a:xfrm>
            <a:custGeom>
              <a:rect b="b" l="l" r="r" t="t"/>
              <a:pathLst>
                <a:path extrusionOk="0" h="686" w="329">
                  <a:moveTo>
                    <a:pt x="42" y="1"/>
                  </a:moveTo>
                  <a:cubicBezTo>
                    <a:pt x="21" y="1"/>
                    <a:pt x="0" y="19"/>
                    <a:pt x="6" y="41"/>
                  </a:cubicBezTo>
                  <a:cubicBezTo>
                    <a:pt x="47" y="141"/>
                    <a:pt x="72" y="248"/>
                    <a:pt x="105" y="348"/>
                  </a:cubicBezTo>
                  <a:cubicBezTo>
                    <a:pt x="122" y="398"/>
                    <a:pt x="138" y="447"/>
                    <a:pt x="155" y="497"/>
                  </a:cubicBezTo>
                  <a:cubicBezTo>
                    <a:pt x="163" y="522"/>
                    <a:pt x="172" y="555"/>
                    <a:pt x="180" y="580"/>
                  </a:cubicBezTo>
                  <a:cubicBezTo>
                    <a:pt x="180" y="605"/>
                    <a:pt x="180" y="630"/>
                    <a:pt x="196" y="663"/>
                  </a:cubicBezTo>
                  <a:cubicBezTo>
                    <a:pt x="206" y="677"/>
                    <a:pt x="227" y="686"/>
                    <a:pt x="248" y="686"/>
                  </a:cubicBezTo>
                  <a:cubicBezTo>
                    <a:pt x="262" y="686"/>
                    <a:pt x="277" y="681"/>
                    <a:pt x="288" y="671"/>
                  </a:cubicBezTo>
                  <a:cubicBezTo>
                    <a:pt x="329" y="621"/>
                    <a:pt x="312" y="547"/>
                    <a:pt x="288" y="489"/>
                  </a:cubicBezTo>
                  <a:lnTo>
                    <a:pt x="288" y="497"/>
                  </a:lnTo>
                  <a:cubicBezTo>
                    <a:pt x="271" y="439"/>
                    <a:pt x="246" y="381"/>
                    <a:pt x="230" y="331"/>
                  </a:cubicBezTo>
                  <a:cubicBezTo>
                    <a:pt x="180" y="224"/>
                    <a:pt x="122" y="124"/>
                    <a:pt x="72" y="16"/>
                  </a:cubicBezTo>
                  <a:cubicBezTo>
                    <a:pt x="64" y="5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36"/>
            <p:cNvSpPr/>
            <p:nvPr/>
          </p:nvSpPr>
          <p:spPr>
            <a:xfrm>
              <a:off x="4345650" y="1224975"/>
              <a:ext cx="4375" cy="8300"/>
            </a:xfrm>
            <a:custGeom>
              <a:rect b="b" l="l" r="r" t="t"/>
              <a:pathLst>
                <a:path extrusionOk="0" h="332" w="175">
                  <a:moveTo>
                    <a:pt x="58" y="1"/>
                  </a:moveTo>
                  <a:cubicBezTo>
                    <a:pt x="53" y="1"/>
                    <a:pt x="48" y="2"/>
                    <a:pt x="42" y="3"/>
                  </a:cubicBezTo>
                  <a:cubicBezTo>
                    <a:pt x="17" y="11"/>
                    <a:pt x="0" y="36"/>
                    <a:pt x="9" y="61"/>
                  </a:cubicBezTo>
                  <a:lnTo>
                    <a:pt x="50" y="194"/>
                  </a:lnTo>
                  <a:cubicBezTo>
                    <a:pt x="50" y="219"/>
                    <a:pt x="67" y="235"/>
                    <a:pt x="75" y="260"/>
                  </a:cubicBezTo>
                  <a:cubicBezTo>
                    <a:pt x="83" y="285"/>
                    <a:pt x="91" y="318"/>
                    <a:pt x="116" y="326"/>
                  </a:cubicBezTo>
                  <a:cubicBezTo>
                    <a:pt x="123" y="330"/>
                    <a:pt x="130" y="332"/>
                    <a:pt x="136" y="332"/>
                  </a:cubicBezTo>
                  <a:cubicBezTo>
                    <a:pt x="145" y="332"/>
                    <a:pt x="153" y="328"/>
                    <a:pt x="158" y="318"/>
                  </a:cubicBezTo>
                  <a:cubicBezTo>
                    <a:pt x="166" y="301"/>
                    <a:pt x="174" y="293"/>
                    <a:pt x="174" y="277"/>
                  </a:cubicBezTo>
                  <a:cubicBezTo>
                    <a:pt x="174" y="260"/>
                    <a:pt x="166" y="252"/>
                    <a:pt x="166" y="235"/>
                  </a:cubicBezTo>
                  <a:cubicBezTo>
                    <a:pt x="158" y="210"/>
                    <a:pt x="158" y="194"/>
                    <a:pt x="149" y="169"/>
                  </a:cubicBezTo>
                  <a:cubicBezTo>
                    <a:pt x="133" y="127"/>
                    <a:pt x="116" y="78"/>
                    <a:pt x="108" y="36"/>
                  </a:cubicBezTo>
                  <a:cubicBezTo>
                    <a:pt x="101" y="16"/>
                    <a:pt x="83" y="1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36"/>
            <p:cNvSpPr/>
            <p:nvPr/>
          </p:nvSpPr>
          <p:spPr>
            <a:xfrm>
              <a:off x="4402825" y="1223125"/>
              <a:ext cx="2925" cy="9975"/>
            </a:xfrm>
            <a:custGeom>
              <a:rect b="b" l="l" r="r" t="t"/>
              <a:pathLst>
                <a:path extrusionOk="0" h="399" w="117">
                  <a:moveTo>
                    <a:pt x="62" y="0"/>
                  </a:moveTo>
                  <a:cubicBezTo>
                    <a:pt x="42" y="0"/>
                    <a:pt x="23" y="15"/>
                    <a:pt x="17" y="36"/>
                  </a:cubicBezTo>
                  <a:cubicBezTo>
                    <a:pt x="8" y="94"/>
                    <a:pt x="0" y="152"/>
                    <a:pt x="0" y="218"/>
                  </a:cubicBezTo>
                  <a:cubicBezTo>
                    <a:pt x="0" y="243"/>
                    <a:pt x="0" y="276"/>
                    <a:pt x="0" y="301"/>
                  </a:cubicBezTo>
                  <a:cubicBezTo>
                    <a:pt x="0" y="317"/>
                    <a:pt x="8" y="334"/>
                    <a:pt x="8" y="351"/>
                  </a:cubicBezTo>
                  <a:cubicBezTo>
                    <a:pt x="17" y="367"/>
                    <a:pt x="17" y="384"/>
                    <a:pt x="33" y="392"/>
                  </a:cubicBezTo>
                  <a:cubicBezTo>
                    <a:pt x="37" y="396"/>
                    <a:pt x="44" y="398"/>
                    <a:pt x="50" y="398"/>
                  </a:cubicBezTo>
                  <a:cubicBezTo>
                    <a:pt x="56" y="398"/>
                    <a:pt x="62" y="396"/>
                    <a:pt x="66" y="392"/>
                  </a:cubicBezTo>
                  <a:cubicBezTo>
                    <a:pt x="91" y="375"/>
                    <a:pt x="91" y="342"/>
                    <a:pt x="91" y="317"/>
                  </a:cubicBezTo>
                  <a:cubicBezTo>
                    <a:pt x="100" y="284"/>
                    <a:pt x="91" y="251"/>
                    <a:pt x="100" y="226"/>
                  </a:cubicBezTo>
                  <a:cubicBezTo>
                    <a:pt x="100" y="168"/>
                    <a:pt x="100" y="110"/>
                    <a:pt x="108" y="61"/>
                  </a:cubicBezTo>
                  <a:cubicBezTo>
                    <a:pt x="116" y="36"/>
                    <a:pt x="100" y="11"/>
                    <a:pt x="75" y="3"/>
                  </a:cubicBezTo>
                  <a:cubicBezTo>
                    <a:pt x="70" y="1"/>
                    <a:pt x="66" y="0"/>
                    <a:pt x="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36"/>
            <p:cNvSpPr/>
            <p:nvPr/>
          </p:nvSpPr>
          <p:spPr>
            <a:xfrm>
              <a:off x="4407375" y="1224000"/>
              <a:ext cx="2725" cy="8450"/>
            </a:xfrm>
            <a:custGeom>
              <a:rect b="b" l="l" r="r" t="t"/>
              <a:pathLst>
                <a:path extrusionOk="0" h="338" w="109">
                  <a:moveTo>
                    <a:pt x="67" y="1"/>
                  </a:moveTo>
                  <a:cubicBezTo>
                    <a:pt x="42" y="1"/>
                    <a:pt x="25" y="17"/>
                    <a:pt x="25" y="34"/>
                  </a:cubicBezTo>
                  <a:cubicBezTo>
                    <a:pt x="17" y="84"/>
                    <a:pt x="9" y="133"/>
                    <a:pt x="9" y="183"/>
                  </a:cubicBezTo>
                  <a:cubicBezTo>
                    <a:pt x="0" y="208"/>
                    <a:pt x="0" y="224"/>
                    <a:pt x="0" y="249"/>
                  </a:cubicBezTo>
                  <a:cubicBezTo>
                    <a:pt x="0" y="266"/>
                    <a:pt x="0" y="274"/>
                    <a:pt x="0" y="291"/>
                  </a:cubicBezTo>
                  <a:cubicBezTo>
                    <a:pt x="0" y="299"/>
                    <a:pt x="0" y="316"/>
                    <a:pt x="9" y="324"/>
                  </a:cubicBezTo>
                  <a:cubicBezTo>
                    <a:pt x="14" y="334"/>
                    <a:pt x="24" y="338"/>
                    <a:pt x="34" y="338"/>
                  </a:cubicBezTo>
                  <a:cubicBezTo>
                    <a:pt x="40" y="338"/>
                    <a:pt x="47" y="336"/>
                    <a:pt x="50" y="332"/>
                  </a:cubicBezTo>
                  <a:cubicBezTo>
                    <a:pt x="58" y="316"/>
                    <a:pt x="67" y="307"/>
                    <a:pt x="67" y="299"/>
                  </a:cubicBezTo>
                  <a:cubicBezTo>
                    <a:pt x="75" y="282"/>
                    <a:pt x="75" y="274"/>
                    <a:pt x="75" y="258"/>
                  </a:cubicBezTo>
                  <a:cubicBezTo>
                    <a:pt x="75" y="233"/>
                    <a:pt x="83" y="216"/>
                    <a:pt x="83" y="191"/>
                  </a:cubicBezTo>
                  <a:cubicBezTo>
                    <a:pt x="92" y="142"/>
                    <a:pt x="100" y="92"/>
                    <a:pt x="100" y="34"/>
                  </a:cubicBezTo>
                  <a:cubicBezTo>
                    <a:pt x="108" y="1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36"/>
            <p:cNvSpPr/>
            <p:nvPr/>
          </p:nvSpPr>
          <p:spPr>
            <a:xfrm>
              <a:off x="4298625" y="1229575"/>
              <a:ext cx="36075" cy="26575"/>
            </a:xfrm>
            <a:custGeom>
              <a:rect b="b" l="l" r="r" t="t"/>
              <a:pathLst>
                <a:path extrusionOk="0" h="1063" w="1443">
                  <a:moveTo>
                    <a:pt x="1210" y="308"/>
                  </a:moveTo>
                  <a:cubicBezTo>
                    <a:pt x="1218" y="308"/>
                    <a:pt x="1218" y="316"/>
                    <a:pt x="1218" y="325"/>
                  </a:cubicBezTo>
                  <a:cubicBezTo>
                    <a:pt x="1227" y="341"/>
                    <a:pt x="1227" y="333"/>
                    <a:pt x="1210" y="341"/>
                  </a:cubicBezTo>
                  <a:cubicBezTo>
                    <a:pt x="1206" y="345"/>
                    <a:pt x="1196" y="347"/>
                    <a:pt x="1183" y="347"/>
                  </a:cubicBezTo>
                  <a:cubicBezTo>
                    <a:pt x="1171" y="347"/>
                    <a:pt x="1156" y="345"/>
                    <a:pt x="1144" y="341"/>
                  </a:cubicBezTo>
                  <a:lnTo>
                    <a:pt x="1152" y="341"/>
                  </a:lnTo>
                  <a:cubicBezTo>
                    <a:pt x="1169" y="325"/>
                    <a:pt x="1194" y="316"/>
                    <a:pt x="1210" y="308"/>
                  </a:cubicBezTo>
                  <a:close/>
                  <a:moveTo>
                    <a:pt x="857" y="0"/>
                  </a:moveTo>
                  <a:cubicBezTo>
                    <a:pt x="749" y="0"/>
                    <a:pt x="642" y="26"/>
                    <a:pt x="547" y="76"/>
                  </a:cubicBezTo>
                  <a:cubicBezTo>
                    <a:pt x="390" y="159"/>
                    <a:pt x="241" y="300"/>
                    <a:pt x="150" y="457"/>
                  </a:cubicBezTo>
                  <a:cubicBezTo>
                    <a:pt x="67" y="598"/>
                    <a:pt x="0" y="822"/>
                    <a:pt x="92" y="979"/>
                  </a:cubicBezTo>
                  <a:cubicBezTo>
                    <a:pt x="119" y="1033"/>
                    <a:pt x="171" y="1063"/>
                    <a:pt x="226" y="1063"/>
                  </a:cubicBezTo>
                  <a:cubicBezTo>
                    <a:pt x="256" y="1063"/>
                    <a:pt x="287" y="1054"/>
                    <a:pt x="315" y="1037"/>
                  </a:cubicBezTo>
                  <a:cubicBezTo>
                    <a:pt x="398" y="996"/>
                    <a:pt x="448" y="921"/>
                    <a:pt x="514" y="855"/>
                  </a:cubicBezTo>
                  <a:cubicBezTo>
                    <a:pt x="547" y="813"/>
                    <a:pt x="580" y="772"/>
                    <a:pt x="622" y="739"/>
                  </a:cubicBezTo>
                  <a:cubicBezTo>
                    <a:pt x="680" y="722"/>
                    <a:pt x="730" y="697"/>
                    <a:pt x="779" y="673"/>
                  </a:cubicBezTo>
                  <a:cubicBezTo>
                    <a:pt x="821" y="648"/>
                    <a:pt x="862" y="615"/>
                    <a:pt x="904" y="581"/>
                  </a:cubicBezTo>
                  <a:lnTo>
                    <a:pt x="920" y="581"/>
                  </a:lnTo>
                  <a:cubicBezTo>
                    <a:pt x="995" y="557"/>
                    <a:pt x="1069" y="540"/>
                    <a:pt x="1152" y="540"/>
                  </a:cubicBezTo>
                  <a:cubicBezTo>
                    <a:pt x="1243" y="532"/>
                    <a:pt x="1343" y="523"/>
                    <a:pt x="1392" y="432"/>
                  </a:cubicBezTo>
                  <a:cubicBezTo>
                    <a:pt x="1442" y="333"/>
                    <a:pt x="1417" y="242"/>
                    <a:pt x="1351" y="175"/>
                  </a:cubicBezTo>
                  <a:cubicBezTo>
                    <a:pt x="1351" y="134"/>
                    <a:pt x="1326" y="101"/>
                    <a:pt x="1285" y="93"/>
                  </a:cubicBezTo>
                  <a:lnTo>
                    <a:pt x="1243" y="93"/>
                  </a:lnTo>
                  <a:cubicBezTo>
                    <a:pt x="1202" y="76"/>
                    <a:pt x="1169" y="59"/>
                    <a:pt x="1136" y="51"/>
                  </a:cubicBezTo>
                  <a:cubicBezTo>
                    <a:pt x="1119" y="43"/>
                    <a:pt x="1102" y="43"/>
                    <a:pt x="1078" y="43"/>
                  </a:cubicBezTo>
                  <a:cubicBezTo>
                    <a:pt x="1078" y="43"/>
                    <a:pt x="1078" y="35"/>
                    <a:pt x="1069" y="35"/>
                  </a:cubicBezTo>
                  <a:cubicBezTo>
                    <a:pt x="1000" y="12"/>
                    <a:pt x="928" y="0"/>
                    <a:pt x="857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36"/>
            <p:cNvSpPr/>
            <p:nvPr/>
          </p:nvSpPr>
          <p:spPr>
            <a:xfrm>
              <a:off x="4421450" y="1229825"/>
              <a:ext cx="32150" cy="28275"/>
            </a:xfrm>
            <a:custGeom>
              <a:rect b="b" l="l" r="r" t="t"/>
              <a:pathLst>
                <a:path extrusionOk="0" h="1131" w="1286">
                  <a:moveTo>
                    <a:pt x="1045" y="861"/>
                  </a:moveTo>
                  <a:cubicBezTo>
                    <a:pt x="1036" y="878"/>
                    <a:pt x="1028" y="903"/>
                    <a:pt x="1020" y="919"/>
                  </a:cubicBezTo>
                  <a:cubicBezTo>
                    <a:pt x="1020" y="919"/>
                    <a:pt x="1020" y="928"/>
                    <a:pt x="1012" y="928"/>
                  </a:cubicBezTo>
                  <a:cubicBezTo>
                    <a:pt x="1012" y="928"/>
                    <a:pt x="1003" y="919"/>
                    <a:pt x="1003" y="919"/>
                  </a:cubicBezTo>
                  <a:cubicBezTo>
                    <a:pt x="1020" y="903"/>
                    <a:pt x="1028" y="878"/>
                    <a:pt x="1028" y="861"/>
                  </a:cubicBezTo>
                  <a:close/>
                  <a:moveTo>
                    <a:pt x="496" y="1"/>
                  </a:moveTo>
                  <a:cubicBezTo>
                    <a:pt x="320" y="1"/>
                    <a:pt x="142" y="73"/>
                    <a:pt x="59" y="240"/>
                  </a:cubicBezTo>
                  <a:cubicBezTo>
                    <a:pt x="50" y="248"/>
                    <a:pt x="50" y="257"/>
                    <a:pt x="50" y="265"/>
                  </a:cubicBezTo>
                  <a:cubicBezTo>
                    <a:pt x="1" y="290"/>
                    <a:pt x="1" y="373"/>
                    <a:pt x="67" y="389"/>
                  </a:cubicBezTo>
                  <a:cubicBezTo>
                    <a:pt x="258" y="447"/>
                    <a:pt x="490" y="513"/>
                    <a:pt x="622" y="679"/>
                  </a:cubicBezTo>
                  <a:cubicBezTo>
                    <a:pt x="688" y="762"/>
                    <a:pt x="730" y="861"/>
                    <a:pt x="788" y="953"/>
                  </a:cubicBezTo>
                  <a:cubicBezTo>
                    <a:pt x="843" y="1036"/>
                    <a:pt x="910" y="1130"/>
                    <a:pt x="1008" y="1130"/>
                  </a:cubicBezTo>
                  <a:cubicBezTo>
                    <a:pt x="1027" y="1130"/>
                    <a:pt x="1048" y="1126"/>
                    <a:pt x="1070" y="1118"/>
                  </a:cubicBezTo>
                  <a:cubicBezTo>
                    <a:pt x="1194" y="1077"/>
                    <a:pt x="1227" y="944"/>
                    <a:pt x="1244" y="828"/>
                  </a:cubicBezTo>
                  <a:cubicBezTo>
                    <a:pt x="1268" y="704"/>
                    <a:pt x="1285" y="571"/>
                    <a:pt x="1227" y="455"/>
                  </a:cubicBezTo>
                  <a:cubicBezTo>
                    <a:pt x="1186" y="348"/>
                    <a:pt x="1094" y="273"/>
                    <a:pt x="1003" y="199"/>
                  </a:cubicBezTo>
                  <a:cubicBezTo>
                    <a:pt x="912" y="132"/>
                    <a:pt x="813" y="74"/>
                    <a:pt x="697" y="33"/>
                  </a:cubicBezTo>
                  <a:cubicBezTo>
                    <a:pt x="634" y="12"/>
                    <a:pt x="565" y="1"/>
                    <a:pt x="496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36"/>
            <p:cNvSpPr/>
            <p:nvPr/>
          </p:nvSpPr>
          <p:spPr>
            <a:xfrm>
              <a:off x="4465275" y="1178825"/>
              <a:ext cx="88775" cy="142150"/>
            </a:xfrm>
            <a:custGeom>
              <a:rect b="b" l="l" r="r" t="t"/>
              <a:pathLst>
                <a:path extrusionOk="0" h="5686" w="3551">
                  <a:moveTo>
                    <a:pt x="1053" y="0"/>
                  </a:moveTo>
                  <a:cubicBezTo>
                    <a:pt x="1046" y="0"/>
                    <a:pt x="1039" y="1"/>
                    <a:pt x="1032" y="1"/>
                  </a:cubicBezTo>
                  <a:lnTo>
                    <a:pt x="1023" y="1"/>
                  </a:lnTo>
                  <a:cubicBezTo>
                    <a:pt x="1057" y="217"/>
                    <a:pt x="1173" y="407"/>
                    <a:pt x="1272" y="598"/>
                  </a:cubicBezTo>
                  <a:cubicBezTo>
                    <a:pt x="1139" y="424"/>
                    <a:pt x="982" y="250"/>
                    <a:pt x="808" y="117"/>
                  </a:cubicBezTo>
                  <a:cubicBezTo>
                    <a:pt x="801" y="111"/>
                    <a:pt x="792" y="108"/>
                    <a:pt x="782" y="108"/>
                  </a:cubicBezTo>
                  <a:cubicBezTo>
                    <a:pt x="757" y="108"/>
                    <a:pt x="732" y="129"/>
                    <a:pt x="750" y="159"/>
                  </a:cubicBezTo>
                  <a:cubicBezTo>
                    <a:pt x="941" y="449"/>
                    <a:pt x="1164" y="714"/>
                    <a:pt x="1347" y="1004"/>
                  </a:cubicBezTo>
                  <a:cubicBezTo>
                    <a:pt x="1388" y="1062"/>
                    <a:pt x="1421" y="1128"/>
                    <a:pt x="1463" y="1186"/>
                  </a:cubicBezTo>
                  <a:cubicBezTo>
                    <a:pt x="1463" y="1211"/>
                    <a:pt x="1454" y="1236"/>
                    <a:pt x="1454" y="1269"/>
                  </a:cubicBezTo>
                  <a:cubicBezTo>
                    <a:pt x="1446" y="1311"/>
                    <a:pt x="1438" y="1352"/>
                    <a:pt x="1405" y="1377"/>
                  </a:cubicBezTo>
                  <a:cubicBezTo>
                    <a:pt x="1380" y="1410"/>
                    <a:pt x="1338" y="1427"/>
                    <a:pt x="1289" y="1427"/>
                  </a:cubicBezTo>
                  <a:cubicBezTo>
                    <a:pt x="1239" y="1344"/>
                    <a:pt x="1189" y="1269"/>
                    <a:pt x="1131" y="1195"/>
                  </a:cubicBezTo>
                  <a:cubicBezTo>
                    <a:pt x="974" y="996"/>
                    <a:pt x="783" y="830"/>
                    <a:pt x="568" y="689"/>
                  </a:cubicBezTo>
                  <a:cubicBezTo>
                    <a:pt x="564" y="687"/>
                    <a:pt x="560" y="686"/>
                    <a:pt x="557" y="686"/>
                  </a:cubicBezTo>
                  <a:cubicBezTo>
                    <a:pt x="533" y="686"/>
                    <a:pt x="506" y="725"/>
                    <a:pt x="535" y="739"/>
                  </a:cubicBezTo>
                  <a:cubicBezTo>
                    <a:pt x="717" y="896"/>
                    <a:pt x="883" y="1070"/>
                    <a:pt x="1023" y="1261"/>
                  </a:cubicBezTo>
                  <a:cubicBezTo>
                    <a:pt x="1040" y="1277"/>
                    <a:pt x="1048" y="1302"/>
                    <a:pt x="1065" y="1319"/>
                  </a:cubicBezTo>
                  <a:cubicBezTo>
                    <a:pt x="891" y="1178"/>
                    <a:pt x="717" y="1045"/>
                    <a:pt x="551" y="913"/>
                  </a:cubicBezTo>
                  <a:lnTo>
                    <a:pt x="551" y="929"/>
                  </a:lnTo>
                  <a:cubicBezTo>
                    <a:pt x="410" y="739"/>
                    <a:pt x="253" y="565"/>
                    <a:pt x="71" y="407"/>
                  </a:cubicBezTo>
                  <a:cubicBezTo>
                    <a:pt x="62" y="401"/>
                    <a:pt x="54" y="399"/>
                    <a:pt x="46" y="399"/>
                  </a:cubicBezTo>
                  <a:cubicBezTo>
                    <a:pt x="21" y="399"/>
                    <a:pt x="0" y="424"/>
                    <a:pt x="13" y="449"/>
                  </a:cubicBezTo>
                  <a:cubicBezTo>
                    <a:pt x="178" y="731"/>
                    <a:pt x="385" y="987"/>
                    <a:pt x="543" y="1277"/>
                  </a:cubicBezTo>
                  <a:lnTo>
                    <a:pt x="543" y="1311"/>
                  </a:lnTo>
                  <a:cubicBezTo>
                    <a:pt x="543" y="1393"/>
                    <a:pt x="526" y="1493"/>
                    <a:pt x="493" y="1559"/>
                  </a:cubicBezTo>
                  <a:cubicBezTo>
                    <a:pt x="468" y="1601"/>
                    <a:pt x="435" y="1634"/>
                    <a:pt x="385" y="1650"/>
                  </a:cubicBezTo>
                  <a:lnTo>
                    <a:pt x="311" y="1650"/>
                  </a:lnTo>
                  <a:cubicBezTo>
                    <a:pt x="311" y="1675"/>
                    <a:pt x="311" y="1700"/>
                    <a:pt x="311" y="1717"/>
                  </a:cubicBezTo>
                  <a:cubicBezTo>
                    <a:pt x="319" y="1907"/>
                    <a:pt x="327" y="2089"/>
                    <a:pt x="336" y="2280"/>
                  </a:cubicBezTo>
                  <a:cubicBezTo>
                    <a:pt x="344" y="2611"/>
                    <a:pt x="369" y="2935"/>
                    <a:pt x="385" y="3266"/>
                  </a:cubicBezTo>
                  <a:cubicBezTo>
                    <a:pt x="385" y="3291"/>
                    <a:pt x="385" y="3307"/>
                    <a:pt x="385" y="3324"/>
                  </a:cubicBezTo>
                  <a:cubicBezTo>
                    <a:pt x="402" y="3631"/>
                    <a:pt x="427" y="3937"/>
                    <a:pt x="485" y="4235"/>
                  </a:cubicBezTo>
                  <a:cubicBezTo>
                    <a:pt x="485" y="4244"/>
                    <a:pt x="485" y="4244"/>
                    <a:pt x="485" y="4252"/>
                  </a:cubicBezTo>
                  <a:cubicBezTo>
                    <a:pt x="551" y="4567"/>
                    <a:pt x="651" y="4873"/>
                    <a:pt x="808" y="5155"/>
                  </a:cubicBezTo>
                  <a:cubicBezTo>
                    <a:pt x="891" y="5304"/>
                    <a:pt x="982" y="5437"/>
                    <a:pt x="1106" y="5561"/>
                  </a:cubicBezTo>
                  <a:cubicBezTo>
                    <a:pt x="1121" y="5548"/>
                    <a:pt x="1138" y="5543"/>
                    <a:pt x="1154" y="5543"/>
                  </a:cubicBezTo>
                  <a:cubicBezTo>
                    <a:pt x="1199" y="5543"/>
                    <a:pt x="1239" y="5589"/>
                    <a:pt x="1214" y="5644"/>
                  </a:cubicBezTo>
                  <a:cubicBezTo>
                    <a:pt x="1216" y="5642"/>
                    <a:pt x="1216" y="5642"/>
                    <a:pt x="1217" y="5642"/>
                  </a:cubicBezTo>
                  <a:lnTo>
                    <a:pt x="1217" y="5642"/>
                  </a:lnTo>
                  <a:cubicBezTo>
                    <a:pt x="1220" y="5642"/>
                    <a:pt x="1216" y="5655"/>
                    <a:pt x="1222" y="5669"/>
                  </a:cubicBezTo>
                  <a:cubicBezTo>
                    <a:pt x="1231" y="5669"/>
                    <a:pt x="1239" y="5677"/>
                    <a:pt x="1247" y="5685"/>
                  </a:cubicBezTo>
                  <a:cubicBezTo>
                    <a:pt x="1264" y="5685"/>
                    <a:pt x="1297" y="5660"/>
                    <a:pt x="1313" y="5644"/>
                  </a:cubicBezTo>
                  <a:cubicBezTo>
                    <a:pt x="1380" y="5578"/>
                    <a:pt x="1413" y="5478"/>
                    <a:pt x="1463" y="5395"/>
                  </a:cubicBezTo>
                  <a:cubicBezTo>
                    <a:pt x="1570" y="5205"/>
                    <a:pt x="1670" y="5022"/>
                    <a:pt x="1777" y="4832"/>
                  </a:cubicBezTo>
                  <a:cubicBezTo>
                    <a:pt x="1960" y="4509"/>
                    <a:pt x="2125" y="4161"/>
                    <a:pt x="2374" y="3879"/>
                  </a:cubicBezTo>
                  <a:cubicBezTo>
                    <a:pt x="2490" y="3747"/>
                    <a:pt x="2623" y="3631"/>
                    <a:pt x="2747" y="3498"/>
                  </a:cubicBezTo>
                  <a:cubicBezTo>
                    <a:pt x="2855" y="3390"/>
                    <a:pt x="2954" y="3283"/>
                    <a:pt x="3045" y="3167"/>
                  </a:cubicBezTo>
                  <a:cubicBezTo>
                    <a:pt x="3062" y="3133"/>
                    <a:pt x="3087" y="3109"/>
                    <a:pt x="3103" y="3084"/>
                  </a:cubicBezTo>
                  <a:cubicBezTo>
                    <a:pt x="3202" y="2935"/>
                    <a:pt x="3302" y="2794"/>
                    <a:pt x="3385" y="2636"/>
                  </a:cubicBezTo>
                  <a:cubicBezTo>
                    <a:pt x="3468" y="2479"/>
                    <a:pt x="3550" y="2305"/>
                    <a:pt x="3542" y="2123"/>
                  </a:cubicBezTo>
                  <a:lnTo>
                    <a:pt x="3534" y="2123"/>
                  </a:lnTo>
                  <a:cubicBezTo>
                    <a:pt x="3526" y="1940"/>
                    <a:pt x="3410" y="1808"/>
                    <a:pt x="3294" y="1683"/>
                  </a:cubicBezTo>
                  <a:cubicBezTo>
                    <a:pt x="3211" y="1592"/>
                    <a:pt x="3128" y="1501"/>
                    <a:pt x="3037" y="1418"/>
                  </a:cubicBezTo>
                  <a:cubicBezTo>
                    <a:pt x="3020" y="1443"/>
                    <a:pt x="3004" y="1460"/>
                    <a:pt x="2979" y="1476"/>
                  </a:cubicBezTo>
                  <a:cubicBezTo>
                    <a:pt x="2975" y="1478"/>
                    <a:pt x="2970" y="1479"/>
                    <a:pt x="2964" y="1479"/>
                  </a:cubicBezTo>
                  <a:cubicBezTo>
                    <a:pt x="2945" y="1479"/>
                    <a:pt x="2919" y="1468"/>
                    <a:pt x="2913" y="1443"/>
                  </a:cubicBezTo>
                  <a:cubicBezTo>
                    <a:pt x="2904" y="1393"/>
                    <a:pt x="2913" y="1344"/>
                    <a:pt x="2913" y="1286"/>
                  </a:cubicBezTo>
                  <a:cubicBezTo>
                    <a:pt x="2888" y="1269"/>
                    <a:pt x="2896" y="1244"/>
                    <a:pt x="2913" y="1228"/>
                  </a:cubicBezTo>
                  <a:cubicBezTo>
                    <a:pt x="2921" y="1178"/>
                    <a:pt x="2921" y="1137"/>
                    <a:pt x="2921" y="1087"/>
                  </a:cubicBezTo>
                  <a:cubicBezTo>
                    <a:pt x="2913" y="1037"/>
                    <a:pt x="2904" y="996"/>
                    <a:pt x="2871" y="954"/>
                  </a:cubicBezTo>
                  <a:cubicBezTo>
                    <a:pt x="2838" y="913"/>
                    <a:pt x="2772" y="888"/>
                    <a:pt x="2722" y="871"/>
                  </a:cubicBezTo>
                  <a:cubicBezTo>
                    <a:pt x="2598" y="822"/>
                    <a:pt x="2465" y="780"/>
                    <a:pt x="2341" y="714"/>
                  </a:cubicBezTo>
                  <a:cubicBezTo>
                    <a:pt x="2275" y="689"/>
                    <a:pt x="2225" y="648"/>
                    <a:pt x="2183" y="590"/>
                  </a:cubicBezTo>
                  <a:cubicBezTo>
                    <a:pt x="2167" y="581"/>
                    <a:pt x="2150" y="565"/>
                    <a:pt x="2134" y="548"/>
                  </a:cubicBezTo>
                  <a:cubicBezTo>
                    <a:pt x="2051" y="465"/>
                    <a:pt x="1993" y="383"/>
                    <a:pt x="1893" y="316"/>
                  </a:cubicBezTo>
                  <a:cubicBezTo>
                    <a:pt x="1869" y="300"/>
                    <a:pt x="1835" y="283"/>
                    <a:pt x="1811" y="267"/>
                  </a:cubicBezTo>
                  <a:cubicBezTo>
                    <a:pt x="1744" y="250"/>
                    <a:pt x="1686" y="233"/>
                    <a:pt x="1620" y="217"/>
                  </a:cubicBezTo>
                  <a:cubicBezTo>
                    <a:pt x="1487" y="175"/>
                    <a:pt x="1355" y="117"/>
                    <a:pt x="1231" y="59"/>
                  </a:cubicBezTo>
                  <a:cubicBezTo>
                    <a:pt x="1179" y="30"/>
                    <a:pt x="1114" y="0"/>
                    <a:pt x="1053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36"/>
            <p:cNvSpPr/>
            <p:nvPr/>
          </p:nvSpPr>
          <p:spPr>
            <a:xfrm>
              <a:off x="4289500" y="1172625"/>
              <a:ext cx="2525" cy="6100"/>
            </a:xfrm>
            <a:custGeom>
              <a:rect b="b" l="l" r="r" t="t"/>
              <a:pathLst>
                <a:path extrusionOk="0" h="244" w="101">
                  <a:moveTo>
                    <a:pt x="80" y="0"/>
                  </a:moveTo>
                  <a:cubicBezTo>
                    <a:pt x="73" y="0"/>
                    <a:pt x="65" y="3"/>
                    <a:pt x="59" y="9"/>
                  </a:cubicBezTo>
                  <a:cubicBezTo>
                    <a:pt x="42" y="42"/>
                    <a:pt x="34" y="75"/>
                    <a:pt x="26" y="109"/>
                  </a:cubicBezTo>
                  <a:cubicBezTo>
                    <a:pt x="17" y="142"/>
                    <a:pt x="9" y="183"/>
                    <a:pt x="1" y="216"/>
                  </a:cubicBezTo>
                  <a:cubicBezTo>
                    <a:pt x="1" y="231"/>
                    <a:pt x="16" y="243"/>
                    <a:pt x="30" y="243"/>
                  </a:cubicBezTo>
                  <a:cubicBezTo>
                    <a:pt x="39" y="243"/>
                    <a:pt x="47" y="238"/>
                    <a:pt x="51" y="225"/>
                  </a:cubicBezTo>
                  <a:cubicBezTo>
                    <a:pt x="59" y="191"/>
                    <a:pt x="67" y="158"/>
                    <a:pt x="84" y="125"/>
                  </a:cubicBezTo>
                  <a:cubicBezTo>
                    <a:pt x="92" y="92"/>
                    <a:pt x="100" y="59"/>
                    <a:pt x="100" y="17"/>
                  </a:cubicBezTo>
                  <a:cubicBezTo>
                    <a:pt x="100" y="7"/>
                    <a:pt x="91" y="0"/>
                    <a:pt x="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36"/>
            <p:cNvSpPr/>
            <p:nvPr/>
          </p:nvSpPr>
          <p:spPr>
            <a:xfrm>
              <a:off x="4444250" y="1289450"/>
              <a:ext cx="53250" cy="136750"/>
            </a:xfrm>
            <a:custGeom>
              <a:rect b="b" l="l" r="r" t="t"/>
              <a:pathLst>
                <a:path extrusionOk="0" h="5470" w="2130">
                  <a:moveTo>
                    <a:pt x="1218" y="1"/>
                  </a:moveTo>
                  <a:lnTo>
                    <a:pt x="1218" y="1"/>
                  </a:lnTo>
                  <a:cubicBezTo>
                    <a:pt x="1243" y="365"/>
                    <a:pt x="1251" y="771"/>
                    <a:pt x="1086" y="1103"/>
                  </a:cubicBezTo>
                  <a:cubicBezTo>
                    <a:pt x="1077" y="1118"/>
                    <a:pt x="1063" y="1124"/>
                    <a:pt x="1050" y="1124"/>
                  </a:cubicBezTo>
                  <a:cubicBezTo>
                    <a:pt x="1027" y="1124"/>
                    <a:pt x="1006" y="1104"/>
                    <a:pt x="1011" y="1078"/>
                  </a:cubicBezTo>
                  <a:cubicBezTo>
                    <a:pt x="1052" y="896"/>
                    <a:pt x="1086" y="705"/>
                    <a:pt x="1094" y="523"/>
                  </a:cubicBezTo>
                  <a:cubicBezTo>
                    <a:pt x="1102" y="349"/>
                    <a:pt x="1102" y="175"/>
                    <a:pt x="1102" y="9"/>
                  </a:cubicBezTo>
                  <a:lnTo>
                    <a:pt x="1102" y="9"/>
                  </a:lnTo>
                  <a:cubicBezTo>
                    <a:pt x="953" y="846"/>
                    <a:pt x="887" y="1724"/>
                    <a:pt x="448" y="2478"/>
                  </a:cubicBezTo>
                  <a:cubicBezTo>
                    <a:pt x="332" y="2677"/>
                    <a:pt x="191" y="2884"/>
                    <a:pt x="191" y="3133"/>
                  </a:cubicBezTo>
                  <a:cubicBezTo>
                    <a:pt x="191" y="3182"/>
                    <a:pt x="233" y="3219"/>
                    <a:pt x="281" y="3219"/>
                  </a:cubicBezTo>
                  <a:cubicBezTo>
                    <a:pt x="289" y="3219"/>
                    <a:pt x="298" y="3218"/>
                    <a:pt x="307" y="3216"/>
                  </a:cubicBezTo>
                  <a:cubicBezTo>
                    <a:pt x="497" y="3158"/>
                    <a:pt x="622" y="3009"/>
                    <a:pt x="762" y="2868"/>
                  </a:cubicBezTo>
                  <a:cubicBezTo>
                    <a:pt x="829" y="2801"/>
                    <a:pt x="895" y="2735"/>
                    <a:pt x="978" y="2702"/>
                  </a:cubicBezTo>
                  <a:cubicBezTo>
                    <a:pt x="1003" y="2689"/>
                    <a:pt x="1043" y="2672"/>
                    <a:pt x="1076" y="2672"/>
                  </a:cubicBezTo>
                  <a:cubicBezTo>
                    <a:pt x="1085" y="2672"/>
                    <a:pt x="1094" y="2673"/>
                    <a:pt x="1102" y="2677"/>
                  </a:cubicBezTo>
                  <a:cubicBezTo>
                    <a:pt x="1144" y="2702"/>
                    <a:pt x="1152" y="2768"/>
                    <a:pt x="1160" y="2801"/>
                  </a:cubicBezTo>
                  <a:cubicBezTo>
                    <a:pt x="1202" y="3042"/>
                    <a:pt x="1135" y="3299"/>
                    <a:pt x="1036" y="3522"/>
                  </a:cubicBezTo>
                  <a:cubicBezTo>
                    <a:pt x="936" y="3754"/>
                    <a:pt x="787" y="3970"/>
                    <a:pt x="630" y="4177"/>
                  </a:cubicBezTo>
                  <a:cubicBezTo>
                    <a:pt x="547" y="4293"/>
                    <a:pt x="464" y="4401"/>
                    <a:pt x="373" y="4517"/>
                  </a:cubicBezTo>
                  <a:cubicBezTo>
                    <a:pt x="298" y="4608"/>
                    <a:pt x="216" y="4699"/>
                    <a:pt x="141" y="4807"/>
                  </a:cubicBezTo>
                  <a:cubicBezTo>
                    <a:pt x="75" y="4906"/>
                    <a:pt x="25" y="5014"/>
                    <a:pt x="8" y="5138"/>
                  </a:cubicBezTo>
                  <a:cubicBezTo>
                    <a:pt x="0" y="5254"/>
                    <a:pt x="8" y="5386"/>
                    <a:pt x="124" y="5444"/>
                  </a:cubicBezTo>
                  <a:cubicBezTo>
                    <a:pt x="149" y="5461"/>
                    <a:pt x="182" y="5469"/>
                    <a:pt x="207" y="5469"/>
                  </a:cubicBezTo>
                  <a:cubicBezTo>
                    <a:pt x="199" y="5461"/>
                    <a:pt x="199" y="5444"/>
                    <a:pt x="207" y="5428"/>
                  </a:cubicBezTo>
                  <a:cubicBezTo>
                    <a:pt x="290" y="5270"/>
                    <a:pt x="414" y="5130"/>
                    <a:pt x="530" y="4997"/>
                  </a:cubicBezTo>
                  <a:cubicBezTo>
                    <a:pt x="655" y="4865"/>
                    <a:pt x="779" y="4740"/>
                    <a:pt x="912" y="4616"/>
                  </a:cubicBezTo>
                  <a:cubicBezTo>
                    <a:pt x="1351" y="4202"/>
                    <a:pt x="1815" y="3763"/>
                    <a:pt x="2022" y="3174"/>
                  </a:cubicBezTo>
                  <a:cubicBezTo>
                    <a:pt x="2130" y="2851"/>
                    <a:pt x="2121" y="2528"/>
                    <a:pt x="2055" y="2205"/>
                  </a:cubicBezTo>
                  <a:cubicBezTo>
                    <a:pt x="1997" y="1898"/>
                    <a:pt x="1922" y="1600"/>
                    <a:pt x="1873" y="1302"/>
                  </a:cubicBezTo>
                  <a:cubicBezTo>
                    <a:pt x="1682" y="1103"/>
                    <a:pt x="1533" y="871"/>
                    <a:pt x="1417" y="622"/>
                  </a:cubicBezTo>
                  <a:cubicBezTo>
                    <a:pt x="1326" y="423"/>
                    <a:pt x="1268" y="216"/>
                    <a:pt x="1218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36"/>
            <p:cNvSpPr/>
            <p:nvPr/>
          </p:nvSpPr>
          <p:spPr>
            <a:xfrm>
              <a:off x="4451275" y="1379775"/>
              <a:ext cx="67350" cy="62575"/>
            </a:xfrm>
            <a:custGeom>
              <a:rect b="b" l="l" r="r" t="t"/>
              <a:pathLst>
                <a:path extrusionOk="0" h="2503" w="2694">
                  <a:moveTo>
                    <a:pt x="1741" y="0"/>
                  </a:moveTo>
                  <a:cubicBezTo>
                    <a:pt x="1641" y="174"/>
                    <a:pt x="1517" y="332"/>
                    <a:pt x="1385" y="481"/>
                  </a:cubicBezTo>
                  <a:cubicBezTo>
                    <a:pt x="1169" y="721"/>
                    <a:pt x="929" y="937"/>
                    <a:pt x="697" y="1160"/>
                  </a:cubicBezTo>
                  <a:cubicBezTo>
                    <a:pt x="573" y="1268"/>
                    <a:pt x="457" y="1384"/>
                    <a:pt x="341" y="1500"/>
                  </a:cubicBezTo>
                  <a:cubicBezTo>
                    <a:pt x="225" y="1616"/>
                    <a:pt x="117" y="1740"/>
                    <a:pt x="1" y="1856"/>
                  </a:cubicBezTo>
                  <a:cubicBezTo>
                    <a:pt x="51" y="1840"/>
                    <a:pt x="109" y="1823"/>
                    <a:pt x="150" y="1798"/>
                  </a:cubicBezTo>
                  <a:cubicBezTo>
                    <a:pt x="274" y="1732"/>
                    <a:pt x="399" y="1657"/>
                    <a:pt x="523" y="1591"/>
                  </a:cubicBezTo>
                  <a:cubicBezTo>
                    <a:pt x="747" y="1467"/>
                    <a:pt x="987" y="1301"/>
                    <a:pt x="1252" y="1268"/>
                  </a:cubicBezTo>
                  <a:cubicBezTo>
                    <a:pt x="1290" y="1263"/>
                    <a:pt x="1327" y="1261"/>
                    <a:pt x="1363" y="1261"/>
                  </a:cubicBezTo>
                  <a:cubicBezTo>
                    <a:pt x="1802" y="1261"/>
                    <a:pt x="2164" y="1614"/>
                    <a:pt x="2371" y="1981"/>
                  </a:cubicBezTo>
                  <a:cubicBezTo>
                    <a:pt x="2429" y="2088"/>
                    <a:pt x="2478" y="2204"/>
                    <a:pt x="2520" y="2320"/>
                  </a:cubicBezTo>
                  <a:cubicBezTo>
                    <a:pt x="2553" y="2395"/>
                    <a:pt x="2611" y="2486"/>
                    <a:pt x="2694" y="2503"/>
                  </a:cubicBezTo>
                  <a:cubicBezTo>
                    <a:pt x="2694" y="2395"/>
                    <a:pt x="2685" y="2279"/>
                    <a:pt x="2685" y="2171"/>
                  </a:cubicBezTo>
                  <a:cubicBezTo>
                    <a:pt x="2680" y="2172"/>
                    <a:pt x="2675" y="2173"/>
                    <a:pt x="2670" y="2173"/>
                  </a:cubicBezTo>
                  <a:cubicBezTo>
                    <a:pt x="2636" y="2173"/>
                    <a:pt x="2610" y="2149"/>
                    <a:pt x="2603" y="2113"/>
                  </a:cubicBezTo>
                  <a:cubicBezTo>
                    <a:pt x="2586" y="2005"/>
                    <a:pt x="2594" y="1898"/>
                    <a:pt x="2578" y="1790"/>
                  </a:cubicBezTo>
                  <a:cubicBezTo>
                    <a:pt x="2569" y="1691"/>
                    <a:pt x="2553" y="1583"/>
                    <a:pt x="2528" y="1492"/>
                  </a:cubicBezTo>
                  <a:cubicBezTo>
                    <a:pt x="2470" y="1285"/>
                    <a:pt x="2387" y="1094"/>
                    <a:pt x="2279" y="912"/>
                  </a:cubicBezTo>
                  <a:cubicBezTo>
                    <a:pt x="2172" y="730"/>
                    <a:pt x="2039" y="572"/>
                    <a:pt x="1915" y="406"/>
                  </a:cubicBezTo>
                  <a:cubicBezTo>
                    <a:pt x="1832" y="282"/>
                    <a:pt x="1757" y="141"/>
                    <a:pt x="1741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36"/>
            <p:cNvSpPr/>
            <p:nvPr/>
          </p:nvSpPr>
          <p:spPr>
            <a:xfrm>
              <a:off x="4330950" y="1408775"/>
              <a:ext cx="89300" cy="52200"/>
            </a:xfrm>
            <a:custGeom>
              <a:rect b="b" l="l" r="r" t="t"/>
              <a:pathLst>
                <a:path extrusionOk="0" h="2088" w="3572">
                  <a:moveTo>
                    <a:pt x="43" y="0"/>
                  </a:moveTo>
                  <a:cubicBezTo>
                    <a:pt x="22" y="0"/>
                    <a:pt x="0" y="15"/>
                    <a:pt x="0" y="42"/>
                  </a:cubicBezTo>
                  <a:cubicBezTo>
                    <a:pt x="0" y="266"/>
                    <a:pt x="17" y="481"/>
                    <a:pt x="17" y="705"/>
                  </a:cubicBezTo>
                  <a:cubicBezTo>
                    <a:pt x="17" y="903"/>
                    <a:pt x="0" y="1111"/>
                    <a:pt x="58" y="1309"/>
                  </a:cubicBezTo>
                  <a:cubicBezTo>
                    <a:pt x="182" y="1691"/>
                    <a:pt x="613" y="1848"/>
                    <a:pt x="969" y="1956"/>
                  </a:cubicBezTo>
                  <a:cubicBezTo>
                    <a:pt x="1254" y="2039"/>
                    <a:pt x="1555" y="2088"/>
                    <a:pt x="1858" y="2088"/>
                  </a:cubicBezTo>
                  <a:cubicBezTo>
                    <a:pt x="1979" y="2088"/>
                    <a:pt x="2100" y="2080"/>
                    <a:pt x="2221" y="2063"/>
                  </a:cubicBezTo>
                  <a:cubicBezTo>
                    <a:pt x="2411" y="2047"/>
                    <a:pt x="2585" y="1981"/>
                    <a:pt x="2743" y="1865"/>
                  </a:cubicBezTo>
                  <a:cubicBezTo>
                    <a:pt x="2892" y="1749"/>
                    <a:pt x="3016" y="1616"/>
                    <a:pt x="3124" y="1467"/>
                  </a:cubicBezTo>
                  <a:cubicBezTo>
                    <a:pt x="3256" y="1276"/>
                    <a:pt x="3364" y="1086"/>
                    <a:pt x="3430" y="862"/>
                  </a:cubicBezTo>
                  <a:cubicBezTo>
                    <a:pt x="3463" y="738"/>
                    <a:pt x="3488" y="622"/>
                    <a:pt x="3513" y="506"/>
                  </a:cubicBezTo>
                  <a:cubicBezTo>
                    <a:pt x="3538" y="382"/>
                    <a:pt x="3563" y="266"/>
                    <a:pt x="3571" y="133"/>
                  </a:cubicBezTo>
                  <a:cubicBezTo>
                    <a:pt x="3571" y="102"/>
                    <a:pt x="3539" y="77"/>
                    <a:pt x="3509" y="77"/>
                  </a:cubicBezTo>
                  <a:cubicBezTo>
                    <a:pt x="3490" y="77"/>
                    <a:pt x="3473" y="86"/>
                    <a:pt x="3463" y="108"/>
                  </a:cubicBezTo>
                  <a:cubicBezTo>
                    <a:pt x="3380" y="290"/>
                    <a:pt x="3347" y="489"/>
                    <a:pt x="3298" y="688"/>
                  </a:cubicBezTo>
                  <a:cubicBezTo>
                    <a:pt x="3281" y="779"/>
                    <a:pt x="3256" y="870"/>
                    <a:pt x="3223" y="961"/>
                  </a:cubicBezTo>
                  <a:cubicBezTo>
                    <a:pt x="3190" y="1061"/>
                    <a:pt x="3132" y="1144"/>
                    <a:pt x="3074" y="1235"/>
                  </a:cubicBezTo>
                  <a:cubicBezTo>
                    <a:pt x="2900" y="1508"/>
                    <a:pt x="2676" y="1790"/>
                    <a:pt x="2345" y="1873"/>
                  </a:cubicBezTo>
                  <a:cubicBezTo>
                    <a:pt x="2237" y="1901"/>
                    <a:pt x="2124" y="1911"/>
                    <a:pt x="2011" y="1911"/>
                  </a:cubicBezTo>
                  <a:cubicBezTo>
                    <a:pt x="1925" y="1911"/>
                    <a:pt x="1839" y="1905"/>
                    <a:pt x="1757" y="1898"/>
                  </a:cubicBezTo>
                  <a:cubicBezTo>
                    <a:pt x="1558" y="1889"/>
                    <a:pt x="1359" y="1856"/>
                    <a:pt x="1168" y="1807"/>
                  </a:cubicBezTo>
                  <a:cubicBezTo>
                    <a:pt x="986" y="1765"/>
                    <a:pt x="804" y="1699"/>
                    <a:pt x="630" y="1624"/>
                  </a:cubicBezTo>
                  <a:cubicBezTo>
                    <a:pt x="489" y="1550"/>
                    <a:pt x="348" y="1467"/>
                    <a:pt x="265" y="1318"/>
                  </a:cubicBezTo>
                  <a:cubicBezTo>
                    <a:pt x="174" y="1144"/>
                    <a:pt x="191" y="920"/>
                    <a:pt x="174" y="729"/>
                  </a:cubicBezTo>
                  <a:cubicBezTo>
                    <a:pt x="166" y="497"/>
                    <a:pt x="141" y="257"/>
                    <a:pt x="83" y="34"/>
                  </a:cubicBezTo>
                  <a:cubicBezTo>
                    <a:pt x="79" y="11"/>
                    <a:pt x="61" y="0"/>
                    <a:pt x="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36"/>
            <p:cNvSpPr/>
            <p:nvPr/>
          </p:nvSpPr>
          <p:spPr>
            <a:xfrm>
              <a:off x="4414825" y="1436000"/>
              <a:ext cx="4175" cy="6925"/>
            </a:xfrm>
            <a:custGeom>
              <a:rect b="b" l="l" r="r" t="t"/>
              <a:pathLst>
                <a:path extrusionOk="0" h="277" w="167">
                  <a:moveTo>
                    <a:pt x="123" y="0"/>
                  </a:moveTo>
                  <a:cubicBezTo>
                    <a:pt x="109" y="0"/>
                    <a:pt x="97" y="6"/>
                    <a:pt x="92" y="22"/>
                  </a:cubicBezTo>
                  <a:cubicBezTo>
                    <a:pt x="75" y="55"/>
                    <a:pt x="50" y="88"/>
                    <a:pt x="34" y="121"/>
                  </a:cubicBezTo>
                  <a:cubicBezTo>
                    <a:pt x="34" y="129"/>
                    <a:pt x="25" y="138"/>
                    <a:pt x="25" y="146"/>
                  </a:cubicBezTo>
                  <a:cubicBezTo>
                    <a:pt x="25" y="146"/>
                    <a:pt x="25" y="154"/>
                    <a:pt x="25" y="154"/>
                  </a:cubicBezTo>
                  <a:cubicBezTo>
                    <a:pt x="25" y="162"/>
                    <a:pt x="17" y="171"/>
                    <a:pt x="17" y="187"/>
                  </a:cubicBezTo>
                  <a:lnTo>
                    <a:pt x="9" y="212"/>
                  </a:lnTo>
                  <a:cubicBezTo>
                    <a:pt x="1" y="220"/>
                    <a:pt x="1" y="229"/>
                    <a:pt x="1" y="245"/>
                  </a:cubicBezTo>
                  <a:cubicBezTo>
                    <a:pt x="1" y="254"/>
                    <a:pt x="9" y="270"/>
                    <a:pt x="17" y="270"/>
                  </a:cubicBezTo>
                  <a:cubicBezTo>
                    <a:pt x="25" y="274"/>
                    <a:pt x="32" y="276"/>
                    <a:pt x="37" y="276"/>
                  </a:cubicBezTo>
                  <a:cubicBezTo>
                    <a:pt x="42" y="276"/>
                    <a:pt x="46" y="274"/>
                    <a:pt x="50" y="270"/>
                  </a:cubicBezTo>
                  <a:cubicBezTo>
                    <a:pt x="59" y="262"/>
                    <a:pt x="67" y="254"/>
                    <a:pt x="75" y="245"/>
                  </a:cubicBezTo>
                  <a:cubicBezTo>
                    <a:pt x="75" y="229"/>
                    <a:pt x="83" y="229"/>
                    <a:pt x="83" y="220"/>
                  </a:cubicBezTo>
                  <a:cubicBezTo>
                    <a:pt x="92" y="212"/>
                    <a:pt x="92" y="204"/>
                    <a:pt x="100" y="196"/>
                  </a:cubicBezTo>
                  <a:cubicBezTo>
                    <a:pt x="100" y="187"/>
                    <a:pt x="100" y="187"/>
                    <a:pt x="108" y="187"/>
                  </a:cubicBezTo>
                  <a:cubicBezTo>
                    <a:pt x="108" y="179"/>
                    <a:pt x="117" y="171"/>
                    <a:pt x="117" y="171"/>
                  </a:cubicBezTo>
                  <a:cubicBezTo>
                    <a:pt x="133" y="129"/>
                    <a:pt x="150" y="96"/>
                    <a:pt x="158" y="63"/>
                  </a:cubicBezTo>
                  <a:cubicBezTo>
                    <a:pt x="166" y="46"/>
                    <a:pt x="166" y="13"/>
                    <a:pt x="150" y="5"/>
                  </a:cubicBezTo>
                  <a:cubicBezTo>
                    <a:pt x="141" y="2"/>
                    <a:pt x="132" y="0"/>
                    <a:pt x="1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36"/>
            <p:cNvSpPr/>
            <p:nvPr/>
          </p:nvSpPr>
          <p:spPr>
            <a:xfrm>
              <a:off x="4248500" y="1401525"/>
              <a:ext cx="12100" cy="22675"/>
            </a:xfrm>
            <a:custGeom>
              <a:rect b="b" l="l" r="r" t="t"/>
              <a:pathLst>
                <a:path extrusionOk="0" h="907" w="484">
                  <a:moveTo>
                    <a:pt x="423" y="0"/>
                  </a:moveTo>
                  <a:cubicBezTo>
                    <a:pt x="415" y="0"/>
                    <a:pt x="407" y="3"/>
                    <a:pt x="398" y="9"/>
                  </a:cubicBezTo>
                  <a:cubicBezTo>
                    <a:pt x="324" y="58"/>
                    <a:pt x="266" y="116"/>
                    <a:pt x="208" y="183"/>
                  </a:cubicBezTo>
                  <a:cubicBezTo>
                    <a:pt x="158" y="257"/>
                    <a:pt x="116" y="332"/>
                    <a:pt x="83" y="415"/>
                  </a:cubicBezTo>
                  <a:cubicBezTo>
                    <a:pt x="50" y="489"/>
                    <a:pt x="34" y="572"/>
                    <a:pt x="17" y="663"/>
                  </a:cubicBezTo>
                  <a:cubicBezTo>
                    <a:pt x="17" y="730"/>
                    <a:pt x="0" y="862"/>
                    <a:pt x="75" y="903"/>
                  </a:cubicBezTo>
                  <a:cubicBezTo>
                    <a:pt x="80" y="906"/>
                    <a:pt x="85" y="907"/>
                    <a:pt x="90" y="907"/>
                  </a:cubicBezTo>
                  <a:cubicBezTo>
                    <a:pt x="101" y="907"/>
                    <a:pt x="113" y="901"/>
                    <a:pt x="125" y="895"/>
                  </a:cubicBezTo>
                  <a:cubicBezTo>
                    <a:pt x="150" y="870"/>
                    <a:pt x="150" y="829"/>
                    <a:pt x="158" y="796"/>
                  </a:cubicBezTo>
                  <a:cubicBezTo>
                    <a:pt x="166" y="754"/>
                    <a:pt x="166" y="721"/>
                    <a:pt x="174" y="688"/>
                  </a:cubicBezTo>
                  <a:cubicBezTo>
                    <a:pt x="183" y="614"/>
                    <a:pt x="208" y="539"/>
                    <a:pt x="232" y="464"/>
                  </a:cubicBezTo>
                  <a:cubicBezTo>
                    <a:pt x="257" y="398"/>
                    <a:pt x="290" y="340"/>
                    <a:pt x="324" y="274"/>
                  </a:cubicBezTo>
                  <a:cubicBezTo>
                    <a:pt x="365" y="208"/>
                    <a:pt x="406" y="141"/>
                    <a:pt x="456" y="83"/>
                  </a:cubicBezTo>
                  <a:cubicBezTo>
                    <a:pt x="483" y="56"/>
                    <a:pt x="460" y="0"/>
                    <a:pt x="4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36"/>
            <p:cNvSpPr/>
            <p:nvPr/>
          </p:nvSpPr>
          <p:spPr>
            <a:xfrm>
              <a:off x="4256775" y="1409950"/>
              <a:ext cx="5900" cy="12425"/>
            </a:xfrm>
            <a:custGeom>
              <a:rect b="b" l="l" r="r" t="t"/>
              <a:pathLst>
                <a:path extrusionOk="0" h="497" w="236">
                  <a:moveTo>
                    <a:pt x="169" y="1"/>
                  </a:moveTo>
                  <a:cubicBezTo>
                    <a:pt x="155" y="1"/>
                    <a:pt x="141" y="7"/>
                    <a:pt x="133" y="20"/>
                  </a:cubicBezTo>
                  <a:cubicBezTo>
                    <a:pt x="100" y="94"/>
                    <a:pt x="67" y="169"/>
                    <a:pt x="42" y="243"/>
                  </a:cubicBezTo>
                  <a:cubicBezTo>
                    <a:pt x="26" y="277"/>
                    <a:pt x="17" y="318"/>
                    <a:pt x="9" y="351"/>
                  </a:cubicBezTo>
                  <a:cubicBezTo>
                    <a:pt x="9" y="368"/>
                    <a:pt x="9" y="393"/>
                    <a:pt x="1" y="409"/>
                  </a:cubicBezTo>
                  <a:cubicBezTo>
                    <a:pt x="1" y="434"/>
                    <a:pt x="1" y="450"/>
                    <a:pt x="9" y="475"/>
                  </a:cubicBezTo>
                  <a:cubicBezTo>
                    <a:pt x="9" y="486"/>
                    <a:pt x="22" y="496"/>
                    <a:pt x="36" y="496"/>
                  </a:cubicBezTo>
                  <a:cubicBezTo>
                    <a:pt x="44" y="496"/>
                    <a:pt x="53" y="493"/>
                    <a:pt x="59" y="484"/>
                  </a:cubicBezTo>
                  <a:cubicBezTo>
                    <a:pt x="75" y="467"/>
                    <a:pt x="84" y="450"/>
                    <a:pt x="92" y="434"/>
                  </a:cubicBezTo>
                  <a:cubicBezTo>
                    <a:pt x="100" y="417"/>
                    <a:pt x="109" y="401"/>
                    <a:pt x="109" y="384"/>
                  </a:cubicBezTo>
                  <a:cubicBezTo>
                    <a:pt x="125" y="343"/>
                    <a:pt x="133" y="310"/>
                    <a:pt x="150" y="277"/>
                  </a:cubicBezTo>
                  <a:cubicBezTo>
                    <a:pt x="167" y="202"/>
                    <a:pt x="191" y="127"/>
                    <a:pt x="225" y="61"/>
                  </a:cubicBezTo>
                  <a:cubicBezTo>
                    <a:pt x="236" y="27"/>
                    <a:pt x="201" y="1"/>
                    <a:pt x="16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36"/>
            <p:cNvSpPr/>
            <p:nvPr/>
          </p:nvSpPr>
          <p:spPr>
            <a:xfrm>
              <a:off x="4261350" y="1414125"/>
              <a:ext cx="5600" cy="12125"/>
            </a:xfrm>
            <a:custGeom>
              <a:rect b="b" l="l" r="r" t="t"/>
              <a:pathLst>
                <a:path extrusionOk="0" h="485" w="224">
                  <a:moveTo>
                    <a:pt x="172" y="0"/>
                  </a:moveTo>
                  <a:cubicBezTo>
                    <a:pt x="151" y="0"/>
                    <a:pt x="130" y="22"/>
                    <a:pt x="116" y="43"/>
                  </a:cubicBezTo>
                  <a:cubicBezTo>
                    <a:pt x="91" y="110"/>
                    <a:pt x="75" y="176"/>
                    <a:pt x="50" y="242"/>
                  </a:cubicBezTo>
                  <a:cubicBezTo>
                    <a:pt x="42" y="275"/>
                    <a:pt x="33" y="308"/>
                    <a:pt x="25" y="341"/>
                  </a:cubicBezTo>
                  <a:cubicBezTo>
                    <a:pt x="8" y="375"/>
                    <a:pt x="0" y="408"/>
                    <a:pt x="8" y="449"/>
                  </a:cubicBezTo>
                  <a:cubicBezTo>
                    <a:pt x="8" y="467"/>
                    <a:pt x="25" y="484"/>
                    <a:pt x="43" y="484"/>
                  </a:cubicBezTo>
                  <a:cubicBezTo>
                    <a:pt x="51" y="484"/>
                    <a:pt x="59" y="481"/>
                    <a:pt x="66" y="474"/>
                  </a:cubicBezTo>
                  <a:cubicBezTo>
                    <a:pt x="75" y="457"/>
                    <a:pt x="91" y="449"/>
                    <a:pt x="100" y="433"/>
                  </a:cubicBezTo>
                  <a:cubicBezTo>
                    <a:pt x="108" y="408"/>
                    <a:pt x="116" y="391"/>
                    <a:pt x="116" y="375"/>
                  </a:cubicBezTo>
                  <a:cubicBezTo>
                    <a:pt x="133" y="341"/>
                    <a:pt x="149" y="308"/>
                    <a:pt x="158" y="275"/>
                  </a:cubicBezTo>
                  <a:cubicBezTo>
                    <a:pt x="174" y="209"/>
                    <a:pt x="199" y="134"/>
                    <a:pt x="216" y="68"/>
                  </a:cubicBezTo>
                  <a:cubicBezTo>
                    <a:pt x="224" y="43"/>
                    <a:pt x="207" y="10"/>
                    <a:pt x="182" y="2"/>
                  </a:cubicBezTo>
                  <a:cubicBezTo>
                    <a:pt x="179" y="1"/>
                    <a:pt x="176" y="0"/>
                    <a:pt x="1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36"/>
            <p:cNvSpPr/>
            <p:nvPr/>
          </p:nvSpPr>
          <p:spPr>
            <a:xfrm>
              <a:off x="4481950" y="1423675"/>
              <a:ext cx="15125" cy="21875"/>
            </a:xfrm>
            <a:custGeom>
              <a:rect b="b" l="l" r="r" t="t"/>
              <a:pathLst>
                <a:path extrusionOk="0" h="875" w="605">
                  <a:moveTo>
                    <a:pt x="83" y="1"/>
                  </a:moveTo>
                  <a:cubicBezTo>
                    <a:pt x="25" y="1"/>
                    <a:pt x="0" y="84"/>
                    <a:pt x="58" y="109"/>
                  </a:cubicBezTo>
                  <a:cubicBezTo>
                    <a:pt x="108" y="142"/>
                    <a:pt x="141" y="191"/>
                    <a:pt x="174" y="241"/>
                  </a:cubicBezTo>
                  <a:cubicBezTo>
                    <a:pt x="224" y="299"/>
                    <a:pt x="274" y="365"/>
                    <a:pt x="315" y="432"/>
                  </a:cubicBezTo>
                  <a:cubicBezTo>
                    <a:pt x="348" y="490"/>
                    <a:pt x="390" y="556"/>
                    <a:pt x="398" y="622"/>
                  </a:cubicBezTo>
                  <a:cubicBezTo>
                    <a:pt x="406" y="647"/>
                    <a:pt x="406" y="680"/>
                    <a:pt x="406" y="713"/>
                  </a:cubicBezTo>
                  <a:cubicBezTo>
                    <a:pt x="406" y="747"/>
                    <a:pt x="398" y="780"/>
                    <a:pt x="398" y="813"/>
                  </a:cubicBezTo>
                  <a:cubicBezTo>
                    <a:pt x="398" y="841"/>
                    <a:pt x="427" y="875"/>
                    <a:pt x="461" y="875"/>
                  </a:cubicBezTo>
                  <a:cubicBezTo>
                    <a:pt x="468" y="875"/>
                    <a:pt x="474" y="874"/>
                    <a:pt x="481" y="871"/>
                  </a:cubicBezTo>
                  <a:cubicBezTo>
                    <a:pt x="572" y="838"/>
                    <a:pt x="605" y="722"/>
                    <a:pt x="597" y="631"/>
                  </a:cubicBezTo>
                  <a:cubicBezTo>
                    <a:pt x="588" y="531"/>
                    <a:pt x="539" y="440"/>
                    <a:pt x="489" y="357"/>
                  </a:cubicBezTo>
                  <a:cubicBezTo>
                    <a:pt x="398" y="208"/>
                    <a:pt x="282" y="1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36"/>
            <p:cNvSpPr/>
            <p:nvPr/>
          </p:nvSpPr>
          <p:spPr>
            <a:xfrm>
              <a:off x="4481325" y="1431750"/>
              <a:ext cx="6850" cy="12050"/>
            </a:xfrm>
            <a:custGeom>
              <a:rect b="b" l="l" r="r" t="t"/>
              <a:pathLst>
                <a:path extrusionOk="0" h="482" w="274">
                  <a:moveTo>
                    <a:pt x="59" y="1"/>
                  </a:moveTo>
                  <a:cubicBezTo>
                    <a:pt x="51" y="1"/>
                    <a:pt x="42" y="3"/>
                    <a:pt x="33" y="9"/>
                  </a:cubicBezTo>
                  <a:cubicBezTo>
                    <a:pt x="9" y="18"/>
                    <a:pt x="0" y="51"/>
                    <a:pt x="9" y="76"/>
                  </a:cubicBezTo>
                  <a:cubicBezTo>
                    <a:pt x="50" y="134"/>
                    <a:pt x="83" y="208"/>
                    <a:pt x="108" y="266"/>
                  </a:cubicBezTo>
                  <a:cubicBezTo>
                    <a:pt x="125" y="299"/>
                    <a:pt x="133" y="332"/>
                    <a:pt x="141" y="366"/>
                  </a:cubicBezTo>
                  <a:cubicBezTo>
                    <a:pt x="149" y="407"/>
                    <a:pt x="166" y="440"/>
                    <a:pt x="199" y="473"/>
                  </a:cubicBezTo>
                  <a:cubicBezTo>
                    <a:pt x="205" y="479"/>
                    <a:pt x="213" y="482"/>
                    <a:pt x="221" y="482"/>
                  </a:cubicBezTo>
                  <a:cubicBezTo>
                    <a:pt x="236" y="482"/>
                    <a:pt x="252" y="473"/>
                    <a:pt x="257" y="457"/>
                  </a:cubicBezTo>
                  <a:cubicBezTo>
                    <a:pt x="274" y="415"/>
                    <a:pt x="265" y="374"/>
                    <a:pt x="257" y="332"/>
                  </a:cubicBezTo>
                  <a:cubicBezTo>
                    <a:pt x="249" y="299"/>
                    <a:pt x="232" y="258"/>
                    <a:pt x="216" y="225"/>
                  </a:cubicBezTo>
                  <a:cubicBezTo>
                    <a:pt x="183" y="150"/>
                    <a:pt x="141" y="84"/>
                    <a:pt x="100" y="26"/>
                  </a:cubicBezTo>
                  <a:cubicBezTo>
                    <a:pt x="89" y="10"/>
                    <a:pt x="75" y="1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36"/>
            <p:cNvSpPr/>
            <p:nvPr/>
          </p:nvSpPr>
          <p:spPr>
            <a:xfrm>
              <a:off x="4421875" y="1422800"/>
              <a:ext cx="3550" cy="9825"/>
            </a:xfrm>
            <a:custGeom>
              <a:rect b="b" l="l" r="r" t="t"/>
              <a:pathLst>
                <a:path extrusionOk="0" h="393" w="142">
                  <a:moveTo>
                    <a:pt x="102" y="0"/>
                  </a:moveTo>
                  <a:cubicBezTo>
                    <a:pt x="86" y="0"/>
                    <a:pt x="70" y="9"/>
                    <a:pt x="67" y="28"/>
                  </a:cubicBezTo>
                  <a:cubicBezTo>
                    <a:pt x="58" y="86"/>
                    <a:pt x="50" y="144"/>
                    <a:pt x="42" y="202"/>
                  </a:cubicBezTo>
                  <a:cubicBezTo>
                    <a:pt x="25" y="251"/>
                    <a:pt x="0" y="318"/>
                    <a:pt x="17" y="376"/>
                  </a:cubicBezTo>
                  <a:cubicBezTo>
                    <a:pt x="17" y="386"/>
                    <a:pt x="26" y="393"/>
                    <a:pt x="36" y="393"/>
                  </a:cubicBezTo>
                  <a:cubicBezTo>
                    <a:pt x="41" y="393"/>
                    <a:pt x="47" y="390"/>
                    <a:pt x="50" y="384"/>
                  </a:cubicBezTo>
                  <a:cubicBezTo>
                    <a:pt x="67" y="376"/>
                    <a:pt x="75" y="359"/>
                    <a:pt x="75" y="342"/>
                  </a:cubicBezTo>
                  <a:cubicBezTo>
                    <a:pt x="83" y="334"/>
                    <a:pt x="91" y="318"/>
                    <a:pt x="91" y="301"/>
                  </a:cubicBezTo>
                  <a:cubicBezTo>
                    <a:pt x="100" y="276"/>
                    <a:pt x="108" y="243"/>
                    <a:pt x="108" y="218"/>
                  </a:cubicBezTo>
                  <a:cubicBezTo>
                    <a:pt x="125" y="152"/>
                    <a:pt x="133" y="94"/>
                    <a:pt x="141" y="36"/>
                  </a:cubicBezTo>
                  <a:cubicBezTo>
                    <a:pt x="141" y="13"/>
                    <a:pt x="121" y="0"/>
                    <a:pt x="1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36"/>
            <p:cNvSpPr/>
            <p:nvPr/>
          </p:nvSpPr>
          <p:spPr>
            <a:xfrm>
              <a:off x="4425400" y="1425550"/>
              <a:ext cx="2700" cy="8400"/>
            </a:xfrm>
            <a:custGeom>
              <a:rect b="b" l="l" r="r" t="t"/>
              <a:pathLst>
                <a:path extrusionOk="0" h="336" w="108">
                  <a:moveTo>
                    <a:pt x="75" y="0"/>
                  </a:moveTo>
                  <a:cubicBezTo>
                    <a:pt x="50" y="0"/>
                    <a:pt x="42" y="17"/>
                    <a:pt x="42" y="34"/>
                  </a:cubicBezTo>
                  <a:cubicBezTo>
                    <a:pt x="33" y="83"/>
                    <a:pt x="33" y="125"/>
                    <a:pt x="17" y="174"/>
                  </a:cubicBezTo>
                  <a:cubicBezTo>
                    <a:pt x="17" y="199"/>
                    <a:pt x="17" y="216"/>
                    <a:pt x="8" y="241"/>
                  </a:cubicBezTo>
                  <a:cubicBezTo>
                    <a:pt x="8" y="257"/>
                    <a:pt x="0" y="266"/>
                    <a:pt x="0" y="282"/>
                  </a:cubicBezTo>
                  <a:cubicBezTo>
                    <a:pt x="0" y="290"/>
                    <a:pt x="0" y="307"/>
                    <a:pt x="0" y="315"/>
                  </a:cubicBezTo>
                  <a:cubicBezTo>
                    <a:pt x="0" y="329"/>
                    <a:pt x="8" y="335"/>
                    <a:pt x="16" y="335"/>
                  </a:cubicBezTo>
                  <a:cubicBezTo>
                    <a:pt x="23" y="335"/>
                    <a:pt x="30" y="331"/>
                    <a:pt x="33" y="324"/>
                  </a:cubicBezTo>
                  <a:cubicBezTo>
                    <a:pt x="42" y="315"/>
                    <a:pt x="50" y="307"/>
                    <a:pt x="58" y="290"/>
                  </a:cubicBezTo>
                  <a:cubicBezTo>
                    <a:pt x="58" y="282"/>
                    <a:pt x="66" y="274"/>
                    <a:pt x="66" y="257"/>
                  </a:cubicBezTo>
                  <a:cubicBezTo>
                    <a:pt x="75" y="232"/>
                    <a:pt x="83" y="208"/>
                    <a:pt x="91" y="191"/>
                  </a:cubicBezTo>
                  <a:cubicBezTo>
                    <a:pt x="100" y="133"/>
                    <a:pt x="108" y="83"/>
                    <a:pt x="108" y="34"/>
                  </a:cubicBezTo>
                  <a:cubicBezTo>
                    <a:pt x="108" y="17"/>
                    <a:pt x="91" y="0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36"/>
            <p:cNvSpPr/>
            <p:nvPr/>
          </p:nvSpPr>
          <p:spPr>
            <a:xfrm>
              <a:off x="4322450" y="1420900"/>
              <a:ext cx="3750" cy="13175"/>
            </a:xfrm>
            <a:custGeom>
              <a:rect b="b" l="l" r="r" t="t"/>
              <a:pathLst>
                <a:path extrusionOk="0" h="527" w="150">
                  <a:moveTo>
                    <a:pt x="39" y="0"/>
                  </a:moveTo>
                  <a:cubicBezTo>
                    <a:pt x="19" y="0"/>
                    <a:pt x="0" y="12"/>
                    <a:pt x="0" y="37"/>
                  </a:cubicBezTo>
                  <a:cubicBezTo>
                    <a:pt x="9" y="120"/>
                    <a:pt x="17" y="203"/>
                    <a:pt x="25" y="286"/>
                  </a:cubicBezTo>
                  <a:cubicBezTo>
                    <a:pt x="33" y="319"/>
                    <a:pt x="33" y="360"/>
                    <a:pt x="50" y="402"/>
                  </a:cubicBezTo>
                  <a:cubicBezTo>
                    <a:pt x="58" y="443"/>
                    <a:pt x="67" y="485"/>
                    <a:pt x="100" y="518"/>
                  </a:cubicBezTo>
                  <a:cubicBezTo>
                    <a:pt x="103" y="524"/>
                    <a:pt x="109" y="527"/>
                    <a:pt x="116" y="527"/>
                  </a:cubicBezTo>
                  <a:cubicBezTo>
                    <a:pt x="128" y="527"/>
                    <a:pt x="144" y="517"/>
                    <a:pt x="149" y="501"/>
                  </a:cubicBezTo>
                  <a:cubicBezTo>
                    <a:pt x="149" y="476"/>
                    <a:pt x="149" y="460"/>
                    <a:pt x="149" y="443"/>
                  </a:cubicBezTo>
                  <a:cubicBezTo>
                    <a:pt x="141" y="418"/>
                    <a:pt x="141" y="402"/>
                    <a:pt x="141" y="377"/>
                  </a:cubicBezTo>
                  <a:cubicBezTo>
                    <a:pt x="133" y="344"/>
                    <a:pt x="116" y="302"/>
                    <a:pt x="116" y="269"/>
                  </a:cubicBezTo>
                  <a:cubicBezTo>
                    <a:pt x="100" y="195"/>
                    <a:pt x="91" y="112"/>
                    <a:pt x="83" y="37"/>
                  </a:cubicBezTo>
                  <a:cubicBezTo>
                    <a:pt x="79" y="12"/>
                    <a:pt x="58" y="0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36"/>
            <p:cNvSpPr/>
            <p:nvPr/>
          </p:nvSpPr>
          <p:spPr>
            <a:xfrm>
              <a:off x="4315825" y="1423075"/>
              <a:ext cx="3125" cy="10025"/>
            </a:xfrm>
            <a:custGeom>
              <a:rect b="b" l="l" r="r" t="t"/>
              <a:pathLst>
                <a:path extrusionOk="0" h="401" w="125">
                  <a:moveTo>
                    <a:pt x="42" y="0"/>
                  </a:moveTo>
                  <a:cubicBezTo>
                    <a:pt x="17" y="0"/>
                    <a:pt x="0" y="17"/>
                    <a:pt x="0" y="41"/>
                  </a:cubicBezTo>
                  <a:cubicBezTo>
                    <a:pt x="8" y="99"/>
                    <a:pt x="17" y="149"/>
                    <a:pt x="25" y="207"/>
                  </a:cubicBezTo>
                  <a:cubicBezTo>
                    <a:pt x="25" y="232"/>
                    <a:pt x="25" y="265"/>
                    <a:pt x="33" y="290"/>
                  </a:cubicBezTo>
                  <a:cubicBezTo>
                    <a:pt x="33" y="307"/>
                    <a:pt x="33" y="315"/>
                    <a:pt x="42" y="331"/>
                  </a:cubicBezTo>
                  <a:cubicBezTo>
                    <a:pt x="42" y="348"/>
                    <a:pt x="42" y="356"/>
                    <a:pt x="50" y="373"/>
                  </a:cubicBezTo>
                  <a:cubicBezTo>
                    <a:pt x="57" y="392"/>
                    <a:pt x="70" y="400"/>
                    <a:pt x="82" y="400"/>
                  </a:cubicBezTo>
                  <a:cubicBezTo>
                    <a:pt x="97" y="400"/>
                    <a:pt x="112" y="387"/>
                    <a:pt x="116" y="365"/>
                  </a:cubicBezTo>
                  <a:cubicBezTo>
                    <a:pt x="124" y="315"/>
                    <a:pt x="108" y="257"/>
                    <a:pt x="100" y="207"/>
                  </a:cubicBezTo>
                  <a:cubicBezTo>
                    <a:pt x="91" y="149"/>
                    <a:pt x="91" y="91"/>
                    <a:pt x="83" y="41"/>
                  </a:cubicBezTo>
                  <a:cubicBezTo>
                    <a:pt x="75" y="17"/>
                    <a:pt x="66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36"/>
            <p:cNvSpPr/>
            <p:nvPr/>
          </p:nvSpPr>
          <p:spPr>
            <a:xfrm>
              <a:off x="4347100" y="1239575"/>
              <a:ext cx="7475" cy="36825"/>
            </a:xfrm>
            <a:custGeom>
              <a:rect b="b" l="l" r="r" t="t"/>
              <a:pathLst>
                <a:path extrusionOk="0" h="1473" w="299">
                  <a:moveTo>
                    <a:pt x="121" y="0"/>
                  </a:moveTo>
                  <a:cubicBezTo>
                    <a:pt x="103" y="0"/>
                    <a:pt x="87" y="10"/>
                    <a:pt x="91" y="32"/>
                  </a:cubicBezTo>
                  <a:cubicBezTo>
                    <a:pt x="100" y="264"/>
                    <a:pt x="125" y="488"/>
                    <a:pt x="116" y="720"/>
                  </a:cubicBezTo>
                  <a:cubicBezTo>
                    <a:pt x="116" y="836"/>
                    <a:pt x="100" y="952"/>
                    <a:pt x="83" y="1060"/>
                  </a:cubicBezTo>
                  <a:cubicBezTo>
                    <a:pt x="67" y="1118"/>
                    <a:pt x="58" y="1167"/>
                    <a:pt x="42" y="1225"/>
                  </a:cubicBezTo>
                  <a:cubicBezTo>
                    <a:pt x="25" y="1275"/>
                    <a:pt x="0" y="1333"/>
                    <a:pt x="9" y="1391"/>
                  </a:cubicBezTo>
                  <a:cubicBezTo>
                    <a:pt x="9" y="1441"/>
                    <a:pt x="46" y="1473"/>
                    <a:pt x="86" y="1473"/>
                  </a:cubicBezTo>
                  <a:cubicBezTo>
                    <a:pt x="105" y="1473"/>
                    <a:pt x="125" y="1465"/>
                    <a:pt x="141" y="1449"/>
                  </a:cubicBezTo>
                  <a:cubicBezTo>
                    <a:pt x="224" y="1375"/>
                    <a:pt x="249" y="1217"/>
                    <a:pt x="265" y="1109"/>
                  </a:cubicBezTo>
                  <a:cubicBezTo>
                    <a:pt x="290" y="985"/>
                    <a:pt x="299" y="861"/>
                    <a:pt x="299" y="745"/>
                  </a:cubicBezTo>
                  <a:lnTo>
                    <a:pt x="290" y="745"/>
                  </a:lnTo>
                  <a:cubicBezTo>
                    <a:pt x="290" y="496"/>
                    <a:pt x="249" y="256"/>
                    <a:pt x="158" y="24"/>
                  </a:cubicBezTo>
                  <a:cubicBezTo>
                    <a:pt x="154" y="8"/>
                    <a:pt x="137" y="0"/>
                    <a:pt x="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36"/>
            <p:cNvSpPr/>
            <p:nvPr/>
          </p:nvSpPr>
          <p:spPr>
            <a:xfrm>
              <a:off x="4355575" y="1251500"/>
              <a:ext cx="2100" cy="10425"/>
            </a:xfrm>
            <a:custGeom>
              <a:rect b="b" l="l" r="r" t="t"/>
              <a:pathLst>
                <a:path extrusionOk="0" h="417" w="84">
                  <a:moveTo>
                    <a:pt x="38" y="1"/>
                  </a:moveTo>
                  <a:cubicBezTo>
                    <a:pt x="20" y="1"/>
                    <a:pt x="1" y="15"/>
                    <a:pt x="1" y="44"/>
                  </a:cubicBezTo>
                  <a:cubicBezTo>
                    <a:pt x="1" y="102"/>
                    <a:pt x="1" y="160"/>
                    <a:pt x="1" y="218"/>
                  </a:cubicBezTo>
                  <a:lnTo>
                    <a:pt x="1" y="301"/>
                  </a:lnTo>
                  <a:cubicBezTo>
                    <a:pt x="1" y="334"/>
                    <a:pt x="1" y="367"/>
                    <a:pt x="9" y="392"/>
                  </a:cubicBezTo>
                  <a:cubicBezTo>
                    <a:pt x="13" y="409"/>
                    <a:pt x="26" y="417"/>
                    <a:pt x="39" y="417"/>
                  </a:cubicBezTo>
                  <a:cubicBezTo>
                    <a:pt x="53" y="417"/>
                    <a:pt x="67" y="409"/>
                    <a:pt x="76" y="392"/>
                  </a:cubicBezTo>
                  <a:cubicBezTo>
                    <a:pt x="84" y="367"/>
                    <a:pt x="84" y="334"/>
                    <a:pt x="84" y="301"/>
                  </a:cubicBezTo>
                  <a:lnTo>
                    <a:pt x="84" y="218"/>
                  </a:lnTo>
                  <a:cubicBezTo>
                    <a:pt x="84" y="160"/>
                    <a:pt x="76" y="102"/>
                    <a:pt x="76" y="44"/>
                  </a:cubicBezTo>
                  <a:cubicBezTo>
                    <a:pt x="76" y="15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36"/>
            <p:cNvSpPr/>
            <p:nvPr/>
          </p:nvSpPr>
          <p:spPr>
            <a:xfrm>
              <a:off x="4399400" y="1241225"/>
              <a:ext cx="7800" cy="27550"/>
            </a:xfrm>
            <a:custGeom>
              <a:rect b="b" l="l" r="r" t="t"/>
              <a:pathLst>
                <a:path extrusionOk="0" h="1102" w="312">
                  <a:moveTo>
                    <a:pt x="37" y="0"/>
                  </a:moveTo>
                  <a:cubicBezTo>
                    <a:pt x="18" y="0"/>
                    <a:pt x="1" y="13"/>
                    <a:pt x="5" y="41"/>
                  </a:cubicBezTo>
                  <a:cubicBezTo>
                    <a:pt x="5" y="140"/>
                    <a:pt x="5" y="240"/>
                    <a:pt x="5" y="331"/>
                  </a:cubicBezTo>
                  <a:cubicBezTo>
                    <a:pt x="13" y="430"/>
                    <a:pt x="21" y="530"/>
                    <a:pt x="38" y="629"/>
                  </a:cubicBezTo>
                  <a:cubicBezTo>
                    <a:pt x="46" y="720"/>
                    <a:pt x="54" y="820"/>
                    <a:pt x="79" y="911"/>
                  </a:cubicBezTo>
                  <a:cubicBezTo>
                    <a:pt x="95" y="983"/>
                    <a:pt x="134" y="1102"/>
                    <a:pt x="220" y="1102"/>
                  </a:cubicBezTo>
                  <a:cubicBezTo>
                    <a:pt x="222" y="1102"/>
                    <a:pt x="225" y="1102"/>
                    <a:pt x="228" y="1101"/>
                  </a:cubicBezTo>
                  <a:cubicBezTo>
                    <a:pt x="253" y="1101"/>
                    <a:pt x="270" y="1093"/>
                    <a:pt x="278" y="1077"/>
                  </a:cubicBezTo>
                  <a:cubicBezTo>
                    <a:pt x="311" y="1002"/>
                    <a:pt x="261" y="927"/>
                    <a:pt x="245" y="853"/>
                  </a:cubicBezTo>
                  <a:cubicBezTo>
                    <a:pt x="220" y="770"/>
                    <a:pt x="203" y="679"/>
                    <a:pt x="187" y="588"/>
                  </a:cubicBezTo>
                  <a:cubicBezTo>
                    <a:pt x="170" y="505"/>
                    <a:pt x="154" y="414"/>
                    <a:pt x="145" y="323"/>
                  </a:cubicBezTo>
                  <a:cubicBezTo>
                    <a:pt x="129" y="231"/>
                    <a:pt x="96" y="140"/>
                    <a:pt x="87" y="41"/>
                  </a:cubicBezTo>
                  <a:cubicBezTo>
                    <a:pt x="83" y="15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36"/>
            <p:cNvSpPr/>
            <p:nvPr/>
          </p:nvSpPr>
          <p:spPr>
            <a:xfrm>
              <a:off x="4396175" y="1252800"/>
              <a:ext cx="4175" cy="11275"/>
            </a:xfrm>
            <a:custGeom>
              <a:rect b="b" l="l" r="r" t="t"/>
              <a:pathLst>
                <a:path extrusionOk="0" h="451" w="167">
                  <a:moveTo>
                    <a:pt x="34" y="0"/>
                  </a:moveTo>
                  <a:cubicBezTo>
                    <a:pt x="9" y="9"/>
                    <a:pt x="1" y="34"/>
                    <a:pt x="1" y="58"/>
                  </a:cubicBezTo>
                  <a:cubicBezTo>
                    <a:pt x="18" y="125"/>
                    <a:pt x="26" y="191"/>
                    <a:pt x="42" y="249"/>
                  </a:cubicBezTo>
                  <a:cubicBezTo>
                    <a:pt x="59" y="315"/>
                    <a:pt x="76" y="382"/>
                    <a:pt x="109" y="440"/>
                  </a:cubicBezTo>
                  <a:cubicBezTo>
                    <a:pt x="116" y="446"/>
                    <a:pt x="127" y="450"/>
                    <a:pt x="137" y="450"/>
                  </a:cubicBezTo>
                  <a:cubicBezTo>
                    <a:pt x="152" y="450"/>
                    <a:pt x="167" y="442"/>
                    <a:pt x="167" y="423"/>
                  </a:cubicBezTo>
                  <a:cubicBezTo>
                    <a:pt x="167" y="357"/>
                    <a:pt x="150" y="290"/>
                    <a:pt x="134" y="224"/>
                  </a:cubicBezTo>
                  <a:lnTo>
                    <a:pt x="134" y="232"/>
                  </a:lnTo>
                  <a:cubicBezTo>
                    <a:pt x="117" y="166"/>
                    <a:pt x="100" y="100"/>
                    <a:pt x="84" y="34"/>
                  </a:cubicBezTo>
                  <a:cubicBezTo>
                    <a:pt x="84" y="9"/>
                    <a:pt x="59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85;p36"/>
            <p:cNvSpPr/>
            <p:nvPr/>
          </p:nvSpPr>
          <p:spPr>
            <a:xfrm>
              <a:off x="4473650" y="1257775"/>
              <a:ext cx="67775" cy="63200"/>
            </a:xfrm>
            <a:custGeom>
              <a:rect b="b" l="l" r="r" t="t"/>
              <a:pathLst>
                <a:path extrusionOk="0" h="2528" w="2711">
                  <a:moveTo>
                    <a:pt x="2702" y="0"/>
                  </a:moveTo>
                  <a:cubicBezTo>
                    <a:pt x="2685" y="9"/>
                    <a:pt x="2677" y="9"/>
                    <a:pt x="2669" y="17"/>
                  </a:cubicBezTo>
                  <a:cubicBezTo>
                    <a:pt x="2478" y="191"/>
                    <a:pt x="2296" y="373"/>
                    <a:pt x="2105" y="539"/>
                  </a:cubicBezTo>
                  <a:cubicBezTo>
                    <a:pt x="2014" y="613"/>
                    <a:pt x="1915" y="688"/>
                    <a:pt x="1807" y="738"/>
                  </a:cubicBezTo>
                  <a:cubicBezTo>
                    <a:pt x="1708" y="787"/>
                    <a:pt x="1592" y="821"/>
                    <a:pt x="1484" y="870"/>
                  </a:cubicBezTo>
                  <a:cubicBezTo>
                    <a:pt x="1293" y="953"/>
                    <a:pt x="1144" y="1111"/>
                    <a:pt x="954" y="1185"/>
                  </a:cubicBezTo>
                  <a:cubicBezTo>
                    <a:pt x="910" y="1203"/>
                    <a:pt x="868" y="1212"/>
                    <a:pt x="828" y="1212"/>
                  </a:cubicBezTo>
                  <a:cubicBezTo>
                    <a:pt x="687" y="1212"/>
                    <a:pt x="572" y="1109"/>
                    <a:pt x="481" y="986"/>
                  </a:cubicBezTo>
                  <a:cubicBezTo>
                    <a:pt x="390" y="854"/>
                    <a:pt x="307" y="721"/>
                    <a:pt x="233" y="580"/>
                  </a:cubicBezTo>
                  <a:lnTo>
                    <a:pt x="233" y="572"/>
                  </a:lnTo>
                  <a:cubicBezTo>
                    <a:pt x="208" y="456"/>
                    <a:pt x="200" y="340"/>
                    <a:pt x="166" y="216"/>
                  </a:cubicBezTo>
                  <a:cubicBezTo>
                    <a:pt x="155" y="175"/>
                    <a:pt x="122" y="158"/>
                    <a:pt x="89" y="158"/>
                  </a:cubicBezTo>
                  <a:cubicBezTo>
                    <a:pt x="76" y="158"/>
                    <a:pt x="62" y="161"/>
                    <a:pt x="50" y="166"/>
                  </a:cubicBezTo>
                  <a:cubicBezTo>
                    <a:pt x="26" y="183"/>
                    <a:pt x="1" y="207"/>
                    <a:pt x="1" y="241"/>
                  </a:cubicBezTo>
                  <a:cubicBezTo>
                    <a:pt x="1" y="464"/>
                    <a:pt x="50" y="696"/>
                    <a:pt x="108" y="912"/>
                  </a:cubicBezTo>
                  <a:cubicBezTo>
                    <a:pt x="117" y="978"/>
                    <a:pt x="133" y="1036"/>
                    <a:pt x="150" y="1094"/>
                  </a:cubicBezTo>
                  <a:cubicBezTo>
                    <a:pt x="191" y="1251"/>
                    <a:pt x="241" y="1409"/>
                    <a:pt x="299" y="1566"/>
                  </a:cubicBezTo>
                  <a:cubicBezTo>
                    <a:pt x="349" y="1707"/>
                    <a:pt x="407" y="1856"/>
                    <a:pt x="473" y="1997"/>
                  </a:cubicBezTo>
                  <a:cubicBezTo>
                    <a:pt x="556" y="2146"/>
                    <a:pt x="647" y="2279"/>
                    <a:pt x="771" y="2403"/>
                  </a:cubicBezTo>
                  <a:cubicBezTo>
                    <a:pt x="786" y="2390"/>
                    <a:pt x="803" y="2385"/>
                    <a:pt x="819" y="2385"/>
                  </a:cubicBezTo>
                  <a:cubicBezTo>
                    <a:pt x="864" y="2385"/>
                    <a:pt x="904" y="2431"/>
                    <a:pt x="879" y="2486"/>
                  </a:cubicBezTo>
                  <a:cubicBezTo>
                    <a:pt x="881" y="2484"/>
                    <a:pt x="881" y="2484"/>
                    <a:pt x="882" y="2484"/>
                  </a:cubicBezTo>
                  <a:lnTo>
                    <a:pt x="882" y="2484"/>
                  </a:lnTo>
                  <a:cubicBezTo>
                    <a:pt x="885" y="2484"/>
                    <a:pt x="881" y="2497"/>
                    <a:pt x="887" y="2511"/>
                  </a:cubicBezTo>
                  <a:cubicBezTo>
                    <a:pt x="896" y="2511"/>
                    <a:pt x="904" y="2519"/>
                    <a:pt x="912" y="2527"/>
                  </a:cubicBezTo>
                  <a:cubicBezTo>
                    <a:pt x="929" y="2527"/>
                    <a:pt x="962" y="2502"/>
                    <a:pt x="978" y="2486"/>
                  </a:cubicBezTo>
                  <a:cubicBezTo>
                    <a:pt x="1045" y="2420"/>
                    <a:pt x="1078" y="2320"/>
                    <a:pt x="1128" y="2237"/>
                  </a:cubicBezTo>
                  <a:cubicBezTo>
                    <a:pt x="1235" y="2047"/>
                    <a:pt x="1335" y="1864"/>
                    <a:pt x="1442" y="1674"/>
                  </a:cubicBezTo>
                  <a:cubicBezTo>
                    <a:pt x="1625" y="1351"/>
                    <a:pt x="1790" y="1003"/>
                    <a:pt x="2039" y="721"/>
                  </a:cubicBezTo>
                  <a:cubicBezTo>
                    <a:pt x="2155" y="589"/>
                    <a:pt x="2288" y="473"/>
                    <a:pt x="2412" y="340"/>
                  </a:cubicBezTo>
                  <a:cubicBezTo>
                    <a:pt x="2520" y="232"/>
                    <a:pt x="2619" y="125"/>
                    <a:pt x="2710" y="9"/>
                  </a:cubicBezTo>
                  <a:lnTo>
                    <a:pt x="2702" y="0"/>
                  </a:ln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36"/>
            <p:cNvSpPr/>
            <p:nvPr/>
          </p:nvSpPr>
          <p:spPr>
            <a:xfrm>
              <a:off x="4298000" y="1300950"/>
              <a:ext cx="150625" cy="155900"/>
            </a:xfrm>
            <a:custGeom>
              <a:rect b="b" l="l" r="r" t="t"/>
              <a:pathLst>
                <a:path extrusionOk="0" h="6236" w="6025">
                  <a:moveTo>
                    <a:pt x="2089" y="403"/>
                  </a:moveTo>
                  <a:cubicBezTo>
                    <a:pt x="2188" y="436"/>
                    <a:pt x="2287" y="444"/>
                    <a:pt x="2387" y="452"/>
                  </a:cubicBezTo>
                  <a:cubicBezTo>
                    <a:pt x="2503" y="469"/>
                    <a:pt x="2627" y="485"/>
                    <a:pt x="2743" y="502"/>
                  </a:cubicBezTo>
                  <a:cubicBezTo>
                    <a:pt x="3015" y="527"/>
                    <a:pt x="3290" y="543"/>
                    <a:pt x="3564" y="543"/>
                  </a:cubicBezTo>
                  <a:cubicBezTo>
                    <a:pt x="3749" y="543"/>
                    <a:pt x="3935" y="535"/>
                    <a:pt x="4119" y="519"/>
                  </a:cubicBezTo>
                  <a:lnTo>
                    <a:pt x="4119" y="519"/>
                  </a:lnTo>
                  <a:cubicBezTo>
                    <a:pt x="3978" y="552"/>
                    <a:pt x="3837" y="577"/>
                    <a:pt x="3696" y="610"/>
                  </a:cubicBezTo>
                  <a:cubicBezTo>
                    <a:pt x="3613" y="626"/>
                    <a:pt x="3530" y="643"/>
                    <a:pt x="3447" y="651"/>
                  </a:cubicBezTo>
                  <a:cubicBezTo>
                    <a:pt x="3323" y="643"/>
                    <a:pt x="3191" y="626"/>
                    <a:pt x="3066" y="610"/>
                  </a:cubicBezTo>
                  <a:cubicBezTo>
                    <a:pt x="2793" y="568"/>
                    <a:pt x="2519" y="519"/>
                    <a:pt x="2246" y="494"/>
                  </a:cubicBezTo>
                  <a:cubicBezTo>
                    <a:pt x="2188" y="469"/>
                    <a:pt x="2138" y="436"/>
                    <a:pt x="2089" y="411"/>
                  </a:cubicBezTo>
                  <a:cubicBezTo>
                    <a:pt x="2089" y="403"/>
                    <a:pt x="2089" y="403"/>
                    <a:pt x="2089" y="403"/>
                  </a:cubicBezTo>
                  <a:close/>
                  <a:moveTo>
                    <a:pt x="5428" y="2565"/>
                  </a:moveTo>
                  <a:lnTo>
                    <a:pt x="5328" y="2880"/>
                  </a:lnTo>
                  <a:cubicBezTo>
                    <a:pt x="5220" y="3220"/>
                    <a:pt x="5138" y="3576"/>
                    <a:pt x="4955" y="3883"/>
                  </a:cubicBezTo>
                  <a:cubicBezTo>
                    <a:pt x="4872" y="4015"/>
                    <a:pt x="4765" y="4181"/>
                    <a:pt x="4616" y="4247"/>
                  </a:cubicBezTo>
                  <a:cubicBezTo>
                    <a:pt x="4607" y="4173"/>
                    <a:pt x="4591" y="4098"/>
                    <a:pt x="4574" y="4032"/>
                  </a:cubicBezTo>
                  <a:cubicBezTo>
                    <a:pt x="4566" y="3965"/>
                    <a:pt x="4558" y="3899"/>
                    <a:pt x="4549" y="3841"/>
                  </a:cubicBezTo>
                  <a:lnTo>
                    <a:pt x="4549" y="3841"/>
                  </a:lnTo>
                  <a:cubicBezTo>
                    <a:pt x="4560" y="3843"/>
                    <a:pt x="4570" y="3844"/>
                    <a:pt x="4581" y="3844"/>
                  </a:cubicBezTo>
                  <a:cubicBezTo>
                    <a:pt x="4612" y="3844"/>
                    <a:pt x="4645" y="3835"/>
                    <a:pt x="4682" y="3816"/>
                  </a:cubicBezTo>
                  <a:cubicBezTo>
                    <a:pt x="4756" y="3758"/>
                    <a:pt x="4814" y="3675"/>
                    <a:pt x="4839" y="3584"/>
                  </a:cubicBezTo>
                  <a:cubicBezTo>
                    <a:pt x="4939" y="3419"/>
                    <a:pt x="5038" y="3245"/>
                    <a:pt x="5138" y="3087"/>
                  </a:cubicBezTo>
                  <a:cubicBezTo>
                    <a:pt x="5245" y="2913"/>
                    <a:pt x="5345" y="2739"/>
                    <a:pt x="5428" y="2565"/>
                  </a:cubicBezTo>
                  <a:close/>
                  <a:moveTo>
                    <a:pt x="639" y="2515"/>
                  </a:moveTo>
                  <a:lnTo>
                    <a:pt x="639" y="2515"/>
                  </a:lnTo>
                  <a:cubicBezTo>
                    <a:pt x="705" y="2648"/>
                    <a:pt x="771" y="2772"/>
                    <a:pt x="846" y="2897"/>
                  </a:cubicBezTo>
                  <a:cubicBezTo>
                    <a:pt x="945" y="3095"/>
                    <a:pt x="1045" y="3294"/>
                    <a:pt x="1152" y="3493"/>
                  </a:cubicBezTo>
                  <a:cubicBezTo>
                    <a:pt x="1194" y="3584"/>
                    <a:pt x="1235" y="3692"/>
                    <a:pt x="1293" y="3783"/>
                  </a:cubicBezTo>
                  <a:cubicBezTo>
                    <a:pt x="1323" y="3823"/>
                    <a:pt x="1370" y="3842"/>
                    <a:pt x="1418" y="3842"/>
                  </a:cubicBezTo>
                  <a:cubicBezTo>
                    <a:pt x="1450" y="3842"/>
                    <a:pt x="1482" y="3833"/>
                    <a:pt x="1509" y="3816"/>
                  </a:cubicBezTo>
                  <a:lnTo>
                    <a:pt x="1517" y="3816"/>
                  </a:lnTo>
                  <a:cubicBezTo>
                    <a:pt x="1509" y="3858"/>
                    <a:pt x="1509" y="3899"/>
                    <a:pt x="1500" y="3949"/>
                  </a:cubicBezTo>
                  <a:cubicBezTo>
                    <a:pt x="1484" y="4065"/>
                    <a:pt x="1467" y="4189"/>
                    <a:pt x="1459" y="4305"/>
                  </a:cubicBezTo>
                  <a:cubicBezTo>
                    <a:pt x="1119" y="4173"/>
                    <a:pt x="1011" y="3767"/>
                    <a:pt x="929" y="3452"/>
                  </a:cubicBezTo>
                  <a:cubicBezTo>
                    <a:pt x="846" y="3137"/>
                    <a:pt x="755" y="2822"/>
                    <a:pt x="639" y="2515"/>
                  </a:cubicBezTo>
                  <a:close/>
                  <a:moveTo>
                    <a:pt x="3066" y="2275"/>
                  </a:moveTo>
                  <a:cubicBezTo>
                    <a:pt x="3099" y="2333"/>
                    <a:pt x="3149" y="2375"/>
                    <a:pt x="3215" y="2408"/>
                  </a:cubicBezTo>
                  <a:cubicBezTo>
                    <a:pt x="3348" y="2466"/>
                    <a:pt x="3497" y="2482"/>
                    <a:pt x="3638" y="2524"/>
                  </a:cubicBezTo>
                  <a:cubicBezTo>
                    <a:pt x="3779" y="2573"/>
                    <a:pt x="3911" y="2640"/>
                    <a:pt x="4044" y="2731"/>
                  </a:cubicBezTo>
                  <a:cubicBezTo>
                    <a:pt x="4127" y="2789"/>
                    <a:pt x="4218" y="2872"/>
                    <a:pt x="4301" y="2938"/>
                  </a:cubicBezTo>
                  <a:cubicBezTo>
                    <a:pt x="4301" y="2955"/>
                    <a:pt x="4293" y="2971"/>
                    <a:pt x="4293" y="2988"/>
                  </a:cubicBezTo>
                  <a:cubicBezTo>
                    <a:pt x="4317" y="3269"/>
                    <a:pt x="4351" y="3559"/>
                    <a:pt x="4400" y="3841"/>
                  </a:cubicBezTo>
                  <a:cubicBezTo>
                    <a:pt x="4450" y="4123"/>
                    <a:pt x="4525" y="4396"/>
                    <a:pt x="4558" y="4678"/>
                  </a:cubicBezTo>
                  <a:cubicBezTo>
                    <a:pt x="4591" y="4935"/>
                    <a:pt x="4566" y="5200"/>
                    <a:pt x="4442" y="5424"/>
                  </a:cubicBezTo>
                  <a:cubicBezTo>
                    <a:pt x="4342" y="5622"/>
                    <a:pt x="4177" y="5772"/>
                    <a:pt x="3986" y="5879"/>
                  </a:cubicBezTo>
                  <a:cubicBezTo>
                    <a:pt x="3762" y="6012"/>
                    <a:pt x="3505" y="6070"/>
                    <a:pt x="3249" y="6078"/>
                  </a:cubicBezTo>
                  <a:cubicBezTo>
                    <a:pt x="3195" y="6081"/>
                    <a:pt x="3141" y="6083"/>
                    <a:pt x="3088" y="6083"/>
                  </a:cubicBezTo>
                  <a:cubicBezTo>
                    <a:pt x="2868" y="6083"/>
                    <a:pt x="2651" y="6055"/>
                    <a:pt x="2445" y="5995"/>
                  </a:cubicBezTo>
                  <a:cubicBezTo>
                    <a:pt x="2205" y="5937"/>
                    <a:pt x="1973" y="5830"/>
                    <a:pt x="1799" y="5647"/>
                  </a:cubicBezTo>
                  <a:cubicBezTo>
                    <a:pt x="1616" y="5465"/>
                    <a:pt x="1533" y="5241"/>
                    <a:pt x="1533" y="4993"/>
                  </a:cubicBezTo>
                  <a:cubicBezTo>
                    <a:pt x="1533" y="4835"/>
                    <a:pt x="1550" y="4670"/>
                    <a:pt x="1558" y="4512"/>
                  </a:cubicBezTo>
                  <a:cubicBezTo>
                    <a:pt x="1575" y="4347"/>
                    <a:pt x="1583" y="4181"/>
                    <a:pt x="1600" y="4023"/>
                  </a:cubicBezTo>
                  <a:cubicBezTo>
                    <a:pt x="1633" y="3709"/>
                    <a:pt x="1674" y="3402"/>
                    <a:pt x="1699" y="3095"/>
                  </a:cubicBezTo>
                  <a:cubicBezTo>
                    <a:pt x="1782" y="3079"/>
                    <a:pt x="1857" y="3046"/>
                    <a:pt x="1931" y="3013"/>
                  </a:cubicBezTo>
                  <a:cubicBezTo>
                    <a:pt x="2221" y="2888"/>
                    <a:pt x="2495" y="2739"/>
                    <a:pt x="2743" y="2549"/>
                  </a:cubicBezTo>
                  <a:cubicBezTo>
                    <a:pt x="2859" y="2474"/>
                    <a:pt x="2992" y="2391"/>
                    <a:pt x="3066" y="2275"/>
                  </a:cubicBezTo>
                  <a:close/>
                  <a:moveTo>
                    <a:pt x="4351" y="1"/>
                  </a:moveTo>
                  <a:cubicBezTo>
                    <a:pt x="4330" y="1"/>
                    <a:pt x="4308" y="11"/>
                    <a:pt x="4293" y="30"/>
                  </a:cubicBezTo>
                  <a:cubicBezTo>
                    <a:pt x="4235" y="121"/>
                    <a:pt x="4301" y="204"/>
                    <a:pt x="4276" y="295"/>
                  </a:cubicBezTo>
                  <a:cubicBezTo>
                    <a:pt x="4276" y="328"/>
                    <a:pt x="4251" y="336"/>
                    <a:pt x="4218" y="336"/>
                  </a:cubicBezTo>
                  <a:cubicBezTo>
                    <a:pt x="4160" y="345"/>
                    <a:pt x="4102" y="345"/>
                    <a:pt x="4036" y="353"/>
                  </a:cubicBezTo>
                  <a:cubicBezTo>
                    <a:pt x="3804" y="361"/>
                    <a:pt x="3563" y="369"/>
                    <a:pt x="3323" y="369"/>
                  </a:cubicBezTo>
                  <a:cubicBezTo>
                    <a:pt x="3091" y="369"/>
                    <a:pt x="2851" y="361"/>
                    <a:pt x="2619" y="345"/>
                  </a:cubicBezTo>
                  <a:cubicBezTo>
                    <a:pt x="2495" y="328"/>
                    <a:pt x="2379" y="320"/>
                    <a:pt x="2254" y="295"/>
                  </a:cubicBezTo>
                  <a:cubicBezTo>
                    <a:pt x="2205" y="287"/>
                    <a:pt x="2147" y="287"/>
                    <a:pt x="2097" y="270"/>
                  </a:cubicBezTo>
                  <a:cubicBezTo>
                    <a:pt x="2080" y="270"/>
                    <a:pt x="2072" y="270"/>
                    <a:pt x="2055" y="262"/>
                  </a:cubicBezTo>
                  <a:cubicBezTo>
                    <a:pt x="2064" y="237"/>
                    <a:pt x="2047" y="212"/>
                    <a:pt x="2031" y="204"/>
                  </a:cubicBezTo>
                  <a:cubicBezTo>
                    <a:pt x="2031" y="195"/>
                    <a:pt x="2039" y="187"/>
                    <a:pt x="2047" y="187"/>
                  </a:cubicBezTo>
                  <a:cubicBezTo>
                    <a:pt x="2089" y="179"/>
                    <a:pt x="2097" y="129"/>
                    <a:pt x="2055" y="121"/>
                  </a:cubicBezTo>
                  <a:cubicBezTo>
                    <a:pt x="2048" y="119"/>
                    <a:pt x="2040" y="118"/>
                    <a:pt x="2033" y="118"/>
                  </a:cubicBezTo>
                  <a:cubicBezTo>
                    <a:pt x="1985" y="118"/>
                    <a:pt x="1946" y="163"/>
                    <a:pt x="1931" y="220"/>
                  </a:cubicBezTo>
                  <a:cubicBezTo>
                    <a:pt x="1931" y="245"/>
                    <a:pt x="1931" y="270"/>
                    <a:pt x="1939" y="287"/>
                  </a:cubicBezTo>
                  <a:cubicBezTo>
                    <a:pt x="1815" y="568"/>
                    <a:pt x="1948" y="933"/>
                    <a:pt x="2155" y="1140"/>
                  </a:cubicBezTo>
                  <a:cubicBezTo>
                    <a:pt x="2304" y="1281"/>
                    <a:pt x="2486" y="1322"/>
                    <a:pt x="2685" y="1372"/>
                  </a:cubicBezTo>
                  <a:cubicBezTo>
                    <a:pt x="2818" y="1397"/>
                    <a:pt x="3025" y="1463"/>
                    <a:pt x="3058" y="1612"/>
                  </a:cubicBezTo>
                  <a:cubicBezTo>
                    <a:pt x="3058" y="1629"/>
                    <a:pt x="3050" y="1637"/>
                    <a:pt x="3041" y="1654"/>
                  </a:cubicBezTo>
                  <a:cubicBezTo>
                    <a:pt x="3041" y="1662"/>
                    <a:pt x="3033" y="1670"/>
                    <a:pt x="3033" y="1679"/>
                  </a:cubicBezTo>
                  <a:cubicBezTo>
                    <a:pt x="3025" y="1712"/>
                    <a:pt x="3017" y="1737"/>
                    <a:pt x="3017" y="1761"/>
                  </a:cubicBezTo>
                  <a:cubicBezTo>
                    <a:pt x="2992" y="1853"/>
                    <a:pt x="2992" y="1944"/>
                    <a:pt x="3000" y="2043"/>
                  </a:cubicBezTo>
                  <a:cubicBezTo>
                    <a:pt x="3000" y="2060"/>
                    <a:pt x="3000" y="2085"/>
                    <a:pt x="2992" y="2101"/>
                  </a:cubicBezTo>
                  <a:cubicBezTo>
                    <a:pt x="2967" y="2242"/>
                    <a:pt x="2843" y="2325"/>
                    <a:pt x="2735" y="2399"/>
                  </a:cubicBezTo>
                  <a:cubicBezTo>
                    <a:pt x="2495" y="2573"/>
                    <a:pt x="2213" y="2714"/>
                    <a:pt x="1939" y="2830"/>
                  </a:cubicBezTo>
                  <a:cubicBezTo>
                    <a:pt x="1819" y="2883"/>
                    <a:pt x="1670" y="2957"/>
                    <a:pt x="1532" y="2957"/>
                  </a:cubicBezTo>
                  <a:cubicBezTo>
                    <a:pt x="1518" y="2957"/>
                    <a:pt x="1505" y="2956"/>
                    <a:pt x="1492" y="2955"/>
                  </a:cubicBezTo>
                  <a:cubicBezTo>
                    <a:pt x="1359" y="2938"/>
                    <a:pt x="1260" y="2839"/>
                    <a:pt x="1169" y="2739"/>
                  </a:cubicBezTo>
                  <a:cubicBezTo>
                    <a:pt x="970" y="2515"/>
                    <a:pt x="796" y="2259"/>
                    <a:pt x="639" y="1993"/>
                  </a:cubicBezTo>
                  <a:cubicBezTo>
                    <a:pt x="531" y="1811"/>
                    <a:pt x="415" y="1563"/>
                    <a:pt x="199" y="1496"/>
                  </a:cubicBezTo>
                  <a:cubicBezTo>
                    <a:pt x="208" y="1480"/>
                    <a:pt x="216" y="1471"/>
                    <a:pt x="224" y="1463"/>
                  </a:cubicBezTo>
                  <a:cubicBezTo>
                    <a:pt x="224" y="1455"/>
                    <a:pt x="233" y="1447"/>
                    <a:pt x="233" y="1447"/>
                  </a:cubicBezTo>
                  <a:lnTo>
                    <a:pt x="233" y="1438"/>
                  </a:lnTo>
                  <a:cubicBezTo>
                    <a:pt x="241" y="1430"/>
                    <a:pt x="249" y="1422"/>
                    <a:pt x="257" y="1413"/>
                  </a:cubicBezTo>
                  <a:cubicBezTo>
                    <a:pt x="274" y="1405"/>
                    <a:pt x="291" y="1389"/>
                    <a:pt x="307" y="1372"/>
                  </a:cubicBezTo>
                  <a:cubicBezTo>
                    <a:pt x="315" y="1364"/>
                    <a:pt x="332" y="1347"/>
                    <a:pt x="357" y="1339"/>
                  </a:cubicBezTo>
                  <a:cubicBezTo>
                    <a:pt x="390" y="1322"/>
                    <a:pt x="373" y="1256"/>
                    <a:pt x="332" y="1256"/>
                  </a:cubicBezTo>
                  <a:cubicBezTo>
                    <a:pt x="299" y="1264"/>
                    <a:pt x="282" y="1264"/>
                    <a:pt x="249" y="1273"/>
                  </a:cubicBezTo>
                  <a:cubicBezTo>
                    <a:pt x="224" y="1281"/>
                    <a:pt x="199" y="1289"/>
                    <a:pt x="175" y="1306"/>
                  </a:cubicBezTo>
                  <a:cubicBezTo>
                    <a:pt x="125" y="1339"/>
                    <a:pt x="83" y="1389"/>
                    <a:pt x="59" y="1438"/>
                  </a:cubicBezTo>
                  <a:cubicBezTo>
                    <a:pt x="25" y="1488"/>
                    <a:pt x="9" y="1546"/>
                    <a:pt x="1" y="1612"/>
                  </a:cubicBezTo>
                  <a:cubicBezTo>
                    <a:pt x="1" y="1637"/>
                    <a:pt x="1" y="1679"/>
                    <a:pt x="9" y="1703"/>
                  </a:cubicBezTo>
                  <a:cubicBezTo>
                    <a:pt x="25" y="1728"/>
                    <a:pt x="42" y="1761"/>
                    <a:pt x="67" y="1778"/>
                  </a:cubicBezTo>
                  <a:cubicBezTo>
                    <a:pt x="76" y="1781"/>
                    <a:pt x="85" y="1783"/>
                    <a:pt x="93" y="1783"/>
                  </a:cubicBezTo>
                  <a:cubicBezTo>
                    <a:pt x="108" y="1783"/>
                    <a:pt x="120" y="1777"/>
                    <a:pt x="125" y="1761"/>
                  </a:cubicBezTo>
                  <a:cubicBezTo>
                    <a:pt x="141" y="1745"/>
                    <a:pt x="141" y="1720"/>
                    <a:pt x="150" y="1695"/>
                  </a:cubicBezTo>
                  <a:cubicBezTo>
                    <a:pt x="150" y="1670"/>
                    <a:pt x="150" y="1645"/>
                    <a:pt x="158" y="1621"/>
                  </a:cubicBezTo>
                  <a:cubicBezTo>
                    <a:pt x="158" y="1612"/>
                    <a:pt x="158" y="1604"/>
                    <a:pt x="158" y="1604"/>
                  </a:cubicBezTo>
                  <a:cubicBezTo>
                    <a:pt x="158" y="1604"/>
                    <a:pt x="158" y="1596"/>
                    <a:pt x="158" y="1596"/>
                  </a:cubicBezTo>
                  <a:cubicBezTo>
                    <a:pt x="158" y="1596"/>
                    <a:pt x="158" y="1596"/>
                    <a:pt x="158" y="1587"/>
                  </a:cubicBezTo>
                  <a:cubicBezTo>
                    <a:pt x="199" y="1612"/>
                    <a:pt x="233" y="1645"/>
                    <a:pt x="266" y="1679"/>
                  </a:cubicBezTo>
                  <a:cubicBezTo>
                    <a:pt x="257" y="1679"/>
                    <a:pt x="241" y="1679"/>
                    <a:pt x="233" y="1687"/>
                  </a:cubicBezTo>
                  <a:cubicBezTo>
                    <a:pt x="216" y="1687"/>
                    <a:pt x="199" y="1712"/>
                    <a:pt x="199" y="1737"/>
                  </a:cubicBezTo>
                  <a:cubicBezTo>
                    <a:pt x="216" y="1836"/>
                    <a:pt x="274" y="1935"/>
                    <a:pt x="307" y="2035"/>
                  </a:cubicBezTo>
                  <a:cubicBezTo>
                    <a:pt x="349" y="2134"/>
                    <a:pt x="390" y="2225"/>
                    <a:pt x="423" y="2325"/>
                  </a:cubicBezTo>
                  <a:cubicBezTo>
                    <a:pt x="498" y="2524"/>
                    <a:pt x="564" y="2723"/>
                    <a:pt x="630" y="2921"/>
                  </a:cubicBezTo>
                  <a:cubicBezTo>
                    <a:pt x="688" y="3129"/>
                    <a:pt x="746" y="3327"/>
                    <a:pt x="796" y="3535"/>
                  </a:cubicBezTo>
                  <a:cubicBezTo>
                    <a:pt x="846" y="3725"/>
                    <a:pt x="895" y="3916"/>
                    <a:pt x="1003" y="4090"/>
                  </a:cubicBezTo>
                  <a:cubicBezTo>
                    <a:pt x="1103" y="4247"/>
                    <a:pt x="1252" y="4380"/>
                    <a:pt x="1426" y="4446"/>
                  </a:cubicBezTo>
                  <a:lnTo>
                    <a:pt x="1434" y="4446"/>
                  </a:lnTo>
                  <a:cubicBezTo>
                    <a:pt x="1417" y="4595"/>
                    <a:pt x="1409" y="4736"/>
                    <a:pt x="1401" y="4877"/>
                  </a:cubicBezTo>
                  <a:cubicBezTo>
                    <a:pt x="1384" y="5142"/>
                    <a:pt x="1417" y="5407"/>
                    <a:pt x="1575" y="5622"/>
                  </a:cubicBezTo>
                  <a:cubicBezTo>
                    <a:pt x="1732" y="5838"/>
                    <a:pt x="1948" y="5979"/>
                    <a:pt x="2188" y="6078"/>
                  </a:cubicBezTo>
                  <a:cubicBezTo>
                    <a:pt x="2453" y="6178"/>
                    <a:pt x="2743" y="6227"/>
                    <a:pt x="3033" y="6236"/>
                  </a:cubicBezTo>
                  <a:cubicBezTo>
                    <a:pt x="3315" y="6236"/>
                    <a:pt x="3597" y="6202"/>
                    <a:pt x="3862" y="6095"/>
                  </a:cubicBezTo>
                  <a:cubicBezTo>
                    <a:pt x="4317" y="5904"/>
                    <a:pt x="4665" y="5498"/>
                    <a:pt x="4690" y="4993"/>
                  </a:cubicBezTo>
                  <a:cubicBezTo>
                    <a:pt x="4698" y="4777"/>
                    <a:pt x="4674" y="4562"/>
                    <a:pt x="4632" y="4355"/>
                  </a:cubicBezTo>
                  <a:cubicBezTo>
                    <a:pt x="4748" y="4330"/>
                    <a:pt x="4872" y="4173"/>
                    <a:pt x="4930" y="4098"/>
                  </a:cubicBezTo>
                  <a:cubicBezTo>
                    <a:pt x="5038" y="3957"/>
                    <a:pt x="5121" y="3808"/>
                    <a:pt x="5187" y="3642"/>
                  </a:cubicBezTo>
                  <a:cubicBezTo>
                    <a:pt x="5345" y="3261"/>
                    <a:pt x="5469" y="2863"/>
                    <a:pt x="5602" y="2474"/>
                  </a:cubicBezTo>
                  <a:lnTo>
                    <a:pt x="5718" y="2118"/>
                  </a:lnTo>
                  <a:lnTo>
                    <a:pt x="5776" y="1944"/>
                  </a:lnTo>
                  <a:cubicBezTo>
                    <a:pt x="5800" y="1886"/>
                    <a:pt x="5834" y="1811"/>
                    <a:pt x="5825" y="1753"/>
                  </a:cubicBezTo>
                  <a:cubicBezTo>
                    <a:pt x="5820" y="1719"/>
                    <a:pt x="5791" y="1693"/>
                    <a:pt x="5763" y="1693"/>
                  </a:cubicBezTo>
                  <a:cubicBezTo>
                    <a:pt x="5749" y="1693"/>
                    <a:pt x="5736" y="1699"/>
                    <a:pt x="5726" y="1712"/>
                  </a:cubicBezTo>
                  <a:cubicBezTo>
                    <a:pt x="5726" y="1712"/>
                    <a:pt x="5722" y="1712"/>
                    <a:pt x="5719" y="1715"/>
                  </a:cubicBezTo>
                  <a:lnTo>
                    <a:pt x="5719" y="1715"/>
                  </a:lnTo>
                  <a:cubicBezTo>
                    <a:pt x="5743" y="1642"/>
                    <a:pt x="5759" y="1569"/>
                    <a:pt x="5776" y="1496"/>
                  </a:cubicBezTo>
                  <a:lnTo>
                    <a:pt x="5776" y="1488"/>
                  </a:lnTo>
                  <a:cubicBezTo>
                    <a:pt x="5784" y="1488"/>
                    <a:pt x="5784" y="1496"/>
                    <a:pt x="5784" y="1496"/>
                  </a:cubicBezTo>
                  <a:cubicBezTo>
                    <a:pt x="5784" y="1496"/>
                    <a:pt x="5800" y="1496"/>
                    <a:pt x="5800" y="1505"/>
                  </a:cubicBezTo>
                  <a:cubicBezTo>
                    <a:pt x="5809" y="1505"/>
                    <a:pt x="5809" y="1513"/>
                    <a:pt x="5817" y="1521"/>
                  </a:cubicBezTo>
                  <a:cubicBezTo>
                    <a:pt x="5834" y="1538"/>
                    <a:pt x="5842" y="1546"/>
                    <a:pt x="5858" y="1563"/>
                  </a:cubicBezTo>
                  <a:cubicBezTo>
                    <a:pt x="5867" y="1571"/>
                    <a:pt x="5867" y="1571"/>
                    <a:pt x="5858" y="1571"/>
                  </a:cubicBezTo>
                  <a:cubicBezTo>
                    <a:pt x="5867" y="1579"/>
                    <a:pt x="5875" y="1587"/>
                    <a:pt x="5875" y="1587"/>
                  </a:cubicBezTo>
                  <a:cubicBezTo>
                    <a:pt x="5883" y="1596"/>
                    <a:pt x="5892" y="1604"/>
                    <a:pt x="5900" y="1604"/>
                  </a:cubicBezTo>
                  <a:cubicBezTo>
                    <a:pt x="5919" y="1623"/>
                    <a:pt x="5943" y="1643"/>
                    <a:pt x="5969" y="1643"/>
                  </a:cubicBezTo>
                  <a:cubicBezTo>
                    <a:pt x="5976" y="1643"/>
                    <a:pt x="5984" y="1641"/>
                    <a:pt x="5991" y="1637"/>
                  </a:cubicBezTo>
                  <a:cubicBezTo>
                    <a:pt x="6016" y="1621"/>
                    <a:pt x="6016" y="1579"/>
                    <a:pt x="6016" y="1546"/>
                  </a:cubicBezTo>
                  <a:cubicBezTo>
                    <a:pt x="6016" y="1538"/>
                    <a:pt x="6024" y="1529"/>
                    <a:pt x="6016" y="1521"/>
                  </a:cubicBezTo>
                  <a:cubicBezTo>
                    <a:pt x="6016" y="1505"/>
                    <a:pt x="6008" y="1496"/>
                    <a:pt x="6008" y="1488"/>
                  </a:cubicBezTo>
                  <a:lnTo>
                    <a:pt x="6008" y="1488"/>
                  </a:lnTo>
                  <a:cubicBezTo>
                    <a:pt x="6009" y="1489"/>
                    <a:pt x="6009" y="1490"/>
                    <a:pt x="6010" y="1490"/>
                  </a:cubicBezTo>
                  <a:cubicBezTo>
                    <a:pt x="6011" y="1490"/>
                    <a:pt x="5999" y="1471"/>
                    <a:pt x="5999" y="1471"/>
                  </a:cubicBezTo>
                  <a:cubicBezTo>
                    <a:pt x="5991" y="1447"/>
                    <a:pt x="5974" y="1422"/>
                    <a:pt x="5950" y="1397"/>
                  </a:cubicBezTo>
                  <a:cubicBezTo>
                    <a:pt x="5916" y="1355"/>
                    <a:pt x="5858" y="1322"/>
                    <a:pt x="5800" y="1314"/>
                  </a:cubicBezTo>
                  <a:cubicBezTo>
                    <a:pt x="5776" y="1311"/>
                    <a:pt x="5751" y="1309"/>
                    <a:pt x="5725" y="1309"/>
                  </a:cubicBezTo>
                  <a:cubicBezTo>
                    <a:pt x="5689" y="1309"/>
                    <a:pt x="5652" y="1313"/>
                    <a:pt x="5618" y="1322"/>
                  </a:cubicBezTo>
                  <a:cubicBezTo>
                    <a:pt x="5552" y="1339"/>
                    <a:pt x="5494" y="1355"/>
                    <a:pt x="5428" y="1364"/>
                  </a:cubicBezTo>
                  <a:cubicBezTo>
                    <a:pt x="5378" y="1372"/>
                    <a:pt x="5394" y="1447"/>
                    <a:pt x="5436" y="1455"/>
                  </a:cubicBezTo>
                  <a:cubicBezTo>
                    <a:pt x="5494" y="1455"/>
                    <a:pt x="5552" y="1463"/>
                    <a:pt x="5610" y="1471"/>
                  </a:cubicBezTo>
                  <a:cubicBezTo>
                    <a:pt x="5552" y="1728"/>
                    <a:pt x="5461" y="1977"/>
                    <a:pt x="5328" y="2209"/>
                  </a:cubicBezTo>
                  <a:cubicBezTo>
                    <a:pt x="5212" y="2433"/>
                    <a:pt x="5046" y="2673"/>
                    <a:pt x="4848" y="2839"/>
                  </a:cubicBezTo>
                  <a:cubicBezTo>
                    <a:pt x="4785" y="2886"/>
                    <a:pt x="4719" y="2919"/>
                    <a:pt x="4650" y="2919"/>
                  </a:cubicBezTo>
                  <a:cubicBezTo>
                    <a:pt x="4609" y="2919"/>
                    <a:pt x="4567" y="2908"/>
                    <a:pt x="4525" y="2880"/>
                  </a:cubicBezTo>
                  <a:cubicBezTo>
                    <a:pt x="4409" y="2814"/>
                    <a:pt x="4326" y="2706"/>
                    <a:pt x="4218" y="2631"/>
                  </a:cubicBezTo>
                  <a:cubicBezTo>
                    <a:pt x="4003" y="2474"/>
                    <a:pt x="3746" y="2358"/>
                    <a:pt x="3489" y="2300"/>
                  </a:cubicBezTo>
                  <a:cubicBezTo>
                    <a:pt x="3356" y="2267"/>
                    <a:pt x="3215" y="2259"/>
                    <a:pt x="3166" y="2109"/>
                  </a:cubicBezTo>
                  <a:cubicBezTo>
                    <a:pt x="3157" y="2085"/>
                    <a:pt x="3149" y="2051"/>
                    <a:pt x="3149" y="2027"/>
                  </a:cubicBezTo>
                  <a:cubicBezTo>
                    <a:pt x="3157" y="1944"/>
                    <a:pt x="3166" y="1861"/>
                    <a:pt x="3191" y="1778"/>
                  </a:cubicBezTo>
                  <a:cubicBezTo>
                    <a:pt x="3215" y="1778"/>
                    <a:pt x="3232" y="1761"/>
                    <a:pt x="3249" y="1737"/>
                  </a:cubicBezTo>
                  <a:cubicBezTo>
                    <a:pt x="3406" y="1422"/>
                    <a:pt x="3820" y="1397"/>
                    <a:pt x="4094" y="1223"/>
                  </a:cubicBezTo>
                  <a:cubicBezTo>
                    <a:pt x="4251" y="1123"/>
                    <a:pt x="4359" y="983"/>
                    <a:pt x="4417" y="809"/>
                  </a:cubicBezTo>
                  <a:cubicBezTo>
                    <a:pt x="4475" y="635"/>
                    <a:pt x="4475" y="444"/>
                    <a:pt x="4475" y="262"/>
                  </a:cubicBezTo>
                  <a:cubicBezTo>
                    <a:pt x="4475" y="229"/>
                    <a:pt x="4458" y="204"/>
                    <a:pt x="4433" y="187"/>
                  </a:cubicBezTo>
                  <a:cubicBezTo>
                    <a:pt x="4425" y="137"/>
                    <a:pt x="4417" y="88"/>
                    <a:pt x="4409" y="46"/>
                  </a:cubicBezTo>
                  <a:cubicBezTo>
                    <a:pt x="4400" y="15"/>
                    <a:pt x="4376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36"/>
            <p:cNvSpPr/>
            <p:nvPr/>
          </p:nvSpPr>
          <p:spPr>
            <a:xfrm>
              <a:off x="4356425" y="1348675"/>
              <a:ext cx="4375" cy="5375"/>
            </a:xfrm>
            <a:custGeom>
              <a:rect b="b" l="l" r="r" t="t"/>
              <a:pathLst>
                <a:path extrusionOk="0" h="215" w="175">
                  <a:moveTo>
                    <a:pt x="130" y="1"/>
                  </a:moveTo>
                  <a:cubicBezTo>
                    <a:pt x="122" y="1"/>
                    <a:pt x="114" y="4"/>
                    <a:pt x="108" y="10"/>
                  </a:cubicBezTo>
                  <a:cubicBezTo>
                    <a:pt x="83" y="26"/>
                    <a:pt x="66" y="43"/>
                    <a:pt x="42" y="60"/>
                  </a:cubicBezTo>
                  <a:cubicBezTo>
                    <a:pt x="33" y="76"/>
                    <a:pt x="25" y="84"/>
                    <a:pt x="17" y="101"/>
                  </a:cubicBezTo>
                  <a:cubicBezTo>
                    <a:pt x="8" y="101"/>
                    <a:pt x="8" y="109"/>
                    <a:pt x="8" y="118"/>
                  </a:cubicBezTo>
                  <a:cubicBezTo>
                    <a:pt x="0" y="126"/>
                    <a:pt x="0" y="134"/>
                    <a:pt x="0" y="151"/>
                  </a:cubicBezTo>
                  <a:cubicBezTo>
                    <a:pt x="0" y="151"/>
                    <a:pt x="0" y="151"/>
                    <a:pt x="0" y="159"/>
                  </a:cubicBezTo>
                  <a:lnTo>
                    <a:pt x="0" y="167"/>
                  </a:lnTo>
                  <a:cubicBezTo>
                    <a:pt x="0" y="184"/>
                    <a:pt x="8" y="200"/>
                    <a:pt x="25" y="209"/>
                  </a:cubicBezTo>
                  <a:cubicBezTo>
                    <a:pt x="32" y="212"/>
                    <a:pt x="40" y="214"/>
                    <a:pt x="48" y="214"/>
                  </a:cubicBezTo>
                  <a:cubicBezTo>
                    <a:pt x="59" y="214"/>
                    <a:pt x="70" y="210"/>
                    <a:pt x="75" y="200"/>
                  </a:cubicBezTo>
                  <a:cubicBezTo>
                    <a:pt x="83" y="192"/>
                    <a:pt x="91" y="184"/>
                    <a:pt x="100" y="176"/>
                  </a:cubicBezTo>
                  <a:cubicBezTo>
                    <a:pt x="108" y="159"/>
                    <a:pt x="108" y="142"/>
                    <a:pt x="116" y="134"/>
                  </a:cubicBezTo>
                  <a:cubicBezTo>
                    <a:pt x="124" y="118"/>
                    <a:pt x="133" y="109"/>
                    <a:pt x="141" y="101"/>
                  </a:cubicBezTo>
                  <a:cubicBezTo>
                    <a:pt x="149" y="93"/>
                    <a:pt x="149" y="84"/>
                    <a:pt x="158" y="76"/>
                  </a:cubicBezTo>
                  <a:cubicBezTo>
                    <a:pt x="174" y="60"/>
                    <a:pt x="174" y="35"/>
                    <a:pt x="166" y="18"/>
                  </a:cubicBezTo>
                  <a:cubicBezTo>
                    <a:pt x="156" y="8"/>
                    <a:pt x="142" y="1"/>
                    <a:pt x="1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36"/>
            <p:cNvSpPr/>
            <p:nvPr/>
          </p:nvSpPr>
          <p:spPr>
            <a:xfrm>
              <a:off x="4350825" y="1347050"/>
              <a:ext cx="4375" cy="2650"/>
            </a:xfrm>
            <a:custGeom>
              <a:rect b="b" l="l" r="r" t="t"/>
              <a:pathLst>
                <a:path extrusionOk="0" h="106" w="175">
                  <a:moveTo>
                    <a:pt x="58" y="0"/>
                  </a:moveTo>
                  <a:cubicBezTo>
                    <a:pt x="42" y="0"/>
                    <a:pt x="34" y="0"/>
                    <a:pt x="25" y="17"/>
                  </a:cubicBezTo>
                  <a:cubicBezTo>
                    <a:pt x="17" y="17"/>
                    <a:pt x="17" y="25"/>
                    <a:pt x="17" y="25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42"/>
                    <a:pt x="0" y="42"/>
                    <a:pt x="9" y="50"/>
                  </a:cubicBezTo>
                  <a:cubicBezTo>
                    <a:pt x="9" y="58"/>
                    <a:pt x="9" y="67"/>
                    <a:pt x="17" y="67"/>
                  </a:cubicBezTo>
                  <a:cubicBezTo>
                    <a:pt x="17" y="67"/>
                    <a:pt x="17" y="67"/>
                    <a:pt x="17" y="75"/>
                  </a:cubicBezTo>
                  <a:cubicBezTo>
                    <a:pt x="17" y="75"/>
                    <a:pt x="17" y="75"/>
                    <a:pt x="25" y="83"/>
                  </a:cubicBezTo>
                  <a:cubicBezTo>
                    <a:pt x="25" y="91"/>
                    <a:pt x="42" y="91"/>
                    <a:pt x="50" y="100"/>
                  </a:cubicBezTo>
                  <a:lnTo>
                    <a:pt x="116" y="100"/>
                  </a:lnTo>
                  <a:cubicBezTo>
                    <a:pt x="121" y="104"/>
                    <a:pt x="127" y="106"/>
                    <a:pt x="133" y="106"/>
                  </a:cubicBezTo>
                  <a:cubicBezTo>
                    <a:pt x="139" y="106"/>
                    <a:pt x="145" y="104"/>
                    <a:pt x="150" y="100"/>
                  </a:cubicBezTo>
                  <a:cubicBezTo>
                    <a:pt x="158" y="91"/>
                    <a:pt x="166" y="83"/>
                    <a:pt x="166" y="75"/>
                  </a:cubicBezTo>
                  <a:cubicBezTo>
                    <a:pt x="166" y="67"/>
                    <a:pt x="174" y="58"/>
                    <a:pt x="166" y="50"/>
                  </a:cubicBezTo>
                  <a:cubicBezTo>
                    <a:pt x="166" y="42"/>
                    <a:pt x="158" y="33"/>
                    <a:pt x="150" y="25"/>
                  </a:cubicBezTo>
                  <a:cubicBezTo>
                    <a:pt x="141" y="25"/>
                    <a:pt x="141" y="17"/>
                    <a:pt x="133" y="17"/>
                  </a:cubicBezTo>
                  <a:cubicBezTo>
                    <a:pt x="125" y="9"/>
                    <a:pt x="108" y="9"/>
                    <a:pt x="1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" name="Google Shape;989;p36"/>
            <p:cNvSpPr/>
            <p:nvPr/>
          </p:nvSpPr>
          <p:spPr>
            <a:xfrm>
              <a:off x="4348550" y="1356375"/>
              <a:ext cx="2700" cy="2075"/>
            </a:xfrm>
            <a:custGeom>
              <a:rect b="b" l="l" r="r" t="t"/>
              <a:pathLst>
                <a:path extrusionOk="0" h="83" w="108">
                  <a:moveTo>
                    <a:pt x="58" y="0"/>
                  </a:moveTo>
                  <a:cubicBezTo>
                    <a:pt x="0" y="0"/>
                    <a:pt x="0" y="83"/>
                    <a:pt x="58" y="83"/>
                  </a:cubicBezTo>
                  <a:cubicBezTo>
                    <a:pt x="108" y="83"/>
                    <a:pt x="108" y="0"/>
                    <a:pt x="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36"/>
            <p:cNvSpPr/>
            <p:nvPr/>
          </p:nvSpPr>
          <p:spPr>
            <a:xfrm>
              <a:off x="4393900" y="1349575"/>
              <a:ext cx="2525" cy="3650"/>
            </a:xfrm>
            <a:custGeom>
              <a:rect b="b" l="l" r="r" t="t"/>
              <a:pathLst>
                <a:path extrusionOk="0" h="146" w="101">
                  <a:moveTo>
                    <a:pt x="42" y="1"/>
                  </a:moveTo>
                  <a:cubicBezTo>
                    <a:pt x="36" y="1"/>
                    <a:pt x="30" y="3"/>
                    <a:pt x="26" y="7"/>
                  </a:cubicBezTo>
                  <a:cubicBezTo>
                    <a:pt x="9" y="15"/>
                    <a:pt x="1" y="24"/>
                    <a:pt x="1" y="40"/>
                  </a:cubicBezTo>
                  <a:cubicBezTo>
                    <a:pt x="1" y="48"/>
                    <a:pt x="1" y="57"/>
                    <a:pt x="1" y="65"/>
                  </a:cubicBezTo>
                  <a:cubicBezTo>
                    <a:pt x="1" y="73"/>
                    <a:pt x="1" y="82"/>
                    <a:pt x="1" y="98"/>
                  </a:cubicBezTo>
                  <a:cubicBezTo>
                    <a:pt x="1" y="98"/>
                    <a:pt x="1" y="98"/>
                    <a:pt x="1" y="106"/>
                  </a:cubicBezTo>
                  <a:cubicBezTo>
                    <a:pt x="1" y="106"/>
                    <a:pt x="9" y="106"/>
                    <a:pt x="9" y="115"/>
                  </a:cubicBezTo>
                  <a:cubicBezTo>
                    <a:pt x="9" y="115"/>
                    <a:pt x="9" y="123"/>
                    <a:pt x="9" y="123"/>
                  </a:cubicBezTo>
                  <a:cubicBezTo>
                    <a:pt x="17" y="123"/>
                    <a:pt x="17" y="131"/>
                    <a:pt x="17" y="131"/>
                  </a:cubicBezTo>
                  <a:lnTo>
                    <a:pt x="26" y="131"/>
                  </a:lnTo>
                  <a:cubicBezTo>
                    <a:pt x="34" y="140"/>
                    <a:pt x="42" y="140"/>
                    <a:pt x="51" y="140"/>
                  </a:cubicBezTo>
                  <a:cubicBezTo>
                    <a:pt x="55" y="144"/>
                    <a:pt x="59" y="146"/>
                    <a:pt x="63" y="146"/>
                  </a:cubicBezTo>
                  <a:cubicBezTo>
                    <a:pt x="67" y="146"/>
                    <a:pt x="71" y="144"/>
                    <a:pt x="75" y="140"/>
                  </a:cubicBezTo>
                  <a:cubicBezTo>
                    <a:pt x="84" y="131"/>
                    <a:pt x="92" y="131"/>
                    <a:pt x="92" y="123"/>
                  </a:cubicBezTo>
                  <a:cubicBezTo>
                    <a:pt x="92" y="115"/>
                    <a:pt x="92" y="115"/>
                    <a:pt x="92" y="115"/>
                  </a:cubicBezTo>
                  <a:cubicBezTo>
                    <a:pt x="92" y="106"/>
                    <a:pt x="92" y="106"/>
                    <a:pt x="92" y="106"/>
                  </a:cubicBezTo>
                  <a:cubicBezTo>
                    <a:pt x="92" y="106"/>
                    <a:pt x="100" y="106"/>
                    <a:pt x="100" y="98"/>
                  </a:cubicBezTo>
                  <a:cubicBezTo>
                    <a:pt x="100" y="90"/>
                    <a:pt x="100" y="90"/>
                    <a:pt x="100" y="82"/>
                  </a:cubicBezTo>
                  <a:lnTo>
                    <a:pt x="100" y="73"/>
                  </a:lnTo>
                  <a:lnTo>
                    <a:pt x="100" y="65"/>
                  </a:lnTo>
                  <a:cubicBezTo>
                    <a:pt x="100" y="48"/>
                    <a:pt x="100" y="40"/>
                    <a:pt x="92" y="24"/>
                  </a:cubicBezTo>
                  <a:cubicBezTo>
                    <a:pt x="84" y="15"/>
                    <a:pt x="84" y="15"/>
                    <a:pt x="75" y="15"/>
                  </a:cubicBezTo>
                  <a:cubicBezTo>
                    <a:pt x="75" y="7"/>
                    <a:pt x="67" y="7"/>
                    <a:pt x="59" y="7"/>
                  </a:cubicBezTo>
                  <a:cubicBezTo>
                    <a:pt x="55" y="3"/>
                    <a:pt x="48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36"/>
            <p:cNvSpPr/>
            <p:nvPr/>
          </p:nvSpPr>
          <p:spPr>
            <a:xfrm>
              <a:off x="4401150" y="1347050"/>
              <a:ext cx="4800" cy="2725"/>
            </a:xfrm>
            <a:custGeom>
              <a:rect b="b" l="l" r="r" t="t"/>
              <a:pathLst>
                <a:path extrusionOk="0" h="109" w="192">
                  <a:moveTo>
                    <a:pt x="142" y="0"/>
                  </a:moveTo>
                  <a:cubicBezTo>
                    <a:pt x="133" y="0"/>
                    <a:pt x="133" y="9"/>
                    <a:pt x="125" y="9"/>
                  </a:cubicBezTo>
                  <a:lnTo>
                    <a:pt x="84" y="9"/>
                  </a:lnTo>
                  <a:lnTo>
                    <a:pt x="84" y="17"/>
                  </a:lnTo>
                  <a:lnTo>
                    <a:pt x="42" y="17"/>
                  </a:lnTo>
                  <a:cubicBezTo>
                    <a:pt x="34" y="17"/>
                    <a:pt x="17" y="17"/>
                    <a:pt x="9" y="25"/>
                  </a:cubicBezTo>
                  <a:cubicBezTo>
                    <a:pt x="1" y="33"/>
                    <a:pt x="1" y="50"/>
                    <a:pt x="1" y="58"/>
                  </a:cubicBezTo>
                  <a:cubicBezTo>
                    <a:pt x="1" y="75"/>
                    <a:pt x="1" y="91"/>
                    <a:pt x="9" y="100"/>
                  </a:cubicBezTo>
                  <a:cubicBezTo>
                    <a:pt x="26" y="108"/>
                    <a:pt x="34" y="108"/>
                    <a:pt x="42" y="108"/>
                  </a:cubicBezTo>
                  <a:lnTo>
                    <a:pt x="117" y="108"/>
                  </a:lnTo>
                  <a:cubicBezTo>
                    <a:pt x="133" y="100"/>
                    <a:pt x="150" y="91"/>
                    <a:pt x="158" y="91"/>
                  </a:cubicBezTo>
                  <a:cubicBezTo>
                    <a:pt x="175" y="75"/>
                    <a:pt x="191" y="67"/>
                    <a:pt x="191" y="50"/>
                  </a:cubicBezTo>
                  <a:cubicBezTo>
                    <a:pt x="191" y="42"/>
                    <a:pt x="191" y="25"/>
                    <a:pt x="191" y="17"/>
                  </a:cubicBezTo>
                  <a:cubicBezTo>
                    <a:pt x="183" y="17"/>
                    <a:pt x="175" y="9"/>
                    <a:pt x="175" y="9"/>
                  </a:cubicBezTo>
                  <a:cubicBezTo>
                    <a:pt x="167" y="0"/>
                    <a:pt x="158" y="0"/>
                    <a:pt x="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36"/>
            <p:cNvSpPr/>
            <p:nvPr/>
          </p:nvSpPr>
          <p:spPr>
            <a:xfrm>
              <a:off x="4405300" y="13470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36"/>
            <p:cNvSpPr/>
            <p:nvPr/>
          </p:nvSpPr>
          <p:spPr>
            <a:xfrm>
              <a:off x="4405300" y="1347050"/>
              <a:ext cx="225" cy="25"/>
            </a:xfrm>
            <a:custGeom>
              <a:rect b="b" l="l" r="r" t="t"/>
              <a:pathLst>
                <a:path extrusionOk="0" h="1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9" y="0"/>
                    <a:pt x="9" y="0"/>
                  </a:cubicBezTo>
                  <a:cubicBezTo>
                    <a:pt x="9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36"/>
            <p:cNvSpPr/>
            <p:nvPr/>
          </p:nvSpPr>
          <p:spPr>
            <a:xfrm>
              <a:off x="4407375" y="1357000"/>
              <a:ext cx="225" cy="225"/>
            </a:xfrm>
            <a:custGeom>
              <a:rect b="b" l="l" r="r" t="t"/>
              <a:pathLst>
                <a:path extrusionOk="0" h="9" w="9">
                  <a:moveTo>
                    <a:pt x="0" y="0"/>
                  </a:moveTo>
                  <a:cubicBezTo>
                    <a:pt x="0" y="0"/>
                    <a:pt x="0" y="0"/>
                    <a:pt x="9" y="8"/>
                  </a:cubicBezTo>
                  <a:lnTo>
                    <a:pt x="9" y="8"/>
                  </a:lnTo>
                  <a:cubicBezTo>
                    <a:pt x="9" y="8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36"/>
            <p:cNvSpPr/>
            <p:nvPr/>
          </p:nvSpPr>
          <p:spPr>
            <a:xfrm>
              <a:off x="4403850" y="1354300"/>
              <a:ext cx="3950" cy="4650"/>
            </a:xfrm>
            <a:custGeom>
              <a:rect b="b" l="l" r="r" t="t"/>
              <a:pathLst>
                <a:path extrusionOk="0" h="186" w="158">
                  <a:moveTo>
                    <a:pt x="42" y="0"/>
                  </a:moveTo>
                  <a:cubicBezTo>
                    <a:pt x="17" y="9"/>
                    <a:pt x="1" y="33"/>
                    <a:pt x="9" y="58"/>
                  </a:cubicBezTo>
                  <a:cubicBezTo>
                    <a:pt x="17" y="91"/>
                    <a:pt x="34" y="125"/>
                    <a:pt x="50" y="149"/>
                  </a:cubicBezTo>
                  <a:cubicBezTo>
                    <a:pt x="50" y="149"/>
                    <a:pt x="59" y="158"/>
                    <a:pt x="67" y="166"/>
                  </a:cubicBezTo>
                  <a:cubicBezTo>
                    <a:pt x="67" y="166"/>
                    <a:pt x="75" y="174"/>
                    <a:pt x="83" y="174"/>
                  </a:cubicBezTo>
                  <a:cubicBezTo>
                    <a:pt x="83" y="174"/>
                    <a:pt x="92" y="183"/>
                    <a:pt x="100" y="183"/>
                  </a:cubicBezTo>
                  <a:cubicBezTo>
                    <a:pt x="104" y="185"/>
                    <a:pt x="109" y="186"/>
                    <a:pt x="115" y="186"/>
                  </a:cubicBezTo>
                  <a:cubicBezTo>
                    <a:pt x="129" y="186"/>
                    <a:pt x="144" y="178"/>
                    <a:pt x="150" y="166"/>
                  </a:cubicBezTo>
                  <a:cubicBezTo>
                    <a:pt x="158" y="158"/>
                    <a:pt x="158" y="149"/>
                    <a:pt x="158" y="141"/>
                  </a:cubicBezTo>
                  <a:cubicBezTo>
                    <a:pt x="158" y="133"/>
                    <a:pt x="158" y="125"/>
                    <a:pt x="150" y="116"/>
                  </a:cubicBezTo>
                  <a:cubicBezTo>
                    <a:pt x="150" y="108"/>
                    <a:pt x="141" y="100"/>
                    <a:pt x="141" y="100"/>
                  </a:cubicBezTo>
                  <a:lnTo>
                    <a:pt x="133" y="91"/>
                  </a:lnTo>
                  <a:cubicBezTo>
                    <a:pt x="125" y="91"/>
                    <a:pt x="125" y="83"/>
                    <a:pt x="117" y="83"/>
                  </a:cubicBezTo>
                  <a:cubicBezTo>
                    <a:pt x="117" y="75"/>
                    <a:pt x="108" y="67"/>
                    <a:pt x="108" y="58"/>
                  </a:cubicBezTo>
                  <a:cubicBezTo>
                    <a:pt x="100" y="50"/>
                    <a:pt x="100" y="42"/>
                    <a:pt x="100" y="33"/>
                  </a:cubicBezTo>
                  <a:cubicBezTo>
                    <a:pt x="100" y="25"/>
                    <a:pt x="83" y="9"/>
                    <a:pt x="75" y="9"/>
                  </a:cubicBezTo>
                  <a:cubicBezTo>
                    <a:pt x="67" y="0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36"/>
            <p:cNvSpPr/>
            <p:nvPr/>
          </p:nvSpPr>
          <p:spPr>
            <a:xfrm>
              <a:off x="4410900" y="1353250"/>
              <a:ext cx="5600" cy="2525"/>
            </a:xfrm>
            <a:custGeom>
              <a:rect b="b" l="l" r="r" t="t"/>
              <a:pathLst>
                <a:path extrusionOk="0" h="101" w="224">
                  <a:moveTo>
                    <a:pt x="25" y="1"/>
                  </a:moveTo>
                  <a:cubicBezTo>
                    <a:pt x="17" y="9"/>
                    <a:pt x="17" y="17"/>
                    <a:pt x="9" y="26"/>
                  </a:cubicBezTo>
                  <a:cubicBezTo>
                    <a:pt x="0" y="42"/>
                    <a:pt x="9" y="67"/>
                    <a:pt x="25" y="75"/>
                  </a:cubicBezTo>
                  <a:cubicBezTo>
                    <a:pt x="50" y="84"/>
                    <a:pt x="83" y="100"/>
                    <a:pt x="116" y="100"/>
                  </a:cubicBezTo>
                  <a:lnTo>
                    <a:pt x="158" y="100"/>
                  </a:lnTo>
                  <a:cubicBezTo>
                    <a:pt x="174" y="100"/>
                    <a:pt x="191" y="92"/>
                    <a:pt x="207" y="84"/>
                  </a:cubicBezTo>
                  <a:cubicBezTo>
                    <a:pt x="224" y="75"/>
                    <a:pt x="224" y="51"/>
                    <a:pt x="207" y="42"/>
                  </a:cubicBezTo>
                  <a:cubicBezTo>
                    <a:pt x="191" y="34"/>
                    <a:pt x="182" y="26"/>
                    <a:pt x="166" y="26"/>
                  </a:cubicBezTo>
                  <a:lnTo>
                    <a:pt x="149" y="26"/>
                  </a:lnTo>
                  <a:cubicBezTo>
                    <a:pt x="141" y="26"/>
                    <a:pt x="141" y="26"/>
                    <a:pt x="133" y="17"/>
                  </a:cubicBezTo>
                  <a:cubicBezTo>
                    <a:pt x="108" y="17"/>
                    <a:pt x="83" y="9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36"/>
            <p:cNvSpPr/>
            <p:nvPr/>
          </p:nvSpPr>
          <p:spPr>
            <a:xfrm>
              <a:off x="4413175" y="1344775"/>
              <a:ext cx="1475" cy="1250"/>
            </a:xfrm>
            <a:custGeom>
              <a:rect b="b" l="l" r="r" t="t"/>
              <a:pathLst>
                <a:path extrusionOk="0" h="50" w="59">
                  <a:moveTo>
                    <a:pt x="25" y="0"/>
                  </a:moveTo>
                  <a:cubicBezTo>
                    <a:pt x="0" y="0"/>
                    <a:pt x="0" y="50"/>
                    <a:pt x="25" y="50"/>
                  </a:cubicBezTo>
                  <a:cubicBezTo>
                    <a:pt x="58" y="50"/>
                    <a:pt x="58" y="0"/>
                    <a:pt x="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36"/>
            <p:cNvSpPr/>
            <p:nvPr/>
          </p:nvSpPr>
          <p:spPr>
            <a:xfrm>
              <a:off x="4415250" y="1359875"/>
              <a:ext cx="2300" cy="1900"/>
            </a:xfrm>
            <a:custGeom>
              <a:rect b="b" l="l" r="r" t="t"/>
              <a:pathLst>
                <a:path extrusionOk="0" h="76" w="92">
                  <a:moveTo>
                    <a:pt x="50" y="1"/>
                  </a:moveTo>
                  <a:cubicBezTo>
                    <a:pt x="0" y="1"/>
                    <a:pt x="0" y="76"/>
                    <a:pt x="50" y="76"/>
                  </a:cubicBezTo>
                  <a:cubicBezTo>
                    <a:pt x="91" y="76"/>
                    <a:pt x="91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36"/>
            <p:cNvSpPr/>
            <p:nvPr/>
          </p:nvSpPr>
          <p:spPr>
            <a:xfrm>
              <a:off x="4338800" y="1363125"/>
              <a:ext cx="3975" cy="3625"/>
            </a:xfrm>
            <a:custGeom>
              <a:rect b="b" l="l" r="r" t="t"/>
              <a:pathLst>
                <a:path extrusionOk="0" h="145" w="159">
                  <a:moveTo>
                    <a:pt x="106" y="0"/>
                  </a:moveTo>
                  <a:cubicBezTo>
                    <a:pt x="102" y="0"/>
                    <a:pt x="97" y="1"/>
                    <a:pt x="92" y="4"/>
                  </a:cubicBezTo>
                  <a:cubicBezTo>
                    <a:pt x="75" y="12"/>
                    <a:pt x="67" y="20"/>
                    <a:pt x="59" y="28"/>
                  </a:cubicBezTo>
                  <a:cubicBezTo>
                    <a:pt x="59" y="28"/>
                    <a:pt x="59" y="28"/>
                    <a:pt x="59" y="37"/>
                  </a:cubicBezTo>
                  <a:lnTo>
                    <a:pt x="51" y="37"/>
                  </a:lnTo>
                  <a:cubicBezTo>
                    <a:pt x="51" y="37"/>
                    <a:pt x="51" y="37"/>
                    <a:pt x="51" y="45"/>
                  </a:cubicBezTo>
                  <a:lnTo>
                    <a:pt x="42" y="45"/>
                  </a:lnTo>
                  <a:cubicBezTo>
                    <a:pt x="34" y="45"/>
                    <a:pt x="34" y="53"/>
                    <a:pt x="26" y="53"/>
                  </a:cubicBezTo>
                  <a:lnTo>
                    <a:pt x="17" y="62"/>
                  </a:lnTo>
                  <a:cubicBezTo>
                    <a:pt x="17" y="62"/>
                    <a:pt x="9" y="70"/>
                    <a:pt x="9" y="78"/>
                  </a:cubicBezTo>
                  <a:cubicBezTo>
                    <a:pt x="9" y="78"/>
                    <a:pt x="9" y="86"/>
                    <a:pt x="9" y="86"/>
                  </a:cubicBezTo>
                  <a:cubicBezTo>
                    <a:pt x="1" y="95"/>
                    <a:pt x="1" y="103"/>
                    <a:pt x="9" y="111"/>
                  </a:cubicBezTo>
                  <a:cubicBezTo>
                    <a:pt x="9" y="111"/>
                    <a:pt x="9" y="120"/>
                    <a:pt x="9" y="120"/>
                  </a:cubicBezTo>
                  <a:cubicBezTo>
                    <a:pt x="17" y="120"/>
                    <a:pt x="17" y="128"/>
                    <a:pt x="17" y="128"/>
                  </a:cubicBezTo>
                  <a:cubicBezTo>
                    <a:pt x="26" y="136"/>
                    <a:pt x="26" y="136"/>
                    <a:pt x="34" y="144"/>
                  </a:cubicBezTo>
                  <a:lnTo>
                    <a:pt x="84" y="144"/>
                  </a:lnTo>
                  <a:cubicBezTo>
                    <a:pt x="92" y="136"/>
                    <a:pt x="100" y="136"/>
                    <a:pt x="109" y="128"/>
                  </a:cubicBezTo>
                  <a:cubicBezTo>
                    <a:pt x="117" y="128"/>
                    <a:pt x="125" y="120"/>
                    <a:pt x="133" y="111"/>
                  </a:cubicBezTo>
                  <a:cubicBezTo>
                    <a:pt x="142" y="103"/>
                    <a:pt x="150" y="95"/>
                    <a:pt x="150" y="86"/>
                  </a:cubicBezTo>
                  <a:cubicBezTo>
                    <a:pt x="158" y="78"/>
                    <a:pt x="158" y="70"/>
                    <a:pt x="158" y="62"/>
                  </a:cubicBezTo>
                  <a:cubicBezTo>
                    <a:pt x="158" y="53"/>
                    <a:pt x="158" y="53"/>
                    <a:pt x="158" y="45"/>
                  </a:cubicBezTo>
                  <a:cubicBezTo>
                    <a:pt x="158" y="37"/>
                    <a:pt x="158" y="28"/>
                    <a:pt x="150" y="20"/>
                  </a:cubicBezTo>
                  <a:cubicBezTo>
                    <a:pt x="142" y="20"/>
                    <a:pt x="142" y="12"/>
                    <a:pt x="133" y="12"/>
                  </a:cubicBezTo>
                  <a:cubicBezTo>
                    <a:pt x="128" y="6"/>
                    <a:pt x="118" y="0"/>
                    <a:pt x="1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36"/>
            <p:cNvSpPr/>
            <p:nvPr/>
          </p:nvSpPr>
          <p:spPr>
            <a:xfrm>
              <a:off x="4336325" y="1354100"/>
              <a:ext cx="2725" cy="2300"/>
            </a:xfrm>
            <a:custGeom>
              <a:rect b="b" l="l" r="r" t="t"/>
              <a:pathLst>
                <a:path extrusionOk="0" h="92" w="109">
                  <a:moveTo>
                    <a:pt x="58" y="0"/>
                  </a:moveTo>
                  <a:cubicBezTo>
                    <a:pt x="0" y="0"/>
                    <a:pt x="0" y="91"/>
                    <a:pt x="58" y="91"/>
                  </a:cubicBezTo>
                  <a:cubicBezTo>
                    <a:pt x="108" y="91"/>
                    <a:pt x="108" y="0"/>
                    <a:pt x="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36"/>
            <p:cNvSpPr/>
            <p:nvPr/>
          </p:nvSpPr>
          <p:spPr>
            <a:xfrm>
              <a:off x="4348950" y="1295325"/>
              <a:ext cx="3925" cy="5850"/>
            </a:xfrm>
            <a:custGeom>
              <a:rect b="b" l="l" r="r" t="t"/>
              <a:pathLst>
                <a:path extrusionOk="0" h="234" w="157">
                  <a:moveTo>
                    <a:pt x="126" y="1"/>
                  </a:moveTo>
                  <a:cubicBezTo>
                    <a:pt x="122" y="1"/>
                    <a:pt x="119" y="2"/>
                    <a:pt x="117" y="6"/>
                  </a:cubicBezTo>
                  <a:cubicBezTo>
                    <a:pt x="100" y="23"/>
                    <a:pt x="92" y="39"/>
                    <a:pt x="75" y="56"/>
                  </a:cubicBezTo>
                  <a:cubicBezTo>
                    <a:pt x="67" y="64"/>
                    <a:pt x="59" y="81"/>
                    <a:pt x="59" y="97"/>
                  </a:cubicBezTo>
                  <a:cubicBezTo>
                    <a:pt x="42" y="122"/>
                    <a:pt x="26" y="155"/>
                    <a:pt x="9" y="180"/>
                  </a:cubicBezTo>
                  <a:cubicBezTo>
                    <a:pt x="1" y="197"/>
                    <a:pt x="9" y="222"/>
                    <a:pt x="17" y="230"/>
                  </a:cubicBezTo>
                  <a:cubicBezTo>
                    <a:pt x="22" y="232"/>
                    <a:pt x="27" y="233"/>
                    <a:pt x="32" y="233"/>
                  </a:cubicBezTo>
                  <a:cubicBezTo>
                    <a:pt x="46" y="233"/>
                    <a:pt x="61" y="225"/>
                    <a:pt x="67" y="213"/>
                  </a:cubicBezTo>
                  <a:cubicBezTo>
                    <a:pt x="84" y="188"/>
                    <a:pt x="100" y="155"/>
                    <a:pt x="117" y="130"/>
                  </a:cubicBezTo>
                  <a:cubicBezTo>
                    <a:pt x="117" y="114"/>
                    <a:pt x="125" y="97"/>
                    <a:pt x="133" y="81"/>
                  </a:cubicBezTo>
                  <a:cubicBezTo>
                    <a:pt x="142" y="72"/>
                    <a:pt x="142" y="64"/>
                    <a:pt x="142" y="56"/>
                  </a:cubicBezTo>
                  <a:cubicBezTo>
                    <a:pt x="150" y="48"/>
                    <a:pt x="150" y="39"/>
                    <a:pt x="150" y="31"/>
                  </a:cubicBezTo>
                  <a:cubicBezTo>
                    <a:pt x="156" y="18"/>
                    <a:pt x="138" y="1"/>
                    <a:pt x="1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36"/>
            <p:cNvSpPr/>
            <p:nvPr/>
          </p:nvSpPr>
          <p:spPr>
            <a:xfrm>
              <a:off x="4404275" y="1297950"/>
              <a:ext cx="1250" cy="3750"/>
            </a:xfrm>
            <a:custGeom>
              <a:rect b="b" l="l" r="r" t="t"/>
              <a:pathLst>
                <a:path extrusionOk="0" h="150" w="50">
                  <a:moveTo>
                    <a:pt x="25" y="1"/>
                  </a:moveTo>
                  <a:cubicBezTo>
                    <a:pt x="17" y="1"/>
                    <a:pt x="8" y="9"/>
                    <a:pt x="0" y="17"/>
                  </a:cubicBezTo>
                  <a:cubicBezTo>
                    <a:pt x="0" y="17"/>
                    <a:pt x="0" y="25"/>
                    <a:pt x="0" y="25"/>
                  </a:cubicBezTo>
                  <a:cubicBezTo>
                    <a:pt x="0" y="34"/>
                    <a:pt x="0" y="42"/>
                    <a:pt x="0" y="42"/>
                  </a:cubicBezTo>
                  <a:cubicBezTo>
                    <a:pt x="0" y="50"/>
                    <a:pt x="0" y="59"/>
                    <a:pt x="0" y="67"/>
                  </a:cubicBezTo>
                  <a:lnTo>
                    <a:pt x="0" y="117"/>
                  </a:lnTo>
                  <a:cubicBezTo>
                    <a:pt x="0" y="133"/>
                    <a:pt x="8" y="150"/>
                    <a:pt x="25" y="150"/>
                  </a:cubicBezTo>
                  <a:cubicBezTo>
                    <a:pt x="42" y="150"/>
                    <a:pt x="50" y="133"/>
                    <a:pt x="50" y="117"/>
                  </a:cubicBezTo>
                  <a:cubicBezTo>
                    <a:pt x="50" y="100"/>
                    <a:pt x="50" y="83"/>
                    <a:pt x="50" y="67"/>
                  </a:cubicBezTo>
                  <a:lnTo>
                    <a:pt x="50" y="42"/>
                  </a:lnTo>
                  <a:cubicBezTo>
                    <a:pt x="50" y="42"/>
                    <a:pt x="50" y="34"/>
                    <a:pt x="50" y="25"/>
                  </a:cubicBezTo>
                  <a:cubicBezTo>
                    <a:pt x="50" y="25"/>
                    <a:pt x="50" y="17"/>
                    <a:pt x="42" y="17"/>
                  </a:cubicBezTo>
                  <a:cubicBezTo>
                    <a:pt x="42" y="9"/>
                    <a:pt x="33" y="1"/>
                    <a:pt x="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36"/>
            <p:cNvSpPr/>
            <p:nvPr/>
          </p:nvSpPr>
          <p:spPr>
            <a:xfrm>
              <a:off x="4368075" y="1287725"/>
              <a:ext cx="12800" cy="2200"/>
            </a:xfrm>
            <a:custGeom>
              <a:rect b="b" l="l" r="r" t="t"/>
              <a:pathLst>
                <a:path extrusionOk="0" h="88" w="512">
                  <a:moveTo>
                    <a:pt x="319" y="1"/>
                  </a:moveTo>
                  <a:cubicBezTo>
                    <a:pt x="300" y="1"/>
                    <a:pt x="282" y="2"/>
                    <a:pt x="263" y="4"/>
                  </a:cubicBezTo>
                  <a:cubicBezTo>
                    <a:pt x="180" y="4"/>
                    <a:pt x="98" y="20"/>
                    <a:pt x="23" y="45"/>
                  </a:cubicBezTo>
                  <a:cubicBezTo>
                    <a:pt x="1" y="60"/>
                    <a:pt x="5" y="88"/>
                    <a:pt x="24" y="88"/>
                  </a:cubicBezTo>
                  <a:cubicBezTo>
                    <a:pt x="26" y="88"/>
                    <a:pt x="29" y="87"/>
                    <a:pt x="31" y="87"/>
                  </a:cubicBezTo>
                  <a:cubicBezTo>
                    <a:pt x="106" y="70"/>
                    <a:pt x="189" y="62"/>
                    <a:pt x="263" y="62"/>
                  </a:cubicBezTo>
                  <a:cubicBezTo>
                    <a:pt x="323" y="62"/>
                    <a:pt x="383" y="72"/>
                    <a:pt x="442" y="72"/>
                  </a:cubicBezTo>
                  <a:cubicBezTo>
                    <a:pt x="457" y="72"/>
                    <a:pt x="472" y="72"/>
                    <a:pt x="487" y="70"/>
                  </a:cubicBezTo>
                  <a:cubicBezTo>
                    <a:pt x="504" y="70"/>
                    <a:pt x="512" y="53"/>
                    <a:pt x="495" y="45"/>
                  </a:cubicBezTo>
                  <a:cubicBezTo>
                    <a:pt x="444" y="13"/>
                    <a:pt x="383" y="1"/>
                    <a:pt x="3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36"/>
            <p:cNvSpPr/>
            <p:nvPr/>
          </p:nvSpPr>
          <p:spPr>
            <a:xfrm>
              <a:off x="4372775" y="1283450"/>
              <a:ext cx="6025" cy="1675"/>
            </a:xfrm>
            <a:custGeom>
              <a:rect b="b" l="l" r="r" t="t"/>
              <a:pathLst>
                <a:path extrusionOk="0" h="67" w="241">
                  <a:moveTo>
                    <a:pt x="26" y="1"/>
                  </a:moveTo>
                  <a:cubicBezTo>
                    <a:pt x="1" y="1"/>
                    <a:pt x="1" y="42"/>
                    <a:pt x="26" y="42"/>
                  </a:cubicBezTo>
                  <a:cubicBezTo>
                    <a:pt x="50" y="50"/>
                    <a:pt x="84" y="50"/>
                    <a:pt x="117" y="59"/>
                  </a:cubicBezTo>
                  <a:cubicBezTo>
                    <a:pt x="150" y="59"/>
                    <a:pt x="183" y="67"/>
                    <a:pt x="216" y="67"/>
                  </a:cubicBezTo>
                  <a:cubicBezTo>
                    <a:pt x="233" y="67"/>
                    <a:pt x="241" y="42"/>
                    <a:pt x="216" y="34"/>
                  </a:cubicBezTo>
                  <a:cubicBezTo>
                    <a:pt x="191" y="26"/>
                    <a:pt x="158" y="17"/>
                    <a:pt x="125" y="17"/>
                  </a:cubicBezTo>
                  <a:cubicBezTo>
                    <a:pt x="92" y="9"/>
                    <a:pt x="59" y="9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36"/>
            <p:cNvSpPr/>
            <p:nvPr/>
          </p:nvSpPr>
          <p:spPr>
            <a:xfrm>
              <a:off x="4296275" y="1362700"/>
              <a:ext cx="14425" cy="20300"/>
            </a:xfrm>
            <a:custGeom>
              <a:rect b="b" l="l" r="r" t="t"/>
              <a:pathLst>
                <a:path extrusionOk="0" h="812" w="577">
                  <a:moveTo>
                    <a:pt x="31" y="0"/>
                  </a:moveTo>
                  <a:cubicBezTo>
                    <a:pt x="15" y="0"/>
                    <a:pt x="1" y="15"/>
                    <a:pt x="12" y="37"/>
                  </a:cubicBezTo>
                  <a:cubicBezTo>
                    <a:pt x="86" y="161"/>
                    <a:pt x="144" y="294"/>
                    <a:pt x="219" y="418"/>
                  </a:cubicBezTo>
                  <a:cubicBezTo>
                    <a:pt x="252" y="485"/>
                    <a:pt x="285" y="543"/>
                    <a:pt x="326" y="609"/>
                  </a:cubicBezTo>
                  <a:cubicBezTo>
                    <a:pt x="360" y="667"/>
                    <a:pt x="393" y="741"/>
                    <a:pt x="442" y="791"/>
                  </a:cubicBezTo>
                  <a:cubicBezTo>
                    <a:pt x="457" y="805"/>
                    <a:pt x="474" y="811"/>
                    <a:pt x="491" y="811"/>
                  </a:cubicBezTo>
                  <a:cubicBezTo>
                    <a:pt x="535" y="811"/>
                    <a:pt x="576" y="772"/>
                    <a:pt x="558" y="725"/>
                  </a:cubicBezTo>
                  <a:cubicBezTo>
                    <a:pt x="534" y="659"/>
                    <a:pt x="484" y="601"/>
                    <a:pt x="442" y="543"/>
                  </a:cubicBezTo>
                  <a:cubicBezTo>
                    <a:pt x="401" y="476"/>
                    <a:pt x="360" y="418"/>
                    <a:pt x="318" y="360"/>
                  </a:cubicBezTo>
                  <a:cubicBezTo>
                    <a:pt x="235" y="244"/>
                    <a:pt x="136" y="128"/>
                    <a:pt x="53" y="12"/>
                  </a:cubicBezTo>
                  <a:cubicBezTo>
                    <a:pt x="48" y="4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36"/>
            <p:cNvSpPr/>
            <p:nvPr/>
          </p:nvSpPr>
          <p:spPr>
            <a:xfrm>
              <a:off x="4436300" y="1360875"/>
              <a:ext cx="13150" cy="17975"/>
            </a:xfrm>
            <a:custGeom>
              <a:rect b="b" l="l" r="r" t="t"/>
              <a:pathLst>
                <a:path extrusionOk="0" h="719" w="526">
                  <a:moveTo>
                    <a:pt x="489" y="0"/>
                  </a:moveTo>
                  <a:cubicBezTo>
                    <a:pt x="484" y="0"/>
                    <a:pt x="480" y="1"/>
                    <a:pt x="476" y="2"/>
                  </a:cubicBezTo>
                  <a:cubicBezTo>
                    <a:pt x="451" y="11"/>
                    <a:pt x="418" y="36"/>
                    <a:pt x="401" y="60"/>
                  </a:cubicBezTo>
                  <a:cubicBezTo>
                    <a:pt x="376" y="85"/>
                    <a:pt x="360" y="118"/>
                    <a:pt x="335" y="143"/>
                  </a:cubicBezTo>
                  <a:cubicBezTo>
                    <a:pt x="293" y="201"/>
                    <a:pt x="252" y="259"/>
                    <a:pt x="219" y="317"/>
                  </a:cubicBezTo>
                  <a:cubicBezTo>
                    <a:pt x="177" y="375"/>
                    <a:pt x="144" y="433"/>
                    <a:pt x="103" y="491"/>
                  </a:cubicBezTo>
                  <a:cubicBezTo>
                    <a:pt x="70" y="549"/>
                    <a:pt x="45" y="616"/>
                    <a:pt x="12" y="682"/>
                  </a:cubicBezTo>
                  <a:cubicBezTo>
                    <a:pt x="1" y="704"/>
                    <a:pt x="15" y="719"/>
                    <a:pt x="34" y="719"/>
                  </a:cubicBezTo>
                  <a:cubicBezTo>
                    <a:pt x="43" y="719"/>
                    <a:pt x="53" y="715"/>
                    <a:pt x="61" y="707"/>
                  </a:cubicBezTo>
                  <a:cubicBezTo>
                    <a:pt x="94" y="649"/>
                    <a:pt x="144" y="599"/>
                    <a:pt x="186" y="549"/>
                  </a:cubicBezTo>
                  <a:cubicBezTo>
                    <a:pt x="227" y="491"/>
                    <a:pt x="260" y="433"/>
                    <a:pt x="302" y="375"/>
                  </a:cubicBezTo>
                  <a:cubicBezTo>
                    <a:pt x="343" y="317"/>
                    <a:pt x="384" y="268"/>
                    <a:pt x="426" y="210"/>
                  </a:cubicBezTo>
                  <a:cubicBezTo>
                    <a:pt x="442" y="185"/>
                    <a:pt x="467" y="160"/>
                    <a:pt x="484" y="135"/>
                  </a:cubicBezTo>
                  <a:cubicBezTo>
                    <a:pt x="500" y="110"/>
                    <a:pt x="525" y="69"/>
                    <a:pt x="525" y="36"/>
                  </a:cubicBezTo>
                  <a:cubicBezTo>
                    <a:pt x="525" y="15"/>
                    <a:pt x="508" y="0"/>
                    <a:pt x="4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36"/>
            <p:cNvSpPr/>
            <p:nvPr/>
          </p:nvSpPr>
          <p:spPr>
            <a:xfrm>
              <a:off x="4452400" y="1338650"/>
              <a:ext cx="5550" cy="17625"/>
            </a:xfrm>
            <a:custGeom>
              <a:rect b="b" l="l" r="r" t="t"/>
              <a:pathLst>
                <a:path extrusionOk="0" h="705" w="222">
                  <a:moveTo>
                    <a:pt x="176" y="1"/>
                  </a:moveTo>
                  <a:cubicBezTo>
                    <a:pt x="169" y="1"/>
                    <a:pt x="163" y="5"/>
                    <a:pt x="163" y="13"/>
                  </a:cubicBezTo>
                  <a:cubicBezTo>
                    <a:pt x="138" y="55"/>
                    <a:pt x="138" y="121"/>
                    <a:pt x="130" y="171"/>
                  </a:cubicBezTo>
                  <a:cubicBezTo>
                    <a:pt x="122" y="229"/>
                    <a:pt x="105" y="278"/>
                    <a:pt x="97" y="336"/>
                  </a:cubicBezTo>
                  <a:cubicBezTo>
                    <a:pt x="72" y="452"/>
                    <a:pt x="47" y="560"/>
                    <a:pt x="6" y="668"/>
                  </a:cubicBezTo>
                  <a:cubicBezTo>
                    <a:pt x="0" y="690"/>
                    <a:pt x="17" y="705"/>
                    <a:pt x="33" y="705"/>
                  </a:cubicBezTo>
                  <a:cubicBezTo>
                    <a:pt x="42" y="705"/>
                    <a:pt x="50" y="701"/>
                    <a:pt x="55" y="693"/>
                  </a:cubicBezTo>
                  <a:cubicBezTo>
                    <a:pt x="113" y="585"/>
                    <a:pt x="155" y="469"/>
                    <a:pt x="180" y="353"/>
                  </a:cubicBezTo>
                  <a:cubicBezTo>
                    <a:pt x="196" y="295"/>
                    <a:pt x="196" y="237"/>
                    <a:pt x="204" y="179"/>
                  </a:cubicBezTo>
                  <a:cubicBezTo>
                    <a:pt x="213" y="129"/>
                    <a:pt x="221" y="63"/>
                    <a:pt x="196" y="13"/>
                  </a:cubicBezTo>
                  <a:cubicBezTo>
                    <a:pt x="192" y="5"/>
                    <a:pt x="184" y="1"/>
                    <a:pt x="1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36"/>
            <p:cNvSpPr/>
            <p:nvPr/>
          </p:nvSpPr>
          <p:spPr>
            <a:xfrm>
              <a:off x="4290550" y="1358425"/>
              <a:ext cx="2300" cy="1700"/>
            </a:xfrm>
            <a:custGeom>
              <a:rect b="b" l="l" r="r" t="t"/>
              <a:pathLst>
                <a:path extrusionOk="0" h="68" w="92">
                  <a:moveTo>
                    <a:pt x="42" y="1"/>
                  </a:moveTo>
                  <a:cubicBezTo>
                    <a:pt x="0" y="1"/>
                    <a:pt x="0" y="67"/>
                    <a:pt x="42" y="67"/>
                  </a:cubicBezTo>
                  <a:cubicBezTo>
                    <a:pt x="91" y="67"/>
                    <a:pt x="91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36"/>
            <p:cNvSpPr/>
            <p:nvPr/>
          </p:nvSpPr>
          <p:spPr>
            <a:xfrm>
              <a:off x="4457475" y="1318950"/>
              <a:ext cx="18900" cy="34950"/>
            </a:xfrm>
            <a:custGeom>
              <a:rect b="b" l="l" r="r" t="t"/>
              <a:pathLst>
                <a:path extrusionOk="0" h="1398" w="756">
                  <a:moveTo>
                    <a:pt x="662" y="0"/>
                  </a:moveTo>
                  <a:cubicBezTo>
                    <a:pt x="646" y="0"/>
                    <a:pt x="628" y="9"/>
                    <a:pt x="615" y="22"/>
                  </a:cubicBezTo>
                  <a:cubicBezTo>
                    <a:pt x="557" y="113"/>
                    <a:pt x="565" y="263"/>
                    <a:pt x="540" y="370"/>
                  </a:cubicBezTo>
                  <a:cubicBezTo>
                    <a:pt x="515" y="495"/>
                    <a:pt x="482" y="611"/>
                    <a:pt x="432" y="727"/>
                  </a:cubicBezTo>
                  <a:cubicBezTo>
                    <a:pt x="341" y="959"/>
                    <a:pt x="200" y="1174"/>
                    <a:pt x="26" y="1348"/>
                  </a:cubicBezTo>
                  <a:cubicBezTo>
                    <a:pt x="0" y="1367"/>
                    <a:pt x="20" y="1397"/>
                    <a:pt x="46" y="1397"/>
                  </a:cubicBezTo>
                  <a:cubicBezTo>
                    <a:pt x="53" y="1397"/>
                    <a:pt x="61" y="1395"/>
                    <a:pt x="68" y="1389"/>
                  </a:cubicBezTo>
                  <a:cubicBezTo>
                    <a:pt x="275" y="1224"/>
                    <a:pt x="432" y="1017"/>
                    <a:pt x="557" y="776"/>
                  </a:cubicBezTo>
                  <a:cubicBezTo>
                    <a:pt x="606" y="660"/>
                    <a:pt x="656" y="536"/>
                    <a:pt x="689" y="412"/>
                  </a:cubicBezTo>
                  <a:cubicBezTo>
                    <a:pt x="714" y="296"/>
                    <a:pt x="755" y="130"/>
                    <a:pt x="697" y="22"/>
                  </a:cubicBezTo>
                  <a:cubicBezTo>
                    <a:pt x="690" y="7"/>
                    <a:pt x="677" y="0"/>
                    <a:pt x="6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36"/>
            <p:cNvSpPr/>
            <p:nvPr/>
          </p:nvSpPr>
          <p:spPr>
            <a:xfrm>
              <a:off x="4467025" y="1311525"/>
              <a:ext cx="1675" cy="6350"/>
            </a:xfrm>
            <a:custGeom>
              <a:rect b="b" l="l" r="r" t="t"/>
              <a:pathLst>
                <a:path extrusionOk="0" h="254" w="67">
                  <a:moveTo>
                    <a:pt x="33" y="0"/>
                  </a:moveTo>
                  <a:cubicBezTo>
                    <a:pt x="23" y="0"/>
                    <a:pt x="13" y="4"/>
                    <a:pt x="9" y="13"/>
                  </a:cubicBezTo>
                  <a:cubicBezTo>
                    <a:pt x="9" y="21"/>
                    <a:pt x="1" y="29"/>
                    <a:pt x="1" y="46"/>
                  </a:cubicBezTo>
                  <a:cubicBezTo>
                    <a:pt x="1" y="54"/>
                    <a:pt x="1" y="62"/>
                    <a:pt x="1" y="71"/>
                  </a:cubicBezTo>
                  <a:cubicBezTo>
                    <a:pt x="1" y="87"/>
                    <a:pt x="1" y="104"/>
                    <a:pt x="1" y="120"/>
                  </a:cubicBezTo>
                  <a:lnTo>
                    <a:pt x="1" y="220"/>
                  </a:lnTo>
                  <a:cubicBezTo>
                    <a:pt x="1" y="236"/>
                    <a:pt x="17" y="253"/>
                    <a:pt x="34" y="253"/>
                  </a:cubicBezTo>
                  <a:cubicBezTo>
                    <a:pt x="50" y="253"/>
                    <a:pt x="67" y="236"/>
                    <a:pt x="67" y="220"/>
                  </a:cubicBezTo>
                  <a:lnTo>
                    <a:pt x="67" y="120"/>
                  </a:lnTo>
                  <a:cubicBezTo>
                    <a:pt x="67" y="104"/>
                    <a:pt x="67" y="87"/>
                    <a:pt x="67" y="71"/>
                  </a:cubicBezTo>
                  <a:cubicBezTo>
                    <a:pt x="67" y="62"/>
                    <a:pt x="67" y="54"/>
                    <a:pt x="67" y="46"/>
                  </a:cubicBezTo>
                  <a:cubicBezTo>
                    <a:pt x="59" y="29"/>
                    <a:pt x="59" y="21"/>
                    <a:pt x="50" y="13"/>
                  </a:cubicBezTo>
                  <a:cubicBezTo>
                    <a:pt x="50" y="4"/>
                    <a:pt x="42" y="0"/>
                    <a:pt x="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36"/>
            <p:cNvSpPr/>
            <p:nvPr/>
          </p:nvSpPr>
          <p:spPr>
            <a:xfrm>
              <a:off x="4448425" y="1319875"/>
              <a:ext cx="7225" cy="10375"/>
            </a:xfrm>
            <a:custGeom>
              <a:rect b="b" l="l" r="r" t="t"/>
              <a:pathLst>
                <a:path extrusionOk="0" h="415" w="289">
                  <a:moveTo>
                    <a:pt x="41" y="1"/>
                  </a:moveTo>
                  <a:cubicBezTo>
                    <a:pt x="19" y="1"/>
                    <a:pt x="1" y="29"/>
                    <a:pt x="15" y="43"/>
                  </a:cubicBezTo>
                  <a:cubicBezTo>
                    <a:pt x="57" y="101"/>
                    <a:pt x="98" y="151"/>
                    <a:pt x="131" y="217"/>
                  </a:cubicBezTo>
                  <a:cubicBezTo>
                    <a:pt x="140" y="217"/>
                    <a:pt x="140" y="226"/>
                    <a:pt x="148" y="234"/>
                  </a:cubicBezTo>
                  <a:lnTo>
                    <a:pt x="148" y="250"/>
                  </a:lnTo>
                  <a:cubicBezTo>
                    <a:pt x="156" y="267"/>
                    <a:pt x="165" y="284"/>
                    <a:pt x="165" y="300"/>
                  </a:cubicBezTo>
                  <a:cubicBezTo>
                    <a:pt x="173" y="325"/>
                    <a:pt x="181" y="342"/>
                    <a:pt x="189" y="358"/>
                  </a:cubicBezTo>
                  <a:cubicBezTo>
                    <a:pt x="198" y="383"/>
                    <a:pt x="198" y="400"/>
                    <a:pt x="223" y="408"/>
                  </a:cubicBezTo>
                  <a:cubicBezTo>
                    <a:pt x="227" y="412"/>
                    <a:pt x="233" y="414"/>
                    <a:pt x="240" y="414"/>
                  </a:cubicBezTo>
                  <a:cubicBezTo>
                    <a:pt x="247" y="414"/>
                    <a:pt x="256" y="412"/>
                    <a:pt x="264" y="408"/>
                  </a:cubicBezTo>
                  <a:cubicBezTo>
                    <a:pt x="281" y="391"/>
                    <a:pt x="281" y="358"/>
                    <a:pt x="281" y="342"/>
                  </a:cubicBezTo>
                  <a:cubicBezTo>
                    <a:pt x="289" y="317"/>
                    <a:pt x="281" y="292"/>
                    <a:pt x="272" y="275"/>
                  </a:cubicBezTo>
                  <a:cubicBezTo>
                    <a:pt x="264" y="234"/>
                    <a:pt x="247" y="192"/>
                    <a:pt x="223" y="159"/>
                  </a:cubicBezTo>
                  <a:cubicBezTo>
                    <a:pt x="181" y="93"/>
                    <a:pt x="123" y="27"/>
                    <a:pt x="49" y="2"/>
                  </a:cubicBezTo>
                  <a:cubicBezTo>
                    <a:pt x="46" y="1"/>
                    <a:pt x="43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36"/>
            <p:cNvSpPr/>
            <p:nvPr/>
          </p:nvSpPr>
          <p:spPr>
            <a:xfrm>
              <a:off x="4294700" y="1326800"/>
              <a:ext cx="4775" cy="5850"/>
            </a:xfrm>
            <a:custGeom>
              <a:rect b="b" l="l" r="r" t="t"/>
              <a:pathLst>
                <a:path extrusionOk="0" h="234" w="191">
                  <a:moveTo>
                    <a:pt x="157" y="0"/>
                  </a:moveTo>
                  <a:cubicBezTo>
                    <a:pt x="149" y="0"/>
                    <a:pt x="141" y="2"/>
                    <a:pt x="133" y="7"/>
                  </a:cubicBezTo>
                  <a:cubicBezTo>
                    <a:pt x="108" y="40"/>
                    <a:pt x="83" y="65"/>
                    <a:pt x="58" y="98"/>
                  </a:cubicBezTo>
                  <a:cubicBezTo>
                    <a:pt x="41" y="131"/>
                    <a:pt x="25" y="164"/>
                    <a:pt x="8" y="197"/>
                  </a:cubicBezTo>
                  <a:cubicBezTo>
                    <a:pt x="0" y="214"/>
                    <a:pt x="17" y="230"/>
                    <a:pt x="25" y="230"/>
                  </a:cubicBezTo>
                  <a:cubicBezTo>
                    <a:pt x="30" y="233"/>
                    <a:pt x="35" y="234"/>
                    <a:pt x="39" y="234"/>
                  </a:cubicBezTo>
                  <a:cubicBezTo>
                    <a:pt x="50" y="234"/>
                    <a:pt x="60" y="228"/>
                    <a:pt x="66" y="222"/>
                  </a:cubicBezTo>
                  <a:cubicBezTo>
                    <a:pt x="75" y="189"/>
                    <a:pt x="99" y="156"/>
                    <a:pt x="116" y="131"/>
                  </a:cubicBezTo>
                  <a:lnTo>
                    <a:pt x="124" y="131"/>
                  </a:lnTo>
                  <a:cubicBezTo>
                    <a:pt x="124" y="123"/>
                    <a:pt x="124" y="123"/>
                    <a:pt x="133" y="123"/>
                  </a:cubicBezTo>
                  <a:lnTo>
                    <a:pt x="141" y="106"/>
                  </a:lnTo>
                  <a:cubicBezTo>
                    <a:pt x="141" y="98"/>
                    <a:pt x="141" y="98"/>
                    <a:pt x="149" y="98"/>
                  </a:cubicBezTo>
                  <a:lnTo>
                    <a:pt x="182" y="56"/>
                  </a:lnTo>
                  <a:cubicBezTo>
                    <a:pt x="191" y="48"/>
                    <a:pt x="191" y="23"/>
                    <a:pt x="182" y="7"/>
                  </a:cubicBezTo>
                  <a:cubicBezTo>
                    <a:pt x="174" y="2"/>
                    <a:pt x="166" y="0"/>
                    <a:pt x="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36"/>
            <p:cNvSpPr/>
            <p:nvPr/>
          </p:nvSpPr>
          <p:spPr>
            <a:xfrm>
              <a:off x="4341175" y="1252450"/>
              <a:ext cx="6975" cy="13150"/>
            </a:xfrm>
            <a:custGeom>
              <a:rect b="b" l="l" r="r" t="t"/>
              <a:pathLst>
                <a:path extrusionOk="0" h="526" w="279">
                  <a:moveTo>
                    <a:pt x="253" y="1"/>
                  </a:moveTo>
                  <a:cubicBezTo>
                    <a:pt x="247" y="1"/>
                    <a:pt x="241" y="3"/>
                    <a:pt x="237" y="6"/>
                  </a:cubicBezTo>
                  <a:cubicBezTo>
                    <a:pt x="212" y="39"/>
                    <a:pt x="196" y="81"/>
                    <a:pt x="179" y="122"/>
                  </a:cubicBezTo>
                  <a:cubicBezTo>
                    <a:pt x="163" y="164"/>
                    <a:pt x="146" y="205"/>
                    <a:pt x="130" y="246"/>
                  </a:cubicBezTo>
                  <a:cubicBezTo>
                    <a:pt x="105" y="288"/>
                    <a:pt x="88" y="329"/>
                    <a:pt x="72" y="371"/>
                  </a:cubicBezTo>
                  <a:cubicBezTo>
                    <a:pt x="55" y="412"/>
                    <a:pt x="30" y="454"/>
                    <a:pt x="14" y="495"/>
                  </a:cubicBezTo>
                  <a:cubicBezTo>
                    <a:pt x="1" y="508"/>
                    <a:pt x="17" y="525"/>
                    <a:pt x="33" y="525"/>
                  </a:cubicBezTo>
                  <a:cubicBezTo>
                    <a:pt x="38" y="525"/>
                    <a:pt x="43" y="524"/>
                    <a:pt x="47" y="520"/>
                  </a:cubicBezTo>
                  <a:cubicBezTo>
                    <a:pt x="72" y="478"/>
                    <a:pt x="96" y="445"/>
                    <a:pt x="130" y="404"/>
                  </a:cubicBezTo>
                  <a:cubicBezTo>
                    <a:pt x="154" y="371"/>
                    <a:pt x="179" y="329"/>
                    <a:pt x="204" y="288"/>
                  </a:cubicBezTo>
                  <a:cubicBezTo>
                    <a:pt x="221" y="246"/>
                    <a:pt x="246" y="197"/>
                    <a:pt x="254" y="155"/>
                  </a:cubicBezTo>
                  <a:cubicBezTo>
                    <a:pt x="270" y="114"/>
                    <a:pt x="279" y="64"/>
                    <a:pt x="270" y="14"/>
                  </a:cubicBezTo>
                  <a:cubicBezTo>
                    <a:pt x="270" y="5"/>
                    <a:pt x="262" y="1"/>
                    <a:pt x="2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36"/>
            <p:cNvSpPr/>
            <p:nvPr/>
          </p:nvSpPr>
          <p:spPr>
            <a:xfrm>
              <a:off x="4347925" y="1242450"/>
              <a:ext cx="1875" cy="4150"/>
            </a:xfrm>
            <a:custGeom>
              <a:rect b="b" l="l" r="r" t="t"/>
              <a:pathLst>
                <a:path extrusionOk="0" h="166" w="75">
                  <a:moveTo>
                    <a:pt x="58" y="0"/>
                  </a:moveTo>
                  <a:cubicBezTo>
                    <a:pt x="50" y="0"/>
                    <a:pt x="42" y="0"/>
                    <a:pt x="34" y="8"/>
                  </a:cubicBezTo>
                  <a:cubicBezTo>
                    <a:pt x="34" y="17"/>
                    <a:pt x="25" y="25"/>
                    <a:pt x="25" y="25"/>
                  </a:cubicBezTo>
                  <a:cubicBezTo>
                    <a:pt x="25" y="33"/>
                    <a:pt x="25" y="33"/>
                    <a:pt x="25" y="42"/>
                  </a:cubicBezTo>
                  <a:cubicBezTo>
                    <a:pt x="17" y="50"/>
                    <a:pt x="17" y="58"/>
                    <a:pt x="17" y="66"/>
                  </a:cubicBezTo>
                  <a:cubicBezTo>
                    <a:pt x="9" y="75"/>
                    <a:pt x="9" y="91"/>
                    <a:pt x="9" y="100"/>
                  </a:cubicBezTo>
                  <a:cubicBezTo>
                    <a:pt x="0" y="108"/>
                    <a:pt x="0" y="116"/>
                    <a:pt x="0" y="124"/>
                  </a:cubicBezTo>
                  <a:cubicBezTo>
                    <a:pt x="0" y="141"/>
                    <a:pt x="0" y="158"/>
                    <a:pt x="17" y="166"/>
                  </a:cubicBezTo>
                  <a:lnTo>
                    <a:pt x="25" y="166"/>
                  </a:lnTo>
                  <a:cubicBezTo>
                    <a:pt x="34" y="166"/>
                    <a:pt x="58" y="158"/>
                    <a:pt x="58" y="141"/>
                  </a:cubicBezTo>
                  <a:cubicBezTo>
                    <a:pt x="58" y="133"/>
                    <a:pt x="67" y="124"/>
                    <a:pt x="67" y="116"/>
                  </a:cubicBezTo>
                  <a:cubicBezTo>
                    <a:pt x="67" y="100"/>
                    <a:pt x="67" y="91"/>
                    <a:pt x="67" y="83"/>
                  </a:cubicBezTo>
                  <a:cubicBezTo>
                    <a:pt x="67" y="75"/>
                    <a:pt x="75" y="66"/>
                    <a:pt x="75" y="58"/>
                  </a:cubicBezTo>
                  <a:cubicBezTo>
                    <a:pt x="75" y="50"/>
                    <a:pt x="75" y="42"/>
                    <a:pt x="75" y="42"/>
                  </a:cubicBezTo>
                  <a:cubicBezTo>
                    <a:pt x="75" y="33"/>
                    <a:pt x="75" y="25"/>
                    <a:pt x="75" y="17"/>
                  </a:cubicBezTo>
                  <a:cubicBezTo>
                    <a:pt x="75" y="8"/>
                    <a:pt x="67" y="0"/>
                    <a:pt x="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36"/>
            <p:cNvSpPr/>
            <p:nvPr/>
          </p:nvSpPr>
          <p:spPr>
            <a:xfrm>
              <a:off x="4405300" y="1244100"/>
              <a:ext cx="5625" cy="14975"/>
            </a:xfrm>
            <a:custGeom>
              <a:rect b="b" l="l" r="r" t="t"/>
              <a:pathLst>
                <a:path extrusionOk="0" h="599" w="225">
                  <a:moveTo>
                    <a:pt x="75" y="0"/>
                  </a:moveTo>
                  <a:cubicBezTo>
                    <a:pt x="59" y="0"/>
                    <a:pt x="50" y="0"/>
                    <a:pt x="34" y="9"/>
                  </a:cubicBezTo>
                  <a:cubicBezTo>
                    <a:pt x="1" y="42"/>
                    <a:pt x="17" y="116"/>
                    <a:pt x="25" y="158"/>
                  </a:cubicBezTo>
                  <a:cubicBezTo>
                    <a:pt x="34" y="208"/>
                    <a:pt x="50" y="257"/>
                    <a:pt x="59" y="299"/>
                  </a:cubicBezTo>
                  <a:cubicBezTo>
                    <a:pt x="75" y="348"/>
                    <a:pt x="83" y="398"/>
                    <a:pt x="100" y="448"/>
                  </a:cubicBezTo>
                  <a:cubicBezTo>
                    <a:pt x="108" y="473"/>
                    <a:pt x="117" y="498"/>
                    <a:pt x="125" y="514"/>
                  </a:cubicBezTo>
                  <a:cubicBezTo>
                    <a:pt x="141" y="539"/>
                    <a:pt x="158" y="564"/>
                    <a:pt x="175" y="580"/>
                  </a:cubicBezTo>
                  <a:cubicBezTo>
                    <a:pt x="181" y="593"/>
                    <a:pt x="190" y="598"/>
                    <a:pt x="198" y="598"/>
                  </a:cubicBezTo>
                  <a:cubicBezTo>
                    <a:pt x="212" y="598"/>
                    <a:pt x="224" y="584"/>
                    <a:pt x="224" y="564"/>
                  </a:cubicBezTo>
                  <a:cubicBezTo>
                    <a:pt x="216" y="539"/>
                    <a:pt x="216" y="514"/>
                    <a:pt x="216" y="489"/>
                  </a:cubicBezTo>
                  <a:cubicBezTo>
                    <a:pt x="208" y="464"/>
                    <a:pt x="199" y="440"/>
                    <a:pt x="191" y="415"/>
                  </a:cubicBezTo>
                  <a:cubicBezTo>
                    <a:pt x="183" y="365"/>
                    <a:pt x="166" y="324"/>
                    <a:pt x="158" y="274"/>
                  </a:cubicBezTo>
                  <a:cubicBezTo>
                    <a:pt x="141" y="232"/>
                    <a:pt x="133" y="183"/>
                    <a:pt x="125" y="141"/>
                  </a:cubicBezTo>
                  <a:lnTo>
                    <a:pt x="125" y="133"/>
                  </a:lnTo>
                  <a:cubicBezTo>
                    <a:pt x="117" y="100"/>
                    <a:pt x="117" y="25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36"/>
            <p:cNvSpPr/>
            <p:nvPr/>
          </p:nvSpPr>
          <p:spPr>
            <a:xfrm>
              <a:off x="4403025" y="1225775"/>
              <a:ext cx="2100" cy="5925"/>
            </a:xfrm>
            <a:custGeom>
              <a:rect b="b" l="l" r="r" t="t"/>
              <a:pathLst>
                <a:path extrusionOk="0" h="237" w="84">
                  <a:moveTo>
                    <a:pt x="43" y="1"/>
                  </a:moveTo>
                  <a:cubicBezTo>
                    <a:pt x="39" y="1"/>
                    <a:pt x="36" y="2"/>
                    <a:pt x="34" y="4"/>
                  </a:cubicBezTo>
                  <a:cubicBezTo>
                    <a:pt x="25" y="13"/>
                    <a:pt x="17" y="21"/>
                    <a:pt x="17" y="29"/>
                  </a:cubicBezTo>
                  <a:cubicBezTo>
                    <a:pt x="17" y="37"/>
                    <a:pt x="17" y="46"/>
                    <a:pt x="9" y="54"/>
                  </a:cubicBezTo>
                  <a:cubicBezTo>
                    <a:pt x="9" y="71"/>
                    <a:pt x="9" y="87"/>
                    <a:pt x="9" y="104"/>
                  </a:cubicBezTo>
                  <a:cubicBezTo>
                    <a:pt x="0" y="137"/>
                    <a:pt x="0" y="170"/>
                    <a:pt x="0" y="195"/>
                  </a:cubicBezTo>
                  <a:cubicBezTo>
                    <a:pt x="0" y="220"/>
                    <a:pt x="17" y="236"/>
                    <a:pt x="34" y="236"/>
                  </a:cubicBezTo>
                  <a:cubicBezTo>
                    <a:pt x="58" y="236"/>
                    <a:pt x="67" y="220"/>
                    <a:pt x="67" y="195"/>
                  </a:cubicBezTo>
                  <a:lnTo>
                    <a:pt x="75" y="203"/>
                  </a:lnTo>
                  <a:cubicBezTo>
                    <a:pt x="75" y="170"/>
                    <a:pt x="75" y="137"/>
                    <a:pt x="75" y="104"/>
                  </a:cubicBezTo>
                  <a:cubicBezTo>
                    <a:pt x="83" y="95"/>
                    <a:pt x="75" y="79"/>
                    <a:pt x="75" y="62"/>
                  </a:cubicBezTo>
                  <a:cubicBezTo>
                    <a:pt x="75" y="54"/>
                    <a:pt x="75" y="46"/>
                    <a:pt x="75" y="37"/>
                  </a:cubicBezTo>
                  <a:cubicBezTo>
                    <a:pt x="75" y="21"/>
                    <a:pt x="75" y="21"/>
                    <a:pt x="67" y="13"/>
                  </a:cubicBezTo>
                  <a:cubicBezTo>
                    <a:pt x="61" y="7"/>
                    <a:pt x="51" y="1"/>
                    <a:pt x="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36"/>
            <p:cNvSpPr/>
            <p:nvPr/>
          </p:nvSpPr>
          <p:spPr>
            <a:xfrm>
              <a:off x="4429325" y="1279425"/>
              <a:ext cx="4800" cy="7150"/>
            </a:xfrm>
            <a:custGeom>
              <a:rect b="b" l="l" r="r" t="t"/>
              <a:pathLst>
                <a:path extrusionOk="0" h="286" w="192">
                  <a:moveTo>
                    <a:pt x="35" y="1"/>
                  </a:moveTo>
                  <a:cubicBezTo>
                    <a:pt x="31" y="1"/>
                    <a:pt x="28" y="2"/>
                    <a:pt x="25" y="4"/>
                  </a:cubicBezTo>
                  <a:cubicBezTo>
                    <a:pt x="9" y="13"/>
                    <a:pt x="1" y="29"/>
                    <a:pt x="9" y="37"/>
                  </a:cubicBezTo>
                  <a:cubicBezTo>
                    <a:pt x="17" y="79"/>
                    <a:pt x="34" y="120"/>
                    <a:pt x="59" y="162"/>
                  </a:cubicBezTo>
                  <a:cubicBezTo>
                    <a:pt x="75" y="195"/>
                    <a:pt x="92" y="228"/>
                    <a:pt x="117" y="261"/>
                  </a:cubicBezTo>
                  <a:cubicBezTo>
                    <a:pt x="125" y="278"/>
                    <a:pt x="133" y="286"/>
                    <a:pt x="150" y="286"/>
                  </a:cubicBezTo>
                  <a:lnTo>
                    <a:pt x="175" y="286"/>
                  </a:lnTo>
                  <a:cubicBezTo>
                    <a:pt x="183" y="278"/>
                    <a:pt x="183" y="278"/>
                    <a:pt x="183" y="269"/>
                  </a:cubicBezTo>
                  <a:cubicBezTo>
                    <a:pt x="183" y="261"/>
                    <a:pt x="183" y="261"/>
                    <a:pt x="183" y="253"/>
                  </a:cubicBezTo>
                  <a:cubicBezTo>
                    <a:pt x="191" y="245"/>
                    <a:pt x="183" y="236"/>
                    <a:pt x="183" y="228"/>
                  </a:cubicBezTo>
                  <a:cubicBezTo>
                    <a:pt x="158" y="187"/>
                    <a:pt x="133" y="162"/>
                    <a:pt x="117" y="120"/>
                  </a:cubicBezTo>
                  <a:cubicBezTo>
                    <a:pt x="100" y="87"/>
                    <a:pt x="75" y="54"/>
                    <a:pt x="67" y="21"/>
                  </a:cubicBezTo>
                  <a:cubicBezTo>
                    <a:pt x="61" y="9"/>
                    <a:pt x="46" y="1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36"/>
            <p:cNvSpPr/>
            <p:nvPr/>
          </p:nvSpPr>
          <p:spPr>
            <a:xfrm>
              <a:off x="4433475" y="1280350"/>
              <a:ext cx="2925" cy="3550"/>
            </a:xfrm>
            <a:custGeom>
              <a:rect b="b" l="l" r="r" t="t"/>
              <a:pathLst>
                <a:path extrusionOk="0" h="142" w="117">
                  <a:moveTo>
                    <a:pt x="25" y="0"/>
                  </a:moveTo>
                  <a:cubicBezTo>
                    <a:pt x="17" y="9"/>
                    <a:pt x="9" y="17"/>
                    <a:pt x="9" y="25"/>
                  </a:cubicBezTo>
                  <a:cubicBezTo>
                    <a:pt x="0" y="34"/>
                    <a:pt x="0" y="50"/>
                    <a:pt x="9" y="58"/>
                  </a:cubicBezTo>
                  <a:cubicBezTo>
                    <a:pt x="17" y="67"/>
                    <a:pt x="25" y="83"/>
                    <a:pt x="33" y="92"/>
                  </a:cubicBezTo>
                  <a:cubicBezTo>
                    <a:pt x="42" y="100"/>
                    <a:pt x="50" y="108"/>
                    <a:pt x="50" y="116"/>
                  </a:cubicBezTo>
                  <a:cubicBezTo>
                    <a:pt x="58" y="125"/>
                    <a:pt x="58" y="125"/>
                    <a:pt x="67" y="133"/>
                  </a:cubicBezTo>
                  <a:lnTo>
                    <a:pt x="75" y="133"/>
                  </a:lnTo>
                  <a:cubicBezTo>
                    <a:pt x="83" y="133"/>
                    <a:pt x="83" y="141"/>
                    <a:pt x="91" y="141"/>
                  </a:cubicBezTo>
                  <a:cubicBezTo>
                    <a:pt x="100" y="141"/>
                    <a:pt x="108" y="133"/>
                    <a:pt x="116" y="125"/>
                  </a:cubicBezTo>
                  <a:cubicBezTo>
                    <a:pt x="116" y="125"/>
                    <a:pt x="116" y="116"/>
                    <a:pt x="116" y="116"/>
                  </a:cubicBezTo>
                  <a:cubicBezTo>
                    <a:pt x="116" y="108"/>
                    <a:pt x="116" y="108"/>
                    <a:pt x="116" y="108"/>
                  </a:cubicBezTo>
                  <a:cubicBezTo>
                    <a:pt x="116" y="92"/>
                    <a:pt x="116" y="83"/>
                    <a:pt x="116" y="75"/>
                  </a:cubicBezTo>
                  <a:cubicBezTo>
                    <a:pt x="108" y="75"/>
                    <a:pt x="108" y="67"/>
                    <a:pt x="100" y="58"/>
                  </a:cubicBezTo>
                  <a:cubicBezTo>
                    <a:pt x="91" y="42"/>
                    <a:pt x="83" y="34"/>
                    <a:pt x="75" y="17"/>
                  </a:cubicBezTo>
                  <a:cubicBezTo>
                    <a:pt x="67" y="9"/>
                    <a:pt x="58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36"/>
            <p:cNvSpPr/>
            <p:nvPr/>
          </p:nvSpPr>
          <p:spPr>
            <a:xfrm>
              <a:off x="4452325" y="1317025"/>
              <a:ext cx="37300" cy="77025"/>
            </a:xfrm>
            <a:custGeom>
              <a:rect b="b" l="l" r="r" t="t"/>
              <a:pathLst>
                <a:path extrusionOk="0" h="3081" w="1492">
                  <a:moveTo>
                    <a:pt x="1309" y="1"/>
                  </a:moveTo>
                  <a:cubicBezTo>
                    <a:pt x="1290" y="1"/>
                    <a:pt x="1271" y="17"/>
                    <a:pt x="1276" y="41"/>
                  </a:cubicBezTo>
                  <a:lnTo>
                    <a:pt x="1268" y="41"/>
                  </a:lnTo>
                  <a:cubicBezTo>
                    <a:pt x="1309" y="282"/>
                    <a:pt x="1334" y="530"/>
                    <a:pt x="1301" y="770"/>
                  </a:cubicBezTo>
                  <a:cubicBezTo>
                    <a:pt x="1260" y="978"/>
                    <a:pt x="1177" y="1176"/>
                    <a:pt x="1069" y="1367"/>
                  </a:cubicBezTo>
                  <a:cubicBezTo>
                    <a:pt x="845" y="1732"/>
                    <a:pt x="547" y="2055"/>
                    <a:pt x="290" y="2403"/>
                  </a:cubicBezTo>
                  <a:cubicBezTo>
                    <a:pt x="224" y="2502"/>
                    <a:pt x="166" y="2610"/>
                    <a:pt x="108" y="2718"/>
                  </a:cubicBezTo>
                  <a:cubicBezTo>
                    <a:pt x="83" y="2767"/>
                    <a:pt x="50" y="2825"/>
                    <a:pt x="33" y="2883"/>
                  </a:cubicBezTo>
                  <a:cubicBezTo>
                    <a:pt x="17" y="2933"/>
                    <a:pt x="0" y="2991"/>
                    <a:pt x="0" y="3049"/>
                  </a:cubicBezTo>
                  <a:cubicBezTo>
                    <a:pt x="0" y="3067"/>
                    <a:pt x="18" y="3080"/>
                    <a:pt x="33" y="3080"/>
                  </a:cubicBezTo>
                  <a:cubicBezTo>
                    <a:pt x="39" y="3080"/>
                    <a:pt x="45" y="3078"/>
                    <a:pt x="50" y="3074"/>
                  </a:cubicBezTo>
                  <a:cubicBezTo>
                    <a:pt x="83" y="3032"/>
                    <a:pt x="100" y="2983"/>
                    <a:pt x="125" y="2941"/>
                  </a:cubicBezTo>
                  <a:cubicBezTo>
                    <a:pt x="149" y="2892"/>
                    <a:pt x="174" y="2842"/>
                    <a:pt x="199" y="2792"/>
                  </a:cubicBezTo>
                  <a:cubicBezTo>
                    <a:pt x="257" y="2693"/>
                    <a:pt x="323" y="2602"/>
                    <a:pt x="390" y="2510"/>
                  </a:cubicBezTo>
                  <a:cubicBezTo>
                    <a:pt x="522" y="2320"/>
                    <a:pt x="671" y="2154"/>
                    <a:pt x="821" y="1980"/>
                  </a:cubicBezTo>
                  <a:cubicBezTo>
                    <a:pt x="1102" y="1649"/>
                    <a:pt x="1384" y="1276"/>
                    <a:pt x="1450" y="837"/>
                  </a:cubicBezTo>
                  <a:cubicBezTo>
                    <a:pt x="1492" y="555"/>
                    <a:pt x="1434" y="290"/>
                    <a:pt x="1343" y="25"/>
                  </a:cubicBezTo>
                  <a:cubicBezTo>
                    <a:pt x="1336" y="8"/>
                    <a:pt x="1322" y="1"/>
                    <a:pt x="13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36"/>
            <p:cNvSpPr/>
            <p:nvPr/>
          </p:nvSpPr>
          <p:spPr>
            <a:xfrm>
              <a:off x="4465775" y="1377000"/>
              <a:ext cx="5000" cy="8975"/>
            </a:xfrm>
            <a:custGeom>
              <a:rect b="b" l="l" r="r" t="t"/>
              <a:pathLst>
                <a:path extrusionOk="0" h="359" w="200">
                  <a:moveTo>
                    <a:pt x="160" y="0"/>
                  </a:moveTo>
                  <a:cubicBezTo>
                    <a:pt x="146" y="0"/>
                    <a:pt x="129" y="8"/>
                    <a:pt x="117" y="20"/>
                  </a:cubicBezTo>
                  <a:cubicBezTo>
                    <a:pt x="92" y="70"/>
                    <a:pt x="67" y="120"/>
                    <a:pt x="51" y="169"/>
                  </a:cubicBezTo>
                  <a:cubicBezTo>
                    <a:pt x="42" y="194"/>
                    <a:pt x="26" y="219"/>
                    <a:pt x="17" y="252"/>
                  </a:cubicBezTo>
                  <a:cubicBezTo>
                    <a:pt x="17" y="261"/>
                    <a:pt x="9" y="269"/>
                    <a:pt x="9" y="285"/>
                  </a:cubicBezTo>
                  <a:cubicBezTo>
                    <a:pt x="1" y="302"/>
                    <a:pt x="1" y="319"/>
                    <a:pt x="9" y="327"/>
                  </a:cubicBezTo>
                  <a:cubicBezTo>
                    <a:pt x="9" y="345"/>
                    <a:pt x="22" y="358"/>
                    <a:pt x="35" y="358"/>
                  </a:cubicBezTo>
                  <a:cubicBezTo>
                    <a:pt x="41" y="358"/>
                    <a:pt x="46" y="356"/>
                    <a:pt x="51" y="352"/>
                  </a:cubicBezTo>
                  <a:cubicBezTo>
                    <a:pt x="59" y="335"/>
                    <a:pt x="75" y="327"/>
                    <a:pt x="75" y="310"/>
                  </a:cubicBezTo>
                  <a:cubicBezTo>
                    <a:pt x="84" y="302"/>
                    <a:pt x="92" y="285"/>
                    <a:pt x="92" y="277"/>
                  </a:cubicBezTo>
                  <a:cubicBezTo>
                    <a:pt x="100" y="252"/>
                    <a:pt x="117" y="227"/>
                    <a:pt x="125" y="203"/>
                  </a:cubicBezTo>
                  <a:cubicBezTo>
                    <a:pt x="142" y="153"/>
                    <a:pt x="167" y="111"/>
                    <a:pt x="191" y="62"/>
                  </a:cubicBezTo>
                  <a:cubicBezTo>
                    <a:pt x="200" y="45"/>
                    <a:pt x="191" y="20"/>
                    <a:pt x="175" y="4"/>
                  </a:cubicBezTo>
                  <a:cubicBezTo>
                    <a:pt x="170" y="1"/>
                    <a:pt x="165" y="0"/>
                    <a:pt x="1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36"/>
            <p:cNvSpPr/>
            <p:nvPr/>
          </p:nvSpPr>
          <p:spPr>
            <a:xfrm>
              <a:off x="4257825" y="1337600"/>
              <a:ext cx="11925" cy="41325"/>
            </a:xfrm>
            <a:custGeom>
              <a:rect b="b" l="l" r="r" t="t"/>
              <a:pathLst>
                <a:path extrusionOk="0" h="1653" w="477">
                  <a:moveTo>
                    <a:pt x="31" y="1"/>
                  </a:moveTo>
                  <a:cubicBezTo>
                    <a:pt x="16" y="1"/>
                    <a:pt x="0" y="12"/>
                    <a:pt x="0" y="30"/>
                  </a:cubicBezTo>
                  <a:cubicBezTo>
                    <a:pt x="25" y="337"/>
                    <a:pt x="33" y="652"/>
                    <a:pt x="83" y="958"/>
                  </a:cubicBezTo>
                  <a:cubicBezTo>
                    <a:pt x="116" y="1190"/>
                    <a:pt x="183" y="1497"/>
                    <a:pt x="390" y="1646"/>
                  </a:cubicBezTo>
                  <a:cubicBezTo>
                    <a:pt x="397" y="1651"/>
                    <a:pt x="405" y="1653"/>
                    <a:pt x="413" y="1653"/>
                  </a:cubicBezTo>
                  <a:cubicBezTo>
                    <a:pt x="447" y="1653"/>
                    <a:pt x="476" y="1613"/>
                    <a:pt x="456" y="1580"/>
                  </a:cubicBezTo>
                  <a:cubicBezTo>
                    <a:pt x="398" y="1472"/>
                    <a:pt x="340" y="1373"/>
                    <a:pt x="299" y="1257"/>
                  </a:cubicBezTo>
                  <a:cubicBezTo>
                    <a:pt x="257" y="1141"/>
                    <a:pt x="224" y="1016"/>
                    <a:pt x="207" y="892"/>
                  </a:cubicBezTo>
                  <a:cubicBezTo>
                    <a:pt x="183" y="759"/>
                    <a:pt x="166" y="619"/>
                    <a:pt x="141" y="486"/>
                  </a:cubicBezTo>
                  <a:cubicBezTo>
                    <a:pt x="125" y="329"/>
                    <a:pt x="83" y="171"/>
                    <a:pt x="58" y="22"/>
                  </a:cubicBezTo>
                  <a:cubicBezTo>
                    <a:pt x="55" y="7"/>
                    <a:pt x="43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36"/>
            <p:cNvSpPr/>
            <p:nvPr/>
          </p:nvSpPr>
          <p:spPr>
            <a:xfrm>
              <a:off x="4438225" y="1433525"/>
              <a:ext cx="2725" cy="9350"/>
            </a:xfrm>
            <a:custGeom>
              <a:rect b="b" l="l" r="r" t="t"/>
              <a:pathLst>
                <a:path extrusionOk="0" h="374" w="109">
                  <a:moveTo>
                    <a:pt x="55" y="0"/>
                  </a:moveTo>
                  <a:cubicBezTo>
                    <a:pt x="34" y="0"/>
                    <a:pt x="13" y="13"/>
                    <a:pt x="9" y="38"/>
                  </a:cubicBezTo>
                  <a:cubicBezTo>
                    <a:pt x="9" y="87"/>
                    <a:pt x="9" y="137"/>
                    <a:pt x="9" y="187"/>
                  </a:cubicBezTo>
                  <a:cubicBezTo>
                    <a:pt x="9" y="212"/>
                    <a:pt x="1" y="245"/>
                    <a:pt x="9" y="270"/>
                  </a:cubicBezTo>
                  <a:cubicBezTo>
                    <a:pt x="9" y="295"/>
                    <a:pt x="9" y="311"/>
                    <a:pt x="17" y="336"/>
                  </a:cubicBezTo>
                  <a:cubicBezTo>
                    <a:pt x="17" y="361"/>
                    <a:pt x="36" y="373"/>
                    <a:pt x="55" y="373"/>
                  </a:cubicBezTo>
                  <a:cubicBezTo>
                    <a:pt x="73" y="373"/>
                    <a:pt x="92" y="361"/>
                    <a:pt x="92" y="336"/>
                  </a:cubicBezTo>
                  <a:cubicBezTo>
                    <a:pt x="92" y="311"/>
                    <a:pt x="100" y="286"/>
                    <a:pt x="100" y="270"/>
                  </a:cubicBezTo>
                  <a:cubicBezTo>
                    <a:pt x="109" y="245"/>
                    <a:pt x="100" y="212"/>
                    <a:pt x="100" y="187"/>
                  </a:cubicBezTo>
                  <a:cubicBezTo>
                    <a:pt x="100" y="137"/>
                    <a:pt x="100" y="87"/>
                    <a:pt x="92" y="38"/>
                  </a:cubicBezTo>
                  <a:lnTo>
                    <a:pt x="100" y="38"/>
                  </a:lnTo>
                  <a:cubicBezTo>
                    <a:pt x="96" y="13"/>
                    <a:pt x="75" y="0"/>
                    <a:pt x="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36"/>
            <p:cNvSpPr/>
            <p:nvPr/>
          </p:nvSpPr>
          <p:spPr>
            <a:xfrm>
              <a:off x="4442575" y="1431350"/>
              <a:ext cx="2925" cy="7375"/>
            </a:xfrm>
            <a:custGeom>
              <a:rect b="b" l="l" r="r" t="t"/>
              <a:pathLst>
                <a:path extrusionOk="0" h="295" w="117">
                  <a:moveTo>
                    <a:pt x="67" y="0"/>
                  </a:moveTo>
                  <a:cubicBezTo>
                    <a:pt x="42" y="9"/>
                    <a:pt x="26" y="25"/>
                    <a:pt x="26" y="50"/>
                  </a:cubicBezTo>
                  <a:cubicBezTo>
                    <a:pt x="17" y="83"/>
                    <a:pt x="17" y="125"/>
                    <a:pt x="9" y="158"/>
                  </a:cubicBezTo>
                  <a:cubicBezTo>
                    <a:pt x="9" y="174"/>
                    <a:pt x="9" y="199"/>
                    <a:pt x="9" y="216"/>
                  </a:cubicBezTo>
                  <a:cubicBezTo>
                    <a:pt x="9" y="224"/>
                    <a:pt x="1" y="241"/>
                    <a:pt x="9" y="249"/>
                  </a:cubicBezTo>
                  <a:cubicBezTo>
                    <a:pt x="9" y="257"/>
                    <a:pt x="9" y="266"/>
                    <a:pt x="17" y="282"/>
                  </a:cubicBezTo>
                  <a:cubicBezTo>
                    <a:pt x="22" y="290"/>
                    <a:pt x="30" y="295"/>
                    <a:pt x="39" y="295"/>
                  </a:cubicBezTo>
                  <a:cubicBezTo>
                    <a:pt x="49" y="295"/>
                    <a:pt x="59" y="290"/>
                    <a:pt x="67" y="282"/>
                  </a:cubicBezTo>
                  <a:cubicBezTo>
                    <a:pt x="75" y="274"/>
                    <a:pt x="84" y="266"/>
                    <a:pt x="84" y="257"/>
                  </a:cubicBezTo>
                  <a:cubicBezTo>
                    <a:pt x="92" y="249"/>
                    <a:pt x="92" y="232"/>
                    <a:pt x="92" y="224"/>
                  </a:cubicBezTo>
                  <a:cubicBezTo>
                    <a:pt x="100" y="208"/>
                    <a:pt x="100" y="183"/>
                    <a:pt x="100" y="166"/>
                  </a:cubicBezTo>
                  <a:cubicBezTo>
                    <a:pt x="109" y="125"/>
                    <a:pt x="109" y="83"/>
                    <a:pt x="117" y="50"/>
                  </a:cubicBezTo>
                  <a:cubicBezTo>
                    <a:pt x="117" y="25"/>
                    <a:pt x="92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36"/>
            <p:cNvSpPr/>
            <p:nvPr/>
          </p:nvSpPr>
          <p:spPr>
            <a:xfrm>
              <a:off x="4292000" y="1422225"/>
              <a:ext cx="3950" cy="8400"/>
            </a:xfrm>
            <a:custGeom>
              <a:rect b="b" l="l" r="r" t="t"/>
              <a:pathLst>
                <a:path extrusionOk="0" h="336" w="158">
                  <a:moveTo>
                    <a:pt x="111" y="0"/>
                  </a:moveTo>
                  <a:cubicBezTo>
                    <a:pt x="99" y="0"/>
                    <a:pt x="85" y="7"/>
                    <a:pt x="75" y="17"/>
                  </a:cubicBezTo>
                  <a:cubicBezTo>
                    <a:pt x="50" y="67"/>
                    <a:pt x="33" y="117"/>
                    <a:pt x="17" y="167"/>
                  </a:cubicBezTo>
                  <a:cubicBezTo>
                    <a:pt x="9" y="200"/>
                    <a:pt x="9" y="225"/>
                    <a:pt x="0" y="249"/>
                  </a:cubicBezTo>
                  <a:cubicBezTo>
                    <a:pt x="0" y="266"/>
                    <a:pt x="0" y="283"/>
                    <a:pt x="9" y="299"/>
                  </a:cubicBezTo>
                  <a:cubicBezTo>
                    <a:pt x="17" y="316"/>
                    <a:pt x="25" y="332"/>
                    <a:pt x="42" y="332"/>
                  </a:cubicBezTo>
                  <a:cubicBezTo>
                    <a:pt x="46" y="335"/>
                    <a:pt x="51" y="336"/>
                    <a:pt x="55" y="336"/>
                  </a:cubicBezTo>
                  <a:cubicBezTo>
                    <a:pt x="79" y="336"/>
                    <a:pt x="91" y="296"/>
                    <a:pt x="91" y="274"/>
                  </a:cubicBezTo>
                  <a:cubicBezTo>
                    <a:pt x="91" y="258"/>
                    <a:pt x="91" y="249"/>
                    <a:pt x="100" y="233"/>
                  </a:cubicBezTo>
                  <a:cubicBezTo>
                    <a:pt x="100" y="233"/>
                    <a:pt x="100" y="216"/>
                    <a:pt x="100" y="216"/>
                  </a:cubicBezTo>
                  <a:lnTo>
                    <a:pt x="100" y="208"/>
                  </a:lnTo>
                  <a:cubicBezTo>
                    <a:pt x="100" y="208"/>
                    <a:pt x="100" y="208"/>
                    <a:pt x="100" y="200"/>
                  </a:cubicBezTo>
                  <a:cubicBezTo>
                    <a:pt x="108" y="150"/>
                    <a:pt x="125" y="100"/>
                    <a:pt x="141" y="59"/>
                  </a:cubicBezTo>
                  <a:cubicBezTo>
                    <a:pt x="158" y="42"/>
                    <a:pt x="149" y="17"/>
                    <a:pt x="133" y="9"/>
                  </a:cubicBezTo>
                  <a:cubicBezTo>
                    <a:pt x="127" y="3"/>
                    <a:pt x="119" y="0"/>
                    <a:pt x="1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36"/>
            <p:cNvSpPr/>
            <p:nvPr/>
          </p:nvSpPr>
          <p:spPr>
            <a:xfrm>
              <a:off x="4296550" y="1424925"/>
              <a:ext cx="3750" cy="8200"/>
            </a:xfrm>
            <a:custGeom>
              <a:rect b="b" l="l" r="r" t="t"/>
              <a:pathLst>
                <a:path extrusionOk="0" h="328" w="150">
                  <a:moveTo>
                    <a:pt x="125" y="1"/>
                  </a:moveTo>
                  <a:cubicBezTo>
                    <a:pt x="100" y="1"/>
                    <a:pt x="75" y="1"/>
                    <a:pt x="67" y="25"/>
                  </a:cubicBezTo>
                  <a:cubicBezTo>
                    <a:pt x="50" y="67"/>
                    <a:pt x="34" y="108"/>
                    <a:pt x="17" y="158"/>
                  </a:cubicBezTo>
                  <a:cubicBezTo>
                    <a:pt x="17" y="183"/>
                    <a:pt x="9" y="208"/>
                    <a:pt x="9" y="233"/>
                  </a:cubicBezTo>
                  <a:cubicBezTo>
                    <a:pt x="1" y="249"/>
                    <a:pt x="1" y="257"/>
                    <a:pt x="1" y="274"/>
                  </a:cubicBezTo>
                  <a:cubicBezTo>
                    <a:pt x="1" y="291"/>
                    <a:pt x="9" y="307"/>
                    <a:pt x="25" y="315"/>
                  </a:cubicBezTo>
                  <a:cubicBezTo>
                    <a:pt x="25" y="321"/>
                    <a:pt x="38" y="327"/>
                    <a:pt x="48" y="327"/>
                  </a:cubicBezTo>
                  <a:cubicBezTo>
                    <a:pt x="52" y="327"/>
                    <a:pt x="56" y="326"/>
                    <a:pt x="59" y="324"/>
                  </a:cubicBezTo>
                  <a:cubicBezTo>
                    <a:pt x="67" y="315"/>
                    <a:pt x="83" y="299"/>
                    <a:pt x="83" y="282"/>
                  </a:cubicBezTo>
                  <a:cubicBezTo>
                    <a:pt x="92" y="274"/>
                    <a:pt x="92" y="257"/>
                    <a:pt x="92" y="249"/>
                  </a:cubicBezTo>
                  <a:cubicBezTo>
                    <a:pt x="92" y="233"/>
                    <a:pt x="100" y="208"/>
                    <a:pt x="108" y="183"/>
                  </a:cubicBezTo>
                  <a:cubicBezTo>
                    <a:pt x="117" y="141"/>
                    <a:pt x="125" y="100"/>
                    <a:pt x="150" y="59"/>
                  </a:cubicBezTo>
                  <a:cubicBezTo>
                    <a:pt x="150" y="34"/>
                    <a:pt x="141" y="17"/>
                    <a:pt x="125" y="9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36"/>
            <p:cNvSpPr/>
            <p:nvPr/>
          </p:nvSpPr>
          <p:spPr>
            <a:xfrm>
              <a:off x="4278950" y="1416150"/>
              <a:ext cx="5000" cy="6050"/>
            </a:xfrm>
            <a:custGeom>
              <a:rect b="b" l="l" r="r" t="t"/>
              <a:pathLst>
                <a:path extrusionOk="0" h="242" w="200">
                  <a:moveTo>
                    <a:pt x="153" y="0"/>
                  </a:moveTo>
                  <a:cubicBezTo>
                    <a:pt x="146" y="0"/>
                    <a:pt x="140" y="1"/>
                    <a:pt x="133" y="4"/>
                  </a:cubicBezTo>
                  <a:cubicBezTo>
                    <a:pt x="100" y="37"/>
                    <a:pt x="67" y="62"/>
                    <a:pt x="42" y="103"/>
                  </a:cubicBezTo>
                  <a:cubicBezTo>
                    <a:pt x="34" y="120"/>
                    <a:pt x="17" y="136"/>
                    <a:pt x="9" y="161"/>
                  </a:cubicBezTo>
                  <a:cubicBezTo>
                    <a:pt x="9" y="169"/>
                    <a:pt x="9" y="186"/>
                    <a:pt x="9" y="194"/>
                  </a:cubicBezTo>
                  <a:cubicBezTo>
                    <a:pt x="0" y="211"/>
                    <a:pt x="9" y="219"/>
                    <a:pt x="17" y="227"/>
                  </a:cubicBezTo>
                  <a:cubicBezTo>
                    <a:pt x="17" y="237"/>
                    <a:pt x="23" y="241"/>
                    <a:pt x="29" y="241"/>
                  </a:cubicBezTo>
                  <a:cubicBezTo>
                    <a:pt x="34" y="241"/>
                    <a:pt x="38" y="239"/>
                    <a:pt x="42" y="236"/>
                  </a:cubicBezTo>
                  <a:cubicBezTo>
                    <a:pt x="58" y="236"/>
                    <a:pt x="67" y="227"/>
                    <a:pt x="75" y="219"/>
                  </a:cubicBezTo>
                  <a:cubicBezTo>
                    <a:pt x="75" y="211"/>
                    <a:pt x="83" y="202"/>
                    <a:pt x="83" y="194"/>
                  </a:cubicBezTo>
                  <a:cubicBezTo>
                    <a:pt x="100" y="178"/>
                    <a:pt x="108" y="161"/>
                    <a:pt x="116" y="145"/>
                  </a:cubicBezTo>
                  <a:cubicBezTo>
                    <a:pt x="116" y="145"/>
                    <a:pt x="125" y="136"/>
                    <a:pt x="125" y="136"/>
                  </a:cubicBezTo>
                  <a:cubicBezTo>
                    <a:pt x="133" y="128"/>
                    <a:pt x="133" y="120"/>
                    <a:pt x="141" y="111"/>
                  </a:cubicBezTo>
                  <a:lnTo>
                    <a:pt x="166" y="95"/>
                  </a:lnTo>
                  <a:cubicBezTo>
                    <a:pt x="166" y="87"/>
                    <a:pt x="174" y="87"/>
                    <a:pt x="174" y="87"/>
                  </a:cubicBezTo>
                  <a:cubicBezTo>
                    <a:pt x="174" y="87"/>
                    <a:pt x="174" y="78"/>
                    <a:pt x="174" y="78"/>
                  </a:cubicBezTo>
                  <a:lnTo>
                    <a:pt x="183" y="78"/>
                  </a:lnTo>
                  <a:cubicBezTo>
                    <a:pt x="191" y="70"/>
                    <a:pt x="199" y="62"/>
                    <a:pt x="199" y="53"/>
                  </a:cubicBezTo>
                  <a:cubicBezTo>
                    <a:pt x="199" y="45"/>
                    <a:pt x="199" y="29"/>
                    <a:pt x="199" y="20"/>
                  </a:cubicBezTo>
                  <a:cubicBezTo>
                    <a:pt x="187" y="8"/>
                    <a:pt x="171" y="0"/>
                    <a:pt x="1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36"/>
            <p:cNvSpPr/>
            <p:nvPr/>
          </p:nvSpPr>
          <p:spPr>
            <a:xfrm>
              <a:off x="4504350" y="1415600"/>
              <a:ext cx="6625" cy="12450"/>
            </a:xfrm>
            <a:custGeom>
              <a:rect b="b" l="l" r="r" t="t"/>
              <a:pathLst>
                <a:path extrusionOk="0" h="498" w="265">
                  <a:moveTo>
                    <a:pt x="59" y="0"/>
                  </a:moveTo>
                  <a:cubicBezTo>
                    <a:pt x="31" y="0"/>
                    <a:pt x="0" y="29"/>
                    <a:pt x="24" y="59"/>
                  </a:cubicBezTo>
                  <a:cubicBezTo>
                    <a:pt x="90" y="175"/>
                    <a:pt x="132" y="291"/>
                    <a:pt x="156" y="423"/>
                  </a:cubicBezTo>
                  <a:cubicBezTo>
                    <a:pt x="165" y="448"/>
                    <a:pt x="181" y="498"/>
                    <a:pt x="214" y="498"/>
                  </a:cubicBezTo>
                  <a:cubicBezTo>
                    <a:pt x="256" y="498"/>
                    <a:pt x="264" y="440"/>
                    <a:pt x="256" y="407"/>
                  </a:cubicBezTo>
                  <a:cubicBezTo>
                    <a:pt x="248" y="340"/>
                    <a:pt x="231" y="282"/>
                    <a:pt x="206" y="216"/>
                  </a:cubicBezTo>
                  <a:cubicBezTo>
                    <a:pt x="173" y="150"/>
                    <a:pt x="140" y="84"/>
                    <a:pt x="90" y="17"/>
                  </a:cubicBezTo>
                  <a:cubicBezTo>
                    <a:pt x="83" y="5"/>
                    <a:pt x="71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36"/>
            <p:cNvSpPr/>
            <p:nvPr/>
          </p:nvSpPr>
          <p:spPr>
            <a:xfrm>
              <a:off x="4246225" y="1183275"/>
              <a:ext cx="11500" cy="31175"/>
            </a:xfrm>
            <a:custGeom>
              <a:rect b="b" l="l" r="r" t="t"/>
              <a:pathLst>
                <a:path extrusionOk="0" h="1247" w="460">
                  <a:moveTo>
                    <a:pt x="416" y="0"/>
                  </a:moveTo>
                  <a:cubicBezTo>
                    <a:pt x="406" y="0"/>
                    <a:pt x="397" y="4"/>
                    <a:pt x="390" y="14"/>
                  </a:cubicBezTo>
                  <a:lnTo>
                    <a:pt x="390" y="22"/>
                  </a:lnTo>
                  <a:cubicBezTo>
                    <a:pt x="265" y="196"/>
                    <a:pt x="166" y="387"/>
                    <a:pt x="100" y="594"/>
                  </a:cubicBezTo>
                  <a:cubicBezTo>
                    <a:pt x="67" y="693"/>
                    <a:pt x="50" y="801"/>
                    <a:pt x="33" y="901"/>
                  </a:cubicBezTo>
                  <a:cubicBezTo>
                    <a:pt x="17" y="1000"/>
                    <a:pt x="0" y="1116"/>
                    <a:pt x="9" y="1215"/>
                  </a:cubicBezTo>
                  <a:cubicBezTo>
                    <a:pt x="9" y="1233"/>
                    <a:pt x="21" y="1247"/>
                    <a:pt x="38" y="1247"/>
                  </a:cubicBezTo>
                  <a:cubicBezTo>
                    <a:pt x="44" y="1247"/>
                    <a:pt x="51" y="1245"/>
                    <a:pt x="58" y="1240"/>
                  </a:cubicBezTo>
                  <a:cubicBezTo>
                    <a:pt x="149" y="1191"/>
                    <a:pt x="166" y="1075"/>
                    <a:pt x="174" y="983"/>
                  </a:cubicBezTo>
                  <a:cubicBezTo>
                    <a:pt x="191" y="876"/>
                    <a:pt x="207" y="776"/>
                    <a:pt x="232" y="677"/>
                  </a:cubicBezTo>
                  <a:cubicBezTo>
                    <a:pt x="282" y="461"/>
                    <a:pt x="348" y="246"/>
                    <a:pt x="448" y="47"/>
                  </a:cubicBezTo>
                  <a:cubicBezTo>
                    <a:pt x="459" y="24"/>
                    <a:pt x="438" y="0"/>
                    <a:pt x="4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36"/>
            <p:cNvSpPr/>
            <p:nvPr/>
          </p:nvSpPr>
          <p:spPr>
            <a:xfrm>
              <a:off x="4242700" y="1194600"/>
              <a:ext cx="3950" cy="14000"/>
            </a:xfrm>
            <a:custGeom>
              <a:rect b="b" l="l" r="r" t="t"/>
              <a:pathLst>
                <a:path extrusionOk="0" h="560" w="158">
                  <a:moveTo>
                    <a:pt x="125" y="0"/>
                  </a:moveTo>
                  <a:cubicBezTo>
                    <a:pt x="108" y="0"/>
                    <a:pt x="83" y="8"/>
                    <a:pt x="75" y="33"/>
                  </a:cubicBezTo>
                  <a:cubicBezTo>
                    <a:pt x="58" y="116"/>
                    <a:pt x="42" y="199"/>
                    <a:pt x="34" y="282"/>
                  </a:cubicBezTo>
                  <a:cubicBezTo>
                    <a:pt x="17" y="365"/>
                    <a:pt x="0" y="448"/>
                    <a:pt x="9" y="530"/>
                  </a:cubicBezTo>
                  <a:cubicBezTo>
                    <a:pt x="9" y="547"/>
                    <a:pt x="23" y="559"/>
                    <a:pt x="37" y="559"/>
                  </a:cubicBezTo>
                  <a:cubicBezTo>
                    <a:pt x="45" y="559"/>
                    <a:pt x="53" y="556"/>
                    <a:pt x="58" y="547"/>
                  </a:cubicBezTo>
                  <a:cubicBezTo>
                    <a:pt x="92" y="472"/>
                    <a:pt x="100" y="381"/>
                    <a:pt x="116" y="307"/>
                  </a:cubicBezTo>
                  <a:cubicBezTo>
                    <a:pt x="133" y="224"/>
                    <a:pt x="141" y="133"/>
                    <a:pt x="150" y="50"/>
                  </a:cubicBezTo>
                  <a:cubicBezTo>
                    <a:pt x="158" y="33"/>
                    <a:pt x="150" y="8"/>
                    <a:pt x="1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36"/>
            <p:cNvSpPr/>
            <p:nvPr/>
          </p:nvSpPr>
          <p:spPr>
            <a:xfrm>
              <a:off x="4261825" y="1272025"/>
              <a:ext cx="4925" cy="23700"/>
            </a:xfrm>
            <a:custGeom>
              <a:rect b="b" l="l" r="r" t="t"/>
              <a:pathLst>
                <a:path extrusionOk="0" h="948" w="197">
                  <a:moveTo>
                    <a:pt x="152" y="1"/>
                  </a:moveTo>
                  <a:cubicBezTo>
                    <a:pt x="147" y="1"/>
                    <a:pt x="142" y="3"/>
                    <a:pt x="139" y="10"/>
                  </a:cubicBezTo>
                  <a:cubicBezTo>
                    <a:pt x="114" y="68"/>
                    <a:pt x="114" y="159"/>
                    <a:pt x="105" y="226"/>
                  </a:cubicBezTo>
                  <a:cubicBezTo>
                    <a:pt x="105" y="300"/>
                    <a:pt x="89" y="383"/>
                    <a:pt x="81" y="458"/>
                  </a:cubicBezTo>
                  <a:cubicBezTo>
                    <a:pt x="64" y="615"/>
                    <a:pt x="39" y="773"/>
                    <a:pt x="6" y="930"/>
                  </a:cubicBezTo>
                  <a:cubicBezTo>
                    <a:pt x="1" y="940"/>
                    <a:pt x="12" y="947"/>
                    <a:pt x="20" y="947"/>
                  </a:cubicBezTo>
                  <a:cubicBezTo>
                    <a:pt x="26" y="947"/>
                    <a:pt x="31" y="945"/>
                    <a:pt x="31" y="938"/>
                  </a:cubicBezTo>
                  <a:cubicBezTo>
                    <a:pt x="81" y="781"/>
                    <a:pt x="114" y="632"/>
                    <a:pt x="139" y="466"/>
                  </a:cubicBezTo>
                  <a:cubicBezTo>
                    <a:pt x="155" y="391"/>
                    <a:pt x="163" y="317"/>
                    <a:pt x="172" y="242"/>
                  </a:cubicBezTo>
                  <a:cubicBezTo>
                    <a:pt x="180" y="168"/>
                    <a:pt x="197" y="77"/>
                    <a:pt x="172" y="10"/>
                  </a:cubicBezTo>
                  <a:cubicBezTo>
                    <a:pt x="167" y="5"/>
                    <a:pt x="159" y="1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36"/>
            <p:cNvSpPr/>
            <p:nvPr/>
          </p:nvSpPr>
          <p:spPr>
            <a:xfrm>
              <a:off x="4265475" y="1254250"/>
              <a:ext cx="250" cy="25"/>
            </a:xfrm>
            <a:custGeom>
              <a:rect b="b" l="l" r="r" t="t"/>
              <a:pathLst>
                <a:path extrusionOk="0" h="1" w="10">
                  <a:moveTo>
                    <a:pt x="9" y="0"/>
                  </a:moveTo>
                  <a:cubicBezTo>
                    <a:pt x="9" y="0"/>
                    <a:pt x="1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36"/>
            <p:cNvSpPr/>
            <p:nvPr/>
          </p:nvSpPr>
          <p:spPr>
            <a:xfrm>
              <a:off x="4271500" y="1288725"/>
              <a:ext cx="2300" cy="10850"/>
            </a:xfrm>
            <a:custGeom>
              <a:rect b="b" l="l" r="r" t="t"/>
              <a:pathLst>
                <a:path extrusionOk="0" h="434" w="92">
                  <a:moveTo>
                    <a:pt x="42" y="1"/>
                  </a:moveTo>
                  <a:cubicBezTo>
                    <a:pt x="31" y="1"/>
                    <a:pt x="21" y="5"/>
                    <a:pt x="17" y="13"/>
                  </a:cubicBezTo>
                  <a:cubicBezTo>
                    <a:pt x="8" y="47"/>
                    <a:pt x="8" y="71"/>
                    <a:pt x="8" y="105"/>
                  </a:cubicBezTo>
                  <a:cubicBezTo>
                    <a:pt x="8" y="121"/>
                    <a:pt x="0" y="138"/>
                    <a:pt x="0" y="154"/>
                  </a:cubicBezTo>
                  <a:cubicBezTo>
                    <a:pt x="0" y="171"/>
                    <a:pt x="8" y="187"/>
                    <a:pt x="8" y="204"/>
                  </a:cubicBezTo>
                  <a:cubicBezTo>
                    <a:pt x="8" y="270"/>
                    <a:pt x="17" y="336"/>
                    <a:pt x="25" y="403"/>
                  </a:cubicBezTo>
                  <a:cubicBezTo>
                    <a:pt x="25" y="423"/>
                    <a:pt x="42" y="434"/>
                    <a:pt x="58" y="434"/>
                  </a:cubicBezTo>
                  <a:cubicBezTo>
                    <a:pt x="75" y="434"/>
                    <a:pt x="91" y="423"/>
                    <a:pt x="91" y="403"/>
                  </a:cubicBezTo>
                  <a:cubicBezTo>
                    <a:pt x="91" y="336"/>
                    <a:pt x="91" y="270"/>
                    <a:pt x="91" y="204"/>
                  </a:cubicBezTo>
                  <a:lnTo>
                    <a:pt x="91" y="154"/>
                  </a:lnTo>
                  <a:cubicBezTo>
                    <a:pt x="91" y="138"/>
                    <a:pt x="83" y="129"/>
                    <a:pt x="83" y="113"/>
                  </a:cubicBezTo>
                  <a:cubicBezTo>
                    <a:pt x="83" y="80"/>
                    <a:pt x="83" y="47"/>
                    <a:pt x="66" y="13"/>
                  </a:cubicBezTo>
                  <a:cubicBezTo>
                    <a:pt x="62" y="5"/>
                    <a:pt x="52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36"/>
            <p:cNvSpPr/>
            <p:nvPr/>
          </p:nvSpPr>
          <p:spPr>
            <a:xfrm>
              <a:off x="4256775" y="1392800"/>
              <a:ext cx="5200" cy="7050"/>
            </a:xfrm>
            <a:custGeom>
              <a:rect b="b" l="l" r="r" t="t"/>
              <a:pathLst>
                <a:path extrusionOk="0" h="282" w="208">
                  <a:moveTo>
                    <a:pt x="47" y="1"/>
                  </a:moveTo>
                  <a:cubicBezTo>
                    <a:pt x="40" y="1"/>
                    <a:pt x="32" y="3"/>
                    <a:pt x="26" y="10"/>
                  </a:cubicBezTo>
                  <a:cubicBezTo>
                    <a:pt x="9" y="18"/>
                    <a:pt x="1" y="35"/>
                    <a:pt x="17" y="51"/>
                  </a:cubicBezTo>
                  <a:cubicBezTo>
                    <a:pt x="34" y="93"/>
                    <a:pt x="59" y="126"/>
                    <a:pt x="84" y="167"/>
                  </a:cubicBezTo>
                  <a:cubicBezTo>
                    <a:pt x="92" y="184"/>
                    <a:pt x="100" y="200"/>
                    <a:pt x="117" y="217"/>
                  </a:cubicBezTo>
                  <a:cubicBezTo>
                    <a:pt x="125" y="225"/>
                    <a:pt x="125" y="233"/>
                    <a:pt x="133" y="242"/>
                  </a:cubicBezTo>
                  <a:cubicBezTo>
                    <a:pt x="142" y="258"/>
                    <a:pt x="150" y="267"/>
                    <a:pt x="158" y="275"/>
                  </a:cubicBezTo>
                  <a:cubicBezTo>
                    <a:pt x="162" y="279"/>
                    <a:pt x="169" y="281"/>
                    <a:pt x="175" y="281"/>
                  </a:cubicBezTo>
                  <a:cubicBezTo>
                    <a:pt x="181" y="281"/>
                    <a:pt x="187" y="279"/>
                    <a:pt x="191" y="275"/>
                  </a:cubicBezTo>
                  <a:cubicBezTo>
                    <a:pt x="208" y="267"/>
                    <a:pt x="208" y="258"/>
                    <a:pt x="208" y="242"/>
                  </a:cubicBezTo>
                  <a:cubicBezTo>
                    <a:pt x="208" y="233"/>
                    <a:pt x="200" y="217"/>
                    <a:pt x="191" y="209"/>
                  </a:cubicBezTo>
                  <a:cubicBezTo>
                    <a:pt x="191" y="200"/>
                    <a:pt x="183" y="192"/>
                    <a:pt x="183" y="184"/>
                  </a:cubicBezTo>
                  <a:cubicBezTo>
                    <a:pt x="167" y="167"/>
                    <a:pt x="158" y="142"/>
                    <a:pt x="142" y="126"/>
                  </a:cubicBezTo>
                  <a:cubicBezTo>
                    <a:pt x="125" y="93"/>
                    <a:pt x="100" y="51"/>
                    <a:pt x="75" y="18"/>
                  </a:cubicBezTo>
                  <a:cubicBezTo>
                    <a:pt x="70" y="8"/>
                    <a:pt x="59" y="1"/>
                    <a:pt x="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36"/>
            <p:cNvSpPr/>
            <p:nvPr/>
          </p:nvSpPr>
          <p:spPr>
            <a:xfrm>
              <a:off x="4468075" y="1252375"/>
              <a:ext cx="1875" cy="9550"/>
            </a:xfrm>
            <a:custGeom>
              <a:rect b="b" l="l" r="r" t="t"/>
              <a:pathLst>
                <a:path extrusionOk="0" h="382" w="75">
                  <a:moveTo>
                    <a:pt x="25" y="1"/>
                  </a:moveTo>
                  <a:cubicBezTo>
                    <a:pt x="17" y="1"/>
                    <a:pt x="8" y="9"/>
                    <a:pt x="0" y="17"/>
                  </a:cubicBezTo>
                  <a:cubicBezTo>
                    <a:pt x="0" y="42"/>
                    <a:pt x="0" y="75"/>
                    <a:pt x="0" y="100"/>
                  </a:cubicBezTo>
                  <a:cubicBezTo>
                    <a:pt x="0" y="125"/>
                    <a:pt x="0" y="158"/>
                    <a:pt x="0" y="183"/>
                  </a:cubicBezTo>
                  <a:cubicBezTo>
                    <a:pt x="8" y="241"/>
                    <a:pt x="8" y="291"/>
                    <a:pt x="8" y="349"/>
                  </a:cubicBezTo>
                  <a:cubicBezTo>
                    <a:pt x="8" y="365"/>
                    <a:pt x="25" y="382"/>
                    <a:pt x="41" y="382"/>
                  </a:cubicBezTo>
                  <a:cubicBezTo>
                    <a:pt x="58" y="382"/>
                    <a:pt x="66" y="365"/>
                    <a:pt x="66" y="349"/>
                  </a:cubicBezTo>
                  <a:cubicBezTo>
                    <a:pt x="75" y="299"/>
                    <a:pt x="75" y="241"/>
                    <a:pt x="75" y="183"/>
                  </a:cubicBezTo>
                  <a:cubicBezTo>
                    <a:pt x="75" y="158"/>
                    <a:pt x="75" y="125"/>
                    <a:pt x="66" y="100"/>
                  </a:cubicBezTo>
                  <a:cubicBezTo>
                    <a:pt x="66" y="67"/>
                    <a:pt x="58" y="42"/>
                    <a:pt x="50" y="17"/>
                  </a:cubicBezTo>
                  <a:cubicBezTo>
                    <a:pt x="50" y="9"/>
                    <a:pt x="41" y="1"/>
                    <a:pt x="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36"/>
            <p:cNvSpPr/>
            <p:nvPr/>
          </p:nvSpPr>
          <p:spPr>
            <a:xfrm>
              <a:off x="4468275" y="1242025"/>
              <a:ext cx="225" cy="25"/>
            </a:xfrm>
            <a:custGeom>
              <a:rect b="b" l="l" r="r" t="t"/>
              <a:pathLst>
                <a:path extrusionOk="0" h="1" w="9">
                  <a:moveTo>
                    <a:pt x="9" y="1"/>
                  </a:moveTo>
                  <a:cubicBezTo>
                    <a:pt x="9" y="1"/>
                    <a:pt x="0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36"/>
            <p:cNvSpPr/>
            <p:nvPr/>
          </p:nvSpPr>
          <p:spPr>
            <a:xfrm>
              <a:off x="4179925" y="1141725"/>
              <a:ext cx="378275" cy="376675"/>
            </a:xfrm>
            <a:custGeom>
              <a:rect b="b" l="l" r="r" t="t"/>
              <a:pathLst>
                <a:path extrusionOk="0" h="15067" w="15131">
                  <a:moveTo>
                    <a:pt x="10291" y="176"/>
                  </a:moveTo>
                  <a:cubicBezTo>
                    <a:pt x="10275" y="193"/>
                    <a:pt x="10291" y="210"/>
                    <a:pt x="10308" y="218"/>
                  </a:cubicBezTo>
                  <a:lnTo>
                    <a:pt x="10391" y="218"/>
                  </a:lnTo>
                  <a:cubicBezTo>
                    <a:pt x="10416" y="234"/>
                    <a:pt x="10441" y="251"/>
                    <a:pt x="10457" y="268"/>
                  </a:cubicBezTo>
                  <a:cubicBezTo>
                    <a:pt x="10590" y="392"/>
                    <a:pt x="10664" y="574"/>
                    <a:pt x="10805" y="698"/>
                  </a:cubicBezTo>
                  <a:cubicBezTo>
                    <a:pt x="10810" y="703"/>
                    <a:pt x="10816" y="705"/>
                    <a:pt x="10822" y="705"/>
                  </a:cubicBezTo>
                  <a:cubicBezTo>
                    <a:pt x="10840" y="705"/>
                    <a:pt x="10861" y="689"/>
                    <a:pt x="10855" y="665"/>
                  </a:cubicBezTo>
                  <a:cubicBezTo>
                    <a:pt x="10813" y="558"/>
                    <a:pt x="10747" y="458"/>
                    <a:pt x="10681" y="367"/>
                  </a:cubicBezTo>
                  <a:cubicBezTo>
                    <a:pt x="10656" y="326"/>
                    <a:pt x="10623" y="284"/>
                    <a:pt x="10590" y="243"/>
                  </a:cubicBezTo>
                  <a:lnTo>
                    <a:pt x="10590" y="243"/>
                  </a:lnTo>
                  <a:cubicBezTo>
                    <a:pt x="10697" y="268"/>
                    <a:pt x="10805" y="301"/>
                    <a:pt x="10905" y="350"/>
                  </a:cubicBezTo>
                  <a:cubicBezTo>
                    <a:pt x="11087" y="442"/>
                    <a:pt x="11244" y="566"/>
                    <a:pt x="11410" y="690"/>
                  </a:cubicBezTo>
                  <a:cubicBezTo>
                    <a:pt x="11741" y="955"/>
                    <a:pt x="12073" y="1229"/>
                    <a:pt x="12421" y="1461"/>
                  </a:cubicBezTo>
                  <a:cubicBezTo>
                    <a:pt x="12595" y="1585"/>
                    <a:pt x="12794" y="1709"/>
                    <a:pt x="13009" y="1734"/>
                  </a:cubicBezTo>
                  <a:cubicBezTo>
                    <a:pt x="13012" y="1735"/>
                    <a:pt x="13014" y="1735"/>
                    <a:pt x="13017" y="1735"/>
                  </a:cubicBezTo>
                  <a:cubicBezTo>
                    <a:pt x="13051" y="1735"/>
                    <a:pt x="13057" y="1683"/>
                    <a:pt x="13026" y="1668"/>
                  </a:cubicBezTo>
                  <a:lnTo>
                    <a:pt x="13026" y="1668"/>
                  </a:lnTo>
                  <a:cubicBezTo>
                    <a:pt x="13133" y="1701"/>
                    <a:pt x="13225" y="1742"/>
                    <a:pt x="13316" y="1800"/>
                  </a:cubicBezTo>
                  <a:cubicBezTo>
                    <a:pt x="13415" y="1867"/>
                    <a:pt x="13473" y="1949"/>
                    <a:pt x="13556" y="2032"/>
                  </a:cubicBezTo>
                  <a:cubicBezTo>
                    <a:pt x="13573" y="2049"/>
                    <a:pt x="13589" y="2065"/>
                    <a:pt x="13606" y="2074"/>
                  </a:cubicBezTo>
                  <a:cubicBezTo>
                    <a:pt x="13647" y="2132"/>
                    <a:pt x="13705" y="2173"/>
                    <a:pt x="13763" y="2206"/>
                  </a:cubicBezTo>
                  <a:cubicBezTo>
                    <a:pt x="13887" y="2264"/>
                    <a:pt x="14020" y="2306"/>
                    <a:pt x="14144" y="2355"/>
                  </a:cubicBezTo>
                  <a:cubicBezTo>
                    <a:pt x="14202" y="2380"/>
                    <a:pt x="14260" y="2397"/>
                    <a:pt x="14293" y="2438"/>
                  </a:cubicBezTo>
                  <a:cubicBezTo>
                    <a:pt x="14327" y="2480"/>
                    <a:pt x="14335" y="2529"/>
                    <a:pt x="14343" y="2571"/>
                  </a:cubicBezTo>
                  <a:cubicBezTo>
                    <a:pt x="14343" y="2621"/>
                    <a:pt x="14343" y="2662"/>
                    <a:pt x="14343" y="2712"/>
                  </a:cubicBezTo>
                  <a:cubicBezTo>
                    <a:pt x="14318" y="2728"/>
                    <a:pt x="14318" y="2753"/>
                    <a:pt x="14335" y="2770"/>
                  </a:cubicBezTo>
                  <a:lnTo>
                    <a:pt x="14335" y="2778"/>
                  </a:lnTo>
                  <a:cubicBezTo>
                    <a:pt x="14335" y="2828"/>
                    <a:pt x="14335" y="2877"/>
                    <a:pt x="14343" y="2927"/>
                  </a:cubicBezTo>
                  <a:cubicBezTo>
                    <a:pt x="14343" y="2952"/>
                    <a:pt x="14367" y="2963"/>
                    <a:pt x="14390" y="2963"/>
                  </a:cubicBezTo>
                  <a:cubicBezTo>
                    <a:pt x="14397" y="2963"/>
                    <a:pt x="14403" y="2962"/>
                    <a:pt x="14409" y="2960"/>
                  </a:cubicBezTo>
                  <a:cubicBezTo>
                    <a:pt x="14426" y="2944"/>
                    <a:pt x="14451" y="2927"/>
                    <a:pt x="14459" y="2902"/>
                  </a:cubicBezTo>
                  <a:cubicBezTo>
                    <a:pt x="14550" y="2985"/>
                    <a:pt x="14641" y="3076"/>
                    <a:pt x="14724" y="3167"/>
                  </a:cubicBezTo>
                  <a:cubicBezTo>
                    <a:pt x="14832" y="3292"/>
                    <a:pt x="14948" y="3433"/>
                    <a:pt x="14956" y="3607"/>
                  </a:cubicBezTo>
                  <a:cubicBezTo>
                    <a:pt x="14964" y="3789"/>
                    <a:pt x="14890" y="3963"/>
                    <a:pt x="14799" y="4120"/>
                  </a:cubicBezTo>
                  <a:cubicBezTo>
                    <a:pt x="14716" y="4278"/>
                    <a:pt x="14625" y="4427"/>
                    <a:pt x="14517" y="4568"/>
                  </a:cubicBezTo>
                  <a:cubicBezTo>
                    <a:pt x="14409" y="4717"/>
                    <a:pt x="14293" y="4849"/>
                    <a:pt x="14169" y="4982"/>
                  </a:cubicBezTo>
                  <a:cubicBezTo>
                    <a:pt x="14045" y="5115"/>
                    <a:pt x="13912" y="5231"/>
                    <a:pt x="13788" y="5363"/>
                  </a:cubicBezTo>
                  <a:cubicBezTo>
                    <a:pt x="13539" y="5645"/>
                    <a:pt x="13382" y="5993"/>
                    <a:pt x="13200" y="6316"/>
                  </a:cubicBezTo>
                  <a:cubicBezTo>
                    <a:pt x="13092" y="6506"/>
                    <a:pt x="12984" y="6697"/>
                    <a:pt x="12877" y="6888"/>
                  </a:cubicBezTo>
                  <a:cubicBezTo>
                    <a:pt x="12835" y="6962"/>
                    <a:pt x="12794" y="7062"/>
                    <a:pt x="12727" y="7128"/>
                  </a:cubicBezTo>
                  <a:cubicBezTo>
                    <a:pt x="12713" y="7149"/>
                    <a:pt x="12692" y="7171"/>
                    <a:pt x="12671" y="7171"/>
                  </a:cubicBezTo>
                  <a:cubicBezTo>
                    <a:pt x="12668" y="7171"/>
                    <a:pt x="12664" y="7170"/>
                    <a:pt x="12661" y="7169"/>
                  </a:cubicBezTo>
                  <a:cubicBezTo>
                    <a:pt x="12653" y="7169"/>
                    <a:pt x="12645" y="7161"/>
                    <a:pt x="12636" y="7153"/>
                  </a:cubicBezTo>
                  <a:cubicBezTo>
                    <a:pt x="12630" y="7141"/>
                    <a:pt x="12633" y="7129"/>
                    <a:pt x="12632" y="7129"/>
                  </a:cubicBezTo>
                  <a:lnTo>
                    <a:pt x="12632" y="7129"/>
                  </a:lnTo>
                  <a:cubicBezTo>
                    <a:pt x="12631" y="7129"/>
                    <a:pt x="12630" y="7131"/>
                    <a:pt x="12628" y="7136"/>
                  </a:cubicBezTo>
                  <a:cubicBezTo>
                    <a:pt x="12653" y="7081"/>
                    <a:pt x="12618" y="7035"/>
                    <a:pt x="12571" y="7035"/>
                  </a:cubicBezTo>
                  <a:cubicBezTo>
                    <a:pt x="12555" y="7035"/>
                    <a:pt x="12537" y="7040"/>
                    <a:pt x="12520" y="7053"/>
                  </a:cubicBezTo>
                  <a:cubicBezTo>
                    <a:pt x="12181" y="6689"/>
                    <a:pt x="11990" y="6208"/>
                    <a:pt x="11899" y="5719"/>
                  </a:cubicBezTo>
                  <a:cubicBezTo>
                    <a:pt x="11841" y="5405"/>
                    <a:pt x="11816" y="5073"/>
                    <a:pt x="11799" y="4750"/>
                  </a:cubicBezTo>
                  <a:cubicBezTo>
                    <a:pt x="11783" y="4427"/>
                    <a:pt x="11766" y="4095"/>
                    <a:pt x="11750" y="3764"/>
                  </a:cubicBezTo>
                  <a:cubicBezTo>
                    <a:pt x="11741" y="3582"/>
                    <a:pt x="11733" y="3391"/>
                    <a:pt x="11725" y="3209"/>
                  </a:cubicBezTo>
                  <a:cubicBezTo>
                    <a:pt x="11725" y="3135"/>
                    <a:pt x="11725" y="3061"/>
                    <a:pt x="11717" y="2988"/>
                  </a:cubicBezTo>
                  <a:lnTo>
                    <a:pt x="11717" y="2988"/>
                  </a:lnTo>
                  <a:cubicBezTo>
                    <a:pt x="11718" y="2994"/>
                    <a:pt x="11725" y="2994"/>
                    <a:pt x="11725" y="3002"/>
                  </a:cubicBezTo>
                  <a:cubicBezTo>
                    <a:pt x="11758" y="3109"/>
                    <a:pt x="11783" y="3225"/>
                    <a:pt x="11833" y="3325"/>
                  </a:cubicBezTo>
                  <a:cubicBezTo>
                    <a:pt x="11840" y="3344"/>
                    <a:pt x="11858" y="3352"/>
                    <a:pt x="11875" y="3352"/>
                  </a:cubicBezTo>
                  <a:cubicBezTo>
                    <a:pt x="11897" y="3352"/>
                    <a:pt x="11919" y="3339"/>
                    <a:pt x="11924" y="3317"/>
                  </a:cubicBezTo>
                  <a:cubicBezTo>
                    <a:pt x="11957" y="3126"/>
                    <a:pt x="11866" y="2902"/>
                    <a:pt x="11791" y="2737"/>
                  </a:cubicBezTo>
                  <a:cubicBezTo>
                    <a:pt x="11708" y="2546"/>
                    <a:pt x="11592" y="2372"/>
                    <a:pt x="11468" y="2206"/>
                  </a:cubicBezTo>
                  <a:cubicBezTo>
                    <a:pt x="11219" y="1867"/>
                    <a:pt x="10938" y="1560"/>
                    <a:pt x="10714" y="1204"/>
                  </a:cubicBezTo>
                  <a:cubicBezTo>
                    <a:pt x="10631" y="1071"/>
                    <a:pt x="10548" y="930"/>
                    <a:pt x="10490" y="781"/>
                  </a:cubicBezTo>
                  <a:cubicBezTo>
                    <a:pt x="10490" y="781"/>
                    <a:pt x="10490" y="773"/>
                    <a:pt x="10490" y="773"/>
                  </a:cubicBezTo>
                  <a:cubicBezTo>
                    <a:pt x="10474" y="707"/>
                    <a:pt x="10449" y="640"/>
                    <a:pt x="10416" y="574"/>
                  </a:cubicBezTo>
                  <a:cubicBezTo>
                    <a:pt x="10416" y="574"/>
                    <a:pt x="10416" y="574"/>
                    <a:pt x="10416" y="566"/>
                  </a:cubicBezTo>
                  <a:cubicBezTo>
                    <a:pt x="10407" y="566"/>
                    <a:pt x="10407" y="566"/>
                    <a:pt x="10407" y="558"/>
                  </a:cubicBezTo>
                  <a:cubicBezTo>
                    <a:pt x="10407" y="558"/>
                    <a:pt x="10399" y="549"/>
                    <a:pt x="10399" y="541"/>
                  </a:cubicBezTo>
                  <a:cubicBezTo>
                    <a:pt x="10366" y="475"/>
                    <a:pt x="10316" y="408"/>
                    <a:pt x="10267" y="350"/>
                  </a:cubicBezTo>
                  <a:cubicBezTo>
                    <a:pt x="10225" y="301"/>
                    <a:pt x="10184" y="251"/>
                    <a:pt x="10134" y="210"/>
                  </a:cubicBezTo>
                  <a:cubicBezTo>
                    <a:pt x="10167" y="185"/>
                    <a:pt x="10200" y="176"/>
                    <a:pt x="10242" y="176"/>
                  </a:cubicBezTo>
                  <a:close/>
                  <a:moveTo>
                    <a:pt x="5105" y="201"/>
                  </a:moveTo>
                  <a:lnTo>
                    <a:pt x="5105" y="201"/>
                  </a:lnTo>
                  <a:cubicBezTo>
                    <a:pt x="4997" y="317"/>
                    <a:pt x="4939" y="483"/>
                    <a:pt x="4889" y="624"/>
                  </a:cubicBezTo>
                  <a:cubicBezTo>
                    <a:pt x="4806" y="889"/>
                    <a:pt x="4707" y="1146"/>
                    <a:pt x="4599" y="1394"/>
                  </a:cubicBezTo>
                  <a:cubicBezTo>
                    <a:pt x="4483" y="1643"/>
                    <a:pt x="4376" y="1908"/>
                    <a:pt x="4235" y="2140"/>
                  </a:cubicBezTo>
                  <a:cubicBezTo>
                    <a:pt x="4110" y="2339"/>
                    <a:pt x="3953" y="2513"/>
                    <a:pt x="3804" y="2687"/>
                  </a:cubicBezTo>
                  <a:cubicBezTo>
                    <a:pt x="3713" y="2786"/>
                    <a:pt x="3630" y="2894"/>
                    <a:pt x="3555" y="2993"/>
                  </a:cubicBezTo>
                  <a:cubicBezTo>
                    <a:pt x="3481" y="3101"/>
                    <a:pt x="3423" y="3217"/>
                    <a:pt x="3381" y="3341"/>
                  </a:cubicBezTo>
                  <a:cubicBezTo>
                    <a:pt x="3376" y="3364"/>
                    <a:pt x="3400" y="3382"/>
                    <a:pt x="3421" y="3382"/>
                  </a:cubicBezTo>
                  <a:cubicBezTo>
                    <a:pt x="3432" y="3382"/>
                    <a:pt x="3442" y="3377"/>
                    <a:pt x="3448" y="3366"/>
                  </a:cubicBezTo>
                  <a:cubicBezTo>
                    <a:pt x="3539" y="3167"/>
                    <a:pt x="3671" y="3010"/>
                    <a:pt x="3821" y="2844"/>
                  </a:cubicBezTo>
                  <a:lnTo>
                    <a:pt x="3821" y="2844"/>
                  </a:lnTo>
                  <a:cubicBezTo>
                    <a:pt x="3696" y="3151"/>
                    <a:pt x="3655" y="3474"/>
                    <a:pt x="3638" y="3805"/>
                  </a:cubicBezTo>
                  <a:cubicBezTo>
                    <a:pt x="3613" y="4286"/>
                    <a:pt x="3638" y="4775"/>
                    <a:pt x="3597" y="5255"/>
                  </a:cubicBezTo>
                  <a:cubicBezTo>
                    <a:pt x="3580" y="5388"/>
                    <a:pt x="3572" y="5529"/>
                    <a:pt x="3539" y="5653"/>
                  </a:cubicBezTo>
                  <a:cubicBezTo>
                    <a:pt x="3514" y="5769"/>
                    <a:pt x="3481" y="5885"/>
                    <a:pt x="3448" y="5993"/>
                  </a:cubicBezTo>
                  <a:cubicBezTo>
                    <a:pt x="3381" y="6216"/>
                    <a:pt x="3307" y="6432"/>
                    <a:pt x="3199" y="6631"/>
                  </a:cubicBezTo>
                  <a:cubicBezTo>
                    <a:pt x="3149" y="6730"/>
                    <a:pt x="3091" y="6830"/>
                    <a:pt x="3033" y="6921"/>
                  </a:cubicBezTo>
                  <a:cubicBezTo>
                    <a:pt x="2967" y="7004"/>
                    <a:pt x="2901" y="7103"/>
                    <a:pt x="2810" y="7161"/>
                  </a:cubicBezTo>
                  <a:cubicBezTo>
                    <a:pt x="2781" y="7183"/>
                    <a:pt x="2740" y="7204"/>
                    <a:pt x="2702" y="7204"/>
                  </a:cubicBezTo>
                  <a:cubicBezTo>
                    <a:pt x="2697" y="7204"/>
                    <a:pt x="2691" y="7204"/>
                    <a:pt x="2685" y="7202"/>
                  </a:cubicBezTo>
                  <a:cubicBezTo>
                    <a:pt x="2627" y="7194"/>
                    <a:pt x="2603" y="7136"/>
                    <a:pt x="2569" y="7095"/>
                  </a:cubicBezTo>
                  <a:lnTo>
                    <a:pt x="2346" y="6780"/>
                  </a:lnTo>
                  <a:cubicBezTo>
                    <a:pt x="2056" y="6366"/>
                    <a:pt x="1766" y="5960"/>
                    <a:pt x="1542" y="5512"/>
                  </a:cubicBezTo>
                  <a:cubicBezTo>
                    <a:pt x="1327" y="5090"/>
                    <a:pt x="1144" y="4642"/>
                    <a:pt x="887" y="4228"/>
                  </a:cubicBezTo>
                  <a:cubicBezTo>
                    <a:pt x="771" y="4029"/>
                    <a:pt x="622" y="3847"/>
                    <a:pt x="481" y="3656"/>
                  </a:cubicBezTo>
                  <a:cubicBezTo>
                    <a:pt x="415" y="3565"/>
                    <a:pt x="341" y="3466"/>
                    <a:pt x="283" y="3366"/>
                  </a:cubicBezTo>
                  <a:cubicBezTo>
                    <a:pt x="249" y="3325"/>
                    <a:pt x="225" y="3275"/>
                    <a:pt x="200" y="3225"/>
                  </a:cubicBezTo>
                  <a:cubicBezTo>
                    <a:pt x="183" y="3201"/>
                    <a:pt x="167" y="3176"/>
                    <a:pt x="158" y="3151"/>
                  </a:cubicBezTo>
                  <a:cubicBezTo>
                    <a:pt x="142" y="3118"/>
                    <a:pt x="150" y="3101"/>
                    <a:pt x="175" y="3076"/>
                  </a:cubicBezTo>
                  <a:cubicBezTo>
                    <a:pt x="299" y="2919"/>
                    <a:pt x="490" y="2836"/>
                    <a:pt x="622" y="2687"/>
                  </a:cubicBezTo>
                  <a:cubicBezTo>
                    <a:pt x="697" y="2604"/>
                    <a:pt x="738" y="2505"/>
                    <a:pt x="780" y="2405"/>
                  </a:cubicBezTo>
                  <a:cubicBezTo>
                    <a:pt x="813" y="2314"/>
                    <a:pt x="863" y="2231"/>
                    <a:pt x="945" y="2173"/>
                  </a:cubicBezTo>
                  <a:cubicBezTo>
                    <a:pt x="1103" y="2065"/>
                    <a:pt x="1302" y="2041"/>
                    <a:pt x="1476" y="1958"/>
                  </a:cubicBezTo>
                  <a:cubicBezTo>
                    <a:pt x="1675" y="1858"/>
                    <a:pt x="1840" y="1701"/>
                    <a:pt x="2023" y="1568"/>
                  </a:cubicBezTo>
                  <a:cubicBezTo>
                    <a:pt x="2362" y="1345"/>
                    <a:pt x="2777" y="1237"/>
                    <a:pt x="3116" y="997"/>
                  </a:cubicBezTo>
                  <a:lnTo>
                    <a:pt x="3116" y="997"/>
                  </a:lnTo>
                  <a:cubicBezTo>
                    <a:pt x="3017" y="1104"/>
                    <a:pt x="2909" y="1204"/>
                    <a:pt x="2801" y="1295"/>
                  </a:cubicBezTo>
                  <a:cubicBezTo>
                    <a:pt x="2786" y="1318"/>
                    <a:pt x="2799" y="1354"/>
                    <a:pt x="2826" y="1354"/>
                  </a:cubicBezTo>
                  <a:cubicBezTo>
                    <a:pt x="2829" y="1354"/>
                    <a:pt x="2832" y="1354"/>
                    <a:pt x="2835" y="1353"/>
                  </a:cubicBezTo>
                  <a:cubicBezTo>
                    <a:pt x="3009" y="1303"/>
                    <a:pt x="3125" y="1171"/>
                    <a:pt x="3241" y="1046"/>
                  </a:cubicBezTo>
                  <a:cubicBezTo>
                    <a:pt x="3365" y="914"/>
                    <a:pt x="3473" y="773"/>
                    <a:pt x="3613" y="665"/>
                  </a:cubicBezTo>
                  <a:cubicBezTo>
                    <a:pt x="3787" y="533"/>
                    <a:pt x="4003" y="458"/>
                    <a:pt x="4202" y="408"/>
                  </a:cubicBezTo>
                  <a:cubicBezTo>
                    <a:pt x="4309" y="375"/>
                    <a:pt x="4409" y="359"/>
                    <a:pt x="4508" y="342"/>
                  </a:cubicBezTo>
                  <a:cubicBezTo>
                    <a:pt x="4566" y="334"/>
                    <a:pt x="4616" y="326"/>
                    <a:pt x="4674" y="317"/>
                  </a:cubicBezTo>
                  <a:lnTo>
                    <a:pt x="4707" y="317"/>
                  </a:lnTo>
                  <a:lnTo>
                    <a:pt x="4699" y="334"/>
                  </a:lnTo>
                  <a:cubicBezTo>
                    <a:pt x="4616" y="450"/>
                    <a:pt x="4533" y="566"/>
                    <a:pt x="4450" y="674"/>
                  </a:cubicBezTo>
                  <a:cubicBezTo>
                    <a:pt x="4359" y="781"/>
                    <a:pt x="4260" y="889"/>
                    <a:pt x="4202" y="1022"/>
                  </a:cubicBezTo>
                  <a:cubicBezTo>
                    <a:pt x="4194" y="1036"/>
                    <a:pt x="4206" y="1056"/>
                    <a:pt x="4225" y="1056"/>
                  </a:cubicBezTo>
                  <a:cubicBezTo>
                    <a:pt x="4228" y="1056"/>
                    <a:pt x="4231" y="1056"/>
                    <a:pt x="4235" y="1055"/>
                  </a:cubicBezTo>
                  <a:cubicBezTo>
                    <a:pt x="4342" y="988"/>
                    <a:pt x="4425" y="897"/>
                    <a:pt x="4508" y="798"/>
                  </a:cubicBezTo>
                  <a:cubicBezTo>
                    <a:pt x="4591" y="698"/>
                    <a:pt x="4666" y="591"/>
                    <a:pt x="4740" y="491"/>
                  </a:cubicBezTo>
                  <a:cubicBezTo>
                    <a:pt x="4806" y="400"/>
                    <a:pt x="4864" y="276"/>
                    <a:pt x="4972" y="234"/>
                  </a:cubicBezTo>
                  <a:cubicBezTo>
                    <a:pt x="5014" y="218"/>
                    <a:pt x="5063" y="210"/>
                    <a:pt x="5105" y="201"/>
                  </a:cubicBezTo>
                  <a:close/>
                  <a:moveTo>
                    <a:pt x="7539" y="104"/>
                  </a:moveTo>
                  <a:cubicBezTo>
                    <a:pt x="7581" y="104"/>
                    <a:pt x="7623" y="106"/>
                    <a:pt x="7665" y="110"/>
                  </a:cubicBezTo>
                  <a:cubicBezTo>
                    <a:pt x="7831" y="135"/>
                    <a:pt x="7988" y="193"/>
                    <a:pt x="8154" y="226"/>
                  </a:cubicBezTo>
                  <a:cubicBezTo>
                    <a:pt x="8320" y="263"/>
                    <a:pt x="8489" y="276"/>
                    <a:pt x="8660" y="276"/>
                  </a:cubicBezTo>
                  <a:cubicBezTo>
                    <a:pt x="8831" y="276"/>
                    <a:pt x="9003" y="263"/>
                    <a:pt x="9173" y="251"/>
                  </a:cubicBezTo>
                  <a:cubicBezTo>
                    <a:pt x="9314" y="244"/>
                    <a:pt x="9465" y="232"/>
                    <a:pt x="9610" y="232"/>
                  </a:cubicBezTo>
                  <a:cubicBezTo>
                    <a:pt x="9644" y="232"/>
                    <a:pt x="9678" y="233"/>
                    <a:pt x="9711" y="234"/>
                  </a:cubicBezTo>
                  <a:cubicBezTo>
                    <a:pt x="9827" y="234"/>
                    <a:pt x="9985" y="259"/>
                    <a:pt x="10035" y="375"/>
                  </a:cubicBezTo>
                  <a:cubicBezTo>
                    <a:pt x="10048" y="410"/>
                    <a:pt x="10076" y="424"/>
                    <a:pt x="10104" y="424"/>
                  </a:cubicBezTo>
                  <a:cubicBezTo>
                    <a:pt x="10130" y="424"/>
                    <a:pt x="10155" y="412"/>
                    <a:pt x="10167" y="392"/>
                  </a:cubicBezTo>
                  <a:lnTo>
                    <a:pt x="10175" y="400"/>
                  </a:lnTo>
                  <a:cubicBezTo>
                    <a:pt x="10217" y="458"/>
                    <a:pt x="10258" y="524"/>
                    <a:pt x="10300" y="591"/>
                  </a:cubicBezTo>
                  <a:cubicBezTo>
                    <a:pt x="10333" y="649"/>
                    <a:pt x="10358" y="715"/>
                    <a:pt x="10374" y="790"/>
                  </a:cubicBezTo>
                  <a:cubicBezTo>
                    <a:pt x="10383" y="823"/>
                    <a:pt x="10391" y="856"/>
                    <a:pt x="10391" y="889"/>
                  </a:cubicBezTo>
                  <a:cubicBezTo>
                    <a:pt x="10399" y="922"/>
                    <a:pt x="10407" y="964"/>
                    <a:pt x="10424" y="988"/>
                  </a:cubicBezTo>
                  <a:cubicBezTo>
                    <a:pt x="10428" y="993"/>
                    <a:pt x="10436" y="995"/>
                    <a:pt x="10445" y="995"/>
                  </a:cubicBezTo>
                  <a:cubicBezTo>
                    <a:pt x="10453" y="995"/>
                    <a:pt x="10461" y="993"/>
                    <a:pt x="10465" y="988"/>
                  </a:cubicBezTo>
                  <a:cubicBezTo>
                    <a:pt x="10474" y="980"/>
                    <a:pt x="10482" y="972"/>
                    <a:pt x="10482" y="964"/>
                  </a:cubicBezTo>
                  <a:cubicBezTo>
                    <a:pt x="10507" y="1022"/>
                    <a:pt x="10540" y="1088"/>
                    <a:pt x="10565" y="1146"/>
                  </a:cubicBezTo>
                  <a:cubicBezTo>
                    <a:pt x="10664" y="1328"/>
                    <a:pt x="10780" y="1502"/>
                    <a:pt x="10896" y="1668"/>
                  </a:cubicBezTo>
                  <a:cubicBezTo>
                    <a:pt x="11137" y="1999"/>
                    <a:pt x="11393" y="2314"/>
                    <a:pt x="11592" y="2687"/>
                  </a:cubicBezTo>
                  <a:cubicBezTo>
                    <a:pt x="11601" y="2712"/>
                    <a:pt x="11617" y="2737"/>
                    <a:pt x="11625" y="2761"/>
                  </a:cubicBezTo>
                  <a:cubicBezTo>
                    <a:pt x="11617" y="2894"/>
                    <a:pt x="11625" y="3035"/>
                    <a:pt x="11625" y="3167"/>
                  </a:cubicBezTo>
                  <a:cubicBezTo>
                    <a:pt x="11634" y="3341"/>
                    <a:pt x="11642" y="3507"/>
                    <a:pt x="11642" y="3681"/>
                  </a:cubicBezTo>
                  <a:cubicBezTo>
                    <a:pt x="11650" y="4004"/>
                    <a:pt x="11650" y="4327"/>
                    <a:pt x="11667" y="4651"/>
                  </a:cubicBezTo>
                  <a:cubicBezTo>
                    <a:pt x="11650" y="4651"/>
                    <a:pt x="11634" y="4659"/>
                    <a:pt x="11634" y="4675"/>
                  </a:cubicBezTo>
                  <a:cubicBezTo>
                    <a:pt x="11642" y="5073"/>
                    <a:pt x="11667" y="5471"/>
                    <a:pt x="11675" y="5869"/>
                  </a:cubicBezTo>
                  <a:cubicBezTo>
                    <a:pt x="11683" y="6051"/>
                    <a:pt x="11683" y="6241"/>
                    <a:pt x="11675" y="6424"/>
                  </a:cubicBezTo>
                  <a:cubicBezTo>
                    <a:pt x="11659" y="6614"/>
                    <a:pt x="11625" y="6796"/>
                    <a:pt x="11592" y="6987"/>
                  </a:cubicBezTo>
                  <a:cubicBezTo>
                    <a:pt x="11587" y="7013"/>
                    <a:pt x="11609" y="7033"/>
                    <a:pt x="11629" y="7033"/>
                  </a:cubicBezTo>
                  <a:cubicBezTo>
                    <a:pt x="11641" y="7033"/>
                    <a:pt x="11653" y="7027"/>
                    <a:pt x="11659" y="7012"/>
                  </a:cubicBezTo>
                  <a:cubicBezTo>
                    <a:pt x="11824" y="6680"/>
                    <a:pt x="11816" y="6274"/>
                    <a:pt x="11799" y="5910"/>
                  </a:cubicBezTo>
                  <a:lnTo>
                    <a:pt x="11799" y="5910"/>
                  </a:lnTo>
                  <a:cubicBezTo>
                    <a:pt x="11841" y="6125"/>
                    <a:pt x="11907" y="6332"/>
                    <a:pt x="11998" y="6531"/>
                  </a:cubicBezTo>
                  <a:cubicBezTo>
                    <a:pt x="12106" y="6780"/>
                    <a:pt x="12255" y="7012"/>
                    <a:pt x="12454" y="7211"/>
                  </a:cubicBezTo>
                  <a:cubicBezTo>
                    <a:pt x="12504" y="7509"/>
                    <a:pt x="12578" y="7807"/>
                    <a:pt x="12636" y="8114"/>
                  </a:cubicBezTo>
                  <a:cubicBezTo>
                    <a:pt x="12703" y="8437"/>
                    <a:pt x="12711" y="8760"/>
                    <a:pt x="12595" y="9083"/>
                  </a:cubicBezTo>
                  <a:lnTo>
                    <a:pt x="12603" y="9083"/>
                  </a:lnTo>
                  <a:cubicBezTo>
                    <a:pt x="12396" y="9672"/>
                    <a:pt x="11924" y="10111"/>
                    <a:pt x="11493" y="10533"/>
                  </a:cubicBezTo>
                  <a:cubicBezTo>
                    <a:pt x="11360" y="10658"/>
                    <a:pt x="11236" y="10774"/>
                    <a:pt x="11112" y="10906"/>
                  </a:cubicBezTo>
                  <a:cubicBezTo>
                    <a:pt x="10987" y="11039"/>
                    <a:pt x="10863" y="11179"/>
                    <a:pt x="10780" y="11345"/>
                  </a:cubicBezTo>
                  <a:cubicBezTo>
                    <a:pt x="10768" y="11370"/>
                    <a:pt x="10792" y="11399"/>
                    <a:pt x="10819" y="11399"/>
                  </a:cubicBezTo>
                  <a:cubicBezTo>
                    <a:pt x="10828" y="11399"/>
                    <a:pt x="10838" y="11395"/>
                    <a:pt x="10847" y="11387"/>
                  </a:cubicBezTo>
                  <a:cubicBezTo>
                    <a:pt x="10963" y="11271"/>
                    <a:pt x="11079" y="11138"/>
                    <a:pt x="11195" y="11022"/>
                  </a:cubicBezTo>
                  <a:cubicBezTo>
                    <a:pt x="11311" y="10906"/>
                    <a:pt x="11427" y="10790"/>
                    <a:pt x="11551" y="10682"/>
                  </a:cubicBezTo>
                  <a:cubicBezTo>
                    <a:pt x="11783" y="10459"/>
                    <a:pt x="12031" y="10252"/>
                    <a:pt x="12239" y="10003"/>
                  </a:cubicBezTo>
                  <a:cubicBezTo>
                    <a:pt x="12371" y="9854"/>
                    <a:pt x="12495" y="9696"/>
                    <a:pt x="12595" y="9522"/>
                  </a:cubicBezTo>
                  <a:cubicBezTo>
                    <a:pt x="12620" y="9663"/>
                    <a:pt x="12686" y="9804"/>
                    <a:pt x="12777" y="9928"/>
                  </a:cubicBezTo>
                  <a:cubicBezTo>
                    <a:pt x="12893" y="10094"/>
                    <a:pt x="13026" y="10260"/>
                    <a:pt x="13133" y="10442"/>
                  </a:cubicBezTo>
                  <a:cubicBezTo>
                    <a:pt x="13241" y="10616"/>
                    <a:pt x="13332" y="10815"/>
                    <a:pt x="13382" y="11014"/>
                  </a:cubicBezTo>
                  <a:cubicBezTo>
                    <a:pt x="13407" y="11113"/>
                    <a:pt x="13432" y="11213"/>
                    <a:pt x="13440" y="11312"/>
                  </a:cubicBezTo>
                  <a:cubicBezTo>
                    <a:pt x="13448" y="11420"/>
                    <a:pt x="13448" y="11527"/>
                    <a:pt x="13457" y="11635"/>
                  </a:cubicBezTo>
                  <a:cubicBezTo>
                    <a:pt x="13464" y="11671"/>
                    <a:pt x="13496" y="11695"/>
                    <a:pt x="13526" y="11695"/>
                  </a:cubicBezTo>
                  <a:cubicBezTo>
                    <a:pt x="13531" y="11695"/>
                    <a:pt x="13535" y="11694"/>
                    <a:pt x="13539" y="11693"/>
                  </a:cubicBezTo>
                  <a:lnTo>
                    <a:pt x="13539" y="11693"/>
                  </a:lnTo>
                  <a:cubicBezTo>
                    <a:pt x="13556" y="12041"/>
                    <a:pt x="13564" y="12381"/>
                    <a:pt x="13473" y="12712"/>
                  </a:cubicBezTo>
                  <a:cubicBezTo>
                    <a:pt x="13415" y="12928"/>
                    <a:pt x="13316" y="13135"/>
                    <a:pt x="13158" y="13292"/>
                  </a:cubicBezTo>
                  <a:cubicBezTo>
                    <a:pt x="13001" y="13475"/>
                    <a:pt x="12794" y="13607"/>
                    <a:pt x="12578" y="13723"/>
                  </a:cubicBezTo>
                  <a:cubicBezTo>
                    <a:pt x="11659" y="14237"/>
                    <a:pt x="10648" y="14568"/>
                    <a:pt x="9612" y="14742"/>
                  </a:cubicBezTo>
                  <a:cubicBezTo>
                    <a:pt x="9017" y="14845"/>
                    <a:pt x="8411" y="14892"/>
                    <a:pt x="7804" y="14892"/>
                  </a:cubicBezTo>
                  <a:cubicBezTo>
                    <a:pt x="7329" y="14892"/>
                    <a:pt x="6853" y="14863"/>
                    <a:pt x="6381" y="14809"/>
                  </a:cubicBezTo>
                  <a:cubicBezTo>
                    <a:pt x="5270" y="14676"/>
                    <a:pt x="4185" y="14411"/>
                    <a:pt x="3133" y="14038"/>
                  </a:cubicBezTo>
                  <a:cubicBezTo>
                    <a:pt x="2884" y="13955"/>
                    <a:pt x="2636" y="13856"/>
                    <a:pt x="2404" y="13731"/>
                  </a:cubicBezTo>
                  <a:cubicBezTo>
                    <a:pt x="2288" y="13673"/>
                    <a:pt x="2172" y="13607"/>
                    <a:pt x="2072" y="13524"/>
                  </a:cubicBezTo>
                  <a:cubicBezTo>
                    <a:pt x="2031" y="13499"/>
                    <a:pt x="1989" y="13466"/>
                    <a:pt x="1973" y="13425"/>
                  </a:cubicBezTo>
                  <a:cubicBezTo>
                    <a:pt x="1931" y="13367"/>
                    <a:pt x="1940" y="13301"/>
                    <a:pt x="1948" y="13234"/>
                  </a:cubicBezTo>
                  <a:cubicBezTo>
                    <a:pt x="1998" y="12787"/>
                    <a:pt x="2072" y="12339"/>
                    <a:pt x="2155" y="11900"/>
                  </a:cubicBezTo>
                  <a:cubicBezTo>
                    <a:pt x="2155" y="11900"/>
                    <a:pt x="2163" y="11892"/>
                    <a:pt x="2163" y="11892"/>
                  </a:cubicBezTo>
                  <a:cubicBezTo>
                    <a:pt x="2197" y="11867"/>
                    <a:pt x="2197" y="11834"/>
                    <a:pt x="2205" y="11793"/>
                  </a:cubicBezTo>
                  <a:cubicBezTo>
                    <a:pt x="2213" y="11751"/>
                    <a:pt x="2221" y="11701"/>
                    <a:pt x="2230" y="11652"/>
                  </a:cubicBezTo>
                  <a:cubicBezTo>
                    <a:pt x="2246" y="11569"/>
                    <a:pt x="2263" y="11486"/>
                    <a:pt x="2279" y="11403"/>
                  </a:cubicBezTo>
                  <a:cubicBezTo>
                    <a:pt x="2321" y="11237"/>
                    <a:pt x="2371" y="11064"/>
                    <a:pt x="2445" y="10906"/>
                  </a:cubicBezTo>
                  <a:cubicBezTo>
                    <a:pt x="2520" y="10749"/>
                    <a:pt x="2603" y="10591"/>
                    <a:pt x="2702" y="10450"/>
                  </a:cubicBezTo>
                  <a:cubicBezTo>
                    <a:pt x="2801" y="10318"/>
                    <a:pt x="2917" y="10194"/>
                    <a:pt x="3025" y="10069"/>
                  </a:cubicBezTo>
                  <a:cubicBezTo>
                    <a:pt x="3075" y="10003"/>
                    <a:pt x="3133" y="9928"/>
                    <a:pt x="3174" y="9846"/>
                  </a:cubicBezTo>
                  <a:cubicBezTo>
                    <a:pt x="3191" y="9879"/>
                    <a:pt x="3207" y="9904"/>
                    <a:pt x="3232" y="9928"/>
                  </a:cubicBezTo>
                  <a:cubicBezTo>
                    <a:pt x="3290" y="10020"/>
                    <a:pt x="3357" y="10111"/>
                    <a:pt x="3415" y="10202"/>
                  </a:cubicBezTo>
                  <a:cubicBezTo>
                    <a:pt x="3481" y="10293"/>
                    <a:pt x="3531" y="10392"/>
                    <a:pt x="3597" y="10475"/>
                  </a:cubicBezTo>
                  <a:cubicBezTo>
                    <a:pt x="3606" y="10486"/>
                    <a:pt x="3616" y="10491"/>
                    <a:pt x="3626" y="10491"/>
                  </a:cubicBezTo>
                  <a:cubicBezTo>
                    <a:pt x="3653" y="10491"/>
                    <a:pt x="3677" y="10458"/>
                    <a:pt x="3671" y="10434"/>
                  </a:cubicBezTo>
                  <a:cubicBezTo>
                    <a:pt x="3655" y="10343"/>
                    <a:pt x="3613" y="10252"/>
                    <a:pt x="3572" y="10177"/>
                  </a:cubicBezTo>
                  <a:cubicBezTo>
                    <a:pt x="3522" y="10086"/>
                    <a:pt x="3473" y="10011"/>
                    <a:pt x="3423" y="9928"/>
                  </a:cubicBezTo>
                  <a:cubicBezTo>
                    <a:pt x="3357" y="9829"/>
                    <a:pt x="3282" y="9721"/>
                    <a:pt x="3224" y="9614"/>
                  </a:cubicBezTo>
                  <a:cubicBezTo>
                    <a:pt x="3224" y="9605"/>
                    <a:pt x="3216" y="9589"/>
                    <a:pt x="3216" y="9572"/>
                  </a:cubicBezTo>
                  <a:cubicBezTo>
                    <a:pt x="3216" y="9556"/>
                    <a:pt x="3199" y="9547"/>
                    <a:pt x="3183" y="9539"/>
                  </a:cubicBezTo>
                  <a:cubicBezTo>
                    <a:pt x="3166" y="9514"/>
                    <a:pt x="3158" y="9481"/>
                    <a:pt x="3141" y="9448"/>
                  </a:cubicBezTo>
                  <a:cubicBezTo>
                    <a:pt x="3067" y="9241"/>
                    <a:pt x="3058" y="9025"/>
                    <a:pt x="3050" y="8810"/>
                  </a:cubicBezTo>
                  <a:lnTo>
                    <a:pt x="3050" y="8785"/>
                  </a:lnTo>
                  <a:cubicBezTo>
                    <a:pt x="3058" y="8785"/>
                    <a:pt x="3067" y="8785"/>
                    <a:pt x="3067" y="8777"/>
                  </a:cubicBezTo>
                  <a:cubicBezTo>
                    <a:pt x="3058" y="8719"/>
                    <a:pt x="3050" y="8669"/>
                    <a:pt x="3050" y="8619"/>
                  </a:cubicBezTo>
                  <a:cubicBezTo>
                    <a:pt x="3042" y="8445"/>
                    <a:pt x="3033" y="8271"/>
                    <a:pt x="3033" y="8106"/>
                  </a:cubicBezTo>
                  <a:cubicBezTo>
                    <a:pt x="3033" y="7865"/>
                    <a:pt x="3025" y="7633"/>
                    <a:pt x="3017" y="7401"/>
                  </a:cubicBezTo>
                  <a:cubicBezTo>
                    <a:pt x="3042" y="7269"/>
                    <a:pt x="3091" y="7136"/>
                    <a:pt x="3149" y="7020"/>
                  </a:cubicBezTo>
                  <a:cubicBezTo>
                    <a:pt x="3191" y="6954"/>
                    <a:pt x="3232" y="6888"/>
                    <a:pt x="3274" y="6830"/>
                  </a:cubicBezTo>
                  <a:cubicBezTo>
                    <a:pt x="3282" y="6830"/>
                    <a:pt x="3290" y="6821"/>
                    <a:pt x="3290" y="6821"/>
                  </a:cubicBezTo>
                  <a:cubicBezTo>
                    <a:pt x="3304" y="6815"/>
                    <a:pt x="3318" y="6813"/>
                    <a:pt x="3331" y="6813"/>
                  </a:cubicBezTo>
                  <a:cubicBezTo>
                    <a:pt x="3375" y="6813"/>
                    <a:pt x="3414" y="6840"/>
                    <a:pt x="3439" y="6871"/>
                  </a:cubicBezTo>
                  <a:cubicBezTo>
                    <a:pt x="3456" y="6946"/>
                    <a:pt x="3473" y="7012"/>
                    <a:pt x="3497" y="7086"/>
                  </a:cubicBezTo>
                  <a:cubicBezTo>
                    <a:pt x="3497" y="7095"/>
                    <a:pt x="3497" y="7103"/>
                    <a:pt x="3506" y="7111"/>
                  </a:cubicBezTo>
                  <a:cubicBezTo>
                    <a:pt x="3522" y="7269"/>
                    <a:pt x="3547" y="7434"/>
                    <a:pt x="3580" y="7592"/>
                  </a:cubicBezTo>
                  <a:cubicBezTo>
                    <a:pt x="3622" y="7791"/>
                    <a:pt x="3713" y="7973"/>
                    <a:pt x="3837" y="8139"/>
                  </a:cubicBezTo>
                  <a:cubicBezTo>
                    <a:pt x="3903" y="8222"/>
                    <a:pt x="3970" y="8304"/>
                    <a:pt x="4036" y="8379"/>
                  </a:cubicBezTo>
                  <a:cubicBezTo>
                    <a:pt x="4110" y="8470"/>
                    <a:pt x="4185" y="8561"/>
                    <a:pt x="4284" y="8611"/>
                  </a:cubicBezTo>
                  <a:cubicBezTo>
                    <a:pt x="4292" y="8615"/>
                    <a:pt x="4299" y="8616"/>
                    <a:pt x="4307" y="8616"/>
                  </a:cubicBezTo>
                  <a:cubicBezTo>
                    <a:pt x="4336" y="8616"/>
                    <a:pt x="4364" y="8594"/>
                    <a:pt x="4351" y="8561"/>
                  </a:cubicBezTo>
                  <a:cubicBezTo>
                    <a:pt x="4318" y="8462"/>
                    <a:pt x="4243" y="8387"/>
                    <a:pt x="4168" y="8313"/>
                  </a:cubicBezTo>
                  <a:cubicBezTo>
                    <a:pt x="4102" y="8238"/>
                    <a:pt x="4028" y="8155"/>
                    <a:pt x="3961" y="8072"/>
                  </a:cubicBezTo>
                  <a:cubicBezTo>
                    <a:pt x="3829" y="7915"/>
                    <a:pt x="3729" y="7749"/>
                    <a:pt x="3688" y="7550"/>
                  </a:cubicBezTo>
                  <a:cubicBezTo>
                    <a:pt x="3655" y="7393"/>
                    <a:pt x="3630" y="7244"/>
                    <a:pt x="3605" y="7086"/>
                  </a:cubicBezTo>
                  <a:cubicBezTo>
                    <a:pt x="3605" y="7078"/>
                    <a:pt x="3613" y="7078"/>
                    <a:pt x="3613" y="7070"/>
                  </a:cubicBezTo>
                  <a:cubicBezTo>
                    <a:pt x="3613" y="7012"/>
                    <a:pt x="3605" y="6946"/>
                    <a:pt x="3589" y="6888"/>
                  </a:cubicBezTo>
                  <a:cubicBezTo>
                    <a:pt x="3572" y="6714"/>
                    <a:pt x="3555" y="6531"/>
                    <a:pt x="3547" y="6349"/>
                  </a:cubicBezTo>
                  <a:cubicBezTo>
                    <a:pt x="3547" y="6341"/>
                    <a:pt x="3547" y="6324"/>
                    <a:pt x="3547" y="6316"/>
                  </a:cubicBezTo>
                  <a:cubicBezTo>
                    <a:pt x="3555" y="6250"/>
                    <a:pt x="3564" y="6192"/>
                    <a:pt x="3547" y="6125"/>
                  </a:cubicBezTo>
                  <a:cubicBezTo>
                    <a:pt x="3580" y="6034"/>
                    <a:pt x="3597" y="5943"/>
                    <a:pt x="3613" y="5852"/>
                  </a:cubicBezTo>
                  <a:cubicBezTo>
                    <a:pt x="3647" y="5595"/>
                    <a:pt x="3688" y="5330"/>
                    <a:pt x="3705" y="5065"/>
                  </a:cubicBezTo>
                  <a:cubicBezTo>
                    <a:pt x="3729" y="4808"/>
                    <a:pt x="3729" y="4543"/>
                    <a:pt x="3738" y="4278"/>
                  </a:cubicBezTo>
                  <a:cubicBezTo>
                    <a:pt x="3746" y="4046"/>
                    <a:pt x="3746" y="3814"/>
                    <a:pt x="3771" y="3590"/>
                  </a:cubicBezTo>
                  <a:cubicBezTo>
                    <a:pt x="3796" y="3358"/>
                    <a:pt x="3854" y="3134"/>
                    <a:pt x="3928" y="2919"/>
                  </a:cubicBezTo>
                  <a:cubicBezTo>
                    <a:pt x="3970" y="2811"/>
                    <a:pt x="4011" y="2703"/>
                    <a:pt x="4069" y="2604"/>
                  </a:cubicBezTo>
                  <a:cubicBezTo>
                    <a:pt x="4069" y="2596"/>
                    <a:pt x="4077" y="2579"/>
                    <a:pt x="4077" y="2571"/>
                  </a:cubicBezTo>
                  <a:cubicBezTo>
                    <a:pt x="4152" y="2488"/>
                    <a:pt x="4235" y="2397"/>
                    <a:pt x="4301" y="2297"/>
                  </a:cubicBezTo>
                  <a:cubicBezTo>
                    <a:pt x="4450" y="2082"/>
                    <a:pt x="4550" y="1842"/>
                    <a:pt x="4666" y="1601"/>
                  </a:cubicBezTo>
                  <a:cubicBezTo>
                    <a:pt x="4782" y="1353"/>
                    <a:pt x="4889" y="1096"/>
                    <a:pt x="4980" y="839"/>
                  </a:cubicBezTo>
                  <a:cubicBezTo>
                    <a:pt x="5055" y="607"/>
                    <a:pt x="5113" y="367"/>
                    <a:pt x="5320" y="218"/>
                  </a:cubicBezTo>
                  <a:cubicBezTo>
                    <a:pt x="5328" y="210"/>
                    <a:pt x="5328" y="210"/>
                    <a:pt x="5337" y="201"/>
                  </a:cubicBezTo>
                  <a:cubicBezTo>
                    <a:pt x="5403" y="218"/>
                    <a:pt x="5478" y="234"/>
                    <a:pt x="5552" y="243"/>
                  </a:cubicBezTo>
                  <a:cubicBezTo>
                    <a:pt x="5635" y="259"/>
                    <a:pt x="5726" y="276"/>
                    <a:pt x="5817" y="284"/>
                  </a:cubicBezTo>
                  <a:cubicBezTo>
                    <a:pt x="5961" y="306"/>
                    <a:pt x="6098" y="327"/>
                    <a:pt x="6245" y="327"/>
                  </a:cubicBezTo>
                  <a:cubicBezTo>
                    <a:pt x="6268" y="327"/>
                    <a:pt x="6291" y="327"/>
                    <a:pt x="6314" y="326"/>
                  </a:cubicBezTo>
                  <a:cubicBezTo>
                    <a:pt x="6613" y="309"/>
                    <a:pt x="6903" y="201"/>
                    <a:pt x="7201" y="143"/>
                  </a:cubicBezTo>
                  <a:cubicBezTo>
                    <a:pt x="7310" y="119"/>
                    <a:pt x="7424" y="104"/>
                    <a:pt x="7539" y="104"/>
                  </a:cubicBezTo>
                  <a:close/>
                  <a:moveTo>
                    <a:pt x="7491" y="0"/>
                  </a:moveTo>
                  <a:cubicBezTo>
                    <a:pt x="7463" y="0"/>
                    <a:pt x="7436" y="1"/>
                    <a:pt x="7408" y="2"/>
                  </a:cubicBezTo>
                  <a:cubicBezTo>
                    <a:pt x="7093" y="36"/>
                    <a:pt x="6795" y="152"/>
                    <a:pt x="6480" y="201"/>
                  </a:cubicBezTo>
                  <a:cubicBezTo>
                    <a:pt x="6407" y="214"/>
                    <a:pt x="6336" y="219"/>
                    <a:pt x="6264" y="219"/>
                  </a:cubicBezTo>
                  <a:cubicBezTo>
                    <a:pt x="6149" y="219"/>
                    <a:pt x="6035" y="205"/>
                    <a:pt x="5917" y="185"/>
                  </a:cubicBezTo>
                  <a:cubicBezTo>
                    <a:pt x="5809" y="168"/>
                    <a:pt x="5710" y="152"/>
                    <a:pt x="5602" y="135"/>
                  </a:cubicBezTo>
                  <a:cubicBezTo>
                    <a:pt x="5511" y="118"/>
                    <a:pt x="5420" y="102"/>
                    <a:pt x="5328" y="102"/>
                  </a:cubicBezTo>
                  <a:cubicBezTo>
                    <a:pt x="5313" y="92"/>
                    <a:pt x="5298" y="84"/>
                    <a:pt x="5280" y="84"/>
                  </a:cubicBezTo>
                  <a:cubicBezTo>
                    <a:pt x="5270" y="84"/>
                    <a:pt x="5258" y="87"/>
                    <a:pt x="5246" y="94"/>
                  </a:cubicBezTo>
                  <a:cubicBezTo>
                    <a:pt x="5219" y="91"/>
                    <a:pt x="5193" y="90"/>
                    <a:pt x="5167" y="90"/>
                  </a:cubicBezTo>
                  <a:cubicBezTo>
                    <a:pt x="5097" y="90"/>
                    <a:pt x="5031" y="98"/>
                    <a:pt x="4964" y="110"/>
                  </a:cubicBezTo>
                  <a:cubicBezTo>
                    <a:pt x="4889" y="135"/>
                    <a:pt x="4831" y="168"/>
                    <a:pt x="4790" y="218"/>
                  </a:cubicBezTo>
                  <a:cubicBezTo>
                    <a:pt x="4748" y="210"/>
                    <a:pt x="4715" y="201"/>
                    <a:pt x="4674" y="201"/>
                  </a:cubicBezTo>
                  <a:cubicBezTo>
                    <a:pt x="4624" y="210"/>
                    <a:pt x="4566" y="210"/>
                    <a:pt x="4516" y="218"/>
                  </a:cubicBezTo>
                  <a:cubicBezTo>
                    <a:pt x="4409" y="226"/>
                    <a:pt x="4301" y="251"/>
                    <a:pt x="4193" y="276"/>
                  </a:cubicBezTo>
                  <a:cubicBezTo>
                    <a:pt x="3986" y="334"/>
                    <a:pt x="3763" y="408"/>
                    <a:pt x="3589" y="533"/>
                  </a:cubicBezTo>
                  <a:cubicBezTo>
                    <a:pt x="3497" y="591"/>
                    <a:pt x="3415" y="665"/>
                    <a:pt x="3348" y="740"/>
                  </a:cubicBezTo>
                  <a:cubicBezTo>
                    <a:pt x="3339" y="725"/>
                    <a:pt x="3326" y="717"/>
                    <a:pt x="3313" y="717"/>
                  </a:cubicBezTo>
                  <a:cubicBezTo>
                    <a:pt x="3303" y="717"/>
                    <a:pt x="3292" y="721"/>
                    <a:pt x="3282" y="732"/>
                  </a:cubicBezTo>
                  <a:cubicBezTo>
                    <a:pt x="2959" y="1030"/>
                    <a:pt x="2520" y="1154"/>
                    <a:pt x="2147" y="1353"/>
                  </a:cubicBezTo>
                  <a:cubicBezTo>
                    <a:pt x="1940" y="1461"/>
                    <a:pt x="1774" y="1610"/>
                    <a:pt x="1583" y="1734"/>
                  </a:cubicBezTo>
                  <a:cubicBezTo>
                    <a:pt x="1492" y="1792"/>
                    <a:pt x="1401" y="1842"/>
                    <a:pt x="1302" y="1875"/>
                  </a:cubicBezTo>
                  <a:cubicBezTo>
                    <a:pt x="1202" y="1908"/>
                    <a:pt x="1111" y="1941"/>
                    <a:pt x="1012" y="1974"/>
                  </a:cubicBezTo>
                  <a:cubicBezTo>
                    <a:pt x="929" y="2016"/>
                    <a:pt x="838" y="2065"/>
                    <a:pt x="771" y="2132"/>
                  </a:cubicBezTo>
                  <a:cubicBezTo>
                    <a:pt x="697" y="2215"/>
                    <a:pt x="664" y="2322"/>
                    <a:pt x="614" y="2430"/>
                  </a:cubicBezTo>
                  <a:cubicBezTo>
                    <a:pt x="531" y="2629"/>
                    <a:pt x="341" y="2728"/>
                    <a:pt x="175" y="2869"/>
                  </a:cubicBezTo>
                  <a:cubicBezTo>
                    <a:pt x="109" y="2927"/>
                    <a:pt x="9" y="3002"/>
                    <a:pt x="1" y="3101"/>
                  </a:cubicBezTo>
                  <a:cubicBezTo>
                    <a:pt x="1" y="3167"/>
                    <a:pt x="34" y="3217"/>
                    <a:pt x="59" y="3267"/>
                  </a:cubicBezTo>
                  <a:cubicBezTo>
                    <a:pt x="92" y="3325"/>
                    <a:pt x="117" y="3375"/>
                    <a:pt x="150" y="3424"/>
                  </a:cubicBezTo>
                  <a:cubicBezTo>
                    <a:pt x="283" y="3631"/>
                    <a:pt x="432" y="3822"/>
                    <a:pt x="573" y="4013"/>
                  </a:cubicBezTo>
                  <a:cubicBezTo>
                    <a:pt x="871" y="4419"/>
                    <a:pt x="1078" y="4866"/>
                    <a:pt x="1302" y="5322"/>
                  </a:cubicBezTo>
                  <a:cubicBezTo>
                    <a:pt x="1409" y="5545"/>
                    <a:pt x="1525" y="5761"/>
                    <a:pt x="1650" y="5976"/>
                  </a:cubicBezTo>
                  <a:cubicBezTo>
                    <a:pt x="1782" y="6200"/>
                    <a:pt x="1940" y="6407"/>
                    <a:pt x="2081" y="6622"/>
                  </a:cubicBezTo>
                  <a:cubicBezTo>
                    <a:pt x="2163" y="6738"/>
                    <a:pt x="2238" y="6846"/>
                    <a:pt x="2321" y="6962"/>
                  </a:cubicBezTo>
                  <a:cubicBezTo>
                    <a:pt x="2354" y="7012"/>
                    <a:pt x="2395" y="7070"/>
                    <a:pt x="2429" y="7120"/>
                  </a:cubicBezTo>
                  <a:cubicBezTo>
                    <a:pt x="2462" y="7169"/>
                    <a:pt x="2495" y="7227"/>
                    <a:pt x="2545" y="7269"/>
                  </a:cubicBezTo>
                  <a:cubicBezTo>
                    <a:pt x="2593" y="7318"/>
                    <a:pt x="2647" y="7337"/>
                    <a:pt x="2700" y="7337"/>
                  </a:cubicBezTo>
                  <a:cubicBezTo>
                    <a:pt x="2775" y="7337"/>
                    <a:pt x="2850" y="7300"/>
                    <a:pt x="2917" y="7252"/>
                  </a:cubicBezTo>
                  <a:lnTo>
                    <a:pt x="2917" y="7252"/>
                  </a:lnTo>
                  <a:cubicBezTo>
                    <a:pt x="2901" y="7335"/>
                    <a:pt x="2901" y="7418"/>
                    <a:pt x="2926" y="7509"/>
                  </a:cubicBezTo>
                  <a:cubicBezTo>
                    <a:pt x="2909" y="7683"/>
                    <a:pt x="2901" y="7857"/>
                    <a:pt x="2893" y="8031"/>
                  </a:cubicBezTo>
                  <a:cubicBezTo>
                    <a:pt x="2893" y="8271"/>
                    <a:pt x="2893" y="8512"/>
                    <a:pt x="2901" y="8752"/>
                  </a:cubicBezTo>
                  <a:cubicBezTo>
                    <a:pt x="2901" y="8976"/>
                    <a:pt x="2901" y="9208"/>
                    <a:pt x="2967" y="9423"/>
                  </a:cubicBezTo>
                  <a:cubicBezTo>
                    <a:pt x="2992" y="9514"/>
                    <a:pt x="3033" y="9597"/>
                    <a:pt x="3075" y="9680"/>
                  </a:cubicBezTo>
                  <a:cubicBezTo>
                    <a:pt x="3058" y="9713"/>
                    <a:pt x="3050" y="9746"/>
                    <a:pt x="3025" y="9779"/>
                  </a:cubicBezTo>
                  <a:cubicBezTo>
                    <a:pt x="2984" y="9846"/>
                    <a:pt x="2934" y="9912"/>
                    <a:pt x="2884" y="9970"/>
                  </a:cubicBezTo>
                  <a:cubicBezTo>
                    <a:pt x="2768" y="10094"/>
                    <a:pt x="2644" y="10218"/>
                    <a:pt x="2545" y="10359"/>
                  </a:cubicBezTo>
                  <a:cubicBezTo>
                    <a:pt x="2337" y="10649"/>
                    <a:pt x="2188" y="10972"/>
                    <a:pt x="2114" y="11320"/>
                  </a:cubicBezTo>
                  <a:cubicBezTo>
                    <a:pt x="2089" y="11411"/>
                    <a:pt x="2072" y="11511"/>
                    <a:pt x="2072" y="11610"/>
                  </a:cubicBezTo>
                  <a:cubicBezTo>
                    <a:pt x="1965" y="12016"/>
                    <a:pt x="1890" y="12431"/>
                    <a:pt x="1832" y="12837"/>
                  </a:cubicBezTo>
                  <a:cubicBezTo>
                    <a:pt x="1807" y="12977"/>
                    <a:pt x="1782" y="13127"/>
                    <a:pt x="1774" y="13267"/>
                  </a:cubicBezTo>
                  <a:cubicBezTo>
                    <a:pt x="1766" y="13408"/>
                    <a:pt x="1799" y="13524"/>
                    <a:pt x="1907" y="13615"/>
                  </a:cubicBezTo>
                  <a:cubicBezTo>
                    <a:pt x="2097" y="13789"/>
                    <a:pt x="2354" y="13914"/>
                    <a:pt x="2586" y="14013"/>
                  </a:cubicBezTo>
                  <a:cubicBezTo>
                    <a:pt x="3100" y="14245"/>
                    <a:pt x="3647" y="14403"/>
                    <a:pt x="4193" y="14552"/>
                  </a:cubicBezTo>
                  <a:cubicBezTo>
                    <a:pt x="4748" y="14701"/>
                    <a:pt x="5320" y="14825"/>
                    <a:pt x="5892" y="14916"/>
                  </a:cubicBezTo>
                  <a:cubicBezTo>
                    <a:pt x="6538" y="15012"/>
                    <a:pt x="7190" y="15066"/>
                    <a:pt x="7841" y="15066"/>
                  </a:cubicBezTo>
                  <a:cubicBezTo>
                    <a:pt x="8316" y="15066"/>
                    <a:pt x="8792" y="15037"/>
                    <a:pt x="9264" y="14974"/>
                  </a:cubicBezTo>
                  <a:cubicBezTo>
                    <a:pt x="10349" y="14833"/>
                    <a:pt x="11410" y="14527"/>
                    <a:pt x="12388" y="14030"/>
                  </a:cubicBezTo>
                  <a:cubicBezTo>
                    <a:pt x="12835" y="13806"/>
                    <a:pt x="13299" y="13549"/>
                    <a:pt x="13523" y="13077"/>
                  </a:cubicBezTo>
                  <a:cubicBezTo>
                    <a:pt x="13738" y="12646"/>
                    <a:pt x="13747" y="12141"/>
                    <a:pt x="13713" y="11668"/>
                  </a:cubicBezTo>
                  <a:cubicBezTo>
                    <a:pt x="13705" y="11552"/>
                    <a:pt x="13697" y="11436"/>
                    <a:pt x="13680" y="11320"/>
                  </a:cubicBezTo>
                  <a:cubicBezTo>
                    <a:pt x="13672" y="11295"/>
                    <a:pt x="13647" y="11271"/>
                    <a:pt x="13622" y="11271"/>
                  </a:cubicBezTo>
                  <a:cubicBezTo>
                    <a:pt x="13614" y="11179"/>
                    <a:pt x="13597" y="11088"/>
                    <a:pt x="13581" y="11014"/>
                  </a:cubicBezTo>
                  <a:cubicBezTo>
                    <a:pt x="13531" y="10807"/>
                    <a:pt x="13440" y="10608"/>
                    <a:pt x="13341" y="10417"/>
                  </a:cubicBezTo>
                  <a:cubicBezTo>
                    <a:pt x="13233" y="10235"/>
                    <a:pt x="13100" y="10061"/>
                    <a:pt x="12968" y="9895"/>
                  </a:cubicBezTo>
                  <a:cubicBezTo>
                    <a:pt x="12843" y="9738"/>
                    <a:pt x="12719" y="9580"/>
                    <a:pt x="12686" y="9373"/>
                  </a:cubicBezTo>
                  <a:cubicBezTo>
                    <a:pt x="12686" y="9365"/>
                    <a:pt x="12678" y="9365"/>
                    <a:pt x="12678" y="9357"/>
                  </a:cubicBezTo>
                  <a:cubicBezTo>
                    <a:pt x="12703" y="9315"/>
                    <a:pt x="12719" y="9266"/>
                    <a:pt x="12736" y="9224"/>
                  </a:cubicBezTo>
                  <a:cubicBezTo>
                    <a:pt x="12868" y="8909"/>
                    <a:pt x="12877" y="8578"/>
                    <a:pt x="12819" y="8246"/>
                  </a:cubicBezTo>
                  <a:cubicBezTo>
                    <a:pt x="12777" y="8048"/>
                    <a:pt x="12719" y="7849"/>
                    <a:pt x="12669" y="7650"/>
                  </a:cubicBezTo>
                  <a:cubicBezTo>
                    <a:pt x="12645" y="7534"/>
                    <a:pt x="12611" y="7418"/>
                    <a:pt x="12570" y="7310"/>
                  </a:cubicBezTo>
                  <a:lnTo>
                    <a:pt x="12587" y="7310"/>
                  </a:lnTo>
                  <a:cubicBezTo>
                    <a:pt x="12616" y="7322"/>
                    <a:pt x="12645" y="7334"/>
                    <a:pt x="12674" y="7334"/>
                  </a:cubicBezTo>
                  <a:cubicBezTo>
                    <a:pt x="12687" y="7334"/>
                    <a:pt x="12699" y="7332"/>
                    <a:pt x="12711" y="7327"/>
                  </a:cubicBezTo>
                  <a:cubicBezTo>
                    <a:pt x="12802" y="7310"/>
                    <a:pt x="12860" y="7244"/>
                    <a:pt x="12910" y="7178"/>
                  </a:cubicBezTo>
                  <a:cubicBezTo>
                    <a:pt x="12959" y="7086"/>
                    <a:pt x="13009" y="6995"/>
                    <a:pt x="13059" y="6904"/>
                  </a:cubicBezTo>
                  <a:cubicBezTo>
                    <a:pt x="13167" y="6705"/>
                    <a:pt x="13274" y="6506"/>
                    <a:pt x="13382" y="6308"/>
                  </a:cubicBezTo>
                  <a:cubicBezTo>
                    <a:pt x="13490" y="6117"/>
                    <a:pt x="13581" y="5927"/>
                    <a:pt x="13697" y="5736"/>
                  </a:cubicBezTo>
                  <a:cubicBezTo>
                    <a:pt x="13813" y="5562"/>
                    <a:pt x="13945" y="5413"/>
                    <a:pt x="14103" y="5264"/>
                  </a:cubicBezTo>
                  <a:cubicBezTo>
                    <a:pt x="14244" y="5115"/>
                    <a:pt x="14385" y="4965"/>
                    <a:pt x="14517" y="4808"/>
                  </a:cubicBezTo>
                  <a:cubicBezTo>
                    <a:pt x="14641" y="4651"/>
                    <a:pt x="14757" y="4485"/>
                    <a:pt x="14865" y="4311"/>
                  </a:cubicBezTo>
                  <a:cubicBezTo>
                    <a:pt x="14964" y="4137"/>
                    <a:pt x="15072" y="3955"/>
                    <a:pt x="15097" y="3756"/>
                  </a:cubicBezTo>
                  <a:cubicBezTo>
                    <a:pt x="15130" y="3524"/>
                    <a:pt x="15056" y="3333"/>
                    <a:pt x="14906" y="3159"/>
                  </a:cubicBezTo>
                  <a:cubicBezTo>
                    <a:pt x="14790" y="3027"/>
                    <a:pt x="14650" y="2894"/>
                    <a:pt x="14501" y="2786"/>
                  </a:cubicBezTo>
                  <a:cubicBezTo>
                    <a:pt x="14509" y="2720"/>
                    <a:pt x="14509" y="2654"/>
                    <a:pt x="14509" y="2604"/>
                  </a:cubicBezTo>
                  <a:cubicBezTo>
                    <a:pt x="14501" y="2471"/>
                    <a:pt x="14459" y="2347"/>
                    <a:pt x="14343" y="2281"/>
                  </a:cubicBezTo>
                  <a:cubicBezTo>
                    <a:pt x="14293" y="2239"/>
                    <a:pt x="14227" y="2223"/>
                    <a:pt x="14161" y="2198"/>
                  </a:cubicBezTo>
                  <a:cubicBezTo>
                    <a:pt x="14086" y="2173"/>
                    <a:pt x="14012" y="2148"/>
                    <a:pt x="13937" y="2123"/>
                  </a:cubicBezTo>
                  <a:cubicBezTo>
                    <a:pt x="13904" y="2107"/>
                    <a:pt x="13871" y="2099"/>
                    <a:pt x="13829" y="2082"/>
                  </a:cubicBezTo>
                  <a:cubicBezTo>
                    <a:pt x="13838" y="2082"/>
                    <a:pt x="13838" y="2082"/>
                    <a:pt x="13846" y="2074"/>
                  </a:cubicBezTo>
                  <a:cubicBezTo>
                    <a:pt x="13854" y="2057"/>
                    <a:pt x="13854" y="2024"/>
                    <a:pt x="13829" y="2016"/>
                  </a:cubicBezTo>
                  <a:cubicBezTo>
                    <a:pt x="13713" y="2007"/>
                    <a:pt x="13647" y="1925"/>
                    <a:pt x="13573" y="1842"/>
                  </a:cubicBezTo>
                  <a:cubicBezTo>
                    <a:pt x="13498" y="1759"/>
                    <a:pt x="13415" y="1693"/>
                    <a:pt x="13316" y="1643"/>
                  </a:cubicBezTo>
                  <a:cubicBezTo>
                    <a:pt x="13151" y="1556"/>
                    <a:pt x="12941" y="1485"/>
                    <a:pt x="12743" y="1485"/>
                  </a:cubicBezTo>
                  <a:cubicBezTo>
                    <a:pt x="12732" y="1485"/>
                    <a:pt x="12721" y="1485"/>
                    <a:pt x="12711" y="1485"/>
                  </a:cubicBezTo>
                  <a:cubicBezTo>
                    <a:pt x="12645" y="1444"/>
                    <a:pt x="12578" y="1403"/>
                    <a:pt x="12512" y="1361"/>
                  </a:cubicBezTo>
                  <a:cubicBezTo>
                    <a:pt x="12338" y="1237"/>
                    <a:pt x="12172" y="1104"/>
                    <a:pt x="11998" y="980"/>
                  </a:cubicBezTo>
                  <a:cubicBezTo>
                    <a:pt x="11824" y="839"/>
                    <a:pt x="11642" y="698"/>
                    <a:pt x="11468" y="566"/>
                  </a:cubicBezTo>
                  <a:cubicBezTo>
                    <a:pt x="11302" y="433"/>
                    <a:pt x="11128" y="309"/>
                    <a:pt x="10938" y="226"/>
                  </a:cubicBezTo>
                  <a:cubicBezTo>
                    <a:pt x="10808" y="169"/>
                    <a:pt x="10666" y="123"/>
                    <a:pt x="10523" y="123"/>
                  </a:cubicBezTo>
                  <a:cubicBezTo>
                    <a:pt x="10501" y="123"/>
                    <a:pt x="10479" y="124"/>
                    <a:pt x="10457" y="127"/>
                  </a:cubicBezTo>
                  <a:cubicBezTo>
                    <a:pt x="10403" y="90"/>
                    <a:pt x="10335" y="67"/>
                    <a:pt x="10263" y="67"/>
                  </a:cubicBezTo>
                  <a:cubicBezTo>
                    <a:pt x="10237" y="67"/>
                    <a:pt x="10210" y="70"/>
                    <a:pt x="10184" y="77"/>
                  </a:cubicBezTo>
                  <a:cubicBezTo>
                    <a:pt x="10126" y="94"/>
                    <a:pt x="10068" y="127"/>
                    <a:pt x="10035" y="176"/>
                  </a:cubicBezTo>
                  <a:cubicBezTo>
                    <a:pt x="9937" y="117"/>
                    <a:pt x="9805" y="103"/>
                    <a:pt x="9679" y="103"/>
                  </a:cubicBezTo>
                  <a:cubicBezTo>
                    <a:pt x="9611" y="103"/>
                    <a:pt x="9545" y="107"/>
                    <a:pt x="9488" y="110"/>
                  </a:cubicBezTo>
                  <a:cubicBezTo>
                    <a:pt x="9216" y="129"/>
                    <a:pt x="8939" y="163"/>
                    <a:pt x="8664" y="163"/>
                  </a:cubicBezTo>
                  <a:cubicBezTo>
                    <a:pt x="8580" y="163"/>
                    <a:pt x="8495" y="159"/>
                    <a:pt x="8411" y="152"/>
                  </a:cubicBezTo>
                  <a:cubicBezTo>
                    <a:pt x="8237" y="135"/>
                    <a:pt x="8071" y="94"/>
                    <a:pt x="7905" y="52"/>
                  </a:cubicBezTo>
                  <a:cubicBezTo>
                    <a:pt x="7767" y="18"/>
                    <a:pt x="7629" y="0"/>
                    <a:pt x="7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36"/>
            <p:cNvSpPr/>
            <p:nvPr/>
          </p:nvSpPr>
          <p:spPr>
            <a:xfrm>
              <a:off x="4502325" y="1229650"/>
              <a:ext cx="8025" cy="52900"/>
            </a:xfrm>
            <a:custGeom>
              <a:rect b="b" l="l" r="r" t="t"/>
              <a:pathLst>
                <a:path extrusionOk="0" h="2116" w="321">
                  <a:moveTo>
                    <a:pt x="65" y="0"/>
                  </a:moveTo>
                  <a:cubicBezTo>
                    <a:pt x="52" y="0"/>
                    <a:pt x="41" y="14"/>
                    <a:pt x="47" y="32"/>
                  </a:cubicBezTo>
                  <a:cubicBezTo>
                    <a:pt x="146" y="346"/>
                    <a:pt x="196" y="678"/>
                    <a:pt x="179" y="1009"/>
                  </a:cubicBezTo>
                  <a:cubicBezTo>
                    <a:pt x="171" y="1200"/>
                    <a:pt x="146" y="1382"/>
                    <a:pt x="113" y="1564"/>
                  </a:cubicBezTo>
                  <a:cubicBezTo>
                    <a:pt x="88" y="1738"/>
                    <a:pt x="63" y="1912"/>
                    <a:pt x="5" y="2086"/>
                  </a:cubicBezTo>
                  <a:cubicBezTo>
                    <a:pt x="0" y="2103"/>
                    <a:pt x="16" y="2115"/>
                    <a:pt x="32" y="2115"/>
                  </a:cubicBezTo>
                  <a:cubicBezTo>
                    <a:pt x="41" y="2115"/>
                    <a:pt x="49" y="2112"/>
                    <a:pt x="55" y="2103"/>
                  </a:cubicBezTo>
                  <a:cubicBezTo>
                    <a:pt x="130" y="1929"/>
                    <a:pt x="163" y="1747"/>
                    <a:pt x="204" y="1564"/>
                  </a:cubicBezTo>
                  <a:cubicBezTo>
                    <a:pt x="246" y="1374"/>
                    <a:pt x="279" y="1192"/>
                    <a:pt x="304" y="1001"/>
                  </a:cubicBezTo>
                  <a:cubicBezTo>
                    <a:pt x="320" y="819"/>
                    <a:pt x="312" y="645"/>
                    <a:pt x="287" y="462"/>
                  </a:cubicBezTo>
                  <a:cubicBezTo>
                    <a:pt x="271" y="388"/>
                    <a:pt x="254" y="305"/>
                    <a:pt x="221" y="222"/>
                  </a:cubicBezTo>
                  <a:cubicBezTo>
                    <a:pt x="188" y="139"/>
                    <a:pt x="138" y="73"/>
                    <a:pt x="80" y="7"/>
                  </a:cubicBezTo>
                  <a:cubicBezTo>
                    <a:pt x="75" y="2"/>
                    <a:pt x="70" y="0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36"/>
            <p:cNvSpPr/>
            <p:nvPr/>
          </p:nvSpPr>
          <p:spPr>
            <a:xfrm>
              <a:off x="4498500" y="1218275"/>
              <a:ext cx="4175" cy="6450"/>
            </a:xfrm>
            <a:custGeom>
              <a:rect b="b" l="l" r="r" t="t"/>
              <a:pathLst>
                <a:path extrusionOk="0" h="258" w="167">
                  <a:moveTo>
                    <a:pt x="38" y="1"/>
                  </a:moveTo>
                  <a:cubicBezTo>
                    <a:pt x="31" y="1"/>
                    <a:pt x="24" y="3"/>
                    <a:pt x="18" y="6"/>
                  </a:cubicBezTo>
                  <a:cubicBezTo>
                    <a:pt x="9" y="14"/>
                    <a:pt x="1" y="31"/>
                    <a:pt x="9" y="39"/>
                  </a:cubicBezTo>
                  <a:cubicBezTo>
                    <a:pt x="9" y="56"/>
                    <a:pt x="9" y="64"/>
                    <a:pt x="18" y="72"/>
                  </a:cubicBezTo>
                  <a:cubicBezTo>
                    <a:pt x="18" y="81"/>
                    <a:pt x="18" y="89"/>
                    <a:pt x="26" y="97"/>
                  </a:cubicBezTo>
                  <a:cubicBezTo>
                    <a:pt x="34" y="114"/>
                    <a:pt x="42" y="130"/>
                    <a:pt x="51" y="147"/>
                  </a:cubicBezTo>
                  <a:cubicBezTo>
                    <a:pt x="67" y="180"/>
                    <a:pt x="76" y="213"/>
                    <a:pt x="92" y="238"/>
                  </a:cubicBezTo>
                  <a:cubicBezTo>
                    <a:pt x="98" y="250"/>
                    <a:pt x="113" y="258"/>
                    <a:pt x="127" y="258"/>
                  </a:cubicBezTo>
                  <a:cubicBezTo>
                    <a:pt x="132" y="258"/>
                    <a:pt x="137" y="257"/>
                    <a:pt x="142" y="255"/>
                  </a:cubicBezTo>
                  <a:cubicBezTo>
                    <a:pt x="158" y="246"/>
                    <a:pt x="167" y="221"/>
                    <a:pt x="150" y="205"/>
                  </a:cubicBezTo>
                  <a:lnTo>
                    <a:pt x="158" y="205"/>
                  </a:lnTo>
                  <a:lnTo>
                    <a:pt x="109" y="105"/>
                  </a:lnTo>
                  <a:cubicBezTo>
                    <a:pt x="109" y="89"/>
                    <a:pt x="100" y="81"/>
                    <a:pt x="92" y="64"/>
                  </a:cubicBezTo>
                  <a:cubicBezTo>
                    <a:pt x="84" y="56"/>
                    <a:pt x="84" y="47"/>
                    <a:pt x="84" y="39"/>
                  </a:cubicBezTo>
                  <a:cubicBezTo>
                    <a:pt x="76" y="31"/>
                    <a:pt x="67" y="23"/>
                    <a:pt x="59" y="14"/>
                  </a:cubicBezTo>
                  <a:cubicBezTo>
                    <a:pt x="54" y="5"/>
                    <a:pt x="46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36"/>
            <p:cNvSpPr/>
            <p:nvPr/>
          </p:nvSpPr>
          <p:spPr>
            <a:xfrm>
              <a:off x="4533250" y="1241200"/>
              <a:ext cx="5275" cy="8700"/>
            </a:xfrm>
            <a:custGeom>
              <a:rect b="b" l="l" r="r" t="t"/>
              <a:pathLst>
                <a:path extrusionOk="0" h="348" w="211">
                  <a:moveTo>
                    <a:pt x="160" y="0"/>
                  </a:moveTo>
                  <a:cubicBezTo>
                    <a:pt x="152" y="0"/>
                    <a:pt x="136" y="0"/>
                    <a:pt x="127" y="17"/>
                  </a:cubicBezTo>
                  <a:cubicBezTo>
                    <a:pt x="119" y="42"/>
                    <a:pt x="111" y="67"/>
                    <a:pt x="102" y="92"/>
                  </a:cubicBezTo>
                  <a:cubicBezTo>
                    <a:pt x="102" y="100"/>
                    <a:pt x="102" y="108"/>
                    <a:pt x="102" y="108"/>
                  </a:cubicBezTo>
                  <a:cubicBezTo>
                    <a:pt x="102" y="116"/>
                    <a:pt x="102" y="125"/>
                    <a:pt x="102" y="133"/>
                  </a:cubicBezTo>
                  <a:cubicBezTo>
                    <a:pt x="94" y="141"/>
                    <a:pt x="94" y="158"/>
                    <a:pt x="86" y="166"/>
                  </a:cubicBezTo>
                  <a:cubicBezTo>
                    <a:pt x="78" y="216"/>
                    <a:pt x="53" y="257"/>
                    <a:pt x="20" y="299"/>
                  </a:cubicBezTo>
                  <a:cubicBezTo>
                    <a:pt x="0" y="318"/>
                    <a:pt x="21" y="348"/>
                    <a:pt x="43" y="348"/>
                  </a:cubicBezTo>
                  <a:cubicBezTo>
                    <a:pt x="49" y="348"/>
                    <a:pt x="56" y="346"/>
                    <a:pt x="61" y="340"/>
                  </a:cubicBezTo>
                  <a:cubicBezTo>
                    <a:pt x="102" y="299"/>
                    <a:pt x="136" y="249"/>
                    <a:pt x="160" y="199"/>
                  </a:cubicBezTo>
                  <a:cubicBezTo>
                    <a:pt x="185" y="150"/>
                    <a:pt x="210" y="83"/>
                    <a:pt x="194" y="25"/>
                  </a:cubicBezTo>
                  <a:cubicBezTo>
                    <a:pt x="185" y="9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36"/>
            <p:cNvSpPr/>
            <p:nvPr/>
          </p:nvSpPr>
          <p:spPr>
            <a:xfrm>
              <a:off x="4535375" y="1225675"/>
              <a:ext cx="1475" cy="2600"/>
            </a:xfrm>
            <a:custGeom>
              <a:rect b="b" l="l" r="r" t="t"/>
              <a:pathLst>
                <a:path extrusionOk="0" h="104" w="59">
                  <a:moveTo>
                    <a:pt x="34" y="0"/>
                  </a:moveTo>
                  <a:cubicBezTo>
                    <a:pt x="26" y="0"/>
                    <a:pt x="17" y="0"/>
                    <a:pt x="9" y="8"/>
                  </a:cubicBezTo>
                  <a:cubicBezTo>
                    <a:pt x="9" y="17"/>
                    <a:pt x="1" y="17"/>
                    <a:pt x="1" y="25"/>
                  </a:cubicBezTo>
                  <a:lnTo>
                    <a:pt x="1" y="75"/>
                  </a:lnTo>
                  <a:cubicBezTo>
                    <a:pt x="1" y="83"/>
                    <a:pt x="9" y="91"/>
                    <a:pt x="9" y="99"/>
                  </a:cubicBezTo>
                  <a:cubicBezTo>
                    <a:pt x="15" y="99"/>
                    <a:pt x="20" y="103"/>
                    <a:pt x="26" y="103"/>
                  </a:cubicBezTo>
                  <a:cubicBezTo>
                    <a:pt x="28" y="103"/>
                    <a:pt x="31" y="102"/>
                    <a:pt x="34" y="99"/>
                  </a:cubicBezTo>
                  <a:lnTo>
                    <a:pt x="51" y="99"/>
                  </a:lnTo>
                  <a:cubicBezTo>
                    <a:pt x="51" y="91"/>
                    <a:pt x="59" y="83"/>
                    <a:pt x="59" y="75"/>
                  </a:cubicBezTo>
                  <a:lnTo>
                    <a:pt x="59" y="25"/>
                  </a:lnTo>
                  <a:cubicBezTo>
                    <a:pt x="59" y="25"/>
                    <a:pt x="51" y="17"/>
                    <a:pt x="51" y="8"/>
                  </a:cubicBezTo>
                  <a:cubicBezTo>
                    <a:pt x="42" y="8"/>
                    <a:pt x="34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36"/>
            <p:cNvSpPr/>
            <p:nvPr/>
          </p:nvSpPr>
          <p:spPr>
            <a:xfrm>
              <a:off x="4488450" y="1190275"/>
              <a:ext cx="3375" cy="7425"/>
            </a:xfrm>
            <a:custGeom>
              <a:rect b="b" l="l" r="r" t="t"/>
              <a:pathLst>
                <a:path extrusionOk="0" h="297" w="135">
                  <a:moveTo>
                    <a:pt x="25" y="1"/>
                  </a:moveTo>
                  <a:cubicBezTo>
                    <a:pt x="12" y="1"/>
                    <a:pt x="0" y="10"/>
                    <a:pt x="5" y="24"/>
                  </a:cubicBezTo>
                  <a:cubicBezTo>
                    <a:pt x="5" y="74"/>
                    <a:pt x="22" y="115"/>
                    <a:pt x="30" y="157"/>
                  </a:cubicBezTo>
                  <a:cubicBezTo>
                    <a:pt x="38" y="198"/>
                    <a:pt x="47" y="231"/>
                    <a:pt x="63" y="273"/>
                  </a:cubicBezTo>
                  <a:cubicBezTo>
                    <a:pt x="67" y="289"/>
                    <a:pt x="79" y="297"/>
                    <a:pt x="93" y="297"/>
                  </a:cubicBezTo>
                  <a:cubicBezTo>
                    <a:pt x="113" y="297"/>
                    <a:pt x="134" y="281"/>
                    <a:pt x="130" y="256"/>
                  </a:cubicBezTo>
                  <a:cubicBezTo>
                    <a:pt x="113" y="215"/>
                    <a:pt x="105" y="173"/>
                    <a:pt x="88" y="132"/>
                  </a:cubicBezTo>
                  <a:lnTo>
                    <a:pt x="96" y="132"/>
                  </a:lnTo>
                  <a:cubicBezTo>
                    <a:pt x="80" y="90"/>
                    <a:pt x="72" y="49"/>
                    <a:pt x="47" y="16"/>
                  </a:cubicBezTo>
                  <a:cubicBezTo>
                    <a:pt x="43" y="5"/>
                    <a:pt x="34" y="1"/>
                    <a:pt x="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36"/>
            <p:cNvSpPr/>
            <p:nvPr/>
          </p:nvSpPr>
          <p:spPr>
            <a:xfrm>
              <a:off x="4229025" y="1231075"/>
              <a:ext cx="6300" cy="18050"/>
            </a:xfrm>
            <a:custGeom>
              <a:rect b="b" l="l" r="r" t="t"/>
              <a:pathLst>
                <a:path extrusionOk="0" h="722" w="252">
                  <a:moveTo>
                    <a:pt x="203" y="0"/>
                  </a:moveTo>
                  <a:cubicBezTo>
                    <a:pt x="191" y="0"/>
                    <a:pt x="180" y="5"/>
                    <a:pt x="175" y="16"/>
                  </a:cubicBezTo>
                  <a:cubicBezTo>
                    <a:pt x="125" y="124"/>
                    <a:pt x="83" y="231"/>
                    <a:pt x="50" y="339"/>
                  </a:cubicBezTo>
                  <a:cubicBezTo>
                    <a:pt x="34" y="397"/>
                    <a:pt x="25" y="447"/>
                    <a:pt x="17" y="505"/>
                  </a:cubicBezTo>
                  <a:cubicBezTo>
                    <a:pt x="9" y="563"/>
                    <a:pt x="1" y="629"/>
                    <a:pt x="17" y="687"/>
                  </a:cubicBezTo>
                  <a:cubicBezTo>
                    <a:pt x="21" y="711"/>
                    <a:pt x="38" y="721"/>
                    <a:pt x="56" y="721"/>
                  </a:cubicBezTo>
                  <a:cubicBezTo>
                    <a:pt x="75" y="721"/>
                    <a:pt x="96" y="709"/>
                    <a:pt x="100" y="687"/>
                  </a:cubicBezTo>
                  <a:cubicBezTo>
                    <a:pt x="117" y="637"/>
                    <a:pt x="117" y="579"/>
                    <a:pt x="125" y="521"/>
                  </a:cubicBezTo>
                  <a:cubicBezTo>
                    <a:pt x="133" y="463"/>
                    <a:pt x="141" y="414"/>
                    <a:pt x="150" y="364"/>
                  </a:cubicBezTo>
                  <a:cubicBezTo>
                    <a:pt x="175" y="256"/>
                    <a:pt x="199" y="149"/>
                    <a:pt x="241" y="41"/>
                  </a:cubicBezTo>
                  <a:cubicBezTo>
                    <a:pt x="252" y="19"/>
                    <a:pt x="226" y="0"/>
                    <a:pt x="2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36"/>
            <p:cNvSpPr/>
            <p:nvPr/>
          </p:nvSpPr>
          <p:spPr>
            <a:xfrm>
              <a:off x="4234000" y="1243825"/>
              <a:ext cx="3750" cy="6100"/>
            </a:xfrm>
            <a:custGeom>
              <a:rect b="b" l="l" r="r" t="t"/>
              <a:pathLst>
                <a:path extrusionOk="0" h="244" w="150">
                  <a:moveTo>
                    <a:pt x="86" y="1"/>
                  </a:moveTo>
                  <a:cubicBezTo>
                    <a:pt x="64" y="1"/>
                    <a:pt x="40" y="16"/>
                    <a:pt x="34" y="36"/>
                  </a:cubicBezTo>
                  <a:cubicBezTo>
                    <a:pt x="25" y="69"/>
                    <a:pt x="17" y="94"/>
                    <a:pt x="17" y="119"/>
                  </a:cubicBezTo>
                  <a:cubicBezTo>
                    <a:pt x="9" y="136"/>
                    <a:pt x="9" y="152"/>
                    <a:pt x="9" y="169"/>
                  </a:cubicBezTo>
                  <a:cubicBezTo>
                    <a:pt x="0" y="177"/>
                    <a:pt x="0" y="185"/>
                    <a:pt x="0" y="194"/>
                  </a:cubicBezTo>
                  <a:cubicBezTo>
                    <a:pt x="0" y="202"/>
                    <a:pt x="0" y="210"/>
                    <a:pt x="9" y="219"/>
                  </a:cubicBezTo>
                  <a:cubicBezTo>
                    <a:pt x="9" y="235"/>
                    <a:pt x="17" y="243"/>
                    <a:pt x="25" y="243"/>
                  </a:cubicBezTo>
                  <a:cubicBezTo>
                    <a:pt x="42" y="243"/>
                    <a:pt x="50" y="243"/>
                    <a:pt x="58" y="235"/>
                  </a:cubicBezTo>
                  <a:cubicBezTo>
                    <a:pt x="75" y="227"/>
                    <a:pt x="83" y="210"/>
                    <a:pt x="92" y="194"/>
                  </a:cubicBezTo>
                  <a:cubicBezTo>
                    <a:pt x="92" y="185"/>
                    <a:pt x="100" y="169"/>
                    <a:pt x="108" y="161"/>
                  </a:cubicBezTo>
                  <a:cubicBezTo>
                    <a:pt x="116" y="127"/>
                    <a:pt x="125" y="94"/>
                    <a:pt x="141" y="61"/>
                  </a:cubicBezTo>
                  <a:cubicBezTo>
                    <a:pt x="150" y="36"/>
                    <a:pt x="125" y="3"/>
                    <a:pt x="100" y="3"/>
                  </a:cubicBezTo>
                  <a:cubicBezTo>
                    <a:pt x="95" y="2"/>
                    <a:pt x="91" y="1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36"/>
            <p:cNvSpPr/>
            <p:nvPr/>
          </p:nvSpPr>
          <p:spPr>
            <a:xfrm>
              <a:off x="4198575" y="1222475"/>
              <a:ext cx="3350" cy="6325"/>
            </a:xfrm>
            <a:custGeom>
              <a:rect b="b" l="l" r="r" t="t"/>
              <a:pathLst>
                <a:path extrusionOk="0" h="253" w="134">
                  <a:moveTo>
                    <a:pt x="94" y="0"/>
                  </a:moveTo>
                  <a:cubicBezTo>
                    <a:pt x="79" y="0"/>
                    <a:pt x="62" y="8"/>
                    <a:pt x="50" y="20"/>
                  </a:cubicBezTo>
                  <a:cubicBezTo>
                    <a:pt x="34" y="53"/>
                    <a:pt x="17" y="87"/>
                    <a:pt x="9" y="120"/>
                  </a:cubicBezTo>
                  <a:cubicBezTo>
                    <a:pt x="9" y="136"/>
                    <a:pt x="1" y="153"/>
                    <a:pt x="1" y="169"/>
                  </a:cubicBezTo>
                  <a:cubicBezTo>
                    <a:pt x="1" y="194"/>
                    <a:pt x="1" y="211"/>
                    <a:pt x="9" y="227"/>
                  </a:cubicBezTo>
                  <a:cubicBezTo>
                    <a:pt x="9" y="244"/>
                    <a:pt x="21" y="252"/>
                    <a:pt x="35" y="252"/>
                  </a:cubicBezTo>
                  <a:cubicBezTo>
                    <a:pt x="48" y="252"/>
                    <a:pt x="63" y="244"/>
                    <a:pt x="67" y="227"/>
                  </a:cubicBezTo>
                  <a:cubicBezTo>
                    <a:pt x="75" y="211"/>
                    <a:pt x="75" y="203"/>
                    <a:pt x="83" y="186"/>
                  </a:cubicBezTo>
                  <a:cubicBezTo>
                    <a:pt x="83" y="169"/>
                    <a:pt x="83" y="153"/>
                    <a:pt x="92" y="136"/>
                  </a:cubicBezTo>
                  <a:cubicBezTo>
                    <a:pt x="92" y="136"/>
                    <a:pt x="92" y="128"/>
                    <a:pt x="100" y="120"/>
                  </a:cubicBezTo>
                  <a:cubicBezTo>
                    <a:pt x="100" y="111"/>
                    <a:pt x="100" y="111"/>
                    <a:pt x="100" y="111"/>
                  </a:cubicBezTo>
                  <a:cubicBezTo>
                    <a:pt x="100" y="111"/>
                    <a:pt x="100" y="103"/>
                    <a:pt x="100" y="103"/>
                  </a:cubicBezTo>
                  <a:cubicBezTo>
                    <a:pt x="108" y="95"/>
                    <a:pt x="117" y="78"/>
                    <a:pt x="125" y="62"/>
                  </a:cubicBezTo>
                  <a:cubicBezTo>
                    <a:pt x="133" y="45"/>
                    <a:pt x="125" y="20"/>
                    <a:pt x="108" y="4"/>
                  </a:cubicBezTo>
                  <a:cubicBezTo>
                    <a:pt x="104" y="2"/>
                    <a:pt x="99" y="0"/>
                    <a:pt x="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36"/>
            <p:cNvSpPr/>
            <p:nvPr/>
          </p:nvSpPr>
          <p:spPr>
            <a:xfrm>
              <a:off x="4329500" y="1152325"/>
              <a:ext cx="5600" cy="2100"/>
            </a:xfrm>
            <a:custGeom>
              <a:rect b="b" l="l" r="r" t="t"/>
              <a:pathLst>
                <a:path extrusionOk="0" h="84" w="224">
                  <a:moveTo>
                    <a:pt x="33" y="1"/>
                  </a:moveTo>
                  <a:cubicBezTo>
                    <a:pt x="17" y="1"/>
                    <a:pt x="0" y="1"/>
                    <a:pt x="0" y="18"/>
                  </a:cubicBezTo>
                  <a:cubicBezTo>
                    <a:pt x="0" y="34"/>
                    <a:pt x="8" y="51"/>
                    <a:pt x="17" y="51"/>
                  </a:cubicBezTo>
                  <a:lnTo>
                    <a:pt x="25" y="51"/>
                  </a:lnTo>
                  <a:cubicBezTo>
                    <a:pt x="50" y="59"/>
                    <a:pt x="83" y="67"/>
                    <a:pt x="108" y="76"/>
                  </a:cubicBezTo>
                  <a:lnTo>
                    <a:pt x="133" y="84"/>
                  </a:lnTo>
                  <a:lnTo>
                    <a:pt x="207" y="84"/>
                  </a:lnTo>
                  <a:cubicBezTo>
                    <a:pt x="215" y="84"/>
                    <a:pt x="224" y="76"/>
                    <a:pt x="224" y="67"/>
                  </a:cubicBezTo>
                  <a:cubicBezTo>
                    <a:pt x="224" y="59"/>
                    <a:pt x="224" y="51"/>
                    <a:pt x="215" y="42"/>
                  </a:cubicBezTo>
                  <a:cubicBezTo>
                    <a:pt x="199" y="34"/>
                    <a:pt x="182" y="34"/>
                    <a:pt x="174" y="26"/>
                  </a:cubicBezTo>
                  <a:lnTo>
                    <a:pt x="166" y="26"/>
                  </a:lnTo>
                  <a:cubicBezTo>
                    <a:pt x="157" y="18"/>
                    <a:pt x="157" y="18"/>
                    <a:pt x="149" y="18"/>
                  </a:cubicBezTo>
                  <a:lnTo>
                    <a:pt x="124" y="18"/>
                  </a:lnTo>
                  <a:cubicBezTo>
                    <a:pt x="99" y="9"/>
                    <a:pt x="66" y="9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36"/>
            <p:cNvSpPr/>
            <p:nvPr/>
          </p:nvSpPr>
          <p:spPr>
            <a:xfrm>
              <a:off x="4401700" y="1149725"/>
              <a:ext cx="7775" cy="3675"/>
            </a:xfrm>
            <a:custGeom>
              <a:rect b="b" l="l" r="r" t="t"/>
              <a:pathLst>
                <a:path extrusionOk="0" h="147" w="311">
                  <a:moveTo>
                    <a:pt x="45" y="0"/>
                  </a:moveTo>
                  <a:cubicBezTo>
                    <a:pt x="22" y="0"/>
                    <a:pt x="0" y="26"/>
                    <a:pt x="12" y="55"/>
                  </a:cubicBezTo>
                  <a:cubicBezTo>
                    <a:pt x="45" y="97"/>
                    <a:pt x="87" y="130"/>
                    <a:pt x="136" y="146"/>
                  </a:cubicBezTo>
                  <a:lnTo>
                    <a:pt x="227" y="146"/>
                  </a:lnTo>
                  <a:cubicBezTo>
                    <a:pt x="244" y="138"/>
                    <a:pt x="252" y="138"/>
                    <a:pt x="269" y="130"/>
                  </a:cubicBezTo>
                  <a:cubicBezTo>
                    <a:pt x="277" y="122"/>
                    <a:pt x="294" y="105"/>
                    <a:pt x="302" y="97"/>
                  </a:cubicBezTo>
                  <a:cubicBezTo>
                    <a:pt x="310" y="72"/>
                    <a:pt x="294" y="47"/>
                    <a:pt x="269" y="47"/>
                  </a:cubicBezTo>
                  <a:lnTo>
                    <a:pt x="244" y="47"/>
                  </a:lnTo>
                  <a:cubicBezTo>
                    <a:pt x="236" y="47"/>
                    <a:pt x="227" y="47"/>
                    <a:pt x="219" y="55"/>
                  </a:cubicBezTo>
                  <a:lnTo>
                    <a:pt x="186" y="55"/>
                  </a:lnTo>
                  <a:cubicBezTo>
                    <a:pt x="178" y="55"/>
                    <a:pt x="169" y="55"/>
                    <a:pt x="153" y="47"/>
                  </a:cubicBezTo>
                  <a:lnTo>
                    <a:pt x="136" y="47"/>
                  </a:lnTo>
                  <a:cubicBezTo>
                    <a:pt x="128" y="39"/>
                    <a:pt x="120" y="39"/>
                    <a:pt x="111" y="39"/>
                  </a:cubicBezTo>
                  <a:lnTo>
                    <a:pt x="103" y="39"/>
                  </a:lnTo>
                  <a:cubicBezTo>
                    <a:pt x="103" y="39"/>
                    <a:pt x="103" y="39"/>
                    <a:pt x="103" y="30"/>
                  </a:cubicBezTo>
                  <a:lnTo>
                    <a:pt x="87" y="30"/>
                  </a:lnTo>
                  <a:cubicBezTo>
                    <a:pt x="87" y="22"/>
                    <a:pt x="87" y="22"/>
                    <a:pt x="78" y="22"/>
                  </a:cubicBezTo>
                  <a:cubicBezTo>
                    <a:pt x="78" y="14"/>
                    <a:pt x="70" y="14"/>
                    <a:pt x="70" y="14"/>
                  </a:cubicBezTo>
                  <a:cubicBezTo>
                    <a:pt x="63" y="4"/>
                    <a:pt x="54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36"/>
            <p:cNvSpPr/>
            <p:nvPr/>
          </p:nvSpPr>
          <p:spPr>
            <a:xfrm>
              <a:off x="4420425" y="1152325"/>
              <a:ext cx="225" cy="250"/>
            </a:xfrm>
            <a:custGeom>
              <a:rect b="b" l="l" r="r" t="t"/>
              <a:pathLst>
                <a:path extrusionOk="0" h="10" w="9">
                  <a:moveTo>
                    <a:pt x="0" y="1"/>
                  </a:moveTo>
                  <a:cubicBezTo>
                    <a:pt x="0" y="1"/>
                    <a:pt x="0" y="9"/>
                    <a:pt x="0" y="9"/>
                  </a:cubicBezTo>
                  <a:cubicBezTo>
                    <a:pt x="9" y="9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36"/>
            <p:cNvSpPr/>
            <p:nvPr/>
          </p:nvSpPr>
          <p:spPr>
            <a:xfrm>
              <a:off x="4448950" y="1185875"/>
              <a:ext cx="9400" cy="12275"/>
            </a:xfrm>
            <a:custGeom>
              <a:rect b="b" l="l" r="r" t="t"/>
              <a:pathLst>
                <a:path extrusionOk="0" h="491" w="376">
                  <a:moveTo>
                    <a:pt x="41" y="1"/>
                  </a:moveTo>
                  <a:cubicBezTo>
                    <a:pt x="20" y="1"/>
                    <a:pt x="1" y="26"/>
                    <a:pt x="19" y="51"/>
                  </a:cubicBezTo>
                  <a:cubicBezTo>
                    <a:pt x="44" y="76"/>
                    <a:pt x="69" y="101"/>
                    <a:pt x="86" y="134"/>
                  </a:cubicBezTo>
                  <a:cubicBezTo>
                    <a:pt x="110" y="167"/>
                    <a:pt x="127" y="200"/>
                    <a:pt x="152" y="225"/>
                  </a:cubicBezTo>
                  <a:cubicBezTo>
                    <a:pt x="168" y="258"/>
                    <a:pt x="193" y="291"/>
                    <a:pt x="210" y="324"/>
                  </a:cubicBezTo>
                  <a:cubicBezTo>
                    <a:pt x="226" y="357"/>
                    <a:pt x="243" y="391"/>
                    <a:pt x="260" y="424"/>
                  </a:cubicBezTo>
                  <a:cubicBezTo>
                    <a:pt x="275" y="447"/>
                    <a:pt x="304" y="491"/>
                    <a:pt x="335" y="491"/>
                  </a:cubicBezTo>
                  <a:cubicBezTo>
                    <a:pt x="337" y="491"/>
                    <a:pt x="340" y="491"/>
                    <a:pt x="342" y="490"/>
                  </a:cubicBezTo>
                  <a:cubicBezTo>
                    <a:pt x="376" y="482"/>
                    <a:pt x="367" y="415"/>
                    <a:pt x="359" y="391"/>
                  </a:cubicBezTo>
                  <a:cubicBezTo>
                    <a:pt x="334" y="324"/>
                    <a:pt x="284" y="258"/>
                    <a:pt x="243" y="192"/>
                  </a:cubicBezTo>
                  <a:cubicBezTo>
                    <a:pt x="210" y="159"/>
                    <a:pt x="185" y="125"/>
                    <a:pt x="152" y="92"/>
                  </a:cubicBezTo>
                  <a:cubicBezTo>
                    <a:pt x="119" y="67"/>
                    <a:pt x="94" y="34"/>
                    <a:pt x="61" y="9"/>
                  </a:cubicBezTo>
                  <a:cubicBezTo>
                    <a:pt x="55" y="3"/>
                    <a:pt x="48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36"/>
            <p:cNvSpPr/>
            <p:nvPr/>
          </p:nvSpPr>
          <p:spPr>
            <a:xfrm>
              <a:off x="4461425" y="1203500"/>
              <a:ext cx="2100" cy="3625"/>
            </a:xfrm>
            <a:custGeom>
              <a:rect b="b" l="l" r="r" t="t"/>
              <a:pathLst>
                <a:path extrusionOk="0" h="145" w="84">
                  <a:moveTo>
                    <a:pt x="34" y="0"/>
                  </a:moveTo>
                  <a:cubicBezTo>
                    <a:pt x="26" y="9"/>
                    <a:pt x="17" y="9"/>
                    <a:pt x="9" y="17"/>
                  </a:cubicBezTo>
                  <a:cubicBezTo>
                    <a:pt x="9" y="25"/>
                    <a:pt x="1" y="34"/>
                    <a:pt x="1" y="34"/>
                  </a:cubicBezTo>
                  <a:cubicBezTo>
                    <a:pt x="1" y="42"/>
                    <a:pt x="9" y="50"/>
                    <a:pt x="9" y="58"/>
                  </a:cubicBezTo>
                  <a:cubicBezTo>
                    <a:pt x="26" y="83"/>
                    <a:pt x="34" y="108"/>
                    <a:pt x="42" y="133"/>
                  </a:cubicBezTo>
                  <a:lnTo>
                    <a:pt x="51" y="133"/>
                  </a:lnTo>
                  <a:cubicBezTo>
                    <a:pt x="51" y="139"/>
                    <a:pt x="55" y="145"/>
                    <a:pt x="60" y="145"/>
                  </a:cubicBezTo>
                  <a:cubicBezTo>
                    <a:pt x="62" y="145"/>
                    <a:pt x="65" y="144"/>
                    <a:pt x="67" y="141"/>
                  </a:cubicBezTo>
                  <a:cubicBezTo>
                    <a:pt x="75" y="141"/>
                    <a:pt x="84" y="133"/>
                    <a:pt x="84" y="125"/>
                  </a:cubicBezTo>
                  <a:cubicBezTo>
                    <a:pt x="84" y="100"/>
                    <a:pt x="75" y="67"/>
                    <a:pt x="75" y="34"/>
                  </a:cubicBezTo>
                  <a:cubicBezTo>
                    <a:pt x="75" y="34"/>
                    <a:pt x="75" y="25"/>
                    <a:pt x="67" y="17"/>
                  </a:cubicBezTo>
                  <a:cubicBezTo>
                    <a:pt x="67" y="17"/>
                    <a:pt x="59" y="9"/>
                    <a:pt x="59" y="9"/>
                  </a:cubicBezTo>
                  <a:cubicBezTo>
                    <a:pt x="51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36"/>
            <p:cNvSpPr/>
            <p:nvPr/>
          </p:nvSpPr>
          <p:spPr>
            <a:xfrm>
              <a:off x="4289100" y="1203375"/>
              <a:ext cx="1675" cy="3250"/>
            </a:xfrm>
            <a:custGeom>
              <a:rect b="b" l="l" r="r" t="t"/>
              <a:pathLst>
                <a:path extrusionOk="0" h="130" w="67">
                  <a:moveTo>
                    <a:pt x="51" y="0"/>
                  </a:moveTo>
                  <a:cubicBezTo>
                    <a:pt x="46" y="0"/>
                    <a:pt x="42" y="2"/>
                    <a:pt x="42" y="5"/>
                  </a:cubicBezTo>
                  <a:lnTo>
                    <a:pt x="33" y="5"/>
                  </a:lnTo>
                  <a:cubicBezTo>
                    <a:pt x="25" y="39"/>
                    <a:pt x="9" y="63"/>
                    <a:pt x="0" y="97"/>
                  </a:cubicBezTo>
                  <a:cubicBezTo>
                    <a:pt x="0" y="105"/>
                    <a:pt x="0" y="113"/>
                    <a:pt x="0" y="121"/>
                  </a:cubicBezTo>
                  <a:cubicBezTo>
                    <a:pt x="9" y="121"/>
                    <a:pt x="17" y="130"/>
                    <a:pt x="17" y="130"/>
                  </a:cubicBezTo>
                  <a:cubicBezTo>
                    <a:pt x="33" y="130"/>
                    <a:pt x="50" y="130"/>
                    <a:pt x="50" y="113"/>
                  </a:cubicBezTo>
                  <a:cubicBezTo>
                    <a:pt x="58" y="80"/>
                    <a:pt x="67" y="47"/>
                    <a:pt x="67" y="14"/>
                  </a:cubicBezTo>
                  <a:cubicBezTo>
                    <a:pt x="67" y="4"/>
                    <a:pt x="58" y="0"/>
                    <a:pt x="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36"/>
            <p:cNvSpPr/>
            <p:nvPr/>
          </p:nvSpPr>
          <p:spPr>
            <a:xfrm>
              <a:off x="4418350" y="1209500"/>
              <a:ext cx="12250" cy="6875"/>
            </a:xfrm>
            <a:custGeom>
              <a:rect b="b" l="l" r="r" t="t"/>
              <a:pathLst>
                <a:path extrusionOk="0" h="275" w="490">
                  <a:moveTo>
                    <a:pt x="382" y="1"/>
                  </a:moveTo>
                  <a:cubicBezTo>
                    <a:pt x="307" y="1"/>
                    <a:pt x="232" y="34"/>
                    <a:pt x="174" y="67"/>
                  </a:cubicBezTo>
                  <a:cubicBezTo>
                    <a:pt x="133" y="84"/>
                    <a:pt x="100" y="108"/>
                    <a:pt x="75" y="142"/>
                  </a:cubicBezTo>
                  <a:cubicBezTo>
                    <a:pt x="58" y="150"/>
                    <a:pt x="50" y="166"/>
                    <a:pt x="34" y="183"/>
                  </a:cubicBezTo>
                  <a:cubicBezTo>
                    <a:pt x="25" y="200"/>
                    <a:pt x="0" y="216"/>
                    <a:pt x="9" y="249"/>
                  </a:cubicBezTo>
                  <a:cubicBezTo>
                    <a:pt x="17" y="258"/>
                    <a:pt x="25" y="266"/>
                    <a:pt x="42" y="274"/>
                  </a:cubicBezTo>
                  <a:lnTo>
                    <a:pt x="50" y="274"/>
                  </a:lnTo>
                  <a:cubicBezTo>
                    <a:pt x="67" y="274"/>
                    <a:pt x="83" y="258"/>
                    <a:pt x="100" y="241"/>
                  </a:cubicBezTo>
                  <a:cubicBezTo>
                    <a:pt x="108" y="233"/>
                    <a:pt x="125" y="216"/>
                    <a:pt x="133" y="208"/>
                  </a:cubicBezTo>
                  <a:cubicBezTo>
                    <a:pt x="158" y="191"/>
                    <a:pt x="191" y="175"/>
                    <a:pt x="216" y="158"/>
                  </a:cubicBezTo>
                  <a:cubicBezTo>
                    <a:pt x="274" y="125"/>
                    <a:pt x="340" y="108"/>
                    <a:pt x="398" y="92"/>
                  </a:cubicBezTo>
                  <a:cubicBezTo>
                    <a:pt x="431" y="84"/>
                    <a:pt x="489" y="75"/>
                    <a:pt x="473" y="34"/>
                  </a:cubicBezTo>
                  <a:cubicBezTo>
                    <a:pt x="464" y="1"/>
                    <a:pt x="40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36"/>
            <p:cNvSpPr/>
            <p:nvPr/>
          </p:nvSpPr>
          <p:spPr>
            <a:xfrm>
              <a:off x="4419325" y="1206725"/>
              <a:ext cx="8175" cy="3775"/>
            </a:xfrm>
            <a:custGeom>
              <a:rect b="b" l="l" r="r" t="t"/>
              <a:pathLst>
                <a:path extrusionOk="0" h="151" w="327">
                  <a:moveTo>
                    <a:pt x="285" y="0"/>
                  </a:moveTo>
                  <a:cubicBezTo>
                    <a:pt x="275" y="0"/>
                    <a:pt x="265" y="4"/>
                    <a:pt x="260" y="4"/>
                  </a:cubicBezTo>
                  <a:cubicBezTo>
                    <a:pt x="251" y="4"/>
                    <a:pt x="235" y="4"/>
                    <a:pt x="227" y="12"/>
                  </a:cubicBezTo>
                  <a:cubicBezTo>
                    <a:pt x="202" y="12"/>
                    <a:pt x="185" y="21"/>
                    <a:pt x="160" y="29"/>
                  </a:cubicBezTo>
                  <a:cubicBezTo>
                    <a:pt x="111" y="45"/>
                    <a:pt x="69" y="70"/>
                    <a:pt x="28" y="95"/>
                  </a:cubicBezTo>
                  <a:cubicBezTo>
                    <a:pt x="0" y="109"/>
                    <a:pt x="18" y="151"/>
                    <a:pt x="44" y="151"/>
                  </a:cubicBezTo>
                  <a:cubicBezTo>
                    <a:pt x="50" y="151"/>
                    <a:pt x="55" y="149"/>
                    <a:pt x="61" y="145"/>
                  </a:cubicBezTo>
                  <a:cubicBezTo>
                    <a:pt x="102" y="128"/>
                    <a:pt x="144" y="112"/>
                    <a:pt x="185" y="95"/>
                  </a:cubicBezTo>
                  <a:cubicBezTo>
                    <a:pt x="202" y="87"/>
                    <a:pt x="227" y="79"/>
                    <a:pt x="243" y="79"/>
                  </a:cubicBezTo>
                  <a:cubicBezTo>
                    <a:pt x="251" y="70"/>
                    <a:pt x="268" y="70"/>
                    <a:pt x="276" y="70"/>
                  </a:cubicBezTo>
                  <a:cubicBezTo>
                    <a:pt x="293" y="62"/>
                    <a:pt x="301" y="62"/>
                    <a:pt x="309" y="54"/>
                  </a:cubicBezTo>
                  <a:cubicBezTo>
                    <a:pt x="326" y="45"/>
                    <a:pt x="326" y="29"/>
                    <a:pt x="326" y="21"/>
                  </a:cubicBezTo>
                  <a:cubicBezTo>
                    <a:pt x="326" y="4"/>
                    <a:pt x="309" y="4"/>
                    <a:pt x="301" y="4"/>
                  </a:cubicBezTo>
                  <a:cubicBezTo>
                    <a:pt x="296" y="1"/>
                    <a:pt x="290" y="0"/>
                    <a:pt x="2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36"/>
            <p:cNvSpPr/>
            <p:nvPr/>
          </p:nvSpPr>
          <p:spPr>
            <a:xfrm>
              <a:off x="4331775" y="1215625"/>
              <a:ext cx="9125" cy="6750"/>
            </a:xfrm>
            <a:custGeom>
              <a:rect b="b" l="l" r="r" t="t"/>
              <a:pathLst>
                <a:path extrusionOk="0" h="270" w="365">
                  <a:moveTo>
                    <a:pt x="52" y="1"/>
                  </a:moveTo>
                  <a:cubicBezTo>
                    <a:pt x="48" y="1"/>
                    <a:pt x="44" y="2"/>
                    <a:pt x="42" y="4"/>
                  </a:cubicBezTo>
                  <a:cubicBezTo>
                    <a:pt x="42" y="4"/>
                    <a:pt x="42" y="13"/>
                    <a:pt x="42" y="13"/>
                  </a:cubicBezTo>
                  <a:cubicBezTo>
                    <a:pt x="42" y="10"/>
                    <a:pt x="42" y="9"/>
                    <a:pt x="41" y="9"/>
                  </a:cubicBezTo>
                  <a:cubicBezTo>
                    <a:pt x="41" y="9"/>
                    <a:pt x="39" y="13"/>
                    <a:pt x="33" y="13"/>
                  </a:cubicBezTo>
                  <a:lnTo>
                    <a:pt x="17" y="13"/>
                  </a:lnTo>
                  <a:cubicBezTo>
                    <a:pt x="8" y="21"/>
                    <a:pt x="0" y="37"/>
                    <a:pt x="0" y="54"/>
                  </a:cubicBezTo>
                  <a:cubicBezTo>
                    <a:pt x="0" y="71"/>
                    <a:pt x="17" y="79"/>
                    <a:pt x="33" y="87"/>
                  </a:cubicBezTo>
                  <a:lnTo>
                    <a:pt x="42" y="87"/>
                  </a:lnTo>
                  <a:cubicBezTo>
                    <a:pt x="42" y="87"/>
                    <a:pt x="42" y="95"/>
                    <a:pt x="50" y="95"/>
                  </a:cubicBezTo>
                  <a:lnTo>
                    <a:pt x="75" y="95"/>
                  </a:lnTo>
                  <a:cubicBezTo>
                    <a:pt x="83" y="104"/>
                    <a:pt x="100" y="104"/>
                    <a:pt x="116" y="104"/>
                  </a:cubicBezTo>
                  <a:cubicBezTo>
                    <a:pt x="116" y="112"/>
                    <a:pt x="124" y="112"/>
                    <a:pt x="133" y="112"/>
                  </a:cubicBezTo>
                  <a:lnTo>
                    <a:pt x="141" y="112"/>
                  </a:lnTo>
                  <a:cubicBezTo>
                    <a:pt x="141" y="112"/>
                    <a:pt x="149" y="112"/>
                    <a:pt x="149" y="120"/>
                  </a:cubicBezTo>
                  <a:lnTo>
                    <a:pt x="158" y="120"/>
                  </a:lnTo>
                  <a:cubicBezTo>
                    <a:pt x="158" y="120"/>
                    <a:pt x="158" y="120"/>
                    <a:pt x="166" y="129"/>
                  </a:cubicBezTo>
                  <a:cubicBezTo>
                    <a:pt x="174" y="129"/>
                    <a:pt x="174" y="129"/>
                    <a:pt x="182" y="137"/>
                  </a:cubicBezTo>
                  <a:cubicBezTo>
                    <a:pt x="199" y="145"/>
                    <a:pt x="207" y="145"/>
                    <a:pt x="216" y="153"/>
                  </a:cubicBezTo>
                  <a:cubicBezTo>
                    <a:pt x="216" y="162"/>
                    <a:pt x="224" y="162"/>
                    <a:pt x="224" y="162"/>
                  </a:cubicBezTo>
                  <a:cubicBezTo>
                    <a:pt x="224" y="162"/>
                    <a:pt x="224" y="162"/>
                    <a:pt x="232" y="170"/>
                  </a:cubicBezTo>
                  <a:cubicBezTo>
                    <a:pt x="232" y="170"/>
                    <a:pt x="240" y="178"/>
                    <a:pt x="249" y="187"/>
                  </a:cubicBezTo>
                  <a:cubicBezTo>
                    <a:pt x="249" y="187"/>
                    <a:pt x="257" y="195"/>
                    <a:pt x="257" y="203"/>
                  </a:cubicBezTo>
                  <a:lnTo>
                    <a:pt x="265" y="203"/>
                  </a:lnTo>
                  <a:cubicBezTo>
                    <a:pt x="265" y="203"/>
                    <a:pt x="265" y="211"/>
                    <a:pt x="265" y="211"/>
                  </a:cubicBezTo>
                  <a:cubicBezTo>
                    <a:pt x="274" y="228"/>
                    <a:pt x="282" y="236"/>
                    <a:pt x="290" y="253"/>
                  </a:cubicBezTo>
                  <a:cubicBezTo>
                    <a:pt x="298" y="269"/>
                    <a:pt x="323" y="269"/>
                    <a:pt x="340" y="269"/>
                  </a:cubicBezTo>
                  <a:cubicBezTo>
                    <a:pt x="356" y="261"/>
                    <a:pt x="365" y="245"/>
                    <a:pt x="356" y="220"/>
                  </a:cubicBezTo>
                  <a:cubicBezTo>
                    <a:pt x="340" y="153"/>
                    <a:pt x="290" y="95"/>
                    <a:pt x="232" y="54"/>
                  </a:cubicBezTo>
                  <a:cubicBezTo>
                    <a:pt x="207" y="37"/>
                    <a:pt x="174" y="21"/>
                    <a:pt x="141" y="13"/>
                  </a:cubicBezTo>
                  <a:cubicBezTo>
                    <a:pt x="124" y="4"/>
                    <a:pt x="100" y="4"/>
                    <a:pt x="83" y="4"/>
                  </a:cubicBezTo>
                  <a:cubicBezTo>
                    <a:pt x="72" y="4"/>
                    <a:pt x="61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36"/>
            <p:cNvSpPr/>
            <p:nvPr/>
          </p:nvSpPr>
          <p:spPr>
            <a:xfrm>
              <a:off x="4333625" y="1211575"/>
              <a:ext cx="6250" cy="4800"/>
            </a:xfrm>
            <a:custGeom>
              <a:rect b="b" l="l" r="r" t="t"/>
              <a:pathLst>
                <a:path extrusionOk="0" h="192" w="250">
                  <a:moveTo>
                    <a:pt x="34" y="1"/>
                  </a:moveTo>
                  <a:lnTo>
                    <a:pt x="34" y="9"/>
                  </a:lnTo>
                  <a:cubicBezTo>
                    <a:pt x="31" y="6"/>
                    <a:pt x="29" y="5"/>
                    <a:pt x="27" y="5"/>
                  </a:cubicBezTo>
                  <a:cubicBezTo>
                    <a:pt x="21" y="5"/>
                    <a:pt x="15" y="11"/>
                    <a:pt x="9" y="17"/>
                  </a:cubicBezTo>
                  <a:cubicBezTo>
                    <a:pt x="1" y="25"/>
                    <a:pt x="1" y="34"/>
                    <a:pt x="9" y="42"/>
                  </a:cubicBezTo>
                  <a:cubicBezTo>
                    <a:pt x="9" y="50"/>
                    <a:pt x="17" y="59"/>
                    <a:pt x="17" y="67"/>
                  </a:cubicBezTo>
                  <a:cubicBezTo>
                    <a:pt x="26" y="75"/>
                    <a:pt x="34" y="83"/>
                    <a:pt x="42" y="83"/>
                  </a:cubicBezTo>
                  <a:cubicBezTo>
                    <a:pt x="59" y="100"/>
                    <a:pt x="67" y="108"/>
                    <a:pt x="84" y="117"/>
                  </a:cubicBezTo>
                  <a:cubicBezTo>
                    <a:pt x="100" y="133"/>
                    <a:pt x="117" y="141"/>
                    <a:pt x="133" y="158"/>
                  </a:cubicBezTo>
                  <a:cubicBezTo>
                    <a:pt x="142" y="166"/>
                    <a:pt x="158" y="175"/>
                    <a:pt x="175" y="183"/>
                  </a:cubicBezTo>
                  <a:cubicBezTo>
                    <a:pt x="181" y="189"/>
                    <a:pt x="189" y="191"/>
                    <a:pt x="197" y="191"/>
                  </a:cubicBezTo>
                  <a:cubicBezTo>
                    <a:pt x="212" y="191"/>
                    <a:pt x="227" y="182"/>
                    <a:pt x="233" y="166"/>
                  </a:cubicBezTo>
                  <a:cubicBezTo>
                    <a:pt x="249" y="150"/>
                    <a:pt x="241" y="125"/>
                    <a:pt x="224" y="108"/>
                  </a:cubicBezTo>
                  <a:lnTo>
                    <a:pt x="175" y="75"/>
                  </a:lnTo>
                  <a:cubicBezTo>
                    <a:pt x="166" y="67"/>
                    <a:pt x="150" y="59"/>
                    <a:pt x="133" y="50"/>
                  </a:cubicBezTo>
                  <a:lnTo>
                    <a:pt x="92" y="25"/>
                  </a:lnTo>
                  <a:cubicBezTo>
                    <a:pt x="84" y="17"/>
                    <a:pt x="75" y="9"/>
                    <a:pt x="59" y="9"/>
                  </a:cubicBezTo>
                  <a:cubicBezTo>
                    <a:pt x="50" y="9"/>
                    <a:pt x="42" y="9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36"/>
            <p:cNvSpPr/>
            <p:nvPr/>
          </p:nvSpPr>
          <p:spPr>
            <a:xfrm>
              <a:off x="4352475" y="1204950"/>
              <a:ext cx="2925" cy="7775"/>
            </a:xfrm>
            <a:custGeom>
              <a:rect b="b" l="l" r="r" t="t"/>
              <a:pathLst>
                <a:path extrusionOk="0" h="311" w="117">
                  <a:moveTo>
                    <a:pt x="26" y="0"/>
                  </a:moveTo>
                  <a:cubicBezTo>
                    <a:pt x="9" y="0"/>
                    <a:pt x="1" y="17"/>
                    <a:pt x="1" y="25"/>
                  </a:cubicBezTo>
                  <a:cubicBezTo>
                    <a:pt x="1" y="50"/>
                    <a:pt x="9" y="67"/>
                    <a:pt x="9" y="92"/>
                  </a:cubicBezTo>
                  <a:cubicBezTo>
                    <a:pt x="9" y="116"/>
                    <a:pt x="17" y="133"/>
                    <a:pt x="17" y="158"/>
                  </a:cubicBezTo>
                  <a:cubicBezTo>
                    <a:pt x="26" y="199"/>
                    <a:pt x="34" y="241"/>
                    <a:pt x="42" y="282"/>
                  </a:cubicBezTo>
                  <a:cubicBezTo>
                    <a:pt x="48" y="301"/>
                    <a:pt x="64" y="310"/>
                    <a:pt x="78" y="310"/>
                  </a:cubicBezTo>
                  <a:cubicBezTo>
                    <a:pt x="83" y="310"/>
                    <a:pt x="88" y="309"/>
                    <a:pt x="92" y="307"/>
                  </a:cubicBezTo>
                  <a:cubicBezTo>
                    <a:pt x="108" y="307"/>
                    <a:pt x="117" y="282"/>
                    <a:pt x="117" y="266"/>
                  </a:cubicBezTo>
                  <a:cubicBezTo>
                    <a:pt x="108" y="224"/>
                    <a:pt x="100" y="183"/>
                    <a:pt x="92" y="141"/>
                  </a:cubicBezTo>
                  <a:lnTo>
                    <a:pt x="75" y="75"/>
                  </a:lnTo>
                  <a:cubicBezTo>
                    <a:pt x="67" y="50"/>
                    <a:pt x="59" y="34"/>
                    <a:pt x="50" y="9"/>
                  </a:cubicBezTo>
                  <a:cubicBezTo>
                    <a:pt x="42" y="0"/>
                    <a:pt x="34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36"/>
            <p:cNvSpPr/>
            <p:nvPr/>
          </p:nvSpPr>
          <p:spPr>
            <a:xfrm>
              <a:off x="4385450" y="1201125"/>
              <a:ext cx="2675" cy="8450"/>
            </a:xfrm>
            <a:custGeom>
              <a:rect b="b" l="l" r="r" t="t"/>
              <a:pathLst>
                <a:path extrusionOk="0" h="338" w="107">
                  <a:moveTo>
                    <a:pt x="70" y="0"/>
                  </a:moveTo>
                  <a:cubicBezTo>
                    <a:pt x="61" y="0"/>
                    <a:pt x="53" y="4"/>
                    <a:pt x="49" y="13"/>
                  </a:cubicBezTo>
                  <a:cubicBezTo>
                    <a:pt x="41" y="29"/>
                    <a:pt x="32" y="37"/>
                    <a:pt x="32" y="46"/>
                  </a:cubicBezTo>
                  <a:cubicBezTo>
                    <a:pt x="24" y="62"/>
                    <a:pt x="24" y="71"/>
                    <a:pt x="24" y="79"/>
                  </a:cubicBezTo>
                  <a:cubicBezTo>
                    <a:pt x="24" y="104"/>
                    <a:pt x="16" y="129"/>
                    <a:pt x="16" y="153"/>
                  </a:cubicBezTo>
                  <a:cubicBezTo>
                    <a:pt x="7" y="203"/>
                    <a:pt x="7" y="245"/>
                    <a:pt x="7" y="294"/>
                  </a:cubicBezTo>
                  <a:cubicBezTo>
                    <a:pt x="0" y="316"/>
                    <a:pt x="18" y="337"/>
                    <a:pt x="39" y="337"/>
                  </a:cubicBezTo>
                  <a:cubicBezTo>
                    <a:pt x="42" y="337"/>
                    <a:pt x="45" y="337"/>
                    <a:pt x="49" y="336"/>
                  </a:cubicBezTo>
                  <a:cubicBezTo>
                    <a:pt x="74" y="336"/>
                    <a:pt x="90" y="319"/>
                    <a:pt x="90" y="294"/>
                  </a:cubicBezTo>
                  <a:cubicBezTo>
                    <a:pt x="99" y="245"/>
                    <a:pt x="99" y="203"/>
                    <a:pt x="107" y="153"/>
                  </a:cubicBezTo>
                  <a:cubicBezTo>
                    <a:pt x="107" y="137"/>
                    <a:pt x="107" y="112"/>
                    <a:pt x="107" y="87"/>
                  </a:cubicBezTo>
                  <a:lnTo>
                    <a:pt x="107" y="54"/>
                  </a:lnTo>
                  <a:cubicBezTo>
                    <a:pt x="107" y="37"/>
                    <a:pt x="99" y="29"/>
                    <a:pt x="90" y="13"/>
                  </a:cubicBezTo>
                  <a:cubicBezTo>
                    <a:pt x="86" y="4"/>
                    <a:pt x="78" y="0"/>
                    <a:pt x="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36"/>
            <p:cNvSpPr/>
            <p:nvPr/>
          </p:nvSpPr>
          <p:spPr>
            <a:xfrm>
              <a:off x="4425950" y="1394050"/>
              <a:ext cx="7125" cy="11075"/>
            </a:xfrm>
            <a:custGeom>
              <a:rect b="b" l="l" r="r" t="t"/>
              <a:pathLst>
                <a:path extrusionOk="0" h="443" w="285">
                  <a:moveTo>
                    <a:pt x="240" y="1"/>
                  </a:moveTo>
                  <a:cubicBezTo>
                    <a:pt x="232" y="1"/>
                    <a:pt x="224" y="4"/>
                    <a:pt x="218" y="9"/>
                  </a:cubicBezTo>
                  <a:cubicBezTo>
                    <a:pt x="177" y="59"/>
                    <a:pt x="160" y="142"/>
                    <a:pt x="127" y="200"/>
                  </a:cubicBezTo>
                  <a:cubicBezTo>
                    <a:pt x="102" y="266"/>
                    <a:pt x="61" y="324"/>
                    <a:pt x="20" y="382"/>
                  </a:cubicBezTo>
                  <a:cubicBezTo>
                    <a:pt x="1" y="408"/>
                    <a:pt x="30" y="443"/>
                    <a:pt x="56" y="443"/>
                  </a:cubicBezTo>
                  <a:cubicBezTo>
                    <a:pt x="64" y="443"/>
                    <a:pt x="72" y="440"/>
                    <a:pt x="78" y="432"/>
                  </a:cubicBezTo>
                  <a:cubicBezTo>
                    <a:pt x="127" y="374"/>
                    <a:pt x="177" y="316"/>
                    <a:pt x="210" y="250"/>
                  </a:cubicBezTo>
                  <a:cubicBezTo>
                    <a:pt x="252" y="183"/>
                    <a:pt x="285" y="101"/>
                    <a:pt x="268" y="26"/>
                  </a:cubicBezTo>
                  <a:cubicBezTo>
                    <a:pt x="268" y="10"/>
                    <a:pt x="254" y="1"/>
                    <a:pt x="2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36"/>
            <p:cNvSpPr/>
            <p:nvPr/>
          </p:nvSpPr>
          <p:spPr>
            <a:xfrm>
              <a:off x="4434500" y="1388675"/>
              <a:ext cx="2525" cy="3750"/>
            </a:xfrm>
            <a:custGeom>
              <a:rect b="b" l="l" r="r" t="t"/>
              <a:pathLst>
                <a:path extrusionOk="0" h="150" w="101">
                  <a:moveTo>
                    <a:pt x="84" y="1"/>
                  </a:moveTo>
                  <a:cubicBezTo>
                    <a:pt x="75" y="1"/>
                    <a:pt x="59" y="1"/>
                    <a:pt x="50" y="9"/>
                  </a:cubicBezTo>
                  <a:cubicBezTo>
                    <a:pt x="42" y="17"/>
                    <a:pt x="42" y="26"/>
                    <a:pt x="34" y="34"/>
                  </a:cubicBezTo>
                  <a:cubicBezTo>
                    <a:pt x="34" y="42"/>
                    <a:pt x="26" y="50"/>
                    <a:pt x="26" y="50"/>
                  </a:cubicBezTo>
                  <a:cubicBezTo>
                    <a:pt x="17" y="67"/>
                    <a:pt x="17" y="84"/>
                    <a:pt x="9" y="100"/>
                  </a:cubicBezTo>
                  <a:cubicBezTo>
                    <a:pt x="9" y="100"/>
                    <a:pt x="1" y="108"/>
                    <a:pt x="1" y="117"/>
                  </a:cubicBezTo>
                  <a:cubicBezTo>
                    <a:pt x="1" y="117"/>
                    <a:pt x="1" y="125"/>
                    <a:pt x="1" y="125"/>
                  </a:cubicBezTo>
                  <a:cubicBezTo>
                    <a:pt x="9" y="133"/>
                    <a:pt x="17" y="142"/>
                    <a:pt x="26" y="150"/>
                  </a:cubicBezTo>
                  <a:lnTo>
                    <a:pt x="50" y="150"/>
                  </a:lnTo>
                  <a:cubicBezTo>
                    <a:pt x="67" y="142"/>
                    <a:pt x="67" y="133"/>
                    <a:pt x="75" y="125"/>
                  </a:cubicBezTo>
                  <a:cubicBezTo>
                    <a:pt x="75" y="108"/>
                    <a:pt x="84" y="92"/>
                    <a:pt x="92" y="84"/>
                  </a:cubicBezTo>
                  <a:cubicBezTo>
                    <a:pt x="92" y="75"/>
                    <a:pt x="92" y="67"/>
                    <a:pt x="100" y="59"/>
                  </a:cubicBezTo>
                  <a:cubicBezTo>
                    <a:pt x="100" y="50"/>
                    <a:pt x="100" y="42"/>
                    <a:pt x="100" y="34"/>
                  </a:cubicBezTo>
                  <a:cubicBezTo>
                    <a:pt x="100" y="17"/>
                    <a:pt x="92" y="9"/>
                    <a:pt x="84" y="9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36"/>
            <p:cNvSpPr/>
            <p:nvPr/>
          </p:nvSpPr>
          <p:spPr>
            <a:xfrm>
              <a:off x="4323075" y="1409925"/>
              <a:ext cx="5200" cy="4125"/>
            </a:xfrm>
            <a:custGeom>
              <a:rect b="b" l="l" r="r" t="t"/>
              <a:pathLst>
                <a:path extrusionOk="0" h="165" w="208">
                  <a:moveTo>
                    <a:pt x="48" y="0"/>
                  </a:moveTo>
                  <a:cubicBezTo>
                    <a:pt x="40" y="0"/>
                    <a:pt x="31" y="4"/>
                    <a:pt x="25" y="4"/>
                  </a:cubicBezTo>
                  <a:cubicBezTo>
                    <a:pt x="17" y="4"/>
                    <a:pt x="8" y="12"/>
                    <a:pt x="8" y="21"/>
                  </a:cubicBezTo>
                  <a:cubicBezTo>
                    <a:pt x="0" y="29"/>
                    <a:pt x="0" y="37"/>
                    <a:pt x="0" y="46"/>
                  </a:cubicBezTo>
                  <a:cubicBezTo>
                    <a:pt x="0" y="54"/>
                    <a:pt x="8" y="62"/>
                    <a:pt x="8" y="62"/>
                  </a:cubicBezTo>
                  <a:cubicBezTo>
                    <a:pt x="17" y="70"/>
                    <a:pt x="17" y="79"/>
                    <a:pt x="25" y="79"/>
                  </a:cubicBezTo>
                  <a:lnTo>
                    <a:pt x="42" y="95"/>
                  </a:lnTo>
                  <a:cubicBezTo>
                    <a:pt x="42" y="104"/>
                    <a:pt x="50" y="112"/>
                    <a:pt x="58" y="112"/>
                  </a:cubicBezTo>
                  <a:cubicBezTo>
                    <a:pt x="66" y="120"/>
                    <a:pt x="66" y="120"/>
                    <a:pt x="75" y="120"/>
                  </a:cubicBezTo>
                  <a:cubicBezTo>
                    <a:pt x="83" y="128"/>
                    <a:pt x="91" y="137"/>
                    <a:pt x="100" y="145"/>
                  </a:cubicBezTo>
                  <a:cubicBezTo>
                    <a:pt x="116" y="145"/>
                    <a:pt x="124" y="153"/>
                    <a:pt x="133" y="153"/>
                  </a:cubicBezTo>
                  <a:cubicBezTo>
                    <a:pt x="144" y="159"/>
                    <a:pt x="160" y="165"/>
                    <a:pt x="174" y="165"/>
                  </a:cubicBezTo>
                  <a:cubicBezTo>
                    <a:pt x="180" y="165"/>
                    <a:pt x="186" y="164"/>
                    <a:pt x="191" y="162"/>
                  </a:cubicBezTo>
                  <a:cubicBezTo>
                    <a:pt x="199" y="162"/>
                    <a:pt x="199" y="162"/>
                    <a:pt x="207" y="153"/>
                  </a:cubicBezTo>
                  <a:cubicBezTo>
                    <a:pt x="207" y="145"/>
                    <a:pt x="207" y="145"/>
                    <a:pt x="207" y="137"/>
                  </a:cubicBezTo>
                  <a:cubicBezTo>
                    <a:pt x="207" y="112"/>
                    <a:pt x="199" y="104"/>
                    <a:pt x="191" y="87"/>
                  </a:cubicBezTo>
                  <a:cubicBezTo>
                    <a:pt x="174" y="79"/>
                    <a:pt x="166" y="70"/>
                    <a:pt x="158" y="62"/>
                  </a:cubicBezTo>
                  <a:cubicBezTo>
                    <a:pt x="149" y="54"/>
                    <a:pt x="141" y="46"/>
                    <a:pt x="124" y="37"/>
                  </a:cubicBezTo>
                  <a:cubicBezTo>
                    <a:pt x="124" y="37"/>
                    <a:pt x="116" y="29"/>
                    <a:pt x="116" y="29"/>
                  </a:cubicBezTo>
                  <a:cubicBezTo>
                    <a:pt x="108" y="29"/>
                    <a:pt x="108" y="21"/>
                    <a:pt x="100" y="21"/>
                  </a:cubicBezTo>
                  <a:lnTo>
                    <a:pt x="91" y="21"/>
                  </a:lnTo>
                  <a:cubicBezTo>
                    <a:pt x="83" y="12"/>
                    <a:pt x="75" y="12"/>
                    <a:pt x="75" y="12"/>
                  </a:cubicBezTo>
                  <a:cubicBezTo>
                    <a:pt x="66" y="4"/>
                    <a:pt x="58" y="4"/>
                    <a:pt x="58" y="4"/>
                  </a:cubicBezTo>
                  <a:cubicBezTo>
                    <a:pt x="55" y="1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36"/>
            <p:cNvSpPr/>
            <p:nvPr/>
          </p:nvSpPr>
          <p:spPr>
            <a:xfrm>
              <a:off x="4310425" y="1401725"/>
              <a:ext cx="2925" cy="2300"/>
            </a:xfrm>
            <a:custGeom>
              <a:rect b="b" l="l" r="r" t="t"/>
              <a:pathLst>
                <a:path extrusionOk="0" h="92" w="117">
                  <a:moveTo>
                    <a:pt x="59" y="1"/>
                  </a:moveTo>
                  <a:cubicBezTo>
                    <a:pt x="1" y="1"/>
                    <a:pt x="1" y="92"/>
                    <a:pt x="59" y="92"/>
                  </a:cubicBezTo>
                  <a:cubicBezTo>
                    <a:pt x="117" y="92"/>
                    <a:pt x="117" y="1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36"/>
            <p:cNvSpPr/>
            <p:nvPr/>
          </p:nvSpPr>
          <p:spPr>
            <a:xfrm>
              <a:off x="4364275" y="1460675"/>
              <a:ext cx="5225" cy="10725"/>
            </a:xfrm>
            <a:custGeom>
              <a:rect b="b" l="l" r="r" t="t"/>
              <a:pathLst>
                <a:path extrusionOk="0" h="429" w="209">
                  <a:moveTo>
                    <a:pt x="167" y="1"/>
                  </a:moveTo>
                  <a:cubicBezTo>
                    <a:pt x="151" y="1"/>
                    <a:pt x="131" y="8"/>
                    <a:pt x="125" y="21"/>
                  </a:cubicBezTo>
                  <a:cubicBezTo>
                    <a:pt x="92" y="79"/>
                    <a:pt x="59" y="145"/>
                    <a:pt x="34" y="211"/>
                  </a:cubicBezTo>
                  <a:cubicBezTo>
                    <a:pt x="26" y="244"/>
                    <a:pt x="18" y="269"/>
                    <a:pt x="9" y="302"/>
                  </a:cubicBezTo>
                  <a:cubicBezTo>
                    <a:pt x="9" y="344"/>
                    <a:pt x="1" y="402"/>
                    <a:pt x="34" y="427"/>
                  </a:cubicBezTo>
                  <a:cubicBezTo>
                    <a:pt x="39" y="428"/>
                    <a:pt x="43" y="429"/>
                    <a:pt x="48" y="429"/>
                  </a:cubicBezTo>
                  <a:cubicBezTo>
                    <a:pt x="68" y="429"/>
                    <a:pt x="87" y="415"/>
                    <a:pt x="100" y="402"/>
                  </a:cubicBezTo>
                  <a:cubicBezTo>
                    <a:pt x="109" y="385"/>
                    <a:pt x="109" y="360"/>
                    <a:pt x="117" y="344"/>
                  </a:cubicBezTo>
                  <a:cubicBezTo>
                    <a:pt x="125" y="319"/>
                    <a:pt x="134" y="286"/>
                    <a:pt x="142" y="253"/>
                  </a:cubicBezTo>
                  <a:cubicBezTo>
                    <a:pt x="158" y="186"/>
                    <a:pt x="175" y="128"/>
                    <a:pt x="200" y="70"/>
                  </a:cubicBezTo>
                  <a:cubicBezTo>
                    <a:pt x="208" y="45"/>
                    <a:pt x="208" y="21"/>
                    <a:pt x="183" y="4"/>
                  </a:cubicBezTo>
                  <a:cubicBezTo>
                    <a:pt x="179" y="2"/>
                    <a:pt x="173" y="1"/>
                    <a:pt x="1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36"/>
            <p:cNvSpPr/>
            <p:nvPr/>
          </p:nvSpPr>
          <p:spPr>
            <a:xfrm>
              <a:off x="4371750" y="1461375"/>
              <a:ext cx="4150" cy="7500"/>
            </a:xfrm>
            <a:custGeom>
              <a:rect b="b" l="l" r="r" t="t"/>
              <a:pathLst>
                <a:path extrusionOk="0" h="300" w="166">
                  <a:moveTo>
                    <a:pt x="107" y="1"/>
                  </a:moveTo>
                  <a:cubicBezTo>
                    <a:pt x="91" y="1"/>
                    <a:pt x="77" y="10"/>
                    <a:pt x="67" y="26"/>
                  </a:cubicBezTo>
                  <a:cubicBezTo>
                    <a:pt x="42" y="59"/>
                    <a:pt x="25" y="100"/>
                    <a:pt x="17" y="142"/>
                  </a:cubicBezTo>
                  <a:cubicBezTo>
                    <a:pt x="9" y="167"/>
                    <a:pt x="9" y="183"/>
                    <a:pt x="0" y="208"/>
                  </a:cubicBezTo>
                  <a:cubicBezTo>
                    <a:pt x="0" y="216"/>
                    <a:pt x="0" y="225"/>
                    <a:pt x="0" y="241"/>
                  </a:cubicBezTo>
                  <a:cubicBezTo>
                    <a:pt x="0" y="249"/>
                    <a:pt x="0" y="266"/>
                    <a:pt x="9" y="274"/>
                  </a:cubicBezTo>
                  <a:cubicBezTo>
                    <a:pt x="13" y="291"/>
                    <a:pt x="27" y="299"/>
                    <a:pt x="42" y="299"/>
                  </a:cubicBezTo>
                  <a:cubicBezTo>
                    <a:pt x="56" y="299"/>
                    <a:pt x="71" y="291"/>
                    <a:pt x="75" y="274"/>
                  </a:cubicBezTo>
                  <a:cubicBezTo>
                    <a:pt x="83" y="266"/>
                    <a:pt x="83" y="249"/>
                    <a:pt x="83" y="241"/>
                  </a:cubicBezTo>
                  <a:lnTo>
                    <a:pt x="83" y="233"/>
                  </a:lnTo>
                  <a:cubicBezTo>
                    <a:pt x="83" y="225"/>
                    <a:pt x="83" y="225"/>
                    <a:pt x="91" y="225"/>
                  </a:cubicBezTo>
                  <a:cubicBezTo>
                    <a:pt x="91" y="200"/>
                    <a:pt x="100" y="183"/>
                    <a:pt x="100" y="167"/>
                  </a:cubicBezTo>
                  <a:cubicBezTo>
                    <a:pt x="100" y="158"/>
                    <a:pt x="108" y="158"/>
                    <a:pt x="108" y="150"/>
                  </a:cubicBezTo>
                  <a:cubicBezTo>
                    <a:pt x="116" y="142"/>
                    <a:pt x="116" y="133"/>
                    <a:pt x="116" y="125"/>
                  </a:cubicBezTo>
                  <a:cubicBezTo>
                    <a:pt x="125" y="109"/>
                    <a:pt x="141" y="92"/>
                    <a:pt x="149" y="75"/>
                  </a:cubicBezTo>
                  <a:cubicBezTo>
                    <a:pt x="166" y="51"/>
                    <a:pt x="149" y="17"/>
                    <a:pt x="133" y="9"/>
                  </a:cubicBezTo>
                  <a:cubicBezTo>
                    <a:pt x="124" y="3"/>
                    <a:pt x="115" y="1"/>
                    <a:pt x="1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36"/>
            <p:cNvSpPr/>
            <p:nvPr/>
          </p:nvSpPr>
          <p:spPr>
            <a:xfrm>
              <a:off x="4411100" y="1454350"/>
              <a:ext cx="6250" cy="7650"/>
            </a:xfrm>
            <a:custGeom>
              <a:rect b="b" l="l" r="r" t="t"/>
              <a:pathLst>
                <a:path extrusionOk="0" h="306" w="250">
                  <a:moveTo>
                    <a:pt x="34" y="0"/>
                  </a:moveTo>
                  <a:cubicBezTo>
                    <a:pt x="17" y="0"/>
                    <a:pt x="1" y="17"/>
                    <a:pt x="1" y="42"/>
                  </a:cubicBezTo>
                  <a:cubicBezTo>
                    <a:pt x="1" y="108"/>
                    <a:pt x="25" y="166"/>
                    <a:pt x="58" y="216"/>
                  </a:cubicBezTo>
                  <a:cubicBezTo>
                    <a:pt x="83" y="249"/>
                    <a:pt x="108" y="274"/>
                    <a:pt x="133" y="290"/>
                  </a:cubicBezTo>
                  <a:cubicBezTo>
                    <a:pt x="156" y="296"/>
                    <a:pt x="183" y="306"/>
                    <a:pt x="208" y="306"/>
                  </a:cubicBezTo>
                  <a:cubicBezTo>
                    <a:pt x="219" y="306"/>
                    <a:pt x="231" y="304"/>
                    <a:pt x="241" y="298"/>
                  </a:cubicBezTo>
                  <a:cubicBezTo>
                    <a:pt x="249" y="290"/>
                    <a:pt x="249" y="282"/>
                    <a:pt x="249" y="274"/>
                  </a:cubicBezTo>
                  <a:cubicBezTo>
                    <a:pt x="241" y="265"/>
                    <a:pt x="241" y="257"/>
                    <a:pt x="232" y="249"/>
                  </a:cubicBezTo>
                  <a:lnTo>
                    <a:pt x="224" y="257"/>
                  </a:lnTo>
                  <a:cubicBezTo>
                    <a:pt x="224" y="257"/>
                    <a:pt x="224" y="249"/>
                    <a:pt x="216" y="249"/>
                  </a:cubicBezTo>
                  <a:cubicBezTo>
                    <a:pt x="216" y="249"/>
                    <a:pt x="216" y="249"/>
                    <a:pt x="216" y="240"/>
                  </a:cubicBezTo>
                  <a:cubicBezTo>
                    <a:pt x="208" y="240"/>
                    <a:pt x="199" y="232"/>
                    <a:pt x="191" y="232"/>
                  </a:cubicBezTo>
                  <a:lnTo>
                    <a:pt x="191" y="224"/>
                  </a:lnTo>
                  <a:lnTo>
                    <a:pt x="183" y="224"/>
                  </a:lnTo>
                  <a:lnTo>
                    <a:pt x="166" y="207"/>
                  </a:lnTo>
                  <a:cubicBezTo>
                    <a:pt x="166" y="207"/>
                    <a:pt x="166" y="199"/>
                    <a:pt x="166" y="199"/>
                  </a:cubicBezTo>
                  <a:cubicBezTo>
                    <a:pt x="158" y="199"/>
                    <a:pt x="158" y="199"/>
                    <a:pt x="158" y="191"/>
                  </a:cubicBezTo>
                  <a:cubicBezTo>
                    <a:pt x="141" y="182"/>
                    <a:pt x="133" y="174"/>
                    <a:pt x="125" y="166"/>
                  </a:cubicBezTo>
                  <a:cubicBezTo>
                    <a:pt x="125" y="166"/>
                    <a:pt x="116" y="158"/>
                    <a:pt x="116" y="158"/>
                  </a:cubicBezTo>
                  <a:cubicBezTo>
                    <a:pt x="116" y="158"/>
                    <a:pt x="116" y="149"/>
                    <a:pt x="116" y="149"/>
                  </a:cubicBezTo>
                  <a:cubicBezTo>
                    <a:pt x="108" y="149"/>
                    <a:pt x="108" y="141"/>
                    <a:pt x="108" y="141"/>
                  </a:cubicBezTo>
                  <a:cubicBezTo>
                    <a:pt x="100" y="133"/>
                    <a:pt x="92" y="116"/>
                    <a:pt x="92" y="108"/>
                  </a:cubicBezTo>
                  <a:cubicBezTo>
                    <a:pt x="92" y="108"/>
                    <a:pt x="92" y="108"/>
                    <a:pt x="92" y="100"/>
                  </a:cubicBezTo>
                  <a:cubicBezTo>
                    <a:pt x="83" y="100"/>
                    <a:pt x="83" y="100"/>
                    <a:pt x="83" y="91"/>
                  </a:cubicBezTo>
                  <a:cubicBezTo>
                    <a:pt x="83" y="91"/>
                    <a:pt x="83" y="83"/>
                    <a:pt x="75" y="75"/>
                  </a:cubicBezTo>
                  <a:cubicBezTo>
                    <a:pt x="75" y="66"/>
                    <a:pt x="75" y="58"/>
                    <a:pt x="75" y="58"/>
                  </a:cubicBezTo>
                  <a:lnTo>
                    <a:pt x="75" y="50"/>
                  </a:lnTo>
                  <a:lnTo>
                    <a:pt x="75" y="42"/>
                  </a:lnTo>
                  <a:cubicBezTo>
                    <a:pt x="75" y="25"/>
                    <a:pt x="58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36"/>
            <p:cNvSpPr/>
            <p:nvPr/>
          </p:nvSpPr>
          <p:spPr>
            <a:xfrm>
              <a:off x="4421875" y="1451025"/>
              <a:ext cx="3325" cy="5275"/>
            </a:xfrm>
            <a:custGeom>
              <a:rect b="b" l="l" r="r" t="t"/>
              <a:pathLst>
                <a:path extrusionOk="0" h="211" w="133">
                  <a:moveTo>
                    <a:pt x="33" y="1"/>
                  </a:moveTo>
                  <a:cubicBezTo>
                    <a:pt x="25" y="9"/>
                    <a:pt x="9" y="17"/>
                    <a:pt x="9" y="25"/>
                  </a:cubicBezTo>
                  <a:cubicBezTo>
                    <a:pt x="0" y="34"/>
                    <a:pt x="0" y="42"/>
                    <a:pt x="0" y="59"/>
                  </a:cubicBezTo>
                  <a:cubicBezTo>
                    <a:pt x="9" y="75"/>
                    <a:pt x="25" y="100"/>
                    <a:pt x="33" y="125"/>
                  </a:cubicBezTo>
                  <a:cubicBezTo>
                    <a:pt x="42" y="150"/>
                    <a:pt x="50" y="166"/>
                    <a:pt x="67" y="191"/>
                  </a:cubicBezTo>
                  <a:cubicBezTo>
                    <a:pt x="73" y="203"/>
                    <a:pt x="83" y="211"/>
                    <a:pt x="95" y="211"/>
                  </a:cubicBezTo>
                  <a:cubicBezTo>
                    <a:pt x="99" y="211"/>
                    <a:pt x="104" y="210"/>
                    <a:pt x="108" y="208"/>
                  </a:cubicBezTo>
                  <a:cubicBezTo>
                    <a:pt x="125" y="199"/>
                    <a:pt x="133" y="183"/>
                    <a:pt x="125" y="166"/>
                  </a:cubicBezTo>
                  <a:cubicBezTo>
                    <a:pt x="116" y="141"/>
                    <a:pt x="116" y="125"/>
                    <a:pt x="108" y="100"/>
                  </a:cubicBezTo>
                  <a:cubicBezTo>
                    <a:pt x="100" y="75"/>
                    <a:pt x="91" y="59"/>
                    <a:pt x="83" y="34"/>
                  </a:cubicBezTo>
                  <a:cubicBezTo>
                    <a:pt x="83" y="25"/>
                    <a:pt x="75" y="17"/>
                    <a:pt x="67" y="9"/>
                  </a:cubicBezTo>
                  <a:cubicBezTo>
                    <a:pt x="58" y="1"/>
                    <a:pt x="42" y="1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36"/>
            <p:cNvSpPr/>
            <p:nvPr/>
          </p:nvSpPr>
          <p:spPr>
            <a:xfrm>
              <a:off x="4319125" y="1448100"/>
              <a:ext cx="5000" cy="8950"/>
            </a:xfrm>
            <a:custGeom>
              <a:rect b="b" l="l" r="r" t="t"/>
              <a:pathLst>
                <a:path extrusionOk="0" h="358" w="200">
                  <a:moveTo>
                    <a:pt x="151" y="1"/>
                  </a:moveTo>
                  <a:cubicBezTo>
                    <a:pt x="136" y="1"/>
                    <a:pt x="122" y="8"/>
                    <a:pt x="117" y="18"/>
                  </a:cubicBezTo>
                  <a:cubicBezTo>
                    <a:pt x="92" y="68"/>
                    <a:pt x="75" y="118"/>
                    <a:pt x="50" y="167"/>
                  </a:cubicBezTo>
                  <a:cubicBezTo>
                    <a:pt x="34" y="192"/>
                    <a:pt x="26" y="217"/>
                    <a:pt x="17" y="250"/>
                  </a:cubicBezTo>
                  <a:cubicBezTo>
                    <a:pt x="9" y="275"/>
                    <a:pt x="1" y="300"/>
                    <a:pt x="1" y="325"/>
                  </a:cubicBezTo>
                  <a:cubicBezTo>
                    <a:pt x="1" y="347"/>
                    <a:pt x="12" y="358"/>
                    <a:pt x="24" y="358"/>
                  </a:cubicBezTo>
                  <a:cubicBezTo>
                    <a:pt x="30" y="358"/>
                    <a:pt x="37" y="355"/>
                    <a:pt x="42" y="350"/>
                  </a:cubicBezTo>
                  <a:cubicBezTo>
                    <a:pt x="67" y="333"/>
                    <a:pt x="75" y="308"/>
                    <a:pt x="92" y="283"/>
                  </a:cubicBezTo>
                  <a:cubicBezTo>
                    <a:pt x="108" y="258"/>
                    <a:pt x="117" y="234"/>
                    <a:pt x="125" y="209"/>
                  </a:cubicBezTo>
                  <a:cubicBezTo>
                    <a:pt x="150" y="159"/>
                    <a:pt x="166" y="118"/>
                    <a:pt x="191" y="68"/>
                  </a:cubicBezTo>
                  <a:cubicBezTo>
                    <a:pt x="200" y="43"/>
                    <a:pt x="200" y="18"/>
                    <a:pt x="175" y="10"/>
                  </a:cubicBezTo>
                  <a:cubicBezTo>
                    <a:pt x="168" y="4"/>
                    <a:pt x="160" y="1"/>
                    <a:pt x="1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36"/>
            <p:cNvSpPr/>
            <p:nvPr/>
          </p:nvSpPr>
          <p:spPr>
            <a:xfrm>
              <a:off x="4311875" y="1438525"/>
              <a:ext cx="4600" cy="8050"/>
            </a:xfrm>
            <a:custGeom>
              <a:rect b="b" l="l" r="r" t="t"/>
              <a:pathLst>
                <a:path extrusionOk="0" h="322" w="184">
                  <a:moveTo>
                    <a:pt x="124" y="0"/>
                  </a:moveTo>
                  <a:cubicBezTo>
                    <a:pt x="108" y="0"/>
                    <a:pt x="96" y="10"/>
                    <a:pt x="84" y="28"/>
                  </a:cubicBezTo>
                  <a:cubicBezTo>
                    <a:pt x="75" y="53"/>
                    <a:pt x="67" y="70"/>
                    <a:pt x="59" y="95"/>
                  </a:cubicBezTo>
                  <a:cubicBezTo>
                    <a:pt x="50" y="111"/>
                    <a:pt x="50" y="136"/>
                    <a:pt x="42" y="161"/>
                  </a:cubicBezTo>
                  <a:cubicBezTo>
                    <a:pt x="26" y="202"/>
                    <a:pt x="9" y="244"/>
                    <a:pt x="1" y="285"/>
                  </a:cubicBezTo>
                  <a:cubicBezTo>
                    <a:pt x="1" y="302"/>
                    <a:pt x="1" y="318"/>
                    <a:pt x="17" y="318"/>
                  </a:cubicBezTo>
                  <a:cubicBezTo>
                    <a:pt x="22" y="321"/>
                    <a:pt x="27" y="322"/>
                    <a:pt x="32" y="322"/>
                  </a:cubicBezTo>
                  <a:cubicBezTo>
                    <a:pt x="43" y="322"/>
                    <a:pt x="53" y="316"/>
                    <a:pt x="59" y="310"/>
                  </a:cubicBezTo>
                  <a:cubicBezTo>
                    <a:pt x="84" y="269"/>
                    <a:pt x="100" y="227"/>
                    <a:pt x="117" y="186"/>
                  </a:cubicBezTo>
                  <a:cubicBezTo>
                    <a:pt x="125" y="161"/>
                    <a:pt x="133" y="144"/>
                    <a:pt x="150" y="119"/>
                  </a:cubicBezTo>
                  <a:lnTo>
                    <a:pt x="175" y="53"/>
                  </a:lnTo>
                  <a:cubicBezTo>
                    <a:pt x="183" y="28"/>
                    <a:pt x="158" y="3"/>
                    <a:pt x="142" y="3"/>
                  </a:cubicBezTo>
                  <a:cubicBezTo>
                    <a:pt x="135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36"/>
            <p:cNvSpPr/>
            <p:nvPr/>
          </p:nvSpPr>
          <p:spPr>
            <a:xfrm>
              <a:off x="4315400" y="1239100"/>
              <a:ext cx="14950" cy="18350"/>
            </a:xfrm>
            <a:custGeom>
              <a:rect b="b" l="l" r="r" t="t"/>
              <a:pathLst>
                <a:path extrusionOk="0" h="734" w="598">
                  <a:moveTo>
                    <a:pt x="309" y="0"/>
                  </a:moveTo>
                  <a:cubicBezTo>
                    <a:pt x="244" y="0"/>
                    <a:pt x="185" y="32"/>
                    <a:pt x="133" y="76"/>
                  </a:cubicBezTo>
                  <a:cubicBezTo>
                    <a:pt x="59" y="126"/>
                    <a:pt x="25" y="209"/>
                    <a:pt x="17" y="292"/>
                  </a:cubicBezTo>
                  <a:cubicBezTo>
                    <a:pt x="1" y="416"/>
                    <a:pt x="42" y="557"/>
                    <a:pt x="125" y="648"/>
                  </a:cubicBezTo>
                  <a:cubicBezTo>
                    <a:pt x="125" y="648"/>
                    <a:pt x="125" y="648"/>
                    <a:pt x="133" y="656"/>
                  </a:cubicBezTo>
                  <a:cubicBezTo>
                    <a:pt x="150" y="673"/>
                    <a:pt x="166" y="689"/>
                    <a:pt x="191" y="706"/>
                  </a:cubicBezTo>
                  <a:cubicBezTo>
                    <a:pt x="217" y="724"/>
                    <a:pt x="247" y="733"/>
                    <a:pt x="277" y="733"/>
                  </a:cubicBezTo>
                  <a:cubicBezTo>
                    <a:pt x="313" y="733"/>
                    <a:pt x="350" y="720"/>
                    <a:pt x="382" y="698"/>
                  </a:cubicBezTo>
                  <a:cubicBezTo>
                    <a:pt x="456" y="656"/>
                    <a:pt x="506" y="590"/>
                    <a:pt x="531" y="507"/>
                  </a:cubicBezTo>
                  <a:cubicBezTo>
                    <a:pt x="581" y="391"/>
                    <a:pt x="597" y="234"/>
                    <a:pt x="523" y="118"/>
                  </a:cubicBezTo>
                  <a:cubicBezTo>
                    <a:pt x="481" y="51"/>
                    <a:pt x="415" y="10"/>
                    <a:pt x="332" y="2"/>
                  </a:cubicBezTo>
                  <a:cubicBezTo>
                    <a:pt x="324" y="1"/>
                    <a:pt x="317" y="0"/>
                    <a:pt x="3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36"/>
            <p:cNvSpPr/>
            <p:nvPr/>
          </p:nvSpPr>
          <p:spPr>
            <a:xfrm>
              <a:off x="4310025" y="1235725"/>
              <a:ext cx="10575" cy="8400"/>
            </a:xfrm>
            <a:custGeom>
              <a:rect b="b" l="l" r="r" t="t"/>
              <a:pathLst>
                <a:path extrusionOk="0" h="336" w="423">
                  <a:moveTo>
                    <a:pt x="338" y="1"/>
                  </a:moveTo>
                  <a:cubicBezTo>
                    <a:pt x="322" y="1"/>
                    <a:pt x="305" y="5"/>
                    <a:pt x="290" y="12"/>
                  </a:cubicBezTo>
                  <a:cubicBezTo>
                    <a:pt x="232" y="37"/>
                    <a:pt x="174" y="79"/>
                    <a:pt x="133" y="120"/>
                  </a:cubicBezTo>
                  <a:cubicBezTo>
                    <a:pt x="108" y="137"/>
                    <a:pt x="83" y="161"/>
                    <a:pt x="66" y="186"/>
                  </a:cubicBezTo>
                  <a:cubicBezTo>
                    <a:pt x="50" y="195"/>
                    <a:pt x="42" y="211"/>
                    <a:pt x="33" y="228"/>
                  </a:cubicBezTo>
                  <a:cubicBezTo>
                    <a:pt x="25" y="236"/>
                    <a:pt x="25" y="244"/>
                    <a:pt x="17" y="253"/>
                  </a:cubicBezTo>
                  <a:cubicBezTo>
                    <a:pt x="17" y="261"/>
                    <a:pt x="17" y="261"/>
                    <a:pt x="17" y="269"/>
                  </a:cubicBezTo>
                  <a:cubicBezTo>
                    <a:pt x="17" y="269"/>
                    <a:pt x="11" y="280"/>
                    <a:pt x="14" y="280"/>
                  </a:cubicBezTo>
                  <a:cubicBezTo>
                    <a:pt x="14" y="280"/>
                    <a:pt x="15" y="279"/>
                    <a:pt x="17" y="277"/>
                  </a:cubicBezTo>
                  <a:lnTo>
                    <a:pt x="17" y="277"/>
                  </a:lnTo>
                  <a:cubicBezTo>
                    <a:pt x="0" y="311"/>
                    <a:pt x="33" y="335"/>
                    <a:pt x="66" y="335"/>
                  </a:cubicBezTo>
                  <a:cubicBezTo>
                    <a:pt x="66" y="335"/>
                    <a:pt x="72" y="332"/>
                    <a:pt x="75" y="332"/>
                  </a:cubicBezTo>
                  <a:lnTo>
                    <a:pt x="75" y="332"/>
                  </a:lnTo>
                  <a:cubicBezTo>
                    <a:pt x="75" y="333"/>
                    <a:pt x="75" y="334"/>
                    <a:pt x="75" y="335"/>
                  </a:cubicBezTo>
                  <a:cubicBezTo>
                    <a:pt x="78" y="333"/>
                    <a:pt x="78" y="332"/>
                    <a:pt x="76" y="332"/>
                  </a:cubicBezTo>
                  <a:lnTo>
                    <a:pt x="76" y="332"/>
                  </a:lnTo>
                  <a:cubicBezTo>
                    <a:pt x="76" y="332"/>
                    <a:pt x="76" y="332"/>
                    <a:pt x="75" y="332"/>
                  </a:cubicBezTo>
                  <a:lnTo>
                    <a:pt x="75" y="332"/>
                  </a:lnTo>
                  <a:cubicBezTo>
                    <a:pt x="78" y="327"/>
                    <a:pt x="84" y="327"/>
                    <a:pt x="91" y="327"/>
                  </a:cubicBezTo>
                  <a:cubicBezTo>
                    <a:pt x="100" y="327"/>
                    <a:pt x="100" y="327"/>
                    <a:pt x="108" y="319"/>
                  </a:cubicBezTo>
                  <a:cubicBezTo>
                    <a:pt x="116" y="319"/>
                    <a:pt x="124" y="319"/>
                    <a:pt x="133" y="311"/>
                  </a:cubicBezTo>
                  <a:cubicBezTo>
                    <a:pt x="133" y="311"/>
                    <a:pt x="141" y="302"/>
                    <a:pt x="149" y="302"/>
                  </a:cubicBezTo>
                  <a:lnTo>
                    <a:pt x="224" y="253"/>
                  </a:lnTo>
                  <a:cubicBezTo>
                    <a:pt x="274" y="219"/>
                    <a:pt x="323" y="186"/>
                    <a:pt x="373" y="161"/>
                  </a:cubicBezTo>
                  <a:cubicBezTo>
                    <a:pt x="406" y="137"/>
                    <a:pt x="423" y="103"/>
                    <a:pt x="414" y="62"/>
                  </a:cubicBezTo>
                  <a:cubicBezTo>
                    <a:pt x="406" y="45"/>
                    <a:pt x="406" y="37"/>
                    <a:pt x="390" y="21"/>
                  </a:cubicBezTo>
                  <a:cubicBezTo>
                    <a:pt x="376" y="7"/>
                    <a:pt x="357" y="1"/>
                    <a:pt x="3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36"/>
            <p:cNvSpPr/>
            <p:nvPr/>
          </p:nvSpPr>
          <p:spPr>
            <a:xfrm>
              <a:off x="4424775" y="1237025"/>
              <a:ext cx="14925" cy="18350"/>
            </a:xfrm>
            <a:custGeom>
              <a:rect b="b" l="l" r="r" t="t"/>
              <a:pathLst>
                <a:path extrusionOk="0" h="734" w="597">
                  <a:moveTo>
                    <a:pt x="286" y="0"/>
                  </a:moveTo>
                  <a:cubicBezTo>
                    <a:pt x="279" y="0"/>
                    <a:pt x="272" y="1"/>
                    <a:pt x="265" y="2"/>
                  </a:cubicBezTo>
                  <a:cubicBezTo>
                    <a:pt x="183" y="10"/>
                    <a:pt x="116" y="51"/>
                    <a:pt x="75" y="118"/>
                  </a:cubicBezTo>
                  <a:lnTo>
                    <a:pt x="67" y="118"/>
                  </a:lnTo>
                  <a:cubicBezTo>
                    <a:pt x="0" y="234"/>
                    <a:pt x="17" y="391"/>
                    <a:pt x="58" y="507"/>
                  </a:cubicBezTo>
                  <a:cubicBezTo>
                    <a:pt x="91" y="590"/>
                    <a:pt x="133" y="656"/>
                    <a:pt x="216" y="698"/>
                  </a:cubicBezTo>
                  <a:cubicBezTo>
                    <a:pt x="243" y="720"/>
                    <a:pt x="280" y="733"/>
                    <a:pt x="318" y="733"/>
                  </a:cubicBezTo>
                  <a:cubicBezTo>
                    <a:pt x="349" y="733"/>
                    <a:pt x="380" y="725"/>
                    <a:pt x="406" y="706"/>
                  </a:cubicBezTo>
                  <a:cubicBezTo>
                    <a:pt x="431" y="689"/>
                    <a:pt x="448" y="673"/>
                    <a:pt x="464" y="656"/>
                  </a:cubicBezTo>
                  <a:cubicBezTo>
                    <a:pt x="464" y="648"/>
                    <a:pt x="473" y="648"/>
                    <a:pt x="473" y="648"/>
                  </a:cubicBezTo>
                  <a:cubicBezTo>
                    <a:pt x="555" y="557"/>
                    <a:pt x="597" y="416"/>
                    <a:pt x="572" y="292"/>
                  </a:cubicBezTo>
                  <a:cubicBezTo>
                    <a:pt x="564" y="209"/>
                    <a:pt x="531" y="126"/>
                    <a:pt x="464" y="76"/>
                  </a:cubicBezTo>
                  <a:cubicBezTo>
                    <a:pt x="412" y="32"/>
                    <a:pt x="347" y="0"/>
                    <a:pt x="2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36"/>
            <p:cNvSpPr/>
            <p:nvPr/>
          </p:nvSpPr>
          <p:spPr>
            <a:xfrm>
              <a:off x="4434500" y="1233650"/>
              <a:ext cx="10400" cy="8400"/>
            </a:xfrm>
            <a:custGeom>
              <a:rect b="b" l="l" r="r" t="t"/>
              <a:pathLst>
                <a:path extrusionOk="0" h="336" w="416">
                  <a:moveTo>
                    <a:pt x="85" y="1"/>
                  </a:moveTo>
                  <a:cubicBezTo>
                    <a:pt x="65" y="1"/>
                    <a:pt x="44" y="7"/>
                    <a:pt x="26" y="21"/>
                  </a:cubicBezTo>
                  <a:cubicBezTo>
                    <a:pt x="17" y="37"/>
                    <a:pt x="9" y="46"/>
                    <a:pt x="9" y="62"/>
                  </a:cubicBezTo>
                  <a:cubicBezTo>
                    <a:pt x="1" y="104"/>
                    <a:pt x="17" y="137"/>
                    <a:pt x="50" y="153"/>
                  </a:cubicBezTo>
                  <a:cubicBezTo>
                    <a:pt x="100" y="186"/>
                    <a:pt x="150" y="220"/>
                    <a:pt x="200" y="253"/>
                  </a:cubicBezTo>
                  <a:lnTo>
                    <a:pt x="274" y="302"/>
                  </a:lnTo>
                  <a:cubicBezTo>
                    <a:pt x="274" y="302"/>
                    <a:pt x="282" y="311"/>
                    <a:pt x="291" y="311"/>
                  </a:cubicBezTo>
                  <a:cubicBezTo>
                    <a:pt x="299" y="319"/>
                    <a:pt x="307" y="319"/>
                    <a:pt x="307" y="319"/>
                  </a:cubicBezTo>
                  <a:lnTo>
                    <a:pt x="316" y="319"/>
                  </a:lnTo>
                  <a:cubicBezTo>
                    <a:pt x="316" y="319"/>
                    <a:pt x="324" y="327"/>
                    <a:pt x="332" y="327"/>
                  </a:cubicBezTo>
                  <a:lnTo>
                    <a:pt x="349" y="327"/>
                  </a:lnTo>
                  <a:cubicBezTo>
                    <a:pt x="332" y="327"/>
                    <a:pt x="349" y="336"/>
                    <a:pt x="357" y="336"/>
                  </a:cubicBezTo>
                  <a:cubicBezTo>
                    <a:pt x="382" y="336"/>
                    <a:pt x="415" y="311"/>
                    <a:pt x="407" y="278"/>
                  </a:cubicBezTo>
                  <a:lnTo>
                    <a:pt x="407" y="278"/>
                  </a:lnTo>
                  <a:cubicBezTo>
                    <a:pt x="407" y="274"/>
                    <a:pt x="407" y="269"/>
                    <a:pt x="407" y="269"/>
                  </a:cubicBezTo>
                  <a:cubicBezTo>
                    <a:pt x="398" y="261"/>
                    <a:pt x="398" y="261"/>
                    <a:pt x="398" y="253"/>
                  </a:cubicBezTo>
                  <a:cubicBezTo>
                    <a:pt x="398" y="244"/>
                    <a:pt x="390" y="236"/>
                    <a:pt x="390" y="228"/>
                  </a:cubicBezTo>
                  <a:cubicBezTo>
                    <a:pt x="382" y="211"/>
                    <a:pt x="365" y="195"/>
                    <a:pt x="357" y="178"/>
                  </a:cubicBezTo>
                  <a:cubicBezTo>
                    <a:pt x="332" y="162"/>
                    <a:pt x="316" y="137"/>
                    <a:pt x="291" y="120"/>
                  </a:cubicBezTo>
                  <a:cubicBezTo>
                    <a:pt x="241" y="79"/>
                    <a:pt x="191" y="37"/>
                    <a:pt x="133" y="12"/>
                  </a:cubicBezTo>
                  <a:cubicBezTo>
                    <a:pt x="118" y="5"/>
                    <a:pt x="102" y="1"/>
                    <a:pt x="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071" name="Shape 1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72" name="Google Shape;1072;p37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 rot="10800000"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1073" name="Google Shape;1073;p37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4" name="Google Shape;1074;p37"/>
          <p:cNvSpPr txBox="1"/>
          <p:nvPr>
            <p:ph idx="1" type="subTitle"/>
          </p:nvPr>
        </p:nvSpPr>
        <p:spPr>
          <a:xfrm>
            <a:off x="4292700" y="2447999"/>
            <a:ext cx="4128900" cy="150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9pPr>
          </a:lstStyle>
          <a:p/>
        </p:txBody>
      </p:sp>
      <p:sp>
        <p:nvSpPr>
          <p:cNvPr id="1075" name="Google Shape;1075;p37"/>
          <p:cNvSpPr txBox="1"/>
          <p:nvPr>
            <p:ph type="title"/>
          </p:nvPr>
        </p:nvSpPr>
        <p:spPr>
          <a:xfrm>
            <a:off x="4292816" y="1295886"/>
            <a:ext cx="4128900" cy="763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i="1" sz="4000">
                <a:highlight>
                  <a:schemeClr val="l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noFill/>
      </p:bgPr>
    </p:bg>
    <p:spTree>
      <p:nvGrpSpPr>
        <p:cNvPr id="1076" name="Shape 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" name="Google Shape;1077;p38"/>
          <p:cNvSpPr/>
          <p:nvPr>
            <p:ph idx="2" type="pic"/>
          </p:nvPr>
        </p:nvSpPr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078" name="Google Shape;1078;p38"/>
          <p:cNvSpPr txBox="1"/>
          <p:nvPr>
            <p:ph type="title"/>
          </p:nvPr>
        </p:nvSpPr>
        <p:spPr>
          <a:xfrm>
            <a:off x="4572000" y="494275"/>
            <a:ext cx="3847200" cy="116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200"/>
              <a:buFont typeface="Fredoka"/>
              <a:buNone/>
              <a:defRPr i="1">
                <a:highlight>
                  <a:schemeClr val="l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1079" name="Shape 1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80" name="Google Shape;1080;p39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 rot="10800000"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1081" name="Google Shape;1081;p39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2" name="Google Shape;1082;p39"/>
          <p:cNvSpPr txBox="1"/>
          <p:nvPr>
            <p:ph hasCustomPrompt="1" type="title"/>
          </p:nvPr>
        </p:nvSpPr>
        <p:spPr>
          <a:xfrm>
            <a:off x="1468050" y="1698226"/>
            <a:ext cx="6207900" cy="1255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500"/>
              <a:buNone/>
              <a:defRPr i="1" sz="8500">
                <a:highlight>
                  <a:schemeClr val="l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083" name="Google Shape;1083;p39"/>
          <p:cNvSpPr txBox="1"/>
          <p:nvPr>
            <p:ph idx="1" type="subTitle"/>
          </p:nvPr>
        </p:nvSpPr>
        <p:spPr>
          <a:xfrm flipH="1">
            <a:off x="1468050" y="3247758"/>
            <a:ext cx="6207900" cy="44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9pPr>
          </a:lstStyle>
          <a:p/>
        </p:txBody>
      </p:sp>
      <p:grpSp>
        <p:nvGrpSpPr>
          <p:cNvPr id="1084" name="Google Shape;1084;p39"/>
          <p:cNvGrpSpPr/>
          <p:nvPr/>
        </p:nvGrpSpPr>
        <p:grpSpPr>
          <a:xfrm>
            <a:off x="152411" y="3810251"/>
            <a:ext cx="720156" cy="1180841"/>
            <a:chOff x="1874900" y="2754625"/>
            <a:chExt cx="318625" cy="522450"/>
          </a:xfrm>
        </p:grpSpPr>
        <p:sp>
          <p:nvSpPr>
            <p:cNvPr id="1085" name="Google Shape;1085;p39"/>
            <p:cNvSpPr/>
            <p:nvPr/>
          </p:nvSpPr>
          <p:spPr>
            <a:xfrm>
              <a:off x="2129475" y="3129250"/>
              <a:ext cx="30275" cy="13500"/>
            </a:xfrm>
            <a:custGeom>
              <a:rect b="b" l="l" r="r" t="t"/>
              <a:pathLst>
                <a:path extrusionOk="0" h="540" w="1211">
                  <a:moveTo>
                    <a:pt x="904" y="1"/>
                  </a:moveTo>
                  <a:cubicBezTo>
                    <a:pt x="771" y="125"/>
                    <a:pt x="631" y="233"/>
                    <a:pt x="473" y="315"/>
                  </a:cubicBezTo>
                  <a:cubicBezTo>
                    <a:pt x="324" y="398"/>
                    <a:pt x="167" y="465"/>
                    <a:pt x="1" y="506"/>
                  </a:cubicBezTo>
                  <a:cubicBezTo>
                    <a:pt x="150" y="523"/>
                    <a:pt x="307" y="539"/>
                    <a:pt x="465" y="539"/>
                  </a:cubicBezTo>
                  <a:cubicBezTo>
                    <a:pt x="631" y="539"/>
                    <a:pt x="788" y="506"/>
                    <a:pt x="945" y="448"/>
                  </a:cubicBezTo>
                  <a:cubicBezTo>
                    <a:pt x="1020" y="423"/>
                    <a:pt x="1095" y="398"/>
                    <a:pt x="1153" y="357"/>
                  </a:cubicBezTo>
                  <a:cubicBezTo>
                    <a:pt x="1177" y="340"/>
                    <a:pt x="1194" y="324"/>
                    <a:pt x="1211" y="299"/>
                  </a:cubicBezTo>
                  <a:cubicBezTo>
                    <a:pt x="1211" y="291"/>
                    <a:pt x="1211" y="291"/>
                    <a:pt x="1211" y="282"/>
                  </a:cubicBezTo>
                  <a:cubicBezTo>
                    <a:pt x="1144" y="233"/>
                    <a:pt x="1078" y="166"/>
                    <a:pt x="1012" y="108"/>
                  </a:cubicBezTo>
                  <a:cubicBezTo>
                    <a:pt x="979" y="75"/>
                    <a:pt x="937" y="42"/>
                    <a:pt x="9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39"/>
            <p:cNvSpPr/>
            <p:nvPr/>
          </p:nvSpPr>
          <p:spPr>
            <a:xfrm>
              <a:off x="2154350" y="3114550"/>
              <a:ext cx="23000" cy="21325"/>
            </a:xfrm>
            <a:custGeom>
              <a:rect b="b" l="l" r="r" t="t"/>
              <a:pathLst>
                <a:path extrusionOk="0" h="853" w="920">
                  <a:moveTo>
                    <a:pt x="920" y="0"/>
                  </a:moveTo>
                  <a:lnTo>
                    <a:pt x="920" y="0"/>
                  </a:lnTo>
                  <a:cubicBezTo>
                    <a:pt x="853" y="42"/>
                    <a:pt x="779" y="67"/>
                    <a:pt x="704" y="91"/>
                  </a:cubicBezTo>
                  <a:cubicBezTo>
                    <a:pt x="663" y="100"/>
                    <a:pt x="621" y="108"/>
                    <a:pt x="572" y="108"/>
                  </a:cubicBezTo>
                  <a:cubicBezTo>
                    <a:pt x="522" y="158"/>
                    <a:pt x="456" y="191"/>
                    <a:pt x="389" y="216"/>
                  </a:cubicBezTo>
                  <a:cubicBezTo>
                    <a:pt x="381" y="224"/>
                    <a:pt x="365" y="224"/>
                    <a:pt x="356" y="224"/>
                  </a:cubicBezTo>
                  <a:cubicBezTo>
                    <a:pt x="323" y="257"/>
                    <a:pt x="282" y="290"/>
                    <a:pt x="232" y="299"/>
                  </a:cubicBezTo>
                  <a:lnTo>
                    <a:pt x="166" y="299"/>
                  </a:lnTo>
                  <a:cubicBezTo>
                    <a:pt x="116" y="365"/>
                    <a:pt x="58" y="431"/>
                    <a:pt x="0" y="489"/>
                  </a:cubicBezTo>
                  <a:lnTo>
                    <a:pt x="66" y="547"/>
                  </a:lnTo>
                  <a:cubicBezTo>
                    <a:pt x="141" y="605"/>
                    <a:pt x="207" y="663"/>
                    <a:pt x="282" y="721"/>
                  </a:cubicBezTo>
                  <a:cubicBezTo>
                    <a:pt x="373" y="787"/>
                    <a:pt x="491" y="852"/>
                    <a:pt x="606" y="852"/>
                  </a:cubicBezTo>
                  <a:cubicBezTo>
                    <a:pt x="636" y="852"/>
                    <a:pt x="667" y="848"/>
                    <a:pt x="696" y="837"/>
                  </a:cubicBezTo>
                  <a:cubicBezTo>
                    <a:pt x="845" y="779"/>
                    <a:pt x="870" y="564"/>
                    <a:pt x="878" y="431"/>
                  </a:cubicBezTo>
                  <a:cubicBezTo>
                    <a:pt x="887" y="340"/>
                    <a:pt x="887" y="249"/>
                    <a:pt x="895" y="158"/>
                  </a:cubicBezTo>
                  <a:cubicBezTo>
                    <a:pt x="903" y="108"/>
                    <a:pt x="903" y="50"/>
                    <a:pt x="9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39"/>
            <p:cNvSpPr/>
            <p:nvPr/>
          </p:nvSpPr>
          <p:spPr>
            <a:xfrm>
              <a:off x="2168425" y="3111225"/>
              <a:ext cx="3750" cy="1475"/>
            </a:xfrm>
            <a:custGeom>
              <a:rect b="b" l="l" r="r" t="t"/>
              <a:pathLst>
                <a:path extrusionOk="0" h="59" w="150">
                  <a:moveTo>
                    <a:pt x="67" y="1"/>
                  </a:moveTo>
                  <a:cubicBezTo>
                    <a:pt x="67" y="1"/>
                    <a:pt x="58" y="9"/>
                    <a:pt x="50" y="9"/>
                  </a:cubicBezTo>
                  <a:lnTo>
                    <a:pt x="17" y="9"/>
                  </a:lnTo>
                  <a:cubicBezTo>
                    <a:pt x="17" y="9"/>
                    <a:pt x="9" y="17"/>
                    <a:pt x="0" y="17"/>
                  </a:cubicBezTo>
                  <a:lnTo>
                    <a:pt x="17" y="59"/>
                  </a:lnTo>
                  <a:cubicBezTo>
                    <a:pt x="50" y="59"/>
                    <a:pt x="83" y="59"/>
                    <a:pt x="116" y="50"/>
                  </a:cubicBezTo>
                  <a:cubicBezTo>
                    <a:pt x="133" y="42"/>
                    <a:pt x="141" y="42"/>
                    <a:pt x="150" y="42"/>
                  </a:cubicBezTo>
                  <a:cubicBezTo>
                    <a:pt x="116" y="34"/>
                    <a:pt x="92" y="26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39"/>
            <p:cNvSpPr/>
            <p:nvPr/>
          </p:nvSpPr>
          <p:spPr>
            <a:xfrm>
              <a:off x="2138800" y="3079225"/>
              <a:ext cx="41050" cy="10325"/>
            </a:xfrm>
            <a:custGeom>
              <a:rect b="b" l="l" r="r" t="t"/>
              <a:pathLst>
                <a:path extrusionOk="0" h="413" w="1642">
                  <a:moveTo>
                    <a:pt x="167" y="0"/>
                  </a:moveTo>
                  <a:cubicBezTo>
                    <a:pt x="133" y="0"/>
                    <a:pt x="112" y="29"/>
                    <a:pt x="92" y="63"/>
                  </a:cubicBezTo>
                  <a:cubicBezTo>
                    <a:pt x="59" y="88"/>
                    <a:pt x="34" y="112"/>
                    <a:pt x="1" y="129"/>
                  </a:cubicBezTo>
                  <a:cubicBezTo>
                    <a:pt x="17" y="154"/>
                    <a:pt x="34" y="187"/>
                    <a:pt x="59" y="212"/>
                  </a:cubicBezTo>
                  <a:cubicBezTo>
                    <a:pt x="84" y="237"/>
                    <a:pt x="117" y="270"/>
                    <a:pt x="142" y="295"/>
                  </a:cubicBezTo>
                  <a:lnTo>
                    <a:pt x="166" y="311"/>
                  </a:lnTo>
                  <a:cubicBezTo>
                    <a:pt x="249" y="361"/>
                    <a:pt x="349" y="378"/>
                    <a:pt x="440" y="386"/>
                  </a:cubicBezTo>
                  <a:cubicBezTo>
                    <a:pt x="664" y="402"/>
                    <a:pt x="879" y="402"/>
                    <a:pt x="1094" y="411"/>
                  </a:cubicBezTo>
                  <a:cubicBezTo>
                    <a:pt x="1146" y="411"/>
                    <a:pt x="1200" y="412"/>
                    <a:pt x="1253" y="412"/>
                  </a:cubicBezTo>
                  <a:cubicBezTo>
                    <a:pt x="1388" y="412"/>
                    <a:pt x="1523" y="404"/>
                    <a:pt x="1641" y="344"/>
                  </a:cubicBezTo>
                  <a:lnTo>
                    <a:pt x="1641" y="344"/>
                  </a:lnTo>
                  <a:cubicBezTo>
                    <a:pt x="1558" y="370"/>
                    <a:pt x="1471" y="379"/>
                    <a:pt x="1382" y="379"/>
                  </a:cubicBezTo>
                  <a:cubicBezTo>
                    <a:pt x="1268" y="379"/>
                    <a:pt x="1152" y="363"/>
                    <a:pt x="1045" y="344"/>
                  </a:cubicBezTo>
                  <a:cubicBezTo>
                    <a:pt x="829" y="311"/>
                    <a:pt x="622" y="270"/>
                    <a:pt x="432" y="162"/>
                  </a:cubicBezTo>
                  <a:cubicBezTo>
                    <a:pt x="349" y="121"/>
                    <a:pt x="274" y="38"/>
                    <a:pt x="191" y="5"/>
                  </a:cubicBezTo>
                  <a:cubicBezTo>
                    <a:pt x="182" y="2"/>
                    <a:pt x="174" y="0"/>
                    <a:pt x="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39"/>
            <p:cNvSpPr/>
            <p:nvPr/>
          </p:nvSpPr>
          <p:spPr>
            <a:xfrm>
              <a:off x="1880500" y="2763250"/>
              <a:ext cx="305975" cy="508750"/>
            </a:xfrm>
            <a:custGeom>
              <a:rect b="b" l="l" r="r" t="t"/>
              <a:pathLst>
                <a:path extrusionOk="0" h="20350" w="12239">
                  <a:moveTo>
                    <a:pt x="10366" y="0"/>
                  </a:moveTo>
                  <a:lnTo>
                    <a:pt x="10366" y="0"/>
                  </a:lnTo>
                  <a:cubicBezTo>
                    <a:pt x="10349" y="91"/>
                    <a:pt x="10341" y="191"/>
                    <a:pt x="10341" y="282"/>
                  </a:cubicBezTo>
                  <a:cubicBezTo>
                    <a:pt x="10333" y="481"/>
                    <a:pt x="10341" y="663"/>
                    <a:pt x="10316" y="854"/>
                  </a:cubicBezTo>
                  <a:cubicBezTo>
                    <a:pt x="10250" y="1558"/>
                    <a:pt x="10018" y="2221"/>
                    <a:pt x="9769" y="2867"/>
                  </a:cubicBezTo>
                  <a:cubicBezTo>
                    <a:pt x="9637" y="3207"/>
                    <a:pt x="9504" y="3538"/>
                    <a:pt x="9372" y="3869"/>
                  </a:cubicBezTo>
                  <a:cubicBezTo>
                    <a:pt x="9314" y="4035"/>
                    <a:pt x="9247" y="4201"/>
                    <a:pt x="9189" y="4367"/>
                  </a:cubicBezTo>
                  <a:cubicBezTo>
                    <a:pt x="9148" y="4474"/>
                    <a:pt x="9106" y="4582"/>
                    <a:pt x="9065" y="4690"/>
                  </a:cubicBezTo>
                  <a:cubicBezTo>
                    <a:pt x="9065" y="4706"/>
                    <a:pt x="9057" y="4715"/>
                    <a:pt x="9048" y="4723"/>
                  </a:cubicBezTo>
                  <a:cubicBezTo>
                    <a:pt x="9032" y="4773"/>
                    <a:pt x="9015" y="4831"/>
                    <a:pt x="8999" y="4880"/>
                  </a:cubicBezTo>
                  <a:cubicBezTo>
                    <a:pt x="8989" y="4903"/>
                    <a:pt x="8970" y="4913"/>
                    <a:pt x="8951" y="4913"/>
                  </a:cubicBezTo>
                  <a:cubicBezTo>
                    <a:pt x="8922" y="4913"/>
                    <a:pt x="8894" y="4890"/>
                    <a:pt x="8899" y="4855"/>
                  </a:cubicBezTo>
                  <a:cubicBezTo>
                    <a:pt x="8908" y="4814"/>
                    <a:pt x="8916" y="4781"/>
                    <a:pt x="8924" y="4748"/>
                  </a:cubicBezTo>
                  <a:cubicBezTo>
                    <a:pt x="8659" y="4648"/>
                    <a:pt x="8377" y="4599"/>
                    <a:pt x="8087" y="4599"/>
                  </a:cubicBezTo>
                  <a:cubicBezTo>
                    <a:pt x="8050" y="4597"/>
                    <a:pt x="8013" y="4597"/>
                    <a:pt x="7975" y="4597"/>
                  </a:cubicBezTo>
                  <a:cubicBezTo>
                    <a:pt x="7739" y="4597"/>
                    <a:pt x="7503" y="4617"/>
                    <a:pt x="7267" y="4632"/>
                  </a:cubicBezTo>
                  <a:cubicBezTo>
                    <a:pt x="6985" y="4648"/>
                    <a:pt x="6695" y="4673"/>
                    <a:pt x="6405" y="4706"/>
                  </a:cubicBezTo>
                  <a:cubicBezTo>
                    <a:pt x="6124" y="4731"/>
                    <a:pt x="5834" y="4764"/>
                    <a:pt x="5552" y="4806"/>
                  </a:cubicBezTo>
                  <a:cubicBezTo>
                    <a:pt x="5411" y="4822"/>
                    <a:pt x="5270" y="4839"/>
                    <a:pt x="5129" y="4864"/>
                  </a:cubicBezTo>
                  <a:cubicBezTo>
                    <a:pt x="5013" y="4880"/>
                    <a:pt x="4897" y="4889"/>
                    <a:pt x="4781" y="4897"/>
                  </a:cubicBezTo>
                  <a:cubicBezTo>
                    <a:pt x="4815" y="4930"/>
                    <a:pt x="4839" y="4963"/>
                    <a:pt x="4873" y="4996"/>
                  </a:cubicBezTo>
                  <a:cubicBezTo>
                    <a:pt x="4980" y="5121"/>
                    <a:pt x="5105" y="5228"/>
                    <a:pt x="5262" y="5270"/>
                  </a:cubicBezTo>
                  <a:cubicBezTo>
                    <a:pt x="5342" y="5286"/>
                    <a:pt x="5306" y="5386"/>
                    <a:pt x="5237" y="5386"/>
                  </a:cubicBezTo>
                  <a:cubicBezTo>
                    <a:pt x="5234" y="5386"/>
                    <a:pt x="5232" y="5386"/>
                    <a:pt x="5229" y="5386"/>
                  </a:cubicBezTo>
                  <a:cubicBezTo>
                    <a:pt x="4848" y="5328"/>
                    <a:pt x="4616" y="4947"/>
                    <a:pt x="4392" y="4665"/>
                  </a:cubicBezTo>
                  <a:cubicBezTo>
                    <a:pt x="4268" y="4516"/>
                    <a:pt x="4143" y="4358"/>
                    <a:pt x="4027" y="4201"/>
                  </a:cubicBezTo>
                  <a:cubicBezTo>
                    <a:pt x="3920" y="4043"/>
                    <a:pt x="3845" y="3878"/>
                    <a:pt x="3795" y="3695"/>
                  </a:cubicBezTo>
                  <a:cubicBezTo>
                    <a:pt x="3754" y="3513"/>
                    <a:pt x="3721" y="3323"/>
                    <a:pt x="3663" y="3149"/>
                  </a:cubicBezTo>
                  <a:cubicBezTo>
                    <a:pt x="3613" y="2958"/>
                    <a:pt x="3539" y="2776"/>
                    <a:pt x="3472" y="2585"/>
                  </a:cubicBezTo>
                  <a:cubicBezTo>
                    <a:pt x="3323" y="2212"/>
                    <a:pt x="3166" y="1848"/>
                    <a:pt x="3017" y="1475"/>
                  </a:cubicBezTo>
                  <a:cubicBezTo>
                    <a:pt x="2942" y="1293"/>
                    <a:pt x="2876" y="1110"/>
                    <a:pt x="2793" y="928"/>
                  </a:cubicBezTo>
                  <a:cubicBezTo>
                    <a:pt x="2743" y="829"/>
                    <a:pt x="2685" y="721"/>
                    <a:pt x="2586" y="671"/>
                  </a:cubicBezTo>
                  <a:cubicBezTo>
                    <a:pt x="2445" y="1202"/>
                    <a:pt x="2437" y="1765"/>
                    <a:pt x="2478" y="2312"/>
                  </a:cubicBezTo>
                  <a:cubicBezTo>
                    <a:pt x="2553" y="3314"/>
                    <a:pt x="2801" y="4317"/>
                    <a:pt x="2718" y="5336"/>
                  </a:cubicBezTo>
                  <a:cubicBezTo>
                    <a:pt x="2702" y="5585"/>
                    <a:pt x="2660" y="5825"/>
                    <a:pt x="2594" y="6065"/>
                  </a:cubicBezTo>
                  <a:cubicBezTo>
                    <a:pt x="2528" y="6305"/>
                    <a:pt x="2420" y="6521"/>
                    <a:pt x="2337" y="6753"/>
                  </a:cubicBezTo>
                  <a:cubicBezTo>
                    <a:pt x="2271" y="6935"/>
                    <a:pt x="2229" y="7159"/>
                    <a:pt x="2362" y="7333"/>
                  </a:cubicBezTo>
                  <a:cubicBezTo>
                    <a:pt x="2420" y="7407"/>
                    <a:pt x="2495" y="7432"/>
                    <a:pt x="2586" y="7449"/>
                  </a:cubicBezTo>
                  <a:cubicBezTo>
                    <a:pt x="2635" y="7465"/>
                    <a:pt x="2685" y="7474"/>
                    <a:pt x="2735" y="7498"/>
                  </a:cubicBezTo>
                  <a:cubicBezTo>
                    <a:pt x="2751" y="7507"/>
                    <a:pt x="2768" y="7523"/>
                    <a:pt x="2793" y="7540"/>
                  </a:cubicBezTo>
                  <a:cubicBezTo>
                    <a:pt x="2796" y="7540"/>
                    <a:pt x="2799" y="7539"/>
                    <a:pt x="2802" y="7539"/>
                  </a:cubicBezTo>
                  <a:cubicBezTo>
                    <a:pt x="2875" y="7539"/>
                    <a:pt x="2965" y="7635"/>
                    <a:pt x="2909" y="7722"/>
                  </a:cubicBezTo>
                  <a:cubicBezTo>
                    <a:pt x="2892" y="7747"/>
                    <a:pt x="2876" y="7755"/>
                    <a:pt x="2859" y="7764"/>
                  </a:cubicBezTo>
                  <a:cubicBezTo>
                    <a:pt x="2867" y="7805"/>
                    <a:pt x="2876" y="7855"/>
                    <a:pt x="2884" y="7896"/>
                  </a:cubicBezTo>
                  <a:cubicBezTo>
                    <a:pt x="2892" y="7962"/>
                    <a:pt x="2876" y="8029"/>
                    <a:pt x="2876" y="8103"/>
                  </a:cubicBezTo>
                  <a:cubicBezTo>
                    <a:pt x="2909" y="8128"/>
                    <a:pt x="2917" y="8178"/>
                    <a:pt x="2884" y="8211"/>
                  </a:cubicBezTo>
                  <a:cubicBezTo>
                    <a:pt x="2876" y="8211"/>
                    <a:pt x="2876" y="8219"/>
                    <a:pt x="2876" y="8219"/>
                  </a:cubicBezTo>
                  <a:cubicBezTo>
                    <a:pt x="2892" y="8310"/>
                    <a:pt x="2950" y="8402"/>
                    <a:pt x="2992" y="8484"/>
                  </a:cubicBezTo>
                  <a:cubicBezTo>
                    <a:pt x="3017" y="8534"/>
                    <a:pt x="3091" y="8658"/>
                    <a:pt x="3058" y="8716"/>
                  </a:cubicBezTo>
                  <a:cubicBezTo>
                    <a:pt x="3050" y="8725"/>
                    <a:pt x="3041" y="8733"/>
                    <a:pt x="3025" y="8741"/>
                  </a:cubicBezTo>
                  <a:cubicBezTo>
                    <a:pt x="3015" y="8746"/>
                    <a:pt x="3006" y="8748"/>
                    <a:pt x="2997" y="8748"/>
                  </a:cubicBezTo>
                  <a:cubicBezTo>
                    <a:pt x="2920" y="8748"/>
                    <a:pt x="2864" y="8603"/>
                    <a:pt x="2834" y="8551"/>
                  </a:cubicBezTo>
                  <a:cubicBezTo>
                    <a:pt x="2809" y="8501"/>
                    <a:pt x="2785" y="8451"/>
                    <a:pt x="2760" y="8402"/>
                  </a:cubicBezTo>
                  <a:cubicBezTo>
                    <a:pt x="2693" y="8551"/>
                    <a:pt x="2669" y="8733"/>
                    <a:pt x="2627" y="8899"/>
                  </a:cubicBezTo>
                  <a:cubicBezTo>
                    <a:pt x="2553" y="9197"/>
                    <a:pt x="2478" y="9495"/>
                    <a:pt x="2403" y="9802"/>
                  </a:cubicBezTo>
                  <a:cubicBezTo>
                    <a:pt x="2147" y="10871"/>
                    <a:pt x="1865" y="11939"/>
                    <a:pt x="1658" y="13017"/>
                  </a:cubicBezTo>
                  <a:cubicBezTo>
                    <a:pt x="1558" y="13522"/>
                    <a:pt x="1475" y="14019"/>
                    <a:pt x="1351" y="14516"/>
                  </a:cubicBezTo>
                  <a:cubicBezTo>
                    <a:pt x="1318" y="14657"/>
                    <a:pt x="1285" y="14798"/>
                    <a:pt x="1243" y="14939"/>
                  </a:cubicBezTo>
                  <a:cubicBezTo>
                    <a:pt x="1243" y="14939"/>
                    <a:pt x="1243" y="14947"/>
                    <a:pt x="1243" y="14955"/>
                  </a:cubicBezTo>
                  <a:cubicBezTo>
                    <a:pt x="1235" y="15055"/>
                    <a:pt x="1219" y="15154"/>
                    <a:pt x="1194" y="15254"/>
                  </a:cubicBezTo>
                  <a:cubicBezTo>
                    <a:pt x="1086" y="15660"/>
                    <a:pt x="912" y="16057"/>
                    <a:pt x="713" y="16422"/>
                  </a:cubicBezTo>
                  <a:cubicBezTo>
                    <a:pt x="605" y="16612"/>
                    <a:pt x="498" y="16803"/>
                    <a:pt x="390" y="16985"/>
                  </a:cubicBezTo>
                  <a:cubicBezTo>
                    <a:pt x="282" y="17168"/>
                    <a:pt x="158" y="17342"/>
                    <a:pt x="67" y="17532"/>
                  </a:cubicBezTo>
                  <a:cubicBezTo>
                    <a:pt x="26" y="17623"/>
                    <a:pt x="1" y="17714"/>
                    <a:pt x="67" y="17797"/>
                  </a:cubicBezTo>
                  <a:cubicBezTo>
                    <a:pt x="133" y="17880"/>
                    <a:pt x="233" y="17946"/>
                    <a:pt x="316" y="18013"/>
                  </a:cubicBezTo>
                  <a:cubicBezTo>
                    <a:pt x="498" y="18154"/>
                    <a:pt x="688" y="18286"/>
                    <a:pt x="871" y="18419"/>
                  </a:cubicBezTo>
                  <a:cubicBezTo>
                    <a:pt x="1235" y="18684"/>
                    <a:pt x="1608" y="18949"/>
                    <a:pt x="2006" y="19148"/>
                  </a:cubicBezTo>
                  <a:cubicBezTo>
                    <a:pt x="2321" y="19297"/>
                    <a:pt x="2644" y="19413"/>
                    <a:pt x="2975" y="19521"/>
                  </a:cubicBezTo>
                  <a:cubicBezTo>
                    <a:pt x="3075" y="19554"/>
                    <a:pt x="3174" y="19587"/>
                    <a:pt x="3273" y="19620"/>
                  </a:cubicBezTo>
                  <a:cubicBezTo>
                    <a:pt x="3713" y="19761"/>
                    <a:pt x="4152" y="19894"/>
                    <a:pt x="4599" y="20018"/>
                  </a:cubicBezTo>
                  <a:cubicBezTo>
                    <a:pt x="5316" y="20206"/>
                    <a:pt x="6055" y="20350"/>
                    <a:pt x="6794" y="20350"/>
                  </a:cubicBezTo>
                  <a:cubicBezTo>
                    <a:pt x="6968" y="20350"/>
                    <a:pt x="7143" y="20342"/>
                    <a:pt x="7317" y="20324"/>
                  </a:cubicBezTo>
                  <a:cubicBezTo>
                    <a:pt x="7524" y="20308"/>
                    <a:pt x="7731" y="20283"/>
                    <a:pt x="7922" y="20217"/>
                  </a:cubicBezTo>
                  <a:cubicBezTo>
                    <a:pt x="8104" y="20150"/>
                    <a:pt x="8228" y="20018"/>
                    <a:pt x="8303" y="19844"/>
                  </a:cubicBezTo>
                  <a:cubicBezTo>
                    <a:pt x="8377" y="19653"/>
                    <a:pt x="8402" y="19438"/>
                    <a:pt x="8410" y="19231"/>
                  </a:cubicBezTo>
                  <a:cubicBezTo>
                    <a:pt x="8410" y="19156"/>
                    <a:pt x="8410" y="19082"/>
                    <a:pt x="8402" y="19007"/>
                  </a:cubicBezTo>
                  <a:cubicBezTo>
                    <a:pt x="8386" y="18999"/>
                    <a:pt x="8377" y="18982"/>
                    <a:pt x="8369" y="18966"/>
                  </a:cubicBezTo>
                  <a:cubicBezTo>
                    <a:pt x="8352" y="18916"/>
                    <a:pt x="8336" y="18883"/>
                    <a:pt x="8328" y="18841"/>
                  </a:cubicBezTo>
                  <a:cubicBezTo>
                    <a:pt x="8319" y="18800"/>
                    <a:pt x="8319" y="18758"/>
                    <a:pt x="8311" y="18717"/>
                  </a:cubicBezTo>
                  <a:cubicBezTo>
                    <a:pt x="8303" y="18634"/>
                    <a:pt x="8286" y="18551"/>
                    <a:pt x="8278" y="18468"/>
                  </a:cubicBezTo>
                  <a:cubicBezTo>
                    <a:pt x="8261" y="18311"/>
                    <a:pt x="8245" y="18162"/>
                    <a:pt x="8236" y="18004"/>
                  </a:cubicBezTo>
                  <a:cubicBezTo>
                    <a:pt x="8195" y="17424"/>
                    <a:pt x="8203" y="16853"/>
                    <a:pt x="8253" y="16281"/>
                  </a:cubicBezTo>
                  <a:cubicBezTo>
                    <a:pt x="8286" y="16008"/>
                    <a:pt x="8303" y="15718"/>
                    <a:pt x="8377" y="15453"/>
                  </a:cubicBezTo>
                  <a:cubicBezTo>
                    <a:pt x="8427" y="15295"/>
                    <a:pt x="8526" y="15138"/>
                    <a:pt x="8667" y="15047"/>
                  </a:cubicBezTo>
                  <a:cubicBezTo>
                    <a:pt x="8410" y="14947"/>
                    <a:pt x="8162" y="14815"/>
                    <a:pt x="7905" y="14690"/>
                  </a:cubicBezTo>
                  <a:cubicBezTo>
                    <a:pt x="7681" y="14583"/>
                    <a:pt x="7466" y="14475"/>
                    <a:pt x="7242" y="14367"/>
                  </a:cubicBezTo>
                  <a:cubicBezTo>
                    <a:pt x="7043" y="14276"/>
                    <a:pt x="6836" y="14185"/>
                    <a:pt x="6646" y="14061"/>
                  </a:cubicBezTo>
                  <a:cubicBezTo>
                    <a:pt x="6380" y="13903"/>
                    <a:pt x="6099" y="13613"/>
                    <a:pt x="6057" y="13290"/>
                  </a:cubicBezTo>
                  <a:cubicBezTo>
                    <a:pt x="6008" y="13273"/>
                    <a:pt x="5958" y="13249"/>
                    <a:pt x="5908" y="13224"/>
                  </a:cubicBezTo>
                  <a:cubicBezTo>
                    <a:pt x="5850" y="13199"/>
                    <a:pt x="5792" y="13166"/>
                    <a:pt x="5743" y="13141"/>
                  </a:cubicBezTo>
                  <a:cubicBezTo>
                    <a:pt x="5718" y="13124"/>
                    <a:pt x="5685" y="13116"/>
                    <a:pt x="5660" y="13099"/>
                  </a:cubicBezTo>
                  <a:cubicBezTo>
                    <a:pt x="5502" y="13017"/>
                    <a:pt x="5353" y="12934"/>
                    <a:pt x="5204" y="12843"/>
                  </a:cubicBezTo>
                  <a:cubicBezTo>
                    <a:pt x="4931" y="12669"/>
                    <a:pt x="4674" y="12478"/>
                    <a:pt x="4425" y="12279"/>
                  </a:cubicBezTo>
                  <a:cubicBezTo>
                    <a:pt x="4301" y="12171"/>
                    <a:pt x="4177" y="12072"/>
                    <a:pt x="4061" y="11956"/>
                  </a:cubicBezTo>
                  <a:cubicBezTo>
                    <a:pt x="3945" y="11848"/>
                    <a:pt x="3829" y="11732"/>
                    <a:pt x="3754" y="11591"/>
                  </a:cubicBezTo>
                  <a:cubicBezTo>
                    <a:pt x="3671" y="11451"/>
                    <a:pt x="3621" y="11293"/>
                    <a:pt x="3580" y="11136"/>
                  </a:cubicBezTo>
                  <a:cubicBezTo>
                    <a:pt x="3539" y="10962"/>
                    <a:pt x="3497" y="10788"/>
                    <a:pt x="3464" y="10614"/>
                  </a:cubicBezTo>
                  <a:cubicBezTo>
                    <a:pt x="3406" y="10282"/>
                    <a:pt x="3365" y="9943"/>
                    <a:pt x="3323" y="9603"/>
                  </a:cubicBezTo>
                  <a:cubicBezTo>
                    <a:pt x="3323" y="9595"/>
                    <a:pt x="3323" y="9586"/>
                    <a:pt x="3315" y="9570"/>
                  </a:cubicBezTo>
                  <a:cubicBezTo>
                    <a:pt x="3315" y="9551"/>
                    <a:pt x="3333" y="9540"/>
                    <a:pt x="3351" y="9540"/>
                  </a:cubicBezTo>
                  <a:cubicBezTo>
                    <a:pt x="3364" y="9540"/>
                    <a:pt x="3378" y="9547"/>
                    <a:pt x="3381" y="9562"/>
                  </a:cubicBezTo>
                  <a:cubicBezTo>
                    <a:pt x="3447" y="9943"/>
                    <a:pt x="3530" y="10324"/>
                    <a:pt x="3621" y="10697"/>
                  </a:cubicBezTo>
                  <a:cubicBezTo>
                    <a:pt x="3663" y="10862"/>
                    <a:pt x="3704" y="11020"/>
                    <a:pt x="3754" y="11186"/>
                  </a:cubicBezTo>
                  <a:cubicBezTo>
                    <a:pt x="3804" y="11335"/>
                    <a:pt x="3862" y="11475"/>
                    <a:pt x="3961" y="11600"/>
                  </a:cubicBezTo>
                  <a:cubicBezTo>
                    <a:pt x="4061" y="11716"/>
                    <a:pt x="4177" y="11823"/>
                    <a:pt x="4293" y="11923"/>
                  </a:cubicBezTo>
                  <a:cubicBezTo>
                    <a:pt x="4409" y="12022"/>
                    <a:pt x="4525" y="12113"/>
                    <a:pt x="4649" y="12213"/>
                  </a:cubicBezTo>
                  <a:cubicBezTo>
                    <a:pt x="4889" y="12395"/>
                    <a:pt x="5146" y="12569"/>
                    <a:pt x="5419" y="12727"/>
                  </a:cubicBezTo>
                  <a:cubicBezTo>
                    <a:pt x="5552" y="12801"/>
                    <a:pt x="5685" y="12876"/>
                    <a:pt x="5817" y="12942"/>
                  </a:cubicBezTo>
                  <a:cubicBezTo>
                    <a:pt x="5892" y="12975"/>
                    <a:pt x="5958" y="13017"/>
                    <a:pt x="6032" y="13050"/>
                  </a:cubicBezTo>
                  <a:cubicBezTo>
                    <a:pt x="6049" y="13058"/>
                    <a:pt x="6066" y="13066"/>
                    <a:pt x="6082" y="13075"/>
                  </a:cubicBezTo>
                  <a:cubicBezTo>
                    <a:pt x="6090" y="13064"/>
                    <a:pt x="6103" y="13059"/>
                    <a:pt x="6116" y="13059"/>
                  </a:cubicBezTo>
                  <a:cubicBezTo>
                    <a:pt x="6143" y="13059"/>
                    <a:pt x="6173" y="13080"/>
                    <a:pt x="6173" y="13108"/>
                  </a:cubicBezTo>
                  <a:cubicBezTo>
                    <a:pt x="6173" y="13116"/>
                    <a:pt x="6173" y="13116"/>
                    <a:pt x="6173" y="13124"/>
                  </a:cubicBezTo>
                  <a:cubicBezTo>
                    <a:pt x="6190" y="13133"/>
                    <a:pt x="6215" y="13149"/>
                    <a:pt x="6231" y="13166"/>
                  </a:cubicBezTo>
                  <a:cubicBezTo>
                    <a:pt x="6264" y="13207"/>
                    <a:pt x="6256" y="13273"/>
                    <a:pt x="6206" y="13298"/>
                  </a:cubicBezTo>
                  <a:cubicBezTo>
                    <a:pt x="6248" y="13439"/>
                    <a:pt x="6314" y="13563"/>
                    <a:pt x="6422" y="13671"/>
                  </a:cubicBezTo>
                  <a:cubicBezTo>
                    <a:pt x="6579" y="13829"/>
                    <a:pt x="6770" y="13945"/>
                    <a:pt x="6969" y="14044"/>
                  </a:cubicBezTo>
                  <a:cubicBezTo>
                    <a:pt x="7366" y="14235"/>
                    <a:pt x="7764" y="14417"/>
                    <a:pt x="8170" y="14607"/>
                  </a:cubicBezTo>
                  <a:cubicBezTo>
                    <a:pt x="8551" y="14790"/>
                    <a:pt x="8932" y="14989"/>
                    <a:pt x="9355" y="15013"/>
                  </a:cubicBezTo>
                  <a:cubicBezTo>
                    <a:pt x="9385" y="15015"/>
                    <a:pt x="9415" y="15015"/>
                    <a:pt x="9444" y="15015"/>
                  </a:cubicBezTo>
                  <a:cubicBezTo>
                    <a:pt x="9803" y="15015"/>
                    <a:pt x="10150" y="14923"/>
                    <a:pt x="10449" y="14732"/>
                  </a:cubicBezTo>
                  <a:cubicBezTo>
                    <a:pt x="10565" y="14665"/>
                    <a:pt x="10664" y="14583"/>
                    <a:pt x="10755" y="14491"/>
                  </a:cubicBezTo>
                  <a:cubicBezTo>
                    <a:pt x="10755" y="14470"/>
                    <a:pt x="10768" y="14448"/>
                    <a:pt x="10787" y="14448"/>
                  </a:cubicBezTo>
                  <a:cubicBezTo>
                    <a:pt x="10790" y="14448"/>
                    <a:pt x="10793" y="14449"/>
                    <a:pt x="10797" y="14450"/>
                  </a:cubicBezTo>
                  <a:cubicBezTo>
                    <a:pt x="10813" y="14433"/>
                    <a:pt x="10838" y="14409"/>
                    <a:pt x="10855" y="14392"/>
                  </a:cubicBezTo>
                  <a:cubicBezTo>
                    <a:pt x="10904" y="14334"/>
                    <a:pt x="10946" y="14276"/>
                    <a:pt x="10987" y="14210"/>
                  </a:cubicBezTo>
                  <a:cubicBezTo>
                    <a:pt x="10938" y="14160"/>
                    <a:pt x="10880" y="14127"/>
                    <a:pt x="10805" y="14110"/>
                  </a:cubicBezTo>
                  <a:cubicBezTo>
                    <a:pt x="10788" y="14102"/>
                    <a:pt x="10772" y="14094"/>
                    <a:pt x="10764" y="14077"/>
                  </a:cubicBezTo>
                  <a:cubicBezTo>
                    <a:pt x="10739" y="14077"/>
                    <a:pt x="10714" y="14085"/>
                    <a:pt x="10689" y="14094"/>
                  </a:cubicBezTo>
                  <a:cubicBezTo>
                    <a:pt x="10598" y="14116"/>
                    <a:pt x="10510" y="14144"/>
                    <a:pt x="10426" y="14144"/>
                  </a:cubicBezTo>
                  <a:cubicBezTo>
                    <a:pt x="10356" y="14144"/>
                    <a:pt x="10289" y="14125"/>
                    <a:pt x="10225" y="14069"/>
                  </a:cubicBezTo>
                  <a:cubicBezTo>
                    <a:pt x="10101" y="13961"/>
                    <a:pt x="10059" y="13779"/>
                    <a:pt x="10034" y="13621"/>
                  </a:cubicBezTo>
                  <a:cubicBezTo>
                    <a:pt x="10010" y="13456"/>
                    <a:pt x="10010" y="13290"/>
                    <a:pt x="9968" y="13133"/>
                  </a:cubicBezTo>
                  <a:cubicBezTo>
                    <a:pt x="9952" y="13075"/>
                    <a:pt x="9935" y="13017"/>
                    <a:pt x="9910" y="12967"/>
                  </a:cubicBezTo>
                  <a:cubicBezTo>
                    <a:pt x="9902" y="12967"/>
                    <a:pt x="9885" y="12959"/>
                    <a:pt x="9877" y="12942"/>
                  </a:cubicBezTo>
                  <a:cubicBezTo>
                    <a:pt x="9827" y="12826"/>
                    <a:pt x="9744" y="12710"/>
                    <a:pt x="9645" y="12635"/>
                  </a:cubicBezTo>
                  <a:cubicBezTo>
                    <a:pt x="9584" y="12597"/>
                    <a:pt x="9614" y="12517"/>
                    <a:pt x="9677" y="12517"/>
                  </a:cubicBezTo>
                  <a:cubicBezTo>
                    <a:pt x="9683" y="12517"/>
                    <a:pt x="9689" y="12518"/>
                    <a:pt x="9695" y="12519"/>
                  </a:cubicBezTo>
                  <a:cubicBezTo>
                    <a:pt x="9819" y="12536"/>
                    <a:pt x="9943" y="12569"/>
                    <a:pt x="10068" y="12594"/>
                  </a:cubicBezTo>
                  <a:cubicBezTo>
                    <a:pt x="10126" y="12611"/>
                    <a:pt x="10184" y="12635"/>
                    <a:pt x="10242" y="12635"/>
                  </a:cubicBezTo>
                  <a:cubicBezTo>
                    <a:pt x="10283" y="12635"/>
                    <a:pt x="10308" y="12586"/>
                    <a:pt x="10333" y="12561"/>
                  </a:cubicBezTo>
                  <a:cubicBezTo>
                    <a:pt x="10379" y="12508"/>
                    <a:pt x="10441" y="12481"/>
                    <a:pt x="10507" y="12481"/>
                  </a:cubicBezTo>
                  <a:cubicBezTo>
                    <a:pt x="10523" y="12481"/>
                    <a:pt x="10540" y="12483"/>
                    <a:pt x="10556" y="12486"/>
                  </a:cubicBezTo>
                  <a:cubicBezTo>
                    <a:pt x="10648" y="12511"/>
                    <a:pt x="10714" y="12577"/>
                    <a:pt x="10788" y="12627"/>
                  </a:cubicBezTo>
                  <a:cubicBezTo>
                    <a:pt x="10954" y="12735"/>
                    <a:pt x="11145" y="12776"/>
                    <a:pt x="11327" y="12809"/>
                  </a:cubicBezTo>
                  <a:cubicBezTo>
                    <a:pt x="11447" y="12829"/>
                    <a:pt x="11573" y="12849"/>
                    <a:pt x="11697" y="12849"/>
                  </a:cubicBezTo>
                  <a:cubicBezTo>
                    <a:pt x="11780" y="12849"/>
                    <a:pt x="11861" y="12841"/>
                    <a:pt x="11940" y="12818"/>
                  </a:cubicBezTo>
                  <a:cubicBezTo>
                    <a:pt x="12015" y="12793"/>
                    <a:pt x="12081" y="12751"/>
                    <a:pt x="12139" y="12693"/>
                  </a:cubicBezTo>
                  <a:cubicBezTo>
                    <a:pt x="12187" y="12645"/>
                    <a:pt x="12204" y="12581"/>
                    <a:pt x="12236" y="12524"/>
                  </a:cubicBezTo>
                  <a:lnTo>
                    <a:pt x="12236" y="12524"/>
                  </a:lnTo>
                  <a:cubicBezTo>
                    <a:pt x="12237" y="12525"/>
                    <a:pt x="12237" y="12526"/>
                    <a:pt x="12238" y="12528"/>
                  </a:cubicBezTo>
                  <a:lnTo>
                    <a:pt x="12238" y="12519"/>
                  </a:lnTo>
                  <a:cubicBezTo>
                    <a:pt x="12237" y="12521"/>
                    <a:pt x="12237" y="12522"/>
                    <a:pt x="12236" y="12524"/>
                  </a:cubicBezTo>
                  <a:lnTo>
                    <a:pt x="12236" y="12524"/>
                  </a:lnTo>
                  <a:cubicBezTo>
                    <a:pt x="12220" y="12500"/>
                    <a:pt x="12204" y="12477"/>
                    <a:pt x="12189" y="12453"/>
                  </a:cubicBezTo>
                  <a:cubicBezTo>
                    <a:pt x="12122" y="12354"/>
                    <a:pt x="12039" y="12263"/>
                    <a:pt x="11957" y="12171"/>
                  </a:cubicBezTo>
                  <a:cubicBezTo>
                    <a:pt x="11799" y="12006"/>
                    <a:pt x="11633" y="11832"/>
                    <a:pt x="11542" y="11616"/>
                  </a:cubicBezTo>
                  <a:cubicBezTo>
                    <a:pt x="11435" y="11376"/>
                    <a:pt x="11393" y="11103"/>
                    <a:pt x="11285" y="10862"/>
                  </a:cubicBezTo>
                  <a:cubicBezTo>
                    <a:pt x="11170" y="10606"/>
                    <a:pt x="10971" y="10398"/>
                    <a:pt x="10830" y="10158"/>
                  </a:cubicBezTo>
                  <a:cubicBezTo>
                    <a:pt x="10681" y="9926"/>
                    <a:pt x="10590" y="9669"/>
                    <a:pt x="10523" y="9396"/>
                  </a:cubicBezTo>
                  <a:cubicBezTo>
                    <a:pt x="10518" y="9371"/>
                    <a:pt x="10541" y="9352"/>
                    <a:pt x="10563" y="9352"/>
                  </a:cubicBezTo>
                  <a:cubicBezTo>
                    <a:pt x="10577" y="9352"/>
                    <a:pt x="10591" y="9360"/>
                    <a:pt x="10598" y="9379"/>
                  </a:cubicBezTo>
                  <a:cubicBezTo>
                    <a:pt x="10656" y="9528"/>
                    <a:pt x="10714" y="9669"/>
                    <a:pt x="10788" y="9810"/>
                  </a:cubicBezTo>
                  <a:cubicBezTo>
                    <a:pt x="10797" y="9777"/>
                    <a:pt x="10797" y="9744"/>
                    <a:pt x="10805" y="9719"/>
                  </a:cubicBezTo>
                  <a:cubicBezTo>
                    <a:pt x="10822" y="9595"/>
                    <a:pt x="10846" y="9470"/>
                    <a:pt x="10880" y="9354"/>
                  </a:cubicBezTo>
                  <a:cubicBezTo>
                    <a:pt x="11004" y="8932"/>
                    <a:pt x="11219" y="8484"/>
                    <a:pt x="11170" y="8037"/>
                  </a:cubicBezTo>
                  <a:cubicBezTo>
                    <a:pt x="11153" y="7921"/>
                    <a:pt x="11120" y="7813"/>
                    <a:pt x="11054" y="7722"/>
                  </a:cubicBezTo>
                  <a:cubicBezTo>
                    <a:pt x="11004" y="7648"/>
                    <a:pt x="10929" y="7590"/>
                    <a:pt x="10855" y="7532"/>
                  </a:cubicBezTo>
                  <a:cubicBezTo>
                    <a:pt x="10722" y="7432"/>
                    <a:pt x="10556" y="7308"/>
                    <a:pt x="10556" y="7126"/>
                  </a:cubicBezTo>
                  <a:cubicBezTo>
                    <a:pt x="10556" y="7117"/>
                    <a:pt x="10556" y="7117"/>
                    <a:pt x="10556" y="7109"/>
                  </a:cubicBezTo>
                  <a:cubicBezTo>
                    <a:pt x="10540" y="7059"/>
                    <a:pt x="10523" y="7010"/>
                    <a:pt x="10507" y="6968"/>
                  </a:cubicBezTo>
                  <a:cubicBezTo>
                    <a:pt x="10440" y="6794"/>
                    <a:pt x="10382" y="6620"/>
                    <a:pt x="10316" y="6446"/>
                  </a:cubicBezTo>
                  <a:cubicBezTo>
                    <a:pt x="10200" y="6115"/>
                    <a:pt x="10101" y="5775"/>
                    <a:pt x="10134" y="5419"/>
                  </a:cubicBezTo>
                  <a:cubicBezTo>
                    <a:pt x="10142" y="5386"/>
                    <a:pt x="10167" y="5369"/>
                    <a:pt x="10192" y="5369"/>
                  </a:cubicBezTo>
                  <a:cubicBezTo>
                    <a:pt x="10192" y="5353"/>
                    <a:pt x="10192" y="5336"/>
                    <a:pt x="10192" y="5319"/>
                  </a:cubicBezTo>
                  <a:lnTo>
                    <a:pt x="10192" y="5245"/>
                  </a:lnTo>
                  <a:cubicBezTo>
                    <a:pt x="10176" y="5253"/>
                    <a:pt x="10161" y="5257"/>
                    <a:pt x="10146" y="5257"/>
                  </a:cubicBezTo>
                  <a:cubicBezTo>
                    <a:pt x="10062" y="5257"/>
                    <a:pt x="10009" y="5129"/>
                    <a:pt x="10101" y="5079"/>
                  </a:cubicBezTo>
                  <a:cubicBezTo>
                    <a:pt x="10225" y="5005"/>
                    <a:pt x="10258" y="4855"/>
                    <a:pt x="10242" y="4723"/>
                  </a:cubicBezTo>
                  <a:cubicBezTo>
                    <a:pt x="10233" y="4549"/>
                    <a:pt x="10142" y="4391"/>
                    <a:pt x="10076" y="4234"/>
                  </a:cubicBezTo>
                  <a:cubicBezTo>
                    <a:pt x="10010" y="4068"/>
                    <a:pt x="9976" y="3903"/>
                    <a:pt x="9985" y="3729"/>
                  </a:cubicBezTo>
                  <a:cubicBezTo>
                    <a:pt x="10001" y="3530"/>
                    <a:pt x="10051" y="3347"/>
                    <a:pt x="10092" y="3157"/>
                  </a:cubicBezTo>
                  <a:cubicBezTo>
                    <a:pt x="10167" y="2776"/>
                    <a:pt x="10225" y="2395"/>
                    <a:pt x="10275" y="2013"/>
                  </a:cubicBezTo>
                  <a:cubicBezTo>
                    <a:pt x="10358" y="1342"/>
                    <a:pt x="10382" y="671"/>
                    <a:pt x="10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39"/>
            <p:cNvSpPr/>
            <p:nvPr/>
          </p:nvSpPr>
          <p:spPr>
            <a:xfrm>
              <a:off x="2135075" y="3097550"/>
              <a:ext cx="1475" cy="8325"/>
            </a:xfrm>
            <a:custGeom>
              <a:rect b="b" l="l" r="r" t="t"/>
              <a:pathLst>
                <a:path extrusionOk="0" h="333" w="59">
                  <a:moveTo>
                    <a:pt x="1" y="1"/>
                  </a:moveTo>
                  <a:lnTo>
                    <a:pt x="1" y="1"/>
                  </a:lnTo>
                  <a:cubicBezTo>
                    <a:pt x="9" y="42"/>
                    <a:pt x="17" y="84"/>
                    <a:pt x="17" y="125"/>
                  </a:cubicBezTo>
                  <a:cubicBezTo>
                    <a:pt x="34" y="191"/>
                    <a:pt x="42" y="258"/>
                    <a:pt x="59" y="332"/>
                  </a:cubicBezTo>
                  <a:cubicBezTo>
                    <a:pt x="50" y="266"/>
                    <a:pt x="50" y="191"/>
                    <a:pt x="59" y="125"/>
                  </a:cubicBezTo>
                  <a:cubicBezTo>
                    <a:pt x="59" y="109"/>
                    <a:pt x="50" y="84"/>
                    <a:pt x="50" y="67"/>
                  </a:cubicBezTo>
                  <a:cubicBezTo>
                    <a:pt x="34" y="51"/>
                    <a:pt x="17" y="26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39"/>
            <p:cNvSpPr/>
            <p:nvPr/>
          </p:nvSpPr>
          <p:spPr>
            <a:xfrm>
              <a:off x="2131350" y="3084500"/>
              <a:ext cx="1475" cy="1900"/>
            </a:xfrm>
            <a:custGeom>
              <a:rect b="b" l="l" r="r" t="t"/>
              <a:pathLst>
                <a:path extrusionOk="0" h="76" w="59">
                  <a:moveTo>
                    <a:pt x="0" y="1"/>
                  </a:moveTo>
                  <a:cubicBezTo>
                    <a:pt x="17" y="26"/>
                    <a:pt x="34" y="51"/>
                    <a:pt x="42" y="75"/>
                  </a:cubicBezTo>
                  <a:lnTo>
                    <a:pt x="58" y="75"/>
                  </a:lnTo>
                  <a:cubicBezTo>
                    <a:pt x="58" y="67"/>
                    <a:pt x="58" y="67"/>
                    <a:pt x="58" y="59"/>
                  </a:cubicBezTo>
                  <a:cubicBezTo>
                    <a:pt x="50" y="42"/>
                    <a:pt x="50" y="17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39"/>
            <p:cNvSpPr/>
            <p:nvPr/>
          </p:nvSpPr>
          <p:spPr>
            <a:xfrm>
              <a:off x="2056150" y="2951900"/>
              <a:ext cx="17225" cy="21300"/>
            </a:xfrm>
            <a:custGeom>
              <a:rect b="b" l="l" r="r" t="t"/>
              <a:pathLst>
                <a:path extrusionOk="0" h="852" w="689">
                  <a:moveTo>
                    <a:pt x="259" y="1"/>
                  </a:moveTo>
                  <a:cubicBezTo>
                    <a:pt x="239" y="1"/>
                    <a:pt x="219" y="4"/>
                    <a:pt x="200" y="10"/>
                  </a:cubicBezTo>
                  <a:cubicBezTo>
                    <a:pt x="150" y="19"/>
                    <a:pt x="133" y="68"/>
                    <a:pt x="150" y="110"/>
                  </a:cubicBezTo>
                  <a:lnTo>
                    <a:pt x="142" y="110"/>
                  </a:lnTo>
                  <a:cubicBezTo>
                    <a:pt x="133" y="102"/>
                    <a:pt x="133" y="102"/>
                    <a:pt x="125" y="93"/>
                  </a:cubicBezTo>
                  <a:cubicBezTo>
                    <a:pt x="118" y="90"/>
                    <a:pt x="110" y="89"/>
                    <a:pt x="102" y="89"/>
                  </a:cubicBezTo>
                  <a:cubicBezTo>
                    <a:pt x="67" y="89"/>
                    <a:pt x="31" y="117"/>
                    <a:pt x="17" y="151"/>
                  </a:cubicBezTo>
                  <a:cubicBezTo>
                    <a:pt x="1" y="193"/>
                    <a:pt x="17" y="234"/>
                    <a:pt x="50" y="259"/>
                  </a:cubicBezTo>
                  <a:cubicBezTo>
                    <a:pt x="50" y="267"/>
                    <a:pt x="59" y="276"/>
                    <a:pt x="67" y="284"/>
                  </a:cubicBezTo>
                  <a:cubicBezTo>
                    <a:pt x="92" y="309"/>
                    <a:pt x="117" y="342"/>
                    <a:pt x="150" y="367"/>
                  </a:cubicBezTo>
                  <a:cubicBezTo>
                    <a:pt x="183" y="392"/>
                    <a:pt x="216" y="425"/>
                    <a:pt x="241" y="458"/>
                  </a:cubicBezTo>
                  <a:cubicBezTo>
                    <a:pt x="299" y="516"/>
                    <a:pt x="340" y="574"/>
                    <a:pt x="382" y="648"/>
                  </a:cubicBezTo>
                  <a:cubicBezTo>
                    <a:pt x="390" y="648"/>
                    <a:pt x="390" y="648"/>
                    <a:pt x="390" y="657"/>
                  </a:cubicBezTo>
                  <a:cubicBezTo>
                    <a:pt x="398" y="682"/>
                    <a:pt x="390" y="715"/>
                    <a:pt x="382" y="740"/>
                  </a:cubicBezTo>
                  <a:cubicBezTo>
                    <a:pt x="365" y="773"/>
                    <a:pt x="390" y="814"/>
                    <a:pt x="415" y="839"/>
                  </a:cubicBezTo>
                  <a:cubicBezTo>
                    <a:pt x="427" y="847"/>
                    <a:pt x="444" y="851"/>
                    <a:pt x="462" y="851"/>
                  </a:cubicBezTo>
                  <a:cubicBezTo>
                    <a:pt x="479" y="851"/>
                    <a:pt x="498" y="847"/>
                    <a:pt x="514" y="839"/>
                  </a:cubicBezTo>
                  <a:cubicBezTo>
                    <a:pt x="589" y="806"/>
                    <a:pt x="647" y="723"/>
                    <a:pt x="664" y="640"/>
                  </a:cubicBezTo>
                  <a:cubicBezTo>
                    <a:pt x="688" y="541"/>
                    <a:pt x="664" y="441"/>
                    <a:pt x="622" y="350"/>
                  </a:cubicBezTo>
                  <a:cubicBezTo>
                    <a:pt x="589" y="259"/>
                    <a:pt x="539" y="176"/>
                    <a:pt x="473" y="110"/>
                  </a:cubicBezTo>
                  <a:cubicBezTo>
                    <a:pt x="420" y="50"/>
                    <a:pt x="340" y="1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39"/>
            <p:cNvSpPr/>
            <p:nvPr/>
          </p:nvSpPr>
          <p:spPr>
            <a:xfrm>
              <a:off x="2126800" y="2949700"/>
              <a:ext cx="20525" cy="24425"/>
            </a:xfrm>
            <a:custGeom>
              <a:rect b="b" l="l" r="r" t="t"/>
              <a:pathLst>
                <a:path extrusionOk="0" h="977" w="821">
                  <a:moveTo>
                    <a:pt x="512" y="1"/>
                  </a:moveTo>
                  <a:cubicBezTo>
                    <a:pt x="502" y="1"/>
                    <a:pt x="492" y="3"/>
                    <a:pt x="481" y="7"/>
                  </a:cubicBezTo>
                  <a:cubicBezTo>
                    <a:pt x="356" y="74"/>
                    <a:pt x="265" y="181"/>
                    <a:pt x="207" y="306"/>
                  </a:cubicBezTo>
                  <a:cubicBezTo>
                    <a:pt x="166" y="380"/>
                    <a:pt x="133" y="455"/>
                    <a:pt x="108" y="538"/>
                  </a:cubicBezTo>
                  <a:cubicBezTo>
                    <a:pt x="108" y="513"/>
                    <a:pt x="116" y="496"/>
                    <a:pt x="116" y="471"/>
                  </a:cubicBezTo>
                  <a:cubicBezTo>
                    <a:pt x="124" y="397"/>
                    <a:pt x="133" y="330"/>
                    <a:pt x="149" y="256"/>
                  </a:cubicBezTo>
                  <a:cubicBezTo>
                    <a:pt x="154" y="225"/>
                    <a:pt x="128" y="204"/>
                    <a:pt x="103" y="204"/>
                  </a:cubicBezTo>
                  <a:cubicBezTo>
                    <a:pt x="88" y="204"/>
                    <a:pt x="73" y="212"/>
                    <a:pt x="66" y="231"/>
                  </a:cubicBezTo>
                  <a:cubicBezTo>
                    <a:pt x="50" y="306"/>
                    <a:pt x="33" y="380"/>
                    <a:pt x="17" y="463"/>
                  </a:cubicBezTo>
                  <a:cubicBezTo>
                    <a:pt x="17" y="504"/>
                    <a:pt x="8" y="546"/>
                    <a:pt x="8" y="579"/>
                  </a:cubicBezTo>
                  <a:cubicBezTo>
                    <a:pt x="8" y="620"/>
                    <a:pt x="0" y="662"/>
                    <a:pt x="25" y="695"/>
                  </a:cubicBezTo>
                  <a:cubicBezTo>
                    <a:pt x="32" y="702"/>
                    <a:pt x="39" y="705"/>
                    <a:pt x="45" y="705"/>
                  </a:cubicBezTo>
                  <a:cubicBezTo>
                    <a:pt x="54" y="705"/>
                    <a:pt x="62" y="700"/>
                    <a:pt x="66" y="695"/>
                  </a:cubicBezTo>
                  <a:lnTo>
                    <a:pt x="66" y="695"/>
                  </a:lnTo>
                  <a:cubicBezTo>
                    <a:pt x="66" y="720"/>
                    <a:pt x="58" y="736"/>
                    <a:pt x="58" y="761"/>
                  </a:cubicBezTo>
                  <a:cubicBezTo>
                    <a:pt x="50" y="819"/>
                    <a:pt x="33" y="902"/>
                    <a:pt x="66" y="952"/>
                  </a:cubicBezTo>
                  <a:cubicBezTo>
                    <a:pt x="75" y="968"/>
                    <a:pt x="87" y="977"/>
                    <a:pt x="101" y="977"/>
                  </a:cubicBezTo>
                  <a:cubicBezTo>
                    <a:pt x="114" y="977"/>
                    <a:pt x="129" y="968"/>
                    <a:pt x="141" y="952"/>
                  </a:cubicBezTo>
                  <a:cubicBezTo>
                    <a:pt x="158" y="935"/>
                    <a:pt x="166" y="894"/>
                    <a:pt x="166" y="861"/>
                  </a:cubicBezTo>
                  <a:cubicBezTo>
                    <a:pt x="174" y="836"/>
                    <a:pt x="174" y="803"/>
                    <a:pt x="174" y="778"/>
                  </a:cubicBezTo>
                  <a:cubicBezTo>
                    <a:pt x="174" y="772"/>
                    <a:pt x="178" y="766"/>
                    <a:pt x="181" y="760"/>
                  </a:cubicBezTo>
                  <a:lnTo>
                    <a:pt x="181" y="760"/>
                  </a:lnTo>
                  <a:cubicBezTo>
                    <a:pt x="174" y="791"/>
                    <a:pt x="174" y="822"/>
                    <a:pt x="174" y="852"/>
                  </a:cubicBezTo>
                  <a:cubicBezTo>
                    <a:pt x="174" y="903"/>
                    <a:pt x="216" y="931"/>
                    <a:pt x="256" y="931"/>
                  </a:cubicBezTo>
                  <a:cubicBezTo>
                    <a:pt x="289" y="931"/>
                    <a:pt x="321" y="914"/>
                    <a:pt x="332" y="877"/>
                  </a:cubicBezTo>
                  <a:cubicBezTo>
                    <a:pt x="340" y="794"/>
                    <a:pt x="365" y="720"/>
                    <a:pt x="398" y="645"/>
                  </a:cubicBezTo>
                  <a:cubicBezTo>
                    <a:pt x="514" y="488"/>
                    <a:pt x="638" y="339"/>
                    <a:pt x="779" y="198"/>
                  </a:cubicBezTo>
                  <a:cubicBezTo>
                    <a:pt x="820" y="173"/>
                    <a:pt x="812" y="107"/>
                    <a:pt x="779" y="74"/>
                  </a:cubicBezTo>
                  <a:cubicBezTo>
                    <a:pt x="764" y="58"/>
                    <a:pt x="745" y="52"/>
                    <a:pt x="724" y="52"/>
                  </a:cubicBezTo>
                  <a:cubicBezTo>
                    <a:pt x="701" y="52"/>
                    <a:pt x="677" y="60"/>
                    <a:pt x="655" y="74"/>
                  </a:cubicBezTo>
                  <a:cubicBezTo>
                    <a:pt x="646" y="90"/>
                    <a:pt x="630" y="98"/>
                    <a:pt x="622" y="107"/>
                  </a:cubicBezTo>
                  <a:cubicBezTo>
                    <a:pt x="622" y="82"/>
                    <a:pt x="597" y="49"/>
                    <a:pt x="572" y="40"/>
                  </a:cubicBezTo>
                  <a:cubicBezTo>
                    <a:pt x="560" y="16"/>
                    <a:pt x="539" y="1"/>
                    <a:pt x="5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39"/>
            <p:cNvSpPr/>
            <p:nvPr/>
          </p:nvSpPr>
          <p:spPr>
            <a:xfrm>
              <a:off x="2069200" y="2956025"/>
              <a:ext cx="8100" cy="17450"/>
            </a:xfrm>
            <a:custGeom>
              <a:rect b="b" l="l" r="r" t="t"/>
              <a:pathLst>
                <a:path extrusionOk="0" h="698" w="324">
                  <a:moveTo>
                    <a:pt x="51" y="0"/>
                  </a:moveTo>
                  <a:cubicBezTo>
                    <a:pt x="24" y="0"/>
                    <a:pt x="0" y="37"/>
                    <a:pt x="26" y="69"/>
                  </a:cubicBezTo>
                  <a:cubicBezTo>
                    <a:pt x="67" y="119"/>
                    <a:pt x="100" y="177"/>
                    <a:pt x="117" y="235"/>
                  </a:cubicBezTo>
                  <a:cubicBezTo>
                    <a:pt x="133" y="268"/>
                    <a:pt x="142" y="301"/>
                    <a:pt x="150" y="334"/>
                  </a:cubicBezTo>
                  <a:cubicBezTo>
                    <a:pt x="150" y="351"/>
                    <a:pt x="158" y="367"/>
                    <a:pt x="158" y="384"/>
                  </a:cubicBezTo>
                  <a:cubicBezTo>
                    <a:pt x="166" y="401"/>
                    <a:pt x="175" y="417"/>
                    <a:pt x="183" y="434"/>
                  </a:cubicBezTo>
                  <a:cubicBezTo>
                    <a:pt x="187" y="438"/>
                    <a:pt x="195" y="440"/>
                    <a:pt x="204" y="440"/>
                  </a:cubicBezTo>
                  <a:cubicBezTo>
                    <a:pt x="212" y="440"/>
                    <a:pt x="220" y="438"/>
                    <a:pt x="224" y="434"/>
                  </a:cubicBezTo>
                  <a:cubicBezTo>
                    <a:pt x="233" y="425"/>
                    <a:pt x="233" y="417"/>
                    <a:pt x="241" y="401"/>
                  </a:cubicBezTo>
                  <a:lnTo>
                    <a:pt x="241" y="459"/>
                  </a:lnTo>
                  <a:lnTo>
                    <a:pt x="241" y="566"/>
                  </a:lnTo>
                  <a:cubicBezTo>
                    <a:pt x="241" y="608"/>
                    <a:pt x="241" y="641"/>
                    <a:pt x="258" y="682"/>
                  </a:cubicBezTo>
                  <a:cubicBezTo>
                    <a:pt x="262" y="691"/>
                    <a:pt x="272" y="698"/>
                    <a:pt x="282" y="698"/>
                  </a:cubicBezTo>
                  <a:cubicBezTo>
                    <a:pt x="291" y="698"/>
                    <a:pt x="300" y="694"/>
                    <a:pt x="307" y="682"/>
                  </a:cubicBezTo>
                  <a:cubicBezTo>
                    <a:pt x="316" y="666"/>
                    <a:pt x="324" y="649"/>
                    <a:pt x="324" y="624"/>
                  </a:cubicBezTo>
                  <a:cubicBezTo>
                    <a:pt x="324" y="608"/>
                    <a:pt x="324" y="591"/>
                    <a:pt x="324" y="575"/>
                  </a:cubicBezTo>
                  <a:cubicBezTo>
                    <a:pt x="324" y="533"/>
                    <a:pt x="324" y="500"/>
                    <a:pt x="324" y="459"/>
                  </a:cubicBezTo>
                  <a:cubicBezTo>
                    <a:pt x="324" y="384"/>
                    <a:pt x="316" y="309"/>
                    <a:pt x="307" y="235"/>
                  </a:cubicBezTo>
                  <a:cubicBezTo>
                    <a:pt x="307" y="210"/>
                    <a:pt x="289" y="198"/>
                    <a:pt x="271" y="198"/>
                  </a:cubicBezTo>
                  <a:cubicBezTo>
                    <a:pt x="253" y="198"/>
                    <a:pt x="237" y="210"/>
                    <a:pt x="241" y="235"/>
                  </a:cubicBezTo>
                  <a:cubicBezTo>
                    <a:pt x="241" y="251"/>
                    <a:pt x="241" y="276"/>
                    <a:pt x="241" y="301"/>
                  </a:cubicBezTo>
                  <a:cubicBezTo>
                    <a:pt x="233" y="268"/>
                    <a:pt x="224" y="235"/>
                    <a:pt x="208" y="210"/>
                  </a:cubicBezTo>
                  <a:cubicBezTo>
                    <a:pt x="183" y="135"/>
                    <a:pt x="133" y="69"/>
                    <a:pt x="75" y="11"/>
                  </a:cubicBezTo>
                  <a:cubicBezTo>
                    <a:pt x="68" y="4"/>
                    <a:pt x="59" y="0"/>
                    <a:pt x="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39"/>
            <p:cNvSpPr/>
            <p:nvPr/>
          </p:nvSpPr>
          <p:spPr>
            <a:xfrm>
              <a:off x="1880700" y="2973075"/>
              <a:ext cx="143575" cy="278200"/>
            </a:xfrm>
            <a:custGeom>
              <a:rect b="b" l="l" r="r" t="t"/>
              <a:pathLst>
                <a:path extrusionOk="0" h="11128" w="5743">
                  <a:moveTo>
                    <a:pt x="2752" y="0"/>
                  </a:moveTo>
                  <a:cubicBezTo>
                    <a:pt x="2685" y="158"/>
                    <a:pt x="2661" y="332"/>
                    <a:pt x="2619" y="497"/>
                  </a:cubicBezTo>
                  <a:cubicBezTo>
                    <a:pt x="2545" y="804"/>
                    <a:pt x="2470" y="1102"/>
                    <a:pt x="2404" y="1401"/>
                  </a:cubicBezTo>
                  <a:cubicBezTo>
                    <a:pt x="2139" y="2469"/>
                    <a:pt x="1865" y="3538"/>
                    <a:pt x="1650" y="4624"/>
                  </a:cubicBezTo>
                  <a:cubicBezTo>
                    <a:pt x="1559" y="5121"/>
                    <a:pt x="1467" y="5626"/>
                    <a:pt x="1351" y="6123"/>
                  </a:cubicBezTo>
                  <a:cubicBezTo>
                    <a:pt x="1310" y="6256"/>
                    <a:pt x="1277" y="6397"/>
                    <a:pt x="1235" y="6538"/>
                  </a:cubicBezTo>
                  <a:cubicBezTo>
                    <a:pt x="1235" y="6546"/>
                    <a:pt x="1244" y="6554"/>
                    <a:pt x="1244" y="6562"/>
                  </a:cubicBezTo>
                  <a:cubicBezTo>
                    <a:pt x="1227" y="6662"/>
                    <a:pt x="1211" y="6761"/>
                    <a:pt x="1186" y="6852"/>
                  </a:cubicBezTo>
                  <a:cubicBezTo>
                    <a:pt x="1086" y="7267"/>
                    <a:pt x="904" y="7656"/>
                    <a:pt x="705" y="8029"/>
                  </a:cubicBezTo>
                  <a:cubicBezTo>
                    <a:pt x="606" y="8219"/>
                    <a:pt x="498" y="8402"/>
                    <a:pt x="390" y="8592"/>
                  </a:cubicBezTo>
                  <a:cubicBezTo>
                    <a:pt x="283" y="8766"/>
                    <a:pt x="150" y="8949"/>
                    <a:pt x="59" y="9139"/>
                  </a:cubicBezTo>
                  <a:cubicBezTo>
                    <a:pt x="18" y="9230"/>
                    <a:pt x="1" y="9321"/>
                    <a:pt x="67" y="9404"/>
                  </a:cubicBezTo>
                  <a:cubicBezTo>
                    <a:pt x="134" y="9487"/>
                    <a:pt x="225" y="9545"/>
                    <a:pt x="308" y="9611"/>
                  </a:cubicBezTo>
                  <a:cubicBezTo>
                    <a:pt x="490" y="9752"/>
                    <a:pt x="680" y="9893"/>
                    <a:pt x="871" y="10026"/>
                  </a:cubicBezTo>
                  <a:cubicBezTo>
                    <a:pt x="1235" y="10283"/>
                    <a:pt x="1600" y="10556"/>
                    <a:pt x="2006" y="10755"/>
                  </a:cubicBezTo>
                  <a:cubicBezTo>
                    <a:pt x="2313" y="10904"/>
                    <a:pt x="2644" y="11020"/>
                    <a:pt x="2967" y="11128"/>
                  </a:cubicBezTo>
                  <a:cubicBezTo>
                    <a:pt x="2876" y="10879"/>
                    <a:pt x="2818" y="10614"/>
                    <a:pt x="2760" y="10357"/>
                  </a:cubicBezTo>
                  <a:cubicBezTo>
                    <a:pt x="2702" y="10075"/>
                    <a:pt x="2652" y="9777"/>
                    <a:pt x="2719" y="9487"/>
                  </a:cubicBezTo>
                  <a:cubicBezTo>
                    <a:pt x="2752" y="9330"/>
                    <a:pt x="2818" y="9181"/>
                    <a:pt x="2851" y="9023"/>
                  </a:cubicBezTo>
                  <a:cubicBezTo>
                    <a:pt x="2992" y="8410"/>
                    <a:pt x="2611" y="7789"/>
                    <a:pt x="2661" y="7167"/>
                  </a:cubicBezTo>
                  <a:cubicBezTo>
                    <a:pt x="2735" y="6264"/>
                    <a:pt x="3647" y="5668"/>
                    <a:pt x="3953" y="4814"/>
                  </a:cubicBezTo>
                  <a:cubicBezTo>
                    <a:pt x="4295" y="4936"/>
                    <a:pt x="4658" y="4997"/>
                    <a:pt x="5021" y="4997"/>
                  </a:cubicBezTo>
                  <a:cubicBezTo>
                    <a:pt x="5176" y="4997"/>
                    <a:pt x="5332" y="4986"/>
                    <a:pt x="5486" y="4963"/>
                  </a:cubicBezTo>
                  <a:cubicBezTo>
                    <a:pt x="5585" y="4955"/>
                    <a:pt x="5693" y="4922"/>
                    <a:pt x="5726" y="4831"/>
                  </a:cubicBezTo>
                  <a:cubicBezTo>
                    <a:pt x="5743" y="4806"/>
                    <a:pt x="5743" y="4773"/>
                    <a:pt x="5735" y="4748"/>
                  </a:cubicBezTo>
                  <a:cubicBezTo>
                    <a:pt x="5718" y="4657"/>
                    <a:pt x="5627" y="4582"/>
                    <a:pt x="5544" y="4524"/>
                  </a:cubicBezTo>
                  <a:cubicBezTo>
                    <a:pt x="5188" y="4284"/>
                    <a:pt x="4831" y="4052"/>
                    <a:pt x="4483" y="3812"/>
                  </a:cubicBezTo>
                  <a:cubicBezTo>
                    <a:pt x="4210" y="3638"/>
                    <a:pt x="3937" y="3447"/>
                    <a:pt x="3763" y="3174"/>
                  </a:cubicBezTo>
                  <a:cubicBezTo>
                    <a:pt x="3647" y="2991"/>
                    <a:pt x="3589" y="2776"/>
                    <a:pt x="3539" y="2561"/>
                  </a:cubicBezTo>
                  <a:cubicBezTo>
                    <a:pt x="3448" y="2113"/>
                    <a:pt x="3398" y="1657"/>
                    <a:pt x="3315" y="1210"/>
                  </a:cubicBezTo>
                  <a:cubicBezTo>
                    <a:pt x="3257" y="903"/>
                    <a:pt x="3183" y="605"/>
                    <a:pt x="3050" y="315"/>
                  </a:cubicBezTo>
                  <a:cubicBezTo>
                    <a:pt x="3050" y="332"/>
                    <a:pt x="3042" y="340"/>
                    <a:pt x="3025" y="340"/>
                  </a:cubicBezTo>
                  <a:cubicBezTo>
                    <a:pt x="3016" y="344"/>
                    <a:pt x="3006" y="346"/>
                    <a:pt x="2997" y="346"/>
                  </a:cubicBezTo>
                  <a:cubicBezTo>
                    <a:pt x="2919" y="346"/>
                    <a:pt x="2857" y="202"/>
                    <a:pt x="2835" y="158"/>
                  </a:cubicBezTo>
                  <a:cubicBezTo>
                    <a:pt x="2810" y="108"/>
                    <a:pt x="2777" y="58"/>
                    <a:pt x="2752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39"/>
            <p:cNvSpPr/>
            <p:nvPr/>
          </p:nvSpPr>
          <p:spPr>
            <a:xfrm>
              <a:off x="2020700" y="3078600"/>
              <a:ext cx="144850" cy="59150"/>
            </a:xfrm>
            <a:custGeom>
              <a:rect b="b" l="l" r="r" t="t"/>
              <a:pathLst>
                <a:path extrusionOk="0" h="2366" w="5794">
                  <a:moveTo>
                    <a:pt x="4193" y="0"/>
                  </a:moveTo>
                  <a:cubicBezTo>
                    <a:pt x="4113" y="0"/>
                    <a:pt x="4062" y="75"/>
                    <a:pt x="4062" y="162"/>
                  </a:cubicBezTo>
                  <a:cubicBezTo>
                    <a:pt x="4062" y="245"/>
                    <a:pt x="4095" y="328"/>
                    <a:pt x="4120" y="419"/>
                  </a:cubicBezTo>
                  <a:cubicBezTo>
                    <a:pt x="4128" y="427"/>
                    <a:pt x="4128" y="427"/>
                    <a:pt x="4128" y="436"/>
                  </a:cubicBezTo>
                  <a:cubicBezTo>
                    <a:pt x="4120" y="494"/>
                    <a:pt x="4103" y="543"/>
                    <a:pt x="4070" y="585"/>
                  </a:cubicBezTo>
                  <a:cubicBezTo>
                    <a:pt x="4029" y="660"/>
                    <a:pt x="3948" y="707"/>
                    <a:pt x="3865" y="707"/>
                  </a:cubicBezTo>
                  <a:cubicBezTo>
                    <a:pt x="3848" y="707"/>
                    <a:pt x="3830" y="705"/>
                    <a:pt x="3813" y="701"/>
                  </a:cubicBezTo>
                  <a:cubicBezTo>
                    <a:pt x="3807" y="700"/>
                    <a:pt x="3801" y="700"/>
                    <a:pt x="3796" y="700"/>
                  </a:cubicBezTo>
                  <a:cubicBezTo>
                    <a:pt x="3745" y="700"/>
                    <a:pt x="3704" y="731"/>
                    <a:pt x="3689" y="775"/>
                  </a:cubicBezTo>
                  <a:lnTo>
                    <a:pt x="3631" y="775"/>
                  </a:lnTo>
                  <a:cubicBezTo>
                    <a:pt x="3465" y="775"/>
                    <a:pt x="3291" y="784"/>
                    <a:pt x="3117" y="792"/>
                  </a:cubicBezTo>
                  <a:cubicBezTo>
                    <a:pt x="2960" y="792"/>
                    <a:pt x="2811" y="792"/>
                    <a:pt x="2662" y="767"/>
                  </a:cubicBezTo>
                  <a:cubicBezTo>
                    <a:pt x="2512" y="734"/>
                    <a:pt x="2380" y="684"/>
                    <a:pt x="2256" y="585"/>
                  </a:cubicBezTo>
                  <a:cubicBezTo>
                    <a:pt x="2140" y="502"/>
                    <a:pt x="2032" y="403"/>
                    <a:pt x="1891" y="345"/>
                  </a:cubicBezTo>
                  <a:cubicBezTo>
                    <a:pt x="1698" y="267"/>
                    <a:pt x="1485" y="250"/>
                    <a:pt x="1276" y="250"/>
                  </a:cubicBezTo>
                  <a:cubicBezTo>
                    <a:pt x="1215" y="250"/>
                    <a:pt x="1155" y="252"/>
                    <a:pt x="1096" y="253"/>
                  </a:cubicBezTo>
                  <a:cubicBezTo>
                    <a:pt x="1012" y="256"/>
                    <a:pt x="927" y="259"/>
                    <a:pt x="842" y="259"/>
                  </a:cubicBezTo>
                  <a:cubicBezTo>
                    <a:pt x="621" y="259"/>
                    <a:pt x="398" y="239"/>
                    <a:pt x="201" y="137"/>
                  </a:cubicBezTo>
                  <a:cubicBezTo>
                    <a:pt x="184" y="128"/>
                    <a:pt x="166" y="123"/>
                    <a:pt x="150" y="123"/>
                  </a:cubicBezTo>
                  <a:cubicBezTo>
                    <a:pt x="68" y="123"/>
                    <a:pt x="1" y="226"/>
                    <a:pt x="77" y="295"/>
                  </a:cubicBezTo>
                  <a:cubicBezTo>
                    <a:pt x="267" y="444"/>
                    <a:pt x="366" y="651"/>
                    <a:pt x="499" y="850"/>
                  </a:cubicBezTo>
                  <a:cubicBezTo>
                    <a:pt x="565" y="949"/>
                    <a:pt x="632" y="1049"/>
                    <a:pt x="723" y="1132"/>
                  </a:cubicBezTo>
                  <a:cubicBezTo>
                    <a:pt x="822" y="1231"/>
                    <a:pt x="946" y="1314"/>
                    <a:pt x="1062" y="1380"/>
                  </a:cubicBezTo>
                  <a:cubicBezTo>
                    <a:pt x="1311" y="1538"/>
                    <a:pt x="1560" y="1687"/>
                    <a:pt x="1841" y="1770"/>
                  </a:cubicBezTo>
                  <a:cubicBezTo>
                    <a:pt x="1982" y="1811"/>
                    <a:pt x="2123" y="1844"/>
                    <a:pt x="2264" y="1877"/>
                  </a:cubicBezTo>
                  <a:cubicBezTo>
                    <a:pt x="2396" y="1919"/>
                    <a:pt x="2521" y="1969"/>
                    <a:pt x="2645" y="2018"/>
                  </a:cubicBezTo>
                  <a:cubicBezTo>
                    <a:pt x="2885" y="2118"/>
                    <a:pt x="3134" y="2234"/>
                    <a:pt x="3391" y="2308"/>
                  </a:cubicBezTo>
                  <a:cubicBezTo>
                    <a:pt x="3527" y="2347"/>
                    <a:pt x="3666" y="2365"/>
                    <a:pt x="3804" y="2365"/>
                  </a:cubicBezTo>
                  <a:cubicBezTo>
                    <a:pt x="3935" y="2365"/>
                    <a:pt x="4066" y="2349"/>
                    <a:pt x="4194" y="2317"/>
                  </a:cubicBezTo>
                  <a:cubicBezTo>
                    <a:pt x="4476" y="2242"/>
                    <a:pt x="4750" y="2118"/>
                    <a:pt x="5006" y="1985"/>
                  </a:cubicBezTo>
                  <a:cubicBezTo>
                    <a:pt x="5131" y="1919"/>
                    <a:pt x="5255" y="1853"/>
                    <a:pt x="5379" y="1770"/>
                  </a:cubicBezTo>
                  <a:cubicBezTo>
                    <a:pt x="5437" y="1737"/>
                    <a:pt x="5487" y="1703"/>
                    <a:pt x="5545" y="1662"/>
                  </a:cubicBezTo>
                  <a:cubicBezTo>
                    <a:pt x="5603" y="1629"/>
                    <a:pt x="5669" y="1587"/>
                    <a:pt x="5711" y="1521"/>
                  </a:cubicBezTo>
                  <a:cubicBezTo>
                    <a:pt x="5793" y="1355"/>
                    <a:pt x="5586" y="1256"/>
                    <a:pt x="5462" y="1231"/>
                  </a:cubicBezTo>
                  <a:cubicBezTo>
                    <a:pt x="5321" y="1198"/>
                    <a:pt x="5180" y="1215"/>
                    <a:pt x="5040" y="1173"/>
                  </a:cubicBezTo>
                  <a:cubicBezTo>
                    <a:pt x="4982" y="1157"/>
                    <a:pt x="4924" y="1140"/>
                    <a:pt x="4890" y="1090"/>
                  </a:cubicBezTo>
                  <a:cubicBezTo>
                    <a:pt x="4932" y="1057"/>
                    <a:pt x="4940" y="983"/>
                    <a:pt x="4899" y="941"/>
                  </a:cubicBezTo>
                  <a:cubicBezTo>
                    <a:pt x="4866" y="900"/>
                    <a:pt x="4832" y="858"/>
                    <a:pt x="4799" y="825"/>
                  </a:cubicBezTo>
                  <a:cubicBezTo>
                    <a:pt x="4766" y="709"/>
                    <a:pt x="4725" y="610"/>
                    <a:pt x="4634" y="527"/>
                  </a:cubicBezTo>
                  <a:cubicBezTo>
                    <a:pt x="4617" y="519"/>
                    <a:pt x="4609" y="510"/>
                    <a:pt x="4600" y="510"/>
                  </a:cubicBezTo>
                  <a:cubicBezTo>
                    <a:pt x="4551" y="419"/>
                    <a:pt x="4509" y="320"/>
                    <a:pt x="4435" y="245"/>
                  </a:cubicBezTo>
                  <a:lnTo>
                    <a:pt x="4426" y="245"/>
                  </a:lnTo>
                  <a:cubicBezTo>
                    <a:pt x="4426" y="220"/>
                    <a:pt x="4418" y="204"/>
                    <a:pt x="4410" y="187"/>
                  </a:cubicBezTo>
                  <a:cubicBezTo>
                    <a:pt x="4377" y="104"/>
                    <a:pt x="4319" y="21"/>
                    <a:pt x="4228" y="5"/>
                  </a:cubicBezTo>
                  <a:cubicBezTo>
                    <a:pt x="4215" y="2"/>
                    <a:pt x="4204" y="0"/>
                    <a:pt x="4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39"/>
            <p:cNvSpPr/>
            <p:nvPr/>
          </p:nvSpPr>
          <p:spPr>
            <a:xfrm>
              <a:off x="2139850" y="3079175"/>
              <a:ext cx="47450" cy="12000"/>
            </a:xfrm>
            <a:custGeom>
              <a:rect b="b" l="l" r="r" t="t"/>
              <a:pathLst>
                <a:path extrusionOk="0" h="480" w="1898">
                  <a:moveTo>
                    <a:pt x="109" y="0"/>
                  </a:moveTo>
                  <a:cubicBezTo>
                    <a:pt x="52" y="0"/>
                    <a:pt x="0" y="44"/>
                    <a:pt x="0" y="106"/>
                  </a:cubicBezTo>
                  <a:cubicBezTo>
                    <a:pt x="0" y="148"/>
                    <a:pt x="25" y="172"/>
                    <a:pt x="58" y="189"/>
                  </a:cubicBezTo>
                  <a:cubicBezTo>
                    <a:pt x="58" y="206"/>
                    <a:pt x="58" y="214"/>
                    <a:pt x="66" y="230"/>
                  </a:cubicBezTo>
                  <a:cubicBezTo>
                    <a:pt x="91" y="297"/>
                    <a:pt x="182" y="322"/>
                    <a:pt x="240" y="346"/>
                  </a:cubicBezTo>
                  <a:cubicBezTo>
                    <a:pt x="315" y="371"/>
                    <a:pt x="390" y="396"/>
                    <a:pt x="464" y="421"/>
                  </a:cubicBezTo>
                  <a:cubicBezTo>
                    <a:pt x="605" y="454"/>
                    <a:pt x="762" y="479"/>
                    <a:pt x="911" y="479"/>
                  </a:cubicBezTo>
                  <a:cubicBezTo>
                    <a:pt x="1218" y="479"/>
                    <a:pt x="1525" y="404"/>
                    <a:pt x="1798" y="272"/>
                  </a:cubicBezTo>
                  <a:cubicBezTo>
                    <a:pt x="1898" y="215"/>
                    <a:pt x="1838" y="78"/>
                    <a:pt x="1740" y="78"/>
                  </a:cubicBezTo>
                  <a:cubicBezTo>
                    <a:pt x="1724" y="78"/>
                    <a:pt x="1708" y="82"/>
                    <a:pt x="1690" y="90"/>
                  </a:cubicBezTo>
                  <a:cubicBezTo>
                    <a:pt x="1481" y="191"/>
                    <a:pt x="1248" y="234"/>
                    <a:pt x="1017" y="234"/>
                  </a:cubicBezTo>
                  <a:cubicBezTo>
                    <a:pt x="946" y="234"/>
                    <a:pt x="874" y="230"/>
                    <a:pt x="804" y="222"/>
                  </a:cubicBezTo>
                  <a:cubicBezTo>
                    <a:pt x="655" y="206"/>
                    <a:pt x="514" y="164"/>
                    <a:pt x="373" y="106"/>
                  </a:cubicBezTo>
                  <a:cubicBezTo>
                    <a:pt x="298" y="81"/>
                    <a:pt x="240" y="40"/>
                    <a:pt x="166" y="15"/>
                  </a:cubicBezTo>
                  <a:cubicBezTo>
                    <a:pt x="147" y="5"/>
                    <a:pt x="128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39"/>
            <p:cNvSpPr/>
            <p:nvPr/>
          </p:nvSpPr>
          <p:spPr>
            <a:xfrm>
              <a:off x="2146050" y="2954025"/>
              <a:ext cx="13900" cy="47150"/>
            </a:xfrm>
            <a:custGeom>
              <a:rect b="b" l="l" r="r" t="t"/>
              <a:pathLst>
                <a:path extrusionOk="0" h="1886" w="556">
                  <a:moveTo>
                    <a:pt x="360" y="1"/>
                  </a:moveTo>
                  <a:cubicBezTo>
                    <a:pt x="339" y="1"/>
                    <a:pt x="318" y="19"/>
                    <a:pt x="324" y="41"/>
                  </a:cubicBezTo>
                  <a:cubicBezTo>
                    <a:pt x="349" y="116"/>
                    <a:pt x="349" y="199"/>
                    <a:pt x="365" y="273"/>
                  </a:cubicBezTo>
                  <a:cubicBezTo>
                    <a:pt x="374" y="348"/>
                    <a:pt x="382" y="423"/>
                    <a:pt x="382" y="497"/>
                  </a:cubicBezTo>
                  <a:cubicBezTo>
                    <a:pt x="390" y="646"/>
                    <a:pt x="374" y="795"/>
                    <a:pt x="340" y="945"/>
                  </a:cubicBezTo>
                  <a:cubicBezTo>
                    <a:pt x="299" y="1094"/>
                    <a:pt x="249" y="1243"/>
                    <a:pt x="191" y="1384"/>
                  </a:cubicBezTo>
                  <a:cubicBezTo>
                    <a:pt x="158" y="1458"/>
                    <a:pt x="125" y="1533"/>
                    <a:pt x="92" y="1607"/>
                  </a:cubicBezTo>
                  <a:cubicBezTo>
                    <a:pt x="59" y="1674"/>
                    <a:pt x="1" y="1757"/>
                    <a:pt x="26" y="1831"/>
                  </a:cubicBezTo>
                  <a:cubicBezTo>
                    <a:pt x="39" y="1858"/>
                    <a:pt x="64" y="1885"/>
                    <a:pt x="99" y="1885"/>
                  </a:cubicBezTo>
                  <a:cubicBezTo>
                    <a:pt x="107" y="1885"/>
                    <a:pt x="116" y="1884"/>
                    <a:pt x="125" y="1881"/>
                  </a:cubicBezTo>
                  <a:cubicBezTo>
                    <a:pt x="208" y="1856"/>
                    <a:pt x="233" y="1757"/>
                    <a:pt x="266" y="1682"/>
                  </a:cubicBezTo>
                  <a:cubicBezTo>
                    <a:pt x="291" y="1607"/>
                    <a:pt x="324" y="1533"/>
                    <a:pt x="357" y="1458"/>
                  </a:cubicBezTo>
                  <a:cubicBezTo>
                    <a:pt x="423" y="1293"/>
                    <a:pt x="473" y="1127"/>
                    <a:pt x="506" y="953"/>
                  </a:cubicBezTo>
                  <a:cubicBezTo>
                    <a:pt x="539" y="795"/>
                    <a:pt x="556" y="630"/>
                    <a:pt x="539" y="472"/>
                  </a:cubicBezTo>
                  <a:lnTo>
                    <a:pt x="548" y="472"/>
                  </a:lnTo>
                  <a:cubicBezTo>
                    <a:pt x="539" y="389"/>
                    <a:pt x="523" y="307"/>
                    <a:pt x="506" y="232"/>
                  </a:cubicBezTo>
                  <a:cubicBezTo>
                    <a:pt x="473" y="149"/>
                    <a:pt x="440" y="91"/>
                    <a:pt x="390" y="17"/>
                  </a:cubicBezTo>
                  <a:cubicBezTo>
                    <a:pt x="382" y="6"/>
                    <a:pt x="371" y="1"/>
                    <a:pt x="360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39"/>
            <p:cNvSpPr/>
            <p:nvPr/>
          </p:nvSpPr>
          <p:spPr>
            <a:xfrm>
              <a:off x="2004650" y="2874900"/>
              <a:ext cx="102650" cy="11425"/>
            </a:xfrm>
            <a:custGeom>
              <a:rect b="b" l="l" r="r" t="t"/>
              <a:pathLst>
                <a:path extrusionOk="0" h="457" w="4106">
                  <a:moveTo>
                    <a:pt x="3072" y="1"/>
                  </a:moveTo>
                  <a:cubicBezTo>
                    <a:pt x="2895" y="1"/>
                    <a:pt x="2718" y="19"/>
                    <a:pt x="2541" y="41"/>
                  </a:cubicBezTo>
                  <a:cubicBezTo>
                    <a:pt x="2276" y="83"/>
                    <a:pt x="2003" y="124"/>
                    <a:pt x="1729" y="133"/>
                  </a:cubicBezTo>
                  <a:cubicBezTo>
                    <a:pt x="1456" y="141"/>
                    <a:pt x="1182" y="141"/>
                    <a:pt x="909" y="174"/>
                  </a:cubicBezTo>
                  <a:cubicBezTo>
                    <a:pt x="768" y="191"/>
                    <a:pt x="619" y="207"/>
                    <a:pt x="478" y="240"/>
                  </a:cubicBezTo>
                  <a:cubicBezTo>
                    <a:pt x="404" y="257"/>
                    <a:pt x="329" y="265"/>
                    <a:pt x="255" y="290"/>
                  </a:cubicBezTo>
                  <a:cubicBezTo>
                    <a:pt x="188" y="315"/>
                    <a:pt x="114" y="348"/>
                    <a:pt x="47" y="373"/>
                  </a:cubicBezTo>
                  <a:cubicBezTo>
                    <a:pt x="1" y="396"/>
                    <a:pt x="35" y="456"/>
                    <a:pt x="73" y="456"/>
                  </a:cubicBezTo>
                  <a:cubicBezTo>
                    <a:pt x="76" y="456"/>
                    <a:pt x="78" y="456"/>
                    <a:pt x="81" y="456"/>
                  </a:cubicBezTo>
                  <a:cubicBezTo>
                    <a:pt x="213" y="439"/>
                    <a:pt x="337" y="423"/>
                    <a:pt x="470" y="398"/>
                  </a:cubicBezTo>
                  <a:cubicBezTo>
                    <a:pt x="603" y="373"/>
                    <a:pt x="727" y="356"/>
                    <a:pt x="859" y="340"/>
                  </a:cubicBezTo>
                  <a:cubicBezTo>
                    <a:pt x="1116" y="307"/>
                    <a:pt x="1381" y="307"/>
                    <a:pt x="1638" y="307"/>
                  </a:cubicBezTo>
                  <a:cubicBezTo>
                    <a:pt x="1912" y="307"/>
                    <a:pt x="2168" y="298"/>
                    <a:pt x="2434" y="265"/>
                  </a:cubicBezTo>
                  <a:cubicBezTo>
                    <a:pt x="2643" y="237"/>
                    <a:pt x="2859" y="203"/>
                    <a:pt x="3070" y="203"/>
                  </a:cubicBezTo>
                  <a:cubicBezTo>
                    <a:pt x="3109" y="203"/>
                    <a:pt x="3149" y="205"/>
                    <a:pt x="3188" y="207"/>
                  </a:cubicBezTo>
                  <a:cubicBezTo>
                    <a:pt x="3328" y="215"/>
                    <a:pt x="3461" y="232"/>
                    <a:pt x="3594" y="273"/>
                  </a:cubicBezTo>
                  <a:cubicBezTo>
                    <a:pt x="3660" y="290"/>
                    <a:pt x="3726" y="307"/>
                    <a:pt x="3792" y="331"/>
                  </a:cubicBezTo>
                  <a:cubicBezTo>
                    <a:pt x="3867" y="356"/>
                    <a:pt x="3925" y="389"/>
                    <a:pt x="4000" y="398"/>
                  </a:cubicBezTo>
                  <a:cubicBezTo>
                    <a:pt x="4002" y="398"/>
                    <a:pt x="4005" y="398"/>
                    <a:pt x="4008" y="398"/>
                  </a:cubicBezTo>
                  <a:cubicBezTo>
                    <a:pt x="4076" y="398"/>
                    <a:pt x="4105" y="296"/>
                    <a:pt x="4058" y="249"/>
                  </a:cubicBezTo>
                  <a:cubicBezTo>
                    <a:pt x="3975" y="166"/>
                    <a:pt x="3834" y="124"/>
                    <a:pt x="3718" y="91"/>
                  </a:cubicBezTo>
                  <a:cubicBezTo>
                    <a:pt x="3594" y="58"/>
                    <a:pt x="3461" y="33"/>
                    <a:pt x="3337" y="17"/>
                  </a:cubicBezTo>
                  <a:cubicBezTo>
                    <a:pt x="3248" y="6"/>
                    <a:pt x="3160" y="1"/>
                    <a:pt x="3072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39"/>
            <p:cNvSpPr/>
            <p:nvPr/>
          </p:nvSpPr>
          <p:spPr>
            <a:xfrm>
              <a:off x="2056375" y="2884250"/>
              <a:ext cx="13275" cy="2675"/>
            </a:xfrm>
            <a:custGeom>
              <a:rect b="b" l="l" r="r" t="t"/>
              <a:pathLst>
                <a:path extrusionOk="0" h="107" w="531">
                  <a:moveTo>
                    <a:pt x="443" y="1"/>
                  </a:moveTo>
                  <a:cubicBezTo>
                    <a:pt x="425" y="1"/>
                    <a:pt x="406" y="3"/>
                    <a:pt x="389" y="7"/>
                  </a:cubicBezTo>
                  <a:cubicBezTo>
                    <a:pt x="348" y="7"/>
                    <a:pt x="315" y="7"/>
                    <a:pt x="282" y="15"/>
                  </a:cubicBezTo>
                  <a:cubicBezTo>
                    <a:pt x="207" y="15"/>
                    <a:pt x="133" y="24"/>
                    <a:pt x="58" y="24"/>
                  </a:cubicBezTo>
                  <a:cubicBezTo>
                    <a:pt x="0" y="24"/>
                    <a:pt x="0" y="107"/>
                    <a:pt x="58" y="107"/>
                  </a:cubicBezTo>
                  <a:lnTo>
                    <a:pt x="282" y="107"/>
                  </a:lnTo>
                  <a:cubicBezTo>
                    <a:pt x="323" y="98"/>
                    <a:pt x="356" y="98"/>
                    <a:pt x="398" y="90"/>
                  </a:cubicBezTo>
                  <a:cubicBezTo>
                    <a:pt x="431" y="90"/>
                    <a:pt x="472" y="82"/>
                    <a:pt x="505" y="65"/>
                  </a:cubicBezTo>
                  <a:cubicBezTo>
                    <a:pt x="530" y="57"/>
                    <a:pt x="530" y="7"/>
                    <a:pt x="497" y="7"/>
                  </a:cubicBezTo>
                  <a:cubicBezTo>
                    <a:pt x="481" y="3"/>
                    <a:pt x="462" y="1"/>
                    <a:pt x="4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39"/>
            <p:cNvSpPr/>
            <p:nvPr/>
          </p:nvSpPr>
          <p:spPr>
            <a:xfrm>
              <a:off x="2077275" y="2884825"/>
              <a:ext cx="5225" cy="2100"/>
            </a:xfrm>
            <a:custGeom>
              <a:rect b="b" l="l" r="r" t="t"/>
              <a:pathLst>
                <a:path extrusionOk="0" h="84" w="209">
                  <a:moveTo>
                    <a:pt x="42" y="1"/>
                  </a:moveTo>
                  <a:cubicBezTo>
                    <a:pt x="34" y="1"/>
                    <a:pt x="26" y="9"/>
                    <a:pt x="17" y="17"/>
                  </a:cubicBezTo>
                  <a:cubicBezTo>
                    <a:pt x="9" y="17"/>
                    <a:pt x="1" y="34"/>
                    <a:pt x="1" y="42"/>
                  </a:cubicBezTo>
                  <a:cubicBezTo>
                    <a:pt x="1" y="67"/>
                    <a:pt x="17" y="84"/>
                    <a:pt x="42" y="84"/>
                  </a:cubicBezTo>
                  <a:lnTo>
                    <a:pt x="75" y="84"/>
                  </a:lnTo>
                  <a:cubicBezTo>
                    <a:pt x="92" y="75"/>
                    <a:pt x="109" y="75"/>
                    <a:pt x="117" y="67"/>
                  </a:cubicBezTo>
                  <a:cubicBezTo>
                    <a:pt x="142" y="67"/>
                    <a:pt x="167" y="59"/>
                    <a:pt x="191" y="50"/>
                  </a:cubicBezTo>
                  <a:cubicBezTo>
                    <a:pt x="208" y="42"/>
                    <a:pt x="200" y="9"/>
                    <a:pt x="183" y="9"/>
                  </a:cubicBezTo>
                  <a:cubicBezTo>
                    <a:pt x="175" y="1"/>
                    <a:pt x="167" y="1"/>
                    <a:pt x="1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" name="Google Shape;1102;p39"/>
            <p:cNvSpPr/>
            <p:nvPr/>
          </p:nvSpPr>
          <p:spPr>
            <a:xfrm>
              <a:off x="1944925" y="2781125"/>
              <a:ext cx="50775" cy="115875"/>
            </a:xfrm>
            <a:custGeom>
              <a:rect b="b" l="l" r="r" t="t"/>
              <a:pathLst>
                <a:path extrusionOk="0" h="4635" w="2031">
                  <a:moveTo>
                    <a:pt x="45" y="1"/>
                  </a:moveTo>
                  <a:cubicBezTo>
                    <a:pt x="23" y="1"/>
                    <a:pt x="0" y="18"/>
                    <a:pt x="0" y="47"/>
                  </a:cubicBezTo>
                  <a:cubicBezTo>
                    <a:pt x="50" y="362"/>
                    <a:pt x="150" y="669"/>
                    <a:pt x="249" y="967"/>
                  </a:cubicBezTo>
                  <a:cubicBezTo>
                    <a:pt x="348" y="1274"/>
                    <a:pt x="464" y="1564"/>
                    <a:pt x="589" y="1854"/>
                  </a:cubicBezTo>
                  <a:cubicBezTo>
                    <a:pt x="713" y="2152"/>
                    <a:pt x="846" y="2434"/>
                    <a:pt x="995" y="2715"/>
                  </a:cubicBezTo>
                  <a:cubicBezTo>
                    <a:pt x="1102" y="2914"/>
                    <a:pt x="1210" y="3105"/>
                    <a:pt x="1310" y="3312"/>
                  </a:cubicBezTo>
                  <a:cubicBezTo>
                    <a:pt x="1359" y="3436"/>
                    <a:pt x="1409" y="3560"/>
                    <a:pt x="1459" y="3685"/>
                  </a:cubicBezTo>
                  <a:cubicBezTo>
                    <a:pt x="1484" y="3759"/>
                    <a:pt x="1517" y="3834"/>
                    <a:pt x="1550" y="3908"/>
                  </a:cubicBezTo>
                  <a:cubicBezTo>
                    <a:pt x="1633" y="4140"/>
                    <a:pt x="1724" y="4364"/>
                    <a:pt x="1832" y="4588"/>
                  </a:cubicBezTo>
                  <a:cubicBezTo>
                    <a:pt x="1847" y="4620"/>
                    <a:pt x="1880" y="4635"/>
                    <a:pt x="1915" y="4635"/>
                  </a:cubicBezTo>
                  <a:cubicBezTo>
                    <a:pt x="1935" y="4635"/>
                    <a:pt x="1955" y="4630"/>
                    <a:pt x="1972" y="4621"/>
                  </a:cubicBezTo>
                  <a:cubicBezTo>
                    <a:pt x="2022" y="4588"/>
                    <a:pt x="2030" y="4530"/>
                    <a:pt x="2006" y="4480"/>
                  </a:cubicBezTo>
                  <a:lnTo>
                    <a:pt x="2014" y="4480"/>
                  </a:lnTo>
                  <a:cubicBezTo>
                    <a:pt x="1964" y="4372"/>
                    <a:pt x="1914" y="4256"/>
                    <a:pt x="1865" y="4140"/>
                  </a:cubicBezTo>
                  <a:cubicBezTo>
                    <a:pt x="1790" y="3958"/>
                    <a:pt x="1724" y="3768"/>
                    <a:pt x="1649" y="3585"/>
                  </a:cubicBezTo>
                  <a:cubicBezTo>
                    <a:pt x="1608" y="3461"/>
                    <a:pt x="1550" y="3345"/>
                    <a:pt x="1492" y="3229"/>
                  </a:cubicBezTo>
                  <a:cubicBezTo>
                    <a:pt x="1450" y="3121"/>
                    <a:pt x="1409" y="3014"/>
                    <a:pt x="1368" y="2914"/>
                  </a:cubicBezTo>
                  <a:cubicBezTo>
                    <a:pt x="1160" y="2376"/>
                    <a:pt x="945" y="1837"/>
                    <a:pt x="730" y="1307"/>
                  </a:cubicBezTo>
                  <a:cubicBezTo>
                    <a:pt x="680" y="1166"/>
                    <a:pt x="622" y="1017"/>
                    <a:pt x="564" y="876"/>
                  </a:cubicBezTo>
                  <a:cubicBezTo>
                    <a:pt x="531" y="810"/>
                    <a:pt x="506" y="735"/>
                    <a:pt x="473" y="661"/>
                  </a:cubicBezTo>
                  <a:cubicBezTo>
                    <a:pt x="440" y="578"/>
                    <a:pt x="398" y="511"/>
                    <a:pt x="348" y="429"/>
                  </a:cubicBezTo>
                  <a:cubicBezTo>
                    <a:pt x="338" y="407"/>
                    <a:pt x="318" y="398"/>
                    <a:pt x="296" y="398"/>
                  </a:cubicBezTo>
                  <a:cubicBezTo>
                    <a:pt x="268" y="398"/>
                    <a:pt x="238" y="413"/>
                    <a:pt x="224" y="437"/>
                  </a:cubicBezTo>
                  <a:cubicBezTo>
                    <a:pt x="183" y="296"/>
                    <a:pt x="133" y="163"/>
                    <a:pt x="83" y="31"/>
                  </a:cubicBezTo>
                  <a:cubicBezTo>
                    <a:pt x="76" y="10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39"/>
            <p:cNvSpPr/>
            <p:nvPr/>
          </p:nvSpPr>
          <p:spPr>
            <a:xfrm>
              <a:off x="1947400" y="2825150"/>
              <a:ext cx="31725" cy="101050"/>
            </a:xfrm>
            <a:custGeom>
              <a:rect b="b" l="l" r="r" t="t"/>
              <a:pathLst>
                <a:path extrusionOk="0" h="4042" w="1269">
                  <a:moveTo>
                    <a:pt x="506" y="1037"/>
                  </a:moveTo>
                  <a:lnTo>
                    <a:pt x="506" y="1037"/>
                  </a:lnTo>
                  <a:cubicBezTo>
                    <a:pt x="556" y="1161"/>
                    <a:pt x="597" y="1286"/>
                    <a:pt x="639" y="1402"/>
                  </a:cubicBezTo>
                  <a:cubicBezTo>
                    <a:pt x="664" y="1468"/>
                    <a:pt x="680" y="1534"/>
                    <a:pt x="697" y="1601"/>
                  </a:cubicBezTo>
                  <a:cubicBezTo>
                    <a:pt x="689" y="1592"/>
                    <a:pt x="689" y="1584"/>
                    <a:pt x="689" y="1576"/>
                  </a:cubicBezTo>
                  <a:cubicBezTo>
                    <a:pt x="669" y="1544"/>
                    <a:pt x="640" y="1531"/>
                    <a:pt x="616" y="1531"/>
                  </a:cubicBezTo>
                  <a:cubicBezTo>
                    <a:pt x="609" y="1531"/>
                    <a:pt x="603" y="1532"/>
                    <a:pt x="597" y="1534"/>
                  </a:cubicBezTo>
                  <a:cubicBezTo>
                    <a:pt x="573" y="1369"/>
                    <a:pt x="539" y="1203"/>
                    <a:pt x="506" y="1037"/>
                  </a:cubicBezTo>
                  <a:close/>
                  <a:moveTo>
                    <a:pt x="481" y="3142"/>
                  </a:moveTo>
                  <a:lnTo>
                    <a:pt x="473" y="3158"/>
                  </a:lnTo>
                  <a:cubicBezTo>
                    <a:pt x="457" y="3200"/>
                    <a:pt x="432" y="3249"/>
                    <a:pt x="407" y="3291"/>
                  </a:cubicBezTo>
                  <a:cubicBezTo>
                    <a:pt x="407" y="3283"/>
                    <a:pt x="407" y="3283"/>
                    <a:pt x="407" y="3274"/>
                  </a:cubicBezTo>
                  <a:cubicBezTo>
                    <a:pt x="432" y="3233"/>
                    <a:pt x="448" y="3183"/>
                    <a:pt x="465" y="3142"/>
                  </a:cubicBezTo>
                  <a:close/>
                  <a:moveTo>
                    <a:pt x="112" y="0"/>
                  </a:moveTo>
                  <a:cubicBezTo>
                    <a:pt x="93" y="0"/>
                    <a:pt x="73" y="17"/>
                    <a:pt x="84" y="43"/>
                  </a:cubicBezTo>
                  <a:cubicBezTo>
                    <a:pt x="84" y="51"/>
                    <a:pt x="92" y="59"/>
                    <a:pt x="92" y="68"/>
                  </a:cubicBezTo>
                  <a:cubicBezTo>
                    <a:pt x="92" y="68"/>
                    <a:pt x="84" y="68"/>
                    <a:pt x="84" y="76"/>
                  </a:cubicBezTo>
                  <a:cubicBezTo>
                    <a:pt x="34" y="93"/>
                    <a:pt x="1" y="151"/>
                    <a:pt x="17" y="192"/>
                  </a:cubicBezTo>
                  <a:cubicBezTo>
                    <a:pt x="216" y="681"/>
                    <a:pt x="349" y="1203"/>
                    <a:pt x="407" y="1725"/>
                  </a:cubicBezTo>
                  <a:cubicBezTo>
                    <a:pt x="440" y="1990"/>
                    <a:pt x="457" y="2263"/>
                    <a:pt x="432" y="2529"/>
                  </a:cubicBezTo>
                  <a:cubicBezTo>
                    <a:pt x="415" y="2769"/>
                    <a:pt x="307" y="2984"/>
                    <a:pt x="216" y="3200"/>
                  </a:cubicBezTo>
                  <a:cubicBezTo>
                    <a:pt x="109" y="3448"/>
                    <a:pt x="34" y="3697"/>
                    <a:pt x="75" y="3970"/>
                  </a:cubicBezTo>
                  <a:cubicBezTo>
                    <a:pt x="86" y="4013"/>
                    <a:pt x="134" y="4042"/>
                    <a:pt x="180" y="4042"/>
                  </a:cubicBezTo>
                  <a:cubicBezTo>
                    <a:pt x="206" y="4042"/>
                    <a:pt x="232" y="4032"/>
                    <a:pt x="249" y="4012"/>
                  </a:cubicBezTo>
                  <a:cubicBezTo>
                    <a:pt x="299" y="3954"/>
                    <a:pt x="357" y="3896"/>
                    <a:pt x="407" y="3829"/>
                  </a:cubicBezTo>
                  <a:cubicBezTo>
                    <a:pt x="523" y="3821"/>
                    <a:pt x="631" y="3788"/>
                    <a:pt x="730" y="3730"/>
                  </a:cubicBezTo>
                  <a:cubicBezTo>
                    <a:pt x="821" y="3672"/>
                    <a:pt x="896" y="3589"/>
                    <a:pt x="945" y="3506"/>
                  </a:cubicBezTo>
                  <a:cubicBezTo>
                    <a:pt x="956" y="3513"/>
                    <a:pt x="967" y="3517"/>
                    <a:pt x="979" y="3517"/>
                  </a:cubicBezTo>
                  <a:cubicBezTo>
                    <a:pt x="996" y="3517"/>
                    <a:pt x="1014" y="3509"/>
                    <a:pt x="1028" y="3490"/>
                  </a:cubicBezTo>
                  <a:cubicBezTo>
                    <a:pt x="1103" y="3365"/>
                    <a:pt x="1153" y="3225"/>
                    <a:pt x="1186" y="3084"/>
                  </a:cubicBezTo>
                  <a:cubicBezTo>
                    <a:pt x="1202" y="3009"/>
                    <a:pt x="1211" y="2935"/>
                    <a:pt x="1211" y="2868"/>
                  </a:cubicBezTo>
                  <a:cubicBezTo>
                    <a:pt x="1211" y="2794"/>
                    <a:pt x="1219" y="2719"/>
                    <a:pt x="1186" y="2661"/>
                  </a:cubicBezTo>
                  <a:cubicBezTo>
                    <a:pt x="1269" y="2147"/>
                    <a:pt x="1028" y="1650"/>
                    <a:pt x="788" y="1195"/>
                  </a:cubicBezTo>
                  <a:cubicBezTo>
                    <a:pt x="747" y="1070"/>
                    <a:pt x="689" y="946"/>
                    <a:pt x="631" y="822"/>
                  </a:cubicBezTo>
                  <a:cubicBezTo>
                    <a:pt x="515" y="573"/>
                    <a:pt x="374" y="333"/>
                    <a:pt x="208" y="117"/>
                  </a:cubicBezTo>
                  <a:cubicBezTo>
                    <a:pt x="208" y="109"/>
                    <a:pt x="200" y="101"/>
                    <a:pt x="191" y="101"/>
                  </a:cubicBezTo>
                  <a:cubicBezTo>
                    <a:pt x="175" y="68"/>
                    <a:pt x="158" y="43"/>
                    <a:pt x="142" y="18"/>
                  </a:cubicBezTo>
                  <a:cubicBezTo>
                    <a:pt x="136" y="6"/>
                    <a:pt x="124" y="0"/>
                    <a:pt x="112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39"/>
            <p:cNvSpPr/>
            <p:nvPr/>
          </p:nvSpPr>
          <p:spPr>
            <a:xfrm>
              <a:off x="2105450" y="2760450"/>
              <a:ext cx="33800" cy="138025"/>
            </a:xfrm>
            <a:custGeom>
              <a:rect b="b" l="l" r="r" t="t"/>
              <a:pathLst>
                <a:path extrusionOk="0" h="5521" w="1352">
                  <a:moveTo>
                    <a:pt x="1313" y="0"/>
                  </a:moveTo>
                  <a:cubicBezTo>
                    <a:pt x="1293" y="0"/>
                    <a:pt x="1273" y="13"/>
                    <a:pt x="1268" y="38"/>
                  </a:cubicBezTo>
                  <a:cubicBezTo>
                    <a:pt x="1186" y="808"/>
                    <a:pt x="1210" y="1595"/>
                    <a:pt x="1003" y="2349"/>
                  </a:cubicBezTo>
                  <a:cubicBezTo>
                    <a:pt x="887" y="2747"/>
                    <a:pt x="722" y="3128"/>
                    <a:pt x="589" y="3526"/>
                  </a:cubicBezTo>
                  <a:cubicBezTo>
                    <a:pt x="572" y="3559"/>
                    <a:pt x="556" y="3592"/>
                    <a:pt x="548" y="3617"/>
                  </a:cubicBezTo>
                  <a:cubicBezTo>
                    <a:pt x="548" y="3617"/>
                    <a:pt x="548" y="3625"/>
                    <a:pt x="539" y="3625"/>
                  </a:cubicBezTo>
                  <a:cubicBezTo>
                    <a:pt x="539" y="3633"/>
                    <a:pt x="531" y="3642"/>
                    <a:pt x="531" y="3650"/>
                  </a:cubicBezTo>
                  <a:cubicBezTo>
                    <a:pt x="514" y="3675"/>
                    <a:pt x="506" y="3700"/>
                    <a:pt x="498" y="3725"/>
                  </a:cubicBezTo>
                  <a:cubicBezTo>
                    <a:pt x="456" y="3816"/>
                    <a:pt x="407" y="3915"/>
                    <a:pt x="365" y="4006"/>
                  </a:cubicBezTo>
                  <a:cubicBezTo>
                    <a:pt x="365" y="4015"/>
                    <a:pt x="365" y="4023"/>
                    <a:pt x="357" y="4031"/>
                  </a:cubicBezTo>
                  <a:cubicBezTo>
                    <a:pt x="349" y="4056"/>
                    <a:pt x="332" y="4089"/>
                    <a:pt x="324" y="4122"/>
                  </a:cubicBezTo>
                  <a:cubicBezTo>
                    <a:pt x="266" y="4255"/>
                    <a:pt x="208" y="4396"/>
                    <a:pt x="158" y="4537"/>
                  </a:cubicBezTo>
                  <a:cubicBezTo>
                    <a:pt x="158" y="4553"/>
                    <a:pt x="150" y="4570"/>
                    <a:pt x="150" y="4578"/>
                  </a:cubicBezTo>
                  <a:cubicBezTo>
                    <a:pt x="84" y="4727"/>
                    <a:pt x="1" y="4876"/>
                    <a:pt x="117" y="5017"/>
                  </a:cubicBezTo>
                  <a:cubicBezTo>
                    <a:pt x="241" y="5158"/>
                    <a:pt x="382" y="5282"/>
                    <a:pt x="506" y="5415"/>
                  </a:cubicBezTo>
                  <a:cubicBezTo>
                    <a:pt x="527" y="5436"/>
                    <a:pt x="552" y="5445"/>
                    <a:pt x="577" y="5445"/>
                  </a:cubicBezTo>
                  <a:cubicBezTo>
                    <a:pt x="611" y="5445"/>
                    <a:pt x="644" y="5427"/>
                    <a:pt x="664" y="5398"/>
                  </a:cubicBezTo>
                  <a:cubicBezTo>
                    <a:pt x="688" y="5423"/>
                    <a:pt x="722" y="5440"/>
                    <a:pt x="755" y="5456"/>
                  </a:cubicBezTo>
                  <a:cubicBezTo>
                    <a:pt x="771" y="5465"/>
                    <a:pt x="796" y="5465"/>
                    <a:pt x="821" y="5465"/>
                  </a:cubicBezTo>
                  <a:cubicBezTo>
                    <a:pt x="838" y="5473"/>
                    <a:pt x="854" y="5489"/>
                    <a:pt x="871" y="5498"/>
                  </a:cubicBezTo>
                  <a:cubicBezTo>
                    <a:pt x="890" y="5514"/>
                    <a:pt x="912" y="5520"/>
                    <a:pt x="932" y="5520"/>
                  </a:cubicBezTo>
                  <a:cubicBezTo>
                    <a:pt x="1008" y="5520"/>
                    <a:pt x="1075" y="5428"/>
                    <a:pt x="1003" y="5357"/>
                  </a:cubicBezTo>
                  <a:cubicBezTo>
                    <a:pt x="929" y="5291"/>
                    <a:pt x="854" y="5224"/>
                    <a:pt x="780" y="5150"/>
                  </a:cubicBezTo>
                  <a:cubicBezTo>
                    <a:pt x="755" y="5125"/>
                    <a:pt x="730" y="5092"/>
                    <a:pt x="705" y="5067"/>
                  </a:cubicBezTo>
                  <a:cubicBezTo>
                    <a:pt x="597" y="4868"/>
                    <a:pt x="581" y="4619"/>
                    <a:pt x="606" y="4396"/>
                  </a:cubicBezTo>
                  <a:cubicBezTo>
                    <a:pt x="606" y="4346"/>
                    <a:pt x="614" y="4296"/>
                    <a:pt x="622" y="4247"/>
                  </a:cubicBezTo>
                  <a:cubicBezTo>
                    <a:pt x="730" y="3923"/>
                    <a:pt x="838" y="3592"/>
                    <a:pt x="937" y="3269"/>
                  </a:cubicBezTo>
                  <a:cubicBezTo>
                    <a:pt x="954" y="3236"/>
                    <a:pt x="945" y="3211"/>
                    <a:pt x="920" y="3186"/>
                  </a:cubicBezTo>
                  <a:cubicBezTo>
                    <a:pt x="1012" y="2929"/>
                    <a:pt x="1103" y="2681"/>
                    <a:pt x="1169" y="2415"/>
                  </a:cubicBezTo>
                  <a:cubicBezTo>
                    <a:pt x="1268" y="2067"/>
                    <a:pt x="1302" y="1703"/>
                    <a:pt x="1310" y="1338"/>
                  </a:cubicBezTo>
                  <a:cubicBezTo>
                    <a:pt x="1326" y="908"/>
                    <a:pt x="1351" y="468"/>
                    <a:pt x="1351" y="38"/>
                  </a:cubicBezTo>
                  <a:cubicBezTo>
                    <a:pt x="1351" y="13"/>
                    <a:pt x="1333" y="0"/>
                    <a:pt x="1313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39"/>
            <p:cNvSpPr/>
            <p:nvPr/>
          </p:nvSpPr>
          <p:spPr>
            <a:xfrm>
              <a:off x="2094975" y="3021550"/>
              <a:ext cx="18375" cy="38175"/>
            </a:xfrm>
            <a:custGeom>
              <a:rect b="b" l="l" r="r" t="t"/>
              <a:pathLst>
                <a:path extrusionOk="0" h="1527" w="735">
                  <a:moveTo>
                    <a:pt x="49" y="1"/>
                  </a:moveTo>
                  <a:cubicBezTo>
                    <a:pt x="25" y="1"/>
                    <a:pt x="1" y="17"/>
                    <a:pt x="5" y="50"/>
                  </a:cubicBezTo>
                  <a:cubicBezTo>
                    <a:pt x="30" y="307"/>
                    <a:pt x="163" y="522"/>
                    <a:pt x="262" y="754"/>
                  </a:cubicBezTo>
                  <a:cubicBezTo>
                    <a:pt x="320" y="870"/>
                    <a:pt x="370" y="994"/>
                    <a:pt x="411" y="1119"/>
                  </a:cubicBezTo>
                  <a:cubicBezTo>
                    <a:pt x="436" y="1185"/>
                    <a:pt x="453" y="1243"/>
                    <a:pt x="469" y="1301"/>
                  </a:cubicBezTo>
                  <a:cubicBezTo>
                    <a:pt x="486" y="1342"/>
                    <a:pt x="494" y="1375"/>
                    <a:pt x="503" y="1409"/>
                  </a:cubicBezTo>
                  <a:cubicBezTo>
                    <a:pt x="503" y="1417"/>
                    <a:pt x="511" y="1425"/>
                    <a:pt x="511" y="1433"/>
                  </a:cubicBezTo>
                  <a:cubicBezTo>
                    <a:pt x="511" y="1433"/>
                    <a:pt x="511" y="1442"/>
                    <a:pt x="511" y="1442"/>
                  </a:cubicBezTo>
                  <a:cubicBezTo>
                    <a:pt x="511" y="1467"/>
                    <a:pt x="527" y="1491"/>
                    <a:pt x="544" y="1508"/>
                  </a:cubicBezTo>
                  <a:cubicBezTo>
                    <a:pt x="562" y="1521"/>
                    <a:pt x="582" y="1527"/>
                    <a:pt x="601" y="1527"/>
                  </a:cubicBezTo>
                  <a:cubicBezTo>
                    <a:pt x="643" y="1527"/>
                    <a:pt x="684" y="1498"/>
                    <a:pt x="701" y="1458"/>
                  </a:cubicBezTo>
                  <a:cubicBezTo>
                    <a:pt x="735" y="1392"/>
                    <a:pt x="693" y="1317"/>
                    <a:pt x="677" y="1251"/>
                  </a:cubicBezTo>
                  <a:cubicBezTo>
                    <a:pt x="627" y="1102"/>
                    <a:pt x="577" y="953"/>
                    <a:pt x="511" y="820"/>
                  </a:cubicBezTo>
                  <a:cubicBezTo>
                    <a:pt x="453" y="680"/>
                    <a:pt x="378" y="555"/>
                    <a:pt x="304" y="431"/>
                  </a:cubicBezTo>
                  <a:cubicBezTo>
                    <a:pt x="221" y="307"/>
                    <a:pt x="130" y="182"/>
                    <a:pt x="97" y="33"/>
                  </a:cubicBezTo>
                  <a:cubicBezTo>
                    <a:pt x="89" y="11"/>
                    <a:pt x="69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39"/>
            <p:cNvSpPr/>
            <p:nvPr/>
          </p:nvSpPr>
          <p:spPr>
            <a:xfrm>
              <a:off x="2091375" y="3035800"/>
              <a:ext cx="6025" cy="13000"/>
            </a:xfrm>
            <a:custGeom>
              <a:rect b="b" l="l" r="r" t="t"/>
              <a:pathLst>
                <a:path extrusionOk="0" h="520" w="241">
                  <a:moveTo>
                    <a:pt x="54" y="0"/>
                  </a:moveTo>
                  <a:cubicBezTo>
                    <a:pt x="50" y="0"/>
                    <a:pt x="46" y="1"/>
                    <a:pt x="42" y="2"/>
                  </a:cubicBezTo>
                  <a:cubicBezTo>
                    <a:pt x="17" y="10"/>
                    <a:pt x="0" y="43"/>
                    <a:pt x="9" y="68"/>
                  </a:cubicBezTo>
                  <a:cubicBezTo>
                    <a:pt x="33" y="143"/>
                    <a:pt x="58" y="209"/>
                    <a:pt x="83" y="284"/>
                  </a:cubicBezTo>
                  <a:cubicBezTo>
                    <a:pt x="100" y="325"/>
                    <a:pt x="108" y="358"/>
                    <a:pt x="125" y="391"/>
                  </a:cubicBezTo>
                  <a:cubicBezTo>
                    <a:pt x="133" y="433"/>
                    <a:pt x="149" y="466"/>
                    <a:pt x="174" y="499"/>
                  </a:cubicBezTo>
                  <a:cubicBezTo>
                    <a:pt x="181" y="513"/>
                    <a:pt x="194" y="519"/>
                    <a:pt x="206" y="519"/>
                  </a:cubicBezTo>
                  <a:cubicBezTo>
                    <a:pt x="224" y="519"/>
                    <a:pt x="241" y="506"/>
                    <a:pt x="241" y="482"/>
                  </a:cubicBezTo>
                  <a:cubicBezTo>
                    <a:pt x="241" y="441"/>
                    <a:pt x="232" y="408"/>
                    <a:pt x="224" y="366"/>
                  </a:cubicBezTo>
                  <a:cubicBezTo>
                    <a:pt x="216" y="333"/>
                    <a:pt x="199" y="292"/>
                    <a:pt x="191" y="259"/>
                  </a:cubicBezTo>
                  <a:cubicBezTo>
                    <a:pt x="166" y="184"/>
                    <a:pt x="133" y="110"/>
                    <a:pt x="108" y="43"/>
                  </a:cubicBezTo>
                  <a:cubicBezTo>
                    <a:pt x="94" y="22"/>
                    <a:pt x="79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39"/>
            <p:cNvSpPr/>
            <p:nvPr/>
          </p:nvSpPr>
          <p:spPr>
            <a:xfrm>
              <a:off x="1962950" y="2994000"/>
              <a:ext cx="51475" cy="85650"/>
            </a:xfrm>
            <a:custGeom>
              <a:rect b="b" l="l" r="r" t="t"/>
              <a:pathLst>
                <a:path extrusionOk="0" h="3426" w="2059">
                  <a:moveTo>
                    <a:pt x="63" y="0"/>
                  </a:moveTo>
                  <a:cubicBezTo>
                    <a:pt x="50" y="0"/>
                    <a:pt x="38" y="8"/>
                    <a:pt x="33" y="25"/>
                  </a:cubicBezTo>
                  <a:cubicBezTo>
                    <a:pt x="0" y="141"/>
                    <a:pt x="17" y="282"/>
                    <a:pt x="25" y="406"/>
                  </a:cubicBezTo>
                  <a:cubicBezTo>
                    <a:pt x="33" y="539"/>
                    <a:pt x="50" y="671"/>
                    <a:pt x="67" y="796"/>
                  </a:cubicBezTo>
                  <a:cubicBezTo>
                    <a:pt x="100" y="1061"/>
                    <a:pt x="149" y="1318"/>
                    <a:pt x="216" y="1574"/>
                  </a:cubicBezTo>
                  <a:cubicBezTo>
                    <a:pt x="249" y="1699"/>
                    <a:pt x="282" y="1823"/>
                    <a:pt x="332" y="1931"/>
                  </a:cubicBezTo>
                  <a:cubicBezTo>
                    <a:pt x="373" y="2047"/>
                    <a:pt x="439" y="2146"/>
                    <a:pt x="531" y="2229"/>
                  </a:cubicBezTo>
                  <a:cubicBezTo>
                    <a:pt x="729" y="2419"/>
                    <a:pt x="937" y="2593"/>
                    <a:pt x="1135" y="2776"/>
                  </a:cubicBezTo>
                  <a:lnTo>
                    <a:pt x="1831" y="3397"/>
                  </a:lnTo>
                  <a:cubicBezTo>
                    <a:pt x="1853" y="3417"/>
                    <a:pt x="1877" y="3426"/>
                    <a:pt x="1901" y="3426"/>
                  </a:cubicBezTo>
                  <a:cubicBezTo>
                    <a:pt x="1984" y="3426"/>
                    <a:pt x="2058" y="3319"/>
                    <a:pt x="1981" y="3248"/>
                  </a:cubicBezTo>
                  <a:cubicBezTo>
                    <a:pt x="1583" y="2900"/>
                    <a:pt x="1193" y="2544"/>
                    <a:pt x="804" y="2196"/>
                  </a:cubicBezTo>
                  <a:cubicBezTo>
                    <a:pt x="713" y="2113"/>
                    <a:pt x="613" y="2038"/>
                    <a:pt x="555" y="1939"/>
                  </a:cubicBezTo>
                  <a:cubicBezTo>
                    <a:pt x="497" y="1840"/>
                    <a:pt x="473" y="1715"/>
                    <a:pt x="439" y="1608"/>
                  </a:cubicBezTo>
                  <a:cubicBezTo>
                    <a:pt x="365" y="1367"/>
                    <a:pt x="307" y="1110"/>
                    <a:pt x="257" y="862"/>
                  </a:cubicBezTo>
                  <a:cubicBezTo>
                    <a:pt x="224" y="729"/>
                    <a:pt x="199" y="588"/>
                    <a:pt x="183" y="448"/>
                  </a:cubicBezTo>
                  <a:cubicBezTo>
                    <a:pt x="166" y="381"/>
                    <a:pt x="158" y="315"/>
                    <a:pt x="149" y="240"/>
                  </a:cubicBezTo>
                  <a:cubicBezTo>
                    <a:pt x="133" y="166"/>
                    <a:pt x="125" y="91"/>
                    <a:pt x="100" y="25"/>
                  </a:cubicBezTo>
                  <a:cubicBezTo>
                    <a:pt x="91" y="8"/>
                    <a:pt x="77" y="0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39"/>
            <p:cNvSpPr/>
            <p:nvPr/>
          </p:nvSpPr>
          <p:spPr>
            <a:xfrm>
              <a:off x="2043100" y="2964450"/>
              <a:ext cx="27800" cy="34275"/>
            </a:xfrm>
            <a:custGeom>
              <a:rect b="b" l="l" r="r" t="t"/>
              <a:pathLst>
                <a:path extrusionOk="0" h="1371" w="1112">
                  <a:moveTo>
                    <a:pt x="597" y="677"/>
                  </a:moveTo>
                  <a:cubicBezTo>
                    <a:pt x="597" y="677"/>
                    <a:pt x="606" y="685"/>
                    <a:pt x="606" y="685"/>
                  </a:cubicBezTo>
                  <a:cubicBezTo>
                    <a:pt x="606" y="702"/>
                    <a:pt x="614" y="726"/>
                    <a:pt x="622" y="743"/>
                  </a:cubicBezTo>
                  <a:cubicBezTo>
                    <a:pt x="614" y="751"/>
                    <a:pt x="606" y="768"/>
                    <a:pt x="606" y="776"/>
                  </a:cubicBezTo>
                  <a:cubicBezTo>
                    <a:pt x="597" y="743"/>
                    <a:pt x="597" y="710"/>
                    <a:pt x="597" y="677"/>
                  </a:cubicBezTo>
                  <a:close/>
                  <a:moveTo>
                    <a:pt x="440" y="1"/>
                  </a:moveTo>
                  <a:cubicBezTo>
                    <a:pt x="408" y="1"/>
                    <a:pt x="376" y="8"/>
                    <a:pt x="349" y="30"/>
                  </a:cubicBezTo>
                  <a:cubicBezTo>
                    <a:pt x="324" y="47"/>
                    <a:pt x="299" y="72"/>
                    <a:pt x="291" y="105"/>
                  </a:cubicBezTo>
                  <a:cubicBezTo>
                    <a:pt x="224" y="105"/>
                    <a:pt x="158" y="122"/>
                    <a:pt x="108" y="180"/>
                  </a:cubicBezTo>
                  <a:cubicBezTo>
                    <a:pt x="9" y="304"/>
                    <a:pt x="1" y="503"/>
                    <a:pt x="9" y="652"/>
                  </a:cubicBezTo>
                  <a:cubicBezTo>
                    <a:pt x="17" y="809"/>
                    <a:pt x="50" y="983"/>
                    <a:pt x="142" y="1116"/>
                  </a:cubicBezTo>
                  <a:cubicBezTo>
                    <a:pt x="142" y="1124"/>
                    <a:pt x="150" y="1124"/>
                    <a:pt x="150" y="1132"/>
                  </a:cubicBezTo>
                  <a:cubicBezTo>
                    <a:pt x="166" y="1149"/>
                    <a:pt x="175" y="1166"/>
                    <a:pt x="191" y="1182"/>
                  </a:cubicBezTo>
                  <a:cubicBezTo>
                    <a:pt x="286" y="1306"/>
                    <a:pt x="429" y="1371"/>
                    <a:pt x="572" y="1371"/>
                  </a:cubicBezTo>
                  <a:cubicBezTo>
                    <a:pt x="706" y="1371"/>
                    <a:pt x="841" y="1315"/>
                    <a:pt x="937" y="1199"/>
                  </a:cubicBezTo>
                  <a:cubicBezTo>
                    <a:pt x="954" y="1174"/>
                    <a:pt x="970" y="1149"/>
                    <a:pt x="987" y="1124"/>
                  </a:cubicBezTo>
                  <a:cubicBezTo>
                    <a:pt x="1036" y="1066"/>
                    <a:pt x="1070" y="992"/>
                    <a:pt x="1086" y="909"/>
                  </a:cubicBezTo>
                  <a:cubicBezTo>
                    <a:pt x="1111" y="801"/>
                    <a:pt x="1094" y="677"/>
                    <a:pt x="1045" y="577"/>
                  </a:cubicBezTo>
                  <a:cubicBezTo>
                    <a:pt x="1020" y="503"/>
                    <a:pt x="970" y="428"/>
                    <a:pt x="920" y="362"/>
                  </a:cubicBezTo>
                  <a:cubicBezTo>
                    <a:pt x="912" y="345"/>
                    <a:pt x="904" y="329"/>
                    <a:pt x="896" y="312"/>
                  </a:cubicBezTo>
                  <a:cubicBezTo>
                    <a:pt x="829" y="171"/>
                    <a:pt x="738" y="14"/>
                    <a:pt x="564" y="6"/>
                  </a:cubicBezTo>
                  <a:lnTo>
                    <a:pt x="490" y="6"/>
                  </a:lnTo>
                  <a:cubicBezTo>
                    <a:pt x="473" y="3"/>
                    <a:pt x="456" y="1"/>
                    <a:pt x="440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39"/>
            <p:cNvSpPr/>
            <p:nvPr/>
          </p:nvSpPr>
          <p:spPr>
            <a:xfrm>
              <a:off x="2137550" y="2959925"/>
              <a:ext cx="17850" cy="28500"/>
            </a:xfrm>
            <a:custGeom>
              <a:rect b="b" l="l" r="r" t="t"/>
              <a:pathLst>
                <a:path extrusionOk="0" h="1140" w="714">
                  <a:moveTo>
                    <a:pt x="454" y="0"/>
                  </a:moveTo>
                  <a:cubicBezTo>
                    <a:pt x="411" y="0"/>
                    <a:pt x="368" y="13"/>
                    <a:pt x="332" y="37"/>
                  </a:cubicBezTo>
                  <a:cubicBezTo>
                    <a:pt x="241" y="95"/>
                    <a:pt x="192" y="195"/>
                    <a:pt x="150" y="294"/>
                  </a:cubicBezTo>
                  <a:cubicBezTo>
                    <a:pt x="109" y="394"/>
                    <a:pt x="67" y="501"/>
                    <a:pt x="42" y="609"/>
                  </a:cubicBezTo>
                  <a:cubicBezTo>
                    <a:pt x="18" y="717"/>
                    <a:pt x="1" y="833"/>
                    <a:pt x="1" y="941"/>
                  </a:cubicBezTo>
                  <a:cubicBezTo>
                    <a:pt x="9" y="1052"/>
                    <a:pt x="85" y="1140"/>
                    <a:pt x="201" y="1140"/>
                  </a:cubicBezTo>
                  <a:cubicBezTo>
                    <a:pt x="206" y="1140"/>
                    <a:pt x="211" y="1140"/>
                    <a:pt x="216" y="1139"/>
                  </a:cubicBezTo>
                  <a:cubicBezTo>
                    <a:pt x="266" y="1139"/>
                    <a:pt x="308" y="1123"/>
                    <a:pt x="349" y="1098"/>
                  </a:cubicBezTo>
                  <a:cubicBezTo>
                    <a:pt x="349" y="1098"/>
                    <a:pt x="349" y="1098"/>
                    <a:pt x="357" y="1090"/>
                  </a:cubicBezTo>
                  <a:cubicBezTo>
                    <a:pt x="531" y="1032"/>
                    <a:pt x="656" y="841"/>
                    <a:pt x="672" y="659"/>
                  </a:cubicBezTo>
                  <a:cubicBezTo>
                    <a:pt x="705" y="551"/>
                    <a:pt x="714" y="452"/>
                    <a:pt x="705" y="344"/>
                  </a:cubicBezTo>
                  <a:cubicBezTo>
                    <a:pt x="697" y="245"/>
                    <a:pt x="680" y="145"/>
                    <a:pt x="614" y="71"/>
                  </a:cubicBezTo>
                  <a:cubicBezTo>
                    <a:pt x="571" y="23"/>
                    <a:pt x="512" y="0"/>
                    <a:pt x="454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39"/>
            <p:cNvSpPr/>
            <p:nvPr/>
          </p:nvSpPr>
          <p:spPr>
            <a:xfrm>
              <a:off x="2100700" y="3107425"/>
              <a:ext cx="54700" cy="32425"/>
            </a:xfrm>
            <a:custGeom>
              <a:rect b="b" l="l" r="r" t="t"/>
              <a:pathLst>
                <a:path extrusionOk="0" h="1297" w="2188">
                  <a:moveTo>
                    <a:pt x="1270" y="0"/>
                  </a:moveTo>
                  <a:cubicBezTo>
                    <a:pt x="1220" y="0"/>
                    <a:pt x="1168" y="35"/>
                    <a:pt x="1168" y="95"/>
                  </a:cubicBezTo>
                  <a:cubicBezTo>
                    <a:pt x="1160" y="178"/>
                    <a:pt x="1193" y="252"/>
                    <a:pt x="1235" y="310"/>
                  </a:cubicBezTo>
                  <a:cubicBezTo>
                    <a:pt x="1284" y="484"/>
                    <a:pt x="1276" y="683"/>
                    <a:pt x="1210" y="849"/>
                  </a:cubicBezTo>
                  <a:cubicBezTo>
                    <a:pt x="1193" y="882"/>
                    <a:pt x="1193" y="907"/>
                    <a:pt x="1202" y="932"/>
                  </a:cubicBezTo>
                  <a:cubicBezTo>
                    <a:pt x="1168" y="956"/>
                    <a:pt x="1135" y="973"/>
                    <a:pt x="1102" y="998"/>
                  </a:cubicBezTo>
                  <a:cubicBezTo>
                    <a:pt x="1028" y="1035"/>
                    <a:pt x="948" y="1092"/>
                    <a:pt x="866" y="1092"/>
                  </a:cubicBezTo>
                  <a:cubicBezTo>
                    <a:pt x="857" y="1092"/>
                    <a:pt x="847" y="1091"/>
                    <a:pt x="837" y="1089"/>
                  </a:cubicBezTo>
                  <a:cubicBezTo>
                    <a:pt x="820" y="1089"/>
                    <a:pt x="812" y="1097"/>
                    <a:pt x="804" y="1106"/>
                  </a:cubicBezTo>
                  <a:cubicBezTo>
                    <a:pt x="762" y="1114"/>
                    <a:pt x="721" y="1114"/>
                    <a:pt x="680" y="1122"/>
                  </a:cubicBezTo>
                  <a:cubicBezTo>
                    <a:pt x="644" y="1125"/>
                    <a:pt x="609" y="1126"/>
                    <a:pt x="574" y="1126"/>
                  </a:cubicBezTo>
                  <a:cubicBezTo>
                    <a:pt x="421" y="1126"/>
                    <a:pt x="269" y="1104"/>
                    <a:pt x="116" y="1104"/>
                  </a:cubicBezTo>
                  <a:cubicBezTo>
                    <a:pt x="97" y="1104"/>
                    <a:pt x="77" y="1105"/>
                    <a:pt x="58" y="1106"/>
                  </a:cubicBezTo>
                  <a:cubicBezTo>
                    <a:pt x="17" y="1106"/>
                    <a:pt x="0" y="1164"/>
                    <a:pt x="33" y="1180"/>
                  </a:cubicBezTo>
                  <a:cubicBezTo>
                    <a:pt x="224" y="1288"/>
                    <a:pt x="464" y="1288"/>
                    <a:pt x="680" y="1296"/>
                  </a:cubicBezTo>
                  <a:cubicBezTo>
                    <a:pt x="903" y="1296"/>
                    <a:pt x="1127" y="1246"/>
                    <a:pt x="1334" y="1172"/>
                  </a:cubicBezTo>
                  <a:cubicBezTo>
                    <a:pt x="1508" y="1097"/>
                    <a:pt x="1682" y="1006"/>
                    <a:pt x="1831" y="882"/>
                  </a:cubicBezTo>
                  <a:cubicBezTo>
                    <a:pt x="1906" y="824"/>
                    <a:pt x="1972" y="758"/>
                    <a:pt x="2038" y="683"/>
                  </a:cubicBezTo>
                  <a:cubicBezTo>
                    <a:pt x="2096" y="608"/>
                    <a:pt x="2188" y="517"/>
                    <a:pt x="2188" y="426"/>
                  </a:cubicBezTo>
                  <a:cubicBezTo>
                    <a:pt x="2188" y="368"/>
                    <a:pt x="2142" y="335"/>
                    <a:pt x="2095" y="335"/>
                  </a:cubicBezTo>
                  <a:cubicBezTo>
                    <a:pt x="2081" y="335"/>
                    <a:pt x="2068" y="338"/>
                    <a:pt x="2055" y="343"/>
                  </a:cubicBezTo>
                  <a:cubicBezTo>
                    <a:pt x="2055" y="343"/>
                    <a:pt x="2055" y="352"/>
                    <a:pt x="2055" y="352"/>
                  </a:cubicBezTo>
                  <a:cubicBezTo>
                    <a:pt x="2022" y="318"/>
                    <a:pt x="1989" y="294"/>
                    <a:pt x="1947" y="285"/>
                  </a:cubicBezTo>
                  <a:cubicBezTo>
                    <a:pt x="1930" y="282"/>
                    <a:pt x="1913" y="280"/>
                    <a:pt x="1897" y="280"/>
                  </a:cubicBezTo>
                  <a:cubicBezTo>
                    <a:pt x="1840" y="280"/>
                    <a:pt x="1796" y="302"/>
                    <a:pt x="1757" y="335"/>
                  </a:cubicBezTo>
                  <a:cubicBezTo>
                    <a:pt x="1741" y="323"/>
                    <a:pt x="1722" y="316"/>
                    <a:pt x="1703" y="316"/>
                  </a:cubicBezTo>
                  <a:cubicBezTo>
                    <a:pt x="1672" y="316"/>
                    <a:pt x="1640" y="335"/>
                    <a:pt x="1624" y="376"/>
                  </a:cubicBezTo>
                  <a:cubicBezTo>
                    <a:pt x="1624" y="385"/>
                    <a:pt x="1616" y="385"/>
                    <a:pt x="1616" y="393"/>
                  </a:cubicBezTo>
                  <a:cubicBezTo>
                    <a:pt x="1599" y="385"/>
                    <a:pt x="1583" y="376"/>
                    <a:pt x="1566" y="360"/>
                  </a:cubicBezTo>
                  <a:cubicBezTo>
                    <a:pt x="1541" y="335"/>
                    <a:pt x="1508" y="318"/>
                    <a:pt x="1483" y="294"/>
                  </a:cubicBezTo>
                  <a:cubicBezTo>
                    <a:pt x="1483" y="294"/>
                    <a:pt x="1475" y="294"/>
                    <a:pt x="1475" y="285"/>
                  </a:cubicBezTo>
                  <a:cubicBezTo>
                    <a:pt x="1458" y="269"/>
                    <a:pt x="1442" y="252"/>
                    <a:pt x="1425" y="227"/>
                  </a:cubicBezTo>
                  <a:cubicBezTo>
                    <a:pt x="1417" y="211"/>
                    <a:pt x="1409" y="194"/>
                    <a:pt x="1400" y="178"/>
                  </a:cubicBezTo>
                  <a:cubicBezTo>
                    <a:pt x="1384" y="144"/>
                    <a:pt x="1367" y="111"/>
                    <a:pt x="1359" y="70"/>
                  </a:cubicBezTo>
                  <a:cubicBezTo>
                    <a:pt x="1348" y="22"/>
                    <a:pt x="1309" y="0"/>
                    <a:pt x="1270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39"/>
            <p:cNvSpPr/>
            <p:nvPr/>
          </p:nvSpPr>
          <p:spPr>
            <a:xfrm>
              <a:off x="2152850" y="3114725"/>
              <a:ext cx="23875" cy="12925"/>
            </a:xfrm>
            <a:custGeom>
              <a:rect b="b" l="l" r="r" t="t"/>
              <a:pathLst>
                <a:path extrusionOk="0" h="517" w="955">
                  <a:moveTo>
                    <a:pt x="757" y="0"/>
                  </a:moveTo>
                  <a:cubicBezTo>
                    <a:pt x="731" y="0"/>
                    <a:pt x="704" y="9"/>
                    <a:pt x="681" y="26"/>
                  </a:cubicBezTo>
                  <a:cubicBezTo>
                    <a:pt x="640" y="76"/>
                    <a:pt x="590" y="126"/>
                    <a:pt x="532" y="159"/>
                  </a:cubicBezTo>
                  <a:cubicBezTo>
                    <a:pt x="483" y="192"/>
                    <a:pt x="425" y="200"/>
                    <a:pt x="358" y="217"/>
                  </a:cubicBezTo>
                  <a:cubicBezTo>
                    <a:pt x="292" y="234"/>
                    <a:pt x="226" y="250"/>
                    <a:pt x="168" y="283"/>
                  </a:cubicBezTo>
                  <a:cubicBezTo>
                    <a:pt x="135" y="292"/>
                    <a:pt x="102" y="316"/>
                    <a:pt x="77" y="341"/>
                  </a:cubicBezTo>
                  <a:cubicBezTo>
                    <a:pt x="60" y="358"/>
                    <a:pt x="35" y="391"/>
                    <a:pt x="27" y="424"/>
                  </a:cubicBezTo>
                  <a:cubicBezTo>
                    <a:pt x="1" y="464"/>
                    <a:pt x="32" y="508"/>
                    <a:pt x="71" y="508"/>
                  </a:cubicBezTo>
                  <a:cubicBezTo>
                    <a:pt x="81" y="508"/>
                    <a:pt x="91" y="505"/>
                    <a:pt x="102" y="499"/>
                  </a:cubicBezTo>
                  <a:cubicBezTo>
                    <a:pt x="110" y="499"/>
                    <a:pt x="118" y="499"/>
                    <a:pt x="126" y="490"/>
                  </a:cubicBezTo>
                  <a:cubicBezTo>
                    <a:pt x="135" y="499"/>
                    <a:pt x="151" y="507"/>
                    <a:pt x="168" y="507"/>
                  </a:cubicBezTo>
                  <a:cubicBezTo>
                    <a:pt x="179" y="506"/>
                    <a:pt x="190" y="505"/>
                    <a:pt x="201" y="505"/>
                  </a:cubicBezTo>
                  <a:cubicBezTo>
                    <a:pt x="255" y="505"/>
                    <a:pt x="312" y="517"/>
                    <a:pt x="367" y="517"/>
                  </a:cubicBezTo>
                  <a:cubicBezTo>
                    <a:pt x="378" y="517"/>
                    <a:pt x="389" y="516"/>
                    <a:pt x="400" y="515"/>
                  </a:cubicBezTo>
                  <a:cubicBezTo>
                    <a:pt x="474" y="515"/>
                    <a:pt x="541" y="499"/>
                    <a:pt x="607" y="474"/>
                  </a:cubicBezTo>
                  <a:cubicBezTo>
                    <a:pt x="739" y="416"/>
                    <a:pt x="864" y="316"/>
                    <a:pt x="930" y="192"/>
                  </a:cubicBezTo>
                  <a:cubicBezTo>
                    <a:pt x="955" y="142"/>
                    <a:pt x="938" y="84"/>
                    <a:pt x="897" y="60"/>
                  </a:cubicBezTo>
                  <a:cubicBezTo>
                    <a:pt x="880" y="43"/>
                    <a:pt x="855" y="43"/>
                    <a:pt x="839" y="43"/>
                  </a:cubicBezTo>
                  <a:cubicBezTo>
                    <a:pt x="831" y="35"/>
                    <a:pt x="831" y="26"/>
                    <a:pt x="822" y="18"/>
                  </a:cubicBezTo>
                  <a:cubicBezTo>
                    <a:pt x="803" y="7"/>
                    <a:pt x="780" y="0"/>
                    <a:pt x="757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1112;p39"/>
            <p:cNvSpPr/>
            <p:nvPr/>
          </p:nvSpPr>
          <p:spPr>
            <a:xfrm>
              <a:off x="2138400" y="3078700"/>
              <a:ext cx="43925" cy="15850"/>
            </a:xfrm>
            <a:custGeom>
              <a:rect b="b" l="l" r="r" t="t"/>
              <a:pathLst>
                <a:path extrusionOk="0" h="634" w="1757">
                  <a:moveTo>
                    <a:pt x="250" y="0"/>
                  </a:moveTo>
                  <a:cubicBezTo>
                    <a:pt x="244" y="0"/>
                    <a:pt x="238" y="1"/>
                    <a:pt x="232" y="1"/>
                  </a:cubicBezTo>
                  <a:cubicBezTo>
                    <a:pt x="191" y="9"/>
                    <a:pt x="166" y="26"/>
                    <a:pt x="149" y="51"/>
                  </a:cubicBezTo>
                  <a:lnTo>
                    <a:pt x="141" y="51"/>
                  </a:lnTo>
                  <a:cubicBezTo>
                    <a:pt x="134" y="48"/>
                    <a:pt x="128" y="47"/>
                    <a:pt x="122" y="47"/>
                  </a:cubicBezTo>
                  <a:cubicBezTo>
                    <a:pt x="83" y="47"/>
                    <a:pt x="59" y="89"/>
                    <a:pt x="66" y="125"/>
                  </a:cubicBezTo>
                  <a:cubicBezTo>
                    <a:pt x="0" y="200"/>
                    <a:pt x="8" y="307"/>
                    <a:pt x="58" y="390"/>
                  </a:cubicBezTo>
                  <a:cubicBezTo>
                    <a:pt x="166" y="573"/>
                    <a:pt x="414" y="556"/>
                    <a:pt x="597" y="564"/>
                  </a:cubicBezTo>
                  <a:cubicBezTo>
                    <a:pt x="604" y="567"/>
                    <a:pt x="610" y="568"/>
                    <a:pt x="617" y="568"/>
                  </a:cubicBezTo>
                  <a:cubicBezTo>
                    <a:pt x="631" y="568"/>
                    <a:pt x="643" y="562"/>
                    <a:pt x="655" y="556"/>
                  </a:cubicBezTo>
                  <a:cubicBezTo>
                    <a:pt x="696" y="564"/>
                    <a:pt x="746" y="581"/>
                    <a:pt x="787" y="589"/>
                  </a:cubicBezTo>
                  <a:cubicBezTo>
                    <a:pt x="910" y="617"/>
                    <a:pt x="1033" y="633"/>
                    <a:pt x="1157" y="633"/>
                  </a:cubicBezTo>
                  <a:cubicBezTo>
                    <a:pt x="1326" y="633"/>
                    <a:pt x="1494" y="603"/>
                    <a:pt x="1657" y="531"/>
                  </a:cubicBezTo>
                  <a:cubicBezTo>
                    <a:pt x="1757" y="490"/>
                    <a:pt x="1690" y="349"/>
                    <a:pt x="1599" y="341"/>
                  </a:cubicBezTo>
                  <a:cubicBezTo>
                    <a:pt x="1276" y="324"/>
                    <a:pt x="953" y="266"/>
                    <a:pt x="638" y="183"/>
                  </a:cubicBezTo>
                  <a:cubicBezTo>
                    <a:pt x="630" y="183"/>
                    <a:pt x="622" y="175"/>
                    <a:pt x="613" y="167"/>
                  </a:cubicBezTo>
                  <a:cubicBezTo>
                    <a:pt x="502" y="95"/>
                    <a:pt x="390" y="0"/>
                    <a:pt x="250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39"/>
            <p:cNvSpPr/>
            <p:nvPr/>
          </p:nvSpPr>
          <p:spPr>
            <a:xfrm>
              <a:off x="2141175" y="3001250"/>
              <a:ext cx="45500" cy="83525"/>
            </a:xfrm>
            <a:custGeom>
              <a:rect b="b" l="l" r="r" t="t"/>
              <a:pathLst>
                <a:path extrusionOk="0" h="3341" w="1820">
                  <a:moveTo>
                    <a:pt x="38" y="1"/>
                  </a:moveTo>
                  <a:cubicBezTo>
                    <a:pt x="19" y="1"/>
                    <a:pt x="0" y="17"/>
                    <a:pt x="5" y="42"/>
                  </a:cubicBezTo>
                  <a:cubicBezTo>
                    <a:pt x="80" y="298"/>
                    <a:pt x="187" y="539"/>
                    <a:pt x="328" y="762"/>
                  </a:cubicBezTo>
                  <a:cubicBezTo>
                    <a:pt x="395" y="878"/>
                    <a:pt x="477" y="978"/>
                    <a:pt x="560" y="1077"/>
                  </a:cubicBezTo>
                  <a:cubicBezTo>
                    <a:pt x="643" y="1185"/>
                    <a:pt x="693" y="1293"/>
                    <a:pt x="718" y="1434"/>
                  </a:cubicBezTo>
                  <a:cubicBezTo>
                    <a:pt x="734" y="1558"/>
                    <a:pt x="743" y="1690"/>
                    <a:pt x="784" y="1815"/>
                  </a:cubicBezTo>
                  <a:cubicBezTo>
                    <a:pt x="825" y="1922"/>
                    <a:pt x="875" y="2022"/>
                    <a:pt x="933" y="2121"/>
                  </a:cubicBezTo>
                  <a:cubicBezTo>
                    <a:pt x="1066" y="2320"/>
                    <a:pt x="1231" y="2494"/>
                    <a:pt x="1380" y="2676"/>
                  </a:cubicBezTo>
                  <a:cubicBezTo>
                    <a:pt x="1422" y="2726"/>
                    <a:pt x="1463" y="2776"/>
                    <a:pt x="1496" y="2825"/>
                  </a:cubicBezTo>
                  <a:cubicBezTo>
                    <a:pt x="1530" y="2875"/>
                    <a:pt x="1588" y="2941"/>
                    <a:pt x="1588" y="3008"/>
                  </a:cubicBezTo>
                  <a:cubicBezTo>
                    <a:pt x="1579" y="3140"/>
                    <a:pt x="1356" y="3124"/>
                    <a:pt x="1273" y="3182"/>
                  </a:cubicBezTo>
                  <a:cubicBezTo>
                    <a:pt x="1215" y="3223"/>
                    <a:pt x="1231" y="3298"/>
                    <a:pt x="1289" y="3323"/>
                  </a:cubicBezTo>
                  <a:cubicBezTo>
                    <a:pt x="1321" y="3335"/>
                    <a:pt x="1356" y="3341"/>
                    <a:pt x="1392" y="3341"/>
                  </a:cubicBezTo>
                  <a:cubicBezTo>
                    <a:pt x="1500" y="3341"/>
                    <a:pt x="1619" y="3291"/>
                    <a:pt x="1687" y="3223"/>
                  </a:cubicBezTo>
                  <a:cubicBezTo>
                    <a:pt x="1795" y="3124"/>
                    <a:pt x="1820" y="2975"/>
                    <a:pt x="1753" y="2850"/>
                  </a:cubicBezTo>
                  <a:cubicBezTo>
                    <a:pt x="1695" y="2734"/>
                    <a:pt x="1604" y="2627"/>
                    <a:pt x="1521" y="2527"/>
                  </a:cubicBezTo>
                  <a:cubicBezTo>
                    <a:pt x="1447" y="2436"/>
                    <a:pt x="1356" y="2337"/>
                    <a:pt x="1273" y="2245"/>
                  </a:cubicBezTo>
                  <a:cubicBezTo>
                    <a:pt x="1115" y="2055"/>
                    <a:pt x="974" y="1848"/>
                    <a:pt x="933" y="1599"/>
                  </a:cubicBezTo>
                  <a:cubicBezTo>
                    <a:pt x="908" y="1458"/>
                    <a:pt x="900" y="1318"/>
                    <a:pt x="850" y="1185"/>
                  </a:cubicBezTo>
                  <a:cubicBezTo>
                    <a:pt x="792" y="1061"/>
                    <a:pt x="693" y="953"/>
                    <a:pt x="602" y="854"/>
                  </a:cubicBezTo>
                  <a:cubicBezTo>
                    <a:pt x="378" y="605"/>
                    <a:pt x="196" y="332"/>
                    <a:pt x="71" y="25"/>
                  </a:cubicBez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p39"/>
            <p:cNvSpPr/>
            <p:nvPr/>
          </p:nvSpPr>
          <p:spPr>
            <a:xfrm>
              <a:off x="2078525" y="3185900"/>
              <a:ext cx="6575" cy="28100"/>
            </a:xfrm>
            <a:custGeom>
              <a:rect b="b" l="l" r="r" t="t"/>
              <a:pathLst>
                <a:path extrusionOk="0" h="1124" w="263">
                  <a:moveTo>
                    <a:pt x="88" y="1"/>
                  </a:moveTo>
                  <a:cubicBezTo>
                    <a:pt x="77" y="1"/>
                    <a:pt x="67" y="5"/>
                    <a:pt x="59" y="13"/>
                  </a:cubicBezTo>
                  <a:cubicBezTo>
                    <a:pt x="34" y="38"/>
                    <a:pt x="25" y="79"/>
                    <a:pt x="17" y="121"/>
                  </a:cubicBezTo>
                  <a:cubicBezTo>
                    <a:pt x="1" y="162"/>
                    <a:pt x="9" y="212"/>
                    <a:pt x="9" y="262"/>
                  </a:cubicBezTo>
                  <a:cubicBezTo>
                    <a:pt x="17" y="353"/>
                    <a:pt x="25" y="444"/>
                    <a:pt x="42" y="543"/>
                  </a:cubicBezTo>
                  <a:cubicBezTo>
                    <a:pt x="50" y="634"/>
                    <a:pt x="67" y="726"/>
                    <a:pt x="92" y="825"/>
                  </a:cubicBezTo>
                  <a:cubicBezTo>
                    <a:pt x="108" y="916"/>
                    <a:pt x="150" y="999"/>
                    <a:pt x="175" y="1090"/>
                  </a:cubicBezTo>
                  <a:cubicBezTo>
                    <a:pt x="178" y="1113"/>
                    <a:pt x="193" y="1123"/>
                    <a:pt x="209" y="1123"/>
                  </a:cubicBezTo>
                  <a:cubicBezTo>
                    <a:pt x="234" y="1123"/>
                    <a:pt x="262" y="1100"/>
                    <a:pt x="257" y="1065"/>
                  </a:cubicBezTo>
                  <a:cubicBezTo>
                    <a:pt x="249" y="974"/>
                    <a:pt x="249" y="875"/>
                    <a:pt x="249" y="784"/>
                  </a:cubicBezTo>
                  <a:cubicBezTo>
                    <a:pt x="241" y="692"/>
                    <a:pt x="224" y="610"/>
                    <a:pt x="216" y="518"/>
                  </a:cubicBezTo>
                  <a:cubicBezTo>
                    <a:pt x="208" y="436"/>
                    <a:pt x="199" y="344"/>
                    <a:pt x="199" y="262"/>
                  </a:cubicBezTo>
                  <a:cubicBezTo>
                    <a:pt x="191" y="212"/>
                    <a:pt x="191" y="162"/>
                    <a:pt x="175" y="121"/>
                  </a:cubicBezTo>
                  <a:cubicBezTo>
                    <a:pt x="158" y="79"/>
                    <a:pt x="150" y="38"/>
                    <a:pt x="117" y="13"/>
                  </a:cubicBezTo>
                  <a:cubicBezTo>
                    <a:pt x="108" y="5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p39"/>
            <p:cNvSpPr/>
            <p:nvPr/>
          </p:nvSpPr>
          <p:spPr>
            <a:xfrm>
              <a:off x="2079575" y="3172450"/>
              <a:ext cx="2700" cy="7775"/>
            </a:xfrm>
            <a:custGeom>
              <a:rect b="b" l="l" r="r" t="t"/>
              <a:pathLst>
                <a:path extrusionOk="0" h="311" w="108">
                  <a:moveTo>
                    <a:pt x="82" y="0"/>
                  </a:moveTo>
                  <a:cubicBezTo>
                    <a:pt x="73" y="0"/>
                    <a:pt x="62" y="4"/>
                    <a:pt x="58" y="13"/>
                  </a:cubicBezTo>
                  <a:cubicBezTo>
                    <a:pt x="17" y="87"/>
                    <a:pt x="17" y="186"/>
                    <a:pt x="8" y="269"/>
                  </a:cubicBezTo>
                  <a:cubicBezTo>
                    <a:pt x="0" y="294"/>
                    <a:pt x="25" y="311"/>
                    <a:pt x="41" y="311"/>
                  </a:cubicBezTo>
                  <a:cubicBezTo>
                    <a:pt x="58" y="311"/>
                    <a:pt x="83" y="302"/>
                    <a:pt x="83" y="286"/>
                  </a:cubicBezTo>
                  <a:cubicBezTo>
                    <a:pt x="91" y="236"/>
                    <a:pt x="99" y="195"/>
                    <a:pt x="99" y="153"/>
                  </a:cubicBezTo>
                  <a:cubicBezTo>
                    <a:pt x="108" y="104"/>
                    <a:pt x="108" y="62"/>
                    <a:pt x="99" y="13"/>
                  </a:cubicBezTo>
                  <a:cubicBezTo>
                    <a:pt x="99" y="4"/>
                    <a:pt x="91" y="0"/>
                    <a:pt x="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p39"/>
            <p:cNvSpPr/>
            <p:nvPr/>
          </p:nvSpPr>
          <p:spPr>
            <a:xfrm>
              <a:off x="2072325" y="3183600"/>
              <a:ext cx="4375" cy="20550"/>
            </a:xfrm>
            <a:custGeom>
              <a:rect b="b" l="l" r="r" t="t"/>
              <a:pathLst>
                <a:path extrusionOk="0" h="822" w="175">
                  <a:moveTo>
                    <a:pt x="68" y="0"/>
                  </a:moveTo>
                  <a:cubicBezTo>
                    <a:pt x="57" y="0"/>
                    <a:pt x="46" y="4"/>
                    <a:pt x="41" y="14"/>
                  </a:cubicBezTo>
                  <a:cubicBezTo>
                    <a:pt x="0" y="55"/>
                    <a:pt x="17" y="138"/>
                    <a:pt x="17" y="196"/>
                  </a:cubicBezTo>
                  <a:cubicBezTo>
                    <a:pt x="25" y="262"/>
                    <a:pt x="25" y="320"/>
                    <a:pt x="33" y="387"/>
                  </a:cubicBezTo>
                  <a:cubicBezTo>
                    <a:pt x="33" y="519"/>
                    <a:pt x="33" y="644"/>
                    <a:pt x="25" y="776"/>
                  </a:cubicBezTo>
                  <a:cubicBezTo>
                    <a:pt x="25" y="804"/>
                    <a:pt x="51" y="821"/>
                    <a:pt x="76" y="821"/>
                  </a:cubicBezTo>
                  <a:cubicBezTo>
                    <a:pt x="97" y="821"/>
                    <a:pt x="117" y="810"/>
                    <a:pt x="124" y="784"/>
                  </a:cubicBezTo>
                  <a:cubicBezTo>
                    <a:pt x="149" y="652"/>
                    <a:pt x="174" y="519"/>
                    <a:pt x="166" y="387"/>
                  </a:cubicBezTo>
                  <a:cubicBezTo>
                    <a:pt x="166" y="320"/>
                    <a:pt x="166" y="254"/>
                    <a:pt x="157" y="188"/>
                  </a:cubicBezTo>
                  <a:cubicBezTo>
                    <a:pt x="157" y="130"/>
                    <a:pt x="149" y="39"/>
                    <a:pt x="91" y="6"/>
                  </a:cubicBezTo>
                  <a:cubicBezTo>
                    <a:pt x="84" y="2"/>
                    <a:pt x="76" y="0"/>
                    <a:pt x="68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9"/>
            <p:cNvSpPr/>
            <p:nvPr/>
          </p:nvSpPr>
          <p:spPr>
            <a:xfrm>
              <a:off x="2071900" y="3162475"/>
              <a:ext cx="2925" cy="10075"/>
            </a:xfrm>
            <a:custGeom>
              <a:rect b="b" l="l" r="r" t="t"/>
              <a:pathLst>
                <a:path extrusionOk="0" h="403" w="117">
                  <a:moveTo>
                    <a:pt x="81" y="0"/>
                  </a:moveTo>
                  <a:cubicBezTo>
                    <a:pt x="74" y="0"/>
                    <a:pt x="65" y="2"/>
                    <a:pt x="58" y="6"/>
                  </a:cubicBezTo>
                  <a:cubicBezTo>
                    <a:pt x="50" y="22"/>
                    <a:pt x="42" y="30"/>
                    <a:pt x="42" y="47"/>
                  </a:cubicBezTo>
                  <a:cubicBezTo>
                    <a:pt x="34" y="64"/>
                    <a:pt x="34" y="80"/>
                    <a:pt x="34" y="97"/>
                  </a:cubicBezTo>
                  <a:cubicBezTo>
                    <a:pt x="25" y="122"/>
                    <a:pt x="25" y="155"/>
                    <a:pt x="17" y="188"/>
                  </a:cubicBezTo>
                  <a:lnTo>
                    <a:pt x="0" y="362"/>
                  </a:lnTo>
                  <a:cubicBezTo>
                    <a:pt x="0" y="386"/>
                    <a:pt x="24" y="402"/>
                    <a:pt x="45" y="402"/>
                  </a:cubicBezTo>
                  <a:cubicBezTo>
                    <a:pt x="59" y="402"/>
                    <a:pt x="72" y="395"/>
                    <a:pt x="75" y="378"/>
                  </a:cubicBezTo>
                  <a:cubicBezTo>
                    <a:pt x="83" y="312"/>
                    <a:pt x="92" y="254"/>
                    <a:pt x="100" y="196"/>
                  </a:cubicBezTo>
                  <a:cubicBezTo>
                    <a:pt x="108" y="163"/>
                    <a:pt x="108" y="138"/>
                    <a:pt x="116" y="105"/>
                  </a:cubicBezTo>
                  <a:cubicBezTo>
                    <a:pt x="116" y="72"/>
                    <a:pt x="116" y="39"/>
                    <a:pt x="100" y="14"/>
                  </a:cubicBezTo>
                  <a:cubicBezTo>
                    <a:pt x="100" y="4"/>
                    <a:pt x="91" y="0"/>
                    <a:pt x="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p39"/>
            <p:cNvSpPr/>
            <p:nvPr/>
          </p:nvSpPr>
          <p:spPr>
            <a:xfrm>
              <a:off x="2075625" y="3221050"/>
              <a:ext cx="8725" cy="29825"/>
            </a:xfrm>
            <a:custGeom>
              <a:rect b="b" l="l" r="r" t="t"/>
              <a:pathLst>
                <a:path extrusionOk="0" h="1193" w="349">
                  <a:moveTo>
                    <a:pt x="208" y="0"/>
                  </a:moveTo>
                  <a:cubicBezTo>
                    <a:pt x="171" y="0"/>
                    <a:pt x="133" y="24"/>
                    <a:pt x="133" y="65"/>
                  </a:cubicBezTo>
                  <a:cubicBezTo>
                    <a:pt x="141" y="156"/>
                    <a:pt x="133" y="248"/>
                    <a:pt x="133" y="347"/>
                  </a:cubicBezTo>
                  <a:cubicBezTo>
                    <a:pt x="133" y="438"/>
                    <a:pt x="141" y="538"/>
                    <a:pt x="133" y="637"/>
                  </a:cubicBezTo>
                  <a:cubicBezTo>
                    <a:pt x="125" y="720"/>
                    <a:pt x="100" y="811"/>
                    <a:pt x="75" y="894"/>
                  </a:cubicBezTo>
                  <a:cubicBezTo>
                    <a:pt x="50" y="968"/>
                    <a:pt x="1" y="1068"/>
                    <a:pt x="17" y="1151"/>
                  </a:cubicBezTo>
                  <a:cubicBezTo>
                    <a:pt x="25" y="1184"/>
                    <a:pt x="59" y="1192"/>
                    <a:pt x="83" y="1192"/>
                  </a:cubicBezTo>
                  <a:cubicBezTo>
                    <a:pt x="183" y="1167"/>
                    <a:pt x="241" y="1043"/>
                    <a:pt x="274" y="960"/>
                  </a:cubicBezTo>
                  <a:cubicBezTo>
                    <a:pt x="307" y="869"/>
                    <a:pt x="324" y="761"/>
                    <a:pt x="332" y="662"/>
                  </a:cubicBezTo>
                  <a:cubicBezTo>
                    <a:pt x="349" y="562"/>
                    <a:pt x="340" y="463"/>
                    <a:pt x="332" y="364"/>
                  </a:cubicBezTo>
                  <a:cubicBezTo>
                    <a:pt x="324" y="256"/>
                    <a:pt x="291" y="156"/>
                    <a:pt x="274" y="49"/>
                  </a:cubicBezTo>
                  <a:cubicBezTo>
                    <a:pt x="267" y="16"/>
                    <a:pt x="238" y="0"/>
                    <a:pt x="208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119;p39"/>
            <p:cNvSpPr/>
            <p:nvPr/>
          </p:nvSpPr>
          <p:spPr>
            <a:xfrm>
              <a:off x="2068800" y="3227225"/>
              <a:ext cx="3125" cy="11550"/>
            </a:xfrm>
            <a:custGeom>
              <a:rect b="b" l="l" r="r" t="t"/>
              <a:pathLst>
                <a:path extrusionOk="0" h="462" w="125">
                  <a:moveTo>
                    <a:pt x="66" y="1"/>
                  </a:moveTo>
                  <a:cubicBezTo>
                    <a:pt x="33" y="1"/>
                    <a:pt x="8" y="25"/>
                    <a:pt x="8" y="50"/>
                  </a:cubicBezTo>
                  <a:cubicBezTo>
                    <a:pt x="8" y="117"/>
                    <a:pt x="8" y="183"/>
                    <a:pt x="0" y="249"/>
                  </a:cubicBezTo>
                  <a:cubicBezTo>
                    <a:pt x="0" y="282"/>
                    <a:pt x="0" y="315"/>
                    <a:pt x="0" y="349"/>
                  </a:cubicBezTo>
                  <a:cubicBezTo>
                    <a:pt x="0" y="382"/>
                    <a:pt x="0" y="415"/>
                    <a:pt x="17" y="448"/>
                  </a:cubicBezTo>
                  <a:cubicBezTo>
                    <a:pt x="22" y="458"/>
                    <a:pt x="32" y="462"/>
                    <a:pt x="43" y="462"/>
                  </a:cubicBezTo>
                  <a:cubicBezTo>
                    <a:pt x="51" y="462"/>
                    <a:pt x="60" y="460"/>
                    <a:pt x="66" y="456"/>
                  </a:cubicBezTo>
                  <a:cubicBezTo>
                    <a:pt x="91" y="423"/>
                    <a:pt x="100" y="390"/>
                    <a:pt x="108" y="357"/>
                  </a:cubicBezTo>
                  <a:cubicBezTo>
                    <a:pt x="116" y="324"/>
                    <a:pt x="116" y="291"/>
                    <a:pt x="124" y="257"/>
                  </a:cubicBezTo>
                  <a:cubicBezTo>
                    <a:pt x="124" y="191"/>
                    <a:pt x="124" y="117"/>
                    <a:pt x="124" y="50"/>
                  </a:cubicBezTo>
                  <a:lnTo>
                    <a:pt x="116" y="50"/>
                  </a:lnTo>
                  <a:cubicBezTo>
                    <a:pt x="116" y="25"/>
                    <a:pt x="91" y="1"/>
                    <a:pt x="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9"/>
            <p:cNvSpPr/>
            <p:nvPr/>
          </p:nvSpPr>
          <p:spPr>
            <a:xfrm>
              <a:off x="2065075" y="3228275"/>
              <a:ext cx="2500" cy="8975"/>
            </a:xfrm>
            <a:custGeom>
              <a:rect b="b" l="l" r="r" t="t"/>
              <a:pathLst>
                <a:path extrusionOk="0" h="359" w="100">
                  <a:moveTo>
                    <a:pt x="50" y="0"/>
                  </a:moveTo>
                  <a:cubicBezTo>
                    <a:pt x="25" y="0"/>
                    <a:pt x="0" y="25"/>
                    <a:pt x="0" y="50"/>
                  </a:cubicBezTo>
                  <a:cubicBezTo>
                    <a:pt x="0" y="99"/>
                    <a:pt x="0" y="149"/>
                    <a:pt x="0" y="191"/>
                  </a:cubicBezTo>
                  <a:cubicBezTo>
                    <a:pt x="8" y="240"/>
                    <a:pt x="8" y="298"/>
                    <a:pt x="25" y="340"/>
                  </a:cubicBezTo>
                  <a:cubicBezTo>
                    <a:pt x="29" y="352"/>
                    <a:pt x="39" y="358"/>
                    <a:pt x="50" y="358"/>
                  </a:cubicBezTo>
                  <a:cubicBezTo>
                    <a:pt x="60" y="358"/>
                    <a:pt x="70" y="352"/>
                    <a:pt x="75" y="340"/>
                  </a:cubicBezTo>
                  <a:cubicBezTo>
                    <a:pt x="91" y="290"/>
                    <a:pt x="91" y="240"/>
                    <a:pt x="99" y="191"/>
                  </a:cubicBezTo>
                  <a:cubicBezTo>
                    <a:pt x="99" y="141"/>
                    <a:pt x="99" y="99"/>
                    <a:pt x="99" y="50"/>
                  </a:cubicBezTo>
                  <a:cubicBezTo>
                    <a:pt x="99" y="25"/>
                    <a:pt x="75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" name="Google Shape;1121;p39"/>
            <p:cNvSpPr/>
            <p:nvPr/>
          </p:nvSpPr>
          <p:spPr>
            <a:xfrm>
              <a:off x="2059675" y="3141000"/>
              <a:ext cx="5200" cy="13050"/>
            </a:xfrm>
            <a:custGeom>
              <a:rect b="b" l="l" r="r" t="t"/>
              <a:pathLst>
                <a:path extrusionOk="0" h="522" w="208">
                  <a:moveTo>
                    <a:pt x="153" y="1"/>
                  </a:moveTo>
                  <a:cubicBezTo>
                    <a:pt x="136" y="1"/>
                    <a:pt x="123" y="14"/>
                    <a:pt x="117" y="28"/>
                  </a:cubicBezTo>
                  <a:cubicBezTo>
                    <a:pt x="83" y="102"/>
                    <a:pt x="59" y="177"/>
                    <a:pt x="42" y="251"/>
                  </a:cubicBezTo>
                  <a:cubicBezTo>
                    <a:pt x="17" y="334"/>
                    <a:pt x="1" y="409"/>
                    <a:pt x="9" y="492"/>
                  </a:cubicBezTo>
                  <a:cubicBezTo>
                    <a:pt x="9" y="510"/>
                    <a:pt x="25" y="521"/>
                    <a:pt x="40" y="521"/>
                  </a:cubicBezTo>
                  <a:cubicBezTo>
                    <a:pt x="52" y="521"/>
                    <a:pt x="63" y="514"/>
                    <a:pt x="67" y="500"/>
                  </a:cubicBezTo>
                  <a:cubicBezTo>
                    <a:pt x="92" y="425"/>
                    <a:pt x="108" y="351"/>
                    <a:pt x="133" y="276"/>
                  </a:cubicBezTo>
                  <a:cubicBezTo>
                    <a:pt x="150" y="202"/>
                    <a:pt x="175" y="127"/>
                    <a:pt x="199" y="53"/>
                  </a:cubicBezTo>
                  <a:cubicBezTo>
                    <a:pt x="208" y="28"/>
                    <a:pt x="191" y="3"/>
                    <a:pt x="166" y="3"/>
                  </a:cubicBezTo>
                  <a:cubicBezTo>
                    <a:pt x="162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1122;p39"/>
            <p:cNvSpPr/>
            <p:nvPr/>
          </p:nvSpPr>
          <p:spPr>
            <a:xfrm>
              <a:off x="1960050" y="2965975"/>
              <a:ext cx="7900" cy="25150"/>
            </a:xfrm>
            <a:custGeom>
              <a:rect b="b" l="l" r="r" t="t"/>
              <a:pathLst>
                <a:path extrusionOk="0" h="1006" w="316">
                  <a:moveTo>
                    <a:pt x="108" y="1"/>
                  </a:moveTo>
                  <a:cubicBezTo>
                    <a:pt x="91" y="1"/>
                    <a:pt x="75" y="7"/>
                    <a:pt x="58" y="19"/>
                  </a:cubicBezTo>
                  <a:cubicBezTo>
                    <a:pt x="0" y="69"/>
                    <a:pt x="25" y="185"/>
                    <a:pt x="25" y="251"/>
                  </a:cubicBezTo>
                  <a:lnTo>
                    <a:pt x="33" y="491"/>
                  </a:lnTo>
                  <a:cubicBezTo>
                    <a:pt x="33" y="574"/>
                    <a:pt x="42" y="649"/>
                    <a:pt x="50" y="723"/>
                  </a:cubicBezTo>
                  <a:cubicBezTo>
                    <a:pt x="50" y="777"/>
                    <a:pt x="50" y="900"/>
                    <a:pt x="115" y="900"/>
                  </a:cubicBezTo>
                  <a:cubicBezTo>
                    <a:pt x="120" y="900"/>
                    <a:pt x="126" y="899"/>
                    <a:pt x="133" y="897"/>
                  </a:cubicBezTo>
                  <a:cubicBezTo>
                    <a:pt x="149" y="897"/>
                    <a:pt x="158" y="889"/>
                    <a:pt x="166" y="881"/>
                  </a:cubicBezTo>
                  <a:lnTo>
                    <a:pt x="166" y="881"/>
                  </a:lnTo>
                  <a:cubicBezTo>
                    <a:pt x="166" y="906"/>
                    <a:pt x="158" y="922"/>
                    <a:pt x="158" y="947"/>
                  </a:cubicBezTo>
                  <a:cubicBezTo>
                    <a:pt x="158" y="980"/>
                    <a:pt x="191" y="1005"/>
                    <a:pt x="216" y="1005"/>
                  </a:cubicBezTo>
                  <a:cubicBezTo>
                    <a:pt x="249" y="1005"/>
                    <a:pt x="274" y="980"/>
                    <a:pt x="274" y="947"/>
                  </a:cubicBezTo>
                  <a:cubicBezTo>
                    <a:pt x="282" y="873"/>
                    <a:pt x="290" y="798"/>
                    <a:pt x="299" y="732"/>
                  </a:cubicBezTo>
                  <a:cubicBezTo>
                    <a:pt x="307" y="657"/>
                    <a:pt x="315" y="583"/>
                    <a:pt x="307" y="516"/>
                  </a:cubicBezTo>
                  <a:cubicBezTo>
                    <a:pt x="302" y="494"/>
                    <a:pt x="285" y="481"/>
                    <a:pt x="268" y="481"/>
                  </a:cubicBezTo>
                  <a:cubicBezTo>
                    <a:pt x="254" y="481"/>
                    <a:pt x="240" y="489"/>
                    <a:pt x="232" y="508"/>
                  </a:cubicBezTo>
                  <a:cubicBezTo>
                    <a:pt x="216" y="541"/>
                    <a:pt x="207" y="583"/>
                    <a:pt x="199" y="624"/>
                  </a:cubicBezTo>
                  <a:lnTo>
                    <a:pt x="199" y="475"/>
                  </a:lnTo>
                  <a:cubicBezTo>
                    <a:pt x="199" y="400"/>
                    <a:pt x="199" y="326"/>
                    <a:pt x="199" y="251"/>
                  </a:cubicBezTo>
                  <a:cubicBezTo>
                    <a:pt x="199" y="218"/>
                    <a:pt x="199" y="185"/>
                    <a:pt x="191" y="143"/>
                  </a:cubicBezTo>
                  <a:cubicBezTo>
                    <a:pt x="191" y="102"/>
                    <a:pt x="191" y="52"/>
                    <a:pt x="158" y="19"/>
                  </a:cubicBezTo>
                  <a:cubicBezTo>
                    <a:pt x="141" y="7"/>
                    <a:pt x="125" y="1"/>
                    <a:pt x="1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9"/>
            <p:cNvSpPr/>
            <p:nvPr/>
          </p:nvSpPr>
          <p:spPr>
            <a:xfrm>
              <a:off x="2124775" y="2971475"/>
              <a:ext cx="18000" cy="47975"/>
            </a:xfrm>
            <a:custGeom>
              <a:rect b="b" l="l" r="r" t="t"/>
              <a:pathLst>
                <a:path extrusionOk="0" h="1919" w="720">
                  <a:moveTo>
                    <a:pt x="68" y="1"/>
                  </a:moveTo>
                  <a:cubicBezTo>
                    <a:pt x="32" y="1"/>
                    <a:pt x="0" y="33"/>
                    <a:pt x="23" y="73"/>
                  </a:cubicBezTo>
                  <a:cubicBezTo>
                    <a:pt x="98" y="189"/>
                    <a:pt x="131" y="321"/>
                    <a:pt x="181" y="445"/>
                  </a:cubicBezTo>
                  <a:cubicBezTo>
                    <a:pt x="230" y="586"/>
                    <a:pt x="280" y="719"/>
                    <a:pt x="321" y="851"/>
                  </a:cubicBezTo>
                  <a:cubicBezTo>
                    <a:pt x="371" y="984"/>
                    <a:pt x="413" y="1117"/>
                    <a:pt x="446" y="1257"/>
                  </a:cubicBezTo>
                  <a:cubicBezTo>
                    <a:pt x="471" y="1324"/>
                    <a:pt x="487" y="1390"/>
                    <a:pt x="512" y="1448"/>
                  </a:cubicBezTo>
                  <a:cubicBezTo>
                    <a:pt x="479" y="1448"/>
                    <a:pt x="446" y="1465"/>
                    <a:pt x="454" y="1506"/>
                  </a:cubicBezTo>
                  <a:cubicBezTo>
                    <a:pt x="471" y="1572"/>
                    <a:pt x="487" y="1647"/>
                    <a:pt x="504" y="1713"/>
                  </a:cubicBezTo>
                  <a:cubicBezTo>
                    <a:pt x="529" y="1771"/>
                    <a:pt x="545" y="1846"/>
                    <a:pt x="578" y="1904"/>
                  </a:cubicBezTo>
                  <a:cubicBezTo>
                    <a:pt x="585" y="1913"/>
                    <a:pt x="595" y="1918"/>
                    <a:pt x="605" y="1918"/>
                  </a:cubicBezTo>
                  <a:cubicBezTo>
                    <a:pt x="621" y="1918"/>
                    <a:pt x="636" y="1907"/>
                    <a:pt x="636" y="1887"/>
                  </a:cubicBezTo>
                  <a:cubicBezTo>
                    <a:pt x="645" y="1821"/>
                    <a:pt x="620" y="1746"/>
                    <a:pt x="603" y="1680"/>
                  </a:cubicBezTo>
                  <a:cubicBezTo>
                    <a:pt x="595" y="1647"/>
                    <a:pt x="587" y="1622"/>
                    <a:pt x="578" y="1589"/>
                  </a:cubicBezTo>
                  <a:lnTo>
                    <a:pt x="578" y="1589"/>
                  </a:lnTo>
                  <a:cubicBezTo>
                    <a:pt x="587" y="1597"/>
                    <a:pt x="595" y="1614"/>
                    <a:pt x="611" y="1614"/>
                  </a:cubicBezTo>
                  <a:cubicBezTo>
                    <a:pt x="620" y="1620"/>
                    <a:pt x="630" y="1622"/>
                    <a:pt x="640" y="1622"/>
                  </a:cubicBezTo>
                  <a:cubicBezTo>
                    <a:pt x="658" y="1622"/>
                    <a:pt x="675" y="1613"/>
                    <a:pt x="686" y="1597"/>
                  </a:cubicBezTo>
                  <a:cubicBezTo>
                    <a:pt x="719" y="1539"/>
                    <a:pt x="703" y="1465"/>
                    <a:pt x="694" y="1398"/>
                  </a:cubicBezTo>
                  <a:lnTo>
                    <a:pt x="694" y="1398"/>
                  </a:lnTo>
                  <a:lnTo>
                    <a:pt x="694" y="1407"/>
                  </a:lnTo>
                  <a:cubicBezTo>
                    <a:pt x="678" y="1340"/>
                    <a:pt x="661" y="1266"/>
                    <a:pt x="645" y="1199"/>
                  </a:cubicBezTo>
                  <a:cubicBezTo>
                    <a:pt x="603" y="1059"/>
                    <a:pt x="553" y="918"/>
                    <a:pt x="504" y="777"/>
                  </a:cubicBezTo>
                  <a:cubicBezTo>
                    <a:pt x="404" y="512"/>
                    <a:pt x="280" y="255"/>
                    <a:pt x="114" y="23"/>
                  </a:cubicBezTo>
                  <a:cubicBezTo>
                    <a:pt x="101" y="7"/>
                    <a:pt x="84" y="1"/>
                    <a:pt x="68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9"/>
            <p:cNvSpPr/>
            <p:nvPr/>
          </p:nvSpPr>
          <p:spPr>
            <a:xfrm>
              <a:off x="2087850" y="2971000"/>
              <a:ext cx="12025" cy="28000"/>
            </a:xfrm>
            <a:custGeom>
              <a:rect b="b" l="l" r="r" t="t"/>
              <a:pathLst>
                <a:path extrusionOk="0" h="1120" w="481">
                  <a:moveTo>
                    <a:pt x="51" y="0"/>
                  </a:moveTo>
                  <a:cubicBezTo>
                    <a:pt x="28" y="0"/>
                    <a:pt x="9" y="25"/>
                    <a:pt x="9" y="50"/>
                  </a:cubicBezTo>
                  <a:cubicBezTo>
                    <a:pt x="0" y="125"/>
                    <a:pt x="42" y="199"/>
                    <a:pt x="67" y="274"/>
                  </a:cubicBezTo>
                  <a:cubicBezTo>
                    <a:pt x="100" y="340"/>
                    <a:pt x="125" y="415"/>
                    <a:pt x="150" y="489"/>
                  </a:cubicBezTo>
                  <a:cubicBezTo>
                    <a:pt x="199" y="638"/>
                    <a:pt x="249" y="796"/>
                    <a:pt x="274" y="953"/>
                  </a:cubicBezTo>
                  <a:cubicBezTo>
                    <a:pt x="282" y="1017"/>
                    <a:pt x="305" y="1119"/>
                    <a:pt x="381" y="1119"/>
                  </a:cubicBezTo>
                  <a:cubicBezTo>
                    <a:pt x="384" y="1119"/>
                    <a:pt x="387" y="1119"/>
                    <a:pt x="390" y="1119"/>
                  </a:cubicBezTo>
                  <a:cubicBezTo>
                    <a:pt x="481" y="1119"/>
                    <a:pt x="481" y="995"/>
                    <a:pt x="473" y="928"/>
                  </a:cubicBezTo>
                  <a:cubicBezTo>
                    <a:pt x="448" y="771"/>
                    <a:pt x="398" y="622"/>
                    <a:pt x="340" y="473"/>
                  </a:cubicBezTo>
                  <a:cubicBezTo>
                    <a:pt x="299" y="390"/>
                    <a:pt x="266" y="307"/>
                    <a:pt x="224" y="224"/>
                  </a:cubicBezTo>
                  <a:cubicBezTo>
                    <a:pt x="183" y="150"/>
                    <a:pt x="141" y="67"/>
                    <a:pt x="75" y="9"/>
                  </a:cubicBez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9"/>
            <p:cNvSpPr/>
            <p:nvPr/>
          </p:nvSpPr>
          <p:spPr>
            <a:xfrm>
              <a:off x="2101525" y="2996050"/>
              <a:ext cx="4150" cy="10300"/>
            </a:xfrm>
            <a:custGeom>
              <a:rect b="b" l="l" r="r" t="t"/>
              <a:pathLst>
                <a:path extrusionOk="0" h="412" w="166">
                  <a:moveTo>
                    <a:pt x="67" y="1"/>
                  </a:moveTo>
                  <a:cubicBezTo>
                    <a:pt x="33" y="1"/>
                    <a:pt x="0" y="34"/>
                    <a:pt x="9" y="67"/>
                  </a:cubicBezTo>
                  <a:cubicBezTo>
                    <a:pt x="17" y="125"/>
                    <a:pt x="25" y="183"/>
                    <a:pt x="33" y="233"/>
                  </a:cubicBezTo>
                  <a:cubicBezTo>
                    <a:pt x="42" y="258"/>
                    <a:pt x="42" y="291"/>
                    <a:pt x="50" y="316"/>
                  </a:cubicBezTo>
                  <a:cubicBezTo>
                    <a:pt x="58" y="341"/>
                    <a:pt x="67" y="366"/>
                    <a:pt x="83" y="390"/>
                  </a:cubicBezTo>
                  <a:cubicBezTo>
                    <a:pt x="90" y="405"/>
                    <a:pt x="106" y="412"/>
                    <a:pt x="120" y="412"/>
                  </a:cubicBezTo>
                  <a:cubicBezTo>
                    <a:pt x="139" y="412"/>
                    <a:pt x="158" y="401"/>
                    <a:pt x="158" y="382"/>
                  </a:cubicBezTo>
                  <a:cubicBezTo>
                    <a:pt x="166" y="357"/>
                    <a:pt x="166" y="324"/>
                    <a:pt x="166" y="299"/>
                  </a:cubicBezTo>
                  <a:cubicBezTo>
                    <a:pt x="166" y="274"/>
                    <a:pt x="166" y="241"/>
                    <a:pt x="166" y="216"/>
                  </a:cubicBezTo>
                  <a:cubicBezTo>
                    <a:pt x="158" y="158"/>
                    <a:pt x="149" y="109"/>
                    <a:pt x="141" y="51"/>
                  </a:cubicBezTo>
                  <a:cubicBezTo>
                    <a:pt x="141" y="34"/>
                    <a:pt x="125" y="18"/>
                    <a:pt x="108" y="9"/>
                  </a:cubicBezTo>
                  <a:cubicBezTo>
                    <a:pt x="100" y="1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9"/>
            <p:cNvSpPr/>
            <p:nvPr/>
          </p:nvSpPr>
          <p:spPr>
            <a:xfrm>
              <a:off x="2016800" y="3088900"/>
              <a:ext cx="77275" cy="81575"/>
            </a:xfrm>
            <a:custGeom>
              <a:rect b="b" l="l" r="r" t="t"/>
              <a:pathLst>
                <a:path extrusionOk="0" h="3263" w="3091">
                  <a:moveTo>
                    <a:pt x="208" y="0"/>
                  </a:moveTo>
                  <a:cubicBezTo>
                    <a:pt x="173" y="0"/>
                    <a:pt x="139" y="21"/>
                    <a:pt x="117" y="49"/>
                  </a:cubicBezTo>
                  <a:cubicBezTo>
                    <a:pt x="42" y="73"/>
                    <a:pt x="1" y="198"/>
                    <a:pt x="92" y="239"/>
                  </a:cubicBezTo>
                  <a:lnTo>
                    <a:pt x="249" y="305"/>
                  </a:lnTo>
                  <a:cubicBezTo>
                    <a:pt x="332" y="397"/>
                    <a:pt x="440" y="471"/>
                    <a:pt x="547" y="529"/>
                  </a:cubicBezTo>
                  <a:cubicBezTo>
                    <a:pt x="564" y="537"/>
                    <a:pt x="572" y="546"/>
                    <a:pt x="580" y="546"/>
                  </a:cubicBezTo>
                  <a:cubicBezTo>
                    <a:pt x="622" y="612"/>
                    <a:pt x="663" y="678"/>
                    <a:pt x="713" y="736"/>
                  </a:cubicBezTo>
                  <a:cubicBezTo>
                    <a:pt x="895" y="960"/>
                    <a:pt x="1111" y="1142"/>
                    <a:pt x="1343" y="1291"/>
                  </a:cubicBezTo>
                  <a:cubicBezTo>
                    <a:pt x="1517" y="1407"/>
                    <a:pt x="1699" y="1507"/>
                    <a:pt x="1881" y="1606"/>
                  </a:cubicBezTo>
                  <a:cubicBezTo>
                    <a:pt x="1856" y="1639"/>
                    <a:pt x="1856" y="1689"/>
                    <a:pt x="1898" y="1714"/>
                  </a:cubicBezTo>
                  <a:cubicBezTo>
                    <a:pt x="2296" y="1954"/>
                    <a:pt x="2569" y="2377"/>
                    <a:pt x="2569" y="2841"/>
                  </a:cubicBezTo>
                  <a:cubicBezTo>
                    <a:pt x="2569" y="2906"/>
                    <a:pt x="2625" y="2940"/>
                    <a:pt x="2673" y="2940"/>
                  </a:cubicBezTo>
                  <a:cubicBezTo>
                    <a:pt x="2686" y="2940"/>
                    <a:pt x="2699" y="2937"/>
                    <a:pt x="2710" y="2932"/>
                  </a:cubicBezTo>
                  <a:cubicBezTo>
                    <a:pt x="2718" y="3015"/>
                    <a:pt x="2726" y="3098"/>
                    <a:pt x="2735" y="3181"/>
                  </a:cubicBezTo>
                  <a:cubicBezTo>
                    <a:pt x="2735" y="3189"/>
                    <a:pt x="2743" y="3197"/>
                    <a:pt x="2743" y="3205"/>
                  </a:cubicBezTo>
                  <a:cubicBezTo>
                    <a:pt x="2750" y="3245"/>
                    <a:pt x="2781" y="3263"/>
                    <a:pt x="2813" y="3263"/>
                  </a:cubicBezTo>
                  <a:cubicBezTo>
                    <a:pt x="2855" y="3263"/>
                    <a:pt x="2900" y="3232"/>
                    <a:pt x="2900" y="3181"/>
                  </a:cubicBezTo>
                  <a:cubicBezTo>
                    <a:pt x="2900" y="3098"/>
                    <a:pt x="2909" y="3015"/>
                    <a:pt x="2909" y="2932"/>
                  </a:cubicBezTo>
                  <a:cubicBezTo>
                    <a:pt x="2917" y="2924"/>
                    <a:pt x="2925" y="2907"/>
                    <a:pt x="2925" y="2899"/>
                  </a:cubicBezTo>
                  <a:cubicBezTo>
                    <a:pt x="2934" y="2816"/>
                    <a:pt x="2942" y="2741"/>
                    <a:pt x="2958" y="2659"/>
                  </a:cubicBezTo>
                  <a:cubicBezTo>
                    <a:pt x="2967" y="2650"/>
                    <a:pt x="2975" y="2642"/>
                    <a:pt x="2975" y="2634"/>
                  </a:cubicBezTo>
                  <a:cubicBezTo>
                    <a:pt x="3050" y="2468"/>
                    <a:pt x="3083" y="2294"/>
                    <a:pt x="3083" y="2112"/>
                  </a:cubicBezTo>
                  <a:cubicBezTo>
                    <a:pt x="3091" y="2095"/>
                    <a:pt x="3091" y="2087"/>
                    <a:pt x="3091" y="2070"/>
                  </a:cubicBezTo>
                  <a:lnTo>
                    <a:pt x="3091" y="2062"/>
                  </a:lnTo>
                  <a:cubicBezTo>
                    <a:pt x="3091" y="2054"/>
                    <a:pt x="3091" y="2054"/>
                    <a:pt x="3091" y="2045"/>
                  </a:cubicBezTo>
                  <a:cubicBezTo>
                    <a:pt x="3091" y="2004"/>
                    <a:pt x="3074" y="1971"/>
                    <a:pt x="3033" y="1954"/>
                  </a:cubicBezTo>
                  <a:cubicBezTo>
                    <a:pt x="3016" y="1954"/>
                    <a:pt x="2992" y="1954"/>
                    <a:pt x="2975" y="1963"/>
                  </a:cubicBezTo>
                  <a:cubicBezTo>
                    <a:pt x="2967" y="1938"/>
                    <a:pt x="2942" y="1921"/>
                    <a:pt x="2917" y="1913"/>
                  </a:cubicBezTo>
                  <a:cubicBezTo>
                    <a:pt x="2851" y="1871"/>
                    <a:pt x="2776" y="1838"/>
                    <a:pt x="2702" y="1813"/>
                  </a:cubicBezTo>
                  <a:cubicBezTo>
                    <a:pt x="2619" y="1755"/>
                    <a:pt x="2536" y="1706"/>
                    <a:pt x="2453" y="1664"/>
                  </a:cubicBezTo>
                  <a:cubicBezTo>
                    <a:pt x="2345" y="1573"/>
                    <a:pt x="2229" y="1482"/>
                    <a:pt x="2105" y="1407"/>
                  </a:cubicBezTo>
                  <a:cubicBezTo>
                    <a:pt x="2091" y="1399"/>
                    <a:pt x="2076" y="1395"/>
                    <a:pt x="2063" y="1395"/>
                  </a:cubicBezTo>
                  <a:cubicBezTo>
                    <a:pt x="2038" y="1395"/>
                    <a:pt x="2016" y="1408"/>
                    <a:pt x="2006" y="1424"/>
                  </a:cubicBezTo>
                  <a:cubicBezTo>
                    <a:pt x="1840" y="1341"/>
                    <a:pt x="1674" y="1250"/>
                    <a:pt x="1517" y="1151"/>
                  </a:cubicBezTo>
                  <a:cubicBezTo>
                    <a:pt x="1276" y="993"/>
                    <a:pt x="1044" y="819"/>
                    <a:pt x="862" y="587"/>
                  </a:cubicBezTo>
                  <a:cubicBezTo>
                    <a:pt x="763" y="463"/>
                    <a:pt x="696" y="305"/>
                    <a:pt x="572" y="181"/>
                  </a:cubicBezTo>
                  <a:cubicBezTo>
                    <a:pt x="498" y="107"/>
                    <a:pt x="390" y="49"/>
                    <a:pt x="282" y="32"/>
                  </a:cubicBezTo>
                  <a:cubicBezTo>
                    <a:pt x="274" y="24"/>
                    <a:pt x="266" y="24"/>
                    <a:pt x="257" y="15"/>
                  </a:cubicBezTo>
                  <a:cubicBezTo>
                    <a:pt x="241" y="5"/>
                    <a:pt x="224" y="0"/>
                    <a:pt x="208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9"/>
            <p:cNvSpPr/>
            <p:nvPr/>
          </p:nvSpPr>
          <p:spPr>
            <a:xfrm>
              <a:off x="1951075" y="3158275"/>
              <a:ext cx="8175" cy="38550"/>
            </a:xfrm>
            <a:custGeom>
              <a:rect b="b" l="l" r="r" t="t"/>
              <a:pathLst>
                <a:path extrusionOk="0" h="1542" w="327">
                  <a:moveTo>
                    <a:pt x="63" y="0"/>
                  </a:moveTo>
                  <a:cubicBezTo>
                    <a:pt x="33" y="0"/>
                    <a:pt x="0" y="28"/>
                    <a:pt x="11" y="66"/>
                  </a:cubicBezTo>
                  <a:cubicBezTo>
                    <a:pt x="44" y="182"/>
                    <a:pt x="61" y="298"/>
                    <a:pt x="78" y="422"/>
                  </a:cubicBezTo>
                  <a:cubicBezTo>
                    <a:pt x="102" y="546"/>
                    <a:pt x="119" y="671"/>
                    <a:pt x="119" y="795"/>
                  </a:cubicBezTo>
                  <a:cubicBezTo>
                    <a:pt x="127" y="919"/>
                    <a:pt x="127" y="1035"/>
                    <a:pt x="119" y="1159"/>
                  </a:cubicBezTo>
                  <a:cubicBezTo>
                    <a:pt x="119" y="1275"/>
                    <a:pt x="86" y="1400"/>
                    <a:pt x="136" y="1516"/>
                  </a:cubicBezTo>
                  <a:cubicBezTo>
                    <a:pt x="144" y="1534"/>
                    <a:pt x="163" y="1542"/>
                    <a:pt x="182" y="1542"/>
                  </a:cubicBezTo>
                  <a:cubicBezTo>
                    <a:pt x="198" y="1542"/>
                    <a:pt x="215" y="1536"/>
                    <a:pt x="227" y="1524"/>
                  </a:cubicBezTo>
                  <a:cubicBezTo>
                    <a:pt x="310" y="1433"/>
                    <a:pt x="318" y="1292"/>
                    <a:pt x="318" y="1168"/>
                  </a:cubicBezTo>
                  <a:cubicBezTo>
                    <a:pt x="326" y="1035"/>
                    <a:pt x="318" y="903"/>
                    <a:pt x="310" y="770"/>
                  </a:cubicBezTo>
                  <a:cubicBezTo>
                    <a:pt x="293" y="646"/>
                    <a:pt x="268" y="513"/>
                    <a:pt x="243" y="389"/>
                  </a:cubicBezTo>
                  <a:cubicBezTo>
                    <a:pt x="210" y="265"/>
                    <a:pt x="152" y="140"/>
                    <a:pt x="102" y="24"/>
                  </a:cubicBezTo>
                  <a:cubicBezTo>
                    <a:pt x="94" y="7"/>
                    <a:pt x="79" y="0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9"/>
            <p:cNvSpPr/>
            <p:nvPr/>
          </p:nvSpPr>
          <p:spPr>
            <a:xfrm>
              <a:off x="1961500" y="3177525"/>
              <a:ext cx="3550" cy="18725"/>
            </a:xfrm>
            <a:custGeom>
              <a:rect b="b" l="l" r="r" t="t"/>
              <a:pathLst>
                <a:path extrusionOk="0" h="749" w="142">
                  <a:moveTo>
                    <a:pt x="50" y="0"/>
                  </a:moveTo>
                  <a:cubicBezTo>
                    <a:pt x="25" y="0"/>
                    <a:pt x="0" y="17"/>
                    <a:pt x="0" y="50"/>
                  </a:cubicBezTo>
                  <a:cubicBezTo>
                    <a:pt x="9" y="273"/>
                    <a:pt x="17" y="505"/>
                    <a:pt x="58" y="721"/>
                  </a:cubicBezTo>
                  <a:cubicBezTo>
                    <a:pt x="62" y="740"/>
                    <a:pt x="76" y="748"/>
                    <a:pt x="90" y="748"/>
                  </a:cubicBezTo>
                  <a:cubicBezTo>
                    <a:pt x="107" y="748"/>
                    <a:pt x="125" y="735"/>
                    <a:pt x="125" y="713"/>
                  </a:cubicBezTo>
                  <a:cubicBezTo>
                    <a:pt x="141" y="497"/>
                    <a:pt x="116" y="273"/>
                    <a:pt x="100" y="50"/>
                  </a:cubicBezTo>
                  <a:cubicBezTo>
                    <a:pt x="100" y="17"/>
                    <a:pt x="75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9"/>
            <p:cNvSpPr/>
            <p:nvPr/>
          </p:nvSpPr>
          <p:spPr>
            <a:xfrm>
              <a:off x="1948850" y="2933400"/>
              <a:ext cx="7700" cy="10125"/>
            </a:xfrm>
            <a:custGeom>
              <a:rect b="b" l="l" r="r" t="t"/>
              <a:pathLst>
                <a:path extrusionOk="0" h="405" w="308">
                  <a:moveTo>
                    <a:pt x="52" y="0"/>
                  </a:moveTo>
                  <a:cubicBezTo>
                    <a:pt x="38" y="0"/>
                    <a:pt x="25" y="7"/>
                    <a:pt x="17" y="21"/>
                  </a:cubicBezTo>
                  <a:cubicBezTo>
                    <a:pt x="9" y="30"/>
                    <a:pt x="1" y="38"/>
                    <a:pt x="1" y="54"/>
                  </a:cubicBezTo>
                  <a:cubicBezTo>
                    <a:pt x="1" y="63"/>
                    <a:pt x="1" y="79"/>
                    <a:pt x="1" y="88"/>
                  </a:cubicBezTo>
                  <a:cubicBezTo>
                    <a:pt x="1" y="112"/>
                    <a:pt x="1" y="129"/>
                    <a:pt x="9" y="154"/>
                  </a:cubicBezTo>
                  <a:cubicBezTo>
                    <a:pt x="17" y="187"/>
                    <a:pt x="34" y="228"/>
                    <a:pt x="59" y="262"/>
                  </a:cubicBezTo>
                  <a:cubicBezTo>
                    <a:pt x="100" y="328"/>
                    <a:pt x="167" y="378"/>
                    <a:pt x="249" y="402"/>
                  </a:cubicBezTo>
                  <a:cubicBezTo>
                    <a:pt x="252" y="404"/>
                    <a:pt x="256" y="405"/>
                    <a:pt x="259" y="405"/>
                  </a:cubicBezTo>
                  <a:cubicBezTo>
                    <a:pt x="275" y="405"/>
                    <a:pt x="292" y="391"/>
                    <a:pt x="299" y="378"/>
                  </a:cubicBezTo>
                  <a:cubicBezTo>
                    <a:pt x="307" y="353"/>
                    <a:pt x="291" y="336"/>
                    <a:pt x="266" y="328"/>
                  </a:cubicBezTo>
                  <a:cubicBezTo>
                    <a:pt x="241" y="320"/>
                    <a:pt x="216" y="295"/>
                    <a:pt x="191" y="278"/>
                  </a:cubicBezTo>
                  <a:cubicBezTo>
                    <a:pt x="183" y="270"/>
                    <a:pt x="167" y="262"/>
                    <a:pt x="158" y="245"/>
                  </a:cubicBezTo>
                  <a:lnTo>
                    <a:pt x="150" y="228"/>
                  </a:lnTo>
                  <a:cubicBezTo>
                    <a:pt x="142" y="228"/>
                    <a:pt x="142" y="220"/>
                    <a:pt x="133" y="212"/>
                  </a:cubicBezTo>
                  <a:cubicBezTo>
                    <a:pt x="133" y="204"/>
                    <a:pt x="125" y="195"/>
                    <a:pt x="125" y="187"/>
                  </a:cubicBezTo>
                  <a:cubicBezTo>
                    <a:pt x="125" y="187"/>
                    <a:pt x="125" y="179"/>
                    <a:pt x="117" y="179"/>
                  </a:cubicBezTo>
                  <a:cubicBezTo>
                    <a:pt x="117" y="179"/>
                    <a:pt x="117" y="179"/>
                    <a:pt x="117" y="170"/>
                  </a:cubicBezTo>
                  <a:cubicBezTo>
                    <a:pt x="109" y="162"/>
                    <a:pt x="109" y="146"/>
                    <a:pt x="100" y="129"/>
                  </a:cubicBezTo>
                  <a:cubicBezTo>
                    <a:pt x="100" y="121"/>
                    <a:pt x="100" y="112"/>
                    <a:pt x="100" y="104"/>
                  </a:cubicBezTo>
                  <a:lnTo>
                    <a:pt x="100" y="96"/>
                  </a:lnTo>
                  <a:cubicBezTo>
                    <a:pt x="100" y="96"/>
                    <a:pt x="100" y="88"/>
                    <a:pt x="100" y="88"/>
                  </a:cubicBezTo>
                  <a:cubicBezTo>
                    <a:pt x="100" y="63"/>
                    <a:pt x="92" y="46"/>
                    <a:pt x="92" y="30"/>
                  </a:cubicBezTo>
                  <a:cubicBezTo>
                    <a:pt x="87" y="11"/>
                    <a:pt x="70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9"/>
            <p:cNvSpPr/>
            <p:nvPr/>
          </p:nvSpPr>
          <p:spPr>
            <a:xfrm>
              <a:off x="1968950" y="2873750"/>
              <a:ext cx="22600" cy="66525"/>
            </a:xfrm>
            <a:custGeom>
              <a:rect b="b" l="l" r="r" t="t"/>
              <a:pathLst>
                <a:path extrusionOk="0" h="2661" w="904">
                  <a:moveTo>
                    <a:pt x="382" y="1"/>
                  </a:moveTo>
                  <a:cubicBezTo>
                    <a:pt x="356" y="1"/>
                    <a:pt x="326" y="30"/>
                    <a:pt x="332" y="54"/>
                  </a:cubicBezTo>
                  <a:cubicBezTo>
                    <a:pt x="407" y="295"/>
                    <a:pt x="523" y="510"/>
                    <a:pt x="581" y="750"/>
                  </a:cubicBezTo>
                  <a:cubicBezTo>
                    <a:pt x="647" y="974"/>
                    <a:pt x="713" y="1256"/>
                    <a:pt x="647" y="1488"/>
                  </a:cubicBezTo>
                  <a:cubicBezTo>
                    <a:pt x="581" y="1703"/>
                    <a:pt x="398" y="1861"/>
                    <a:pt x="257" y="2034"/>
                  </a:cubicBezTo>
                  <a:cubicBezTo>
                    <a:pt x="117" y="2200"/>
                    <a:pt x="1" y="2391"/>
                    <a:pt x="25" y="2623"/>
                  </a:cubicBezTo>
                  <a:cubicBezTo>
                    <a:pt x="25" y="2648"/>
                    <a:pt x="44" y="2660"/>
                    <a:pt x="63" y="2660"/>
                  </a:cubicBezTo>
                  <a:cubicBezTo>
                    <a:pt x="81" y="2660"/>
                    <a:pt x="100" y="2648"/>
                    <a:pt x="100" y="2623"/>
                  </a:cubicBezTo>
                  <a:cubicBezTo>
                    <a:pt x="117" y="2440"/>
                    <a:pt x="241" y="2275"/>
                    <a:pt x="365" y="2150"/>
                  </a:cubicBezTo>
                  <a:cubicBezTo>
                    <a:pt x="481" y="2018"/>
                    <a:pt x="622" y="1894"/>
                    <a:pt x="705" y="1745"/>
                  </a:cubicBezTo>
                  <a:cubicBezTo>
                    <a:pt x="904" y="1405"/>
                    <a:pt x="804" y="957"/>
                    <a:pt x="688" y="609"/>
                  </a:cubicBezTo>
                  <a:cubicBezTo>
                    <a:pt x="663" y="502"/>
                    <a:pt x="622" y="402"/>
                    <a:pt x="581" y="295"/>
                  </a:cubicBezTo>
                  <a:cubicBezTo>
                    <a:pt x="556" y="245"/>
                    <a:pt x="531" y="195"/>
                    <a:pt x="506" y="145"/>
                  </a:cubicBezTo>
                  <a:cubicBezTo>
                    <a:pt x="481" y="96"/>
                    <a:pt x="448" y="63"/>
                    <a:pt x="407" y="13"/>
                  </a:cubicBezTo>
                  <a:cubicBezTo>
                    <a:pt x="400" y="4"/>
                    <a:pt x="391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9"/>
            <p:cNvSpPr/>
            <p:nvPr/>
          </p:nvSpPr>
          <p:spPr>
            <a:xfrm>
              <a:off x="1981250" y="2897425"/>
              <a:ext cx="3475" cy="12900"/>
            </a:xfrm>
            <a:custGeom>
              <a:rect b="b" l="l" r="r" t="t"/>
              <a:pathLst>
                <a:path extrusionOk="0" h="516" w="139">
                  <a:moveTo>
                    <a:pt x="39" y="1"/>
                  </a:moveTo>
                  <a:cubicBezTo>
                    <a:pt x="21" y="1"/>
                    <a:pt x="1" y="15"/>
                    <a:pt x="6" y="35"/>
                  </a:cubicBezTo>
                  <a:cubicBezTo>
                    <a:pt x="55" y="184"/>
                    <a:pt x="80" y="342"/>
                    <a:pt x="64" y="491"/>
                  </a:cubicBezTo>
                  <a:cubicBezTo>
                    <a:pt x="64" y="508"/>
                    <a:pt x="76" y="516"/>
                    <a:pt x="89" y="516"/>
                  </a:cubicBezTo>
                  <a:cubicBezTo>
                    <a:pt x="101" y="516"/>
                    <a:pt x="113" y="508"/>
                    <a:pt x="113" y="491"/>
                  </a:cubicBezTo>
                  <a:cubicBezTo>
                    <a:pt x="138" y="334"/>
                    <a:pt x="122" y="176"/>
                    <a:pt x="64" y="19"/>
                  </a:cubicBezTo>
                  <a:cubicBezTo>
                    <a:pt x="61" y="6"/>
                    <a:pt x="50" y="1"/>
                    <a:pt x="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1132;p39"/>
            <p:cNvSpPr/>
            <p:nvPr/>
          </p:nvSpPr>
          <p:spPr>
            <a:xfrm>
              <a:off x="1874900" y="2754625"/>
              <a:ext cx="318625" cy="522450"/>
            </a:xfrm>
            <a:custGeom>
              <a:rect b="b" l="l" r="r" t="t"/>
              <a:pathLst>
                <a:path extrusionOk="0" h="20898" w="12745">
                  <a:moveTo>
                    <a:pt x="10308" y="13196"/>
                  </a:moveTo>
                  <a:cubicBezTo>
                    <a:pt x="10308" y="13212"/>
                    <a:pt x="10308" y="13229"/>
                    <a:pt x="10316" y="13254"/>
                  </a:cubicBezTo>
                  <a:cubicBezTo>
                    <a:pt x="10316" y="13262"/>
                    <a:pt x="10316" y="13262"/>
                    <a:pt x="10316" y="13270"/>
                  </a:cubicBezTo>
                  <a:lnTo>
                    <a:pt x="10300" y="13270"/>
                  </a:lnTo>
                  <a:cubicBezTo>
                    <a:pt x="10283" y="13246"/>
                    <a:pt x="10275" y="13221"/>
                    <a:pt x="10258" y="13196"/>
                  </a:cubicBezTo>
                  <a:close/>
                  <a:moveTo>
                    <a:pt x="10723" y="12984"/>
                  </a:moveTo>
                  <a:cubicBezTo>
                    <a:pt x="10730" y="12984"/>
                    <a:pt x="10738" y="12986"/>
                    <a:pt x="10747" y="12989"/>
                  </a:cubicBezTo>
                  <a:cubicBezTo>
                    <a:pt x="10830" y="13022"/>
                    <a:pt x="10905" y="13105"/>
                    <a:pt x="10988" y="13146"/>
                  </a:cubicBezTo>
                  <a:cubicBezTo>
                    <a:pt x="11178" y="13254"/>
                    <a:pt x="11385" y="13295"/>
                    <a:pt x="11601" y="13328"/>
                  </a:cubicBezTo>
                  <a:cubicBezTo>
                    <a:pt x="11708" y="13347"/>
                    <a:pt x="11824" y="13363"/>
                    <a:pt x="11938" y="13363"/>
                  </a:cubicBezTo>
                  <a:cubicBezTo>
                    <a:pt x="12027" y="13363"/>
                    <a:pt x="12114" y="13354"/>
                    <a:pt x="12197" y="13328"/>
                  </a:cubicBezTo>
                  <a:lnTo>
                    <a:pt x="12197" y="13328"/>
                  </a:lnTo>
                  <a:cubicBezTo>
                    <a:pt x="12079" y="13388"/>
                    <a:pt x="11944" y="13396"/>
                    <a:pt x="11809" y="13396"/>
                  </a:cubicBezTo>
                  <a:cubicBezTo>
                    <a:pt x="11756" y="13396"/>
                    <a:pt x="11702" y="13395"/>
                    <a:pt x="11650" y="13395"/>
                  </a:cubicBezTo>
                  <a:cubicBezTo>
                    <a:pt x="11435" y="13386"/>
                    <a:pt x="11220" y="13386"/>
                    <a:pt x="11004" y="13370"/>
                  </a:cubicBezTo>
                  <a:cubicBezTo>
                    <a:pt x="10905" y="13362"/>
                    <a:pt x="10805" y="13345"/>
                    <a:pt x="10722" y="13295"/>
                  </a:cubicBezTo>
                  <a:cubicBezTo>
                    <a:pt x="10714" y="13295"/>
                    <a:pt x="10706" y="13287"/>
                    <a:pt x="10698" y="13279"/>
                  </a:cubicBezTo>
                  <a:cubicBezTo>
                    <a:pt x="10673" y="13254"/>
                    <a:pt x="10640" y="13221"/>
                    <a:pt x="10615" y="13196"/>
                  </a:cubicBezTo>
                  <a:cubicBezTo>
                    <a:pt x="10590" y="13171"/>
                    <a:pt x="10573" y="13138"/>
                    <a:pt x="10557" y="13113"/>
                  </a:cubicBezTo>
                  <a:cubicBezTo>
                    <a:pt x="10590" y="13096"/>
                    <a:pt x="10615" y="13072"/>
                    <a:pt x="10648" y="13047"/>
                  </a:cubicBezTo>
                  <a:cubicBezTo>
                    <a:pt x="10668" y="13013"/>
                    <a:pt x="10689" y="12984"/>
                    <a:pt x="10723" y="12984"/>
                  </a:cubicBezTo>
                  <a:close/>
                  <a:moveTo>
                    <a:pt x="10408" y="13718"/>
                  </a:moveTo>
                  <a:lnTo>
                    <a:pt x="10408" y="13718"/>
                  </a:lnTo>
                  <a:cubicBezTo>
                    <a:pt x="10424" y="13743"/>
                    <a:pt x="10441" y="13768"/>
                    <a:pt x="10457" y="13784"/>
                  </a:cubicBezTo>
                  <a:cubicBezTo>
                    <a:pt x="10457" y="13801"/>
                    <a:pt x="10466" y="13826"/>
                    <a:pt x="10466" y="13842"/>
                  </a:cubicBezTo>
                  <a:cubicBezTo>
                    <a:pt x="10457" y="13908"/>
                    <a:pt x="10457" y="13983"/>
                    <a:pt x="10466" y="14049"/>
                  </a:cubicBezTo>
                  <a:cubicBezTo>
                    <a:pt x="10449" y="13983"/>
                    <a:pt x="10441" y="13908"/>
                    <a:pt x="10424" y="13842"/>
                  </a:cubicBezTo>
                  <a:cubicBezTo>
                    <a:pt x="10424" y="13801"/>
                    <a:pt x="10416" y="13759"/>
                    <a:pt x="10408" y="13718"/>
                  </a:cubicBezTo>
                  <a:close/>
                  <a:moveTo>
                    <a:pt x="11808" y="14265"/>
                  </a:moveTo>
                  <a:cubicBezTo>
                    <a:pt x="11824" y="14290"/>
                    <a:pt x="11857" y="14298"/>
                    <a:pt x="11891" y="14306"/>
                  </a:cubicBezTo>
                  <a:cubicBezTo>
                    <a:pt x="11882" y="14306"/>
                    <a:pt x="11874" y="14314"/>
                    <a:pt x="11857" y="14314"/>
                  </a:cubicBezTo>
                  <a:cubicBezTo>
                    <a:pt x="11824" y="14323"/>
                    <a:pt x="11791" y="14331"/>
                    <a:pt x="11758" y="14331"/>
                  </a:cubicBezTo>
                  <a:lnTo>
                    <a:pt x="11741" y="14290"/>
                  </a:lnTo>
                  <a:cubicBezTo>
                    <a:pt x="11750" y="14281"/>
                    <a:pt x="11758" y="14281"/>
                    <a:pt x="11758" y="14273"/>
                  </a:cubicBezTo>
                  <a:lnTo>
                    <a:pt x="11791" y="14273"/>
                  </a:lnTo>
                  <a:cubicBezTo>
                    <a:pt x="11799" y="14273"/>
                    <a:pt x="11799" y="14273"/>
                    <a:pt x="11808" y="14265"/>
                  </a:cubicBezTo>
                  <a:close/>
                  <a:moveTo>
                    <a:pt x="12106" y="14397"/>
                  </a:moveTo>
                  <a:lnTo>
                    <a:pt x="12106" y="14397"/>
                  </a:lnTo>
                  <a:cubicBezTo>
                    <a:pt x="12081" y="14447"/>
                    <a:pt x="12081" y="14505"/>
                    <a:pt x="12073" y="14555"/>
                  </a:cubicBezTo>
                  <a:cubicBezTo>
                    <a:pt x="12073" y="14646"/>
                    <a:pt x="12065" y="14737"/>
                    <a:pt x="12056" y="14828"/>
                  </a:cubicBezTo>
                  <a:cubicBezTo>
                    <a:pt x="12048" y="14961"/>
                    <a:pt x="12023" y="15176"/>
                    <a:pt x="11874" y="15234"/>
                  </a:cubicBezTo>
                  <a:cubicBezTo>
                    <a:pt x="11845" y="15245"/>
                    <a:pt x="11814" y="15249"/>
                    <a:pt x="11784" y="15249"/>
                  </a:cubicBezTo>
                  <a:cubicBezTo>
                    <a:pt x="11669" y="15249"/>
                    <a:pt x="11551" y="15184"/>
                    <a:pt x="11460" y="15118"/>
                  </a:cubicBezTo>
                  <a:cubicBezTo>
                    <a:pt x="11394" y="15060"/>
                    <a:pt x="11319" y="15002"/>
                    <a:pt x="11253" y="14944"/>
                  </a:cubicBezTo>
                  <a:lnTo>
                    <a:pt x="11178" y="14886"/>
                  </a:lnTo>
                  <a:cubicBezTo>
                    <a:pt x="11236" y="14828"/>
                    <a:pt x="11294" y="14762"/>
                    <a:pt x="11344" y="14696"/>
                  </a:cubicBezTo>
                  <a:lnTo>
                    <a:pt x="11410" y="14696"/>
                  </a:lnTo>
                  <a:cubicBezTo>
                    <a:pt x="11460" y="14687"/>
                    <a:pt x="11501" y="14654"/>
                    <a:pt x="11534" y="14621"/>
                  </a:cubicBezTo>
                  <a:cubicBezTo>
                    <a:pt x="11551" y="14621"/>
                    <a:pt x="11559" y="14621"/>
                    <a:pt x="11567" y="14613"/>
                  </a:cubicBezTo>
                  <a:cubicBezTo>
                    <a:pt x="11642" y="14588"/>
                    <a:pt x="11700" y="14555"/>
                    <a:pt x="11750" y="14505"/>
                  </a:cubicBezTo>
                  <a:cubicBezTo>
                    <a:pt x="11799" y="14505"/>
                    <a:pt x="11841" y="14497"/>
                    <a:pt x="11891" y="14488"/>
                  </a:cubicBezTo>
                  <a:cubicBezTo>
                    <a:pt x="11965" y="14464"/>
                    <a:pt x="12031" y="14439"/>
                    <a:pt x="12106" y="14397"/>
                  </a:cubicBezTo>
                  <a:close/>
                  <a:moveTo>
                    <a:pt x="11087" y="14986"/>
                  </a:moveTo>
                  <a:cubicBezTo>
                    <a:pt x="11120" y="15027"/>
                    <a:pt x="11162" y="15060"/>
                    <a:pt x="11195" y="15093"/>
                  </a:cubicBezTo>
                  <a:cubicBezTo>
                    <a:pt x="11261" y="15160"/>
                    <a:pt x="11327" y="15218"/>
                    <a:pt x="11402" y="15267"/>
                  </a:cubicBezTo>
                  <a:cubicBezTo>
                    <a:pt x="11402" y="15276"/>
                    <a:pt x="11394" y="15276"/>
                    <a:pt x="11394" y="15284"/>
                  </a:cubicBezTo>
                  <a:cubicBezTo>
                    <a:pt x="11377" y="15309"/>
                    <a:pt x="11360" y="15325"/>
                    <a:pt x="11336" y="15342"/>
                  </a:cubicBezTo>
                  <a:cubicBezTo>
                    <a:pt x="11278" y="15383"/>
                    <a:pt x="11203" y="15408"/>
                    <a:pt x="11137" y="15433"/>
                  </a:cubicBezTo>
                  <a:cubicBezTo>
                    <a:pt x="10979" y="15491"/>
                    <a:pt x="10814" y="15524"/>
                    <a:pt x="10648" y="15524"/>
                  </a:cubicBezTo>
                  <a:cubicBezTo>
                    <a:pt x="10490" y="15524"/>
                    <a:pt x="10341" y="15508"/>
                    <a:pt x="10184" y="15491"/>
                  </a:cubicBezTo>
                  <a:cubicBezTo>
                    <a:pt x="10350" y="15450"/>
                    <a:pt x="10507" y="15383"/>
                    <a:pt x="10656" y="15300"/>
                  </a:cubicBezTo>
                  <a:cubicBezTo>
                    <a:pt x="10814" y="15218"/>
                    <a:pt x="10954" y="15110"/>
                    <a:pt x="11087" y="14986"/>
                  </a:cubicBezTo>
                  <a:close/>
                  <a:moveTo>
                    <a:pt x="10590" y="337"/>
                  </a:moveTo>
                  <a:cubicBezTo>
                    <a:pt x="10615" y="1008"/>
                    <a:pt x="10582" y="1687"/>
                    <a:pt x="10507" y="2350"/>
                  </a:cubicBezTo>
                  <a:cubicBezTo>
                    <a:pt x="10457" y="2740"/>
                    <a:pt x="10391" y="3112"/>
                    <a:pt x="10316" y="3494"/>
                  </a:cubicBezTo>
                  <a:cubicBezTo>
                    <a:pt x="10275" y="3684"/>
                    <a:pt x="10225" y="3866"/>
                    <a:pt x="10217" y="4065"/>
                  </a:cubicBezTo>
                  <a:cubicBezTo>
                    <a:pt x="10209" y="4239"/>
                    <a:pt x="10242" y="4405"/>
                    <a:pt x="10308" y="4571"/>
                  </a:cubicBezTo>
                  <a:cubicBezTo>
                    <a:pt x="10366" y="4728"/>
                    <a:pt x="10466" y="4886"/>
                    <a:pt x="10474" y="5060"/>
                  </a:cubicBezTo>
                  <a:cubicBezTo>
                    <a:pt x="10482" y="5192"/>
                    <a:pt x="10449" y="5350"/>
                    <a:pt x="10325" y="5416"/>
                  </a:cubicBezTo>
                  <a:cubicBezTo>
                    <a:pt x="10233" y="5465"/>
                    <a:pt x="10292" y="5594"/>
                    <a:pt x="10378" y="5594"/>
                  </a:cubicBezTo>
                  <a:cubicBezTo>
                    <a:pt x="10393" y="5594"/>
                    <a:pt x="10408" y="5590"/>
                    <a:pt x="10424" y="5582"/>
                  </a:cubicBezTo>
                  <a:lnTo>
                    <a:pt x="10424" y="5656"/>
                  </a:lnTo>
                  <a:cubicBezTo>
                    <a:pt x="10424" y="5673"/>
                    <a:pt x="10416" y="5689"/>
                    <a:pt x="10416" y="5706"/>
                  </a:cubicBezTo>
                  <a:cubicBezTo>
                    <a:pt x="10391" y="5706"/>
                    <a:pt x="10366" y="5722"/>
                    <a:pt x="10358" y="5756"/>
                  </a:cubicBezTo>
                  <a:cubicBezTo>
                    <a:pt x="10325" y="6112"/>
                    <a:pt x="10424" y="6452"/>
                    <a:pt x="10548" y="6783"/>
                  </a:cubicBezTo>
                  <a:cubicBezTo>
                    <a:pt x="10606" y="6957"/>
                    <a:pt x="10673" y="7131"/>
                    <a:pt x="10731" y="7305"/>
                  </a:cubicBezTo>
                  <a:cubicBezTo>
                    <a:pt x="10747" y="7346"/>
                    <a:pt x="10764" y="7396"/>
                    <a:pt x="10780" y="7446"/>
                  </a:cubicBezTo>
                  <a:cubicBezTo>
                    <a:pt x="10780" y="7454"/>
                    <a:pt x="10780" y="7454"/>
                    <a:pt x="10780" y="7462"/>
                  </a:cubicBezTo>
                  <a:cubicBezTo>
                    <a:pt x="10780" y="7645"/>
                    <a:pt x="10954" y="7769"/>
                    <a:pt x="11087" y="7868"/>
                  </a:cubicBezTo>
                  <a:cubicBezTo>
                    <a:pt x="11153" y="7926"/>
                    <a:pt x="11228" y="7984"/>
                    <a:pt x="11278" y="8059"/>
                  </a:cubicBezTo>
                  <a:cubicBezTo>
                    <a:pt x="11344" y="8150"/>
                    <a:pt x="11377" y="8258"/>
                    <a:pt x="11394" y="8374"/>
                  </a:cubicBezTo>
                  <a:cubicBezTo>
                    <a:pt x="11443" y="8821"/>
                    <a:pt x="11228" y="9260"/>
                    <a:pt x="11112" y="9691"/>
                  </a:cubicBezTo>
                  <a:cubicBezTo>
                    <a:pt x="11070" y="9807"/>
                    <a:pt x="11046" y="9931"/>
                    <a:pt x="11029" y="10056"/>
                  </a:cubicBezTo>
                  <a:cubicBezTo>
                    <a:pt x="11021" y="10081"/>
                    <a:pt x="11021" y="10114"/>
                    <a:pt x="11021" y="10147"/>
                  </a:cubicBezTo>
                  <a:cubicBezTo>
                    <a:pt x="10946" y="10006"/>
                    <a:pt x="10880" y="9865"/>
                    <a:pt x="10822" y="9716"/>
                  </a:cubicBezTo>
                  <a:cubicBezTo>
                    <a:pt x="10815" y="9696"/>
                    <a:pt x="10801" y="9688"/>
                    <a:pt x="10787" y="9688"/>
                  </a:cubicBezTo>
                  <a:cubicBezTo>
                    <a:pt x="10766" y="9688"/>
                    <a:pt x="10745" y="9707"/>
                    <a:pt x="10756" y="9733"/>
                  </a:cubicBezTo>
                  <a:cubicBezTo>
                    <a:pt x="10814" y="10006"/>
                    <a:pt x="10913" y="10263"/>
                    <a:pt x="11054" y="10495"/>
                  </a:cubicBezTo>
                  <a:cubicBezTo>
                    <a:pt x="11195" y="10735"/>
                    <a:pt x="11402" y="10942"/>
                    <a:pt x="11509" y="11199"/>
                  </a:cubicBezTo>
                  <a:cubicBezTo>
                    <a:pt x="11625" y="11439"/>
                    <a:pt x="11659" y="11713"/>
                    <a:pt x="11766" y="11953"/>
                  </a:cubicBezTo>
                  <a:cubicBezTo>
                    <a:pt x="11866" y="12168"/>
                    <a:pt x="12023" y="12342"/>
                    <a:pt x="12181" y="12508"/>
                  </a:cubicBezTo>
                  <a:cubicBezTo>
                    <a:pt x="12263" y="12599"/>
                    <a:pt x="12346" y="12690"/>
                    <a:pt x="12421" y="12790"/>
                  </a:cubicBezTo>
                  <a:cubicBezTo>
                    <a:pt x="12437" y="12815"/>
                    <a:pt x="12446" y="12840"/>
                    <a:pt x="12462" y="12864"/>
                  </a:cubicBezTo>
                  <a:cubicBezTo>
                    <a:pt x="12429" y="12922"/>
                    <a:pt x="12413" y="12980"/>
                    <a:pt x="12363" y="13030"/>
                  </a:cubicBezTo>
                  <a:cubicBezTo>
                    <a:pt x="12305" y="13088"/>
                    <a:pt x="12239" y="13130"/>
                    <a:pt x="12164" y="13154"/>
                  </a:cubicBezTo>
                  <a:lnTo>
                    <a:pt x="12164" y="13163"/>
                  </a:lnTo>
                  <a:cubicBezTo>
                    <a:pt x="12085" y="13186"/>
                    <a:pt x="12004" y="13194"/>
                    <a:pt x="11921" y="13194"/>
                  </a:cubicBezTo>
                  <a:cubicBezTo>
                    <a:pt x="11797" y="13194"/>
                    <a:pt x="11671" y="13174"/>
                    <a:pt x="11551" y="13154"/>
                  </a:cubicBezTo>
                  <a:cubicBezTo>
                    <a:pt x="11369" y="13121"/>
                    <a:pt x="11178" y="13080"/>
                    <a:pt x="11012" y="12980"/>
                  </a:cubicBezTo>
                  <a:cubicBezTo>
                    <a:pt x="10938" y="12931"/>
                    <a:pt x="10872" y="12856"/>
                    <a:pt x="10780" y="12840"/>
                  </a:cubicBezTo>
                  <a:cubicBezTo>
                    <a:pt x="10757" y="12833"/>
                    <a:pt x="10735" y="12830"/>
                    <a:pt x="10714" y="12830"/>
                  </a:cubicBezTo>
                  <a:cubicBezTo>
                    <a:pt x="10652" y="12830"/>
                    <a:pt x="10600" y="12857"/>
                    <a:pt x="10557" y="12906"/>
                  </a:cubicBezTo>
                  <a:cubicBezTo>
                    <a:pt x="10532" y="12939"/>
                    <a:pt x="10507" y="12980"/>
                    <a:pt x="10466" y="12980"/>
                  </a:cubicBezTo>
                  <a:cubicBezTo>
                    <a:pt x="10408" y="12980"/>
                    <a:pt x="10350" y="12956"/>
                    <a:pt x="10292" y="12939"/>
                  </a:cubicBezTo>
                  <a:cubicBezTo>
                    <a:pt x="10167" y="12914"/>
                    <a:pt x="10043" y="12881"/>
                    <a:pt x="9919" y="12864"/>
                  </a:cubicBezTo>
                  <a:cubicBezTo>
                    <a:pt x="9913" y="12863"/>
                    <a:pt x="9907" y="12862"/>
                    <a:pt x="9901" y="12862"/>
                  </a:cubicBezTo>
                  <a:cubicBezTo>
                    <a:pt x="9838" y="12862"/>
                    <a:pt x="9808" y="12942"/>
                    <a:pt x="9869" y="12980"/>
                  </a:cubicBezTo>
                  <a:cubicBezTo>
                    <a:pt x="9968" y="13055"/>
                    <a:pt x="10051" y="13171"/>
                    <a:pt x="10101" y="13287"/>
                  </a:cubicBezTo>
                  <a:cubicBezTo>
                    <a:pt x="10109" y="13304"/>
                    <a:pt x="10126" y="13312"/>
                    <a:pt x="10134" y="13312"/>
                  </a:cubicBezTo>
                  <a:cubicBezTo>
                    <a:pt x="10159" y="13362"/>
                    <a:pt x="10176" y="13420"/>
                    <a:pt x="10192" y="13469"/>
                  </a:cubicBezTo>
                  <a:cubicBezTo>
                    <a:pt x="10234" y="13635"/>
                    <a:pt x="10234" y="13801"/>
                    <a:pt x="10258" y="13966"/>
                  </a:cubicBezTo>
                  <a:cubicBezTo>
                    <a:pt x="10283" y="14124"/>
                    <a:pt x="10325" y="14306"/>
                    <a:pt x="10449" y="14414"/>
                  </a:cubicBezTo>
                  <a:cubicBezTo>
                    <a:pt x="10511" y="14469"/>
                    <a:pt x="10577" y="14488"/>
                    <a:pt x="10646" y="14488"/>
                  </a:cubicBezTo>
                  <a:cubicBezTo>
                    <a:pt x="10731" y="14488"/>
                    <a:pt x="10821" y="14458"/>
                    <a:pt x="10913" y="14430"/>
                  </a:cubicBezTo>
                  <a:cubicBezTo>
                    <a:pt x="10938" y="14422"/>
                    <a:pt x="10963" y="14422"/>
                    <a:pt x="10988" y="14414"/>
                  </a:cubicBezTo>
                  <a:cubicBezTo>
                    <a:pt x="10996" y="14430"/>
                    <a:pt x="11012" y="14447"/>
                    <a:pt x="11029" y="14447"/>
                  </a:cubicBezTo>
                  <a:cubicBezTo>
                    <a:pt x="11104" y="14472"/>
                    <a:pt x="11162" y="14505"/>
                    <a:pt x="11211" y="14555"/>
                  </a:cubicBezTo>
                  <a:cubicBezTo>
                    <a:pt x="11170" y="14613"/>
                    <a:pt x="11128" y="14679"/>
                    <a:pt x="11079" y="14729"/>
                  </a:cubicBezTo>
                  <a:cubicBezTo>
                    <a:pt x="11062" y="14754"/>
                    <a:pt x="11046" y="14770"/>
                    <a:pt x="11021" y="14795"/>
                  </a:cubicBezTo>
                  <a:cubicBezTo>
                    <a:pt x="11017" y="14794"/>
                    <a:pt x="11014" y="14793"/>
                    <a:pt x="11012" y="14793"/>
                  </a:cubicBezTo>
                  <a:cubicBezTo>
                    <a:pt x="10994" y="14793"/>
                    <a:pt x="10988" y="14815"/>
                    <a:pt x="10988" y="14836"/>
                  </a:cubicBezTo>
                  <a:cubicBezTo>
                    <a:pt x="10888" y="14928"/>
                    <a:pt x="10789" y="15002"/>
                    <a:pt x="10681" y="15077"/>
                  </a:cubicBezTo>
                  <a:cubicBezTo>
                    <a:pt x="10383" y="15255"/>
                    <a:pt x="10045" y="15354"/>
                    <a:pt x="9703" y="15354"/>
                  </a:cubicBezTo>
                  <a:cubicBezTo>
                    <a:pt x="9664" y="15354"/>
                    <a:pt x="9626" y="15353"/>
                    <a:pt x="9587" y="15350"/>
                  </a:cubicBezTo>
                  <a:cubicBezTo>
                    <a:pt x="9156" y="15325"/>
                    <a:pt x="8775" y="15126"/>
                    <a:pt x="8394" y="14952"/>
                  </a:cubicBezTo>
                  <a:cubicBezTo>
                    <a:pt x="7996" y="14762"/>
                    <a:pt x="7590" y="14580"/>
                    <a:pt x="7193" y="14381"/>
                  </a:cubicBezTo>
                  <a:cubicBezTo>
                    <a:pt x="6994" y="14281"/>
                    <a:pt x="6803" y="14174"/>
                    <a:pt x="6646" y="14016"/>
                  </a:cubicBezTo>
                  <a:cubicBezTo>
                    <a:pt x="6538" y="13900"/>
                    <a:pt x="6472" y="13776"/>
                    <a:pt x="6430" y="13643"/>
                  </a:cubicBezTo>
                  <a:cubicBezTo>
                    <a:pt x="6480" y="13618"/>
                    <a:pt x="6497" y="13544"/>
                    <a:pt x="6455" y="13511"/>
                  </a:cubicBezTo>
                  <a:cubicBezTo>
                    <a:pt x="6439" y="13494"/>
                    <a:pt x="6422" y="13478"/>
                    <a:pt x="6397" y="13461"/>
                  </a:cubicBezTo>
                  <a:cubicBezTo>
                    <a:pt x="6397" y="13461"/>
                    <a:pt x="6397" y="13453"/>
                    <a:pt x="6397" y="13453"/>
                  </a:cubicBezTo>
                  <a:cubicBezTo>
                    <a:pt x="6397" y="13418"/>
                    <a:pt x="6366" y="13400"/>
                    <a:pt x="6338" y="13400"/>
                  </a:cubicBezTo>
                  <a:cubicBezTo>
                    <a:pt x="6326" y="13400"/>
                    <a:pt x="6314" y="13404"/>
                    <a:pt x="6306" y="13411"/>
                  </a:cubicBezTo>
                  <a:cubicBezTo>
                    <a:pt x="6290" y="13403"/>
                    <a:pt x="6273" y="13403"/>
                    <a:pt x="6256" y="13395"/>
                  </a:cubicBezTo>
                  <a:cubicBezTo>
                    <a:pt x="6190" y="13353"/>
                    <a:pt x="6116" y="13320"/>
                    <a:pt x="6041" y="13287"/>
                  </a:cubicBezTo>
                  <a:cubicBezTo>
                    <a:pt x="5909" y="13212"/>
                    <a:pt x="5776" y="13146"/>
                    <a:pt x="5643" y="13063"/>
                  </a:cubicBezTo>
                  <a:cubicBezTo>
                    <a:pt x="5378" y="12906"/>
                    <a:pt x="5113" y="12740"/>
                    <a:pt x="4873" y="12550"/>
                  </a:cubicBezTo>
                  <a:cubicBezTo>
                    <a:pt x="4749" y="12458"/>
                    <a:pt x="4633" y="12359"/>
                    <a:pt x="4517" y="12260"/>
                  </a:cubicBezTo>
                  <a:cubicBezTo>
                    <a:pt x="4401" y="12160"/>
                    <a:pt x="4285" y="12061"/>
                    <a:pt x="4193" y="11945"/>
                  </a:cubicBezTo>
                  <a:cubicBezTo>
                    <a:pt x="4094" y="11820"/>
                    <a:pt x="4036" y="11671"/>
                    <a:pt x="3986" y="11522"/>
                  </a:cubicBezTo>
                  <a:cubicBezTo>
                    <a:pt x="3937" y="11365"/>
                    <a:pt x="3887" y="11207"/>
                    <a:pt x="3854" y="11042"/>
                  </a:cubicBezTo>
                  <a:cubicBezTo>
                    <a:pt x="3754" y="10669"/>
                    <a:pt x="3680" y="10288"/>
                    <a:pt x="3605" y="9907"/>
                  </a:cubicBezTo>
                  <a:cubicBezTo>
                    <a:pt x="3602" y="9892"/>
                    <a:pt x="3588" y="9885"/>
                    <a:pt x="3575" y="9885"/>
                  </a:cubicBezTo>
                  <a:cubicBezTo>
                    <a:pt x="3559" y="9885"/>
                    <a:pt x="3542" y="9896"/>
                    <a:pt x="3547" y="9915"/>
                  </a:cubicBezTo>
                  <a:cubicBezTo>
                    <a:pt x="3589" y="10263"/>
                    <a:pt x="3630" y="10611"/>
                    <a:pt x="3688" y="10959"/>
                  </a:cubicBezTo>
                  <a:cubicBezTo>
                    <a:pt x="3721" y="11133"/>
                    <a:pt x="3763" y="11307"/>
                    <a:pt x="3812" y="11473"/>
                  </a:cubicBezTo>
                  <a:cubicBezTo>
                    <a:pt x="3854" y="11630"/>
                    <a:pt x="3895" y="11787"/>
                    <a:pt x="3978" y="11936"/>
                  </a:cubicBezTo>
                  <a:cubicBezTo>
                    <a:pt x="4061" y="12069"/>
                    <a:pt x="4169" y="12193"/>
                    <a:pt x="4285" y="12301"/>
                  </a:cubicBezTo>
                  <a:cubicBezTo>
                    <a:pt x="4401" y="12409"/>
                    <a:pt x="4525" y="12516"/>
                    <a:pt x="4649" y="12616"/>
                  </a:cubicBezTo>
                  <a:cubicBezTo>
                    <a:pt x="4898" y="12823"/>
                    <a:pt x="5155" y="13014"/>
                    <a:pt x="5428" y="13179"/>
                  </a:cubicBezTo>
                  <a:cubicBezTo>
                    <a:pt x="5577" y="13270"/>
                    <a:pt x="5735" y="13362"/>
                    <a:pt x="5884" y="13444"/>
                  </a:cubicBezTo>
                  <a:cubicBezTo>
                    <a:pt x="5967" y="13486"/>
                    <a:pt x="6049" y="13527"/>
                    <a:pt x="6132" y="13560"/>
                  </a:cubicBezTo>
                  <a:cubicBezTo>
                    <a:pt x="6182" y="13585"/>
                    <a:pt x="6232" y="13610"/>
                    <a:pt x="6290" y="13627"/>
                  </a:cubicBezTo>
                  <a:cubicBezTo>
                    <a:pt x="6323" y="13958"/>
                    <a:pt x="6604" y="14240"/>
                    <a:pt x="6870" y="14406"/>
                  </a:cubicBezTo>
                  <a:cubicBezTo>
                    <a:pt x="7060" y="14522"/>
                    <a:pt x="7267" y="14613"/>
                    <a:pt x="7466" y="14712"/>
                  </a:cubicBezTo>
                  <a:cubicBezTo>
                    <a:pt x="7690" y="14820"/>
                    <a:pt x="7914" y="14928"/>
                    <a:pt x="8137" y="15035"/>
                  </a:cubicBezTo>
                  <a:cubicBezTo>
                    <a:pt x="8386" y="15151"/>
                    <a:pt x="8634" y="15292"/>
                    <a:pt x="8900" y="15392"/>
                  </a:cubicBezTo>
                  <a:cubicBezTo>
                    <a:pt x="8750" y="15474"/>
                    <a:pt x="8659" y="15632"/>
                    <a:pt x="8610" y="15798"/>
                  </a:cubicBezTo>
                  <a:cubicBezTo>
                    <a:pt x="8527" y="16063"/>
                    <a:pt x="8510" y="16353"/>
                    <a:pt x="8485" y="16618"/>
                  </a:cubicBezTo>
                  <a:cubicBezTo>
                    <a:pt x="8427" y="17198"/>
                    <a:pt x="8419" y="17769"/>
                    <a:pt x="8460" y="18341"/>
                  </a:cubicBezTo>
                  <a:cubicBezTo>
                    <a:pt x="8477" y="18499"/>
                    <a:pt x="8485" y="18656"/>
                    <a:pt x="8510" y="18813"/>
                  </a:cubicBezTo>
                  <a:cubicBezTo>
                    <a:pt x="8518" y="18896"/>
                    <a:pt x="8527" y="18979"/>
                    <a:pt x="8535" y="19054"/>
                  </a:cubicBezTo>
                  <a:cubicBezTo>
                    <a:pt x="8543" y="19103"/>
                    <a:pt x="8552" y="19145"/>
                    <a:pt x="8560" y="19186"/>
                  </a:cubicBezTo>
                  <a:cubicBezTo>
                    <a:pt x="8560" y="19228"/>
                    <a:pt x="8585" y="19261"/>
                    <a:pt x="8593" y="19302"/>
                  </a:cubicBezTo>
                  <a:cubicBezTo>
                    <a:pt x="8601" y="19327"/>
                    <a:pt x="8618" y="19344"/>
                    <a:pt x="8626" y="19352"/>
                  </a:cubicBezTo>
                  <a:cubicBezTo>
                    <a:pt x="8634" y="19427"/>
                    <a:pt x="8634" y="19501"/>
                    <a:pt x="8634" y="19576"/>
                  </a:cubicBezTo>
                  <a:cubicBezTo>
                    <a:pt x="8626" y="19783"/>
                    <a:pt x="8601" y="19998"/>
                    <a:pt x="8527" y="20189"/>
                  </a:cubicBezTo>
                  <a:cubicBezTo>
                    <a:pt x="8460" y="20363"/>
                    <a:pt x="8328" y="20495"/>
                    <a:pt x="8146" y="20562"/>
                  </a:cubicBezTo>
                  <a:cubicBezTo>
                    <a:pt x="7955" y="20628"/>
                    <a:pt x="7748" y="20653"/>
                    <a:pt x="7549" y="20669"/>
                  </a:cubicBezTo>
                  <a:cubicBezTo>
                    <a:pt x="7380" y="20685"/>
                    <a:pt x="7210" y="20692"/>
                    <a:pt x="7041" y="20692"/>
                  </a:cubicBezTo>
                  <a:cubicBezTo>
                    <a:pt x="6292" y="20692"/>
                    <a:pt x="5546" y="20552"/>
                    <a:pt x="4823" y="20363"/>
                  </a:cubicBezTo>
                  <a:cubicBezTo>
                    <a:pt x="4376" y="20239"/>
                    <a:pt x="3937" y="20098"/>
                    <a:pt x="3497" y="19957"/>
                  </a:cubicBezTo>
                  <a:cubicBezTo>
                    <a:pt x="3075" y="19824"/>
                    <a:pt x="2644" y="19692"/>
                    <a:pt x="2238" y="19493"/>
                  </a:cubicBezTo>
                  <a:cubicBezTo>
                    <a:pt x="1832" y="19294"/>
                    <a:pt x="1467" y="19029"/>
                    <a:pt x="1103" y="18764"/>
                  </a:cubicBezTo>
                  <a:cubicBezTo>
                    <a:pt x="912" y="18631"/>
                    <a:pt x="730" y="18499"/>
                    <a:pt x="548" y="18358"/>
                  </a:cubicBezTo>
                  <a:cubicBezTo>
                    <a:pt x="465" y="18291"/>
                    <a:pt x="366" y="18225"/>
                    <a:pt x="299" y="18142"/>
                  </a:cubicBezTo>
                  <a:cubicBezTo>
                    <a:pt x="233" y="18059"/>
                    <a:pt x="250" y="17968"/>
                    <a:pt x="291" y="17877"/>
                  </a:cubicBezTo>
                  <a:cubicBezTo>
                    <a:pt x="382" y="17687"/>
                    <a:pt x="515" y="17513"/>
                    <a:pt x="622" y="17330"/>
                  </a:cubicBezTo>
                  <a:cubicBezTo>
                    <a:pt x="730" y="17140"/>
                    <a:pt x="838" y="16957"/>
                    <a:pt x="937" y="16767"/>
                  </a:cubicBezTo>
                  <a:cubicBezTo>
                    <a:pt x="1136" y="16394"/>
                    <a:pt x="1318" y="16005"/>
                    <a:pt x="1426" y="15599"/>
                  </a:cubicBezTo>
                  <a:cubicBezTo>
                    <a:pt x="1451" y="15499"/>
                    <a:pt x="1467" y="15400"/>
                    <a:pt x="1476" y="15300"/>
                  </a:cubicBezTo>
                  <a:cubicBezTo>
                    <a:pt x="1476" y="15292"/>
                    <a:pt x="1476" y="15284"/>
                    <a:pt x="1467" y="15276"/>
                  </a:cubicBezTo>
                  <a:cubicBezTo>
                    <a:pt x="1509" y="15135"/>
                    <a:pt x="1550" y="15002"/>
                    <a:pt x="1583" y="14861"/>
                  </a:cubicBezTo>
                  <a:cubicBezTo>
                    <a:pt x="1708" y="14364"/>
                    <a:pt x="1791" y="13859"/>
                    <a:pt x="1890" y="13362"/>
                  </a:cubicBezTo>
                  <a:cubicBezTo>
                    <a:pt x="2097" y="12276"/>
                    <a:pt x="2371" y="11207"/>
                    <a:pt x="2636" y="10139"/>
                  </a:cubicBezTo>
                  <a:cubicBezTo>
                    <a:pt x="2710" y="9840"/>
                    <a:pt x="2785" y="9542"/>
                    <a:pt x="2851" y="9235"/>
                  </a:cubicBezTo>
                  <a:cubicBezTo>
                    <a:pt x="2893" y="9070"/>
                    <a:pt x="2917" y="8896"/>
                    <a:pt x="2984" y="8738"/>
                  </a:cubicBezTo>
                  <a:cubicBezTo>
                    <a:pt x="3009" y="8796"/>
                    <a:pt x="3042" y="8846"/>
                    <a:pt x="3067" y="8896"/>
                  </a:cubicBezTo>
                  <a:cubicBezTo>
                    <a:pt x="3096" y="8940"/>
                    <a:pt x="3152" y="9084"/>
                    <a:pt x="3229" y="9084"/>
                  </a:cubicBezTo>
                  <a:cubicBezTo>
                    <a:pt x="3238" y="9084"/>
                    <a:pt x="3248" y="9082"/>
                    <a:pt x="3257" y="9078"/>
                  </a:cubicBezTo>
                  <a:cubicBezTo>
                    <a:pt x="3357" y="9037"/>
                    <a:pt x="3249" y="8879"/>
                    <a:pt x="3224" y="8829"/>
                  </a:cubicBezTo>
                  <a:cubicBezTo>
                    <a:pt x="3183" y="8747"/>
                    <a:pt x="3116" y="8655"/>
                    <a:pt x="3108" y="8564"/>
                  </a:cubicBezTo>
                  <a:cubicBezTo>
                    <a:pt x="3108" y="8556"/>
                    <a:pt x="3108" y="8556"/>
                    <a:pt x="3108" y="8556"/>
                  </a:cubicBezTo>
                  <a:cubicBezTo>
                    <a:pt x="3141" y="8523"/>
                    <a:pt x="3133" y="8465"/>
                    <a:pt x="3100" y="8440"/>
                  </a:cubicBezTo>
                  <a:cubicBezTo>
                    <a:pt x="3108" y="8374"/>
                    <a:pt x="3116" y="8307"/>
                    <a:pt x="3108" y="8233"/>
                  </a:cubicBezTo>
                  <a:cubicBezTo>
                    <a:pt x="3108" y="8191"/>
                    <a:pt x="3100" y="8150"/>
                    <a:pt x="3083" y="8109"/>
                  </a:cubicBezTo>
                  <a:cubicBezTo>
                    <a:pt x="3108" y="8100"/>
                    <a:pt x="3125" y="8084"/>
                    <a:pt x="3141" y="8067"/>
                  </a:cubicBezTo>
                  <a:cubicBezTo>
                    <a:pt x="3197" y="7979"/>
                    <a:pt x="3107" y="7876"/>
                    <a:pt x="3026" y="7876"/>
                  </a:cubicBezTo>
                  <a:cubicBezTo>
                    <a:pt x="3023" y="7876"/>
                    <a:pt x="3020" y="7876"/>
                    <a:pt x="3017" y="7877"/>
                  </a:cubicBezTo>
                  <a:cubicBezTo>
                    <a:pt x="3000" y="7868"/>
                    <a:pt x="2984" y="7852"/>
                    <a:pt x="2959" y="7843"/>
                  </a:cubicBezTo>
                  <a:cubicBezTo>
                    <a:pt x="2917" y="7819"/>
                    <a:pt x="2868" y="7802"/>
                    <a:pt x="2818" y="7794"/>
                  </a:cubicBezTo>
                  <a:cubicBezTo>
                    <a:pt x="2727" y="7769"/>
                    <a:pt x="2652" y="7752"/>
                    <a:pt x="2594" y="7669"/>
                  </a:cubicBezTo>
                  <a:cubicBezTo>
                    <a:pt x="2462" y="7504"/>
                    <a:pt x="2503" y="7280"/>
                    <a:pt x="2569" y="7098"/>
                  </a:cubicBezTo>
                  <a:cubicBezTo>
                    <a:pt x="2652" y="6866"/>
                    <a:pt x="2760" y="6642"/>
                    <a:pt x="2826" y="6402"/>
                  </a:cubicBezTo>
                  <a:cubicBezTo>
                    <a:pt x="2884" y="6170"/>
                    <a:pt x="2926" y="5921"/>
                    <a:pt x="2951" y="5681"/>
                  </a:cubicBezTo>
                  <a:cubicBezTo>
                    <a:pt x="3033" y="4662"/>
                    <a:pt x="2785" y="3659"/>
                    <a:pt x="2710" y="2648"/>
                  </a:cubicBezTo>
                  <a:cubicBezTo>
                    <a:pt x="2669" y="2102"/>
                    <a:pt x="2669" y="1538"/>
                    <a:pt x="2818" y="1008"/>
                  </a:cubicBezTo>
                  <a:cubicBezTo>
                    <a:pt x="2917" y="1066"/>
                    <a:pt x="2975" y="1174"/>
                    <a:pt x="3025" y="1273"/>
                  </a:cubicBezTo>
                  <a:cubicBezTo>
                    <a:pt x="3108" y="1447"/>
                    <a:pt x="3174" y="1629"/>
                    <a:pt x="3249" y="1812"/>
                  </a:cubicBezTo>
                  <a:cubicBezTo>
                    <a:pt x="3398" y="2184"/>
                    <a:pt x="3547" y="2557"/>
                    <a:pt x="3696" y="2930"/>
                  </a:cubicBezTo>
                  <a:cubicBezTo>
                    <a:pt x="3771" y="3112"/>
                    <a:pt x="3837" y="3295"/>
                    <a:pt x="3895" y="3485"/>
                  </a:cubicBezTo>
                  <a:cubicBezTo>
                    <a:pt x="3945" y="3668"/>
                    <a:pt x="3978" y="3850"/>
                    <a:pt x="4028" y="4032"/>
                  </a:cubicBezTo>
                  <a:cubicBezTo>
                    <a:pt x="4069" y="4214"/>
                    <a:pt x="4144" y="4380"/>
                    <a:pt x="4260" y="4538"/>
                  </a:cubicBezTo>
                  <a:cubicBezTo>
                    <a:pt x="4376" y="4695"/>
                    <a:pt x="4500" y="4852"/>
                    <a:pt x="4624" y="5010"/>
                  </a:cubicBezTo>
                  <a:cubicBezTo>
                    <a:pt x="4840" y="5283"/>
                    <a:pt x="5080" y="5664"/>
                    <a:pt x="5461" y="5722"/>
                  </a:cubicBezTo>
                  <a:cubicBezTo>
                    <a:pt x="5464" y="5723"/>
                    <a:pt x="5467" y="5723"/>
                    <a:pt x="5470" y="5723"/>
                  </a:cubicBezTo>
                  <a:cubicBezTo>
                    <a:pt x="5538" y="5723"/>
                    <a:pt x="5566" y="5630"/>
                    <a:pt x="5494" y="5606"/>
                  </a:cubicBezTo>
                  <a:cubicBezTo>
                    <a:pt x="5337" y="5565"/>
                    <a:pt x="5213" y="5457"/>
                    <a:pt x="5105" y="5341"/>
                  </a:cubicBezTo>
                  <a:cubicBezTo>
                    <a:pt x="5072" y="5300"/>
                    <a:pt x="5039" y="5267"/>
                    <a:pt x="5014" y="5234"/>
                  </a:cubicBezTo>
                  <a:cubicBezTo>
                    <a:pt x="5130" y="5225"/>
                    <a:pt x="5246" y="5217"/>
                    <a:pt x="5362" y="5200"/>
                  </a:cubicBezTo>
                  <a:cubicBezTo>
                    <a:pt x="5503" y="5184"/>
                    <a:pt x="5635" y="5159"/>
                    <a:pt x="5776" y="5142"/>
                  </a:cubicBezTo>
                  <a:cubicBezTo>
                    <a:pt x="6066" y="5109"/>
                    <a:pt x="6348" y="5076"/>
                    <a:pt x="6638" y="5043"/>
                  </a:cubicBezTo>
                  <a:cubicBezTo>
                    <a:pt x="6928" y="5018"/>
                    <a:pt x="7209" y="4993"/>
                    <a:pt x="7499" y="4968"/>
                  </a:cubicBezTo>
                  <a:cubicBezTo>
                    <a:pt x="7773" y="4952"/>
                    <a:pt x="8046" y="4935"/>
                    <a:pt x="8320" y="4935"/>
                  </a:cubicBezTo>
                  <a:cubicBezTo>
                    <a:pt x="8610" y="4944"/>
                    <a:pt x="8883" y="4985"/>
                    <a:pt x="9156" y="5084"/>
                  </a:cubicBezTo>
                  <a:cubicBezTo>
                    <a:pt x="9148" y="5126"/>
                    <a:pt x="9140" y="5159"/>
                    <a:pt x="9132" y="5192"/>
                  </a:cubicBezTo>
                  <a:cubicBezTo>
                    <a:pt x="9122" y="5227"/>
                    <a:pt x="9151" y="5250"/>
                    <a:pt x="9179" y="5250"/>
                  </a:cubicBezTo>
                  <a:cubicBezTo>
                    <a:pt x="9198" y="5250"/>
                    <a:pt x="9216" y="5240"/>
                    <a:pt x="9223" y="5217"/>
                  </a:cubicBezTo>
                  <a:cubicBezTo>
                    <a:pt x="9239" y="5167"/>
                    <a:pt x="9264" y="5118"/>
                    <a:pt x="9281" y="5068"/>
                  </a:cubicBezTo>
                  <a:cubicBezTo>
                    <a:pt x="9289" y="5051"/>
                    <a:pt x="9289" y="5043"/>
                    <a:pt x="9289" y="5026"/>
                  </a:cubicBezTo>
                  <a:cubicBezTo>
                    <a:pt x="9330" y="4919"/>
                    <a:pt x="9380" y="4811"/>
                    <a:pt x="9413" y="4703"/>
                  </a:cubicBezTo>
                  <a:cubicBezTo>
                    <a:pt x="9480" y="4538"/>
                    <a:pt x="9538" y="4372"/>
                    <a:pt x="9604" y="4206"/>
                  </a:cubicBezTo>
                  <a:cubicBezTo>
                    <a:pt x="9728" y="3875"/>
                    <a:pt x="9869" y="3543"/>
                    <a:pt x="9993" y="3204"/>
                  </a:cubicBezTo>
                  <a:cubicBezTo>
                    <a:pt x="10250" y="2557"/>
                    <a:pt x="10482" y="1894"/>
                    <a:pt x="10548" y="1190"/>
                  </a:cubicBezTo>
                  <a:cubicBezTo>
                    <a:pt x="10565" y="1000"/>
                    <a:pt x="10565" y="817"/>
                    <a:pt x="10565" y="627"/>
                  </a:cubicBezTo>
                  <a:cubicBezTo>
                    <a:pt x="10565" y="536"/>
                    <a:pt x="10573" y="436"/>
                    <a:pt x="10590" y="337"/>
                  </a:cubicBezTo>
                  <a:close/>
                  <a:moveTo>
                    <a:pt x="10643" y="1"/>
                  </a:moveTo>
                  <a:cubicBezTo>
                    <a:pt x="10624" y="1"/>
                    <a:pt x="10603" y="10"/>
                    <a:pt x="10590" y="30"/>
                  </a:cubicBezTo>
                  <a:cubicBezTo>
                    <a:pt x="10540" y="97"/>
                    <a:pt x="10499" y="155"/>
                    <a:pt x="10474" y="237"/>
                  </a:cubicBezTo>
                  <a:cubicBezTo>
                    <a:pt x="10449" y="312"/>
                    <a:pt x="10432" y="395"/>
                    <a:pt x="10432" y="478"/>
                  </a:cubicBezTo>
                  <a:cubicBezTo>
                    <a:pt x="10416" y="643"/>
                    <a:pt x="10424" y="809"/>
                    <a:pt x="10416" y="983"/>
                  </a:cubicBezTo>
                  <a:cubicBezTo>
                    <a:pt x="10399" y="1339"/>
                    <a:pt x="10341" y="1687"/>
                    <a:pt x="10250" y="2035"/>
                  </a:cubicBezTo>
                  <a:cubicBezTo>
                    <a:pt x="10068" y="2723"/>
                    <a:pt x="9770" y="3378"/>
                    <a:pt x="9504" y="4040"/>
                  </a:cubicBezTo>
                  <a:cubicBezTo>
                    <a:pt x="9430" y="4223"/>
                    <a:pt x="9355" y="4405"/>
                    <a:pt x="9289" y="4596"/>
                  </a:cubicBezTo>
                  <a:cubicBezTo>
                    <a:pt x="9256" y="4703"/>
                    <a:pt x="9223" y="4811"/>
                    <a:pt x="9198" y="4919"/>
                  </a:cubicBezTo>
                  <a:cubicBezTo>
                    <a:pt x="8901" y="4793"/>
                    <a:pt x="8580" y="4759"/>
                    <a:pt x="8258" y="4759"/>
                  </a:cubicBezTo>
                  <a:cubicBezTo>
                    <a:pt x="8050" y="4759"/>
                    <a:pt x="7842" y="4773"/>
                    <a:pt x="7640" y="4786"/>
                  </a:cubicBezTo>
                  <a:cubicBezTo>
                    <a:pt x="7060" y="4828"/>
                    <a:pt x="6472" y="4886"/>
                    <a:pt x="5892" y="4960"/>
                  </a:cubicBezTo>
                  <a:cubicBezTo>
                    <a:pt x="5735" y="4985"/>
                    <a:pt x="5569" y="5002"/>
                    <a:pt x="5411" y="5035"/>
                  </a:cubicBezTo>
                  <a:cubicBezTo>
                    <a:pt x="5329" y="5043"/>
                    <a:pt x="5246" y="5060"/>
                    <a:pt x="5163" y="5076"/>
                  </a:cubicBezTo>
                  <a:cubicBezTo>
                    <a:pt x="5080" y="5093"/>
                    <a:pt x="5014" y="5118"/>
                    <a:pt x="4939" y="5142"/>
                  </a:cubicBezTo>
                  <a:cubicBezTo>
                    <a:pt x="4873" y="5060"/>
                    <a:pt x="4815" y="4985"/>
                    <a:pt x="4757" y="4910"/>
                  </a:cubicBezTo>
                  <a:cubicBezTo>
                    <a:pt x="4641" y="4753"/>
                    <a:pt x="4517" y="4612"/>
                    <a:pt x="4401" y="4455"/>
                  </a:cubicBezTo>
                  <a:cubicBezTo>
                    <a:pt x="4293" y="4297"/>
                    <a:pt x="4218" y="4132"/>
                    <a:pt x="4177" y="3941"/>
                  </a:cubicBezTo>
                  <a:cubicBezTo>
                    <a:pt x="4135" y="3750"/>
                    <a:pt x="4094" y="3560"/>
                    <a:pt x="4036" y="3369"/>
                  </a:cubicBezTo>
                  <a:cubicBezTo>
                    <a:pt x="3978" y="3187"/>
                    <a:pt x="3912" y="3013"/>
                    <a:pt x="3837" y="2839"/>
                  </a:cubicBezTo>
                  <a:cubicBezTo>
                    <a:pt x="3688" y="2458"/>
                    <a:pt x="3531" y="2077"/>
                    <a:pt x="3373" y="1696"/>
                  </a:cubicBezTo>
                  <a:cubicBezTo>
                    <a:pt x="3299" y="1513"/>
                    <a:pt x="3232" y="1315"/>
                    <a:pt x="3141" y="1141"/>
                  </a:cubicBezTo>
                  <a:cubicBezTo>
                    <a:pt x="3067" y="991"/>
                    <a:pt x="2951" y="859"/>
                    <a:pt x="2785" y="826"/>
                  </a:cubicBezTo>
                  <a:cubicBezTo>
                    <a:pt x="2776" y="822"/>
                    <a:pt x="2767" y="820"/>
                    <a:pt x="2759" y="820"/>
                  </a:cubicBezTo>
                  <a:cubicBezTo>
                    <a:pt x="2727" y="820"/>
                    <a:pt x="2698" y="843"/>
                    <a:pt x="2685" y="875"/>
                  </a:cubicBezTo>
                  <a:cubicBezTo>
                    <a:pt x="2536" y="1439"/>
                    <a:pt x="2511" y="2019"/>
                    <a:pt x="2545" y="2599"/>
                  </a:cubicBezTo>
                  <a:cubicBezTo>
                    <a:pt x="2586" y="3170"/>
                    <a:pt x="2677" y="3734"/>
                    <a:pt x="2727" y="4306"/>
                  </a:cubicBezTo>
                  <a:cubicBezTo>
                    <a:pt x="2785" y="4861"/>
                    <a:pt x="2810" y="5424"/>
                    <a:pt x="2727" y="5979"/>
                  </a:cubicBezTo>
                  <a:cubicBezTo>
                    <a:pt x="2677" y="6244"/>
                    <a:pt x="2611" y="6510"/>
                    <a:pt x="2503" y="6758"/>
                  </a:cubicBezTo>
                  <a:cubicBezTo>
                    <a:pt x="2395" y="6998"/>
                    <a:pt x="2279" y="7247"/>
                    <a:pt x="2329" y="7512"/>
                  </a:cubicBezTo>
                  <a:cubicBezTo>
                    <a:pt x="2346" y="7636"/>
                    <a:pt x="2395" y="7752"/>
                    <a:pt x="2478" y="7835"/>
                  </a:cubicBezTo>
                  <a:cubicBezTo>
                    <a:pt x="2569" y="7935"/>
                    <a:pt x="2685" y="7959"/>
                    <a:pt x="2818" y="7993"/>
                  </a:cubicBezTo>
                  <a:cubicBezTo>
                    <a:pt x="2876" y="8009"/>
                    <a:pt x="2901" y="8059"/>
                    <a:pt x="2951" y="8092"/>
                  </a:cubicBezTo>
                  <a:cubicBezTo>
                    <a:pt x="2959" y="8158"/>
                    <a:pt x="2959" y="8225"/>
                    <a:pt x="2959" y="8291"/>
                  </a:cubicBezTo>
                  <a:cubicBezTo>
                    <a:pt x="2951" y="8349"/>
                    <a:pt x="2942" y="8407"/>
                    <a:pt x="2934" y="8457"/>
                  </a:cubicBezTo>
                  <a:cubicBezTo>
                    <a:pt x="2793" y="8548"/>
                    <a:pt x="2752" y="8763"/>
                    <a:pt x="2719" y="8912"/>
                  </a:cubicBezTo>
                  <a:cubicBezTo>
                    <a:pt x="2652" y="9186"/>
                    <a:pt x="2586" y="9459"/>
                    <a:pt x="2528" y="9733"/>
                  </a:cubicBezTo>
                  <a:cubicBezTo>
                    <a:pt x="2395" y="10279"/>
                    <a:pt x="2263" y="10826"/>
                    <a:pt x="2139" y="11373"/>
                  </a:cubicBezTo>
                  <a:cubicBezTo>
                    <a:pt x="2014" y="11920"/>
                    <a:pt x="1898" y="12475"/>
                    <a:pt x="1791" y="13030"/>
                  </a:cubicBezTo>
                  <a:cubicBezTo>
                    <a:pt x="1699" y="13536"/>
                    <a:pt x="1617" y="14058"/>
                    <a:pt x="1509" y="14563"/>
                  </a:cubicBezTo>
                  <a:cubicBezTo>
                    <a:pt x="1451" y="14845"/>
                    <a:pt x="1385" y="15118"/>
                    <a:pt x="1302" y="15392"/>
                  </a:cubicBezTo>
                  <a:cubicBezTo>
                    <a:pt x="1219" y="15682"/>
                    <a:pt x="1136" y="15963"/>
                    <a:pt x="1012" y="16237"/>
                  </a:cubicBezTo>
                  <a:cubicBezTo>
                    <a:pt x="1012" y="16253"/>
                    <a:pt x="1012" y="16262"/>
                    <a:pt x="1012" y="16270"/>
                  </a:cubicBezTo>
                  <a:cubicBezTo>
                    <a:pt x="970" y="16353"/>
                    <a:pt x="929" y="16436"/>
                    <a:pt x="887" y="16518"/>
                  </a:cubicBezTo>
                  <a:cubicBezTo>
                    <a:pt x="672" y="16916"/>
                    <a:pt x="432" y="17289"/>
                    <a:pt x="200" y="17670"/>
                  </a:cubicBezTo>
                  <a:cubicBezTo>
                    <a:pt x="84" y="17861"/>
                    <a:pt x="1" y="18084"/>
                    <a:pt x="167" y="18275"/>
                  </a:cubicBezTo>
                  <a:cubicBezTo>
                    <a:pt x="233" y="18358"/>
                    <a:pt x="324" y="18416"/>
                    <a:pt x="407" y="18482"/>
                  </a:cubicBezTo>
                  <a:cubicBezTo>
                    <a:pt x="506" y="18557"/>
                    <a:pt x="606" y="18639"/>
                    <a:pt x="705" y="18706"/>
                  </a:cubicBezTo>
                  <a:cubicBezTo>
                    <a:pt x="1086" y="18987"/>
                    <a:pt x="1467" y="19277"/>
                    <a:pt x="1873" y="19518"/>
                  </a:cubicBezTo>
                  <a:cubicBezTo>
                    <a:pt x="2288" y="19758"/>
                    <a:pt x="2727" y="19915"/>
                    <a:pt x="3174" y="20065"/>
                  </a:cubicBezTo>
                  <a:cubicBezTo>
                    <a:pt x="3638" y="20214"/>
                    <a:pt x="4094" y="20363"/>
                    <a:pt x="4558" y="20495"/>
                  </a:cubicBezTo>
                  <a:cubicBezTo>
                    <a:pt x="5364" y="20718"/>
                    <a:pt x="6194" y="20898"/>
                    <a:pt x="7028" y="20898"/>
                  </a:cubicBezTo>
                  <a:cubicBezTo>
                    <a:pt x="7155" y="20898"/>
                    <a:pt x="7282" y="20894"/>
                    <a:pt x="7408" y="20885"/>
                  </a:cubicBezTo>
                  <a:cubicBezTo>
                    <a:pt x="7632" y="20868"/>
                    <a:pt x="7864" y="20852"/>
                    <a:pt x="8079" y="20794"/>
                  </a:cubicBezTo>
                  <a:cubicBezTo>
                    <a:pt x="8278" y="20744"/>
                    <a:pt x="8469" y="20645"/>
                    <a:pt x="8601" y="20479"/>
                  </a:cubicBezTo>
                  <a:cubicBezTo>
                    <a:pt x="8726" y="20313"/>
                    <a:pt x="8784" y="20114"/>
                    <a:pt x="8808" y="19915"/>
                  </a:cubicBezTo>
                  <a:cubicBezTo>
                    <a:pt x="8850" y="19675"/>
                    <a:pt x="8850" y="19435"/>
                    <a:pt x="8825" y="19203"/>
                  </a:cubicBezTo>
                  <a:cubicBezTo>
                    <a:pt x="8817" y="19079"/>
                    <a:pt x="8792" y="18963"/>
                    <a:pt x="8767" y="18838"/>
                  </a:cubicBezTo>
                  <a:cubicBezTo>
                    <a:pt x="8759" y="18805"/>
                    <a:pt x="8734" y="18780"/>
                    <a:pt x="8709" y="18772"/>
                  </a:cubicBezTo>
                  <a:cubicBezTo>
                    <a:pt x="8701" y="18673"/>
                    <a:pt x="8692" y="18581"/>
                    <a:pt x="8684" y="18482"/>
                  </a:cubicBezTo>
                  <a:cubicBezTo>
                    <a:pt x="8659" y="18217"/>
                    <a:pt x="8651" y="17943"/>
                    <a:pt x="8643" y="17678"/>
                  </a:cubicBezTo>
                  <a:cubicBezTo>
                    <a:pt x="8634" y="17140"/>
                    <a:pt x="8668" y="16610"/>
                    <a:pt x="8734" y="16071"/>
                  </a:cubicBezTo>
                  <a:cubicBezTo>
                    <a:pt x="8767" y="15839"/>
                    <a:pt x="8825" y="15541"/>
                    <a:pt x="9074" y="15450"/>
                  </a:cubicBezTo>
                  <a:cubicBezTo>
                    <a:pt x="9190" y="15483"/>
                    <a:pt x="9306" y="15516"/>
                    <a:pt x="9422" y="15532"/>
                  </a:cubicBezTo>
                  <a:cubicBezTo>
                    <a:pt x="9480" y="15541"/>
                    <a:pt x="9538" y="15541"/>
                    <a:pt x="9596" y="15541"/>
                  </a:cubicBezTo>
                  <a:cubicBezTo>
                    <a:pt x="9604" y="15549"/>
                    <a:pt x="9612" y="15549"/>
                    <a:pt x="9612" y="15549"/>
                  </a:cubicBezTo>
                  <a:cubicBezTo>
                    <a:pt x="9811" y="15557"/>
                    <a:pt x="10010" y="15582"/>
                    <a:pt x="10209" y="15607"/>
                  </a:cubicBezTo>
                  <a:cubicBezTo>
                    <a:pt x="10357" y="15633"/>
                    <a:pt x="10506" y="15654"/>
                    <a:pt x="10655" y="15654"/>
                  </a:cubicBezTo>
                  <a:cubicBezTo>
                    <a:pt x="10697" y="15654"/>
                    <a:pt x="10739" y="15652"/>
                    <a:pt x="10780" y="15648"/>
                  </a:cubicBezTo>
                  <a:cubicBezTo>
                    <a:pt x="10963" y="15632"/>
                    <a:pt x="11137" y="15582"/>
                    <a:pt x="11294" y="15516"/>
                  </a:cubicBezTo>
                  <a:cubicBezTo>
                    <a:pt x="11377" y="15483"/>
                    <a:pt x="11493" y="15433"/>
                    <a:pt x="11534" y="15358"/>
                  </a:cubicBezTo>
                  <a:cubicBezTo>
                    <a:pt x="11614" y="15401"/>
                    <a:pt x="11700" y="15426"/>
                    <a:pt x="11788" y="15426"/>
                  </a:cubicBezTo>
                  <a:cubicBezTo>
                    <a:pt x="11838" y="15426"/>
                    <a:pt x="11889" y="15418"/>
                    <a:pt x="11940" y="15400"/>
                  </a:cubicBezTo>
                  <a:cubicBezTo>
                    <a:pt x="12131" y="15325"/>
                    <a:pt x="12197" y="15118"/>
                    <a:pt x="12222" y="14936"/>
                  </a:cubicBezTo>
                  <a:cubicBezTo>
                    <a:pt x="12230" y="14870"/>
                    <a:pt x="12239" y="14803"/>
                    <a:pt x="12239" y="14737"/>
                  </a:cubicBezTo>
                  <a:cubicBezTo>
                    <a:pt x="12247" y="14745"/>
                    <a:pt x="12255" y="14754"/>
                    <a:pt x="12263" y="14754"/>
                  </a:cubicBezTo>
                  <a:cubicBezTo>
                    <a:pt x="12272" y="14754"/>
                    <a:pt x="12280" y="14762"/>
                    <a:pt x="12288" y="14762"/>
                  </a:cubicBezTo>
                  <a:cubicBezTo>
                    <a:pt x="12297" y="14770"/>
                    <a:pt x="12305" y="14770"/>
                    <a:pt x="12313" y="14770"/>
                  </a:cubicBezTo>
                  <a:cubicBezTo>
                    <a:pt x="12338" y="14778"/>
                    <a:pt x="12355" y="14778"/>
                    <a:pt x="12379" y="14778"/>
                  </a:cubicBezTo>
                  <a:cubicBezTo>
                    <a:pt x="12388" y="14778"/>
                    <a:pt x="12396" y="14770"/>
                    <a:pt x="12404" y="14762"/>
                  </a:cubicBezTo>
                  <a:cubicBezTo>
                    <a:pt x="12404" y="14754"/>
                    <a:pt x="12404" y="14745"/>
                    <a:pt x="12388" y="14737"/>
                  </a:cubicBezTo>
                  <a:cubicBezTo>
                    <a:pt x="12379" y="14729"/>
                    <a:pt x="12371" y="14729"/>
                    <a:pt x="12363" y="14720"/>
                  </a:cubicBezTo>
                  <a:cubicBezTo>
                    <a:pt x="12355" y="14720"/>
                    <a:pt x="12346" y="14712"/>
                    <a:pt x="12338" y="14704"/>
                  </a:cubicBezTo>
                  <a:cubicBezTo>
                    <a:pt x="12321" y="14704"/>
                    <a:pt x="12297" y="14696"/>
                    <a:pt x="12280" y="14687"/>
                  </a:cubicBezTo>
                  <a:cubicBezTo>
                    <a:pt x="12272" y="14687"/>
                    <a:pt x="12255" y="14687"/>
                    <a:pt x="12247" y="14696"/>
                  </a:cubicBezTo>
                  <a:lnTo>
                    <a:pt x="12247" y="14621"/>
                  </a:lnTo>
                  <a:cubicBezTo>
                    <a:pt x="12247" y="14596"/>
                    <a:pt x="12255" y="14580"/>
                    <a:pt x="12255" y="14555"/>
                  </a:cubicBezTo>
                  <a:cubicBezTo>
                    <a:pt x="12259" y="14559"/>
                    <a:pt x="12263" y="14561"/>
                    <a:pt x="12269" y="14561"/>
                  </a:cubicBezTo>
                  <a:cubicBezTo>
                    <a:pt x="12274" y="14561"/>
                    <a:pt x="12280" y="14559"/>
                    <a:pt x="12288" y="14555"/>
                  </a:cubicBezTo>
                  <a:lnTo>
                    <a:pt x="12305" y="14555"/>
                  </a:lnTo>
                  <a:cubicBezTo>
                    <a:pt x="12305" y="14555"/>
                    <a:pt x="12313" y="14546"/>
                    <a:pt x="12313" y="14546"/>
                  </a:cubicBezTo>
                  <a:lnTo>
                    <a:pt x="12371" y="14546"/>
                  </a:lnTo>
                  <a:cubicBezTo>
                    <a:pt x="12371" y="14546"/>
                    <a:pt x="12379" y="14555"/>
                    <a:pt x="12379" y="14555"/>
                  </a:cubicBezTo>
                  <a:cubicBezTo>
                    <a:pt x="12388" y="14555"/>
                    <a:pt x="12396" y="14555"/>
                    <a:pt x="12404" y="14563"/>
                  </a:cubicBezTo>
                  <a:lnTo>
                    <a:pt x="12429" y="14563"/>
                  </a:lnTo>
                  <a:cubicBezTo>
                    <a:pt x="12429" y="14571"/>
                    <a:pt x="12429" y="14571"/>
                    <a:pt x="12437" y="14571"/>
                  </a:cubicBezTo>
                  <a:lnTo>
                    <a:pt x="12454" y="14571"/>
                  </a:lnTo>
                  <a:cubicBezTo>
                    <a:pt x="12479" y="14571"/>
                    <a:pt x="12487" y="14555"/>
                    <a:pt x="12487" y="14530"/>
                  </a:cubicBezTo>
                  <a:cubicBezTo>
                    <a:pt x="12479" y="14505"/>
                    <a:pt x="12454" y="14488"/>
                    <a:pt x="12437" y="14480"/>
                  </a:cubicBezTo>
                  <a:cubicBezTo>
                    <a:pt x="12413" y="14464"/>
                    <a:pt x="12396" y="14464"/>
                    <a:pt x="12371" y="14464"/>
                  </a:cubicBezTo>
                  <a:cubicBezTo>
                    <a:pt x="12330" y="14464"/>
                    <a:pt x="12288" y="14472"/>
                    <a:pt x="12255" y="14497"/>
                  </a:cubicBezTo>
                  <a:cubicBezTo>
                    <a:pt x="12263" y="14439"/>
                    <a:pt x="12255" y="14381"/>
                    <a:pt x="12214" y="14331"/>
                  </a:cubicBezTo>
                  <a:cubicBezTo>
                    <a:pt x="12355" y="14223"/>
                    <a:pt x="12471" y="14082"/>
                    <a:pt x="12553" y="13925"/>
                  </a:cubicBezTo>
                  <a:cubicBezTo>
                    <a:pt x="12669" y="13685"/>
                    <a:pt x="12744" y="13362"/>
                    <a:pt x="12678" y="13080"/>
                  </a:cubicBezTo>
                  <a:cubicBezTo>
                    <a:pt x="12703" y="12980"/>
                    <a:pt x="12653" y="12873"/>
                    <a:pt x="12603" y="12790"/>
                  </a:cubicBezTo>
                  <a:cubicBezTo>
                    <a:pt x="12553" y="12690"/>
                    <a:pt x="12479" y="12608"/>
                    <a:pt x="12413" y="12525"/>
                  </a:cubicBezTo>
                  <a:cubicBezTo>
                    <a:pt x="12263" y="12359"/>
                    <a:pt x="12089" y="12202"/>
                    <a:pt x="11973" y="12011"/>
                  </a:cubicBezTo>
                  <a:cubicBezTo>
                    <a:pt x="11833" y="11779"/>
                    <a:pt x="11799" y="11514"/>
                    <a:pt x="11708" y="11257"/>
                  </a:cubicBezTo>
                  <a:cubicBezTo>
                    <a:pt x="11659" y="11133"/>
                    <a:pt x="11609" y="11009"/>
                    <a:pt x="11526" y="10893"/>
                  </a:cubicBezTo>
                  <a:cubicBezTo>
                    <a:pt x="11451" y="10777"/>
                    <a:pt x="11360" y="10669"/>
                    <a:pt x="11278" y="10553"/>
                  </a:cubicBezTo>
                  <a:cubicBezTo>
                    <a:pt x="11244" y="10511"/>
                    <a:pt x="11211" y="10470"/>
                    <a:pt x="11186" y="10420"/>
                  </a:cubicBezTo>
                  <a:cubicBezTo>
                    <a:pt x="11186" y="10395"/>
                    <a:pt x="11203" y="10371"/>
                    <a:pt x="11203" y="10337"/>
                  </a:cubicBezTo>
                  <a:lnTo>
                    <a:pt x="11203" y="10246"/>
                  </a:lnTo>
                  <a:cubicBezTo>
                    <a:pt x="11203" y="10197"/>
                    <a:pt x="11203" y="10139"/>
                    <a:pt x="11211" y="10081"/>
                  </a:cubicBezTo>
                  <a:cubicBezTo>
                    <a:pt x="11228" y="9973"/>
                    <a:pt x="11253" y="9865"/>
                    <a:pt x="11278" y="9757"/>
                  </a:cubicBezTo>
                  <a:cubicBezTo>
                    <a:pt x="11344" y="9534"/>
                    <a:pt x="11427" y="9318"/>
                    <a:pt x="11485" y="9103"/>
                  </a:cubicBezTo>
                  <a:cubicBezTo>
                    <a:pt x="11601" y="8697"/>
                    <a:pt x="11667" y="8158"/>
                    <a:pt x="11319" y="7843"/>
                  </a:cubicBezTo>
                  <a:cubicBezTo>
                    <a:pt x="11236" y="7777"/>
                    <a:pt x="11145" y="7719"/>
                    <a:pt x="11062" y="7653"/>
                  </a:cubicBezTo>
                  <a:cubicBezTo>
                    <a:pt x="11054" y="7653"/>
                    <a:pt x="11046" y="7645"/>
                    <a:pt x="11037" y="7636"/>
                  </a:cubicBezTo>
                  <a:cubicBezTo>
                    <a:pt x="11054" y="7620"/>
                    <a:pt x="11062" y="7595"/>
                    <a:pt x="11062" y="7570"/>
                  </a:cubicBezTo>
                  <a:cubicBezTo>
                    <a:pt x="11046" y="7512"/>
                    <a:pt x="11004" y="7454"/>
                    <a:pt x="10979" y="7396"/>
                  </a:cubicBezTo>
                  <a:cubicBezTo>
                    <a:pt x="10946" y="7321"/>
                    <a:pt x="10921" y="7247"/>
                    <a:pt x="10896" y="7181"/>
                  </a:cubicBezTo>
                  <a:cubicBezTo>
                    <a:pt x="10830" y="7015"/>
                    <a:pt x="10772" y="6857"/>
                    <a:pt x="10706" y="6700"/>
                  </a:cubicBezTo>
                  <a:cubicBezTo>
                    <a:pt x="10615" y="6468"/>
                    <a:pt x="10532" y="6220"/>
                    <a:pt x="10490" y="5963"/>
                  </a:cubicBezTo>
                  <a:cubicBezTo>
                    <a:pt x="10507" y="5963"/>
                    <a:pt x="10532" y="5946"/>
                    <a:pt x="10532" y="5921"/>
                  </a:cubicBezTo>
                  <a:cubicBezTo>
                    <a:pt x="10548" y="5880"/>
                    <a:pt x="10548" y="5830"/>
                    <a:pt x="10557" y="5789"/>
                  </a:cubicBezTo>
                  <a:cubicBezTo>
                    <a:pt x="10557" y="5747"/>
                    <a:pt x="10557" y="5706"/>
                    <a:pt x="10557" y="5656"/>
                  </a:cubicBezTo>
                  <a:cubicBezTo>
                    <a:pt x="10557" y="5615"/>
                    <a:pt x="10548" y="5573"/>
                    <a:pt x="10548" y="5532"/>
                  </a:cubicBezTo>
                  <a:cubicBezTo>
                    <a:pt x="10540" y="5515"/>
                    <a:pt x="10540" y="5499"/>
                    <a:pt x="10540" y="5482"/>
                  </a:cubicBezTo>
                  <a:cubicBezTo>
                    <a:pt x="10689" y="5308"/>
                    <a:pt x="10681" y="5026"/>
                    <a:pt x="10598" y="4811"/>
                  </a:cubicBezTo>
                  <a:cubicBezTo>
                    <a:pt x="10540" y="4654"/>
                    <a:pt x="10449" y="4504"/>
                    <a:pt x="10408" y="4330"/>
                  </a:cubicBezTo>
                  <a:cubicBezTo>
                    <a:pt x="10358" y="4148"/>
                    <a:pt x="10383" y="3949"/>
                    <a:pt x="10416" y="3759"/>
                  </a:cubicBezTo>
                  <a:cubicBezTo>
                    <a:pt x="10490" y="3369"/>
                    <a:pt x="10565" y="2980"/>
                    <a:pt x="10615" y="2582"/>
                  </a:cubicBezTo>
                  <a:cubicBezTo>
                    <a:pt x="10664" y="2193"/>
                    <a:pt x="10689" y="1803"/>
                    <a:pt x="10706" y="1414"/>
                  </a:cubicBezTo>
                  <a:cubicBezTo>
                    <a:pt x="10722" y="958"/>
                    <a:pt x="10722" y="511"/>
                    <a:pt x="10698" y="55"/>
                  </a:cubicBezTo>
                  <a:cubicBezTo>
                    <a:pt x="10698" y="21"/>
                    <a:pt x="10671" y="1"/>
                    <a:pt x="10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1133;p39"/>
            <p:cNvSpPr/>
            <p:nvPr/>
          </p:nvSpPr>
          <p:spPr>
            <a:xfrm>
              <a:off x="2053475" y="2971625"/>
              <a:ext cx="12450" cy="19200"/>
            </a:xfrm>
            <a:custGeom>
              <a:rect b="b" l="l" r="r" t="t"/>
              <a:pathLst>
                <a:path extrusionOk="0" h="768" w="498">
                  <a:moveTo>
                    <a:pt x="300" y="1"/>
                  </a:moveTo>
                  <a:cubicBezTo>
                    <a:pt x="285" y="1"/>
                    <a:pt x="270" y="3"/>
                    <a:pt x="257" y="9"/>
                  </a:cubicBezTo>
                  <a:cubicBezTo>
                    <a:pt x="240" y="9"/>
                    <a:pt x="232" y="9"/>
                    <a:pt x="224" y="17"/>
                  </a:cubicBezTo>
                  <a:cubicBezTo>
                    <a:pt x="157" y="33"/>
                    <a:pt x="116" y="91"/>
                    <a:pt x="91" y="149"/>
                  </a:cubicBezTo>
                  <a:cubicBezTo>
                    <a:pt x="33" y="265"/>
                    <a:pt x="0" y="398"/>
                    <a:pt x="17" y="514"/>
                  </a:cubicBezTo>
                  <a:cubicBezTo>
                    <a:pt x="17" y="580"/>
                    <a:pt x="33" y="638"/>
                    <a:pt x="83" y="680"/>
                  </a:cubicBezTo>
                  <a:cubicBezTo>
                    <a:pt x="99" y="696"/>
                    <a:pt x="108" y="705"/>
                    <a:pt x="124" y="713"/>
                  </a:cubicBezTo>
                  <a:cubicBezTo>
                    <a:pt x="149" y="738"/>
                    <a:pt x="174" y="754"/>
                    <a:pt x="215" y="763"/>
                  </a:cubicBezTo>
                  <a:cubicBezTo>
                    <a:pt x="230" y="766"/>
                    <a:pt x="244" y="768"/>
                    <a:pt x="258" y="768"/>
                  </a:cubicBezTo>
                  <a:cubicBezTo>
                    <a:pt x="309" y="768"/>
                    <a:pt x="359" y="745"/>
                    <a:pt x="398" y="713"/>
                  </a:cubicBezTo>
                  <a:cubicBezTo>
                    <a:pt x="439" y="671"/>
                    <a:pt x="472" y="622"/>
                    <a:pt x="489" y="572"/>
                  </a:cubicBezTo>
                  <a:cubicBezTo>
                    <a:pt x="497" y="547"/>
                    <a:pt x="489" y="514"/>
                    <a:pt x="464" y="506"/>
                  </a:cubicBezTo>
                  <a:cubicBezTo>
                    <a:pt x="481" y="448"/>
                    <a:pt x="489" y="398"/>
                    <a:pt x="489" y="348"/>
                  </a:cubicBezTo>
                  <a:cubicBezTo>
                    <a:pt x="497" y="249"/>
                    <a:pt x="481" y="116"/>
                    <a:pt x="406" y="50"/>
                  </a:cubicBezTo>
                  <a:cubicBezTo>
                    <a:pt x="398" y="42"/>
                    <a:pt x="398" y="42"/>
                    <a:pt x="398" y="42"/>
                  </a:cubicBezTo>
                  <a:cubicBezTo>
                    <a:pt x="369" y="13"/>
                    <a:pt x="333" y="1"/>
                    <a:pt x="3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9"/>
            <p:cNvSpPr/>
            <p:nvPr/>
          </p:nvSpPr>
          <p:spPr>
            <a:xfrm>
              <a:off x="2141700" y="2967675"/>
              <a:ext cx="10375" cy="16150"/>
            </a:xfrm>
            <a:custGeom>
              <a:rect b="b" l="l" r="r" t="t"/>
              <a:pathLst>
                <a:path extrusionOk="0" h="646" w="415">
                  <a:moveTo>
                    <a:pt x="265" y="0"/>
                  </a:moveTo>
                  <a:cubicBezTo>
                    <a:pt x="251" y="0"/>
                    <a:pt x="237" y="3"/>
                    <a:pt x="224" y="9"/>
                  </a:cubicBezTo>
                  <a:cubicBezTo>
                    <a:pt x="175" y="26"/>
                    <a:pt x="150" y="59"/>
                    <a:pt x="125" y="100"/>
                  </a:cubicBezTo>
                  <a:cubicBezTo>
                    <a:pt x="59" y="200"/>
                    <a:pt x="1" y="349"/>
                    <a:pt x="17" y="473"/>
                  </a:cubicBezTo>
                  <a:cubicBezTo>
                    <a:pt x="26" y="515"/>
                    <a:pt x="42" y="556"/>
                    <a:pt x="75" y="581"/>
                  </a:cubicBezTo>
                  <a:cubicBezTo>
                    <a:pt x="84" y="597"/>
                    <a:pt x="92" y="606"/>
                    <a:pt x="108" y="622"/>
                  </a:cubicBezTo>
                  <a:cubicBezTo>
                    <a:pt x="125" y="631"/>
                    <a:pt x="142" y="639"/>
                    <a:pt x="158" y="639"/>
                  </a:cubicBezTo>
                  <a:lnTo>
                    <a:pt x="166" y="639"/>
                  </a:lnTo>
                  <a:cubicBezTo>
                    <a:pt x="181" y="643"/>
                    <a:pt x="195" y="645"/>
                    <a:pt x="210" y="645"/>
                  </a:cubicBezTo>
                  <a:cubicBezTo>
                    <a:pt x="277" y="645"/>
                    <a:pt x="338" y="599"/>
                    <a:pt x="365" y="531"/>
                  </a:cubicBezTo>
                  <a:cubicBezTo>
                    <a:pt x="390" y="473"/>
                    <a:pt x="407" y="407"/>
                    <a:pt x="407" y="341"/>
                  </a:cubicBezTo>
                  <a:cubicBezTo>
                    <a:pt x="415" y="291"/>
                    <a:pt x="415" y="241"/>
                    <a:pt x="415" y="200"/>
                  </a:cubicBezTo>
                  <a:cubicBezTo>
                    <a:pt x="407" y="133"/>
                    <a:pt x="390" y="59"/>
                    <a:pt x="324" y="17"/>
                  </a:cubicBezTo>
                  <a:cubicBezTo>
                    <a:pt x="308" y="7"/>
                    <a:pt x="287" y="0"/>
                    <a:pt x="2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1135;p39"/>
            <p:cNvSpPr/>
            <p:nvPr/>
          </p:nvSpPr>
          <p:spPr>
            <a:xfrm>
              <a:off x="2087425" y="2969600"/>
              <a:ext cx="7700" cy="15125"/>
            </a:xfrm>
            <a:custGeom>
              <a:rect b="b" l="l" r="r" t="t"/>
              <a:pathLst>
                <a:path extrusionOk="0" h="605" w="308">
                  <a:moveTo>
                    <a:pt x="52" y="1"/>
                  </a:moveTo>
                  <a:cubicBezTo>
                    <a:pt x="26" y="1"/>
                    <a:pt x="1" y="31"/>
                    <a:pt x="17" y="65"/>
                  </a:cubicBezTo>
                  <a:cubicBezTo>
                    <a:pt x="51" y="139"/>
                    <a:pt x="67" y="222"/>
                    <a:pt x="92" y="305"/>
                  </a:cubicBezTo>
                  <a:cubicBezTo>
                    <a:pt x="117" y="380"/>
                    <a:pt x="133" y="471"/>
                    <a:pt x="150" y="554"/>
                  </a:cubicBezTo>
                  <a:cubicBezTo>
                    <a:pt x="157" y="582"/>
                    <a:pt x="196" y="605"/>
                    <a:pt x="227" y="605"/>
                  </a:cubicBezTo>
                  <a:cubicBezTo>
                    <a:pt x="232" y="605"/>
                    <a:pt x="237" y="604"/>
                    <a:pt x="241" y="603"/>
                  </a:cubicBezTo>
                  <a:cubicBezTo>
                    <a:pt x="291" y="595"/>
                    <a:pt x="307" y="554"/>
                    <a:pt x="299" y="512"/>
                  </a:cubicBezTo>
                  <a:cubicBezTo>
                    <a:pt x="283" y="421"/>
                    <a:pt x="249" y="338"/>
                    <a:pt x="216" y="255"/>
                  </a:cubicBezTo>
                  <a:cubicBezTo>
                    <a:pt x="183" y="172"/>
                    <a:pt x="133" y="98"/>
                    <a:pt x="84" y="23"/>
                  </a:cubicBezTo>
                  <a:cubicBezTo>
                    <a:pt x="76" y="7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1136;p39"/>
            <p:cNvSpPr/>
            <p:nvPr/>
          </p:nvSpPr>
          <p:spPr>
            <a:xfrm>
              <a:off x="2094475" y="2974275"/>
              <a:ext cx="3950" cy="9425"/>
            </a:xfrm>
            <a:custGeom>
              <a:rect b="b" l="l" r="r" t="t"/>
              <a:pathLst>
                <a:path extrusionOk="0" h="377" w="158">
                  <a:moveTo>
                    <a:pt x="60" y="0"/>
                  </a:moveTo>
                  <a:cubicBezTo>
                    <a:pt x="57" y="0"/>
                    <a:pt x="54" y="1"/>
                    <a:pt x="50" y="2"/>
                  </a:cubicBezTo>
                  <a:cubicBezTo>
                    <a:pt x="17" y="10"/>
                    <a:pt x="1" y="43"/>
                    <a:pt x="9" y="68"/>
                  </a:cubicBezTo>
                  <a:cubicBezTo>
                    <a:pt x="17" y="93"/>
                    <a:pt x="25" y="118"/>
                    <a:pt x="25" y="143"/>
                  </a:cubicBezTo>
                  <a:cubicBezTo>
                    <a:pt x="34" y="151"/>
                    <a:pt x="34" y="168"/>
                    <a:pt x="34" y="176"/>
                  </a:cubicBezTo>
                  <a:cubicBezTo>
                    <a:pt x="34" y="184"/>
                    <a:pt x="34" y="184"/>
                    <a:pt x="34" y="193"/>
                  </a:cubicBezTo>
                  <a:cubicBezTo>
                    <a:pt x="34" y="193"/>
                    <a:pt x="34" y="201"/>
                    <a:pt x="34" y="201"/>
                  </a:cubicBezTo>
                  <a:cubicBezTo>
                    <a:pt x="42" y="217"/>
                    <a:pt x="42" y="226"/>
                    <a:pt x="42" y="242"/>
                  </a:cubicBezTo>
                  <a:cubicBezTo>
                    <a:pt x="42" y="251"/>
                    <a:pt x="42" y="259"/>
                    <a:pt x="42" y="267"/>
                  </a:cubicBezTo>
                  <a:cubicBezTo>
                    <a:pt x="42" y="275"/>
                    <a:pt x="50" y="292"/>
                    <a:pt x="50" y="292"/>
                  </a:cubicBezTo>
                  <a:cubicBezTo>
                    <a:pt x="59" y="317"/>
                    <a:pt x="50" y="333"/>
                    <a:pt x="67" y="358"/>
                  </a:cubicBezTo>
                  <a:cubicBezTo>
                    <a:pt x="75" y="371"/>
                    <a:pt x="88" y="377"/>
                    <a:pt x="99" y="377"/>
                  </a:cubicBezTo>
                  <a:cubicBezTo>
                    <a:pt x="110" y="377"/>
                    <a:pt x="121" y="371"/>
                    <a:pt x="125" y="358"/>
                  </a:cubicBezTo>
                  <a:cubicBezTo>
                    <a:pt x="141" y="333"/>
                    <a:pt x="141" y="309"/>
                    <a:pt x="150" y="284"/>
                  </a:cubicBezTo>
                  <a:cubicBezTo>
                    <a:pt x="150" y="267"/>
                    <a:pt x="158" y="259"/>
                    <a:pt x="158" y="242"/>
                  </a:cubicBezTo>
                  <a:cubicBezTo>
                    <a:pt x="150" y="226"/>
                    <a:pt x="150" y="209"/>
                    <a:pt x="150" y="193"/>
                  </a:cubicBezTo>
                  <a:cubicBezTo>
                    <a:pt x="141" y="143"/>
                    <a:pt x="125" y="93"/>
                    <a:pt x="108" y="43"/>
                  </a:cubicBezTo>
                  <a:lnTo>
                    <a:pt x="117" y="43"/>
                  </a:lnTo>
                  <a:cubicBezTo>
                    <a:pt x="102" y="22"/>
                    <a:pt x="82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1137;p39"/>
            <p:cNvSpPr/>
            <p:nvPr/>
          </p:nvSpPr>
          <p:spPr>
            <a:xfrm>
              <a:off x="2128850" y="2960025"/>
              <a:ext cx="5225" cy="12025"/>
            </a:xfrm>
            <a:custGeom>
              <a:rect b="b" l="l" r="r" t="t"/>
              <a:pathLst>
                <a:path extrusionOk="0" h="481" w="209">
                  <a:moveTo>
                    <a:pt x="152" y="0"/>
                  </a:moveTo>
                  <a:cubicBezTo>
                    <a:pt x="143" y="0"/>
                    <a:pt x="134" y="3"/>
                    <a:pt x="125" y="9"/>
                  </a:cubicBezTo>
                  <a:cubicBezTo>
                    <a:pt x="100" y="33"/>
                    <a:pt x="92" y="83"/>
                    <a:pt x="84" y="116"/>
                  </a:cubicBezTo>
                  <a:cubicBezTo>
                    <a:pt x="76" y="141"/>
                    <a:pt x="76" y="166"/>
                    <a:pt x="67" y="191"/>
                  </a:cubicBezTo>
                  <a:cubicBezTo>
                    <a:pt x="67" y="207"/>
                    <a:pt x="59" y="216"/>
                    <a:pt x="59" y="232"/>
                  </a:cubicBezTo>
                  <a:cubicBezTo>
                    <a:pt x="51" y="249"/>
                    <a:pt x="51" y="257"/>
                    <a:pt x="42" y="274"/>
                  </a:cubicBezTo>
                  <a:cubicBezTo>
                    <a:pt x="42" y="274"/>
                    <a:pt x="42" y="282"/>
                    <a:pt x="42" y="282"/>
                  </a:cubicBezTo>
                  <a:lnTo>
                    <a:pt x="42" y="290"/>
                  </a:lnTo>
                  <a:cubicBezTo>
                    <a:pt x="34" y="290"/>
                    <a:pt x="34" y="299"/>
                    <a:pt x="34" y="307"/>
                  </a:cubicBezTo>
                  <a:cubicBezTo>
                    <a:pt x="26" y="315"/>
                    <a:pt x="18" y="332"/>
                    <a:pt x="9" y="340"/>
                  </a:cubicBezTo>
                  <a:cubicBezTo>
                    <a:pt x="1" y="357"/>
                    <a:pt x="9" y="373"/>
                    <a:pt x="18" y="381"/>
                  </a:cubicBezTo>
                  <a:cubicBezTo>
                    <a:pt x="26" y="390"/>
                    <a:pt x="26" y="390"/>
                    <a:pt x="34" y="390"/>
                  </a:cubicBezTo>
                  <a:cubicBezTo>
                    <a:pt x="26" y="406"/>
                    <a:pt x="26" y="423"/>
                    <a:pt x="26" y="439"/>
                  </a:cubicBezTo>
                  <a:cubicBezTo>
                    <a:pt x="21" y="464"/>
                    <a:pt x="40" y="480"/>
                    <a:pt x="57" y="480"/>
                  </a:cubicBezTo>
                  <a:cubicBezTo>
                    <a:pt x="69" y="480"/>
                    <a:pt x="80" y="473"/>
                    <a:pt x="84" y="456"/>
                  </a:cubicBezTo>
                  <a:cubicBezTo>
                    <a:pt x="109" y="390"/>
                    <a:pt x="125" y="315"/>
                    <a:pt x="150" y="249"/>
                  </a:cubicBezTo>
                  <a:cubicBezTo>
                    <a:pt x="167" y="216"/>
                    <a:pt x="175" y="183"/>
                    <a:pt x="183" y="149"/>
                  </a:cubicBezTo>
                  <a:cubicBezTo>
                    <a:pt x="192" y="108"/>
                    <a:pt x="208" y="67"/>
                    <a:pt x="200" y="33"/>
                  </a:cubicBezTo>
                  <a:cubicBezTo>
                    <a:pt x="189" y="11"/>
                    <a:pt x="170" y="0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" name="Google Shape;1138;p39"/>
            <p:cNvSpPr/>
            <p:nvPr/>
          </p:nvSpPr>
          <p:spPr>
            <a:xfrm>
              <a:off x="2097800" y="2937025"/>
              <a:ext cx="4150" cy="9825"/>
            </a:xfrm>
            <a:custGeom>
              <a:rect b="b" l="l" r="r" t="t"/>
              <a:pathLst>
                <a:path extrusionOk="0" h="393" w="166">
                  <a:moveTo>
                    <a:pt x="58" y="1"/>
                  </a:moveTo>
                  <a:cubicBezTo>
                    <a:pt x="50" y="1"/>
                    <a:pt x="25" y="1"/>
                    <a:pt x="17" y="9"/>
                  </a:cubicBezTo>
                  <a:cubicBezTo>
                    <a:pt x="0" y="25"/>
                    <a:pt x="0" y="42"/>
                    <a:pt x="0" y="59"/>
                  </a:cubicBezTo>
                  <a:cubicBezTo>
                    <a:pt x="0" y="75"/>
                    <a:pt x="0" y="92"/>
                    <a:pt x="8" y="108"/>
                  </a:cubicBezTo>
                  <a:cubicBezTo>
                    <a:pt x="8" y="141"/>
                    <a:pt x="17" y="166"/>
                    <a:pt x="25" y="191"/>
                  </a:cubicBezTo>
                  <a:cubicBezTo>
                    <a:pt x="42" y="249"/>
                    <a:pt x="58" y="299"/>
                    <a:pt x="66" y="357"/>
                  </a:cubicBezTo>
                  <a:cubicBezTo>
                    <a:pt x="73" y="377"/>
                    <a:pt x="91" y="392"/>
                    <a:pt x="111" y="392"/>
                  </a:cubicBezTo>
                  <a:cubicBezTo>
                    <a:pt x="116" y="392"/>
                    <a:pt x="120" y="392"/>
                    <a:pt x="124" y="390"/>
                  </a:cubicBezTo>
                  <a:cubicBezTo>
                    <a:pt x="149" y="382"/>
                    <a:pt x="166" y="357"/>
                    <a:pt x="158" y="332"/>
                  </a:cubicBezTo>
                  <a:cubicBezTo>
                    <a:pt x="149" y="274"/>
                    <a:pt x="141" y="224"/>
                    <a:pt x="124" y="166"/>
                  </a:cubicBezTo>
                  <a:cubicBezTo>
                    <a:pt x="124" y="141"/>
                    <a:pt x="116" y="117"/>
                    <a:pt x="108" y="92"/>
                  </a:cubicBezTo>
                  <a:cubicBezTo>
                    <a:pt x="108" y="75"/>
                    <a:pt x="100" y="59"/>
                    <a:pt x="91" y="42"/>
                  </a:cubicBezTo>
                  <a:cubicBezTo>
                    <a:pt x="83" y="25"/>
                    <a:pt x="75" y="9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9"/>
            <p:cNvSpPr/>
            <p:nvPr/>
          </p:nvSpPr>
          <p:spPr>
            <a:xfrm>
              <a:off x="2103600" y="2936100"/>
              <a:ext cx="1875" cy="10225"/>
            </a:xfrm>
            <a:custGeom>
              <a:rect b="b" l="l" r="r" t="t"/>
              <a:pathLst>
                <a:path extrusionOk="0" h="409" w="75">
                  <a:moveTo>
                    <a:pt x="42" y="0"/>
                  </a:moveTo>
                  <a:cubicBezTo>
                    <a:pt x="33" y="0"/>
                    <a:pt x="25" y="4"/>
                    <a:pt x="25" y="13"/>
                  </a:cubicBezTo>
                  <a:cubicBezTo>
                    <a:pt x="0" y="71"/>
                    <a:pt x="8" y="137"/>
                    <a:pt x="8" y="195"/>
                  </a:cubicBezTo>
                  <a:cubicBezTo>
                    <a:pt x="8" y="261"/>
                    <a:pt x="8" y="319"/>
                    <a:pt x="17" y="377"/>
                  </a:cubicBezTo>
                  <a:cubicBezTo>
                    <a:pt x="17" y="398"/>
                    <a:pt x="29" y="408"/>
                    <a:pt x="42" y="408"/>
                  </a:cubicBezTo>
                  <a:cubicBezTo>
                    <a:pt x="54" y="408"/>
                    <a:pt x="66" y="398"/>
                    <a:pt x="66" y="377"/>
                  </a:cubicBezTo>
                  <a:cubicBezTo>
                    <a:pt x="66" y="319"/>
                    <a:pt x="66" y="261"/>
                    <a:pt x="75" y="195"/>
                  </a:cubicBezTo>
                  <a:cubicBezTo>
                    <a:pt x="75" y="137"/>
                    <a:pt x="75" y="71"/>
                    <a:pt x="58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1140;p39"/>
            <p:cNvSpPr/>
            <p:nvPr/>
          </p:nvSpPr>
          <p:spPr>
            <a:xfrm>
              <a:off x="1974850" y="3019775"/>
              <a:ext cx="15675" cy="32325"/>
            </a:xfrm>
            <a:custGeom>
              <a:rect b="b" l="l" r="r" t="t"/>
              <a:pathLst>
                <a:path extrusionOk="0" h="1293" w="627">
                  <a:moveTo>
                    <a:pt x="36" y="0"/>
                  </a:moveTo>
                  <a:cubicBezTo>
                    <a:pt x="19" y="0"/>
                    <a:pt x="0" y="11"/>
                    <a:pt x="5" y="30"/>
                  </a:cubicBezTo>
                  <a:cubicBezTo>
                    <a:pt x="13" y="278"/>
                    <a:pt x="46" y="527"/>
                    <a:pt x="137" y="759"/>
                  </a:cubicBezTo>
                  <a:cubicBezTo>
                    <a:pt x="179" y="875"/>
                    <a:pt x="237" y="983"/>
                    <a:pt x="311" y="1082"/>
                  </a:cubicBezTo>
                  <a:cubicBezTo>
                    <a:pt x="353" y="1132"/>
                    <a:pt x="394" y="1181"/>
                    <a:pt x="436" y="1223"/>
                  </a:cubicBezTo>
                  <a:cubicBezTo>
                    <a:pt x="471" y="1251"/>
                    <a:pt x="520" y="1292"/>
                    <a:pt x="569" y="1292"/>
                  </a:cubicBezTo>
                  <a:cubicBezTo>
                    <a:pt x="577" y="1292"/>
                    <a:pt x="585" y="1291"/>
                    <a:pt x="593" y="1289"/>
                  </a:cubicBezTo>
                  <a:cubicBezTo>
                    <a:pt x="601" y="1281"/>
                    <a:pt x="618" y="1272"/>
                    <a:pt x="618" y="1256"/>
                  </a:cubicBezTo>
                  <a:cubicBezTo>
                    <a:pt x="626" y="1206"/>
                    <a:pt x="593" y="1165"/>
                    <a:pt x="552" y="1132"/>
                  </a:cubicBezTo>
                  <a:cubicBezTo>
                    <a:pt x="510" y="1090"/>
                    <a:pt x="469" y="1049"/>
                    <a:pt x="436" y="999"/>
                  </a:cubicBezTo>
                  <a:cubicBezTo>
                    <a:pt x="361" y="908"/>
                    <a:pt x="303" y="809"/>
                    <a:pt x="253" y="701"/>
                  </a:cubicBezTo>
                  <a:cubicBezTo>
                    <a:pt x="162" y="485"/>
                    <a:pt x="96" y="253"/>
                    <a:pt x="63" y="21"/>
                  </a:cubicBezTo>
                  <a:cubicBezTo>
                    <a:pt x="63" y="7"/>
                    <a:pt x="50" y="0"/>
                    <a:pt x="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39"/>
            <p:cNvSpPr/>
            <p:nvPr/>
          </p:nvSpPr>
          <p:spPr>
            <a:xfrm>
              <a:off x="2026325" y="3056975"/>
              <a:ext cx="5625" cy="19000"/>
            </a:xfrm>
            <a:custGeom>
              <a:rect b="b" l="l" r="r" t="t"/>
              <a:pathLst>
                <a:path extrusionOk="0" h="760" w="225">
                  <a:moveTo>
                    <a:pt x="119" y="0"/>
                  </a:moveTo>
                  <a:cubicBezTo>
                    <a:pt x="100" y="0"/>
                    <a:pt x="82" y="10"/>
                    <a:pt x="75" y="33"/>
                  </a:cubicBezTo>
                  <a:cubicBezTo>
                    <a:pt x="9" y="257"/>
                    <a:pt x="1" y="489"/>
                    <a:pt x="50" y="712"/>
                  </a:cubicBezTo>
                  <a:cubicBezTo>
                    <a:pt x="57" y="738"/>
                    <a:pt x="83" y="759"/>
                    <a:pt x="111" y="759"/>
                  </a:cubicBezTo>
                  <a:cubicBezTo>
                    <a:pt x="118" y="759"/>
                    <a:pt x="126" y="758"/>
                    <a:pt x="133" y="754"/>
                  </a:cubicBezTo>
                  <a:cubicBezTo>
                    <a:pt x="166" y="746"/>
                    <a:pt x="224" y="712"/>
                    <a:pt x="208" y="663"/>
                  </a:cubicBezTo>
                  <a:cubicBezTo>
                    <a:pt x="208" y="646"/>
                    <a:pt x="191" y="638"/>
                    <a:pt x="166" y="630"/>
                  </a:cubicBezTo>
                  <a:cubicBezTo>
                    <a:pt x="133" y="447"/>
                    <a:pt x="133" y="248"/>
                    <a:pt x="175" y="58"/>
                  </a:cubicBezTo>
                  <a:cubicBezTo>
                    <a:pt x="180" y="23"/>
                    <a:pt x="149" y="0"/>
                    <a:pt x="1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1142;p39"/>
            <p:cNvSpPr/>
            <p:nvPr/>
          </p:nvSpPr>
          <p:spPr>
            <a:xfrm>
              <a:off x="2030275" y="3058975"/>
              <a:ext cx="2825" cy="11675"/>
            </a:xfrm>
            <a:custGeom>
              <a:rect b="b" l="l" r="r" t="t"/>
              <a:pathLst>
                <a:path extrusionOk="0" h="467" w="113">
                  <a:moveTo>
                    <a:pt x="66" y="0"/>
                  </a:moveTo>
                  <a:cubicBezTo>
                    <a:pt x="48" y="0"/>
                    <a:pt x="29" y="9"/>
                    <a:pt x="25" y="28"/>
                  </a:cubicBezTo>
                  <a:cubicBezTo>
                    <a:pt x="17" y="94"/>
                    <a:pt x="8" y="168"/>
                    <a:pt x="8" y="235"/>
                  </a:cubicBezTo>
                  <a:cubicBezTo>
                    <a:pt x="0" y="268"/>
                    <a:pt x="8" y="301"/>
                    <a:pt x="8" y="334"/>
                  </a:cubicBezTo>
                  <a:cubicBezTo>
                    <a:pt x="8" y="376"/>
                    <a:pt x="8" y="409"/>
                    <a:pt x="17" y="442"/>
                  </a:cubicBezTo>
                  <a:cubicBezTo>
                    <a:pt x="21" y="458"/>
                    <a:pt x="35" y="467"/>
                    <a:pt x="50" y="467"/>
                  </a:cubicBezTo>
                  <a:cubicBezTo>
                    <a:pt x="64" y="467"/>
                    <a:pt x="79" y="458"/>
                    <a:pt x="83" y="442"/>
                  </a:cubicBezTo>
                  <a:cubicBezTo>
                    <a:pt x="91" y="409"/>
                    <a:pt x="91" y="376"/>
                    <a:pt x="91" y="342"/>
                  </a:cubicBezTo>
                  <a:cubicBezTo>
                    <a:pt x="91" y="309"/>
                    <a:pt x="91" y="276"/>
                    <a:pt x="91" y="243"/>
                  </a:cubicBezTo>
                  <a:cubicBezTo>
                    <a:pt x="91" y="177"/>
                    <a:pt x="99" y="110"/>
                    <a:pt x="108" y="36"/>
                  </a:cubicBezTo>
                  <a:cubicBezTo>
                    <a:pt x="112" y="13"/>
                    <a:pt x="89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" name="Google Shape;1143;p39"/>
            <p:cNvSpPr/>
            <p:nvPr/>
          </p:nvSpPr>
          <p:spPr>
            <a:xfrm>
              <a:off x="2100400" y="3028400"/>
              <a:ext cx="9850" cy="14500"/>
            </a:xfrm>
            <a:custGeom>
              <a:rect b="b" l="l" r="r" t="t"/>
              <a:pathLst>
                <a:path extrusionOk="0" h="580" w="394">
                  <a:moveTo>
                    <a:pt x="49" y="0"/>
                  </a:moveTo>
                  <a:cubicBezTo>
                    <a:pt x="22" y="0"/>
                    <a:pt x="1" y="31"/>
                    <a:pt x="20" y="58"/>
                  </a:cubicBezTo>
                  <a:cubicBezTo>
                    <a:pt x="70" y="124"/>
                    <a:pt x="112" y="190"/>
                    <a:pt x="153" y="265"/>
                  </a:cubicBezTo>
                  <a:cubicBezTo>
                    <a:pt x="186" y="331"/>
                    <a:pt x="219" y="406"/>
                    <a:pt x="244" y="480"/>
                  </a:cubicBezTo>
                  <a:cubicBezTo>
                    <a:pt x="252" y="517"/>
                    <a:pt x="285" y="574"/>
                    <a:pt x="328" y="574"/>
                  </a:cubicBezTo>
                  <a:cubicBezTo>
                    <a:pt x="333" y="574"/>
                    <a:pt x="338" y="573"/>
                    <a:pt x="344" y="571"/>
                  </a:cubicBezTo>
                  <a:lnTo>
                    <a:pt x="344" y="580"/>
                  </a:lnTo>
                  <a:cubicBezTo>
                    <a:pt x="393" y="563"/>
                    <a:pt x="393" y="480"/>
                    <a:pt x="385" y="447"/>
                  </a:cubicBezTo>
                  <a:cubicBezTo>
                    <a:pt x="360" y="364"/>
                    <a:pt x="319" y="290"/>
                    <a:pt x="269" y="215"/>
                  </a:cubicBezTo>
                  <a:cubicBezTo>
                    <a:pt x="244" y="174"/>
                    <a:pt x="211" y="132"/>
                    <a:pt x="178" y="99"/>
                  </a:cubicBezTo>
                  <a:cubicBezTo>
                    <a:pt x="145" y="66"/>
                    <a:pt x="112" y="41"/>
                    <a:pt x="70" y="8"/>
                  </a:cubicBezTo>
                  <a:cubicBezTo>
                    <a:pt x="63" y="3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" name="Google Shape;1144;p39"/>
            <p:cNvSpPr/>
            <p:nvPr/>
          </p:nvSpPr>
          <p:spPr>
            <a:xfrm>
              <a:off x="2107950" y="3050175"/>
              <a:ext cx="3750" cy="6075"/>
            </a:xfrm>
            <a:custGeom>
              <a:rect b="b" l="l" r="r" t="t"/>
              <a:pathLst>
                <a:path extrusionOk="0" h="243" w="150">
                  <a:moveTo>
                    <a:pt x="42" y="1"/>
                  </a:moveTo>
                  <a:cubicBezTo>
                    <a:pt x="35" y="1"/>
                    <a:pt x="29" y="3"/>
                    <a:pt x="25" y="7"/>
                  </a:cubicBezTo>
                  <a:cubicBezTo>
                    <a:pt x="8" y="15"/>
                    <a:pt x="0" y="23"/>
                    <a:pt x="0" y="40"/>
                  </a:cubicBezTo>
                  <a:cubicBezTo>
                    <a:pt x="0" y="48"/>
                    <a:pt x="0" y="65"/>
                    <a:pt x="8" y="73"/>
                  </a:cubicBezTo>
                  <a:cubicBezTo>
                    <a:pt x="17" y="106"/>
                    <a:pt x="33" y="131"/>
                    <a:pt x="42" y="164"/>
                  </a:cubicBezTo>
                  <a:cubicBezTo>
                    <a:pt x="42" y="172"/>
                    <a:pt x="50" y="181"/>
                    <a:pt x="50" y="189"/>
                  </a:cubicBezTo>
                  <a:cubicBezTo>
                    <a:pt x="58" y="197"/>
                    <a:pt x="66" y="206"/>
                    <a:pt x="66" y="214"/>
                  </a:cubicBezTo>
                  <a:cubicBezTo>
                    <a:pt x="75" y="214"/>
                    <a:pt x="83" y="222"/>
                    <a:pt x="83" y="230"/>
                  </a:cubicBezTo>
                  <a:cubicBezTo>
                    <a:pt x="95" y="236"/>
                    <a:pt x="106" y="242"/>
                    <a:pt x="118" y="242"/>
                  </a:cubicBezTo>
                  <a:cubicBezTo>
                    <a:pt x="123" y="242"/>
                    <a:pt x="128" y="241"/>
                    <a:pt x="133" y="239"/>
                  </a:cubicBezTo>
                  <a:cubicBezTo>
                    <a:pt x="149" y="230"/>
                    <a:pt x="149" y="214"/>
                    <a:pt x="149" y="197"/>
                  </a:cubicBezTo>
                  <a:cubicBezTo>
                    <a:pt x="149" y="189"/>
                    <a:pt x="149" y="181"/>
                    <a:pt x="149" y="164"/>
                  </a:cubicBezTo>
                  <a:cubicBezTo>
                    <a:pt x="149" y="148"/>
                    <a:pt x="133" y="131"/>
                    <a:pt x="124" y="114"/>
                  </a:cubicBezTo>
                  <a:cubicBezTo>
                    <a:pt x="116" y="81"/>
                    <a:pt x="100" y="56"/>
                    <a:pt x="91" y="23"/>
                  </a:cubicBezTo>
                  <a:cubicBezTo>
                    <a:pt x="83" y="15"/>
                    <a:pt x="66" y="7"/>
                    <a:pt x="58" y="7"/>
                  </a:cubicBezTo>
                  <a:cubicBezTo>
                    <a:pt x="54" y="3"/>
                    <a:pt x="48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" name="Google Shape;1145;p39"/>
            <p:cNvSpPr/>
            <p:nvPr/>
          </p:nvSpPr>
          <p:spPr>
            <a:xfrm>
              <a:off x="2151225" y="3057550"/>
              <a:ext cx="8525" cy="3225"/>
            </a:xfrm>
            <a:custGeom>
              <a:rect b="b" l="l" r="r" t="t"/>
              <a:pathLst>
                <a:path extrusionOk="0" h="129" w="341">
                  <a:moveTo>
                    <a:pt x="287" y="0"/>
                  </a:moveTo>
                  <a:cubicBezTo>
                    <a:pt x="244" y="0"/>
                    <a:pt x="202" y="21"/>
                    <a:pt x="167" y="35"/>
                  </a:cubicBezTo>
                  <a:cubicBezTo>
                    <a:pt x="117" y="43"/>
                    <a:pt x="75" y="51"/>
                    <a:pt x="26" y="60"/>
                  </a:cubicBezTo>
                  <a:cubicBezTo>
                    <a:pt x="9" y="60"/>
                    <a:pt x="1" y="85"/>
                    <a:pt x="1" y="101"/>
                  </a:cubicBezTo>
                  <a:cubicBezTo>
                    <a:pt x="1" y="115"/>
                    <a:pt x="12" y="128"/>
                    <a:pt x="25" y="128"/>
                  </a:cubicBezTo>
                  <a:cubicBezTo>
                    <a:pt x="28" y="128"/>
                    <a:pt x="31" y="128"/>
                    <a:pt x="34" y="126"/>
                  </a:cubicBezTo>
                  <a:cubicBezTo>
                    <a:pt x="84" y="126"/>
                    <a:pt x="133" y="118"/>
                    <a:pt x="183" y="101"/>
                  </a:cubicBezTo>
                  <a:cubicBezTo>
                    <a:pt x="233" y="93"/>
                    <a:pt x="291" y="85"/>
                    <a:pt x="324" y="43"/>
                  </a:cubicBezTo>
                  <a:cubicBezTo>
                    <a:pt x="341" y="27"/>
                    <a:pt x="332" y="2"/>
                    <a:pt x="307" y="2"/>
                  </a:cubicBezTo>
                  <a:cubicBezTo>
                    <a:pt x="301" y="1"/>
                    <a:pt x="294" y="0"/>
                    <a:pt x="2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" name="Google Shape;1146;p39"/>
            <p:cNvSpPr/>
            <p:nvPr/>
          </p:nvSpPr>
          <p:spPr>
            <a:xfrm>
              <a:off x="2158075" y="3062900"/>
              <a:ext cx="3750" cy="2375"/>
            </a:xfrm>
            <a:custGeom>
              <a:rect b="b" l="l" r="r" t="t"/>
              <a:pathLst>
                <a:path extrusionOk="0" h="95" w="150">
                  <a:moveTo>
                    <a:pt x="129" y="1"/>
                  </a:moveTo>
                  <a:cubicBezTo>
                    <a:pt x="128" y="1"/>
                    <a:pt x="126" y="2"/>
                    <a:pt x="124" y="3"/>
                  </a:cubicBezTo>
                  <a:lnTo>
                    <a:pt x="91" y="3"/>
                  </a:lnTo>
                  <a:cubicBezTo>
                    <a:pt x="83" y="11"/>
                    <a:pt x="75" y="11"/>
                    <a:pt x="67" y="11"/>
                  </a:cubicBezTo>
                  <a:cubicBezTo>
                    <a:pt x="50" y="20"/>
                    <a:pt x="33" y="28"/>
                    <a:pt x="25" y="28"/>
                  </a:cubicBezTo>
                  <a:cubicBezTo>
                    <a:pt x="17" y="36"/>
                    <a:pt x="9" y="36"/>
                    <a:pt x="0" y="45"/>
                  </a:cubicBezTo>
                  <a:cubicBezTo>
                    <a:pt x="0" y="53"/>
                    <a:pt x="0" y="61"/>
                    <a:pt x="0" y="69"/>
                  </a:cubicBezTo>
                  <a:cubicBezTo>
                    <a:pt x="0" y="78"/>
                    <a:pt x="9" y="86"/>
                    <a:pt x="17" y="86"/>
                  </a:cubicBezTo>
                  <a:cubicBezTo>
                    <a:pt x="25" y="94"/>
                    <a:pt x="33" y="94"/>
                    <a:pt x="42" y="94"/>
                  </a:cubicBezTo>
                  <a:cubicBezTo>
                    <a:pt x="58" y="86"/>
                    <a:pt x="67" y="78"/>
                    <a:pt x="83" y="69"/>
                  </a:cubicBezTo>
                  <a:cubicBezTo>
                    <a:pt x="91" y="69"/>
                    <a:pt x="100" y="69"/>
                    <a:pt x="108" y="61"/>
                  </a:cubicBezTo>
                  <a:cubicBezTo>
                    <a:pt x="116" y="61"/>
                    <a:pt x="116" y="61"/>
                    <a:pt x="124" y="53"/>
                  </a:cubicBezTo>
                  <a:lnTo>
                    <a:pt x="133" y="45"/>
                  </a:lnTo>
                  <a:cubicBezTo>
                    <a:pt x="133" y="45"/>
                    <a:pt x="141" y="45"/>
                    <a:pt x="149" y="36"/>
                  </a:cubicBezTo>
                  <a:cubicBezTo>
                    <a:pt x="149" y="28"/>
                    <a:pt x="149" y="20"/>
                    <a:pt x="149" y="20"/>
                  </a:cubicBezTo>
                  <a:cubicBezTo>
                    <a:pt x="143" y="13"/>
                    <a:pt x="136" y="1"/>
                    <a:pt x="1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" name="Google Shape;1147;p39"/>
            <p:cNvSpPr/>
            <p:nvPr/>
          </p:nvSpPr>
          <p:spPr>
            <a:xfrm>
              <a:off x="2120775" y="3119300"/>
              <a:ext cx="5000" cy="3150"/>
            </a:xfrm>
            <a:custGeom>
              <a:rect b="b" l="l" r="r" t="t"/>
              <a:pathLst>
                <a:path extrusionOk="0" h="126" w="200">
                  <a:moveTo>
                    <a:pt x="84" y="1"/>
                  </a:moveTo>
                  <a:cubicBezTo>
                    <a:pt x="75" y="1"/>
                    <a:pt x="59" y="1"/>
                    <a:pt x="51" y="9"/>
                  </a:cubicBezTo>
                  <a:cubicBezTo>
                    <a:pt x="42" y="9"/>
                    <a:pt x="34" y="9"/>
                    <a:pt x="26" y="17"/>
                  </a:cubicBezTo>
                  <a:cubicBezTo>
                    <a:pt x="26" y="26"/>
                    <a:pt x="17" y="26"/>
                    <a:pt x="9" y="34"/>
                  </a:cubicBezTo>
                  <a:cubicBezTo>
                    <a:pt x="1" y="42"/>
                    <a:pt x="1" y="51"/>
                    <a:pt x="1" y="67"/>
                  </a:cubicBezTo>
                  <a:cubicBezTo>
                    <a:pt x="1" y="75"/>
                    <a:pt x="1" y="84"/>
                    <a:pt x="9" y="100"/>
                  </a:cubicBezTo>
                  <a:lnTo>
                    <a:pt x="9" y="92"/>
                  </a:lnTo>
                  <a:cubicBezTo>
                    <a:pt x="17" y="100"/>
                    <a:pt x="17" y="109"/>
                    <a:pt x="26" y="109"/>
                  </a:cubicBezTo>
                  <a:cubicBezTo>
                    <a:pt x="34" y="117"/>
                    <a:pt x="42" y="117"/>
                    <a:pt x="51" y="125"/>
                  </a:cubicBezTo>
                  <a:lnTo>
                    <a:pt x="158" y="125"/>
                  </a:lnTo>
                  <a:cubicBezTo>
                    <a:pt x="167" y="117"/>
                    <a:pt x="183" y="109"/>
                    <a:pt x="191" y="100"/>
                  </a:cubicBezTo>
                  <a:cubicBezTo>
                    <a:pt x="191" y="92"/>
                    <a:pt x="200" y="75"/>
                    <a:pt x="200" y="67"/>
                  </a:cubicBezTo>
                  <a:cubicBezTo>
                    <a:pt x="200" y="51"/>
                    <a:pt x="200" y="42"/>
                    <a:pt x="191" y="34"/>
                  </a:cubicBezTo>
                  <a:cubicBezTo>
                    <a:pt x="183" y="26"/>
                    <a:pt x="167" y="9"/>
                    <a:pt x="158" y="9"/>
                  </a:cubicBezTo>
                  <a:cubicBezTo>
                    <a:pt x="150" y="9"/>
                    <a:pt x="150" y="9"/>
                    <a:pt x="1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" name="Google Shape;1148;p39"/>
            <p:cNvSpPr/>
            <p:nvPr/>
          </p:nvSpPr>
          <p:spPr>
            <a:xfrm>
              <a:off x="2116850" y="3124475"/>
              <a:ext cx="6650" cy="3350"/>
            </a:xfrm>
            <a:custGeom>
              <a:rect b="b" l="l" r="r" t="t"/>
              <a:pathLst>
                <a:path extrusionOk="0" h="134" w="266">
                  <a:moveTo>
                    <a:pt x="150" y="1"/>
                  </a:moveTo>
                  <a:cubicBezTo>
                    <a:pt x="133" y="9"/>
                    <a:pt x="125" y="9"/>
                    <a:pt x="108" y="9"/>
                  </a:cubicBezTo>
                  <a:lnTo>
                    <a:pt x="92" y="9"/>
                  </a:lnTo>
                  <a:cubicBezTo>
                    <a:pt x="83" y="18"/>
                    <a:pt x="83" y="18"/>
                    <a:pt x="75" y="18"/>
                  </a:cubicBezTo>
                  <a:cubicBezTo>
                    <a:pt x="67" y="26"/>
                    <a:pt x="58" y="26"/>
                    <a:pt x="50" y="26"/>
                  </a:cubicBezTo>
                  <a:cubicBezTo>
                    <a:pt x="34" y="34"/>
                    <a:pt x="25" y="42"/>
                    <a:pt x="17" y="51"/>
                  </a:cubicBezTo>
                  <a:cubicBezTo>
                    <a:pt x="0" y="59"/>
                    <a:pt x="0" y="84"/>
                    <a:pt x="0" y="100"/>
                  </a:cubicBezTo>
                  <a:cubicBezTo>
                    <a:pt x="9" y="117"/>
                    <a:pt x="17" y="125"/>
                    <a:pt x="34" y="134"/>
                  </a:cubicBezTo>
                  <a:lnTo>
                    <a:pt x="141" y="134"/>
                  </a:lnTo>
                  <a:cubicBezTo>
                    <a:pt x="158" y="125"/>
                    <a:pt x="166" y="125"/>
                    <a:pt x="183" y="125"/>
                  </a:cubicBezTo>
                  <a:cubicBezTo>
                    <a:pt x="199" y="117"/>
                    <a:pt x="208" y="117"/>
                    <a:pt x="224" y="109"/>
                  </a:cubicBezTo>
                  <a:cubicBezTo>
                    <a:pt x="241" y="100"/>
                    <a:pt x="249" y="92"/>
                    <a:pt x="257" y="84"/>
                  </a:cubicBezTo>
                  <a:cubicBezTo>
                    <a:pt x="266" y="67"/>
                    <a:pt x="266" y="59"/>
                    <a:pt x="266" y="51"/>
                  </a:cubicBezTo>
                  <a:cubicBezTo>
                    <a:pt x="257" y="18"/>
                    <a:pt x="241" y="1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" name="Google Shape;1149;p39"/>
            <p:cNvSpPr/>
            <p:nvPr/>
          </p:nvSpPr>
          <p:spPr>
            <a:xfrm>
              <a:off x="2103600" y="3115175"/>
              <a:ext cx="2925" cy="2500"/>
            </a:xfrm>
            <a:custGeom>
              <a:rect b="b" l="l" r="r" t="t"/>
              <a:pathLst>
                <a:path extrusionOk="0" h="100" w="117">
                  <a:moveTo>
                    <a:pt x="58" y="0"/>
                  </a:moveTo>
                  <a:cubicBezTo>
                    <a:pt x="0" y="0"/>
                    <a:pt x="0" y="100"/>
                    <a:pt x="58" y="100"/>
                  </a:cubicBezTo>
                  <a:cubicBezTo>
                    <a:pt x="116" y="100"/>
                    <a:pt x="116" y="0"/>
                    <a:pt x="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" name="Google Shape;1150;p39"/>
            <p:cNvSpPr/>
            <p:nvPr/>
          </p:nvSpPr>
          <p:spPr>
            <a:xfrm>
              <a:off x="2128650" y="3122425"/>
              <a:ext cx="4375" cy="3525"/>
            </a:xfrm>
            <a:custGeom>
              <a:rect b="b" l="l" r="r" t="t"/>
              <a:pathLst>
                <a:path extrusionOk="0" h="141" w="175">
                  <a:moveTo>
                    <a:pt x="42" y="0"/>
                  </a:moveTo>
                  <a:cubicBezTo>
                    <a:pt x="34" y="0"/>
                    <a:pt x="34" y="0"/>
                    <a:pt x="26" y="8"/>
                  </a:cubicBezTo>
                  <a:cubicBezTo>
                    <a:pt x="17" y="8"/>
                    <a:pt x="9" y="17"/>
                    <a:pt x="9" y="25"/>
                  </a:cubicBezTo>
                  <a:cubicBezTo>
                    <a:pt x="1" y="33"/>
                    <a:pt x="1" y="42"/>
                    <a:pt x="1" y="50"/>
                  </a:cubicBezTo>
                  <a:cubicBezTo>
                    <a:pt x="1" y="50"/>
                    <a:pt x="1" y="58"/>
                    <a:pt x="1" y="66"/>
                  </a:cubicBezTo>
                  <a:cubicBezTo>
                    <a:pt x="9" y="66"/>
                    <a:pt x="9" y="75"/>
                    <a:pt x="17" y="75"/>
                  </a:cubicBezTo>
                  <a:lnTo>
                    <a:pt x="9" y="83"/>
                  </a:lnTo>
                  <a:cubicBezTo>
                    <a:pt x="17" y="83"/>
                    <a:pt x="26" y="91"/>
                    <a:pt x="34" y="100"/>
                  </a:cubicBezTo>
                  <a:cubicBezTo>
                    <a:pt x="42" y="100"/>
                    <a:pt x="42" y="108"/>
                    <a:pt x="50" y="108"/>
                  </a:cubicBezTo>
                  <a:cubicBezTo>
                    <a:pt x="67" y="116"/>
                    <a:pt x="75" y="124"/>
                    <a:pt x="84" y="133"/>
                  </a:cubicBezTo>
                  <a:cubicBezTo>
                    <a:pt x="100" y="141"/>
                    <a:pt x="117" y="141"/>
                    <a:pt x="133" y="141"/>
                  </a:cubicBezTo>
                  <a:cubicBezTo>
                    <a:pt x="142" y="133"/>
                    <a:pt x="150" y="133"/>
                    <a:pt x="158" y="124"/>
                  </a:cubicBezTo>
                  <a:cubicBezTo>
                    <a:pt x="158" y="116"/>
                    <a:pt x="166" y="108"/>
                    <a:pt x="166" y="108"/>
                  </a:cubicBezTo>
                  <a:cubicBezTo>
                    <a:pt x="166" y="100"/>
                    <a:pt x="175" y="91"/>
                    <a:pt x="175" y="83"/>
                  </a:cubicBezTo>
                  <a:cubicBezTo>
                    <a:pt x="175" y="75"/>
                    <a:pt x="166" y="66"/>
                    <a:pt x="166" y="58"/>
                  </a:cubicBezTo>
                  <a:cubicBezTo>
                    <a:pt x="166" y="50"/>
                    <a:pt x="158" y="50"/>
                    <a:pt x="158" y="42"/>
                  </a:cubicBezTo>
                  <a:cubicBezTo>
                    <a:pt x="150" y="33"/>
                    <a:pt x="142" y="33"/>
                    <a:pt x="133" y="33"/>
                  </a:cubicBezTo>
                  <a:lnTo>
                    <a:pt x="92" y="17"/>
                  </a:lnTo>
                  <a:lnTo>
                    <a:pt x="75" y="8"/>
                  </a:lnTo>
                  <a:lnTo>
                    <a:pt x="59" y="8"/>
                  </a:lnTo>
                  <a:cubicBezTo>
                    <a:pt x="50" y="8"/>
                    <a:pt x="50" y="8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" name="Google Shape;1151;p39"/>
            <p:cNvSpPr/>
            <p:nvPr/>
          </p:nvSpPr>
          <p:spPr>
            <a:xfrm>
              <a:off x="2113125" y="3113300"/>
              <a:ext cx="3550" cy="2725"/>
            </a:xfrm>
            <a:custGeom>
              <a:rect b="b" l="l" r="r" t="t"/>
              <a:pathLst>
                <a:path extrusionOk="0" h="109" w="142">
                  <a:moveTo>
                    <a:pt x="75" y="1"/>
                  </a:moveTo>
                  <a:cubicBezTo>
                    <a:pt x="0" y="1"/>
                    <a:pt x="0" y="108"/>
                    <a:pt x="75" y="108"/>
                  </a:cubicBezTo>
                  <a:cubicBezTo>
                    <a:pt x="141" y="108"/>
                    <a:pt x="141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" name="Google Shape;1152;p39"/>
            <p:cNvSpPr/>
            <p:nvPr/>
          </p:nvSpPr>
          <p:spPr>
            <a:xfrm>
              <a:off x="2168000" y="3122425"/>
              <a:ext cx="4175" cy="3750"/>
            </a:xfrm>
            <a:custGeom>
              <a:rect b="b" l="l" r="r" t="t"/>
              <a:pathLst>
                <a:path extrusionOk="0" h="150" w="167">
                  <a:moveTo>
                    <a:pt x="84" y="0"/>
                  </a:moveTo>
                  <a:lnTo>
                    <a:pt x="67" y="17"/>
                  </a:lnTo>
                  <a:lnTo>
                    <a:pt x="59" y="17"/>
                  </a:lnTo>
                  <a:cubicBezTo>
                    <a:pt x="59" y="25"/>
                    <a:pt x="51" y="33"/>
                    <a:pt x="42" y="33"/>
                  </a:cubicBezTo>
                  <a:cubicBezTo>
                    <a:pt x="34" y="42"/>
                    <a:pt x="26" y="58"/>
                    <a:pt x="9" y="66"/>
                  </a:cubicBezTo>
                  <a:cubicBezTo>
                    <a:pt x="9" y="66"/>
                    <a:pt x="1" y="75"/>
                    <a:pt x="1" y="83"/>
                  </a:cubicBezTo>
                  <a:cubicBezTo>
                    <a:pt x="1" y="83"/>
                    <a:pt x="1" y="91"/>
                    <a:pt x="1" y="100"/>
                  </a:cubicBezTo>
                  <a:cubicBezTo>
                    <a:pt x="1" y="100"/>
                    <a:pt x="1" y="108"/>
                    <a:pt x="1" y="116"/>
                  </a:cubicBezTo>
                  <a:cubicBezTo>
                    <a:pt x="1" y="116"/>
                    <a:pt x="1" y="124"/>
                    <a:pt x="9" y="133"/>
                  </a:cubicBezTo>
                  <a:cubicBezTo>
                    <a:pt x="9" y="133"/>
                    <a:pt x="9" y="133"/>
                    <a:pt x="17" y="141"/>
                  </a:cubicBezTo>
                  <a:cubicBezTo>
                    <a:pt x="17" y="141"/>
                    <a:pt x="26" y="141"/>
                    <a:pt x="34" y="149"/>
                  </a:cubicBezTo>
                  <a:cubicBezTo>
                    <a:pt x="42" y="149"/>
                    <a:pt x="59" y="149"/>
                    <a:pt x="67" y="141"/>
                  </a:cubicBezTo>
                  <a:lnTo>
                    <a:pt x="109" y="116"/>
                  </a:lnTo>
                  <a:lnTo>
                    <a:pt x="125" y="108"/>
                  </a:lnTo>
                  <a:lnTo>
                    <a:pt x="133" y="100"/>
                  </a:lnTo>
                  <a:lnTo>
                    <a:pt x="150" y="91"/>
                  </a:lnTo>
                  <a:cubicBezTo>
                    <a:pt x="158" y="83"/>
                    <a:pt x="158" y="75"/>
                    <a:pt x="167" y="66"/>
                  </a:cubicBezTo>
                  <a:cubicBezTo>
                    <a:pt x="167" y="66"/>
                    <a:pt x="167" y="58"/>
                    <a:pt x="167" y="58"/>
                  </a:cubicBezTo>
                  <a:cubicBezTo>
                    <a:pt x="167" y="50"/>
                    <a:pt x="167" y="42"/>
                    <a:pt x="167" y="33"/>
                  </a:cubicBezTo>
                  <a:cubicBezTo>
                    <a:pt x="167" y="25"/>
                    <a:pt x="158" y="17"/>
                    <a:pt x="158" y="17"/>
                  </a:cubicBezTo>
                  <a:cubicBezTo>
                    <a:pt x="150" y="8"/>
                    <a:pt x="150" y="8"/>
                    <a:pt x="1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1153;p39"/>
            <p:cNvSpPr/>
            <p:nvPr/>
          </p:nvSpPr>
          <p:spPr>
            <a:xfrm>
              <a:off x="2168225" y="3126775"/>
              <a:ext cx="4575" cy="2875"/>
            </a:xfrm>
            <a:custGeom>
              <a:rect b="b" l="l" r="r" t="t"/>
              <a:pathLst>
                <a:path extrusionOk="0" h="115" w="183">
                  <a:moveTo>
                    <a:pt x="133" y="0"/>
                  </a:moveTo>
                  <a:cubicBezTo>
                    <a:pt x="116" y="8"/>
                    <a:pt x="108" y="8"/>
                    <a:pt x="91" y="17"/>
                  </a:cubicBezTo>
                  <a:cubicBezTo>
                    <a:pt x="75" y="17"/>
                    <a:pt x="58" y="25"/>
                    <a:pt x="42" y="25"/>
                  </a:cubicBezTo>
                  <a:cubicBezTo>
                    <a:pt x="17" y="33"/>
                    <a:pt x="0" y="66"/>
                    <a:pt x="17" y="91"/>
                  </a:cubicBezTo>
                  <a:cubicBezTo>
                    <a:pt x="17" y="100"/>
                    <a:pt x="25" y="108"/>
                    <a:pt x="42" y="108"/>
                  </a:cubicBezTo>
                  <a:cubicBezTo>
                    <a:pt x="46" y="112"/>
                    <a:pt x="52" y="114"/>
                    <a:pt x="58" y="114"/>
                  </a:cubicBezTo>
                  <a:cubicBezTo>
                    <a:pt x="64" y="114"/>
                    <a:pt x="71" y="112"/>
                    <a:pt x="75" y="108"/>
                  </a:cubicBezTo>
                  <a:cubicBezTo>
                    <a:pt x="91" y="100"/>
                    <a:pt x="108" y="91"/>
                    <a:pt x="124" y="91"/>
                  </a:cubicBezTo>
                  <a:cubicBezTo>
                    <a:pt x="133" y="83"/>
                    <a:pt x="149" y="75"/>
                    <a:pt x="166" y="66"/>
                  </a:cubicBezTo>
                  <a:cubicBezTo>
                    <a:pt x="174" y="58"/>
                    <a:pt x="182" y="42"/>
                    <a:pt x="174" y="25"/>
                  </a:cubicBezTo>
                  <a:cubicBezTo>
                    <a:pt x="166" y="8"/>
                    <a:pt x="149" y="0"/>
                    <a:pt x="1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" name="Google Shape;1154;p39"/>
            <p:cNvSpPr/>
            <p:nvPr/>
          </p:nvSpPr>
          <p:spPr>
            <a:xfrm>
              <a:off x="1942650" y="3084275"/>
              <a:ext cx="5400" cy="22275"/>
            </a:xfrm>
            <a:custGeom>
              <a:rect b="b" l="l" r="r" t="t"/>
              <a:pathLst>
                <a:path extrusionOk="0" h="891" w="216">
                  <a:moveTo>
                    <a:pt x="147" y="0"/>
                  </a:moveTo>
                  <a:cubicBezTo>
                    <a:pt x="117" y="0"/>
                    <a:pt x="86" y="17"/>
                    <a:pt x="75" y="51"/>
                  </a:cubicBezTo>
                  <a:cubicBezTo>
                    <a:pt x="58" y="109"/>
                    <a:pt x="50" y="184"/>
                    <a:pt x="50" y="250"/>
                  </a:cubicBezTo>
                  <a:cubicBezTo>
                    <a:pt x="50" y="316"/>
                    <a:pt x="33" y="383"/>
                    <a:pt x="25" y="449"/>
                  </a:cubicBezTo>
                  <a:cubicBezTo>
                    <a:pt x="17" y="590"/>
                    <a:pt x="9" y="722"/>
                    <a:pt x="0" y="855"/>
                  </a:cubicBezTo>
                  <a:cubicBezTo>
                    <a:pt x="0" y="878"/>
                    <a:pt x="20" y="891"/>
                    <a:pt x="40" y="891"/>
                  </a:cubicBezTo>
                  <a:cubicBezTo>
                    <a:pt x="56" y="891"/>
                    <a:pt x="71" y="882"/>
                    <a:pt x="75" y="863"/>
                  </a:cubicBezTo>
                  <a:cubicBezTo>
                    <a:pt x="100" y="731"/>
                    <a:pt x="125" y="598"/>
                    <a:pt x="149" y="466"/>
                  </a:cubicBezTo>
                  <a:cubicBezTo>
                    <a:pt x="158" y="399"/>
                    <a:pt x="166" y="333"/>
                    <a:pt x="183" y="267"/>
                  </a:cubicBezTo>
                  <a:cubicBezTo>
                    <a:pt x="199" y="209"/>
                    <a:pt x="216" y="134"/>
                    <a:pt x="216" y="68"/>
                  </a:cubicBezTo>
                  <a:cubicBezTo>
                    <a:pt x="216" y="23"/>
                    <a:pt x="182" y="0"/>
                    <a:pt x="1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" name="Google Shape;1155;p39"/>
            <p:cNvSpPr/>
            <p:nvPr/>
          </p:nvSpPr>
          <p:spPr>
            <a:xfrm>
              <a:off x="1949850" y="3096100"/>
              <a:ext cx="4225" cy="11225"/>
            </a:xfrm>
            <a:custGeom>
              <a:rect b="b" l="l" r="r" t="t"/>
              <a:pathLst>
                <a:path extrusionOk="0" h="449" w="169">
                  <a:moveTo>
                    <a:pt x="140" y="1"/>
                  </a:moveTo>
                  <a:cubicBezTo>
                    <a:pt x="132" y="1"/>
                    <a:pt x="124" y="3"/>
                    <a:pt x="118" y="9"/>
                  </a:cubicBezTo>
                  <a:cubicBezTo>
                    <a:pt x="110" y="42"/>
                    <a:pt x="93" y="67"/>
                    <a:pt x="85" y="100"/>
                  </a:cubicBezTo>
                  <a:cubicBezTo>
                    <a:pt x="77" y="117"/>
                    <a:pt x="69" y="133"/>
                    <a:pt x="69" y="150"/>
                  </a:cubicBezTo>
                  <a:cubicBezTo>
                    <a:pt x="60" y="167"/>
                    <a:pt x="60" y="183"/>
                    <a:pt x="52" y="191"/>
                  </a:cubicBezTo>
                  <a:cubicBezTo>
                    <a:pt x="35" y="258"/>
                    <a:pt x="27" y="324"/>
                    <a:pt x="11" y="390"/>
                  </a:cubicBezTo>
                  <a:cubicBezTo>
                    <a:pt x="1" y="425"/>
                    <a:pt x="30" y="448"/>
                    <a:pt x="58" y="448"/>
                  </a:cubicBezTo>
                  <a:cubicBezTo>
                    <a:pt x="77" y="448"/>
                    <a:pt x="95" y="438"/>
                    <a:pt x="102" y="415"/>
                  </a:cubicBezTo>
                  <a:cubicBezTo>
                    <a:pt x="110" y="349"/>
                    <a:pt x="127" y="283"/>
                    <a:pt x="143" y="216"/>
                  </a:cubicBezTo>
                  <a:cubicBezTo>
                    <a:pt x="151" y="208"/>
                    <a:pt x="151" y="191"/>
                    <a:pt x="151" y="175"/>
                  </a:cubicBezTo>
                  <a:cubicBezTo>
                    <a:pt x="160" y="158"/>
                    <a:pt x="160" y="142"/>
                    <a:pt x="160" y="125"/>
                  </a:cubicBezTo>
                  <a:cubicBezTo>
                    <a:pt x="160" y="92"/>
                    <a:pt x="168" y="59"/>
                    <a:pt x="168" y="26"/>
                  </a:cubicBezTo>
                  <a:cubicBezTo>
                    <a:pt x="168" y="10"/>
                    <a:pt x="154" y="1"/>
                    <a:pt x="1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" name="Google Shape;1156;p39"/>
            <p:cNvSpPr/>
            <p:nvPr/>
          </p:nvSpPr>
          <p:spPr>
            <a:xfrm>
              <a:off x="1957350" y="3105650"/>
              <a:ext cx="2300" cy="4575"/>
            </a:xfrm>
            <a:custGeom>
              <a:rect b="b" l="l" r="r" t="t"/>
              <a:pathLst>
                <a:path extrusionOk="0" h="183" w="92">
                  <a:moveTo>
                    <a:pt x="67" y="0"/>
                  </a:moveTo>
                  <a:cubicBezTo>
                    <a:pt x="50" y="0"/>
                    <a:pt x="34" y="8"/>
                    <a:pt x="34" y="25"/>
                  </a:cubicBezTo>
                  <a:cubicBezTo>
                    <a:pt x="25" y="66"/>
                    <a:pt x="17" y="99"/>
                    <a:pt x="9" y="133"/>
                  </a:cubicBezTo>
                  <a:cubicBezTo>
                    <a:pt x="1" y="157"/>
                    <a:pt x="17" y="182"/>
                    <a:pt x="42" y="182"/>
                  </a:cubicBezTo>
                  <a:cubicBezTo>
                    <a:pt x="50" y="182"/>
                    <a:pt x="59" y="182"/>
                    <a:pt x="67" y="174"/>
                  </a:cubicBezTo>
                  <a:cubicBezTo>
                    <a:pt x="75" y="166"/>
                    <a:pt x="83" y="157"/>
                    <a:pt x="83" y="141"/>
                  </a:cubicBezTo>
                  <a:cubicBezTo>
                    <a:pt x="83" y="108"/>
                    <a:pt x="92" y="75"/>
                    <a:pt x="92" y="33"/>
                  </a:cubicBezTo>
                  <a:cubicBezTo>
                    <a:pt x="92" y="25"/>
                    <a:pt x="92" y="17"/>
                    <a:pt x="83" y="8"/>
                  </a:cubicBezTo>
                  <a:cubicBezTo>
                    <a:pt x="83" y="8"/>
                    <a:pt x="75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39"/>
            <p:cNvSpPr/>
            <p:nvPr/>
          </p:nvSpPr>
          <p:spPr>
            <a:xfrm>
              <a:off x="2130725" y="2940550"/>
              <a:ext cx="9750" cy="5900"/>
            </a:xfrm>
            <a:custGeom>
              <a:rect b="b" l="l" r="r" t="t"/>
              <a:pathLst>
                <a:path extrusionOk="0" h="236" w="390">
                  <a:moveTo>
                    <a:pt x="349" y="0"/>
                  </a:moveTo>
                  <a:lnTo>
                    <a:pt x="349" y="9"/>
                  </a:lnTo>
                  <a:cubicBezTo>
                    <a:pt x="343" y="6"/>
                    <a:pt x="338" y="5"/>
                    <a:pt x="334" y="5"/>
                  </a:cubicBezTo>
                  <a:cubicBezTo>
                    <a:pt x="326" y="5"/>
                    <a:pt x="318" y="9"/>
                    <a:pt x="307" y="9"/>
                  </a:cubicBezTo>
                  <a:cubicBezTo>
                    <a:pt x="282" y="9"/>
                    <a:pt x="257" y="17"/>
                    <a:pt x="233" y="25"/>
                  </a:cubicBezTo>
                  <a:cubicBezTo>
                    <a:pt x="208" y="34"/>
                    <a:pt x="183" y="50"/>
                    <a:pt x="158" y="58"/>
                  </a:cubicBezTo>
                  <a:cubicBezTo>
                    <a:pt x="108" y="92"/>
                    <a:pt x="67" y="125"/>
                    <a:pt x="17" y="158"/>
                  </a:cubicBezTo>
                  <a:cubicBezTo>
                    <a:pt x="1" y="174"/>
                    <a:pt x="1" y="199"/>
                    <a:pt x="17" y="216"/>
                  </a:cubicBezTo>
                  <a:cubicBezTo>
                    <a:pt x="23" y="228"/>
                    <a:pt x="43" y="236"/>
                    <a:pt x="59" y="236"/>
                  </a:cubicBezTo>
                  <a:cubicBezTo>
                    <a:pt x="65" y="236"/>
                    <a:pt x="71" y="235"/>
                    <a:pt x="75" y="232"/>
                  </a:cubicBezTo>
                  <a:cubicBezTo>
                    <a:pt x="117" y="199"/>
                    <a:pt x="158" y="174"/>
                    <a:pt x="199" y="158"/>
                  </a:cubicBezTo>
                  <a:cubicBezTo>
                    <a:pt x="208" y="150"/>
                    <a:pt x="216" y="150"/>
                    <a:pt x="224" y="141"/>
                  </a:cubicBezTo>
                  <a:lnTo>
                    <a:pt x="233" y="141"/>
                  </a:lnTo>
                  <a:cubicBezTo>
                    <a:pt x="241" y="141"/>
                    <a:pt x="241" y="133"/>
                    <a:pt x="241" y="133"/>
                  </a:cubicBezTo>
                  <a:lnTo>
                    <a:pt x="257" y="133"/>
                  </a:lnTo>
                  <a:cubicBezTo>
                    <a:pt x="266" y="125"/>
                    <a:pt x="274" y="125"/>
                    <a:pt x="282" y="116"/>
                  </a:cubicBezTo>
                  <a:cubicBezTo>
                    <a:pt x="299" y="116"/>
                    <a:pt x="299" y="108"/>
                    <a:pt x="307" y="108"/>
                  </a:cubicBezTo>
                  <a:lnTo>
                    <a:pt x="315" y="108"/>
                  </a:lnTo>
                  <a:cubicBezTo>
                    <a:pt x="307" y="108"/>
                    <a:pt x="332" y="100"/>
                    <a:pt x="332" y="100"/>
                  </a:cubicBezTo>
                  <a:cubicBezTo>
                    <a:pt x="332" y="100"/>
                    <a:pt x="340" y="92"/>
                    <a:pt x="340" y="92"/>
                  </a:cubicBezTo>
                  <a:lnTo>
                    <a:pt x="349" y="92"/>
                  </a:lnTo>
                  <a:cubicBezTo>
                    <a:pt x="349" y="92"/>
                    <a:pt x="357" y="83"/>
                    <a:pt x="357" y="83"/>
                  </a:cubicBezTo>
                  <a:cubicBezTo>
                    <a:pt x="373" y="75"/>
                    <a:pt x="390" y="58"/>
                    <a:pt x="382" y="34"/>
                  </a:cubicBezTo>
                  <a:cubicBezTo>
                    <a:pt x="382" y="17"/>
                    <a:pt x="365" y="9"/>
                    <a:pt x="3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39"/>
            <p:cNvSpPr/>
            <p:nvPr/>
          </p:nvSpPr>
          <p:spPr>
            <a:xfrm>
              <a:off x="2045600" y="2955475"/>
              <a:ext cx="18450" cy="4200"/>
            </a:xfrm>
            <a:custGeom>
              <a:rect b="b" l="l" r="r" t="t"/>
              <a:pathLst>
                <a:path extrusionOk="0" h="168" w="738">
                  <a:moveTo>
                    <a:pt x="298" y="0"/>
                  </a:moveTo>
                  <a:cubicBezTo>
                    <a:pt x="240" y="0"/>
                    <a:pt x="174" y="0"/>
                    <a:pt x="116" y="17"/>
                  </a:cubicBezTo>
                  <a:cubicBezTo>
                    <a:pt x="66" y="25"/>
                    <a:pt x="8" y="66"/>
                    <a:pt x="0" y="124"/>
                  </a:cubicBezTo>
                  <a:cubicBezTo>
                    <a:pt x="0" y="152"/>
                    <a:pt x="23" y="168"/>
                    <a:pt x="45" y="168"/>
                  </a:cubicBezTo>
                  <a:cubicBezTo>
                    <a:pt x="49" y="168"/>
                    <a:pt x="54" y="167"/>
                    <a:pt x="58" y="166"/>
                  </a:cubicBezTo>
                  <a:cubicBezTo>
                    <a:pt x="75" y="166"/>
                    <a:pt x="91" y="149"/>
                    <a:pt x="116" y="149"/>
                  </a:cubicBezTo>
                  <a:cubicBezTo>
                    <a:pt x="133" y="141"/>
                    <a:pt x="158" y="141"/>
                    <a:pt x="174" y="141"/>
                  </a:cubicBezTo>
                  <a:cubicBezTo>
                    <a:pt x="194" y="138"/>
                    <a:pt x="212" y="137"/>
                    <a:pt x="230" y="137"/>
                  </a:cubicBezTo>
                  <a:cubicBezTo>
                    <a:pt x="266" y="137"/>
                    <a:pt x="301" y="141"/>
                    <a:pt x="340" y="141"/>
                  </a:cubicBezTo>
                  <a:cubicBezTo>
                    <a:pt x="366" y="139"/>
                    <a:pt x="393" y="138"/>
                    <a:pt x="420" y="138"/>
                  </a:cubicBezTo>
                  <a:cubicBezTo>
                    <a:pt x="468" y="138"/>
                    <a:pt x="517" y="140"/>
                    <a:pt x="565" y="140"/>
                  </a:cubicBezTo>
                  <a:cubicBezTo>
                    <a:pt x="609" y="140"/>
                    <a:pt x="653" y="139"/>
                    <a:pt x="696" y="133"/>
                  </a:cubicBezTo>
                  <a:cubicBezTo>
                    <a:pt x="729" y="124"/>
                    <a:pt x="738" y="75"/>
                    <a:pt x="704" y="58"/>
                  </a:cubicBezTo>
                  <a:cubicBezTo>
                    <a:pt x="580" y="8"/>
                    <a:pt x="431" y="0"/>
                    <a:pt x="2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39"/>
            <p:cNvSpPr/>
            <p:nvPr/>
          </p:nvSpPr>
          <p:spPr>
            <a:xfrm>
              <a:off x="2049525" y="2950750"/>
              <a:ext cx="9775" cy="2725"/>
            </a:xfrm>
            <a:custGeom>
              <a:rect b="b" l="l" r="r" t="t"/>
              <a:pathLst>
                <a:path extrusionOk="0" h="109" w="391">
                  <a:moveTo>
                    <a:pt x="217" y="1"/>
                  </a:moveTo>
                  <a:cubicBezTo>
                    <a:pt x="202" y="1"/>
                    <a:pt x="187" y="3"/>
                    <a:pt x="175" y="7"/>
                  </a:cubicBezTo>
                  <a:cubicBezTo>
                    <a:pt x="150" y="7"/>
                    <a:pt x="125" y="15"/>
                    <a:pt x="92" y="23"/>
                  </a:cubicBezTo>
                  <a:cubicBezTo>
                    <a:pt x="67" y="32"/>
                    <a:pt x="42" y="48"/>
                    <a:pt x="17" y="65"/>
                  </a:cubicBezTo>
                  <a:cubicBezTo>
                    <a:pt x="1" y="81"/>
                    <a:pt x="17" y="106"/>
                    <a:pt x="42" y="106"/>
                  </a:cubicBezTo>
                  <a:cubicBezTo>
                    <a:pt x="67" y="98"/>
                    <a:pt x="83" y="98"/>
                    <a:pt x="108" y="98"/>
                  </a:cubicBezTo>
                  <a:cubicBezTo>
                    <a:pt x="133" y="90"/>
                    <a:pt x="158" y="90"/>
                    <a:pt x="175" y="90"/>
                  </a:cubicBezTo>
                  <a:cubicBezTo>
                    <a:pt x="208" y="98"/>
                    <a:pt x="233" y="98"/>
                    <a:pt x="257" y="98"/>
                  </a:cubicBezTo>
                  <a:cubicBezTo>
                    <a:pt x="274" y="98"/>
                    <a:pt x="299" y="106"/>
                    <a:pt x="324" y="106"/>
                  </a:cubicBezTo>
                  <a:cubicBezTo>
                    <a:pt x="328" y="108"/>
                    <a:pt x="333" y="108"/>
                    <a:pt x="337" y="108"/>
                  </a:cubicBezTo>
                  <a:cubicBezTo>
                    <a:pt x="357" y="108"/>
                    <a:pt x="375" y="93"/>
                    <a:pt x="382" y="73"/>
                  </a:cubicBezTo>
                  <a:cubicBezTo>
                    <a:pt x="390" y="48"/>
                    <a:pt x="373" y="23"/>
                    <a:pt x="349" y="23"/>
                  </a:cubicBezTo>
                  <a:cubicBezTo>
                    <a:pt x="324" y="7"/>
                    <a:pt x="291" y="7"/>
                    <a:pt x="266" y="7"/>
                  </a:cubicBezTo>
                  <a:cubicBezTo>
                    <a:pt x="249" y="3"/>
                    <a:pt x="233" y="1"/>
                    <a:pt x="2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" name="Google Shape;1160;p39"/>
            <p:cNvSpPr/>
            <p:nvPr/>
          </p:nvSpPr>
          <p:spPr>
            <a:xfrm>
              <a:off x="1977200" y="2915950"/>
              <a:ext cx="15400" cy="24100"/>
            </a:xfrm>
            <a:custGeom>
              <a:rect b="b" l="l" r="r" t="t"/>
              <a:pathLst>
                <a:path extrusionOk="0" h="964" w="616">
                  <a:moveTo>
                    <a:pt x="528" y="0"/>
                  </a:moveTo>
                  <a:cubicBezTo>
                    <a:pt x="500" y="0"/>
                    <a:pt x="470" y="16"/>
                    <a:pt x="458" y="40"/>
                  </a:cubicBezTo>
                  <a:cubicBezTo>
                    <a:pt x="416" y="115"/>
                    <a:pt x="400" y="197"/>
                    <a:pt x="367" y="272"/>
                  </a:cubicBezTo>
                  <a:cubicBezTo>
                    <a:pt x="333" y="346"/>
                    <a:pt x="292" y="413"/>
                    <a:pt x="259" y="487"/>
                  </a:cubicBezTo>
                  <a:cubicBezTo>
                    <a:pt x="184" y="628"/>
                    <a:pt x="110" y="777"/>
                    <a:pt x="19" y="910"/>
                  </a:cubicBezTo>
                  <a:cubicBezTo>
                    <a:pt x="0" y="934"/>
                    <a:pt x="23" y="964"/>
                    <a:pt x="49" y="964"/>
                  </a:cubicBezTo>
                  <a:cubicBezTo>
                    <a:pt x="58" y="964"/>
                    <a:pt x="68" y="960"/>
                    <a:pt x="77" y="951"/>
                  </a:cubicBezTo>
                  <a:cubicBezTo>
                    <a:pt x="193" y="835"/>
                    <a:pt x="309" y="711"/>
                    <a:pt x="400" y="570"/>
                  </a:cubicBezTo>
                  <a:cubicBezTo>
                    <a:pt x="441" y="496"/>
                    <a:pt x="474" y="429"/>
                    <a:pt x="507" y="355"/>
                  </a:cubicBezTo>
                  <a:cubicBezTo>
                    <a:pt x="549" y="280"/>
                    <a:pt x="590" y="189"/>
                    <a:pt x="607" y="106"/>
                  </a:cubicBezTo>
                  <a:cubicBezTo>
                    <a:pt x="615" y="65"/>
                    <a:pt x="599" y="23"/>
                    <a:pt x="557" y="7"/>
                  </a:cubicBezTo>
                  <a:cubicBezTo>
                    <a:pt x="548" y="2"/>
                    <a:pt x="538" y="0"/>
                    <a:pt x="5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" name="Google Shape;1161;p39"/>
            <p:cNvSpPr/>
            <p:nvPr/>
          </p:nvSpPr>
          <p:spPr>
            <a:xfrm>
              <a:off x="1988425" y="2928950"/>
              <a:ext cx="7075" cy="11050"/>
            </a:xfrm>
            <a:custGeom>
              <a:rect b="b" l="l" r="r" t="t"/>
              <a:pathLst>
                <a:path extrusionOk="0" h="442" w="283">
                  <a:moveTo>
                    <a:pt x="232" y="0"/>
                  </a:moveTo>
                  <a:cubicBezTo>
                    <a:pt x="191" y="9"/>
                    <a:pt x="166" y="50"/>
                    <a:pt x="150" y="83"/>
                  </a:cubicBezTo>
                  <a:cubicBezTo>
                    <a:pt x="125" y="116"/>
                    <a:pt x="108" y="141"/>
                    <a:pt x="92" y="183"/>
                  </a:cubicBezTo>
                  <a:cubicBezTo>
                    <a:pt x="67" y="249"/>
                    <a:pt x="34" y="315"/>
                    <a:pt x="9" y="390"/>
                  </a:cubicBezTo>
                  <a:cubicBezTo>
                    <a:pt x="0" y="406"/>
                    <a:pt x="17" y="440"/>
                    <a:pt x="42" y="440"/>
                  </a:cubicBezTo>
                  <a:cubicBezTo>
                    <a:pt x="46" y="441"/>
                    <a:pt x="51" y="442"/>
                    <a:pt x="55" y="442"/>
                  </a:cubicBezTo>
                  <a:cubicBezTo>
                    <a:pt x="75" y="442"/>
                    <a:pt x="93" y="427"/>
                    <a:pt x="100" y="406"/>
                  </a:cubicBezTo>
                  <a:cubicBezTo>
                    <a:pt x="125" y="348"/>
                    <a:pt x="150" y="290"/>
                    <a:pt x="183" y="224"/>
                  </a:cubicBezTo>
                  <a:cubicBezTo>
                    <a:pt x="199" y="199"/>
                    <a:pt x="216" y="166"/>
                    <a:pt x="232" y="141"/>
                  </a:cubicBezTo>
                  <a:cubicBezTo>
                    <a:pt x="249" y="108"/>
                    <a:pt x="282" y="67"/>
                    <a:pt x="266" y="25"/>
                  </a:cubicBezTo>
                  <a:cubicBezTo>
                    <a:pt x="257" y="17"/>
                    <a:pt x="249" y="0"/>
                    <a:pt x="2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" name="Google Shape;1162;p39"/>
            <p:cNvSpPr/>
            <p:nvPr/>
          </p:nvSpPr>
          <p:spPr>
            <a:xfrm>
              <a:off x="2118075" y="2893475"/>
              <a:ext cx="14325" cy="17900"/>
            </a:xfrm>
            <a:custGeom>
              <a:rect b="b" l="l" r="r" t="t"/>
              <a:pathLst>
                <a:path extrusionOk="0" h="716" w="573">
                  <a:moveTo>
                    <a:pt x="55" y="0"/>
                  </a:moveTo>
                  <a:cubicBezTo>
                    <a:pt x="24" y="0"/>
                    <a:pt x="0" y="37"/>
                    <a:pt x="26" y="69"/>
                  </a:cubicBezTo>
                  <a:cubicBezTo>
                    <a:pt x="117" y="168"/>
                    <a:pt x="200" y="284"/>
                    <a:pt x="291" y="392"/>
                  </a:cubicBezTo>
                  <a:cubicBezTo>
                    <a:pt x="324" y="434"/>
                    <a:pt x="357" y="475"/>
                    <a:pt x="382" y="525"/>
                  </a:cubicBezTo>
                  <a:cubicBezTo>
                    <a:pt x="391" y="550"/>
                    <a:pt x="407" y="574"/>
                    <a:pt x="407" y="599"/>
                  </a:cubicBezTo>
                  <a:cubicBezTo>
                    <a:pt x="415" y="624"/>
                    <a:pt x="424" y="657"/>
                    <a:pt x="432" y="682"/>
                  </a:cubicBezTo>
                  <a:cubicBezTo>
                    <a:pt x="443" y="704"/>
                    <a:pt x="461" y="715"/>
                    <a:pt x="482" y="715"/>
                  </a:cubicBezTo>
                  <a:cubicBezTo>
                    <a:pt x="493" y="715"/>
                    <a:pt x="504" y="712"/>
                    <a:pt x="515" y="707"/>
                  </a:cubicBezTo>
                  <a:cubicBezTo>
                    <a:pt x="573" y="657"/>
                    <a:pt x="565" y="558"/>
                    <a:pt x="548" y="500"/>
                  </a:cubicBezTo>
                  <a:cubicBezTo>
                    <a:pt x="523" y="434"/>
                    <a:pt x="465" y="376"/>
                    <a:pt x="415" y="318"/>
                  </a:cubicBezTo>
                  <a:cubicBezTo>
                    <a:pt x="366" y="268"/>
                    <a:pt x="316" y="218"/>
                    <a:pt x="258" y="168"/>
                  </a:cubicBezTo>
                  <a:cubicBezTo>
                    <a:pt x="200" y="119"/>
                    <a:pt x="142" y="69"/>
                    <a:pt x="84" y="11"/>
                  </a:cubicBezTo>
                  <a:cubicBezTo>
                    <a:pt x="74" y="3"/>
                    <a:pt x="65" y="0"/>
                    <a:pt x="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" name="Google Shape;1163;p39"/>
            <p:cNvSpPr/>
            <p:nvPr/>
          </p:nvSpPr>
          <p:spPr>
            <a:xfrm>
              <a:off x="2130300" y="2917550"/>
              <a:ext cx="3350" cy="3750"/>
            </a:xfrm>
            <a:custGeom>
              <a:rect b="b" l="l" r="r" t="t"/>
              <a:pathLst>
                <a:path extrusionOk="0" h="150" w="134">
                  <a:moveTo>
                    <a:pt x="51" y="1"/>
                  </a:moveTo>
                  <a:lnTo>
                    <a:pt x="51" y="9"/>
                  </a:lnTo>
                  <a:cubicBezTo>
                    <a:pt x="51" y="6"/>
                    <a:pt x="50" y="5"/>
                    <a:pt x="48" y="5"/>
                  </a:cubicBezTo>
                  <a:cubicBezTo>
                    <a:pt x="45" y="5"/>
                    <a:pt x="40" y="9"/>
                    <a:pt x="34" y="9"/>
                  </a:cubicBezTo>
                  <a:cubicBezTo>
                    <a:pt x="26" y="9"/>
                    <a:pt x="18" y="17"/>
                    <a:pt x="9" y="26"/>
                  </a:cubicBezTo>
                  <a:cubicBezTo>
                    <a:pt x="1" y="34"/>
                    <a:pt x="1" y="51"/>
                    <a:pt x="9" y="59"/>
                  </a:cubicBezTo>
                  <a:cubicBezTo>
                    <a:pt x="9" y="59"/>
                    <a:pt x="9" y="67"/>
                    <a:pt x="9" y="67"/>
                  </a:cubicBezTo>
                  <a:cubicBezTo>
                    <a:pt x="9" y="75"/>
                    <a:pt x="18" y="75"/>
                    <a:pt x="26" y="84"/>
                  </a:cubicBezTo>
                  <a:cubicBezTo>
                    <a:pt x="31" y="89"/>
                    <a:pt x="37" y="95"/>
                    <a:pt x="42" y="100"/>
                  </a:cubicBezTo>
                  <a:lnTo>
                    <a:pt x="42" y="100"/>
                  </a:lnTo>
                  <a:cubicBezTo>
                    <a:pt x="42" y="109"/>
                    <a:pt x="51" y="109"/>
                    <a:pt x="59" y="117"/>
                  </a:cubicBezTo>
                  <a:cubicBezTo>
                    <a:pt x="59" y="125"/>
                    <a:pt x="67" y="125"/>
                    <a:pt x="67" y="133"/>
                  </a:cubicBezTo>
                  <a:lnTo>
                    <a:pt x="76" y="142"/>
                  </a:lnTo>
                  <a:cubicBezTo>
                    <a:pt x="84" y="150"/>
                    <a:pt x="84" y="150"/>
                    <a:pt x="92" y="150"/>
                  </a:cubicBezTo>
                  <a:lnTo>
                    <a:pt x="117" y="150"/>
                  </a:lnTo>
                  <a:cubicBezTo>
                    <a:pt x="117" y="150"/>
                    <a:pt x="125" y="142"/>
                    <a:pt x="125" y="142"/>
                  </a:cubicBezTo>
                  <a:cubicBezTo>
                    <a:pt x="134" y="133"/>
                    <a:pt x="134" y="125"/>
                    <a:pt x="134" y="117"/>
                  </a:cubicBezTo>
                  <a:cubicBezTo>
                    <a:pt x="134" y="109"/>
                    <a:pt x="134" y="100"/>
                    <a:pt x="134" y="84"/>
                  </a:cubicBezTo>
                  <a:cubicBezTo>
                    <a:pt x="125" y="75"/>
                    <a:pt x="125" y="67"/>
                    <a:pt x="117" y="59"/>
                  </a:cubicBezTo>
                  <a:cubicBezTo>
                    <a:pt x="109" y="51"/>
                    <a:pt x="100" y="42"/>
                    <a:pt x="92" y="34"/>
                  </a:cubicBezTo>
                  <a:cubicBezTo>
                    <a:pt x="84" y="26"/>
                    <a:pt x="76" y="17"/>
                    <a:pt x="67" y="9"/>
                  </a:cubicBezTo>
                  <a:cubicBezTo>
                    <a:pt x="67" y="9"/>
                    <a:pt x="59" y="1"/>
                    <a:pt x="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" name="Google Shape;1164;p39"/>
            <p:cNvSpPr/>
            <p:nvPr/>
          </p:nvSpPr>
          <p:spPr>
            <a:xfrm>
              <a:off x="2031300" y="2981500"/>
              <a:ext cx="8525" cy="14675"/>
            </a:xfrm>
            <a:custGeom>
              <a:rect b="b" l="l" r="r" t="t"/>
              <a:pathLst>
                <a:path extrusionOk="0" h="587" w="341">
                  <a:moveTo>
                    <a:pt x="52" y="1"/>
                  </a:moveTo>
                  <a:cubicBezTo>
                    <a:pt x="36" y="1"/>
                    <a:pt x="21" y="9"/>
                    <a:pt x="17" y="28"/>
                  </a:cubicBezTo>
                  <a:cubicBezTo>
                    <a:pt x="0" y="127"/>
                    <a:pt x="9" y="235"/>
                    <a:pt x="50" y="334"/>
                  </a:cubicBezTo>
                  <a:cubicBezTo>
                    <a:pt x="75" y="384"/>
                    <a:pt x="100" y="434"/>
                    <a:pt x="133" y="475"/>
                  </a:cubicBezTo>
                  <a:cubicBezTo>
                    <a:pt x="166" y="517"/>
                    <a:pt x="208" y="566"/>
                    <a:pt x="257" y="583"/>
                  </a:cubicBezTo>
                  <a:cubicBezTo>
                    <a:pt x="262" y="585"/>
                    <a:pt x="266" y="586"/>
                    <a:pt x="271" y="586"/>
                  </a:cubicBezTo>
                  <a:cubicBezTo>
                    <a:pt x="283" y="586"/>
                    <a:pt x="295" y="579"/>
                    <a:pt x="307" y="566"/>
                  </a:cubicBezTo>
                  <a:lnTo>
                    <a:pt x="307" y="566"/>
                  </a:lnTo>
                  <a:cubicBezTo>
                    <a:pt x="302" y="572"/>
                    <a:pt x="300" y="574"/>
                    <a:pt x="300" y="574"/>
                  </a:cubicBezTo>
                  <a:cubicBezTo>
                    <a:pt x="301" y="574"/>
                    <a:pt x="310" y="566"/>
                    <a:pt x="315" y="566"/>
                  </a:cubicBezTo>
                  <a:cubicBezTo>
                    <a:pt x="315" y="564"/>
                    <a:pt x="315" y="561"/>
                    <a:pt x="315" y="558"/>
                  </a:cubicBezTo>
                  <a:cubicBezTo>
                    <a:pt x="340" y="500"/>
                    <a:pt x="266" y="467"/>
                    <a:pt x="232" y="434"/>
                  </a:cubicBezTo>
                  <a:cubicBezTo>
                    <a:pt x="199" y="392"/>
                    <a:pt x="174" y="359"/>
                    <a:pt x="150" y="310"/>
                  </a:cubicBezTo>
                  <a:cubicBezTo>
                    <a:pt x="108" y="227"/>
                    <a:pt x="83" y="136"/>
                    <a:pt x="92" y="36"/>
                  </a:cubicBezTo>
                  <a:cubicBezTo>
                    <a:pt x="92" y="13"/>
                    <a:pt x="72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" name="Google Shape;1165;p39"/>
            <p:cNvSpPr/>
            <p:nvPr/>
          </p:nvSpPr>
          <p:spPr>
            <a:xfrm>
              <a:off x="2036275" y="2982775"/>
              <a:ext cx="6025" cy="6850"/>
            </a:xfrm>
            <a:custGeom>
              <a:rect b="b" l="l" r="r" t="t"/>
              <a:pathLst>
                <a:path extrusionOk="0" h="274" w="241">
                  <a:moveTo>
                    <a:pt x="40" y="1"/>
                  </a:moveTo>
                  <a:cubicBezTo>
                    <a:pt x="34" y="1"/>
                    <a:pt x="28" y="4"/>
                    <a:pt x="25" y="10"/>
                  </a:cubicBezTo>
                  <a:cubicBezTo>
                    <a:pt x="0" y="18"/>
                    <a:pt x="0" y="35"/>
                    <a:pt x="9" y="51"/>
                  </a:cubicBezTo>
                  <a:cubicBezTo>
                    <a:pt x="33" y="101"/>
                    <a:pt x="58" y="143"/>
                    <a:pt x="91" y="184"/>
                  </a:cubicBezTo>
                  <a:cubicBezTo>
                    <a:pt x="108" y="201"/>
                    <a:pt x="125" y="217"/>
                    <a:pt x="141" y="225"/>
                  </a:cubicBezTo>
                  <a:cubicBezTo>
                    <a:pt x="166" y="242"/>
                    <a:pt x="183" y="259"/>
                    <a:pt x="207" y="267"/>
                  </a:cubicBezTo>
                  <a:cubicBezTo>
                    <a:pt x="212" y="271"/>
                    <a:pt x="218" y="273"/>
                    <a:pt x="224" y="273"/>
                  </a:cubicBezTo>
                  <a:cubicBezTo>
                    <a:pt x="230" y="273"/>
                    <a:pt x="236" y="271"/>
                    <a:pt x="241" y="267"/>
                  </a:cubicBezTo>
                  <a:cubicBezTo>
                    <a:pt x="241" y="259"/>
                    <a:pt x="241" y="242"/>
                    <a:pt x="232" y="234"/>
                  </a:cubicBezTo>
                  <a:cubicBezTo>
                    <a:pt x="216" y="217"/>
                    <a:pt x="199" y="201"/>
                    <a:pt x="183" y="184"/>
                  </a:cubicBezTo>
                  <a:lnTo>
                    <a:pt x="191" y="184"/>
                  </a:lnTo>
                  <a:cubicBezTo>
                    <a:pt x="183" y="176"/>
                    <a:pt x="174" y="167"/>
                    <a:pt x="166" y="159"/>
                  </a:cubicBezTo>
                  <a:cubicBezTo>
                    <a:pt x="166" y="151"/>
                    <a:pt x="158" y="151"/>
                    <a:pt x="158" y="151"/>
                  </a:cubicBezTo>
                  <a:cubicBezTo>
                    <a:pt x="158" y="143"/>
                    <a:pt x="149" y="143"/>
                    <a:pt x="149" y="134"/>
                  </a:cubicBezTo>
                  <a:cubicBezTo>
                    <a:pt x="149" y="134"/>
                    <a:pt x="141" y="126"/>
                    <a:pt x="141" y="118"/>
                  </a:cubicBezTo>
                  <a:cubicBezTo>
                    <a:pt x="133" y="118"/>
                    <a:pt x="133" y="118"/>
                    <a:pt x="133" y="109"/>
                  </a:cubicBezTo>
                  <a:lnTo>
                    <a:pt x="125" y="109"/>
                  </a:lnTo>
                  <a:cubicBezTo>
                    <a:pt x="125" y="101"/>
                    <a:pt x="116" y="93"/>
                    <a:pt x="108" y="85"/>
                  </a:cubicBezTo>
                  <a:cubicBezTo>
                    <a:pt x="91" y="60"/>
                    <a:pt x="83" y="43"/>
                    <a:pt x="67" y="18"/>
                  </a:cubicBezTo>
                  <a:cubicBezTo>
                    <a:pt x="62" y="8"/>
                    <a:pt x="50" y="1"/>
                    <a:pt x="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66" name="Google Shape;1166;p39"/>
          <p:cNvGrpSpPr/>
          <p:nvPr/>
        </p:nvGrpSpPr>
        <p:grpSpPr>
          <a:xfrm flipH="1">
            <a:off x="8083798" y="152412"/>
            <a:ext cx="907796" cy="1003184"/>
            <a:chOff x="6388650" y="4086150"/>
            <a:chExt cx="448250" cy="495375"/>
          </a:xfrm>
        </p:grpSpPr>
        <p:sp>
          <p:nvSpPr>
            <p:cNvPr id="1167" name="Google Shape;1167;p39"/>
            <p:cNvSpPr/>
            <p:nvPr/>
          </p:nvSpPr>
          <p:spPr>
            <a:xfrm>
              <a:off x="6477925" y="4416825"/>
              <a:ext cx="278825" cy="161100"/>
            </a:xfrm>
            <a:custGeom>
              <a:rect b="b" l="l" r="r" t="t"/>
              <a:pathLst>
                <a:path extrusionOk="0" h="6444" w="11153">
                  <a:moveTo>
                    <a:pt x="2030" y="0"/>
                  </a:moveTo>
                  <a:cubicBezTo>
                    <a:pt x="1318" y="671"/>
                    <a:pt x="771" y="1525"/>
                    <a:pt x="439" y="2444"/>
                  </a:cubicBezTo>
                  <a:cubicBezTo>
                    <a:pt x="356" y="2560"/>
                    <a:pt x="290" y="2693"/>
                    <a:pt x="240" y="2817"/>
                  </a:cubicBezTo>
                  <a:cubicBezTo>
                    <a:pt x="149" y="3041"/>
                    <a:pt x="75" y="3265"/>
                    <a:pt x="42" y="3497"/>
                  </a:cubicBezTo>
                  <a:cubicBezTo>
                    <a:pt x="0" y="3762"/>
                    <a:pt x="42" y="3969"/>
                    <a:pt x="224" y="4168"/>
                  </a:cubicBezTo>
                  <a:cubicBezTo>
                    <a:pt x="381" y="4342"/>
                    <a:pt x="555" y="4491"/>
                    <a:pt x="738" y="4632"/>
                  </a:cubicBezTo>
                  <a:cubicBezTo>
                    <a:pt x="1483" y="5212"/>
                    <a:pt x="2395" y="5576"/>
                    <a:pt x="3289" y="5866"/>
                  </a:cubicBezTo>
                  <a:cubicBezTo>
                    <a:pt x="4500" y="6252"/>
                    <a:pt x="5777" y="6444"/>
                    <a:pt x="7052" y="6444"/>
                  </a:cubicBezTo>
                  <a:cubicBezTo>
                    <a:pt x="7749" y="6444"/>
                    <a:pt x="8446" y="6386"/>
                    <a:pt x="9131" y="6272"/>
                  </a:cubicBezTo>
                  <a:cubicBezTo>
                    <a:pt x="9603" y="6189"/>
                    <a:pt x="10200" y="6131"/>
                    <a:pt x="10548" y="5767"/>
                  </a:cubicBezTo>
                  <a:cubicBezTo>
                    <a:pt x="10730" y="5568"/>
                    <a:pt x="10813" y="5311"/>
                    <a:pt x="10887" y="5054"/>
                  </a:cubicBezTo>
                  <a:cubicBezTo>
                    <a:pt x="10970" y="4773"/>
                    <a:pt x="11061" y="4466"/>
                    <a:pt x="11053" y="4168"/>
                  </a:cubicBezTo>
                  <a:cubicBezTo>
                    <a:pt x="11053" y="4126"/>
                    <a:pt x="11036" y="4085"/>
                    <a:pt x="11012" y="4060"/>
                  </a:cubicBezTo>
                  <a:cubicBezTo>
                    <a:pt x="11020" y="3985"/>
                    <a:pt x="11020" y="3919"/>
                    <a:pt x="11020" y="3845"/>
                  </a:cubicBezTo>
                  <a:cubicBezTo>
                    <a:pt x="11086" y="3347"/>
                    <a:pt x="11136" y="2850"/>
                    <a:pt x="11152" y="2353"/>
                  </a:cubicBezTo>
                  <a:cubicBezTo>
                    <a:pt x="11152" y="2290"/>
                    <a:pt x="11130" y="2203"/>
                    <a:pt x="11070" y="2203"/>
                  </a:cubicBezTo>
                  <a:cubicBezTo>
                    <a:pt x="11067" y="2203"/>
                    <a:pt x="11064" y="2204"/>
                    <a:pt x="11061" y="2204"/>
                  </a:cubicBezTo>
                  <a:lnTo>
                    <a:pt x="203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" name="Google Shape;1168;p39"/>
            <p:cNvSpPr/>
            <p:nvPr/>
          </p:nvSpPr>
          <p:spPr>
            <a:xfrm>
              <a:off x="6524725" y="4404600"/>
              <a:ext cx="228075" cy="141075"/>
            </a:xfrm>
            <a:custGeom>
              <a:rect b="b" l="l" r="r" t="t"/>
              <a:pathLst>
                <a:path extrusionOk="0" h="5643" w="9123">
                  <a:moveTo>
                    <a:pt x="829" y="0"/>
                  </a:moveTo>
                  <a:cubicBezTo>
                    <a:pt x="804" y="50"/>
                    <a:pt x="796" y="100"/>
                    <a:pt x="779" y="149"/>
                  </a:cubicBezTo>
                  <a:cubicBezTo>
                    <a:pt x="755" y="249"/>
                    <a:pt x="738" y="357"/>
                    <a:pt x="721" y="464"/>
                  </a:cubicBezTo>
                  <a:cubicBezTo>
                    <a:pt x="713" y="580"/>
                    <a:pt x="713" y="696"/>
                    <a:pt x="713" y="812"/>
                  </a:cubicBezTo>
                  <a:cubicBezTo>
                    <a:pt x="721" y="870"/>
                    <a:pt x="721" y="920"/>
                    <a:pt x="721" y="970"/>
                  </a:cubicBezTo>
                  <a:cubicBezTo>
                    <a:pt x="721" y="1028"/>
                    <a:pt x="730" y="1086"/>
                    <a:pt x="705" y="1135"/>
                  </a:cubicBezTo>
                  <a:cubicBezTo>
                    <a:pt x="700" y="1153"/>
                    <a:pt x="687" y="1161"/>
                    <a:pt x="672" y="1161"/>
                  </a:cubicBezTo>
                  <a:cubicBezTo>
                    <a:pt x="659" y="1161"/>
                    <a:pt x="646" y="1155"/>
                    <a:pt x="639" y="1144"/>
                  </a:cubicBezTo>
                  <a:cubicBezTo>
                    <a:pt x="597" y="1102"/>
                    <a:pt x="581" y="1028"/>
                    <a:pt x="572" y="970"/>
                  </a:cubicBezTo>
                  <a:cubicBezTo>
                    <a:pt x="556" y="903"/>
                    <a:pt x="556" y="837"/>
                    <a:pt x="547" y="771"/>
                  </a:cubicBezTo>
                  <a:cubicBezTo>
                    <a:pt x="547" y="638"/>
                    <a:pt x="556" y="514"/>
                    <a:pt x="572" y="390"/>
                  </a:cubicBezTo>
                  <a:cubicBezTo>
                    <a:pt x="589" y="282"/>
                    <a:pt x="605" y="174"/>
                    <a:pt x="647" y="75"/>
                  </a:cubicBezTo>
                  <a:lnTo>
                    <a:pt x="647" y="75"/>
                  </a:lnTo>
                  <a:cubicBezTo>
                    <a:pt x="531" y="183"/>
                    <a:pt x="407" y="307"/>
                    <a:pt x="299" y="439"/>
                  </a:cubicBezTo>
                  <a:lnTo>
                    <a:pt x="299" y="448"/>
                  </a:lnTo>
                  <a:cubicBezTo>
                    <a:pt x="299" y="456"/>
                    <a:pt x="299" y="473"/>
                    <a:pt x="299" y="481"/>
                  </a:cubicBezTo>
                  <a:cubicBezTo>
                    <a:pt x="291" y="522"/>
                    <a:pt x="282" y="555"/>
                    <a:pt x="274" y="597"/>
                  </a:cubicBezTo>
                  <a:cubicBezTo>
                    <a:pt x="266" y="671"/>
                    <a:pt x="257" y="746"/>
                    <a:pt x="249" y="812"/>
                  </a:cubicBezTo>
                  <a:cubicBezTo>
                    <a:pt x="233" y="961"/>
                    <a:pt x="216" y="1110"/>
                    <a:pt x="216" y="1268"/>
                  </a:cubicBezTo>
                  <a:cubicBezTo>
                    <a:pt x="216" y="1417"/>
                    <a:pt x="233" y="1574"/>
                    <a:pt x="249" y="1724"/>
                  </a:cubicBezTo>
                  <a:cubicBezTo>
                    <a:pt x="266" y="1856"/>
                    <a:pt x="324" y="2014"/>
                    <a:pt x="291" y="2138"/>
                  </a:cubicBezTo>
                  <a:cubicBezTo>
                    <a:pt x="286" y="2160"/>
                    <a:pt x="270" y="2168"/>
                    <a:pt x="253" y="2168"/>
                  </a:cubicBezTo>
                  <a:cubicBezTo>
                    <a:pt x="239" y="2168"/>
                    <a:pt x="224" y="2162"/>
                    <a:pt x="216" y="2154"/>
                  </a:cubicBezTo>
                  <a:cubicBezTo>
                    <a:pt x="158" y="2096"/>
                    <a:pt x="133" y="1997"/>
                    <a:pt x="117" y="1922"/>
                  </a:cubicBezTo>
                  <a:cubicBezTo>
                    <a:pt x="100" y="1840"/>
                    <a:pt x="92" y="1757"/>
                    <a:pt x="84" y="1666"/>
                  </a:cubicBezTo>
                  <a:cubicBezTo>
                    <a:pt x="67" y="1500"/>
                    <a:pt x="59" y="1334"/>
                    <a:pt x="67" y="1168"/>
                  </a:cubicBezTo>
                  <a:cubicBezTo>
                    <a:pt x="75" y="1052"/>
                    <a:pt x="84" y="928"/>
                    <a:pt x="100" y="812"/>
                  </a:cubicBezTo>
                  <a:lnTo>
                    <a:pt x="100" y="812"/>
                  </a:lnTo>
                  <a:cubicBezTo>
                    <a:pt x="59" y="936"/>
                    <a:pt x="34" y="1061"/>
                    <a:pt x="26" y="1202"/>
                  </a:cubicBezTo>
                  <a:cubicBezTo>
                    <a:pt x="1" y="1500"/>
                    <a:pt x="50" y="1806"/>
                    <a:pt x="100" y="2105"/>
                  </a:cubicBezTo>
                  <a:cubicBezTo>
                    <a:pt x="208" y="2751"/>
                    <a:pt x="382" y="3372"/>
                    <a:pt x="622" y="3977"/>
                  </a:cubicBezTo>
                  <a:cubicBezTo>
                    <a:pt x="630" y="4002"/>
                    <a:pt x="630" y="4027"/>
                    <a:pt x="622" y="4044"/>
                  </a:cubicBezTo>
                  <a:cubicBezTo>
                    <a:pt x="879" y="4193"/>
                    <a:pt x="1078" y="4416"/>
                    <a:pt x="1277" y="4632"/>
                  </a:cubicBezTo>
                  <a:cubicBezTo>
                    <a:pt x="1517" y="4897"/>
                    <a:pt x="1782" y="5129"/>
                    <a:pt x="2105" y="5286"/>
                  </a:cubicBezTo>
                  <a:cubicBezTo>
                    <a:pt x="2751" y="5593"/>
                    <a:pt x="3472" y="5643"/>
                    <a:pt x="4177" y="5643"/>
                  </a:cubicBezTo>
                  <a:cubicBezTo>
                    <a:pt x="4881" y="5634"/>
                    <a:pt x="5610" y="5643"/>
                    <a:pt x="6298" y="5477"/>
                  </a:cubicBezTo>
                  <a:cubicBezTo>
                    <a:pt x="6629" y="5402"/>
                    <a:pt x="6952" y="5270"/>
                    <a:pt x="7234" y="5079"/>
                  </a:cubicBezTo>
                  <a:cubicBezTo>
                    <a:pt x="7540" y="4872"/>
                    <a:pt x="7797" y="4599"/>
                    <a:pt x="8062" y="4350"/>
                  </a:cubicBezTo>
                  <a:cubicBezTo>
                    <a:pt x="8212" y="4209"/>
                    <a:pt x="8352" y="4068"/>
                    <a:pt x="8493" y="3928"/>
                  </a:cubicBezTo>
                  <a:cubicBezTo>
                    <a:pt x="8626" y="3803"/>
                    <a:pt x="8758" y="3679"/>
                    <a:pt x="8866" y="3538"/>
                  </a:cubicBezTo>
                  <a:cubicBezTo>
                    <a:pt x="9057" y="3290"/>
                    <a:pt x="9098" y="2983"/>
                    <a:pt x="9123" y="2676"/>
                  </a:cubicBezTo>
                  <a:lnTo>
                    <a:pt x="9123" y="2676"/>
                  </a:lnTo>
                  <a:cubicBezTo>
                    <a:pt x="8792" y="2850"/>
                    <a:pt x="8468" y="3033"/>
                    <a:pt x="8137" y="3207"/>
                  </a:cubicBezTo>
                  <a:cubicBezTo>
                    <a:pt x="7723" y="3737"/>
                    <a:pt x="7159" y="4126"/>
                    <a:pt x="6538" y="4358"/>
                  </a:cubicBezTo>
                  <a:lnTo>
                    <a:pt x="6530" y="4358"/>
                  </a:lnTo>
                  <a:cubicBezTo>
                    <a:pt x="5963" y="4572"/>
                    <a:pt x="5351" y="4661"/>
                    <a:pt x="4746" y="4661"/>
                  </a:cubicBezTo>
                  <a:cubicBezTo>
                    <a:pt x="4669" y="4661"/>
                    <a:pt x="4593" y="4659"/>
                    <a:pt x="4516" y="4657"/>
                  </a:cubicBezTo>
                  <a:cubicBezTo>
                    <a:pt x="3878" y="4640"/>
                    <a:pt x="3232" y="4532"/>
                    <a:pt x="2660" y="4242"/>
                  </a:cubicBezTo>
                  <a:cubicBezTo>
                    <a:pt x="2122" y="3961"/>
                    <a:pt x="1691" y="3546"/>
                    <a:pt x="1426" y="3000"/>
                  </a:cubicBezTo>
                  <a:cubicBezTo>
                    <a:pt x="1277" y="2701"/>
                    <a:pt x="1169" y="2378"/>
                    <a:pt x="1078" y="2047"/>
                  </a:cubicBezTo>
                  <a:cubicBezTo>
                    <a:pt x="1011" y="1790"/>
                    <a:pt x="953" y="1508"/>
                    <a:pt x="945" y="1235"/>
                  </a:cubicBezTo>
                  <a:cubicBezTo>
                    <a:pt x="912" y="1185"/>
                    <a:pt x="887" y="1135"/>
                    <a:pt x="871" y="1077"/>
                  </a:cubicBezTo>
                  <a:cubicBezTo>
                    <a:pt x="804" y="845"/>
                    <a:pt x="862" y="597"/>
                    <a:pt x="862" y="357"/>
                  </a:cubicBezTo>
                  <a:cubicBezTo>
                    <a:pt x="862" y="241"/>
                    <a:pt x="854" y="116"/>
                    <a:pt x="8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1169;p39"/>
            <p:cNvSpPr/>
            <p:nvPr/>
          </p:nvSpPr>
          <p:spPr>
            <a:xfrm>
              <a:off x="6790075" y="4405000"/>
              <a:ext cx="13700" cy="34000"/>
            </a:xfrm>
            <a:custGeom>
              <a:rect b="b" l="l" r="r" t="t"/>
              <a:pathLst>
                <a:path extrusionOk="0" h="1360" w="548">
                  <a:moveTo>
                    <a:pt x="0" y="1"/>
                  </a:moveTo>
                  <a:lnTo>
                    <a:pt x="0" y="1"/>
                  </a:lnTo>
                  <a:cubicBezTo>
                    <a:pt x="100" y="158"/>
                    <a:pt x="158" y="349"/>
                    <a:pt x="199" y="548"/>
                  </a:cubicBezTo>
                  <a:cubicBezTo>
                    <a:pt x="232" y="705"/>
                    <a:pt x="257" y="863"/>
                    <a:pt x="299" y="1020"/>
                  </a:cubicBezTo>
                  <a:cubicBezTo>
                    <a:pt x="332" y="1144"/>
                    <a:pt x="382" y="1260"/>
                    <a:pt x="448" y="1360"/>
                  </a:cubicBezTo>
                  <a:cubicBezTo>
                    <a:pt x="473" y="1302"/>
                    <a:pt x="489" y="1252"/>
                    <a:pt x="506" y="1194"/>
                  </a:cubicBezTo>
                  <a:lnTo>
                    <a:pt x="506" y="1186"/>
                  </a:lnTo>
                  <a:cubicBezTo>
                    <a:pt x="514" y="1103"/>
                    <a:pt x="531" y="1028"/>
                    <a:pt x="539" y="954"/>
                  </a:cubicBezTo>
                  <a:cubicBezTo>
                    <a:pt x="547" y="929"/>
                    <a:pt x="547" y="904"/>
                    <a:pt x="547" y="879"/>
                  </a:cubicBezTo>
                  <a:cubicBezTo>
                    <a:pt x="522" y="771"/>
                    <a:pt x="481" y="672"/>
                    <a:pt x="439" y="564"/>
                  </a:cubicBezTo>
                  <a:cubicBezTo>
                    <a:pt x="390" y="448"/>
                    <a:pt x="340" y="316"/>
                    <a:pt x="257" y="208"/>
                  </a:cubicBezTo>
                  <a:cubicBezTo>
                    <a:pt x="191" y="117"/>
                    <a:pt x="100" y="5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" name="Google Shape;1170;p39"/>
            <p:cNvSpPr/>
            <p:nvPr/>
          </p:nvSpPr>
          <p:spPr>
            <a:xfrm>
              <a:off x="6391325" y="4090150"/>
              <a:ext cx="440825" cy="425300"/>
            </a:xfrm>
            <a:custGeom>
              <a:rect b="b" l="l" r="r" t="t"/>
              <a:pathLst>
                <a:path extrusionOk="0" h="17012" w="17633">
                  <a:moveTo>
                    <a:pt x="12504" y="1"/>
                  </a:moveTo>
                  <a:cubicBezTo>
                    <a:pt x="12388" y="1"/>
                    <a:pt x="12276" y="30"/>
                    <a:pt x="12180" y="109"/>
                  </a:cubicBezTo>
                  <a:cubicBezTo>
                    <a:pt x="12081" y="191"/>
                    <a:pt x="12015" y="307"/>
                    <a:pt x="11973" y="432"/>
                  </a:cubicBezTo>
                  <a:cubicBezTo>
                    <a:pt x="11849" y="747"/>
                    <a:pt x="11832" y="1111"/>
                    <a:pt x="11791" y="1443"/>
                  </a:cubicBezTo>
                  <a:cubicBezTo>
                    <a:pt x="11741" y="1840"/>
                    <a:pt x="11700" y="2238"/>
                    <a:pt x="11667" y="2644"/>
                  </a:cubicBezTo>
                  <a:cubicBezTo>
                    <a:pt x="11642" y="3042"/>
                    <a:pt x="11634" y="3456"/>
                    <a:pt x="11592" y="3854"/>
                  </a:cubicBezTo>
                  <a:cubicBezTo>
                    <a:pt x="11592" y="3862"/>
                    <a:pt x="11584" y="3870"/>
                    <a:pt x="11584" y="3878"/>
                  </a:cubicBezTo>
                  <a:cubicBezTo>
                    <a:pt x="11683" y="3878"/>
                    <a:pt x="11783" y="3895"/>
                    <a:pt x="11882" y="3920"/>
                  </a:cubicBezTo>
                  <a:cubicBezTo>
                    <a:pt x="11980" y="3950"/>
                    <a:pt x="11934" y="4090"/>
                    <a:pt x="11844" y="4090"/>
                  </a:cubicBezTo>
                  <a:cubicBezTo>
                    <a:pt x="11835" y="4090"/>
                    <a:pt x="11826" y="4089"/>
                    <a:pt x="11816" y="4086"/>
                  </a:cubicBezTo>
                  <a:cubicBezTo>
                    <a:pt x="11733" y="4061"/>
                    <a:pt x="11651" y="4050"/>
                    <a:pt x="11569" y="4050"/>
                  </a:cubicBezTo>
                  <a:cubicBezTo>
                    <a:pt x="11216" y="4050"/>
                    <a:pt x="10873" y="4251"/>
                    <a:pt x="10557" y="4392"/>
                  </a:cubicBezTo>
                  <a:cubicBezTo>
                    <a:pt x="10374" y="4467"/>
                    <a:pt x="10192" y="4525"/>
                    <a:pt x="9993" y="4558"/>
                  </a:cubicBezTo>
                  <a:cubicBezTo>
                    <a:pt x="9819" y="4591"/>
                    <a:pt x="9629" y="4624"/>
                    <a:pt x="9463" y="4707"/>
                  </a:cubicBezTo>
                  <a:cubicBezTo>
                    <a:pt x="9305" y="4790"/>
                    <a:pt x="9206" y="4939"/>
                    <a:pt x="9057" y="5038"/>
                  </a:cubicBezTo>
                  <a:cubicBezTo>
                    <a:pt x="8982" y="5088"/>
                    <a:pt x="8899" y="5113"/>
                    <a:pt x="8808" y="5121"/>
                  </a:cubicBezTo>
                  <a:cubicBezTo>
                    <a:pt x="8788" y="5123"/>
                    <a:pt x="8767" y="5124"/>
                    <a:pt x="8745" y="5124"/>
                  </a:cubicBezTo>
                  <a:cubicBezTo>
                    <a:pt x="8707" y="5124"/>
                    <a:pt x="8669" y="5122"/>
                    <a:pt x="8630" y="5122"/>
                  </a:cubicBezTo>
                  <a:cubicBezTo>
                    <a:pt x="8595" y="5122"/>
                    <a:pt x="8560" y="5123"/>
                    <a:pt x="8527" y="5130"/>
                  </a:cubicBezTo>
                  <a:cubicBezTo>
                    <a:pt x="8361" y="5154"/>
                    <a:pt x="8212" y="5237"/>
                    <a:pt x="8079" y="5320"/>
                  </a:cubicBezTo>
                  <a:cubicBezTo>
                    <a:pt x="7938" y="5403"/>
                    <a:pt x="7806" y="5511"/>
                    <a:pt x="7648" y="5560"/>
                  </a:cubicBezTo>
                  <a:cubicBezTo>
                    <a:pt x="7569" y="5588"/>
                    <a:pt x="7489" y="5601"/>
                    <a:pt x="7409" y="5601"/>
                  </a:cubicBezTo>
                  <a:cubicBezTo>
                    <a:pt x="7323" y="5601"/>
                    <a:pt x="7237" y="5586"/>
                    <a:pt x="7151" y="5560"/>
                  </a:cubicBezTo>
                  <a:cubicBezTo>
                    <a:pt x="7075" y="5537"/>
                    <a:pt x="6960" y="5492"/>
                    <a:pt x="6862" y="5492"/>
                  </a:cubicBezTo>
                  <a:cubicBezTo>
                    <a:pt x="6822" y="5492"/>
                    <a:pt x="6785" y="5500"/>
                    <a:pt x="6753" y="5519"/>
                  </a:cubicBezTo>
                  <a:cubicBezTo>
                    <a:pt x="6795" y="5627"/>
                    <a:pt x="6828" y="5743"/>
                    <a:pt x="6853" y="5859"/>
                  </a:cubicBezTo>
                  <a:cubicBezTo>
                    <a:pt x="6861" y="5917"/>
                    <a:pt x="6811" y="5975"/>
                    <a:pt x="6762" y="5983"/>
                  </a:cubicBezTo>
                  <a:cubicBezTo>
                    <a:pt x="6757" y="5984"/>
                    <a:pt x="6752" y="5984"/>
                    <a:pt x="6747" y="5984"/>
                  </a:cubicBezTo>
                  <a:cubicBezTo>
                    <a:pt x="6689" y="5984"/>
                    <a:pt x="6653" y="5937"/>
                    <a:pt x="6637" y="5884"/>
                  </a:cubicBezTo>
                  <a:cubicBezTo>
                    <a:pt x="6604" y="5768"/>
                    <a:pt x="6563" y="5643"/>
                    <a:pt x="6521" y="5536"/>
                  </a:cubicBezTo>
                  <a:cubicBezTo>
                    <a:pt x="6323" y="5055"/>
                    <a:pt x="5983" y="4657"/>
                    <a:pt x="5602" y="4309"/>
                  </a:cubicBezTo>
                  <a:cubicBezTo>
                    <a:pt x="5403" y="4135"/>
                    <a:pt x="5196" y="3961"/>
                    <a:pt x="4972" y="3820"/>
                  </a:cubicBezTo>
                  <a:cubicBezTo>
                    <a:pt x="4732" y="3671"/>
                    <a:pt x="4458" y="3588"/>
                    <a:pt x="4177" y="3514"/>
                  </a:cubicBezTo>
                  <a:cubicBezTo>
                    <a:pt x="3613" y="3373"/>
                    <a:pt x="3042" y="3274"/>
                    <a:pt x="2453" y="3241"/>
                  </a:cubicBezTo>
                  <a:cubicBezTo>
                    <a:pt x="2236" y="3222"/>
                    <a:pt x="2018" y="3213"/>
                    <a:pt x="1801" y="3213"/>
                  </a:cubicBezTo>
                  <a:cubicBezTo>
                    <a:pt x="1728" y="3213"/>
                    <a:pt x="1656" y="3214"/>
                    <a:pt x="1583" y="3216"/>
                  </a:cubicBezTo>
                  <a:cubicBezTo>
                    <a:pt x="1293" y="3224"/>
                    <a:pt x="987" y="3232"/>
                    <a:pt x="697" y="3299"/>
                  </a:cubicBezTo>
                  <a:cubicBezTo>
                    <a:pt x="465" y="3348"/>
                    <a:pt x="216" y="3481"/>
                    <a:pt x="117" y="3713"/>
                  </a:cubicBezTo>
                  <a:cubicBezTo>
                    <a:pt x="1" y="3961"/>
                    <a:pt x="133" y="4243"/>
                    <a:pt x="241" y="4483"/>
                  </a:cubicBezTo>
                  <a:cubicBezTo>
                    <a:pt x="490" y="5014"/>
                    <a:pt x="771" y="5519"/>
                    <a:pt x="1111" y="6000"/>
                  </a:cubicBezTo>
                  <a:cubicBezTo>
                    <a:pt x="1277" y="6240"/>
                    <a:pt x="1459" y="6464"/>
                    <a:pt x="1600" y="6720"/>
                  </a:cubicBezTo>
                  <a:cubicBezTo>
                    <a:pt x="1749" y="6986"/>
                    <a:pt x="1857" y="7267"/>
                    <a:pt x="1989" y="7532"/>
                  </a:cubicBezTo>
                  <a:cubicBezTo>
                    <a:pt x="2254" y="8071"/>
                    <a:pt x="2536" y="8601"/>
                    <a:pt x="2843" y="9115"/>
                  </a:cubicBezTo>
                  <a:cubicBezTo>
                    <a:pt x="2909" y="9239"/>
                    <a:pt x="2984" y="9355"/>
                    <a:pt x="3091" y="9455"/>
                  </a:cubicBezTo>
                  <a:cubicBezTo>
                    <a:pt x="3174" y="9529"/>
                    <a:pt x="3274" y="9604"/>
                    <a:pt x="3332" y="9711"/>
                  </a:cubicBezTo>
                  <a:cubicBezTo>
                    <a:pt x="3365" y="9769"/>
                    <a:pt x="3365" y="9836"/>
                    <a:pt x="3373" y="9902"/>
                  </a:cubicBezTo>
                  <a:cubicBezTo>
                    <a:pt x="3381" y="9960"/>
                    <a:pt x="3406" y="10001"/>
                    <a:pt x="3456" y="10051"/>
                  </a:cubicBezTo>
                  <a:cubicBezTo>
                    <a:pt x="3547" y="10134"/>
                    <a:pt x="3655" y="10200"/>
                    <a:pt x="3771" y="10250"/>
                  </a:cubicBezTo>
                  <a:cubicBezTo>
                    <a:pt x="4003" y="10358"/>
                    <a:pt x="4251" y="10391"/>
                    <a:pt x="4508" y="10407"/>
                  </a:cubicBezTo>
                  <a:cubicBezTo>
                    <a:pt x="4624" y="10416"/>
                    <a:pt x="4757" y="10432"/>
                    <a:pt x="4873" y="10457"/>
                  </a:cubicBezTo>
                  <a:cubicBezTo>
                    <a:pt x="4889" y="10457"/>
                    <a:pt x="4906" y="10457"/>
                    <a:pt x="4914" y="10474"/>
                  </a:cubicBezTo>
                  <a:cubicBezTo>
                    <a:pt x="4964" y="10490"/>
                    <a:pt x="5014" y="10507"/>
                    <a:pt x="5055" y="10532"/>
                  </a:cubicBezTo>
                  <a:cubicBezTo>
                    <a:pt x="5055" y="10490"/>
                    <a:pt x="5063" y="10441"/>
                    <a:pt x="5088" y="10399"/>
                  </a:cubicBezTo>
                  <a:cubicBezTo>
                    <a:pt x="5097" y="10376"/>
                    <a:pt x="5114" y="10366"/>
                    <a:pt x="5132" y="10366"/>
                  </a:cubicBezTo>
                  <a:cubicBezTo>
                    <a:pt x="5163" y="10366"/>
                    <a:pt x="5195" y="10398"/>
                    <a:pt x="5179" y="10441"/>
                  </a:cubicBezTo>
                  <a:cubicBezTo>
                    <a:pt x="5146" y="10548"/>
                    <a:pt x="5196" y="10656"/>
                    <a:pt x="5237" y="10755"/>
                  </a:cubicBezTo>
                  <a:cubicBezTo>
                    <a:pt x="5287" y="10863"/>
                    <a:pt x="5337" y="10963"/>
                    <a:pt x="5386" y="11062"/>
                  </a:cubicBezTo>
                  <a:cubicBezTo>
                    <a:pt x="5486" y="11269"/>
                    <a:pt x="5585" y="11485"/>
                    <a:pt x="5693" y="11692"/>
                  </a:cubicBezTo>
                  <a:cubicBezTo>
                    <a:pt x="5767" y="11849"/>
                    <a:pt x="5875" y="12007"/>
                    <a:pt x="6041" y="12089"/>
                  </a:cubicBezTo>
                  <a:cubicBezTo>
                    <a:pt x="6198" y="12164"/>
                    <a:pt x="6397" y="12214"/>
                    <a:pt x="6422" y="12413"/>
                  </a:cubicBezTo>
                  <a:cubicBezTo>
                    <a:pt x="6429" y="12452"/>
                    <a:pt x="6399" y="12486"/>
                    <a:pt x="6369" y="12486"/>
                  </a:cubicBezTo>
                  <a:cubicBezTo>
                    <a:pt x="6362" y="12486"/>
                    <a:pt x="6354" y="12484"/>
                    <a:pt x="6347" y="12479"/>
                  </a:cubicBezTo>
                  <a:lnTo>
                    <a:pt x="6331" y="12471"/>
                  </a:lnTo>
                  <a:lnTo>
                    <a:pt x="6331" y="12471"/>
                  </a:lnTo>
                  <a:cubicBezTo>
                    <a:pt x="6455" y="12785"/>
                    <a:pt x="6372" y="13150"/>
                    <a:pt x="6397" y="13490"/>
                  </a:cubicBezTo>
                  <a:cubicBezTo>
                    <a:pt x="6422" y="13730"/>
                    <a:pt x="6637" y="13862"/>
                    <a:pt x="6803" y="14012"/>
                  </a:cubicBezTo>
                  <a:cubicBezTo>
                    <a:pt x="6894" y="14094"/>
                    <a:pt x="6977" y="14177"/>
                    <a:pt x="7068" y="14260"/>
                  </a:cubicBezTo>
                  <a:cubicBezTo>
                    <a:pt x="7151" y="14343"/>
                    <a:pt x="7251" y="14426"/>
                    <a:pt x="7317" y="14525"/>
                  </a:cubicBezTo>
                  <a:cubicBezTo>
                    <a:pt x="7339" y="14562"/>
                    <a:pt x="7316" y="14611"/>
                    <a:pt x="7276" y="14611"/>
                  </a:cubicBezTo>
                  <a:cubicBezTo>
                    <a:pt x="7271" y="14611"/>
                    <a:pt x="7265" y="14610"/>
                    <a:pt x="7259" y="14608"/>
                  </a:cubicBezTo>
                  <a:cubicBezTo>
                    <a:pt x="7143" y="14567"/>
                    <a:pt x="7043" y="14484"/>
                    <a:pt x="6952" y="14409"/>
                  </a:cubicBezTo>
                  <a:cubicBezTo>
                    <a:pt x="6853" y="14343"/>
                    <a:pt x="6753" y="14260"/>
                    <a:pt x="6654" y="14177"/>
                  </a:cubicBezTo>
                  <a:cubicBezTo>
                    <a:pt x="6604" y="14136"/>
                    <a:pt x="6546" y="14094"/>
                    <a:pt x="6497" y="14045"/>
                  </a:cubicBezTo>
                  <a:lnTo>
                    <a:pt x="6497" y="14045"/>
                  </a:lnTo>
                  <a:cubicBezTo>
                    <a:pt x="6505" y="14086"/>
                    <a:pt x="6505" y="14128"/>
                    <a:pt x="6513" y="14161"/>
                  </a:cubicBezTo>
                  <a:cubicBezTo>
                    <a:pt x="6555" y="14343"/>
                    <a:pt x="6596" y="14517"/>
                    <a:pt x="6646" y="14691"/>
                  </a:cubicBezTo>
                  <a:cubicBezTo>
                    <a:pt x="6745" y="15031"/>
                    <a:pt x="6878" y="15370"/>
                    <a:pt x="7060" y="15677"/>
                  </a:cubicBezTo>
                  <a:cubicBezTo>
                    <a:pt x="7681" y="16707"/>
                    <a:pt x="8948" y="17011"/>
                    <a:pt x="10080" y="17011"/>
                  </a:cubicBezTo>
                  <a:cubicBezTo>
                    <a:pt x="10095" y="17011"/>
                    <a:pt x="10110" y="17011"/>
                    <a:pt x="10126" y="17011"/>
                  </a:cubicBezTo>
                  <a:cubicBezTo>
                    <a:pt x="11128" y="17003"/>
                    <a:pt x="12164" y="16729"/>
                    <a:pt x="12910" y="16058"/>
                  </a:cubicBezTo>
                  <a:cubicBezTo>
                    <a:pt x="12901" y="16058"/>
                    <a:pt x="12885" y="16066"/>
                    <a:pt x="12876" y="16066"/>
                  </a:cubicBezTo>
                  <a:cubicBezTo>
                    <a:pt x="12457" y="16260"/>
                    <a:pt x="12013" y="16413"/>
                    <a:pt x="11560" y="16413"/>
                  </a:cubicBezTo>
                  <a:cubicBezTo>
                    <a:pt x="11430" y="16413"/>
                    <a:pt x="11300" y="16401"/>
                    <a:pt x="11170" y="16373"/>
                  </a:cubicBezTo>
                  <a:cubicBezTo>
                    <a:pt x="11153" y="16365"/>
                    <a:pt x="11136" y="16356"/>
                    <a:pt x="11128" y="16340"/>
                  </a:cubicBezTo>
                  <a:cubicBezTo>
                    <a:pt x="11082" y="16343"/>
                    <a:pt x="11035" y="16344"/>
                    <a:pt x="10988" y="16344"/>
                  </a:cubicBezTo>
                  <a:cubicBezTo>
                    <a:pt x="10668" y="16344"/>
                    <a:pt x="10343" y="16279"/>
                    <a:pt x="10018" y="16257"/>
                  </a:cubicBezTo>
                  <a:cubicBezTo>
                    <a:pt x="9917" y="16250"/>
                    <a:pt x="9816" y="16247"/>
                    <a:pt x="9715" y="16247"/>
                  </a:cubicBezTo>
                  <a:cubicBezTo>
                    <a:pt x="9301" y="16247"/>
                    <a:pt x="8888" y="16308"/>
                    <a:pt x="8502" y="16481"/>
                  </a:cubicBezTo>
                  <a:cubicBezTo>
                    <a:pt x="8496" y="16484"/>
                    <a:pt x="8490" y="16486"/>
                    <a:pt x="8484" y="16486"/>
                  </a:cubicBezTo>
                  <a:cubicBezTo>
                    <a:pt x="8448" y="16486"/>
                    <a:pt x="8418" y="16428"/>
                    <a:pt x="8460" y="16406"/>
                  </a:cubicBezTo>
                  <a:cubicBezTo>
                    <a:pt x="8701" y="16265"/>
                    <a:pt x="8966" y="16174"/>
                    <a:pt x="9239" y="16124"/>
                  </a:cubicBezTo>
                  <a:cubicBezTo>
                    <a:pt x="9446" y="16090"/>
                    <a:pt x="9653" y="16073"/>
                    <a:pt x="9865" y="16073"/>
                  </a:cubicBezTo>
                  <a:cubicBezTo>
                    <a:pt x="9908" y="16073"/>
                    <a:pt x="9950" y="16073"/>
                    <a:pt x="9993" y="16075"/>
                  </a:cubicBezTo>
                  <a:cubicBezTo>
                    <a:pt x="10250" y="16083"/>
                    <a:pt x="10507" y="16124"/>
                    <a:pt x="10772" y="16141"/>
                  </a:cubicBezTo>
                  <a:cubicBezTo>
                    <a:pt x="10849" y="16149"/>
                    <a:pt x="10928" y="16154"/>
                    <a:pt x="11008" y="16154"/>
                  </a:cubicBezTo>
                  <a:cubicBezTo>
                    <a:pt x="11168" y="16154"/>
                    <a:pt x="11330" y="16135"/>
                    <a:pt x="11484" y="16091"/>
                  </a:cubicBezTo>
                  <a:cubicBezTo>
                    <a:pt x="11692" y="16025"/>
                    <a:pt x="11857" y="15909"/>
                    <a:pt x="12031" y="15776"/>
                  </a:cubicBezTo>
                  <a:cubicBezTo>
                    <a:pt x="12042" y="15768"/>
                    <a:pt x="12053" y="15765"/>
                    <a:pt x="12064" y="15765"/>
                  </a:cubicBezTo>
                  <a:cubicBezTo>
                    <a:pt x="12097" y="15765"/>
                    <a:pt x="12127" y="15797"/>
                    <a:pt x="12114" y="15834"/>
                  </a:cubicBezTo>
                  <a:cubicBezTo>
                    <a:pt x="12031" y="16066"/>
                    <a:pt x="11791" y="16199"/>
                    <a:pt x="11567" y="16265"/>
                  </a:cubicBezTo>
                  <a:cubicBezTo>
                    <a:pt x="11741" y="16257"/>
                    <a:pt x="11924" y="16224"/>
                    <a:pt x="12089" y="16182"/>
                  </a:cubicBezTo>
                  <a:cubicBezTo>
                    <a:pt x="12504" y="16066"/>
                    <a:pt x="12893" y="15868"/>
                    <a:pt x="13274" y="15669"/>
                  </a:cubicBezTo>
                  <a:cubicBezTo>
                    <a:pt x="13282" y="15660"/>
                    <a:pt x="13291" y="15644"/>
                    <a:pt x="13299" y="15636"/>
                  </a:cubicBezTo>
                  <a:cubicBezTo>
                    <a:pt x="13325" y="15603"/>
                    <a:pt x="13355" y="15591"/>
                    <a:pt x="13383" y="15591"/>
                  </a:cubicBezTo>
                  <a:cubicBezTo>
                    <a:pt x="13391" y="15591"/>
                    <a:pt x="13399" y="15592"/>
                    <a:pt x="13407" y="15594"/>
                  </a:cubicBezTo>
                  <a:cubicBezTo>
                    <a:pt x="13465" y="15561"/>
                    <a:pt x="13523" y="15528"/>
                    <a:pt x="13581" y="15503"/>
                  </a:cubicBezTo>
                  <a:cubicBezTo>
                    <a:pt x="13829" y="15362"/>
                    <a:pt x="14086" y="15221"/>
                    <a:pt x="14343" y="15089"/>
                  </a:cubicBezTo>
                  <a:lnTo>
                    <a:pt x="14724" y="14882"/>
                  </a:lnTo>
                  <a:cubicBezTo>
                    <a:pt x="14757" y="14865"/>
                    <a:pt x="14799" y="14848"/>
                    <a:pt x="14832" y="14824"/>
                  </a:cubicBezTo>
                  <a:cubicBezTo>
                    <a:pt x="14696" y="14813"/>
                    <a:pt x="14559" y="14803"/>
                    <a:pt x="14423" y="14803"/>
                  </a:cubicBezTo>
                  <a:cubicBezTo>
                    <a:pt x="14344" y="14803"/>
                    <a:pt x="14265" y="14806"/>
                    <a:pt x="14186" y="14815"/>
                  </a:cubicBezTo>
                  <a:cubicBezTo>
                    <a:pt x="13995" y="14832"/>
                    <a:pt x="13838" y="14906"/>
                    <a:pt x="13664" y="14973"/>
                  </a:cubicBezTo>
                  <a:cubicBezTo>
                    <a:pt x="13506" y="15031"/>
                    <a:pt x="13340" y="15080"/>
                    <a:pt x="13175" y="15114"/>
                  </a:cubicBezTo>
                  <a:cubicBezTo>
                    <a:pt x="13001" y="15147"/>
                    <a:pt x="12827" y="15163"/>
                    <a:pt x="12644" y="15172"/>
                  </a:cubicBezTo>
                  <a:cubicBezTo>
                    <a:pt x="12577" y="15178"/>
                    <a:pt x="12511" y="15179"/>
                    <a:pt x="12445" y="15179"/>
                  </a:cubicBezTo>
                  <a:cubicBezTo>
                    <a:pt x="12373" y="15179"/>
                    <a:pt x="12301" y="15177"/>
                    <a:pt x="12229" y="15177"/>
                  </a:cubicBezTo>
                  <a:cubicBezTo>
                    <a:pt x="12188" y="15177"/>
                    <a:pt x="12147" y="15178"/>
                    <a:pt x="12106" y="15180"/>
                  </a:cubicBezTo>
                  <a:cubicBezTo>
                    <a:pt x="12073" y="15180"/>
                    <a:pt x="12064" y="15130"/>
                    <a:pt x="12098" y="15130"/>
                  </a:cubicBezTo>
                  <a:cubicBezTo>
                    <a:pt x="12280" y="15114"/>
                    <a:pt x="12462" y="15072"/>
                    <a:pt x="12644" y="15047"/>
                  </a:cubicBezTo>
                  <a:cubicBezTo>
                    <a:pt x="12827" y="15022"/>
                    <a:pt x="13001" y="14989"/>
                    <a:pt x="13183" y="14948"/>
                  </a:cubicBezTo>
                  <a:cubicBezTo>
                    <a:pt x="13357" y="14906"/>
                    <a:pt x="13531" y="14848"/>
                    <a:pt x="13705" y="14774"/>
                  </a:cubicBezTo>
                  <a:cubicBezTo>
                    <a:pt x="13862" y="14708"/>
                    <a:pt x="14028" y="14650"/>
                    <a:pt x="14202" y="14633"/>
                  </a:cubicBezTo>
                  <a:cubicBezTo>
                    <a:pt x="14285" y="14625"/>
                    <a:pt x="14368" y="14622"/>
                    <a:pt x="14451" y="14622"/>
                  </a:cubicBezTo>
                  <a:cubicBezTo>
                    <a:pt x="14616" y="14622"/>
                    <a:pt x="14782" y="14633"/>
                    <a:pt x="14948" y="14633"/>
                  </a:cubicBezTo>
                  <a:cubicBezTo>
                    <a:pt x="14966" y="14615"/>
                    <a:pt x="14989" y="14602"/>
                    <a:pt x="15012" y="14602"/>
                  </a:cubicBezTo>
                  <a:cubicBezTo>
                    <a:pt x="15031" y="14602"/>
                    <a:pt x="15049" y="14611"/>
                    <a:pt x="15064" y="14633"/>
                  </a:cubicBezTo>
                  <a:cubicBezTo>
                    <a:pt x="15089" y="14625"/>
                    <a:pt x="15122" y="14625"/>
                    <a:pt x="15147" y="14625"/>
                  </a:cubicBezTo>
                  <a:cubicBezTo>
                    <a:pt x="15462" y="14600"/>
                    <a:pt x="15768" y="14525"/>
                    <a:pt x="16058" y="14393"/>
                  </a:cubicBezTo>
                  <a:cubicBezTo>
                    <a:pt x="16166" y="14343"/>
                    <a:pt x="16265" y="14285"/>
                    <a:pt x="16348" y="14210"/>
                  </a:cubicBezTo>
                  <a:cubicBezTo>
                    <a:pt x="16340" y="14202"/>
                    <a:pt x="16340" y="14202"/>
                    <a:pt x="16332" y="14194"/>
                  </a:cubicBezTo>
                  <a:cubicBezTo>
                    <a:pt x="16315" y="14186"/>
                    <a:pt x="16307" y="14177"/>
                    <a:pt x="16290" y="14169"/>
                  </a:cubicBezTo>
                  <a:cubicBezTo>
                    <a:pt x="16066" y="13937"/>
                    <a:pt x="16017" y="13581"/>
                    <a:pt x="15967" y="13274"/>
                  </a:cubicBezTo>
                  <a:cubicBezTo>
                    <a:pt x="15926" y="13009"/>
                    <a:pt x="15868" y="12694"/>
                    <a:pt x="15677" y="12487"/>
                  </a:cubicBezTo>
                  <a:cubicBezTo>
                    <a:pt x="15578" y="12454"/>
                    <a:pt x="15470" y="12421"/>
                    <a:pt x="15370" y="12396"/>
                  </a:cubicBezTo>
                  <a:cubicBezTo>
                    <a:pt x="15333" y="12392"/>
                    <a:pt x="15294" y="12392"/>
                    <a:pt x="15254" y="12392"/>
                  </a:cubicBezTo>
                  <a:cubicBezTo>
                    <a:pt x="15215" y="12392"/>
                    <a:pt x="15176" y="12392"/>
                    <a:pt x="15138" y="12388"/>
                  </a:cubicBezTo>
                  <a:cubicBezTo>
                    <a:pt x="15022" y="12388"/>
                    <a:pt x="14906" y="12396"/>
                    <a:pt x="14799" y="12404"/>
                  </a:cubicBezTo>
                  <a:cubicBezTo>
                    <a:pt x="14633" y="12421"/>
                    <a:pt x="14467" y="12454"/>
                    <a:pt x="14318" y="12520"/>
                  </a:cubicBezTo>
                  <a:cubicBezTo>
                    <a:pt x="14277" y="12611"/>
                    <a:pt x="14252" y="12711"/>
                    <a:pt x="14227" y="12810"/>
                  </a:cubicBezTo>
                  <a:cubicBezTo>
                    <a:pt x="14177" y="13034"/>
                    <a:pt x="14136" y="13258"/>
                    <a:pt x="14061" y="13481"/>
                  </a:cubicBezTo>
                  <a:cubicBezTo>
                    <a:pt x="13937" y="13887"/>
                    <a:pt x="13730" y="14285"/>
                    <a:pt x="13382" y="14534"/>
                  </a:cubicBezTo>
                  <a:cubicBezTo>
                    <a:pt x="13372" y="14540"/>
                    <a:pt x="13363" y="14543"/>
                    <a:pt x="13354" y="14543"/>
                  </a:cubicBezTo>
                  <a:cubicBezTo>
                    <a:pt x="13316" y="14543"/>
                    <a:pt x="13290" y="14494"/>
                    <a:pt x="13324" y="14467"/>
                  </a:cubicBezTo>
                  <a:cubicBezTo>
                    <a:pt x="13672" y="14177"/>
                    <a:pt x="13862" y="13738"/>
                    <a:pt x="13954" y="13307"/>
                  </a:cubicBezTo>
                  <a:cubicBezTo>
                    <a:pt x="14003" y="13092"/>
                    <a:pt x="14020" y="12868"/>
                    <a:pt x="14070" y="12653"/>
                  </a:cubicBezTo>
                  <a:cubicBezTo>
                    <a:pt x="14070" y="12645"/>
                    <a:pt x="14070" y="12636"/>
                    <a:pt x="14078" y="12628"/>
                  </a:cubicBezTo>
                  <a:cubicBezTo>
                    <a:pt x="14061" y="12628"/>
                    <a:pt x="14053" y="12620"/>
                    <a:pt x="14036" y="12611"/>
                  </a:cubicBezTo>
                  <a:cubicBezTo>
                    <a:pt x="13937" y="12752"/>
                    <a:pt x="13854" y="12910"/>
                    <a:pt x="13780" y="13067"/>
                  </a:cubicBezTo>
                  <a:cubicBezTo>
                    <a:pt x="13771" y="13092"/>
                    <a:pt x="13755" y="13100"/>
                    <a:pt x="13738" y="13109"/>
                  </a:cubicBezTo>
                  <a:cubicBezTo>
                    <a:pt x="13655" y="13365"/>
                    <a:pt x="13597" y="13630"/>
                    <a:pt x="13498" y="13887"/>
                  </a:cubicBezTo>
                  <a:cubicBezTo>
                    <a:pt x="13390" y="14169"/>
                    <a:pt x="13241" y="14434"/>
                    <a:pt x="13001" y="14633"/>
                  </a:cubicBezTo>
                  <a:cubicBezTo>
                    <a:pt x="12744" y="14848"/>
                    <a:pt x="12404" y="14973"/>
                    <a:pt x="12089" y="15080"/>
                  </a:cubicBezTo>
                  <a:cubicBezTo>
                    <a:pt x="11741" y="15196"/>
                    <a:pt x="11385" y="15279"/>
                    <a:pt x="11029" y="15321"/>
                  </a:cubicBezTo>
                  <a:cubicBezTo>
                    <a:pt x="10810" y="15349"/>
                    <a:pt x="10587" y="15369"/>
                    <a:pt x="10364" y="15369"/>
                  </a:cubicBezTo>
                  <a:cubicBezTo>
                    <a:pt x="10257" y="15369"/>
                    <a:pt x="10150" y="15365"/>
                    <a:pt x="10043" y="15354"/>
                  </a:cubicBezTo>
                  <a:cubicBezTo>
                    <a:pt x="9761" y="15321"/>
                    <a:pt x="9463" y="15230"/>
                    <a:pt x="9231" y="15047"/>
                  </a:cubicBezTo>
                  <a:cubicBezTo>
                    <a:pt x="8991" y="14857"/>
                    <a:pt x="8866" y="14583"/>
                    <a:pt x="8825" y="14277"/>
                  </a:cubicBezTo>
                  <a:cubicBezTo>
                    <a:pt x="8783" y="13978"/>
                    <a:pt x="8833" y="13672"/>
                    <a:pt x="8966" y="13399"/>
                  </a:cubicBezTo>
                  <a:cubicBezTo>
                    <a:pt x="9024" y="13266"/>
                    <a:pt x="9107" y="13125"/>
                    <a:pt x="9198" y="13009"/>
                  </a:cubicBezTo>
                  <a:cubicBezTo>
                    <a:pt x="9297" y="12885"/>
                    <a:pt x="9405" y="12794"/>
                    <a:pt x="9529" y="12694"/>
                  </a:cubicBezTo>
                  <a:cubicBezTo>
                    <a:pt x="9538" y="12687"/>
                    <a:pt x="9547" y="12684"/>
                    <a:pt x="9556" y="12684"/>
                  </a:cubicBezTo>
                  <a:cubicBezTo>
                    <a:pt x="9591" y="12684"/>
                    <a:pt x="9622" y="12728"/>
                    <a:pt x="9595" y="12761"/>
                  </a:cubicBezTo>
                  <a:cubicBezTo>
                    <a:pt x="9488" y="12885"/>
                    <a:pt x="9388" y="13026"/>
                    <a:pt x="9297" y="13158"/>
                  </a:cubicBezTo>
                  <a:cubicBezTo>
                    <a:pt x="9206" y="13291"/>
                    <a:pt x="9123" y="13440"/>
                    <a:pt x="9065" y="13597"/>
                  </a:cubicBezTo>
                  <a:cubicBezTo>
                    <a:pt x="8966" y="13896"/>
                    <a:pt x="8966" y="14235"/>
                    <a:pt x="9107" y="14517"/>
                  </a:cubicBezTo>
                  <a:cubicBezTo>
                    <a:pt x="9223" y="14757"/>
                    <a:pt x="9430" y="14931"/>
                    <a:pt x="9687" y="15022"/>
                  </a:cubicBezTo>
                  <a:cubicBezTo>
                    <a:pt x="9935" y="15114"/>
                    <a:pt x="10209" y="15130"/>
                    <a:pt x="10474" y="15130"/>
                  </a:cubicBezTo>
                  <a:cubicBezTo>
                    <a:pt x="11145" y="15114"/>
                    <a:pt x="11824" y="14981"/>
                    <a:pt x="12446" y="14708"/>
                  </a:cubicBezTo>
                  <a:cubicBezTo>
                    <a:pt x="12719" y="14583"/>
                    <a:pt x="12968" y="14418"/>
                    <a:pt x="13133" y="14152"/>
                  </a:cubicBezTo>
                  <a:cubicBezTo>
                    <a:pt x="13282" y="13920"/>
                    <a:pt x="13365" y="13639"/>
                    <a:pt x="13448" y="13374"/>
                  </a:cubicBezTo>
                  <a:cubicBezTo>
                    <a:pt x="13606" y="12860"/>
                    <a:pt x="13788" y="12313"/>
                    <a:pt x="14302" y="12040"/>
                  </a:cubicBezTo>
                  <a:lnTo>
                    <a:pt x="14326" y="12040"/>
                  </a:lnTo>
                  <a:cubicBezTo>
                    <a:pt x="14335" y="12031"/>
                    <a:pt x="14343" y="12023"/>
                    <a:pt x="14351" y="12015"/>
                  </a:cubicBezTo>
                  <a:cubicBezTo>
                    <a:pt x="14409" y="11949"/>
                    <a:pt x="14401" y="11866"/>
                    <a:pt x="14401" y="11791"/>
                  </a:cubicBezTo>
                  <a:cubicBezTo>
                    <a:pt x="14393" y="11683"/>
                    <a:pt x="14393" y="11584"/>
                    <a:pt x="14384" y="11476"/>
                  </a:cubicBezTo>
                  <a:cubicBezTo>
                    <a:pt x="14368" y="11269"/>
                    <a:pt x="14351" y="11054"/>
                    <a:pt x="14326" y="10847"/>
                  </a:cubicBezTo>
                  <a:cubicBezTo>
                    <a:pt x="14318" y="10755"/>
                    <a:pt x="14310" y="10664"/>
                    <a:pt x="14293" y="10573"/>
                  </a:cubicBezTo>
                  <a:cubicBezTo>
                    <a:pt x="14268" y="10565"/>
                    <a:pt x="14235" y="10540"/>
                    <a:pt x="14219" y="10507"/>
                  </a:cubicBezTo>
                  <a:cubicBezTo>
                    <a:pt x="14164" y="10376"/>
                    <a:pt x="14028" y="10342"/>
                    <a:pt x="13881" y="10342"/>
                  </a:cubicBezTo>
                  <a:cubicBezTo>
                    <a:pt x="13737" y="10342"/>
                    <a:pt x="13583" y="10374"/>
                    <a:pt x="13481" y="10383"/>
                  </a:cubicBezTo>
                  <a:cubicBezTo>
                    <a:pt x="13376" y="10388"/>
                    <a:pt x="13270" y="10394"/>
                    <a:pt x="13165" y="10394"/>
                  </a:cubicBezTo>
                  <a:cubicBezTo>
                    <a:pt x="13121" y="10394"/>
                    <a:pt x="13078" y="10393"/>
                    <a:pt x="13034" y="10391"/>
                  </a:cubicBezTo>
                  <a:cubicBezTo>
                    <a:pt x="12918" y="10391"/>
                    <a:pt x="12794" y="10391"/>
                    <a:pt x="12678" y="10358"/>
                  </a:cubicBezTo>
                  <a:cubicBezTo>
                    <a:pt x="12570" y="10333"/>
                    <a:pt x="12479" y="10275"/>
                    <a:pt x="12412" y="10184"/>
                  </a:cubicBezTo>
                  <a:cubicBezTo>
                    <a:pt x="12346" y="10084"/>
                    <a:pt x="12338" y="9960"/>
                    <a:pt x="12330" y="9836"/>
                  </a:cubicBezTo>
                  <a:cubicBezTo>
                    <a:pt x="12330" y="9604"/>
                    <a:pt x="12305" y="9297"/>
                    <a:pt x="12470" y="9107"/>
                  </a:cubicBezTo>
                  <a:cubicBezTo>
                    <a:pt x="12504" y="9065"/>
                    <a:pt x="12537" y="9040"/>
                    <a:pt x="12578" y="9007"/>
                  </a:cubicBezTo>
                  <a:cubicBezTo>
                    <a:pt x="12578" y="8999"/>
                    <a:pt x="12586" y="8982"/>
                    <a:pt x="12603" y="8974"/>
                  </a:cubicBezTo>
                  <a:cubicBezTo>
                    <a:pt x="12934" y="8792"/>
                    <a:pt x="13307" y="8667"/>
                    <a:pt x="13672" y="8576"/>
                  </a:cubicBezTo>
                  <a:cubicBezTo>
                    <a:pt x="13826" y="8537"/>
                    <a:pt x="13987" y="8509"/>
                    <a:pt x="14147" y="8509"/>
                  </a:cubicBezTo>
                  <a:cubicBezTo>
                    <a:pt x="14287" y="8509"/>
                    <a:pt x="14427" y="8530"/>
                    <a:pt x="14558" y="8585"/>
                  </a:cubicBezTo>
                  <a:cubicBezTo>
                    <a:pt x="14815" y="8692"/>
                    <a:pt x="15047" y="8916"/>
                    <a:pt x="15114" y="9189"/>
                  </a:cubicBezTo>
                  <a:cubicBezTo>
                    <a:pt x="15188" y="9463"/>
                    <a:pt x="15031" y="9695"/>
                    <a:pt x="14807" y="9836"/>
                  </a:cubicBezTo>
                  <a:cubicBezTo>
                    <a:pt x="14749" y="9877"/>
                    <a:pt x="14691" y="9910"/>
                    <a:pt x="14625" y="9935"/>
                  </a:cubicBezTo>
                  <a:cubicBezTo>
                    <a:pt x="14592" y="9952"/>
                    <a:pt x="14517" y="9968"/>
                    <a:pt x="14492" y="10001"/>
                  </a:cubicBezTo>
                  <a:cubicBezTo>
                    <a:pt x="14476" y="10026"/>
                    <a:pt x="14484" y="10076"/>
                    <a:pt x="14484" y="10101"/>
                  </a:cubicBezTo>
                  <a:cubicBezTo>
                    <a:pt x="14484" y="10134"/>
                    <a:pt x="14476" y="10175"/>
                    <a:pt x="14476" y="10209"/>
                  </a:cubicBezTo>
                  <a:cubicBezTo>
                    <a:pt x="14476" y="10300"/>
                    <a:pt x="14467" y="10383"/>
                    <a:pt x="14467" y="10465"/>
                  </a:cubicBezTo>
                  <a:cubicBezTo>
                    <a:pt x="14467" y="10482"/>
                    <a:pt x="14467" y="10490"/>
                    <a:pt x="14459" y="10499"/>
                  </a:cubicBezTo>
                  <a:cubicBezTo>
                    <a:pt x="14459" y="10499"/>
                    <a:pt x="14467" y="10507"/>
                    <a:pt x="14467" y="10515"/>
                  </a:cubicBezTo>
                  <a:cubicBezTo>
                    <a:pt x="14484" y="10615"/>
                    <a:pt x="14509" y="10722"/>
                    <a:pt x="14525" y="10830"/>
                  </a:cubicBezTo>
                  <a:cubicBezTo>
                    <a:pt x="14542" y="10963"/>
                    <a:pt x="14558" y="11087"/>
                    <a:pt x="14575" y="11219"/>
                  </a:cubicBezTo>
                  <a:cubicBezTo>
                    <a:pt x="14592" y="11311"/>
                    <a:pt x="14608" y="11402"/>
                    <a:pt x="14616" y="11501"/>
                  </a:cubicBezTo>
                  <a:cubicBezTo>
                    <a:pt x="14633" y="11592"/>
                    <a:pt x="14641" y="11683"/>
                    <a:pt x="14666" y="11775"/>
                  </a:cubicBezTo>
                  <a:cubicBezTo>
                    <a:pt x="14683" y="11857"/>
                    <a:pt x="14732" y="11899"/>
                    <a:pt x="14807" y="11932"/>
                  </a:cubicBezTo>
                  <a:cubicBezTo>
                    <a:pt x="14956" y="11998"/>
                    <a:pt x="15130" y="12023"/>
                    <a:pt x="15288" y="12048"/>
                  </a:cubicBezTo>
                  <a:cubicBezTo>
                    <a:pt x="15594" y="12106"/>
                    <a:pt x="15917" y="12156"/>
                    <a:pt x="16182" y="12338"/>
                  </a:cubicBezTo>
                  <a:cubicBezTo>
                    <a:pt x="16406" y="12495"/>
                    <a:pt x="16580" y="12744"/>
                    <a:pt x="16663" y="13009"/>
                  </a:cubicBezTo>
                  <a:cubicBezTo>
                    <a:pt x="16704" y="13150"/>
                    <a:pt x="16729" y="13291"/>
                    <a:pt x="16721" y="13432"/>
                  </a:cubicBezTo>
                  <a:cubicBezTo>
                    <a:pt x="16721" y="13448"/>
                    <a:pt x="16721" y="13457"/>
                    <a:pt x="16721" y="13473"/>
                  </a:cubicBezTo>
                  <a:cubicBezTo>
                    <a:pt x="16729" y="13490"/>
                    <a:pt x="16737" y="13506"/>
                    <a:pt x="16729" y="13531"/>
                  </a:cubicBezTo>
                  <a:cubicBezTo>
                    <a:pt x="16737" y="13548"/>
                    <a:pt x="16737" y="13572"/>
                    <a:pt x="16746" y="13589"/>
                  </a:cubicBezTo>
                  <a:cubicBezTo>
                    <a:pt x="16804" y="13523"/>
                    <a:pt x="16862" y="13448"/>
                    <a:pt x="16920" y="13374"/>
                  </a:cubicBezTo>
                  <a:cubicBezTo>
                    <a:pt x="17094" y="13158"/>
                    <a:pt x="17276" y="12943"/>
                    <a:pt x="17442" y="12703"/>
                  </a:cubicBezTo>
                  <a:cubicBezTo>
                    <a:pt x="17574" y="12512"/>
                    <a:pt x="17632" y="12313"/>
                    <a:pt x="17591" y="12073"/>
                  </a:cubicBezTo>
                  <a:cubicBezTo>
                    <a:pt x="17549" y="11841"/>
                    <a:pt x="17467" y="11609"/>
                    <a:pt x="17400" y="11385"/>
                  </a:cubicBezTo>
                  <a:cubicBezTo>
                    <a:pt x="17367" y="11261"/>
                    <a:pt x="17326" y="11137"/>
                    <a:pt x="17293" y="11021"/>
                  </a:cubicBezTo>
                  <a:cubicBezTo>
                    <a:pt x="17210" y="10979"/>
                    <a:pt x="17193" y="10830"/>
                    <a:pt x="17185" y="10755"/>
                  </a:cubicBezTo>
                  <a:cubicBezTo>
                    <a:pt x="17177" y="10731"/>
                    <a:pt x="17177" y="10697"/>
                    <a:pt x="17168" y="10673"/>
                  </a:cubicBezTo>
                  <a:cubicBezTo>
                    <a:pt x="17102" y="10474"/>
                    <a:pt x="17019" y="10275"/>
                    <a:pt x="16928" y="10084"/>
                  </a:cubicBezTo>
                  <a:cubicBezTo>
                    <a:pt x="16721" y="9670"/>
                    <a:pt x="16456" y="9281"/>
                    <a:pt x="16108" y="8974"/>
                  </a:cubicBezTo>
                  <a:cubicBezTo>
                    <a:pt x="15760" y="8667"/>
                    <a:pt x="15337" y="8469"/>
                    <a:pt x="14890" y="8344"/>
                  </a:cubicBezTo>
                  <a:cubicBezTo>
                    <a:pt x="14873" y="8336"/>
                    <a:pt x="14865" y="8311"/>
                    <a:pt x="14873" y="8295"/>
                  </a:cubicBezTo>
                  <a:cubicBezTo>
                    <a:pt x="14790" y="8270"/>
                    <a:pt x="14699" y="8253"/>
                    <a:pt x="14608" y="8245"/>
                  </a:cubicBezTo>
                  <a:cubicBezTo>
                    <a:pt x="14393" y="8220"/>
                    <a:pt x="14186" y="8245"/>
                    <a:pt x="13978" y="8204"/>
                  </a:cubicBezTo>
                  <a:cubicBezTo>
                    <a:pt x="13929" y="8195"/>
                    <a:pt x="13912" y="8129"/>
                    <a:pt x="13962" y="8112"/>
                  </a:cubicBezTo>
                  <a:cubicBezTo>
                    <a:pt x="14079" y="8064"/>
                    <a:pt x="14205" y="8047"/>
                    <a:pt x="14333" y="8047"/>
                  </a:cubicBezTo>
                  <a:cubicBezTo>
                    <a:pt x="14468" y="8047"/>
                    <a:pt x="14605" y="8066"/>
                    <a:pt x="14732" y="8088"/>
                  </a:cubicBezTo>
                  <a:cubicBezTo>
                    <a:pt x="15188" y="8154"/>
                    <a:pt x="15619" y="8336"/>
                    <a:pt x="16000" y="8601"/>
                  </a:cubicBezTo>
                  <a:cubicBezTo>
                    <a:pt x="16348" y="8850"/>
                    <a:pt x="16671" y="9181"/>
                    <a:pt x="16829" y="9587"/>
                  </a:cubicBezTo>
                  <a:cubicBezTo>
                    <a:pt x="16862" y="9645"/>
                    <a:pt x="16903" y="9703"/>
                    <a:pt x="16936" y="9761"/>
                  </a:cubicBezTo>
                  <a:cubicBezTo>
                    <a:pt x="16936" y="9728"/>
                    <a:pt x="16928" y="9703"/>
                    <a:pt x="16928" y="9670"/>
                  </a:cubicBezTo>
                  <a:lnTo>
                    <a:pt x="16928" y="9670"/>
                  </a:lnTo>
                  <a:cubicBezTo>
                    <a:pt x="16961" y="9736"/>
                    <a:pt x="17003" y="9803"/>
                    <a:pt x="17044" y="9869"/>
                  </a:cubicBezTo>
                  <a:cubicBezTo>
                    <a:pt x="17069" y="9919"/>
                    <a:pt x="17085" y="9968"/>
                    <a:pt x="17110" y="10018"/>
                  </a:cubicBezTo>
                  <a:cubicBezTo>
                    <a:pt x="17102" y="9935"/>
                    <a:pt x="17077" y="9844"/>
                    <a:pt x="17052" y="9761"/>
                  </a:cubicBezTo>
                  <a:cubicBezTo>
                    <a:pt x="17047" y="9735"/>
                    <a:pt x="17069" y="9711"/>
                    <a:pt x="17090" y="9711"/>
                  </a:cubicBezTo>
                  <a:cubicBezTo>
                    <a:pt x="17101" y="9711"/>
                    <a:pt x="17113" y="9719"/>
                    <a:pt x="17119" y="9736"/>
                  </a:cubicBezTo>
                  <a:lnTo>
                    <a:pt x="17119" y="9745"/>
                  </a:lnTo>
                  <a:cubicBezTo>
                    <a:pt x="17185" y="9910"/>
                    <a:pt x="17226" y="10093"/>
                    <a:pt x="17259" y="10275"/>
                  </a:cubicBezTo>
                  <a:cubicBezTo>
                    <a:pt x="17268" y="10200"/>
                    <a:pt x="17276" y="10134"/>
                    <a:pt x="17284" y="10068"/>
                  </a:cubicBezTo>
                  <a:cubicBezTo>
                    <a:pt x="17326" y="9811"/>
                    <a:pt x="17400" y="9571"/>
                    <a:pt x="17458" y="9322"/>
                  </a:cubicBezTo>
                  <a:cubicBezTo>
                    <a:pt x="17516" y="9082"/>
                    <a:pt x="17541" y="8833"/>
                    <a:pt x="17425" y="8609"/>
                  </a:cubicBezTo>
                  <a:cubicBezTo>
                    <a:pt x="17309" y="8386"/>
                    <a:pt x="17110" y="8195"/>
                    <a:pt x="16953" y="7996"/>
                  </a:cubicBezTo>
                  <a:cubicBezTo>
                    <a:pt x="16870" y="7889"/>
                    <a:pt x="16779" y="7789"/>
                    <a:pt x="16696" y="7682"/>
                  </a:cubicBezTo>
                  <a:cubicBezTo>
                    <a:pt x="16655" y="7624"/>
                    <a:pt x="16597" y="7566"/>
                    <a:pt x="16555" y="7499"/>
                  </a:cubicBezTo>
                  <a:lnTo>
                    <a:pt x="16547" y="7499"/>
                  </a:lnTo>
                  <a:lnTo>
                    <a:pt x="16547" y="7491"/>
                  </a:lnTo>
                  <a:cubicBezTo>
                    <a:pt x="16514" y="7450"/>
                    <a:pt x="16497" y="7400"/>
                    <a:pt x="16489" y="7358"/>
                  </a:cubicBezTo>
                  <a:cubicBezTo>
                    <a:pt x="16481" y="7334"/>
                    <a:pt x="16489" y="7317"/>
                    <a:pt x="16505" y="7309"/>
                  </a:cubicBezTo>
                  <a:cubicBezTo>
                    <a:pt x="16497" y="7276"/>
                    <a:pt x="16489" y="7242"/>
                    <a:pt x="16489" y="7209"/>
                  </a:cubicBezTo>
                  <a:lnTo>
                    <a:pt x="16481" y="7201"/>
                  </a:lnTo>
                  <a:cubicBezTo>
                    <a:pt x="16398" y="7118"/>
                    <a:pt x="16323" y="7019"/>
                    <a:pt x="16282" y="6911"/>
                  </a:cubicBezTo>
                  <a:cubicBezTo>
                    <a:pt x="16257" y="6828"/>
                    <a:pt x="16257" y="6745"/>
                    <a:pt x="16265" y="6654"/>
                  </a:cubicBezTo>
                  <a:lnTo>
                    <a:pt x="16232" y="6654"/>
                  </a:lnTo>
                  <a:cubicBezTo>
                    <a:pt x="16191" y="6646"/>
                    <a:pt x="16149" y="6604"/>
                    <a:pt x="16116" y="6580"/>
                  </a:cubicBezTo>
                  <a:cubicBezTo>
                    <a:pt x="16091" y="6563"/>
                    <a:pt x="16058" y="6538"/>
                    <a:pt x="16033" y="6530"/>
                  </a:cubicBezTo>
                  <a:cubicBezTo>
                    <a:pt x="15967" y="6497"/>
                    <a:pt x="15901" y="6480"/>
                    <a:pt x="15834" y="6480"/>
                  </a:cubicBezTo>
                  <a:cubicBezTo>
                    <a:pt x="15760" y="6480"/>
                    <a:pt x="15685" y="6497"/>
                    <a:pt x="15611" y="6513"/>
                  </a:cubicBezTo>
                  <a:cubicBezTo>
                    <a:pt x="15520" y="6530"/>
                    <a:pt x="15428" y="6555"/>
                    <a:pt x="15337" y="6588"/>
                  </a:cubicBezTo>
                  <a:cubicBezTo>
                    <a:pt x="15329" y="6591"/>
                    <a:pt x="15322" y="6592"/>
                    <a:pt x="15315" y="6592"/>
                  </a:cubicBezTo>
                  <a:cubicBezTo>
                    <a:pt x="15264" y="6592"/>
                    <a:pt x="15245" y="6517"/>
                    <a:pt x="15296" y="6480"/>
                  </a:cubicBezTo>
                  <a:cubicBezTo>
                    <a:pt x="15387" y="6430"/>
                    <a:pt x="15478" y="6364"/>
                    <a:pt x="15586" y="6323"/>
                  </a:cubicBezTo>
                  <a:cubicBezTo>
                    <a:pt x="15677" y="6281"/>
                    <a:pt x="15776" y="6265"/>
                    <a:pt x="15876" y="6265"/>
                  </a:cubicBezTo>
                  <a:cubicBezTo>
                    <a:pt x="15967" y="6265"/>
                    <a:pt x="16058" y="6290"/>
                    <a:pt x="16141" y="6331"/>
                  </a:cubicBezTo>
                  <a:cubicBezTo>
                    <a:pt x="16182" y="6356"/>
                    <a:pt x="16216" y="6381"/>
                    <a:pt x="16240" y="6406"/>
                  </a:cubicBezTo>
                  <a:cubicBezTo>
                    <a:pt x="16207" y="6232"/>
                    <a:pt x="16116" y="6082"/>
                    <a:pt x="15984" y="5950"/>
                  </a:cubicBezTo>
                  <a:cubicBezTo>
                    <a:pt x="15843" y="5817"/>
                    <a:pt x="15677" y="5718"/>
                    <a:pt x="15528" y="5585"/>
                  </a:cubicBezTo>
                  <a:cubicBezTo>
                    <a:pt x="15428" y="5502"/>
                    <a:pt x="15337" y="5411"/>
                    <a:pt x="15263" y="5304"/>
                  </a:cubicBezTo>
                  <a:cubicBezTo>
                    <a:pt x="15254" y="5304"/>
                    <a:pt x="15254" y="5295"/>
                    <a:pt x="15246" y="5287"/>
                  </a:cubicBezTo>
                  <a:cubicBezTo>
                    <a:pt x="15172" y="5237"/>
                    <a:pt x="15114" y="5163"/>
                    <a:pt x="15072" y="5096"/>
                  </a:cubicBezTo>
                  <a:cubicBezTo>
                    <a:pt x="15056" y="5113"/>
                    <a:pt x="15031" y="5130"/>
                    <a:pt x="15006" y="5130"/>
                  </a:cubicBezTo>
                  <a:cubicBezTo>
                    <a:pt x="14865" y="5121"/>
                    <a:pt x="14716" y="5096"/>
                    <a:pt x="14575" y="5080"/>
                  </a:cubicBezTo>
                  <a:cubicBezTo>
                    <a:pt x="14451" y="5072"/>
                    <a:pt x="14326" y="5063"/>
                    <a:pt x="14194" y="5038"/>
                  </a:cubicBezTo>
                  <a:cubicBezTo>
                    <a:pt x="14012" y="4997"/>
                    <a:pt x="13854" y="4898"/>
                    <a:pt x="13713" y="4773"/>
                  </a:cubicBezTo>
                  <a:cubicBezTo>
                    <a:pt x="13581" y="4641"/>
                    <a:pt x="13456" y="4500"/>
                    <a:pt x="13316" y="4376"/>
                  </a:cubicBezTo>
                  <a:cubicBezTo>
                    <a:pt x="13166" y="4243"/>
                    <a:pt x="12984" y="4152"/>
                    <a:pt x="12777" y="4119"/>
                  </a:cubicBezTo>
                  <a:cubicBezTo>
                    <a:pt x="12603" y="4086"/>
                    <a:pt x="12404" y="4086"/>
                    <a:pt x="12255" y="3978"/>
                  </a:cubicBezTo>
                  <a:cubicBezTo>
                    <a:pt x="12208" y="3944"/>
                    <a:pt x="12243" y="3884"/>
                    <a:pt x="12288" y="3884"/>
                  </a:cubicBezTo>
                  <a:cubicBezTo>
                    <a:pt x="12299" y="3884"/>
                    <a:pt x="12310" y="3887"/>
                    <a:pt x="12321" y="3895"/>
                  </a:cubicBezTo>
                  <a:cubicBezTo>
                    <a:pt x="12399" y="3939"/>
                    <a:pt x="12480" y="3943"/>
                    <a:pt x="12562" y="3943"/>
                  </a:cubicBezTo>
                  <a:cubicBezTo>
                    <a:pt x="12578" y="3943"/>
                    <a:pt x="12595" y="3943"/>
                    <a:pt x="12611" y="3943"/>
                  </a:cubicBezTo>
                  <a:cubicBezTo>
                    <a:pt x="12636" y="3943"/>
                    <a:pt x="12661" y="3943"/>
                    <a:pt x="12686" y="3945"/>
                  </a:cubicBezTo>
                  <a:cubicBezTo>
                    <a:pt x="12810" y="3945"/>
                    <a:pt x="12934" y="3961"/>
                    <a:pt x="13050" y="4003"/>
                  </a:cubicBezTo>
                  <a:cubicBezTo>
                    <a:pt x="13282" y="4086"/>
                    <a:pt x="13465" y="4243"/>
                    <a:pt x="13630" y="4417"/>
                  </a:cubicBezTo>
                  <a:cubicBezTo>
                    <a:pt x="13788" y="4574"/>
                    <a:pt x="13945" y="4757"/>
                    <a:pt x="14152" y="4840"/>
                  </a:cubicBezTo>
                  <a:cubicBezTo>
                    <a:pt x="14285" y="4889"/>
                    <a:pt x="14426" y="4898"/>
                    <a:pt x="14558" y="4914"/>
                  </a:cubicBezTo>
                  <a:cubicBezTo>
                    <a:pt x="14708" y="4939"/>
                    <a:pt x="14857" y="4947"/>
                    <a:pt x="15006" y="4980"/>
                  </a:cubicBezTo>
                  <a:cubicBezTo>
                    <a:pt x="14915" y="4790"/>
                    <a:pt x="14882" y="4558"/>
                    <a:pt x="14865" y="4342"/>
                  </a:cubicBezTo>
                  <a:cubicBezTo>
                    <a:pt x="14840" y="3953"/>
                    <a:pt x="14832" y="3572"/>
                    <a:pt x="14782" y="3191"/>
                  </a:cubicBezTo>
                  <a:cubicBezTo>
                    <a:pt x="14683" y="2503"/>
                    <a:pt x="14500" y="1815"/>
                    <a:pt x="14144" y="1219"/>
                  </a:cubicBezTo>
                  <a:cubicBezTo>
                    <a:pt x="13821" y="680"/>
                    <a:pt x="13324" y="117"/>
                    <a:pt x="12669" y="17"/>
                  </a:cubicBezTo>
                  <a:cubicBezTo>
                    <a:pt x="12614" y="7"/>
                    <a:pt x="12558" y="1"/>
                    <a:pt x="125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" name="Google Shape;1171;p39"/>
            <p:cNvSpPr/>
            <p:nvPr/>
          </p:nvSpPr>
          <p:spPr>
            <a:xfrm>
              <a:off x="6580875" y="4290250"/>
              <a:ext cx="88875" cy="84000"/>
            </a:xfrm>
            <a:custGeom>
              <a:rect b="b" l="l" r="r" t="t"/>
              <a:pathLst>
                <a:path extrusionOk="0" h="3360" w="3555">
                  <a:moveTo>
                    <a:pt x="1571" y="0"/>
                  </a:moveTo>
                  <a:cubicBezTo>
                    <a:pt x="1561" y="0"/>
                    <a:pt x="1551" y="0"/>
                    <a:pt x="1541" y="1"/>
                  </a:cubicBezTo>
                  <a:cubicBezTo>
                    <a:pt x="1326" y="1"/>
                    <a:pt x="1119" y="84"/>
                    <a:pt x="928" y="183"/>
                  </a:cubicBezTo>
                  <a:cubicBezTo>
                    <a:pt x="862" y="216"/>
                    <a:pt x="804" y="249"/>
                    <a:pt x="746" y="282"/>
                  </a:cubicBezTo>
                  <a:cubicBezTo>
                    <a:pt x="713" y="299"/>
                    <a:pt x="688" y="307"/>
                    <a:pt x="663" y="316"/>
                  </a:cubicBezTo>
                  <a:cubicBezTo>
                    <a:pt x="505" y="390"/>
                    <a:pt x="365" y="481"/>
                    <a:pt x="257" y="605"/>
                  </a:cubicBezTo>
                  <a:cubicBezTo>
                    <a:pt x="141" y="738"/>
                    <a:pt x="91" y="895"/>
                    <a:pt x="58" y="1069"/>
                  </a:cubicBezTo>
                  <a:cubicBezTo>
                    <a:pt x="25" y="1268"/>
                    <a:pt x="0" y="1459"/>
                    <a:pt x="25" y="1658"/>
                  </a:cubicBezTo>
                  <a:cubicBezTo>
                    <a:pt x="58" y="1857"/>
                    <a:pt x="99" y="2064"/>
                    <a:pt x="141" y="2254"/>
                  </a:cubicBezTo>
                  <a:cubicBezTo>
                    <a:pt x="182" y="2437"/>
                    <a:pt x="282" y="2561"/>
                    <a:pt x="447" y="2644"/>
                  </a:cubicBezTo>
                  <a:cubicBezTo>
                    <a:pt x="548" y="2694"/>
                    <a:pt x="668" y="2714"/>
                    <a:pt x="787" y="2714"/>
                  </a:cubicBezTo>
                  <a:cubicBezTo>
                    <a:pt x="843" y="2714"/>
                    <a:pt x="899" y="2710"/>
                    <a:pt x="953" y="2702"/>
                  </a:cubicBezTo>
                  <a:cubicBezTo>
                    <a:pt x="1027" y="2685"/>
                    <a:pt x="1102" y="2669"/>
                    <a:pt x="1168" y="2644"/>
                  </a:cubicBezTo>
                  <a:lnTo>
                    <a:pt x="1168" y="2644"/>
                  </a:lnTo>
                  <a:cubicBezTo>
                    <a:pt x="1085" y="2751"/>
                    <a:pt x="1003" y="2859"/>
                    <a:pt x="895" y="2942"/>
                  </a:cubicBezTo>
                  <a:cubicBezTo>
                    <a:pt x="779" y="3033"/>
                    <a:pt x="621" y="3083"/>
                    <a:pt x="530" y="3207"/>
                  </a:cubicBezTo>
                  <a:cubicBezTo>
                    <a:pt x="493" y="3260"/>
                    <a:pt x="523" y="3360"/>
                    <a:pt x="591" y="3360"/>
                  </a:cubicBezTo>
                  <a:cubicBezTo>
                    <a:pt x="598" y="3360"/>
                    <a:pt x="605" y="3359"/>
                    <a:pt x="613" y="3356"/>
                  </a:cubicBezTo>
                  <a:cubicBezTo>
                    <a:pt x="928" y="3273"/>
                    <a:pt x="1152" y="3058"/>
                    <a:pt x="1334" y="2818"/>
                  </a:cubicBezTo>
                  <a:cubicBezTo>
                    <a:pt x="1342" y="2801"/>
                    <a:pt x="1359" y="2785"/>
                    <a:pt x="1375" y="2776"/>
                  </a:cubicBezTo>
                  <a:cubicBezTo>
                    <a:pt x="1467" y="2685"/>
                    <a:pt x="1549" y="2602"/>
                    <a:pt x="1649" y="2528"/>
                  </a:cubicBezTo>
                  <a:cubicBezTo>
                    <a:pt x="1831" y="2362"/>
                    <a:pt x="2030" y="2221"/>
                    <a:pt x="2237" y="2072"/>
                  </a:cubicBezTo>
                  <a:cubicBezTo>
                    <a:pt x="2610" y="1799"/>
                    <a:pt x="2991" y="1517"/>
                    <a:pt x="3273" y="1136"/>
                  </a:cubicBezTo>
                  <a:cubicBezTo>
                    <a:pt x="3347" y="1036"/>
                    <a:pt x="3422" y="929"/>
                    <a:pt x="3472" y="813"/>
                  </a:cubicBezTo>
                  <a:cubicBezTo>
                    <a:pt x="3497" y="755"/>
                    <a:pt x="3521" y="697"/>
                    <a:pt x="3538" y="639"/>
                  </a:cubicBezTo>
                  <a:cubicBezTo>
                    <a:pt x="3554" y="572"/>
                    <a:pt x="3546" y="523"/>
                    <a:pt x="3546" y="456"/>
                  </a:cubicBezTo>
                  <a:cubicBezTo>
                    <a:pt x="3541" y="422"/>
                    <a:pt x="3510" y="402"/>
                    <a:pt x="3479" y="402"/>
                  </a:cubicBezTo>
                  <a:cubicBezTo>
                    <a:pt x="3457" y="402"/>
                    <a:pt x="3435" y="411"/>
                    <a:pt x="3422" y="432"/>
                  </a:cubicBezTo>
                  <a:cubicBezTo>
                    <a:pt x="3422" y="432"/>
                    <a:pt x="3414" y="440"/>
                    <a:pt x="3414" y="440"/>
                  </a:cubicBezTo>
                  <a:cubicBezTo>
                    <a:pt x="3422" y="423"/>
                    <a:pt x="3422" y="407"/>
                    <a:pt x="3430" y="390"/>
                  </a:cubicBezTo>
                  <a:cubicBezTo>
                    <a:pt x="3443" y="352"/>
                    <a:pt x="3417" y="310"/>
                    <a:pt x="3382" y="310"/>
                  </a:cubicBezTo>
                  <a:cubicBezTo>
                    <a:pt x="3371" y="310"/>
                    <a:pt x="3359" y="314"/>
                    <a:pt x="3347" y="324"/>
                  </a:cubicBezTo>
                  <a:cubicBezTo>
                    <a:pt x="3190" y="440"/>
                    <a:pt x="3082" y="614"/>
                    <a:pt x="2958" y="771"/>
                  </a:cubicBezTo>
                  <a:cubicBezTo>
                    <a:pt x="2955" y="768"/>
                    <a:pt x="2952" y="768"/>
                    <a:pt x="2950" y="768"/>
                  </a:cubicBezTo>
                  <a:cubicBezTo>
                    <a:pt x="2944" y="768"/>
                    <a:pt x="2939" y="771"/>
                    <a:pt x="2933" y="771"/>
                  </a:cubicBezTo>
                  <a:cubicBezTo>
                    <a:pt x="2883" y="680"/>
                    <a:pt x="2801" y="605"/>
                    <a:pt x="2726" y="547"/>
                  </a:cubicBezTo>
                  <a:cubicBezTo>
                    <a:pt x="2535" y="415"/>
                    <a:pt x="2328" y="299"/>
                    <a:pt x="2129" y="183"/>
                  </a:cubicBezTo>
                  <a:cubicBezTo>
                    <a:pt x="1956" y="80"/>
                    <a:pt x="1774" y="0"/>
                    <a:pt x="15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" name="Google Shape;1172;p39"/>
            <p:cNvSpPr/>
            <p:nvPr/>
          </p:nvSpPr>
          <p:spPr>
            <a:xfrm>
              <a:off x="6726700" y="4249025"/>
              <a:ext cx="87575" cy="67575"/>
            </a:xfrm>
            <a:custGeom>
              <a:rect b="b" l="l" r="r" t="t"/>
              <a:pathLst>
                <a:path extrusionOk="0" h="2703" w="3503">
                  <a:moveTo>
                    <a:pt x="2314" y="0"/>
                  </a:moveTo>
                  <a:cubicBezTo>
                    <a:pt x="2181" y="0"/>
                    <a:pt x="2053" y="57"/>
                    <a:pt x="1931" y="125"/>
                  </a:cubicBezTo>
                  <a:cubicBezTo>
                    <a:pt x="1773" y="208"/>
                    <a:pt x="1632" y="307"/>
                    <a:pt x="1458" y="349"/>
                  </a:cubicBezTo>
                  <a:cubicBezTo>
                    <a:pt x="1276" y="390"/>
                    <a:pt x="1085" y="382"/>
                    <a:pt x="911" y="432"/>
                  </a:cubicBezTo>
                  <a:cubicBezTo>
                    <a:pt x="754" y="473"/>
                    <a:pt x="613" y="548"/>
                    <a:pt x="530" y="689"/>
                  </a:cubicBezTo>
                  <a:cubicBezTo>
                    <a:pt x="456" y="813"/>
                    <a:pt x="431" y="970"/>
                    <a:pt x="456" y="1111"/>
                  </a:cubicBezTo>
                  <a:cubicBezTo>
                    <a:pt x="464" y="1144"/>
                    <a:pt x="481" y="1177"/>
                    <a:pt x="489" y="1211"/>
                  </a:cubicBezTo>
                  <a:cubicBezTo>
                    <a:pt x="481" y="1211"/>
                    <a:pt x="472" y="1219"/>
                    <a:pt x="464" y="1219"/>
                  </a:cubicBezTo>
                  <a:cubicBezTo>
                    <a:pt x="398" y="1227"/>
                    <a:pt x="331" y="1235"/>
                    <a:pt x="265" y="1252"/>
                  </a:cubicBezTo>
                  <a:cubicBezTo>
                    <a:pt x="182" y="1269"/>
                    <a:pt x="133" y="1302"/>
                    <a:pt x="58" y="1343"/>
                  </a:cubicBezTo>
                  <a:cubicBezTo>
                    <a:pt x="0" y="1376"/>
                    <a:pt x="0" y="1476"/>
                    <a:pt x="75" y="1484"/>
                  </a:cubicBezTo>
                  <a:cubicBezTo>
                    <a:pt x="113" y="1484"/>
                    <a:pt x="152" y="1488"/>
                    <a:pt x="191" y="1488"/>
                  </a:cubicBezTo>
                  <a:cubicBezTo>
                    <a:pt x="210" y="1488"/>
                    <a:pt x="229" y="1487"/>
                    <a:pt x="249" y="1484"/>
                  </a:cubicBezTo>
                  <a:cubicBezTo>
                    <a:pt x="298" y="1484"/>
                    <a:pt x="356" y="1467"/>
                    <a:pt x="414" y="1467"/>
                  </a:cubicBezTo>
                  <a:cubicBezTo>
                    <a:pt x="421" y="1481"/>
                    <a:pt x="433" y="1494"/>
                    <a:pt x="451" y="1494"/>
                  </a:cubicBezTo>
                  <a:cubicBezTo>
                    <a:pt x="455" y="1494"/>
                    <a:pt x="459" y="1494"/>
                    <a:pt x="464" y="1492"/>
                  </a:cubicBezTo>
                  <a:cubicBezTo>
                    <a:pt x="530" y="1484"/>
                    <a:pt x="597" y="1476"/>
                    <a:pt x="663" y="1476"/>
                  </a:cubicBezTo>
                  <a:cubicBezTo>
                    <a:pt x="779" y="1583"/>
                    <a:pt x="936" y="1666"/>
                    <a:pt x="1094" y="1708"/>
                  </a:cubicBezTo>
                  <a:cubicBezTo>
                    <a:pt x="1442" y="1791"/>
                    <a:pt x="1815" y="1741"/>
                    <a:pt x="2146" y="1898"/>
                  </a:cubicBezTo>
                  <a:cubicBezTo>
                    <a:pt x="2361" y="1998"/>
                    <a:pt x="2585" y="2147"/>
                    <a:pt x="2817" y="2155"/>
                  </a:cubicBezTo>
                  <a:cubicBezTo>
                    <a:pt x="2859" y="2188"/>
                    <a:pt x="2900" y="2221"/>
                    <a:pt x="2941" y="2254"/>
                  </a:cubicBezTo>
                  <a:cubicBezTo>
                    <a:pt x="3024" y="2337"/>
                    <a:pt x="3107" y="2420"/>
                    <a:pt x="3198" y="2478"/>
                  </a:cubicBezTo>
                  <a:cubicBezTo>
                    <a:pt x="3240" y="2536"/>
                    <a:pt x="3281" y="2602"/>
                    <a:pt x="3322" y="2669"/>
                  </a:cubicBezTo>
                  <a:cubicBezTo>
                    <a:pt x="3344" y="2693"/>
                    <a:pt x="3370" y="2703"/>
                    <a:pt x="3396" y="2703"/>
                  </a:cubicBezTo>
                  <a:cubicBezTo>
                    <a:pt x="3450" y="2703"/>
                    <a:pt x="3502" y="2656"/>
                    <a:pt x="3496" y="2594"/>
                  </a:cubicBezTo>
                  <a:cubicBezTo>
                    <a:pt x="3488" y="2486"/>
                    <a:pt x="3430" y="2379"/>
                    <a:pt x="3356" y="2288"/>
                  </a:cubicBezTo>
                  <a:cubicBezTo>
                    <a:pt x="3364" y="2279"/>
                    <a:pt x="3364" y="2279"/>
                    <a:pt x="3372" y="2279"/>
                  </a:cubicBezTo>
                  <a:cubicBezTo>
                    <a:pt x="3380" y="2271"/>
                    <a:pt x="3389" y="2246"/>
                    <a:pt x="3380" y="2238"/>
                  </a:cubicBezTo>
                  <a:cubicBezTo>
                    <a:pt x="3372" y="2221"/>
                    <a:pt x="3364" y="2205"/>
                    <a:pt x="3356" y="2196"/>
                  </a:cubicBezTo>
                  <a:lnTo>
                    <a:pt x="3339" y="2188"/>
                  </a:lnTo>
                  <a:cubicBezTo>
                    <a:pt x="3339" y="2180"/>
                    <a:pt x="3339" y="2180"/>
                    <a:pt x="3331" y="2180"/>
                  </a:cubicBezTo>
                  <a:cubicBezTo>
                    <a:pt x="3331" y="2172"/>
                    <a:pt x="3322" y="2163"/>
                    <a:pt x="3314" y="2155"/>
                  </a:cubicBezTo>
                  <a:cubicBezTo>
                    <a:pt x="3306" y="2147"/>
                    <a:pt x="3306" y="2147"/>
                    <a:pt x="3298" y="2139"/>
                  </a:cubicBezTo>
                  <a:lnTo>
                    <a:pt x="3289" y="2139"/>
                  </a:lnTo>
                  <a:lnTo>
                    <a:pt x="3289" y="2130"/>
                  </a:lnTo>
                  <a:cubicBezTo>
                    <a:pt x="3256" y="2097"/>
                    <a:pt x="3231" y="2064"/>
                    <a:pt x="3198" y="2031"/>
                  </a:cubicBezTo>
                  <a:cubicBezTo>
                    <a:pt x="3198" y="2031"/>
                    <a:pt x="3198" y="2023"/>
                    <a:pt x="3198" y="2023"/>
                  </a:cubicBezTo>
                  <a:cubicBezTo>
                    <a:pt x="3397" y="1840"/>
                    <a:pt x="3447" y="1525"/>
                    <a:pt x="3414" y="1269"/>
                  </a:cubicBezTo>
                  <a:cubicBezTo>
                    <a:pt x="3380" y="979"/>
                    <a:pt x="3248" y="713"/>
                    <a:pt x="3049" y="506"/>
                  </a:cubicBezTo>
                  <a:cubicBezTo>
                    <a:pt x="2983" y="407"/>
                    <a:pt x="2908" y="316"/>
                    <a:pt x="2817" y="233"/>
                  </a:cubicBezTo>
                  <a:cubicBezTo>
                    <a:pt x="2709" y="125"/>
                    <a:pt x="2569" y="34"/>
                    <a:pt x="2403" y="9"/>
                  </a:cubicBezTo>
                  <a:cubicBezTo>
                    <a:pt x="2373" y="3"/>
                    <a:pt x="2343" y="0"/>
                    <a:pt x="23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1173;p39"/>
            <p:cNvSpPr/>
            <p:nvPr/>
          </p:nvSpPr>
          <p:spPr>
            <a:xfrm>
              <a:off x="6610900" y="4293800"/>
              <a:ext cx="222900" cy="199500"/>
            </a:xfrm>
            <a:custGeom>
              <a:rect b="b" l="l" r="r" t="t"/>
              <a:pathLst>
                <a:path extrusionOk="0" h="7980" w="8916">
                  <a:moveTo>
                    <a:pt x="5299" y="1"/>
                  </a:moveTo>
                  <a:cubicBezTo>
                    <a:pt x="4833" y="1"/>
                    <a:pt x="4366" y="74"/>
                    <a:pt x="3919" y="198"/>
                  </a:cubicBezTo>
                  <a:cubicBezTo>
                    <a:pt x="3149" y="405"/>
                    <a:pt x="2345" y="803"/>
                    <a:pt x="1931" y="1516"/>
                  </a:cubicBezTo>
                  <a:cubicBezTo>
                    <a:pt x="1707" y="1889"/>
                    <a:pt x="1633" y="2319"/>
                    <a:pt x="1575" y="2742"/>
                  </a:cubicBezTo>
                  <a:cubicBezTo>
                    <a:pt x="1508" y="3173"/>
                    <a:pt x="1450" y="3604"/>
                    <a:pt x="1210" y="3977"/>
                  </a:cubicBezTo>
                  <a:cubicBezTo>
                    <a:pt x="986" y="4349"/>
                    <a:pt x="663" y="4656"/>
                    <a:pt x="406" y="5012"/>
                  </a:cubicBezTo>
                  <a:cubicBezTo>
                    <a:pt x="174" y="5344"/>
                    <a:pt x="0" y="5766"/>
                    <a:pt x="50" y="6180"/>
                  </a:cubicBezTo>
                  <a:cubicBezTo>
                    <a:pt x="100" y="6595"/>
                    <a:pt x="390" y="6901"/>
                    <a:pt x="779" y="7034"/>
                  </a:cubicBezTo>
                  <a:cubicBezTo>
                    <a:pt x="1038" y="7123"/>
                    <a:pt x="1305" y="7141"/>
                    <a:pt x="1574" y="7141"/>
                  </a:cubicBezTo>
                  <a:cubicBezTo>
                    <a:pt x="1754" y="7141"/>
                    <a:pt x="1934" y="7133"/>
                    <a:pt x="2113" y="7133"/>
                  </a:cubicBezTo>
                  <a:cubicBezTo>
                    <a:pt x="2320" y="7133"/>
                    <a:pt x="2577" y="7133"/>
                    <a:pt x="2759" y="7241"/>
                  </a:cubicBezTo>
                  <a:cubicBezTo>
                    <a:pt x="2834" y="7282"/>
                    <a:pt x="2892" y="7340"/>
                    <a:pt x="2884" y="7432"/>
                  </a:cubicBezTo>
                  <a:cubicBezTo>
                    <a:pt x="2875" y="7531"/>
                    <a:pt x="2834" y="7630"/>
                    <a:pt x="2859" y="7730"/>
                  </a:cubicBezTo>
                  <a:cubicBezTo>
                    <a:pt x="2917" y="7962"/>
                    <a:pt x="3190" y="7978"/>
                    <a:pt x="3381" y="7978"/>
                  </a:cubicBezTo>
                  <a:cubicBezTo>
                    <a:pt x="3402" y="7979"/>
                    <a:pt x="3423" y="7979"/>
                    <a:pt x="3444" y="7979"/>
                  </a:cubicBezTo>
                  <a:cubicBezTo>
                    <a:pt x="3670" y="7979"/>
                    <a:pt x="3889" y="7940"/>
                    <a:pt x="4102" y="7879"/>
                  </a:cubicBezTo>
                  <a:cubicBezTo>
                    <a:pt x="4574" y="7746"/>
                    <a:pt x="5005" y="7498"/>
                    <a:pt x="5427" y="7249"/>
                  </a:cubicBezTo>
                  <a:cubicBezTo>
                    <a:pt x="5635" y="7125"/>
                    <a:pt x="5850" y="7001"/>
                    <a:pt x="6074" y="6893"/>
                  </a:cubicBezTo>
                  <a:cubicBezTo>
                    <a:pt x="6289" y="6785"/>
                    <a:pt x="6505" y="6702"/>
                    <a:pt x="6737" y="6628"/>
                  </a:cubicBezTo>
                  <a:cubicBezTo>
                    <a:pt x="6952" y="6545"/>
                    <a:pt x="7167" y="6462"/>
                    <a:pt x="7358" y="6321"/>
                  </a:cubicBezTo>
                  <a:cubicBezTo>
                    <a:pt x="7549" y="6197"/>
                    <a:pt x="7698" y="6031"/>
                    <a:pt x="7838" y="5849"/>
                  </a:cubicBezTo>
                  <a:cubicBezTo>
                    <a:pt x="7988" y="5658"/>
                    <a:pt x="8128" y="5460"/>
                    <a:pt x="8269" y="5261"/>
                  </a:cubicBezTo>
                  <a:cubicBezTo>
                    <a:pt x="8418" y="5062"/>
                    <a:pt x="8568" y="4863"/>
                    <a:pt x="8708" y="4648"/>
                  </a:cubicBezTo>
                  <a:cubicBezTo>
                    <a:pt x="8841" y="4449"/>
                    <a:pt x="8907" y="4242"/>
                    <a:pt x="8916" y="4001"/>
                  </a:cubicBezTo>
                  <a:cubicBezTo>
                    <a:pt x="8916" y="3786"/>
                    <a:pt x="8891" y="3571"/>
                    <a:pt x="8858" y="3355"/>
                  </a:cubicBezTo>
                  <a:cubicBezTo>
                    <a:pt x="8783" y="2957"/>
                    <a:pt x="8650" y="2560"/>
                    <a:pt x="8476" y="2195"/>
                  </a:cubicBezTo>
                  <a:cubicBezTo>
                    <a:pt x="8120" y="1458"/>
                    <a:pt x="7573" y="811"/>
                    <a:pt x="6902" y="348"/>
                  </a:cubicBezTo>
                  <a:cubicBezTo>
                    <a:pt x="6728" y="232"/>
                    <a:pt x="6554" y="132"/>
                    <a:pt x="6380" y="41"/>
                  </a:cubicBezTo>
                  <a:cubicBezTo>
                    <a:pt x="6362" y="33"/>
                    <a:pt x="6345" y="29"/>
                    <a:pt x="6329" y="29"/>
                  </a:cubicBezTo>
                  <a:cubicBezTo>
                    <a:pt x="6280" y="29"/>
                    <a:pt x="6244" y="63"/>
                    <a:pt x="6231" y="107"/>
                  </a:cubicBezTo>
                  <a:cubicBezTo>
                    <a:pt x="5925" y="34"/>
                    <a:pt x="5612" y="1"/>
                    <a:pt x="5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" name="Google Shape;1174;p39"/>
            <p:cNvSpPr/>
            <p:nvPr/>
          </p:nvSpPr>
          <p:spPr>
            <a:xfrm>
              <a:off x="6390300" y="4165725"/>
              <a:ext cx="167175" cy="189500"/>
            </a:xfrm>
            <a:custGeom>
              <a:rect b="b" l="l" r="r" t="t"/>
              <a:pathLst>
                <a:path extrusionOk="0" h="7580" w="6687">
                  <a:moveTo>
                    <a:pt x="2442" y="1"/>
                  </a:moveTo>
                  <a:cubicBezTo>
                    <a:pt x="2316" y="1"/>
                    <a:pt x="2189" y="6"/>
                    <a:pt x="2063" y="19"/>
                  </a:cubicBezTo>
                  <a:cubicBezTo>
                    <a:pt x="1856" y="35"/>
                    <a:pt x="1657" y="77"/>
                    <a:pt x="1459" y="126"/>
                  </a:cubicBezTo>
                  <a:cubicBezTo>
                    <a:pt x="1417" y="143"/>
                    <a:pt x="1376" y="176"/>
                    <a:pt x="1367" y="218"/>
                  </a:cubicBezTo>
                  <a:cubicBezTo>
                    <a:pt x="1251" y="218"/>
                    <a:pt x="1144" y="218"/>
                    <a:pt x="1028" y="226"/>
                  </a:cubicBezTo>
                  <a:cubicBezTo>
                    <a:pt x="754" y="234"/>
                    <a:pt x="456" y="267"/>
                    <a:pt x="249" y="458"/>
                  </a:cubicBezTo>
                  <a:cubicBezTo>
                    <a:pt x="50" y="657"/>
                    <a:pt x="0" y="955"/>
                    <a:pt x="75" y="1220"/>
                  </a:cubicBezTo>
                  <a:cubicBezTo>
                    <a:pt x="150" y="1535"/>
                    <a:pt x="357" y="1808"/>
                    <a:pt x="522" y="2082"/>
                  </a:cubicBezTo>
                  <a:cubicBezTo>
                    <a:pt x="1251" y="3275"/>
                    <a:pt x="1923" y="4501"/>
                    <a:pt x="2536" y="5760"/>
                  </a:cubicBezTo>
                  <a:cubicBezTo>
                    <a:pt x="2643" y="5984"/>
                    <a:pt x="2751" y="6208"/>
                    <a:pt x="2875" y="6432"/>
                  </a:cubicBezTo>
                  <a:cubicBezTo>
                    <a:pt x="2975" y="6448"/>
                    <a:pt x="3049" y="6514"/>
                    <a:pt x="3099" y="6589"/>
                  </a:cubicBezTo>
                  <a:cubicBezTo>
                    <a:pt x="3107" y="6597"/>
                    <a:pt x="3116" y="6606"/>
                    <a:pt x="3124" y="6614"/>
                  </a:cubicBezTo>
                  <a:cubicBezTo>
                    <a:pt x="3132" y="6614"/>
                    <a:pt x="3132" y="6606"/>
                    <a:pt x="3132" y="6606"/>
                  </a:cubicBezTo>
                  <a:cubicBezTo>
                    <a:pt x="3138" y="6604"/>
                    <a:pt x="3143" y="6603"/>
                    <a:pt x="3149" y="6603"/>
                  </a:cubicBezTo>
                  <a:cubicBezTo>
                    <a:pt x="3173" y="6603"/>
                    <a:pt x="3192" y="6620"/>
                    <a:pt x="3199" y="6647"/>
                  </a:cubicBezTo>
                  <a:cubicBezTo>
                    <a:pt x="3240" y="6755"/>
                    <a:pt x="3273" y="6871"/>
                    <a:pt x="3306" y="6978"/>
                  </a:cubicBezTo>
                  <a:cubicBezTo>
                    <a:pt x="3306" y="6995"/>
                    <a:pt x="3306" y="7012"/>
                    <a:pt x="3298" y="7028"/>
                  </a:cubicBezTo>
                  <a:cubicBezTo>
                    <a:pt x="3381" y="7119"/>
                    <a:pt x="3472" y="7202"/>
                    <a:pt x="3571" y="7277"/>
                  </a:cubicBezTo>
                  <a:cubicBezTo>
                    <a:pt x="3822" y="7465"/>
                    <a:pt x="4131" y="7580"/>
                    <a:pt x="4437" y="7580"/>
                  </a:cubicBezTo>
                  <a:cubicBezTo>
                    <a:pt x="4658" y="7580"/>
                    <a:pt x="4877" y="7520"/>
                    <a:pt x="5071" y="7384"/>
                  </a:cubicBezTo>
                  <a:cubicBezTo>
                    <a:pt x="5179" y="7318"/>
                    <a:pt x="5270" y="7219"/>
                    <a:pt x="5336" y="7111"/>
                  </a:cubicBezTo>
                  <a:cubicBezTo>
                    <a:pt x="5369" y="7061"/>
                    <a:pt x="5353" y="6970"/>
                    <a:pt x="5278" y="6970"/>
                  </a:cubicBezTo>
                  <a:cubicBezTo>
                    <a:pt x="4922" y="6962"/>
                    <a:pt x="4557" y="6929"/>
                    <a:pt x="4226" y="6813"/>
                  </a:cubicBezTo>
                  <a:cubicBezTo>
                    <a:pt x="3886" y="6697"/>
                    <a:pt x="3596" y="6498"/>
                    <a:pt x="3397" y="6200"/>
                  </a:cubicBezTo>
                  <a:cubicBezTo>
                    <a:pt x="3174" y="5876"/>
                    <a:pt x="3041" y="5495"/>
                    <a:pt x="2884" y="5139"/>
                  </a:cubicBezTo>
                  <a:cubicBezTo>
                    <a:pt x="2701" y="4725"/>
                    <a:pt x="2519" y="4319"/>
                    <a:pt x="2320" y="3921"/>
                  </a:cubicBezTo>
                  <a:cubicBezTo>
                    <a:pt x="2130" y="3515"/>
                    <a:pt x="1923" y="3117"/>
                    <a:pt x="1724" y="2720"/>
                  </a:cubicBezTo>
                  <a:cubicBezTo>
                    <a:pt x="1541" y="2347"/>
                    <a:pt x="1351" y="1982"/>
                    <a:pt x="1077" y="1667"/>
                  </a:cubicBezTo>
                  <a:cubicBezTo>
                    <a:pt x="937" y="1510"/>
                    <a:pt x="787" y="1361"/>
                    <a:pt x="663" y="1195"/>
                  </a:cubicBezTo>
                  <a:cubicBezTo>
                    <a:pt x="613" y="1129"/>
                    <a:pt x="555" y="1054"/>
                    <a:pt x="539" y="971"/>
                  </a:cubicBezTo>
                  <a:cubicBezTo>
                    <a:pt x="531" y="880"/>
                    <a:pt x="597" y="839"/>
                    <a:pt x="671" y="814"/>
                  </a:cubicBezTo>
                  <a:cubicBezTo>
                    <a:pt x="754" y="789"/>
                    <a:pt x="837" y="781"/>
                    <a:pt x="928" y="773"/>
                  </a:cubicBezTo>
                  <a:cubicBezTo>
                    <a:pt x="1036" y="756"/>
                    <a:pt x="1144" y="739"/>
                    <a:pt x="1251" y="731"/>
                  </a:cubicBezTo>
                  <a:cubicBezTo>
                    <a:pt x="1459" y="715"/>
                    <a:pt x="1674" y="706"/>
                    <a:pt x="1881" y="706"/>
                  </a:cubicBezTo>
                  <a:cubicBezTo>
                    <a:pt x="2685" y="706"/>
                    <a:pt x="3530" y="831"/>
                    <a:pt x="4284" y="1129"/>
                  </a:cubicBezTo>
                  <a:cubicBezTo>
                    <a:pt x="4466" y="1203"/>
                    <a:pt x="4640" y="1295"/>
                    <a:pt x="4781" y="1435"/>
                  </a:cubicBezTo>
                  <a:cubicBezTo>
                    <a:pt x="4881" y="1527"/>
                    <a:pt x="4963" y="1634"/>
                    <a:pt x="5030" y="1750"/>
                  </a:cubicBezTo>
                  <a:cubicBezTo>
                    <a:pt x="5005" y="1725"/>
                    <a:pt x="4980" y="1701"/>
                    <a:pt x="4947" y="1684"/>
                  </a:cubicBezTo>
                  <a:cubicBezTo>
                    <a:pt x="4939" y="1681"/>
                    <a:pt x="4932" y="1680"/>
                    <a:pt x="4925" y="1680"/>
                  </a:cubicBezTo>
                  <a:cubicBezTo>
                    <a:pt x="4895" y="1680"/>
                    <a:pt x="4874" y="1707"/>
                    <a:pt x="4881" y="1734"/>
                  </a:cubicBezTo>
                  <a:cubicBezTo>
                    <a:pt x="4881" y="1808"/>
                    <a:pt x="4922" y="1883"/>
                    <a:pt x="4955" y="1941"/>
                  </a:cubicBezTo>
                  <a:cubicBezTo>
                    <a:pt x="4988" y="2015"/>
                    <a:pt x="5030" y="2082"/>
                    <a:pt x="5063" y="2148"/>
                  </a:cubicBezTo>
                  <a:cubicBezTo>
                    <a:pt x="5137" y="2297"/>
                    <a:pt x="5204" y="2446"/>
                    <a:pt x="5262" y="2595"/>
                  </a:cubicBezTo>
                  <a:cubicBezTo>
                    <a:pt x="5320" y="2753"/>
                    <a:pt x="5378" y="2902"/>
                    <a:pt x="5427" y="3059"/>
                  </a:cubicBezTo>
                  <a:cubicBezTo>
                    <a:pt x="5444" y="3126"/>
                    <a:pt x="5469" y="3200"/>
                    <a:pt x="5485" y="3267"/>
                  </a:cubicBezTo>
                  <a:cubicBezTo>
                    <a:pt x="5510" y="3639"/>
                    <a:pt x="5461" y="4021"/>
                    <a:pt x="5593" y="4377"/>
                  </a:cubicBezTo>
                  <a:cubicBezTo>
                    <a:pt x="5626" y="4460"/>
                    <a:pt x="5668" y="4543"/>
                    <a:pt x="5767" y="4559"/>
                  </a:cubicBezTo>
                  <a:cubicBezTo>
                    <a:pt x="5781" y="4563"/>
                    <a:pt x="5794" y="4564"/>
                    <a:pt x="5808" y="4564"/>
                  </a:cubicBezTo>
                  <a:cubicBezTo>
                    <a:pt x="5885" y="4564"/>
                    <a:pt x="5959" y="4510"/>
                    <a:pt x="6016" y="4468"/>
                  </a:cubicBezTo>
                  <a:cubicBezTo>
                    <a:pt x="6165" y="4369"/>
                    <a:pt x="6289" y="4236"/>
                    <a:pt x="6380" y="4087"/>
                  </a:cubicBezTo>
                  <a:cubicBezTo>
                    <a:pt x="6596" y="3755"/>
                    <a:pt x="6678" y="3366"/>
                    <a:pt x="6678" y="2977"/>
                  </a:cubicBezTo>
                  <a:cubicBezTo>
                    <a:pt x="6687" y="2769"/>
                    <a:pt x="6678" y="2554"/>
                    <a:pt x="6612" y="2347"/>
                  </a:cubicBezTo>
                  <a:cubicBezTo>
                    <a:pt x="6546" y="2165"/>
                    <a:pt x="6430" y="2007"/>
                    <a:pt x="6297" y="1866"/>
                  </a:cubicBezTo>
                  <a:cubicBezTo>
                    <a:pt x="6040" y="1585"/>
                    <a:pt x="5767" y="1319"/>
                    <a:pt x="5477" y="1063"/>
                  </a:cubicBezTo>
                  <a:cubicBezTo>
                    <a:pt x="5195" y="814"/>
                    <a:pt x="4889" y="590"/>
                    <a:pt x="4549" y="425"/>
                  </a:cubicBezTo>
                  <a:cubicBezTo>
                    <a:pt x="4168" y="251"/>
                    <a:pt x="3745" y="151"/>
                    <a:pt x="3339" y="85"/>
                  </a:cubicBezTo>
                  <a:cubicBezTo>
                    <a:pt x="3043" y="33"/>
                    <a:pt x="2742" y="1"/>
                    <a:pt x="2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" name="Google Shape;1175;p39"/>
            <p:cNvSpPr/>
            <p:nvPr/>
          </p:nvSpPr>
          <p:spPr>
            <a:xfrm>
              <a:off x="6505250" y="4199125"/>
              <a:ext cx="5000" cy="6600"/>
            </a:xfrm>
            <a:custGeom>
              <a:rect b="b" l="l" r="r" t="t"/>
              <a:pathLst>
                <a:path extrusionOk="0" h="264" w="200">
                  <a:moveTo>
                    <a:pt x="34" y="0"/>
                  </a:moveTo>
                  <a:cubicBezTo>
                    <a:pt x="26" y="0"/>
                    <a:pt x="17" y="8"/>
                    <a:pt x="9" y="17"/>
                  </a:cubicBezTo>
                  <a:cubicBezTo>
                    <a:pt x="1" y="25"/>
                    <a:pt x="9" y="41"/>
                    <a:pt x="9" y="50"/>
                  </a:cubicBezTo>
                  <a:cubicBezTo>
                    <a:pt x="9" y="75"/>
                    <a:pt x="9" y="91"/>
                    <a:pt x="17" y="108"/>
                  </a:cubicBezTo>
                  <a:cubicBezTo>
                    <a:pt x="26" y="124"/>
                    <a:pt x="34" y="133"/>
                    <a:pt x="34" y="149"/>
                  </a:cubicBezTo>
                  <a:cubicBezTo>
                    <a:pt x="59" y="182"/>
                    <a:pt x="75" y="215"/>
                    <a:pt x="100" y="240"/>
                  </a:cubicBezTo>
                  <a:cubicBezTo>
                    <a:pt x="110" y="255"/>
                    <a:pt x="125" y="264"/>
                    <a:pt x="139" y="264"/>
                  </a:cubicBezTo>
                  <a:cubicBezTo>
                    <a:pt x="150" y="264"/>
                    <a:pt x="160" y="259"/>
                    <a:pt x="167" y="249"/>
                  </a:cubicBezTo>
                  <a:cubicBezTo>
                    <a:pt x="191" y="232"/>
                    <a:pt x="200" y="207"/>
                    <a:pt x="175" y="182"/>
                  </a:cubicBezTo>
                  <a:cubicBezTo>
                    <a:pt x="167" y="174"/>
                    <a:pt x="158" y="157"/>
                    <a:pt x="150" y="149"/>
                  </a:cubicBezTo>
                  <a:cubicBezTo>
                    <a:pt x="150" y="141"/>
                    <a:pt x="142" y="141"/>
                    <a:pt x="142" y="133"/>
                  </a:cubicBezTo>
                  <a:cubicBezTo>
                    <a:pt x="142" y="133"/>
                    <a:pt x="133" y="124"/>
                    <a:pt x="133" y="124"/>
                  </a:cubicBezTo>
                  <a:cubicBezTo>
                    <a:pt x="133" y="124"/>
                    <a:pt x="133" y="116"/>
                    <a:pt x="133" y="116"/>
                  </a:cubicBezTo>
                  <a:cubicBezTo>
                    <a:pt x="117" y="91"/>
                    <a:pt x="100" y="58"/>
                    <a:pt x="84" y="25"/>
                  </a:cubicBezTo>
                  <a:cubicBezTo>
                    <a:pt x="75" y="17"/>
                    <a:pt x="75" y="8"/>
                    <a:pt x="67" y="8"/>
                  </a:cubicBezTo>
                  <a:cubicBezTo>
                    <a:pt x="5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1176;p39"/>
            <p:cNvSpPr/>
            <p:nvPr/>
          </p:nvSpPr>
          <p:spPr>
            <a:xfrm>
              <a:off x="6517500" y="4225925"/>
              <a:ext cx="7575" cy="14950"/>
            </a:xfrm>
            <a:custGeom>
              <a:rect b="b" l="l" r="r" t="t"/>
              <a:pathLst>
                <a:path extrusionOk="0" h="598" w="303">
                  <a:moveTo>
                    <a:pt x="49" y="0"/>
                  </a:moveTo>
                  <a:cubicBezTo>
                    <a:pt x="25" y="0"/>
                    <a:pt x="0" y="20"/>
                    <a:pt x="16" y="47"/>
                  </a:cubicBezTo>
                  <a:cubicBezTo>
                    <a:pt x="58" y="138"/>
                    <a:pt x="91" y="221"/>
                    <a:pt x="124" y="312"/>
                  </a:cubicBezTo>
                  <a:cubicBezTo>
                    <a:pt x="157" y="403"/>
                    <a:pt x="190" y="494"/>
                    <a:pt x="232" y="577"/>
                  </a:cubicBezTo>
                  <a:cubicBezTo>
                    <a:pt x="239" y="591"/>
                    <a:pt x="253" y="597"/>
                    <a:pt x="266" y="597"/>
                  </a:cubicBezTo>
                  <a:cubicBezTo>
                    <a:pt x="285" y="597"/>
                    <a:pt x="303" y="584"/>
                    <a:pt x="298" y="560"/>
                  </a:cubicBezTo>
                  <a:cubicBezTo>
                    <a:pt x="281" y="461"/>
                    <a:pt x="240" y="370"/>
                    <a:pt x="207" y="287"/>
                  </a:cubicBezTo>
                  <a:cubicBezTo>
                    <a:pt x="165" y="196"/>
                    <a:pt x="132" y="105"/>
                    <a:pt x="83" y="22"/>
                  </a:cubicBezTo>
                  <a:cubicBezTo>
                    <a:pt x="77" y="7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" name="Google Shape;1177;p39"/>
            <p:cNvSpPr/>
            <p:nvPr/>
          </p:nvSpPr>
          <p:spPr>
            <a:xfrm>
              <a:off x="6679250" y="4086625"/>
              <a:ext cx="69200" cy="100925"/>
            </a:xfrm>
            <a:custGeom>
              <a:rect b="b" l="l" r="r" t="t"/>
              <a:pathLst>
                <a:path extrusionOk="0" h="4037" w="2768">
                  <a:moveTo>
                    <a:pt x="531" y="763"/>
                  </a:moveTo>
                  <a:cubicBezTo>
                    <a:pt x="531" y="772"/>
                    <a:pt x="531" y="788"/>
                    <a:pt x="539" y="796"/>
                  </a:cubicBezTo>
                  <a:cubicBezTo>
                    <a:pt x="523" y="805"/>
                    <a:pt x="514" y="813"/>
                    <a:pt x="506" y="830"/>
                  </a:cubicBezTo>
                  <a:cubicBezTo>
                    <a:pt x="506" y="821"/>
                    <a:pt x="514" y="805"/>
                    <a:pt x="514" y="796"/>
                  </a:cubicBezTo>
                  <a:cubicBezTo>
                    <a:pt x="514" y="788"/>
                    <a:pt x="523" y="772"/>
                    <a:pt x="523" y="763"/>
                  </a:cubicBezTo>
                  <a:close/>
                  <a:moveTo>
                    <a:pt x="932" y="1"/>
                  </a:moveTo>
                  <a:cubicBezTo>
                    <a:pt x="900" y="1"/>
                    <a:pt x="868" y="3"/>
                    <a:pt x="837" y="9"/>
                  </a:cubicBezTo>
                  <a:cubicBezTo>
                    <a:pt x="630" y="42"/>
                    <a:pt x="498" y="216"/>
                    <a:pt x="423" y="399"/>
                  </a:cubicBezTo>
                  <a:cubicBezTo>
                    <a:pt x="332" y="606"/>
                    <a:pt x="274" y="830"/>
                    <a:pt x="224" y="1053"/>
                  </a:cubicBezTo>
                  <a:cubicBezTo>
                    <a:pt x="133" y="1509"/>
                    <a:pt x="100" y="1981"/>
                    <a:pt x="75" y="2445"/>
                  </a:cubicBezTo>
                  <a:cubicBezTo>
                    <a:pt x="59" y="2727"/>
                    <a:pt x="42" y="3017"/>
                    <a:pt x="25" y="3307"/>
                  </a:cubicBezTo>
                  <a:cubicBezTo>
                    <a:pt x="17" y="3440"/>
                    <a:pt x="1" y="3580"/>
                    <a:pt x="1" y="3721"/>
                  </a:cubicBezTo>
                  <a:cubicBezTo>
                    <a:pt x="1" y="3821"/>
                    <a:pt x="17" y="3928"/>
                    <a:pt x="100" y="3995"/>
                  </a:cubicBezTo>
                  <a:cubicBezTo>
                    <a:pt x="108" y="4028"/>
                    <a:pt x="141" y="4036"/>
                    <a:pt x="166" y="4036"/>
                  </a:cubicBezTo>
                  <a:cubicBezTo>
                    <a:pt x="257" y="4036"/>
                    <a:pt x="332" y="3912"/>
                    <a:pt x="241" y="3845"/>
                  </a:cubicBezTo>
                  <a:cubicBezTo>
                    <a:pt x="233" y="3837"/>
                    <a:pt x="224" y="3829"/>
                    <a:pt x="216" y="3812"/>
                  </a:cubicBezTo>
                  <a:cubicBezTo>
                    <a:pt x="233" y="3680"/>
                    <a:pt x="249" y="3547"/>
                    <a:pt x="257" y="3406"/>
                  </a:cubicBezTo>
                  <a:cubicBezTo>
                    <a:pt x="274" y="3216"/>
                    <a:pt x="299" y="3025"/>
                    <a:pt x="315" y="2843"/>
                  </a:cubicBezTo>
                  <a:cubicBezTo>
                    <a:pt x="357" y="2454"/>
                    <a:pt x="407" y="2072"/>
                    <a:pt x="465" y="1691"/>
                  </a:cubicBezTo>
                  <a:cubicBezTo>
                    <a:pt x="489" y="1517"/>
                    <a:pt x="514" y="1335"/>
                    <a:pt x="556" y="1169"/>
                  </a:cubicBezTo>
                  <a:cubicBezTo>
                    <a:pt x="589" y="1020"/>
                    <a:pt x="672" y="912"/>
                    <a:pt x="813" y="854"/>
                  </a:cubicBezTo>
                  <a:cubicBezTo>
                    <a:pt x="900" y="823"/>
                    <a:pt x="994" y="810"/>
                    <a:pt x="1090" y="810"/>
                  </a:cubicBezTo>
                  <a:cubicBezTo>
                    <a:pt x="1294" y="810"/>
                    <a:pt x="1508" y="870"/>
                    <a:pt x="1683" y="937"/>
                  </a:cubicBezTo>
                  <a:cubicBezTo>
                    <a:pt x="2014" y="1062"/>
                    <a:pt x="2304" y="1252"/>
                    <a:pt x="2528" y="1517"/>
                  </a:cubicBezTo>
                  <a:cubicBezTo>
                    <a:pt x="2550" y="1540"/>
                    <a:pt x="2582" y="1552"/>
                    <a:pt x="2613" y="1552"/>
                  </a:cubicBezTo>
                  <a:cubicBezTo>
                    <a:pt x="2650" y="1552"/>
                    <a:pt x="2684" y="1533"/>
                    <a:pt x="2693" y="1492"/>
                  </a:cubicBezTo>
                  <a:cubicBezTo>
                    <a:pt x="2768" y="1277"/>
                    <a:pt x="2644" y="1095"/>
                    <a:pt x="2503" y="937"/>
                  </a:cubicBezTo>
                  <a:cubicBezTo>
                    <a:pt x="2370" y="772"/>
                    <a:pt x="2213" y="631"/>
                    <a:pt x="2047" y="506"/>
                  </a:cubicBezTo>
                  <a:cubicBezTo>
                    <a:pt x="1873" y="374"/>
                    <a:pt x="1683" y="266"/>
                    <a:pt x="1492" y="175"/>
                  </a:cubicBezTo>
                  <a:cubicBezTo>
                    <a:pt x="1322" y="97"/>
                    <a:pt x="1121" y="1"/>
                    <a:pt x="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" name="Google Shape;1178;p39"/>
            <p:cNvSpPr/>
            <p:nvPr/>
          </p:nvSpPr>
          <p:spPr>
            <a:xfrm>
              <a:off x="6741725" y="4159900"/>
              <a:ext cx="27875" cy="59825"/>
            </a:xfrm>
            <a:custGeom>
              <a:rect b="b" l="l" r="r" t="t"/>
              <a:pathLst>
                <a:path extrusionOk="0" h="2393" w="1115">
                  <a:moveTo>
                    <a:pt x="758" y="1876"/>
                  </a:moveTo>
                  <a:cubicBezTo>
                    <a:pt x="750" y="1900"/>
                    <a:pt x="750" y="1925"/>
                    <a:pt x="741" y="1950"/>
                  </a:cubicBezTo>
                  <a:lnTo>
                    <a:pt x="708" y="1950"/>
                  </a:lnTo>
                  <a:cubicBezTo>
                    <a:pt x="725" y="1925"/>
                    <a:pt x="741" y="1900"/>
                    <a:pt x="758" y="1876"/>
                  </a:cubicBezTo>
                  <a:close/>
                  <a:moveTo>
                    <a:pt x="711" y="1"/>
                  </a:moveTo>
                  <a:cubicBezTo>
                    <a:pt x="672" y="1"/>
                    <a:pt x="628" y="31"/>
                    <a:pt x="634" y="78"/>
                  </a:cubicBezTo>
                  <a:cubicBezTo>
                    <a:pt x="658" y="219"/>
                    <a:pt x="667" y="359"/>
                    <a:pt x="692" y="500"/>
                  </a:cubicBezTo>
                  <a:cubicBezTo>
                    <a:pt x="716" y="641"/>
                    <a:pt x="741" y="782"/>
                    <a:pt x="758" y="923"/>
                  </a:cubicBezTo>
                  <a:cubicBezTo>
                    <a:pt x="766" y="989"/>
                    <a:pt x="774" y="1055"/>
                    <a:pt x="783" y="1130"/>
                  </a:cubicBezTo>
                  <a:cubicBezTo>
                    <a:pt x="750" y="1296"/>
                    <a:pt x="692" y="1453"/>
                    <a:pt x="609" y="1602"/>
                  </a:cubicBezTo>
                  <a:cubicBezTo>
                    <a:pt x="542" y="1718"/>
                    <a:pt x="460" y="1818"/>
                    <a:pt x="368" y="1909"/>
                  </a:cubicBezTo>
                  <a:cubicBezTo>
                    <a:pt x="344" y="1942"/>
                    <a:pt x="310" y="1967"/>
                    <a:pt x="286" y="2008"/>
                  </a:cubicBezTo>
                  <a:cubicBezTo>
                    <a:pt x="228" y="2008"/>
                    <a:pt x="153" y="2008"/>
                    <a:pt x="87" y="1992"/>
                  </a:cubicBezTo>
                  <a:cubicBezTo>
                    <a:pt x="81" y="1990"/>
                    <a:pt x="75" y="1989"/>
                    <a:pt x="69" y="1989"/>
                  </a:cubicBezTo>
                  <a:cubicBezTo>
                    <a:pt x="28" y="1989"/>
                    <a:pt x="1" y="2038"/>
                    <a:pt x="37" y="2074"/>
                  </a:cubicBezTo>
                  <a:cubicBezTo>
                    <a:pt x="120" y="2132"/>
                    <a:pt x="203" y="2157"/>
                    <a:pt x="294" y="2166"/>
                  </a:cubicBezTo>
                  <a:cubicBezTo>
                    <a:pt x="310" y="2190"/>
                    <a:pt x="344" y="2207"/>
                    <a:pt x="377" y="2224"/>
                  </a:cubicBezTo>
                  <a:cubicBezTo>
                    <a:pt x="402" y="2232"/>
                    <a:pt x="418" y="2232"/>
                    <a:pt x="443" y="2240"/>
                  </a:cubicBezTo>
                  <a:lnTo>
                    <a:pt x="435" y="2240"/>
                  </a:lnTo>
                  <a:cubicBezTo>
                    <a:pt x="403" y="2303"/>
                    <a:pt x="469" y="2373"/>
                    <a:pt x="525" y="2373"/>
                  </a:cubicBezTo>
                  <a:cubicBezTo>
                    <a:pt x="528" y="2373"/>
                    <a:pt x="531" y="2373"/>
                    <a:pt x="534" y="2373"/>
                  </a:cubicBezTo>
                  <a:cubicBezTo>
                    <a:pt x="556" y="2371"/>
                    <a:pt x="578" y="2369"/>
                    <a:pt x="599" y="2369"/>
                  </a:cubicBezTo>
                  <a:cubicBezTo>
                    <a:pt x="657" y="2369"/>
                    <a:pt x="712" y="2377"/>
                    <a:pt x="766" y="2389"/>
                  </a:cubicBezTo>
                  <a:cubicBezTo>
                    <a:pt x="773" y="2392"/>
                    <a:pt x="779" y="2393"/>
                    <a:pt x="786" y="2393"/>
                  </a:cubicBezTo>
                  <a:cubicBezTo>
                    <a:pt x="828" y="2393"/>
                    <a:pt x="867" y="2350"/>
                    <a:pt x="874" y="2306"/>
                  </a:cubicBezTo>
                  <a:cubicBezTo>
                    <a:pt x="874" y="2306"/>
                    <a:pt x="874" y="2306"/>
                    <a:pt x="874" y="2298"/>
                  </a:cubicBezTo>
                  <a:lnTo>
                    <a:pt x="990" y="2298"/>
                  </a:lnTo>
                  <a:cubicBezTo>
                    <a:pt x="1064" y="2298"/>
                    <a:pt x="1114" y="2248"/>
                    <a:pt x="1089" y="2174"/>
                  </a:cubicBezTo>
                  <a:cubicBezTo>
                    <a:pt x="1073" y="2116"/>
                    <a:pt x="1056" y="2066"/>
                    <a:pt x="1048" y="2008"/>
                  </a:cubicBezTo>
                  <a:cubicBezTo>
                    <a:pt x="1056" y="1884"/>
                    <a:pt x="1040" y="1751"/>
                    <a:pt x="1031" y="1635"/>
                  </a:cubicBezTo>
                  <a:cubicBezTo>
                    <a:pt x="1031" y="1619"/>
                    <a:pt x="1031" y="1594"/>
                    <a:pt x="1023" y="1577"/>
                  </a:cubicBezTo>
                  <a:cubicBezTo>
                    <a:pt x="1031" y="1337"/>
                    <a:pt x="1056" y="1088"/>
                    <a:pt x="998" y="856"/>
                  </a:cubicBezTo>
                  <a:cubicBezTo>
                    <a:pt x="990" y="815"/>
                    <a:pt x="973" y="790"/>
                    <a:pt x="940" y="782"/>
                  </a:cubicBezTo>
                  <a:cubicBezTo>
                    <a:pt x="932" y="716"/>
                    <a:pt x="924" y="649"/>
                    <a:pt x="907" y="591"/>
                  </a:cubicBezTo>
                  <a:cubicBezTo>
                    <a:pt x="890" y="500"/>
                    <a:pt x="882" y="401"/>
                    <a:pt x="857" y="310"/>
                  </a:cubicBezTo>
                  <a:cubicBezTo>
                    <a:pt x="832" y="219"/>
                    <a:pt x="791" y="136"/>
                    <a:pt x="766" y="36"/>
                  </a:cubicBezTo>
                  <a:cubicBezTo>
                    <a:pt x="757" y="11"/>
                    <a:pt x="735" y="1"/>
                    <a:pt x="7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" name="Google Shape;1179;p39"/>
            <p:cNvSpPr/>
            <p:nvPr/>
          </p:nvSpPr>
          <p:spPr>
            <a:xfrm>
              <a:off x="6589975" y="4364400"/>
              <a:ext cx="3950" cy="2875"/>
            </a:xfrm>
            <a:custGeom>
              <a:rect b="b" l="l" r="r" t="t"/>
              <a:pathLst>
                <a:path extrusionOk="0" h="115" w="158">
                  <a:moveTo>
                    <a:pt x="100" y="1"/>
                  </a:moveTo>
                  <a:cubicBezTo>
                    <a:pt x="92" y="1"/>
                    <a:pt x="75" y="9"/>
                    <a:pt x="67" y="9"/>
                  </a:cubicBezTo>
                  <a:cubicBezTo>
                    <a:pt x="50" y="17"/>
                    <a:pt x="34" y="26"/>
                    <a:pt x="25" y="34"/>
                  </a:cubicBezTo>
                  <a:cubicBezTo>
                    <a:pt x="9" y="34"/>
                    <a:pt x="1" y="42"/>
                    <a:pt x="1" y="51"/>
                  </a:cubicBezTo>
                  <a:cubicBezTo>
                    <a:pt x="1" y="59"/>
                    <a:pt x="1" y="75"/>
                    <a:pt x="1" y="84"/>
                  </a:cubicBezTo>
                  <a:cubicBezTo>
                    <a:pt x="9" y="92"/>
                    <a:pt x="9" y="109"/>
                    <a:pt x="25" y="109"/>
                  </a:cubicBezTo>
                  <a:cubicBezTo>
                    <a:pt x="30" y="113"/>
                    <a:pt x="34" y="115"/>
                    <a:pt x="39" y="115"/>
                  </a:cubicBezTo>
                  <a:cubicBezTo>
                    <a:pt x="44" y="115"/>
                    <a:pt x="50" y="113"/>
                    <a:pt x="59" y="109"/>
                  </a:cubicBezTo>
                  <a:cubicBezTo>
                    <a:pt x="67" y="100"/>
                    <a:pt x="83" y="92"/>
                    <a:pt x="100" y="84"/>
                  </a:cubicBezTo>
                  <a:lnTo>
                    <a:pt x="108" y="84"/>
                  </a:lnTo>
                  <a:lnTo>
                    <a:pt x="117" y="75"/>
                  </a:lnTo>
                  <a:cubicBezTo>
                    <a:pt x="125" y="75"/>
                    <a:pt x="133" y="67"/>
                    <a:pt x="133" y="67"/>
                  </a:cubicBezTo>
                  <a:cubicBezTo>
                    <a:pt x="141" y="59"/>
                    <a:pt x="141" y="51"/>
                    <a:pt x="150" y="42"/>
                  </a:cubicBezTo>
                  <a:cubicBezTo>
                    <a:pt x="150" y="34"/>
                    <a:pt x="158" y="26"/>
                    <a:pt x="150" y="17"/>
                  </a:cubicBezTo>
                  <a:cubicBezTo>
                    <a:pt x="150" y="9"/>
                    <a:pt x="141" y="1"/>
                    <a:pt x="1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" name="Google Shape;1180;p39"/>
            <p:cNvSpPr/>
            <p:nvPr/>
          </p:nvSpPr>
          <p:spPr>
            <a:xfrm>
              <a:off x="6608950" y="4353800"/>
              <a:ext cx="20175" cy="17125"/>
            </a:xfrm>
            <a:custGeom>
              <a:rect b="b" l="l" r="r" t="t"/>
              <a:pathLst>
                <a:path extrusionOk="0" h="685" w="807">
                  <a:moveTo>
                    <a:pt x="771" y="0"/>
                  </a:moveTo>
                  <a:cubicBezTo>
                    <a:pt x="767" y="0"/>
                    <a:pt x="762" y="1"/>
                    <a:pt x="758" y="2"/>
                  </a:cubicBezTo>
                  <a:cubicBezTo>
                    <a:pt x="725" y="19"/>
                    <a:pt x="700" y="44"/>
                    <a:pt x="675" y="69"/>
                  </a:cubicBezTo>
                  <a:cubicBezTo>
                    <a:pt x="642" y="93"/>
                    <a:pt x="617" y="127"/>
                    <a:pt x="584" y="151"/>
                  </a:cubicBezTo>
                  <a:cubicBezTo>
                    <a:pt x="526" y="209"/>
                    <a:pt x="468" y="267"/>
                    <a:pt x="410" y="317"/>
                  </a:cubicBezTo>
                  <a:cubicBezTo>
                    <a:pt x="294" y="425"/>
                    <a:pt x="161" y="524"/>
                    <a:pt x="37" y="615"/>
                  </a:cubicBezTo>
                  <a:cubicBezTo>
                    <a:pt x="1" y="637"/>
                    <a:pt x="28" y="685"/>
                    <a:pt x="58" y="685"/>
                  </a:cubicBezTo>
                  <a:cubicBezTo>
                    <a:pt x="62" y="685"/>
                    <a:pt x="66" y="684"/>
                    <a:pt x="70" y="682"/>
                  </a:cubicBezTo>
                  <a:cubicBezTo>
                    <a:pt x="211" y="591"/>
                    <a:pt x="352" y="508"/>
                    <a:pt x="476" y="400"/>
                  </a:cubicBezTo>
                  <a:cubicBezTo>
                    <a:pt x="542" y="342"/>
                    <a:pt x="600" y="292"/>
                    <a:pt x="658" y="234"/>
                  </a:cubicBezTo>
                  <a:cubicBezTo>
                    <a:pt x="692" y="201"/>
                    <a:pt x="716" y="176"/>
                    <a:pt x="741" y="143"/>
                  </a:cubicBezTo>
                  <a:cubicBezTo>
                    <a:pt x="766" y="110"/>
                    <a:pt x="791" y="77"/>
                    <a:pt x="799" y="35"/>
                  </a:cubicBezTo>
                  <a:cubicBezTo>
                    <a:pt x="806" y="15"/>
                    <a:pt x="790" y="0"/>
                    <a:pt x="7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" name="Google Shape;1181;p39"/>
            <p:cNvSpPr/>
            <p:nvPr/>
          </p:nvSpPr>
          <p:spPr>
            <a:xfrm>
              <a:off x="6631825" y="4342275"/>
              <a:ext cx="10450" cy="9400"/>
            </a:xfrm>
            <a:custGeom>
              <a:rect b="b" l="l" r="r" t="t"/>
              <a:pathLst>
                <a:path extrusionOk="0" h="376" w="418">
                  <a:moveTo>
                    <a:pt x="370" y="0"/>
                  </a:moveTo>
                  <a:cubicBezTo>
                    <a:pt x="363" y="0"/>
                    <a:pt x="355" y="2"/>
                    <a:pt x="348" y="8"/>
                  </a:cubicBezTo>
                  <a:cubicBezTo>
                    <a:pt x="323" y="24"/>
                    <a:pt x="290" y="49"/>
                    <a:pt x="265" y="66"/>
                  </a:cubicBezTo>
                  <a:cubicBezTo>
                    <a:pt x="241" y="90"/>
                    <a:pt x="216" y="115"/>
                    <a:pt x="191" y="140"/>
                  </a:cubicBezTo>
                  <a:cubicBezTo>
                    <a:pt x="133" y="182"/>
                    <a:pt x="83" y="231"/>
                    <a:pt x="33" y="281"/>
                  </a:cubicBezTo>
                  <a:cubicBezTo>
                    <a:pt x="9" y="298"/>
                    <a:pt x="0" y="331"/>
                    <a:pt x="25" y="356"/>
                  </a:cubicBezTo>
                  <a:cubicBezTo>
                    <a:pt x="34" y="369"/>
                    <a:pt x="48" y="375"/>
                    <a:pt x="63" y="375"/>
                  </a:cubicBezTo>
                  <a:cubicBezTo>
                    <a:pt x="76" y="375"/>
                    <a:pt x="89" y="371"/>
                    <a:pt x="100" y="364"/>
                  </a:cubicBezTo>
                  <a:cubicBezTo>
                    <a:pt x="158" y="322"/>
                    <a:pt x="216" y="273"/>
                    <a:pt x="265" y="223"/>
                  </a:cubicBezTo>
                  <a:cubicBezTo>
                    <a:pt x="290" y="198"/>
                    <a:pt x="307" y="173"/>
                    <a:pt x="332" y="148"/>
                  </a:cubicBezTo>
                  <a:cubicBezTo>
                    <a:pt x="357" y="124"/>
                    <a:pt x="381" y="90"/>
                    <a:pt x="398" y="57"/>
                  </a:cubicBezTo>
                  <a:cubicBezTo>
                    <a:pt x="418" y="31"/>
                    <a:pt x="396" y="0"/>
                    <a:pt x="3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" name="Google Shape;1182;p39"/>
            <p:cNvSpPr/>
            <p:nvPr/>
          </p:nvSpPr>
          <p:spPr>
            <a:xfrm>
              <a:off x="6749275" y="4254375"/>
              <a:ext cx="10775" cy="5950"/>
            </a:xfrm>
            <a:custGeom>
              <a:rect b="b" l="l" r="r" t="t"/>
              <a:pathLst>
                <a:path extrusionOk="0" h="238" w="431">
                  <a:moveTo>
                    <a:pt x="333" y="1"/>
                  </a:moveTo>
                  <a:cubicBezTo>
                    <a:pt x="319" y="1"/>
                    <a:pt x="304" y="6"/>
                    <a:pt x="290" y="11"/>
                  </a:cubicBezTo>
                  <a:cubicBezTo>
                    <a:pt x="265" y="19"/>
                    <a:pt x="232" y="27"/>
                    <a:pt x="207" y="44"/>
                  </a:cubicBezTo>
                  <a:cubicBezTo>
                    <a:pt x="158" y="60"/>
                    <a:pt x="108" y="85"/>
                    <a:pt x="50" y="110"/>
                  </a:cubicBezTo>
                  <a:cubicBezTo>
                    <a:pt x="17" y="127"/>
                    <a:pt x="0" y="168"/>
                    <a:pt x="17" y="201"/>
                  </a:cubicBezTo>
                  <a:cubicBezTo>
                    <a:pt x="29" y="226"/>
                    <a:pt x="52" y="237"/>
                    <a:pt x="80" y="237"/>
                  </a:cubicBezTo>
                  <a:cubicBezTo>
                    <a:pt x="89" y="237"/>
                    <a:pt x="98" y="236"/>
                    <a:pt x="108" y="234"/>
                  </a:cubicBezTo>
                  <a:cubicBezTo>
                    <a:pt x="158" y="218"/>
                    <a:pt x="216" y="201"/>
                    <a:pt x="265" y="176"/>
                  </a:cubicBezTo>
                  <a:cubicBezTo>
                    <a:pt x="290" y="168"/>
                    <a:pt x="323" y="160"/>
                    <a:pt x="348" y="151"/>
                  </a:cubicBezTo>
                  <a:cubicBezTo>
                    <a:pt x="371" y="144"/>
                    <a:pt x="393" y="130"/>
                    <a:pt x="403" y="102"/>
                  </a:cubicBezTo>
                  <a:lnTo>
                    <a:pt x="403" y="102"/>
                  </a:lnTo>
                  <a:cubicBezTo>
                    <a:pt x="404" y="101"/>
                    <a:pt x="406" y="97"/>
                    <a:pt x="406" y="93"/>
                  </a:cubicBezTo>
                  <a:lnTo>
                    <a:pt x="406" y="93"/>
                  </a:lnTo>
                  <a:cubicBezTo>
                    <a:pt x="406" y="93"/>
                    <a:pt x="406" y="93"/>
                    <a:pt x="406" y="93"/>
                  </a:cubicBezTo>
                  <a:cubicBezTo>
                    <a:pt x="414" y="85"/>
                    <a:pt x="423" y="77"/>
                    <a:pt x="423" y="69"/>
                  </a:cubicBezTo>
                  <a:cubicBezTo>
                    <a:pt x="431" y="44"/>
                    <a:pt x="423" y="27"/>
                    <a:pt x="398" y="11"/>
                  </a:cubicBezTo>
                  <a:cubicBezTo>
                    <a:pt x="390" y="11"/>
                    <a:pt x="381" y="11"/>
                    <a:pt x="373" y="2"/>
                  </a:cubicBezTo>
                  <a:cubicBezTo>
                    <a:pt x="365" y="2"/>
                    <a:pt x="356" y="2"/>
                    <a:pt x="365" y="11"/>
                  </a:cubicBezTo>
                  <a:cubicBezTo>
                    <a:pt x="354" y="4"/>
                    <a:pt x="344" y="1"/>
                    <a:pt x="3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" name="Google Shape;1183;p39"/>
            <p:cNvSpPr/>
            <p:nvPr/>
          </p:nvSpPr>
          <p:spPr>
            <a:xfrm>
              <a:off x="6760850" y="4249650"/>
              <a:ext cx="17225" cy="4900"/>
            </a:xfrm>
            <a:custGeom>
              <a:rect b="b" l="l" r="r" t="t"/>
              <a:pathLst>
                <a:path extrusionOk="0" h="196" w="689">
                  <a:moveTo>
                    <a:pt x="498" y="1"/>
                  </a:moveTo>
                  <a:cubicBezTo>
                    <a:pt x="449" y="1"/>
                    <a:pt x="399" y="1"/>
                    <a:pt x="349" y="9"/>
                  </a:cubicBezTo>
                  <a:cubicBezTo>
                    <a:pt x="250" y="26"/>
                    <a:pt x="150" y="50"/>
                    <a:pt x="59" y="92"/>
                  </a:cubicBezTo>
                  <a:cubicBezTo>
                    <a:pt x="0" y="114"/>
                    <a:pt x="26" y="195"/>
                    <a:pt x="86" y="195"/>
                  </a:cubicBezTo>
                  <a:cubicBezTo>
                    <a:pt x="93" y="195"/>
                    <a:pt x="101" y="194"/>
                    <a:pt x="109" y="191"/>
                  </a:cubicBezTo>
                  <a:cubicBezTo>
                    <a:pt x="192" y="158"/>
                    <a:pt x="275" y="142"/>
                    <a:pt x="366" y="133"/>
                  </a:cubicBezTo>
                  <a:cubicBezTo>
                    <a:pt x="415" y="125"/>
                    <a:pt x="457" y="117"/>
                    <a:pt x="498" y="117"/>
                  </a:cubicBezTo>
                  <a:cubicBezTo>
                    <a:pt x="548" y="117"/>
                    <a:pt x="589" y="117"/>
                    <a:pt x="639" y="108"/>
                  </a:cubicBezTo>
                  <a:cubicBezTo>
                    <a:pt x="681" y="100"/>
                    <a:pt x="689" y="34"/>
                    <a:pt x="647" y="26"/>
                  </a:cubicBezTo>
                  <a:cubicBezTo>
                    <a:pt x="598" y="9"/>
                    <a:pt x="556" y="1"/>
                    <a:pt x="4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" name="Google Shape;1184;p39"/>
            <p:cNvSpPr/>
            <p:nvPr/>
          </p:nvSpPr>
          <p:spPr>
            <a:xfrm>
              <a:off x="6774950" y="4244375"/>
              <a:ext cx="11625" cy="3850"/>
            </a:xfrm>
            <a:custGeom>
              <a:rect b="b" l="l" r="r" t="t"/>
              <a:pathLst>
                <a:path extrusionOk="0" h="154" w="465">
                  <a:moveTo>
                    <a:pt x="110" y="1"/>
                  </a:moveTo>
                  <a:cubicBezTo>
                    <a:pt x="90" y="1"/>
                    <a:pt x="70" y="2"/>
                    <a:pt x="50" y="5"/>
                  </a:cubicBezTo>
                  <a:cubicBezTo>
                    <a:pt x="25" y="13"/>
                    <a:pt x="9" y="29"/>
                    <a:pt x="9" y="54"/>
                  </a:cubicBezTo>
                  <a:cubicBezTo>
                    <a:pt x="1" y="71"/>
                    <a:pt x="17" y="96"/>
                    <a:pt x="34" y="104"/>
                  </a:cubicBezTo>
                  <a:cubicBezTo>
                    <a:pt x="92" y="129"/>
                    <a:pt x="158" y="129"/>
                    <a:pt x="216" y="137"/>
                  </a:cubicBezTo>
                  <a:cubicBezTo>
                    <a:pt x="274" y="145"/>
                    <a:pt x="332" y="145"/>
                    <a:pt x="390" y="154"/>
                  </a:cubicBezTo>
                  <a:cubicBezTo>
                    <a:pt x="423" y="154"/>
                    <a:pt x="456" y="129"/>
                    <a:pt x="465" y="96"/>
                  </a:cubicBezTo>
                  <a:cubicBezTo>
                    <a:pt x="465" y="63"/>
                    <a:pt x="440" y="29"/>
                    <a:pt x="407" y="29"/>
                  </a:cubicBezTo>
                  <a:cubicBezTo>
                    <a:pt x="349" y="21"/>
                    <a:pt x="291" y="13"/>
                    <a:pt x="233" y="5"/>
                  </a:cubicBezTo>
                  <a:cubicBezTo>
                    <a:pt x="194" y="5"/>
                    <a:pt x="152" y="1"/>
                    <a:pt x="11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" name="Google Shape;1185;p39"/>
            <p:cNvSpPr/>
            <p:nvPr/>
          </p:nvSpPr>
          <p:spPr>
            <a:xfrm>
              <a:off x="6592250" y="4283625"/>
              <a:ext cx="35750" cy="8425"/>
            </a:xfrm>
            <a:custGeom>
              <a:rect b="b" l="l" r="r" t="t"/>
              <a:pathLst>
                <a:path extrusionOk="0" h="337" w="1430">
                  <a:moveTo>
                    <a:pt x="738" y="1"/>
                  </a:moveTo>
                  <a:cubicBezTo>
                    <a:pt x="606" y="1"/>
                    <a:pt x="465" y="9"/>
                    <a:pt x="332" y="50"/>
                  </a:cubicBezTo>
                  <a:cubicBezTo>
                    <a:pt x="266" y="67"/>
                    <a:pt x="208" y="100"/>
                    <a:pt x="150" y="141"/>
                  </a:cubicBezTo>
                  <a:cubicBezTo>
                    <a:pt x="100" y="175"/>
                    <a:pt x="42" y="199"/>
                    <a:pt x="9" y="266"/>
                  </a:cubicBezTo>
                  <a:cubicBezTo>
                    <a:pt x="1" y="291"/>
                    <a:pt x="17" y="332"/>
                    <a:pt x="50" y="332"/>
                  </a:cubicBezTo>
                  <a:cubicBezTo>
                    <a:pt x="62" y="335"/>
                    <a:pt x="73" y="336"/>
                    <a:pt x="84" y="336"/>
                  </a:cubicBezTo>
                  <a:cubicBezTo>
                    <a:pt x="130" y="336"/>
                    <a:pt x="176" y="312"/>
                    <a:pt x="216" y="299"/>
                  </a:cubicBezTo>
                  <a:lnTo>
                    <a:pt x="374" y="257"/>
                  </a:lnTo>
                  <a:cubicBezTo>
                    <a:pt x="490" y="224"/>
                    <a:pt x="606" y="216"/>
                    <a:pt x="730" y="208"/>
                  </a:cubicBezTo>
                  <a:cubicBezTo>
                    <a:pt x="791" y="208"/>
                    <a:pt x="856" y="205"/>
                    <a:pt x="922" y="205"/>
                  </a:cubicBezTo>
                  <a:cubicBezTo>
                    <a:pt x="1054" y="205"/>
                    <a:pt x="1188" y="216"/>
                    <a:pt x="1293" y="282"/>
                  </a:cubicBezTo>
                  <a:cubicBezTo>
                    <a:pt x="1307" y="292"/>
                    <a:pt x="1322" y="296"/>
                    <a:pt x="1335" y="296"/>
                  </a:cubicBezTo>
                  <a:cubicBezTo>
                    <a:pt x="1391" y="296"/>
                    <a:pt x="1430" y="222"/>
                    <a:pt x="1376" y="175"/>
                  </a:cubicBezTo>
                  <a:cubicBezTo>
                    <a:pt x="1202" y="17"/>
                    <a:pt x="970" y="1"/>
                    <a:pt x="7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" name="Google Shape;1186;p39"/>
            <p:cNvSpPr/>
            <p:nvPr/>
          </p:nvSpPr>
          <p:spPr>
            <a:xfrm>
              <a:off x="6568850" y="4294325"/>
              <a:ext cx="12025" cy="9425"/>
            </a:xfrm>
            <a:custGeom>
              <a:rect b="b" l="l" r="r" t="t"/>
              <a:pathLst>
                <a:path extrusionOk="0" h="377" w="481">
                  <a:moveTo>
                    <a:pt x="400" y="1"/>
                  </a:moveTo>
                  <a:cubicBezTo>
                    <a:pt x="386" y="1"/>
                    <a:pt x="370" y="5"/>
                    <a:pt x="357" y="12"/>
                  </a:cubicBezTo>
                  <a:cubicBezTo>
                    <a:pt x="299" y="61"/>
                    <a:pt x="241" y="111"/>
                    <a:pt x="174" y="153"/>
                  </a:cubicBezTo>
                  <a:cubicBezTo>
                    <a:pt x="150" y="177"/>
                    <a:pt x="116" y="202"/>
                    <a:pt x="92" y="227"/>
                  </a:cubicBezTo>
                  <a:cubicBezTo>
                    <a:pt x="58" y="252"/>
                    <a:pt x="25" y="285"/>
                    <a:pt x="17" y="318"/>
                  </a:cubicBezTo>
                  <a:cubicBezTo>
                    <a:pt x="0" y="351"/>
                    <a:pt x="25" y="376"/>
                    <a:pt x="50" y="376"/>
                  </a:cubicBezTo>
                  <a:cubicBezTo>
                    <a:pt x="92" y="368"/>
                    <a:pt x="133" y="343"/>
                    <a:pt x="166" y="327"/>
                  </a:cubicBezTo>
                  <a:cubicBezTo>
                    <a:pt x="199" y="302"/>
                    <a:pt x="232" y="285"/>
                    <a:pt x="257" y="260"/>
                  </a:cubicBezTo>
                  <a:cubicBezTo>
                    <a:pt x="324" y="219"/>
                    <a:pt x="382" y="169"/>
                    <a:pt x="440" y="119"/>
                  </a:cubicBezTo>
                  <a:cubicBezTo>
                    <a:pt x="473" y="103"/>
                    <a:pt x="481" y="53"/>
                    <a:pt x="456" y="28"/>
                  </a:cubicBezTo>
                  <a:cubicBezTo>
                    <a:pt x="442" y="9"/>
                    <a:pt x="421" y="1"/>
                    <a:pt x="4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" name="Google Shape;1187;p39"/>
            <p:cNvSpPr/>
            <p:nvPr/>
          </p:nvSpPr>
          <p:spPr>
            <a:xfrm>
              <a:off x="6676775" y="4379275"/>
              <a:ext cx="77475" cy="88225"/>
            </a:xfrm>
            <a:custGeom>
              <a:rect b="b" l="l" r="r" t="t"/>
              <a:pathLst>
                <a:path extrusionOk="0" h="3529" w="3099">
                  <a:moveTo>
                    <a:pt x="2776" y="549"/>
                  </a:moveTo>
                  <a:lnTo>
                    <a:pt x="2776" y="549"/>
                  </a:lnTo>
                  <a:cubicBezTo>
                    <a:pt x="2726" y="657"/>
                    <a:pt x="2627" y="732"/>
                    <a:pt x="2536" y="806"/>
                  </a:cubicBezTo>
                  <a:cubicBezTo>
                    <a:pt x="2569" y="765"/>
                    <a:pt x="2602" y="723"/>
                    <a:pt x="2635" y="690"/>
                  </a:cubicBezTo>
                  <a:lnTo>
                    <a:pt x="2693" y="624"/>
                  </a:lnTo>
                  <a:cubicBezTo>
                    <a:pt x="2718" y="599"/>
                    <a:pt x="2743" y="574"/>
                    <a:pt x="2776" y="549"/>
                  </a:cubicBezTo>
                  <a:close/>
                  <a:moveTo>
                    <a:pt x="2903" y="1"/>
                  </a:moveTo>
                  <a:cubicBezTo>
                    <a:pt x="2847" y="1"/>
                    <a:pt x="2790" y="41"/>
                    <a:pt x="2776" y="102"/>
                  </a:cubicBezTo>
                  <a:cubicBezTo>
                    <a:pt x="2734" y="276"/>
                    <a:pt x="2577" y="408"/>
                    <a:pt x="2453" y="533"/>
                  </a:cubicBezTo>
                  <a:cubicBezTo>
                    <a:pt x="2304" y="698"/>
                    <a:pt x="2196" y="881"/>
                    <a:pt x="2105" y="1080"/>
                  </a:cubicBezTo>
                  <a:cubicBezTo>
                    <a:pt x="1914" y="1494"/>
                    <a:pt x="1699" y="1892"/>
                    <a:pt x="1450" y="2273"/>
                  </a:cubicBezTo>
                  <a:cubicBezTo>
                    <a:pt x="1309" y="2488"/>
                    <a:pt x="1152" y="2695"/>
                    <a:pt x="1028" y="2919"/>
                  </a:cubicBezTo>
                  <a:cubicBezTo>
                    <a:pt x="1011" y="2952"/>
                    <a:pt x="1019" y="2985"/>
                    <a:pt x="1052" y="3002"/>
                  </a:cubicBezTo>
                  <a:cubicBezTo>
                    <a:pt x="1052" y="3002"/>
                    <a:pt x="1052" y="3010"/>
                    <a:pt x="1044" y="3010"/>
                  </a:cubicBezTo>
                  <a:cubicBezTo>
                    <a:pt x="762" y="3217"/>
                    <a:pt x="406" y="3399"/>
                    <a:pt x="50" y="3433"/>
                  </a:cubicBezTo>
                  <a:cubicBezTo>
                    <a:pt x="0" y="3433"/>
                    <a:pt x="0" y="3515"/>
                    <a:pt x="50" y="3524"/>
                  </a:cubicBezTo>
                  <a:cubicBezTo>
                    <a:pt x="82" y="3527"/>
                    <a:pt x="114" y="3528"/>
                    <a:pt x="146" y="3528"/>
                  </a:cubicBezTo>
                  <a:cubicBezTo>
                    <a:pt x="463" y="3528"/>
                    <a:pt x="748" y="3384"/>
                    <a:pt x="1019" y="3225"/>
                  </a:cubicBezTo>
                  <a:cubicBezTo>
                    <a:pt x="1293" y="3068"/>
                    <a:pt x="1541" y="2877"/>
                    <a:pt x="1715" y="2621"/>
                  </a:cubicBezTo>
                  <a:cubicBezTo>
                    <a:pt x="1906" y="2339"/>
                    <a:pt x="1964" y="2007"/>
                    <a:pt x="2105" y="1701"/>
                  </a:cubicBezTo>
                  <a:cubicBezTo>
                    <a:pt x="2171" y="1560"/>
                    <a:pt x="2246" y="1428"/>
                    <a:pt x="2345" y="1303"/>
                  </a:cubicBezTo>
                  <a:cubicBezTo>
                    <a:pt x="2444" y="1187"/>
                    <a:pt x="2552" y="1096"/>
                    <a:pt x="2676" y="997"/>
                  </a:cubicBezTo>
                  <a:cubicBezTo>
                    <a:pt x="2817" y="889"/>
                    <a:pt x="2950" y="765"/>
                    <a:pt x="3016" y="591"/>
                  </a:cubicBezTo>
                  <a:cubicBezTo>
                    <a:pt x="3049" y="483"/>
                    <a:pt x="3066" y="367"/>
                    <a:pt x="3049" y="259"/>
                  </a:cubicBezTo>
                  <a:cubicBezTo>
                    <a:pt x="3066" y="218"/>
                    <a:pt x="3074" y="185"/>
                    <a:pt x="3091" y="152"/>
                  </a:cubicBezTo>
                  <a:cubicBezTo>
                    <a:pt x="3099" y="127"/>
                    <a:pt x="3091" y="102"/>
                    <a:pt x="3074" y="85"/>
                  </a:cubicBezTo>
                  <a:cubicBezTo>
                    <a:pt x="3062" y="73"/>
                    <a:pt x="3045" y="65"/>
                    <a:pt x="3028" y="65"/>
                  </a:cubicBezTo>
                  <a:cubicBezTo>
                    <a:pt x="3021" y="65"/>
                    <a:pt x="3014" y="66"/>
                    <a:pt x="3008" y="69"/>
                  </a:cubicBezTo>
                  <a:cubicBezTo>
                    <a:pt x="3008" y="69"/>
                    <a:pt x="3008" y="77"/>
                    <a:pt x="3008" y="77"/>
                  </a:cubicBezTo>
                  <a:cubicBezTo>
                    <a:pt x="2986" y="23"/>
                    <a:pt x="2945" y="1"/>
                    <a:pt x="2903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" name="Google Shape;1188;p39"/>
            <p:cNvSpPr/>
            <p:nvPr/>
          </p:nvSpPr>
          <p:spPr>
            <a:xfrm>
              <a:off x="6753200" y="4365675"/>
              <a:ext cx="59475" cy="61325"/>
            </a:xfrm>
            <a:custGeom>
              <a:rect b="b" l="l" r="r" t="t"/>
              <a:pathLst>
                <a:path extrusionOk="0" h="2453" w="2379">
                  <a:moveTo>
                    <a:pt x="172" y="1"/>
                  </a:moveTo>
                  <a:cubicBezTo>
                    <a:pt x="147" y="1"/>
                    <a:pt x="121" y="15"/>
                    <a:pt x="108" y="41"/>
                  </a:cubicBezTo>
                  <a:cubicBezTo>
                    <a:pt x="100" y="74"/>
                    <a:pt x="92" y="107"/>
                    <a:pt x="83" y="140"/>
                  </a:cubicBezTo>
                  <a:cubicBezTo>
                    <a:pt x="1" y="323"/>
                    <a:pt x="117" y="555"/>
                    <a:pt x="216" y="696"/>
                  </a:cubicBezTo>
                  <a:cubicBezTo>
                    <a:pt x="340" y="870"/>
                    <a:pt x="514" y="994"/>
                    <a:pt x="697" y="1085"/>
                  </a:cubicBezTo>
                  <a:cubicBezTo>
                    <a:pt x="895" y="1193"/>
                    <a:pt x="1103" y="1259"/>
                    <a:pt x="1301" y="1358"/>
                  </a:cubicBezTo>
                  <a:cubicBezTo>
                    <a:pt x="1500" y="1450"/>
                    <a:pt x="1683" y="1574"/>
                    <a:pt x="1848" y="1715"/>
                  </a:cubicBezTo>
                  <a:cubicBezTo>
                    <a:pt x="1931" y="1789"/>
                    <a:pt x="2022" y="1889"/>
                    <a:pt x="2080" y="2005"/>
                  </a:cubicBezTo>
                  <a:cubicBezTo>
                    <a:pt x="2080" y="2121"/>
                    <a:pt x="2080" y="2237"/>
                    <a:pt x="2105" y="2353"/>
                  </a:cubicBezTo>
                  <a:cubicBezTo>
                    <a:pt x="2122" y="2419"/>
                    <a:pt x="2171" y="2452"/>
                    <a:pt x="2221" y="2452"/>
                  </a:cubicBezTo>
                  <a:cubicBezTo>
                    <a:pt x="2271" y="2452"/>
                    <a:pt x="2320" y="2419"/>
                    <a:pt x="2337" y="2353"/>
                  </a:cubicBezTo>
                  <a:cubicBezTo>
                    <a:pt x="2378" y="2220"/>
                    <a:pt x="2362" y="2088"/>
                    <a:pt x="2312" y="1963"/>
                  </a:cubicBezTo>
                  <a:cubicBezTo>
                    <a:pt x="2304" y="1822"/>
                    <a:pt x="2304" y="1690"/>
                    <a:pt x="2246" y="1566"/>
                  </a:cubicBezTo>
                  <a:cubicBezTo>
                    <a:pt x="2155" y="1367"/>
                    <a:pt x="1989" y="1226"/>
                    <a:pt x="1799" y="1135"/>
                  </a:cubicBezTo>
                  <a:cubicBezTo>
                    <a:pt x="1409" y="928"/>
                    <a:pt x="920" y="961"/>
                    <a:pt x="564" y="687"/>
                  </a:cubicBezTo>
                  <a:cubicBezTo>
                    <a:pt x="465" y="613"/>
                    <a:pt x="390" y="513"/>
                    <a:pt x="340" y="397"/>
                  </a:cubicBezTo>
                  <a:cubicBezTo>
                    <a:pt x="315" y="356"/>
                    <a:pt x="307" y="323"/>
                    <a:pt x="291" y="281"/>
                  </a:cubicBezTo>
                  <a:cubicBezTo>
                    <a:pt x="282" y="232"/>
                    <a:pt x="274" y="182"/>
                    <a:pt x="249" y="132"/>
                  </a:cubicBezTo>
                  <a:cubicBezTo>
                    <a:pt x="249" y="124"/>
                    <a:pt x="249" y="124"/>
                    <a:pt x="249" y="116"/>
                  </a:cubicBezTo>
                  <a:cubicBezTo>
                    <a:pt x="241" y="91"/>
                    <a:pt x="233" y="66"/>
                    <a:pt x="224" y="41"/>
                  </a:cubicBezTo>
                  <a:cubicBezTo>
                    <a:pt x="216" y="13"/>
                    <a:pt x="195" y="1"/>
                    <a:pt x="172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" name="Google Shape;1189;p39"/>
            <p:cNvSpPr/>
            <p:nvPr/>
          </p:nvSpPr>
          <p:spPr>
            <a:xfrm>
              <a:off x="6736850" y="4399825"/>
              <a:ext cx="62175" cy="21150"/>
            </a:xfrm>
            <a:custGeom>
              <a:rect b="b" l="l" r="r" t="t"/>
              <a:pathLst>
                <a:path extrusionOk="0" h="846" w="2487">
                  <a:moveTo>
                    <a:pt x="1061" y="1"/>
                  </a:moveTo>
                  <a:cubicBezTo>
                    <a:pt x="1027" y="1"/>
                    <a:pt x="1003" y="9"/>
                    <a:pt x="978" y="26"/>
                  </a:cubicBezTo>
                  <a:cubicBezTo>
                    <a:pt x="812" y="50"/>
                    <a:pt x="655" y="100"/>
                    <a:pt x="497" y="166"/>
                  </a:cubicBezTo>
                  <a:cubicBezTo>
                    <a:pt x="489" y="175"/>
                    <a:pt x="472" y="175"/>
                    <a:pt x="456" y="175"/>
                  </a:cubicBezTo>
                  <a:cubicBezTo>
                    <a:pt x="307" y="216"/>
                    <a:pt x="149" y="274"/>
                    <a:pt x="50" y="407"/>
                  </a:cubicBezTo>
                  <a:cubicBezTo>
                    <a:pt x="1" y="476"/>
                    <a:pt x="52" y="575"/>
                    <a:pt x="128" y="575"/>
                  </a:cubicBezTo>
                  <a:cubicBezTo>
                    <a:pt x="143" y="575"/>
                    <a:pt x="158" y="572"/>
                    <a:pt x="174" y="564"/>
                  </a:cubicBezTo>
                  <a:cubicBezTo>
                    <a:pt x="282" y="514"/>
                    <a:pt x="389" y="473"/>
                    <a:pt x="497" y="440"/>
                  </a:cubicBezTo>
                  <a:lnTo>
                    <a:pt x="497" y="440"/>
                  </a:lnTo>
                  <a:cubicBezTo>
                    <a:pt x="389" y="498"/>
                    <a:pt x="282" y="572"/>
                    <a:pt x="199" y="664"/>
                  </a:cubicBezTo>
                  <a:cubicBezTo>
                    <a:pt x="126" y="736"/>
                    <a:pt x="180" y="845"/>
                    <a:pt x="255" y="845"/>
                  </a:cubicBezTo>
                  <a:cubicBezTo>
                    <a:pt x="274" y="845"/>
                    <a:pt x="294" y="838"/>
                    <a:pt x="315" y="821"/>
                  </a:cubicBezTo>
                  <a:cubicBezTo>
                    <a:pt x="348" y="796"/>
                    <a:pt x="373" y="771"/>
                    <a:pt x="406" y="746"/>
                  </a:cubicBezTo>
                  <a:cubicBezTo>
                    <a:pt x="423" y="746"/>
                    <a:pt x="431" y="738"/>
                    <a:pt x="439" y="722"/>
                  </a:cubicBezTo>
                  <a:cubicBezTo>
                    <a:pt x="572" y="630"/>
                    <a:pt x="713" y="556"/>
                    <a:pt x="862" y="498"/>
                  </a:cubicBezTo>
                  <a:cubicBezTo>
                    <a:pt x="936" y="481"/>
                    <a:pt x="1011" y="473"/>
                    <a:pt x="1077" y="456"/>
                  </a:cubicBezTo>
                  <a:cubicBezTo>
                    <a:pt x="1218" y="432"/>
                    <a:pt x="1359" y="415"/>
                    <a:pt x="1500" y="398"/>
                  </a:cubicBezTo>
                  <a:cubicBezTo>
                    <a:pt x="1508" y="415"/>
                    <a:pt x="1525" y="423"/>
                    <a:pt x="1541" y="440"/>
                  </a:cubicBezTo>
                  <a:cubicBezTo>
                    <a:pt x="1648" y="499"/>
                    <a:pt x="1767" y="529"/>
                    <a:pt x="1887" y="529"/>
                  </a:cubicBezTo>
                  <a:cubicBezTo>
                    <a:pt x="1935" y="529"/>
                    <a:pt x="1983" y="524"/>
                    <a:pt x="2030" y="514"/>
                  </a:cubicBezTo>
                  <a:cubicBezTo>
                    <a:pt x="2088" y="539"/>
                    <a:pt x="2146" y="564"/>
                    <a:pt x="2196" y="564"/>
                  </a:cubicBezTo>
                  <a:cubicBezTo>
                    <a:pt x="2206" y="566"/>
                    <a:pt x="2217" y="566"/>
                    <a:pt x="2227" y="566"/>
                  </a:cubicBezTo>
                  <a:cubicBezTo>
                    <a:pt x="2378" y="566"/>
                    <a:pt x="2486" y="406"/>
                    <a:pt x="2378" y="274"/>
                  </a:cubicBezTo>
                  <a:cubicBezTo>
                    <a:pt x="2295" y="166"/>
                    <a:pt x="2121" y="125"/>
                    <a:pt x="1980" y="117"/>
                  </a:cubicBezTo>
                  <a:cubicBezTo>
                    <a:pt x="1914" y="50"/>
                    <a:pt x="1815" y="42"/>
                    <a:pt x="1723" y="34"/>
                  </a:cubicBezTo>
                  <a:cubicBezTo>
                    <a:pt x="1649" y="34"/>
                    <a:pt x="1566" y="26"/>
                    <a:pt x="1491" y="26"/>
                  </a:cubicBezTo>
                  <a:cubicBezTo>
                    <a:pt x="1400" y="9"/>
                    <a:pt x="1309" y="9"/>
                    <a:pt x="1218" y="9"/>
                  </a:cubicBezTo>
                  <a:cubicBezTo>
                    <a:pt x="1168" y="9"/>
                    <a:pt x="1110" y="1"/>
                    <a:pt x="1061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" name="Google Shape;1190;p39"/>
            <p:cNvSpPr/>
            <p:nvPr/>
          </p:nvSpPr>
          <p:spPr>
            <a:xfrm>
              <a:off x="6778825" y="4305525"/>
              <a:ext cx="36125" cy="42575"/>
            </a:xfrm>
            <a:custGeom>
              <a:rect b="b" l="l" r="r" t="t"/>
              <a:pathLst>
                <a:path extrusionOk="0" h="1703" w="1445">
                  <a:moveTo>
                    <a:pt x="69" y="0"/>
                  </a:moveTo>
                  <a:cubicBezTo>
                    <a:pt x="22" y="0"/>
                    <a:pt x="0" y="63"/>
                    <a:pt x="53" y="86"/>
                  </a:cubicBezTo>
                  <a:cubicBezTo>
                    <a:pt x="210" y="160"/>
                    <a:pt x="334" y="301"/>
                    <a:pt x="459" y="425"/>
                  </a:cubicBezTo>
                  <a:cubicBezTo>
                    <a:pt x="591" y="541"/>
                    <a:pt x="716" y="666"/>
                    <a:pt x="832" y="806"/>
                  </a:cubicBezTo>
                  <a:cubicBezTo>
                    <a:pt x="939" y="939"/>
                    <a:pt x="1030" y="1088"/>
                    <a:pt x="1105" y="1246"/>
                  </a:cubicBezTo>
                  <a:cubicBezTo>
                    <a:pt x="1138" y="1320"/>
                    <a:pt x="1163" y="1403"/>
                    <a:pt x="1179" y="1486"/>
                  </a:cubicBezTo>
                  <a:cubicBezTo>
                    <a:pt x="1204" y="1569"/>
                    <a:pt x="1213" y="1652"/>
                    <a:pt x="1287" y="1693"/>
                  </a:cubicBezTo>
                  <a:cubicBezTo>
                    <a:pt x="1297" y="1699"/>
                    <a:pt x="1307" y="1702"/>
                    <a:pt x="1318" y="1702"/>
                  </a:cubicBezTo>
                  <a:cubicBezTo>
                    <a:pt x="1335" y="1702"/>
                    <a:pt x="1352" y="1695"/>
                    <a:pt x="1362" y="1685"/>
                  </a:cubicBezTo>
                  <a:cubicBezTo>
                    <a:pt x="1445" y="1627"/>
                    <a:pt x="1428" y="1511"/>
                    <a:pt x="1411" y="1428"/>
                  </a:cubicBezTo>
                  <a:lnTo>
                    <a:pt x="1403" y="1428"/>
                  </a:lnTo>
                  <a:cubicBezTo>
                    <a:pt x="1387" y="1337"/>
                    <a:pt x="1353" y="1246"/>
                    <a:pt x="1312" y="1154"/>
                  </a:cubicBezTo>
                  <a:cubicBezTo>
                    <a:pt x="1237" y="980"/>
                    <a:pt x="1121" y="815"/>
                    <a:pt x="997" y="674"/>
                  </a:cubicBezTo>
                  <a:cubicBezTo>
                    <a:pt x="865" y="533"/>
                    <a:pt x="716" y="409"/>
                    <a:pt x="566" y="284"/>
                  </a:cubicBezTo>
                  <a:cubicBezTo>
                    <a:pt x="417" y="177"/>
                    <a:pt x="260" y="61"/>
                    <a:pt x="86" y="3"/>
                  </a:cubicBezTo>
                  <a:cubicBezTo>
                    <a:pt x="80" y="1"/>
                    <a:pt x="75" y="0"/>
                    <a:pt x="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39"/>
            <p:cNvSpPr/>
            <p:nvPr/>
          </p:nvSpPr>
          <p:spPr>
            <a:xfrm>
              <a:off x="6792350" y="4323925"/>
              <a:ext cx="9975" cy="11875"/>
            </a:xfrm>
            <a:custGeom>
              <a:rect b="b" l="l" r="r" t="t"/>
              <a:pathLst>
                <a:path extrusionOk="0" h="475" w="399">
                  <a:moveTo>
                    <a:pt x="64" y="1"/>
                  </a:moveTo>
                  <a:cubicBezTo>
                    <a:pt x="49" y="1"/>
                    <a:pt x="34" y="7"/>
                    <a:pt x="25" y="21"/>
                  </a:cubicBezTo>
                  <a:cubicBezTo>
                    <a:pt x="9" y="37"/>
                    <a:pt x="1" y="70"/>
                    <a:pt x="17" y="95"/>
                  </a:cubicBezTo>
                  <a:cubicBezTo>
                    <a:pt x="75" y="153"/>
                    <a:pt x="125" y="211"/>
                    <a:pt x="175" y="278"/>
                  </a:cubicBezTo>
                  <a:cubicBezTo>
                    <a:pt x="233" y="344"/>
                    <a:pt x="274" y="410"/>
                    <a:pt x="340" y="468"/>
                  </a:cubicBezTo>
                  <a:cubicBezTo>
                    <a:pt x="344" y="472"/>
                    <a:pt x="353" y="474"/>
                    <a:pt x="361" y="474"/>
                  </a:cubicBezTo>
                  <a:cubicBezTo>
                    <a:pt x="369" y="474"/>
                    <a:pt x="377" y="472"/>
                    <a:pt x="382" y="468"/>
                  </a:cubicBezTo>
                  <a:cubicBezTo>
                    <a:pt x="398" y="460"/>
                    <a:pt x="398" y="435"/>
                    <a:pt x="398" y="418"/>
                  </a:cubicBezTo>
                  <a:cubicBezTo>
                    <a:pt x="373" y="344"/>
                    <a:pt x="324" y="269"/>
                    <a:pt x="274" y="203"/>
                  </a:cubicBezTo>
                  <a:cubicBezTo>
                    <a:pt x="224" y="128"/>
                    <a:pt x="158" y="70"/>
                    <a:pt x="100" y="12"/>
                  </a:cubicBezTo>
                  <a:cubicBezTo>
                    <a:pt x="89" y="5"/>
                    <a:pt x="76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39"/>
            <p:cNvSpPr/>
            <p:nvPr/>
          </p:nvSpPr>
          <p:spPr>
            <a:xfrm>
              <a:off x="6813050" y="4353975"/>
              <a:ext cx="17850" cy="62775"/>
            </a:xfrm>
            <a:custGeom>
              <a:rect b="b" l="l" r="r" t="t"/>
              <a:pathLst>
                <a:path extrusionOk="0" h="2511" w="714">
                  <a:moveTo>
                    <a:pt x="80" y="1"/>
                  </a:moveTo>
                  <a:cubicBezTo>
                    <a:pt x="40" y="1"/>
                    <a:pt x="0" y="46"/>
                    <a:pt x="18" y="86"/>
                  </a:cubicBezTo>
                  <a:cubicBezTo>
                    <a:pt x="59" y="194"/>
                    <a:pt x="92" y="302"/>
                    <a:pt x="134" y="410"/>
                  </a:cubicBezTo>
                  <a:cubicBezTo>
                    <a:pt x="175" y="517"/>
                    <a:pt x="225" y="617"/>
                    <a:pt x="266" y="724"/>
                  </a:cubicBezTo>
                  <a:cubicBezTo>
                    <a:pt x="349" y="932"/>
                    <a:pt x="415" y="1139"/>
                    <a:pt x="448" y="1354"/>
                  </a:cubicBezTo>
                  <a:cubicBezTo>
                    <a:pt x="482" y="1545"/>
                    <a:pt x="482" y="1727"/>
                    <a:pt x="448" y="1918"/>
                  </a:cubicBezTo>
                  <a:cubicBezTo>
                    <a:pt x="432" y="2000"/>
                    <a:pt x="407" y="2083"/>
                    <a:pt x="374" y="2166"/>
                  </a:cubicBezTo>
                  <a:cubicBezTo>
                    <a:pt x="341" y="2257"/>
                    <a:pt x="274" y="2340"/>
                    <a:pt x="283" y="2440"/>
                  </a:cubicBezTo>
                  <a:cubicBezTo>
                    <a:pt x="289" y="2486"/>
                    <a:pt x="327" y="2511"/>
                    <a:pt x="368" y="2511"/>
                  </a:cubicBezTo>
                  <a:cubicBezTo>
                    <a:pt x="378" y="2511"/>
                    <a:pt x="389" y="2509"/>
                    <a:pt x="399" y="2506"/>
                  </a:cubicBezTo>
                  <a:cubicBezTo>
                    <a:pt x="498" y="2473"/>
                    <a:pt x="548" y="2365"/>
                    <a:pt x="589" y="2274"/>
                  </a:cubicBezTo>
                  <a:cubicBezTo>
                    <a:pt x="631" y="2174"/>
                    <a:pt x="656" y="2075"/>
                    <a:pt x="680" y="1967"/>
                  </a:cubicBezTo>
                  <a:cubicBezTo>
                    <a:pt x="714" y="1768"/>
                    <a:pt x="714" y="1553"/>
                    <a:pt x="680" y="1346"/>
                  </a:cubicBezTo>
                  <a:cubicBezTo>
                    <a:pt x="647" y="1114"/>
                    <a:pt x="581" y="882"/>
                    <a:pt x="482" y="666"/>
                  </a:cubicBezTo>
                  <a:cubicBezTo>
                    <a:pt x="432" y="550"/>
                    <a:pt x="382" y="434"/>
                    <a:pt x="324" y="327"/>
                  </a:cubicBezTo>
                  <a:cubicBezTo>
                    <a:pt x="258" y="227"/>
                    <a:pt x="192" y="128"/>
                    <a:pt x="125" y="28"/>
                  </a:cubicBezTo>
                  <a:cubicBezTo>
                    <a:pt x="113" y="9"/>
                    <a:pt x="96" y="1"/>
                    <a:pt x="80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9"/>
            <p:cNvSpPr/>
            <p:nvPr/>
          </p:nvSpPr>
          <p:spPr>
            <a:xfrm>
              <a:off x="6804975" y="4348875"/>
              <a:ext cx="4375" cy="8150"/>
            </a:xfrm>
            <a:custGeom>
              <a:rect b="b" l="l" r="r" t="t"/>
              <a:pathLst>
                <a:path extrusionOk="0" h="326" w="175">
                  <a:moveTo>
                    <a:pt x="59" y="0"/>
                  </a:moveTo>
                  <a:cubicBezTo>
                    <a:pt x="42" y="0"/>
                    <a:pt x="26" y="9"/>
                    <a:pt x="17" y="34"/>
                  </a:cubicBezTo>
                  <a:cubicBezTo>
                    <a:pt x="17" y="27"/>
                    <a:pt x="17" y="24"/>
                    <a:pt x="17" y="24"/>
                  </a:cubicBezTo>
                  <a:cubicBezTo>
                    <a:pt x="16" y="24"/>
                    <a:pt x="14" y="29"/>
                    <a:pt x="9" y="34"/>
                  </a:cubicBezTo>
                  <a:cubicBezTo>
                    <a:pt x="9" y="42"/>
                    <a:pt x="1" y="50"/>
                    <a:pt x="9" y="58"/>
                  </a:cubicBezTo>
                  <a:cubicBezTo>
                    <a:pt x="9" y="67"/>
                    <a:pt x="9" y="75"/>
                    <a:pt x="9" y="83"/>
                  </a:cubicBezTo>
                  <a:cubicBezTo>
                    <a:pt x="17" y="92"/>
                    <a:pt x="17" y="92"/>
                    <a:pt x="17" y="100"/>
                  </a:cubicBezTo>
                  <a:cubicBezTo>
                    <a:pt x="26" y="125"/>
                    <a:pt x="34" y="150"/>
                    <a:pt x="42" y="174"/>
                  </a:cubicBezTo>
                  <a:cubicBezTo>
                    <a:pt x="42" y="183"/>
                    <a:pt x="51" y="191"/>
                    <a:pt x="51" y="199"/>
                  </a:cubicBezTo>
                  <a:cubicBezTo>
                    <a:pt x="51" y="208"/>
                    <a:pt x="51" y="216"/>
                    <a:pt x="51" y="216"/>
                  </a:cubicBezTo>
                  <a:cubicBezTo>
                    <a:pt x="59" y="241"/>
                    <a:pt x="59" y="257"/>
                    <a:pt x="67" y="282"/>
                  </a:cubicBezTo>
                  <a:cubicBezTo>
                    <a:pt x="67" y="304"/>
                    <a:pt x="92" y="325"/>
                    <a:pt x="115" y="325"/>
                  </a:cubicBezTo>
                  <a:cubicBezTo>
                    <a:pt x="118" y="325"/>
                    <a:pt x="122" y="325"/>
                    <a:pt x="125" y="324"/>
                  </a:cubicBezTo>
                  <a:cubicBezTo>
                    <a:pt x="158" y="324"/>
                    <a:pt x="175" y="299"/>
                    <a:pt x="175" y="266"/>
                  </a:cubicBezTo>
                  <a:cubicBezTo>
                    <a:pt x="167" y="216"/>
                    <a:pt x="158" y="174"/>
                    <a:pt x="150" y="133"/>
                  </a:cubicBezTo>
                  <a:cubicBezTo>
                    <a:pt x="142" y="108"/>
                    <a:pt x="133" y="83"/>
                    <a:pt x="125" y="58"/>
                  </a:cubicBezTo>
                  <a:cubicBezTo>
                    <a:pt x="109" y="34"/>
                    <a:pt x="92" y="9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9"/>
            <p:cNvSpPr/>
            <p:nvPr/>
          </p:nvSpPr>
          <p:spPr>
            <a:xfrm>
              <a:off x="6800025" y="4342450"/>
              <a:ext cx="4375" cy="6200"/>
            </a:xfrm>
            <a:custGeom>
              <a:rect b="b" l="l" r="r" t="t"/>
              <a:pathLst>
                <a:path extrusionOk="0" h="248" w="175">
                  <a:moveTo>
                    <a:pt x="25" y="1"/>
                  </a:moveTo>
                  <a:cubicBezTo>
                    <a:pt x="17" y="9"/>
                    <a:pt x="8" y="17"/>
                    <a:pt x="8" y="25"/>
                  </a:cubicBezTo>
                  <a:cubicBezTo>
                    <a:pt x="0" y="34"/>
                    <a:pt x="0" y="42"/>
                    <a:pt x="0" y="50"/>
                  </a:cubicBezTo>
                  <a:cubicBezTo>
                    <a:pt x="0" y="67"/>
                    <a:pt x="0" y="75"/>
                    <a:pt x="0" y="92"/>
                  </a:cubicBezTo>
                  <a:cubicBezTo>
                    <a:pt x="8" y="108"/>
                    <a:pt x="17" y="117"/>
                    <a:pt x="17" y="133"/>
                  </a:cubicBezTo>
                  <a:cubicBezTo>
                    <a:pt x="25" y="158"/>
                    <a:pt x="41" y="183"/>
                    <a:pt x="50" y="208"/>
                  </a:cubicBezTo>
                  <a:cubicBezTo>
                    <a:pt x="58" y="224"/>
                    <a:pt x="66" y="233"/>
                    <a:pt x="83" y="241"/>
                  </a:cubicBezTo>
                  <a:cubicBezTo>
                    <a:pt x="91" y="245"/>
                    <a:pt x="99" y="247"/>
                    <a:pt x="108" y="247"/>
                  </a:cubicBezTo>
                  <a:cubicBezTo>
                    <a:pt x="116" y="247"/>
                    <a:pt x="124" y="245"/>
                    <a:pt x="133" y="241"/>
                  </a:cubicBezTo>
                  <a:cubicBezTo>
                    <a:pt x="157" y="233"/>
                    <a:pt x="174" y="191"/>
                    <a:pt x="157" y="166"/>
                  </a:cubicBezTo>
                  <a:cubicBezTo>
                    <a:pt x="149" y="133"/>
                    <a:pt x="141" y="108"/>
                    <a:pt x="124" y="83"/>
                  </a:cubicBezTo>
                  <a:cubicBezTo>
                    <a:pt x="116" y="75"/>
                    <a:pt x="108" y="59"/>
                    <a:pt x="108" y="50"/>
                  </a:cubicBezTo>
                  <a:cubicBezTo>
                    <a:pt x="99" y="34"/>
                    <a:pt x="91" y="25"/>
                    <a:pt x="83" y="17"/>
                  </a:cubicBezTo>
                  <a:cubicBezTo>
                    <a:pt x="75" y="9"/>
                    <a:pt x="66" y="9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9"/>
            <p:cNvSpPr/>
            <p:nvPr/>
          </p:nvSpPr>
          <p:spPr>
            <a:xfrm>
              <a:off x="6658925" y="4312425"/>
              <a:ext cx="30300" cy="35375"/>
            </a:xfrm>
            <a:custGeom>
              <a:rect b="b" l="l" r="r" t="t"/>
              <a:pathLst>
                <a:path extrusionOk="0" h="1415" w="1212">
                  <a:moveTo>
                    <a:pt x="1112" y="0"/>
                  </a:moveTo>
                  <a:cubicBezTo>
                    <a:pt x="1046" y="0"/>
                    <a:pt x="979" y="58"/>
                    <a:pt x="930" y="91"/>
                  </a:cubicBezTo>
                  <a:cubicBezTo>
                    <a:pt x="880" y="133"/>
                    <a:pt x="830" y="174"/>
                    <a:pt x="772" y="216"/>
                  </a:cubicBezTo>
                  <a:cubicBezTo>
                    <a:pt x="664" y="298"/>
                    <a:pt x="548" y="373"/>
                    <a:pt x="449" y="464"/>
                  </a:cubicBezTo>
                  <a:cubicBezTo>
                    <a:pt x="217" y="696"/>
                    <a:pt x="134" y="1019"/>
                    <a:pt x="18" y="1318"/>
                  </a:cubicBezTo>
                  <a:cubicBezTo>
                    <a:pt x="1" y="1364"/>
                    <a:pt x="45" y="1415"/>
                    <a:pt x="87" y="1415"/>
                  </a:cubicBezTo>
                  <a:cubicBezTo>
                    <a:pt x="105" y="1415"/>
                    <a:pt x="122" y="1406"/>
                    <a:pt x="134" y="1384"/>
                  </a:cubicBezTo>
                  <a:cubicBezTo>
                    <a:pt x="225" y="1243"/>
                    <a:pt x="317" y="1094"/>
                    <a:pt x="399" y="945"/>
                  </a:cubicBezTo>
                  <a:cubicBezTo>
                    <a:pt x="457" y="829"/>
                    <a:pt x="532" y="713"/>
                    <a:pt x="631" y="622"/>
                  </a:cubicBezTo>
                  <a:cubicBezTo>
                    <a:pt x="731" y="539"/>
                    <a:pt x="838" y="464"/>
                    <a:pt x="946" y="381"/>
                  </a:cubicBezTo>
                  <a:cubicBezTo>
                    <a:pt x="1046" y="315"/>
                    <a:pt x="1211" y="207"/>
                    <a:pt x="1195" y="66"/>
                  </a:cubicBezTo>
                  <a:cubicBezTo>
                    <a:pt x="1186" y="17"/>
                    <a:pt x="1153" y="0"/>
                    <a:pt x="1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9"/>
            <p:cNvSpPr/>
            <p:nvPr/>
          </p:nvSpPr>
          <p:spPr>
            <a:xfrm>
              <a:off x="6522450" y="4403125"/>
              <a:ext cx="42900" cy="86450"/>
            </a:xfrm>
            <a:custGeom>
              <a:rect b="b" l="l" r="r" t="t"/>
              <a:pathLst>
                <a:path extrusionOk="0" h="3458" w="1716">
                  <a:moveTo>
                    <a:pt x="905" y="1"/>
                  </a:moveTo>
                  <a:cubicBezTo>
                    <a:pt x="883" y="1"/>
                    <a:pt x="860" y="4"/>
                    <a:pt x="837" y="10"/>
                  </a:cubicBezTo>
                  <a:cubicBezTo>
                    <a:pt x="705" y="43"/>
                    <a:pt x="580" y="167"/>
                    <a:pt x="481" y="258"/>
                  </a:cubicBezTo>
                  <a:cubicBezTo>
                    <a:pt x="373" y="349"/>
                    <a:pt x="266" y="449"/>
                    <a:pt x="191" y="573"/>
                  </a:cubicBezTo>
                  <a:cubicBezTo>
                    <a:pt x="9" y="838"/>
                    <a:pt x="1" y="1153"/>
                    <a:pt x="9" y="1459"/>
                  </a:cubicBezTo>
                  <a:cubicBezTo>
                    <a:pt x="17" y="1824"/>
                    <a:pt x="50" y="2172"/>
                    <a:pt x="108" y="2528"/>
                  </a:cubicBezTo>
                  <a:cubicBezTo>
                    <a:pt x="125" y="2619"/>
                    <a:pt x="141" y="2719"/>
                    <a:pt x="166" y="2810"/>
                  </a:cubicBezTo>
                  <a:cubicBezTo>
                    <a:pt x="183" y="2885"/>
                    <a:pt x="216" y="2959"/>
                    <a:pt x="282" y="2992"/>
                  </a:cubicBezTo>
                  <a:cubicBezTo>
                    <a:pt x="314" y="3008"/>
                    <a:pt x="342" y="3014"/>
                    <a:pt x="371" y="3014"/>
                  </a:cubicBezTo>
                  <a:cubicBezTo>
                    <a:pt x="388" y="3014"/>
                    <a:pt x="405" y="3012"/>
                    <a:pt x="423" y="3009"/>
                  </a:cubicBezTo>
                  <a:lnTo>
                    <a:pt x="423" y="3009"/>
                  </a:lnTo>
                  <a:cubicBezTo>
                    <a:pt x="382" y="3075"/>
                    <a:pt x="365" y="3150"/>
                    <a:pt x="348" y="3224"/>
                  </a:cubicBezTo>
                  <a:cubicBezTo>
                    <a:pt x="339" y="3259"/>
                    <a:pt x="364" y="3279"/>
                    <a:pt x="389" y="3279"/>
                  </a:cubicBezTo>
                  <a:cubicBezTo>
                    <a:pt x="407" y="3279"/>
                    <a:pt x="425" y="3269"/>
                    <a:pt x="431" y="3249"/>
                  </a:cubicBezTo>
                  <a:cubicBezTo>
                    <a:pt x="473" y="3175"/>
                    <a:pt x="531" y="3050"/>
                    <a:pt x="622" y="3001"/>
                  </a:cubicBezTo>
                  <a:cubicBezTo>
                    <a:pt x="672" y="3009"/>
                    <a:pt x="721" y="3009"/>
                    <a:pt x="771" y="3025"/>
                  </a:cubicBezTo>
                  <a:cubicBezTo>
                    <a:pt x="1069" y="3108"/>
                    <a:pt x="1252" y="3423"/>
                    <a:pt x="1566" y="3456"/>
                  </a:cubicBezTo>
                  <a:cubicBezTo>
                    <a:pt x="1572" y="3457"/>
                    <a:pt x="1577" y="3458"/>
                    <a:pt x="1583" y="3458"/>
                  </a:cubicBezTo>
                  <a:cubicBezTo>
                    <a:pt x="1622" y="3458"/>
                    <a:pt x="1668" y="3434"/>
                    <a:pt x="1682" y="3398"/>
                  </a:cubicBezTo>
                  <a:cubicBezTo>
                    <a:pt x="1716" y="3257"/>
                    <a:pt x="1666" y="3158"/>
                    <a:pt x="1600" y="3034"/>
                  </a:cubicBezTo>
                  <a:cubicBezTo>
                    <a:pt x="1542" y="2926"/>
                    <a:pt x="1484" y="2810"/>
                    <a:pt x="1434" y="2694"/>
                  </a:cubicBezTo>
                  <a:cubicBezTo>
                    <a:pt x="1384" y="2570"/>
                    <a:pt x="1343" y="2437"/>
                    <a:pt x="1301" y="2305"/>
                  </a:cubicBezTo>
                  <a:cubicBezTo>
                    <a:pt x="1243" y="1716"/>
                    <a:pt x="1160" y="1120"/>
                    <a:pt x="1185" y="523"/>
                  </a:cubicBezTo>
                  <a:cubicBezTo>
                    <a:pt x="1185" y="399"/>
                    <a:pt x="1194" y="275"/>
                    <a:pt x="1144" y="159"/>
                  </a:cubicBezTo>
                  <a:cubicBezTo>
                    <a:pt x="1096" y="63"/>
                    <a:pt x="1009" y="1"/>
                    <a:pt x="905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9"/>
            <p:cNvSpPr/>
            <p:nvPr/>
          </p:nvSpPr>
          <p:spPr>
            <a:xfrm>
              <a:off x="6641100" y="4472475"/>
              <a:ext cx="113575" cy="73125"/>
            </a:xfrm>
            <a:custGeom>
              <a:rect b="b" l="l" r="r" t="t"/>
              <a:pathLst>
                <a:path extrusionOk="0" h="2925" w="4543">
                  <a:moveTo>
                    <a:pt x="4391" y="1"/>
                  </a:moveTo>
                  <a:cubicBezTo>
                    <a:pt x="4376" y="1"/>
                    <a:pt x="4360" y="4"/>
                    <a:pt x="4344" y="11"/>
                  </a:cubicBezTo>
                  <a:cubicBezTo>
                    <a:pt x="4095" y="111"/>
                    <a:pt x="3838" y="202"/>
                    <a:pt x="3590" y="318"/>
                  </a:cubicBezTo>
                  <a:cubicBezTo>
                    <a:pt x="3366" y="417"/>
                    <a:pt x="3209" y="591"/>
                    <a:pt x="3043" y="765"/>
                  </a:cubicBezTo>
                  <a:cubicBezTo>
                    <a:pt x="2877" y="939"/>
                    <a:pt x="2695" y="1088"/>
                    <a:pt x="2504" y="1213"/>
                  </a:cubicBezTo>
                  <a:cubicBezTo>
                    <a:pt x="2405" y="1279"/>
                    <a:pt x="2297" y="1337"/>
                    <a:pt x="2189" y="1395"/>
                  </a:cubicBezTo>
                  <a:cubicBezTo>
                    <a:pt x="2082" y="1461"/>
                    <a:pt x="1982" y="1519"/>
                    <a:pt x="1866" y="1577"/>
                  </a:cubicBezTo>
                  <a:cubicBezTo>
                    <a:pt x="1841" y="1585"/>
                    <a:pt x="1833" y="1610"/>
                    <a:pt x="1833" y="1635"/>
                  </a:cubicBezTo>
                  <a:cubicBezTo>
                    <a:pt x="1676" y="1668"/>
                    <a:pt x="1510" y="1710"/>
                    <a:pt x="1353" y="1735"/>
                  </a:cubicBezTo>
                  <a:cubicBezTo>
                    <a:pt x="1170" y="1768"/>
                    <a:pt x="988" y="1793"/>
                    <a:pt x="806" y="1817"/>
                  </a:cubicBezTo>
                  <a:cubicBezTo>
                    <a:pt x="615" y="1842"/>
                    <a:pt x="425" y="1851"/>
                    <a:pt x="242" y="1917"/>
                  </a:cubicBezTo>
                  <a:cubicBezTo>
                    <a:pt x="184" y="1933"/>
                    <a:pt x="209" y="2016"/>
                    <a:pt x="259" y="2033"/>
                  </a:cubicBezTo>
                  <a:cubicBezTo>
                    <a:pt x="300" y="2041"/>
                    <a:pt x="342" y="2049"/>
                    <a:pt x="375" y="2049"/>
                  </a:cubicBezTo>
                  <a:cubicBezTo>
                    <a:pt x="367" y="2083"/>
                    <a:pt x="375" y="2107"/>
                    <a:pt x="408" y="2124"/>
                  </a:cubicBezTo>
                  <a:cubicBezTo>
                    <a:pt x="580" y="2177"/>
                    <a:pt x="753" y="2204"/>
                    <a:pt x="921" y="2204"/>
                  </a:cubicBezTo>
                  <a:cubicBezTo>
                    <a:pt x="963" y="2204"/>
                    <a:pt x="1005" y="2202"/>
                    <a:pt x="1046" y="2199"/>
                  </a:cubicBezTo>
                  <a:lnTo>
                    <a:pt x="1046" y="2199"/>
                  </a:lnTo>
                  <a:cubicBezTo>
                    <a:pt x="847" y="2273"/>
                    <a:pt x="657" y="2364"/>
                    <a:pt x="499" y="2505"/>
                  </a:cubicBezTo>
                  <a:cubicBezTo>
                    <a:pt x="433" y="2563"/>
                    <a:pt x="450" y="2654"/>
                    <a:pt x="524" y="2696"/>
                  </a:cubicBezTo>
                  <a:cubicBezTo>
                    <a:pt x="557" y="2712"/>
                    <a:pt x="582" y="2721"/>
                    <a:pt x="615" y="2737"/>
                  </a:cubicBezTo>
                  <a:cubicBezTo>
                    <a:pt x="557" y="2742"/>
                    <a:pt x="498" y="2746"/>
                    <a:pt x="439" y="2746"/>
                  </a:cubicBezTo>
                  <a:cubicBezTo>
                    <a:pt x="313" y="2746"/>
                    <a:pt x="189" y="2730"/>
                    <a:pt x="77" y="2679"/>
                  </a:cubicBezTo>
                  <a:cubicBezTo>
                    <a:pt x="69" y="2675"/>
                    <a:pt x="62" y="2674"/>
                    <a:pt x="56" y="2674"/>
                  </a:cubicBezTo>
                  <a:cubicBezTo>
                    <a:pt x="19" y="2674"/>
                    <a:pt x="0" y="2727"/>
                    <a:pt x="35" y="2762"/>
                  </a:cubicBezTo>
                  <a:cubicBezTo>
                    <a:pt x="126" y="2837"/>
                    <a:pt x="218" y="2886"/>
                    <a:pt x="334" y="2903"/>
                  </a:cubicBezTo>
                  <a:cubicBezTo>
                    <a:pt x="412" y="2919"/>
                    <a:pt x="488" y="2924"/>
                    <a:pt x="564" y="2924"/>
                  </a:cubicBezTo>
                  <a:cubicBezTo>
                    <a:pt x="608" y="2924"/>
                    <a:pt x="653" y="2922"/>
                    <a:pt x="698" y="2919"/>
                  </a:cubicBezTo>
                  <a:cubicBezTo>
                    <a:pt x="963" y="2903"/>
                    <a:pt x="1228" y="2861"/>
                    <a:pt x="1493" y="2803"/>
                  </a:cubicBezTo>
                  <a:cubicBezTo>
                    <a:pt x="1717" y="2745"/>
                    <a:pt x="1941" y="2679"/>
                    <a:pt x="2156" y="2596"/>
                  </a:cubicBezTo>
                  <a:cubicBezTo>
                    <a:pt x="2181" y="2596"/>
                    <a:pt x="2198" y="2588"/>
                    <a:pt x="2223" y="2580"/>
                  </a:cubicBezTo>
                  <a:cubicBezTo>
                    <a:pt x="2537" y="2505"/>
                    <a:pt x="2827" y="2397"/>
                    <a:pt x="3059" y="2165"/>
                  </a:cubicBezTo>
                  <a:cubicBezTo>
                    <a:pt x="3093" y="2124"/>
                    <a:pt x="3076" y="2058"/>
                    <a:pt x="3043" y="2016"/>
                  </a:cubicBezTo>
                  <a:cubicBezTo>
                    <a:pt x="3043" y="2016"/>
                    <a:pt x="3035" y="2016"/>
                    <a:pt x="3035" y="2008"/>
                  </a:cubicBezTo>
                  <a:cubicBezTo>
                    <a:pt x="3407" y="1751"/>
                    <a:pt x="3764" y="1445"/>
                    <a:pt x="4054" y="1097"/>
                  </a:cubicBezTo>
                  <a:cubicBezTo>
                    <a:pt x="4161" y="956"/>
                    <a:pt x="4261" y="807"/>
                    <a:pt x="4344" y="649"/>
                  </a:cubicBezTo>
                  <a:cubicBezTo>
                    <a:pt x="4435" y="492"/>
                    <a:pt x="4543" y="293"/>
                    <a:pt x="4501" y="102"/>
                  </a:cubicBezTo>
                  <a:cubicBezTo>
                    <a:pt x="4488" y="44"/>
                    <a:pt x="4445" y="1"/>
                    <a:pt x="4391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9"/>
            <p:cNvSpPr/>
            <p:nvPr/>
          </p:nvSpPr>
          <p:spPr>
            <a:xfrm>
              <a:off x="6517275" y="4337650"/>
              <a:ext cx="94900" cy="172875"/>
            </a:xfrm>
            <a:custGeom>
              <a:rect b="b" l="l" r="r" t="t"/>
              <a:pathLst>
                <a:path extrusionOk="0" h="6915" w="3796">
                  <a:moveTo>
                    <a:pt x="597" y="0"/>
                  </a:moveTo>
                  <a:cubicBezTo>
                    <a:pt x="570" y="0"/>
                    <a:pt x="542" y="4"/>
                    <a:pt x="514" y="10"/>
                  </a:cubicBezTo>
                  <a:cubicBezTo>
                    <a:pt x="324" y="52"/>
                    <a:pt x="191" y="217"/>
                    <a:pt x="133" y="400"/>
                  </a:cubicBezTo>
                  <a:cubicBezTo>
                    <a:pt x="0" y="839"/>
                    <a:pt x="266" y="1286"/>
                    <a:pt x="514" y="1634"/>
                  </a:cubicBezTo>
                  <a:cubicBezTo>
                    <a:pt x="539" y="1676"/>
                    <a:pt x="572" y="1717"/>
                    <a:pt x="605" y="1767"/>
                  </a:cubicBezTo>
                  <a:cubicBezTo>
                    <a:pt x="547" y="1800"/>
                    <a:pt x="522" y="1883"/>
                    <a:pt x="572" y="1933"/>
                  </a:cubicBezTo>
                  <a:cubicBezTo>
                    <a:pt x="879" y="2272"/>
                    <a:pt x="1160" y="2629"/>
                    <a:pt x="1409" y="3001"/>
                  </a:cubicBezTo>
                  <a:cubicBezTo>
                    <a:pt x="1409" y="3068"/>
                    <a:pt x="1401" y="3126"/>
                    <a:pt x="1392" y="3192"/>
                  </a:cubicBezTo>
                  <a:cubicBezTo>
                    <a:pt x="1359" y="3424"/>
                    <a:pt x="1326" y="3648"/>
                    <a:pt x="1351" y="3880"/>
                  </a:cubicBezTo>
                  <a:cubicBezTo>
                    <a:pt x="1384" y="4352"/>
                    <a:pt x="1550" y="4808"/>
                    <a:pt x="1740" y="5230"/>
                  </a:cubicBezTo>
                  <a:cubicBezTo>
                    <a:pt x="1947" y="5669"/>
                    <a:pt x="2204" y="6117"/>
                    <a:pt x="2552" y="6465"/>
                  </a:cubicBezTo>
                  <a:cubicBezTo>
                    <a:pt x="2756" y="6668"/>
                    <a:pt x="3080" y="6914"/>
                    <a:pt x="3388" y="6914"/>
                  </a:cubicBezTo>
                  <a:cubicBezTo>
                    <a:pt x="3506" y="6914"/>
                    <a:pt x="3623" y="6878"/>
                    <a:pt x="3729" y="6788"/>
                  </a:cubicBezTo>
                  <a:cubicBezTo>
                    <a:pt x="3795" y="6738"/>
                    <a:pt x="3787" y="6664"/>
                    <a:pt x="3729" y="6614"/>
                  </a:cubicBezTo>
                  <a:cubicBezTo>
                    <a:pt x="3489" y="6382"/>
                    <a:pt x="3273" y="6125"/>
                    <a:pt x="3099" y="5843"/>
                  </a:cubicBezTo>
                  <a:cubicBezTo>
                    <a:pt x="3008" y="5711"/>
                    <a:pt x="2925" y="5562"/>
                    <a:pt x="2859" y="5412"/>
                  </a:cubicBezTo>
                  <a:cubicBezTo>
                    <a:pt x="2793" y="5288"/>
                    <a:pt x="2735" y="5147"/>
                    <a:pt x="2735" y="5006"/>
                  </a:cubicBezTo>
                  <a:cubicBezTo>
                    <a:pt x="2735" y="4940"/>
                    <a:pt x="2751" y="4882"/>
                    <a:pt x="2784" y="4824"/>
                  </a:cubicBezTo>
                  <a:cubicBezTo>
                    <a:pt x="2826" y="4758"/>
                    <a:pt x="2867" y="4700"/>
                    <a:pt x="2875" y="4625"/>
                  </a:cubicBezTo>
                  <a:cubicBezTo>
                    <a:pt x="2900" y="4451"/>
                    <a:pt x="2743" y="4360"/>
                    <a:pt x="2610" y="4286"/>
                  </a:cubicBezTo>
                  <a:cubicBezTo>
                    <a:pt x="2461" y="4203"/>
                    <a:pt x="2320" y="4103"/>
                    <a:pt x="2188" y="3996"/>
                  </a:cubicBezTo>
                  <a:cubicBezTo>
                    <a:pt x="2063" y="3896"/>
                    <a:pt x="1939" y="3788"/>
                    <a:pt x="1881" y="3639"/>
                  </a:cubicBezTo>
                  <a:cubicBezTo>
                    <a:pt x="1807" y="3457"/>
                    <a:pt x="1815" y="3267"/>
                    <a:pt x="1823" y="3076"/>
                  </a:cubicBezTo>
                  <a:cubicBezTo>
                    <a:pt x="1840" y="2894"/>
                    <a:pt x="1856" y="2703"/>
                    <a:pt x="1865" y="2521"/>
                  </a:cubicBezTo>
                  <a:cubicBezTo>
                    <a:pt x="1873" y="2513"/>
                    <a:pt x="1881" y="2513"/>
                    <a:pt x="1889" y="2504"/>
                  </a:cubicBezTo>
                  <a:cubicBezTo>
                    <a:pt x="2022" y="2397"/>
                    <a:pt x="2179" y="2264"/>
                    <a:pt x="2163" y="2082"/>
                  </a:cubicBezTo>
                  <a:cubicBezTo>
                    <a:pt x="2171" y="2073"/>
                    <a:pt x="2171" y="2057"/>
                    <a:pt x="2163" y="2049"/>
                  </a:cubicBezTo>
                  <a:cubicBezTo>
                    <a:pt x="2163" y="2049"/>
                    <a:pt x="2163" y="2040"/>
                    <a:pt x="2155" y="2040"/>
                  </a:cubicBezTo>
                  <a:cubicBezTo>
                    <a:pt x="2155" y="2024"/>
                    <a:pt x="2146" y="2007"/>
                    <a:pt x="2138" y="1991"/>
                  </a:cubicBezTo>
                  <a:cubicBezTo>
                    <a:pt x="2055" y="1808"/>
                    <a:pt x="1823" y="1783"/>
                    <a:pt x="1657" y="1717"/>
                  </a:cubicBezTo>
                  <a:cubicBezTo>
                    <a:pt x="1475" y="1651"/>
                    <a:pt x="1301" y="1551"/>
                    <a:pt x="1152" y="1419"/>
                  </a:cubicBezTo>
                  <a:cubicBezTo>
                    <a:pt x="1003" y="1278"/>
                    <a:pt x="895" y="1096"/>
                    <a:pt x="854" y="905"/>
                  </a:cubicBezTo>
                  <a:cubicBezTo>
                    <a:pt x="829" y="806"/>
                    <a:pt x="821" y="706"/>
                    <a:pt x="837" y="615"/>
                  </a:cubicBezTo>
                  <a:cubicBezTo>
                    <a:pt x="845" y="507"/>
                    <a:pt x="887" y="408"/>
                    <a:pt x="887" y="309"/>
                  </a:cubicBezTo>
                  <a:cubicBezTo>
                    <a:pt x="894" y="130"/>
                    <a:pt x="765" y="0"/>
                    <a:pt x="597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9"/>
            <p:cNvSpPr/>
            <p:nvPr/>
          </p:nvSpPr>
          <p:spPr>
            <a:xfrm>
              <a:off x="6487850" y="4209475"/>
              <a:ext cx="56175" cy="120100"/>
            </a:xfrm>
            <a:custGeom>
              <a:rect b="b" l="l" r="r" t="t"/>
              <a:pathLst>
                <a:path extrusionOk="0" h="4804" w="2247">
                  <a:moveTo>
                    <a:pt x="243" y="0"/>
                  </a:moveTo>
                  <a:cubicBezTo>
                    <a:pt x="198" y="0"/>
                    <a:pt x="156" y="32"/>
                    <a:pt x="150" y="83"/>
                  </a:cubicBezTo>
                  <a:cubicBezTo>
                    <a:pt x="133" y="241"/>
                    <a:pt x="191" y="390"/>
                    <a:pt x="249" y="539"/>
                  </a:cubicBezTo>
                  <a:cubicBezTo>
                    <a:pt x="316" y="688"/>
                    <a:pt x="390" y="837"/>
                    <a:pt x="457" y="986"/>
                  </a:cubicBezTo>
                  <a:cubicBezTo>
                    <a:pt x="581" y="1260"/>
                    <a:pt x="697" y="1533"/>
                    <a:pt x="780" y="1815"/>
                  </a:cubicBezTo>
                  <a:cubicBezTo>
                    <a:pt x="689" y="1657"/>
                    <a:pt x="581" y="1508"/>
                    <a:pt x="473" y="1359"/>
                  </a:cubicBezTo>
                  <a:cubicBezTo>
                    <a:pt x="357" y="1202"/>
                    <a:pt x="225" y="1061"/>
                    <a:pt x="92" y="903"/>
                  </a:cubicBezTo>
                  <a:cubicBezTo>
                    <a:pt x="84" y="895"/>
                    <a:pt x="73" y="891"/>
                    <a:pt x="62" y="891"/>
                  </a:cubicBezTo>
                  <a:cubicBezTo>
                    <a:pt x="32" y="891"/>
                    <a:pt x="1" y="922"/>
                    <a:pt x="26" y="953"/>
                  </a:cubicBezTo>
                  <a:cubicBezTo>
                    <a:pt x="133" y="1119"/>
                    <a:pt x="233" y="1293"/>
                    <a:pt x="332" y="1459"/>
                  </a:cubicBezTo>
                  <a:cubicBezTo>
                    <a:pt x="432" y="1624"/>
                    <a:pt x="531" y="1790"/>
                    <a:pt x="614" y="1956"/>
                  </a:cubicBezTo>
                  <a:cubicBezTo>
                    <a:pt x="689" y="2097"/>
                    <a:pt x="747" y="2237"/>
                    <a:pt x="788" y="2387"/>
                  </a:cubicBezTo>
                  <a:cubicBezTo>
                    <a:pt x="738" y="2428"/>
                    <a:pt x="664" y="2445"/>
                    <a:pt x="597" y="2461"/>
                  </a:cubicBezTo>
                  <a:cubicBezTo>
                    <a:pt x="481" y="2478"/>
                    <a:pt x="324" y="2469"/>
                    <a:pt x="233" y="2552"/>
                  </a:cubicBezTo>
                  <a:cubicBezTo>
                    <a:pt x="117" y="2660"/>
                    <a:pt x="208" y="2817"/>
                    <a:pt x="274" y="2925"/>
                  </a:cubicBezTo>
                  <a:cubicBezTo>
                    <a:pt x="407" y="3157"/>
                    <a:pt x="606" y="3373"/>
                    <a:pt x="672" y="3646"/>
                  </a:cubicBezTo>
                  <a:cubicBezTo>
                    <a:pt x="738" y="3928"/>
                    <a:pt x="606" y="4234"/>
                    <a:pt x="755" y="4508"/>
                  </a:cubicBezTo>
                  <a:cubicBezTo>
                    <a:pt x="843" y="4663"/>
                    <a:pt x="997" y="4764"/>
                    <a:pt x="1154" y="4764"/>
                  </a:cubicBezTo>
                  <a:cubicBezTo>
                    <a:pt x="1190" y="4764"/>
                    <a:pt x="1225" y="4759"/>
                    <a:pt x="1260" y="4748"/>
                  </a:cubicBezTo>
                  <a:cubicBezTo>
                    <a:pt x="1260" y="4776"/>
                    <a:pt x="1287" y="4804"/>
                    <a:pt x="1311" y="4804"/>
                  </a:cubicBezTo>
                  <a:cubicBezTo>
                    <a:pt x="1323" y="4804"/>
                    <a:pt x="1335" y="4797"/>
                    <a:pt x="1343" y="4781"/>
                  </a:cubicBezTo>
                  <a:cubicBezTo>
                    <a:pt x="1376" y="4723"/>
                    <a:pt x="1418" y="4673"/>
                    <a:pt x="1459" y="4615"/>
                  </a:cubicBezTo>
                  <a:cubicBezTo>
                    <a:pt x="1542" y="4541"/>
                    <a:pt x="1608" y="4441"/>
                    <a:pt x="1666" y="4350"/>
                  </a:cubicBezTo>
                  <a:cubicBezTo>
                    <a:pt x="1691" y="4317"/>
                    <a:pt x="1708" y="4284"/>
                    <a:pt x="1732" y="4251"/>
                  </a:cubicBezTo>
                  <a:cubicBezTo>
                    <a:pt x="1832" y="4110"/>
                    <a:pt x="1923" y="3952"/>
                    <a:pt x="1981" y="3778"/>
                  </a:cubicBezTo>
                  <a:cubicBezTo>
                    <a:pt x="1989" y="3762"/>
                    <a:pt x="1998" y="3745"/>
                    <a:pt x="1998" y="3729"/>
                  </a:cubicBezTo>
                  <a:cubicBezTo>
                    <a:pt x="2031" y="3663"/>
                    <a:pt x="2064" y="3588"/>
                    <a:pt x="2089" y="3522"/>
                  </a:cubicBezTo>
                  <a:cubicBezTo>
                    <a:pt x="2147" y="3381"/>
                    <a:pt x="2246" y="3215"/>
                    <a:pt x="2163" y="3066"/>
                  </a:cubicBezTo>
                  <a:cubicBezTo>
                    <a:pt x="2089" y="2933"/>
                    <a:pt x="1931" y="2875"/>
                    <a:pt x="1824" y="2784"/>
                  </a:cubicBezTo>
                  <a:cubicBezTo>
                    <a:pt x="1807" y="2759"/>
                    <a:pt x="1790" y="2735"/>
                    <a:pt x="1782" y="2710"/>
                  </a:cubicBezTo>
                  <a:cubicBezTo>
                    <a:pt x="1732" y="2635"/>
                    <a:pt x="1691" y="2552"/>
                    <a:pt x="1666" y="2469"/>
                  </a:cubicBezTo>
                  <a:cubicBezTo>
                    <a:pt x="1633" y="2362"/>
                    <a:pt x="1625" y="2246"/>
                    <a:pt x="1625" y="2138"/>
                  </a:cubicBezTo>
                  <a:cubicBezTo>
                    <a:pt x="1625" y="1947"/>
                    <a:pt x="1633" y="1765"/>
                    <a:pt x="1600" y="1575"/>
                  </a:cubicBezTo>
                  <a:cubicBezTo>
                    <a:pt x="1534" y="1251"/>
                    <a:pt x="1393" y="937"/>
                    <a:pt x="1194" y="680"/>
                  </a:cubicBezTo>
                  <a:cubicBezTo>
                    <a:pt x="954" y="373"/>
                    <a:pt x="639" y="133"/>
                    <a:pt x="283" y="9"/>
                  </a:cubicBezTo>
                  <a:cubicBezTo>
                    <a:pt x="269" y="3"/>
                    <a:pt x="256" y="0"/>
                    <a:pt x="243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9"/>
            <p:cNvSpPr/>
            <p:nvPr/>
          </p:nvSpPr>
          <p:spPr>
            <a:xfrm>
              <a:off x="6479375" y="4224175"/>
              <a:ext cx="5825" cy="6325"/>
            </a:xfrm>
            <a:custGeom>
              <a:rect b="b" l="l" r="r" t="t"/>
              <a:pathLst>
                <a:path extrusionOk="0" h="253" w="233">
                  <a:moveTo>
                    <a:pt x="33" y="1"/>
                  </a:moveTo>
                  <a:cubicBezTo>
                    <a:pt x="17" y="1"/>
                    <a:pt x="8" y="9"/>
                    <a:pt x="8" y="25"/>
                  </a:cubicBezTo>
                  <a:cubicBezTo>
                    <a:pt x="0" y="50"/>
                    <a:pt x="8" y="67"/>
                    <a:pt x="17" y="92"/>
                  </a:cubicBezTo>
                  <a:cubicBezTo>
                    <a:pt x="25" y="117"/>
                    <a:pt x="42" y="125"/>
                    <a:pt x="58" y="141"/>
                  </a:cubicBezTo>
                  <a:cubicBezTo>
                    <a:pt x="83" y="175"/>
                    <a:pt x="108" y="208"/>
                    <a:pt x="133" y="233"/>
                  </a:cubicBezTo>
                  <a:cubicBezTo>
                    <a:pt x="142" y="246"/>
                    <a:pt x="156" y="252"/>
                    <a:pt x="171" y="252"/>
                  </a:cubicBezTo>
                  <a:cubicBezTo>
                    <a:pt x="183" y="252"/>
                    <a:pt x="196" y="248"/>
                    <a:pt x="207" y="241"/>
                  </a:cubicBezTo>
                  <a:cubicBezTo>
                    <a:pt x="224" y="224"/>
                    <a:pt x="232" y="191"/>
                    <a:pt x="216" y="166"/>
                  </a:cubicBezTo>
                  <a:cubicBezTo>
                    <a:pt x="191" y="141"/>
                    <a:pt x="166" y="108"/>
                    <a:pt x="141" y="75"/>
                  </a:cubicBezTo>
                  <a:cubicBezTo>
                    <a:pt x="124" y="59"/>
                    <a:pt x="116" y="42"/>
                    <a:pt x="100" y="25"/>
                  </a:cubicBezTo>
                  <a:cubicBezTo>
                    <a:pt x="83" y="17"/>
                    <a:pt x="58" y="1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9"/>
            <p:cNvSpPr/>
            <p:nvPr/>
          </p:nvSpPr>
          <p:spPr>
            <a:xfrm>
              <a:off x="6491375" y="4247275"/>
              <a:ext cx="7225" cy="9575"/>
            </a:xfrm>
            <a:custGeom>
              <a:rect b="b" l="l" r="r" t="t"/>
              <a:pathLst>
                <a:path extrusionOk="0" h="383" w="289">
                  <a:moveTo>
                    <a:pt x="46" y="0"/>
                  </a:moveTo>
                  <a:cubicBezTo>
                    <a:pt x="36" y="0"/>
                    <a:pt x="26" y="5"/>
                    <a:pt x="17" y="13"/>
                  </a:cubicBezTo>
                  <a:cubicBezTo>
                    <a:pt x="1" y="21"/>
                    <a:pt x="1" y="46"/>
                    <a:pt x="9" y="63"/>
                  </a:cubicBezTo>
                  <a:cubicBezTo>
                    <a:pt x="50" y="121"/>
                    <a:pt x="84" y="170"/>
                    <a:pt x="117" y="220"/>
                  </a:cubicBezTo>
                  <a:cubicBezTo>
                    <a:pt x="133" y="245"/>
                    <a:pt x="158" y="278"/>
                    <a:pt x="175" y="303"/>
                  </a:cubicBezTo>
                  <a:cubicBezTo>
                    <a:pt x="183" y="311"/>
                    <a:pt x="191" y="328"/>
                    <a:pt x="200" y="336"/>
                  </a:cubicBezTo>
                  <a:cubicBezTo>
                    <a:pt x="216" y="353"/>
                    <a:pt x="224" y="361"/>
                    <a:pt x="241" y="377"/>
                  </a:cubicBezTo>
                  <a:cubicBezTo>
                    <a:pt x="245" y="381"/>
                    <a:pt x="249" y="383"/>
                    <a:pt x="254" y="383"/>
                  </a:cubicBezTo>
                  <a:cubicBezTo>
                    <a:pt x="270" y="383"/>
                    <a:pt x="289" y="364"/>
                    <a:pt x="282" y="344"/>
                  </a:cubicBezTo>
                  <a:cubicBezTo>
                    <a:pt x="274" y="328"/>
                    <a:pt x="266" y="311"/>
                    <a:pt x="258" y="295"/>
                  </a:cubicBezTo>
                  <a:cubicBezTo>
                    <a:pt x="258" y="278"/>
                    <a:pt x="241" y="270"/>
                    <a:pt x="233" y="253"/>
                  </a:cubicBezTo>
                  <a:cubicBezTo>
                    <a:pt x="216" y="228"/>
                    <a:pt x="200" y="203"/>
                    <a:pt x="183" y="179"/>
                  </a:cubicBezTo>
                  <a:cubicBezTo>
                    <a:pt x="150" y="121"/>
                    <a:pt x="108" y="71"/>
                    <a:pt x="75" y="13"/>
                  </a:cubicBezTo>
                  <a:cubicBezTo>
                    <a:pt x="67" y="5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9"/>
            <p:cNvSpPr/>
            <p:nvPr/>
          </p:nvSpPr>
          <p:spPr>
            <a:xfrm>
              <a:off x="6494475" y="4264000"/>
              <a:ext cx="3975" cy="7575"/>
            </a:xfrm>
            <a:custGeom>
              <a:rect b="b" l="l" r="r" t="t"/>
              <a:pathLst>
                <a:path extrusionOk="0" h="303" w="159">
                  <a:moveTo>
                    <a:pt x="56" y="0"/>
                  </a:moveTo>
                  <a:cubicBezTo>
                    <a:pt x="49" y="0"/>
                    <a:pt x="41" y="2"/>
                    <a:pt x="34" y="7"/>
                  </a:cubicBezTo>
                  <a:cubicBezTo>
                    <a:pt x="9" y="15"/>
                    <a:pt x="1" y="40"/>
                    <a:pt x="9" y="65"/>
                  </a:cubicBezTo>
                  <a:cubicBezTo>
                    <a:pt x="26" y="106"/>
                    <a:pt x="34" y="139"/>
                    <a:pt x="51" y="181"/>
                  </a:cubicBezTo>
                  <a:cubicBezTo>
                    <a:pt x="59" y="197"/>
                    <a:pt x="59" y="222"/>
                    <a:pt x="67" y="239"/>
                  </a:cubicBezTo>
                  <a:cubicBezTo>
                    <a:pt x="84" y="255"/>
                    <a:pt x="92" y="272"/>
                    <a:pt x="100" y="288"/>
                  </a:cubicBezTo>
                  <a:cubicBezTo>
                    <a:pt x="105" y="298"/>
                    <a:pt x="116" y="302"/>
                    <a:pt x="125" y="302"/>
                  </a:cubicBezTo>
                  <a:cubicBezTo>
                    <a:pt x="132" y="302"/>
                    <a:pt x="138" y="300"/>
                    <a:pt x="142" y="297"/>
                  </a:cubicBezTo>
                  <a:cubicBezTo>
                    <a:pt x="158" y="297"/>
                    <a:pt x="158" y="280"/>
                    <a:pt x="158" y="264"/>
                  </a:cubicBezTo>
                  <a:cubicBezTo>
                    <a:pt x="158" y="247"/>
                    <a:pt x="158" y="222"/>
                    <a:pt x="158" y="206"/>
                  </a:cubicBezTo>
                  <a:cubicBezTo>
                    <a:pt x="150" y="189"/>
                    <a:pt x="142" y="164"/>
                    <a:pt x="134" y="139"/>
                  </a:cubicBezTo>
                  <a:lnTo>
                    <a:pt x="134" y="139"/>
                  </a:lnTo>
                  <a:lnTo>
                    <a:pt x="142" y="148"/>
                  </a:lnTo>
                  <a:lnTo>
                    <a:pt x="100" y="32"/>
                  </a:lnTo>
                  <a:cubicBezTo>
                    <a:pt x="94" y="14"/>
                    <a:pt x="76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9"/>
            <p:cNvSpPr/>
            <p:nvPr/>
          </p:nvSpPr>
          <p:spPr>
            <a:xfrm>
              <a:off x="6691675" y="4124075"/>
              <a:ext cx="68375" cy="87600"/>
            </a:xfrm>
            <a:custGeom>
              <a:rect b="b" l="l" r="r" t="t"/>
              <a:pathLst>
                <a:path extrusionOk="0" h="3504" w="2735">
                  <a:moveTo>
                    <a:pt x="1391" y="1"/>
                  </a:moveTo>
                  <a:cubicBezTo>
                    <a:pt x="1363" y="1"/>
                    <a:pt x="1336" y="24"/>
                    <a:pt x="1351" y="61"/>
                  </a:cubicBezTo>
                  <a:cubicBezTo>
                    <a:pt x="1467" y="359"/>
                    <a:pt x="1558" y="674"/>
                    <a:pt x="1625" y="989"/>
                  </a:cubicBezTo>
                  <a:cubicBezTo>
                    <a:pt x="1592" y="1038"/>
                    <a:pt x="1558" y="1080"/>
                    <a:pt x="1509" y="1121"/>
                  </a:cubicBezTo>
                  <a:cubicBezTo>
                    <a:pt x="1418" y="1212"/>
                    <a:pt x="1293" y="1279"/>
                    <a:pt x="1161" y="1295"/>
                  </a:cubicBezTo>
                  <a:cubicBezTo>
                    <a:pt x="1134" y="1299"/>
                    <a:pt x="1108" y="1300"/>
                    <a:pt x="1082" y="1300"/>
                  </a:cubicBezTo>
                  <a:cubicBezTo>
                    <a:pt x="856" y="1300"/>
                    <a:pt x="650" y="1174"/>
                    <a:pt x="531" y="980"/>
                  </a:cubicBezTo>
                  <a:cubicBezTo>
                    <a:pt x="511" y="951"/>
                    <a:pt x="476" y="936"/>
                    <a:pt x="443" y="936"/>
                  </a:cubicBezTo>
                  <a:cubicBezTo>
                    <a:pt x="420" y="936"/>
                    <a:pt x="398" y="942"/>
                    <a:pt x="382" y="956"/>
                  </a:cubicBezTo>
                  <a:cubicBezTo>
                    <a:pt x="216" y="1088"/>
                    <a:pt x="200" y="1287"/>
                    <a:pt x="166" y="1478"/>
                  </a:cubicBezTo>
                  <a:cubicBezTo>
                    <a:pt x="133" y="1726"/>
                    <a:pt x="100" y="1966"/>
                    <a:pt x="67" y="2215"/>
                  </a:cubicBezTo>
                  <a:cubicBezTo>
                    <a:pt x="59" y="2314"/>
                    <a:pt x="34" y="2414"/>
                    <a:pt x="75" y="2513"/>
                  </a:cubicBezTo>
                  <a:lnTo>
                    <a:pt x="84" y="2521"/>
                  </a:lnTo>
                  <a:cubicBezTo>
                    <a:pt x="75" y="2521"/>
                    <a:pt x="67" y="2521"/>
                    <a:pt x="67" y="2530"/>
                  </a:cubicBezTo>
                  <a:cubicBezTo>
                    <a:pt x="1" y="2546"/>
                    <a:pt x="34" y="2629"/>
                    <a:pt x="92" y="2629"/>
                  </a:cubicBezTo>
                  <a:lnTo>
                    <a:pt x="200" y="2629"/>
                  </a:lnTo>
                  <a:cubicBezTo>
                    <a:pt x="233" y="2637"/>
                    <a:pt x="274" y="2646"/>
                    <a:pt x="316" y="2646"/>
                  </a:cubicBezTo>
                  <a:cubicBezTo>
                    <a:pt x="465" y="2662"/>
                    <a:pt x="614" y="2687"/>
                    <a:pt x="763" y="2729"/>
                  </a:cubicBezTo>
                  <a:cubicBezTo>
                    <a:pt x="1012" y="2803"/>
                    <a:pt x="1252" y="2927"/>
                    <a:pt x="1459" y="3068"/>
                  </a:cubicBezTo>
                  <a:cubicBezTo>
                    <a:pt x="1666" y="3201"/>
                    <a:pt x="1848" y="3416"/>
                    <a:pt x="2089" y="3483"/>
                  </a:cubicBezTo>
                  <a:cubicBezTo>
                    <a:pt x="2140" y="3497"/>
                    <a:pt x="2190" y="3504"/>
                    <a:pt x="2240" y="3504"/>
                  </a:cubicBezTo>
                  <a:cubicBezTo>
                    <a:pt x="2424" y="3504"/>
                    <a:pt x="2589" y="3407"/>
                    <a:pt x="2660" y="3217"/>
                  </a:cubicBezTo>
                  <a:cubicBezTo>
                    <a:pt x="2735" y="3002"/>
                    <a:pt x="2702" y="2745"/>
                    <a:pt x="2685" y="2521"/>
                  </a:cubicBezTo>
                  <a:cubicBezTo>
                    <a:pt x="2669" y="2265"/>
                    <a:pt x="2627" y="2000"/>
                    <a:pt x="2553" y="1751"/>
                  </a:cubicBezTo>
                  <a:cubicBezTo>
                    <a:pt x="2486" y="1494"/>
                    <a:pt x="2387" y="1254"/>
                    <a:pt x="2263" y="1022"/>
                  </a:cubicBezTo>
                  <a:cubicBezTo>
                    <a:pt x="2254" y="1014"/>
                    <a:pt x="2254" y="1014"/>
                    <a:pt x="2246" y="1005"/>
                  </a:cubicBezTo>
                  <a:cubicBezTo>
                    <a:pt x="2205" y="831"/>
                    <a:pt x="2147" y="657"/>
                    <a:pt x="2064" y="500"/>
                  </a:cubicBezTo>
                  <a:cubicBezTo>
                    <a:pt x="1973" y="334"/>
                    <a:pt x="1857" y="218"/>
                    <a:pt x="1716" y="94"/>
                  </a:cubicBezTo>
                  <a:cubicBezTo>
                    <a:pt x="1706" y="85"/>
                    <a:pt x="1695" y="82"/>
                    <a:pt x="1684" y="82"/>
                  </a:cubicBezTo>
                  <a:cubicBezTo>
                    <a:pt x="1641" y="82"/>
                    <a:pt x="1600" y="137"/>
                    <a:pt x="1633" y="177"/>
                  </a:cubicBezTo>
                  <a:cubicBezTo>
                    <a:pt x="1741" y="301"/>
                    <a:pt x="1815" y="467"/>
                    <a:pt x="1882" y="616"/>
                  </a:cubicBezTo>
                  <a:cubicBezTo>
                    <a:pt x="1890" y="641"/>
                    <a:pt x="1898" y="666"/>
                    <a:pt x="1906" y="690"/>
                  </a:cubicBezTo>
                  <a:cubicBezTo>
                    <a:pt x="1857" y="707"/>
                    <a:pt x="1815" y="740"/>
                    <a:pt x="1774" y="782"/>
                  </a:cubicBezTo>
                  <a:cubicBezTo>
                    <a:pt x="1749" y="690"/>
                    <a:pt x="1716" y="608"/>
                    <a:pt x="1683" y="516"/>
                  </a:cubicBezTo>
                  <a:cubicBezTo>
                    <a:pt x="1616" y="351"/>
                    <a:pt x="1525" y="185"/>
                    <a:pt x="1434" y="28"/>
                  </a:cubicBezTo>
                  <a:cubicBezTo>
                    <a:pt x="1425" y="9"/>
                    <a:pt x="1408" y="1"/>
                    <a:pt x="1391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9"/>
            <p:cNvSpPr/>
            <p:nvPr/>
          </p:nvSpPr>
          <p:spPr>
            <a:xfrm>
              <a:off x="6686275" y="4244250"/>
              <a:ext cx="18900" cy="39200"/>
            </a:xfrm>
            <a:custGeom>
              <a:rect b="b" l="l" r="r" t="t"/>
              <a:pathLst>
                <a:path extrusionOk="0" h="1568" w="756">
                  <a:moveTo>
                    <a:pt x="55" y="1"/>
                  </a:moveTo>
                  <a:cubicBezTo>
                    <a:pt x="28" y="1"/>
                    <a:pt x="0" y="30"/>
                    <a:pt x="18" y="59"/>
                  </a:cubicBezTo>
                  <a:cubicBezTo>
                    <a:pt x="134" y="283"/>
                    <a:pt x="225" y="532"/>
                    <a:pt x="308" y="772"/>
                  </a:cubicBezTo>
                  <a:cubicBezTo>
                    <a:pt x="349" y="888"/>
                    <a:pt x="391" y="1004"/>
                    <a:pt x="424" y="1128"/>
                  </a:cubicBezTo>
                  <a:cubicBezTo>
                    <a:pt x="465" y="1252"/>
                    <a:pt x="490" y="1377"/>
                    <a:pt x="540" y="1501"/>
                  </a:cubicBezTo>
                  <a:cubicBezTo>
                    <a:pt x="548" y="1534"/>
                    <a:pt x="590" y="1567"/>
                    <a:pt x="623" y="1567"/>
                  </a:cubicBezTo>
                  <a:cubicBezTo>
                    <a:pt x="656" y="1567"/>
                    <a:pt x="681" y="1567"/>
                    <a:pt x="706" y="1542"/>
                  </a:cubicBezTo>
                  <a:cubicBezTo>
                    <a:pt x="739" y="1526"/>
                    <a:pt x="755" y="1476"/>
                    <a:pt x="747" y="1443"/>
                  </a:cubicBezTo>
                  <a:cubicBezTo>
                    <a:pt x="730" y="1319"/>
                    <a:pt x="681" y="1186"/>
                    <a:pt x="639" y="1070"/>
                  </a:cubicBezTo>
                  <a:cubicBezTo>
                    <a:pt x="590" y="938"/>
                    <a:pt x="540" y="813"/>
                    <a:pt x="482" y="697"/>
                  </a:cubicBezTo>
                  <a:cubicBezTo>
                    <a:pt x="374" y="457"/>
                    <a:pt x="233" y="242"/>
                    <a:pt x="84" y="18"/>
                  </a:cubicBezTo>
                  <a:cubicBezTo>
                    <a:pt x="77" y="6"/>
                    <a:pt x="66" y="1"/>
                    <a:pt x="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9"/>
            <p:cNvSpPr/>
            <p:nvPr/>
          </p:nvSpPr>
          <p:spPr>
            <a:xfrm>
              <a:off x="6706175" y="4265200"/>
              <a:ext cx="4175" cy="9050"/>
            </a:xfrm>
            <a:custGeom>
              <a:rect b="b" l="l" r="r" t="t"/>
              <a:pathLst>
                <a:path extrusionOk="0" h="362" w="167">
                  <a:moveTo>
                    <a:pt x="142" y="191"/>
                  </a:moveTo>
                  <a:cubicBezTo>
                    <a:pt x="142" y="195"/>
                    <a:pt x="144" y="197"/>
                    <a:pt x="145" y="197"/>
                  </a:cubicBezTo>
                  <a:cubicBezTo>
                    <a:pt x="146" y="197"/>
                    <a:pt x="146" y="195"/>
                    <a:pt x="142" y="191"/>
                  </a:cubicBezTo>
                  <a:close/>
                  <a:moveTo>
                    <a:pt x="50" y="0"/>
                  </a:moveTo>
                  <a:cubicBezTo>
                    <a:pt x="17" y="8"/>
                    <a:pt x="1" y="33"/>
                    <a:pt x="1" y="66"/>
                  </a:cubicBezTo>
                  <a:cubicBezTo>
                    <a:pt x="9" y="116"/>
                    <a:pt x="17" y="166"/>
                    <a:pt x="26" y="216"/>
                  </a:cubicBezTo>
                  <a:cubicBezTo>
                    <a:pt x="34" y="240"/>
                    <a:pt x="42" y="265"/>
                    <a:pt x="59" y="298"/>
                  </a:cubicBezTo>
                  <a:cubicBezTo>
                    <a:pt x="67" y="323"/>
                    <a:pt x="84" y="348"/>
                    <a:pt x="117" y="356"/>
                  </a:cubicBezTo>
                  <a:cubicBezTo>
                    <a:pt x="120" y="360"/>
                    <a:pt x="125" y="362"/>
                    <a:pt x="130" y="362"/>
                  </a:cubicBezTo>
                  <a:cubicBezTo>
                    <a:pt x="137" y="362"/>
                    <a:pt x="145" y="358"/>
                    <a:pt x="150" y="348"/>
                  </a:cubicBezTo>
                  <a:cubicBezTo>
                    <a:pt x="166" y="323"/>
                    <a:pt x="166" y="298"/>
                    <a:pt x="158" y="265"/>
                  </a:cubicBezTo>
                  <a:cubicBezTo>
                    <a:pt x="158" y="257"/>
                    <a:pt x="158" y="240"/>
                    <a:pt x="158" y="232"/>
                  </a:cubicBezTo>
                  <a:cubicBezTo>
                    <a:pt x="158" y="224"/>
                    <a:pt x="150" y="224"/>
                    <a:pt x="150" y="216"/>
                  </a:cubicBezTo>
                  <a:cubicBezTo>
                    <a:pt x="150" y="207"/>
                    <a:pt x="150" y="199"/>
                    <a:pt x="142" y="199"/>
                  </a:cubicBezTo>
                  <a:cubicBezTo>
                    <a:pt x="142" y="191"/>
                    <a:pt x="142" y="191"/>
                    <a:pt x="142" y="191"/>
                  </a:cubicBezTo>
                  <a:cubicBezTo>
                    <a:pt x="142" y="182"/>
                    <a:pt x="142" y="182"/>
                    <a:pt x="142" y="182"/>
                  </a:cubicBezTo>
                  <a:cubicBezTo>
                    <a:pt x="142" y="174"/>
                    <a:pt x="142" y="166"/>
                    <a:pt x="133" y="166"/>
                  </a:cubicBezTo>
                  <a:cubicBezTo>
                    <a:pt x="133" y="149"/>
                    <a:pt x="133" y="141"/>
                    <a:pt x="125" y="124"/>
                  </a:cubicBezTo>
                  <a:cubicBezTo>
                    <a:pt x="125" y="100"/>
                    <a:pt x="117" y="75"/>
                    <a:pt x="117" y="50"/>
                  </a:cubicBezTo>
                  <a:cubicBezTo>
                    <a:pt x="108" y="25"/>
                    <a:pt x="84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9"/>
            <p:cNvSpPr/>
            <p:nvPr/>
          </p:nvSpPr>
          <p:spPr>
            <a:xfrm>
              <a:off x="6714475" y="4269125"/>
              <a:ext cx="3325" cy="6575"/>
            </a:xfrm>
            <a:custGeom>
              <a:rect b="b" l="l" r="r" t="t"/>
              <a:pathLst>
                <a:path extrusionOk="0" h="263" w="133">
                  <a:moveTo>
                    <a:pt x="50" y="1"/>
                  </a:moveTo>
                  <a:cubicBezTo>
                    <a:pt x="25" y="9"/>
                    <a:pt x="0" y="34"/>
                    <a:pt x="0" y="67"/>
                  </a:cubicBezTo>
                  <a:cubicBezTo>
                    <a:pt x="8" y="100"/>
                    <a:pt x="8" y="125"/>
                    <a:pt x="17" y="158"/>
                  </a:cubicBezTo>
                  <a:cubicBezTo>
                    <a:pt x="17" y="166"/>
                    <a:pt x="25" y="183"/>
                    <a:pt x="25" y="199"/>
                  </a:cubicBezTo>
                  <a:cubicBezTo>
                    <a:pt x="25" y="208"/>
                    <a:pt x="33" y="216"/>
                    <a:pt x="33" y="216"/>
                  </a:cubicBezTo>
                  <a:cubicBezTo>
                    <a:pt x="33" y="224"/>
                    <a:pt x="42" y="233"/>
                    <a:pt x="42" y="241"/>
                  </a:cubicBezTo>
                  <a:cubicBezTo>
                    <a:pt x="50" y="241"/>
                    <a:pt x="50" y="249"/>
                    <a:pt x="58" y="257"/>
                  </a:cubicBezTo>
                  <a:cubicBezTo>
                    <a:pt x="65" y="261"/>
                    <a:pt x="73" y="263"/>
                    <a:pt x="81" y="263"/>
                  </a:cubicBezTo>
                  <a:cubicBezTo>
                    <a:pt x="92" y="263"/>
                    <a:pt x="103" y="259"/>
                    <a:pt x="108" y="249"/>
                  </a:cubicBezTo>
                  <a:cubicBezTo>
                    <a:pt x="116" y="241"/>
                    <a:pt x="124" y="233"/>
                    <a:pt x="124" y="224"/>
                  </a:cubicBezTo>
                  <a:cubicBezTo>
                    <a:pt x="124" y="224"/>
                    <a:pt x="124" y="216"/>
                    <a:pt x="133" y="208"/>
                  </a:cubicBezTo>
                  <a:cubicBezTo>
                    <a:pt x="133" y="199"/>
                    <a:pt x="133" y="191"/>
                    <a:pt x="133" y="183"/>
                  </a:cubicBezTo>
                  <a:cubicBezTo>
                    <a:pt x="133" y="166"/>
                    <a:pt x="124" y="158"/>
                    <a:pt x="124" y="141"/>
                  </a:cubicBezTo>
                  <a:cubicBezTo>
                    <a:pt x="124" y="108"/>
                    <a:pt x="124" y="83"/>
                    <a:pt x="116" y="50"/>
                  </a:cubicBezTo>
                  <a:cubicBezTo>
                    <a:pt x="108" y="25"/>
                    <a:pt x="83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9"/>
            <p:cNvSpPr/>
            <p:nvPr/>
          </p:nvSpPr>
          <p:spPr>
            <a:xfrm>
              <a:off x="6734150" y="4245350"/>
              <a:ext cx="12850" cy="14225"/>
            </a:xfrm>
            <a:custGeom>
              <a:rect b="b" l="l" r="r" t="t"/>
              <a:pathLst>
                <a:path extrusionOk="0" h="569" w="514">
                  <a:moveTo>
                    <a:pt x="430" y="0"/>
                  </a:moveTo>
                  <a:cubicBezTo>
                    <a:pt x="393" y="0"/>
                    <a:pt x="354" y="24"/>
                    <a:pt x="332" y="40"/>
                  </a:cubicBezTo>
                  <a:cubicBezTo>
                    <a:pt x="265" y="98"/>
                    <a:pt x="216" y="164"/>
                    <a:pt x="166" y="231"/>
                  </a:cubicBezTo>
                  <a:cubicBezTo>
                    <a:pt x="108" y="305"/>
                    <a:pt x="58" y="388"/>
                    <a:pt x="17" y="471"/>
                  </a:cubicBezTo>
                  <a:cubicBezTo>
                    <a:pt x="0" y="504"/>
                    <a:pt x="25" y="546"/>
                    <a:pt x="58" y="562"/>
                  </a:cubicBezTo>
                  <a:cubicBezTo>
                    <a:pt x="69" y="566"/>
                    <a:pt x="79" y="568"/>
                    <a:pt x="89" y="568"/>
                  </a:cubicBezTo>
                  <a:cubicBezTo>
                    <a:pt x="116" y="568"/>
                    <a:pt x="137" y="551"/>
                    <a:pt x="149" y="521"/>
                  </a:cubicBezTo>
                  <a:lnTo>
                    <a:pt x="158" y="512"/>
                  </a:lnTo>
                  <a:cubicBezTo>
                    <a:pt x="158" y="512"/>
                    <a:pt x="158" y="504"/>
                    <a:pt x="158" y="504"/>
                  </a:cubicBezTo>
                  <a:cubicBezTo>
                    <a:pt x="166" y="496"/>
                    <a:pt x="166" y="496"/>
                    <a:pt x="166" y="496"/>
                  </a:cubicBezTo>
                  <a:cubicBezTo>
                    <a:pt x="166" y="488"/>
                    <a:pt x="166" y="488"/>
                    <a:pt x="174" y="479"/>
                  </a:cubicBezTo>
                  <a:cubicBezTo>
                    <a:pt x="183" y="463"/>
                    <a:pt x="191" y="446"/>
                    <a:pt x="207" y="430"/>
                  </a:cubicBezTo>
                  <a:cubicBezTo>
                    <a:pt x="232" y="396"/>
                    <a:pt x="249" y="363"/>
                    <a:pt x="274" y="330"/>
                  </a:cubicBezTo>
                  <a:cubicBezTo>
                    <a:pt x="299" y="305"/>
                    <a:pt x="323" y="272"/>
                    <a:pt x="348" y="247"/>
                  </a:cubicBezTo>
                  <a:cubicBezTo>
                    <a:pt x="365" y="231"/>
                    <a:pt x="381" y="214"/>
                    <a:pt x="390" y="198"/>
                  </a:cubicBezTo>
                  <a:lnTo>
                    <a:pt x="398" y="189"/>
                  </a:lnTo>
                  <a:cubicBezTo>
                    <a:pt x="415" y="181"/>
                    <a:pt x="423" y="173"/>
                    <a:pt x="431" y="156"/>
                  </a:cubicBezTo>
                  <a:cubicBezTo>
                    <a:pt x="464" y="123"/>
                    <a:pt x="514" y="65"/>
                    <a:pt x="481" y="15"/>
                  </a:cubicBezTo>
                  <a:lnTo>
                    <a:pt x="481" y="15"/>
                  </a:lnTo>
                  <a:lnTo>
                    <a:pt x="481" y="24"/>
                  </a:lnTo>
                  <a:cubicBezTo>
                    <a:pt x="467" y="7"/>
                    <a:pt x="449" y="0"/>
                    <a:pt x="4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9"/>
            <p:cNvSpPr/>
            <p:nvPr/>
          </p:nvSpPr>
          <p:spPr>
            <a:xfrm>
              <a:off x="6731250" y="4246625"/>
              <a:ext cx="4375" cy="4300"/>
            </a:xfrm>
            <a:custGeom>
              <a:rect b="b" l="l" r="r" t="t"/>
              <a:pathLst>
                <a:path extrusionOk="0" h="172" w="175">
                  <a:moveTo>
                    <a:pt x="131" y="0"/>
                  </a:moveTo>
                  <a:cubicBezTo>
                    <a:pt x="123" y="0"/>
                    <a:pt x="115" y="2"/>
                    <a:pt x="108" y="6"/>
                  </a:cubicBezTo>
                  <a:cubicBezTo>
                    <a:pt x="100" y="14"/>
                    <a:pt x="91" y="22"/>
                    <a:pt x="83" y="22"/>
                  </a:cubicBezTo>
                  <a:lnTo>
                    <a:pt x="75" y="31"/>
                  </a:lnTo>
                  <a:cubicBezTo>
                    <a:pt x="67" y="39"/>
                    <a:pt x="58" y="47"/>
                    <a:pt x="58" y="55"/>
                  </a:cubicBezTo>
                  <a:cubicBezTo>
                    <a:pt x="42" y="64"/>
                    <a:pt x="25" y="80"/>
                    <a:pt x="17" y="97"/>
                  </a:cubicBezTo>
                  <a:cubicBezTo>
                    <a:pt x="9" y="105"/>
                    <a:pt x="0" y="122"/>
                    <a:pt x="0" y="130"/>
                  </a:cubicBezTo>
                  <a:cubicBezTo>
                    <a:pt x="9" y="147"/>
                    <a:pt x="9" y="155"/>
                    <a:pt x="25" y="163"/>
                  </a:cubicBezTo>
                  <a:cubicBezTo>
                    <a:pt x="33" y="171"/>
                    <a:pt x="42" y="171"/>
                    <a:pt x="58" y="171"/>
                  </a:cubicBezTo>
                  <a:lnTo>
                    <a:pt x="67" y="171"/>
                  </a:lnTo>
                  <a:cubicBezTo>
                    <a:pt x="75" y="163"/>
                    <a:pt x="83" y="163"/>
                    <a:pt x="91" y="155"/>
                  </a:cubicBezTo>
                  <a:cubicBezTo>
                    <a:pt x="100" y="138"/>
                    <a:pt x="116" y="122"/>
                    <a:pt x="133" y="113"/>
                  </a:cubicBezTo>
                  <a:cubicBezTo>
                    <a:pt x="133" y="105"/>
                    <a:pt x="133" y="105"/>
                    <a:pt x="141" y="97"/>
                  </a:cubicBezTo>
                  <a:cubicBezTo>
                    <a:pt x="141" y="97"/>
                    <a:pt x="149" y="89"/>
                    <a:pt x="149" y="89"/>
                  </a:cubicBezTo>
                  <a:cubicBezTo>
                    <a:pt x="149" y="80"/>
                    <a:pt x="158" y="72"/>
                    <a:pt x="166" y="64"/>
                  </a:cubicBezTo>
                  <a:cubicBezTo>
                    <a:pt x="166" y="55"/>
                    <a:pt x="174" y="47"/>
                    <a:pt x="174" y="31"/>
                  </a:cubicBezTo>
                  <a:cubicBezTo>
                    <a:pt x="166" y="22"/>
                    <a:pt x="166" y="14"/>
                    <a:pt x="158" y="14"/>
                  </a:cubicBezTo>
                  <a:cubicBezTo>
                    <a:pt x="153" y="4"/>
                    <a:pt x="142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9"/>
            <p:cNvSpPr/>
            <p:nvPr/>
          </p:nvSpPr>
          <p:spPr>
            <a:xfrm>
              <a:off x="6618150" y="4275950"/>
              <a:ext cx="21375" cy="12375"/>
            </a:xfrm>
            <a:custGeom>
              <a:rect b="b" l="l" r="r" t="t"/>
              <a:pathLst>
                <a:path extrusionOk="0" h="495" w="855">
                  <a:moveTo>
                    <a:pt x="92" y="1"/>
                  </a:moveTo>
                  <a:cubicBezTo>
                    <a:pt x="58" y="1"/>
                    <a:pt x="34" y="26"/>
                    <a:pt x="17" y="51"/>
                  </a:cubicBezTo>
                  <a:cubicBezTo>
                    <a:pt x="0" y="84"/>
                    <a:pt x="0" y="109"/>
                    <a:pt x="9" y="142"/>
                  </a:cubicBezTo>
                  <a:cubicBezTo>
                    <a:pt x="25" y="200"/>
                    <a:pt x="83" y="208"/>
                    <a:pt x="125" y="216"/>
                  </a:cubicBezTo>
                  <a:cubicBezTo>
                    <a:pt x="141" y="225"/>
                    <a:pt x="158" y="225"/>
                    <a:pt x="166" y="225"/>
                  </a:cubicBezTo>
                  <a:lnTo>
                    <a:pt x="174" y="225"/>
                  </a:lnTo>
                  <a:cubicBezTo>
                    <a:pt x="183" y="233"/>
                    <a:pt x="191" y="233"/>
                    <a:pt x="199" y="233"/>
                  </a:cubicBezTo>
                  <a:cubicBezTo>
                    <a:pt x="257" y="258"/>
                    <a:pt x="315" y="283"/>
                    <a:pt x="365" y="316"/>
                  </a:cubicBezTo>
                  <a:cubicBezTo>
                    <a:pt x="423" y="341"/>
                    <a:pt x="481" y="374"/>
                    <a:pt x="547" y="407"/>
                  </a:cubicBezTo>
                  <a:cubicBezTo>
                    <a:pt x="605" y="440"/>
                    <a:pt x="672" y="465"/>
                    <a:pt x="738" y="490"/>
                  </a:cubicBezTo>
                  <a:cubicBezTo>
                    <a:pt x="747" y="493"/>
                    <a:pt x="756" y="494"/>
                    <a:pt x="765" y="494"/>
                  </a:cubicBezTo>
                  <a:cubicBezTo>
                    <a:pt x="823" y="494"/>
                    <a:pt x="855" y="426"/>
                    <a:pt x="804" y="382"/>
                  </a:cubicBezTo>
                  <a:cubicBezTo>
                    <a:pt x="696" y="291"/>
                    <a:pt x="589" y="208"/>
                    <a:pt x="464" y="142"/>
                  </a:cubicBezTo>
                  <a:cubicBezTo>
                    <a:pt x="406" y="109"/>
                    <a:pt x="348" y="76"/>
                    <a:pt x="290" y="51"/>
                  </a:cubicBezTo>
                  <a:cubicBezTo>
                    <a:pt x="257" y="34"/>
                    <a:pt x="224" y="26"/>
                    <a:pt x="191" y="18"/>
                  </a:cubicBezTo>
                  <a:cubicBezTo>
                    <a:pt x="174" y="18"/>
                    <a:pt x="158" y="9"/>
                    <a:pt x="141" y="9"/>
                  </a:cubicBezTo>
                  <a:lnTo>
                    <a:pt x="133" y="9"/>
                  </a:lnTo>
                  <a:cubicBezTo>
                    <a:pt x="116" y="1"/>
                    <a:pt x="100" y="1"/>
                    <a:pt x="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9"/>
            <p:cNvSpPr/>
            <p:nvPr/>
          </p:nvSpPr>
          <p:spPr>
            <a:xfrm>
              <a:off x="6629550" y="4277050"/>
              <a:ext cx="4575" cy="3575"/>
            </a:xfrm>
            <a:custGeom>
              <a:rect b="b" l="l" r="r" t="t"/>
              <a:pathLst>
                <a:path extrusionOk="0" h="143" w="183">
                  <a:moveTo>
                    <a:pt x="36" y="0"/>
                  </a:moveTo>
                  <a:cubicBezTo>
                    <a:pt x="33" y="0"/>
                    <a:pt x="29" y="3"/>
                    <a:pt x="25" y="7"/>
                  </a:cubicBezTo>
                  <a:cubicBezTo>
                    <a:pt x="17" y="7"/>
                    <a:pt x="8" y="7"/>
                    <a:pt x="8" y="15"/>
                  </a:cubicBezTo>
                  <a:cubicBezTo>
                    <a:pt x="8" y="15"/>
                    <a:pt x="0" y="23"/>
                    <a:pt x="0" y="32"/>
                  </a:cubicBezTo>
                  <a:cubicBezTo>
                    <a:pt x="0" y="32"/>
                    <a:pt x="0" y="48"/>
                    <a:pt x="8" y="48"/>
                  </a:cubicBezTo>
                  <a:cubicBezTo>
                    <a:pt x="25" y="65"/>
                    <a:pt x="42" y="81"/>
                    <a:pt x="58" y="98"/>
                  </a:cubicBezTo>
                  <a:cubicBezTo>
                    <a:pt x="75" y="114"/>
                    <a:pt x="91" y="123"/>
                    <a:pt x="108" y="131"/>
                  </a:cubicBezTo>
                  <a:cubicBezTo>
                    <a:pt x="114" y="137"/>
                    <a:pt x="120" y="143"/>
                    <a:pt x="128" y="143"/>
                  </a:cubicBezTo>
                  <a:cubicBezTo>
                    <a:pt x="132" y="143"/>
                    <a:pt x="136" y="142"/>
                    <a:pt x="141" y="139"/>
                  </a:cubicBezTo>
                  <a:cubicBezTo>
                    <a:pt x="158" y="139"/>
                    <a:pt x="166" y="131"/>
                    <a:pt x="174" y="123"/>
                  </a:cubicBezTo>
                  <a:cubicBezTo>
                    <a:pt x="182" y="106"/>
                    <a:pt x="182" y="98"/>
                    <a:pt x="182" y="81"/>
                  </a:cubicBezTo>
                  <a:cubicBezTo>
                    <a:pt x="174" y="65"/>
                    <a:pt x="166" y="56"/>
                    <a:pt x="149" y="48"/>
                  </a:cubicBezTo>
                  <a:lnTo>
                    <a:pt x="158" y="48"/>
                  </a:lnTo>
                  <a:cubicBezTo>
                    <a:pt x="133" y="40"/>
                    <a:pt x="116" y="32"/>
                    <a:pt x="100" y="23"/>
                  </a:cubicBezTo>
                  <a:cubicBezTo>
                    <a:pt x="83" y="15"/>
                    <a:pt x="66" y="7"/>
                    <a:pt x="42" y="7"/>
                  </a:cubicBezTo>
                  <a:cubicBezTo>
                    <a:pt x="42" y="3"/>
                    <a:pt x="39" y="0"/>
                    <a:pt x="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9"/>
            <p:cNvSpPr/>
            <p:nvPr/>
          </p:nvSpPr>
          <p:spPr>
            <a:xfrm>
              <a:off x="6647350" y="4271100"/>
              <a:ext cx="5000" cy="5375"/>
            </a:xfrm>
            <a:custGeom>
              <a:rect b="b" l="l" r="r" t="t"/>
              <a:pathLst>
                <a:path extrusionOk="0" h="215" w="200">
                  <a:moveTo>
                    <a:pt x="36" y="1"/>
                  </a:moveTo>
                  <a:cubicBezTo>
                    <a:pt x="25" y="1"/>
                    <a:pt x="15" y="7"/>
                    <a:pt x="9" y="13"/>
                  </a:cubicBezTo>
                  <a:cubicBezTo>
                    <a:pt x="1" y="21"/>
                    <a:pt x="1" y="38"/>
                    <a:pt x="1" y="46"/>
                  </a:cubicBezTo>
                  <a:cubicBezTo>
                    <a:pt x="9" y="62"/>
                    <a:pt x="9" y="71"/>
                    <a:pt x="17" y="87"/>
                  </a:cubicBezTo>
                  <a:cubicBezTo>
                    <a:pt x="26" y="104"/>
                    <a:pt x="34" y="112"/>
                    <a:pt x="50" y="129"/>
                  </a:cubicBezTo>
                  <a:cubicBezTo>
                    <a:pt x="67" y="154"/>
                    <a:pt x="84" y="170"/>
                    <a:pt x="100" y="195"/>
                  </a:cubicBezTo>
                  <a:cubicBezTo>
                    <a:pt x="109" y="209"/>
                    <a:pt x="126" y="215"/>
                    <a:pt x="143" y="215"/>
                  </a:cubicBezTo>
                  <a:cubicBezTo>
                    <a:pt x="157" y="215"/>
                    <a:pt x="172" y="211"/>
                    <a:pt x="183" y="203"/>
                  </a:cubicBezTo>
                  <a:cubicBezTo>
                    <a:pt x="191" y="187"/>
                    <a:pt x="200" y="178"/>
                    <a:pt x="200" y="162"/>
                  </a:cubicBezTo>
                  <a:cubicBezTo>
                    <a:pt x="200" y="154"/>
                    <a:pt x="200" y="145"/>
                    <a:pt x="191" y="137"/>
                  </a:cubicBezTo>
                  <a:lnTo>
                    <a:pt x="200" y="137"/>
                  </a:lnTo>
                  <a:cubicBezTo>
                    <a:pt x="191" y="129"/>
                    <a:pt x="183" y="120"/>
                    <a:pt x="183" y="112"/>
                  </a:cubicBezTo>
                  <a:cubicBezTo>
                    <a:pt x="158" y="96"/>
                    <a:pt x="142" y="79"/>
                    <a:pt x="117" y="54"/>
                  </a:cubicBezTo>
                  <a:cubicBezTo>
                    <a:pt x="108" y="46"/>
                    <a:pt x="100" y="38"/>
                    <a:pt x="92" y="29"/>
                  </a:cubicBezTo>
                  <a:cubicBezTo>
                    <a:pt x="75" y="21"/>
                    <a:pt x="59" y="13"/>
                    <a:pt x="50" y="4"/>
                  </a:cubicBezTo>
                  <a:cubicBezTo>
                    <a:pt x="46" y="2"/>
                    <a:pt x="41" y="1"/>
                    <a:pt x="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9"/>
            <p:cNvSpPr/>
            <p:nvPr/>
          </p:nvSpPr>
          <p:spPr>
            <a:xfrm>
              <a:off x="6807675" y="4297400"/>
              <a:ext cx="22825" cy="49475"/>
            </a:xfrm>
            <a:custGeom>
              <a:rect b="b" l="l" r="r" t="t"/>
              <a:pathLst>
                <a:path extrusionOk="0" h="1979" w="913">
                  <a:moveTo>
                    <a:pt x="593" y="0"/>
                  </a:moveTo>
                  <a:cubicBezTo>
                    <a:pt x="532" y="0"/>
                    <a:pt x="464" y="53"/>
                    <a:pt x="481" y="121"/>
                  </a:cubicBezTo>
                  <a:cubicBezTo>
                    <a:pt x="506" y="245"/>
                    <a:pt x="531" y="369"/>
                    <a:pt x="556" y="493"/>
                  </a:cubicBezTo>
                  <a:cubicBezTo>
                    <a:pt x="556" y="510"/>
                    <a:pt x="556" y="518"/>
                    <a:pt x="556" y="527"/>
                  </a:cubicBezTo>
                  <a:cubicBezTo>
                    <a:pt x="539" y="651"/>
                    <a:pt x="514" y="767"/>
                    <a:pt x="473" y="891"/>
                  </a:cubicBezTo>
                  <a:cubicBezTo>
                    <a:pt x="440" y="982"/>
                    <a:pt x="398" y="1090"/>
                    <a:pt x="324" y="1156"/>
                  </a:cubicBezTo>
                  <a:cubicBezTo>
                    <a:pt x="296" y="1180"/>
                    <a:pt x="254" y="1195"/>
                    <a:pt x="214" y="1195"/>
                  </a:cubicBezTo>
                  <a:cubicBezTo>
                    <a:pt x="171" y="1195"/>
                    <a:pt x="130" y="1178"/>
                    <a:pt x="108" y="1140"/>
                  </a:cubicBezTo>
                  <a:cubicBezTo>
                    <a:pt x="101" y="1121"/>
                    <a:pt x="79" y="1110"/>
                    <a:pt x="58" y="1110"/>
                  </a:cubicBezTo>
                  <a:cubicBezTo>
                    <a:pt x="33" y="1110"/>
                    <a:pt x="9" y="1125"/>
                    <a:pt x="9" y="1156"/>
                  </a:cubicBezTo>
                  <a:cubicBezTo>
                    <a:pt x="1" y="1272"/>
                    <a:pt x="92" y="1355"/>
                    <a:pt x="199" y="1372"/>
                  </a:cubicBezTo>
                  <a:cubicBezTo>
                    <a:pt x="183" y="1438"/>
                    <a:pt x="208" y="1496"/>
                    <a:pt x="241" y="1546"/>
                  </a:cubicBezTo>
                  <a:cubicBezTo>
                    <a:pt x="274" y="1695"/>
                    <a:pt x="340" y="1819"/>
                    <a:pt x="456" y="1919"/>
                  </a:cubicBezTo>
                  <a:cubicBezTo>
                    <a:pt x="465" y="1935"/>
                    <a:pt x="473" y="1935"/>
                    <a:pt x="489" y="1943"/>
                  </a:cubicBezTo>
                  <a:cubicBezTo>
                    <a:pt x="508" y="1966"/>
                    <a:pt x="538" y="1978"/>
                    <a:pt x="568" y="1978"/>
                  </a:cubicBezTo>
                  <a:cubicBezTo>
                    <a:pt x="605" y="1978"/>
                    <a:pt x="642" y="1960"/>
                    <a:pt x="655" y="1919"/>
                  </a:cubicBezTo>
                  <a:cubicBezTo>
                    <a:pt x="730" y="1720"/>
                    <a:pt x="755" y="1513"/>
                    <a:pt x="746" y="1305"/>
                  </a:cubicBezTo>
                  <a:cubicBezTo>
                    <a:pt x="746" y="1289"/>
                    <a:pt x="738" y="1272"/>
                    <a:pt x="730" y="1256"/>
                  </a:cubicBezTo>
                  <a:cubicBezTo>
                    <a:pt x="788" y="1098"/>
                    <a:pt x="837" y="941"/>
                    <a:pt x="871" y="775"/>
                  </a:cubicBezTo>
                  <a:cubicBezTo>
                    <a:pt x="895" y="651"/>
                    <a:pt x="912" y="527"/>
                    <a:pt x="871" y="411"/>
                  </a:cubicBezTo>
                  <a:cubicBezTo>
                    <a:pt x="854" y="353"/>
                    <a:pt x="821" y="295"/>
                    <a:pt x="763" y="261"/>
                  </a:cubicBezTo>
                  <a:cubicBezTo>
                    <a:pt x="738" y="187"/>
                    <a:pt x="713" y="112"/>
                    <a:pt x="663" y="38"/>
                  </a:cubicBezTo>
                  <a:cubicBezTo>
                    <a:pt x="648" y="12"/>
                    <a:pt x="621" y="0"/>
                    <a:pt x="5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9"/>
            <p:cNvSpPr/>
            <p:nvPr/>
          </p:nvSpPr>
          <p:spPr>
            <a:xfrm>
              <a:off x="6629725" y="4497300"/>
              <a:ext cx="71100" cy="20025"/>
            </a:xfrm>
            <a:custGeom>
              <a:rect b="b" l="l" r="r" t="t"/>
              <a:pathLst>
                <a:path extrusionOk="0" h="801" w="2844">
                  <a:moveTo>
                    <a:pt x="2711" y="0"/>
                  </a:moveTo>
                  <a:cubicBezTo>
                    <a:pt x="2656" y="0"/>
                    <a:pt x="2619" y="35"/>
                    <a:pt x="2570" y="70"/>
                  </a:cubicBezTo>
                  <a:cubicBezTo>
                    <a:pt x="2520" y="95"/>
                    <a:pt x="2470" y="120"/>
                    <a:pt x="2429" y="153"/>
                  </a:cubicBezTo>
                  <a:cubicBezTo>
                    <a:pt x="2321" y="203"/>
                    <a:pt x="2222" y="253"/>
                    <a:pt x="2114" y="302"/>
                  </a:cubicBezTo>
                  <a:cubicBezTo>
                    <a:pt x="1899" y="394"/>
                    <a:pt x="1675" y="460"/>
                    <a:pt x="1443" y="510"/>
                  </a:cubicBezTo>
                  <a:cubicBezTo>
                    <a:pt x="1218" y="558"/>
                    <a:pt x="974" y="595"/>
                    <a:pt x="734" y="595"/>
                  </a:cubicBezTo>
                  <a:cubicBezTo>
                    <a:pt x="523" y="595"/>
                    <a:pt x="315" y="567"/>
                    <a:pt x="126" y="493"/>
                  </a:cubicBezTo>
                  <a:cubicBezTo>
                    <a:pt x="118" y="491"/>
                    <a:pt x="110" y="490"/>
                    <a:pt x="103" y="490"/>
                  </a:cubicBezTo>
                  <a:cubicBezTo>
                    <a:pt x="34" y="490"/>
                    <a:pt x="0" y="588"/>
                    <a:pt x="68" y="626"/>
                  </a:cubicBezTo>
                  <a:cubicBezTo>
                    <a:pt x="283" y="725"/>
                    <a:pt x="499" y="783"/>
                    <a:pt x="731" y="800"/>
                  </a:cubicBezTo>
                  <a:cubicBezTo>
                    <a:pt x="755" y="800"/>
                    <a:pt x="780" y="801"/>
                    <a:pt x="805" y="801"/>
                  </a:cubicBezTo>
                  <a:cubicBezTo>
                    <a:pt x="1022" y="801"/>
                    <a:pt x="1244" y="770"/>
                    <a:pt x="1460" y="725"/>
                  </a:cubicBezTo>
                  <a:cubicBezTo>
                    <a:pt x="1700" y="675"/>
                    <a:pt x="1940" y="609"/>
                    <a:pt x="2172" y="518"/>
                  </a:cubicBezTo>
                  <a:cubicBezTo>
                    <a:pt x="2288" y="468"/>
                    <a:pt x="2404" y="418"/>
                    <a:pt x="2512" y="360"/>
                  </a:cubicBezTo>
                  <a:cubicBezTo>
                    <a:pt x="2570" y="327"/>
                    <a:pt x="2628" y="302"/>
                    <a:pt x="2686" y="269"/>
                  </a:cubicBezTo>
                  <a:cubicBezTo>
                    <a:pt x="2744" y="236"/>
                    <a:pt x="2810" y="211"/>
                    <a:pt x="2827" y="137"/>
                  </a:cubicBezTo>
                  <a:cubicBezTo>
                    <a:pt x="2843" y="79"/>
                    <a:pt x="2818" y="12"/>
                    <a:pt x="2752" y="4"/>
                  </a:cubicBezTo>
                  <a:lnTo>
                    <a:pt x="2744" y="4"/>
                  </a:lnTo>
                  <a:cubicBezTo>
                    <a:pt x="2732" y="2"/>
                    <a:pt x="2722" y="0"/>
                    <a:pt x="27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9"/>
            <p:cNvSpPr/>
            <p:nvPr/>
          </p:nvSpPr>
          <p:spPr>
            <a:xfrm>
              <a:off x="6636750" y="4310625"/>
              <a:ext cx="57900" cy="105475"/>
            </a:xfrm>
            <a:custGeom>
              <a:rect b="b" l="l" r="r" t="t"/>
              <a:pathLst>
                <a:path extrusionOk="0" h="4219" w="2316">
                  <a:moveTo>
                    <a:pt x="2237" y="1"/>
                  </a:moveTo>
                  <a:cubicBezTo>
                    <a:pt x="2229" y="1"/>
                    <a:pt x="2222" y="2"/>
                    <a:pt x="2214" y="6"/>
                  </a:cubicBezTo>
                  <a:lnTo>
                    <a:pt x="2206" y="6"/>
                  </a:lnTo>
                  <a:cubicBezTo>
                    <a:pt x="2057" y="72"/>
                    <a:pt x="1933" y="163"/>
                    <a:pt x="1800" y="271"/>
                  </a:cubicBezTo>
                  <a:cubicBezTo>
                    <a:pt x="1676" y="370"/>
                    <a:pt x="1551" y="478"/>
                    <a:pt x="1444" y="602"/>
                  </a:cubicBezTo>
                  <a:cubicBezTo>
                    <a:pt x="1228" y="843"/>
                    <a:pt x="1088" y="1141"/>
                    <a:pt x="996" y="1456"/>
                  </a:cubicBezTo>
                  <a:cubicBezTo>
                    <a:pt x="831" y="2052"/>
                    <a:pt x="740" y="2682"/>
                    <a:pt x="524" y="3262"/>
                  </a:cubicBezTo>
                  <a:cubicBezTo>
                    <a:pt x="400" y="3585"/>
                    <a:pt x="242" y="3908"/>
                    <a:pt x="19" y="4174"/>
                  </a:cubicBezTo>
                  <a:cubicBezTo>
                    <a:pt x="0" y="4192"/>
                    <a:pt x="22" y="4219"/>
                    <a:pt x="45" y="4219"/>
                  </a:cubicBezTo>
                  <a:cubicBezTo>
                    <a:pt x="53" y="4219"/>
                    <a:pt x="62" y="4215"/>
                    <a:pt x="68" y="4207"/>
                  </a:cubicBezTo>
                  <a:cubicBezTo>
                    <a:pt x="168" y="4099"/>
                    <a:pt x="276" y="3991"/>
                    <a:pt x="358" y="3867"/>
                  </a:cubicBezTo>
                  <a:cubicBezTo>
                    <a:pt x="441" y="3743"/>
                    <a:pt x="516" y="3610"/>
                    <a:pt x="574" y="3478"/>
                  </a:cubicBezTo>
                  <a:cubicBezTo>
                    <a:pt x="706" y="3204"/>
                    <a:pt x="798" y="2922"/>
                    <a:pt x="889" y="2632"/>
                  </a:cubicBezTo>
                  <a:cubicBezTo>
                    <a:pt x="972" y="2334"/>
                    <a:pt x="1038" y="2036"/>
                    <a:pt x="1121" y="1729"/>
                  </a:cubicBezTo>
                  <a:cubicBezTo>
                    <a:pt x="1204" y="1414"/>
                    <a:pt x="1303" y="1091"/>
                    <a:pt x="1502" y="826"/>
                  </a:cubicBezTo>
                  <a:cubicBezTo>
                    <a:pt x="1609" y="694"/>
                    <a:pt x="1742" y="569"/>
                    <a:pt x="1875" y="453"/>
                  </a:cubicBezTo>
                  <a:cubicBezTo>
                    <a:pt x="2007" y="337"/>
                    <a:pt x="2156" y="230"/>
                    <a:pt x="2281" y="97"/>
                  </a:cubicBezTo>
                  <a:cubicBezTo>
                    <a:pt x="2316" y="55"/>
                    <a:pt x="2279" y="1"/>
                    <a:pt x="22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9"/>
            <p:cNvSpPr/>
            <p:nvPr/>
          </p:nvSpPr>
          <p:spPr>
            <a:xfrm>
              <a:off x="6701200" y="4301200"/>
              <a:ext cx="8875" cy="5775"/>
            </a:xfrm>
            <a:custGeom>
              <a:rect b="b" l="l" r="r" t="t"/>
              <a:pathLst>
                <a:path extrusionOk="0" h="231" w="355">
                  <a:moveTo>
                    <a:pt x="315" y="0"/>
                  </a:moveTo>
                  <a:cubicBezTo>
                    <a:pt x="313" y="0"/>
                    <a:pt x="310" y="1"/>
                    <a:pt x="307" y="2"/>
                  </a:cubicBezTo>
                  <a:lnTo>
                    <a:pt x="307" y="10"/>
                  </a:lnTo>
                  <a:cubicBezTo>
                    <a:pt x="283" y="18"/>
                    <a:pt x="266" y="27"/>
                    <a:pt x="241" y="35"/>
                  </a:cubicBezTo>
                  <a:cubicBezTo>
                    <a:pt x="225" y="43"/>
                    <a:pt x="216" y="52"/>
                    <a:pt x="200" y="60"/>
                  </a:cubicBezTo>
                  <a:cubicBezTo>
                    <a:pt x="191" y="60"/>
                    <a:pt x="175" y="68"/>
                    <a:pt x="158" y="76"/>
                  </a:cubicBezTo>
                  <a:cubicBezTo>
                    <a:pt x="117" y="101"/>
                    <a:pt x="67" y="126"/>
                    <a:pt x="26" y="159"/>
                  </a:cubicBezTo>
                  <a:cubicBezTo>
                    <a:pt x="1" y="167"/>
                    <a:pt x="1" y="201"/>
                    <a:pt x="17" y="217"/>
                  </a:cubicBezTo>
                  <a:cubicBezTo>
                    <a:pt x="27" y="227"/>
                    <a:pt x="40" y="231"/>
                    <a:pt x="52" y="231"/>
                  </a:cubicBezTo>
                  <a:cubicBezTo>
                    <a:pt x="60" y="231"/>
                    <a:pt x="69" y="229"/>
                    <a:pt x="75" y="225"/>
                  </a:cubicBezTo>
                  <a:cubicBezTo>
                    <a:pt x="125" y="192"/>
                    <a:pt x="167" y="176"/>
                    <a:pt x="208" y="143"/>
                  </a:cubicBezTo>
                  <a:cubicBezTo>
                    <a:pt x="225" y="134"/>
                    <a:pt x="233" y="126"/>
                    <a:pt x="241" y="118"/>
                  </a:cubicBezTo>
                  <a:cubicBezTo>
                    <a:pt x="249" y="109"/>
                    <a:pt x="258" y="101"/>
                    <a:pt x="274" y="93"/>
                  </a:cubicBezTo>
                  <a:cubicBezTo>
                    <a:pt x="291" y="76"/>
                    <a:pt x="316" y="68"/>
                    <a:pt x="332" y="43"/>
                  </a:cubicBezTo>
                  <a:cubicBezTo>
                    <a:pt x="354" y="28"/>
                    <a:pt x="337" y="0"/>
                    <a:pt x="3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9"/>
            <p:cNvSpPr/>
            <p:nvPr/>
          </p:nvSpPr>
          <p:spPr>
            <a:xfrm>
              <a:off x="6669100" y="4414850"/>
              <a:ext cx="10375" cy="4950"/>
            </a:xfrm>
            <a:custGeom>
              <a:rect b="b" l="l" r="r" t="t"/>
              <a:pathLst>
                <a:path extrusionOk="0" h="198" w="415">
                  <a:moveTo>
                    <a:pt x="334" y="1"/>
                  </a:moveTo>
                  <a:cubicBezTo>
                    <a:pt x="320" y="1"/>
                    <a:pt x="307" y="5"/>
                    <a:pt x="291" y="5"/>
                  </a:cubicBezTo>
                  <a:cubicBezTo>
                    <a:pt x="274" y="13"/>
                    <a:pt x="266" y="13"/>
                    <a:pt x="249" y="21"/>
                  </a:cubicBezTo>
                  <a:cubicBezTo>
                    <a:pt x="233" y="29"/>
                    <a:pt x="208" y="46"/>
                    <a:pt x="183" y="54"/>
                  </a:cubicBezTo>
                  <a:cubicBezTo>
                    <a:pt x="175" y="54"/>
                    <a:pt x="158" y="54"/>
                    <a:pt x="150" y="63"/>
                  </a:cubicBezTo>
                  <a:lnTo>
                    <a:pt x="141" y="63"/>
                  </a:lnTo>
                  <a:cubicBezTo>
                    <a:pt x="133" y="63"/>
                    <a:pt x="125" y="71"/>
                    <a:pt x="117" y="71"/>
                  </a:cubicBezTo>
                  <a:lnTo>
                    <a:pt x="92" y="79"/>
                  </a:lnTo>
                  <a:lnTo>
                    <a:pt x="83" y="79"/>
                  </a:lnTo>
                  <a:cubicBezTo>
                    <a:pt x="75" y="79"/>
                    <a:pt x="59" y="87"/>
                    <a:pt x="50" y="87"/>
                  </a:cubicBezTo>
                  <a:cubicBezTo>
                    <a:pt x="17" y="96"/>
                    <a:pt x="1" y="112"/>
                    <a:pt x="1" y="137"/>
                  </a:cubicBezTo>
                  <a:cubicBezTo>
                    <a:pt x="1" y="170"/>
                    <a:pt x="25" y="195"/>
                    <a:pt x="50" y="195"/>
                  </a:cubicBezTo>
                  <a:cubicBezTo>
                    <a:pt x="79" y="195"/>
                    <a:pt x="108" y="197"/>
                    <a:pt x="136" y="197"/>
                  </a:cubicBezTo>
                  <a:cubicBezTo>
                    <a:pt x="164" y="197"/>
                    <a:pt x="191" y="195"/>
                    <a:pt x="216" y="187"/>
                  </a:cubicBezTo>
                  <a:cubicBezTo>
                    <a:pt x="282" y="179"/>
                    <a:pt x="365" y="162"/>
                    <a:pt x="398" y="104"/>
                  </a:cubicBezTo>
                  <a:cubicBezTo>
                    <a:pt x="415" y="87"/>
                    <a:pt x="415" y="63"/>
                    <a:pt x="407" y="38"/>
                  </a:cubicBezTo>
                  <a:cubicBezTo>
                    <a:pt x="398" y="21"/>
                    <a:pt x="382" y="5"/>
                    <a:pt x="357" y="5"/>
                  </a:cubicBezTo>
                  <a:cubicBezTo>
                    <a:pt x="349" y="2"/>
                    <a:pt x="341" y="1"/>
                    <a:pt x="3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9"/>
            <p:cNvSpPr/>
            <p:nvPr/>
          </p:nvSpPr>
          <p:spPr>
            <a:xfrm>
              <a:off x="6690225" y="4408950"/>
              <a:ext cx="4800" cy="4150"/>
            </a:xfrm>
            <a:custGeom>
              <a:rect b="b" l="l" r="r" t="t"/>
              <a:pathLst>
                <a:path extrusionOk="0" h="166" w="192">
                  <a:moveTo>
                    <a:pt x="125" y="0"/>
                  </a:moveTo>
                  <a:cubicBezTo>
                    <a:pt x="117" y="0"/>
                    <a:pt x="108" y="9"/>
                    <a:pt x="100" y="9"/>
                  </a:cubicBezTo>
                  <a:cubicBezTo>
                    <a:pt x="92" y="9"/>
                    <a:pt x="84" y="17"/>
                    <a:pt x="84" y="17"/>
                  </a:cubicBezTo>
                  <a:lnTo>
                    <a:pt x="42" y="42"/>
                  </a:lnTo>
                  <a:cubicBezTo>
                    <a:pt x="26" y="42"/>
                    <a:pt x="9" y="58"/>
                    <a:pt x="1" y="75"/>
                  </a:cubicBezTo>
                  <a:cubicBezTo>
                    <a:pt x="1" y="83"/>
                    <a:pt x="1" y="91"/>
                    <a:pt x="1" y="108"/>
                  </a:cubicBezTo>
                  <a:cubicBezTo>
                    <a:pt x="1" y="116"/>
                    <a:pt x="1" y="125"/>
                    <a:pt x="9" y="133"/>
                  </a:cubicBezTo>
                  <a:cubicBezTo>
                    <a:pt x="17" y="141"/>
                    <a:pt x="17" y="141"/>
                    <a:pt x="26" y="149"/>
                  </a:cubicBezTo>
                  <a:cubicBezTo>
                    <a:pt x="34" y="158"/>
                    <a:pt x="42" y="158"/>
                    <a:pt x="50" y="158"/>
                  </a:cubicBezTo>
                  <a:cubicBezTo>
                    <a:pt x="59" y="166"/>
                    <a:pt x="67" y="166"/>
                    <a:pt x="75" y="166"/>
                  </a:cubicBezTo>
                  <a:cubicBezTo>
                    <a:pt x="84" y="158"/>
                    <a:pt x="100" y="158"/>
                    <a:pt x="108" y="149"/>
                  </a:cubicBezTo>
                  <a:cubicBezTo>
                    <a:pt x="117" y="141"/>
                    <a:pt x="125" y="125"/>
                    <a:pt x="142" y="116"/>
                  </a:cubicBezTo>
                  <a:cubicBezTo>
                    <a:pt x="142" y="108"/>
                    <a:pt x="150" y="108"/>
                    <a:pt x="158" y="100"/>
                  </a:cubicBezTo>
                  <a:lnTo>
                    <a:pt x="166" y="83"/>
                  </a:lnTo>
                  <a:lnTo>
                    <a:pt x="175" y="75"/>
                  </a:lnTo>
                  <a:lnTo>
                    <a:pt x="183" y="58"/>
                  </a:lnTo>
                  <a:cubicBezTo>
                    <a:pt x="191" y="50"/>
                    <a:pt x="183" y="25"/>
                    <a:pt x="175" y="17"/>
                  </a:cubicBezTo>
                  <a:cubicBezTo>
                    <a:pt x="175" y="9"/>
                    <a:pt x="166" y="9"/>
                    <a:pt x="158" y="0"/>
                  </a:cubicBezTo>
                  <a:lnTo>
                    <a:pt x="158" y="9"/>
                  </a:lnTo>
                  <a:cubicBezTo>
                    <a:pt x="150" y="0"/>
                    <a:pt x="142" y="0"/>
                    <a:pt x="1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9"/>
            <p:cNvSpPr/>
            <p:nvPr/>
          </p:nvSpPr>
          <p:spPr>
            <a:xfrm>
              <a:off x="6698525" y="4401900"/>
              <a:ext cx="5200" cy="5400"/>
            </a:xfrm>
            <a:custGeom>
              <a:rect b="b" l="l" r="r" t="t"/>
              <a:pathLst>
                <a:path extrusionOk="0" h="216" w="208">
                  <a:moveTo>
                    <a:pt x="166" y="1"/>
                  </a:moveTo>
                  <a:cubicBezTo>
                    <a:pt x="158" y="9"/>
                    <a:pt x="158" y="9"/>
                    <a:pt x="149" y="9"/>
                  </a:cubicBezTo>
                  <a:cubicBezTo>
                    <a:pt x="141" y="17"/>
                    <a:pt x="133" y="25"/>
                    <a:pt x="124" y="34"/>
                  </a:cubicBezTo>
                  <a:cubicBezTo>
                    <a:pt x="108" y="42"/>
                    <a:pt x="91" y="50"/>
                    <a:pt x="83" y="67"/>
                  </a:cubicBezTo>
                  <a:cubicBezTo>
                    <a:pt x="58" y="92"/>
                    <a:pt x="42" y="117"/>
                    <a:pt x="17" y="141"/>
                  </a:cubicBezTo>
                  <a:cubicBezTo>
                    <a:pt x="0" y="158"/>
                    <a:pt x="8" y="191"/>
                    <a:pt x="25" y="208"/>
                  </a:cubicBezTo>
                  <a:cubicBezTo>
                    <a:pt x="33" y="208"/>
                    <a:pt x="50" y="216"/>
                    <a:pt x="58" y="216"/>
                  </a:cubicBezTo>
                  <a:cubicBezTo>
                    <a:pt x="75" y="208"/>
                    <a:pt x="83" y="208"/>
                    <a:pt x="91" y="191"/>
                  </a:cubicBezTo>
                  <a:lnTo>
                    <a:pt x="124" y="158"/>
                  </a:lnTo>
                  <a:cubicBezTo>
                    <a:pt x="133" y="150"/>
                    <a:pt x="141" y="133"/>
                    <a:pt x="158" y="125"/>
                  </a:cubicBezTo>
                  <a:cubicBezTo>
                    <a:pt x="166" y="108"/>
                    <a:pt x="174" y="100"/>
                    <a:pt x="182" y="83"/>
                  </a:cubicBezTo>
                  <a:cubicBezTo>
                    <a:pt x="191" y="75"/>
                    <a:pt x="199" y="67"/>
                    <a:pt x="199" y="59"/>
                  </a:cubicBezTo>
                  <a:cubicBezTo>
                    <a:pt x="199" y="50"/>
                    <a:pt x="207" y="42"/>
                    <a:pt x="207" y="34"/>
                  </a:cubicBezTo>
                  <a:cubicBezTo>
                    <a:pt x="207" y="25"/>
                    <a:pt x="199" y="9"/>
                    <a:pt x="199" y="9"/>
                  </a:cubicBezTo>
                  <a:cubicBezTo>
                    <a:pt x="191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9"/>
            <p:cNvSpPr/>
            <p:nvPr/>
          </p:nvSpPr>
          <p:spPr>
            <a:xfrm>
              <a:off x="6789650" y="4377600"/>
              <a:ext cx="15975" cy="7800"/>
            </a:xfrm>
            <a:custGeom>
              <a:rect b="b" l="l" r="r" t="t"/>
              <a:pathLst>
                <a:path extrusionOk="0" h="312" w="639">
                  <a:moveTo>
                    <a:pt x="69" y="0"/>
                  </a:moveTo>
                  <a:cubicBezTo>
                    <a:pt x="45" y="0"/>
                    <a:pt x="24" y="11"/>
                    <a:pt x="17" y="36"/>
                  </a:cubicBezTo>
                  <a:cubicBezTo>
                    <a:pt x="1" y="69"/>
                    <a:pt x="17" y="103"/>
                    <a:pt x="51" y="111"/>
                  </a:cubicBezTo>
                  <a:cubicBezTo>
                    <a:pt x="133" y="152"/>
                    <a:pt x="216" y="194"/>
                    <a:pt x="299" y="235"/>
                  </a:cubicBezTo>
                  <a:cubicBezTo>
                    <a:pt x="341" y="260"/>
                    <a:pt x="382" y="277"/>
                    <a:pt x="423" y="293"/>
                  </a:cubicBezTo>
                  <a:cubicBezTo>
                    <a:pt x="440" y="301"/>
                    <a:pt x="456" y="301"/>
                    <a:pt x="473" y="310"/>
                  </a:cubicBezTo>
                  <a:lnTo>
                    <a:pt x="506" y="310"/>
                  </a:lnTo>
                  <a:cubicBezTo>
                    <a:pt x="519" y="310"/>
                    <a:pt x="533" y="312"/>
                    <a:pt x="548" y="312"/>
                  </a:cubicBezTo>
                  <a:cubicBezTo>
                    <a:pt x="562" y="312"/>
                    <a:pt x="577" y="310"/>
                    <a:pt x="589" y="301"/>
                  </a:cubicBezTo>
                  <a:cubicBezTo>
                    <a:pt x="622" y="293"/>
                    <a:pt x="639" y="252"/>
                    <a:pt x="622" y="227"/>
                  </a:cubicBezTo>
                  <a:cubicBezTo>
                    <a:pt x="606" y="194"/>
                    <a:pt x="589" y="185"/>
                    <a:pt x="564" y="169"/>
                  </a:cubicBezTo>
                  <a:cubicBezTo>
                    <a:pt x="539" y="152"/>
                    <a:pt x="523" y="136"/>
                    <a:pt x="498" y="127"/>
                  </a:cubicBezTo>
                  <a:cubicBezTo>
                    <a:pt x="448" y="111"/>
                    <a:pt x="407" y="94"/>
                    <a:pt x="357" y="78"/>
                  </a:cubicBezTo>
                  <a:cubicBezTo>
                    <a:pt x="266" y="53"/>
                    <a:pt x="183" y="28"/>
                    <a:pt x="92" y="3"/>
                  </a:cubicBezTo>
                  <a:cubicBezTo>
                    <a:pt x="84" y="1"/>
                    <a:pt x="76" y="0"/>
                    <a:pt x="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9"/>
            <p:cNvSpPr/>
            <p:nvPr/>
          </p:nvSpPr>
          <p:spPr>
            <a:xfrm>
              <a:off x="6811400" y="4384675"/>
              <a:ext cx="7900" cy="3375"/>
            </a:xfrm>
            <a:custGeom>
              <a:rect b="b" l="l" r="r" t="t"/>
              <a:pathLst>
                <a:path extrusionOk="0" h="135" w="316">
                  <a:moveTo>
                    <a:pt x="41" y="0"/>
                  </a:moveTo>
                  <a:cubicBezTo>
                    <a:pt x="19" y="0"/>
                    <a:pt x="1" y="22"/>
                    <a:pt x="1" y="43"/>
                  </a:cubicBezTo>
                  <a:cubicBezTo>
                    <a:pt x="1" y="68"/>
                    <a:pt x="17" y="85"/>
                    <a:pt x="42" y="93"/>
                  </a:cubicBezTo>
                  <a:cubicBezTo>
                    <a:pt x="84" y="101"/>
                    <a:pt x="125" y="110"/>
                    <a:pt x="158" y="118"/>
                  </a:cubicBezTo>
                  <a:cubicBezTo>
                    <a:pt x="183" y="126"/>
                    <a:pt x="200" y="126"/>
                    <a:pt x="224" y="134"/>
                  </a:cubicBezTo>
                  <a:lnTo>
                    <a:pt x="258" y="134"/>
                  </a:lnTo>
                  <a:cubicBezTo>
                    <a:pt x="274" y="134"/>
                    <a:pt x="282" y="134"/>
                    <a:pt x="299" y="126"/>
                  </a:cubicBezTo>
                  <a:cubicBezTo>
                    <a:pt x="316" y="110"/>
                    <a:pt x="316" y="93"/>
                    <a:pt x="307" y="76"/>
                  </a:cubicBezTo>
                  <a:cubicBezTo>
                    <a:pt x="291" y="52"/>
                    <a:pt x="266" y="52"/>
                    <a:pt x="241" y="43"/>
                  </a:cubicBezTo>
                  <a:cubicBezTo>
                    <a:pt x="216" y="35"/>
                    <a:pt x="200" y="27"/>
                    <a:pt x="175" y="27"/>
                  </a:cubicBezTo>
                  <a:cubicBezTo>
                    <a:pt x="133" y="18"/>
                    <a:pt x="92" y="10"/>
                    <a:pt x="50" y="2"/>
                  </a:cubicBezTo>
                  <a:cubicBezTo>
                    <a:pt x="47" y="1"/>
                    <a:pt x="44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9"/>
            <p:cNvSpPr/>
            <p:nvPr/>
          </p:nvSpPr>
          <p:spPr>
            <a:xfrm>
              <a:off x="6684850" y="4382625"/>
              <a:ext cx="10800" cy="4900"/>
            </a:xfrm>
            <a:custGeom>
              <a:rect b="b" l="l" r="r" t="t"/>
              <a:pathLst>
                <a:path extrusionOk="0" h="196" w="432">
                  <a:moveTo>
                    <a:pt x="373" y="1"/>
                  </a:moveTo>
                  <a:cubicBezTo>
                    <a:pt x="315" y="18"/>
                    <a:pt x="257" y="51"/>
                    <a:pt x="199" y="67"/>
                  </a:cubicBezTo>
                  <a:lnTo>
                    <a:pt x="183" y="76"/>
                  </a:lnTo>
                  <a:lnTo>
                    <a:pt x="158" y="76"/>
                  </a:lnTo>
                  <a:cubicBezTo>
                    <a:pt x="174" y="76"/>
                    <a:pt x="149" y="84"/>
                    <a:pt x="149" y="84"/>
                  </a:cubicBezTo>
                  <a:cubicBezTo>
                    <a:pt x="133" y="84"/>
                    <a:pt x="125" y="84"/>
                    <a:pt x="116" y="92"/>
                  </a:cubicBezTo>
                  <a:lnTo>
                    <a:pt x="108" y="92"/>
                  </a:lnTo>
                  <a:cubicBezTo>
                    <a:pt x="91" y="92"/>
                    <a:pt x="83" y="100"/>
                    <a:pt x="75" y="100"/>
                  </a:cubicBezTo>
                  <a:cubicBezTo>
                    <a:pt x="67" y="100"/>
                    <a:pt x="50" y="109"/>
                    <a:pt x="33" y="109"/>
                  </a:cubicBezTo>
                  <a:cubicBezTo>
                    <a:pt x="17" y="109"/>
                    <a:pt x="0" y="125"/>
                    <a:pt x="0" y="142"/>
                  </a:cubicBezTo>
                  <a:cubicBezTo>
                    <a:pt x="0" y="167"/>
                    <a:pt x="17" y="175"/>
                    <a:pt x="33" y="183"/>
                  </a:cubicBezTo>
                  <a:cubicBezTo>
                    <a:pt x="71" y="192"/>
                    <a:pt x="106" y="196"/>
                    <a:pt x="140" y="196"/>
                  </a:cubicBezTo>
                  <a:cubicBezTo>
                    <a:pt x="174" y="196"/>
                    <a:pt x="207" y="192"/>
                    <a:pt x="241" y="183"/>
                  </a:cubicBezTo>
                  <a:cubicBezTo>
                    <a:pt x="274" y="175"/>
                    <a:pt x="307" y="167"/>
                    <a:pt x="332" y="150"/>
                  </a:cubicBezTo>
                  <a:cubicBezTo>
                    <a:pt x="365" y="134"/>
                    <a:pt x="398" y="100"/>
                    <a:pt x="415" y="76"/>
                  </a:cubicBezTo>
                  <a:cubicBezTo>
                    <a:pt x="423" y="59"/>
                    <a:pt x="431" y="42"/>
                    <a:pt x="415" y="26"/>
                  </a:cubicBezTo>
                  <a:cubicBezTo>
                    <a:pt x="409" y="14"/>
                    <a:pt x="398" y="6"/>
                    <a:pt x="386" y="6"/>
                  </a:cubicBezTo>
                  <a:cubicBezTo>
                    <a:pt x="382" y="6"/>
                    <a:pt x="378" y="7"/>
                    <a:pt x="373" y="9"/>
                  </a:cubicBezTo>
                  <a:lnTo>
                    <a:pt x="3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9"/>
            <p:cNvSpPr/>
            <p:nvPr/>
          </p:nvSpPr>
          <p:spPr>
            <a:xfrm>
              <a:off x="6700025" y="4378900"/>
              <a:ext cx="3200" cy="2325"/>
            </a:xfrm>
            <a:custGeom>
              <a:rect b="b" l="l" r="r" t="t"/>
              <a:pathLst>
                <a:path extrusionOk="0" h="93" w="128">
                  <a:moveTo>
                    <a:pt x="63" y="0"/>
                  </a:moveTo>
                  <a:cubicBezTo>
                    <a:pt x="61" y="0"/>
                    <a:pt x="59" y="0"/>
                    <a:pt x="56" y="1"/>
                  </a:cubicBezTo>
                  <a:cubicBezTo>
                    <a:pt x="1" y="9"/>
                    <a:pt x="6" y="93"/>
                    <a:pt x="57" y="93"/>
                  </a:cubicBezTo>
                  <a:cubicBezTo>
                    <a:pt x="60" y="93"/>
                    <a:pt x="62" y="92"/>
                    <a:pt x="64" y="92"/>
                  </a:cubicBezTo>
                  <a:cubicBezTo>
                    <a:pt x="128" y="84"/>
                    <a:pt x="115" y="0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9"/>
            <p:cNvSpPr/>
            <p:nvPr/>
          </p:nvSpPr>
          <p:spPr>
            <a:xfrm>
              <a:off x="6686925" y="4372900"/>
              <a:ext cx="5600" cy="3225"/>
            </a:xfrm>
            <a:custGeom>
              <a:rect b="b" l="l" r="r" t="t"/>
              <a:pathLst>
                <a:path extrusionOk="0" h="129" w="224">
                  <a:moveTo>
                    <a:pt x="199" y="1"/>
                  </a:moveTo>
                  <a:cubicBezTo>
                    <a:pt x="166" y="9"/>
                    <a:pt x="141" y="17"/>
                    <a:pt x="108" y="25"/>
                  </a:cubicBezTo>
                  <a:cubicBezTo>
                    <a:pt x="83" y="34"/>
                    <a:pt x="58" y="50"/>
                    <a:pt x="25" y="59"/>
                  </a:cubicBezTo>
                  <a:cubicBezTo>
                    <a:pt x="8" y="59"/>
                    <a:pt x="0" y="83"/>
                    <a:pt x="8" y="108"/>
                  </a:cubicBezTo>
                  <a:cubicBezTo>
                    <a:pt x="15" y="120"/>
                    <a:pt x="29" y="128"/>
                    <a:pt x="44" y="128"/>
                  </a:cubicBezTo>
                  <a:cubicBezTo>
                    <a:pt x="49" y="128"/>
                    <a:pt x="54" y="127"/>
                    <a:pt x="58" y="125"/>
                  </a:cubicBezTo>
                  <a:cubicBezTo>
                    <a:pt x="83" y="108"/>
                    <a:pt x="108" y="100"/>
                    <a:pt x="133" y="92"/>
                  </a:cubicBezTo>
                  <a:cubicBezTo>
                    <a:pt x="158" y="75"/>
                    <a:pt x="182" y="59"/>
                    <a:pt x="207" y="50"/>
                  </a:cubicBezTo>
                  <a:cubicBezTo>
                    <a:pt x="216" y="42"/>
                    <a:pt x="224" y="34"/>
                    <a:pt x="224" y="25"/>
                  </a:cubicBezTo>
                  <a:cubicBezTo>
                    <a:pt x="216" y="9"/>
                    <a:pt x="207" y="1"/>
                    <a:pt x="1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9"/>
            <p:cNvSpPr/>
            <p:nvPr/>
          </p:nvSpPr>
          <p:spPr>
            <a:xfrm>
              <a:off x="6790700" y="4365025"/>
              <a:ext cx="9950" cy="3525"/>
            </a:xfrm>
            <a:custGeom>
              <a:rect b="b" l="l" r="r" t="t"/>
              <a:pathLst>
                <a:path extrusionOk="0" h="141" w="398">
                  <a:moveTo>
                    <a:pt x="58" y="1"/>
                  </a:moveTo>
                  <a:cubicBezTo>
                    <a:pt x="33" y="1"/>
                    <a:pt x="17" y="9"/>
                    <a:pt x="9" y="34"/>
                  </a:cubicBezTo>
                  <a:cubicBezTo>
                    <a:pt x="0" y="59"/>
                    <a:pt x="17" y="75"/>
                    <a:pt x="33" y="84"/>
                  </a:cubicBezTo>
                  <a:cubicBezTo>
                    <a:pt x="83" y="117"/>
                    <a:pt x="141" y="125"/>
                    <a:pt x="191" y="133"/>
                  </a:cubicBezTo>
                  <a:cubicBezTo>
                    <a:pt x="220" y="137"/>
                    <a:pt x="250" y="141"/>
                    <a:pt x="279" y="141"/>
                  </a:cubicBezTo>
                  <a:cubicBezTo>
                    <a:pt x="315" y="141"/>
                    <a:pt x="349" y="135"/>
                    <a:pt x="381" y="117"/>
                  </a:cubicBezTo>
                  <a:cubicBezTo>
                    <a:pt x="398" y="108"/>
                    <a:pt x="398" y="92"/>
                    <a:pt x="398" y="75"/>
                  </a:cubicBezTo>
                  <a:cubicBezTo>
                    <a:pt x="398" y="50"/>
                    <a:pt x="381" y="42"/>
                    <a:pt x="365" y="34"/>
                  </a:cubicBezTo>
                  <a:cubicBezTo>
                    <a:pt x="340" y="17"/>
                    <a:pt x="307" y="17"/>
                    <a:pt x="282" y="17"/>
                  </a:cubicBezTo>
                  <a:lnTo>
                    <a:pt x="207" y="17"/>
                  </a:lnTo>
                  <a:cubicBezTo>
                    <a:pt x="158" y="9"/>
                    <a:pt x="100" y="9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9"/>
            <p:cNvSpPr/>
            <p:nvPr/>
          </p:nvSpPr>
          <p:spPr>
            <a:xfrm>
              <a:off x="6797525" y="4359175"/>
              <a:ext cx="8525" cy="2775"/>
            </a:xfrm>
            <a:custGeom>
              <a:rect b="b" l="l" r="r" t="t"/>
              <a:pathLst>
                <a:path extrusionOk="0" h="111" w="341">
                  <a:moveTo>
                    <a:pt x="46" y="1"/>
                  </a:moveTo>
                  <a:cubicBezTo>
                    <a:pt x="26" y="1"/>
                    <a:pt x="9" y="15"/>
                    <a:pt x="9" y="36"/>
                  </a:cubicBezTo>
                  <a:cubicBezTo>
                    <a:pt x="1" y="61"/>
                    <a:pt x="17" y="86"/>
                    <a:pt x="42" y="86"/>
                  </a:cubicBezTo>
                  <a:lnTo>
                    <a:pt x="42" y="94"/>
                  </a:lnTo>
                  <a:cubicBezTo>
                    <a:pt x="84" y="94"/>
                    <a:pt x="133" y="102"/>
                    <a:pt x="175" y="102"/>
                  </a:cubicBezTo>
                  <a:cubicBezTo>
                    <a:pt x="191" y="102"/>
                    <a:pt x="216" y="102"/>
                    <a:pt x="241" y="110"/>
                  </a:cubicBezTo>
                  <a:lnTo>
                    <a:pt x="274" y="110"/>
                  </a:lnTo>
                  <a:cubicBezTo>
                    <a:pt x="282" y="102"/>
                    <a:pt x="299" y="102"/>
                    <a:pt x="307" y="102"/>
                  </a:cubicBezTo>
                  <a:cubicBezTo>
                    <a:pt x="332" y="94"/>
                    <a:pt x="340" y="61"/>
                    <a:pt x="315" y="44"/>
                  </a:cubicBezTo>
                  <a:cubicBezTo>
                    <a:pt x="307" y="44"/>
                    <a:pt x="291" y="36"/>
                    <a:pt x="282" y="36"/>
                  </a:cubicBezTo>
                  <a:cubicBezTo>
                    <a:pt x="274" y="28"/>
                    <a:pt x="257" y="28"/>
                    <a:pt x="249" y="28"/>
                  </a:cubicBezTo>
                  <a:lnTo>
                    <a:pt x="183" y="11"/>
                  </a:lnTo>
                  <a:cubicBezTo>
                    <a:pt x="141" y="11"/>
                    <a:pt x="100" y="3"/>
                    <a:pt x="59" y="3"/>
                  </a:cubicBezTo>
                  <a:cubicBezTo>
                    <a:pt x="54" y="1"/>
                    <a:pt x="50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9"/>
            <p:cNvSpPr/>
            <p:nvPr/>
          </p:nvSpPr>
          <p:spPr>
            <a:xfrm>
              <a:off x="6722375" y="4294950"/>
              <a:ext cx="11800" cy="6350"/>
            </a:xfrm>
            <a:custGeom>
              <a:rect b="b" l="l" r="r" t="t"/>
              <a:pathLst>
                <a:path extrusionOk="0" h="254" w="472">
                  <a:moveTo>
                    <a:pt x="415" y="0"/>
                  </a:moveTo>
                  <a:cubicBezTo>
                    <a:pt x="409" y="0"/>
                    <a:pt x="403" y="1"/>
                    <a:pt x="397" y="3"/>
                  </a:cubicBezTo>
                  <a:cubicBezTo>
                    <a:pt x="330" y="28"/>
                    <a:pt x="264" y="53"/>
                    <a:pt x="198" y="78"/>
                  </a:cubicBezTo>
                  <a:cubicBezTo>
                    <a:pt x="165" y="94"/>
                    <a:pt x="132" y="111"/>
                    <a:pt x="107" y="136"/>
                  </a:cubicBezTo>
                  <a:cubicBezTo>
                    <a:pt x="90" y="144"/>
                    <a:pt x="74" y="152"/>
                    <a:pt x="57" y="161"/>
                  </a:cubicBezTo>
                  <a:cubicBezTo>
                    <a:pt x="40" y="169"/>
                    <a:pt x="32" y="186"/>
                    <a:pt x="16" y="202"/>
                  </a:cubicBezTo>
                  <a:cubicBezTo>
                    <a:pt x="1" y="224"/>
                    <a:pt x="19" y="253"/>
                    <a:pt x="41" y="253"/>
                  </a:cubicBezTo>
                  <a:cubicBezTo>
                    <a:pt x="43" y="253"/>
                    <a:pt x="46" y="253"/>
                    <a:pt x="49" y="252"/>
                  </a:cubicBezTo>
                  <a:cubicBezTo>
                    <a:pt x="82" y="244"/>
                    <a:pt x="115" y="235"/>
                    <a:pt x="148" y="219"/>
                  </a:cubicBezTo>
                  <a:lnTo>
                    <a:pt x="239" y="177"/>
                  </a:lnTo>
                  <a:cubicBezTo>
                    <a:pt x="306" y="144"/>
                    <a:pt x="372" y="119"/>
                    <a:pt x="438" y="94"/>
                  </a:cubicBezTo>
                  <a:cubicBezTo>
                    <a:pt x="463" y="86"/>
                    <a:pt x="471" y="53"/>
                    <a:pt x="463" y="28"/>
                  </a:cubicBezTo>
                  <a:cubicBezTo>
                    <a:pt x="451" y="9"/>
                    <a:pt x="433" y="0"/>
                    <a:pt x="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9"/>
            <p:cNvSpPr/>
            <p:nvPr/>
          </p:nvSpPr>
          <p:spPr>
            <a:xfrm>
              <a:off x="6626800" y="4441700"/>
              <a:ext cx="54275" cy="19250"/>
            </a:xfrm>
            <a:custGeom>
              <a:rect b="b" l="l" r="r" t="t"/>
              <a:pathLst>
                <a:path extrusionOk="0" h="770" w="2171">
                  <a:moveTo>
                    <a:pt x="56" y="0"/>
                  </a:moveTo>
                  <a:cubicBezTo>
                    <a:pt x="27" y="0"/>
                    <a:pt x="1" y="35"/>
                    <a:pt x="19" y="66"/>
                  </a:cubicBezTo>
                  <a:cubicBezTo>
                    <a:pt x="118" y="231"/>
                    <a:pt x="251" y="372"/>
                    <a:pt x="408" y="472"/>
                  </a:cubicBezTo>
                  <a:cubicBezTo>
                    <a:pt x="574" y="588"/>
                    <a:pt x="765" y="646"/>
                    <a:pt x="964" y="687"/>
                  </a:cubicBezTo>
                  <a:cubicBezTo>
                    <a:pt x="1171" y="728"/>
                    <a:pt x="1386" y="770"/>
                    <a:pt x="1593" y="770"/>
                  </a:cubicBezTo>
                  <a:cubicBezTo>
                    <a:pt x="1792" y="762"/>
                    <a:pt x="2007" y="704"/>
                    <a:pt x="2148" y="563"/>
                  </a:cubicBezTo>
                  <a:cubicBezTo>
                    <a:pt x="2171" y="548"/>
                    <a:pt x="2152" y="512"/>
                    <a:pt x="2124" y="512"/>
                  </a:cubicBezTo>
                  <a:cubicBezTo>
                    <a:pt x="2121" y="512"/>
                    <a:pt x="2118" y="512"/>
                    <a:pt x="2115" y="513"/>
                  </a:cubicBezTo>
                  <a:lnTo>
                    <a:pt x="2123" y="513"/>
                  </a:lnTo>
                  <a:cubicBezTo>
                    <a:pt x="2024" y="546"/>
                    <a:pt x="1933" y="563"/>
                    <a:pt x="1833" y="579"/>
                  </a:cubicBezTo>
                  <a:cubicBezTo>
                    <a:pt x="1806" y="582"/>
                    <a:pt x="1777" y="583"/>
                    <a:pt x="1748" y="583"/>
                  </a:cubicBezTo>
                  <a:cubicBezTo>
                    <a:pt x="1690" y="583"/>
                    <a:pt x="1629" y="579"/>
                    <a:pt x="1568" y="579"/>
                  </a:cubicBezTo>
                  <a:cubicBezTo>
                    <a:pt x="1378" y="579"/>
                    <a:pt x="1187" y="546"/>
                    <a:pt x="1005" y="513"/>
                  </a:cubicBezTo>
                  <a:cubicBezTo>
                    <a:pt x="640" y="455"/>
                    <a:pt x="317" y="306"/>
                    <a:pt x="85" y="16"/>
                  </a:cubicBezTo>
                  <a:cubicBezTo>
                    <a:pt x="76" y="5"/>
                    <a:pt x="66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9"/>
            <p:cNvSpPr/>
            <p:nvPr/>
          </p:nvSpPr>
          <p:spPr>
            <a:xfrm>
              <a:off x="6681850" y="4447100"/>
              <a:ext cx="15875" cy="7300"/>
            </a:xfrm>
            <a:custGeom>
              <a:rect b="b" l="l" r="r" t="t"/>
              <a:pathLst>
                <a:path extrusionOk="0" h="292" w="635">
                  <a:moveTo>
                    <a:pt x="566" y="0"/>
                  </a:moveTo>
                  <a:cubicBezTo>
                    <a:pt x="530" y="0"/>
                    <a:pt x="495" y="12"/>
                    <a:pt x="460" y="24"/>
                  </a:cubicBezTo>
                  <a:cubicBezTo>
                    <a:pt x="410" y="40"/>
                    <a:pt x="369" y="65"/>
                    <a:pt x="319" y="82"/>
                  </a:cubicBezTo>
                  <a:cubicBezTo>
                    <a:pt x="228" y="123"/>
                    <a:pt x="137" y="164"/>
                    <a:pt x="46" y="206"/>
                  </a:cubicBezTo>
                  <a:cubicBezTo>
                    <a:pt x="1" y="228"/>
                    <a:pt x="23" y="291"/>
                    <a:pt x="65" y="291"/>
                  </a:cubicBezTo>
                  <a:cubicBezTo>
                    <a:pt x="69" y="291"/>
                    <a:pt x="74" y="290"/>
                    <a:pt x="79" y="289"/>
                  </a:cubicBezTo>
                  <a:cubicBezTo>
                    <a:pt x="178" y="256"/>
                    <a:pt x="269" y="222"/>
                    <a:pt x="361" y="189"/>
                  </a:cubicBezTo>
                  <a:cubicBezTo>
                    <a:pt x="410" y="173"/>
                    <a:pt x="452" y="164"/>
                    <a:pt x="493" y="140"/>
                  </a:cubicBezTo>
                  <a:cubicBezTo>
                    <a:pt x="535" y="123"/>
                    <a:pt x="601" y="98"/>
                    <a:pt x="626" y="57"/>
                  </a:cubicBezTo>
                  <a:cubicBezTo>
                    <a:pt x="634" y="40"/>
                    <a:pt x="634" y="7"/>
                    <a:pt x="609" y="7"/>
                  </a:cubicBezTo>
                  <a:cubicBezTo>
                    <a:pt x="595" y="2"/>
                    <a:pt x="580" y="0"/>
                    <a:pt x="5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9"/>
            <p:cNvSpPr/>
            <p:nvPr/>
          </p:nvSpPr>
          <p:spPr>
            <a:xfrm>
              <a:off x="6814100" y="4298750"/>
              <a:ext cx="5400" cy="6650"/>
            </a:xfrm>
            <a:custGeom>
              <a:rect b="b" l="l" r="r" t="t"/>
              <a:pathLst>
                <a:path extrusionOk="0" h="266" w="216">
                  <a:moveTo>
                    <a:pt x="0" y="0"/>
                  </a:moveTo>
                  <a:lnTo>
                    <a:pt x="0" y="9"/>
                  </a:lnTo>
                  <a:cubicBezTo>
                    <a:pt x="9" y="25"/>
                    <a:pt x="17" y="34"/>
                    <a:pt x="25" y="50"/>
                  </a:cubicBezTo>
                  <a:cubicBezTo>
                    <a:pt x="92" y="125"/>
                    <a:pt x="158" y="191"/>
                    <a:pt x="216" y="265"/>
                  </a:cubicBezTo>
                  <a:lnTo>
                    <a:pt x="216" y="249"/>
                  </a:lnTo>
                  <a:lnTo>
                    <a:pt x="216" y="232"/>
                  </a:lnTo>
                  <a:cubicBezTo>
                    <a:pt x="208" y="224"/>
                    <a:pt x="208" y="216"/>
                    <a:pt x="199" y="207"/>
                  </a:cubicBezTo>
                  <a:cubicBezTo>
                    <a:pt x="141" y="133"/>
                    <a:pt x="75" y="6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9"/>
            <p:cNvSpPr/>
            <p:nvPr/>
          </p:nvSpPr>
          <p:spPr>
            <a:xfrm>
              <a:off x="6388650" y="4086150"/>
              <a:ext cx="448250" cy="495375"/>
            </a:xfrm>
            <a:custGeom>
              <a:rect b="b" l="l" r="r" t="t"/>
              <a:pathLst>
                <a:path extrusionOk="0" h="19815" w="17930">
                  <a:moveTo>
                    <a:pt x="16049" y="12755"/>
                  </a:moveTo>
                  <a:lnTo>
                    <a:pt x="16049" y="12755"/>
                  </a:lnTo>
                  <a:cubicBezTo>
                    <a:pt x="16157" y="12805"/>
                    <a:pt x="16248" y="12871"/>
                    <a:pt x="16314" y="12962"/>
                  </a:cubicBezTo>
                  <a:cubicBezTo>
                    <a:pt x="16397" y="13070"/>
                    <a:pt x="16447" y="13194"/>
                    <a:pt x="16496" y="13318"/>
                  </a:cubicBezTo>
                  <a:cubicBezTo>
                    <a:pt x="16538" y="13418"/>
                    <a:pt x="16579" y="13525"/>
                    <a:pt x="16604" y="13633"/>
                  </a:cubicBezTo>
                  <a:cubicBezTo>
                    <a:pt x="16604" y="13658"/>
                    <a:pt x="16604" y="13683"/>
                    <a:pt x="16596" y="13708"/>
                  </a:cubicBezTo>
                  <a:cubicBezTo>
                    <a:pt x="16588" y="13782"/>
                    <a:pt x="16571" y="13857"/>
                    <a:pt x="16563" y="13940"/>
                  </a:cubicBezTo>
                  <a:lnTo>
                    <a:pt x="16563" y="13948"/>
                  </a:lnTo>
                  <a:cubicBezTo>
                    <a:pt x="16546" y="14006"/>
                    <a:pt x="16521" y="14056"/>
                    <a:pt x="16496" y="14114"/>
                  </a:cubicBezTo>
                  <a:cubicBezTo>
                    <a:pt x="16430" y="14014"/>
                    <a:pt x="16389" y="13898"/>
                    <a:pt x="16356" y="13774"/>
                  </a:cubicBezTo>
                  <a:cubicBezTo>
                    <a:pt x="16306" y="13617"/>
                    <a:pt x="16289" y="13459"/>
                    <a:pt x="16256" y="13302"/>
                  </a:cubicBezTo>
                  <a:cubicBezTo>
                    <a:pt x="16215" y="13103"/>
                    <a:pt x="16157" y="12912"/>
                    <a:pt x="16049" y="12755"/>
                  </a:cubicBezTo>
                  <a:close/>
                  <a:moveTo>
                    <a:pt x="12608" y="173"/>
                  </a:moveTo>
                  <a:cubicBezTo>
                    <a:pt x="12661" y="173"/>
                    <a:pt x="12716" y="178"/>
                    <a:pt x="12768" y="186"/>
                  </a:cubicBezTo>
                  <a:cubicBezTo>
                    <a:pt x="13423" y="285"/>
                    <a:pt x="13920" y="849"/>
                    <a:pt x="14243" y="1387"/>
                  </a:cubicBezTo>
                  <a:cubicBezTo>
                    <a:pt x="14599" y="1984"/>
                    <a:pt x="14790" y="2671"/>
                    <a:pt x="14881" y="3359"/>
                  </a:cubicBezTo>
                  <a:cubicBezTo>
                    <a:pt x="14931" y="3740"/>
                    <a:pt x="14947" y="4130"/>
                    <a:pt x="14972" y="4511"/>
                  </a:cubicBezTo>
                  <a:cubicBezTo>
                    <a:pt x="14980" y="4734"/>
                    <a:pt x="15013" y="4958"/>
                    <a:pt x="15113" y="5149"/>
                  </a:cubicBezTo>
                  <a:cubicBezTo>
                    <a:pt x="14964" y="5124"/>
                    <a:pt x="14806" y="5107"/>
                    <a:pt x="14657" y="5091"/>
                  </a:cubicBezTo>
                  <a:cubicBezTo>
                    <a:pt x="14525" y="5066"/>
                    <a:pt x="14384" y="5058"/>
                    <a:pt x="14259" y="5008"/>
                  </a:cubicBezTo>
                  <a:cubicBezTo>
                    <a:pt x="14044" y="4925"/>
                    <a:pt x="13887" y="4743"/>
                    <a:pt x="13737" y="4585"/>
                  </a:cubicBezTo>
                  <a:cubicBezTo>
                    <a:pt x="13563" y="4411"/>
                    <a:pt x="13389" y="4254"/>
                    <a:pt x="13157" y="4171"/>
                  </a:cubicBezTo>
                  <a:cubicBezTo>
                    <a:pt x="13033" y="4130"/>
                    <a:pt x="12917" y="4113"/>
                    <a:pt x="12785" y="4113"/>
                  </a:cubicBezTo>
                  <a:cubicBezTo>
                    <a:pt x="12743" y="4113"/>
                    <a:pt x="12702" y="4115"/>
                    <a:pt x="12661" y="4115"/>
                  </a:cubicBezTo>
                  <a:cubicBezTo>
                    <a:pt x="12579" y="4115"/>
                    <a:pt x="12500" y="4108"/>
                    <a:pt x="12428" y="4063"/>
                  </a:cubicBezTo>
                  <a:cubicBezTo>
                    <a:pt x="12416" y="4055"/>
                    <a:pt x="12403" y="4052"/>
                    <a:pt x="12391" y="4052"/>
                  </a:cubicBezTo>
                  <a:cubicBezTo>
                    <a:pt x="12341" y="4052"/>
                    <a:pt x="12307" y="4113"/>
                    <a:pt x="12354" y="4146"/>
                  </a:cubicBezTo>
                  <a:cubicBezTo>
                    <a:pt x="12511" y="4254"/>
                    <a:pt x="12702" y="4254"/>
                    <a:pt x="12884" y="4287"/>
                  </a:cubicBezTo>
                  <a:cubicBezTo>
                    <a:pt x="13083" y="4320"/>
                    <a:pt x="13265" y="4411"/>
                    <a:pt x="13423" y="4544"/>
                  </a:cubicBezTo>
                  <a:cubicBezTo>
                    <a:pt x="13563" y="4668"/>
                    <a:pt x="13679" y="4817"/>
                    <a:pt x="13820" y="4942"/>
                  </a:cubicBezTo>
                  <a:cubicBezTo>
                    <a:pt x="13961" y="5074"/>
                    <a:pt x="14110" y="5165"/>
                    <a:pt x="14301" y="5207"/>
                  </a:cubicBezTo>
                  <a:cubicBezTo>
                    <a:pt x="14425" y="5232"/>
                    <a:pt x="14558" y="5240"/>
                    <a:pt x="14682" y="5256"/>
                  </a:cubicBezTo>
                  <a:cubicBezTo>
                    <a:pt x="14823" y="5273"/>
                    <a:pt x="14964" y="5290"/>
                    <a:pt x="15105" y="5298"/>
                  </a:cubicBezTo>
                  <a:cubicBezTo>
                    <a:pt x="15138" y="5298"/>
                    <a:pt x="15163" y="5281"/>
                    <a:pt x="15171" y="5265"/>
                  </a:cubicBezTo>
                  <a:cubicBezTo>
                    <a:pt x="15221" y="5339"/>
                    <a:pt x="15279" y="5406"/>
                    <a:pt x="15345" y="5455"/>
                  </a:cubicBezTo>
                  <a:cubicBezTo>
                    <a:pt x="15353" y="5464"/>
                    <a:pt x="15361" y="5472"/>
                    <a:pt x="15370" y="5472"/>
                  </a:cubicBezTo>
                  <a:cubicBezTo>
                    <a:pt x="15444" y="5580"/>
                    <a:pt x="15535" y="5671"/>
                    <a:pt x="15627" y="5754"/>
                  </a:cubicBezTo>
                  <a:cubicBezTo>
                    <a:pt x="15776" y="5886"/>
                    <a:pt x="15950" y="5986"/>
                    <a:pt x="16091" y="6118"/>
                  </a:cubicBezTo>
                  <a:cubicBezTo>
                    <a:pt x="16215" y="6242"/>
                    <a:pt x="16306" y="6400"/>
                    <a:pt x="16347" y="6574"/>
                  </a:cubicBezTo>
                  <a:cubicBezTo>
                    <a:pt x="16314" y="6549"/>
                    <a:pt x="16281" y="6524"/>
                    <a:pt x="16248" y="6499"/>
                  </a:cubicBezTo>
                  <a:cubicBezTo>
                    <a:pt x="16165" y="6458"/>
                    <a:pt x="16074" y="6433"/>
                    <a:pt x="15983" y="6433"/>
                  </a:cubicBezTo>
                  <a:cubicBezTo>
                    <a:pt x="15875" y="6433"/>
                    <a:pt x="15784" y="6450"/>
                    <a:pt x="15685" y="6491"/>
                  </a:cubicBezTo>
                  <a:cubicBezTo>
                    <a:pt x="15585" y="6532"/>
                    <a:pt x="15494" y="6599"/>
                    <a:pt x="15403" y="6648"/>
                  </a:cubicBezTo>
                  <a:cubicBezTo>
                    <a:pt x="15344" y="6685"/>
                    <a:pt x="15363" y="6760"/>
                    <a:pt x="15420" y="6760"/>
                  </a:cubicBezTo>
                  <a:cubicBezTo>
                    <a:pt x="15427" y="6760"/>
                    <a:pt x="15436" y="6759"/>
                    <a:pt x="15444" y="6756"/>
                  </a:cubicBezTo>
                  <a:cubicBezTo>
                    <a:pt x="15535" y="6723"/>
                    <a:pt x="15618" y="6698"/>
                    <a:pt x="15709" y="6682"/>
                  </a:cubicBezTo>
                  <a:cubicBezTo>
                    <a:pt x="15784" y="6665"/>
                    <a:pt x="15867" y="6648"/>
                    <a:pt x="15941" y="6648"/>
                  </a:cubicBezTo>
                  <a:cubicBezTo>
                    <a:pt x="16008" y="6648"/>
                    <a:pt x="16074" y="6665"/>
                    <a:pt x="16132" y="6698"/>
                  </a:cubicBezTo>
                  <a:cubicBezTo>
                    <a:pt x="16165" y="6706"/>
                    <a:pt x="16198" y="6731"/>
                    <a:pt x="16223" y="6748"/>
                  </a:cubicBezTo>
                  <a:cubicBezTo>
                    <a:pt x="16256" y="6773"/>
                    <a:pt x="16289" y="6814"/>
                    <a:pt x="16331" y="6822"/>
                  </a:cubicBezTo>
                  <a:cubicBezTo>
                    <a:pt x="16342" y="6822"/>
                    <a:pt x="16349" y="6826"/>
                    <a:pt x="16355" y="6826"/>
                  </a:cubicBezTo>
                  <a:cubicBezTo>
                    <a:pt x="16358" y="6826"/>
                    <a:pt x="16361" y="6825"/>
                    <a:pt x="16364" y="6822"/>
                  </a:cubicBezTo>
                  <a:cubicBezTo>
                    <a:pt x="16364" y="6914"/>
                    <a:pt x="16364" y="6996"/>
                    <a:pt x="16389" y="7079"/>
                  </a:cubicBezTo>
                  <a:cubicBezTo>
                    <a:pt x="16430" y="7187"/>
                    <a:pt x="16505" y="7286"/>
                    <a:pt x="16579" y="7369"/>
                  </a:cubicBezTo>
                  <a:lnTo>
                    <a:pt x="16588" y="7378"/>
                  </a:lnTo>
                  <a:cubicBezTo>
                    <a:pt x="16596" y="7411"/>
                    <a:pt x="16596" y="7444"/>
                    <a:pt x="16604" y="7477"/>
                  </a:cubicBezTo>
                  <a:cubicBezTo>
                    <a:pt x="16596" y="7485"/>
                    <a:pt x="16588" y="7502"/>
                    <a:pt x="16588" y="7527"/>
                  </a:cubicBezTo>
                  <a:cubicBezTo>
                    <a:pt x="16596" y="7568"/>
                    <a:pt x="16621" y="7618"/>
                    <a:pt x="16654" y="7659"/>
                  </a:cubicBezTo>
                  <a:lnTo>
                    <a:pt x="16654" y="7668"/>
                  </a:lnTo>
                  <a:cubicBezTo>
                    <a:pt x="16704" y="7734"/>
                    <a:pt x="16762" y="7792"/>
                    <a:pt x="16803" y="7850"/>
                  </a:cubicBezTo>
                  <a:cubicBezTo>
                    <a:pt x="16886" y="7949"/>
                    <a:pt x="16969" y="8057"/>
                    <a:pt x="17052" y="8165"/>
                  </a:cubicBezTo>
                  <a:cubicBezTo>
                    <a:pt x="17217" y="8355"/>
                    <a:pt x="17408" y="8546"/>
                    <a:pt x="17524" y="8778"/>
                  </a:cubicBezTo>
                  <a:cubicBezTo>
                    <a:pt x="17648" y="9001"/>
                    <a:pt x="17623" y="9250"/>
                    <a:pt x="17565" y="9490"/>
                  </a:cubicBezTo>
                  <a:cubicBezTo>
                    <a:pt x="17507" y="9739"/>
                    <a:pt x="17424" y="9979"/>
                    <a:pt x="17391" y="10228"/>
                  </a:cubicBezTo>
                  <a:cubicBezTo>
                    <a:pt x="17375" y="10302"/>
                    <a:pt x="17366" y="10369"/>
                    <a:pt x="17366" y="10443"/>
                  </a:cubicBezTo>
                  <a:cubicBezTo>
                    <a:pt x="17325" y="10261"/>
                    <a:pt x="17284" y="10079"/>
                    <a:pt x="17217" y="9905"/>
                  </a:cubicBezTo>
                  <a:cubicBezTo>
                    <a:pt x="17212" y="9891"/>
                    <a:pt x="17202" y="9886"/>
                    <a:pt x="17192" y="9886"/>
                  </a:cubicBezTo>
                  <a:cubicBezTo>
                    <a:pt x="17170" y="9886"/>
                    <a:pt x="17145" y="9910"/>
                    <a:pt x="17151" y="9938"/>
                  </a:cubicBezTo>
                  <a:cubicBezTo>
                    <a:pt x="17184" y="10021"/>
                    <a:pt x="17201" y="10112"/>
                    <a:pt x="17209" y="10195"/>
                  </a:cubicBezTo>
                  <a:lnTo>
                    <a:pt x="17143" y="10045"/>
                  </a:lnTo>
                  <a:cubicBezTo>
                    <a:pt x="17101" y="9979"/>
                    <a:pt x="17060" y="9913"/>
                    <a:pt x="17027" y="9847"/>
                  </a:cubicBezTo>
                  <a:lnTo>
                    <a:pt x="17027" y="9847"/>
                  </a:lnTo>
                  <a:cubicBezTo>
                    <a:pt x="17027" y="9871"/>
                    <a:pt x="17035" y="9905"/>
                    <a:pt x="17035" y="9938"/>
                  </a:cubicBezTo>
                  <a:cubicBezTo>
                    <a:pt x="17002" y="9880"/>
                    <a:pt x="16969" y="9822"/>
                    <a:pt x="16927" y="9755"/>
                  </a:cubicBezTo>
                  <a:cubicBezTo>
                    <a:pt x="16770" y="9349"/>
                    <a:pt x="16447" y="9026"/>
                    <a:pt x="16099" y="8778"/>
                  </a:cubicBezTo>
                  <a:cubicBezTo>
                    <a:pt x="15726" y="8513"/>
                    <a:pt x="15287" y="8330"/>
                    <a:pt x="14831" y="8264"/>
                  </a:cubicBezTo>
                  <a:cubicBezTo>
                    <a:pt x="14699" y="8242"/>
                    <a:pt x="14558" y="8222"/>
                    <a:pt x="14419" y="8222"/>
                  </a:cubicBezTo>
                  <a:cubicBezTo>
                    <a:pt x="14295" y="8222"/>
                    <a:pt x="14173" y="8238"/>
                    <a:pt x="14061" y="8281"/>
                  </a:cubicBezTo>
                  <a:cubicBezTo>
                    <a:pt x="14019" y="8306"/>
                    <a:pt x="14027" y="8372"/>
                    <a:pt x="14077" y="8380"/>
                  </a:cubicBezTo>
                  <a:cubicBezTo>
                    <a:pt x="14284" y="8422"/>
                    <a:pt x="14500" y="8397"/>
                    <a:pt x="14707" y="8422"/>
                  </a:cubicBezTo>
                  <a:cubicBezTo>
                    <a:pt x="14798" y="8430"/>
                    <a:pt x="14889" y="8446"/>
                    <a:pt x="14980" y="8463"/>
                  </a:cubicBezTo>
                  <a:cubicBezTo>
                    <a:pt x="14964" y="8488"/>
                    <a:pt x="14972" y="8513"/>
                    <a:pt x="14997" y="8513"/>
                  </a:cubicBezTo>
                  <a:cubicBezTo>
                    <a:pt x="15436" y="8645"/>
                    <a:pt x="15859" y="8844"/>
                    <a:pt x="16215" y="9151"/>
                  </a:cubicBezTo>
                  <a:cubicBezTo>
                    <a:pt x="16563" y="9457"/>
                    <a:pt x="16820" y="9847"/>
                    <a:pt x="17027" y="10261"/>
                  </a:cubicBezTo>
                  <a:cubicBezTo>
                    <a:pt x="17118" y="10451"/>
                    <a:pt x="17201" y="10642"/>
                    <a:pt x="17275" y="10849"/>
                  </a:cubicBezTo>
                  <a:cubicBezTo>
                    <a:pt x="17275" y="10874"/>
                    <a:pt x="17275" y="10907"/>
                    <a:pt x="17284" y="10932"/>
                  </a:cubicBezTo>
                  <a:cubicBezTo>
                    <a:pt x="17300" y="11007"/>
                    <a:pt x="17308" y="11156"/>
                    <a:pt x="17391" y="11189"/>
                  </a:cubicBezTo>
                  <a:cubicBezTo>
                    <a:pt x="17433" y="11313"/>
                    <a:pt x="17466" y="11437"/>
                    <a:pt x="17499" y="11562"/>
                  </a:cubicBezTo>
                  <a:cubicBezTo>
                    <a:pt x="17565" y="11785"/>
                    <a:pt x="17648" y="12017"/>
                    <a:pt x="17690" y="12249"/>
                  </a:cubicBezTo>
                  <a:cubicBezTo>
                    <a:pt x="17731" y="12490"/>
                    <a:pt x="17673" y="12689"/>
                    <a:pt x="17540" y="12879"/>
                  </a:cubicBezTo>
                  <a:cubicBezTo>
                    <a:pt x="17383" y="13111"/>
                    <a:pt x="17201" y="13327"/>
                    <a:pt x="17018" y="13550"/>
                  </a:cubicBezTo>
                  <a:cubicBezTo>
                    <a:pt x="16960" y="13617"/>
                    <a:pt x="16902" y="13691"/>
                    <a:pt x="16844" y="13757"/>
                  </a:cubicBezTo>
                  <a:cubicBezTo>
                    <a:pt x="16844" y="13741"/>
                    <a:pt x="16844" y="13716"/>
                    <a:pt x="16836" y="13699"/>
                  </a:cubicBezTo>
                  <a:cubicBezTo>
                    <a:pt x="16836" y="13674"/>
                    <a:pt x="16836" y="13658"/>
                    <a:pt x="16828" y="13641"/>
                  </a:cubicBezTo>
                  <a:cubicBezTo>
                    <a:pt x="16828" y="13625"/>
                    <a:pt x="16828" y="13617"/>
                    <a:pt x="16828" y="13600"/>
                  </a:cubicBezTo>
                  <a:cubicBezTo>
                    <a:pt x="16828" y="13459"/>
                    <a:pt x="16803" y="13318"/>
                    <a:pt x="16762" y="13177"/>
                  </a:cubicBezTo>
                  <a:cubicBezTo>
                    <a:pt x="16687" y="12912"/>
                    <a:pt x="16513" y="12664"/>
                    <a:pt x="16281" y="12506"/>
                  </a:cubicBezTo>
                  <a:cubicBezTo>
                    <a:pt x="16024" y="12324"/>
                    <a:pt x="15701" y="12274"/>
                    <a:pt x="15395" y="12216"/>
                  </a:cubicBezTo>
                  <a:cubicBezTo>
                    <a:pt x="15229" y="12191"/>
                    <a:pt x="15063" y="12167"/>
                    <a:pt x="14914" y="12100"/>
                  </a:cubicBezTo>
                  <a:cubicBezTo>
                    <a:pt x="14831" y="12075"/>
                    <a:pt x="14790" y="12026"/>
                    <a:pt x="14773" y="11943"/>
                  </a:cubicBezTo>
                  <a:cubicBezTo>
                    <a:pt x="14748" y="11852"/>
                    <a:pt x="14740" y="11761"/>
                    <a:pt x="14723" y="11669"/>
                  </a:cubicBezTo>
                  <a:cubicBezTo>
                    <a:pt x="14707" y="11570"/>
                    <a:pt x="14690" y="11479"/>
                    <a:pt x="14682" y="11388"/>
                  </a:cubicBezTo>
                  <a:cubicBezTo>
                    <a:pt x="14665" y="11263"/>
                    <a:pt x="14649" y="11131"/>
                    <a:pt x="14624" y="10998"/>
                  </a:cubicBezTo>
                  <a:cubicBezTo>
                    <a:pt x="14607" y="10891"/>
                    <a:pt x="14591" y="10791"/>
                    <a:pt x="14566" y="10683"/>
                  </a:cubicBezTo>
                  <a:cubicBezTo>
                    <a:pt x="14566" y="10675"/>
                    <a:pt x="14566" y="10667"/>
                    <a:pt x="14566" y="10667"/>
                  </a:cubicBezTo>
                  <a:cubicBezTo>
                    <a:pt x="14566" y="10659"/>
                    <a:pt x="14574" y="10650"/>
                    <a:pt x="14574" y="10642"/>
                  </a:cubicBezTo>
                  <a:cubicBezTo>
                    <a:pt x="14574" y="10551"/>
                    <a:pt x="14574" y="10468"/>
                    <a:pt x="14583" y="10385"/>
                  </a:cubicBezTo>
                  <a:cubicBezTo>
                    <a:pt x="14583" y="10344"/>
                    <a:pt x="14583" y="10302"/>
                    <a:pt x="14591" y="10269"/>
                  </a:cubicBezTo>
                  <a:cubicBezTo>
                    <a:pt x="14591" y="10244"/>
                    <a:pt x="14583" y="10195"/>
                    <a:pt x="14599" y="10170"/>
                  </a:cubicBezTo>
                  <a:cubicBezTo>
                    <a:pt x="14624" y="10137"/>
                    <a:pt x="14690" y="10120"/>
                    <a:pt x="14732" y="10103"/>
                  </a:cubicBezTo>
                  <a:cubicBezTo>
                    <a:pt x="14790" y="10079"/>
                    <a:pt x="14856" y="10045"/>
                    <a:pt x="14914" y="10004"/>
                  </a:cubicBezTo>
                  <a:cubicBezTo>
                    <a:pt x="15138" y="9863"/>
                    <a:pt x="15295" y="9631"/>
                    <a:pt x="15221" y="9358"/>
                  </a:cubicBezTo>
                  <a:cubicBezTo>
                    <a:pt x="15146" y="9084"/>
                    <a:pt x="14922" y="8861"/>
                    <a:pt x="14665" y="8761"/>
                  </a:cubicBezTo>
                  <a:cubicBezTo>
                    <a:pt x="14534" y="8703"/>
                    <a:pt x="14394" y="8681"/>
                    <a:pt x="14254" y="8681"/>
                  </a:cubicBezTo>
                  <a:cubicBezTo>
                    <a:pt x="14094" y="8681"/>
                    <a:pt x="13933" y="8709"/>
                    <a:pt x="13779" y="8745"/>
                  </a:cubicBezTo>
                  <a:cubicBezTo>
                    <a:pt x="13406" y="8836"/>
                    <a:pt x="13041" y="8960"/>
                    <a:pt x="12702" y="9142"/>
                  </a:cubicBezTo>
                  <a:cubicBezTo>
                    <a:pt x="12685" y="9151"/>
                    <a:pt x="12677" y="9167"/>
                    <a:pt x="12677" y="9184"/>
                  </a:cubicBezTo>
                  <a:cubicBezTo>
                    <a:pt x="12644" y="9209"/>
                    <a:pt x="12602" y="9233"/>
                    <a:pt x="12577" y="9275"/>
                  </a:cubicBezTo>
                  <a:cubicBezTo>
                    <a:pt x="12412" y="9465"/>
                    <a:pt x="12437" y="9772"/>
                    <a:pt x="12437" y="10004"/>
                  </a:cubicBezTo>
                  <a:cubicBezTo>
                    <a:pt x="12437" y="10128"/>
                    <a:pt x="12453" y="10253"/>
                    <a:pt x="12519" y="10352"/>
                  </a:cubicBezTo>
                  <a:cubicBezTo>
                    <a:pt x="12586" y="10451"/>
                    <a:pt x="12677" y="10501"/>
                    <a:pt x="12785" y="10526"/>
                  </a:cubicBezTo>
                  <a:cubicBezTo>
                    <a:pt x="12901" y="10559"/>
                    <a:pt x="13025" y="10559"/>
                    <a:pt x="13141" y="10559"/>
                  </a:cubicBezTo>
                  <a:cubicBezTo>
                    <a:pt x="13185" y="10562"/>
                    <a:pt x="13228" y="10563"/>
                    <a:pt x="13272" y="10563"/>
                  </a:cubicBezTo>
                  <a:cubicBezTo>
                    <a:pt x="13377" y="10563"/>
                    <a:pt x="13480" y="10557"/>
                    <a:pt x="13580" y="10551"/>
                  </a:cubicBezTo>
                  <a:cubicBezTo>
                    <a:pt x="13686" y="10543"/>
                    <a:pt x="13840" y="10510"/>
                    <a:pt x="13983" y="10510"/>
                  </a:cubicBezTo>
                  <a:cubicBezTo>
                    <a:pt x="14131" y="10510"/>
                    <a:pt x="14267" y="10545"/>
                    <a:pt x="14326" y="10675"/>
                  </a:cubicBezTo>
                  <a:cubicBezTo>
                    <a:pt x="14342" y="10708"/>
                    <a:pt x="14367" y="10733"/>
                    <a:pt x="14400" y="10741"/>
                  </a:cubicBezTo>
                  <a:cubicBezTo>
                    <a:pt x="14417" y="10833"/>
                    <a:pt x="14425" y="10924"/>
                    <a:pt x="14433" y="11015"/>
                  </a:cubicBezTo>
                  <a:cubicBezTo>
                    <a:pt x="14458" y="11222"/>
                    <a:pt x="14475" y="11437"/>
                    <a:pt x="14491" y="11645"/>
                  </a:cubicBezTo>
                  <a:cubicBezTo>
                    <a:pt x="14491" y="11752"/>
                    <a:pt x="14500" y="11852"/>
                    <a:pt x="14500" y="11959"/>
                  </a:cubicBezTo>
                  <a:cubicBezTo>
                    <a:pt x="14508" y="12034"/>
                    <a:pt x="14516" y="12117"/>
                    <a:pt x="14458" y="12183"/>
                  </a:cubicBezTo>
                  <a:cubicBezTo>
                    <a:pt x="14450" y="12191"/>
                    <a:pt x="14442" y="12200"/>
                    <a:pt x="14425" y="12208"/>
                  </a:cubicBezTo>
                  <a:lnTo>
                    <a:pt x="14400" y="12208"/>
                  </a:lnTo>
                  <a:cubicBezTo>
                    <a:pt x="13895" y="12481"/>
                    <a:pt x="13713" y="13028"/>
                    <a:pt x="13555" y="13542"/>
                  </a:cubicBezTo>
                  <a:cubicBezTo>
                    <a:pt x="13472" y="13815"/>
                    <a:pt x="13389" y="14089"/>
                    <a:pt x="13240" y="14321"/>
                  </a:cubicBezTo>
                  <a:cubicBezTo>
                    <a:pt x="13075" y="14586"/>
                    <a:pt x="12826" y="14752"/>
                    <a:pt x="12544" y="14876"/>
                  </a:cubicBezTo>
                  <a:cubicBezTo>
                    <a:pt x="11931" y="15149"/>
                    <a:pt x="11252" y="15282"/>
                    <a:pt x="10581" y="15298"/>
                  </a:cubicBezTo>
                  <a:cubicBezTo>
                    <a:pt x="10549" y="15299"/>
                    <a:pt x="10518" y="15300"/>
                    <a:pt x="10486" y="15300"/>
                  </a:cubicBezTo>
                  <a:cubicBezTo>
                    <a:pt x="10251" y="15300"/>
                    <a:pt x="10013" y="15271"/>
                    <a:pt x="9794" y="15191"/>
                  </a:cubicBezTo>
                  <a:cubicBezTo>
                    <a:pt x="9537" y="15100"/>
                    <a:pt x="9330" y="14926"/>
                    <a:pt x="9205" y="14685"/>
                  </a:cubicBezTo>
                  <a:cubicBezTo>
                    <a:pt x="9064" y="14404"/>
                    <a:pt x="9073" y="14064"/>
                    <a:pt x="9172" y="13766"/>
                  </a:cubicBezTo>
                  <a:cubicBezTo>
                    <a:pt x="9230" y="13608"/>
                    <a:pt x="9305" y="13467"/>
                    <a:pt x="9404" y="13327"/>
                  </a:cubicBezTo>
                  <a:cubicBezTo>
                    <a:pt x="9495" y="13194"/>
                    <a:pt x="9595" y="13053"/>
                    <a:pt x="9702" y="12929"/>
                  </a:cubicBezTo>
                  <a:cubicBezTo>
                    <a:pt x="9729" y="12896"/>
                    <a:pt x="9698" y="12853"/>
                    <a:pt x="9663" y="12853"/>
                  </a:cubicBezTo>
                  <a:cubicBezTo>
                    <a:pt x="9654" y="12853"/>
                    <a:pt x="9645" y="12856"/>
                    <a:pt x="9636" y="12863"/>
                  </a:cubicBezTo>
                  <a:cubicBezTo>
                    <a:pt x="9512" y="12962"/>
                    <a:pt x="9404" y="13053"/>
                    <a:pt x="9305" y="13177"/>
                  </a:cubicBezTo>
                  <a:cubicBezTo>
                    <a:pt x="9214" y="13293"/>
                    <a:pt x="9131" y="13434"/>
                    <a:pt x="9064" y="13567"/>
                  </a:cubicBezTo>
                  <a:cubicBezTo>
                    <a:pt x="8940" y="13840"/>
                    <a:pt x="8882" y="14147"/>
                    <a:pt x="8924" y="14445"/>
                  </a:cubicBezTo>
                  <a:cubicBezTo>
                    <a:pt x="8965" y="14752"/>
                    <a:pt x="9098" y="15025"/>
                    <a:pt x="9338" y="15224"/>
                  </a:cubicBezTo>
                  <a:cubicBezTo>
                    <a:pt x="9570" y="15398"/>
                    <a:pt x="9860" y="15489"/>
                    <a:pt x="10150" y="15522"/>
                  </a:cubicBezTo>
                  <a:cubicBezTo>
                    <a:pt x="10254" y="15533"/>
                    <a:pt x="10360" y="15538"/>
                    <a:pt x="10467" y="15538"/>
                  </a:cubicBezTo>
                  <a:cubicBezTo>
                    <a:pt x="10691" y="15538"/>
                    <a:pt x="10917" y="15517"/>
                    <a:pt x="11136" y="15489"/>
                  </a:cubicBezTo>
                  <a:cubicBezTo>
                    <a:pt x="11492" y="15448"/>
                    <a:pt x="11848" y="15365"/>
                    <a:pt x="12188" y="15249"/>
                  </a:cubicBezTo>
                  <a:cubicBezTo>
                    <a:pt x="12511" y="15141"/>
                    <a:pt x="12851" y="15017"/>
                    <a:pt x="13108" y="14801"/>
                  </a:cubicBezTo>
                  <a:cubicBezTo>
                    <a:pt x="13340" y="14602"/>
                    <a:pt x="13497" y="14337"/>
                    <a:pt x="13605" y="14056"/>
                  </a:cubicBezTo>
                  <a:cubicBezTo>
                    <a:pt x="13696" y="13799"/>
                    <a:pt x="13762" y="13534"/>
                    <a:pt x="13845" y="13277"/>
                  </a:cubicBezTo>
                  <a:cubicBezTo>
                    <a:pt x="13862" y="13269"/>
                    <a:pt x="13878" y="13260"/>
                    <a:pt x="13887" y="13235"/>
                  </a:cubicBezTo>
                  <a:cubicBezTo>
                    <a:pt x="13961" y="13078"/>
                    <a:pt x="14044" y="12921"/>
                    <a:pt x="14143" y="12780"/>
                  </a:cubicBezTo>
                  <a:cubicBezTo>
                    <a:pt x="14152" y="12788"/>
                    <a:pt x="14168" y="12796"/>
                    <a:pt x="14177" y="12796"/>
                  </a:cubicBezTo>
                  <a:cubicBezTo>
                    <a:pt x="14177" y="12805"/>
                    <a:pt x="14177" y="12813"/>
                    <a:pt x="14168" y="12821"/>
                  </a:cubicBezTo>
                  <a:cubicBezTo>
                    <a:pt x="14119" y="13037"/>
                    <a:pt x="14102" y="13260"/>
                    <a:pt x="14061" y="13476"/>
                  </a:cubicBezTo>
                  <a:cubicBezTo>
                    <a:pt x="13961" y="13906"/>
                    <a:pt x="13779" y="14346"/>
                    <a:pt x="13431" y="14636"/>
                  </a:cubicBezTo>
                  <a:cubicBezTo>
                    <a:pt x="13397" y="14662"/>
                    <a:pt x="13423" y="14711"/>
                    <a:pt x="13457" y="14711"/>
                  </a:cubicBezTo>
                  <a:cubicBezTo>
                    <a:pt x="13464" y="14711"/>
                    <a:pt x="13473" y="14708"/>
                    <a:pt x="13481" y="14702"/>
                  </a:cubicBezTo>
                  <a:cubicBezTo>
                    <a:pt x="13837" y="14453"/>
                    <a:pt x="14044" y="14056"/>
                    <a:pt x="14168" y="13650"/>
                  </a:cubicBezTo>
                  <a:cubicBezTo>
                    <a:pt x="14235" y="13426"/>
                    <a:pt x="14284" y="13202"/>
                    <a:pt x="14334" y="12979"/>
                  </a:cubicBezTo>
                  <a:cubicBezTo>
                    <a:pt x="14351" y="12879"/>
                    <a:pt x="14384" y="12780"/>
                    <a:pt x="14425" y="12689"/>
                  </a:cubicBezTo>
                  <a:cubicBezTo>
                    <a:pt x="14574" y="12622"/>
                    <a:pt x="14740" y="12589"/>
                    <a:pt x="14897" y="12573"/>
                  </a:cubicBezTo>
                  <a:cubicBezTo>
                    <a:pt x="14979" y="12567"/>
                    <a:pt x="15061" y="12561"/>
                    <a:pt x="15143" y="12561"/>
                  </a:cubicBezTo>
                  <a:cubicBezTo>
                    <a:pt x="15177" y="12561"/>
                    <a:pt x="15211" y="12562"/>
                    <a:pt x="15245" y="12564"/>
                  </a:cubicBezTo>
                  <a:lnTo>
                    <a:pt x="15477" y="12564"/>
                  </a:lnTo>
                  <a:cubicBezTo>
                    <a:pt x="15577" y="12597"/>
                    <a:pt x="15676" y="12622"/>
                    <a:pt x="15784" y="12655"/>
                  </a:cubicBezTo>
                  <a:cubicBezTo>
                    <a:pt x="15966" y="12863"/>
                    <a:pt x="16033" y="13177"/>
                    <a:pt x="16074" y="13443"/>
                  </a:cubicBezTo>
                  <a:cubicBezTo>
                    <a:pt x="16124" y="13749"/>
                    <a:pt x="16165" y="14105"/>
                    <a:pt x="16397" y="14337"/>
                  </a:cubicBezTo>
                  <a:cubicBezTo>
                    <a:pt x="16405" y="14354"/>
                    <a:pt x="16422" y="14362"/>
                    <a:pt x="16439" y="14362"/>
                  </a:cubicBezTo>
                  <a:cubicBezTo>
                    <a:pt x="16439" y="14370"/>
                    <a:pt x="16447" y="14379"/>
                    <a:pt x="16447" y="14379"/>
                  </a:cubicBezTo>
                  <a:cubicBezTo>
                    <a:pt x="16372" y="14453"/>
                    <a:pt x="16273" y="14511"/>
                    <a:pt x="16165" y="14561"/>
                  </a:cubicBezTo>
                  <a:cubicBezTo>
                    <a:pt x="15875" y="14694"/>
                    <a:pt x="15569" y="14768"/>
                    <a:pt x="15254" y="14793"/>
                  </a:cubicBezTo>
                  <a:cubicBezTo>
                    <a:pt x="15229" y="14793"/>
                    <a:pt x="15196" y="14801"/>
                    <a:pt x="15171" y="14801"/>
                  </a:cubicBezTo>
                  <a:cubicBezTo>
                    <a:pt x="15156" y="14779"/>
                    <a:pt x="15136" y="14770"/>
                    <a:pt x="15115" y="14770"/>
                  </a:cubicBezTo>
                  <a:cubicBezTo>
                    <a:pt x="15090" y="14770"/>
                    <a:pt x="15065" y="14783"/>
                    <a:pt x="15047" y="14801"/>
                  </a:cubicBezTo>
                  <a:cubicBezTo>
                    <a:pt x="14881" y="14801"/>
                    <a:pt x="14715" y="14790"/>
                    <a:pt x="14549" y="14790"/>
                  </a:cubicBezTo>
                  <a:cubicBezTo>
                    <a:pt x="14467" y="14790"/>
                    <a:pt x="14384" y="14793"/>
                    <a:pt x="14301" y="14801"/>
                  </a:cubicBezTo>
                  <a:cubicBezTo>
                    <a:pt x="14127" y="14818"/>
                    <a:pt x="13969" y="14876"/>
                    <a:pt x="13804" y="14942"/>
                  </a:cubicBezTo>
                  <a:cubicBezTo>
                    <a:pt x="13638" y="15017"/>
                    <a:pt x="13464" y="15075"/>
                    <a:pt x="13282" y="15116"/>
                  </a:cubicBezTo>
                  <a:cubicBezTo>
                    <a:pt x="13108" y="15158"/>
                    <a:pt x="12925" y="15191"/>
                    <a:pt x="12743" y="15216"/>
                  </a:cubicBezTo>
                  <a:cubicBezTo>
                    <a:pt x="12569" y="15240"/>
                    <a:pt x="12387" y="15282"/>
                    <a:pt x="12205" y="15298"/>
                  </a:cubicBezTo>
                  <a:cubicBezTo>
                    <a:pt x="12174" y="15298"/>
                    <a:pt x="12179" y="15349"/>
                    <a:pt x="12207" y="15349"/>
                  </a:cubicBezTo>
                  <a:cubicBezTo>
                    <a:pt x="12209" y="15349"/>
                    <a:pt x="12211" y="15349"/>
                    <a:pt x="12213" y="15348"/>
                  </a:cubicBezTo>
                  <a:cubicBezTo>
                    <a:pt x="12251" y="15346"/>
                    <a:pt x="12290" y="15346"/>
                    <a:pt x="12328" y="15346"/>
                  </a:cubicBezTo>
                  <a:cubicBezTo>
                    <a:pt x="12431" y="15346"/>
                    <a:pt x="12533" y="15351"/>
                    <a:pt x="12637" y="15351"/>
                  </a:cubicBezTo>
                  <a:cubicBezTo>
                    <a:pt x="12675" y="15351"/>
                    <a:pt x="12713" y="15350"/>
                    <a:pt x="12751" y="15348"/>
                  </a:cubicBezTo>
                  <a:cubicBezTo>
                    <a:pt x="12925" y="15332"/>
                    <a:pt x="13108" y="15315"/>
                    <a:pt x="13282" y="15282"/>
                  </a:cubicBezTo>
                  <a:cubicBezTo>
                    <a:pt x="13447" y="15249"/>
                    <a:pt x="13613" y="15199"/>
                    <a:pt x="13771" y="15141"/>
                  </a:cubicBezTo>
                  <a:cubicBezTo>
                    <a:pt x="13936" y="15075"/>
                    <a:pt x="14102" y="15000"/>
                    <a:pt x="14284" y="14984"/>
                  </a:cubicBezTo>
                  <a:cubicBezTo>
                    <a:pt x="14363" y="14974"/>
                    <a:pt x="14443" y="14971"/>
                    <a:pt x="14522" y="14971"/>
                  </a:cubicBezTo>
                  <a:cubicBezTo>
                    <a:pt x="14659" y="14971"/>
                    <a:pt x="14797" y="14981"/>
                    <a:pt x="14939" y="14992"/>
                  </a:cubicBezTo>
                  <a:cubicBezTo>
                    <a:pt x="14897" y="15017"/>
                    <a:pt x="14864" y="15033"/>
                    <a:pt x="14831" y="15050"/>
                  </a:cubicBezTo>
                  <a:lnTo>
                    <a:pt x="14450" y="15257"/>
                  </a:lnTo>
                  <a:cubicBezTo>
                    <a:pt x="14193" y="15390"/>
                    <a:pt x="13936" y="15530"/>
                    <a:pt x="13679" y="15671"/>
                  </a:cubicBezTo>
                  <a:cubicBezTo>
                    <a:pt x="13621" y="15696"/>
                    <a:pt x="13572" y="15729"/>
                    <a:pt x="13514" y="15762"/>
                  </a:cubicBezTo>
                  <a:cubicBezTo>
                    <a:pt x="13504" y="15761"/>
                    <a:pt x="13495" y="15760"/>
                    <a:pt x="13486" y="15760"/>
                  </a:cubicBezTo>
                  <a:cubicBezTo>
                    <a:pt x="13455" y="15760"/>
                    <a:pt x="13425" y="15772"/>
                    <a:pt x="13406" y="15804"/>
                  </a:cubicBezTo>
                  <a:cubicBezTo>
                    <a:pt x="13398" y="15812"/>
                    <a:pt x="13381" y="15829"/>
                    <a:pt x="13373" y="15837"/>
                  </a:cubicBezTo>
                  <a:cubicBezTo>
                    <a:pt x="13000" y="16044"/>
                    <a:pt x="12611" y="16235"/>
                    <a:pt x="12196" y="16351"/>
                  </a:cubicBezTo>
                  <a:cubicBezTo>
                    <a:pt x="12022" y="16392"/>
                    <a:pt x="11848" y="16425"/>
                    <a:pt x="11674" y="16434"/>
                  </a:cubicBezTo>
                  <a:cubicBezTo>
                    <a:pt x="11890" y="16367"/>
                    <a:pt x="12130" y="16235"/>
                    <a:pt x="12221" y="16003"/>
                  </a:cubicBezTo>
                  <a:cubicBezTo>
                    <a:pt x="12234" y="15965"/>
                    <a:pt x="12204" y="15933"/>
                    <a:pt x="12171" y="15933"/>
                  </a:cubicBezTo>
                  <a:cubicBezTo>
                    <a:pt x="12160" y="15933"/>
                    <a:pt x="12149" y="15936"/>
                    <a:pt x="12138" y="15945"/>
                  </a:cubicBezTo>
                  <a:cubicBezTo>
                    <a:pt x="11964" y="16077"/>
                    <a:pt x="11799" y="16193"/>
                    <a:pt x="11583" y="16260"/>
                  </a:cubicBezTo>
                  <a:cubicBezTo>
                    <a:pt x="11422" y="16307"/>
                    <a:pt x="11249" y="16325"/>
                    <a:pt x="11074" y="16325"/>
                  </a:cubicBezTo>
                  <a:cubicBezTo>
                    <a:pt x="11006" y="16325"/>
                    <a:pt x="10938" y="16322"/>
                    <a:pt x="10871" y="16318"/>
                  </a:cubicBezTo>
                  <a:cubicBezTo>
                    <a:pt x="10614" y="16293"/>
                    <a:pt x="10357" y="16260"/>
                    <a:pt x="10092" y="16243"/>
                  </a:cubicBezTo>
                  <a:cubicBezTo>
                    <a:pt x="10050" y="16242"/>
                    <a:pt x="10009" y="16241"/>
                    <a:pt x="9967" y="16241"/>
                  </a:cubicBezTo>
                  <a:cubicBezTo>
                    <a:pt x="9758" y="16241"/>
                    <a:pt x="9546" y="16258"/>
                    <a:pt x="9346" y="16293"/>
                  </a:cubicBezTo>
                  <a:cubicBezTo>
                    <a:pt x="9064" y="16342"/>
                    <a:pt x="8808" y="16434"/>
                    <a:pt x="8559" y="16574"/>
                  </a:cubicBezTo>
                  <a:cubicBezTo>
                    <a:pt x="8522" y="16597"/>
                    <a:pt x="8552" y="16660"/>
                    <a:pt x="8594" y="16660"/>
                  </a:cubicBezTo>
                  <a:cubicBezTo>
                    <a:pt x="8599" y="16660"/>
                    <a:pt x="8604" y="16659"/>
                    <a:pt x="8609" y="16657"/>
                  </a:cubicBezTo>
                  <a:cubicBezTo>
                    <a:pt x="8989" y="16477"/>
                    <a:pt x="9401" y="16415"/>
                    <a:pt x="9820" y="16415"/>
                  </a:cubicBezTo>
                  <a:cubicBezTo>
                    <a:pt x="9922" y="16415"/>
                    <a:pt x="10023" y="16419"/>
                    <a:pt x="10125" y="16425"/>
                  </a:cubicBezTo>
                  <a:cubicBezTo>
                    <a:pt x="10454" y="16455"/>
                    <a:pt x="10789" y="16519"/>
                    <a:pt x="11126" y="16519"/>
                  </a:cubicBezTo>
                  <a:cubicBezTo>
                    <a:pt x="11162" y="16519"/>
                    <a:pt x="11199" y="16518"/>
                    <a:pt x="11235" y="16516"/>
                  </a:cubicBezTo>
                  <a:cubicBezTo>
                    <a:pt x="11243" y="16525"/>
                    <a:pt x="11252" y="16533"/>
                    <a:pt x="11277" y="16541"/>
                  </a:cubicBezTo>
                  <a:cubicBezTo>
                    <a:pt x="11408" y="16569"/>
                    <a:pt x="11538" y="16581"/>
                    <a:pt x="11668" y="16581"/>
                  </a:cubicBezTo>
                  <a:cubicBezTo>
                    <a:pt x="12121" y="16581"/>
                    <a:pt x="12565" y="16430"/>
                    <a:pt x="12983" y="16243"/>
                  </a:cubicBezTo>
                  <a:cubicBezTo>
                    <a:pt x="12992" y="16235"/>
                    <a:pt x="13000" y="16226"/>
                    <a:pt x="13008" y="16226"/>
                  </a:cubicBezTo>
                  <a:cubicBezTo>
                    <a:pt x="12263" y="16898"/>
                    <a:pt x="11227" y="17171"/>
                    <a:pt x="10224" y="17179"/>
                  </a:cubicBezTo>
                  <a:cubicBezTo>
                    <a:pt x="10196" y="17180"/>
                    <a:pt x="10167" y="17180"/>
                    <a:pt x="10138" y="17180"/>
                  </a:cubicBezTo>
                  <a:cubicBezTo>
                    <a:pt x="9024" y="17180"/>
                    <a:pt x="7781" y="16863"/>
                    <a:pt x="7167" y="15845"/>
                  </a:cubicBezTo>
                  <a:cubicBezTo>
                    <a:pt x="6976" y="15539"/>
                    <a:pt x="6852" y="15199"/>
                    <a:pt x="6753" y="14859"/>
                  </a:cubicBezTo>
                  <a:cubicBezTo>
                    <a:pt x="6695" y="14685"/>
                    <a:pt x="6653" y="14511"/>
                    <a:pt x="6620" y="14329"/>
                  </a:cubicBezTo>
                  <a:cubicBezTo>
                    <a:pt x="6612" y="14296"/>
                    <a:pt x="6604" y="14254"/>
                    <a:pt x="6595" y="14213"/>
                  </a:cubicBezTo>
                  <a:lnTo>
                    <a:pt x="6595" y="14213"/>
                  </a:lnTo>
                  <a:cubicBezTo>
                    <a:pt x="6653" y="14263"/>
                    <a:pt x="6703" y="14304"/>
                    <a:pt x="6761" y="14346"/>
                  </a:cubicBezTo>
                  <a:cubicBezTo>
                    <a:pt x="6852" y="14428"/>
                    <a:pt x="6952" y="14511"/>
                    <a:pt x="7051" y="14578"/>
                  </a:cubicBezTo>
                  <a:cubicBezTo>
                    <a:pt x="7150" y="14652"/>
                    <a:pt x="7250" y="14735"/>
                    <a:pt x="7358" y="14776"/>
                  </a:cubicBezTo>
                  <a:cubicBezTo>
                    <a:pt x="7364" y="14778"/>
                    <a:pt x="7369" y="14779"/>
                    <a:pt x="7375" y="14779"/>
                  </a:cubicBezTo>
                  <a:cubicBezTo>
                    <a:pt x="7416" y="14779"/>
                    <a:pt x="7446" y="14730"/>
                    <a:pt x="7424" y="14694"/>
                  </a:cubicBezTo>
                  <a:cubicBezTo>
                    <a:pt x="7358" y="14594"/>
                    <a:pt x="7258" y="14511"/>
                    <a:pt x="7167" y="14428"/>
                  </a:cubicBezTo>
                  <a:cubicBezTo>
                    <a:pt x="7084" y="14346"/>
                    <a:pt x="6993" y="14263"/>
                    <a:pt x="6902" y="14180"/>
                  </a:cubicBezTo>
                  <a:cubicBezTo>
                    <a:pt x="6744" y="14031"/>
                    <a:pt x="6521" y="13898"/>
                    <a:pt x="6504" y="13658"/>
                  </a:cubicBezTo>
                  <a:cubicBezTo>
                    <a:pt x="6479" y="13318"/>
                    <a:pt x="6554" y="12954"/>
                    <a:pt x="6430" y="12639"/>
                  </a:cubicBezTo>
                  <a:lnTo>
                    <a:pt x="6430" y="12639"/>
                  </a:lnTo>
                  <a:lnTo>
                    <a:pt x="6446" y="12647"/>
                  </a:lnTo>
                  <a:cubicBezTo>
                    <a:pt x="6455" y="12652"/>
                    <a:pt x="6464" y="12655"/>
                    <a:pt x="6472" y="12655"/>
                  </a:cubicBezTo>
                  <a:cubicBezTo>
                    <a:pt x="6506" y="12655"/>
                    <a:pt x="6536" y="12620"/>
                    <a:pt x="6529" y="12581"/>
                  </a:cubicBezTo>
                  <a:cubicBezTo>
                    <a:pt x="6496" y="12382"/>
                    <a:pt x="6297" y="12332"/>
                    <a:pt x="6140" y="12258"/>
                  </a:cubicBezTo>
                  <a:cubicBezTo>
                    <a:pt x="5974" y="12175"/>
                    <a:pt x="5874" y="12017"/>
                    <a:pt x="5792" y="11860"/>
                  </a:cubicBezTo>
                  <a:cubicBezTo>
                    <a:pt x="5684" y="11653"/>
                    <a:pt x="5593" y="11446"/>
                    <a:pt x="5493" y="11239"/>
                  </a:cubicBezTo>
                  <a:cubicBezTo>
                    <a:pt x="5444" y="11131"/>
                    <a:pt x="5386" y="11031"/>
                    <a:pt x="5344" y="10924"/>
                  </a:cubicBezTo>
                  <a:cubicBezTo>
                    <a:pt x="5295" y="10824"/>
                    <a:pt x="5253" y="10717"/>
                    <a:pt x="5286" y="10609"/>
                  </a:cubicBezTo>
                  <a:cubicBezTo>
                    <a:pt x="5297" y="10566"/>
                    <a:pt x="5263" y="10534"/>
                    <a:pt x="5231" y="10534"/>
                  </a:cubicBezTo>
                  <a:cubicBezTo>
                    <a:pt x="5213" y="10534"/>
                    <a:pt x="5196" y="10544"/>
                    <a:pt x="5187" y="10567"/>
                  </a:cubicBezTo>
                  <a:cubicBezTo>
                    <a:pt x="5170" y="10609"/>
                    <a:pt x="5162" y="10650"/>
                    <a:pt x="5154" y="10700"/>
                  </a:cubicBezTo>
                  <a:cubicBezTo>
                    <a:pt x="5112" y="10675"/>
                    <a:pt x="5063" y="10659"/>
                    <a:pt x="5021" y="10642"/>
                  </a:cubicBezTo>
                  <a:cubicBezTo>
                    <a:pt x="5005" y="10634"/>
                    <a:pt x="4988" y="10625"/>
                    <a:pt x="4971" y="10625"/>
                  </a:cubicBezTo>
                  <a:cubicBezTo>
                    <a:pt x="4855" y="10601"/>
                    <a:pt x="4731" y="10584"/>
                    <a:pt x="4607" y="10584"/>
                  </a:cubicBezTo>
                  <a:cubicBezTo>
                    <a:pt x="4350" y="10567"/>
                    <a:pt x="4110" y="10526"/>
                    <a:pt x="3869" y="10418"/>
                  </a:cubicBezTo>
                  <a:cubicBezTo>
                    <a:pt x="3762" y="10369"/>
                    <a:pt x="3646" y="10302"/>
                    <a:pt x="3555" y="10219"/>
                  </a:cubicBezTo>
                  <a:cubicBezTo>
                    <a:pt x="3505" y="10170"/>
                    <a:pt x="3488" y="10137"/>
                    <a:pt x="3480" y="10070"/>
                  </a:cubicBezTo>
                  <a:cubicBezTo>
                    <a:pt x="3472" y="10004"/>
                    <a:pt x="3463" y="9938"/>
                    <a:pt x="3430" y="9880"/>
                  </a:cubicBezTo>
                  <a:cubicBezTo>
                    <a:pt x="3381" y="9772"/>
                    <a:pt x="3273" y="9706"/>
                    <a:pt x="3190" y="9623"/>
                  </a:cubicBezTo>
                  <a:cubicBezTo>
                    <a:pt x="3091" y="9523"/>
                    <a:pt x="3016" y="9407"/>
                    <a:pt x="2941" y="9291"/>
                  </a:cubicBezTo>
                  <a:cubicBezTo>
                    <a:pt x="2643" y="8769"/>
                    <a:pt x="2353" y="8239"/>
                    <a:pt x="2096" y="7701"/>
                  </a:cubicBezTo>
                  <a:cubicBezTo>
                    <a:pt x="1964" y="7436"/>
                    <a:pt x="1848" y="7154"/>
                    <a:pt x="1707" y="6889"/>
                  </a:cubicBezTo>
                  <a:cubicBezTo>
                    <a:pt x="1566" y="6632"/>
                    <a:pt x="1384" y="6408"/>
                    <a:pt x="1210" y="6168"/>
                  </a:cubicBezTo>
                  <a:cubicBezTo>
                    <a:pt x="878" y="5687"/>
                    <a:pt x="588" y="5182"/>
                    <a:pt x="340" y="4652"/>
                  </a:cubicBezTo>
                  <a:cubicBezTo>
                    <a:pt x="232" y="4411"/>
                    <a:pt x="100" y="4130"/>
                    <a:pt x="216" y="3881"/>
                  </a:cubicBezTo>
                  <a:cubicBezTo>
                    <a:pt x="323" y="3649"/>
                    <a:pt x="563" y="3517"/>
                    <a:pt x="804" y="3467"/>
                  </a:cubicBezTo>
                  <a:cubicBezTo>
                    <a:pt x="1085" y="3401"/>
                    <a:pt x="1392" y="3392"/>
                    <a:pt x="1682" y="3384"/>
                  </a:cubicBezTo>
                  <a:cubicBezTo>
                    <a:pt x="1757" y="3382"/>
                    <a:pt x="1831" y="3381"/>
                    <a:pt x="1904" y="3381"/>
                  </a:cubicBezTo>
                  <a:cubicBezTo>
                    <a:pt x="2125" y="3381"/>
                    <a:pt x="2343" y="3390"/>
                    <a:pt x="2560" y="3409"/>
                  </a:cubicBezTo>
                  <a:cubicBezTo>
                    <a:pt x="3140" y="3450"/>
                    <a:pt x="3720" y="3541"/>
                    <a:pt x="4284" y="3690"/>
                  </a:cubicBezTo>
                  <a:cubicBezTo>
                    <a:pt x="4557" y="3757"/>
                    <a:pt x="4831" y="3840"/>
                    <a:pt x="5079" y="3989"/>
                  </a:cubicBezTo>
                  <a:cubicBezTo>
                    <a:pt x="5303" y="4130"/>
                    <a:pt x="5510" y="4304"/>
                    <a:pt x="5709" y="4486"/>
                  </a:cubicBezTo>
                  <a:cubicBezTo>
                    <a:pt x="6082" y="4826"/>
                    <a:pt x="6430" y="5223"/>
                    <a:pt x="6620" y="5704"/>
                  </a:cubicBezTo>
                  <a:cubicBezTo>
                    <a:pt x="6670" y="5820"/>
                    <a:pt x="6711" y="5936"/>
                    <a:pt x="6736" y="6052"/>
                  </a:cubicBezTo>
                  <a:cubicBezTo>
                    <a:pt x="6752" y="6106"/>
                    <a:pt x="6795" y="6152"/>
                    <a:pt x="6848" y="6152"/>
                  </a:cubicBezTo>
                  <a:cubicBezTo>
                    <a:pt x="6852" y="6152"/>
                    <a:pt x="6856" y="6152"/>
                    <a:pt x="6860" y="6151"/>
                  </a:cubicBezTo>
                  <a:cubicBezTo>
                    <a:pt x="6918" y="6143"/>
                    <a:pt x="6968" y="6085"/>
                    <a:pt x="6952" y="6027"/>
                  </a:cubicBezTo>
                  <a:cubicBezTo>
                    <a:pt x="6935" y="5911"/>
                    <a:pt x="6894" y="5795"/>
                    <a:pt x="6852" y="5687"/>
                  </a:cubicBezTo>
                  <a:cubicBezTo>
                    <a:pt x="6886" y="5668"/>
                    <a:pt x="6925" y="5661"/>
                    <a:pt x="6966" y="5661"/>
                  </a:cubicBezTo>
                  <a:cubicBezTo>
                    <a:pt x="7067" y="5661"/>
                    <a:pt x="7182" y="5705"/>
                    <a:pt x="7258" y="5729"/>
                  </a:cubicBezTo>
                  <a:cubicBezTo>
                    <a:pt x="7344" y="5755"/>
                    <a:pt x="7428" y="5769"/>
                    <a:pt x="7513" y="5769"/>
                  </a:cubicBezTo>
                  <a:cubicBezTo>
                    <a:pt x="7592" y="5769"/>
                    <a:pt x="7672" y="5757"/>
                    <a:pt x="7755" y="5729"/>
                  </a:cubicBezTo>
                  <a:cubicBezTo>
                    <a:pt x="7913" y="5679"/>
                    <a:pt x="8037" y="5571"/>
                    <a:pt x="8178" y="5488"/>
                  </a:cubicBezTo>
                  <a:cubicBezTo>
                    <a:pt x="8319" y="5406"/>
                    <a:pt x="8468" y="5323"/>
                    <a:pt x="8625" y="5298"/>
                  </a:cubicBezTo>
                  <a:cubicBezTo>
                    <a:pt x="8653" y="5293"/>
                    <a:pt x="8680" y="5292"/>
                    <a:pt x="8706" y="5292"/>
                  </a:cubicBezTo>
                  <a:cubicBezTo>
                    <a:pt x="8749" y="5292"/>
                    <a:pt x="8791" y="5296"/>
                    <a:pt x="8834" y="5296"/>
                  </a:cubicBezTo>
                  <a:cubicBezTo>
                    <a:pt x="8861" y="5296"/>
                    <a:pt x="8888" y="5294"/>
                    <a:pt x="8915" y="5290"/>
                  </a:cubicBezTo>
                  <a:cubicBezTo>
                    <a:pt x="9006" y="5281"/>
                    <a:pt x="9089" y="5256"/>
                    <a:pt x="9164" y="5207"/>
                  </a:cubicBezTo>
                  <a:cubicBezTo>
                    <a:pt x="9305" y="5107"/>
                    <a:pt x="9404" y="4958"/>
                    <a:pt x="9562" y="4875"/>
                  </a:cubicBezTo>
                  <a:cubicBezTo>
                    <a:pt x="9736" y="4792"/>
                    <a:pt x="9918" y="4768"/>
                    <a:pt x="10100" y="4726"/>
                  </a:cubicBezTo>
                  <a:cubicBezTo>
                    <a:pt x="10291" y="4693"/>
                    <a:pt x="10481" y="4635"/>
                    <a:pt x="10655" y="4560"/>
                  </a:cubicBezTo>
                  <a:cubicBezTo>
                    <a:pt x="10971" y="4419"/>
                    <a:pt x="11320" y="4218"/>
                    <a:pt x="11675" y="4218"/>
                  </a:cubicBezTo>
                  <a:cubicBezTo>
                    <a:pt x="11757" y="4218"/>
                    <a:pt x="11840" y="4229"/>
                    <a:pt x="11923" y="4254"/>
                  </a:cubicBezTo>
                  <a:cubicBezTo>
                    <a:pt x="11933" y="4257"/>
                    <a:pt x="11942" y="4258"/>
                    <a:pt x="11951" y="4258"/>
                  </a:cubicBezTo>
                  <a:cubicBezTo>
                    <a:pt x="12041" y="4258"/>
                    <a:pt x="12087" y="4118"/>
                    <a:pt x="11989" y="4088"/>
                  </a:cubicBezTo>
                  <a:cubicBezTo>
                    <a:pt x="11890" y="4063"/>
                    <a:pt x="11782" y="4047"/>
                    <a:pt x="11683" y="4047"/>
                  </a:cubicBezTo>
                  <a:cubicBezTo>
                    <a:pt x="11691" y="4047"/>
                    <a:pt x="11691" y="4038"/>
                    <a:pt x="11691" y="4030"/>
                  </a:cubicBezTo>
                  <a:cubicBezTo>
                    <a:pt x="11741" y="3624"/>
                    <a:pt x="11741" y="3218"/>
                    <a:pt x="11774" y="2812"/>
                  </a:cubicBezTo>
                  <a:cubicBezTo>
                    <a:pt x="11807" y="2406"/>
                    <a:pt x="11840" y="2009"/>
                    <a:pt x="11890" y="1611"/>
                  </a:cubicBezTo>
                  <a:cubicBezTo>
                    <a:pt x="11931" y="1279"/>
                    <a:pt x="11956" y="915"/>
                    <a:pt x="12072" y="600"/>
                  </a:cubicBezTo>
                  <a:cubicBezTo>
                    <a:pt x="12122" y="476"/>
                    <a:pt x="12180" y="360"/>
                    <a:pt x="12287" y="277"/>
                  </a:cubicBezTo>
                  <a:cubicBezTo>
                    <a:pt x="12378" y="198"/>
                    <a:pt x="12492" y="173"/>
                    <a:pt x="12608" y="173"/>
                  </a:cubicBezTo>
                  <a:close/>
                  <a:moveTo>
                    <a:pt x="6272" y="12738"/>
                  </a:moveTo>
                  <a:cubicBezTo>
                    <a:pt x="6297" y="12854"/>
                    <a:pt x="6305" y="12979"/>
                    <a:pt x="6305" y="13103"/>
                  </a:cubicBezTo>
                  <a:cubicBezTo>
                    <a:pt x="6305" y="13335"/>
                    <a:pt x="6247" y="13583"/>
                    <a:pt x="6314" y="13815"/>
                  </a:cubicBezTo>
                  <a:cubicBezTo>
                    <a:pt x="6330" y="13873"/>
                    <a:pt x="6355" y="13923"/>
                    <a:pt x="6388" y="13981"/>
                  </a:cubicBezTo>
                  <a:cubicBezTo>
                    <a:pt x="6396" y="14254"/>
                    <a:pt x="6454" y="14528"/>
                    <a:pt x="6521" y="14793"/>
                  </a:cubicBezTo>
                  <a:cubicBezTo>
                    <a:pt x="6604" y="15116"/>
                    <a:pt x="6720" y="15439"/>
                    <a:pt x="6869" y="15738"/>
                  </a:cubicBezTo>
                  <a:cubicBezTo>
                    <a:pt x="7134" y="16284"/>
                    <a:pt x="7565" y="16707"/>
                    <a:pt x="8103" y="16980"/>
                  </a:cubicBezTo>
                  <a:cubicBezTo>
                    <a:pt x="8675" y="17270"/>
                    <a:pt x="9321" y="17378"/>
                    <a:pt x="9959" y="17395"/>
                  </a:cubicBezTo>
                  <a:cubicBezTo>
                    <a:pt x="10036" y="17397"/>
                    <a:pt x="10112" y="17399"/>
                    <a:pt x="10189" y="17399"/>
                  </a:cubicBezTo>
                  <a:cubicBezTo>
                    <a:pt x="10794" y="17399"/>
                    <a:pt x="11406" y="17310"/>
                    <a:pt x="11973" y="17096"/>
                  </a:cubicBezTo>
                  <a:cubicBezTo>
                    <a:pt x="12594" y="16864"/>
                    <a:pt x="13166" y="16475"/>
                    <a:pt x="13572" y="15945"/>
                  </a:cubicBezTo>
                  <a:cubicBezTo>
                    <a:pt x="13853" y="15804"/>
                    <a:pt x="14135" y="15646"/>
                    <a:pt x="14417" y="15497"/>
                  </a:cubicBezTo>
                  <a:lnTo>
                    <a:pt x="14417" y="15497"/>
                  </a:lnTo>
                  <a:cubicBezTo>
                    <a:pt x="14409" y="15530"/>
                    <a:pt x="14400" y="15564"/>
                    <a:pt x="14417" y="15588"/>
                  </a:cubicBezTo>
                  <a:cubicBezTo>
                    <a:pt x="14450" y="15688"/>
                    <a:pt x="14475" y="15787"/>
                    <a:pt x="14491" y="15887"/>
                  </a:cubicBezTo>
                  <a:cubicBezTo>
                    <a:pt x="14450" y="16028"/>
                    <a:pt x="14392" y="16160"/>
                    <a:pt x="14301" y="16284"/>
                  </a:cubicBezTo>
                  <a:cubicBezTo>
                    <a:pt x="14201" y="16425"/>
                    <a:pt x="14069" y="16541"/>
                    <a:pt x="13936" y="16666"/>
                  </a:cubicBezTo>
                  <a:cubicBezTo>
                    <a:pt x="13795" y="16806"/>
                    <a:pt x="13655" y="16947"/>
                    <a:pt x="13505" y="17088"/>
                  </a:cubicBezTo>
                  <a:cubicBezTo>
                    <a:pt x="13240" y="17345"/>
                    <a:pt x="12983" y="17618"/>
                    <a:pt x="12677" y="17826"/>
                  </a:cubicBezTo>
                  <a:cubicBezTo>
                    <a:pt x="12395" y="18016"/>
                    <a:pt x="12072" y="18140"/>
                    <a:pt x="11741" y="18223"/>
                  </a:cubicBezTo>
                  <a:cubicBezTo>
                    <a:pt x="11115" y="18374"/>
                    <a:pt x="10456" y="18381"/>
                    <a:pt x="9806" y="18381"/>
                  </a:cubicBezTo>
                  <a:cubicBezTo>
                    <a:pt x="9741" y="18381"/>
                    <a:pt x="9676" y="18381"/>
                    <a:pt x="9611" y="18381"/>
                  </a:cubicBezTo>
                  <a:cubicBezTo>
                    <a:pt x="8915" y="18381"/>
                    <a:pt x="8186" y="18339"/>
                    <a:pt x="7548" y="18024"/>
                  </a:cubicBezTo>
                  <a:cubicBezTo>
                    <a:pt x="7225" y="17867"/>
                    <a:pt x="6960" y="17643"/>
                    <a:pt x="6720" y="17378"/>
                  </a:cubicBezTo>
                  <a:cubicBezTo>
                    <a:pt x="6521" y="17163"/>
                    <a:pt x="6322" y="16931"/>
                    <a:pt x="6057" y="16790"/>
                  </a:cubicBezTo>
                  <a:cubicBezTo>
                    <a:pt x="6065" y="16765"/>
                    <a:pt x="6073" y="16740"/>
                    <a:pt x="6057" y="16715"/>
                  </a:cubicBezTo>
                  <a:cubicBezTo>
                    <a:pt x="5816" y="16110"/>
                    <a:pt x="5642" y="15489"/>
                    <a:pt x="5543" y="14851"/>
                  </a:cubicBezTo>
                  <a:cubicBezTo>
                    <a:pt x="5493" y="14553"/>
                    <a:pt x="5444" y="14246"/>
                    <a:pt x="5460" y="13940"/>
                  </a:cubicBezTo>
                  <a:lnTo>
                    <a:pt x="5469" y="13940"/>
                  </a:lnTo>
                  <a:cubicBezTo>
                    <a:pt x="5477" y="13824"/>
                    <a:pt x="5493" y="13708"/>
                    <a:pt x="5527" y="13600"/>
                  </a:cubicBezTo>
                  <a:cubicBezTo>
                    <a:pt x="5535" y="13600"/>
                    <a:pt x="5535" y="13592"/>
                    <a:pt x="5543" y="13592"/>
                  </a:cubicBezTo>
                  <a:cubicBezTo>
                    <a:pt x="5527" y="13699"/>
                    <a:pt x="5510" y="13807"/>
                    <a:pt x="5510" y="13915"/>
                  </a:cubicBezTo>
                  <a:cubicBezTo>
                    <a:pt x="5502" y="14080"/>
                    <a:pt x="5510" y="14246"/>
                    <a:pt x="5527" y="14412"/>
                  </a:cubicBezTo>
                  <a:cubicBezTo>
                    <a:pt x="5535" y="14495"/>
                    <a:pt x="5543" y="14578"/>
                    <a:pt x="5560" y="14660"/>
                  </a:cubicBezTo>
                  <a:cubicBezTo>
                    <a:pt x="5576" y="14743"/>
                    <a:pt x="5601" y="14834"/>
                    <a:pt x="5651" y="14892"/>
                  </a:cubicBezTo>
                  <a:cubicBezTo>
                    <a:pt x="5662" y="14904"/>
                    <a:pt x="5677" y="14910"/>
                    <a:pt x="5692" y="14910"/>
                  </a:cubicBezTo>
                  <a:cubicBezTo>
                    <a:pt x="5709" y="14910"/>
                    <a:pt x="5725" y="14902"/>
                    <a:pt x="5734" y="14884"/>
                  </a:cubicBezTo>
                  <a:cubicBezTo>
                    <a:pt x="5767" y="14752"/>
                    <a:pt x="5709" y="14602"/>
                    <a:pt x="5692" y="14470"/>
                  </a:cubicBezTo>
                  <a:cubicBezTo>
                    <a:pt x="5667" y="14312"/>
                    <a:pt x="5659" y="14163"/>
                    <a:pt x="5659" y="14006"/>
                  </a:cubicBezTo>
                  <a:cubicBezTo>
                    <a:pt x="5659" y="13857"/>
                    <a:pt x="5676" y="13708"/>
                    <a:pt x="5692" y="13559"/>
                  </a:cubicBezTo>
                  <a:cubicBezTo>
                    <a:pt x="5700" y="13484"/>
                    <a:pt x="5709" y="13409"/>
                    <a:pt x="5717" y="13343"/>
                  </a:cubicBezTo>
                  <a:cubicBezTo>
                    <a:pt x="5725" y="13327"/>
                    <a:pt x="5725" y="13310"/>
                    <a:pt x="5725" y="13302"/>
                  </a:cubicBezTo>
                  <a:cubicBezTo>
                    <a:pt x="5758" y="13244"/>
                    <a:pt x="5783" y="13177"/>
                    <a:pt x="5808" y="13119"/>
                  </a:cubicBezTo>
                  <a:cubicBezTo>
                    <a:pt x="5808" y="13111"/>
                    <a:pt x="5808" y="13111"/>
                    <a:pt x="5808" y="13103"/>
                  </a:cubicBezTo>
                  <a:cubicBezTo>
                    <a:pt x="5899" y="13003"/>
                    <a:pt x="5990" y="12904"/>
                    <a:pt x="6090" y="12813"/>
                  </a:cubicBezTo>
                  <a:lnTo>
                    <a:pt x="6090" y="12813"/>
                  </a:lnTo>
                  <a:cubicBezTo>
                    <a:pt x="6048" y="12912"/>
                    <a:pt x="6032" y="13020"/>
                    <a:pt x="6015" y="13128"/>
                  </a:cubicBezTo>
                  <a:cubicBezTo>
                    <a:pt x="5999" y="13252"/>
                    <a:pt x="5990" y="13385"/>
                    <a:pt x="5990" y="13509"/>
                  </a:cubicBezTo>
                  <a:cubicBezTo>
                    <a:pt x="5990" y="13575"/>
                    <a:pt x="5999" y="13641"/>
                    <a:pt x="6015" y="13708"/>
                  </a:cubicBezTo>
                  <a:cubicBezTo>
                    <a:pt x="6024" y="13766"/>
                    <a:pt x="6040" y="13840"/>
                    <a:pt x="6073" y="13882"/>
                  </a:cubicBezTo>
                  <a:cubicBezTo>
                    <a:pt x="6085" y="13893"/>
                    <a:pt x="6100" y="13899"/>
                    <a:pt x="6114" y="13899"/>
                  </a:cubicBezTo>
                  <a:cubicBezTo>
                    <a:pt x="6130" y="13899"/>
                    <a:pt x="6143" y="13891"/>
                    <a:pt x="6148" y="13873"/>
                  </a:cubicBezTo>
                  <a:cubicBezTo>
                    <a:pt x="6173" y="13824"/>
                    <a:pt x="6164" y="13766"/>
                    <a:pt x="6164" y="13708"/>
                  </a:cubicBezTo>
                  <a:cubicBezTo>
                    <a:pt x="6164" y="13658"/>
                    <a:pt x="6164" y="13608"/>
                    <a:pt x="6156" y="13559"/>
                  </a:cubicBezTo>
                  <a:cubicBezTo>
                    <a:pt x="6156" y="13434"/>
                    <a:pt x="6156" y="13318"/>
                    <a:pt x="6164" y="13202"/>
                  </a:cubicBezTo>
                  <a:cubicBezTo>
                    <a:pt x="6181" y="13095"/>
                    <a:pt x="6198" y="12995"/>
                    <a:pt x="6222" y="12887"/>
                  </a:cubicBezTo>
                  <a:cubicBezTo>
                    <a:pt x="6231" y="12838"/>
                    <a:pt x="6247" y="12788"/>
                    <a:pt x="6272" y="12738"/>
                  </a:cubicBezTo>
                  <a:close/>
                  <a:moveTo>
                    <a:pt x="5286" y="13882"/>
                  </a:moveTo>
                  <a:lnTo>
                    <a:pt x="5286" y="13882"/>
                  </a:lnTo>
                  <a:cubicBezTo>
                    <a:pt x="5261" y="14155"/>
                    <a:pt x="5295" y="14428"/>
                    <a:pt x="5328" y="14702"/>
                  </a:cubicBezTo>
                  <a:cubicBezTo>
                    <a:pt x="5377" y="15033"/>
                    <a:pt x="5444" y="15365"/>
                    <a:pt x="5535" y="15696"/>
                  </a:cubicBezTo>
                  <a:cubicBezTo>
                    <a:pt x="5626" y="16044"/>
                    <a:pt x="5734" y="16392"/>
                    <a:pt x="5866" y="16732"/>
                  </a:cubicBezTo>
                  <a:cubicBezTo>
                    <a:pt x="5825" y="16757"/>
                    <a:pt x="5808" y="16823"/>
                    <a:pt x="5858" y="16848"/>
                  </a:cubicBezTo>
                  <a:cubicBezTo>
                    <a:pt x="6131" y="17014"/>
                    <a:pt x="6338" y="17254"/>
                    <a:pt x="6554" y="17486"/>
                  </a:cubicBezTo>
                  <a:cubicBezTo>
                    <a:pt x="6778" y="17734"/>
                    <a:pt x="7018" y="17958"/>
                    <a:pt x="7308" y="18124"/>
                  </a:cubicBezTo>
                  <a:cubicBezTo>
                    <a:pt x="7938" y="18488"/>
                    <a:pt x="8675" y="18571"/>
                    <a:pt x="9388" y="18580"/>
                  </a:cubicBezTo>
                  <a:cubicBezTo>
                    <a:pt x="9490" y="18582"/>
                    <a:pt x="9592" y="18583"/>
                    <a:pt x="9694" y="18583"/>
                  </a:cubicBezTo>
                  <a:cubicBezTo>
                    <a:pt x="9972" y="18583"/>
                    <a:pt x="10250" y="18575"/>
                    <a:pt x="10523" y="18563"/>
                  </a:cubicBezTo>
                  <a:cubicBezTo>
                    <a:pt x="10887" y="18546"/>
                    <a:pt x="11260" y="18522"/>
                    <a:pt x="11616" y="18455"/>
                  </a:cubicBezTo>
                  <a:cubicBezTo>
                    <a:pt x="11964" y="18381"/>
                    <a:pt x="12304" y="18273"/>
                    <a:pt x="12611" y="18099"/>
                  </a:cubicBezTo>
                  <a:cubicBezTo>
                    <a:pt x="12934" y="17908"/>
                    <a:pt x="13207" y="17643"/>
                    <a:pt x="13472" y="17386"/>
                  </a:cubicBezTo>
                  <a:cubicBezTo>
                    <a:pt x="13638" y="17221"/>
                    <a:pt x="13804" y="17063"/>
                    <a:pt x="13969" y="16906"/>
                  </a:cubicBezTo>
                  <a:cubicBezTo>
                    <a:pt x="14119" y="16757"/>
                    <a:pt x="14276" y="16616"/>
                    <a:pt x="14417" y="16458"/>
                  </a:cubicBezTo>
                  <a:cubicBezTo>
                    <a:pt x="14442" y="16425"/>
                    <a:pt x="14475" y="16384"/>
                    <a:pt x="14500" y="16351"/>
                  </a:cubicBezTo>
                  <a:lnTo>
                    <a:pt x="14500" y="16351"/>
                  </a:lnTo>
                  <a:cubicBezTo>
                    <a:pt x="14483" y="16566"/>
                    <a:pt x="14442" y="16782"/>
                    <a:pt x="14417" y="16980"/>
                  </a:cubicBezTo>
                  <a:lnTo>
                    <a:pt x="14425" y="16989"/>
                  </a:lnTo>
                  <a:cubicBezTo>
                    <a:pt x="14392" y="17237"/>
                    <a:pt x="14367" y="17494"/>
                    <a:pt x="14342" y="17751"/>
                  </a:cubicBezTo>
                  <a:cubicBezTo>
                    <a:pt x="14317" y="17983"/>
                    <a:pt x="14309" y="18232"/>
                    <a:pt x="14218" y="18447"/>
                  </a:cubicBezTo>
                  <a:cubicBezTo>
                    <a:pt x="14069" y="18803"/>
                    <a:pt x="13746" y="18994"/>
                    <a:pt x="13398" y="19118"/>
                  </a:cubicBezTo>
                  <a:cubicBezTo>
                    <a:pt x="12967" y="19267"/>
                    <a:pt x="12519" y="19367"/>
                    <a:pt x="12072" y="19416"/>
                  </a:cubicBezTo>
                  <a:cubicBezTo>
                    <a:pt x="11693" y="19462"/>
                    <a:pt x="11311" y="19484"/>
                    <a:pt x="10927" y="19484"/>
                  </a:cubicBezTo>
                  <a:cubicBezTo>
                    <a:pt x="10346" y="19484"/>
                    <a:pt x="9763" y="19435"/>
                    <a:pt x="9189" y="19350"/>
                  </a:cubicBezTo>
                  <a:cubicBezTo>
                    <a:pt x="8708" y="19275"/>
                    <a:pt x="8228" y="19184"/>
                    <a:pt x="7755" y="19077"/>
                  </a:cubicBezTo>
                  <a:cubicBezTo>
                    <a:pt x="7275" y="18969"/>
                    <a:pt x="6811" y="18836"/>
                    <a:pt x="6355" y="18638"/>
                  </a:cubicBezTo>
                  <a:cubicBezTo>
                    <a:pt x="5841" y="18414"/>
                    <a:pt x="5336" y="18165"/>
                    <a:pt x="4831" y="17925"/>
                  </a:cubicBezTo>
                  <a:cubicBezTo>
                    <a:pt x="4532" y="17784"/>
                    <a:pt x="4193" y="17660"/>
                    <a:pt x="3936" y="17444"/>
                  </a:cubicBezTo>
                  <a:lnTo>
                    <a:pt x="3936" y="17436"/>
                  </a:lnTo>
                  <a:cubicBezTo>
                    <a:pt x="3944" y="17345"/>
                    <a:pt x="3894" y="17262"/>
                    <a:pt x="3853" y="17179"/>
                  </a:cubicBezTo>
                  <a:cubicBezTo>
                    <a:pt x="3811" y="17096"/>
                    <a:pt x="3778" y="17014"/>
                    <a:pt x="3762" y="16922"/>
                  </a:cubicBezTo>
                  <a:cubicBezTo>
                    <a:pt x="3729" y="16757"/>
                    <a:pt x="3737" y="16574"/>
                    <a:pt x="3787" y="16400"/>
                  </a:cubicBezTo>
                  <a:cubicBezTo>
                    <a:pt x="3894" y="15978"/>
                    <a:pt x="4159" y="15588"/>
                    <a:pt x="4375" y="15207"/>
                  </a:cubicBezTo>
                  <a:cubicBezTo>
                    <a:pt x="4599" y="14818"/>
                    <a:pt x="4814" y="14420"/>
                    <a:pt x="5104" y="14080"/>
                  </a:cubicBezTo>
                  <a:cubicBezTo>
                    <a:pt x="5162" y="14014"/>
                    <a:pt x="5228" y="13948"/>
                    <a:pt x="5286" y="13882"/>
                  </a:cubicBezTo>
                  <a:close/>
                  <a:moveTo>
                    <a:pt x="12604" y="0"/>
                  </a:moveTo>
                  <a:cubicBezTo>
                    <a:pt x="12517" y="0"/>
                    <a:pt x="12429" y="13"/>
                    <a:pt x="12345" y="45"/>
                  </a:cubicBezTo>
                  <a:cubicBezTo>
                    <a:pt x="12221" y="103"/>
                    <a:pt x="12113" y="194"/>
                    <a:pt x="12039" y="310"/>
                  </a:cubicBezTo>
                  <a:cubicBezTo>
                    <a:pt x="11865" y="583"/>
                    <a:pt x="11823" y="907"/>
                    <a:pt x="11782" y="1213"/>
                  </a:cubicBezTo>
                  <a:cubicBezTo>
                    <a:pt x="11724" y="1677"/>
                    <a:pt x="11666" y="2149"/>
                    <a:pt x="11633" y="2613"/>
                  </a:cubicBezTo>
                  <a:cubicBezTo>
                    <a:pt x="11616" y="2845"/>
                    <a:pt x="11600" y="3077"/>
                    <a:pt x="11583" y="3309"/>
                  </a:cubicBezTo>
                  <a:cubicBezTo>
                    <a:pt x="11575" y="3541"/>
                    <a:pt x="11558" y="3782"/>
                    <a:pt x="11575" y="4014"/>
                  </a:cubicBezTo>
                  <a:cubicBezTo>
                    <a:pt x="11575" y="4030"/>
                    <a:pt x="11575" y="4038"/>
                    <a:pt x="11583" y="4047"/>
                  </a:cubicBezTo>
                  <a:cubicBezTo>
                    <a:pt x="11318" y="4072"/>
                    <a:pt x="11061" y="4179"/>
                    <a:pt x="10821" y="4287"/>
                  </a:cubicBezTo>
                  <a:cubicBezTo>
                    <a:pt x="10630" y="4378"/>
                    <a:pt x="10432" y="4478"/>
                    <a:pt x="10224" y="4527"/>
                  </a:cubicBezTo>
                  <a:cubicBezTo>
                    <a:pt x="10042" y="4577"/>
                    <a:pt x="9852" y="4602"/>
                    <a:pt x="9661" y="4660"/>
                  </a:cubicBezTo>
                  <a:cubicBezTo>
                    <a:pt x="9479" y="4710"/>
                    <a:pt x="9338" y="4809"/>
                    <a:pt x="9197" y="4942"/>
                  </a:cubicBezTo>
                  <a:cubicBezTo>
                    <a:pt x="9139" y="5000"/>
                    <a:pt x="9081" y="5066"/>
                    <a:pt x="8998" y="5099"/>
                  </a:cubicBezTo>
                  <a:cubicBezTo>
                    <a:pt x="8899" y="5140"/>
                    <a:pt x="8774" y="5140"/>
                    <a:pt x="8675" y="5149"/>
                  </a:cubicBezTo>
                  <a:cubicBezTo>
                    <a:pt x="8327" y="5190"/>
                    <a:pt x="8045" y="5414"/>
                    <a:pt x="7722" y="5530"/>
                  </a:cubicBezTo>
                  <a:cubicBezTo>
                    <a:pt x="7643" y="5551"/>
                    <a:pt x="7571" y="5573"/>
                    <a:pt x="7493" y="5573"/>
                  </a:cubicBezTo>
                  <a:cubicBezTo>
                    <a:pt x="7481" y="5573"/>
                    <a:pt x="7469" y="5572"/>
                    <a:pt x="7457" y="5571"/>
                  </a:cubicBezTo>
                  <a:cubicBezTo>
                    <a:pt x="7341" y="5563"/>
                    <a:pt x="7233" y="5522"/>
                    <a:pt x="7117" y="5505"/>
                  </a:cubicBezTo>
                  <a:cubicBezTo>
                    <a:pt x="7092" y="5497"/>
                    <a:pt x="7059" y="5497"/>
                    <a:pt x="7026" y="5497"/>
                  </a:cubicBezTo>
                  <a:cubicBezTo>
                    <a:pt x="7026" y="5480"/>
                    <a:pt x="7034" y="5464"/>
                    <a:pt x="7026" y="5455"/>
                  </a:cubicBezTo>
                  <a:cubicBezTo>
                    <a:pt x="7026" y="5439"/>
                    <a:pt x="7026" y="5422"/>
                    <a:pt x="7026" y="5406"/>
                  </a:cubicBezTo>
                  <a:cubicBezTo>
                    <a:pt x="7026" y="5397"/>
                    <a:pt x="7018" y="5389"/>
                    <a:pt x="7010" y="5389"/>
                  </a:cubicBezTo>
                  <a:cubicBezTo>
                    <a:pt x="6993" y="5389"/>
                    <a:pt x="6985" y="5389"/>
                    <a:pt x="6976" y="5406"/>
                  </a:cubicBezTo>
                  <a:cubicBezTo>
                    <a:pt x="6968" y="5414"/>
                    <a:pt x="6960" y="5430"/>
                    <a:pt x="6960" y="5447"/>
                  </a:cubicBezTo>
                  <a:cubicBezTo>
                    <a:pt x="6952" y="5455"/>
                    <a:pt x="6952" y="5464"/>
                    <a:pt x="6952" y="5472"/>
                  </a:cubicBezTo>
                  <a:cubicBezTo>
                    <a:pt x="6952" y="5480"/>
                    <a:pt x="6943" y="5488"/>
                    <a:pt x="6943" y="5488"/>
                  </a:cubicBezTo>
                  <a:cubicBezTo>
                    <a:pt x="6943" y="5497"/>
                    <a:pt x="6943" y="5505"/>
                    <a:pt x="6943" y="5513"/>
                  </a:cubicBezTo>
                  <a:cubicBezTo>
                    <a:pt x="6902" y="5522"/>
                    <a:pt x="6860" y="5530"/>
                    <a:pt x="6827" y="5555"/>
                  </a:cubicBezTo>
                  <a:cubicBezTo>
                    <a:pt x="6827" y="5530"/>
                    <a:pt x="6819" y="5513"/>
                    <a:pt x="6819" y="5488"/>
                  </a:cubicBezTo>
                  <a:cubicBezTo>
                    <a:pt x="6811" y="5472"/>
                    <a:pt x="6811" y="5464"/>
                    <a:pt x="6802" y="5447"/>
                  </a:cubicBezTo>
                  <a:lnTo>
                    <a:pt x="6786" y="5414"/>
                  </a:lnTo>
                  <a:cubicBezTo>
                    <a:pt x="6779" y="5400"/>
                    <a:pt x="6761" y="5387"/>
                    <a:pt x="6746" y="5387"/>
                  </a:cubicBezTo>
                  <a:cubicBezTo>
                    <a:pt x="6743" y="5387"/>
                    <a:pt x="6739" y="5388"/>
                    <a:pt x="6736" y="5389"/>
                  </a:cubicBezTo>
                  <a:cubicBezTo>
                    <a:pt x="6728" y="5389"/>
                    <a:pt x="6728" y="5389"/>
                    <a:pt x="6720" y="5397"/>
                  </a:cubicBezTo>
                  <a:cubicBezTo>
                    <a:pt x="6570" y="5124"/>
                    <a:pt x="6372" y="4867"/>
                    <a:pt x="6156" y="4643"/>
                  </a:cubicBezTo>
                  <a:cubicBezTo>
                    <a:pt x="5966" y="4453"/>
                    <a:pt x="5767" y="4270"/>
                    <a:pt x="5551" y="4105"/>
                  </a:cubicBezTo>
                  <a:cubicBezTo>
                    <a:pt x="5319" y="3922"/>
                    <a:pt x="5079" y="3765"/>
                    <a:pt x="4806" y="3657"/>
                  </a:cubicBezTo>
                  <a:cubicBezTo>
                    <a:pt x="4524" y="3558"/>
                    <a:pt x="4234" y="3492"/>
                    <a:pt x="3944" y="3425"/>
                  </a:cubicBezTo>
                  <a:cubicBezTo>
                    <a:pt x="3646" y="3359"/>
                    <a:pt x="3347" y="3309"/>
                    <a:pt x="3041" y="3276"/>
                  </a:cubicBezTo>
                  <a:cubicBezTo>
                    <a:pt x="2688" y="3233"/>
                    <a:pt x="2335" y="3212"/>
                    <a:pt x="1980" y="3212"/>
                  </a:cubicBezTo>
                  <a:cubicBezTo>
                    <a:pt x="1727" y="3212"/>
                    <a:pt x="1473" y="3222"/>
                    <a:pt x="1218" y="3243"/>
                  </a:cubicBezTo>
                  <a:cubicBezTo>
                    <a:pt x="936" y="3260"/>
                    <a:pt x="638" y="3301"/>
                    <a:pt x="389" y="3459"/>
                  </a:cubicBezTo>
                  <a:cubicBezTo>
                    <a:pt x="182" y="3591"/>
                    <a:pt x="25" y="3806"/>
                    <a:pt x="17" y="4055"/>
                  </a:cubicBezTo>
                  <a:cubicBezTo>
                    <a:pt x="0" y="4345"/>
                    <a:pt x="141" y="4627"/>
                    <a:pt x="257" y="4875"/>
                  </a:cubicBezTo>
                  <a:cubicBezTo>
                    <a:pt x="389" y="5157"/>
                    <a:pt x="539" y="5422"/>
                    <a:pt x="696" y="5687"/>
                  </a:cubicBezTo>
                  <a:cubicBezTo>
                    <a:pt x="853" y="5944"/>
                    <a:pt x="1019" y="6201"/>
                    <a:pt x="1201" y="6441"/>
                  </a:cubicBezTo>
                  <a:cubicBezTo>
                    <a:pt x="1293" y="6574"/>
                    <a:pt x="1384" y="6698"/>
                    <a:pt x="1467" y="6831"/>
                  </a:cubicBezTo>
                  <a:cubicBezTo>
                    <a:pt x="1549" y="6963"/>
                    <a:pt x="1624" y="7104"/>
                    <a:pt x="1690" y="7245"/>
                  </a:cubicBezTo>
                  <a:cubicBezTo>
                    <a:pt x="1955" y="7817"/>
                    <a:pt x="2237" y="8380"/>
                    <a:pt x="2544" y="8935"/>
                  </a:cubicBezTo>
                  <a:cubicBezTo>
                    <a:pt x="2685" y="9184"/>
                    <a:pt x="2809" y="9474"/>
                    <a:pt x="3008" y="9689"/>
                  </a:cubicBezTo>
                  <a:cubicBezTo>
                    <a:pt x="3091" y="9772"/>
                    <a:pt x="3215" y="9847"/>
                    <a:pt x="3273" y="9954"/>
                  </a:cubicBezTo>
                  <a:cubicBezTo>
                    <a:pt x="3298" y="10012"/>
                    <a:pt x="3289" y="10087"/>
                    <a:pt x="3306" y="10145"/>
                  </a:cubicBezTo>
                  <a:cubicBezTo>
                    <a:pt x="3323" y="10211"/>
                    <a:pt x="3356" y="10269"/>
                    <a:pt x="3405" y="10319"/>
                  </a:cubicBezTo>
                  <a:cubicBezTo>
                    <a:pt x="3588" y="10501"/>
                    <a:pt x="3845" y="10617"/>
                    <a:pt x="4093" y="10683"/>
                  </a:cubicBezTo>
                  <a:cubicBezTo>
                    <a:pt x="4325" y="10750"/>
                    <a:pt x="4565" y="10733"/>
                    <a:pt x="4797" y="10758"/>
                  </a:cubicBezTo>
                  <a:cubicBezTo>
                    <a:pt x="4789" y="10775"/>
                    <a:pt x="4781" y="10783"/>
                    <a:pt x="4773" y="10799"/>
                  </a:cubicBezTo>
                  <a:cubicBezTo>
                    <a:pt x="4773" y="10808"/>
                    <a:pt x="4764" y="10824"/>
                    <a:pt x="4764" y="10833"/>
                  </a:cubicBezTo>
                  <a:cubicBezTo>
                    <a:pt x="4756" y="10849"/>
                    <a:pt x="4756" y="10866"/>
                    <a:pt x="4756" y="10882"/>
                  </a:cubicBezTo>
                  <a:cubicBezTo>
                    <a:pt x="4756" y="10882"/>
                    <a:pt x="4756" y="10891"/>
                    <a:pt x="4756" y="10899"/>
                  </a:cubicBezTo>
                  <a:cubicBezTo>
                    <a:pt x="4764" y="10915"/>
                    <a:pt x="4773" y="10932"/>
                    <a:pt x="4789" y="10940"/>
                  </a:cubicBezTo>
                  <a:cubicBezTo>
                    <a:pt x="4794" y="10943"/>
                    <a:pt x="4800" y="10944"/>
                    <a:pt x="4805" y="10944"/>
                  </a:cubicBezTo>
                  <a:cubicBezTo>
                    <a:pt x="4819" y="10944"/>
                    <a:pt x="4833" y="10938"/>
                    <a:pt x="4839" y="10932"/>
                  </a:cubicBezTo>
                  <a:lnTo>
                    <a:pt x="4855" y="10915"/>
                  </a:lnTo>
                  <a:cubicBezTo>
                    <a:pt x="4864" y="10915"/>
                    <a:pt x="4864" y="10907"/>
                    <a:pt x="4872" y="10907"/>
                  </a:cubicBezTo>
                  <a:cubicBezTo>
                    <a:pt x="4872" y="10899"/>
                    <a:pt x="4880" y="10891"/>
                    <a:pt x="4880" y="10882"/>
                  </a:cubicBezTo>
                  <a:cubicBezTo>
                    <a:pt x="4889" y="10874"/>
                    <a:pt x="4897" y="10866"/>
                    <a:pt x="4897" y="10849"/>
                  </a:cubicBezTo>
                  <a:cubicBezTo>
                    <a:pt x="4913" y="10824"/>
                    <a:pt x="4930" y="10799"/>
                    <a:pt x="4955" y="10775"/>
                  </a:cubicBezTo>
                  <a:cubicBezTo>
                    <a:pt x="5029" y="10791"/>
                    <a:pt x="5096" y="10808"/>
                    <a:pt x="5170" y="10833"/>
                  </a:cubicBezTo>
                  <a:cubicBezTo>
                    <a:pt x="5195" y="10957"/>
                    <a:pt x="5245" y="11073"/>
                    <a:pt x="5286" y="11189"/>
                  </a:cubicBezTo>
                  <a:cubicBezTo>
                    <a:pt x="5377" y="11421"/>
                    <a:pt x="5469" y="11661"/>
                    <a:pt x="5576" y="11893"/>
                  </a:cubicBezTo>
                  <a:cubicBezTo>
                    <a:pt x="5659" y="12084"/>
                    <a:pt x="5767" y="12274"/>
                    <a:pt x="5932" y="12399"/>
                  </a:cubicBezTo>
                  <a:cubicBezTo>
                    <a:pt x="6007" y="12448"/>
                    <a:pt x="6082" y="12490"/>
                    <a:pt x="6164" y="12523"/>
                  </a:cubicBezTo>
                  <a:cubicBezTo>
                    <a:pt x="5974" y="12655"/>
                    <a:pt x="5800" y="12821"/>
                    <a:pt x="5651" y="13003"/>
                  </a:cubicBezTo>
                  <a:cubicBezTo>
                    <a:pt x="5585" y="13078"/>
                    <a:pt x="5535" y="13161"/>
                    <a:pt x="5485" y="13244"/>
                  </a:cubicBezTo>
                  <a:cubicBezTo>
                    <a:pt x="5319" y="13434"/>
                    <a:pt x="5154" y="13608"/>
                    <a:pt x="4988" y="13790"/>
                  </a:cubicBezTo>
                  <a:cubicBezTo>
                    <a:pt x="4748" y="14064"/>
                    <a:pt x="4557" y="14354"/>
                    <a:pt x="4367" y="14660"/>
                  </a:cubicBezTo>
                  <a:cubicBezTo>
                    <a:pt x="4159" y="15000"/>
                    <a:pt x="3936" y="15332"/>
                    <a:pt x="3729" y="15663"/>
                  </a:cubicBezTo>
                  <a:cubicBezTo>
                    <a:pt x="3546" y="15961"/>
                    <a:pt x="3414" y="16301"/>
                    <a:pt x="3389" y="16649"/>
                  </a:cubicBezTo>
                  <a:cubicBezTo>
                    <a:pt x="3372" y="16823"/>
                    <a:pt x="3397" y="17022"/>
                    <a:pt x="3455" y="17188"/>
                  </a:cubicBezTo>
                  <a:cubicBezTo>
                    <a:pt x="3488" y="17262"/>
                    <a:pt x="3521" y="17345"/>
                    <a:pt x="3579" y="17411"/>
                  </a:cubicBezTo>
                  <a:cubicBezTo>
                    <a:pt x="3745" y="17718"/>
                    <a:pt x="4068" y="17917"/>
                    <a:pt x="4383" y="18074"/>
                  </a:cubicBezTo>
                  <a:cubicBezTo>
                    <a:pt x="4855" y="18314"/>
                    <a:pt x="5344" y="18538"/>
                    <a:pt x="5833" y="18770"/>
                  </a:cubicBezTo>
                  <a:cubicBezTo>
                    <a:pt x="6314" y="19002"/>
                    <a:pt x="6794" y="19193"/>
                    <a:pt x="7316" y="19325"/>
                  </a:cubicBezTo>
                  <a:cubicBezTo>
                    <a:pt x="7813" y="19449"/>
                    <a:pt x="8327" y="19549"/>
                    <a:pt x="8832" y="19632"/>
                  </a:cubicBezTo>
                  <a:cubicBezTo>
                    <a:pt x="9519" y="19744"/>
                    <a:pt x="10216" y="19815"/>
                    <a:pt x="10912" y="19815"/>
                  </a:cubicBezTo>
                  <a:cubicBezTo>
                    <a:pt x="11242" y="19815"/>
                    <a:pt x="11571" y="19799"/>
                    <a:pt x="11898" y="19764"/>
                  </a:cubicBezTo>
                  <a:cubicBezTo>
                    <a:pt x="12395" y="19715"/>
                    <a:pt x="12892" y="19632"/>
                    <a:pt x="13365" y="19474"/>
                  </a:cubicBezTo>
                  <a:cubicBezTo>
                    <a:pt x="13746" y="19358"/>
                    <a:pt x="14135" y="19159"/>
                    <a:pt x="14367" y="18820"/>
                  </a:cubicBezTo>
                  <a:cubicBezTo>
                    <a:pt x="14516" y="18596"/>
                    <a:pt x="14541" y="18348"/>
                    <a:pt x="14583" y="18091"/>
                  </a:cubicBezTo>
                  <a:cubicBezTo>
                    <a:pt x="14624" y="17801"/>
                    <a:pt x="14682" y="17502"/>
                    <a:pt x="14715" y="17204"/>
                  </a:cubicBezTo>
                  <a:cubicBezTo>
                    <a:pt x="14790" y="16682"/>
                    <a:pt x="14947" y="16086"/>
                    <a:pt x="14765" y="15564"/>
                  </a:cubicBezTo>
                  <a:cubicBezTo>
                    <a:pt x="14781" y="15489"/>
                    <a:pt x="14790" y="15423"/>
                    <a:pt x="14798" y="15348"/>
                  </a:cubicBezTo>
                  <a:cubicBezTo>
                    <a:pt x="14798" y="15323"/>
                    <a:pt x="14798" y="15307"/>
                    <a:pt x="14790" y="15290"/>
                  </a:cubicBezTo>
                  <a:cubicBezTo>
                    <a:pt x="14889" y="15240"/>
                    <a:pt x="14989" y="15191"/>
                    <a:pt x="15071" y="15124"/>
                  </a:cubicBezTo>
                  <a:cubicBezTo>
                    <a:pt x="15121" y="15091"/>
                    <a:pt x="15163" y="15042"/>
                    <a:pt x="15187" y="14992"/>
                  </a:cubicBezTo>
                  <a:lnTo>
                    <a:pt x="15320" y="14992"/>
                  </a:lnTo>
                  <a:cubicBezTo>
                    <a:pt x="15660" y="14967"/>
                    <a:pt x="15999" y="14876"/>
                    <a:pt x="16306" y="14727"/>
                  </a:cubicBezTo>
                  <a:cubicBezTo>
                    <a:pt x="16571" y="14602"/>
                    <a:pt x="16770" y="14412"/>
                    <a:pt x="16836" y="14122"/>
                  </a:cubicBezTo>
                  <a:cubicBezTo>
                    <a:pt x="17126" y="13790"/>
                    <a:pt x="17400" y="13443"/>
                    <a:pt x="17656" y="13086"/>
                  </a:cubicBezTo>
                  <a:cubicBezTo>
                    <a:pt x="17797" y="12896"/>
                    <a:pt x="17922" y="12689"/>
                    <a:pt x="17930" y="12448"/>
                  </a:cubicBezTo>
                  <a:cubicBezTo>
                    <a:pt x="17930" y="12191"/>
                    <a:pt x="17830" y="11935"/>
                    <a:pt x="17756" y="11686"/>
                  </a:cubicBezTo>
                  <a:lnTo>
                    <a:pt x="17756" y="11686"/>
                  </a:lnTo>
                  <a:lnTo>
                    <a:pt x="17764" y="11694"/>
                  </a:lnTo>
                  <a:cubicBezTo>
                    <a:pt x="17698" y="11487"/>
                    <a:pt x="17632" y="11280"/>
                    <a:pt x="17557" y="11073"/>
                  </a:cubicBezTo>
                  <a:lnTo>
                    <a:pt x="17557" y="11065"/>
                  </a:lnTo>
                  <a:cubicBezTo>
                    <a:pt x="17565" y="10940"/>
                    <a:pt x="17549" y="10816"/>
                    <a:pt x="17549" y="10683"/>
                  </a:cubicBezTo>
                  <a:cubicBezTo>
                    <a:pt x="17549" y="10551"/>
                    <a:pt x="17565" y="10410"/>
                    <a:pt x="17582" y="10277"/>
                  </a:cubicBezTo>
                  <a:cubicBezTo>
                    <a:pt x="17623" y="10021"/>
                    <a:pt x="17706" y="9764"/>
                    <a:pt x="17764" y="9507"/>
                  </a:cubicBezTo>
                  <a:cubicBezTo>
                    <a:pt x="17830" y="9267"/>
                    <a:pt x="17847" y="9010"/>
                    <a:pt x="17756" y="8769"/>
                  </a:cubicBezTo>
                  <a:cubicBezTo>
                    <a:pt x="17665" y="8538"/>
                    <a:pt x="17474" y="8339"/>
                    <a:pt x="17308" y="8148"/>
                  </a:cubicBezTo>
                  <a:cubicBezTo>
                    <a:pt x="17209" y="8024"/>
                    <a:pt x="17101" y="7908"/>
                    <a:pt x="16994" y="7784"/>
                  </a:cubicBezTo>
                  <a:cubicBezTo>
                    <a:pt x="16944" y="7726"/>
                    <a:pt x="16894" y="7668"/>
                    <a:pt x="16836" y="7601"/>
                  </a:cubicBezTo>
                  <a:cubicBezTo>
                    <a:pt x="16820" y="7585"/>
                    <a:pt x="16803" y="7568"/>
                    <a:pt x="16786" y="7543"/>
                  </a:cubicBezTo>
                  <a:cubicBezTo>
                    <a:pt x="16762" y="7494"/>
                    <a:pt x="16745" y="7436"/>
                    <a:pt x="16728" y="7378"/>
                  </a:cubicBezTo>
                  <a:cubicBezTo>
                    <a:pt x="16778" y="7353"/>
                    <a:pt x="16803" y="7286"/>
                    <a:pt x="16753" y="7228"/>
                  </a:cubicBezTo>
                  <a:cubicBezTo>
                    <a:pt x="16728" y="7204"/>
                    <a:pt x="16704" y="7179"/>
                    <a:pt x="16679" y="7146"/>
                  </a:cubicBezTo>
                  <a:cubicBezTo>
                    <a:pt x="16679" y="7121"/>
                    <a:pt x="16670" y="7104"/>
                    <a:pt x="16670" y="7079"/>
                  </a:cubicBezTo>
                  <a:cubicBezTo>
                    <a:pt x="16670" y="7052"/>
                    <a:pt x="16648" y="7036"/>
                    <a:pt x="16621" y="7036"/>
                  </a:cubicBezTo>
                  <a:cubicBezTo>
                    <a:pt x="16616" y="7036"/>
                    <a:pt x="16610" y="7036"/>
                    <a:pt x="16604" y="7038"/>
                  </a:cubicBezTo>
                  <a:cubicBezTo>
                    <a:pt x="16588" y="7005"/>
                    <a:pt x="16579" y="6972"/>
                    <a:pt x="16571" y="6938"/>
                  </a:cubicBezTo>
                  <a:cubicBezTo>
                    <a:pt x="16563" y="6814"/>
                    <a:pt x="16588" y="6690"/>
                    <a:pt x="16563" y="6566"/>
                  </a:cubicBezTo>
                  <a:cubicBezTo>
                    <a:pt x="16521" y="6342"/>
                    <a:pt x="16414" y="6151"/>
                    <a:pt x="16256" y="6002"/>
                  </a:cubicBezTo>
                  <a:cubicBezTo>
                    <a:pt x="16115" y="5870"/>
                    <a:pt x="15958" y="5762"/>
                    <a:pt x="15801" y="5662"/>
                  </a:cubicBezTo>
                  <a:cubicBezTo>
                    <a:pt x="15693" y="5588"/>
                    <a:pt x="15585" y="5522"/>
                    <a:pt x="15494" y="5430"/>
                  </a:cubicBezTo>
                  <a:cubicBezTo>
                    <a:pt x="15527" y="5381"/>
                    <a:pt x="15527" y="5323"/>
                    <a:pt x="15477" y="5281"/>
                  </a:cubicBezTo>
                  <a:cubicBezTo>
                    <a:pt x="15229" y="5074"/>
                    <a:pt x="15187" y="4726"/>
                    <a:pt x="15163" y="4420"/>
                  </a:cubicBezTo>
                  <a:cubicBezTo>
                    <a:pt x="15138" y="4063"/>
                    <a:pt x="15121" y="3707"/>
                    <a:pt x="15071" y="3351"/>
                  </a:cubicBezTo>
                  <a:cubicBezTo>
                    <a:pt x="14964" y="2638"/>
                    <a:pt x="14757" y="1934"/>
                    <a:pt x="14392" y="1304"/>
                  </a:cubicBezTo>
                  <a:cubicBezTo>
                    <a:pt x="14052" y="741"/>
                    <a:pt x="13555" y="177"/>
                    <a:pt x="12884" y="37"/>
                  </a:cubicBezTo>
                  <a:cubicBezTo>
                    <a:pt x="12794" y="15"/>
                    <a:pt x="12699" y="0"/>
                    <a:pt x="12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9"/>
            <p:cNvSpPr/>
            <p:nvPr/>
          </p:nvSpPr>
          <p:spPr>
            <a:xfrm>
              <a:off x="6643725" y="4303500"/>
              <a:ext cx="48750" cy="81000"/>
            </a:xfrm>
            <a:custGeom>
              <a:rect b="b" l="l" r="r" t="t"/>
              <a:pathLst>
                <a:path extrusionOk="0" h="3240" w="1950">
                  <a:moveTo>
                    <a:pt x="1894" y="0"/>
                  </a:moveTo>
                  <a:cubicBezTo>
                    <a:pt x="1891" y="0"/>
                    <a:pt x="1888" y="0"/>
                    <a:pt x="1886" y="1"/>
                  </a:cubicBezTo>
                  <a:cubicBezTo>
                    <a:pt x="1397" y="17"/>
                    <a:pt x="1007" y="365"/>
                    <a:pt x="742" y="755"/>
                  </a:cubicBezTo>
                  <a:cubicBezTo>
                    <a:pt x="452" y="1194"/>
                    <a:pt x="311" y="1716"/>
                    <a:pt x="195" y="2230"/>
                  </a:cubicBezTo>
                  <a:cubicBezTo>
                    <a:pt x="121" y="2553"/>
                    <a:pt x="71" y="2876"/>
                    <a:pt x="5" y="3207"/>
                  </a:cubicBezTo>
                  <a:cubicBezTo>
                    <a:pt x="0" y="3229"/>
                    <a:pt x="15" y="3240"/>
                    <a:pt x="30" y="3240"/>
                  </a:cubicBezTo>
                  <a:cubicBezTo>
                    <a:pt x="44" y="3240"/>
                    <a:pt x="59" y="3231"/>
                    <a:pt x="63" y="3216"/>
                  </a:cubicBezTo>
                  <a:cubicBezTo>
                    <a:pt x="137" y="2942"/>
                    <a:pt x="229" y="2669"/>
                    <a:pt x="303" y="2395"/>
                  </a:cubicBezTo>
                  <a:cubicBezTo>
                    <a:pt x="369" y="2147"/>
                    <a:pt x="436" y="1898"/>
                    <a:pt x="527" y="1658"/>
                  </a:cubicBezTo>
                  <a:cubicBezTo>
                    <a:pt x="693" y="1219"/>
                    <a:pt x="908" y="796"/>
                    <a:pt x="1272" y="481"/>
                  </a:cubicBezTo>
                  <a:cubicBezTo>
                    <a:pt x="1463" y="316"/>
                    <a:pt x="1678" y="175"/>
                    <a:pt x="1910" y="75"/>
                  </a:cubicBezTo>
                  <a:cubicBezTo>
                    <a:pt x="1949" y="52"/>
                    <a:pt x="1930" y="0"/>
                    <a:pt x="18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9"/>
            <p:cNvSpPr/>
            <p:nvPr/>
          </p:nvSpPr>
          <p:spPr>
            <a:xfrm>
              <a:off x="6698925" y="4293525"/>
              <a:ext cx="7225" cy="4750"/>
            </a:xfrm>
            <a:custGeom>
              <a:rect b="b" l="l" r="r" t="t"/>
              <a:pathLst>
                <a:path extrusionOk="0" h="190" w="289">
                  <a:moveTo>
                    <a:pt x="259" y="1"/>
                  </a:moveTo>
                  <a:cubicBezTo>
                    <a:pt x="256" y="1"/>
                    <a:pt x="253" y="1"/>
                    <a:pt x="249" y="2"/>
                  </a:cubicBezTo>
                  <a:cubicBezTo>
                    <a:pt x="233" y="11"/>
                    <a:pt x="208" y="19"/>
                    <a:pt x="191" y="27"/>
                  </a:cubicBezTo>
                  <a:cubicBezTo>
                    <a:pt x="175" y="35"/>
                    <a:pt x="150" y="52"/>
                    <a:pt x="133" y="60"/>
                  </a:cubicBezTo>
                  <a:cubicBezTo>
                    <a:pt x="92" y="85"/>
                    <a:pt x="50" y="110"/>
                    <a:pt x="17" y="135"/>
                  </a:cubicBezTo>
                  <a:cubicBezTo>
                    <a:pt x="1" y="143"/>
                    <a:pt x="1" y="168"/>
                    <a:pt x="9" y="176"/>
                  </a:cubicBezTo>
                  <a:cubicBezTo>
                    <a:pt x="14" y="186"/>
                    <a:pt x="24" y="190"/>
                    <a:pt x="36" y="190"/>
                  </a:cubicBezTo>
                  <a:cubicBezTo>
                    <a:pt x="44" y="190"/>
                    <a:pt x="52" y="188"/>
                    <a:pt x="59" y="185"/>
                  </a:cubicBezTo>
                  <a:cubicBezTo>
                    <a:pt x="92" y="160"/>
                    <a:pt x="133" y="135"/>
                    <a:pt x="166" y="110"/>
                  </a:cubicBezTo>
                  <a:lnTo>
                    <a:pt x="224" y="77"/>
                  </a:lnTo>
                  <a:cubicBezTo>
                    <a:pt x="241" y="60"/>
                    <a:pt x="258" y="52"/>
                    <a:pt x="274" y="35"/>
                  </a:cubicBezTo>
                  <a:cubicBezTo>
                    <a:pt x="288" y="21"/>
                    <a:pt x="278" y="1"/>
                    <a:pt x="2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9"/>
            <p:cNvSpPr/>
            <p:nvPr/>
          </p:nvSpPr>
          <p:spPr>
            <a:xfrm>
              <a:off x="6609025" y="4310750"/>
              <a:ext cx="23650" cy="26075"/>
            </a:xfrm>
            <a:custGeom>
              <a:rect b="b" l="l" r="r" t="t"/>
              <a:pathLst>
                <a:path extrusionOk="0" h="1043" w="946">
                  <a:moveTo>
                    <a:pt x="432" y="1"/>
                  </a:moveTo>
                  <a:cubicBezTo>
                    <a:pt x="341" y="1"/>
                    <a:pt x="258" y="26"/>
                    <a:pt x="183" y="75"/>
                  </a:cubicBezTo>
                  <a:cubicBezTo>
                    <a:pt x="109" y="125"/>
                    <a:pt x="67" y="216"/>
                    <a:pt x="42" y="307"/>
                  </a:cubicBezTo>
                  <a:cubicBezTo>
                    <a:pt x="1" y="481"/>
                    <a:pt x="34" y="680"/>
                    <a:pt x="125" y="829"/>
                  </a:cubicBezTo>
                  <a:cubicBezTo>
                    <a:pt x="197" y="952"/>
                    <a:pt x="344" y="1043"/>
                    <a:pt x="496" y="1043"/>
                  </a:cubicBezTo>
                  <a:cubicBezTo>
                    <a:pt x="519" y="1043"/>
                    <a:pt x="541" y="1041"/>
                    <a:pt x="564" y="1037"/>
                  </a:cubicBezTo>
                  <a:cubicBezTo>
                    <a:pt x="863" y="987"/>
                    <a:pt x="945" y="614"/>
                    <a:pt x="829" y="357"/>
                  </a:cubicBezTo>
                  <a:cubicBezTo>
                    <a:pt x="829" y="341"/>
                    <a:pt x="821" y="324"/>
                    <a:pt x="821" y="307"/>
                  </a:cubicBezTo>
                  <a:lnTo>
                    <a:pt x="813" y="291"/>
                  </a:lnTo>
                  <a:cubicBezTo>
                    <a:pt x="796" y="233"/>
                    <a:pt x="763" y="183"/>
                    <a:pt x="713" y="142"/>
                  </a:cubicBezTo>
                  <a:cubicBezTo>
                    <a:pt x="639" y="59"/>
                    <a:pt x="539" y="9"/>
                    <a:pt x="4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9"/>
            <p:cNvSpPr/>
            <p:nvPr/>
          </p:nvSpPr>
          <p:spPr>
            <a:xfrm>
              <a:off x="6775150" y="4262025"/>
              <a:ext cx="22000" cy="26300"/>
            </a:xfrm>
            <a:custGeom>
              <a:rect b="b" l="l" r="r" t="t"/>
              <a:pathLst>
                <a:path extrusionOk="0" h="1052" w="880">
                  <a:moveTo>
                    <a:pt x="457" y="525"/>
                  </a:moveTo>
                  <a:lnTo>
                    <a:pt x="465" y="533"/>
                  </a:lnTo>
                  <a:cubicBezTo>
                    <a:pt x="465" y="538"/>
                    <a:pt x="465" y="552"/>
                    <a:pt x="465" y="558"/>
                  </a:cubicBezTo>
                  <a:lnTo>
                    <a:pt x="465" y="566"/>
                  </a:lnTo>
                  <a:cubicBezTo>
                    <a:pt x="465" y="575"/>
                    <a:pt x="465" y="583"/>
                    <a:pt x="465" y="591"/>
                  </a:cubicBezTo>
                  <a:lnTo>
                    <a:pt x="457" y="599"/>
                  </a:lnTo>
                  <a:lnTo>
                    <a:pt x="448" y="608"/>
                  </a:lnTo>
                  <a:lnTo>
                    <a:pt x="432" y="608"/>
                  </a:lnTo>
                  <a:cubicBezTo>
                    <a:pt x="432" y="575"/>
                    <a:pt x="448" y="550"/>
                    <a:pt x="457" y="525"/>
                  </a:cubicBezTo>
                  <a:close/>
                  <a:moveTo>
                    <a:pt x="389" y="0"/>
                  </a:moveTo>
                  <a:cubicBezTo>
                    <a:pt x="358" y="0"/>
                    <a:pt x="325" y="6"/>
                    <a:pt x="291" y="19"/>
                  </a:cubicBezTo>
                  <a:cubicBezTo>
                    <a:pt x="67" y="102"/>
                    <a:pt x="1" y="384"/>
                    <a:pt x="9" y="591"/>
                  </a:cubicBezTo>
                  <a:cubicBezTo>
                    <a:pt x="17" y="815"/>
                    <a:pt x="167" y="1005"/>
                    <a:pt x="382" y="1047"/>
                  </a:cubicBezTo>
                  <a:cubicBezTo>
                    <a:pt x="400" y="1050"/>
                    <a:pt x="419" y="1051"/>
                    <a:pt x="437" y="1051"/>
                  </a:cubicBezTo>
                  <a:cubicBezTo>
                    <a:pt x="526" y="1051"/>
                    <a:pt x="610" y="1019"/>
                    <a:pt x="672" y="964"/>
                  </a:cubicBezTo>
                  <a:cubicBezTo>
                    <a:pt x="879" y="840"/>
                    <a:pt x="871" y="566"/>
                    <a:pt x="788" y="376"/>
                  </a:cubicBezTo>
                  <a:cubicBezTo>
                    <a:pt x="710" y="212"/>
                    <a:pt x="577" y="0"/>
                    <a:pt x="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9"/>
            <p:cNvSpPr/>
            <p:nvPr/>
          </p:nvSpPr>
          <p:spPr>
            <a:xfrm>
              <a:off x="6602475" y="4343050"/>
              <a:ext cx="30350" cy="8800"/>
            </a:xfrm>
            <a:custGeom>
              <a:rect b="b" l="l" r="r" t="t"/>
              <a:pathLst>
                <a:path extrusionOk="0" h="352" w="1214">
                  <a:moveTo>
                    <a:pt x="1127" y="1"/>
                  </a:moveTo>
                  <a:cubicBezTo>
                    <a:pt x="1124" y="1"/>
                    <a:pt x="1120" y="1"/>
                    <a:pt x="1116" y="1"/>
                  </a:cubicBezTo>
                  <a:cubicBezTo>
                    <a:pt x="1033" y="1"/>
                    <a:pt x="951" y="59"/>
                    <a:pt x="868" y="93"/>
                  </a:cubicBezTo>
                  <a:cubicBezTo>
                    <a:pt x="785" y="126"/>
                    <a:pt x="694" y="151"/>
                    <a:pt x="603" y="167"/>
                  </a:cubicBezTo>
                  <a:cubicBezTo>
                    <a:pt x="476" y="197"/>
                    <a:pt x="346" y="219"/>
                    <a:pt x="218" y="219"/>
                  </a:cubicBezTo>
                  <a:cubicBezTo>
                    <a:pt x="169" y="219"/>
                    <a:pt x="120" y="215"/>
                    <a:pt x="72" y="209"/>
                  </a:cubicBezTo>
                  <a:cubicBezTo>
                    <a:pt x="70" y="208"/>
                    <a:pt x="67" y="208"/>
                    <a:pt x="64" y="208"/>
                  </a:cubicBezTo>
                  <a:cubicBezTo>
                    <a:pt x="13" y="208"/>
                    <a:pt x="0" y="284"/>
                    <a:pt x="47" y="300"/>
                  </a:cubicBezTo>
                  <a:cubicBezTo>
                    <a:pt x="139" y="337"/>
                    <a:pt x="234" y="352"/>
                    <a:pt x="330" y="352"/>
                  </a:cubicBezTo>
                  <a:cubicBezTo>
                    <a:pt x="426" y="352"/>
                    <a:pt x="524" y="337"/>
                    <a:pt x="619" y="316"/>
                  </a:cubicBezTo>
                  <a:cubicBezTo>
                    <a:pt x="719" y="300"/>
                    <a:pt x="818" y="275"/>
                    <a:pt x="909" y="242"/>
                  </a:cubicBezTo>
                  <a:cubicBezTo>
                    <a:pt x="1000" y="209"/>
                    <a:pt x="1116" y="175"/>
                    <a:pt x="1183" y="101"/>
                  </a:cubicBezTo>
                  <a:cubicBezTo>
                    <a:pt x="1214" y="54"/>
                    <a:pt x="1179" y="1"/>
                    <a:pt x="11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9"/>
            <p:cNvSpPr/>
            <p:nvPr/>
          </p:nvSpPr>
          <p:spPr>
            <a:xfrm>
              <a:off x="6608825" y="4355300"/>
              <a:ext cx="10175" cy="5400"/>
            </a:xfrm>
            <a:custGeom>
              <a:rect b="b" l="l" r="r" t="t"/>
              <a:pathLst>
                <a:path extrusionOk="0" h="216" w="407">
                  <a:moveTo>
                    <a:pt x="357" y="0"/>
                  </a:moveTo>
                  <a:cubicBezTo>
                    <a:pt x="332" y="9"/>
                    <a:pt x="307" y="25"/>
                    <a:pt x="282" y="42"/>
                  </a:cubicBezTo>
                  <a:cubicBezTo>
                    <a:pt x="249" y="58"/>
                    <a:pt x="224" y="67"/>
                    <a:pt x="199" y="83"/>
                  </a:cubicBezTo>
                  <a:cubicBezTo>
                    <a:pt x="141" y="108"/>
                    <a:pt x="83" y="133"/>
                    <a:pt x="25" y="149"/>
                  </a:cubicBezTo>
                  <a:cubicBezTo>
                    <a:pt x="9" y="149"/>
                    <a:pt x="1" y="174"/>
                    <a:pt x="9" y="191"/>
                  </a:cubicBezTo>
                  <a:cubicBezTo>
                    <a:pt x="17" y="216"/>
                    <a:pt x="34" y="216"/>
                    <a:pt x="59" y="216"/>
                  </a:cubicBezTo>
                  <a:cubicBezTo>
                    <a:pt x="117" y="199"/>
                    <a:pt x="175" y="174"/>
                    <a:pt x="233" y="149"/>
                  </a:cubicBezTo>
                  <a:cubicBezTo>
                    <a:pt x="257" y="133"/>
                    <a:pt x="291" y="125"/>
                    <a:pt x="315" y="108"/>
                  </a:cubicBezTo>
                  <a:cubicBezTo>
                    <a:pt x="349" y="91"/>
                    <a:pt x="373" y="75"/>
                    <a:pt x="398" y="50"/>
                  </a:cubicBezTo>
                  <a:cubicBezTo>
                    <a:pt x="407" y="42"/>
                    <a:pt x="407" y="25"/>
                    <a:pt x="398" y="9"/>
                  </a:cubicBezTo>
                  <a:cubicBezTo>
                    <a:pt x="390" y="0"/>
                    <a:pt x="373" y="0"/>
                    <a:pt x="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9"/>
            <p:cNvSpPr/>
            <p:nvPr/>
          </p:nvSpPr>
          <p:spPr>
            <a:xfrm>
              <a:off x="6600425" y="4390325"/>
              <a:ext cx="15050" cy="6900"/>
            </a:xfrm>
            <a:custGeom>
              <a:rect b="b" l="l" r="r" t="t"/>
              <a:pathLst>
                <a:path extrusionOk="0" h="276" w="602">
                  <a:moveTo>
                    <a:pt x="532" y="0"/>
                  </a:moveTo>
                  <a:cubicBezTo>
                    <a:pt x="497" y="0"/>
                    <a:pt x="463" y="16"/>
                    <a:pt x="436" y="33"/>
                  </a:cubicBezTo>
                  <a:cubicBezTo>
                    <a:pt x="395" y="49"/>
                    <a:pt x="345" y="66"/>
                    <a:pt x="303" y="91"/>
                  </a:cubicBezTo>
                  <a:cubicBezTo>
                    <a:pt x="212" y="124"/>
                    <a:pt x="129" y="165"/>
                    <a:pt x="38" y="198"/>
                  </a:cubicBezTo>
                  <a:cubicBezTo>
                    <a:pt x="1" y="213"/>
                    <a:pt x="11" y="275"/>
                    <a:pt x="49" y="275"/>
                  </a:cubicBezTo>
                  <a:cubicBezTo>
                    <a:pt x="54" y="275"/>
                    <a:pt x="58" y="275"/>
                    <a:pt x="63" y="273"/>
                  </a:cubicBezTo>
                  <a:cubicBezTo>
                    <a:pt x="154" y="256"/>
                    <a:pt x="254" y="232"/>
                    <a:pt x="345" y="207"/>
                  </a:cubicBezTo>
                  <a:cubicBezTo>
                    <a:pt x="395" y="190"/>
                    <a:pt x="436" y="174"/>
                    <a:pt x="486" y="157"/>
                  </a:cubicBezTo>
                  <a:cubicBezTo>
                    <a:pt x="527" y="132"/>
                    <a:pt x="593" y="107"/>
                    <a:pt x="602" y="58"/>
                  </a:cubicBezTo>
                  <a:cubicBezTo>
                    <a:pt x="602" y="41"/>
                    <a:pt x="593" y="24"/>
                    <a:pt x="585" y="16"/>
                  </a:cubicBezTo>
                  <a:cubicBezTo>
                    <a:pt x="568" y="5"/>
                    <a:pt x="550" y="0"/>
                    <a:pt x="5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9"/>
            <p:cNvSpPr/>
            <p:nvPr/>
          </p:nvSpPr>
          <p:spPr>
            <a:xfrm>
              <a:off x="6608200" y="4399425"/>
              <a:ext cx="5425" cy="2875"/>
            </a:xfrm>
            <a:custGeom>
              <a:rect b="b" l="l" r="r" t="t"/>
              <a:pathLst>
                <a:path extrusionOk="0" h="115" w="217">
                  <a:moveTo>
                    <a:pt x="175" y="0"/>
                  </a:moveTo>
                  <a:cubicBezTo>
                    <a:pt x="166" y="0"/>
                    <a:pt x="150" y="0"/>
                    <a:pt x="142" y="8"/>
                  </a:cubicBezTo>
                  <a:lnTo>
                    <a:pt x="108" y="17"/>
                  </a:lnTo>
                  <a:cubicBezTo>
                    <a:pt x="84" y="25"/>
                    <a:pt x="59" y="25"/>
                    <a:pt x="34" y="33"/>
                  </a:cubicBezTo>
                  <a:cubicBezTo>
                    <a:pt x="26" y="33"/>
                    <a:pt x="17" y="42"/>
                    <a:pt x="9" y="50"/>
                  </a:cubicBezTo>
                  <a:cubicBezTo>
                    <a:pt x="1" y="58"/>
                    <a:pt x="1" y="75"/>
                    <a:pt x="1" y="83"/>
                  </a:cubicBezTo>
                  <a:cubicBezTo>
                    <a:pt x="9" y="91"/>
                    <a:pt x="9" y="100"/>
                    <a:pt x="17" y="108"/>
                  </a:cubicBezTo>
                  <a:cubicBezTo>
                    <a:pt x="26" y="112"/>
                    <a:pt x="32" y="114"/>
                    <a:pt x="38" y="114"/>
                  </a:cubicBezTo>
                  <a:cubicBezTo>
                    <a:pt x="44" y="114"/>
                    <a:pt x="50" y="112"/>
                    <a:pt x="59" y="108"/>
                  </a:cubicBezTo>
                  <a:cubicBezTo>
                    <a:pt x="75" y="100"/>
                    <a:pt x="100" y="100"/>
                    <a:pt x="125" y="91"/>
                  </a:cubicBezTo>
                  <a:cubicBezTo>
                    <a:pt x="133" y="83"/>
                    <a:pt x="150" y="83"/>
                    <a:pt x="158" y="83"/>
                  </a:cubicBezTo>
                  <a:cubicBezTo>
                    <a:pt x="175" y="75"/>
                    <a:pt x="183" y="66"/>
                    <a:pt x="191" y="66"/>
                  </a:cubicBezTo>
                  <a:cubicBezTo>
                    <a:pt x="208" y="58"/>
                    <a:pt x="216" y="42"/>
                    <a:pt x="208" y="25"/>
                  </a:cubicBezTo>
                  <a:cubicBezTo>
                    <a:pt x="208" y="8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9"/>
            <p:cNvSpPr/>
            <p:nvPr/>
          </p:nvSpPr>
          <p:spPr>
            <a:xfrm>
              <a:off x="6581900" y="4293900"/>
              <a:ext cx="37100" cy="16050"/>
            </a:xfrm>
            <a:custGeom>
              <a:rect b="b" l="l" r="r" t="t"/>
              <a:pathLst>
                <a:path extrusionOk="0" h="642" w="1484">
                  <a:moveTo>
                    <a:pt x="1084" y="0"/>
                  </a:moveTo>
                  <a:cubicBezTo>
                    <a:pt x="1042" y="0"/>
                    <a:pt x="1001" y="2"/>
                    <a:pt x="962" y="4"/>
                  </a:cubicBezTo>
                  <a:cubicBezTo>
                    <a:pt x="821" y="12"/>
                    <a:pt x="680" y="37"/>
                    <a:pt x="547" y="87"/>
                  </a:cubicBezTo>
                  <a:cubicBezTo>
                    <a:pt x="423" y="128"/>
                    <a:pt x="307" y="194"/>
                    <a:pt x="216" y="277"/>
                  </a:cubicBezTo>
                  <a:cubicBezTo>
                    <a:pt x="125" y="352"/>
                    <a:pt x="0" y="484"/>
                    <a:pt x="50" y="609"/>
                  </a:cubicBezTo>
                  <a:cubicBezTo>
                    <a:pt x="58" y="625"/>
                    <a:pt x="92" y="642"/>
                    <a:pt x="108" y="642"/>
                  </a:cubicBezTo>
                  <a:cubicBezTo>
                    <a:pt x="208" y="617"/>
                    <a:pt x="274" y="501"/>
                    <a:pt x="357" y="443"/>
                  </a:cubicBezTo>
                  <a:cubicBezTo>
                    <a:pt x="440" y="368"/>
                    <a:pt x="539" y="319"/>
                    <a:pt x="638" y="286"/>
                  </a:cubicBezTo>
                  <a:lnTo>
                    <a:pt x="638" y="277"/>
                  </a:lnTo>
                  <a:cubicBezTo>
                    <a:pt x="746" y="236"/>
                    <a:pt x="862" y="219"/>
                    <a:pt x="978" y="211"/>
                  </a:cubicBezTo>
                  <a:cubicBezTo>
                    <a:pt x="1044" y="203"/>
                    <a:pt x="1119" y="194"/>
                    <a:pt x="1185" y="194"/>
                  </a:cubicBezTo>
                  <a:cubicBezTo>
                    <a:pt x="1235" y="194"/>
                    <a:pt x="1285" y="198"/>
                    <a:pt x="1334" y="198"/>
                  </a:cubicBezTo>
                  <a:cubicBezTo>
                    <a:pt x="1359" y="198"/>
                    <a:pt x="1384" y="197"/>
                    <a:pt x="1409" y="194"/>
                  </a:cubicBezTo>
                  <a:cubicBezTo>
                    <a:pt x="1475" y="186"/>
                    <a:pt x="1484" y="95"/>
                    <a:pt x="1426" y="62"/>
                  </a:cubicBezTo>
                  <a:cubicBezTo>
                    <a:pt x="1328" y="13"/>
                    <a:pt x="1203" y="0"/>
                    <a:pt x="10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9"/>
            <p:cNvSpPr/>
            <p:nvPr/>
          </p:nvSpPr>
          <p:spPr>
            <a:xfrm>
              <a:off x="6650200" y="4298875"/>
              <a:ext cx="13550" cy="17100"/>
            </a:xfrm>
            <a:custGeom>
              <a:rect b="b" l="l" r="r" t="t"/>
              <a:pathLst>
                <a:path extrusionOk="0" h="684" w="542">
                  <a:moveTo>
                    <a:pt x="485" y="0"/>
                  </a:moveTo>
                  <a:cubicBezTo>
                    <a:pt x="450" y="0"/>
                    <a:pt x="407" y="41"/>
                    <a:pt x="384" y="70"/>
                  </a:cubicBezTo>
                  <a:cubicBezTo>
                    <a:pt x="359" y="111"/>
                    <a:pt x="334" y="161"/>
                    <a:pt x="309" y="202"/>
                  </a:cubicBezTo>
                  <a:cubicBezTo>
                    <a:pt x="284" y="244"/>
                    <a:pt x="260" y="285"/>
                    <a:pt x="235" y="327"/>
                  </a:cubicBezTo>
                  <a:cubicBezTo>
                    <a:pt x="177" y="426"/>
                    <a:pt x="110" y="517"/>
                    <a:pt x="28" y="608"/>
                  </a:cubicBezTo>
                  <a:cubicBezTo>
                    <a:pt x="1" y="635"/>
                    <a:pt x="34" y="684"/>
                    <a:pt x="69" y="684"/>
                  </a:cubicBezTo>
                  <a:cubicBezTo>
                    <a:pt x="77" y="684"/>
                    <a:pt x="86" y="681"/>
                    <a:pt x="94" y="675"/>
                  </a:cubicBezTo>
                  <a:cubicBezTo>
                    <a:pt x="177" y="600"/>
                    <a:pt x="251" y="534"/>
                    <a:pt x="318" y="451"/>
                  </a:cubicBezTo>
                  <a:cubicBezTo>
                    <a:pt x="351" y="418"/>
                    <a:pt x="384" y="376"/>
                    <a:pt x="417" y="335"/>
                  </a:cubicBezTo>
                  <a:cubicBezTo>
                    <a:pt x="442" y="294"/>
                    <a:pt x="475" y="244"/>
                    <a:pt x="500" y="194"/>
                  </a:cubicBezTo>
                  <a:cubicBezTo>
                    <a:pt x="508" y="169"/>
                    <a:pt x="516" y="153"/>
                    <a:pt x="525" y="128"/>
                  </a:cubicBezTo>
                  <a:cubicBezTo>
                    <a:pt x="533" y="103"/>
                    <a:pt x="541" y="53"/>
                    <a:pt x="525" y="29"/>
                  </a:cubicBezTo>
                  <a:cubicBezTo>
                    <a:pt x="515" y="8"/>
                    <a:pt x="501" y="0"/>
                    <a:pt x="4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9"/>
            <p:cNvSpPr/>
            <p:nvPr/>
          </p:nvSpPr>
          <p:spPr>
            <a:xfrm>
              <a:off x="6655225" y="4301850"/>
              <a:ext cx="1275" cy="2725"/>
            </a:xfrm>
            <a:custGeom>
              <a:rect b="b" l="l" r="r" t="t"/>
              <a:pathLst>
                <a:path extrusionOk="0" h="109" w="51">
                  <a:moveTo>
                    <a:pt x="34" y="1"/>
                  </a:moveTo>
                  <a:lnTo>
                    <a:pt x="17" y="9"/>
                  </a:lnTo>
                  <a:lnTo>
                    <a:pt x="9" y="17"/>
                  </a:lnTo>
                  <a:lnTo>
                    <a:pt x="1" y="83"/>
                  </a:lnTo>
                  <a:lnTo>
                    <a:pt x="1" y="100"/>
                  </a:lnTo>
                  <a:lnTo>
                    <a:pt x="17" y="108"/>
                  </a:lnTo>
                  <a:cubicBezTo>
                    <a:pt x="25" y="108"/>
                    <a:pt x="34" y="100"/>
                    <a:pt x="42" y="83"/>
                  </a:cubicBezTo>
                  <a:cubicBezTo>
                    <a:pt x="42" y="67"/>
                    <a:pt x="42" y="42"/>
                    <a:pt x="50" y="26"/>
                  </a:cubicBezTo>
                  <a:cubicBezTo>
                    <a:pt x="50" y="17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9"/>
            <p:cNvSpPr/>
            <p:nvPr/>
          </p:nvSpPr>
          <p:spPr>
            <a:xfrm>
              <a:off x="6740725" y="4272725"/>
              <a:ext cx="10775" cy="6400"/>
            </a:xfrm>
            <a:custGeom>
              <a:rect b="b" l="l" r="r" t="t"/>
              <a:pathLst>
                <a:path extrusionOk="0" h="256" w="431">
                  <a:moveTo>
                    <a:pt x="53" y="0"/>
                  </a:moveTo>
                  <a:cubicBezTo>
                    <a:pt x="25" y="0"/>
                    <a:pt x="0" y="51"/>
                    <a:pt x="36" y="72"/>
                  </a:cubicBezTo>
                  <a:lnTo>
                    <a:pt x="210" y="180"/>
                  </a:lnTo>
                  <a:cubicBezTo>
                    <a:pt x="234" y="196"/>
                    <a:pt x="268" y="213"/>
                    <a:pt x="301" y="229"/>
                  </a:cubicBezTo>
                  <a:cubicBezTo>
                    <a:pt x="326" y="246"/>
                    <a:pt x="367" y="254"/>
                    <a:pt x="400" y="254"/>
                  </a:cubicBezTo>
                  <a:cubicBezTo>
                    <a:pt x="402" y="255"/>
                    <a:pt x="405" y="256"/>
                    <a:pt x="407" y="256"/>
                  </a:cubicBezTo>
                  <a:cubicBezTo>
                    <a:pt x="421" y="256"/>
                    <a:pt x="431" y="235"/>
                    <a:pt x="417" y="221"/>
                  </a:cubicBezTo>
                  <a:cubicBezTo>
                    <a:pt x="400" y="196"/>
                    <a:pt x="375" y="171"/>
                    <a:pt x="350" y="155"/>
                  </a:cubicBezTo>
                  <a:cubicBezTo>
                    <a:pt x="317" y="130"/>
                    <a:pt x="284" y="113"/>
                    <a:pt x="251" y="97"/>
                  </a:cubicBezTo>
                  <a:cubicBezTo>
                    <a:pt x="193" y="64"/>
                    <a:pt x="135" y="39"/>
                    <a:pt x="69" y="6"/>
                  </a:cubicBezTo>
                  <a:cubicBezTo>
                    <a:pt x="64" y="2"/>
                    <a:pt x="58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9"/>
            <p:cNvSpPr/>
            <p:nvPr/>
          </p:nvSpPr>
          <p:spPr>
            <a:xfrm>
              <a:off x="6584375" y="4454575"/>
              <a:ext cx="7250" cy="5375"/>
            </a:xfrm>
            <a:custGeom>
              <a:rect b="b" l="l" r="r" t="t"/>
              <a:pathLst>
                <a:path extrusionOk="0" h="215" w="290">
                  <a:moveTo>
                    <a:pt x="43" y="1"/>
                  </a:moveTo>
                  <a:cubicBezTo>
                    <a:pt x="31" y="1"/>
                    <a:pt x="19" y="5"/>
                    <a:pt x="9" y="15"/>
                  </a:cubicBezTo>
                  <a:cubicBezTo>
                    <a:pt x="1" y="23"/>
                    <a:pt x="1" y="39"/>
                    <a:pt x="1" y="48"/>
                  </a:cubicBezTo>
                  <a:cubicBezTo>
                    <a:pt x="1" y="56"/>
                    <a:pt x="9" y="64"/>
                    <a:pt x="17" y="73"/>
                  </a:cubicBezTo>
                  <a:cubicBezTo>
                    <a:pt x="51" y="106"/>
                    <a:pt x="84" y="131"/>
                    <a:pt x="117" y="155"/>
                  </a:cubicBezTo>
                  <a:cubicBezTo>
                    <a:pt x="133" y="172"/>
                    <a:pt x="150" y="180"/>
                    <a:pt x="167" y="189"/>
                  </a:cubicBezTo>
                  <a:cubicBezTo>
                    <a:pt x="183" y="197"/>
                    <a:pt x="191" y="205"/>
                    <a:pt x="208" y="205"/>
                  </a:cubicBezTo>
                  <a:cubicBezTo>
                    <a:pt x="216" y="213"/>
                    <a:pt x="233" y="213"/>
                    <a:pt x="241" y="213"/>
                  </a:cubicBezTo>
                  <a:cubicBezTo>
                    <a:pt x="244" y="214"/>
                    <a:pt x="246" y="215"/>
                    <a:pt x="249" y="215"/>
                  </a:cubicBezTo>
                  <a:cubicBezTo>
                    <a:pt x="271" y="215"/>
                    <a:pt x="289" y="186"/>
                    <a:pt x="274" y="164"/>
                  </a:cubicBezTo>
                  <a:cubicBezTo>
                    <a:pt x="258" y="147"/>
                    <a:pt x="241" y="131"/>
                    <a:pt x="225" y="122"/>
                  </a:cubicBezTo>
                  <a:lnTo>
                    <a:pt x="216" y="122"/>
                  </a:lnTo>
                  <a:cubicBezTo>
                    <a:pt x="200" y="114"/>
                    <a:pt x="183" y="97"/>
                    <a:pt x="167" y="89"/>
                  </a:cubicBezTo>
                  <a:cubicBezTo>
                    <a:pt x="133" y="64"/>
                    <a:pt x="100" y="39"/>
                    <a:pt x="67" y="6"/>
                  </a:cubicBezTo>
                  <a:cubicBezTo>
                    <a:pt x="60" y="3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9"/>
            <p:cNvSpPr/>
            <p:nvPr/>
          </p:nvSpPr>
          <p:spPr>
            <a:xfrm>
              <a:off x="6533025" y="4466125"/>
              <a:ext cx="3125" cy="9425"/>
            </a:xfrm>
            <a:custGeom>
              <a:rect b="b" l="l" r="r" t="t"/>
              <a:pathLst>
                <a:path extrusionOk="0" h="377" w="125">
                  <a:moveTo>
                    <a:pt x="51" y="1"/>
                  </a:moveTo>
                  <a:cubicBezTo>
                    <a:pt x="27" y="1"/>
                    <a:pt x="4" y="17"/>
                    <a:pt x="8" y="50"/>
                  </a:cubicBezTo>
                  <a:lnTo>
                    <a:pt x="0" y="50"/>
                  </a:lnTo>
                  <a:lnTo>
                    <a:pt x="25" y="207"/>
                  </a:lnTo>
                  <a:cubicBezTo>
                    <a:pt x="25" y="232"/>
                    <a:pt x="33" y="257"/>
                    <a:pt x="33" y="282"/>
                  </a:cubicBezTo>
                  <a:cubicBezTo>
                    <a:pt x="41" y="315"/>
                    <a:pt x="41" y="340"/>
                    <a:pt x="66" y="365"/>
                  </a:cubicBezTo>
                  <a:cubicBezTo>
                    <a:pt x="70" y="372"/>
                    <a:pt x="79" y="376"/>
                    <a:pt x="88" y="376"/>
                  </a:cubicBezTo>
                  <a:cubicBezTo>
                    <a:pt x="99" y="376"/>
                    <a:pt x="112" y="370"/>
                    <a:pt x="116" y="356"/>
                  </a:cubicBezTo>
                  <a:cubicBezTo>
                    <a:pt x="124" y="331"/>
                    <a:pt x="124" y="307"/>
                    <a:pt x="124" y="273"/>
                  </a:cubicBezTo>
                  <a:cubicBezTo>
                    <a:pt x="124" y="249"/>
                    <a:pt x="116" y="224"/>
                    <a:pt x="116" y="191"/>
                  </a:cubicBezTo>
                  <a:cubicBezTo>
                    <a:pt x="108" y="141"/>
                    <a:pt x="99" y="91"/>
                    <a:pt x="91" y="33"/>
                  </a:cubicBezTo>
                  <a:cubicBezTo>
                    <a:pt x="88" y="11"/>
                    <a:pt x="69" y="1"/>
                    <a:pt x="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9"/>
            <p:cNvSpPr/>
            <p:nvPr/>
          </p:nvSpPr>
          <p:spPr>
            <a:xfrm>
              <a:off x="6541150" y="4445600"/>
              <a:ext cx="3425" cy="2525"/>
            </a:xfrm>
            <a:custGeom>
              <a:rect b="b" l="l" r="r" t="t"/>
              <a:pathLst>
                <a:path extrusionOk="0" h="101" w="137">
                  <a:moveTo>
                    <a:pt x="71" y="0"/>
                  </a:moveTo>
                  <a:cubicBezTo>
                    <a:pt x="69" y="0"/>
                    <a:pt x="67" y="0"/>
                    <a:pt x="64" y="1"/>
                  </a:cubicBezTo>
                  <a:cubicBezTo>
                    <a:pt x="1" y="9"/>
                    <a:pt x="14" y="101"/>
                    <a:pt x="66" y="101"/>
                  </a:cubicBezTo>
                  <a:cubicBezTo>
                    <a:pt x="68" y="101"/>
                    <a:pt x="70" y="101"/>
                    <a:pt x="73" y="100"/>
                  </a:cubicBezTo>
                  <a:cubicBezTo>
                    <a:pt x="136" y="92"/>
                    <a:pt x="124" y="0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9"/>
            <p:cNvSpPr/>
            <p:nvPr/>
          </p:nvSpPr>
          <p:spPr>
            <a:xfrm>
              <a:off x="6639250" y="4268375"/>
              <a:ext cx="11325" cy="10675"/>
            </a:xfrm>
            <a:custGeom>
              <a:rect b="b" l="l" r="r" t="t"/>
              <a:pathLst>
                <a:path extrusionOk="0" h="427" w="453">
                  <a:moveTo>
                    <a:pt x="43" y="0"/>
                  </a:moveTo>
                  <a:cubicBezTo>
                    <a:pt x="21" y="0"/>
                    <a:pt x="0" y="26"/>
                    <a:pt x="18" y="55"/>
                  </a:cubicBezTo>
                  <a:cubicBezTo>
                    <a:pt x="68" y="122"/>
                    <a:pt x="126" y="188"/>
                    <a:pt x="184" y="254"/>
                  </a:cubicBezTo>
                  <a:cubicBezTo>
                    <a:pt x="217" y="287"/>
                    <a:pt x="250" y="312"/>
                    <a:pt x="283" y="345"/>
                  </a:cubicBezTo>
                  <a:cubicBezTo>
                    <a:pt x="300" y="354"/>
                    <a:pt x="308" y="370"/>
                    <a:pt x="333" y="387"/>
                  </a:cubicBezTo>
                  <a:cubicBezTo>
                    <a:pt x="350" y="403"/>
                    <a:pt x="374" y="412"/>
                    <a:pt x="391" y="420"/>
                  </a:cubicBezTo>
                  <a:cubicBezTo>
                    <a:pt x="397" y="425"/>
                    <a:pt x="404" y="427"/>
                    <a:pt x="410" y="427"/>
                  </a:cubicBezTo>
                  <a:cubicBezTo>
                    <a:pt x="435" y="427"/>
                    <a:pt x="452" y="390"/>
                    <a:pt x="432" y="370"/>
                  </a:cubicBezTo>
                  <a:cubicBezTo>
                    <a:pt x="416" y="354"/>
                    <a:pt x="408" y="329"/>
                    <a:pt x="391" y="321"/>
                  </a:cubicBezTo>
                  <a:cubicBezTo>
                    <a:pt x="374" y="304"/>
                    <a:pt x="358" y="287"/>
                    <a:pt x="341" y="279"/>
                  </a:cubicBezTo>
                  <a:cubicBezTo>
                    <a:pt x="308" y="246"/>
                    <a:pt x="275" y="221"/>
                    <a:pt x="242" y="188"/>
                  </a:cubicBezTo>
                  <a:cubicBezTo>
                    <a:pt x="184" y="138"/>
                    <a:pt x="126" y="72"/>
                    <a:pt x="68" y="14"/>
                  </a:cubicBezTo>
                  <a:cubicBezTo>
                    <a:pt x="61" y="4"/>
                    <a:pt x="52" y="0"/>
                    <a:pt x="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9"/>
            <p:cNvSpPr/>
            <p:nvPr/>
          </p:nvSpPr>
          <p:spPr>
            <a:xfrm>
              <a:off x="6646525" y="4270850"/>
              <a:ext cx="5200" cy="6950"/>
            </a:xfrm>
            <a:custGeom>
              <a:rect b="b" l="l" r="r" t="t"/>
              <a:pathLst>
                <a:path extrusionOk="0" h="278" w="208">
                  <a:moveTo>
                    <a:pt x="43" y="1"/>
                  </a:moveTo>
                  <a:cubicBezTo>
                    <a:pt x="34" y="1"/>
                    <a:pt x="24" y="3"/>
                    <a:pt x="17" y="6"/>
                  </a:cubicBezTo>
                  <a:cubicBezTo>
                    <a:pt x="1" y="23"/>
                    <a:pt x="1" y="48"/>
                    <a:pt x="17" y="64"/>
                  </a:cubicBezTo>
                  <a:cubicBezTo>
                    <a:pt x="34" y="106"/>
                    <a:pt x="59" y="139"/>
                    <a:pt x="83" y="172"/>
                  </a:cubicBezTo>
                  <a:cubicBezTo>
                    <a:pt x="92" y="188"/>
                    <a:pt x="108" y="205"/>
                    <a:pt x="117" y="222"/>
                  </a:cubicBezTo>
                  <a:cubicBezTo>
                    <a:pt x="125" y="238"/>
                    <a:pt x="133" y="246"/>
                    <a:pt x="141" y="255"/>
                  </a:cubicBezTo>
                  <a:cubicBezTo>
                    <a:pt x="150" y="263"/>
                    <a:pt x="158" y="263"/>
                    <a:pt x="166" y="271"/>
                  </a:cubicBezTo>
                  <a:cubicBezTo>
                    <a:pt x="170" y="275"/>
                    <a:pt x="177" y="277"/>
                    <a:pt x="183" y="277"/>
                  </a:cubicBezTo>
                  <a:cubicBezTo>
                    <a:pt x="189" y="277"/>
                    <a:pt x="195" y="275"/>
                    <a:pt x="199" y="271"/>
                  </a:cubicBezTo>
                  <a:cubicBezTo>
                    <a:pt x="208" y="263"/>
                    <a:pt x="208" y="255"/>
                    <a:pt x="208" y="238"/>
                  </a:cubicBezTo>
                  <a:cubicBezTo>
                    <a:pt x="208" y="230"/>
                    <a:pt x="199" y="222"/>
                    <a:pt x="199" y="213"/>
                  </a:cubicBezTo>
                  <a:cubicBezTo>
                    <a:pt x="191" y="197"/>
                    <a:pt x="191" y="188"/>
                    <a:pt x="183" y="180"/>
                  </a:cubicBezTo>
                  <a:cubicBezTo>
                    <a:pt x="166" y="155"/>
                    <a:pt x="158" y="139"/>
                    <a:pt x="150" y="122"/>
                  </a:cubicBezTo>
                  <a:cubicBezTo>
                    <a:pt x="125" y="89"/>
                    <a:pt x="100" y="56"/>
                    <a:pt x="75" y="14"/>
                  </a:cubicBezTo>
                  <a:cubicBezTo>
                    <a:pt x="70" y="5"/>
                    <a:pt x="57" y="1"/>
                    <a:pt x="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" name="Google Shape;1248;p39"/>
            <p:cNvSpPr/>
            <p:nvPr/>
          </p:nvSpPr>
          <p:spPr>
            <a:xfrm>
              <a:off x="6698100" y="4265400"/>
              <a:ext cx="8300" cy="18975"/>
            </a:xfrm>
            <a:custGeom>
              <a:rect b="b" l="l" r="r" t="t"/>
              <a:pathLst>
                <a:path extrusionOk="0" h="759" w="332">
                  <a:moveTo>
                    <a:pt x="67" y="0"/>
                  </a:moveTo>
                  <a:cubicBezTo>
                    <a:pt x="50" y="0"/>
                    <a:pt x="34" y="9"/>
                    <a:pt x="25" y="25"/>
                  </a:cubicBezTo>
                  <a:cubicBezTo>
                    <a:pt x="1" y="75"/>
                    <a:pt x="42" y="150"/>
                    <a:pt x="59" y="199"/>
                  </a:cubicBezTo>
                  <a:cubicBezTo>
                    <a:pt x="92" y="257"/>
                    <a:pt x="117" y="315"/>
                    <a:pt x="141" y="373"/>
                  </a:cubicBezTo>
                  <a:cubicBezTo>
                    <a:pt x="166" y="431"/>
                    <a:pt x="191" y="489"/>
                    <a:pt x="216" y="547"/>
                  </a:cubicBezTo>
                  <a:cubicBezTo>
                    <a:pt x="233" y="614"/>
                    <a:pt x="257" y="672"/>
                    <a:pt x="274" y="738"/>
                  </a:cubicBezTo>
                  <a:cubicBezTo>
                    <a:pt x="278" y="752"/>
                    <a:pt x="289" y="759"/>
                    <a:pt x="301" y="759"/>
                  </a:cubicBezTo>
                  <a:cubicBezTo>
                    <a:pt x="316" y="759"/>
                    <a:pt x="332" y="748"/>
                    <a:pt x="332" y="730"/>
                  </a:cubicBezTo>
                  <a:cubicBezTo>
                    <a:pt x="324" y="663"/>
                    <a:pt x="324" y="597"/>
                    <a:pt x="315" y="531"/>
                  </a:cubicBezTo>
                  <a:cubicBezTo>
                    <a:pt x="307" y="464"/>
                    <a:pt x="282" y="398"/>
                    <a:pt x="266" y="332"/>
                  </a:cubicBezTo>
                  <a:cubicBezTo>
                    <a:pt x="249" y="266"/>
                    <a:pt x="224" y="199"/>
                    <a:pt x="191" y="141"/>
                  </a:cubicBezTo>
                  <a:cubicBezTo>
                    <a:pt x="166" y="92"/>
                    <a:pt x="125" y="9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" name="Google Shape;1249;p39"/>
            <p:cNvSpPr/>
            <p:nvPr/>
          </p:nvSpPr>
          <p:spPr>
            <a:xfrm>
              <a:off x="6692300" y="4250075"/>
              <a:ext cx="3125" cy="4875"/>
            </a:xfrm>
            <a:custGeom>
              <a:rect b="b" l="l" r="r" t="t"/>
              <a:pathLst>
                <a:path extrusionOk="0" h="195" w="125">
                  <a:moveTo>
                    <a:pt x="25" y="0"/>
                  </a:moveTo>
                  <a:cubicBezTo>
                    <a:pt x="9" y="0"/>
                    <a:pt x="1" y="9"/>
                    <a:pt x="1" y="25"/>
                  </a:cubicBezTo>
                  <a:cubicBezTo>
                    <a:pt x="1" y="33"/>
                    <a:pt x="1" y="42"/>
                    <a:pt x="1" y="50"/>
                  </a:cubicBezTo>
                  <a:cubicBezTo>
                    <a:pt x="1" y="67"/>
                    <a:pt x="1" y="83"/>
                    <a:pt x="1" y="91"/>
                  </a:cubicBezTo>
                  <a:cubicBezTo>
                    <a:pt x="9" y="116"/>
                    <a:pt x="17" y="133"/>
                    <a:pt x="17" y="158"/>
                  </a:cubicBezTo>
                  <a:cubicBezTo>
                    <a:pt x="25" y="166"/>
                    <a:pt x="25" y="174"/>
                    <a:pt x="34" y="174"/>
                  </a:cubicBezTo>
                  <a:lnTo>
                    <a:pt x="42" y="183"/>
                  </a:lnTo>
                  <a:cubicBezTo>
                    <a:pt x="48" y="188"/>
                    <a:pt x="58" y="194"/>
                    <a:pt x="69" y="194"/>
                  </a:cubicBezTo>
                  <a:cubicBezTo>
                    <a:pt x="74" y="194"/>
                    <a:pt x="79" y="193"/>
                    <a:pt x="83" y="191"/>
                  </a:cubicBezTo>
                  <a:cubicBezTo>
                    <a:pt x="108" y="183"/>
                    <a:pt x="125" y="158"/>
                    <a:pt x="108" y="125"/>
                  </a:cubicBezTo>
                  <a:lnTo>
                    <a:pt x="108" y="125"/>
                  </a:lnTo>
                  <a:lnTo>
                    <a:pt x="108" y="133"/>
                  </a:lnTo>
                  <a:lnTo>
                    <a:pt x="92" y="67"/>
                  </a:lnTo>
                  <a:cubicBezTo>
                    <a:pt x="83" y="58"/>
                    <a:pt x="83" y="42"/>
                    <a:pt x="75" y="33"/>
                  </a:cubicBezTo>
                  <a:cubicBezTo>
                    <a:pt x="67" y="25"/>
                    <a:pt x="59" y="17"/>
                    <a:pt x="50" y="9"/>
                  </a:cubicBezTo>
                  <a:cubicBezTo>
                    <a:pt x="50" y="0"/>
                    <a:pt x="34" y="0"/>
                    <a:pt x="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" name="Google Shape;1250;p39"/>
            <p:cNvSpPr/>
            <p:nvPr/>
          </p:nvSpPr>
          <p:spPr>
            <a:xfrm>
              <a:off x="6686500" y="4243450"/>
              <a:ext cx="1075" cy="1475"/>
            </a:xfrm>
            <a:custGeom>
              <a:rect b="b" l="l" r="r" t="t"/>
              <a:pathLst>
                <a:path extrusionOk="0" h="59" w="43">
                  <a:moveTo>
                    <a:pt x="9" y="0"/>
                  </a:moveTo>
                  <a:lnTo>
                    <a:pt x="1" y="17"/>
                  </a:lnTo>
                  <a:cubicBezTo>
                    <a:pt x="1" y="17"/>
                    <a:pt x="1" y="25"/>
                    <a:pt x="1" y="33"/>
                  </a:cubicBezTo>
                  <a:lnTo>
                    <a:pt x="1" y="42"/>
                  </a:lnTo>
                  <a:lnTo>
                    <a:pt x="9" y="50"/>
                  </a:lnTo>
                  <a:lnTo>
                    <a:pt x="17" y="58"/>
                  </a:lnTo>
                  <a:lnTo>
                    <a:pt x="25" y="58"/>
                  </a:lnTo>
                  <a:lnTo>
                    <a:pt x="34" y="50"/>
                  </a:lnTo>
                  <a:lnTo>
                    <a:pt x="42" y="50"/>
                  </a:lnTo>
                  <a:lnTo>
                    <a:pt x="42" y="42"/>
                  </a:lnTo>
                  <a:lnTo>
                    <a:pt x="42" y="25"/>
                  </a:lnTo>
                  <a:cubicBezTo>
                    <a:pt x="42" y="25"/>
                    <a:pt x="34" y="17"/>
                    <a:pt x="34" y="8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" name="Google Shape;1251;p39"/>
            <p:cNvSpPr/>
            <p:nvPr/>
          </p:nvSpPr>
          <p:spPr>
            <a:xfrm>
              <a:off x="6742350" y="4241000"/>
              <a:ext cx="11500" cy="15325"/>
            </a:xfrm>
            <a:custGeom>
              <a:rect b="b" l="l" r="r" t="t"/>
              <a:pathLst>
                <a:path extrusionOk="0" h="613" w="460">
                  <a:moveTo>
                    <a:pt x="381" y="0"/>
                  </a:moveTo>
                  <a:cubicBezTo>
                    <a:pt x="367" y="0"/>
                    <a:pt x="354" y="5"/>
                    <a:pt x="343" y="15"/>
                  </a:cubicBezTo>
                  <a:cubicBezTo>
                    <a:pt x="310" y="57"/>
                    <a:pt x="277" y="98"/>
                    <a:pt x="244" y="148"/>
                  </a:cubicBezTo>
                  <a:cubicBezTo>
                    <a:pt x="219" y="189"/>
                    <a:pt x="186" y="231"/>
                    <a:pt x="161" y="272"/>
                  </a:cubicBezTo>
                  <a:cubicBezTo>
                    <a:pt x="103" y="363"/>
                    <a:pt x="53" y="454"/>
                    <a:pt x="12" y="554"/>
                  </a:cubicBezTo>
                  <a:cubicBezTo>
                    <a:pt x="0" y="583"/>
                    <a:pt x="26" y="612"/>
                    <a:pt x="51" y="612"/>
                  </a:cubicBezTo>
                  <a:cubicBezTo>
                    <a:pt x="61" y="612"/>
                    <a:pt x="71" y="607"/>
                    <a:pt x="78" y="595"/>
                  </a:cubicBezTo>
                  <a:cubicBezTo>
                    <a:pt x="136" y="512"/>
                    <a:pt x="203" y="430"/>
                    <a:pt x="261" y="347"/>
                  </a:cubicBezTo>
                  <a:cubicBezTo>
                    <a:pt x="285" y="314"/>
                    <a:pt x="319" y="272"/>
                    <a:pt x="343" y="231"/>
                  </a:cubicBezTo>
                  <a:cubicBezTo>
                    <a:pt x="377" y="189"/>
                    <a:pt x="410" y="148"/>
                    <a:pt x="435" y="106"/>
                  </a:cubicBezTo>
                  <a:cubicBezTo>
                    <a:pt x="451" y="82"/>
                    <a:pt x="459" y="48"/>
                    <a:pt x="435" y="24"/>
                  </a:cubicBezTo>
                  <a:cubicBezTo>
                    <a:pt x="420" y="9"/>
                    <a:pt x="400" y="0"/>
                    <a:pt x="3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" name="Google Shape;1252;p39"/>
            <p:cNvSpPr/>
            <p:nvPr/>
          </p:nvSpPr>
          <p:spPr>
            <a:xfrm>
              <a:off x="6748250" y="4241850"/>
              <a:ext cx="10475" cy="11750"/>
            </a:xfrm>
            <a:custGeom>
              <a:rect b="b" l="l" r="r" t="t"/>
              <a:pathLst>
                <a:path extrusionOk="0" h="470" w="419">
                  <a:moveTo>
                    <a:pt x="378" y="1"/>
                  </a:moveTo>
                  <a:cubicBezTo>
                    <a:pt x="373" y="1"/>
                    <a:pt x="368" y="3"/>
                    <a:pt x="364" y="6"/>
                  </a:cubicBezTo>
                  <a:cubicBezTo>
                    <a:pt x="298" y="64"/>
                    <a:pt x="240" y="139"/>
                    <a:pt x="190" y="205"/>
                  </a:cubicBezTo>
                  <a:lnTo>
                    <a:pt x="25" y="404"/>
                  </a:lnTo>
                  <a:cubicBezTo>
                    <a:pt x="0" y="434"/>
                    <a:pt x="29" y="469"/>
                    <a:pt x="60" y="469"/>
                  </a:cubicBezTo>
                  <a:cubicBezTo>
                    <a:pt x="71" y="469"/>
                    <a:pt x="82" y="465"/>
                    <a:pt x="91" y="454"/>
                  </a:cubicBezTo>
                  <a:lnTo>
                    <a:pt x="257" y="255"/>
                  </a:lnTo>
                  <a:cubicBezTo>
                    <a:pt x="306" y="188"/>
                    <a:pt x="364" y="122"/>
                    <a:pt x="406" y="48"/>
                  </a:cubicBezTo>
                  <a:cubicBezTo>
                    <a:pt x="419" y="22"/>
                    <a:pt x="396" y="1"/>
                    <a:pt x="3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" name="Google Shape;1253;p39"/>
            <p:cNvSpPr/>
            <p:nvPr/>
          </p:nvSpPr>
          <p:spPr>
            <a:xfrm>
              <a:off x="6742225" y="4233175"/>
              <a:ext cx="8425" cy="8250"/>
            </a:xfrm>
            <a:custGeom>
              <a:rect b="b" l="l" r="r" t="t"/>
              <a:pathLst>
                <a:path extrusionOk="0" h="330" w="337">
                  <a:moveTo>
                    <a:pt x="300" y="1"/>
                  </a:moveTo>
                  <a:cubicBezTo>
                    <a:pt x="294" y="1"/>
                    <a:pt x="288" y="2"/>
                    <a:pt x="282" y="5"/>
                  </a:cubicBezTo>
                  <a:lnTo>
                    <a:pt x="249" y="30"/>
                  </a:lnTo>
                  <a:cubicBezTo>
                    <a:pt x="232" y="38"/>
                    <a:pt x="224" y="47"/>
                    <a:pt x="216" y="63"/>
                  </a:cubicBezTo>
                  <a:cubicBezTo>
                    <a:pt x="191" y="80"/>
                    <a:pt x="166" y="105"/>
                    <a:pt x="150" y="129"/>
                  </a:cubicBezTo>
                  <a:cubicBezTo>
                    <a:pt x="100" y="179"/>
                    <a:pt x="58" y="221"/>
                    <a:pt x="17" y="262"/>
                  </a:cubicBezTo>
                  <a:cubicBezTo>
                    <a:pt x="0" y="279"/>
                    <a:pt x="9" y="312"/>
                    <a:pt x="25" y="320"/>
                  </a:cubicBezTo>
                  <a:cubicBezTo>
                    <a:pt x="32" y="326"/>
                    <a:pt x="39" y="329"/>
                    <a:pt x="47" y="329"/>
                  </a:cubicBezTo>
                  <a:cubicBezTo>
                    <a:pt x="60" y="329"/>
                    <a:pt x="73" y="322"/>
                    <a:pt x="83" y="312"/>
                  </a:cubicBezTo>
                  <a:lnTo>
                    <a:pt x="83" y="320"/>
                  </a:lnTo>
                  <a:cubicBezTo>
                    <a:pt x="125" y="270"/>
                    <a:pt x="166" y="229"/>
                    <a:pt x="208" y="187"/>
                  </a:cubicBezTo>
                  <a:cubicBezTo>
                    <a:pt x="232" y="163"/>
                    <a:pt x="249" y="138"/>
                    <a:pt x="274" y="121"/>
                  </a:cubicBezTo>
                  <a:cubicBezTo>
                    <a:pt x="282" y="105"/>
                    <a:pt x="290" y="96"/>
                    <a:pt x="299" y="88"/>
                  </a:cubicBezTo>
                  <a:cubicBezTo>
                    <a:pt x="307" y="71"/>
                    <a:pt x="315" y="55"/>
                    <a:pt x="324" y="47"/>
                  </a:cubicBezTo>
                  <a:cubicBezTo>
                    <a:pt x="337" y="26"/>
                    <a:pt x="323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" name="Google Shape;1254;p39"/>
            <p:cNvSpPr/>
            <p:nvPr/>
          </p:nvSpPr>
          <p:spPr>
            <a:xfrm>
              <a:off x="6520450" y="4322175"/>
              <a:ext cx="7350" cy="14950"/>
            </a:xfrm>
            <a:custGeom>
              <a:rect b="b" l="l" r="r" t="t"/>
              <a:pathLst>
                <a:path extrusionOk="0" h="598" w="294">
                  <a:moveTo>
                    <a:pt x="247" y="1"/>
                  </a:moveTo>
                  <a:cubicBezTo>
                    <a:pt x="236" y="1"/>
                    <a:pt x="227" y="5"/>
                    <a:pt x="221" y="16"/>
                  </a:cubicBezTo>
                  <a:cubicBezTo>
                    <a:pt x="172" y="99"/>
                    <a:pt x="130" y="190"/>
                    <a:pt x="105" y="281"/>
                  </a:cubicBezTo>
                  <a:cubicBezTo>
                    <a:pt x="72" y="372"/>
                    <a:pt x="39" y="464"/>
                    <a:pt x="6" y="555"/>
                  </a:cubicBezTo>
                  <a:cubicBezTo>
                    <a:pt x="1" y="581"/>
                    <a:pt x="19" y="597"/>
                    <a:pt x="37" y="597"/>
                  </a:cubicBezTo>
                  <a:cubicBezTo>
                    <a:pt x="47" y="597"/>
                    <a:pt x="58" y="592"/>
                    <a:pt x="64" y="580"/>
                  </a:cubicBezTo>
                  <a:cubicBezTo>
                    <a:pt x="105" y="497"/>
                    <a:pt x="147" y="406"/>
                    <a:pt x="188" y="323"/>
                  </a:cubicBezTo>
                  <a:cubicBezTo>
                    <a:pt x="230" y="232"/>
                    <a:pt x="263" y="140"/>
                    <a:pt x="288" y="49"/>
                  </a:cubicBezTo>
                  <a:cubicBezTo>
                    <a:pt x="293" y="21"/>
                    <a:pt x="268" y="1"/>
                    <a:pt x="2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" name="Google Shape;1255;p39"/>
            <p:cNvSpPr/>
            <p:nvPr/>
          </p:nvSpPr>
          <p:spPr>
            <a:xfrm>
              <a:off x="6534250" y="4299200"/>
              <a:ext cx="6400" cy="8400"/>
            </a:xfrm>
            <a:custGeom>
              <a:rect b="b" l="l" r="r" t="t"/>
              <a:pathLst>
                <a:path extrusionOk="0" h="336" w="256">
                  <a:moveTo>
                    <a:pt x="224" y="1"/>
                  </a:moveTo>
                  <a:cubicBezTo>
                    <a:pt x="218" y="1"/>
                    <a:pt x="213" y="3"/>
                    <a:pt x="208" y="7"/>
                  </a:cubicBezTo>
                  <a:cubicBezTo>
                    <a:pt x="183" y="24"/>
                    <a:pt x="166" y="40"/>
                    <a:pt x="150" y="65"/>
                  </a:cubicBezTo>
                  <a:cubicBezTo>
                    <a:pt x="133" y="90"/>
                    <a:pt x="117" y="107"/>
                    <a:pt x="100" y="132"/>
                  </a:cubicBezTo>
                  <a:lnTo>
                    <a:pt x="17" y="272"/>
                  </a:lnTo>
                  <a:cubicBezTo>
                    <a:pt x="1" y="289"/>
                    <a:pt x="1" y="314"/>
                    <a:pt x="26" y="330"/>
                  </a:cubicBezTo>
                  <a:cubicBezTo>
                    <a:pt x="33" y="334"/>
                    <a:pt x="41" y="336"/>
                    <a:pt x="49" y="336"/>
                  </a:cubicBezTo>
                  <a:cubicBezTo>
                    <a:pt x="61" y="336"/>
                    <a:pt x="74" y="332"/>
                    <a:pt x="84" y="322"/>
                  </a:cubicBezTo>
                  <a:cubicBezTo>
                    <a:pt x="108" y="272"/>
                    <a:pt x="142" y="231"/>
                    <a:pt x="166" y="181"/>
                  </a:cubicBezTo>
                  <a:cubicBezTo>
                    <a:pt x="183" y="156"/>
                    <a:pt x="200" y="132"/>
                    <a:pt x="216" y="107"/>
                  </a:cubicBezTo>
                  <a:cubicBezTo>
                    <a:pt x="224" y="82"/>
                    <a:pt x="241" y="57"/>
                    <a:pt x="249" y="32"/>
                  </a:cubicBezTo>
                  <a:cubicBezTo>
                    <a:pt x="255" y="14"/>
                    <a:pt x="240" y="1"/>
                    <a:pt x="2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" name="Google Shape;1256;p39"/>
            <p:cNvSpPr/>
            <p:nvPr/>
          </p:nvSpPr>
          <p:spPr>
            <a:xfrm>
              <a:off x="6525625" y="4284450"/>
              <a:ext cx="12850" cy="14250"/>
            </a:xfrm>
            <a:custGeom>
              <a:rect b="b" l="l" r="r" t="t"/>
              <a:pathLst>
                <a:path extrusionOk="0" h="570" w="514">
                  <a:moveTo>
                    <a:pt x="26" y="0"/>
                  </a:moveTo>
                  <a:cubicBezTo>
                    <a:pt x="13" y="0"/>
                    <a:pt x="1" y="9"/>
                    <a:pt x="6" y="26"/>
                  </a:cubicBezTo>
                  <a:cubicBezTo>
                    <a:pt x="14" y="84"/>
                    <a:pt x="39" y="133"/>
                    <a:pt x="64" y="183"/>
                  </a:cubicBezTo>
                  <a:cubicBezTo>
                    <a:pt x="89" y="241"/>
                    <a:pt x="122" y="291"/>
                    <a:pt x="163" y="332"/>
                  </a:cubicBezTo>
                  <a:cubicBezTo>
                    <a:pt x="230" y="423"/>
                    <a:pt x="329" y="498"/>
                    <a:pt x="420" y="564"/>
                  </a:cubicBezTo>
                  <a:cubicBezTo>
                    <a:pt x="428" y="568"/>
                    <a:pt x="435" y="570"/>
                    <a:pt x="443" y="570"/>
                  </a:cubicBezTo>
                  <a:cubicBezTo>
                    <a:pt x="483" y="570"/>
                    <a:pt x="513" y="518"/>
                    <a:pt x="478" y="490"/>
                  </a:cubicBezTo>
                  <a:cubicBezTo>
                    <a:pt x="387" y="423"/>
                    <a:pt x="313" y="349"/>
                    <a:pt x="246" y="266"/>
                  </a:cubicBezTo>
                  <a:cubicBezTo>
                    <a:pt x="213" y="224"/>
                    <a:pt x="180" y="183"/>
                    <a:pt x="147" y="142"/>
                  </a:cubicBezTo>
                  <a:cubicBezTo>
                    <a:pt x="114" y="100"/>
                    <a:pt x="89" y="50"/>
                    <a:pt x="48" y="9"/>
                  </a:cubicBezTo>
                  <a:cubicBezTo>
                    <a:pt x="42" y="3"/>
                    <a:pt x="34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" name="Google Shape;1257;p39"/>
            <p:cNvSpPr/>
            <p:nvPr/>
          </p:nvSpPr>
          <p:spPr>
            <a:xfrm>
              <a:off x="6537150" y="4282450"/>
              <a:ext cx="3350" cy="8250"/>
            </a:xfrm>
            <a:custGeom>
              <a:rect b="b" l="l" r="r" t="t"/>
              <a:pathLst>
                <a:path extrusionOk="0" h="330" w="134">
                  <a:moveTo>
                    <a:pt x="30" y="1"/>
                  </a:moveTo>
                  <a:cubicBezTo>
                    <a:pt x="22" y="1"/>
                    <a:pt x="14" y="5"/>
                    <a:pt x="9" y="14"/>
                  </a:cubicBezTo>
                  <a:cubicBezTo>
                    <a:pt x="9" y="23"/>
                    <a:pt x="1" y="39"/>
                    <a:pt x="1" y="48"/>
                  </a:cubicBezTo>
                  <a:lnTo>
                    <a:pt x="1" y="81"/>
                  </a:lnTo>
                  <a:cubicBezTo>
                    <a:pt x="1" y="106"/>
                    <a:pt x="9" y="130"/>
                    <a:pt x="9" y="155"/>
                  </a:cubicBezTo>
                  <a:cubicBezTo>
                    <a:pt x="26" y="197"/>
                    <a:pt x="34" y="238"/>
                    <a:pt x="42" y="288"/>
                  </a:cubicBezTo>
                  <a:cubicBezTo>
                    <a:pt x="50" y="313"/>
                    <a:pt x="67" y="329"/>
                    <a:pt x="92" y="329"/>
                  </a:cubicBezTo>
                  <a:cubicBezTo>
                    <a:pt x="117" y="321"/>
                    <a:pt x="133" y="296"/>
                    <a:pt x="133" y="280"/>
                  </a:cubicBezTo>
                  <a:cubicBezTo>
                    <a:pt x="117" y="230"/>
                    <a:pt x="108" y="188"/>
                    <a:pt x="100" y="139"/>
                  </a:cubicBezTo>
                  <a:cubicBezTo>
                    <a:pt x="92" y="97"/>
                    <a:pt x="84" y="39"/>
                    <a:pt x="50" y="6"/>
                  </a:cubicBezTo>
                  <a:cubicBezTo>
                    <a:pt x="44" y="3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" name="Google Shape;1258;p39"/>
            <p:cNvSpPr/>
            <p:nvPr/>
          </p:nvSpPr>
          <p:spPr>
            <a:xfrm>
              <a:off x="6541300" y="4271800"/>
              <a:ext cx="3125" cy="8150"/>
            </a:xfrm>
            <a:custGeom>
              <a:rect b="b" l="l" r="r" t="t"/>
              <a:pathLst>
                <a:path extrusionOk="0" h="326" w="125">
                  <a:moveTo>
                    <a:pt x="37" y="0"/>
                  </a:moveTo>
                  <a:cubicBezTo>
                    <a:pt x="25" y="0"/>
                    <a:pt x="13" y="8"/>
                    <a:pt x="9" y="26"/>
                  </a:cubicBezTo>
                  <a:cubicBezTo>
                    <a:pt x="9" y="51"/>
                    <a:pt x="0" y="68"/>
                    <a:pt x="0" y="92"/>
                  </a:cubicBezTo>
                  <a:cubicBezTo>
                    <a:pt x="9" y="117"/>
                    <a:pt x="9" y="134"/>
                    <a:pt x="9" y="159"/>
                  </a:cubicBezTo>
                  <a:cubicBezTo>
                    <a:pt x="9" y="175"/>
                    <a:pt x="17" y="200"/>
                    <a:pt x="17" y="217"/>
                  </a:cubicBezTo>
                  <a:cubicBezTo>
                    <a:pt x="17" y="242"/>
                    <a:pt x="17" y="258"/>
                    <a:pt x="17" y="283"/>
                  </a:cubicBezTo>
                  <a:cubicBezTo>
                    <a:pt x="24" y="304"/>
                    <a:pt x="44" y="326"/>
                    <a:pt x="65" y="326"/>
                  </a:cubicBezTo>
                  <a:cubicBezTo>
                    <a:pt x="68" y="326"/>
                    <a:pt x="72" y="325"/>
                    <a:pt x="75" y="324"/>
                  </a:cubicBezTo>
                  <a:cubicBezTo>
                    <a:pt x="108" y="316"/>
                    <a:pt x="125" y="291"/>
                    <a:pt x="125" y="266"/>
                  </a:cubicBezTo>
                  <a:cubicBezTo>
                    <a:pt x="116" y="250"/>
                    <a:pt x="116" y="225"/>
                    <a:pt x="108" y="208"/>
                  </a:cubicBezTo>
                  <a:cubicBezTo>
                    <a:pt x="108" y="184"/>
                    <a:pt x="100" y="167"/>
                    <a:pt x="100" y="142"/>
                  </a:cubicBezTo>
                  <a:cubicBezTo>
                    <a:pt x="92" y="126"/>
                    <a:pt x="92" y="101"/>
                    <a:pt x="83" y="84"/>
                  </a:cubicBezTo>
                  <a:cubicBezTo>
                    <a:pt x="83" y="59"/>
                    <a:pt x="75" y="43"/>
                    <a:pt x="67" y="18"/>
                  </a:cubicBezTo>
                  <a:cubicBezTo>
                    <a:pt x="59" y="6"/>
                    <a:pt x="48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" name="Google Shape;1259;p39"/>
            <p:cNvSpPr/>
            <p:nvPr/>
          </p:nvSpPr>
          <p:spPr>
            <a:xfrm>
              <a:off x="6510850" y="4217300"/>
              <a:ext cx="21550" cy="57750"/>
            </a:xfrm>
            <a:custGeom>
              <a:rect b="b" l="l" r="r" t="t"/>
              <a:pathLst>
                <a:path extrusionOk="0" h="2310" w="862">
                  <a:moveTo>
                    <a:pt x="66" y="1"/>
                  </a:moveTo>
                  <a:cubicBezTo>
                    <a:pt x="39" y="1"/>
                    <a:pt x="9" y="22"/>
                    <a:pt x="9" y="52"/>
                  </a:cubicBezTo>
                  <a:cubicBezTo>
                    <a:pt x="1" y="151"/>
                    <a:pt x="42" y="234"/>
                    <a:pt x="75" y="334"/>
                  </a:cubicBezTo>
                  <a:cubicBezTo>
                    <a:pt x="108" y="433"/>
                    <a:pt x="141" y="532"/>
                    <a:pt x="166" y="632"/>
                  </a:cubicBezTo>
                  <a:cubicBezTo>
                    <a:pt x="224" y="839"/>
                    <a:pt x="257" y="1054"/>
                    <a:pt x="299" y="1262"/>
                  </a:cubicBezTo>
                  <a:cubicBezTo>
                    <a:pt x="365" y="1651"/>
                    <a:pt x="465" y="2016"/>
                    <a:pt x="754" y="2297"/>
                  </a:cubicBezTo>
                  <a:cubicBezTo>
                    <a:pt x="763" y="2306"/>
                    <a:pt x="773" y="2309"/>
                    <a:pt x="783" y="2309"/>
                  </a:cubicBezTo>
                  <a:cubicBezTo>
                    <a:pt x="822" y="2309"/>
                    <a:pt x="862" y="2256"/>
                    <a:pt x="829" y="2223"/>
                  </a:cubicBezTo>
                  <a:cubicBezTo>
                    <a:pt x="572" y="1933"/>
                    <a:pt x="506" y="1510"/>
                    <a:pt x="448" y="1137"/>
                  </a:cubicBezTo>
                  <a:cubicBezTo>
                    <a:pt x="423" y="938"/>
                    <a:pt x="390" y="740"/>
                    <a:pt x="332" y="541"/>
                  </a:cubicBezTo>
                  <a:cubicBezTo>
                    <a:pt x="282" y="367"/>
                    <a:pt x="241" y="143"/>
                    <a:pt x="92" y="10"/>
                  </a:cubicBezTo>
                  <a:cubicBezTo>
                    <a:pt x="85" y="4"/>
                    <a:pt x="75" y="1"/>
                    <a:pt x="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" name="Google Shape;1260;p39"/>
            <p:cNvSpPr/>
            <p:nvPr/>
          </p:nvSpPr>
          <p:spPr>
            <a:xfrm>
              <a:off x="6496575" y="4201775"/>
              <a:ext cx="13875" cy="10575"/>
            </a:xfrm>
            <a:custGeom>
              <a:rect b="b" l="l" r="r" t="t"/>
              <a:pathLst>
                <a:path extrusionOk="0" h="423" w="555">
                  <a:moveTo>
                    <a:pt x="34" y="0"/>
                  </a:moveTo>
                  <a:cubicBezTo>
                    <a:pt x="19" y="0"/>
                    <a:pt x="1" y="21"/>
                    <a:pt x="8" y="35"/>
                  </a:cubicBezTo>
                  <a:cubicBezTo>
                    <a:pt x="16" y="60"/>
                    <a:pt x="25" y="85"/>
                    <a:pt x="50" y="101"/>
                  </a:cubicBezTo>
                  <a:cubicBezTo>
                    <a:pt x="66" y="126"/>
                    <a:pt x="83" y="143"/>
                    <a:pt x="108" y="159"/>
                  </a:cubicBezTo>
                  <a:cubicBezTo>
                    <a:pt x="141" y="192"/>
                    <a:pt x="182" y="225"/>
                    <a:pt x="224" y="259"/>
                  </a:cubicBezTo>
                  <a:cubicBezTo>
                    <a:pt x="315" y="317"/>
                    <a:pt x="398" y="366"/>
                    <a:pt x="489" y="416"/>
                  </a:cubicBezTo>
                  <a:cubicBezTo>
                    <a:pt x="494" y="421"/>
                    <a:pt x="500" y="423"/>
                    <a:pt x="506" y="423"/>
                  </a:cubicBezTo>
                  <a:cubicBezTo>
                    <a:pt x="523" y="423"/>
                    <a:pt x="541" y="411"/>
                    <a:pt x="547" y="399"/>
                  </a:cubicBezTo>
                  <a:cubicBezTo>
                    <a:pt x="555" y="383"/>
                    <a:pt x="555" y="358"/>
                    <a:pt x="530" y="341"/>
                  </a:cubicBezTo>
                  <a:cubicBezTo>
                    <a:pt x="447" y="292"/>
                    <a:pt x="373" y="234"/>
                    <a:pt x="290" y="167"/>
                  </a:cubicBezTo>
                  <a:cubicBezTo>
                    <a:pt x="257" y="134"/>
                    <a:pt x="215" y="109"/>
                    <a:pt x="182" y="76"/>
                  </a:cubicBezTo>
                  <a:cubicBezTo>
                    <a:pt x="157" y="60"/>
                    <a:pt x="141" y="43"/>
                    <a:pt x="116" y="35"/>
                  </a:cubicBezTo>
                  <a:cubicBezTo>
                    <a:pt x="91" y="18"/>
                    <a:pt x="74" y="2"/>
                    <a:pt x="41" y="2"/>
                  </a:cubicBezTo>
                  <a:cubicBezTo>
                    <a:pt x="39" y="1"/>
                    <a:pt x="37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" name="Google Shape;1261;p39"/>
            <p:cNvSpPr/>
            <p:nvPr/>
          </p:nvSpPr>
          <p:spPr>
            <a:xfrm>
              <a:off x="6482050" y="4187725"/>
              <a:ext cx="6650" cy="7150"/>
            </a:xfrm>
            <a:custGeom>
              <a:rect b="b" l="l" r="r" t="t"/>
              <a:pathLst>
                <a:path extrusionOk="0" h="286" w="266">
                  <a:moveTo>
                    <a:pt x="34" y="0"/>
                  </a:moveTo>
                  <a:cubicBezTo>
                    <a:pt x="17" y="0"/>
                    <a:pt x="1" y="17"/>
                    <a:pt x="9" y="33"/>
                  </a:cubicBezTo>
                  <a:lnTo>
                    <a:pt x="17" y="50"/>
                  </a:lnTo>
                  <a:cubicBezTo>
                    <a:pt x="17" y="58"/>
                    <a:pt x="26" y="67"/>
                    <a:pt x="34" y="75"/>
                  </a:cubicBezTo>
                  <a:cubicBezTo>
                    <a:pt x="42" y="83"/>
                    <a:pt x="51" y="91"/>
                    <a:pt x="67" y="100"/>
                  </a:cubicBezTo>
                  <a:cubicBezTo>
                    <a:pt x="84" y="116"/>
                    <a:pt x="92" y="125"/>
                    <a:pt x="109" y="141"/>
                  </a:cubicBezTo>
                  <a:cubicBezTo>
                    <a:pt x="142" y="183"/>
                    <a:pt x="175" y="224"/>
                    <a:pt x="191" y="265"/>
                  </a:cubicBezTo>
                  <a:cubicBezTo>
                    <a:pt x="197" y="278"/>
                    <a:pt x="212" y="285"/>
                    <a:pt x="226" y="285"/>
                  </a:cubicBezTo>
                  <a:cubicBezTo>
                    <a:pt x="232" y="285"/>
                    <a:pt x="237" y="284"/>
                    <a:pt x="241" y="282"/>
                  </a:cubicBezTo>
                  <a:cubicBezTo>
                    <a:pt x="258" y="274"/>
                    <a:pt x="266" y="257"/>
                    <a:pt x="258" y="241"/>
                  </a:cubicBezTo>
                  <a:cubicBezTo>
                    <a:pt x="233" y="191"/>
                    <a:pt x="208" y="141"/>
                    <a:pt x="175" y="100"/>
                  </a:cubicBezTo>
                  <a:cubicBezTo>
                    <a:pt x="158" y="75"/>
                    <a:pt x="133" y="58"/>
                    <a:pt x="117" y="42"/>
                  </a:cubicBezTo>
                  <a:cubicBezTo>
                    <a:pt x="100" y="33"/>
                    <a:pt x="92" y="25"/>
                    <a:pt x="84" y="17"/>
                  </a:cubicBezTo>
                  <a:cubicBezTo>
                    <a:pt x="75" y="9"/>
                    <a:pt x="67" y="9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" name="Google Shape;1262;p39"/>
            <p:cNvSpPr/>
            <p:nvPr/>
          </p:nvSpPr>
          <p:spPr>
            <a:xfrm>
              <a:off x="6546475" y="4244050"/>
              <a:ext cx="5825" cy="19900"/>
            </a:xfrm>
            <a:custGeom>
              <a:rect b="b" l="l" r="r" t="t"/>
              <a:pathLst>
                <a:path extrusionOk="0" h="796" w="233">
                  <a:moveTo>
                    <a:pt x="67" y="1"/>
                  </a:moveTo>
                  <a:cubicBezTo>
                    <a:pt x="1" y="9"/>
                    <a:pt x="34" y="109"/>
                    <a:pt x="42" y="150"/>
                  </a:cubicBezTo>
                  <a:cubicBezTo>
                    <a:pt x="59" y="216"/>
                    <a:pt x="83" y="283"/>
                    <a:pt x="92" y="349"/>
                  </a:cubicBezTo>
                  <a:cubicBezTo>
                    <a:pt x="108" y="415"/>
                    <a:pt x="108" y="482"/>
                    <a:pt x="117" y="548"/>
                  </a:cubicBezTo>
                  <a:cubicBezTo>
                    <a:pt x="125" y="622"/>
                    <a:pt x="133" y="689"/>
                    <a:pt x="125" y="763"/>
                  </a:cubicBezTo>
                  <a:cubicBezTo>
                    <a:pt x="121" y="785"/>
                    <a:pt x="135" y="795"/>
                    <a:pt x="150" y="795"/>
                  </a:cubicBezTo>
                  <a:cubicBezTo>
                    <a:pt x="164" y="795"/>
                    <a:pt x="179" y="787"/>
                    <a:pt x="183" y="772"/>
                  </a:cubicBezTo>
                  <a:cubicBezTo>
                    <a:pt x="199" y="705"/>
                    <a:pt x="224" y="631"/>
                    <a:pt x="224" y="564"/>
                  </a:cubicBezTo>
                  <a:cubicBezTo>
                    <a:pt x="233" y="490"/>
                    <a:pt x="233" y="424"/>
                    <a:pt x="224" y="357"/>
                  </a:cubicBezTo>
                  <a:cubicBezTo>
                    <a:pt x="216" y="291"/>
                    <a:pt x="208" y="216"/>
                    <a:pt x="183" y="142"/>
                  </a:cubicBezTo>
                  <a:cubicBezTo>
                    <a:pt x="175" y="117"/>
                    <a:pt x="158" y="84"/>
                    <a:pt x="141" y="59"/>
                  </a:cubicBezTo>
                  <a:cubicBezTo>
                    <a:pt x="125" y="34"/>
                    <a:pt x="100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" name="Google Shape;1263;p39"/>
            <p:cNvSpPr/>
            <p:nvPr/>
          </p:nvSpPr>
          <p:spPr>
            <a:xfrm>
              <a:off x="6751550" y="4166000"/>
              <a:ext cx="3950" cy="29100"/>
            </a:xfrm>
            <a:custGeom>
              <a:rect b="b" l="l" r="r" t="t"/>
              <a:pathLst>
                <a:path extrusionOk="0" h="1164" w="158">
                  <a:moveTo>
                    <a:pt x="54" y="0"/>
                  </a:moveTo>
                  <a:cubicBezTo>
                    <a:pt x="43" y="0"/>
                    <a:pt x="33" y="5"/>
                    <a:pt x="25" y="16"/>
                  </a:cubicBezTo>
                  <a:cubicBezTo>
                    <a:pt x="0" y="99"/>
                    <a:pt x="0" y="190"/>
                    <a:pt x="9" y="273"/>
                  </a:cubicBezTo>
                  <a:cubicBezTo>
                    <a:pt x="17" y="372"/>
                    <a:pt x="17" y="472"/>
                    <a:pt x="25" y="571"/>
                  </a:cubicBezTo>
                  <a:cubicBezTo>
                    <a:pt x="33" y="662"/>
                    <a:pt x="42" y="762"/>
                    <a:pt x="50" y="853"/>
                  </a:cubicBezTo>
                  <a:cubicBezTo>
                    <a:pt x="58" y="952"/>
                    <a:pt x="83" y="1043"/>
                    <a:pt x="91" y="1143"/>
                  </a:cubicBezTo>
                  <a:cubicBezTo>
                    <a:pt x="95" y="1157"/>
                    <a:pt x="107" y="1164"/>
                    <a:pt x="119" y="1164"/>
                  </a:cubicBezTo>
                  <a:cubicBezTo>
                    <a:pt x="134" y="1164"/>
                    <a:pt x="149" y="1153"/>
                    <a:pt x="149" y="1134"/>
                  </a:cubicBezTo>
                  <a:cubicBezTo>
                    <a:pt x="149" y="1035"/>
                    <a:pt x="158" y="936"/>
                    <a:pt x="158" y="844"/>
                  </a:cubicBezTo>
                  <a:cubicBezTo>
                    <a:pt x="158" y="745"/>
                    <a:pt x="149" y="654"/>
                    <a:pt x="149" y="563"/>
                  </a:cubicBezTo>
                  <a:cubicBezTo>
                    <a:pt x="141" y="472"/>
                    <a:pt x="133" y="372"/>
                    <a:pt x="133" y="281"/>
                  </a:cubicBezTo>
                  <a:cubicBezTo>
                    <a:pt x="125" y="198"/>
                    <a:pt x="125" y="91"/>
                    <a:pt x="83" y="16"/>
                  </a:cubicBezTo>
                  <a:cubicBezTo>
                    <a:pt x="79" y="7"/>
                    <a:pt x="67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" name="Google Shape;1264;p39"/>
            <p:cNvSpPr/>
            <p:nvPr/>
          </p:nvSpPr>
          <p:spPr>
            <a:xfrm>
              <a:off x="6745750" y="4135150"/>
              <a:ext cx="3950" cy="14750"/>
            </a:xfrm>
            <a:custGeom>
              <a:rect b="b" l="l" r="r" t="t"/>
              <a:pathLst>
                <a:path extrusionOk="0" h="590" w="158">
                  <a:moveTo>
                    <a:pt x="16" y="0"/>
                  </a:moveTo>
                  <a:cubicBezTo>
                    <a:pt x="8" y="0"/>
                    <a:pt x="0" y="10"/>
                    <a:pt x="0" y="15"/>
                  </a:cubicBezTo>
                  <a:cubicBezTo>
                    <a:pt x="0" y="65"/>
                    <a:pt x="9" y="115"/>
                    <a:pt x="9" y="156"/>
                  </a:cubicBezTo>
                  <a:cubicBezTo>
                    <a:pt x="17" y="198"/>
                    <a:pt x="25" y="247"/>
                    <a:pt x="33" y="289"/>
                  </a:cubicBezTo>
                  <a:cubicBezTo>
                    <a:pt x="50" y="380"/>
                    <a:pt x="75" y="471"/>
                    <a:pt x="83" y="562"/>
                  </a:cubicBezTo>
                  <a:cubicBezTo>
                    <a:pt x="87" y="581"/>
                    <a:pt x="102" y="589"/>
                    <a:pt x="118" y="589"/>
                  </a:cubicBezTo>
                  <a:cubicBezTo>
                    <a:pt x="138" y="589"/>
                    <a:pt x="158" y="577"/>
                    <a:pt x="158" y="554"/>
                  </a:cubicBezTo>
                  <a:cubicBezTo>
                    <a:pt x="149" y="455"/>
                    <a:pt x="141" y="363"/>
                    <a:pt x="116" y="264"/>
                  </a:cubicBezTo>
                  <a:cubicBezTo>
                    <a:pt x="108" y="223"/>
                    <a:pt x="100" y="173"/>
                    <a:pt x="83" y="131"/>
                  </a:cubicBezTo>
                  <a:cubicBezTo>
                    <a:pt x="67" y="90"/>
                    <a:pt x="50" y="40"/>
                    <a:pt x="25" y="7"/>
                  </a:cubicBezTo>
                  <a:cubicBezTo>
                    <a:pt x="23" y="2"/>
                    <a:pt x="19" y="0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" name="Google Shape;1265;p39"/>
            <p:cNvSpPr/>
            <p:nvPr/>
          </p:nvSpPr>
          <p:spPr>
            <a:xfrm>
              <a:off x="6730825" y="4107500"/>
              <a:ext cx="12175" cy="18200"/>
            </a:xfrm>
            <a:custGeom>
              <a:rect b="b" l="l" r="r" t="t"/>
              <a:pathLst>
                <a:path extrusionOk="0" h="728" w="487">
                  <a:moveTo>
                    <a:pt x="25" y="1"/>
                  </a:moveTo>
                  <a:cubicBezTo>
                    <a:pt x="12" y="1"/>
                    <a:pt x="1" y="14"/>
                    <a:pt x="1" y="28"/>
                  </a:cubicBezTo>
                  <a:cubicBezTo>
                    <a:pt x="34" y="86"/>
                    <a:pt x="84" y="135"/>
                    <a:pt x="125" y="185"/>
                  </a:cubicBezTo>
                  <a:cubicBezTo>
                    <a:pt x="166" y="235"/>
                    <a:pt x="208" y="293"/>
                    <a:pt x="241" y="351"/>
                  </a:cubicBezTo>
                  <a:cubicBezTo>
                    <a:pt x="316" y="467"/>
                    <a:pt x="382" y="591"/>
                    <a:pt x="440" y="715"/>
                  </a:cubicBezTo>
                  <a:cubicBezTo>
                    <a:pt x="443" y="724"/>
                    <a:pt x="450" y="728"/>
                    <a:pt x="457" y="728"/>
                  </a:cubicBezTo>
                  <a:cubicBezTo>
                    <a:pt x="471" y="728"/>
                    <a:pt x="487" y="715"/>
                    <a:pt x="481" y="699"/>
                  </a:cubicBezTo>
                  <a:cubicBezTo>
                    <a:pt x="432" y="566"/>
                    <a:pt x="374" y="434"/>
                    <a:pt x="299" y="309"/>
                  </a:cubicBezTo>
                  <a:cubicBezTo>
                    <a:pt x="266" y="251"/>
                    <a:pt x="224" y="193"/>
                    <a:pt x="183" y="135"/>
                  </a:cubicBezTo>
                  <a:cubicBezTo>
                    <a:pt x="142" y="86"/>
                    <a:pt x="92" y="28"/>
                    <a:pt x="34" y="3"/>
                  </a:cubicBezTo>
                  <a:cubicBezTo>
                    <a:pt x="31" y="1"/>
                    <a:pt x="28" y="1"/>
                    <a:pt x="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1266" name="Shape 126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CUSTOM_20_1_1_1_1_1_1_1">
    <p:spTree>
      <p:nvGrpSpPr>
        <p:cNvPr id="1267" name="Shape 1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68" name="Google Shape;1268;p41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1269" name="Google Shape;1269;p41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70" name="Google Shape;1270;p41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theme" Target="../theme/theme1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2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23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b="1" i="0" sz="3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1pPr>
            <a:lvl2pPr lvl="1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b="1" i="0" sz="3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2pPr>
            <a:lvl3pPr lvl="2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b="1" i="0" sz="3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3pPr>
            <a:lvl4pPr lvl="3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b="1" i="0" sz="3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4pPr>
            <a:lvl5pPr lvl="4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b="1" i="0" sz="3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5pPr>
            <a:lvl6pPr lvl="5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b="1" i="0" sz="3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6pPr>
            <a:lvl7pPr lvl="6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b="1" i="0" sz="3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7pPr>
            <a:lvl8pPr lvl="7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b="1" i="0" sz="3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8pPr>
            <a:lvl9pPr lvl="8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b="1" i="0" sz="3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9pPr>
          </a:lstStyle>
          <a:p/>
        </p:txBody>
      </p:sp>
      <p:sp>
        <p:nvSpPr>
          <p:cNvPr id="7" name="Google Shape;7;p23"/>
          <p:cNvSpPr txBox="1"/>
          <p:nvPr>
            <p:ph idx="1" type="body"/>
          </p:nvPr>
        </p:nvSpPr>
        <p:spPr>
          <a:xfrm>
            <a:off x="720000" y="1300850"/>
            <a:ext cx="7704000" cy="326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2385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●"/>
              <a:defRPr b="0" i="0" sz="15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1pPr>
            <a:lvl2pPr indent="-32385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○"/>
              <a:defRPr b="0" i="0" sz="15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2pPr>
            <a:lvl3pPr indent="-32385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■"/>
              <a:defRPr b="0" i="0" sz="15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3pPr>
            <a:lvl4pPr indent="-32385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●"/>
              <a:defRPr b="0" i="0" sz="15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4pPr>
            <a:lvl5pPr indent="-32385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○"/>
              <a:defRPr b="0" i="0" sz="15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5pPr>
            <a:lvl6pPr indent="-32385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■"/>
              <a:defRPr b="0" i="0" sz="15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6pPr>
            <a:lvl7pPr indent="-32385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●"/>
              <a:defRPr b="0" i="0" sz="15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7pPr>
            <a:lvl8pPr indent="-32385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○"/>
              <a:defRPr b="0" i="0" sz="15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8pPr>
            <a:lvl9pPr indent="-32385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■"/>
              <a:defRPr b="0" i="0" sz="15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3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4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7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5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6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1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8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9.png"/><Relationship Id="rId4" Type="http://schemas.openxmlformats.org/officeDocument/2006/relationships/image" Target="../media/image10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2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15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16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7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2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74" name="Shape 1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5" name="Google Shape;1275;p1"/>
          <p:cNvSpPr txBox="1"/>
          <p:nvPr>
            <p:ph type="ctrTitle"/>
          </p:nvPr>
        </p:nvSpPr>
        <p:spPr>
          <a:xfrm>
            <a:off x="3661525" y="1078918"/>
            <a:ext cx="4834500" cy="2320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500"/>
              <a:buNone/>
            </a:pPr>
            <a:r>
              <a:rPr lang="hu-HU" sz="4600"/>
              <a:t>Boldog mancs állatmenhely weboldal bemutató</a:t>
            </a:r>
            <a:endParaRPr i="1" sz="4600">
              <a:highlight>
                <a:schemeClr val="lt1"/>
              </a:highlight>
            </a:endParaRPr>
          </a:p>
        </p:txBody>
      </p:sp>
      <p:sp>
        <p:nvSpPr>
          <p:cNvPr id="1276" name="Google Shape;1276;p1"/>
          <p:cNvSpPr txBox="1"/>
          <p:nvPr>
            <p:ph idx="1" type="subTitle"/>
          </p:nvPr>
        </p:nvSpPr>
        <p:spPr>
          <a:xfrm>
            <a:off x="3661525" y="3610625"/>
            <a:ext cx="5008800" cy="84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</a:pPr>
            <a:r>
              <a:rPr lang="hu-HU" sz="1800">
                <a:latin typeface="Arapey"/>
                <a:ea typeface="Arapey"/>
                <a:cs typeface="Arapey"/>
                <a:sym typeface="Arapey"/>
              </a:rPr>
              <a:t>Készítette: Szűcs Dominika, Tóth Jázmin Mária, Tóth Leila Anasztázia 13.b</a:t>
            </a:r>
            <a:endParaRPr sz="1800">
              <a:latin typeface="Arapey"/>
              <a:ea typeface="Arapey"/>
              <a:cs typeface="Arapey"/>
              <a:sym typeface="Arapey"/>
            </a:endParaRPr>
          </a:p>
        </p:txBody>
      </p:sp>
      <p:cxnSp>
        <p:nvCxnSpPr>
          <p:cNvPr id="1277" name="Google Shape;1277;p1"/>
          <p:cNvCxnSpPr/>
          <p:nvPr/>
        </p:nvCxnSpPr>
        <p:spPr>
          <a:xfrm>
            <a:off x="3662450" y="3487451"/>
            <a:ext cx="4655700" cy="0"/>
          </a:xfrm>
          <a:prstGeom prst="straightConnector1">
            <a:avLst/>
          </a:prstGeom>
          <a:noFill/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med" w="med" type="oval"/>
          </a:ln>
        </p:spPr>
      </p:cxnSp>
      <p:grpSp>
        <p:nvGrpSpPr>
          <p:cNvPr id="1278" name="Google Shape;1278;p1"/>
          <p:cNvGrpSpPr/>
          <p:nvPr/>
        </p:nvGrpSpPr>
        <p:grpSpPr>
          <a:xfrm>
            <a:off x="747428" y="683574"/>
            <a:ext cx="2673960" cy="3684132"/>
            <a:chOff x="5683241" y="683534"/>
            <a:chExt cx="2738310" cy="3772793"/>
          </a:xfrm>
        </p:grpSpPr>
        <p:grpSp>
          <p:nvGrpSpPr>
            <p:cNvPr id="1279" name="Google Shape;1279;p1"/>
            <p:cNvGrpSpPr/>
            <p:nvPr/>
          </p:nvGrpSpPr>
          <p:grpSpPr>
            <a:xfrm>
              <a:off x="6213167" y="683534"/>
              <a:ext cx="2208384" cy="3697772"/>
              <a:chOff x="6308950" y="539474"/>
              <a:chExt cx="2430000" cy="4068851"/>
            </a:xfrm>
          </p:grpSpPr>
          <p:sp>
            <p:nvSpPr>
              <p:cNvPr id="1280" name="Google Shape;1280;p1"/>
              <p:cNvSpPr/>
              <p:nvPr/>
            </p:nvSpPr>
            <p:spPr>
              <a:xfrm>
                <a:off x="6308950" y="4110325"/>
                <a:ext cx="2430000" cy="498000"/>
              </a:xfrm>
              <a:prstGeom prst="ellipse">
                <a:avLst/>
              </a:prstGeom>
              <a:solidFill>
                <a:srgbClr val="3B2C27">
                  <a:alpha val="4313"/>
                </a:srgbClr>
              </a:solidFill>
              <a:ln>
                <a:noFill/>
              </a:ln>
            </p:spPr>
            <p:txBody>
              <a:bodyPr anchorCtr="0" anchor="ctr" bIns="89275" lIns="89275" spcFirstLastPara="1" rIns="89275" wrap="square" tIns="89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367"/>
                  <a:buFont typeface="Arial"/>
                  <a:buNone/>
                </a:pPr>
                <a:r>
                  <a:t/>
                </a:r>
                <a:endParaRPr b="0" i="0" sz="1366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81" name="Google Shape;1281;p1"/>
              <p:cNvGrpSpPr/>
              <p:nvPr/>
            </p:nvGrpSpPr>
            <p:grpSpPr>
              <a:xfrm>
                <a:off x="6586454" y="539474"/>
                <a:ext cx="1874992" cy="3995493"/>
                <a:chOff x="2617300" y="3834125"/>
                <a:chExt cx="468350" cy="998025"/>
              </a:xfrm>
            </p:grpSpPr>
            <p:sp>
              <p:nvSpPr>
                <p:cNvPr id="1282" name="Google Shape;1282;p1"/>
                <p:cNvSpPr/>
                <p:nvPr/>
              </p:nvSpPr>
              <p:spPr>
                <a:xfrm>
                  <a:off x="2791075" y="3918450"/>
                  <a:ext cx="3750" cy="11200"/>
                </a:xfrm>
                <a:custGeom>
                  <a:rect b="b" l="l" r="r" t="t"/>
                  <a:pathLst>
                    <a:path extrusionOk="0" h="448" w="150">
                      <a:moveTo>
                        <a:pt x="26" y="0"/>
                      </a:moveTo>
                      <a:lnTo>
                        <a:pt x="26" y="9"/>
                      </a:lnTo>
                      <a:cubicBezTo>
                        <a:pt x="1" y="125"/>
                        <a:pt x="50" y="232"/>
                        <a:pt x="92" y="340"/>
                      </a:cubicBezTo>
                      <a:cubicBezTo>
                        <a:pt x="108" y="373"/>
                        <a:pt x="133" y="406"/>
                        <a:pt x="150" y="448"/>
                      </a:cubicBezTo>
                      <a:lnTo>
                        <a:pt x="125" y="365"/>
                      </a:lnTo>
                      <a:cubicBezTo>
                        <a:pt x="92" y="241"/>
                        <a:pt x="59" y="125"/>
                        <a:pt x="2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3" name="Google Shape;1283;p1"/>
                <p:cNvSpPr/>
                <p:nvPr/>
              </p:nvSpPr>
              <p:spPr>
                <a:xfrm>
                  <a:off x="2788600" y="3864750"/>
                  <a:ext cx="75200" cy="142775"/>
                </a:xfrm>
                <a:custGeom>
                  <a:rect b="b" l="l" r="r" t="t"/>
                  <a:pathLst>
                    <a:path extrusionOk="0" h="5711" w="3008">
                      <a:moveTo>
                        <a:pt x="273" y="1"/>
                      </a:moveTo>
                      <a:cubicBezTo>
                        <a:pt x="229" y="1"/>
                        <a:pt x="187" y="11"/>
                        <a:pt x="149" y="35"/>
                      </a:cubicBezTo>
                      <a:cubicBezTo>
                        <a:pt x="42" y="110"/>
                        <a:pt x="17" y="276"/>
                        <a:pt x="9" y="392"/>
                      </a:cubicBezTo>
                      <a:cubicBezTo>
                        <a:pt x="0" y="574"/>
                        <a:pt x="25" y="765"/>
                        <a:pt x="50" y="947"/>
                      </a:cubicBezTo>
                      <a:cubicBezTo>
                        <a:pt x="108" y="1320"/>
                        <a:pt x="207" y="1684"/>
                        <a:pt x="299" y="2049"/>
                      </a:cubicBezTo>
                      <a:cubicBezTo>
                        <a:pt x="381" y="2372"/>
                        <a:pt x="489" y="2695"/>
                        <a:pt x="547" y="3018"/>
                      </a:cubicBezTo>
                      <a:lnTo>
                        <a:pt x="555" y="3026"/>
                      </a:lnTo>
                      <a:cubicBezTo>
                        <a:pt x="622" y="3101"/>
                        <a:pt x="721" y="3176"/>
                        <a:pt x="754" y="3267"/>
                      </a:cubicBezTo>
                      <a:cubicBezTo>
                        <a:pt x="763" y="3292"/>
                        <a:pt x="746" y="3316"/>
                        <a:pt x="713" y="3316"/>
                      </a:cubicBezTo>
                      <a:cubicBezTo>
                        <a:pt x="671" y="3308"/>
                        <a:pt x="638" y="3292"/>
                        <a:pt x="605" y="3267"/>
                      </a:cubicBezTo>
                      <a:lnTo>
                        <a:pt x="605" y="3267"/>
                      </a:lnTo>
                      <a:cubicBezTo>
                        <a:pt x="663" y="3316"/>
                        <a:pt x="713" y="3366"/>
                        <a:pt x="763" y="3424"/>
                      </a:cubicBezTo>
                      <a:cubicBezTo>
                        <a:pt x="870" y="3548"/>
                        <a:pt x="970" y="3706"/>
                        <a:pt x="953" y="3880"/>
                      </a:cubicBezTo>
                      <a:cubicBezTo>
                        <a:pt x="953" y="3903"/>
                        <a:pt x="933" y="3915"/>
                        <a:pt x="911" y="3915"/>
                      </a:cubicBezTo>
                      <a:cubicBezTo>
                        <a:pt x="893" y="3915"/>
                        <a:pt x="873" y="3907"/>
                        <a:pt x="862" y="3888"/>
                      </a:cubicBezTo>
                      <a:cubicBezTo>
                        <a:pt x="837" y="3838"/>
                        <a:pt x="821" y="3789"/>
                        <a:pt x="796" y="3747"/>
                      </a:cubicBezTo>
                      <a:cubicBezTo>
                        <a:pt x="790" y="3753"/>
                        <a:pt x="780" y="3759"/>
                        <a:pt x="769" y="3759"/>
                      </a:cubicBezTo>
                      <a:cubicBezTo>
                        <a:pt x="764" y="3759"/>
                        <a:pt x="759" y="3758"/>
                        <a:pt x="754" y="3756"/>
                      </a:cubicBezTo>
                      <a:lnTo>
                        <a:pt x="746" y="3756"/>
                      </a:lnTo>
                      <a:cubicBezTo>
                        <a:pt x="763" y="3780"/>
                        <a:pt x="771" y="3805"/>
                        <a:pt x="787" y="3830"/>
                      </a:cubicBezTo>
                      <a:cubicBezTo>
                        <a:pt x="829" y="3905"/>
                        <a:pt x="862" y="3996"/>
                        <a:pt x="903" y="4070"/>
                      </a:cubicBezTo>
                      <a:cubicBezTo>
                        <a:pt x="943" y="4118"/>
                        <a:pt x="914" y="4212"/>
                        <a:pt x="846" y="4212"/>
                      </a:cubicBezTo>
                      <a:cubicBezTo>
                        <a:pt x="843" y="4212"/>
                        <a:pt x="840" y="4212"/>
                        <a:pt x="837" y="4211"/>
                      </a:cubicBezTo>
                      <a:lnTo>
                        <a:pt x="837" y="4220"/>
                      </a:lnTo>
                      <a:cubicBezTo>
                        <a:pt x="854" y="4244"/>
                        <a:pt x="862" y="4278"/>
                        <a:pt x="879" y="4311"/>
                      </a:cubicBezTo>
                      <a:cubicBezTo>
                        <a:pt x="903" y="4369"/>
                        <a:pt x="920" y="4427"/>
                        <a:pt x="937" y="4476"/>
                      </a:cubicBezTo>
                      <a:cubicBezTo>
                        <a:pt x="945" y="4493"/>
                        <a:pt x="945" y="4501"/>
                        <a:pt x="953" y="4510"/>
                      </a:cubicBezTo>
                      <a:cubicBezTo>
                        <a:pt x="961" y="4551"/>
                        <a:pt x="978" y="4592"/>
                        <a:pt x="986" y="4634"/>
                      </a:cubicBezTo>
                      <a:cubicBezTo>
                        <a:pt x="992" y="4662"/>
                        <a:pt x="967" y="4679"/>
                        <a:pt x="942" y="4679"/>
                      </a:cubicBezTo>
                      <a:cubicBezTo>
                        <a:pt x="931" y="4679"/>
                        <a:pt x="920" y="4675"/>
                        <a:pt x="912" y="4667"/>
                      </a:cubicBezTo>
                      <a:lnTo>
                        <a:pt x="903" y="4659"/>
                      </a:lnTo>
                      <a:lnTo>
                        <a:pt x="903" y="4659"/>
                      </a:lnTo>
                      <a:cubicBezTo>
                        <a:pt x="920" y="4684"/>
                        <a:pt x="928" y="4708"/>
                        <a:pt x="937" y="4742"/>
                      </a:cubicBezTo>
                      <a:cubicBezTo>
                        <a:pt x="943" y="4772"/>
                        <a:pt x="918" y="4793"/>
                        <a:pt x="895" y="4793"/>
                      </a:cubicBezTo>
                      <a:cubicBezTo>
                        <a:pt x="886" y="4793"/>
                        <a:pt x="877" y="4790"/>
                        <a:pt x="870" y="4783"/>
                      </a:cubicBezTo>
                      <a:lnTo>
                        <a:pt x="862" y="4775"/>
                      </a:lnTo>
                      <a:lnTo>
                        <a:pt x="862" y="4775"/>
                      </a:lnTo>
                      <a:cubicBezTo>
                        <a:pt x="887" y="4949"/>
                        <a:pt x="912" y="5114"/>
                        <a:pt x="937" y="5288"/>
                      </a:cubicBezTo>
                      <a:cubicBezTo>
                        <a:pt x="953" y="5371"/>
                        <a:pt x="953" y="5462"/>
                        <a:pt x="970" y="5554"/>
                      </a:cubicBezTo>
                      <a:cubicBezTo>
                        <a:pt x="978" y="5595"/>
                        <a:pt x="986" y="5628"/>
                        <a:pt x="1003" y="5661"/>
                      </a:cubicBezTo>
                      <a:cubicBezTo>
                        <a:pt x="1003" y="5678"/>
                        <a:pt x="1011" y="5694"/>
                        <a:pt x="1019" y="5711"/>
                      </a:cubicBezTo>
                      <a:cubicBezTo>
                        <a:pt x="1036" y="5670"/>
                        <a:pt x="1044" y="5636"/>
                        <a:pt x="1061" y="5595"/>
                      </a:cubicBezTo>
                      <a:cubicBezTo>
                        <a:pt x="1061" y="5587"/>
                        <a:pt x="1053" y="5587"/>
                        <a:pt x="1053" y="5587"/>
                      </a:cubicBezTo>
                      <a:cubicBezTo>
                        <a:pt x="1028" y="5570"/>
                        <a:pt x="1019" y="5537"/>
                        <a:pt x="1036" y="5512"/>
                      </a:cubicBezTo>
                      <a:cubicBezTo>
                        <a:pt x="1044" y="5487"/>
                        <a:pt x="1061" y="5479"/>
                        <a:pt x="1086" y="5479"/>
                      </a:cubicBezTo>
                      <a:cubicBezTo>
                        <a:pt x="1152" y="5123"/>
                        <a:pt x="1268" y="4783"/>
                        <a:pt x="1450" y="4476"/>
                      </a:cubicBezTo>
                      <a:cubicBezTo>
                        <a:pt x="1558" y="4294"/>
                        <a:pt x="1682" y="4120"/>
                        <a:pt x="1823" y="3971"/>
                      </a:cubicBezTo>
                      <a:cubicBezTo>
                        <a:pt x="1889" y="3896"/>
                        <a:pt x="1964" y="3822"/>
                        <a:pt x="2038" y="3756"/>
                      </a:cubicBezTo>
                      <a:cubicBezTo>
                        <a:pt x="2055" y="3739"/>
                        <a:pt x="2088" y="3706"/>
                        <a:pt x="2113" y="3689"/>
                      </a:cubicBezTo>
                      <a:cubicBezTo>
                        <a:pt x="2196" y="3606"/>
                        <a:pt x="2279" y="3540"/>
                        <a:pt x="2370" y="3474"/>
                      </a:cubicBezTo>
                      <a:cubicBezTo>
                        <a:pt x="2494" y="3383"/>
                        <a:pt x="2627" y="3308"/>
                        <a:pt x="2759" y="3234"/>
                      </a:cubicBezTo>
                      <a:cubicBezTo>
                        <a:pt x="2826" y="3200"/>
                        <a:pt x="2892" y="3167"/>
                        <a:pt x="2958" y="3134"/>
                      </a:cubicBezTo>
                      <a:cubicBezTo>
                        <a:pt x="2975" y="3134"/>
                        <a:pt x="2991" y="3126"/>
                        <a:pt x="3008" y="3118"/>
                      </a:cubicBezTo>
                      <a:cubicBezTo>
                        <a:pt x="3008" y="3109"/>
                        <a:pt x="3008" y="3109"/>
                        <a:pt x="3000" y="3101"/>
                      </a:cubicBezTo>
                      <a:cubicBezTo>
                        <a:pt x="2983" y="3026"/>
                        <a:pt x="2966" y="2944"/>
                        <a:pt x="2950" y="2869"/>
                      </a:cubicBezTo>
                      <a:cubicBezTo>
                        <a:pt x="2950" y="2927"/>
                        <a:pt x="2950" y="2977"/>
                        <a:pt x="2950" y="3035"/>
                      </a:cubicBezTo>
                      <a:cubicBezTo>
                        <a:pt x="2950" y="3064"/>
                        <a:pt x="2927" y="3078"/>
                        <a:pt x="2903" y="3078"/>
                      </a:cubicBezTo>
                      <a:cubicBezTo>
                        <a:pt x="2879" y="3078"/>
                        <a:pt x="2855" y="3064"/>
                        <a:pt x="2850" y="3035"/>
                      </a:cubicBezTo>
                      <a:cubicBezTo>
                        <a:pt x="2826" y="2811"/>
                        <a:pt x="2776" y="2587"/>
                        <a:pt x="2710" y="2372"/>
                      </a:cubicBezTo>
                      <a:cubicBezTo>
                        <a:pt x="2685" y="2314"/>
                        <a:pt x="2668" y="2264"/>
                        <a:pt x="2643" y="2206"/>
                      </a:cubicBezTo>
                      <a:cubicBezTo>
                        <a:pt x="2627" y="2181"/>
                        <a:pt x="2610" y="2157"/>
                        <a:pt x="2585" y="2132"/>
                      </a:cubicBezTo>
                      <a:lnTo>
                        <a:pt x="2585" y="2132"/>
                      </a:lnTo>
                      <a:cubicBezTo>
                        <a:pt x="2618" y="2264"/>
                        <a:pt x="2643" y="2397"/>
                        <a:pt x="2652" y="2538"/>
                      </a:cubicBezTo>
                      <a:cubicBezTo>
                        <a:pt x="2656" y="2579"/>
                        <a:pt x="2625" y="2603"/>
                        <a:pt x="2594" y="2603"/>
                      </a:cubicBezTo>
                      <a:cubicBezTo>
                        <a:pt x="2568" y="2603"/>
                        <a:pt x="2543" y="2587"/>
                        <a:pt x="2536" y="2554"/>
                      </a:cubicBezTo>
                      <a:cubicBezTo>
                        <a:pt x="2519" y="2455"/>
                        <a:pt x="2494" y="2364"/>
                        <a:pt x="2469" y="2264"/>
                      </a:cubicBezTo>
                      <a:cubicBezTo>
                        <a:pt x="2462" y="2278"/>
                        <a:pt x="2448" y="2285"/>
                        <a:pt x="2434" y="2285"/>
                      </a:cubicBezTo>
                      <a:cubicBezTo>
                        <a:pt x="2414" y="2285"/>
                        <a:pt x="2395" y="2272"/>
                        <a:pt x="2395" y="2248"/>
                      </a:cubicBezTo>
                      <a:cubicBezTo>
                        <a:pt x="2353" y="1949"/>
                        <a:pt x="2212" y="1668"/>
                        <a:pt x="2014" y="1444"/>
                      </a:cubicBezTo>
                      <a:cubicBezTo>
                        <a:pt x="1947" y="1353"/>
                        <a:pt x="1864" y="1278"/>
                        <a:pt x="1782" y="1204"/>
                      </a:cubicBezTo>
                      <a:cubicBezTo>
                        <a:pt x="1475" y="955"/>
                        <a:pt x="1218" y="649"/>
                        <a:pt x="937" y="375"/>
                      </a:cubicBezTo>
                      <a:cubicBezTo>
                        <a:pt x="829" y="276"/>
                        <a:pt x="705" y="168"/>
                        <a:pt x="580" y="102"/>
                      </a:cubicBezTo>
                      <a:cubicBezTo>
                        <a:pt x="493" y="55"/>
                        <a:pt x="378" y="1"/>
                        <a:pt x="27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4" name="Google Shape;1284;p1"/>
                <p:cNvSpPr/>
                <p:nvPr/>
              </p:nvSpPr>
              <p:spPr>
                <a:xfrm>
                  <a:off x="2792525" y="4115425"/>
                  <a:ext cx="14525" cy="16250"/>
                </a:xfrm>
                <a:custGeom>
                  <a:rect b="b" l="l" r="r" t="t"/>
                  <a:pathLst>
                    <a:path extrusionOk="0" h="650" w="581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42" y="92"/>
                        <a:pt x="75" y="175"/>
                        <a:pt x="117" y="266"/>
                      </a:cubicBezTo>
                      <a:cubicBezTo>
                        <a:pt x="158" y="365"/>
                        <a:pt x="191" y="481"/>
                        <a:pt x="266" y="564"/>
                      </a:cubicBezTo>
                      <a:cubicBezTo>
                        <a:pt x="308" y="617"/>
                        <a:pt x="366" y="649"/>
                        <a:pt x="427" y="649"/>
                      </a:cubicBezTo>
                      <a:cubicBezTo>
                        <a:pt x="462" y="649"/>
                        <a:pt x="497" y="638"/>
                        <a:pt x="531" y="614"/>
                      </a:cubicBezTo>
                      <a:cubicBezTo>
                        <a:pt x="556" y="597"/>
                        <a:pt x="572" y="572"/>
                        <a:pt x="581" y="548"/>
                      </a:cubicBezTo>
                      <a:cubicBezTo>
                        <a:pt x="572" y="506"/>
                        <a:pt x="556" y="456"/>
                        <a:pt x="548" y="415"/>
                      </a:cubicBezTo>
                      <a:cubicBezTo>
                        <a:pt x="514" y="415"/>
                        <a:pt x="481" y="398"/>
                        <a:pt x="456" y="365"/>
                      </a:cubicBezTo>
                      <a:lnTo>
                        <a:pt x="456" y="357"/>
                      </a:lnTo>
                      <a:cubicBezTo>
                        <a:pt x="448" y="332"/>
                        <a:pt x="432" y="299"/>
                        <a:pt x="415" y="266"/>
                      </a:cubicBezTo>
                      <a:cubicBezTo>
                        <a:pt x="407" y="249"/>
                        <a:pt x="390" y="216"/>
                        <a:pt x="382" y="191"/>
                      </a:cubicBezTo>
                      <a:cubicBezTo>
                        <a:pt x="357" y="175"/>
                        <a:pt x="324" y="158"/>
                        <a:pt x="291" y="142"/>
                      </a:cubicBezTo>
                      <a:cubicBezTo>
                        <a:pt x="233" y="125"/>
                        <a:pt x="175" y="100"/>
                        <a:pt x="117" y="67"/>
                      </a:cubicBezTo>
                      <a:cubicBezTo>
                        <a:pt x="84" y="42"/>
                        <a:pt x="42" y="26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5" name="Google Shape;1285;p1"/>
                <p:cNvSpPr/>
                <p:nvPr/>
              </p:nvSpPr>
              <p:spPr>
                <a:xfrm>
                  <a:off x="2784650" y="4095350"/>
                  <a:ext cx="25500" cy="5825"/>
                </a:xfrm>
                <a:custGeom>
                  <a:rect b="b" l="l" r="r" t="t"/>
                  <a:pathLst>
                    <a:path extrusionOk="0" h="233" w="1020">
                      <a:moveTo>
                        <a:pt x="979" y="0"/>
                      </a:moveTo>
                      <a:cubicBezTo>
                        <a:pt x="937" y="0"/>
                        <a:pt x="887" y="0"/>
                        <a:pt x="846" y="8"/>
                      </a:cubicBezTo>
                      <a:cubicBezTo>
                        <a:pt x="755" y="8"/>
                        <a:pt x="664" y="25"/>
                        <a:pt x="581" y="41"/>
                      </a:cubicBezTo>
                      <a:cubicBezTo>
                        <a:pt x="390" y="75"/>
                        <a:pt x="200" y="133"/>
                        <a:pt x="26" y="207"/>
                      </a:cubicBezTo>
                      <a:cubicBezTo>
                        <a:pt x="17" y="215"/>
                        <a:pt x="9" y="215"/>
                        <a:pt x="1" y="215"/>
                      </a:cubicBezTo>
                      <a:lnTo>
                        <a:pt x="9" y="232"/>
                      </a:lnTo>
                      <a:cubicBezTo>
                        <a:pt x="200" y="199"/>
                        <a:pt x="382" y="166"/>
                        <a:pt x="573" y="133"/>
                      </a:cubicBezTo>
                      <a:cubicBezTo>
                        <a:pt x="689" y="116"/>
                        <a:pt x="796" y="99"/>
                        <a:pt x="912" y="83"/>
                      </a:cubicBezTo>
                      <a:cubicBezTo>
                        <a:pt x="912" y="75"/>
                        <a:pt x="921" y="66"/>
                        <a:pt x="929" y="66"/>
                      </a:cubicBezTo>
                      <a:cubicBezTo>
                        <a:pt x="954" y="41"/>
                        <a:pt x="987" y="17"/>
                        <a:pt x="10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6" name="Google Shape;1286;p1"/>
                <p:cNvSpPr/>
                <p:nvPr/>
              </p:nvSpPr>
              <p:spPr>
                <a:xfrm>
                  <a:off x="2908725" y="4725875"/>
                  <a:ext cx="51825" cy="52075"/>
                </a:xfrm>
                <a:custGeom>
                  <a:rect b="b" l="l" r="r" t="t"/>
                  <a:pathLst>
                    <a:path extrusionOk="0" h="2083" w="2073">
                      <a:moveTo>
                        <a:pt x="191" y="0"/>
                      </a:moveTo>
                      <a:lnTo>
                        <a:pt x="175" y="17"/>
                      </a:lnTo>
                      <a:cubicBezTo>
                        <a:pt x="117" y="66"/>
                        <a:pt x="59" y="116"/>
                        <a:pt x="1" y="157"/>
                      </a:cubicBezTo>
                      <a:cubicBezTo>
                        <a:pt x="1" y="191"/>
                        <a:pt x="9" y="224"/>
                        <a:pt x="17" y="257"/>
                      </a:cubicBezTo>
                      <a:cubicBezTo>
                        <a:pt x="34" y="389"/>
                        <a:pt x="59" y="514"/>
                        <a:pt x="75" y="646"/>
                      </a:cubicBezTo>
                      <a:cubicBezTo>
                        <a:pt x="92" y="771"/>
                        <a:pt x="125" y="903"/>
                        <a:pt x="109" y="1027"/>
                      </a:cubicBezTo>
                      <a:cubicBezTo>
                        <a:pt x="109" y="1052"/>
                        <a:pt x="100" y="1061"/>
                        <a:pt x="84" y="1069"/>
                      </a:cubicBezTo>
                      <a:cubicBezTo>
                        <a:pt x="150" y="1293"/>
                        <a:pt x="233" y="1516"/>
                        <a:pt x="307" y="1732"/>
                      </a:cubicBezTo>
                      <a:cubicBezTo>
                        <a:pt x="324" y="1781"/>
                        <a:pt x="349" y="1831"/>
                        <a:pt x="365" y="1881"/>
                      </a:cubicBezTo>
                      <a:cubicBezTo>
                        <a:pt x="374" y="1880"/>
                        <a:pt x="382" y="1880"/>
                        <a:pt x="390" y="1880"/>
                      </a:cubicBezTo>
                      <a:cubicBezTo>
                        <a:pt x="492" y="1880"/>
                        <a:pt x="604" y="1924"/>
                        <a:pt x="689" y="1939"/>
                      </a:cubicBezTo>
                      <a:cubicBezTo>
                        <a:pt x="805" y="1964"/>
                        <a:pt x="912" y="1989"/>
                        <a:pt x="1028" y="2013"/>
                      </a:cubicBezTo>
                      <a:cubicBezTo>
                        <a:pt x="1173" y="2043"/>
                        <a:pt x="1334" y="2082"/>
                        <a:pt x="1491" y="2082"/>
                      </a:cubicBezTo>
                      <a:cubicBezTo>
                        <a:pt x="1551" y="2082"/>
                        <a:pt x="1609" y="2077"/>
                        <a:pt x="1666" y="2063"/>
                      </a:cubicBezTo>
                      <a:cubicBezTo>
                        <a:pt x="1807" y="2038"/>
                        <a:pt x="2014" y="1889"/>
                        <a:pt x="1915" y="1723"/>
                      </a:cubicBezTo>
                      <a:cubicBezTo>
                        <a:pt x="1873" y="1641"/>
                        <a:pt x="1741" y="1599"/>
                        <a:pt x="1666" y="1549"/>
                      </a:cubicBezTo>
                      <a:cubicBezTo>
                        <a:pt x="1567" y="1483"/>
                        <a:pt x="1459" y="1409"/>
                        <a:pt x="1360" y="1342"/>
                      </a:cubicBezTo>
                      <a:cubicBezTo>
                        <a:pt x="1297" y="1307"/>
                        <a:pt x="1328" y="1225"/>
                        <a:pt x="1389" y="1225"/>
                      </a:cubicBezTo>
                      <a:cubicBezTo>
                        <a:pt x="1401" y="1225"/>
                        <a:pt x="1413" y="1228"/>
                        <a:pt x="1426" y="1235"/>
                      </a:cubicBezTo>
                      <a:cubicBezTo>
                        <a:pt x="1559" y="1293"/>
                        <a:pt x="1708" y="1342"/>
                        <a:pt x="1840" y="1417"/>
                      </a:cubicBezTo>
                      <a:cubicBezTo>
                        <a:pt x="1915" y="1450"/>
                        <a:pt x="1989" y="1491"/>
                        <a:pt x="2047" y="1549"/>
                      </a:cubicBezTo>
                      <a:cubicBezTo>
                        <a:pt x="2056" y="1525"/>
                        <a:pt x="2064" y="1491"/>
                        <a:pt x="2064" y="1467"/>
                      </a:cubicBezTo>
                      <a:cubicBezTo>
                        <a:pt x="2064" y="1433"/>
                        <a:pt x="2072" y="1392"/>
                        <a:pt x="2072" y="1359"/>
                      </a:cubicBezTo>
                      <a:lnTo>
                        <a:pt x="2072" y="1309"/>
                      </a:lnTo>
                      <a:cubicBezTo>
                        <a:pt x="2072" y="1302"/>
                        <a:pt x="2067" y="1280"/>
                        <a:pt x="2069" y="1280"/>
                      </a:cubicBezTo>
                      <a:lnTo>
                        <a:pt x="2069" y="1280"/>
                      </a:lnTo>
                      <a:cubicBezTo>
                        <a:pt x="2070" y="1280"/>
                        <a:pt x="2071" y="1281"/>
                        <a:pt x="2072" y="1284"/>
                      </a:cubicBezTo>
                      <a:cubicBezTo>
                        <a:pt x="2064" y="1235"/>
                        <a:pt x="2056" y="1193"/>
                        <a:pt x="2022" y="1168"/>
                      </a:cubicBezTo>
                      <a:cubicBezTo>
                        <a:pt x="1989" y="1143"/>
                        <a:pt x="1898" y="1135"/>
                        <a:pt x="1848" y="1127"/>
                      </a:cubicBezTo>
                      <a:cubicBezTo>
                        <a:pt x="1774" y="1110"/>
                        <a:pt x="1708" y="1094"/>
                        <a:pt x="1633" y="1077"/>
                      </a:cubicBezTo>
                      <a:cubicBezTo>
                        <a:pt x="1559" y="1069"/>
                        <a:pt x="1492" y="1061"/>
                        <a:pt x="1418" y="1044"/>
                      </a:cubicBezTo>
                      <a:cubicBezTo>
                        <a:pt x="1351" y="1036"/>
                        <a:pt x="1260" y="1027"/>
                        <a:pt x="1211" y="978"/>
                      </a:cubicBezTo>
                      <a:cubicBezTo>
                        <a:pt x="1194" y="961"/>
                        <a:pt x="1186" y="920"/>
                        <a:pt x="1211" y="903"/>
                      </a:cubicBezTo>
                      <a:cubicBezTo>
                        <a:pt x="1253" y="866"/>
                        <a:pt x="1310" y="856"/>
                        <a:pt x="1367" y="856"/>
                      </a:cubicBezTo>
                      <a:cubicBezTo>
                        <a:pt x="1398" y="856"/>
                        <a:pt x="1430" y="859"/>
                        <a:pt x="1459" y="862"/>
                      </a:cubicBezTo>
                      <a:cubicBezTo>
                        <a:pt x="1550" y="862"/>
                        <a:pt x="1633" y="870"/>
                        <a:pt x="1716" y="878"/>
                      </a:cubicBezTo>
                      <a:cubicBezTo>
                        <a:pt x="1782" y="887"/>
                        <a:pt x="1848" y="903"/>
                        <a:pt x="1923" y="911"/>
                      </a:cubicBezTo>
                      <a:cubicBezTo>
                        <a:pt x="1923" y="895"/>
                        <a:pt x="1915" y="887"/>
                        <a:pt x="1915" y="870"/>
                      </a:cubicBezTo>
                      <a:cubicBezTo>
                        <a:pt x="1906" y="845"/>
                        <a:pt x="1906" y="829"/>
                        <a:pt x="1898" y="812"/>
                      </a:cubicBezTo>
                      <a:cubicBezTo>
                        <a:pt x="1898" y="804"/>
                        <a:pt x="1890" y="795"/>
                        <a:pt x="1890" y="787"/>
                      </a:cubicBezTo>
                      <a:lnTo>
                        <a:pt x="1890" y="779"/>
                      </a:lnTo>
                      <a:lnTo>
                        <a:pt x="1882" y="779"/>
                      </a:lnTo>
                      <a:lnTo>
                        <a:pt x="1873" y="762"/>
                      </a:lnTo>
                      <a:lnTo>
                        <a:pt x="1873" y="754"/>
                      </a:lnTo>
                      <a:lnTo>
                        <a:pt x="1865" y="754"/>
                      </a:lnTo>
                      <a:cubicBezTo>
                        <a:pt x="1857" y="754"/>
                        <a:pt x="1857" y="754"/>
                        <a:pt x="1848" y="746"/>
                      </a:cubicBezTo>
                      <a:lnTo>
                        <a:pt x="1757" y="746"/>
                      </a:lnTo>
                      <a:cubicBezTo>
                        <a:pt x="1737" y="750"/>
                        <a:pt x="1716" y="752"/>
                        <a:pt x="1695" y="752"/>
                      </a:cubicBezTo>
                      <a:cubicBezTo>
                        <a:pt x="1675" y="752"/>
                        <a:pt x="1654" y="750"/>
                        <a:pt x="1633" y="746"/>
                      </a:cubicBezTo>
                      <a:cubicBezTo>
                        <a:pt x="1550" y="746"/>
                        <a:pt x="1467" y="746"/>
                        <a:pt x="1385" y="729"/>
                      </a:cubicBezTo>
                      <a:cubicBezTo>
                        <a:pt x="1351" y="729"/>
                        <a:pt x="1335" y="713"/>
                        <a:pt x="1327" y="688"/>
                      </a:cubicBezTo>
                      <a:lnTo>
                        <a:pt x="1327" y="671"/>
                      </a:lnTo>
                      <a:cubicBezTo>
                        <a:pt x="1269" y="655"/>
                        <a:pt x="1219" y="638"/>
                        <a:pt x="1161" y="630"/>
                      </a:cubicBezTo>
                      <a:cubicBezTo>
                        <a:pt x="1003" y="580"/>
                        <a:pt x="846" y="539"/>
                        <a:pt x="705" y="472"/>
                      </a:cubicBezTo>
                      <a:cubicBezTo>
                        <a:pt x="564" y="423"/>
                        <a:pt x="440" y="348"/>
                        <a:pt x="332" y="240"/>
                      </a:cubicBezTo>
                      <a:cubicBezTo>
                        <a:pt x="274" y="174"/>
                        <a:pt x="216" y="91"/>
                        <a:pt x="19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7" name="Google Shape;1287;p1"/>
                <p:cNvSpPr/>
                <p:nvPr/>
              </p:nvSpPr>
              <p:spPr>
                <a:xfrm>
                  <a:off x="2623100" y="3838550"/>
                  <a:ext cx="456550" cy="988225"/>
                </a:xfrm>
                <a:custGeom>
                  <a:rect b="b" l="l" r="r" t="t"/>
                  <a:pathLst>
                    <a:path extrusionOk="0" h="39529" w="18262">
                      <a:moveTo>
                        <a:pt x="10175" y="3834"/>
                      </a:moveTo>
                      <a:cubicBezTo>
                        <a:pt x="10175" y="3834"/>
                        <a:pt x="10175" y="3834"/>
                        <a:pt x="10175" y="3842"/>
                      </a:cubicBezTo>
                      <a:cubicBezTo>
                        <a:pt x="10176" y="3844"/>
                        <a:pt x="10178" y="3846"/>
                        <a:pt x="10180" y="3847"/>
                      </a:cubicBezTo>
                      <a:lnTo>
                        <a:pt x="10180" y="3847"/>
                      </a:lnTo>
                      <a:cubicBezTo>
                        <a:pt x="10178" y="3843"/>
                        <a:pt x="10176" y="3839"/>
                        <a:pt x="10175" y="3834"/>
                      </a:cubicBezTo>
                      <a:close/>
                      <a:moveTo>
                        <a:pt x="10374" y="3851"/>
                      </a:moveTo>
                      <a:lnTo>
                        <a:pt x="10374" y="3851"/>
                      </a:lnTo>
                      <a:cubicBezTo>
                        <a:pt x="10375" y="3860"/>
                        <a:pt x="10378" y="3870"/>
                        <a:pt x="10380" y="3879"/>
                      </a:cubicBezTo>
                      <a:lnTo>
                        <a:pt x="10380" y="3879"/>
                      </a:lnTo>
                      <a:cubicBezTo>
                        <a:pt x="10378" y="3870"/>
                        <a:pt x="10376" y="3860"/>
                        <a:pt x="10374" y="3851"/>
                      </a:cubicBezTo>
                      <a:close/>
                      <a:moveTo>
                        <a:pt x="10705" y="3942"/>
                      </a:moveTo>
                      <a:lnTo>
                        <a:pt x="10705" y="3942"/>
                      </a:lnTo>
                      <a:cubicBezTo>
                        <a:pt x="10706" y="3943"/>
                        <a:pt x="10707" y="3944"/>
                        <a:pt x="10708" y="3945"/>
                      </a:cubicBezTo>
                      <a:lnTo>
                        <a:pt x="10708" y="3945"/>
                      </a:lnTo>
                      <a:cubicBezTo>
                        <a:pt x="10707" y="3944"/>
                        <a:pt x="10706" y="3943"/>
                        <a:pt x="10705" y="3942"/>
                      </a:cubicBezTo>
                      <a:close/>
                      <a:moveTo>
                        <a:pt x="7026" y="15426"/>
                      </a:moveTo>
                      <a:cubicBezTo>
                        <a:pt x="7028" y="15426"/>
                        <a:pt x="7029" y="15427"/>
                        <a:pt x="7031" y="15428"/>
                      </a:cubicBezTo>
                      <a:lnTo>
                        <a:pt x="7031" y="15428"/>
                      </a:lnTo>
                      <a:cubicBezTo>
                        <a:pt x="7030" y="15427"/>
                        <a:pt x="7028" y="15426"/>
                        <a:pt x="7026" y="15426"/>
                      </a:cubicBezTo>
                      <a:close/>
                      <a:moveTo>
                        <a:pt x="18129" y="21536"/>
                      </a:moveTo>
                      <a:cubicBezTo>
                        <a:pt x="18129" y="21537"/>
                        <a:pt x="18129" y="21539"/>
                        <a:pt x="18129" y="21540"/>
                      </a:cubicBezTo>
                      <a:cubicBezTo>
                        <a:pt x="18129" y="21539"/>
                        <a:pt x="18129" y="21537"/>
                        <a:pt x="18129" y="21536"/>
                      </a:cubicBezTo>
                      <a:close/>
                      <a:moveTo>
                        <a:pt x="17756" y="22442"/>
                      </a:moveTo>
                      <a:cubicBezTo>
                        <a:pt x="17756" y="22442"/>
                        <a:pt x="17756" y="22443"/>
                        <a:pt x="17756" y="22443"/>
                      </a:cubicBezTo>
                      <a:cubicBezTo>
                        <a:pt x="17756" y="22443"/>
                        <a:pt x="17756" y="22442"/>
                        <a:pt x="17756" y="22442"/>
                      </a:cubicBezTo>
                      <a:close/>
                      <a:moveTo>
                        <a:pt x="13070" y="1"/>
                      </a:moveTo>
                      <a:cubicBezTo>
                        <a:pt x="13046" y="1"/>
                        <a:pt x="13020" y="5"/>
                        <a:pt x="12992" y="15"/>
                      </a:cubicBezTo>
                      <a:cubicBezTo>
                        <a:pt x="12876" y="56"/>
                        <a:pt x="12793" y="180"/>
                        <a:pt x="12718" y="280"/>
                      </a:cubicBezTo>
                      <a:cubicBezTo>
                        <a:pt x="12544" y="520"/>
                        <a:pt x="12362" y="769"/>
                        <a:pt x="12155" y="984"/>
                      </a:cubicBezTo>
                      <a:cubicBezTo>
                        <a:pt x="12147" y="988"/>
                        <a:pt x="12138" y="990"/>
                        <a:pt x="12130" y="990"/>
                      </a:cubicBezTo>
                      <a:cubicBezTo>
                        <a:pt x="12122" y="990"/>
                        <a:pt x="12114" y="988"/>
                        <a:pt x="12105" y="984"/>
                      </a:cubicBezTo>
                      <a:cubicBezTo>
                        <a:pt x="12031" y="1100"/>
                        <a:pt x="11964" y="1216"/>
                        <a:pt x="11906" y="1340"/>
                      </a:cubicBezTo>
                      <a:cubicBezTo>
                        <a:pt x="11708" y="1755"/>
                        <a:pt x="11567" y="2177"/>
                        <a:pt x="11500" y="2633"/>
                      </a:cubicBezTo>
                      <a:cubicBezTo>
                        <a:pt x="11476" y="2857"/>
                        <a:pt x="11459" y="3080"/>
                        <a:pt x="11459" y="3312"/>
                      </a:cubicBezTo>
                      <a:cubicBezTo>
                        <a:pt x="11467" y="3536"/>
                        <a:pt x="11509" y="3760"/>
                        <a:pt x="11509" y="3983"/>
                      </a:cubicBezTo>
                      <a:cubicBezTo>
                        <a:pt x="11509" y="4016"/>
                        <a:pt x="11484" y="4033"/>
                        <a:pt x="11459" y="4041"/>
                      </a:cubicBezTo>
                      <a:cubicBezTo>
                        <a:pt x="11453" y="4063"/>
                        <a:pt x="11430" y="4078"/>
                        <a:pt x="11407" y="4078"/>
                      </a:cubicBezTo>
                      <a:cubicBezTo>
                        <a:pt x="11395" y="4078"/>
                        <a:pt x="11384" y="4074"/>
                        <a:pt x="11376" y="4066"/>
                      </a:cubicBezTo>
                      <a:cubicBezTo>
                        <a:pt x="11376" y="4066"/>
                        <a:pt x="11376" y="4074"/>
                        <a:pt x="11376" y="4074"/>
                      </a:cubicBezTo>
                      <a:cubicBezTo>
                        <a:pt x="11370" y="4093"/>
                        <a:pt x="11354" y="4102"/>
                        <a:pt x="11337" y="4102"/>
                      </a:cubicBezTo>
                      <a:cubicBezTo>
                        <a:pt x="11310" y="4102"/>
                        <a:pt x="11280" y="4080"/>
                        <a:pt x="11285" y="4050"/>
                      </a:cubicBezTo>
                      <a:cubicBezTo>
                        <a:pt x="11285" y="4016"/>
                        <a:pt x="11293" y="3983"/>
                        <a:pt x="11293" y="3950"/>
                      </a:cubicBezTo>
                      <a:cubicBezTo>
                        <a:pt x="11277" y="3934"/>
                        <a:pt x="11268" y="3909"/>
                        <a:pt x="11252" y="3884"/>
                      </a:cubicBezTo>
                      <a:lnTo>
                        <a:pt x="11252" y="3884"/>
                      </a:lnTo>
                      <a:cubicBezTo>
                        <a:pt x="11260" y="3925"/>
                        <a:pt x="11260" y="3967"/>
                        <a:pt x="11260" y="4008"/>
                      </a:cubicBezTo>
                      <a:cubicBezTo>
                        <a:pt x="11260" y="4037"/>
                        <a:pt x="11237" y="4052"/>
                        <a:pt x="11215" y="4052"/>
                      </a:cubicBezTo>
                      <a:cubicBezTo>
                        <a:pt x="11192" y="4052"/>
                        <a:pt x="11169" y="4037"/>
                        <a:pt x="11169" y="4008"/>
                      </a:cubicBezTo>
                      <a:cubicBezTo>
                        <a:pt x="11161" y="4000"/>
                        <a:pt x="11161" y="3992"/>
                        <a:pt x="11161" y="3975"/>
                      </a:cubicBezTo>
                      <a:cubicBezTo>
                        <a:pt x="11154" y="3978"/>
                        <a:pt x="11146" y="3981"/>
                        <a:pt x="11137" y="3981"/>
                      </a:cubicBezTo>
                      <a:cubicBezTo>
                        <a:pt x="11125" y="3981"/>
                        <a:pt x="11112" y="3976"/>
                        <a:pt x="11103" y="3967"/>
                      </a:cubicBezTo>
                      <a:cubicBezTo>
                        <a:pt x="11094" y="3950"/>
                        <a:pt x="11078" y="3934"/>
                        <a:pt x="11070" y="3917"/>
                      </a:cubicBezTo>
                      <a:cubicBezTo>
                        <a:pt x="11061" y="3917"/>
                        <a:pt x="11061" y="3925"/>
                        <a:pt x="11061" y="3925"/>
                      </a:cubicBezTo>
                      <a:cubicBezTo>
                        <a:pt x="11061" y="3967"/>
                        <a:pt x="11053" y="4016"/>
                        <a:pt x="11053" y="4058"/>
                      </a:cubicBezTo>
                      <a:cubicBezTo>
                        <a:pt x="11053" y="4087"/>
                        <a:pt x="11028" y="4101"/>
                        <a:pt x="11003" y="4101"/>
                      </a:cubicBezTo>
                      <a:cubicBezTo>
                        <a:pt x="10978" y="4101"/>
                        <a:pt x="10954" y="4087"/>
                        <a:pt x="10954" y="4058"/>
                      </a:cubicBezTo>
                      <a:lnTo>
                        <a:pt x="10954" y="4050"/>
                      </a:lnTo>
                      <a:cubicBezTo>
                        <a:pt x="10920" y="4041"/>
                        <a:pt x="10896" y="4008"/>
                        <a:pt x="10904" y="3983"/>
                      </a:cubicBezTo>
                      <a:cubicBezTo>
                        <a:pt x="10904" y="3917"/>
                        <a:pt x="10920" y="3859"/>
                        <a:pt x="10937" y="3793"/>
                      </a:cubicBezTo>
                      <a:lnTo>
                        <a:pt x="10929" y="3793"/>
                      </a:lnTo>
                      <a:cubicBezTo>
                        <a:pt x="10920" y="3784"/>
                        <a:pt x="10912" y="3776"/>
                        <a:pt x="10904" y="3776"/>
                      </a:cubicBezTo>
                      <a:lnTo>
                        <a:pt x="10896" y="3776"/>
                      </a:lnTo>
                      <a:cubicBezTo>
                        <a:pt x="10892" y="3783"/>
                        <a:pt x="10886" y="3785"/>
                        <a:pt x="10878" y="3785"/>
                      </a:cubicBezTo>
                      <a:cubicBezTo>
                        <a:pt x="10866" y="3785"/>
                        <a:pt x="10851" y="3778"/>
                        <a:pt x="10846" y="3768"/>
                      </a:cubicBezTo>
                      <a:cubicBezTo>
                        <a:pt x="10846" y="3768"/>
                        <a:pt x="10838" y="3760"/>
                        <a:pt x="10838" y="3760"/>
                      </a:cubicBezTo>
                      <a:lnTo>
                        <a:pt x="10838" y="3768"/>
                      </a:lnTo>
                      <a:cubicBezTo>
                        <a:pt x="10838" y="3776"/>
                        <a:pt x="10829" y="3784"/>
                        <a:pt x="10829" y="3801"/>
                      </a:cubicBezTo>
                      <a:lnTo>
                        <a:pt x="10829" y="3809"/>
                      </a:lnTo>
                      <a:cubicBezTo>
                        <a:pt x="10829" y="3826"/>
                        <a:pt x="10838" y="3834"/>
                        <a:pt x="10838" y="3842"/>
                      </a:cubicBezTo>
                      <a:lnTo>
                        <a:pt x="10838" y="3859"/>
                      </a:lnTo>
                      <a:cubicBezTo>
                        <a:pt x="10846" y="3867"/>
                        <a:pt x="10846" y="3876"/>
                        <a:pt x="10846" y="3892"/>
                      </a:cubicBezTo>
                      <a:cubicBezTo>
                        <a:pt x="10854" y="3900"/>
                        <a:pt x="10854" y="3900"/>
                        <a:pt x="10854" y="3909"/>
                      </a:cubicBezTo>
                      <a:cubicBezTo>
                        <a:pt x="10871" y="3942"/>
                        <a:pt x="10887" y="3975"/>
                        <a:pt x="10896" y="4000"/>
                      </a:cubicBezTo>
                      <a:cubicBezTo>
                        <a:pt x="10912" y="4033"/>
                        <a:pt x="10896" y="4066"/>
                        <a:pt x="10871" y="4083"/>
                      </a:cubicBezTo>
                      <a:cubicBezTo>
                        <a:pt x="10862" y="4089"/>
                        <a:pt x="10851" y="4091"/>
                        <a:pt x="10840" y="4091"/>
                      </a:cubicBezTo>
                      <a:cubicBezTo>
                        <a:pt x="10820" y="4091"/>
                        <a:pt x="10799" y="4082"/>
                        <a:pt x="10788" y="4066"/>
                      </a:cubicBezTo>
                      <a:cubicBezTo>
                        <a:pt x="10764" y="4026"/>
                        <a:pt x="10740" y="3986"/>
                        <a:pt x="10708" y="3945"/>
                      </a:cubicBezTo>
                      <a:lnTo>
                        <a:pt x="10708" y="3945"/>
                      </a:lnTo>
                      <a:cubicBezTo>
                        <a:pt x="10713" y="3954"/>
                        <a:pt x="10714" y="3968"/>
                        <a:pt x="10722" y="3975"/>
                      </a:cubicBezTo>
                      <a:cubicBezTo>
                        <a:pt x="10727" y="4010"/>
                        <a:pt x="10692" y="4033"/>
                        <a:pt x="10661" y="4033"/>
                      </a:cubicBezTo>
                      <a:cubicBezTo>
                        <a:pt x="10640" y="4033"/>
                        <a:pt x="10620" y="4023"/>
                        <a:pt x="10614" y="4000"/>
                      </a:cubicBezTo>
                      <a:cubicBezTo>
                        <a:pt x="10597" y="3942"/>
                        <a:pt x="10564" y="3884"/>
                        <a:pt x="10539" y="3826"/>
                      </a:cubicBezTo>
                      <a:cubicBezTo>
                        <a:pt x="10539" y="3834"/>
                        <a:pt x="10539" y="3842"/>
                        <a:pt x="10539" y="3851"/>
                      </a:cubicBezTo>
                      <a:cubicBezTo>
                        <a:pt x="10556" y="3917"/>
                        <a:pt x="10572" y="3983"/>
                        <a:pt x="10589" y="4041"/>
                      </a:cubicBezTo>
                      <a:cubicBezTo>
                        <a:pt x="10599" y="4082"/>
                        <a:pt x="10562" y="4111"/>
                        <a:pt x="10528" y="4111"/>
                      </a:cubicBezTo>
                      <a:cubicBezTo>
                        <a:pt x="10507" y="4111"/>
                        <a:pt x="10488" y="4100"/>
                        <a:pt x="10481" y="4074"/>
                      </a:cubicBezTo>
                      <a:cubicBezTo>
                        <a:pt x="10473" y="4058"/>
                        <a:pt x="10465" y="4033"/>
                        <a:pt x="10465" y="4016"/>
                      </a:cubicBezTo>
                      <a:cubicBezTo>
                        <a:pt x="10459" y="4018"/>
                        <a:pt x="10453" y="4019"/>
                        <a:pt x="10446" y="4019"/>
                      </a:cubicBezTo>
                      <a:cubicBezTo>
                        <a:pt x="10426" y="4019"/>
                        <a:pt x="10407" y="4009"/>
                        <a:pt x="10407" y="3983"/>
                      </a:cubicBezTo>
                      <a:cubicBezTo>
                        <a:pt x="10400" y="3951"/>
                        <a:pt x="10389" y="3914"/>
                        <a:pt x="10380" y="3879"/>
                      </a:cubicBezTo>
                      <a:lnTo>
                        <a:pt x="10380" y="3879"/>
                      </a:lnTo>
                      <a:cubicBezTo>
                        <a:pt x="10393" y="3938"/>
                        <a:pt x="10400" y="4002"/>
                        <a:pt x="10407" y="4066"/>
                      </a:cubicBezTo>
                      <a:cubicBezTo>
                        <a:pt x="10411" y="4111"/>
                        <a:pt x="10382" y="4134"/>
                        <a:pt x="10351" y="4134"/>
                      </a:cubicBezTo>
                      <a:cubicBezTo>
                        <a:pt x="10325" y="4134"/>
                        <a:pt x="10298" y="4117"/>
                        <a:pt x="10291" y="4083"/>
                      </a:cubicBezTo>
                      <a:cubicBezTo>
                        <a:pt x="10274" y="4008"/>
                        <a:pt x="10258" y="3934"/>
                        <a:pt x="10241" y="3859"/>
                      </a:cubicBezTo>
                      <a:cubicBezTo>
                        <a:pt x="10234" y="3861"/>
                        <a:pt x="10228" y="3862"/>
                        <a:pt x="10221" y="3862"/>
                      </a:cubicBezTo>
                      <a:cubicBezTo>
                        <a:pt x="10206" y="3862"/>
                        <a:pt x="10191" y="3857"/>
                        <a:pt x="10180" y="3847"/>
                      </a:cubicBezTo>
                      <a:lnTo>
                        <a:pt x="10180" y="3847"/>
                      </a:lnTo>
                      <a:cubicBezTo>
                        <a:pt x="10195" y="3884"/>
                        <a:pt x="10209" y="3921"/>
                        <a:pt x="10216" y="3958"/>
                      </a:cubicBezTo>
                      <a:cubicBezTo>
                        <a:pt x="10224" y="4000"/>
                        <a:pt x="10191" y="4033"/>
                        <a:pt x="10158" y="4033"/>
                      </a:cubicBezTo>
                      <a:cubicBezTo>
                        <a:pt x="10153" y="4035"/>
                        <a:pt x="10148" y="4036"/>
                        <a:pt x="10144" y="4036"/>
                      </a:cubicBezTo>
                      <a:cubicBezTo>
                        <a:pt x="10132" y="4036"/>
                        <a:pt x="10120" y="4031"/>
                        <a:pt x="10108" y="4025"/>
                      </a:cubicBezTo>
                      <a:cubicBezTo>
                        <a:pt x="10092" y="4016"/>
                        <a:pt x="10092" y="4000"/>
                        <a:pt x="10084" y="3983"/>
                      </a:cubicBezTo>
                      <a:cubicBezTo>
                        <a:pt x="10084" y="3983"/>
                        <a:pt x="10084" y="3975"/>
                        <a:pt x="10084" y="3975"/>
                      </a:cubicBezTo>
                      <a:lnTo>
                        <a:pt x="10075" y="3958"/>
                      </a:lnTo>
                      <a:cubicBezTo>
                        <a:pt x="10075" y="3942"/>
                        <a:pt x="10067" y="3934"/>
                        <a:pt x="10059" y="3925"/>
                      </a:cubicBezTo>
                      <a:cubicBezTo>
                        <a:pt x="10059" y="3909"/>
                        <a:pt x="10050" y="3900"/>
                        <a:pt x="10042" y="3892"/>
                      </a:cubicBezTo>
                      <a:lnTo>
                        <a:pt x="10042" y="3876"/>
                      </a:lnTo>
                      <a:lnTo>
                        <a:pt x="10034" y="3867"/>
                      </a:lnTo>
                      <a:cubicBezTo>
                        <a:pt x="10026" y="3859"/>
                        <a:pt x="10026" y="3851"/>
                        <a:pt x="10017" y="3842"/>
                      </a:cubicBezTo>
                      <a:cubicBezTo>
                        <a:pt x="10017" y="3842"/>
                        <a:pt x="10017" y="3851"/>
                        <a:pt x="10017" y="3851"/>
                      </a:cubicBezTo>
                      <a:cubicBezTo>
                        <a:pt x="10001" y="3925"/>
                        <a:pt x="9976" y="4000"/>
                        <a:pt x="9943" y="4066"/>
                      </a:cubicBezTo>
                      <a:cubicBezTo>
                        <a:pt x="9934" y="4091"/>
                        <a:pt x="9926" y="4116"/>
                        <a:pt x="9918" y="4149"/>
                      </a:cubicBezTo>
                      <a:cubicBezTo>
                        <a:pt x="9914" y="4171"/>
                        <a:pt x="9899" y="4180"/>
                        <a:pt x="9881" y="4180"/>
                      </a:cubicBezTo>
                      <a:cubicBezTo>
                        <a:pt x="9860" y="4180"/>
                        <a:pt x="9836" y="4167"/>
                        <a:pt x="9827" y="4149"/>
                      </a:cubicBezTo>
                      <a:cubicBezTo>
                        <a:pt x="9810" y="4157"/>
                        <a:pt x="9802" y="4166"/>
                        <a:pt x="9785" y="4166"/>
                      </a:cubicBezTo>
                      <a:lnTo>
                        <a:pt x="9777" y="4166"/>
                      </a:lnTo>
                      <a:lnTo>
                        <a:pt x="9777" y="4182"/>
                      </a:lnTo>
                      <a:cubicBezTo>
                        <a:pt x="9777" y="4190"/>
                        <a:pt x="9785" y="4207"/>
                        <a:pt x="9777" y="4224"/>
                      </a:cubicBezTo>
                      <a:cubicBezTo>
                        <a:pt x="9769" y="4248"/>
                        <a:pt x="9760" y="4265"/>
                        <a:pt x="9736" y="4290"/>
                      </a:cubicBezTo>
                      <a:cubicBezTo>
                        <a:pt x="9736" y="4298"/>
                        <a:pt x="9727" y="4306"/>
                        <a:pt x="9719" y="4323"/>
                      </a:cubicBezTo>
                      <a:cubicBezTo>
                        <a:pt x="9714" y="4339"/>
                        <a:pt x="9702" y="4345"/>
                        <a:pt x="9690" y="4345"/>
                      </a:cubicBezTo>
                      <a:cubicBezTo>
                        <a:pt x="9683" y="4345"/>
                        <a:pt x="9675" y="4343"/>
                        <a:pt x="9669" y="4340"/>
                      </a:cubicBezTo>
                      <a:cubicBezTo>
                        <a:pt x="9653" y="4340"/>
                        <a:pt x="9644" y="4348"/>
                        <a:pt x="9636" y="4348"/>
                      </a:cubicBezTo>
                      <a:cubicBezTo>
                        <a:pt x="9578" y="4389"/>
                        <a:pt x="9520" y="4422"/>
                        <a:pt x="9454" y="4456"/>
                      </a:cubicBezTo>
                      <a:cubicBezTo>
                        <a:pt x="9338" y="4522"/>
                        <a:pt x="9214" y="4596"/>
                        <a:pt x="9098" y="4671"/>
                      </a:cubicBezTo>
                      <a:cubicBezTo>
                        <a:pt x="8998" y="4729"/>
                        <a:pt x="8899" y="4795"/>
                        <a:pt x="8808" y="4862"/>
                      </a:cubicBezTo>
                      <a:cubicBezTo>
                        <a:pt x="8783" y="4886"/>
                        <a:pt x="8766" y="4903"/>
                        <a:pt x="8741" y="4928"/>
                      </a:cubicBezTo>
                      <a:cubicBezTo>
                        <a:pt x="8675" y="4994"/>
                        <a:pt x="8609" y="5060"/>
                        <a:pt x="8542" y="5135"/>
                      </a:cubicBezTo>
                      <a:cubicBezTo>
                        <a:pt x="8418" y="5284"/>
                        <a:pt x="8302" y="5433"/>
                        <a:pt x="8203" y="5599"/>
                      </a:cubicBezTo>
                      <a:cubicBezTo>
                        <a:pt x="8054" y="5831"/>
                        <a:pt x="7929" y="6088"/>
                        <a:pt x="7847" y="6353"/>
                      </a:cubicBezTo>
                      <a:cubicBezTo>
                        <a:pt x="7896" y="6295"/>
                        <a:pt x="7946" y="6237"/>
                        <a:pt x="8012" y="6187"/>
                      </a:cubicBezTo>
                      <a:cubicBezTo>
                        <a:pt x="8021" y="6178"/>
                        <a:pt x="8032" y="6174"/>
                        <a:pt x="8042" y="6174"/>
                      </a:cubicBezTo>
                      <a:cubicBezTo>
                        <a:pt x="8078" y="6174"/>
                        <a:pt x="8113" y="6221"/>
                        <a:pt x="8087" y="6254"/>
                      </a:cubicBezTo>
                      <a:cubicBezTo>
                        <a:pt x="7996" y="6353"/>
                        <a:pt x="7921" y="6469"/>
                        <a:pt x="7863" y="6593"/>
                      </a:cubicBezTo>
                      <a:cubicBezTo>
                        <a:pt x="7921" y="6626"/>
                        <a:pt x="7987" y="6668"/>
                        <a:pt x="8045" y="6709"/>
                      </a:cubicBezTo>
                      <a:lnTo>
                        <a:pt x="8054" y="6718"/>
                      </a:lnTo>
                      <a:cubicBezTo>
                        <a:pt x="8054" y="6701"/>
                        <a:pt x="8062" y="6684"/>
                        <a:pt x="8078" y="6676"/>
                      </a:cubicBezTo>
                      <a:cubicBezTo>
                        <a:pt x="8087" y="6660"/>
                        <a:pt x="8103" y="6651"/>
                        <a:pt x="8128" y="6643"/>
                      </a:cubicBezTo>
                      <a:cubicBezTo>
                        <a:pt x="8145" y="6639"/>
                        <a:pt x="8161" y="6637"/>
                        <a:pt x="8178" y="6637"/>
                      </a:cubicBezTo>
                      <a:cubicBezTo>
                        <a:pt x="8194" y="6637"/>
                        <a:pt x="8211" y="6639"/>
                        <a:pt x="8228" y="6643"/>
                      </a:cubicBezTo>
                      <a:cubicBezTo>
                        <a:pt x="8302" y="6660"/>
                        <a:pt x="8352" y="6701"/>
                        <a:pt x="8402" y="6751"/>
                      </a:cubicBezTo>
                      <a:cubicBezTo>
                        <a:pt x="8443" y="6784"/>
                        <a:pt x="8468" y="6817"/>
                        <a:pt x="8501" y="6850"/>
                      </a:cubicBezTo>
                      <a:cubicBezTo>
                        <a:pt x="8493" y="6817"/>
                        <a:pt x="8493" y="6784"/>
                        <a:pt x="8484" y="6751"/>
                      </a:cubicBezTo>
                      <a:cubicBezTo>
                        <a:pt x="8484" y="6726"/>
                        <a:pt x="8501" y="6701"/>
                        <a:pt x="8534" y="6693"/>
                      </a:cubicBezTo>
                      <a:cubicBezTo>
                        <a:pt x="8559" y="6693"/>
                        <a:pt x="8592" y="6709"/>
                        <a:pt x="8592" y="6742"/>
                      </a:cubicBezTo>
                      <a:cubicBezTo>
                        <a:pt x="8600" y="6800"/>
                        <a:pt x="8617" y="6867"/>
                        <a:pt x="8625" y="6925"/>
                      </a:cubicBezTo>
                      <a:cubicBezTo>
                        <a:pt x="8625" y="6950"/>
                        <a:pt x="8634" y="6983"/>
                        <a:pt x="8642" y="7016"/>
                      </a:cubicBezTo>
                      <a:cubicBezTo>
                        <a:pt x="8642" y="7049"/>
                        <a:pt x="8642" y="7090"/>
                        <a:pt x="8617" y="7115"/>
                      </a:cubicBezTo>
                      <a:cubicBezTo>
                        <a:pt x="8612" y="7129"/>
                        <a:pt x="8603" y="7135"/>
                        <a:pt x="8592" y="7135"/>
                      </a:cubicBezTo>
                      <a:cubicBezTo>
                        <a:pt x="8584" y="7135"/>
                        <a:pt x="8575" y="7131"/>
                        <a:pt x="8567" y="7124"/>
                      </a:cubicBezTo>
                      <a:lnTo>
                        <a:pt x="8567" y="7132"/>
                      </a:lnTo>
                      <a:cubicBezTo>
                        <a:pt x="8555" y="7157"/>
                        <a:pt x="8526" y="7169"/>
                        <a:pt x="8498" y="7169"/>
                      </a:cubicBezTo>
                      <a:cubicBezTo>
                        <a:pt x="8470" y="7169"/>
                        <a:pt x="8443" y="7157"/>
                        <a:pt x="8435" y="7132"/>
                      </a:cubicBezTo>
                      <a:cubicBezTo>
                        <a:pt x="8426" y="7107"/>
                        <a:pt x="8418" y="7082"/>
                        <a:pt x="8410" y="7066"/>
                      </a:cubicBezTo>
                      <a:cubicBezTo>
                        <a:pt x="8402" y="7049"/>
                        <a:pt x="8402" y="7041"/>
                        <a:pt x="8393" y="7032"/>
                      </a:cubicBezTo>
                      <a:lnTo>
                        <a:pt x="8385" y="7016"/>
                      </a:lnTo>
                      <a:lnTo>
                        <a:pt x="8385" y="7008"/>
                      </a:lnTo>
                      <a:cubicBezTo>
                        <a:pt x="8352" y="6966"/>
                        <a:pt x="8327" y="6925"/>
                        <a:pt x="8294" y="6892"/>
                      </a:cubicBezTo>
                      <a:lnTo>
                        <a:pt x="8269" y="6867"/>
                      </a:lnTo>
                      <a:lnTo>
                        <a:pt x="8261" y="6858"/>
                      </a:lnTo>
                      <a:lnTo>
                        <a:pt x="8252" y="6850"/>
                      </a:lnTo>
                      <a:cubicBezTo>
                        <a:pt x="8236" y="6834"/>
                        <a:pt x="8219" y="6817"/>
                        <a:pt x="8194" y="6809"/>
                      </a:cubicBezTo>
                      <a:lnTo>
                        <a:pt x="8186" y="6800"/>
                      </a:lnTo>
                      <a:lnTo>
                        <a:pt x="8178" y="6800"/>
                      </a:lnTo>
                      <a:lnTo>
                        <a:pt x="8161" y="6792"/>
                      </a:lnTo>
                      <a:lnTo>
                        <a:pt x="8136" y="6792"/>
                      </a:lnTo>
                      <a:cubicBezTo>
                        <a:pt x="8153" y="6800"/>
                        <a:pt x="8170" y="6817"/>
                        <a:pt x="8186" y="6834"/>
                      </a:cubicBezTo>
                      <a:cubicBezTo>
                        <a:pt x="8236" y="6883"/>
                        <a:pt x="8286" y="6933"/>
                        <a:pt x="8294" y="6999"/>
                      </a:cubicBezTo>
                      <a:cubicBezTo>
                        <a:pt x="8301" y="7043"/>
                        <a:pt x="8264" y="7067"/>
                        <a:pt x="8233" y="7067"/>
                      </a:cubicBezTo>
                      <a:cubicBezTo>
                        <a:pt x="8228" y="7067"/>
                        <a:pt x="8224" y="7067"/>
                        <a:pt x="8219" y="7066"/>
                      </a:cubicBezTo>
                      <a:cubicBezTo>
                        <a:pt x="8186" y="7057"/>
                        <a:pt x="8153" y="7032"/>
                        <a:pt x="8136" y="7016"/>
                      </a:cubicBezTo>
                      <a:cubicBezTo>
                        <a:pt x="8120" y="6999"/>
                        <a:pt x="8103" y="6991"/>
                        <a:pt x="8095" y="6974"/>
                      </a:cubicBezTo>
                      <a:lnTo>
                        <a:pt x="8070" y="6950"/>
                      </a:lnTo>
                      <a:cubicBezTo>
                        <a:pt x="8029" y="6916"/>
                        <a:pt x="7987" y="6875"/>
                        <a:pt x="7946" y="6842"/>
                      </a:cubicBezTo>
                      <a:cubicBezTo>
                        <a:pt x="7896" y="6800"/>
                        <a:pt x="7855" y="6767"/>
                        <a:pt x="7805" y="6734"/>
                      </a:cubicBezTo>
                      <a:cubicBezTo>
                        <a:pt x="7797" y="6751"/>
                        <a:pt x="7797" y="6767"/>
                        <a:pt x="7789" y="6784"/>
                      </a:cubicBezTo>
                      <a:cubicBezTo>
                        <a:pt x="7797" y="6784"/>
                        <a:pt x="7813" y="6792"/>
                        <a:pt x="7822" y="6792"/>
                      </a:cubicBezTo>
                      <a:cubicBezTo>
                        <a:pt x="7905" y="6834"/>
                        <a:pt x="7962" y="6900"/>
                        <a:pt x="7996" y="6983"/>
                      </a:cubicBezTo>
                      <a:cubicBezTo>
                        <a:pt x="8008" y="7001"/>
                        <a:pt x="7994" y="7014"/>
                        <a:pt x="7979" y="7014"/>
                      </a:cubicBezTo>
                      <a:cubicBezTo>
                        <a:pt x="7973" y="7014"/>
                        <a:pt x="7967" y="7012"/>
                        <a:pt x="7962" y="7008"/>
                      </a:cubicBezTo>
                      <a:cubicBezTo>
                        <a:pt x="7929" y="6991"/>
                        <a:pt x="7905" y="6966"/>
                        <a:pt x="7871" y="6950"/>
                      </a:cubicBezTo>
                      <a:cubicBezTo>
                        <a:pt x="7847" y="6925"/>
                        <a:pt x="7813" y="6908"/>
                        <a:pt x="7789" y="6892"/>
                      </a:cubicBezTo>
                      <a:cubicBezTo>
                        <a:pt x="7780" y="6892"/>
                        <a:pt x="7772" y="6883"/>
                        <a:pt x="7764" y="6883"/>
                      </a:cubicBezTo>
                      <a:cubicBezTo>
                        <a:pt x="7755" y="6908"/>
                        <a:pt x="7747" y="6941"/>
                        <a:pt x="7747" y="6966"/>
                      </a:cubicBezTo>
                      <a:cubicBezTo>
                        <a:pt x="7731" y="7099"/>
                        <a:pt x="7731" y="7231"/>
                        <a:pt x="7731" y="7364"/>
                      </a:cubicBezTo>
                      <a:lnTo>
                        <a:pt x="7739" y="7356"/>
                      </a:lnTo>
                      <a:cubicBezTo>
                        <a:pt x="7745" y="7339"/>
                        <a:pt x="7758" y="7332"/>
                        <a:pt x="7771" y="7332"/>
                      </a:cubicBezTo>
                      <a:cubicBezTo>
                        <a:pt x="7792" y="7332"/>
                        <a:pt x="7813" y="7350"/>
                        <a:pt x="7813" y="7380"/>
                      </a:cubicBezTo>
                      <a:cubicBezTo>
                        <a:pt x="7797" y="7604"/>
                        <a:pt x="7813" y="7836"/>
                        <a:pt x="7822" y="8068"/>
                      </a:cubicBezTo>
                      <a:cubicBezTo>
                        <a:pt x="7830" y="8184"/>
                        <a:pt x="7830" y="8292"/>
                        <a:pt x="7822" y="8408"/>
                      </a:cubicBezTo>
                      <a:cubicBezTo>
                        <a:pt x="7822" y="8424"/>
                        <a:pt x="7822" y="8441"/>
                        <a:pt x="7813" y="8458"/>
                      </a:cubicBezTo>
                      <a:cubicBezTo>
                        <a:pt x="7838" y="8441"/>
                        <a:pt x="7855" y="8416"/>
                        <a:pt x="7880" y="8400"/>
                      </a:cubicBezTo>
                      <a:cubicBezTo>
                        <a:pt x="7888" y="8393"/>
                        <a:pt x="7897" y="8390"/>
                        <a:pt x="7906" y="8390"/>
                      </a:cubicBezTo>
                      <a:cubicBezTo>
                        <a:pt x="7941" y="8390"/>
                        <a:pt x="7972" y="8435"/>
                        <a:pt x="7946" y="8474"/>
                      </a:cubicBezTo>
                      <a:cubicBezTo>
                        <a:pt x="7896" y="8540"/>
                        <a:pt x="7838" y="8607"/>
                        <a:pt x="7780" y="8665"/>
                      </a:cubicBezTo>
                      <a:cubicBezTo>
                        <a:pt x="7772" y="8698"/>
                        <a:pt x="7755" y="8723"/>
                        <a:pt x="7739" y="8739"/>
                      </a:cubicBezTo>
                      <a:cubicBezTo>
                        <a:pt x="7731" y="8764"/>
                        <a:pt x="7706" y="8772"/>
                        <a:pt x="7681" y="8772"/>
                      </a:cubicBezTo>
                      <a:cubicBezTo>
                        <a:pt x="7482" y="8988"/>
                        <a:pt x="7267" y="9187"/>
                        <a:pt x="7068" y="9410"/>
                      </a:cubicBezTo>
                      <a:cubicBezTo>
                        <a:pt x="6935" y="9543"/>
                        <a:pt x="6811" y="9684"/>
                        <a:pt x="6703" y="9833"/>
                      </a:cubicBezTo>
                      <a:cubicBezTo>
                        <a:pt x="6637" y="9916"/>
                        <a:pt x="6587" y="9999"/>
                        <a:pt x="6537" y="10090"/>
                      </a:cubicBezTo>
                      <a:cubicBezTo>
                        <a:pt x="6504" y="10139"/>
                        <a:pt x="6471" y="10197"/>
                        <a:pt x="6446" y="10247"/>
                      </a:cubicBezTo>
                      <a:cubicBezTo>
                        <a:pt x="6670" y="10164"/>
                        <a:pt x="6910" y="10115"/>
                        <a:pt x="7159" y="10106"/>
                      </a:cubicBezTo>
                      <a:cubicBezTo>
                        <a:pt x="7210" y="10103"/>
                        <a:pt x="7263" y="10101"/>
                        <a:pt x="7317" y="10101"/>
                      </a:cubicBezTo>
                      <a:cubicBezTo>
                        <a:pt x="7393" y="10101"/>
                        <a:pt x="7471" y="10105"/>
                        <a:pt x="7548" y="10115"/>
                      </a:cubicBezTo>
                      <a:cubicBezTo>
                        <a:pt x="7581" y="10115"/>
                        <a:pt x="7623" y="10123"/>
                        <a:pt x="7656" y="10139"/>
                      </a:cubicBezTo>
                      <a:cubicBezTo>
                        <a:pt x="7747" y="10098"/>
                        <a:pt x="7838" y="10057"/>
                        <a:pt x="7938" y="10023"/>
                      </a:cubicBezTo>
                      <a:cubicBezTo>
                        <a:pt x="7947" y="10020"/>
                        <a:pt x="7957" y="10018"/>
                        <a:pt x="7967" y="10018"/>
                      </a:cubicBezTo>
                      <a:cubicBezTo>
                        <a:pt x="8026" y="10018"/>
                        <a:pt x="8082" y="10076"/>
                        <a:pt x="8054" y="10139"/>
                      </a:cubicBezTo>
                      <a:cubicBezTo>
                        <a:pt x="7971" y="10338"/>
                        <a:pt x="7863" y="10537"/>
                        <a:pt x="7747" y="10719"/>
                      </a:cubicBezTo>
                      <a:cubicBezTo>
                        <a:pt x="7697" y="10811"/>
                        <a:pt x="7631" y="10902"/>
                        <a:pt x="7565" y="10985"/>
                      </a:cubicBezTo>
                      <a:lnTo>
                        <a:pt x="7557" y="10993"/>
                      </a:lnTo>
                      <a:cubicBezTo>
                        <a:pt x="7515" y="11067"/>
                        <a:pt x="7465" y="11125"/>
                        <a:pt x="7407" y="11175"/>
                      </a:cubicBezTo>
                      <a:cubicBezTo>
                        <a:pt x="7391" y="11192"/>
                        <a:pt x="7383" y="11217"/>
                        <a:pt x="7383" y="11241"/>
                      </a:cubicBezTo>
                      <a:cubicBezTo>
                        <a:pt x="7383" y="11266"/>
                        <a:pt x="7374" y="11283"/>
                        <a:pt x="7366" y="11299"/>
                      </a:cubicBezTo>
                      <a:cubicBezTo>
                        <a:pt x="7374" y="11316"/>
                        <a:pt x="7374" y="11324"/>
                        <a:pt x="7383" y="11341"/>
                      </a:cubicBezTo>
                      <a:cubicBezTo>
                        <a:pt x="7474" y="11407"/>
                        <a:pt x="7515" y="11523"/>
                        <a:pt x="7499" y="11631"/>
                      </a:cubicBezTo>
                      <a:cubicBezTo>
                        <a:pt x="7540" y="11689"/>
                        <a:pt x="7631" y="11697"/>
                        <a:pt x="7697" y="11705"/>
                      </a:cubicBezTo>
                      <a:cubicBezTo>
                        <a:pt x="7799" y="11721"/>
                        <a:pt x="7901" y="11731"/>
                        <a:pt x="8000" y="11731"/>
                      </a:cubicBezTo>
                      <a:cubicBezTo>
                        <a:pt x="8055" y="11731"/>
                        <a:pt x="8109" y="11728"/>
                        <a:pt x="8161" y="11722"/>
                      </a:cubicBezTo>
                      <a:cubicBezTo>
                        <a:pt x="8443" y="11697"/>
                        <a:pt x="8725" y="11639"/>
                        <a:pt x="8990" y="11573"/>
                      </a:cubicBezTo>
                      <a:cubicBezTo>
                        <a:pt x="9131" y="11531"/>
                        <a:pt x="9238" y="11449"/>
                        <a:pt x="9379" y="11407"/>
                      </a:cubicBezTo>
                      <a:cubicBezTo>
                        <a:pt x="9417" y="11388"/>
                        <a:pt x="9459" y="11379"/>
                        <a:pt x="9498" y="11379"/>
                      </a:cubicBezTo>
                      <a:cubicBezTo>
                        <a:pt x="9511" y="11379"/>
                        <a:pt x="9524" y="11380"/>
                        <a:pt x="9537" y="11382"/>
                      </a:cubicBezTo>
                      <a:cubicBezTo>
                        <a:pt x="9564" y="11389"/>
                        <a:pt x="9590" y="11401"/>
                        <a:pt x="9617" y="11401"/>
                      </a:cubicBezTo>
                      <a:cubicBezTo>
                        <a:pt x="9624" y="11401"/>
                        <a:pt x="9630" y="11400"/>
                        <a:pt x="9636" y="11399"/>
                      </a:cubicBezTo>
                      <a:cubicBezTo>
                        <a:pt x="9678" y="11399"/>
                        <a:pt x="9678" y="11382"/>
                        <a:pt x="9711" y="11349"/>
                      </a:cubicBezTo>
                      <a:cubicBezTo>
                        <a:pt x="9779" y="11284"/>
                        <a:pt x="9858" y="11262"/>
                        <a:pt x="9940" y="11262"/>
                      </a:cubicBezTo>
                      <a:cubicBezTo>
                        <a:pt x="10086" y="11262"/>
                        <a:pt x="10244" y="11330"/>
                        <a:pt x="10382" y="11341"/>
                      </a:cubicBezTo>
                      <a:cubicBezTo>
                        <a:pt x="10401" y="11342"/>
                        <a:pt x="10421" y="11343"/>
                        <a:pt x="10440" y="11343"/>
                      </a:cubicBezTo>
                      <a:cubicBezTo>
                        <a:pt x="10650" y="11343"/>
                        <a:pt x="10842" y="11261"/>
                        <a:pt x="10987" y="11109"/>
                      </a:cubicBezTo>
                      <a:cubicBezTo>
                        <a:pt x="10995" y="11101"/>
                        <a:pt x="11003" y="11092"/>
                        <a:pt x="11020" y="11092"/>
                      </a:cubicBezTo>
                      <a:lnTo>
                        <a:pt x="11028" y="11076"/>
                      </a:lnTo>
                      <a:cubicBezTo>
                        <a:pt x="11045" y="11051"/>
                        <a:pt x="11070" y="11018"/>
                        <a:pt x="11094" y="10993"/>
                      </a:cubicBezTo>
                      <a:cubicBezTo>
                        <a:pt x="11111" y="10976"/>
                        <a:pt x="11128" y="10960"/>
                        <a:pt x="11144" y="10951"/>
                      </a:cubicBezTo>
                      <a:cubicBezTo>
                        <a:pt x="11161" y="10927"/>
                        <a:pt x="11177" y="10918"/>
                        <a:pt x="11202" y="10910"/>
                      </a:cubicBezTo>
                      <a:cubicBezTo>
                        <a:pt x="11128" y="10877"/>
                        <a:pt x="11053" y="10852"/>
                        <a:pt x="10978" y="10835"/>
                      </a:cubicBezTo>
                      <a:cubicBezTo>
                        <a:pt x="10954" y="10827"/>
                        <a:pt x="10929" y="10802"/>
                        <a:pt x="10937" y="10769"/>
                      </a:cubicBezTo>
                      <a:cubicBezTo>
                        <a:pt x="10937" y="10748"/>
                        <a:pt x="10962" y="10726"/>
                        <a:pt x="10985" y="10726"/>
                      </a:cubicBezTo>
                      <a:cubicBezTo>
                        <a:pt x="10988" y="10726"/>
                        <a:pt x="10992" y="10727"/>
                        <a:pt x="10995" y="10728"/>
                      </a:cubicBezTo>
                      <a:cubicBezTo>
                        <a:pt x="11094" y="10728"/>
                        <a:pt x="11186" y="10744"/>
                        <a:pt x="11285" y="10777"/>
                      </a:cubicBezTo>
                      <a:cubicBezTo>
                        <a:pt x="11368" y="10811"/>
                        <a:pt x="11442" y="10869"/>
                        <a:pt x="11484" y="10951"/>
                      </a:cubicBezTo>
                      <a:cubicBezTo>
                        <a:pt x="11509" y="11001"/>
                        <a:pt x="11517" y="11067"/>
                        <a:pt x="11476" y="11109"/>
                      </a:cubicBezTo>
                      <a:cubicBezTo>
                        <a:pt x="11460" y="11121"/>
                        <a:pt x="11444" y="11126"/>
                        <a:pt x="11428" y="11126"/>
                      </a:cubicBezTo>
                      <a:cubicBezTo>
                        <a:pt x="11401" y="11126"/>
                        <a:pt x="11375" y="11110"/>
                        <a:pt x="11360" y="11084"/>
                      </a:cubicBezTo>
                      <a:cubicBezTo>
                        <a:pt x="11351" y="11067"/>
                        <a:pt x="11351" y="11059"/>
                        <a:pt x="11343" y="11043"/>
                      </a:cubicBezTo>
                      <a:lnTo>
                        <a:pt x="11343" y="11034"/>
                      </a:lnTo>
                      <a:lnTo>
                        <a:pt x="11343" y="11026"/>
                      </a:lnTo>
                      <a:cubicBezTo>
                        <a:pt x="11335" y="11018"/>
                        <a:pt x="11335" y="11009"/>
                        <a:pt x="11326" y="11001"/>
                      </a:cubicBezTo>
                      <a:lnTo>
                        <a:pt x="11318" y="10993"/>
                      </a:lnTo>
                      <a:lnTo>
                        <a:pt x="11302" y="10976"/>
                      </a:lnTo>
                      <a:lnTo>
                        <a:pt x="11302" y="10976"/>
                      </a:lnTo>
                      <a:cubicBezTo>
                        <a:pt x="11302" y="10985"/>
                        <a:pt x="11310" y="10993"/>
                        <a:pt x="11302" y="11001"/>
                      </a:cubicBezTo>
                      <a:cubicBezTo>
                        <a:pt x="11302" y="11026"/>
                        <a:pt x="11285" y="11043"/>
                        <a:pt x="11268" y="11067"/>
                      </a:cubicBezTo>
                      <a:cubicBezTo>
                        <a:pt x="11260" y="11067"/>
                        <a:pt x="11252" y="11076"/>
                        <a:pt x="11252" y="11084"/>
                      </a:cubicBezTo>
                      <a:cubicBezTo>
                        <a:pt x="11235" y="11092"/>
                        <a:pt x="11227" y="11109"/>
                        <a:pt x="11210" y="11117"/>
                      </a:cubicBezTo>
                      <a:cubicBezTo>
                        <a:pt x="11186" y="11142"/>
                        <a:pt x="11161" y="11159"/>
                        <a:pt x="11136" y="11183"/>
                      </a:cubicBezTo>
                      <a:cubicBezTo>
                        <a:pt x="11128" y="11200"/>
                        <a:pt x="11119" y="11208"/>
                        <a:pt x="11103" y="11217"/>
                      </a:cubicBezTo>
                      <a:lnTo>
                        <a:pt x="11094" y="11233"/>
                      </a:lnTo>
                      <a:cubicBezTo>
                        <a:pt x="11086" y="11241"/>
                        <a:pt x="11078" y="11250"/>
                        <a:pt x="11070" y="11258"/>
                      </a:cubicBezTo>
                      <a:lnTo>
                        <a:pt x="11061" y="11266"/>
                      </a:lnTo>
                      <a:lnTo>
                        <a:pt x="11053" y="11275"/>
                      </a:lnTo>
                      <a:lnTo>
                        <a:pt x="11045" y="11275"/>
                      </a:lnTo>
                      <a:lnTo>
                        <a:pt x="11028" y="11291"/>
                      </a:lnTo>
                      <a:cubicBezTo>
                        <a:pt x="10890" y="11443"/>
                        <a:pt x="10683" y="11520"/>
                        <a:pt x="10472" y="11520"/>
                      </a:cubicBezTo>
                      <a:cubicBezTo>
                        <a:pt x="10442" y="11520"/>
                        <a:pt x="10412" y="11518"/>
                        <a:pt x="10382" y="11515"/>
                      </a:cubicBezTo>
                      <a:cubicBezTo>
                        <a:pt x="10249" y="11507"/>
                        <a:pt x="10125" y="11449"/>
                        <a:pt x="9992" y="11415"/>
                      </a:cubicBezTo>
                      <a:cubicBezTo>
                        <a:pt x="9961" y="11410"/>
                        <a:pt x="9932" y="11406"/>
                        <a:pt x="9905" y="11406"/>
                      </a:cubicBezTo>
                      <a:cubicBezTo>
                        <a:pt x="9855" y="11406"/>
                        <a:pt x="9812" y="11419"/>
                        <a:pt x="9769" y="11457"/>
                      </a:cubicBezTo>
                      <a:cubicBezTo>
                        <a:pt x="9732" y="11486"/>
                        <a:pt x="9701" y="11516"/>
                        <a:pt x="9654" y="11516"/>
                      </a:cubicBezTo>
                      <a:cubicBezTo>
                        <a:pt x="9648" y="11516"/>
                        <a:pt x="9642" y="11516"/>
                        <a:pt x="9636" y="11515"/>
                      </a:cubicBezTo>
                      <a:cubicBezTo>
                        <a:pt x="9603" y="11515"/>
                        <a:pt x="9570" y="11498"/>
                        <a:pt x="9537" y="11490"/>
                      </a:cubicBezTo>
                      <a:cubicBezTo>
                        <a:pt x="9521" y="11484"/>
                        <a:pt x="9504" y="11481"/>
                        <a:pt x="9487" y="11481"/>
                      </a:cubicBezTo>
                      <a:cubicBezTo>
                        <a:pt x="9459" y="11481"/>
                        <a:pt x="9430" y="11488"/>
                        <a:pt x="9404" y="11498"/>
                      </a:cubicBezTo>
                      <a:cubicBezTo>
                        <a:pt x="9338" y="11515"/>
                        <a:pt x="9280" y="11556"/>
                        <a:pt x="9214" y="11598"/>
                      </a:cubicBezTo>
                      <a:cubicBezTo>
                        <a:pt x="9081" y="11672"/>
                        <a:pt x="8940" y="11714"/>
                        <a:pt x="8791" y="11755"/>
                      </a:cubicBezTo>
                      <a:cubicBezTo>
                        <a:pt x="8504" y="11833"/>
                        <a:pt x="8217" y="11888"/>
                        <a:pt x="7923" y="11888"/>
                      </a:cubicBezTo>
                      <a:cubicBezTo>
                        <a:pt x="7903" y="11888"/>
                        <a:pt x="7883" y="11888"/>
                        <a:pt x="7863" y="11888"/>
                      </a:cubicBezTo>
                      <a:cubicBezTo>
                        <a:pt x="7739" y="11879"/>
                        <a:pt x="7565" y="11863"/>
                        <a:pt x="7457" y="11788"/>
                      </a:cubicBezTo>
                      <a:cubicBezTo>
                        <a:pt x="7449" y="11788"/>
                        <a:pt x="7441" y="11780"/>
                        <a:pt x="7432" y="11772"/>
                      </a:cubicBezTo>
                      <a:lnTo>
                        <a:pt x="7432" y="11780"/>
                      </a:lnTo>
                      <a:cubicBezTo>
                        <a:pt x="7532" y="12029"/>
                        <a:pt x="7822" y="12136"/>
                        <a:pt x="8078" y="12169"/>
                      </a:cubicBezTo>
                      <a:cubicBezTo>
                        <a:pt x="8240" y="12186"/>
                        <a:pt x="8402" y="12194"/>
                        <a:pt x="8562" y="12194"/>
                      </a:cubicBezTo>
                      <a:cubicBezTo>
                        <a:pt x="8723" y="12194"/>
                        <a:pt x="8882" y="12186"/>
                        <a:pt x="9040" y="12169"/>
                      </a:cubicBezTo>
                      <a:cubicBezTo>
                        <a:pt x="9363" y="12145"/>
                        <a:pt x="9678" y="12078"/>
                        <a:pt x="9992" y="12004"/>
                      </a:cubicBezTo>
                      <a:cubicBezTo>
                        <a:pt x="10274" y="11929"/>
                        <a:pt x="10564" y="11813"/>
                        <a:pt x="10862" y="11813"/>
                      </a:cubicBezTo>
                      <a:cubicBezTo>
                        <a:pt x="10887" y="11797"/>
                        <a:pt x="10920" y="11788"/>
                        <a:pt x="10954" y="11780"/>
                      </a:cubicBezTo>
                      <a:cubicBezTo>
                        <a:pt x="10995" y="11770"/>
                        <a:pt x="11032" y="11763"/>
                        <a:pt x="11071" y="11763"/>
                      </a:cubicBezTo>
                      <a:cubicBezTo>
                        <a:pt x="11095" y="11763"/>
                        <a:pt x="11119" y="11765"/>
                        <a:pt x="11144" y="11772"/>
                      </a:cubicBezTo>
                      <a:cubicBezTo>
                        <a:pt x="11210" y="11780"/>
                        <a:pt x="11277" y="11805"/>
                        <a:pt x="11335" y="11830"/>
                      </a:cubicBezTo>
                      <a:cubicBezTo>
                        <a:pt x="11384" y="11846"/>
                        <a:pt x="11451" y="11879"/>
                        <a:pt x="11467" y="11937"/>
                      </a:cubicBezTo>
                      <a:cubicBezTo>
                        <a:pt x="11467" y="11954"/>
                        <a:pt x="11451" y="11971"/>
                        <a:pt x="11434" y="11971"/>
                      </a:cubicBezTo>
                      <a:cubicBezTo>
                        <a:pt x="11409" y="11971"/>
                        <a:pt x="11384" y="11962"/>
                        <a:pt x="11360" y="11954"/>
                      </a:cubicBezTo>
                      <a:cubicBezTo>
                        <a:pt x="11335" y="11946"/>
                        <a:pt x="11310" y="11937"/>
                        <a:pt x="11285" y="11929"/>
                      </a:cubicBezTo>
                      <a:cubicBezTo>
                        <a:pt x="11235" y="11913"/>
                        <a:pt x="11186" y="11888"/>
                        <a:pt x="11128" y="11879"/>
                      </a:cubicBezTo>
                      <a:cubicBezTo>
                        <a:pt x="11107" y="11872"/>
                        <a:pt x="11086" y="11870"/>
                        <a:pt x="11064" y="11870"/>
                      </a:cubicBezTo>
                      <a:cubicBezTo>
                        <a:pt x="11034" y="11870"/>
                        <a:pt x="11004" y="11875"/>
                        <a:pt x="10970" y="11879"/>
                      </a:cubicBezTo>
                      <a:cubicBezTo>
                        <a:pt x="10970" y="11888"/>
                        <a:pt x="10962" y="11888"/>
                        <a:pt x="10954" y="11896"/>
                      </a:cubicBezTo>
                      <a:cubicBezTo>
                        <a:pt x="10813" y="11937"/>
                        <a:pt x="10655" y="11971"/>
                        <a:pt x="10506" y="12004"/>
                      </a:cubicBezTo>
                      <a:cubicBezTo>
                        <a:pt x="10349" y="12045"/>
                        <a:pt x="10191" y="12095"/>
                        <a:pt x="10034" y="12145"/>
                      </a:cubicBezTo>
                      <a:cubicBezTo>
                        <a:pt x="9992" y="12153"/>
                        <a:pt x="9951" y="12169"/>
                        <a:pt x="9901" y="12178"/>
                      </a:cubicBezTo>
                      <a:cubicBezTo>
                        <a:pt x="9694" y="12236"/>
                        <a:pt x="9479" y="12277"/>
                        <a:pt x="9255" y="12310"/>
                      </a:cubicBezTo>
                      <a:cubicBezTo>
                        <a:pt x="9052" y="12336"/>
                        <a:pt x="8845" y="12346"/>
                        <a:pt x="8640" y="12346"/>
                      </a:cubicBezTo>
                      <a:cubicBezTo>
                        <a:pt x="8577" y="12346"/>
                        <a:pt x="8514" y="12345"/>
                        <a:pt x="8451" y="12343"/>
                      </a:cubicBezTo>
                      <a:lnTo>
                        <a:pt x="8451" y="12343"/>
                      </a:lnTo>
                      <a:cubicBezTo>
                        <a:pt x="8468" y="12352"/>
                        <a:pt x="8476" y="12352"/>
                        <a:pt x="8484" y="12368"/>
                      </a:cubicBezTo>
                      <a:cubicBezTo>
                        <a:pt x="8534" y="12459"/>
                        <a:pt x="8534" y="12584"/>
                        <a:pt x="8526" y="12691"/>
                      </a:cubicBezTo>
                      <a:cubicBezTo>
                        <a:pt x="8526" y="12708"/>
                        <a:pt x="8526" y="12725"/>
                        <a:pt x="8518" y="12741"/>
                      </a:cubicBezTo>
                      <a:cubicBezTo>
                        <a:pt x="8518" y="12783"/>
                        <a:pt x="8509" y="12816"/>
                        <a:pt x="8493" y="12849"/>
                      </a:cubicBezTo>
                      <a:cubicBezTo>
                        <a:pt x="8476" y="12899"/>
                        <a:pt x="8451" y="12957"/>
                        <a:pt x="8410" y="12981"/>
                      </a:cubicBezTo>
                      <a:cubicBezTo>
                        <a:pt x="8401" y="12987"/>
                        <a:pt x="8392" y="12990"/>
                        <a:pt x="8384" y="12990"/>
                      </a:cubicBezTo>
                      <a:cubicBezTo>
                        <a:pt x="8370" y="12990"/>
                        <a:pt x="8357" y="12981"/>
                        <a:pt x="8352" y="12965"/>
                      </a:cubicBezTo>
                      <a:cubicBezTo>
                        <a:pt x="8352" y="12932"/>
                        <a:pt x="8360" y="12907"/>
                        <a:pt x="8368" y="12874"/>
                      </a:cubicBezTo>
                      <a:cubicBezTo>
                        <a:pt x="8368" y="12857"/>
                        <a:pt x="8377" y="12832"/>
                        <a:pt x="8377" y="12816"/>
                      </a:cubicBezTo>
                      <a:cubicBezTo>
                        <a:pt x="8393" y="12766"/>
                        <a:pt x="8402" y="12725"/>
                        <a:pt x="8410" y="12675"/>
                      </a:cubicBezTo>
                      <a:cubicBezTo>
                        <a:pt x="8410" y="12625"/>
                        <a:pt x="8418" y="12575"/>
                        <a:pt x="8410" y="12534"/>
                      </a:cubicBezTo>
                      <a:cubicBezTo>
                        <a:pt x="8410" y="12476"/>
                        <a:pt x="8410" y="12426"/>
                        <a:pt x="8410" y="12377"/>
                      </a:cubicBezTo>
                      <a:cubicBezTo>
                        <a:pt x="8410" y="12360"/>
                        <a:pt x="8418" y="12343"/>
                        <a:pt x="8435" y="12343"/>
                      </a:cubicBezTo>
                      <a:lnTo>
                        <a:pt x="8310" y="12343"/>
                      </a:lnTo>
                      <a:cubicBezTo>
                        <a:pt x="8377" y="12468"/>
                        <a:pt x="8335" y="12633"/>
                        <a:pt x="8294" y="12774"/>
                      </a:cubicBezTo>
                      <a:cubicBezTo>
                        <a:pt x="8261" y="12865"/>
                        <a:pt x="8228" y="12948"/>
                        <a:pt x="8178" y="13031"/>
                      </a:cubicBezTo>
                      <a:cubicBezTo>
                        <a:pt x="8178" y="13039"/>
                        <a:pt x="8170" y="13048"/>
                        <a:pt x="8161" y="13056"/>
                      </a:cubicBezTo>
                      <a:cubicBezTo>
                        <a:pt x="8128" y="13131"/>
                        <a:pt x="8078" y="13205"/>
                        <a:pt x="8012" y="13255"/>
                      </a:cubicBezTo>
                      <a:cubicBezTo>
                        <a:pt x="8008" y="13259"/>
                        <a:pt x="8004" y="13261"/>
                        <a:pt x="8000" y="13261"/>
                      </a:cubicBezTo>
                      <a:cubicBezTo>
                        <a:pt x="7996" y="13261"/>
                        <a:pt x="7991" y="13259"/>
                        <a:pt x="7987" y="13255"/>
                      </a:cubicBezTo>
                      <a:lnTo>
                        <a:pt x="7979" y="13255"/>
                      </a:lnTo>
                      <a:lnTo>
                        <a:pt x="7971" y="13271"/>
                      </a:lnTo>
                      <a:cubicBezTo>
                        <a:pt x="7962" y="13296"/>
                        <a:pt x="7954" y="13321"/>
                        <a:pt x="7946" y="13346"/>
                      </a:cubicBezTo>
                      <a:cubicBezTo>
                        <a:pt x="7929" y="13387"/>
                        <a:pt x="7921" y="13437"/>
                        <a:pt x="7905" y="13479"/>
                      </a:cubicBezTo>
                      <a:cubicBezTo>
                        <a:pt x="7921" y="13487"/>
                        <a:pt x="7938" y="13503"/>
                        <a:pt x="7938" y="13528"/>
                      </a:cubicBezTo>
                      <a:cubicBezTo>
                        <a:pt x="7954" y="13487"/>
                        <a:pt x="7971" y="13445"/>
                        <a:pt x="7987" y="13404"/>
                      </a:cubicBezTo>
                      <a:cubicBezTo>
                        <a:pt x="7993" y="13380"/>
                        <a:pt x="8009" y="13370"/>
                        <a:pt x="8026" y="13370"/>
                      </a:cubicBezTo>
                      <a:cubicBezTo>
                        <a:pt x="8056" y="13370"/>
                        <a:pt x="8089" y="13400"/>
                        <a:pt x="8078" y="13437"/>
                      </a:cubicBezTo>
                      <a:cubicBezTo>
                        <a:pt x="8037" y="13561"/>
                        <a:pt x="8012" y="13694"/>
                        <a:pt x="7987" y="13818"/>
                      </a:cubicBezTo>
                      <a:cubicBezTo>
                        <a:pt x="7987" y="13843"/>
                        <a:pt x="7987" y="13868"/>
                        <a:pt x="7987" y="13893"/>
                      </a:cubicBezTo>
                      <a:cubicBezTo>
                        <a:pt x="7979" y="13934"/>
                        <a:pt x="7979" y="13967"/>
                        <a:pt x="7971" y="14009"/>
                      </a:cubicBezTo>
                      <a:cubicBezTo>
                        <a:pt x="7971" y="14067"/>
                        <a:pt x="7971" y="14141"/>
                        <a:pt x="7954" y="14199"/>
                      </a:cubicBezTo>
                      <a:cubicBezTo>
                        <a:pt x="7950" y="14219"/>
                        <a:pt x="7935" y="14227"/>
                        <a:pt x="7920" y="14227"/>
                      </a:cubicBezTo>
                      <a:cubicBezTo>
                        <a:pt x="7902" y="14227"/>
                        <a:pt x="7884" y="14217"/>
                        <a:pt x="7880" y="14199"/>
                      </a:cubicBezTo>
                      <a:cubicBezTo>
                        <a:pt x="7855" y="14141"/>
                        <a:pt x="7855" y="14067"/>
                        <a:pt x="7855" y="14000"/>
                      </a:cubicBezTo>
                      <a:cubicBezTo>
                        <a:pt x="7855" y="13959"/>
                        <a:pt x="7863" y="13918"/>
                        <a:pt x="7863" y="13884"/>
                      </a:cubicBezTo>
                      <a:cubicBezTo>
                        <a:pt x="7871" y="13851"/>
                        <a:pt x="7871" y="13826"/>
                        <a:pt x="7880" y="13793"/>
                      </a:cubicBezTo>
                      <a:cubicBezTo>
                        <a:pt x="7888" y="13735"/>
                        <a:pt x="7896" y="13686"/>
                        <a:pt x="7913" y="13628"/>
                      </a:cubicBezTo>
                      <a:lnTo>
                        <a:pt x="7913" y="13628"/>
                      </a:lnTo>
                      <a:cubicBezTo>
                        <a:pt x="7888" y="13686"/>
                        <a:pt x="7863" y="13735"/>
                        <a:pt x="7838" y="13793"/>
                      </a:cubicBezTo>
                      <a:cubicBezTo>
                        <a:pt x="7830" y="13818"/>
                        <a:pt x="7822" y="13851"/>
                        <a:pt x="7813" y="13884"/>
                      </a:cubicBezTo>
                      <a:cubicBezTo>
                        <a:pt x="7805" y="13942"/>
                        <a:pt x="7789" y="14000"/>
                        <a:pt x="7755" y="14042"/>
                      </a:cubicBezTo>
                      <a:cubicBezTo>
                        <a:pt x="7752" y="14049"/>
                        <a:pt x="7743" y="14053"/>
                        <a:pt x="7734" y="14053"/>
                      </a:cubicBezTo>
                      <a:cubicBezTo>
                        <a:pt x="7722" y="14053"/>
                        <a:pt x="7710" y="14047"/>
                        <a:pt x="7706" y="14034"/>
                      </a:cubicBezTo>
                      <a:cubicBezTo>
                        <a:pt x="7697" y="14025"/>
                        <a:pt x="7697" y="14017"/>
                        <a:pt x="7697" y="14009"/>
                      </a:cubicBezTo>
                      <a:cubicBezTo>
                        <a:pt x="7615" y="14125"/>
                        <a:pt x="7532" y="14232"/>
                        <a:pt x="7474" y="14357"/>
                      </a:cubicBezTo>
                      <a:cubicBezTo>
                        <a:pt x="7399" y="14506"/>
                        <a:pt x="7358" y="14655"/>
                        <a:pt x="7308" y="14812"/>
                      </a:cubicBezTo>
                      <a:cubicBezTo>
                        <a:pt x="7316" y="14829"/>
                        <a:pt x="7316" y="14846"/>
                        <a:pt x="7308" y="14862"/>
                      </a:cubicBezTo>
                      <a:cubicBezTo>
                        <a:pt x="7300" y="14879"/>
                        <a:pt x="7283" y="14895"/>
                        <a:pt x="7275" y="14912"/>
                      </a:cubicBezTo>
                      <a:cubicBezTo>
                        <a:pt x="7250" y="14995"/>
                        <a:pt x="7225" y="15086"/>
                        <a:pt x="7192" y="15169"/>
                      </a:cubicBezTo>
                      <a:cubicBezTo>
                        <a:pt x="7167" y="15252"/>
                        <a:pt x="7142" y="15343"/>
                        <a:pt x="7084" y="15409"/>
                      </a:cubicBezTo>
                      <a:cubicBezTo>
                        <a:pt x="7072" y="15421"/>
                        <a:pt x="7056" y="15429"/>
                        <a:pt x="7041" y="15429"/>
                      </a:cubicBezTo>
                      <a:cubicBezTo>
                        <a:pt x="7038" y="15429"/>
                        <a:pt x="7034" y="15428"/>
                        <a:pt x="7031" y="15428"/>
                      </a:cubicBezTo>
                      <a:lnTo>
                        <a:pt x="7031" y="15428"/>
                      </a:lnTo>
                      <a:cubicBezTo>
                        <a:pt x="7053" y="15437"/>
                        <a:pt x="7067" y="15461"/>
                        <a:pt x="7051" y="15492"/>
                      </a:cubicBezTo>
                      <a:cubicBezTo>
                        <a:pt x="7001" y="15624"/>
                        <a:pt x="6943" y="15740"/>
                        <a:pt x="6877" y="15865"/>
                      </a:cubicBezTo>
                      <a:cubicBezTo>
                        <a:pt x="6844" y="15956"/>
                        <a:pt x="6819" y="16039"/>
                        <a:pt x="6769" y="16122"/>
                      </a:cubicBezTo>
                      <a:cubicBezTo>
                        <a:pt x="6764" y="16132"/>
                        <a:pt x="6753" y="16139"/>
                        <a:pt x="6741" y="16139"/>
                      </a:cubicBezTo>
                      <a:cubicBezTo>
                        <a:pt x="6734" y="16139"/>
                        <a:pt x="6726" y="16136"/>
                        <a:pt x="6720" y="16130"/>
                      </a:cubicBezTo>
                      <a:cubicBezTo>
                        <a:pt x="6711" y="16138"/>
                        <a:pt x="6711" y="16138"/>
                        <a:pt x="6711" y="16138"/>
                      </a:cubicBezTo>
                      <a:cubicBezTo>
                        <a:pt x="6587" y="16345"/>
                        <a:pt x="6463" y="16552"/>
                        <a:pt x="6355" y="16768"/>
                      </a:cubicBezTo>
                      <a:cubicBezTo>
                        <a:pt x="6289" y="16917"/>
                        <a:pt x="6231" y="17066"/>
                        <a:pt x="6189" y="17224"/>
                      </a:cubicBezTo>
                      <a:cubicBezTo>
                        <a:pt x="6214" y="17224"/>
                        <a:pt x="6247" y="17240"/>
                        <a:pt x="6247" y="17282"/>
                      </a:cubicBezTo>
                      <a:cubicBezTo>
                        <a:pt x="6256" y="17480"/>
                        <a:pt x="6189" y="17663"/>
                        <a:pt x="6073" y="17828"/>
                      </a:cubicBezTo>
                      <a:cubicBezTo>
                        <a:pt x="6065" y="17886"/>
                        <a:pt x="6065" y="17944"/>
                        <a:pt x="6057" y="18002"/>
                      </a:cubicBezTo>
                      <a:cubicBezTo>
                        <a:pt x="6049" y="18052"/>
                        <a:pt x="6049" y="18118"/>
                        <a:pt x="6007" y="18160"/>
                      </a:cubicBezTo>
                      <a:cubicBezTo>
                        <a:pt x="5995" y="18172"/>
                        <a:pt x="5982" y="18178"/>
                        <a:pt x="5970" y="18178"/>
                      </a:cubicBezTo>
                      <a:cubicBezTo>
                        <a:pt x="5957" y="18178"/>
                        <a:pt x="5945" y="18172"/>
                        <a:pt x="5933" y="18160"/>
                      </a:cubicBezTo>
                      <a:cubicBezTo>
                        <a:pt x="5899" y="18135"/>
                        <a:pt x="5891" y="18094"/>
                        <a:pt x="5891" y="18052"/>
                      </a:cubicBezTo>
                      <a:cubicBezTo>
                        <a:pt x="5808" y="18143"/>
                        <a:pt x="5717" y="18226"/>
                        <a:pt x="5651" y="18326"/>
                      </a:cubicBezTo>
                      <a:cubicBezTo>
                        <a:pt x="5527" y="18491"/>
                        <a:pt x="5444" y="18682"/>
                        <a:pt x="5369" y="18881"/>
                      </a:cubicBezTo>
                      <a:cubicBezTo>
                        <a:pt x="5336" y="18972"/>
                        <a:pt x="5311" y="19071"/>
                        <a:pt x="5278" y="19171"/>
                      </a:cubicBezTo>
                      <a:cubicBezTo>
                        <a:pt x="5245" y="19270"/>
                        <a:pt x="5228" y="19378"/>
                        <a:pt x="5170" y="19452"/>
                      </a:cubicBezTo>
                      <a:cubicBezTo>
                        <a:pt x="5158" y="19467"/>
                        <a:pt x="5143" y="19474"/>
                        <a:pt x="5128" y="19474"/>
                      </a:cubicBezTo>
                      <a:cubicBezTo>
                        <a:pt x="5101" y="19474"/>
                        <a:pt x="5073" y="19454"/>
                        <a:pt x="5063" y="19427"/>
                      </a:cubicBezTo>
                      <a:cubicBezTo>
                        <a:pt x="5063" y="19411"/>
                        <a:pt x="5054" y="19394"/>
                        <a:pt x="5054" y="19378"/>
                      </a:cubicBezTo>
                      <a:cubicBezTo>
                        <a:pt x="4889" y="19593"/>
                        <a:pt x="4723" y="19809"/>
                        <a:pt x="4549" y="20024"/>
                      </a:cubicBezTo>
                      <a:cubicBezTo>
                        <a:pt x="4342" y="20281"/>
                        <a:pt x="4135" y="20538"/>
                        <a:pt x="3936" y="20803"/>
                      </a:cubicBezTo>
                      <a:cubicBezTo>
                        <a:pt x="3737" y="21051"/>
                        <a:pt x="3555" y="21300"/>
                        <a:pt x="3422" y="21590"/>
                      </a:cubicBezTo>
                      <a:cubicBezTo>
                        <a:pt x="3289" y="21872"/>
                        <a:pt x="3198" y="22178"/>
                        <a:pt x="3099" y="22477"/>
                      </a:cubicBezTo>
                      <a:cubicBezTo>
                        <a:pt x="3082" y="22518"/>
                        <a:pt x="3066" y="22551"/>
                        <a:pt x="3057" y="22593"/>
                      </a:cubicBezTo>
                      <a:cubicBezTo>
                        <a:pt x="3140" y="22485"/>
                        <a:pt x="3223" y="22377"/>
                        <a:pt x="3314" y="22278"/>
                      </a:cubicBezTo>
                      <a:cubicBezTo>
                        <a:pt x="3323" y="22267"/>
                        <a:pt x="3335" y="22262"/>
                        <a:pt x="3346" y="22262"/>
                      </a:cubicBezTo>
                      <a:cubicBezTo>
                        <a:pt x="3379" y="22262"/>
                        <a:pt x="3413" y="22299"/>
                        <a:pt x="3389" y="22336"/>
                      </a:cubicBezTo>
                      <a:cubicBezTo>
                        <a:pt x="3231" y="22576"/>
                        <a:pt x="3082" y="22825"/>
                        <a:pt x="2941" y="23073"/>
                      </a:cubicBezTo>
                      <a:cubicBezTo>
                        <a:pt x="2693" y="23512"/>
                        <a:pt x="2478" y="23960"/>
                        <a:pt x="2270" y="24424"/>
                      </a:cubicBezTo>
                      <a:cubicBezTo>
                        <a:pt x="2221" y="24531"/>
                        <a:pt x="2163" y="24647"/>
                        <a:pt x="2113" y="24755"/>
                      </a:cubicBezTo>
                      <a:lnTo>
                        <a:pt x="2295" y="24473"/>
                      </a:lnTo>
                      <a:cubicBezTo>
                        <a:pt x="2303" y="24459"/>
                        <a:pt x="2314" y="24453"/>
                        <a:pt x="2327" y="24453"/>
                      </a:cubicBezTo>
                      <a:cubicBezTo>
                        <a:pt x="2356" y="24453"/>
                        <a:pt x="2387" y="24486"/>
                        <a:pt x="2370" y="24515"/>
                      </a:cubicBezTo>
                      <a:cubicBezTo>
                        <a:pt x="2221" y="24830"/>
                        <a:pt x="2080" y="25136"/>
                        <a:pt x="1922" y="25443"/>
                      </a:cubicBezTo>
                      <a:cubicBezTo>
                        <a:pt x="1666" y="25940"/>
                        <a:pt x="1384" y="26429"/>
                        <a:pt x="1152" y="26934"/>
                      </a:cubicBezTo>
                      <a:cubicBezTo>
                        <a:pt x="1086" y="27075"/>
                        <a:pt x="1028" y="27216"/>
                        <a:pt x="970" y="27357"/>
                      </a:cubicBezTo>
                      <a:cubicBezTo>
                        <a:pt x="980" y="27344"/>
                        <a:pt x="995" y="27338"/>
                        <a:pt x="1009" y="27338"/>
                      </a:cubicBezTo>
                      <a:cubicBezTo>
                        <a:pt x="1040" y="27338"/>
                        <a:pt x="1069" y="27364"/>
                        <a:pt x="1052" y="27398"/>
                      </a:cubicBezTo>
                      <a:cubicBezTo>
                        <a:pt x="953" y="27622"/>
                        <a:pt x="862" y="27837"/>
                        <a:pt x="762" y="28061"/>
                      </a:cubicBezTo>
                      <a:cubicBezTo>
                        <a:pt x="729" y="28177"/>
                        <a:pt x="704" y="28301"/>
                        <a:pt x="680" y="28426"/>
                      </a:cubicBezTo>
                      <a:cubicBezTo>
                        <a:pt x="671" y="28450"/>
                        <a:pt x="651" y="28463"/>
                        <a:pt x="631" y="28463"/>
                      </a:cubicBezTo>
                      <a:cubicBezTo>
                        <a:pt x="611" y="28463"/>
                        <a:pt x="593" y="28450"/>
                        <a:pt x="588" y="28426"/>
                      </a:cubicBezTo>
                      <a:cubicBezTo>
                        <a:pt x="481" y="28666"/>
                        <a:pt x="365" y="28906"/>
                        <a:pt x="282" y="29155"/>
                      </a:cubicBezTo>
                      <a:cubicBezTo>
                        <a:pt x="182" y="29436"/>
                        <a:pt x="124" y="29735"/>
                        <a:pt x="66" y="30025"/>
                      </a:cubicBezTo>
                      <a:cubicBezTo>
                        <a:pt x="100" y="29975"/>
                        <a:pt x="124" y="29917"/>
                        <a:pt x="158" y="29859"/>
                      </a:cubicBezTo>
                      <a:cubicBezTo>
                        <a:pt x="166" y="29844"/>
                        <a:pt x="181" y="29838"/>
                        <a:pt x="196" y="29838"/>
                      </a:cubicBezTo>
                      <a:cubicBezTo>
                        <a:pt x="224" y="29838"/>
                        <a:pt x="251" y="29860"/>
                        <a:pt x="240" y="29892"/>
                      </a:cubicBezTo>
                      <a:cubicBezTo>
                        <a:pt x="66" y="30315"/>
                        <a:pt x="0" y="30795"/>
                        <a:pt x="0" y="31251"/>
                      </a:cubicBezTo>
                      <a:cubicBezTo>
                        <a:pt x="0" y="31483"/>
                        <a:pt x="17" y="31715"/>
                        <a:pt x="42" y="31947"/>
                      </a:cubicBezTo>
                      <a:cubicBezTo>
                        <a:pt x="42" y="31972"/>
                        <a:pt x="50" y="31997"/>
                        <a:pt x="50" y="32021"/>
                      </a:cubicBezTo>
                      <a:cubicBezTo>
                        <a:pt x="75" y="31905"/>
                        <a:pt x="100" y="31781"/>
                        <a:pt x="124" y="31665"/>
                      </a:cubicBezTo>
                      <a:cubicBezTo>
                        <a:pt x="132" y="31632"/>
                        <a:pt x="157" y="31617"/>
                        <a:pt x="182" y="31617"/>
                      </a:cubicBezTo>
                      <a:cubicBezTo>
                        <a:pt x="214" y="31617"/>
                        <a:pt x="245" y="31640"/>
                        <a:pt x="240" y="31682"/>
                      </a:cubicBezTo>
                      <a:cubicBezTo>
                        <a:pt x="166" y="32220"/>
                        <a:pt x="133" y="32775"/>
                        <a:pt x="149" y="33322"/>
                      </a:cubicBezTo>
                      <a:cubicBezTo>
                        <a:pt x="149" y="33587"/>
                        <a:pt x="166" y="33861"/>
                        <a:pt x="191" y="34126"/>
                      </a:cubicBezTo>
                      <a:cubicBezTo>
                        <a:pt x="199" y="34159"/>
                        <a:pt x="199" y="34192"/>
                        <a:pt x="207" y="34234"/>
                      </a:cubicBezTo>
                      <a:cubicBezTo>
                        <a:pt x="224" y="34234"/>
                        <a:pt x="249" y="34258"/>
                        <a:pt x="249" y="34292"/>
                      </a:cubicBezTo>
                      <a:cubicBezTo>
                        <a:pt x="249" y="34424"/>
                        <a:pt x="274" y="34565"/>
                        <a:pt x="298" y="34689"/>
                      </a:cubicBezTo>
                      <a:cubicBezTo>
                        <a:pt x="323" y="34814"/>
                        <a:pt x="356" y="34938"/>
                        <a:pt x="398" y="35062"/>
                      </a:cubicBezTo>
                      <a:cubicBezTo>
                        <a:pt x="423" y="35120"/>
                        <a:pt x="448" y="35186"/>
                        <a:pt x="472" y="35244"/>
                      </a:cubicBezTo>
                      <a:cubicBezTo>
                        <a:pt x="482" y="35238"/>
                        <a:pt x="493" y="35235"/>
                        <a:pt x="504" y="35235"/>
                      </a:cubicBezTo>
                      <a:cubicBezTo>
                        <a:pt x="521" y="35235"/>
                        <a:pt x="540" y="35242"/>
                        <a:pt x="555" y="35253"/>
                      </a:cubicBezTo>
                      <a:cubicBezTo>
                        <a:pt x="613" y="35327"/>
                        <a:pt x="680" y="35394"/>
                        <a:pt x="738" y="35468"/>
                      </a:cubicBezTo>
                      <a:cubicBezTo>
                        <a:pt x="796" y="35534"/>
                        <a:pt x="854" y="35592"/>
                        <a:pt x="895" y="35667"/>
                      </a:cubicBezTo>
                      <a:cubicBezTo>
                        <a:pt x="912" y="35700"/>
                        <a:pt x="936" y="35758"/>
                        <a:pt x="887" y="35775"/>
                      </a:cubicBezTo>
                      <a:cubicBezTo>
                        <a:pt x="882" y="35777"/>
                        <a:pt x="877" y="35778"/>
                        <a:pt x="872" y="35778"/>
                      </a:cubicBezTo>
                      <a:cubicBezTo>
                        <a:pt x="860" y="35778"/>
                        <a:pt x="849" y="35772"/>
                        <a:pt x="837" y="35766"/>
                      </a:cubicBezTo>
                      <a:lnTo>
                        <a:pt x="837" y="35766"/>
                      </a:lnTo>
                      <a:cubicBezTo>
                        <a:pt x="870" y="35816"/>
                        <a:pt x="912" y="35858"/>
                        <a:pt x="961" y="35899"/>
                      </a:cubicBezTo>
                      <a:cubicBezTo>
                        <a:pt x="1119" y="36056"/>
                        <a:pt x="1301" y="36197"/>
                        <a:pt x="1500" y="36313"/>
                      </a:cubicBezTo>
                      <a:cubicBezTo>
                        <a:pt x="1707" y="36438"/>
                        <a:pt x="1931" y="36545"/>
                        <a:pt x="2154" y="36628"/>
                      </a:cubicBezTo>
                      <a:cubicBezTo>
                        <a:pt x="2179" y="36636"/>
                        <a:pt x="2196" y="36636"/>
                        <a:pt x="2212" y="36645"/>
                      </a:cubicBezTo>
                      <a:cubicBezTo>
                        <a:pt x="2179" y="36605"/>
                        <a:pt x="2209" y="36550"/>
                        <a:pt x="2252" y="36550"/>
                      </a:cubicBezTo>
                      <a:cubicBezTo>
                        <a:pt x="2263" y="36550"/>
                        <a:pt x="2275" y="36553"/>
                        <a:pt x="2287" y="36562"/>
                      </a:cubicBezTo>
                      <a:cubicBezTo>
                        <a:pt x="2519" y="36711"/>
                        <a:pt x="2767" y="36835"/>
                        <a:pt x="3033" y="36910"/>
                      </a:cubicBezTo>
                      <a:cubicBezTo>
                        <a:pt x="3266" y="36975"/>
                        <a:pt x="3518" y="37002"/>
                        <a:pt x="3761" y="37002"/>
                      </a:cubicBezTo>
                      <a:cubicBezTo>
                        <a:pt x="3795" y="37002"/>
                        <a:pt x="3828" y="37002"/>
                        <a:pt x="3861" y="37001"/>
                      </a:cubicBezTo>
                      <a:cubicBezTo>
                        <a:pt x="3919" y="37001"/>
                        <a:pt x="3936" y="37084"/>
                        <a:pt x="3869" y="37100"/>
                      </a:cubicBezTo>
                      <a:cubicBezTo>
                        <a:pt x="3754" y="37121"/>
                        <a:pt x="3638" y="37136"/>
                        <a:pt x="3522" y="37136"/>
                      </a:cubicBezTo>
                      <a:cubicBezTo>
                        <a:pt x="3497" y="37136"/>
                        <a:pt x="3472" y="37135"/>
                        <a:pt x="3447" y="37134"/>
                      </a:cubicBezTo>
                      <a:cubicBezTo>
                        <a:pt x="3430" y="37142"/>
                        <a:pt x="3414" y="37150"/>
                        <a:pt x="3397" y="37158"/>
                      </a:cubicBezTo>
                      <a:cubicBezTo>
                        <a:pt x="3372" y="37167"/>
                        <a:pt x="3347" y="37167"/>
                        <a:pt x="3356" y="37183"/>
                      </a:cubicBezTo>
                      <a:cubicBezTo>
                        <a:pt x="3364" y="37200"/>
                        <a:pt x="3414" y="37225"/>
                        <a:pt x="3439" y="37233"/>
                      </a:cubicBezTo>
                      <a:cubicBezTo>
                        <a:pt x="3472" y="37258"/>
                        <a:pt x="3513" y="37274"/>
                        <a:pt x="3546" y="37299"/>
                      </a:cubicBezTo>
                      <a:cubicBezTo>
                        <a:pt x="3687" y="37366"/>
                        <a:pt x="3828" y="37432"/>
                        <a:pt x="3969" y="37490"/>
                      </a:cubicBezTo>
                      <a:cubicBezTo>
                        <a:pt x="4110" y="37548"/>
                        <a:pt x="4259" y="37598"/>
                        <a:pt x="4416" y="37647"/>
                      </a:cubicBezTo>
                      <a:cubicBezTo>
                        <a:pt x="4474" y="37664"/>
                        <a:pt x="4541" y="37680"/>
                        <a:pt x="4599" y="37697"/>
                      </a:cubicBezTo>
                      <a:cubicBezTo>
                        <a:pt x="4611" y="37685"/>
                        <a:pt x="4623" y="37677"/>
                        <a:pt x="4638" y="37677"/>
                      </a:cubicBezTo>
                      <a:cubicBezTo>
                        <a:pt x="4644" y="37677"/>
                        <a:pt x="4650" y="37678"/>
                        <a:pt x="4657" y="37680"/>
                      </a:cubicBezTo>
                      <a:cubicBezTo>
                        <a:pt x="5187" y="37854"/>
                        <a:pt x="5734" y="37979"/>
                        <a:pt x="6289" y="38037"/>
                      </a:cubicBezTo>
                      <a:cubicBezTo>
                        <a:pt x="6297" y="38012"/>
                        <a:pt x="6322" y="37995"/>
                        <a:pt x="6355" y="37995"/>
                      </a:cubicBezTo>
                      <a:cubicBezTo>
                        <a:pt x="6595" y="38028"/>
                        <a:pt x="6836" y="38070"/>
                        <a:pt x="7076" y="38120"/>
                      </a:cubicBezTo>
                      <a:cubicBezTo>
                        <a:pt x="7101" y="38128"/>
                        <a:pt x="7126" y="38128"/>
                        <a:pt x="7151" y="38136"/>
                      </a:cubicBezTo>
                      <a:cubicBezTo>
                        <a:pt x="7465" y="38178"/>
                        <a:pt x="7780" y="38211"/>
                        <a:pt x="8095" y="38219"/>
                      </a:cubicBezTo>
                      <a:cubicBezTo>
                        <a:pt x="8159" y="38219"/>
                        <a:pt x="8223" y="38220"/>
                        <a:pt x="8287" y="38220"/>
                      </a:cubicBezTo>
                      <a:cubicBezTo>
                        <a:pt x="8416" y="38220"/>
                        <a:pt x="8545" y="38216"/>
                        <a:pt x="8667" y="38194"/>
                      </a:cubicBezTo>
                      <a:cubicBezTo>
                        <a:pt x="8741" y="38178"/>
                        <a:pt x="8808" y="38161"/>
                        <a:pt x="8874" y="38128"/>
                      </a:cubicBezTo>
                      <a:cubicBezTo>
                        <a:pt x="8882" y="38120"/>
                        <a:pt x="8882" y="38111"/>
                        <a:pt x="8882" y="38103"/>
                      </a:cubicBezTo>
                      <a:cubicBezTo>
                        <a:pt x="8890" y="38095"/>
                        <a:pt x="8899" y="38086"/>
                        <a:pt x="8907" y="38078"/>
                      </a:cubicBezTo>
                      <a:cubicBezTo>
                        <a:pt x="8882" y="38078"/>
                        <a:pt x="8866" y="38070"/>
                        <a:pt x="8857" y="38045"/>
                      </a:cubicBezTo>
                      <a:cubicBezTo>
                        <a:pt x="8849" y="38020"/>
                        <a:pt x="8866" y="37995"/>
                        <a:pt x="8882" y="37987"/>
                      </a:cubicBezTo>
                      <a:cubicBezTo>
                        <a:pt x="8924" y="37962"/>
                        <a:pt x="8965" y="37946"/>
                        <a:pt x="9006" y="37937"/>
                      </a:cubicBezTo>
                      <a:cubicBezTo>
                        <a:pt x="9023" y="37904"/>
                        <a:pt x="9048" y="37871"/>
                        <a:pt x="9064" y="37846"/>
                      </a:cubicBezTo>
                      <a:lnTo>
                        <a:pt x="9081" y="37805"/>
                      </a:lnTo>
                      <a:cubicBezTo>
                        <a:pt x="9081" y="37796"/>
                        <a:pt x="9089" y="37788"/>
                        <a:pt x="9089" y="37788"/>
                      </a:cubicBezTo>
                      <a:cubicBezTo>
                        <a:pt x="9098" y="37772"/>
                        <a:pt x="9098" y="37763"/>
                        <a:pt x="9106" y="37747"/>
                      </a:cubicBezTo>
                      <a:lnTo>
                        <a:pt x="9106" y="37730"/>
                      </a:lnTo>
                      <a:cubicBezTo>
                        <a:pt x="9106" y="37722"/>
                        <a:pt x="9114" y="37705"/>
                        <a:pt x="9114" y="37697"/>
                      </a:cubicBezTo>
                      <a:lnTo>
                        <a:pt x="9114" y="37689"/>
                      </a:lnTo>
                      <a:cubicBezTo>
                        <a:pt x="9106" y="37664"/>
                        <a:pt x="9114" y="37639"/>
                        <a:pt x="9122" y="37614"/>
                      </a:cubicBezTo>
                      <a:cubicBezTo>
                        <a:pt x="9098" y="37589"/>
                        <a:pt x="9081" y="37564"/>
                        <a:pt x="9064" y="37531"/>
                      </a:cubicBezTo>
                      <a:cubicBezTo>
                        <a:pt x="9056" y="37531"/>
                        <a:pt x="9056" y="37531"/>
                        <a:pt x="9048" y="37523"/>
                      </a:cubicBezTo>
                      <a:cubicBezTo>
                        <a:pt x="9023" y="37515"/>
                        <a:pt x="9006" y="37515"/>
                        <a:pt x="8982" y="37506"/>
                      </a:cubicBezTo>
                      <a:cubicBezTo>
                        <a:pt x="8940" y="37500"/>
                        <a:pt x="8898" y="37496"/>
                        <a:pt x="8856" y="37496"/>
                      </a:cubicBezTo>
                      <a:cubicBezTo>
                        <a:pt x="8790" y="37496"/>
                        <a:pt x="8724" y="37506"/>
                        <a:pt x="8658" y="37531"/>
                      </a:cubicBezTo>
                      <a:cubicBezTo>
                        <a:pt x="8654" y="37533"/>
                        <a:pt x="8649" y="37534"/>
                        <a:pt x="8644" y="37534"/>
                      </a:cubicBezTo>
                      <a:cubicBezTo>
                        <a:pt x="8600" y="37534"/>
                        <a:pt x="8564" y="37470"/>
                        <a:pt x="8609" y="37440"/>
                      </a:cubicBezTo>
                      <a:cubicBezTo>
                        <a:pt x="8675" y="37399"/>
                        <a:pt x="8741" y="37366"/>
                        <a:pt x="8816" y="37349"/>
                      </a:cubicBezTo>
                      <a:cubicBezTo>
                        <a:pt x="8844" y="37342"/>
                        <a:pt x="8873" y="37339"/>
                        <a:pt x="8904" y="37339"/>
                      </a:cubicBezTo>
                      <a:cubicBezTo>
                        <a:pt x="8945" y="37339"/>
                        <a:pt x="8988" y="37344"/>
                        <a:pt x="9031" y="37349"/>
                      </a:cubicBezTo>
                      <a:cubicBezTo>
                        <a:pt x="9031" y="37332"/>
                        <a:pt x="9031" y="37316"/>
                        <a:pt x="9031" y="37299"/>
                      </a:cubicBezTo>
                      <a:cubicBezTo>
                        <a:pt x="9027" y="37302"/>
                        <a:pt x="9022" y="37304"/>
                        <a:pt x="9016" y="37304"/>
                      </a:cubicBezTo>
                      <a:cubicBezTo>
                        <a:pt x="8992" y="37304"/>
                        <a:pt x="8964" y="37277"/>
                        <a:pt x="8957" y="37250"/>
                      </a:cubicBezTo>
                      <a:cubicBezTo>
                        <a:pt x="8948" y="37192"/>
                        <a:pt x="8940" y="37142"/>
                        <a:pt x="8899" y="37092"/>
                      </a:cubicBezTo>
                      <a:cubicBezTo>
                        <a:pt x="8849" y="37051"/>
                        <a:pt x="8791" y="37026"/>
                        <a:pt x="8733" y="37026"/>
                      </a:cubicBezTo>
                      <a:cubicBezTo>
                        <a:pt x="8714" y="37024"/>
                        <a:pt x="8694" y="37023"/>
                        <a:pt x="8675" y="37023"/>
                      </a:cubicBezTo>
                      <a:cubicBezTo>
                        <a:pt x="8535" y="37023"/>
                        <a:pt x="8391" y="37069"/>
                        <a:pt x="8252" y="37084"/>
                      </a:cubicBezTo>
                      <a:cubicBezTo>
                        <a:pt x="8178" y="37084"/>
                        <a:pt x="8095" y="37092"/>
                        <a:pt x="8020" y="37092"/>
                      </a:cubicBezTo>
                      <a:cubicBezTo>
                        <a:pt x="8037" y="37109"/>
                        <a:pt x="8037" y="37125"/>
                        <a:pt x="8037" y="37142"/>
                      </a:cubicBezTo>
                      <a:cubicBezTo>
                        <a:pt x="8037" y="37169"/>
                        <a:pt x="8015" y="37196"/>
                        <a:pt x="7980" y="37196"/>
                      </a:cubicBezTo>
                      <a:cubicBezTo>
                        <a:pt x="7972" y="37196"/>
                        <a:pt x="7963" y="37195"/>
                        <a:pt x="7954" y="37192"/>
                      </a:cubicBezTo>
                      <a:cubicBezTo>
                        <a:pt x="7838" y="37158"/>
                        <a:pt x="7722" y="37109"/>
                        <a:pt x="7606" y="37042"/>
                      </a:cubicBezTo>
                      <a:cubicBezTo>
                        <a:pt x="7507" y="37026"/>
                        <a:pt x="7407" y="36993"/>
                        <a:pt x="7325" y="36943"/>
                      </a:cubicBezTo>
                      <a:cubicBezTo>
                        <a:pt x="7291" y="36926"/>
                        <a:pt x="7291" y="36885"/>
                        <a:pt x="7308" y="36868"/>
                      </a:cubicBezTo>
                      <a:cubicBezTo>
                        <a:pt x="7258" y="36835"/>
                        <a:pt x="7209" y="36802"/>
                        <a:pt x="7159" y="36769"/>
                      </a:cubicBezTo>
                      <a:cubicBezTo>
                        <a:pt x="7084" y="36719"/>
                        <a:pt x="7001" y="36670"/>
                        <a:pt x="6952" y="36595"/>
                      </a:cubicBezTo>
                      <a:cubicBezTo>
                        <a:pt x="6902" y="36520"/>
                        <a:pt x="6910" y="36421"/>
                        <a:pt x="6910" y="36330"/>
                      </a:cubicBezTo>
                      <a:cubicBezTo>
                        <a:pt x="6919" y="36230"/>
                        <a:pt x="6927" y="36131"/>
                        <a:pt x="6935" y="36032"/>
                      </a:cubicBezTo>
                      <a:cubicBezTo>
                        <a:pt x="6919" y="36007"/>
                        <a:pt x="6910" y="35982"/>
                        <a:pt x="6902" y="35949"/>
                      </a:cubicBezTo>
                      <a:cubicBezTo>
                        <a:pt x="6861" y="35858"/>
                        <a:pt x="6827" y="35750"/>
                        <a:pt x="6819" y="35650"/>
                      </a:cubicBezTo>
                      <a:cubicBezTo>
                        <a:pt x="6811" y="35576"/>
                        <a:pt x="6819" y="35501"/>
                        <a:pt x="6844" y="35427"/>
                      </a:cubicBezTo>
                      <a:lnTo>
                        <a:pt x="6844" y="35427"/>
                      </a:lnTo>
                      <a:cubicBezTo>
                        <a:pt x="6761" y="35501"/>
                        <a:pt x="6670" y="35568"/>
                        <a:pt x="6579" y="35626"/>
                      </a:cubicBezTo>
                      <a:cubicBezTo>
                        <a:pt x="6571" y="35630"/>
                        <a:pt x="6563" y="35632"/>
                        <a:pt x="6554" y="35632"/>
                      </a:cubicBezTo>
                      <a:cubicBezTo>
                        <a:pt x="6516" y="35632"/>
                        <a:pt x="6479" y="35593"/>
                        <a:pt x="6513" y="35559"/>
                      </a:cubicBezTo>
                      <a:cubicBezTo>
                        <a:pt x="6687" y="35352"/>
                        <a:pt x="6894" y="35178"/>
                        <a:pt x="7084" y="34988"/>
                      </a:cubicBezTo>
                      <a:cubicBezTo>
                        <a:pt x="7275" y="34789"/>
                        <a:pt x="7457" y="34590"/>
                        <a:pt x="7639" y="34383"/>
                      </a:cubicBezTo>
                      <a:cubicBezTo>
                        <a:pt x="7648" y="34369"/>
                        <a:pt x="7663" y="34363"/>
                        <a:pt x="7676" y="34363"/>
                      </a:cubicBezTo>
                      <a:cubicBezTo>
                        <a:pt x="7687" y="34363"/>
                        <a:pt x="7698" y="34367"/>
                        <a:pt x="7706" y="34374"/>
                      </a:cubicBezTo>
                      <a:cubicBezTo>
                        <a:pt x="7731" y="34341"/>
                        <a:pt x="7747" y="34308"/>
                        <a:pt x="7772" y="34275"/>
                      </a:cubicBezTo>
                      <a:cubicBezTo>
                        <a:pt x="7896" y="34101"/>
                        <a:pt x="8004" y="33910"/>
                        <a:pt x="8078" y="33703"/>
                      </a:cubicBezTo>
                      <a:cubicBezTo>
                        <a:pt x="8203" y="33380"/>
                        <a:pt x="8236" y="33016"/>
                        <a:pt x="8153" y="32676"/>
                      </a:cubicBezTo>
                      <a:lnTo>
                        <a:pt x="8153" y="32676"/>
                      </a:lnTo>
                      <a:cubicBezTo>
                        <a:pt x="8128" y="32850"/>
                        <a:pt x="8070" y="33024"/>
                        <a:pt x="7971" y="33148"/>
                      </a:cubicBezTo>
                      <a:cubicBezTo>
                        <a:pt x="7954" y="33165"/>
                        <a:pt x="7935" y="33172"/>
                        <a:pt x="7917" y="33172"/>
                      </a:cubicBezTo>
                      <a:cubicBezTo>
                        <a:pt x="7881" y="33172"/>
                        <a:pt x="7849" y="33143"/>
                        <a:pt x="7855" y="33099"/>
                      </a:cubicBezTo>
                      <a:cubicBezTo>
                        <a:pt x="7855" y="32949"/>
                        <a:pt x="7896" y="32809"/>
                        <a:pt x="7913" y="32659"/>
                      </a:cubicBezTo>
                      <a:cubicBezTo>
                        <a:pt x="7921" y="32510"/>
                        <a:pt x="7929" y="32361"/>
                        <a:pt x="7921" y="32212"/>
                      </a:cubicBezTo>
                      <a:cubicBezTo>
                        <a:pt x="7905" y="31914"/>
                        <a:pt x="7847" y="31615"/>
                        <a:pt x="7764" y="31334"/>
                      </a:cubicBezTo>
                      <a:cubicBezTo>
                        <a:pt x="7581" y="30745"/>
                        <a:pt x="7267" y="30223"/>
                        <a:pt x="6885" y="29751"/>
                      </a:cubicBezTo>
                      <a:cubicBezTo>
                        <a:pt x="6859" y="29718"/>
                        <a:pt x="6890" y="29675"/>
                        <a:pt x="6925" y="29675"/>
                      </a:cubicBezTo>
                      <a:cubicBezTo>
                        <a:pt x="6934" y="29675"/>
                        <a:pt x="6943" y="29678"/>
                        <a:pt x="6952" y="29685"/>
                      </a:cubicBezTo>
                      <a:cubicBezTo>
                        <a:pt x="7159" y="29875"/>
                        <a:pt x="7333" y="30099"/>
                        <a:pt x="7490" y="30331"/>
                      </a:cubicBezTo>
                      <a:cubicBezTo>
                        <a:pt x="7764" y="30745"/>
                        <a:pt x="7979" y="31218"/>
                        <a:pt x="8087" y="31698"/>
                      </a:cubicBezTo>
                      <a:cubicBezTo>
                        <a:pt x="8145" y="31922"/>
                        <a:pt x="8170" y="32154"/>
                        <a:pt x="8170" y="32378"/>
                      </a:cubicBezTo>
                      <a:cubicBezTo>
                        <a:pt x="8443" y="32784"/>
                        <a:pt x="8451" y="33289"/>
                        <a:pt x="8302" y="33736"/>
                      </a:cubicBezTo>
                      <a:cubicBezTo>
                        <a:pt x="8228" y="33968"/>
                        <a:pt x="8112" y="34192"/>
                        <a:pt x="7971" y="34391"/>
                      </a:cubicBezTo>
                      <a:cubicBezTo>
                        <a:pt x="7896" y="34490"/>
                        <a:pt x="7822" y="34582"/>
                        <a:pt x="7739" y="34673"/>
                      </a:cubicBezTo>
                      <a:cubicBezTo>
                        <a:pt x="7664" y="34756"/>
                        <a:pt x="7581" y="34838"/>
                        <a:pt x="7482" y="34888"/>
                      </a:cubicBezTo>
                      <a:cubicBezTo>
                        <a:pt x="7474" y="34891"/>
                        <a:pt x="7467" y="34893"/>
                        <a:pt x="7460" y="34893"/>
                      </a:cubicBezTo>
                      <a:cubicBezTo>
                        <a:pt x="7429" y="34893"/>
                        <a:pt x="7406" y="34866"/>
                        <a:pt x="7399" y="34838"/>
                      </a:cubicBezTo>
                      <a:cubicBezTo>
                        <a:pt x="7333" y="34921"/>
                        <a:pt x="7267" y="34996"/>
                        <a:pt x="7192" y="35079"/>
                      </a:cubicBezTo>
                      <a:cubicBezTo>
                        <a:pt x="7167" y="35104"/>
                        <a:pt x="7142" y="35128"/>
                        <a:pt x="7117" y="35153"/>
                      </a:cubicBezTo>
                      <a:cubicBezTo>
                        <a:pt x="7093" y="35228"/>
                        <a:pt x="7076" y="35302"/>
                        <a:pt x="7059" y="35377"/>
                      </a:cubicBezTo>
                      <a:cubicBezTo>
                        <a:pt x="7059" y="35385"/>
                        <a:pt x="7068" y="35394"/>
                        <a:pt x="7068" y="35402"/>
                      </a:cubicBezTo>
                      <a:cubicBezTo>
                        <a:pt x="7076" y="35576"/>
                        <a:pt x="7084" y="35742"/>
                        <a:pt x="7093" y="35907"/>
                      </a:cubicBezTo>
                      <a:cubicBezTo>
                        <a:pt x="7126" y="36007"/>
                        <a:pt x="7167" y="36098"/>
                        <a:pt x="7192" y="36197"/>
                      </a:cubicBezTo>
                      <a:cubicBezTo>
                        <a:pt x="7205" y="36243"/>
                        <a:pt x="7166" y="36269"/>
                        <a:pt x="7128" y="36269"/>
                      </a:cubicBezTo>
                      <a:cubicBezTo>
                        <a:pt x="7119" y="36269"/>
                        <a:pt x="7109" y="36267"/>
                        <a:pt x="7101" y="36264"/>
                      </a:cubicBezTo>
                      <a:lnTo>
                        <a:pt x="7101" y="36264"/>
                      </a:lnTo>
                      <a:cubicBezTo>
                        <a:pt x="7101" y="36338"/>
                        <a:pt x="7093" y="36429"/>
                        <a:pt x="7134" y="36479"/>
                      </a:cubicBezTo>
                      <a:cubicBezTo>
                        <a:pt x="7184" y="36545"/>
                        <a:pt x="7283" y="36587"/>
                        <a:pt x="7358" y="36628"/>
                      </a:cubicBezTo>
                      <a:cubicBezTo>
                        <a:pt x="7432" y="36678"/>
                        <a:pt x="7507" y="36728"/>
                        <a:pt x="7581" y="36769"/>
                      </a:cubicBezTo>
                      <a:cubicBezTo>
                        <a:pt x="7656" y="36819"/>
                        <a:pt x="7722" y="36860"/>
                        <a:pt x="7797" y="36910"/>
                      </a:cubicBezTo>
                      <a:cubicBezTo>
                        <a:pt x="7847" y="36910"/>
                        <a:pt x="7888" y="36918"/>
                        <a:pt x="7938" y="36918"/>
                      </a:cubicBezTo>
                      <a:cubicBezTo>
                        <a:pt x="7963" y="36919"/>
                        <a:pt x="7988" y="36920"/>
                        <a:pt x="8013" y="36920"/>
                      </a:cubicBezTo>
                      <a:cubicBezTo>
                        <a:pt x="8178" y="36920"/>
                        <a:pt x="8343" y="36897"/>
                        <a:pt x="8501" y="36868"/>
                      </a:cubicBezTo>
                      <a:cubicBezTo>
                        <a:pt x="8569" y="36855"/>
                        <a:pt x="8641" y="36844"/>
                        <a:pt x="8712" y="36844"/>
                      </a:cubicBezTo>
                      <a:cubicBezTo>
                        <a:pt x="8813" y="36844"/>
                        <a:pt x="8912" y="36866"/>
                        <a:pt x="8990" y="36935"/>
                      </a:cubicBezTo>
                      <a:cubicBezTo>
                        <a:pt x="9031" y="36968"/>
                        <a:pt x="9064" y="37009"/>
                        <a:pt x="9089" y="37059"/>
                      </a:cubicBezTo>
                      <a:cubicBezTo>
                        <a:pt x="9106" y="37001"/>
                        <a:pt x="9114" y="36943"/>
                        <a:pt x="9131" y="36885"/>
                      </a:cubicBezTo>
                      <a:cubicBezTo>
                        <a:pt x="9172" y="36661"/>
                        <a:pt x="9205" y="36446"/>
                        <a:pt x="9230" y="36222"/>
                      </a:cubicBezTo>
                      <a:cubicBezTo>
                        <a:pt x="9197" y="36090"/>
                        <a:pt x="9222" y="35940"/>
                        <a:pt x="9230" y="35808"/>
                      </a:cubicBezTo>
                      <a:cubicBezTo>
                        <a:pt x="9238" y="35667"/>
                        <a:pt x="9247" y="35518"/>
                        <a:pt x="9238" y="35377"/>
                      </a:cubicBezTo>
                      <a:cubicBezTo>
                        <a:pt x="9238" y="35120"/>
                        <a:pt x="9222" y="34872"/>
                        <a:pt x="9180" y="34623"/>
                      </a:cubicBezTo>
                      <a:cubicBezTo>
                        <a:pt x="9172" y="34756"/>
                        <a:pt x="9164" y="34888"/>
                        <a:pt x="9164" y="35021"/>
                      </a:cubicBezTo>
                      <a:cubicBezTo>
                        <a:pt x="9156" y="35178"/>
                        <a:pt x="9180" y="35344"/>
                        <a:pt x="9131" y="35493"/>
                      </a:cubicBezTo>
                      <a:cubicBezTo>
                        <a:pt x="9126" y="35512"/>
                        <a:pt x="9106" y="35522"/>
                        <a:pt x="9086" y="35522"/>
                      </a:cubicBezTo>
                      <a:cubicBezTo>
                        <a:pt x="9070" y="35522"/>
                        <a:pt x="9055" y="35516"/>
                        <a:pt x="9048" y="35501"/>
                      </a:cubicBezTo>
                      <a:cubicBezTo>
                        <a:pt x="8965" y="35377"/>
                        <a:pt x="8957" y="35203"/>
                        <a:pt x="8965" y="35054"/>
                      </a:cubicBezTo>
                      <a:cubicBezTo>
                        <a:pt x="8965" y="34913"/>
                        <a:pt x="8982" y="34772"/>
                        <a:pt x="8990" y="34631"/>
                      </a:cubicBezTo>
                      <a:cubicBezTo>
                        <a:pt x="8973" y="34631"/>
                        <a:pt x="8965" y="34623"/>
                        <a:pt x="8957" y="34606"/>
                      </a:cubicBezTo>
                      <a:cubicBezTo>
                        <a:pt x="8924" y="34515"/>
                        <a:pt x="8932" y="34416"/>
                        <a:pt x="8932" y="34325"/>
                      </a:cubicBezTo>
                      <a:cubicBezTo>
                        <a:pt x="8932" y="34225"/>
                        <a:pt x="8924" y="34134"/>
                        <a:pt x="8924" y="34035"/>
                      </a:cubicBezTo>
                      <a:cubicBezTo>
                        <a:pt x="8924" y="33844"/>
                        <a:pt x="8915" y="33654"/>
                        <a:pt x="8899" y="33463"/>
                      </a:cubicBezTo>
                      <a:cubicBezTo>
                        <a:pt x="8882" y="33314"/>
                        <a:pt x="8866" y="33173"/>
                        <a:pt x="8849" y="33024"/>
                      </a:cubicBezTo>
                      <a:cubicBezTo>
                        <a:pt x="8837" y="33036"/>
                        <a:pt x="8820" y="33043"/>
                        <a:pt x="8805" y="33043"/>
                      </a:cubicBezTo>
                      <a:cubicBezTo>
                        <a:pt x="8789" y="33043"/>
                        <a:pt x="8774" y="33036"/>
                        <a:pt x="8766" y="33024"/>
                      </a:cubicBezTo>
                      <a:cubicBezTo>
                        <a:pt x="8675" y="32925"/>
                        <a:pt x="8650" y="32775"/>
                        <a:pt x="8625" y="32643"/>
                      </a:cubicBezTo>
                      <a:cubicBezTo>
                        <a:pt x="8609" y="32519"/>
                        <a:pt x="8592" y="32386"/>
                        <a:pt x="8576" y="32253"/>
                      </a:cubicBezTo>
                      <a:cubicBezTo>
                        <a:pt x="8564" y="32261"/>
                        <a:pt x="8553" y="32265"/>
                        <a:pt x="8543" y="32265"/>
                      </a:cubicBezTo>
                      <a:cubicBezTo>
                        <a:pt x="8530" y="32265"/>
                        <a:pt x="8518" y="32259"/>
                        <a:pt x="8509" y="32245"/>
                      </a:cubicBezTo>
                      <a:cubicBezTo>
                        <a:pt x="8451" y="32171"/>
                        <a:pt x="8435" y="32071"/>
                        <a:pt x="8426" y="31988"/>
                      </a:cubicBezTo>
                      <a:cubicBezTo>
                        <a:pt x="8410" y="31889"/>
                        <a:pt x="8402" y="31789"/>
                        <a:pt x="8385" y="31698"/>
                      </a:cubicBezTo>
                      <a:cubicBezTo>
                        <a:pt x="8360" y="31508"/>
                        <a:pt x="8335" y="31317"/>
                        <a:pt x="8327" y="31127"/>
                      </a:cubicBezTo>
                      <a:cubicBezTo>
                        <a:pt x="8319" y="31069"/>
                        <a:pt x="8319" y="31002"/>
                        <a:pt x="8319" y="30944"/>
                      </a:cubicBezTo>
                      <a:cubicBezTo>
                        <a:pt x="8310" y="30936"/>
                        <a:pt x="8294" y="30928"/>
                        <a:pt x="8286" y="30911"/>
                      </a:cubicBezTo>
                      <a:cubicBezTo>
                        <a:pt x="8219" y="30770"/>
                        <a:pt x="8228" y="30596"/>
                        <a:pt x="8219" y="30447"/>
                      </a:cubicBezTo>
                      <a:cubicBezTo>
                        <a:pt x="8211" y="30298"/>
                        <a:pt x="8203" y="30157"/>
                        <a:pt x="8203" y="30008"/>
                      </a:cubicBezTo>
                      <a:cubicBezTo>
                        <a:pt x="8203" y="29693"/>
                        <a:pt x="8228" y="29395"/>
                        <a:pt x="8269" y="29088"/>
                      </a:cubicBezTo>
                      <a:cubicBezTo>
                        <a:pt x="8277" y="29058"/>
                        <a:pt x="8297" y="29045"/>
                        <a:pt x="8318" y="29045"/>
                      </a:cubicBezTo>
                      <a:cubicBezTo>
                        <a:pt x="8343" y="29045"/>
                        <a:pt x="8368" y="29065"/>
                        <a:pt x="8368" y="29097"/>
                      </a:cubicBezTo>
                      <a:cubicBezTo>
                        <a:pt x="8368" y="29403"/>
                        <a:pt x="8368" y="29701"/>
                        <a:pt x="8377" y="30008"/>
                      </a:cubicBezTo>
                      <a:cubicBezTo>
                        <a:pt x="8377" y="30149"/>
                        <a:pt x="8385" y="30290"/>
                        <a:pt x="8393" y="30422"/>
                      </a:cubicBezTo>
                      <a:cubicBezTo>
                        <a:pt x="8418" y="30298"/>
                        <a:pt x="8451" y="30157"/>
                        <a:pt x="8509" y="30041"/>
                      </a:cubicBezTo>
                      <a:cubicBezTo>
                        <a:pt x="8517" y="30022"/>
                        <a:pt x="8537" y="30012"/>
                        <a:pt x="8557" y="30012"/>
                      </a:cubicBezTo>
                      <a:cubicBezTo>
                        <a:pt x="8580" y="30012"/>
                        <a:pt x="8604" y="30026"/>
                        <a:pt x="8609" y="30058"/>
                      </a:cubicBezTo>
                      <a:cubicBezTo>
                        <a:pt x="8617" y="30232"/>
                        <a:pt x="8576" y="30414"/>
                        <a:pt x="8551" y="30588"/>
                      </a:cubicBezTo>
                      <a:cubicBezTo>
                        <a:pt x="8526" y="30770"/>
                        <a:pt x="8509" y="30953"/>
                        <a:pt x="8526" y="31135"/>
                      </a:cubicBezTo>
                      <a:cubicBezTo>
                        <a:pt x="8542" y="31267"/>
                        <a:pt x="8559" y="31400"/>
                        <a:pt x="8576" y="31533"/>
                      </a:cubicBezTo>
                      <a:cubicBezTo>
                        <a:pt x="8576" y="31508"/>
                        <a:pt x="8576" y="31475"/>
                        <a:pt x="8576" y="31450"/>
                      </a:cubicBezTo>
                      <a:cubicBezTo>
                        <a:pt x="8580" y="31425"/>
                        <a:pt x="8603" y="31412"/>
                        <a:pt x="8624" y="31412"/>
                      </a:cubicBezTo>
                      <a:cubicBezTo>
                        <a:pt x="8646" y="31412"/>
                        <a:pt x="8667" y="31425"/>
                        <a:pt x="8667" y="31450"/>
                      </a:cubicBezTo>
                      <a:cubicBezTo>
                        <a:pt x="8692" y="31715"/>
                        <a:pt x="8741" y="31980"/>
                        <a:pt x="8774" y="32245"/>
                      </a:cubicBezTo>
                      <a:cubicBezTo>
                        <a:pt x="8783" y="32311"/>
                        <a:pt x="8799" y="32378"/>
                        <a:pt x="8808" y="32444"/>
                      </a:cubicBezTo>
                      <a:cubicBezTo>
                        <a:pt x="8808" y="32419"/>
                        <a:pt x="8816" y="32394"/>
                        <a:pt x="8816" y="32361"/>
                      </a:cubicBezTo>
                      <a:cubicBezTo>
                        <a:pt x="8823" y="32339"/>
                        <a:pt x="8842" y="32328"/>
                        <a:pt x="8860" y="32328"/>
                      </a:cubicBezTo>
                      <a:cubicBezTo>
                        <a:pt x="8884" y="32328"/>
                        <a:pt x="8907" y="32345"/>
                        <a:pt x="8907" y="32378"/>
                      </a:cubicBezTo>
                      <a:cubicBezTo>
                        <a:pt x="8890" y="32568"/>
                        <a:pt x="8957" y="32751"/>
                        <a:pt x="8998" y="32933"/>
                      </a:cubicBezTo>
                      <a:cubicBezTo>
                        <a:pt x="9040" y="33115"/>
                        <a:pt x="9064" y="33297"/>
                        <a:pt x="9081" y="33488"/>
                      </a:cubicBezTo>
                      <a:cubicBezTo>
                        <a:pt x="9089" y="33587"/>
                        <a:pt x="9098" y="33678"/>
                        <a:pt x="9106" y="33778"/>
                      </a:cubicBezTo>
                      <a:lnTo>
                        <a:pt x="9131" y="33538"/>
                      </a:lnTo>
                      <a:cubicBezTo>
                        <a:pt x="9134" y="33504"/>
                        <a:pt x="9159" y="33489"/>
                        <a:pt x="9185" y="33489"/>
                      </a:cubicBezTo>
                      <a:cubicBezTo>
                        <a:pt x="9218" y="33489"/>
                        <a:pt x="9251" y="33513"/>
                        <a:pt x="9247" y="33554"/>
                      </a:cubicBezTo>
                      <a:cubicBezTo>
                        <a:pt x="9230" y="33844"/>
                        <a:pt x="9214" y="34134"/>
                        <a:pt x="9189" y="34424"/>
                      </a:cubicBezTo>
                      <a:cubicBezTo>
                        <a:pt x="9197" y="34422"/>
                        <a:pt x="9204" y="34421"/>
                        <a:pt x="9212" y="34421"/>
                      </a:cubicBezTo>
                      <a:cubicBezTo>
                        <a:pt x="9236" y="34421"/>
                        <a:pt x="9257" y="34432"/>
                        <a:pt x="9263" y="34457"/>
                      </a:cubicBezTo>
                      <a:cubicBezTo>
                        <a:pt x="9346" y="34756"/>
                        <a:pt x="9412" y="35054"/>
                        <a:pt x="9437" y="35360"/>
                      </a:cubicBezTo>
                      <a:cubicBezTo>
                        <a:pt x="9454" y="35518"/>
                        <a:pt x="9454" y="35684"/>
                        <a:pt x="9446" y="35841"/>
                      </a:cubicBezTo>
                      <a:cubicBezTo>
                        <a:pt x="9446" y="35932"/>
                        <a:pt x="9437" y="36048"/>
                        <a:pt x="9404" y="36148"/>
                      </a:cubicBezTo>
                      <a:cubicBezTo>
                        <a:pt x="9396" y="36380"/>
                        <a:pt x="9379" y="36612"/>
                        <a:pt x="9346" y="36844"/>
                      </a:cubicBezTo>
                      <a:cubicBezTo>
                        <a:pt x="9330" y="36951"/>
                        <a:pt x="9313" y="37051"/>
                        <a:pt x="9288" y="37150"/>
                      </a:cubicBezTo>
                      <a:cubicBezTo>
                        <a:pt x="9272" y="37225"/>
                        <a:pt x="9238" y="37324"/>
                        <a:pt x="9255" y="37399"/>
                      </a:cubicBezTo>
                      <a:cubicBezTo>
                        <a:pt x="9255" y="37407"/>
                        <a:pt x="9263" y="37424"/>
                        <a:pt x="9263" y="37432"/>
                      </a:cubicBezTo>
                      <a:cubicBezTo>
                        <a:pt x="9272" y="37440"/>
                        <a:pt x="9272" y="37440"/>
                        <a:pt x="9272" y="37440"/>
                      </a:cubicBezTo>
                      <a:cubicBezTo>
                        <a:pt x="9272" y="37424"/>
                        <a:pt x="9272" y="37415"/>
                        <a:pt x="9272" y="37399"/>
                      </a:cubicBezTo>
                      <a:cubicBezTo>
                        <a:pt x="9276" y="37370"/>
                        <a:pt x="9302" y="37356"/>
                        <a:pt x="9329" y="37356"/>
                      </a:cubicBezTo>
                      <a:cubicBezTo>
                        <a:pt x="9349" y="37356"/>
                        <a:pt x="9369" y="37364"/>
                        <a:pt x="9379" y="37382"/>
                      </a:cubicBezTo>
                      <a:cubicBezTo>
                        <a:pt x="9454" y="37564"/>
                        <a:pt x="9462" y="37772"/>
                        <a:pt x="9454" y="37962"/>
                      </a:cubicBezTo>
                      <a:cubicBezTo>
                        <a:pt x="9454" y="38153"/>
                        <a:pt x="9404" y="38343"/>
                        <a:pt x="9454" y="38526"/>
                      </a:cubicBezTo>
                      <a:cubicBezTo>
                        <a:pt x="9495" y="38699"/>
                        <a:pt x="9644" y="38791"/>
                        <a:pt x="9794" y="38873"/>
                      </a:cubicBezTo>
                      <a:cubicBezTo>
                        <a:pt x="9885" y="38923"/>
                        <a:pt x="9968" y="38973"/>
                        <a:pt x="10050" y="39023"/>
                      </a:cubicBezTo>
                      <a:cubicBezTo>
                        <a:pt x="10092" y="39047"/>
                        <a:pt x="10133" y="39072"/>
                        <a:pt x="10175" y="39105"/>
                      </a:cubicBezTo>
                      <a:cubicBezTo>
                        <a:pt x="10183" y="39097"/>
                        <a:pt x="10191" y="39097"/>
                        <a:pt x="10208" y="39097"/>
                      </a:cubicBezTo>
                      <a:cubicBezTo>
                        <a:pt x="10490" y="39130"/>
                        <a:pt x="10771" y="39205"/>
                        <a:pt x="11036" y="39304"/>
                      </a:cubicBezTo>
                      <a:cubicBezTo>
                        <a:pt x="11161" y="39346"/>
                        <a:pt x="11285" y="39404"/>
                        <a:pt x="11418" y="39445"/>
                      </a:cubicBezTo>
                      <a:cubicBezTo>
                        <a:pt x="11476" y="39470"/>
                        <a:pt x="11542" y="39487"/>
                        <a:pt x="11608" y="39503"/>
                      </a:cubicBezTo>
                      <a:lnTo>
                        <a:pt x="11608" y="39487"/>
                      </a:lnTo>
                      <a:cubicBezTo>
                        <a:pt x="11600" y="39371"/>
                        <a:pt x="11558" y="39246"/>
                        <a:pt x="11500" y="39139"/>
                      </a:cubicBezTo>
                      <a:cubicBezTo>
                        <a:pt x="11434" y="39023"/>
                        <a:pt x="11343" y="38923"/>
                        <a:pt x="11351" y="38782"/>
                      </a:cubicBezTo>
                      <a:cubicBezTo>
                        <a:pt x="11351" y="38741"/>
                        <a:pt x="11384" y="38720"/>
                        <a:pt x="11419" y="38720"/>
                      </a:cubicBezTo>
                      <a:cubicBezTo>
                        <a:pt x="11453" y="38720"/>
                        <a:pt x="11488" y="38741"/>
                        <a:pt x="11492" y="38782"/>
                      </a:cubicBezTo>
                      <a:cubicBezTo>
                        <a:pt x="11492" y="38857"/>
                        <a:pt x="11550" y="38907"/>
                        <a:pt x="11592" y="38956"/>
                      </a:cubicBezTo>
                      <a:cubicBezTo>
                        <a:pt x="11650" y="39014"/>
                        <a:pt x="11699" y="39072"/>
                        <a:pt x="11732" y="39139"/>
                      </a:cubicBezTo>
                      <a:cubicBezTo>
                        <a:pt x="11799" y="39255"/>
                        <a:pt x="11840" y="39395"/>
                        <a:pt x="11848" y="39528"/>
                      </a:cubicBezTo>
                      <a:lnTo>
                        <a:pt x="11857" y="39528"/>
                      </a:lnTo>
                      <a:cubicBezTo>
                        <a:pt x="11931" y="39520"/>
                        <a:pt x="12006" y="39511"/>
                        <a:pt x="12080" y="39503"/>
                      </a:cubicBezTo>
                      <a:cubicBezTo>
                        <a:pt x="12147" y="39487"/>
                        <a:pt x="12221" y="39478"/>
                        <a:pt x="12296" y="39470"/>
                      </a:cubicBezTo>
                      <a:cubicBezTo>
                        <a:pt x="12304" y="39470"/>
                        <a:pt x="12321" y="39462"/>
                        <a:pt x="12329" y="39462"/>
                      </a:cubicBezTo>
                      <a:lnTo>
                        <a:pt x="12337" y="39462"/>
                      </a:lnTo>
                      <a:lnTo>
                        <a:pt x="12362" y="39445"/>
                      </a:lnTo>
                      <a:lnTo>
                        <a:pt x="12370" y="39445"/>
                      </a:lnTo>
                      <a:cubicBezTo>
                        <a:pt x="12379" y="39437"/>
                        <a:pt x="12379" y="39437"/>
                        <a:pt x="12387" y="39429"/>
                      </a:cubicBezTo>
                      <a:cubicBezTo>
                        <a:pt x="12387" y="39379"/>
                        <a:pt x="12412" y="39321"/>
                        <a:pt x="12428" y="39279"/>
                      </a:cubicBezTo>
                      <a:cubicBezTo>
                        <a:pt x="12453" y="39213"/>
                        <a:pt x="12478" y="39155"/>
                        <a:pt x="12470" y="39089"/>
                      </a:cubicBezTo>
                      <a:cubicBezTo>
                        <a:pt x="12462" y="38998"/>
                        <a:pt x="12412" y="38923"/>
                        <a:pt x="12337" y="38857"/>
                      </a:cubicBezTo>
                      <a:cubicBezTo>
                        <a:pt x="12180" y="38699"/>
                        <a:pt x="11981" y="38567"/>
                        <a:pt x="11948" y="38327"/>
                      </a:cubicBezTo>
                      <a:cubicBezTo>
                        <a:pt x="11943" y="38277"/>
                        <a:pt x="11981" y="38249"/>
                        <a:pt x="12020" y="38249"/>
                      </a:cubicBezTo>
                      <a:cubicBezTo>
                        <a:pt x="12052" y="38249"/>
                        <a:pt x="12086" y="38269"/>
                        <a:pt x="12097" y="38310"/>
                      </a:cubicBezTo>
                      <a:cubicBezTo>
                        <a:pt x="12122" y="38410"/>
                        <a:pt x="12221" y="38484"/>
                        <a:pt x="12296" y="38542"/>
                      </a:cubicBezTo>
                      <a:cubicBezTo>
                        <a:pt x="12379" y="38600"/>
                        <a:pt x="12462" y="38658"/>
                        <a:pt x="12528" y="38724"/>
                      </a:cubicBezTo>
                      <a:cubicBezTo>
                        <a:pt x="12536" y="38691"/>
                        <a:pt x="12536" y="38666"/>
                        <a:pt x="12536" y="38633"/>
                      </a:cubicBezTo>
                      <a:cubicBezTo>
                        <a:pt x="12536" y="38534"/>
                        <a:pt x="12486" y="38468"/>
                        <a:pt x="12428" y="38393"/>
                      </a:cubicBezTo>
                      <a:cubicBezTo>
                        <a:pt x="12362" y="38318"/>
                        <a:pt x="12288" y="38252"/>
                        <a:pt x="12230" y="38169"/>
                      </a:cubicBezTo>
                      <a:cubicBezTo>
                        <a:pt x="12230" y="38161"/>
                        <a:pt x="12221" y="38153"/>
                        <a:pt x="12213" y="38136"/>
                      </a:cubicBezTo>
                      <a:cubicBezTo>
                        <a:pt x="12196" y="38120"/>
                        <a:pt x="12180" y="38111"/>
                        <a:pt x="12163" y="38095"/>
                      </a:cubicBezTo>
                      <a:cubicBezTo>
                        <a:pt x="12072" y="38012"/>
                        <a:pt x="11981" y="37937"/>
                        <a:pt x="11890" y="37863"/>
                      </a:cubicBezTo>
                      <a:cubicBezTo>
                        <a:pt x="11815" y="37788"/>
                        <a:pt x="11732" y="37714"/>
                        <a:pt x="11683" y="37631"/>
                      </a:cubicBezTo>
                      <a:cubicBezTo>
                        <a:pt x="11625" y="37540"/>
                        <a:pt x="11592" y="37440"/>
                        <a:pt x="11558" y="37332"/>
                      </a:cubicBezTo>
                      <a:cubicBezTo>
                        <a:pt x="11492" y="37100"/>
                        <a:pt x="11418" y="36860"/>
                        <a:pt x="11360" y="36620"/>
                      </a:cubicBezTo>
                      <a:cubicBezTo>
                        <a:pt x="11310" y="36396"/>
                        <a:pt x="11277" y="36164"/>
                        <a:pt x="11268" y="35932"/>
                      </a:cubicBezTo>
                      <a:cubicBezTo>
                        <a:pt x="11252" y="35874"/>
                        <a:pt x="11244" y="35816"/>
                        <a:pt x="11235" y="35766"/>
                      </a:cubicBezTo>
                      <a:cubicBezTo>
                        <a:pt x="11194" y="35510"/>
                        <a:pt x="11152" y="35244"/>
                        <a:pt x="11128" y="34988"/>
                      </a:cubicBezTo>
                      <a:cubicBezTo>
                        <a:pt x="11094" y="34722"/>
                        <a:pt x="11070" y="34457"/>
                        <a:pt x="11053" y="34192"/>
                      </a:cubicBezTo>
                      <a:cubicBezTo>
                        <a:pt x="11028" y="33927"/>
                        <a:pt x="11028" y="33662"/>
                        <a:pt x="11028" y="33397"/>
                      </a:cubicBezTo>
                      <a:cubicBezTo>
                        <a:pt x="11028" y="33364"/>
                        <a:pt x="11051" y="33348"/>
                        <a:pt x="11073" y="33348"/>
                      </a:cubicBezTo>
                      <a:cubicBezTo>
                        <a:pt x="11091" y="33348"/>
                        <a:pt x="11107" y="33358"/>
                        <a:pt x="11111" y="33380"/>
                      </a:cubicBezTo>
                      <a:cubicBezTo>
                        <a:pt x="11136" y="33654"/>
                        <a:pt x="11177" y="33919"/>
                        <a:pt x="11210" y="34192"/>
                      </a:cubicBezTo>
                      <a:cubicBezTo>
                        <a:pt x="11244" y="34449"/>
                        <a:pt x="11277" y="34706"/>
                        <a:pt x="11310" y="34963"/>
                      </a:cubicBezTo>
                      <a:cubicBezTo>
                        <a:pt x="11335" y="35112"/>
                        <a:pt x="11360" y="35261"/>
                        <a:pt x="11384" y="35410"/>
                      </a:cubicBezTo>
                      <a:cubicBezTo>
                        <a:pt x="11409" y="35394"/>
                        <a:pt x="11426" y="35377"/>
                        <a:pt x="11451" y="35352"/>
                      </a:cubicBezTo>
                      <a:cubicBezTo>
                        <a:pt x="11542" y="35269"/>
                        <a:pt x="11625" y="35170"/>
                        <a:pt x="11699" y="35062"/>
                      </a:cubicBezTo>
                      <a:cubicBezTo>
                        <a:pt x="11815" y="34872"/>
                        <a:pt x="11898" y="34648"/>
                        <a:pt x="11915" y="34416"/>
                      </a:cubicBezTo>
                      <a:lnTo>
                        <a:pt x="11915" y="34416"/>
                      </a:lnTo>
                      <a:cubicBezTo>
                        <a:pt x="11848" y="34515"/>
                        <a:pt x="11782" y="34615"/>
                        <a:pt x="11708" y="34698"/>
                      </a:cubicBezTo>
                      <a:cubicBezTo>
                        <a:pt x="11695" y="34710"/>
                        <a:pt x="11678" y="34716"/>
                        <a:pt x="11662" y="34716"/>
                      </a:cubicBezTo>
                      <a:cubicBezTo>
                        <a:pt x="11625" y="34716"/>
                        <a:pt x="11591" y="34688"/>
                        <a:pt x="11608" y="34648"/>
                      </a:cubicBezTo>
                      <a:cubicBezTo>
                        <a:pt x="11749" y="34325"/>
                        <a:pt x="11931" y="34026"/>
                        <a:pt x="12072" y="33712"/>
                      </a:cubicBezTo>
                      <a:cubicBezTo>
                        <a:pt x="12147" y="33554"/>
                        <a:pt x="12213" y="33397"/>
                        <a:pt x="12271" y="33231"/>
                      </a:cubicBezTo>
                      <a:lnTo>
                        <a:pt x="12271" y="33231"/>
                      </a:lnTo>
                      <a:cubicBezTo>
                        <a:pt x="12089" y="33422"/>
                        <a:pt x="11890" y="33587"/>
                        <a:pt x="11683" y="33761"/>
                      </a:cubicBezTo>
                      <a:cubicBezTo>
                        <a:pt x="11673" y="33771"/>
                        <a:pt x="11662" y="33776"/>
                        <a:pt x="11651" y="33776"/>
                      </a:cubicBezTo>
                      <a:cubicBezTo>
                        <a:pt x="11611" y="33776"/>
                        <a:pt x="11577" y="33710"/>
                        <a:pt x="11616" y="33670"/>
                      </a:cubicBezTo>
                      <a:cubicBezTo>
                        <a:pt x="11848" y="33447"/>
                        <a:pt x="12089" y="33215"/>
                        <a:pt x="12288" y="32966"/>
                      </a:cubicBezTo>
                      <a:cubicBezTo>
                        <a:pt x="12627" y="32535"/>
                        <a:pt x="12826" y="32021"/>
                        <a:pt x="12917" y="31483"/>
                      </a:cubicBezTo>
                      <a:cubicBezTo>
                        <a:pt x="12967" y="31218"/>
                        <a:pt x="12984" y="30944"/>
                        <a:pt x="12992" y="30679"/>
                      </a:cubicBezTo>
                      <a:cubicBezTo>
                        <a:pt x="12959" y="30257"/>
                        <a:pt x="12975" y="29834"/>
                        <a:pt x="12942" y="29411"/>
                      </a:cubicBezTo>
                      <a:cubicBezTo>
                        <a:pt x="12917" y="29113"/>
                        <a:pt x="12876" y="28815"/>
                        <a:pt x="12818" y="28517"/>
                      </a:cubicBezTo>
                      <a:cubicBezTo>
                        <a:pt x="12768" y="28218"/>
                        <a:pt x="12685" y="27912"/>
                        <a:pt x="12685" y="27605"/>
                      </a:cubicBezTo>
                      <a:cubicBezTo>
                        <a:pt x="12685" y="27583"/>
                        <a:pt x="12706" y="27573"/>
                        <a:pt x="12728" y="27573"/>
                      </a:cubicBezTo>
                      <a:cubicBezTo>
                        <a:pt x="12748" y="27573"/>
                        <a:pt x="12769" y="27581"/>
                        <a:pt x="12776" y="27597"/>
                      </a:cubicBezTo>
                      <a:cubicBezTo>
                        <a:pt x="12843" y="27738"/>
                        <a:pt x="12884" y="27895"/>
                        <a:pt x="12917" y="28044"/>
                      </a:cubicBezTo>
                      <a:cubicBezTo>
                        <a:pt x="12959" y="28194"/>
                        <a:pt x="12992" y="28343"/>
                        <a:pt x="13017" y="28492"/>
                      </a:cubicBezTo>
                      <a:cubicBezTo>
                        <a:pt x="13075" y="28782"/>
                        <a:pt x="13116" y="29088"/>
                        <a:pt x="13133" y="29387"/>
                      </a:cubicBezTo>
                      <a:cubicBezTo>
                        <a:pt x="13141" y="29469"/>
                        <a:pt x="13141" y="29552"/>
                        <a:pt x="13141" y="29635"/>
                      </a:cubicBezTo>
                      <a:cubicBezTo>
                        <a:pt x="13149" y="29643"/>
                        <a:pt x="13158" y="29660"/>
                        <a:pt x="13166" y="29677"/>
                      </a:cubicBezTo>
                      <a:cubicBezTo>
                        <a:pt x="13199" y="29884"/>
                        <a:pt x="13207" y="30091"/>
                        <a:pt x="13216" y="30306"/>
                      </a:cubicBezTo>
                      <a:cubicBezTo>
                        <a:pt x="13249" y="30505"/>
                        <a:pt x="13282" y="30704"/>
                        <a:pt x="13307" y="30903"/>
                      </a:cubicBezTo>
                      <a:cubicBezTo>
                        <a:pt x="13373" y="31458"/>
                        <a:pt x="13406" y="32030"/>
                        <a:pt x="13348" y="32585"/>
                      </a:cubicBezTo>
                      <a:cubicBezTo>
                        <a:pt x="13348" y="32593"/>
                        <a:pt x="13348" y="32593"/>
                        <a:pt x="13348" y="32593"/>
                      </a:cubicBezTo>
                      <a:cubicBezTo>
                        <a:pt x="13315" y="32867"/>
                        <a:pt x="13232" y="33132"/>
                        <a:pt x="13216" y="33405"/>
                      </a:cubicBezTo>
                      <a:cubicBezTo>
                        <a:pt x="13191" y="33687"/>
                        <a:pt x="13323" y="33910"/>
                        <a:pt x="13447" y="34151"/>
                      </a:cubicBezTo>
                      <a:cubicBezTo>
                        <a:pt x="13464" y="34192"/>
                        <a:pt x="13439" y="34234"/>
                        <a:pt x="13406" y="34250"/>
                      </a:cubicBezTo>
                      <a:cubicBezTo>
                        <a:pt x="13497" y="34325"/>
                        <a:pt x="13588" y="34399"/>
                        <a:pt x="13671" y="34482"/>
                      </a:cubicBezTo>
                      <a:cubicBezTo>
                        <a:pt x="13804" y="34615"/>
                        <a:pt x="13878" y="34789"/>
                        <a:pt x="13945" y="34963"/>
                      </a:cubicBezTo>
                      <a:cubicBezTo>
                        <a:pt x="14019" y="35145"/>
                        <a:pt x="14077" y="35336"/>
                        <a:pt x="14110" y="35526"/>
                      </a:cubicBezTo>
                      <a:cubicBezTo>
                        <a:pt x="14119" y="35592"/>
                        <a:pt x="14127" y="35650"/>
                        <a:pt x="14135" y="35708"/>
                      </a:cubicBezTo>
                      <a:cubicBezTo>
                        <a:pt x="14201" y="35841"/>
                        <a:pt x="14235" y="35982"/>
                        <a:pt x="14259" y="36131"/>
                      </a:cubicBezTo>
                      <a:cubicBezTo>
                        <a:pt x="14276" y="36322"/>
                        <a:pt x="14293" y="36504"/>
                        <a:pt x="14351" y="36686"/>
                      </a:cubicBezTo>
                      <a:cubicBezTo>
                        <a:pt x="14409" y="36868"/>
                        <a:pt x="14516" y="36993"/>
                        <a:pt x="14682" y="37092"/>
                      </a:cubicBezTo>
                      <a:cubicBezTo>
                        <a:pt x="14765" y="37142"/>
                        <a:pt x="14848" y="37183"/>
                        <a:pt x="14931" y="37225"/>
                      </a:cubicBezTo>
                      <a:cubicBezTo>
                        <a:pt x="14997" y="37250"/>
                        <a:pt x="15063" y="37266"/>
                        <a:pt x="15113" y="37308"/>
                      </a:cubicBezTo>
                      <a:cubicBezTo>
                        <a:pt x="15287" y="37341"/>
                        <a:pt x="15469" y="37390"/>
                        <a:pt x="15643" y="37448"/>
                      </a:cubicBezTo>
                      <a:cubicBezTo>
                        <a:pt x="15734" y="37482"/>
                        <a:pt x="15817" y="37523"/>
                        <a:pt x="15892" y="37573"/>
                      </a:cubicBezTo>
                      <a:cubicBezTo>
                        <a:pt x="15975" y="37622"/>
                        <a:pt x="16049" y="37689"/>
                        <a:pt x="16132" y="37714"/>
                      </a:cubicBezTo>
                      <a:cubicBezTo>
                        <a:pt x="16179" y="37729"/>
                        <a:pt x="16227" y="37735"/>
                        <a:pt x="16276" y="37735"/>
                      </a:cubicBezTo>
                      <a:cubicBezTo>
                        <a:pt x="16304" y="37735"/>
                        <a:pt x="16334" y="37733"/>
                        <a:pt x="16364" y="37730"/>
                      </a:cubicBezTo>
                      <a:cubicBezTo>
                        <a:pt x="16389" y="37697"/>
                        <a:pt x="16430" y="37672"/>
                        <a:pt x="16472" y="37647"/>
                      </a:cubicBezTo>
                      <a:cubicBezTo>
                        <a:pt x="16521" y="37614"/>
                        <a:pt x="16579" y="37581"/>
                        <a:pt x="16629" y="37540"/>
                      </a:cubicBezTo>
                      <a:cubicBezTo>
                        <a:pt x="16662" y="37515"/>
                        <a:pt x="16712" y="37490"/>
                        <a:pt x="16737" y="37448"/>
                      </a:cubicBezTo>
                      <a:lnTo>
                        <a:pt x="16729" y="37440"/>
                      </a:lnTo>
                      <a:cubicBezTo>
                        <a:pt x="16704" y="37415"/>
                        <a:pt x="16679" y="37399"/>
                        <a:pt x="16654" y="37382"/>
                      </a:cubicBezTo>
                      <a:cubicBezTo>
                        <a:pt x="16555" y="37291"/>
                        <a:pt x="16455" y="37200"/>
                        <a:pt x="16364" y="37100"/>
                      </a:cubicBezTo>
                      <a:cubicBezTo>
                        <a:pt x="16281" y="37001"/>
                        <a:pt x="16198" y="36902"/>
                        <a:pt x="16115" y="36794"/>
                      </a:cubicBezTo>
                      <a:cubicBezTo>
                        <a:pt x="16089" y="36755"/>
                        <a:pt x="16124" y="36696"/>
                        <a:pt x="16165" y="36696"/>
                      </a:cubicBezTo>
                      <a:cubicBezTo>
                        <a:pt x="16176" y="36696"/>
                        <a:pt x="16187" y="36700"/>
                        <a:pt x="16198" y="36711"/>
                      </a:cubicBezTo>
                      <a:cubicBezTo>
                        <a:pt x="16314" y="36819"/>
                        <a:pt x="16439" y="36926"/>
                        <a:pt x="16555" y="37026"/>
                      </a:cubicBezTo>
                      <a:cubicBezTo>
                        <a:pt x="16613" y="37076"/>
                        <a:pt x="16671" y="37134"/>
                        <a:pt x="16737" y="37175"/>
                      </a:cubicBezTo>
                      <a:cubicBezTo>
                        <a:pt x="16795" y="37225"/>
                        <a:pt x="16861" y="37266"/>
                        <a:pt x="16903" y="37324"/>
                      </a:cubicBezTo>
                      <a:cubicBezTo>
                        <a:pt x="16911" y="37332"/>
                        <a:pt x="16919" y="37349"/>
                        <a:pt x="16927" y="37357"/>
                      </a:cubicBezTo>
                      <a:cubicBezTo>
                        <a:pt x="16936" y="37341"/>
                        <a:pt x="16952" y="37324"/>
                        <a:pt x="16969" y="37308"/>
                      </a:cubicBezTo>
                      <a:cubicBezTo>
                        <a:pt x="16977" y="37283"/>
                        <a:pt x="16985" y="37266"/>
                        <a:pt x="17002" y="37241"/>
                      </a:cubicBezTo>
                      <a:cubicBezTo>
                        <a:pt x="17035" y="37175"/>
                        <a:pt x="17068" y="37100"/>
                        <a:pt x="17068" y="37018"/>
                      </a:cubicBezTo>
                      <a:cubicBezTo>
                        <a:pt x="17060" y="36935"/>
                        <a:pt x="17002" y="36877"/>
                        <a:pt x="16936" y="36827"/>
                      </a:cubicBezTo>
                      <a:cubicBezTo>
                        <a:pt x="16861" y="36769"/>
                        <a:pt x="16770" y="36719"/>
                        <a:pt x="16695" y="36661"/>
                      </a:cubicBezTo>
                      <a:cubicBezTo>
                        <a:pt x="16604" y="36595"/>
                        <a:pt x="16521" y="36529"/>
                        <a:pt x="16430" y="36462"/>
                      </a:cubicBezTo>
                      <a:cubicBezTo>
                        <a:pt x="16387" y="36426"/>
                        <a:pt x="16419" y="36358"/>
                        <a:pt x="16467" y="36358"/>
                      </a:cubicBezTo>
                      <a:cubicBezTo>
                        <a:pt x="16474" y="36358"/>
                        <a:pt x="16481" y="36360"/>
                        <a:pt x="16488" y="36363"/>
                      </a:cubicBezTo>
                      <a:cubicBezTo>
                        <a:pt x="16604" y="36413"/>
                        <a:pt x="16712" y="36471"/>
                        <a:pt x="16828" y="36529"/>
                      </a:cubicBezTo>
                      <a:cubicBezTo>
                        <a:pt x="16894" y="36562"/>
                        <a:pt x="16969" y="36603"/>
                        <a:pt x="17035" y="36653"/>
                      </a:cubicBezTo>
                      <a:cubicBezTo>
                        <a:pt x="17035" y="36603"/>
                        <a:pt x="17027" y="36545"/>
                        <a:pt x="17019" y="36504"/>
                      </a:cubicBezTo>
                      <a:cubicBezTo>
                        <a:pt x="16985" y="36380"/>
                        <a:pt x="16861" y="36346"/>
                        <a:pt x="16753" y="36313"/>
                      </a:cubicBezTo>
                      <a:cubicBezTo>
                        <a:pt x="16596" y="36264"/>
                        <a:pt x="16430" y="36214"/>
                        <a:pt x="16281" y="36164"/>
                      </a:cubicBezTo>
                      <a:cubicBezTo>
                        <a:pt x="16265" y="36156"/>
                        <a:pt x="16248" y="36148"/>
                        <a:pt x="16240" y="36148"/>
                      </a:cubicBezTo>
                      <a:cubicBezTo>
                        <a:pt x="16214" y="36153"/>
                        <a:pt x="16189" y="36156"/>
                        <a:pt x="16163" y="36156"/>
                      </a:cubicBezTo>
                      <a:cubicBezTo>
                        <a:pt x="15976" y="36156"/>
                        <a:pt x="15802" y="36005"/>
                        <a:pt x="15693" y="35866"/>
                      </a:cubicBezTo>
                      <a:cubicBezTo>
                        <a:pt x="15535" y="35650"/>
                        <a:pt x="15461" y="35385"/>
                        <a:pt x="15395" y="35137"/>
                      </a:cubicBezTo>
                      <a:cubicBezTo>
                        <a:pt x="15312" y="34855"/>
                        <a:pt x="15237" y="34582"/>
                        <a:pt x="15163" y="34300"/>
                      </a:cubicBezTo>
                      <a:cubicBezTo>
                        <a:pt x="15121" y="34167"/>
                        <a:pt x="15088" y="34026"/>
                        <a:pt x="15055" y="33894"/>
                      </a:cubicBezTo>
                      <a:cubicBezTo>
                        <a:pt x="15047" y="33886"/>
                        <a:pt x="15047" y="33869"/>
                        <a:pt x="15047" y="33852"/>
                      </a:cubicBezTo>
                      <a:cubicBezTo>
                        <a:pt x="15038" y="33894"/>
                        <a:pt x="15038" y="33935"/>
                        <a:pt x="15038" y="33977"/>
                      </a:cubicBezTo>
                      <a:cubicBezTo>
                        <a:pt x="15038" y="33997"/>
                        <a:pt x="15022" y="34008"/>
                        <a:pt x="15004" y="34008"/>
                      </a:cubicBezTo>
                      <a:cubicBezTo>
                        <a:pt x="14987" y="34008"/>
                        <a:pt x="14968" y="33997"/>
                        <a:pt x="14964" y="33977"/>
                      </a:cubicBezTo>
                      <a:cubicBezTo>
                        <a:pt x="14955" y="33819"/>
                        <a:pt x="14939" y="33670"/>
                        <a:pt x="14931" y="33513"/>
                      </a:cubicBezTo>
                      <a:cubicBezTo>
                        <a:pt x="14931" y="33413"/>
                        <a:pt x="14931" y="33322"/>
                        <a:pt x="14931" y="33231"/>
                      </a:cubicBezTo>
                      <a:cubicBezTo>
                        <a:pt x="14931" y="33181"/>
                        <a:pt x="14931" y="33132"/>
                        <a:pt x="14939" y="33082"/>
                      </a:cubicBezTo>
                      <a:cubicBezTo>
                        <a:pt x="14939" y="32784"/>
                        <a:pt x="14955" y="32485"/>
                        <a:pt x="14980" y="32187"/>
                      </a:cubicBezTo>
                      <a:cubicBezTo>
                        <a:pt x="14997" y="31889"/>
                        <a:pt x="15030" y="31591"/>
                        <a:pt x="15063" y="31292"/>
                      </a:cubicBezTo>
                      <a:cubicBezTo>
                        <a:pt x="15080" y="31185"/>
                        <a:pt x="15096" y="31077"/>
                        <a:pt x="15113" y="30969"/>
                      </a:cubicBezTo>
                      <a:cubicBezTo>
                        <a:pt x="15096" y="30961"/>
                        <a:pt x="15080" y="30953"/>
                        <a:pt x="15080" y="30928"/>
                      </a:cubicBezTo>
                      <a:cubicBezTo>
                        <a:pt x="15129" y="30729"/>
                        <a:pt x="15163" y="30522"/>
                        <a:pt x="15212" y="30323"/>
                      </a:cubicBezTo>
                      <a:cubicBezTo>
                        <a:pt x="15254" y="30132"/>
                        <a:pt x="15312" y="29950"/>
                        <a:pt x="15361" y="29759"/>
                      </a:cubicBezTo>
                      <a:cubicBezTo>
                        <a:pt x="15535" y="29105"/>
                        <a:pt x="15718" y="28450"/>
                        <a:pt x="15867" y="27788"/>
                      </a:cubicBezTo>
                      <a:cubicBezTo>
                        <a:pt x="15941" y="27456"/>
                        <a:pt x="16008" y="27125"/>
                        <a:pt x="16049" y="26793"/>
                      </a:cubicBezTo>
                      <a:cubicBezTo>
                        <a:pt x="16074" y="26652"/>
                        <a:pt x="16091" y="26512"/>
                        <a:pt x="16107" y="26362"/>
                      </a:cubicBezTo>
                      <a:cubicBezTo>
                        <a:pt x="16107" y="26346"/>
                        <a:pt x="16107" y="26321"/>
                        <a:pt x="16107" y="26304"/>
                      </a:cubicBezTo>
                      <a:cubicBezTo>
                        <a:pt x="16115" y="26263"/>
                        <a:pt x="16115" y="26222"/>
                        <a:pt x="16124" y="26172"/>
                      </a:cubicBezTo>
                      <a:lnTo>
                        <a:pt x="16124" y="26172"/>
                      </a:lnTo>
                      <a:cubicBezTo>
                        <a:pt x="16074" y="26296"/>
                        <a:pt x="16016" y="26429"/>
                        <a:pt x="15925" y="26520"/>
                      </a:cubicBezTo>
                      <a:cubicBezTo>
                        <a:pt x="15914" y="26531"/>
                        <a:pt x="15901" y="26535"/>
                        <a:pt x="15888" y="26535"/>
                      </a:cubicBezTo>
                      <a:cubicBezTo>
                        <a:pt x="15853" y="26535"/>
                        <a:pt x="15819" y="26501"/>
                        <a:pt x="15825" y="26470"/>
                      </a:cubicBezTo>
                      <a:cubicBezTo>
                        <a:pt x="15834" y="26338"/>
                        <a:pt x="15892" y="26205"/>
                        <a:pt x="15941" y="26081"/>
                      </a:cubicBezTo>
                      <a:cubicBezTo>
                        <a:pt x="15983" y="25956"/>
                        <a:pt x="16024" y="25832"/>
                        <a:pt x="16057" y="25700"/>
                      </a:cubicBezTo>
                      <a:cubicBezTo>
                        <a:pt x="16132" y="25443"/>
                        <a:pt x="16190" y="25169"/>
                        <a:pt x="16231" y="24904"/>
                      </a:cubicBezTo>
                      <a:cubicBezTo>
                        <a:pt x="16235" y="24867"/>
                        <a:pt x="16261" y="24850"/>
                        <a:pt x="16288" y="24850"/>
                      </a:cubicBezTo>
                      <a:cubicBezTo>
                        <a:pt x="16321" y="24850"/>
                        <a:pt x="16356" y="24875"/>
                        <a:pt x="16356" y="24921"/>
                      </a:cubicBezTo>
                      <a:cubicBezTo>
                        <a:pt x="16356" y="25037"/>
                        <a:pt x="16347" y="25153"/>
                        <a:pt x="16331" y="25269"/>
                      </a:cubicBezTo>
                      <a:cubicBezTo>
                        <a:pt x="16364" y="25194"/>
                        <a:pt x="16397" y="25111"/>
                        <a:pt x="16414" y="25037"/>
                      </a:cubicBezTo>
                      <a:cubicBezTo>
                        <a:pt x="16447" y="24921"/>
                        <a:pt x="16422" y="24796"/>
                        <a:pt x="16405" y="24680"/>
                      </a:cubicBezTo>
                      <a:cubicBezTo>
                        <a:pt x="16397" y="24622"/>
                        <a:pt x="16397" y="24556"/>
                        <a:pt x="16389" y="24498"/>
                      </a:cubicBezTo>
                      <a:cubicBezTo>
                        <a:pt x="16389" y="24448"/>
                        <a:pt x="16389" y="24374"/>
                        <a:pt x="16356" y="24341"/>
                      </a:cubicBezTo>
                      <a:cubicBezTo>
                        <a:pt x="16328" y="24313"/>
                        <a:pt x="16347" y="24261"/>
                        <a:pt x="16379" y="24261"/>
                      </a:cubicBezTo>
                      <a:cubicBezTo>
                        <a:pt x="16385" y="24261"/>
                        <a:pt x="16391" y="24262"/>
                        <a:pt x="16397" y="24266"/>
                      </a:cubicBezTo>
                      <a:cubicBezTo>
                        <a:pt x="16497" y="24316"/>
                        <a:pt x="16521" y="24415"/>
                        <a:pt x="16538" y="24515"/>
                      </a:cubicBezTo>
                      <a:cubicBezTo>
                        <a:pt x="16571" y="24448"/>
                        <a:pt x="16604" y="24374"/>
                        <a:pt x="16637" y="24308"/>
                      </a:cubicBezTo>
                      <a:cubicBezTo>
                        <a:pt x="16778" y="24051"/>
                        <a:pt x="16994" y="23852"/>
                        <a:pt x="17168" y="23628"/>
                      </a:cubicBezTo>
                      <a:cubicBezTo>
                        <a:pt x="17176" y="23620"/>
                        <a:pt x="17184" y="23612"/>
                        <a:pt x="17193" y="23603"/>
                      </a:cubicBezTo>
                      <a:cubicBezTo>
                        <a:pt x="17292" y="23396"/>
                        <a:pt x="17400" y="23189"/>
                        <a:pt x="17507" y="22990"/>
                      </a:cubicBezTo>
                      <a:cubicBezTo>
                        <a:pt x="17607" y="22692"/>
                        <a:pt x="17657" y="22369"/>
                        <a:pt x="17698" y="22054"/>
                      </a:cubicBezTo>
                      <a:cubicBezTo>
                        <a:pt x="17702" y="22036"/>
                        <a:pt x="17716" y="22027"/>
                        <a:pt x="17731" y="22027"/>
                      </a:cubicBezTo>
                      <a:cubicBezTo>
                        <a:pt x="17751" y="22027"/>
                        <a:pt x="17773" y="22042"/>
                        <a:pt x="17773" y="22071"/>
                      </a:cubicBezTo>
                      <a:cubicBezTo>
                        <a:pt x="17764" y="22194"/>
                        <a:pt x="17764" y="22318"/>
                        <a:pt x="17756" y="22442"/>
                      </a:cubicBezTo>
                      <a:lnTo>
                        <a:pt x="17756" y="22442"/>
                      </a:lnTo>
                      <a:cubicBezTo>
                        <a:pt x="17757" y="22434"/>
                        <a:pt x="17764" y="22426"/>
                        <a:pt x="17764" y="22419"/>
                      </a:cubicBezTo>
                      <a:cubicBezTo>
                        <a:pt x="17938" y="21963"/>
                        <a:pt x="18054" y="21457"/>
                        <a:pt x="18005" y="20969"/>
                      </a:cubicBezTo>
                      <a:cubicBezTo>
                        <a:pt x="18005" y="20941"/>
                        <a:pt x="18030" y="20924"/>
                        <a:pt x="18054" y="20924"/>
                      </a:cubicBezTo>
                      <a:cubicBezTo>
                        <a:pt x="18074" y="20924"/>
                        <a:pt x="18092" y="20935"/>
                        <a:pt x="18096" y="20960"/>
                      </a:cubicBezTo>
                      <a:cubicBezTo>
                        <a:pt x="18129" y="21149"/>
                        <a:pt x="18137" y="21347"/>
                        <a:pt x="18129" y="21536"/>
                      </a:cubicBezTo>
                      <a:lnTo>
                        <a:pt x="18129" y="21536"/>
                      </a:lnTo>
                      <a:cubicBezTo>
                        <a:pt x="18130" y="21521"/>
                        <a:pt x="18137" y="21505"/>
                        <a:pt x="18137" y="21482"/>
                      </a:cubicBezTo>
                      <a:cubicBezTo>
                        <a:pt x="18154" y="21391"/>
                        <a:pt x="18170" y="21292"/>
                        <a:pt x="18179" y="21192"/>
                      </a:cubicBezTo>
                      <a:cubicBezTo>
                        <a:pt x="18162" y="21184"/>
                        <a:pt x="18145" y="21167"/>
                        <a:pt x="18145" y="21143"/>
                      </a:cubicBezTo>
                      <a:cubicBezTo>
                        <a:pt x="18137" y="21068"/>
                        <a:pt x="18154" y="20985"/>
                        <a:pt x="18162" y="20911"/>
                      </a:cubicBezTo>
                      <a:cubicBezTo>
                        <a:pt x="18170" y="20853"/>
                        <a:pt x="18179" y="20786"/>
                        <a:pt x="18187" y="20728"/>
                      </a:cubicBezTo>
                      <a:cubicBezTo>
                        <a:pt x="18179" y="20596"/>
                        <a:pt x="18162" y="20471"/>
                        <a:pt x="18145" y="20347"/>
                      </a:cubicBezTo>
                      <a:cubicBezTo>
                        <a:pt x="18112" y="20140"/>
                        <a:pt x="18096" y="19933"/>
                        <a:pt x="18071" y="19726"/>
                      </a:cubicBezTo>
                      <a:cubicBezTo>
                        <a:pt x="18066" y="19701"/>
                        <a:pt x="18091" y="19682"/>
                        <a:pt x="18114" y="19682"/>
                      </a:cubicBezTo>
                      <a:cubicBezTo>
                        <a:pt x="18129" y="19682"/>
                        <a:pt x="18142" y="19690"/>
                        <a:pt x="18145" y="19709"/>
                      </a:cubicBezTo>
                      <a:cubicBezTo>
                        <a:pt x="18187" y="19825"/>
                        <a:pt x="18220" y="19949"/>
                        <a:pt x="18245" y="20065"/>
                      </a:cubicBezTo>
                      <a:cubicBezTo>
                        <a:pt x="18253" y="19983"/>
                        <a:pt x="18253" y="19900"/>
                        <a:pt x="18261" y="19825"/>
                      </a:cubicBezTo>
                      <a:cubicBezTo>
                        <a:pt x="18261" y="19784"/>
                        <a:pt x="18261" y="19742"/>
                        <a:pt x="18261" y="19709"/>
                      </a:cubicBezTo>
                      <a:lnTo>
                        <a:pt x="18253" y="19701"/>
                      </a:lnTo>
                      <a:cubicBezTo>
                        <a:pt x="18253" y="19585"/>
                        <a:pt x="18253" y="19469"/>
                        <a:pt x="18212" y="19361"/>
                      </a:cubicBezTo>
                      <a:cubicBezTo>
                        <a:pt x="18179" y="19262"/>
                        <a:pt x="18121" y="19179"/>
                        <a:pt x="18046" y="19096"/>
                      </a:cubicBezTo>
                      <a:cubicBezTo>
                        <a:pt x="18021" y="19071"/>
                        <a:pt x="17996" y="19038"/>
                        <a:pt x="17971" y="19013"/>
                      </a:cubicBezTo>
                      <a:cubicBezTo>
                        <a:pt x="17880" y="18905"/>
                        <a:pt x="17797" y="18798"/>
                        <a:pt x="17715" y="18682"/>
                      </a:cubicBezTo>
                      <a:cubicBezTo>
                        <a:pt x="17532" y="18450"/>
                        <a:pt x="17383" y="18201"/>
                        <a:pt x="17242" y="17944"/>
                      </a:cubicBezTo>
                      <a:cubicBezTo>
                        <a:pt x="17224" y="17903"/>
                        <a:pt x="17262" y="17870"/>
                        <a:pt x="17297" y="17870"/>
                      </a:cubicBezTo>
                      <a:cubicBezTo>
                        <a:pt x="17311" y="17870"/>
                        <a:pt x="17324" y="17875"/>
                        <a:pt x="17333" y="17886"/>
                      </a:cubicBezTo>
                      <a:cubicBezTo>
                        <a:pt x="17466" y="18085"/>
                        <a:pt x="17615" y="18284"/>
                        <a:pt x="17773" y="18466"/>
                      </a:cubicBezTo>
                      <a:cubicBezTo>
                        <a:pt x="17814" y="18516"/>
                        <a:pt x="17855" y="18566"/>
                        <a:pt x="17897" y="18615"/>
                      </a:cubicBezTo>
                      <a:cubicBezTo>
                        <a:pt x="17922" y="18640"/>
                        <a:pt x="17938" y="18657"/>
                        <a:pt x="17963" y="18682"/>
                      </a:cubicBezTo>
                      <a:cubicBezTo>
                        <a:pt x="17963" y="18640"/>
                        <a:pt x="17955" y="18599"/>
                        <a:pt x="17955" y="18558"/>
                      </a:cubicBezTo>
                      <a:cubicBezTo>
                        <a:pt x="17938" y="18384"/>
                        <a:pt x="17930" y="18201"/>
                        <a:pt x="17930" y="18019"/>
                      </a:cubicBezTo>
                      <a:cubicBezTo>
                        <a:pt x="17930" y="17837"/>
                        <a:pt x="17938" y="17646"/>
                        <a:pt x="17938" y="17456"/>
                      </a:cubicBezTo>
                      <a:cubicBezTo>
                        <a:pt x="17938" y="17273"/>
                        <a:pt x="17963" y="17091"/>
                        <a:pt x="17971" y="16909"/>
                      </a:cubicBezTo>
                      <a:cubicBezTo>
                        <a:pt x="17971" y="16900"/>
                        <a:pt x="17971" y="16892"/>
                        <a:pt x="17980" y="16884"/>
                      </a:cubicBezTo>
                      <a:cubicBezTo>
                        <a:pt x="17996" y="16726"/>
                        <a:pt x="18013" y="16577"/>
                        <a:pt x="18029" y="16420"/>
                      </a:cubicBezTo>
                      <a:cubicBezTo>
                        <a:pt x="18071" y="16064"/>
                        <a:pt x="18121" y="15699"/>
                        <a:pt x="18005" y="15351"/>
                      </a:cubicBezTo>
                      <a:cubicBezTo>
                        <a:pt x="17994" y="15308"/>
                        <a:pt x="18028" y="15276"/>
                        <a:pt x="18062" y="15276"/>
                      </a:cubicBezTo>
                      <a:cubicBezTo>
                        <a:pt x="18081" y="15276"/>
                        <a:pt x="18100" y="15286"/>
                        <a:pt x="18112" y="15310"/>
                      </a:cubicBezTo>
                      <a:cubicBezTo>
                        <a:pt x="18145" y="15392"/>
                        <a:pt x="18179" y="15467"/>
                        <a:pt x="18203" y="15550"/>
                      </a:cubicBezTo>
                      <a:cubicBezTo>
                        <a:pt x="18203" y="15500"/>
                        <a:pt x="18203" y="15459"/>
                        <a:pt x="18203" y="15409"/>
                      </a:cubicBezTo>
                      <a:cubicBezTo>
                        <a:pt x="18203" y="15334"/>
                        <a:pt x="18195" y="15260"/>
                        <a:pt x="18187" y="15185"/>
                      </a:cubicBezTo>
                      <a:cubicBezTo>
                        <a:pt x="18170" y="15020"/>
                        <a:pt x="18154" y="14854"/>
                        <a:pt x="18129" y="14696"/>
                      </a:cubicBezTo>
                      <a:cubicBezTo>
                        <a:pt x="18104" y="14564"/>
                        <a:pt x="18063" y="14415"/>
                        <a:pt x="17947" y="14324"/>
                      </a:cubicBezTo>
                      <a:cubicBezTo>
                        <a:pt x="17912" y="14296"/>
                        <a:pt x="17941" y="14251"/>
                        <a:pt x="17980" y="14251"/>
                      </a:cubicBezTo>
                      <a:cubicBezTo>
                        <a:pt x="17988" y="14251"/>
                        <a:pt x="17996" y="14253"/>
                        <a:pt x="18005" y="14257"/>
                      </a:cubicBezTo>
                      <a:cubicBezTo>
                        <a:pt x="18038" y="14282"/>
                        <a:pt x="18071" y="14307"/>
                        <a:pt x="18104" y="14340"/>
                      </a:cubicBezTo>
                      <a:cubicBezTo>
                        <a:pt x="18096" y="14299"/>
                        <a:pt x="18087" y="14266"/>
                        <a:pt x="18071" y="14224"/>
                      </a:cubicBezTo>
                      <a:cubicBezTo>
                        <a:pt x="18038" y="14166"/>
                        <a:pt x="18005" y="14108"/>
                        <a:pt x="17963" y="14042"/>
                      </a:cubicBezTo>
                      <a:cubicBezTo>
                        <a:pt x="17897" y="13926"/>
                        <a:pt x="17822" y="13810"/>
                        <a:pt x="17748" y="13686"/>
                      </a:cubicBezTo>
                      <a:cubicBezTo>
                        <a:pt x="17748" y="13760"/>
                        <a:pt x="17731" y="13826"/>
                        <a:pt x="17690" y="13876"/>
                      </a:cubicBezTo>
                      <a:cubicBezTo>
                        <a:pt x="17682" y="13888"/>
                        <a:pt x="17667" y="13894"/>
                        <a:pt x="17653" y="13894"/>
                      </a:cubicBezTo>
                      <a:cubicBezTo>
                        <a:pt x="17636" y="13894"/>
                        <a:pt x="17620" y="13886"/>
                        <a:pt x="17615" y="13868"/>
                      </a:cubicBezTo>
                      <a:cubicBezTo>
                        <a:pt x="17599" y="13818"/>
                        <a:pt x="17599" y="13768"/>
                        <a:pt x="17599" y="13719"/>
                      </a:cubicBezTo>
                      <a:cubicBezTo>
                        <a:pt x="17590" y="13669"/>
                        <a:pt x="17582" y="13619"/>
                        <a:pt x="17574" y="13578"/>
                      </a:cubicBezTo>
                      <a:cubicBezTo>
                        <a:pt x="17557" y="13470"/>
                        <a:pt x="17516" y="13379"/>
                        <a:pt x="17483" y="13288"/>
                      </a:cubicBezTo>
                      <a:cubicBezTo>
                        <a:pt x="17400" y="13081"/>
                        <a:pt x="17300" y="12882"/>
                        <a:pt x="17209" y="12691"/>
                      </a:cubicBezTo>
                      <a:cubicBezTo>
                        <a:pt x="17209" y="12675"/>
                        <a:pt x="17209" y="12667"/>
                        <a:pt x="17209" y="12650"/>
                      </a:cubicBezTo>
                      <a:cubicBezTo>
                        <a:pt x="17176" y="12600"/>
                        <a:pt x="17135" y="12551"/>
                        <a:pt x="17093" y="12501"/>
                      </a:cubicBezTo>
                      <a:cubicBezTo>
                        <a:pt x="17074" y="12469"/>
                        <a:pt x="17100" y="12421"/>
                        <a:pt x="17131" y="12421"/>
                      </a:cubicBezTo>
                      <a:cubicBezTo>
                        <a:pt x="17141" y="12421"/>
                        <a:pt x="17150" y="12425"/>
                        <a:pt x="17159" y="12435"/>
                      </a:cubicBezTo>
                      <a:cubicBezTo>
                        <a:pt x="17234" y="12509"/>
                        <a:pt x="17317" y="12584"/>
                        <a:pt x="17383" y="12667"/>
                      </a:cubicBezTo>
                      <a:cubicBezTo>
                        <a:pt x="17375" y="12650"/>
                        <a:pt x="17367" y="12633"/>
                        <a:pt x="17358" y="12617"/>
                      </a:cubicBezTo>
                      <a:cubicBezTo>
                        <a:pt x="17333" y="12592"/>
                        <a:pt x="17300" y="12567"/>
                        <a:pt x="17275" y="12534"/>
                      </a:cubicBezTo>
                      <a:cubicBezTo>
                        <a:pt x="17184" y="12435"/>
                        <a:pt x="17118" y="12310"/>
                        <a:pt x="17068" y="12186"/>
                      </a:cubicBezTo>
                      <a:cubicBezTo>
                        <a:pt x="17052" y="12145"/>
                        <a:pt x="17035" y="12103"/>
                        <a:pt x="17019" y="12053"/>
                      </a:cubicBezTo>
                      <a:cubicBezTo>
                        <a:pt x="16977" y="11954"/>
                        <a:pt x="16944" y="11846"/>
                        <a:pt x="16911" y="11739"/>
                      </a:cubicBezTo>
                      <a:cubicBezTo>
                        <a:pt x="16903" y="11739"/>
                        <a:pt x="16894" y="11739"/>
                        <a:pt x="16886" y="11730"/>
                      </a:cubicBezTo>
                      <a:cubicBezTo>
                        <a:pt x="16845" y="11689"/>
                        <a:pt x="16820" y="11623"/>
                        <a:pt x="16803" y="11565"/>
                      </a:cubicBezTo>
                      <a:cubicBezTo>
                        <a:pt x="16794" y="11577"/>
                        <a:pt x="16780" y="11582"/>
                        <a:pt x="16767" y="11582"/>
                      </a:cubicBezTo>
                      <a:cubicBezTo>
                        <a:pt x="16744" y="11582"/>
                        <a:pt x="16720" y="11566"/>
                        <a:pt x="16720" y="11540"/>
                      </a:cubicBezTo>
                      <a:cubicBezTo>
                        <a:pt x="16712" y="11507"/>
                        <a:pt x="16712" y="11473"/>
                        <a:pt x="16712" y="11440"/>
                      </a:cubicBezTo>
                      <a:cubicBezTo>
                        <a:pt x="16712" y="11407"/>
                        <a:pt x="16704" y="11382"/>
                        <a:pt x="16704" y="11349"/>
                      </a:cubicBezTo>
                      <a:cubicBezTo>
                        <a:pt x="16704" y="11291"/>
                        <a:pt x="16704" y="11225"/>
                        <a:pt x="16704" y="11167"/>
                      </a:cubicBezTo>
                      <a:cubicBezTo>
                        <a:pt x="16695" y="11117"/>
                        <a:pt x="16695" y="11059"/>
                        <a:pt x="16687" y="11009"/>
                      </a:cubicBezTo>
                      <a:cubicBezTo>
                        <a:pt x="16679" y="10943"/>
                        <a:pt x="16671" y="10885"/>
                        <a:pt x="16662" y="10827"/>
                      </a:cubicBezTo>
                      <a:cubicBezTo>
                        <a:pt x="16646" y="10811"/>
                        <a:pt x="16646" y="10794"/>
                        <a:pt x="16654" y="10777"/>
                      </a:cubicBezTo>
                      <a:cubicBezTo>
                        <a:pt x="16646" y="10703"/>
                        <a:pt x="16646" y="10637"/>
                        <a:pt x="16637" y="10570"/>
                      </a:cubicBezTo>
                      <a:cubicBezTo>
                        <a:pt x="16633" y="10537"/>
                        <a:pt x="16660" y="10518"/>
                        <a:pt x="16686" y="10518"/>
                      </a:cubicBezTo>
                      <a:cubicBezTo>
                        <a:pt x="16706" y="10518"/>
                        <a:pt x="16725" y="10529"/>
                        <a:pt x="16729" y="10554"/>
                      </a:cubicBezTo>
                      <a:cubicBezTo>
                        <a:pt x="16745" y="10637"/>
                        <a:pt x="16762" y="10728"/>
                        <a:pt x="16778" y="10811"/>
                      </a:cubicBezTo>
                      <a:cubicBezTo>
                        <a:pt x="16778" y="10819"/>
                        <a:pt x="16787" y="10835"/>
                        <a:pt x="16787" y="10844"/>
                      </a:cubicBezTo>
                      <a:cubicBezTo>
                        <a:pt x="16811" y="10918"/>
                        <a:pt x="16828" y="11001"/>
                        <a:pt x="16836" y="11076"/>
                      </a:cubicBezTo>
                      <a:cubicBezTo>
                        <a:pt x="16836" y="11101"/>
                        <a:pt x="16836" y="11117"/>
                        <a:pt x="16845" y="11142"/>
                      </a:cubicBezTo>
                      <a:lnTo>
                        <a:pt x="16845" y="11150"/>
                      </a:lnTo>
                      <a:cubicBezTo>
                        <a:pt x="16845" y="11159"/>
                        <a:pt x="16853" y="11175"/>
                        <a:pt x="16853" y="11192"/>
                      </a:cubicBezTo>
                      <a:lnTo>
                        <a:pt x="16886" y="11192"/>
                      </a:lnTo>
                      <a:cubicBezTo>
                        <a:pt x="16886" y="11175"/>
                        <a:pt x="16878" y="11150"/>
                        <a:pt x="16878" y="11134"/>
                      </a:cubicBezTo>
                      <a:cubicBezTo>
                        <a:pt x="16878" y="11125"/>
                        <a:pt x="16878" y="11117"/>
                        <a:pt x="16878" y="11109"/>
                      </a:cubicBezTo>
                      <a:cubicBezTo>
                        <a:pt x="16853" y="10927"/>
                        <a:pt x="16820" y="10744"/>
                        <a:pt x="16770" y="10570"/>
                      </a:cubicBezTo>
                      <a:cubicBezTo>
                        <a:pt x="16770" y="10562"/>
                        <a:pt x="16770" y="10554"/>
                        <a:pt x="16778" y="10545"/>
                      </a:cubicBezTo>
                      <a:cubicBezTo>
                        <a:pt x="16753" y="10479"/>
                        <a:pt x="16729" y="10405"/>
                        <a:pt x="16704" y="10338"/>
                      </a:cubicBezTo>
                      <a:cubicBezTo>
                        <a:pt x="16687" y="10294"/>
                        <a:pt x="16726" y="10261"/>
                        <a:pt x="16763" y="10261"/>
                      </a:cubicBezTo>
                      <a:cubicBezTo>
                        <a:pt x="16782" y="10261"/>
                        <a:pt x="16800" y="10269"/>
                        <a:pt x="16811" y="10289"/>
                      </a:cubicBezTo>
                      <a:cubicBezTo>
                        <a:pt x="16811" y="10264"/>
                        <a:pt x="16834" y="10249"/>
                        <a:pt x="16859" y="10249"/>
                      </a:cubicBezTo>
                      <a:cubicBezTo>
                        <a:pt x="16868" y="10249"/>
                        <a:pt x="16877" y="10251"/>
                        <a:pt x="16886" y="10255"/>
                      </a:cubicBezTo>
                      <a:cubicBezTo>
                        <a:pt x="16878" y="10222"/>
                        <a:pt x="16869" y="10197"/>
                        <a:pt x="16853" y="10164"/>
                      </a:cubicBezTo>
                      <a:cubicBezTo>
                        <a:pt x="16803" y="9974"/>
                        <a:pt x="16737" y="9783"/>
                        <a:pt x="16679" y="9601"/>
                      </a:cubicBezTo>
                      <a:cubicBezTo>
                        <a:pt x="16664" y="9555"/>
                        <a:pt x="16697" y="9517"/>
                        <a:pt x="16734" y="9517"/>
                      </a:cubicBezTo>
                      <a:cubicBezTo>
                        <a:pt x="16738" y="9517"/>
                        <a:pt x="16742" y="9517"/>
                        <a:pt x="16745" y="9518"/>
                      </a:cubicBezTo>
                      <a:cubicBezTo>
                        <a:pt x="16704" y="9410"/>
                        <a:pt x="16646" y="9303"/>
                        <a:pt x="16579" y="9203"/>
                      </a:cubicBezTo>
                      <a:cubicBezTo>
                        <a:pt x="16405" y="8913"/>
                        <a:pt x="16173" y="8665"/>
                        <a:pt x="15958" y="8400"/>
                      </a:cubicBezTo>
                      <a:cubicBezTo>
                        <a:pt x="15950" y="8400"/>
                        <a:pt x="15950" y="8391"/>
                        <a:pt x="15950" y="8383"/>
                      </a:cubicBezTo>
                      <a:cubicBezTo>
                        <a:pt x="15941" y="8366"/>
                        <a:pt x="15933" y="8358"/>
                        <a:pt x="15933" y="8342"/>
                      </a:cubicBezTo>
                      <a:cubicBezTo>
                        <a:pt x="15933" y="8333"/>
                        <a:pt x="15925" y="8325"/>
                        <a:pt x="15917" y="8325"/>
                      </a:cubicBezTo>
                      <a:cubicBezTo>
                        <a:pt x="15892" y="8292"/>
                        <a:pt x="15867" y="8259"/>
                        <a:pt x="15842" y="8234"/>
                      </a:cubicBezTo>
                      <a:cubicBezTo>
                        <a:pt x="15842" y="8240"/>
                        <a:pt x="15837" y="8253"/>
                        <a:pt x="15826" y="8253"/>
                      </a:cubicBezTo>
                      <a:cubicBezTo>
                        <a:pt x="15823" y="8253"/>
                        <a:pt x="15820" y="8252"/>
                        <a:pt x="15817" y="8250"/>
                      </a:cubicBezTo>
                      <a:cubicBezTo>
                        <a:pt x="15801" y="8250"/>
                        <a:pt x="15792" y="8242"/>
                        <a:pt x="15801" y="8226"/>
                      </a:cubicBezTo>
                      <a:cubicBezTo>
                        <a:pt x="15801" y="8209"/>
                        <a:pt x="15801" y="8201"/>
                        <a:pt x="15801" y="8184"/>
                      </a:cubicBezTo>
                      <a:cubicBezTo>
                        <a:pt x="15776" y="8159"/>
                        <a:pt x="15759" y="8134"/>
                        <a:pt x="15734" y="8101"/>
                      </a:cubicBezTo>
                      <a:cubicBezTo>
                        <a:pt x="15718" y="8101"/>
                        <a:pt x="15718" y="8093"/>
                        <a:pt x="15709" y="8076"/>
                      </a:cubicBezTo>
                      <a:lnTo>
                        <a:pt x="15643" y="8002"/>
                      </a:lnTo>
                      <a:cubicBezTo>
                        <a:pt x="15560" y="7902"/>
                        <a:pt x="15436" y="7786"/>
                        <a:pt x="15403" y="7654"/>
                      </a:cubicBezTo>
                      <a:cubicBezTo>
                        <a:pt x="15396" y="7620"/>
                        <a:pt x="15428" y="7591"/>
                        <a:pt x="15458" y="7591"/>
                      </a:cubicBezTo>
                      <a:cubicBezTo>
                        <a:pt x="15465" y="7591"/>
                        <a:pt x="15471" y="7593"/>
                        <a:pt x="15477" y="7596"/>
                      </a:cubicBezTo>
                      <a:cubicBezTo>
                        <a:pt x="15602" y="7646"/>
                        <a:pt x="15701" y="7795"/>
                        <a:pt x="15784" y="7894"/>
                      </a:cubicBezTo>
                      <a:cubicBezTo>
                        <a:pt x="15792" y="7902"/>
                        <a:pt x="15792" y="7911"/>
                        <a:pt x="15801" y="7919"/>
                      </a:cubicBezTo>
                      <a:cubicBezTo>
                        <a:pt x="15784" y="7844"/>
                        <a:pt x="15759" y="7770"/>
                        <a:pt x="15726" y="7704"/>
                      </a:cubicBezTo>
                      <a:cubicBezTo>
                        <a:pt x="15685" y="7604"/>
                        <a:pt x="15627" y="7513"/>
                        <a:pt x="15569" y="7430"/>
                      </a:cubicBezTo>
                      <a:cubicBezTo>
                        <a:pt x="15519" y="7347"/>
                        <a:pt x="15436" y="7256"/>
                        <a:pt x="15444" y="7157"/>
                      </a:cubicBezTo>
                      <a:cubicBezTo>
                        <a:pt x="15444" y="7142"/>
                        <a:pt x="15457" y="7122"/>
                        <a:pt x="15476" y="7122"/>
                      </a:cubicBezTo>
                      <a:cubicBezTo>
                        <a:pt x="15479" y="7122"/>
                        <a:pt x="15482" y="7122"/>
                        <a:pt x="15486" y="7124"/>
                      </a:cubicBezTo>
                      <a:cubicBezTo>
                        <a:pt x="15535" y="7140"/>
                        <a:pt x="15577" y="7173"/>
                        <a:pt x="15610" y="7215"/>
                      </a:cubicBezTo>
                      <a:cubicBezTo>
                        <a:pt x="15602" y="7198"/>
                        <a:pt x="15602" y="7182"/>
                        <a:pt x="15593" y="7165"/>
                      </a:cubicBezTo>
                      <a:cubicBezTo>
                        <a:pt x="15544" y="6991"/>
                        <a:pt x="15477" y="6825"/>
                        <a:pt x="15411" y="6651"/>
                      </a:cubicBezTo>
                      <a:cubicBezTo>
                        <a:pt x="15395" y="6610"/>
                        <a:pt x="15378" y="6568"/>
                        <a:pt x="15361" y="6519"/>
                      </a:cubicBezTo>
                      <a:lnTo>
                        <a:pt x="15353" y="6510"/>
                      </a:lnTo>
                      <a:cubicBezTo>
                        <a:pt x="15320" y="6469"/>
                        <a:pt x="15270" y="6436"/>
                        <a:pt x="15245" y="6386"/>
                      </a:cubicBezTo>
                      <a:cubicBezTo>
                        <a:pt x="15216" y="6350"/>
                        <a:pt x="15245" y="6300"/>
                        <a:pt x="15286" y="6300"/>
                      </a:cubicBezTo>
                      <a:cubicBezTo>
                        <a:pt x="15292" y="6300"/>
                        <a:pt x="15297" y="6301"/>
                        <a:pt x="15303" y="6303"/>
                      </a:cubicBezTo>
                      <a:cubicBezTo>
                        <a:pt x="15312" y="6312"/>
                        <a:pt x="15312" y="6312"/>
                        <a:pt x="15320" y="6312"/>
                      </a:cubicBezTo>
                      <a:cubicBezTo>
                        <a:pt x="15312" y="6278"/>
                        <a:pt x="15312" y="6245"/>
                        <a:pt x="15303" y="6204"/>
                      </a:cubicBezTo>
                      <a:cubicBezTo>
                        <a:pt x="15287" y="6196"/>
                        <a:pt x="15279" y="6179"/>
                        <a:pt x="15279" y="6154"/>
                      </a:cubicBezTo>
                      <a:cubicBezTo>
                        <a:pt x="15279" y="6055"/>
                        <a:pt x="15279" y="5955"/>
                        <a:pt x="15279" y="5856"/>
                      </a:cubicBezTo>
                      <a:cubicBezTo>
                        <a:pt x="15270" y="5814"/>
                        <a:pt x="15262" y="5773"/>
                        <a:pt x="15245" y="5732"/>
                      </a:cubicBezTo>
                      <a:cubicBezTo>
                        <a:pt x="15237" y="5707"/>
                        <a:pt x="15270" y="5698"/>
                        <a:pt x="15287" y="5698"/>
                      </a:cubicBezTo>
                      <a:cubicBezTo>
                        <a:pt x="15287" y="5549"/>
                        <a:pt x="15287" y="5400"/>
                        <a:pt x="15270" y="5259"/>
                      </a:cubicBezTo>
                      <a:cubicBezTo>
                        <a:pt x="15245" y="4961"/>
                        <a:pt x="15212" y="4679"/>
                        <a:pt x="15146" y="4389"/>
                      </a:cubicBezTo>
                      <a:cubicBezTo>
                        <a:pt x="15080" y="4108"/>
                        <a:pt x="14989" y="3826"/>
                        <a:pt x="14873" y="3553"/>
                      </a:cubicBezTo>
                      <a:cubicBezTo>
                        <a:pt x="14815" y="3420"/>
                        <a:pt x="14757" y="3287"/>
                        <a:pt x="14690" y="3163"/>
                      </a:cubicBezTo>
                      <a:cubicBezTo>
                        <a:pt x="14624" y="3039"/>
                        <a:pt x="14541" y="2915"/>
                        <a:pt x="14500" y="2774"/>
                      </a:cubicBezTo>
                      <a:lnTo>
                        <a:pt x="14500" y="2782"/>
                      </a:lnTo>
                      <a:cubicBezTo>
                        <a:pt x="14500" y="2815"/>
                        <a:pt x="14483" y="2832"/>
                        <a:pt x="14458" y="2840"/>
                      </a:cubicBezTo>
                      <a:cubicBezTo>
                        <a:pt x="14450" y="2843"/>
                        <a:pt x="14441" y="2845"/>
                        <a:pt x="14432" y="2845"/>
                      </a:cubicBezTo>
                      <a:cubicBezTo>
                        <a:pt x="14414" y="2845"/>
                        <a:pt x="14398" y="2837"/>
                        <a:pt x="14392" y="2815"/>
                      </a:cubicBezTo>
                      <a:cubicBezTo>
                        <a:pt x="14259" y="2492"/>
                        <a:pt x="14127" y="2169"/>
                        <a:pt x="13994" y="1846"/>
                      </a:cubicBezTo>
                      <a:cubicBezTo>
                        <a:pt x="13754" y="1291"/>
                        <a:pt x="13530" y="727"/>
                        <a:pt x="13273" y="172"/>
                      </a:cubicBezTo>
                      <a:cubicBezTo>
                        <a:pt x="13227" y="78"/>
                        <a:pt x="13169" y="1"/>
                        <a:pt x="1307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8" name="Google Shape;1288;p1"/>
                <p:cNvSpPr/>
                <p:nvPr/>
              </p:nvSpPr>
              <p:spPr>
                <a:xfrm>
                  <a:off x="2678200" y="4609150"/>
                  <a:ext cx="7350" cy="22675"/>
                </a:xfrm>
                <a:custGeom>
                  <a:rect b="b" l="l" r="r" t="t"/>
                  <a:pathLst>
                    <a:path extrusionOk="0" h="907" w="294">
                      <a:moveTo>
                        <a:pt x="231" y="0"/>
                      </a:moveTo>
                      <a:cubicBezTo>
                        <a:pt x="218" y="0"/>
                        <a:pt x="206" y="6"/>
                        <a:pt x="199" y="21"/>
                      </a:cubicBezTo>
                      <a:cubicBezTo>
                        <a:pt x="116" y="145"/>
                        <a:pt x="58" y="286"/>
                        <a:pt x="25" y="435"/>
                      </a:cubicBezTo>
                      <a:cubicBezTo>
                        <a:pt x="8" y="501"/>
                        <a:pt x="0" y="576"/>
                        <a:pt x="0" y="651"/>
                      </a:cubicBezTo>
                      <a:cubicBezTo>
                        <a:pt x="0" y="725"/>
                        <a:pt x="17" y="808"/>
                        <a:pt x="42" y="883"/>
                      </a:cubicBezTo>
                      <a:cubicBezTo>
                        <a:pt x="48" y="899"/>
                        <a:pt x="63" y="907"/>
                        <a:pt x="78" y="907"/>
                      </a:cubicBezTo>
                      <a:cubicBezTo>
                        <a:pt x="101" y="907"/>
                        <a:pt x="124" y="891"/>
                        <a:pt x="124" y="866"/>
                      </a:cubicBezTo>
                      <a:cubicBezTo>
                        <a:pt x="133" y="800"/>
                        <a:pt x="149" y="733"/>
                        <a:pt x="158" y="667"/>
                      </a:cubicBezTo>
                      <a:cubicBezTo>
                        <a:pt x="158" y="601"/>
                        <a:pt x="166" y="526"/>
                        <a:pt x="174" y="460"/>
                      </a:cubicBezTo>
                      <a:cubicBezTo>
                        <a:pt x="191" y="327"/>
                        <a:pt x="224" y="187"/>
                        <a:pt x="282" y="62"/>
                      </a:cubicBezTo>
                      <a:cubicBezTo>
                        <a:pt x="293" y="33"/>
                        <a:pt x="260" y="0"/>
                        <a:pt x="23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9" name="Google Shape;1289;p1"/>
                <p:cNvSpPr/>
                <p:nvPr/>
              </p:nvSpPr>
              <p:spPr>
                <a:xfrm>
                  <a:off x="2684400" y="4630100"/>
                  <a:ext cx="2525" cy="8625"/>
                </a:xfrm>
                <a:custGeom>
                  <a:rect b="b" l="l" r="r" t="t"/>
                  <a:pathLst>
                    <a:path extrusionOk="0" h="345" w="101">
                      <a:moveTo>
                        <a:pt x="51" y="1"/>
                      </a:moveTo>
                      <a:cubicBezTo>
                        <a:pt x="48" y="1"/>
                        <a:pt x="45" y="2"/>
                        <a:pt x="42" y="3"/>
                      </a:cubicBezTo>
                      <a:cubicBezTo>
                        <a:pt x="17" y="3"/>
                        <a:pt x="1" y="28"/>
                        <a:pt x="1" y="45"/>
                      </a:cubicBezTo>
                      <a:cubicBezTo>
                        <a:pt x="9" y="94"/>
                        <a:pt x="9" y="144"/>
                        <a:pt x="9" y="194"/>
                      </a:cubicBezTo>
                      <a:cubicBezTo>
                        <a:pt x="9" y="210"/>
                        <a:pt x="17" y="235"/>
                        <a:pt x="17" y="260"/>
                      </a:cubicBezTo>
                      <a:cubicBezTo>
                        <a:pt x="17" y="268"/>
                        <a:pt x="26" y="285"/>
                        <a:pt x="26" y="293"/>
                      </a:cubicBezTo>
                      <a:cubicBezTo>
                        <a:pt x="26" y="310"/>
                        <a:pt x="34" y="318"/>
                        <a:pt x="42" y="335"/>
                      </a:cubicBezTo>
                      <a:cubicBezTo>
                        <a:pt x="52" y="339"/>
                        <a:pt x="61" y="344"/>
                        <a:pt x="71" y="344"/>
                      </a:cubicBezTo>
                      <a:cubicBezTo>
                        <a:pt x="78" y="344"/>
                        <a:pt x="85" y="342"/>
                        <a:pt x="92" y="335"/>
                      </a:cubicBezTo>
                      <a:cubicBezTo>
                        <a:pt x="92" y="318"/>
                        <a:pt x="100" y="310"/>
                        <a:pt x="100" y="293"/>
                      </a:cubicBezTo>
                      <a:lnTo>
                        <a:pt x="100" y="260"/>
                      </a:lnTo>
                      <a:cubicBezTo>
                        <a:pt x="100" y="235"/>
                        <a:pt x="100" y="210"/>
                        <a:pt x="100" y="185"/>
                      </a:cubicBezTo>
                      <a:lnTo>
                        <a:pt x="84" y="36"/>
                      </a:lnTo>
                      <a:cubicBezTo>
                        <a:pt x="84" y="16"/>
                        <a:pt x="67" y="1"/>
                        <a:pt x="5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0" name="Google Shape;1290;p1"/>
                <p:cNvSpPr/>
                <p:nvPr/>
              </p:nvSpPr>
              <p:spPr>
                <a:xfrm>
                  <a:off x="2678400" y="4586100"/>
                  <a:ext cx="4175" cy="11375"/>
                </a:xfrm>
                <a:custGeom>
                  <a:rect b="b" l="l" r="r" t="t"/>
                  <a:pathLst>
                    <a:path extrusionOk="0" h="455" w="167">
                      <a:moveTo>
                        <a:pt x="130" y="0"/>
                      </a:moveTo>
                      <a:cubicBezTo>
                        <a:pt x="118" y="0"/>
                        <a:pt x="106" y="5"/>
                        <a:pt x="100" y="15"/>
                      </a:cubicBezTo>
                      <a:cubicBezTo>
                        <a:pt x="83" y="40"/>
                        <a:pt x="67" y="73"/>
                        <a:pt x="58" y="98"/>
                      </a:cubicBezTo>
                      <a:cubicBezTo>
                        <a:pt x="50" y="114"/>
                        <a:pt x="50" y="131"/>
                        <a:pt x="42" y="147"/>
                      </a:cubicBezTo>
                      <a:cubicBezTo>
                        <a:pt x="42" y="164"/>
                        <a:pt x="25" y="172"/>
                        <a:pt x="25" y="197"/>
                      </a:cubicBezTo>
                      <a:cubicBezTo>
                        <a:pt x="9" y="255"/>
                        <a:pt x="9" y="321"/>
                        <a:pt x="0" y="379"/>
                      </a:cubicBezTo>
                      <a:cubicBezTo>
                        <a:pt x="0" y="413"/>
                        <a:pt x="25" y="446"/>
                        <a:pt x="58" y="454"/>
                      </a:cubicBezTo>
                      <a:cubicBezTo>
                        <a:pt x="92" y="454"/>
                        <a:pt x="125" y="429"/>
                        <a:pt x="133" y="396"/>
                      </a:cubicBezTo>
                      <a:cubicBezTo>
                        <a:pt x="133" y="338"/>
                        <a:pt x="141" y="272"/>
                        <a:pt x="150" y="214"/>
                      </a:cubicBezTo>
                      <a:cubicBezTo>
                        <a:pt x="150" y="205"/>
                        <a:pt x="150" y="189"/>
                        <a:pt x="150" y="181"/>
                      </a:cubicBezTo>
                      <a:cubicBezTo>
                        <a:pt x="150" y="172"/>
                        <a:pt x="150" y="172"/>
                        <a:pt x="150" y="172"/>
                      </a:cubicBezTo>
                      <a:cubicBezTo>
                        <a:pt x="158" y="156"/>
                        <a:pt x="158" y="139"/>
                        <a:pt x="158" y="123"/>
                      </a:cubicBezTo>
                      <a:cubicBezTo>
                        <a:pt x="166" y="98"/>
                        <a:pt x="166" y="65"/>
                        <a:pt x="166" y="31"/>
                      </a:cubicBezTo>
                      <a:cubicBezTo>
                        <a:pt x="166" y="11"/>
                        <a:pt x="148" y="0"/>
                        <a:pt x="13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1" name="Google Shape;1291;p1"/>
                <p:cNvSpPr/>
                <p:nvPr/>
              </p:nvSpPr>
              <p:spPr>
                <a:xfrm>
                  <a:off x="2684000" y="4654975"/>
                  <a:ext cx="7050" cy="15175"/>
                </a:xfrm>
                <a:custGeom>
                  <a:rect b="b" l="l" r="r" t="t"/>
                  <a:pathLst>
                    <a:path extrusionOk="0" h="607" w="282">
                      <a:moveTo>
                        <a:pt x="76" y="1"/>
                      </a:moveTo>
                      <a:cubicBezTo>
                        <a:pt x="44" y="1"/>
                        <a:pt x="8" y="24"/>
                        <a:pt x="8" y="60"/>
                      </a:cubicBezTo>
                      <a:cubicBezTo>
                        <a:pt x="0" y="94"/>
                        <a:pt x="0" y="118"/>
                        <a:pt x="17" y="152"/>
                      </a:cubicBezTo>
                      <a:cubicBezTo>
                        <a:pt x="25" y="168"/>
                        <a:pt x="33" y="185"/>
                        <a:pt x="42" y="210"/>
                      </a:cubicBezTo>
                      <a:cubicBezTo>
                        <a:pt x="58" y="251"/>
                        <a:pt x="66" y="292"/>
                        <a:pt x="83" y="334"/>
                      </a:cubicBezTo>
                      <a:cubicBezTo>
                        <a:pt x="100" y="375"/>
                        <a:pt x="116" y="417"/>
                        <a:pt x="133" y="458"/>
                      </a:cubicBezTo>
                      <a:cubicBezTo>
                        <a:pt x="141" y="508"/>
                        <a:pt x="158" y="549"/>
                        <a:pt x="191" y="591"/>
                      </a:cubicBezTo>
                      <a:cubicBezTo>
                        <a:pt x="199" y="602"/>
                        <a:pt x="210" y="607"/>
                        <a:pt x="220" y="607"/>
                      </a:cubicBezTo>
                      <a:cubicBezTo>
                        <a:pt x="240" y="607"/>
                        <a:pt x="260" y="590"/>
                        <a:pt x="265" y="574"/>
                      </a:cubicBezTo>
                      <a:cubicBezTo>
                        <a:pt x="282" y="524"/>
                        <a:pt x="273" y="475"/>
                        <a:pt x="265" y="425"/>
                      </a:cubicBezTo>
                      <a:cubicBezTo>
                        <a:pt x="257" y="375"/>
                        <a:pt x="240" y="334"/>
                        <a:pt x="232" y="292"/>
                      </a:cubicBezTo>
                      <a:cubicBezTo>
                        <a:pt x="224" y="243"/>
                        <a:pt x="207" y="201"/>
                        <a:pt x="191" y="160"/>
                      </a:cubicBezTo>
                      <a:cubicBezTo>
                        <a:pt x="191" y="135"/>
                        <a:pt x="182" y="118"/>
                        <a:pt x="174" y="94"/>
                      </a:cubicBezTo>
                      <a:cubicBezTo>
                        <a:pt x="158" y="60"/>
                        <a:pt x="141" y="36"/>
                        <a:pt x="108" y="11"/>
                      </a:cubicBezTo>
                      <a:cubicBezTo>
                        <a:pt x="99" y="4"/>
                        <a:pt x="88" y="1"/>
                        <a:pt x="7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2" name="Google Shape;1292;p1"/>
                <p:cNvSpPr/>
                <p:nvPr/>
              </p:nvSpPr>
              <p:spPr>
                <a:xfrm>
                  <a:off x="2682950" y="4529650"/>
                  <a:ext cx="5425" cy="15000"/>
                </a:xfrm>
                <a:custGeom>
                  <a:rect b="b" l="l" r="r" t="t"/>
                  <a:pathLst>
                    <a:path extrusionOk="0" h="600" w="217">
                      <a:moveTo>
                        <a:pt x="174" y="1"/>
                      </a:moveTo>
                      <a:cubicBezTo>
                        <a:pt x="166" y="1"/>
                        <a:pt x="157" y="4"/>
                        <a:pt x="150" y="11"/>
                      </a:cubicBezTo>
                      <a:cubicBezTo>
                        <a:pt x="92" y="86"/>
                        <a:pt x="67" y="177"/>
                        <a:pt x="50" y="268"/>
                      </a:cubicBezTo>
                      <a:cubicBezTo>
                        <a:pt x="26" y="359"/>
                        <a:pt x="9" y="458"/>
                        <a:pt x="1" y="550"/>
                      </a:cubicBezTo>
                      <a:cubicBezTo>
                        <a:pt x="1" y="574"/>
                        <a:pt x="26" y="599"/>
                        <a:pt x="59" y="599"/>
                      </a:cubicBezTo>
                      <a:cubicBezTo>
                        <a:pt x="84" y="599"/>
                        <a:pt x="100" y="574"/>
                        <a:pt x="108" y="550"/>
                      </a:cubicBezTo>
                      <a:cubicBezTo>
                        <a:pt x="117" y="467"/>
                        <a:pt x="133" y="376"/>
                        <a:pt x="158" y="293"/>
                      </a:cubicBezTo>
                      <a:cubicBezTo>
                        <a:pt x="166" y="251"/>
                        <a:pt x="183" y="210"/>
                        <a:pt x="191" y="168"/>
                      </a:cubicBezTo>
                      <a:cubicBezTo>
                        <a:pt x="200" y="127"/>
                        <a:pt x="208" y="77"/>
                        <a:pt x="216" y="36"/>
                      </a:cubicBezTo>
                      <a:cubicBezTo>
                        <a:pt x="216" y="18"/>
                        <a:pt x="195" y="1"/>
                        <a:pt x="17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3" name="Google Shape;1293;p1"/>
                <p:cNvSpPr/>
                <p:nvPr/>
              </p:nvSpPr>
              <p:spPr>
                <a:xfrm>
                  <a:off x="2690000" y="4537875"/>
                  <a:ext cx="1875" cy="9250"/>
                </a:xfrm>
                <a:custGeom>
                  <a:rect b="b" l="l" r="r" t="t"/>
                  <a:pathLst>
                    <a:path extrusionOk="0" h="370" w="75">
                      <a:moveTo>
                        <a:pt x="61" y="1"/>
                      </a:moveTo>
                      <a:cubicBezTo>
                        <a:pt x="54" y="1"/>
                        <a:pt x="46" y="5"/>
                        <a:pt x="42" y="13"/>
                      </a:cubicBezTo>
                      <a:cubicBezTo>
                        <a:pt x="9" y="121"/>
                        <a:pt x="0" y="229"/>
                        <a:pt x="9" y="345"/>
                      </a:cubicBezTo>
                      <a:cubicBezTo>
                        <a:pt x="9" y="361"/>
                        <a:pt x="23" y="370"/>
                        <a:pt x="38" y="370"/>
                      </a:cubicBezTo>
                      <a:cubicBezTo>
                        <a:pt x="52" y="370"/>
                        <a:pt x="67" y="361"/>
                        <a:pt x="67" y="345"/>
                      </a:cubicBezTo>
                      <a:cubicBezTo>
                        <a:pt x="58" y="237"/>
                        <a:pt x="67" y="121"/>
                        <a:pt x="75" y="13"/>
                      </a:cubicBezTo>
                      <a:cubicBezTo>
                        <a:pt x="75" y="5"/>
                        <a:pt x="69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4" name="Google Shape;1294;p1"/>
                <p:cNvSpPr/>
                <p:nvPr/>
              </p:nvSpPr>
              <p:spPr>
                <a:xfrm>
                  <a:off x="2856325" y="3975225"/>
                  <a:ext cx="8975" cy="33250"/>
                </a:xfrm>
                <a:custGeom>
                  <a:rect b="b" l="l" r="r" t="t"/>
                  <a:pathLst>
                    <a:path extrusionOk="0" h="1330" w="359">
                      <a:moveTo>
                        <a:pt x="253" y="0"/>
                      </a:moveTo>
                      <a:cubicBezTo>
                        <a:pt x="233" y="0"/>
                        <a:pt x="214" y="10"/>
                        <a:pt x="208" y="33"/>
                      </a:cubicBezTo>
                      <a:cubicBezTo>
                        <a:pt x="166" y="165"/>
                        <a:pt x="125" y="306"/>
                        <a:pt x="92" y="439"/>
                      </a:cubicBezTo>
                      <a:cubicBezTo>
                        <a:pt x="59" y="571"/>
                        <a:pt x="25" y="712"/>
                        <a:pt x="25" y="845"/>
                      </a:cubicBezTo>
                      <a:cubicBezTo>
                        <a:pt x="25" y="872"/>
                        <a:pt x="43" y="888"/>
                        <a:pt x="63" y="888"/>
                      </a:cubicBezTo>
                      <a:cubicBezTo>
                        <a:pt x="67" y="888"/>
                        <a:pt x="71" y="887"/>
                        <a:pt x="75" y="886"/>
                      </a:cubicBezTo>
                      <a:lnTo>
                        <a:pt x="75" y="886"/>
                      </a:lnTo>
                      <a:cubicBezTo>
                        <a:pt x="67" y="936"/>
                        <a:pt x="50" y="977"/>
                        <a:pt x="42" y="1027"/>
                      </a:cubicBezTo>
                      <a:cubicBezTo>
                        <a:pt x="25" y="1110"/>
                        <a:pt x="1" y="1209"/>
                        <a:pt x="9" y="1300"/>
                      </a:cubicBezTo>
                      <a:cubicBezTo>
                        <a:pt x="14" y="1316"/>
                        <a:pt x="30" y="1329"/>
                        <a:pt x="45" y="1329"/>
                      </a:cubicBezTo>
                      <a:cubicBezTo>
                        <a:pt x="53" y="1329"/>
                        <a:pt x="61" y="1326"/>
                        <a:pt x="67" y="1317"/>
                      </a:cubicBezTo>
                      <a:cubicBezTo>
                        <a:pt x="100" y="1234"/>
                        <a:pt x="117" y="1143"/>
                        <a:pt x="141" y="1052"/>
                      </a:cubicBezTo>
                      <a:cubicBezTo>
                        <a:pt x="158" y="961"/>
                        <a:pt x="175" y="869"/>
                        <a:pt x="199" y="787"/>
                      </a:cubicBezTo>
                      <a:cubicBezTo>
                        <a:pt x="241" y="604"/>
                        <a:pt x="299" y="422"/>
                        <a:pt x="349" y="240"/>
                      </a:cubicBezTo>
                      <a:cubicBezTo>
                        <a:pt x="358" y="215"/>
                        <a:pt x="339" y="199"/>
                        <a:pt x="318" y="199"/>
                      </a:cubicBezTo>
                      <a:cubicBezTo>
                        <a:pt x="304" y="199"/>
                        <a:pt x="289" y="206"/>
                        <a:pt x="282" y="223"/>
                      </a:cubicBezTo>
                      <a:cubicBezTo>
                        <a:pt x="257" y="298"/>
                        <a:pt x="233" y="364"/>
                        <a:pt x="208" y="439"/>
                      </a:cubicBezTo>
                      <a:cubicBezTo>
                        <a:pt x="233" y="314"/>
                        <a:pt x="266" y="182"/>
                        <a:pt x="307" y="66"/>
                      </a:cubicBezTo>
                      <a:cubicBezTo>
                        <a:pt x="317" y="25"/>
                        <a:pt x="284" y="0"/>
                        <a:pt x="25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5" name="Google Shape;1295;p1"/>
                <p:cNvSpPr/>
                <p:nvPr/>
              </p:nvSpPr>
              <p:spPr>
                <a:xfrm>
                  <a:off x="2780100" y="3954350"/>
                  <a:ext cx="200750" cy="189450"/>
                </a:xfrm>
                <a:custGeom>
                  <a:rect b="b" l="l" r="r" t="t"/>
                  <a:pathLst>
                    <a:path extrusionOk="0" h="7578" w="8030">
                      <a:moveTo>
                        <a:pt x="6737" y="6775"/>
                      </a:moveTo>
                      <a:cubicBezTo>
                        <a:pt x="6737" y="6783"/>
                        <a:pt x="6728" y="6792"/>
                        <a:pt x="6728" y="6800"/>
                      </a:cubicBezTo>
                      <a:cubicBezTo>
                        <a:pt x="6687" y="6833"/>
                        <a:pt x="6654" y="6858"/>
                        <a:pt x="6612" y="6866"/>
                      </a:cubicBezTo>
                      <a:cubicBezTo>
                        <a:pt x="6612" y="6858"/>
                        <a:pt x="6621" y="6850"/>
                        <a:pt x="6629" y="6841"/>
                      </a:cubicBezTo>
                      <a:cubicBezTo>
                        <a:pt x="6662" y="6825"/>
                        <a:pt x="6704" y="6800"/>
                        <a:pt x="6737" y="6775"/>
                      </a:cubicBezTo>
                      <a:close/>
                      <a:moveTo>
                        <a:pt x="3519" y="1"/>
                      </a:moveTo>
                      <a:cubicBezTo>
                        <a:pt x="3509" y="1"/>
                        <a:pt x="3498" y="5"/>
                        <a:pt x="3489" y="14"/>
                      </a:cubicBezTo>
                      <a:cubicBezTo>
                        <a:pt x="3431" y="72"/>
                        <a:pt x="3381" y="138"/>
                        <a:pt x="3331" y="205"/>
                      </a:cubicBezTo>
                      <a:cubicBezTo>
                        <a:pt x="3290" y="221"/>
                        <a:pt x="3248" y="246"/>
                        <a:pt x="3207" y="279"/>
                      </a:cubicBezTo>
                      <a:cubicBezTo>
                        <a:pt x="3215" y="263"/>
                        <a:pt x="3224" y="238"/>
                        <a:pt x="3232" y="221"/>
                      </a:cubicBezTo>
                      <a:cubicBezTo>
                        <a:pt x="3238" y="191"/>
                        <a:pt x="3218" y="170"/>
                        <a:pt x="3197" y="170"/>
                      </a:cubicBezTo>
                      <a:cubicBezTo>
                        <a:pt x="3189" y="170"/>
                        <a:pt x="3181" y="173"/>
                        <a:pt x="3174" y="180"/>
                      </a:cubicBezTo>
                      <a:cubicBezTo>
                        <a:pt x="3124" y="221"/>
                        <a:pt x="3091" y="279"/>
                        <a:pt x="3066" y="329"/>
                      </a:cubicBezTo>
                      <a:cubicBezTo>
                        <a:pt x="3050" y="346"/>
                        <a:pt x="3041" y="370"/>
                        <a:pt x="3025" y="395"/>
                      </a:cubicBezTo>
                      <a:cubicBezTo>
                        <a:pt x="2925" y="462"/>
                        <a:pt x="2842" y="544"/>
                        <a:pt x="2768" y="644"/>
                      </a:cubicBezTo>
                      <a:cubicBezTo>
                        <a:pt x="2760" y="652"/>
                        <a:pt x="2751" y="669"/>
                        <a:pt x="2743" y="677"/>
                      </a:cubicBezTo>
                      <a:lnTo>
                        <a:pt x="2743" y="660"/>
                      </a:lnTo>
                      <a:cubicBezTo>
                        <a:pt x="2760" y="627"/>
                        <a:pt x="2731" y="593"/>
                        <a:pt x="2703" y="593"/>
                      </a:cubicBezTo>
                      <a:cubicBezTo>
                        <a:pt x="2690" y="593"/>
                        <a:pt x="2676" y="600"/>
                        <a:pt x="2668" y="619"/>
                      </a:cubicBezTo>
                      <a:cubicBezTo>
                        <a:pt x="2586" y="760"/>
                        <a:pt x="2528" y="909"/>
                        <a:pt x="2486" y="1066"/>
                      </a:cubicBezTo>
                      <a:cubicBezTo>
                        <a:pt x="2470" y="1149"/>
                        <a:pt x="2453" y="1232"/>
                        <a:pt x="2453" y="1315"/>
                      </a:cubicBezTo>
                      <a:cubicBezTo>
                        <a:pt x="2453" y="1323"/>
                        <a:pt x="2445" y="1340"/>
                        <a:pt x="2445" y="1356"/>
                      </a:cubicBezTo>
                      <a:cubicBezTo>
                        <a:pt x="2387" y="1622"/>
                        <a:pt x="2387" y="1903"/>
                        <a:pt x="2395" y="2177"/>
                      </a:cubicBezTo>
                      <a:cubicBezTo>
                        <a:pt x="2403" y="2450"/>
                        <a:pt x="2428" y="2740"/>
                        <a:pt x="2312" y="2989"/>
                      </a:cubicBezTo>
                      <a:cubicBezTo>
                        <a:pt x="2204" y="3221"/>
                        <a:pt x="1972" y="3353"/>
                        <a:pt x="1782" y="3511"/>
                      </a:cubicBezTo>
                      <a:cubicBezTo>
                        <a:pt x="1583" y="3676"/>
                        <a:pt x="1409" y="3867"/>
                        <a:pt x="1252" y="4066"/>
                      </a:cubicBezTo>
                      <a:cubicBezTo>
                        <a:pt x="1086" y="4265"/>
                        <a:pt x="937" y="4472"/>
                        <a:pt x="771" y="4671"/>
                      </a:cubicBezTo>
                      <a:cubicBezTo>
                        <a:pt x="697" y="4770"/>
                        <a:pt x="605" y="4861"/>
                        <a:pt x="523" y="4952"/>
                      </a:cubicBezTo>
                      <a:cubicBezTo>
                        <a:pt x="423" y="5043"/>
                        <a:pt x="315" y="5118"/>
                        <a:pt x="224" y="5217"/>
                      </a:cubicBezTo>
                      <a:cubicBezTo>
                        <a:pt x="1" y="5449"/>
                        <a:pt x="125" y="5756"/>
                        <a:pt x="233" y="6013"/>
                      </a:cubicBezTo>
                      <a:cubicBezTo>
                        <a:pt x="299" y="6154"/>
                        <a:pt x="373" y="6295"/>
                        <a:pt x="481" y="6402"/>
                      </a:cubicBezTo>
                      <a:cubicBezTo>
                        <a:pt x="481" y="6402"/>
                        <a:pt x="481" y="6411"/>
                        <a:pt x="481" y="6411"/>
                      </a:cubicBezTo>
                      <a:cubicBezTo>
                        <a:pt x="564" y="6709"/>
                        <a:pt x="688" y="7073"/>
                        <a:pt x="1028" y="7148"/>
                      </a:cubicBezTo>
                      <a:cubicBezTo>
                        <a:pt x="1061" y="7156"/>
                        <a:pt x="1103" y="7165"/>
                        <a:pt x="1136" y="7165"/>
                      </a:cubicBezTo>
                      <a:cubicBezTo>
                        <a:pt x="1161" y="7165"/>
                        <a:pt x="1202" y="7165"/>
                        <a:pt x="1219" y="7173"/>
                      </a:cubicBezTo>
                      <a:cubicBezTo>
                        <a:pt x="1252" y="7189"/>
                        <a:pt x="1243" y="7239"/>
                        <a:pt x="1252" y="7264"/>
                      </a:cubicBezTo>
                      <a:cubicBezTo>
                        <a:pt x="1260" y="7305"/>
                        <a:pt x="1268" y="7347"/>
                        <a:pt x="1293" y="7380"/>
                      </a:cubicBezTo>
                      <a:cubicBezTo>
                        <a:pt x="1368" y="7488"/>
                        <a:pt x="1509" y="7529"/>
                        <a:pt x="1633" y="7546"/>
                      </a:cubicBezTo>
                      <a:cubicBezTo>
                        <a:pt x="1805" y="7569"/>
                        <a:pt x="1983" y="7578"/>
                        <a:pt x="2161" y="7578"/>
                      </a:cubicBezTo>
                      <a:cubicBezTo>
                        <a:pt x="2360" y="7578"/>
                        <a:pt x="2559" y="7567"/>
                        <a:pt x="2751" y="7554"/>
                      </a:cubicBezTo>
                      <a:cubicBezTo>
                        <a:pt x="3141" y="7529"/>
                        <a:pt x="3522" y="7479"/>
                        <a:pt x="3895" y="7397"/>
                      </a:cubicBezTo>
                      <a:cubicBezTo>
                        <a:pt x="4284" y="7305"/>
                        <a:pt x="4657" y="7181"/>
                        <a:pt x="5055" y="7181"/>
                      </a:cubicBezTo>
                      <a:cubicBezTo>
                        <a:pt x="5069" y="7186"/>
                        <a:pt x="5083" y="7191"/>
                        <a:pt x="5099" y="7191"/>
                      </a:cubicBezTo>
                      <a:cubicBezTo>
                        <a:pt x="5111" y="7191"/>
                        <a:pt x="5124" y="7188"/>
                        <a:pt x="5138" y="7181"/>
                      </a:cubicBezTo>
                      <a:lnTo>
                        <a:pt x="5179" y="7181"/>
                      </a:lnTo>
                      <a:cubicBezTo>
                        <a:pt x="5212" y="7181"/>
                        <a:pt x="5229" y="7173"/>
                        <a:pt x="5237" y="7148"/>
                      </a:cubicBezTo>
                      <a:cubicBezTo>
                        <a:pt x="5316" y="7164"/>
                        <a:pt x="5391" y="7170"/>
                        <a:pt x="5468" y="7170"/>
                      </a:cubicBezTo>
                      <a:cubicBezTo>
                        <a:pt x="5512" y="7170"/>
                        <a:pt x="5556" y="7168"/>
                        <a:pt x="5602" y="7165"/>
                      </a:cubicBezTo>
                      <a:lnTo>
                        <a:pt x="5602" y="7165"/>
                      </a:lnTo>
                      <a:cubicBezTo>
                        <a:pt x="5585" y="7214"/>
                        <a:pt x="5602" y="7281"/>
                        <a:pt x="5676" y="7281"/>
                      </a:cubicBezTo>
                      <a:cubicBezTo>
                        <a:pt x="5867" y="7272"/>
                        <a:pt x="6049" y="7198"/>
                        <a:pt x="6198" y="7082"/>
                      </a:cubicBezTo>
                      <a:cubicBezTo>
                        <a:pt x="6206" y="7073"/>
                        <a:pt x="6215" y="7065"/>
                        <a:pt x="6223" y="7057"/>
                      </a:cubicBezTo>
                      <a:cubicBezTo>
                        <a:pt x="6264" y="7049"/>
                        <a:pt x="6306" y="7032"/>
                        <a:pt x="6339" y="7024"/>
                      </a:cubicBezTo>
                      <a:lnTo>
                        <a:pt x="6430" y="7024"/>
                      </a:lnTo>
                      <a:cubicBezTo>
                        <a:pt x="6438" y="7028"/>
                        <a:pt x="6449" y="7030"/>
                        <a:pt x="6459" y="7030"/>
                      </a:cubicBezTo>
                      <a:cubicBezTo>
                        <a:pt x="6469" y="7030"/>
                        <a:pt x="6480" y="7028"/>
                        <a:pt x="6488" y="7024"/>
                      </a:cubicBezTo>
                      <a:cubicBezTo>
                        <a:pt x="6554" y="7024"/>
                        <a:pt x="6629" y="7024"/>
                        <a:pt x="6687" y="6999"/>
                      </a:cubicBezTo>
                      <a:cubicBezTo>
                        <a:pt x="6745" y="6974"/>
                        <a:pt x="6795" y="6933"/>
                        <a:pt x="6836" y="6883"/>
                      </a:cubicBezTo>
                      <a:cubicBezTo>
                        <a:pt x="6844" y="6957"/>
                        <a:pt x="6869" y="7024"/>
                        <a:pt x="6911" y="7090"/>
                      </a:cubicBezTo>
                      <a:cubicBezTo>
                        <a:pt x="6944" y="7231"/>
                        <a:pt x="6985" y="7372"/>
                        <a:pt x="7027" y="7504"/>
                      </a:cubicBezTo>
                      <a:cubicBezTo>
                        <a:pt x="7038" y="7546"/>
                        <a:pt x="7077" y="7567"/>
                        <a:pt x="7116" y="7567"/>
                      </a:cubicBezTo>
                      <a:cubicBezTo>
                        <a:pt x="7161" y="7567"/>
                        <a:pt x="7205" y="7538"/>
                        <a:pt x="7201" y="7479"/>
                      </a:cubicBezTo>
                      <a:cubicBezTo>
                        <a:pt x="7192" y="7397"/>
                        <a:pt x="7184" y="7314"/>
                        <a:pt x="7184" y="7231"/>
                      </a:cubicBezTo>
                      <a:cubicBezTo>
                        <a:pt x="7201" y="7223"/>
                        <a:pt x="7209" y="7214"/>
                        <a:pt x="7225" y="7214"/>
                      </a:cubicBezTo>
                      <a:cubicBezTo>
                        <a:pt x="7259" y="7189"/>
                        <a:pt x="7292" y="7156"/>
                        <a:pt x="7308" y="7115"/>
                      </a:cubicBezTo>
                      <a:lnTo>
                        <a:pt x="7341" y="7165"/>
                      </a:lnTo>
                      <a:cubicBezTo>
                        <a:pt x="7350" y="7173"/>
                        <a:pt x="7350" y="7181"/>
                        <a:pt x="7350" y="7189"/>
                      </a:cubicBezTo>
                      <a:cubicBezTo>
                        <a:pt x="7358" y="7198"/>
                        <a:pt x="7366" y="7214"/>
                        <a:pt x="7383" y="7223"/>
                      </a:cubicBezTo>
                      <a:cubicBezTo>
                        <a:pt x="7416" y="7272"/>
                        <a:pt x="7441" y="7322"/>
                        <a:pt x="7482" y="7363"/>
                      </a:cubicBezTo>
                      <a:cubicBezTo>
                        <a:pt x="7506" y="7393"/>
                        <a:pt x="7543" y="7415"/>
                        <a:pt x="7584" y="7415"/>
                      </a:cubicBezTo>
                      <a:cubicBezTo>
                        <a:pt x="7600" y="7415"/>
                        <a:pt x="7616" y="7412"/>
                        <a:pt x="7631" y="7405"/>
                      </a:cubicBezTo>
                      <a:cubicBezTo>
                        <a:pt x="7640" y="7397"/>
                        <a:pt x="7648" y="7388"/>
                        <a:pt x="7656" y="7380"/>
                      </a:cubicBezTo>
                      <a:cubicBezTo>
                        <a:pt x="7656" y="7397"/>
                        <a:pt x="7665" y="7413"/>
                        <a:pt x="7673" y="7421"/>
                      </a:cubicBezTo>
                      <a:cubicBezTo>
                        <a:pt x="7694" y="7456"/>
                        <a:pt x="7726" y="7473"/>
                        <a:pt x="7760" y="7473"/>
                      </a:cubicBezTo>
                      <a:cubicBezTo>
                        <a:pt x="7767" y="7473"/>
                        <a:pt x="7774" y="7472"/>
                        <a:pt x="7781" y="7471"/>
                      </a:cubicBezTo>
                      <a:cubicBezTo>
                        <a:pt x="7791" y="7511"/>
                        <a:pt x="7820" y="7528"/>
                        <a:pt x="7851" y="7528"/>
                      </a:cubicBezTo>
                      <a:cubicBezTo>
                        <a:pt x="7897" y="7528"/>
                        <a:pt x="7945" y="7489"/>
                        <a:pt x="7930" y="7430"/>
                      </a:cubicBezTo>
                      <a:cubicBezTo>
                        <a:pt x="7930" y="7405"/>
                        <a:pt x="7930" y="7380"/>
                        <a:pt x="7921" y="7355"/>
                      </a:cubicBezTo>
                      <a:cubicBezTo>
                        <a:pt x="7971" y="7347"/>
                        <a:pt x="8029" y="7297"/>
                        <a:pt x="8004" y="7247"/>
                      </a:cubicBezTo>
                      <a:lnTo>
                        <a:pt x="8013" y="7247"/>
                      </a:lnTo>
                      <a:cubicBezTo>
                        <a:pt x="7946" y="7090"/>
                        <a:pt x="7897" y="6924"/>
                        <a:pt x="7847" y="6767"/>
                      </a:cubicBezTo>
                      <a:cubicBezTo>
                        <a:pt x="7847" y="6734"/>
                        <a:pt x="7839" y="6692"/>
                        <a:pt x="7839" y="6659"/>
                      </a:cubicBezTo>
                      <a:cubicBezTo>
                        <a:pt x="7839" y="6593"/>
                        <a:pt x="7781" y="6560"/>
                        <a:pt x="7731" y="6560"/>
                      </a:cubicBezTo>
                      <a:cubicBezTo>
                        <a:pt x="7681" y="6560"/>
                        <a:pt x="7631" y="6593"/>
                        <a:pt x="7631" y="6651"/>
                      </a:cubicBezTo>
                      <a:lnTo>
                        <a:pt x="7631" y="6667"/>
                      </a:lnTo>
                      <a:cubicBezTo>
                        <a:pt x="7631" y="6651"/>
                        <a:pt x="7623" y="6634"/>
                        <a:pt x="7623" y="6626"/>
                      </a:cubicBezTo>
                      <a:cubicBezTo>
                        <a:pt x="7623" y="6609"/>
                        <a:pt x="7615" y="6601"/>
                        <a:pt x="7615" y="6593"/>
                      </a:cubicBezTo>
                      <a:cubicBezTo>
                        <a:pt x="7598" y="6551"/>
                        <a:pt x="7590" y="6510"/>
                        <a:pt x="7565" y="6469"/>
                      </a:cubicBezTo>
                      <a:cubicBezTo>
                        <a:pt x="7565" y="6452"/>
                        <a:pt x="7573" y="6444"/>
                        <a:pt x="7573" y="6427"/>
                      </a:cubicBezTo>
                      <a:cubicBezTo>
                        <a:pt x="7573" y="6402"/>
                        <a:pt x="7573" y="6386"/>
                        <a:pt x="7573" y="6369"/>
                      </a:cubicBezTo>
                      <a:cubicBezTo>
                        <a:pt x="7573" y="6319"/>
                        <a:pt x="7532" y="6278"/>
                        <a:pt x="7482" y="6278"/>
                      </a:cubicBezTo>
                      <a:cubicBezTo>
                        <a:pt x="7474" y="6278"/>
                        <a:pt x="7466" y="6286"/>
                        <a:pt x="7457" y="6286"/>
                      </a:cubicBezTo>
                      <a:cubicBezTo>
                        <a:pt x="7449" y="6253"/>
                        <a:pt x="7424" y="6237"/>
                        <a:pt x="7391" y="6228"/>
                      </a:cubicBezTo>
                      <a:cubicBezTo>
                        <a:pt x="7350" y="6228"/>
                        <a:pt x="7300" y="6253"/>
                        <a:pt x="7292" y="6295"/>
                      </a:cubicBezTo>
                      <a:cubicBezTo>
                        <a:pt x="7283" y="6336"/>
                        <a:pt x="7267" y="6377"/>
                        <a:pt x="7259" y="6419"/>
                      </a:cubicBezTo>
                      <a:cubicBezTo>
                        <a:pt x="7250" y="6435"/>
                        <a:pt x="7250" y="6452"/>
                        <a:pt x="7242" y="6469"/>
                      </a:cubicBezTo>
                      <a:cubicBezTo>
                        <a:pt x="7250" y="6411"/>
                        <a:pt x="7259" y="6344"/>
                        <a:pt x="7259" y="6278"/>
                      </a:cubicBezTo>
                      <a:cubicBezTo>
                        <a:pt x="7263" y="6237"/>
                        <a:pt x="7227" y="6213"/>
                        <a:pt x="7191" y="6213"/>
                      </a:cubicBezTo>
                      <a:cubicBezTo>
                        <a:pt x="7162" y="6213"/>
                        <a:pt x="7133" y="6228"/>
                        <a:pt x="7126" y="6261"/>
                      </a:cubicBezTo>
                      <a:cubicBezTo>
                        <a:pt x="7126" y="6270"/>
                        <a:pt x="7126" y="6270"/>
                        <a:pt x="7126" y="6278"/>
                      </a:cubicBezTo>
                      <a:lnTo>
                        <a:pt x="7109" y="6278"/>
                      </a:lnTo>
                      <a:cubicBezTo>
                        <a:pt x="7118" y="6261"/>
                        <a:pt x="7126" y="6237"/>
                        <a:pt x="7134" y="6220"/>
                      </a:cubicBezTo>
                      <a:cubicBezTo>
                        <a:pt x="7146" y="6180"/>
                        <a:pt x="7106" y="6148"/>
                        <a:pt x="7072" y="6148"/>
                      </a:cubicBezTo>
                      <a:cubicBezTo>
                        <a:pt x="7057" y="6148"/>
                        <a:pt x="7043" y="6155"/>
                        <a:pt x="7035" y="6170"/>
                      </a:cubicBezTo>
                      <a:lnTo>
                        <a:pt x="7035" y="6137"/>
                      </a:lnTo>
                      <a:cubicBezTo>
                        <a:pt x="7035" y="6097"/>
                        <a:pt x="7002" y="6075"/>
                        <a:pt x="6968" y="6075"/>
                      </a:cubicBezTo>
                      <a:cubicBezTo>
                        <a:pt x="6946" y="6075"/>
                        <a:pt x="6924" y="6084"/>
                        <a:pt x="6911" y="6104"/>
                      </a:cubicBezTo>
                      <a:cubicBezTo>
                        <a:pt x="6894" y="6129"/>
                        <a:pt x="6886" y="6154"/>
                        <a:pt x="6869" y="6179"/>
                      </a:cubicBezTo>
                      <a:cubicBezTo>
                        <a:pt x="6869" y="6137"/>
                        <a:pt x="6861" y="6096"/>
                        <a:pt x="6861" y="6054"/>
                      </a:cubicBezTo>
                      <a:cubicBezTo>
                        <a:pt x="6852" y="6008"/>
                        <a:pt x="6814" y="5983"/>
                        <a:pt x="6778" y="5983"/>
                      </a:cubicBezTo>
                      <a:cubicBezTo>
                        <a:pt x="6744" y="5983"/>
                        <a:pt x="6712" y="6006"/>
                        <a:pt x="6712" y="6054"/>
                      </a:cubicBezTo>
                      <a:cubicBezTo>
                        <a:pt x="6712" y="6087"/>
                        <a:pt x="6704" y="6129"/>
                        <a:pt x="6695" y="6162"/>
                      </a:cubicBezTo>
                      <a:cubicBezTo>
                        <a:pt x="6691" y="6160"/>
                        <a:pt x="6686" y="6159"/>
                        <a:pt x="6682" y="6159"/>
                      </a:cubicBezTo>
                      <a:cubicBezTo>
                        <a:pt x="6667" y="6159"/>
                        <a:pt x="6652" y="6168"/>
                        <a:pt x="6646" y="6187"/>
                      </a:cubicBezTo>
                      <a:cubicBezTo>
                        <a:pt x="6629" y="6245"/>
                        <a:pt x="6612" y="6303"/>
                        <a:pt x="6596" y="6361"/>
                      </a:cubicBezTo>
                      <a:cubicBezTo>
                        <a:pt x="6579" y="6369"/>
                        <a:pt x="6571" y="6369"/>
                        <a:pt x="6563" y="6377"/>
                      </a:cubicBezTo>
                      <a:cubicBezTo>
                        <a:pt x="6546" y="6394"/>
                        <a:pt x="6530" y="6402"/>
                        <a:pt x="6521" y="6411"/>
                      </a:cubicBezTo>
                      <a:cubicBezTo>
                        <a:pt x="6521" y="6402"/>
                        <a:pt x="6513" y="6394"/>
                        <a:pt x="6513" y="6377"/>
                      </a:cubicBezTo>
                      <a:cubicBezTo>
                        <a:pt x="6499" y="6336"/>
                        <a:pt x="6460" y="6313"/>
                        <a:pt x="6421" y="6313"/>
                      </a:cubicBezTo>
                      <a:cubicBezTo>
                        <a:pt x="6389" y="6313"/>
                        <a:pt x="6357" y="6328"/>
                        <a:pt x="6339" y="6361"/>
                      </a:cubicBezTo>
                      <a:cubicBezTo>
                        <a:pt x="6273" y="6469"/>
                        <a:pt x="6190" y="6560"/>
                        <a:pt x="6099" y="6643"/>
                      </a:cubicBezTo>
                      <a:cubicBezTo>
                        <a:pt x="5867" y="6734"/>
                        <a:pt x="5618" y="6775"/>
                        <a:pt x="5378" y="6817"/>
                      </a:cubicBezTo>
                      <a:cubicBezTo>
                        <a:pt x="5328" y="6825"/>
                        <a:pt x="5270" y="6833"/>
                        <a:pt x="5212" y="6841"/>
                      </a:cubicBezTo>
                      <a:cubicBezTo>
                        <a:pt x="5055" y="6717"/>
                        <a:pt x="4872" y="6634"/>
                        <a:pt x="4690" y="6551"/>
                      </a:cubicBezTo>
                      <a:cubicBezTo>
                        <a:pt x="4500" y="6452"/>
                        <a:pt x="4259" y="6311"/>
                        <a:pt x="4201" y="6087"/>
                      </a:cubicBezTo>
                      <a:cubicBezTo>
                        <a:pt x="4160" y="5955"/>
                        <a:pt x="4218" y="5822"/>
                        <a:pt x="4226" y="5690"/>
                      </a:cubicBezTo>
                      <a:cubicBezTo>
                        <a:pt x="4234" y="5574"/>
                        <a:pt x="4201" y="5449"/>
                        <a:pt x="4135" y="5350"/>
                      </a:cubicBezTo>
                      <a:cubicBezTo>
                        <a:pt x="4002" y="5151"/>
                        <a:pt x="3787" y="5052"/>
                        <a:pt x="3580" y="4952"/>
                      </a:cubicBezTo>
                      <a:cubicBezTo>
                        <a:pt x="3364" y="4845"/>
                        <a:pt x="3149" y="4712"/>
                        <a:pt x="3132" y="4447"/>
                      </a:cubicBezTo>
                      <a:cubicBezTo>
                        <a:pt x="3116" y="4306"/>
                        <a:pt x="3141" y="4173"/>
                        <a:pt x="3149" y="4041"/>
                      </a:cubicBezTo>
                      <a:cubicBezTo>
                        <a:pt x="3149" y="3900"/>
                        <a:pt x="3132" y="3768"/>
                        <a:pt x="3083" y="3635"/>
                      </a:cubicBezTo>
                      <a:cubicBezTo>
                        <a:pt x="3074" y="3610"/>
                        <a:pt x="3058" y="3577"/>
                        <a:pt x="3050" y="3544"/>
                      </a:cubicBezTo>
                      <a:cubicBezTo>
                        <a:pt x="3058" y="3328"/>
                        <a:pt x="3058" y="3113"/>
                        <a:pt x="3074" y="2889"/>
                      </a:cubicBezTo>
                      <a:cubicBezTo>
                        <a:pt x="3074" y="2864"/>
                        <a:pt x="3050" y="2856"/>
                        <a:pt x="3033" y="2856"/>
                      </a:cubicBezTo>
                      <a:cubicBezTo>
                        <a:pt x="3033" y="2790"/>
                        <a:pt x="3033" y="2732"/>
                        <a:pt x="3041" y="2674"/>
                      </a:cubicBezTo>
                      <a:cubicBezTo>
                        <a:pt x="3050" y="2525"/>
                        <a:pt x="3058" y="2367"/>
                        <a:pt x="3074" y="2218"/>
                      </a:cubicBezTo>
                      <a:cubicBezTo>
                        <a:pt x="3079" y="2189"/>
                        <a:pt x="3051" y="2172"/>
                        <a:pt x="3024" y="2172"/>
                      </a:cubicBezTo>
                      <a:cubicBezTo>
                        <a:pt x="3005" y="2172"/>
                        <a:pt x="2987" y="2181"/>
                        <a:pt x="2983" y="2202"/>
                      </a:cubicBezTo>
                      <a:cubicBezTo>
                        <a:pt x="2958" y="2359"/>
                        <a:pt x="2942" y="2508"/>
                        <a:pt x="2925" y="2666"/>
                      </a:cubicBezTo>
                      <a:cubicBezTo>
                        <a:pt x="2917" y="2740"/>
                        <a:pt x="2917" y="2823"/>
                        <a:pt x="2917" y="2898"/>
                      </a:cubicBezTo>
                      <a:cubicBezTo>
                        <a:pt x="2917" y="2972"/>
                        <a:pt x="2917" y="3055"/>
                        <a:pt x="2942" y="3130"/>
                      </a:cubicBezTo>
                      <a:cubicBezTo>
                        <a:pt x="2942" y="3138"/>
                        <a:pt x="2958" y="3146"/>
                        <a:pt x="2967" y="3146"/>
                      </a:cubicBezTo>
                      <a:cubicBezTo>
                        <a:pt x="2967" y="3221"/>
                        <a:pt x="2967" y="3295"/>
                        <a:pt x="2967" y="3362"/>
                      </a:cubicBezTo>
                      <a:cubicBezTo>
                        <a:pt x="2950" y="3328"/>
                        <a:pt x="2934" y="3295"/>
                        <a:pt x="2917" y="3254"/>
                      </a:cubicBezTo>
                      <a:cubicBezTo>
                        <a:pt x="2876" y="3113"/>
                        <a:pt x="2851" y="2972"/>
                        <a:pt x="2842" y="2831"/>
                      </a:cubicBezTo>
                      <a:cubicBezTo>
                        <a:pt x="2834" y="2748"/>
                        <a:pt x="2834" y="2674"/>
                        <a:pt x="2834" y="2591"/>
                      </a:cubicBezTo>
                      <a:cubicBezTo>
                        <a:pt x="2876" y="2218"/>
                        <a:pt x="2950" y="1854"/>
                        <a:pt x="3041" y="1489"/>
                      </a:cubicBezTo>
                      <a:cubicBezTo>
                        <a:pt x="3108" y="1249"/>
                        <a:pt x="3190" y="1008"/>
                        <a:pt x="3282" y="768"/>
                      </a:cubicBezTo>
                      <a:cubicBezTo>
                        <a:pt x="3290" y="735"/>
                        <a:pt x="3306" y="710"/>
                        <a:pt x="3315" y="677"/>
                      </a:cubicBezTo>
                      <a:cubicBezTo>
                        <a:pt x="3356" y="602"/>
                        <a:pt x="3398" y="520"/>
                        <a:pt x="3422" y="437"/>
                      </a:cubicBezTo>
                      <a:cubicBezTo>
                        <a:pt x="3472" y="312"/>
                        <a:pt x="3522" y="188"/>
                        <a:pt x="3563" y="56"/>
                      </a:cubicBezTo>
                      <a:cubicBezTo>
                        <a:pt x="3569" y="26"/>
                        <a:pt x="3546" y="1"/>
                        <a:pt x="351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6" name="Google Shape;1296;p1"/>
                <p:cNvSpPr/>
                <p:nvPr/>
              </p:nvSpPr>
              <p:spPr>
                <a:xfrm>
                  <a:off x="2814775" y="4128000"/>
                  <a:ext cx="264875" cy="428500"/>
                </a:xfrm>
                <a:custGeom>
                  <a:rect b="b" l="l" r="r" t="t"/>
                  <a:pathLst>
                    <a:path extrusionOk="0" h="17140" w="10595">
                      <a:moveTo>
                        <a:pt x="511" y="2255"/>
                      </a:moveTo>
                      <a:cubicBezTo>
                        <a:pt x="548" y="2255"/>
                        <a:pt x="590" y="2274"/>
                        <a:pt x="652" y="2340"/>
                      </a:cubicBezTo>
                      <a:cubicBezTo>
                        <a:pt x="656" y="2340"/>
                        <a:pt x="658" y="2342"/>
                        <a:pt x="660" y="2344"/>
                      </a:cubicBezTo>
                      <a:lnTo>
                        <a:pt x="660" y="2344"/>
                      </a:lnTo>
                      <a:cubicBezTo>
                        <a:pt x="613" y="2320"/>
                        <a:pt x="566" y="2297"/>
                        <a:pt x="519" y="2273"/>
                      </a:cubicBezTo>
                      <a:cubicBezTo>
                        <a:pt x="507" y="2267"/>
                        <a:pt x="494" y="2264"/>
                        <a:pt x="481" y="2264"/>
                      </a:cubicBezTo>
                      <a:cubicBezTo>
                        <a:pt x="471" y="2264"/>
                        <a:pt x="461" y="2266"/>
                        <a:pt x="451" y="2269"/>
                      </a:cubicBezTo>
                      <a:lnTo>
                        <a:pt x="451" y="2269"/>
                      </a:lnTo>
                      <a:cubicBezTo>
                        <a:pt x="471" y="2261"/>
                        <a:pt x="490" y="2255"/>
                        <a:pt x="511" y="2255"/>
                      </a:cubicBezTo>
                      <a:close/>
                      <a:moveTo>
                        <a:pt x="1174" y="3027"/>
                      </a:moveTo>
                      <a:cubicBezTo>
                        <a:pt x="1174" y="3036"/>
                        <a:pt x="1157" y="3069"/>
                        <a:pt x="1149" y="3069"/>
                      </a:cubicBezTo>
                      <a:cubicBezTo>
                        <a:pt x="1146" y="3070"/>
                        <a:pt x="1143" y="3071"/>
                        <a:pt x="1140" y="3071"/>
                      </a:cubicBezTo>
                      <a:cubicBezTo>
                        <a:pt x="1126" y="3071"/>
                        <a:pt x="1111" y="3057"/>
                        <a:pt x="1091" y="3044"/>
                      </a:cubicBezTo>
                      <a:cubicBezTo>
                        <a:pt x="1124" y="3036"/>
                        <a:pt x="1149" y="3036"/>
                        <a:pt x="1174" y="3027"/>
                      </a:cubicBezTo>
                      <a:close/>
                      <a:moveTo>
                        <a:pt x="1613" y="2671"/>
                      </a:moveTo>
                      <a:lnTo>
                        <a:pt x="1613" y="2671"/>
                      </a:lnTo>
                      <a:cubicBezTo>
                        <a:pt x="1679" y="2886"/>
                        <a:pt x="1762" y="3110"/>
                        <a:pt x="1895" y="3292"/>
                      </a:cubicBezTo>
                      <a:cubicBezTo>
                        <a:pt x="1837" y="3251"/>
                        <a:pt x="1795" y="3193"/>
                        <a:pt x="1762" y="3135"/>
                      </a:cubicBezTo>
                      <a:lnTo>
                        <a:pt x="1754" y="3135"/>
                      </a:lnTo>
                      <a:cubicBezTo>
                        <a:pt x="1679" y="2994"/>
                        <a:pt x="1646" y="2828"/>
                        <a:pt x="1613" y="2671"/>
                      </a:cubicBezTo>
                      <a:close/>
                      <a:moveTo>
                        <a:pt x="2939" y="3384"/>
                      </a:moveTo>
                      <a:cubicBezTo>
                        <a:pt x="2963" y="3433"/>
                        <a:pt x="2988" y="3491"/>
                        <a:pt x="3013" y="3549"/>
                      </a:cubicBezTo>
                      <a:cubicBezTo>
                        <a:pt x="2988" y="3500"/>
                        <a:pt x="2963" y="3442"/>
                        <a:pt x="2930" y="3392"/>
                      </a:cubicBezTo>
                      <a:cubicBezTo>
                        <a:pt x="2930" y="3392"/>
                        <a:pt x="2939" y="3384"/>
                        <a:pt x="2939" y="3384"/>
                      </a:cubicBezTo>
                      <a:close/>
                      <a:moveTo>
                        <a:pt x="2864" y="3466"/>
                      </a:moveTo>
                      <a:cubicBezTo>
                        <a:pt x="2881" y="3500"/>
                        <a:pt x="2897" y="3541"/>
                        <a:pt x="2914" y="3574"/>
                      </a:cubicBezTo>
                      <a:cubicBezTo>
                        <a:pt x="2914" y="3582"/>
                        <a:pt x="2914" y="3582"/>
                        <a:pt x="2914" y="3582"/>
                      </a:cubicBezTo>
                      <a:cubicBezTo>
                        <a:pt x="2889" y="3558"/>
                        <a:pt x="2856" y="3533"/>
                        <a:pt x="2823" y="3508"/>
                      </a:cubicBezTo>
                      <a:cubicBezTo>
                        <a:pt x="2839" y="3491"/>
                        <a:pt x="2856" y="3483"/>
                        <a:pt x="2864" y="3466"/>
                      </a:cubicBezTo>
                      <a:close/>
                      <a:moveTo>
                        <a:pt x="10462" y="9958"/>
                      </a:moveTo>
                      <a:lnTo>
                        <a:pt x="10462" y="9958"/>
                      </a:lnTo>
                      <a:cubicBezTo>
                        <a:pt x="10462" y="9959"/>
                        <a:pt x="10462" y="9961"/>
                        <a:pt x="10462" y="9962"/>
                      </a:cubicBezTo>
                      <a:cubicBezTo>
                        <a:pt x="10462" y="9961"/>
                        <a:pt x="10462" y="9959"/>
                        <a:pt x="10462" y="9958"/>
                      </a:cubicBezTo>
                      <a:close/>
                      <a:moveTo>
                        <a:pt x="10089" y="10868"/>
                      </a:moveTo>
                      <a:cubicBezTo>
                        <a:pt x="10089" y="10870"/>
                        <a:pt x="10089" y="10872"/>
                        <a:pt x="10089" y="10874"/>
                      </a:cubicBezTo>
                      <a:cubicBezTo>
                        <a:pt x="10089" y="10872"/>
                        <a:pt x="10089" y="10870"/>
                        <a:pt x="10089" y="10868"/>
                      </a:cubicBezTo>
                      <a:close/>
                      <a:moveTo>
                        <a:pt x="6924" y="16210"/>
                      </a:moveTo>
                      <a:cubicBezTo>
                        <a:pt x="6940" y="16268"/>
                        <a:pt x="6965" y="16334"/>
                        <a:pt x="6982" y="16392"/>
                      </a:cubicBezTo>
                      <a:lnTo>
                        <a:pt x="6965" y="16417"/>
                      </a:lnTo>
                      <a:cubicBezTo>
                        <a:pt x="6957" y="16342"/>
                        <a:pt x="6940" y="16276"/>
                        <a:pt x="6924" y="16210"/>
                      </a:cubicBezTo>
                      <a:close/>
                      <a:moveTo>
                        <a:pt x="8066" y="0"/>
                      </a:moveTo>
                      <a:cubicBezTo>
                        <a:pt x="8037" y="0"/>
                        <a:pt x="8009" y="6"/>
                        <a:pt x="7984" y="20"/>
                      </a:cubicBezTo>
                      <a:cubicBezTo>
                        <a:pt x="7893" y="53"/>
                        <a:pt x="7860" y="161"/>
                        <a:pt x="7819" y="252"/>
                      </a:cubicBezTo>
                      <a:cubicBezTo>
                        <a:pt x="7719" y="517"/>
                        <a:pt x="7520" y="765"/>
                        <a:pt x="7247" y="840"/>
                      </a:cubicBezTo>
                      <a:cubicBezTo>
                        <a:pt x="7191" y="856"/>
                        <a:pt x="7133" y="864"/>
                        <a:pt x="7074" y="864"/>
                      </a:cubicBezTo>
                      <a:cubicBezTo>
                        <a:pt x="6841" y="864"/>
                        <a:pt x="6611" y="736"/>
                        <a:pt x="6551" y="517"/>
                      </a:cubicBezTo>
                      <a:cubicBezTo>
                        <a:pt x="6112" y="608"/>
                        <a:pt x="5971" y="1254"/>
                        <a:pt x="5532" y="1321"/>
                      </a:cubicBezTo>
                      <a:cubicBezTo>
                        <a:pt x="5506" y="1325"/>
                        <a:pt x="5481" y="1326"/>
                        <a:pt x="5456" y="1326"/>
                      </a:cubicBezTo>
                      <a:cubicBezTo>
                        <a:pt x="5174" y="1326"/>
                        <a:pt x="4931" y="1081"/>
                        <a:pt x="4695" y="906"/>
                      </a:cubicBezTo>
                      <a:cubicBezTo>
                        <a:pt x="4447" y="906"/>
                        <a:pt x="4024" y="608"/>
                        <a:pt x="3734" y="567"/>
                      </a:cubicBezTo>
                      <a:cubicBezTo>
                        <a:pt x="3573" y="546"/>
                        <a:pt x="3412" y="538"/>
                        <a:pt x="3251" y="538"/>
                      </a:cubicBezTo>
                      <a:cubicBezTo>
                        <a:pt x="3031" y="538"/>
                        <a:pt x="2811" y="552"/>
                        <a:pt x="2591" y="567"/>
                      </a:cubicBezTo>
                      <a:cubicBezTo>
                        <a:pt x="2466" y="575"/>
                        <a:pt x="2359" y="583"/>
                        <a:pt x="2251" y="591"/>
                      </a:cubicBezTo>
                      <a:cubicBezTo>
                        <a:pt x="2019" y="616"/>
                        <a:pt x="1803" y="658"/>
                        <a:pt x="1596" y="724"/>
                      </a:cubicBezTo>
                      <a:cubicBezTo>
                        <a:pt x="1389" y="799"/>
                        <a:pt x="1190" y="906"/>
                        <a:pt x="983" y="1064"/>
                      </a:cubicBezTo>
                      <a:cubicBezTo>
                        <a:pt x="942" y="1097"/>
                        <a:pt x="909" y="1130"/>
                        <a:pt x="859" y="1163"/>
                      </a:cubicBezTo>
                      <a:cubicBezTo>
                        <a:pt x="817" y="1205"/>
                        <a:pt x="759" y="1246"/>
                        <a:pt x="710" y="1287"/>
                      </a:cubicBezTo>
                      <a:cubicBezTo>
                        <a:pt x="643" y="1345"/>
                        <a:pt x="577" y="1412"/>
                        <a:pt x="511" y="1478"/>
                      </a:cubicBezTo>
                      <a:cubicBezTo>
                        <a:pt x="445" y="1544"/>
                        <a:pt x="387" y="1602"/>
                        <a:pt x="329" y="1677"/>
                      </a:cubicBezTo>
                      <a:cubicBezTo>
                        <a:pt x="320" y="1677"/>
                        <a:pt x="320" y="1685"/>
                        <a:pt x="312" y="1693"/>
                      </a:cubicBezTo>
                      <a:cubicBezTo>
                        <a:pt x="204" y="1826"/>
                        <a:pt x="113" y="1967"/>
                        <a:pt x="80" y="2099"/>
                      </a:cubicBezTo>
                      <a:cubicBezTo>
                        <a:pt x="20" y="2304"/>
                        <a:pt x="1" y="2357"/>
                        <a:pt x="23" y="2357"/>
                      </a:cubicBezTo>
                      <a:cubicBezTo>
                        <a:pt x="39" y="2357"/>
                        <a:pt x="81" y="2325"/>
                        <a:pt x="146" y="2306"/>
                      </a:cubicBezTo>
                      <a:lnTo>
                        <a:pt x="146" y="2306"/>
                      </a:lnTo>
                      <a:cubicBezTo>
                        <a:pt x="138" y="2340"/>
                        <a:pt x="163" y="2364"/>
                        <a:pt x="188" y="2364"/>
                      </a:cubicBezTo>
                      <a:cubicBezTo>
                        <a:pt x="403" y="2398"/>
                        <a:pt x="486" y="2572"/>
                        <a:pt x="569" y="2746"/>
                      </a:cubicBezTo>
                      <a:cubicBezTo>
                        <a:pt x="618" y="2867"/>
                        <a:pt x="722" y="3052"/>
                        <a:pt x="866" y="3052"/>
                      </a:cubicBezTo>
                      <a:cubicBezTo>
                        <a:pt x="869" y="3052"/>
                        <a:pt x="872" y="3052"/>
                        <a:pt x="875" y="3052"/>
                      </a:cubicBezTo>
                      <a:cubicBezTo>
                        <a:pt x="917" y="3102"/>
                        <a:pt x="958" y="3160"/>
                        <a:pt x="1016" y="3201"/>
                      </a:cubicBezTo>
                      <a:cubicBezTo>
                        <a:pt x="1057" y="3233"/>
                        <a:pt x="1099" y="3248"/>
                        <a:pt x="1140" y="3248"/>
                      </a:cubicBezTo>
                      <a:cubicBezTo>
                        <a:pt x="1214" y="3248"/>
                        <a:pt x="1283" y="3199"/>
                        <a:pt x="1331" y="3118"/>
                      </a:cubicBezTo>
                      <a:cubicBezTo>
                        <a:pt x="1381" y="3036"/>
                        <a:pt x="1422" y="2953"/>
                        <a:pt x="1472" y="2862"/>
                      </a:cubicBezTo>
                      <a:cubicBezTo>
                        <a:pt x="1530" y="3118"/>
                        <a:pt x="1638" y="3375"/>
                        <a:pt x="1878" y="3500"/>
                      </a:cubicBezTo>
                      <a:cubicBezTo>
                        <a:pt x="1994" y="3566"/>
                        <a:pt x="2127" y="3574"/>
                        <a:pt x="2259" y="3582"/>
                      </a:cubicBezTo>
                      <a:cubicBezTo>
                        <a:pt x="2325" y="3605"/>
                        <a:pt x="2399" y="3616"/>
                        <a:pt x="2473" y="3616"/>
                      </a:cubicBezTo>
                      <a:cubicBezTo>
                        <a:pt x="2510" y="3616"/>
                        <a:pt x="2546" y="3613"/>
                        <a:pt x="2582" y="3607"/>
                      </a:cubicBezTo>
                      <a:cubicBezTo>
                        <a:pt x="2607" y="3616"/>
                        <a:pt x="2640" y="3624"/>
                        <a:pt x="2665" y="3640"/>
                      </a:cubicBezTo>
                      <a:cubicBezTo>
                        <a:pt x="2723" y="3765"/>
                        <a:pt x="2781" y="3897"/>
                        <a:pt x="2806" y="4038"/>
                      </a:cubicBezTo>
                      <a:cubicBezTo>
                        <a:pt x="2831" y="4129"/>
                        <a:pt x="2856" y="4229"/>
                        <a:pt x="2864" y="4328"/>
                      </a:cubicBezTo>
                      <a:cubicBezTo>
                        <a:pt x="2872" y="4378"/>
                        <a:pt x="2872" y="4428"/>
                        <a:pt x="2881" y="4469"/>
                      </a:cubicBezTo>
                      <a:cubicBezTo>
                        <a:pt x="2881" y="4527"/>
                        <a:pt x="2881" y="4585"/>
                        <a:pt x="2897" y="4635"/>
                      </a:cubicBezTo>
                      <a:cubicBezTo>
                        <a:pt x="2910" y="4668"/>
                        <a:pt x="2936" y="4684"/>
                        <a:pt x="2963" y="4684"/>
                      </a:cubicBezTo>
                      <a:cubicBezTo>
                        <a:pt x="2990" y="4684"/>
                        <a:pt x="3017" y="4668"/>
                        <a:pt x="3030" y="4635"/>
                      </a:cubicBezTo>
                      <a:cubicBezTo>
                        <a:pt x="3046" y="4585"/>
                        <a:pt x="3038" y="4527"/>
                        <a:pt x="3030" y="4469"/>
                      </a:cubicBezTo>
                      <a:cubicBezTo>
                        <a:pt x="3030" y="4419"/>
                        <a:pt x="3021" y="4361"/>
                        <a:pt x="3013" y="4312"/>
                      </a:cubicBezTo>
                      <a:cubicBezTo>
                        <a:pt x="2988" y="4204"/>
                        <a:pt x="2963" y="4104"/>
                        <a:pt x="2930" y="4005"/>
                      </a:cubicBezTo>
                      <a:cubicBezTo>
                        <a:pt x="2905" y="3939"/>
                        <a:pt x="2881" y="3864"/>
                        <a:pt x="2847" y="3798"/>
                      </a:cubicBezTo>
                      <a:lnTo>
                        <a:pt x="2847" y="3798"/>
                      </a:lnTo>
                      <a:cubicBezTo>
                        <a:pt x="2881" y="3839"/>
                        <a:pt x="2905" y="3881"/>
                        <a:pt x="2922" y="3922"/>
                      </a:cubicBezTo>
                      <a:cubicBezTo>
                        <a:pt x="3030" y="4154"/>
                        <a:pt x="3046" y="4419"/>
                        <a:pt x="3204" y="4626"/>
                      </a:cubicBezTo>
                      <a:cubicBezTo>
                        <a:pt x="3212" y="4643"/>
                        <a:pt x="3237" y="4651"/>
                        <a:pt x="3253" y="4651"/>
                      </a:cubicBezTo>
                      <a:cubicBezTo>
                        <a:pt x="3262" y="4742"/>
                        <a:pt x="3270" y="4834"/>
                        <a:pt x="3270" y="4925"/>
                      </a:cubicBezTo>
                      <a:cubicBezTo>
                        <a:pt x="3278" y="5148"/>
                        <a:pt x="3262" y="5372"/>
                        <a:pt x="3253" y="5596"/>
                      </a:cubicBezTo>
                      <a:cubicBezTo>
                        <a:pt x="3249" y="5664"/>
                        <a:pt x="3301" y="5697"/>
                        <a:pt x="3355" y="5697"/>
                      </a:cubicBezTo>
                      <a:cubicBezTo>
                        <a:pt x="3400" y="5697"/>
                        <a:pt x="3446" y="5674"/>
                        <a:pt x="3461" y="5629"/>
                      </a:cubicBezTo>
                      <a:cubicBezTo>
                        <a:pt x="3485" y="5480"/>
                        <a:pt x="3502" y="5322"/>
                        <a:pt x="3502" y="5173"/>
                      </a:cubicBezTo>
                      <a:cubicBezTo>
                        <a:pt x="3519" y="4958"/>
                        <a:pt x="3552" y="4742"/>
                        <a:pt x="3585" y="4527"/>
                      </a:cubicBezTo>
                      <a:cubicBezTo>
                        <a:pt x="3618" y="4486"/>
                        <a:pt x="3643" y="4444"/>
                        <a:pt x="3676" y="4403"/>
                      </a:cubicBezTo>
                      <a:cubicBezTo>
                        <a:pt x="3684" y="4461"/>
                        <a:pt x="3693" y="4519"/>
                        <a:pt x="3701" y="4568"/>
                      </a:cubicBezTo>
                      <a:cubicBezTo>
                        <a:pt x="3709" y="4651"/>
                        <a:pt x="3726" y="4734"/>
                        <a:pt x="3734" y="4809"/>
                      </a:cubicBezTo>
                      <a:cubicBezTo>
                        <a:pt x="3751" y="4892"/>
                        <a:pt x="3759" y="4983"/>
                        <a:pt x="3784" y="5057"/>
                      </a:cubicBezTo>
                      <a:cubicBezTo>
                        <a:pt x="3791" y="5076"/>
                        <a:pt x="3807" y="5085"/>
                        <a:pt x="3822" y="5085"/>
                      </a:cubicBezTo>
                      <a:cubicBezTo>
                        <a:pt x="3841" y="5085"/>
                        <a:pt x="3858" y="5072"/>
                        <a:pt x="3858" y="5049"/>
                      </a:cubicBezTo>
                      <a:cubicBezTo>
                        <a:pt x="3858" y="4966"/>
                        <a:pt x="3842" y="4883"/>
                        <a:pt x="3825" y="4800"/>
                      </a:cubicBezTo>
                      <a:cubicBezTo>
                        <a:pt x="3817" y="4718"/>
                        <a:pt x="3800" y="4635"/>
                        <a:pt x="3784" y="4560"/>
                      </a:cubicBezTo>
                      <a:cubicBezTo>
                        <a:pt x="3775" y="4477"/>
                        <a:pt x="3759" y="4394"/>
                        <a:pt x="3742" y="4312"/>
                      </a:cubicBezTo>
                      <a:cubicBezTo>
                        <a:pt x="3809" y="4229"/>
                        <a:pt x="3867" y="4146"/>
                        <a:pt x="3925" y="4063"/>
                      </a:cubicBezTo>
                      <a:cubicBezTo>
                        <a:pt x="3991" y="4378"/>
                        <a:pt x="4049" y="4701"/>
                        <a:pt x="4099" y="5024"/>
                      </a:cubicBezTo>
                      <a:cubicBezTo>
                        <a:pt x="4157" y="5447"/>
                        <a:pt x="4198" y="5869"/>
                        <a:pt x="4239" y="6292"/>
                      </a:cubicBezTo>
                      <a:cubicBezTo>
                        <a:pt x="4244" y="6315"/>
                        <a:pt x="4270" y="6331"/>
                        <a:pt x="4292" y="6331"/>
                      </a:cubicBezTo>
                      <a:cubicBezTo>
                        <a:pt x="4308" y="6331"/>
                        <a:pt x="4322" y="6322"/>
                        <a:pt x="4322" y="6300"/>
                      </a:cubicBezTo>
                      <a:cubicBezTo>
                        <a:pt x="4372" y="5969"/>
                        <a:pt x="4413" y="5637"/>
                        <a:pt x="4413" y="5298"/>
                      </a:cubicBezTo>
                      <a:cubicBezTo>
                        <a:pt x="4430" y="5372"/>
                        <a:pt x="4455" y="5455"/>
                        <a:pt x="4480" y="5530"/>
                      </a:cubicBezTo>
                      <a:cubicBezTo>
                        <a:pt x="4480" y="5563"/>
                        <a:pt x="4480" y="5596"/>
                        <a:pt x="4488" y="5637"/>
                      </a:cubicBezTo>
                      <a:cubicBezTo>
                        <a:pt x="4496" y="5762"/>
                        <a:pt x="4505" y="5894"/>
                        <a:pt x="4513" y="6018"/>
                      </a:cubicBezTo>
                      <a:cubicBezTo>
                        <a:pt x="4521" y="6159"/>
                        <a:pt x="4521" y="6300"/>
                        <a:pt x="4554" y="6433"/>
                      </a:cubicBezTo>
                      <a:cubicBezTo>
                        <a:pt x="4562" y="6476"/>
                        <a:pt x="4594" y="6496"/>
                        <a:pt x="4629" y="6496"/>
                      </a:cubicBezTo>
                      <a:cubicBezTo>
                        <a:pt x="4673" y="6496"/>
                        <a:pt x="4720" y="6464"/>
                        <a:pt x="4720" y="6408"/>
                      </a:cubicBezTo>
                      <a:cubicBezTo>
                        <a:pt x="4728" y="6308"/>
                        <a:pt x="4745" y="6209"/>
                        <a:pt x="4753" y="6110"/>
                      </a:cubicBezTo>
                      <a:cubicBezTo>
                        <a:pt x="4795" y="6242"/>
                        <a:pt x="4828" y="6366"/>
                        <a:pt x="4861" y="6491"/>
                      </a:cubicBezTo>
                      <a:cubicBezTo>
                        <a:pt x="4952" y="6897"/>
                        <a:pt x="4977" y="7294"/>
                        <a:pt x="4985" y="7709"/>
                      </a:cubicBezTo>
                      <a:cubicBezTo>
                        <a:pt x="4985" y="7760"/>
                        <a:pt x="5028" y="7791"/>
                        <a:pt x="5069" y="7791"/>
                      </a:cubicBezTo>
                      <a:cubicBezTo>
                        <a:pt x="5101" y="7791"/>
                        <a:pt x="5132" y="7773"/>
                        <a:pt x="5143" y="7733"/>
                      </a:cubicBezTo>
                      <a:cubicBezTo>
                        <a:pt x="5184" y="7510"/>
                        <a:pt x="5209" y="7294"/>
                        <a:pt x="5209" y="7079"/>
                      </a:cubicBezTo>
                      <a:cubicBezTo>
                        <a:pt x="5217" y="7137"/>
                        <a:pt x="5225" y="7203"/>
                        <a:pt x="5234" y="7261"/>
                      </a:cubicBezTo>
                      <a:cubicBezTo>
                        <a:pt x="5225" y="7162"/>
                        <a:pt x="5259" y="7054"/>
                        <a:pt x="5308" y="6955"/>
                      </a:cubicBezTo>
                      <a:lnTo>
                        <a:pt x="5308" y="6955"/>
                      </a:lnTo>
                      <a:cubicBezTo>
                        <a:pt x="5300" y="6988"/>
                        <a:pt x="5300" y="7021"/>
                        <a:pt x="5292" y="7046"/>
                      </a:cubicBezTo>
                      <a:cubicBezTo>
                        <a:pt x="5292" y="7071"/>
                        <a:pt x="5300" y="7095"/>
                        <a:pt x="5325" y="7104"/>
                      </a:cubicBezTo>
                      <a:cubicBezTo>
                        <a:pt x="5329" y="7105"/>
                        <a:pt x="5334" y="7106"/>
                        <a:pt x="5338" y="7106"/>
                      </a:cubicBezTo>
                      <a:cubicBezTo>
                        <a:pt x="5358" y="7106"/>
                        <a:pt x="5375" y="7091"/>
                        <a:pt x="5375" y="7071"/>
                      </a:cubicBezTo>
                      <a:cubicBezTo>
                        <a:pt x="5391" y="6988"/>
                        <a:pt x="5408" y="6897"/>
                        <a:pt x="5416" y="6814"/>
                      </a:cubicBezTo>
                      <a:cubicBezTo>
                        <a:pt x="5424" y="6806"/>
                        <a:pt x="5433" y="6797"/>
                        <a:pt x="5441" y="6789"/>
                      </a:cubicBezTo>
                      <a:lnTo>
                        <a:pt x="5441" y="6789"/>
                      </a:lnTo>
                      <a:cubicBezTo>
                        <a:pt x="5631" y="7800"/>
                        <a:pt x="5325" y="8893"/>
                        <a:pt x="4654" y="9664"/>
                      </a:cubicBezTo>
                      <a:cubicBezTo>
                        <a:pt x="4665" y="9663"/>
                        <a:pt x="4676" y="9662"/>
                        <a:pt x="4687" y="9662"/>
                      </a:cubicBezTo>
                      <a:cubicBezTo>
                        <a:pt x="4928" y="9662"/>
                        <a:pt x="5027" y="10007"/>
                        <a:pt x="5035" y="10261"/>
                      </a:cubicBezTo>
                      <a:cubicBezTo>
                        <a:pt x="5068" y="11197"/>
                        <a:pt x="5093" y="12133"/>
                        <a:pt x="5126" y="13069"/>
                      </a:cubicBezTo>
                      <a:cubicBezTo>
                        <a:pt x="5167" y="14221"/>
                        <a:pt x="5242" y="15464"/>
                        <a:pt x="5805" y="16442"/>
                      </a:cubicBezTo>
                      <a:cubicBezTo>
                        <a:pt x="5838" y="16649"/>
                        <a:pt x="5830" y="16864"/>
                        <a:pt x="5913" y="17071"/>
                      </a:cubicBezTo>
                      <a:cubicBezTo>
                        <a:pt x="5930" y="17115"/>
                        <a:pt x="5975" y="17140"/>
                        <a:pt x="6017" y="17140"/>
                      </a:cubicBezTo>
                      <a:cubicBezTo>
                        <a:pt x="6055" y="17140"/>
                        <a:pt x="6092" y="17119"/>
                        <a:pt x="6104" y="17071"/>
                      </a:cubicBezTo>
                      <a:cubicBezTo>
                        <a:pt x="6120" y="17021"/>
                        <a:pt x="6137" y="16972"/>
                        <a:pt x="6153" y="16922"/>
                      </a:cubicBezTo>
                      <a:cubicBezTo>
                        <a:pt x="6162" y="16939"/>
                        <a:pt x="6170" y="16947"/>
                        <a:pt x="6178" y="16964"/>
                      </a:cubicBezTo>
                      <a:cubicBezTo>
                        <a:pt x="6186" y="16897"/>
                        <a:pt x="6195" y="16831"/>
                        <a:pt x="6203" y="16773"/>
                      </a:cubicBezTo>
                      <a:cubicBezTo>
                        <a:pt x="6286" y="16558"/>
                        <a:pt x="6377" y="16350"/>
                        <a:pt x="6468" y="16143"/>
                      </a:cubicBezTo>
                      <a:cubicBezTo>
                        <a:pt x="6534" y="16044"/>
                        <a:pt x="6609" y="15953"/>
                        <a:pt x="6700" y="15870"/>
                      </a:cubicBezTo>
                      <a:cubicBezTo>
                        <a:pt x="6783" y="16127"/>
                        <a:pt x="6833" y="16400"/>
                        <a:pt x="6858" y="16682"/>
                      </a:cubicBezTo>
                      <a:cubicBezTo>
                        <a:pt x="6862" y="16724"/>
                        <a:pt x="6899" y="16750"/>
                        <a:pt x="6934" y="16750"/>
                      </a:cubicBezTo>
                      <a:cubicBezTo>
                        <a:pt x="6961" y="16750"/>
                        <a:pt x="6988" y="16734"/>
                        <a:pt x="6998" y="16698"/>
                      </a:cubicBezTo>
                      <a:cubicBezTo>
                        <a:pt x="7032" y="16607"/>
                        <a:pt x="7081" y="16516"/>
                        <a:pt x="7131" y="16433"/>
                      </a:cubicBezTo>
                      <a:cubicBezTo>
                        <a:pt x="7181" y="16384"/>
                        <a:pt x="7230" y="16326"/>
                        <a:pt x="7280" y="16268"/>
                      </a:cubicBezTo>
                      <a:cubicBezTo>
                        <a:pt x="7371" y="16185"/>
                        <a:pt x="7471" y="16118"/>
                        <a:pt x="7570" y="16052"/>
                      </a:cubicBezTo>
                      <a:cubicBezTo>
                        <a:pt x="7786" y="15886"/>
                        <a:pt x="7960" y="15679"/>
                        <a:pt x="8076" y="15431"/>
                      </a:cubicBezTo>
                      <a:cubicBezTo>
                        <a:pt x="8092" y="15398"/>
                        <a:pt x="8100" y="15373"/>
                        <a:pt x="8117" y="15340"/>
                      </a:cubicBezTo>
                      <a:lnTo>
                        <a:pt x="8117" y="15340"/>
                      </a:lnTo>
                      <a:cubicBezTo>
                        <a:pt x="8100" y="15406"/>
                        <a:pt x="8092" y="15480"/>
                        <a:pt x="8067" y="15555"/>
                      </a:cubicBezTo>
                      <a:cubicBezTo>
                        <a:pt x="8034" y="15679"/>
                        <a:pt x="8001" y="15828"/>
                        <a:pt x="7943" y="15953"/>
                      </a:cubicBezTo>
                      <a:cubicBezTo>
                        <a:pt x="7932" y="15987"/>
                        <a:pt x="7959" y="16017"/>
                        <a:pt x="7988" y="16017"/>
                      </a:cubicBezTo>
                      <a:cubicBezTo>
                        <a:pt x="8001" y="16017"/>
                        <a:pt x="8015" y="16010"/>
                        <a:pt x="8026" y="15994"/>
                      </a:cubicBezTo>
                      <a:cubicBezTo>
                        <a:pt x="8100" y="15878"/>
                        <a:pt x="8167" y="15762"/>
                        <a:pt x="8216" y="15630"/>
                      </a:cubicBezTo>
                      <a:cubicBezTo>
                        <a:pt x="8266" y="15514"/>
                        <a:pt x="8299" y="15381"/>
                        <a:pt x="8324" y="15257"/>
                      </a:cubicBezTo>
                      <a:cubicBezTo>
                        <a:pt x="8357" y="15124"/>
                        <a:pt x="8374" y="14983"/>
                        <a:pt x="8390" y="14851"/>
                      </a:cubicBezTo>
                      <a:cubicBezTo>
                        <a:pt x="8407" y="14826"/>
                        <a:pt x="8424" y="14809"/>
                        <a:pt x="8440" y="14784"/>
                      </a:cubicBezTo>
                      <a:lnTo>
                        <a:pt x="8440" y="14726"/>
                      </a:lnTo>
                      <a:cubicBezTo>
                        <a:pt x="8448" y="14685"/>
                        <a:pt x="8448" y="14644"/>
                        <a:pt x="8457" y="14594"/>
                      </a:cubicBezTo>
                      <a:lnTo>
                        <a:pt x="8457" y="14594"/>
                      </a:lnTo>
                      <a:cubicBezTo>
                        <a:pt x="8440" y="14635"/>
                        <a:pt x="8424" y="14677"/>
                        <a:pt x="8407" y="14718"/>
                      </a:cubicBezTo>
                      <a:cubicBezTo>
                        <a:pt x="8415" y="14627"/>
                        <a:pt x="8415" y="14528"/>
                        <a:pt x="8424" y="14436"/>
                      </a:cubicBezTo>
                      <a:cubicBezTo>
                        <a:pt x="8432" y="14254"/>
                        <a:pt x="8448" y="14072"/>
                        <a:pt x="8457" y="13890"/>
                      </a:cubicBezTo>
                      <a:cubicBezTo>
                        <a:pt x="8498" y="13707"/>
                        <a:pt x="8540" y="13517"/>
                        <a:pt x="8564" y="13326"/>
                      </a:cubicBezTo>
                      <a:cubicBezTo>
                        <a:pt x="8568" y="13289"/>
                        <a:pt x="8594" y="13272"/>
                        <a:pt x="8621" y="13272"/>
                      </a:cubicBezTo>
                      <a:cubicBezTo>
                        <a:pt x="8654" y="13272"/>
                        <a:pt x="8689" y="13297"/>
                        <a:pt x="8689" y="13343"/>
                      </a:cubicBezTo>
                      <a:cubicBezTo>
                        <a:pt x="8689" y="13459"/>
                        <a:pt x="8680" y="13575"/>
                        <a:pt x="8672" y="13691"/>
                      </a:cubicBezTo>
                      <a:cubicBezTo>
                        <a:pt x="8697" y="13616"/>
                        <a:pt x="8730" y="13533"/>
                        <a:pt x="8755" y="13459"/>
                      </a:cubicBezTo>
                      <a:cubicBezTo>
                        <a:pt x="8780" y="13343"/>
                        <a:pt x="8755" y="13218"/>
                        <a:pt x="8747" y="13102"/>
                      </a:cubicBezTo>
                      <a:cubicBezTo>
                        <a:pt x="8738" y="13044"/>
                        <a:pt x="8730" y="12978"/>
                        <a:pt x="8722" y="12920"/>
                      </a:cubicBezTo>
                      <a:cubicBezTo>
                        <a:pt x="8722" y="12870"/>
                        <a:pt x="8730" y="12796"/>
                        <a:pt x="8689" y="12763"/>
                      </a:cubicBezTo>
                      <a:cubicBezTo>
                        <a:pt x="8661" y="12735"/>
                        <a:pt x="8680" y="12683"/>
                        <a:pt x="8712" y="12683"/>
                      </a:cubicBezTo>
                      <a:cubicBezTo>
                        <a:pt x="8718" y="12683"/>
                        <a:pt x="8724" y="12684"/>
                        <a:pt x="8730" y="12688"/>
                      </a:cubicBezTo>
                      <a:cubicBezTo>
                        <a:pt x="8830" y="12738"/>
                        <a:pt x="8854" y="12837"/>
                        <a:pt x="8871" y="12937"/>
                      </a:cubicBezTo>
                      <a:cubicBezTo>
                        <a:pt x="8904" y="12870"/>
                        <a:pt x="8937" y="12796"/>
                        <a:pt x="8970" y="12730"/>
                      </a:cubicBezTo>
                      <a:cubicBezTo>
                        <a:pt x="9111" y="12473"/>
                        <a:pt x="9327" y="12274"/>
                        <a:pt x="9509" y="12050"/>
                      </a:cubicBezTo>
                      <a:cubicBezTo>
                        <a:pt x="9509" y="12042"/>
                        <a:pt x="9517" y="12034"/>
                        <a:pt x="9526" y="12025"/>
                      </a:cubicBezTo>
                      <a:cubicBezTo>
                        <a:pt x="9625" y="11818"/>
                        <a:pt x="9733" y="11619"/>
                        <a:pt x="9840" y="11412"/>
                      </a:cubicBezTo>
                      <a:cubicBezTo>
                        <a:pt x="9940" y="11114"/>
                        <a:pt x="9990" y="10791"/>
                        <a:pt x="10031" y="10484"/>
                      </a:cubicBezTo>
                      <a:cubicBezTo>
                        <a:pt x="10035" y="10461"/>
                        <a:pt x="10051" y="10451"/>
                        <a:pt x="10067" y="10451"/>
                      </a:cubicBezTo>
                      <a:cubicBezTo>
                        <a:pt x="10086" y="10451"/>
                        <a:pt x="10106" y="10466"/>
                        <a:pt x="10106" y="10493"/>
                      </a:cubicBezTo>
                      <a:cubicBezTo>
                        <a:pt x="10097" y="10615"/>
                        <a:pt x="10097" y="10737"/>
                        <a:pt x="10089" y="10868"/>
                      </a:cubicBezTo>
                      <a:lnTo>
                        <a:pt x="10089" y="10868"/>
                      </a:lnTo>
                      <a:cubicBezTo>
                        <a:pt x="10091" y="10855"/>
                        <a:pt x="10097" y="10848"/>
                        <a:pt x="10097" y="10841"/>
                      </a:cubicBezTo>
                      <a:cubicBezTo>
                        <a:pt x="10280" y="10385"/>
                        <a:pt x="10396" y="9888"/>
                        <a:pt x="10338" y="9399"/>
                      </a:cubicBezTo>
                      <a:cubicBezTo>
                        <a:pt x="10338" y="9366"/>
                        <a:pt x="10364" y="9346"/>
                        <a:pt x="10389" y="9346"/>
                      </a:cubicBezTo>
                      <a:cubicBezTo>
                        <a:pt x="10408" y="9346"/>
                        <a:pt x="10425" y="9357"/>
                        <a:pt x="10429" y="9382"/>
                      </a:cubicBezTo>
                      <a:cubicBezTo>
                        <a:pt x="10462" y="9571"/>
                        <a:pt x="10470" y="9769"/>
                        <a:pt x="10462" y="9958"/>
                      </a:cubicBezTo>
                      <a:lnTo>
                        <a:pt x="10462" y="9958"/>
                      </a:lnTo>
                      <a:cubicBezTo>
                        <a:pt x="10463" y="9943"/>
                        <a:pt x="10470" y="9928"/>
                        <a:pt x="10470" y="9913"/>
                      </a:cubicBezTo>
                      <a:cubicBezTo>
                        <a:pt x="10495" y="9813"/>
                        <a:pt x="10503" y="9714"/>
                        <a:pt x="10512" y="9614"/>
                      </a:cubicBezTo>
                      <a:cubicBezTo>
                        <a:pt x="10495" y="9606"/>
                        <a:pt x="10478" y="9589"/>
                        <a:pt x="10478" y="9565"/>
                      </a:cubicBezTo>
                      <a:cubicBezTo>
                        <a:pt x="10470" y="9490"/>
                        <a:pt x="10487" y="9415"/>
                        <a:pt x="10495" y="9333"/>
                      </a:cubicBezTo>
                      <a:cubicBezTo>
                        <a:pt x="10503" y="9275"/>
                        <a:pt x="10512" y="9208"/>
                        <a:pt x="10520" y="9150"/>
                      </a:cubicBezTo>
                      <a:cubicBezTo>
                        <a:pt x="10512" y="9018"/>
                        <a:pt x="10495" y="8893"/>
                        <a:pt x="10478" y="8769"/>
                      </a:cubicBezTo>
                      <a:cubicBezTo>
                        <a:pt x="10454" y="8562"/>
                        <a:pt x="10429" y="8355"/>
                        <a:pt x="10404" y="8148"/>
                      </a:cubicBezTo>
                      <a:cubicBezTo>
                        <a:pt x="10399" y="8123"/>
                        <a:pt x="10424" y="8104"/>
                        <a:pt x="10449" y="8104"/>
                      </a:cubicBezTo>
                      <a:cubicBezTo>
                        <a:pt x="10465" y="8104"/>
                        <a:pt x="10480" y="8112"/>
                        <a:pt x="10487" y="8131"/>
                      </a:cubicBezTo>
                      <a:cubicBezTo>
                        <a:pt x="10520" y="8247"/>
                        <a:pt x="10553" y="8371"/>
                        <a:pt x="10578" y="8487"/>
                      </a:cubicBezTo>
                      <a:cubicBezTo>
                        <a:pt x="10586" y="8405"/>
                        <a:pt x="10594" y="8330"/>
                        <a:pt x="10594" y="8247"/>
                      </a:cubicBezTo>
                      <a:cubicBezTo>
                        <a:pt x="10594" y="8206"/>
                        <a:pt x="10594" y="8173"/>
                        <a:pt x="10594" y="8131"/>
                      </a:cubicBezTo>
                      <a:cubicBezTo>
                        <a:pt x="10536" y="7924"/>
                        <a:pt x="10470" y="7725"/>
                        <a:pt x="10396" y="7526"/>
                      </a:cubicBezTo>
                      <a:cubicBezTo>
                        <a:pt x="10304" y="7311"/>
                        <a:pt x="10213" y="7104"/>
                        <a:pt x="10114" y="6897"/>
                      </a:cubicBezTo>
                      <a:cubicBezTo>
                        <a:pt x="9691" y="5994"/>
                        <a:pt x="9202" y="5107"/>
                        <a:pt x="9202" y="4121"/>
                      </a:cubicBezTo>
                      <a:cubicBezTo>
                        <a:pt x="9202" y="4038"/>
                        <a:pt x="9202" y="3947"/>
                        <a:pt x="9244" y="3864"/>
                      </a:cubicBezTo>
                      <a:cubicBezTo>
                        <a:pt x="9244" y="4071"/>
                        <a:pt x="9260" y="4270"/>
                        <a:pt x="9302" y="4469"/>
                      </a:cubicBezTo>
                      <a:cubicBezTo>
                        <a:pt x="9343" y="4668"/>
                        <a:pt x="9393" y="4858"/>
                        <a:pt x="9451" y="5049"/>
                      </a:cubicBezTo>
                      <a:cubicBezTo>
                        <a:pt x="9484" y="5148"/>
                        <a:pt x="9517" y="5248"/>
                        <a:pt x="9550" y="5347"/>
                      </a:cubicBezTo>
                      <a:cubicBezTo>
                        <a:pt x="9584" y="5438"/>
                        <a:pt x="9617" y="5538"/>
                        <a:pt x="9683" y="5612"/>
                      </a:cubicBezTo>
                      <a:cubicBezTo>
                        <a:pt x="9695" y="5622"/>
                        <a:pt x="9707" y="5626"/>
                        <a:pt x="9720" y="5626"/>
                      </a:cubicBezTo>
                      <a:cubicBezTo>
                        <a:pt x="9753" y="5626"/>
                        <a:pt x="9785" y="5599"/>
                        <a:pt x="9791" y="5563"/>
                      </a:cubicBezTo>
                      <a:cubicBezTo>
                        <a:pt x="9799" y="5480"/>
                        <a:pt x="9766" y="5380"/>
                        <a:pt x="9741" y="5298"/>
                      </a:cubicBezTo>
                      <a:cubicBezTo>
                        <a:pt x="9708" y="5198"/>
                        <a:pt x="9675" y="5107"/>
                        <a:pt x="9650" y="5008"/>
                      </a:cubicBezTo>
                      <a:cubicBezTo>
                        <a:pt x="9592" y="4825"/>
                        <a:pt x="9534" y="4635"/>
                        <a:pt x="9492" y="4444"/>
                      </a:cubicBezTo>
                      <a:cubicBezTo>
                        <a:pt x="9443" y="4212"/>
                        <a:pt x="9410" y="3972"/>
                        <a:pt x="9401" y="3732"/>
                      </a:cubicBezTo>
                      <a:cubicBezTo>
                        <a:pt x="9450" y="3707"/>
                        <a:pt x="9505" y="3696"/>
                        <a:pt x="9563" y="3696"/>
                      </a:cubicBezTo>
                      <a:cubicBezTo>
                        <a:pt x="9643" y="3696"/>
                        <a:pt x="9727" y="3718"/>
                        <a:pt x="9799" y="3756"/>
                      </a:cubicBezTo>
                      <a:cubicBezTo>
                        <a:pt x="9832" y="3781"/>
                        <a:pt x="9874" y="3814"/>
                        <a:pt x="9907" y="3839"/>
                      </a:cubicBezTo>
                      <a:cubicBezTo>
                        <a:pt x="9940" y="3947"/>
                        <a:pt x="9973" y="4046"/>
                        <a:pt x="9998" y="4146"/>
                      </a:cubicBezTo>
                      <a:cubicBezTo>
                        <a:pt x="10064" y="4378"/>
                        <a:pt x="10114" y="4602"/>
                        <a:pt x="10164" y="4825"/>
                      </a:cubicBezTo>
                      <a:cubicBezTo>
                        <a:pt x="10175" y="4873"/>
                        <a:pt x="10213" y="4895"/>
                        <a:pt x="10252" y="4895"/>
                      </a:cubicBezTo>
                      <a:cubicBezTo>
                        <a:pt x="10301" y="4895"/>
                        <a:pt x="10350" y="4860"/>
                        <a:pt x="10346" y="4800"/>
                      </a:cubicBezTo>
                      <a:cubicBezTo>
                        <a:pt x="10346" y="4535"/>
                        <a:pt x="10346" y="4270"/>
                        <a:pt x="10346" y="4005"/>
                      </a:cubicBezTo>
                      <a:cubicBezTo>
                        <a:pt x="10346" y="3872"/>
                        <a:pt x="10346" y="3748"/>
                        <a:pt x="10354" y="3616"/>
                      </a:cubicBezTo>
                      <a:cubicBezTo>
                        <a:pt x="10354" y="3599"/>
                        <a:pt x="10354" y="3591"/>
                        <a:pt x="10354" y="3582"/>
                      </a:cubicBezTo>
                      <a:cubicBezTo>
                        <a:pt x="10412" y="3665"/>
                        <a:pt x="10478" y="3756"/>
                        <a:pt x="10545" y="3831"/>
                      </a:cubicBezTo>
                      <a:cubicBezTo>
                        <a:pt x="10545" y="3756"/>
                        <a:pt x="10536" y="3682"/>
                        <a:pt x="10528" y="3607"/>
                      </a:cubicBezTo>
                      <a:cubicBezTo>
                        <a:pt x="10512" y="3450"/>
                        <a:pt x="10503" y="3284"/>
                        <a:pt x="10470" y="3127"/>
                      </a:cubicBezTo>
                      <a:cubicBezTo>
                        <a:pt x="10445" y="2986"/>
                        <a:pt x="10404" y="2845"/>
                        <a:pt x="10296" y="2754"/>
                      </a:cubicBezTo>
                      <a:cubicBezTo>
                        <a:pt x="10256" y="2727"/>
                        <a:pt x="10281" y="2679"/>
                        <a:pt x="10318" y="2679"/>
                      </a:cubicBezTo>
                      <a:cubicBezTo>
                        <a:pt x="10327" y="2679"/>
                        <a:pt x="10336" y="2681"/>
                        <a:pt x="10346" y="2688"/>
                      </a:cubicBezTo>
                      <a:cubicBezTo>
                        <a:pt x="10387" y="2704"/>
                        <a:pt x="10420" y="2737"/>
                        <a:pt x="10445" y="2762"/>
                      </a:cubicBezTo>
                      <a:cubicBezTo>
                        <a:pt x="10437" y="2729"/>
                        <a:pt x="10429" y="2688"/>
                        <a:pt x="10420" y="2654"/>
                      </a:cubicBezTo>
                      <a:cubicBezTo>
                        <a:pt x="10387" y="2588"/>
                        <a:pt x="10346" y="2530"/>
                        <a:pt x="10313" y="2472"/>
                      </a:cubicBezTo>
                      <a:cubicBezTo>
                        <a:pt x="10238" y="2356"/>
                        <a:pt x="10164" y="2232"/>
                        <a:pt x="10089" y="2116"/>
                      </a:cubicBezTo>
                      <a:cubicBezTo>
                        <a:pt x="10089" y="2182"/>
                        <a:pt x="10081" y="2257"/>
                        <a:pt x="10039" y="2298"/>
                      </a:cubicBezTo>
                      <a:cubicBezTo>
                        <a:pt x="10027" y="2311"/>
                        <a:pt x="10008" y="2319"/>
                        <a:pt x="9992" y="2319"/>
                      </a:cubicBezTo>
                      <a:cubicBezTo>
                        <a:pt x="9975" y="2319"/>
                        <a:pt x="9961" y="2311"/>
                        <a:pt x="9956" y="2290"/>
                      </a:cubicBezTo>
                      <a:cubicBezTo>
                        <a:pt x="9940" y="2248"/>
                        <a:pt x="9940" y="2199"/>
                        <a:pt x="9940" y="2149"/>
                      </a:cubicBezTo>
                      <a:cubicBezTo>
                        <a:pt x="9940" y="2099"/>
                        <a:pt x="9932" y="2050"/>
                        <a:pt x="9923" y="2000"/>
                      </a:cubicBezTo>
                      <a:cubicBezTo>
                        <a:pt x="9898" y="1901"/>
                        <a:pt x="9865" y="1801"/>
                        <a:pt x="9824" y="1710"/>
                      </a:cubicBezTo>
                      <a:cubicBezTo>
                        <a:pt x="9741" y="1511"/>
                        <a:pt x="9650" y="1312"/>
                        <a:pt x="9559" y="1113"/>
                      </a:cubicBezTo>
                      <a:cubicBezTo>
                        <a:pt x="9550" y="1105"/>
                        <a:pt x="9550" y="1089"/>
                        <a:pt x="9559" y="1080"/>
                      </a:cubicBezTo>
                      <a:cubicBezTo>
                        <a:pt x="9517" y="1031"/>
                        <a:pt x="9476" y="981"/>
                        <a:pt x="9434" y="923"/>
                      </a:cubicBezTo>
                      <a:cubicBezTo>
                        <a:pt x="9415" y="890"/>
                        <a:pt x="9442" y="847"/>
                        <a:pt x="9475" y="847"/>
                      </a:cubicBezTo>
                      <a:cubicBezTo>
                        <a:pt x="9483" y="847"/>
                        <a:pt x="9492" y="850"/>
                        <a:pt x="9501" y="857"/>
                      </a:cubicBezTo>
                      <a:cubicBezTo>
                        <a:pt x="9584" y="931"/>
                        <a:pt x="9658" y="1014"/>
                        <a:pt x="9724" y="1089"/>
                      </a:cubicBezTo>
                      <a:cubicBezTo>
                        <a:pt x="9724" y="1080"/>
                        <a:pt x="9716" y="1064"/>
                        <a:pt x="9708" y="1047"/>
                      </a:cubicBezTo>
                      <a:cubicBezTo>
                        <a:pt x="9675" y="1022"/>
                        <a:pt x="9650" y="989"/>
                        <a:pt x="9625" y="964"/>
                      </a:cubicBezTo>
                      <a:cubicBezTo>
                        <a:pt x="9534" y="865"/>
                        <a:pt x="9468" y="732"/>
                        <a:pt x="9410" y="608"/>
                      </a:cubicBezTo>
                      <a:cubicBezTo>
                        <a:pt x="9393" y="567"/>
                        <a:pt x="9376" y="525"/>
                        <a:pt x="9360" y="484"/>
                      </a:cubicBezTo>
                      <a:cubicBezTo>
                        <a:pt x="8987" y="335"/>
                        <a:pt x="8614" y="194"/>
                        <a:pt x="8241" y="45"/>
                      </a:cubicBezTo>
                      <a:cubicBezTo>
                        <a:pt x="8186" y="22"/>
                        <a:pt x="8123" y="0"/>
                        <a:pt x="806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7" name="Google Shape;1297;p1"/>
                <p:cNvSpPr/>
                <p:nvPr/>
              </p:nvSpPr>
              <p:spPr>
                <a:xfrm>
                  <a:off x="2912725" y="4638375"/>
                  <a:ext cx="28150" cy="39475"/>
                </a:xfrm>
                <a:custGeom>
                  <a:rect b="b" l="l" r="r" t="t"/>
                  <a:pathLst>
                    <a:path extrusionOk="0" h="1579" w="1126">
                      <a:moveTo>
                        <a:pt x="1069" y="0"/>
                      </a:moveTo>
                      <a:cubicBezTo>
                        <a:pt x="1054" y="0"/>
                        <a:pt x="1038" y="11"/>
                        <a:pt x="1034" y="28"/>
                      </a:cubicBezTo>
                      <a:cubicBezTo>
                        <a:pt x="1001" y="95"/>
                        <a:pt x="1001" y="178"/>
                        <a:pt x="984" y="252"/>
                      </a:cubicBezTo>
                      <a:cubicBezTo>
                        <a:pt x="968" y="327"/>
                        <a:pt x="943" y="401"/>
                        <a:pt x="910" y="476"/>
                      </a:cubicBezTo>
                      <a:cubicBezTo>
                        <a:pt x="852" y="617"/>
                        <a:pt x="769" y="749"/>
                        <a:pt x="686" y="874"/>
                      </a:cubicBezTo>
                      <a:cubicBezTo>
                        <a:pt x="512" y="1130"/>
                        <a:pt x="263" y="1313"/>
                        <a:pt x="31" y="1512"/>
                      </a:cubicBezTo>
                      <a:cubicBezTo>
                        <a:pt x="1" y="1534"/>
                        <a:pt x="27" y="1579"/>
                        <a:pt x="64" y="1579"/>
                      </a:cubicBezTo>
                      <a:cubicBezTo>
                        <a:pt x="67" y="1579"/>
                        <a:pt x="70" y="1578"/>
                        <a:pt x="73" y="1578"/>
                      </a:cubicBezTo>
                      <a:cubicBezTo>
                        <a:pt x="156" y="1561"/>
                        <a:pt x="230" y="1536"/>
                        <a:pt x="305" y="1495"/>
                      </a:cubicBezTo>
                      <a:cubicBezTo>
                        <a:pt x="379" y="1454"/>
                        <a:pt x="446" y="1404"/>
                        <a:pt x="512" y="1346"/>
                      </a:cubicBezTo>
                      <a:cubicBezTo>
                        <a:pt x="636" y="1238"/>
                        <a:pt x="752" y="1106"/>
                        <a:pt x="843" y="965"/>
                      </a:cubicBezTo>
                      <a:cubicBezTo>
                        <a:pt x="935" y="824"/>
                        <a:pt x="1001" y="675"/>
                        <a:pt x="1042" y="509"/>
                      </a:cubicBezTo>
                      <a:cubicBezTo>
                        <a:pt x="1067" y="434"/>
                        <a:pt x="1084" y="352"/>
                        <a:pt x="1092" y="269"/>
                      </a:cubicBezTo>
                      <a:cubicBezTo>
                        <a:pt x="1109" y="194"/>
                        <a:pt x="1125" y="103"/>
                        <a:pt x="1100" y="28"/>
                      </a:cubicBezTo>
                      <a:cubicBezTo>
                        <a:pt x="1096" y="9"/>
                        <a:pt x="1083" y="0"/>
                        <a:pt x="106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8" name="Google Shape;1298;p1"/>
                <p:cNvSpPr/>
                <p:nvPr/>
              </p:nvSpPr>
              <p:spPr>
                <a:xfrm>
                  <a:off x="2926675" y="4639200"/>
                  <a:ext cx="9000" cy="21075"/>
                </a:xfrm>
                <a:custGeom>
                  <a:rect b="b" l="l" r="r" t="t"/>
                  <a:pathLst>
                    <a:path extrusionOk="0" h="843" w="360">
                      <a:moveTo>
                        <a:pt x="275" y="0"/>
                      </a:moveTo>
                      <a:cubicBezTo>
                        <a:pt x="270" y="0"/>
                        <a:pt x="265" y="1"/>
                        <a:pt x="261" y="4"/>
                      </a:cubicBezTo>
                      <a:cubicBezTo>
                        <a:pt x="211" y="37"/>
                        <a:pt x="203" y="128"/>
                        <a:pt x="194" y="186"/>
                      </a:cubicBezTo>
                      <a:cubicBezTo>
                        <a:pt x="178" y="252"/>
                        <a:pt x="161" y="319"/>
                        <a:pt x="145" y="393"/>
                      </a:cubicBezTo>
                      <a:cubicBezTo>
                        <a:pt x="128" y="459"/>
                        <a:pt x="103" y="517"/>
                        <a:pt x="87" y="584"/>
                      </a:cubicBezTo>
                      <a:cubicBezTo>
                        <a:pt x="62" y="650"/>
                        <a:pt x="45" y="716"/>
                        <a:pt x="12" y="783"/>
                      </a:cubicBezTo>
                      <a:cubicBezTo>
                        <a:pt x="1" y="816"/>
                        <a:pt x="24" y="843"/>
                        <a:pt x="48" y="843"/>
                      </a:cubicBezTo>
                      <a:cubicBezTo>
                        <a:pt x="59" y="843"/>
                        <a:pt x="70" y="837"/>
                        <a:pt x="78" y="824"/>
                      </a:cubicBezTo>
                      <a:cubicBezTo>
                        <a:pt x="128" y="766"/>
                        <a:pt x="169" y="708"/>
                        <a:pt x="203" y="642"/>
                      </a:cubicBezTo>
                      <a:cubicBezTo>
                        <a:pt x="236" y="575"/>
                        <a:pt x="261" y="509"/>
                        <a:pt x="285" y="435"/>
                      </a:cubicBezTo>
                      <a:cubicBezTo>
                        <a:pt x="302" y="360"/>
                        <a:pt x="327" y="294"/>
                        <a:pt x="335" y="219"/>
                      </a:cubicBezTo>
                      <a:cubicBezTo>
                        <a:pt x="343" y="161"/>
                        <a:pt x="360" y="53"/>
                        <a:pt x="310" y="12"/>
                      </a:cubicBezTo>
                      <a:cubicBezTo>
                        <a:pt x="299" y="6"/>
                        <a:pt x="287" y="0"/>
                        <a:pt x="27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9" name="Google Shape;1299;p1"/>
                <p:cNvSpPr/>
                <p:nvPr/>
              </p:nvSpPr>
              <p:spPr>
                <a:xfrm>
                  <a:off x="2933375" y="4626225"/>
                  <a:ext cx="2725" cy="6725"/>
                </a:xfrm>
                <a:custGeom>
                  <a:rect b="b" l="l" r="r" t="t"/>
                  <a:pathLst>
                    <a:path extrusionOk="0" h="269" w="109">
                      <a:moveTo>
                        <a:pt x="92" y="1"/>
                      </a:moveTo>
                      <a:cubicBezTo>
                        <a:pt x="75" y="1"/>
                        <a:pt x="67" y="9"/>
                        <a:pt x="59" y="17"/>
                      </a:cubicBezTo>
                      <a:cubicBezTo>
                        <a:pt x="59" y="26"/>
                        <a:pt x="51" y="34"/>
                        <a:pt x="51" y="42"/>
                      </a:cubicBezTo>
                      <a:cubicBezTo>
                        <a:pt x="42" y="50"/>
                        <a:pt x="42" y="59"/>
                        <a:pt x="42" y="67"/>
                      </a:cubicBezTo>
                      <a:cubicBezTo>
                        <a:pt x="34" y="84"/>
                        <a:pt x="34" y="100"/>
                        <a:pt x="26" y="117"/>
                      </a:cubicBezTo>
                      <a:cubicBezTo>
                        <a:pt x="17" y="150"/>
                        <a:pt x="9" y="191"/>
                        <a:pt x="9" y="224"/>
                      </a:cubicBezTo>
                      <a:cubicBezTo>
                        <a:pt x="1" y="241"/>
                        <a:pt x="9" y="266"/>
                        <a:pt x="34" y="266"/>
                      </a:cubicBezTo>
                      <a:cubicBezTo>
                        <a:pt x="38" y="268"/>
                        <a:pt x="42" y="269"/>
                        <a:pt x="46" y="269"/>
                      </a:cubicBezTo>
                      <a:cubicBezTo>
                        <a:pt x="58" y="269"/>
                        <a:pt x="69" y="260"/>
                        <a:pt x="75" y="241"/>
                      </a:cubicBezTo>
                      <a:cubicBezTo>
                        <a:pt x="84" y="208"/>
                        <a:pt x="92" y="175"/>
                        <a:pt x="92" y="142"/>
                      </a:cubicBezTo>
                      <a:cubicBezTo>
                        <a:pt x="100" y="100"/>
                        <a:pt x="109" y="67"/>
                        <a:pt x="109" y="26"/>
                      </a:cubicBezTo>
                      <a:cubicBezTo>
                        <a:pt x="109" y="17"/>
                        <a:pt x="100" y="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0" name="Google Shape;1300;p1"/>
                <p:cNvSpPr/>
                <p:nvPr/>
              </p:nvSpPr>
              <p:spPr>
                <a:xfrm>
                  <a:off x="2938825" y="4604275"/>
                  <a:ext cx="9700" cy="46525"/>
                </a:xfrm>
                <a:custGeom>
                  <a:rect b="b" l="l" r="r" t="t"/>
                  <a:pathLst>
                    <a:path extrusionOk="0" h="1861" w="388">
                      <a:moveTo>
                        <a:pt x="304" y="1"/>
                      </a:moveTo>
                      <a:cubicBezTo>
                        <a:pt x="285" y="1"/>
                        <a:pt x="265" y="14"/>
                        <a:pt x="255" y="34"/>
                      </a:cubicBezTo>
                      <a:cubicBezTo>
                        <a:pt x="230" y="100"/>
                        <a:pt x="239" y="166"/>
                        <a:pt x="239" y="241"/>
                      </a:cubicBezTo>
                      <a:cubicBezTo>
                        <a:pt x="239" y="315"/>
                        <a:pt x="239" y="390"/>
                        <a:pt x="239" y="473"/>
                      </a:cubicBezTo>
                      <a:cubicBezTo>
                        <a:pt x="239" y="622"/>
                        <a:pt x="222" y="771"/>
                        <a:pt x="205" y="928"/>
                      </a:cubicBezTo>
                      <a:cubicBezTo>
                        <a:pt x="189" y="1078"/>
                        <a:pt x="164" y="1227"/>
                        <a:pt x="131" y="1368"/>
                      </a:cubicBezTo>
                      <a:cubicBezTo>
                        <a:pt x="89" y="1525"/>
                        <a:pt x="56" y="1674"/>
                        <a:pt x="7" y="1823"/>
                      </a:cubicBezTo>
                      <a:cubicBezTo>
                        <a:pt x="1" y="1845"/>
                        <a:pt x="18" y="1860"/>
                        <a:pt x="34" y="1860"/>
                      </a:cubicBezTo>
                      <a:cubicBezTo>
                        <a:pt x="42" y="1860"/>
                        <a:pt x="51" y="1856"/>
                        <a:pt x="56" y="1848"/>
                      </a:cubicBezTo>
                      <a:cubicBezTo>
                        <a:pt x="114" y="1707"/>
                        <a:pt x="189" y="1558"/>
                        <a:pt x="230" y="1417"/>
                      </a:cubicBezTo>
                      <a:cubicBezTo>
                        <a:pt x="272" y="1260"/>
                        <a:pt x="313" y="1102"/>
                        <a:pt x="338" y="945"/>
                      </a:cubicBezTo>
                      <a:cubicBezTo>
                        <a:pt x="371" y="796"/>
                        <a:pt x="379" y="638"/>
                        <a:pt x="388" y="489"/>
                      </a:cubicBezTo>
                      <a:cubicBezTo>
                        <a:pt x="388" y="406"/>
                        <a:pt x="388" y="324"/>
                        <a:pt x="388" y="241"/>
                      </a:cubicBezTo>
                      <a:cubicBezTo>
                        <a:pt x="388" y="158"/>
                        <a:pt x="379" y="92"/>
                        <a:pt x="338" y="25"/>
                      </a:cubicBezTo>
                      <a:cubicBezTo>
                        <a:pt x="331" y="8"/>
                        <a:pt x="318" y="1"/>
                        <a:pt x="30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1" name="Google Shape;1301;p1"/>
                <p:cNvSpPr/>
                <p:nvPr/>
              </p:nvSpPr>
              <p:spPr>
                <a:xfrm>
                  <a:off x="2941675" y="4606300"/>
                  <a:ext cx="2700" cy="11875"/>
                </a:xfrm>
                <a:custGeom>
                  <a:rect b="b" l="l" r="r" t="t"/>
                  <a:pathLst>
                    <a:path extrusionOk="0" h="475" w="108">
                      <a:moveTo>
                        <a:pt x="67" y="0"/>
                      </a:moveTo>
                      <a:cubicBezTo>
                        <a:pt x="56" y="0"/>
                        <a:pt x="46" y="6"/>
                        <a:pt x="42" y="19"/>
                      </a:cubicBezTo>
                      <a:cubicBezTo>
                        <a:pt x="17" y="85"/>
                        <a:pt x="9" y="160"/>
                        <a:pt x="9" y="226"/>
                      </a:cubicBezTo>
                      <a:cubicBezTo>
                        <a:pt x="9" y="301"/>
                        <a:pt x="0" y="367"/>
                        <a:pt x="0" y="433"/>
                      </a:cubicBezTo>
                      <a:cubicBezTo>
                        <a:pt x="0" y="458"/>
                        <a:pt x="17" y="475"/>
                        <a:pt x="42" y="475"/>
                      </a:cubicBezTo>
                      <a:cubicBezTo>
                        <a:pt x="58" y="475"/>
                        <a:pt x="75" y="458"/>
                        <a:pt x="75" y="433"/>
                      </a:cubicBezTo>
                      <a:cubicBezTo>
                        <a:pt x="83" y="367"/>
                        <a:pt x="91" y="301"/>
                        <a:pt x="100" y="226"/>
                      </a:cubicBezTo>
                      <a:cubicBezTo>
                        <a:pt x="100" y="160"/>
                        <a:pt x="108" y="85"/>
                        <a:pt x="91" y="19"/>
                      </a:cubicBezTo>
                      <a:cubicBezTo>
                        <a:pt x="87" y="6"/>
                        <a:pt x="77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2" name="Google Shape;1302;p1"/>
                <p:cNvSpPr/>
                <p:nvPr/>
              </p:nvSpPr>
              <p:spPr>
                <a:xfrm>
                  <a:off x="2926225" y="4620125"/>
                  <a:ext cx="4275" cy="13350"/>
                </a:xfrm>
                <a:custGeom>
                  <a:rect b="b" l="l" r="r" t="t"/>
                  <a:pathLst>
                    <a:path extrusionOk="0" h="534" w="171">
                      <a:moveTo>
                        <a:pt x="140" y="0"/>
                      </a:moveTo>
                      <a:cubicBezTo>
                        <a:pt x="134" y="0"/>
                        <a:pt x="127" y="4"/>
                        <a:pt x="121" y="13"/>
                      </a:cubicBezTo>
                      <a:cubicBezTo>
                        <a:pt x="113" y="29"/>
                        <a:pt x="105" y="46"/>
                        <a:pt x="96" y="71"/>
                      </a:cubicBezTo>
                      <a:cubicBezTo>
                        <a:pt x="96" y="87"/>
                        <a:pt x="88" y="104"/>
                        <a:pt x="80" y="120"/>
                      </a:cubicBezTo>
                      <a:cubicBezTo>
                        <a:pt x="71" y="162"/>
                        <a:pt x="63" y="203"/>
                        <a:pt x="55" y="245"/>
                      </a:cubicBezTo>
                      <a:cubicBezTo>
                        <a:pt x="38" y="328"/>
                        <a:pt x="22" y="410"/>
                        <a:pt x="5" y="485"/>
                      </a:cubicBezTo>
                      <a:cubicBezTo>
                        <a:pt x="0" y="515"/>
                        <a:pt x="23" y="533"/>
                        <a:pt x="43" y="533"/>
                      </a:cubicBezTo>
                      <a:cubicBezTo>
                        <a:pt x="56" y="533"/>
                        <a:pt x="68" y="526"/>
                        <a:pt x="71" y="510"/>
                      </a:cubicBezTo>
                      <a:cubicBezTo>
                        <a:pt x="96" y="427"/>
                        <a:pt x="113" y="344"/>
                        <a:pt x="129" y="270"/>
                      </a:cubicBezTo>
                      <a:cubicBezTo>
                        <a:pt x="138" y="228"/>
                        <a:pt x="146" y="187"/>
                        <a:pt x="154" y="145"/>
                      </a:cubicBezTo>
                      <a:cubicBezTo>
                        <a:pt x="154" y="129"/>
                        <a:pt x="163" y="112"/>
                        <a:pt x="163" y="87"/>
                      </a:cubicBezTo>
                      <a:cubicBezTo>
                        <a:pt x="171" y="71"/>
                        <a:pt x="163" y="46"/>
                        <a:pt x="163" y="29"/>
                      </a:cubicBezTo>
                      <a:lnTo>
                        <a:pt x="171" y="29"/>
                      </a:lnTo>
                      <a:cubicBezTo>
                        <a:pt x="165" y="13"/>
                        <a:pt x="153" y="0"/>
                        <a:pt x="14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3" name="Google Shape;1303;p1"/>
                <p:cNvSpPr/>
                <p:nvPr/>
              </p:nvSpPr>
              <p:spPr>
                <a:xfrm>
                  <a:off x="2940625" y="4555100"/>
                  <a:ext cx="6875" cy="39675"/>
                </a:xfrm>
                <a:custGeom>
                  <a:rect b="b" l="l" r="r" t="t"/>
                  <a:pathLst>
                    <a:path extrusionOk="0" h="1587" w="275">
                      <a:moveTo>
                        <a:pt x="65" y="1"/>
                      </a:moveTo>
                      <a:cubicBezTo>
                        <a:pt x="51" y="1"/>
                        <a:pt x="39" y="7"/>
                        <a:pt x="34" y="20"/>
                      </a:cubicBezTo>
                      <a:cubicBezTo>
                        <a:pt x="1" y="70"/>
                        <a:pt x="17" y="128"/>
                        <a:pt x="17" y="186"/>
                      </a:cubicBezTo>
                      <a:cubicBezTo>
                        <a:pt x="26" y="244"/>
                        <a:pt x="42" y="310"/>
                        <a:pt x="51" y="377"/>
                      </a:cubicBezTo>
                      <a:cubicBezTo>
                        <a:pt x="67" y="501"/>
                        <a:pt x="84" y="633"/>
                        <a:pt x="92" y="758"/>
                      </a:cubicBezTo>
                      <a:cubicBezTo>
                        <a:pt x="117" y="1015"/>
                        <a:pt x="125" y="1280"/>
                        <a:pt x="150" y="1537"/>
                      </a:cubicBezTo>
                      <a:cubicBezTo>
                        <a:pt x="150" y="1570"/>
                        <a:pt x="173" y="1586"/>
                        <a:pt x="197" y="1586"/>
                      </a:cubicBezTo>
                      <a:cubicBezTo>
                        <a:pt x="220" y="1586"/>
                        <a:pt x="245" y="1570"/>
                        <a:pt x="249" y="1537"/>
                      </a:cubicBezTo>
                      <a:cubicBezTo>
                        <a:pt x="274" y="1280"/>
                        <a:pt x="266" y="1006"/>
                        <a:pt x="241" y="741"/>
                      </a:cubicBezTo>
                      <a:cubicBezTo>
                        <a:pt x="225" y="617"/>
                        <a:pt x="216" y="493"/>
                        <a:pt x="191" y="368"/>
                      </a:cubicBezTo>
                      <a:cubicBezTo>
                        <a:pt x="183" y="302"/>
                        <a:pt x="175" y="227"/>
                        <a:pt x="167" y="169"/>
                      </a:cubicBezTo>
                      <a:cubicBezTo>
                        <a:pt x="150" y="111"/>
                        <a:pt x="142" y="53"/>
                        <a:pt x="100" y="12"/>
                      </a:cubicBezTo>
                      <a:cubicBezTo>
                        <a:pt x="89" y="5"/>
                        <a:pt x="76" y="1"/>
                        <a:pt x="6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4" name="Google Shape;1304;p1"/>
                <p:cNvSpPr/>
                <p:nvPr/>
              </p:nvSpPr>
              <p:spPr>
                <a:xfrm>
                  <a:off x="2952850" y="4628200"/>
                  <a:ext cx="96975" cy="153625"/>
                </a:xfrm>
                <a:custGeom>
                  <a:rect b="b" l="l" r="r" t="t"/>
                  <a:pathLst>
                    <a:path extrusionOk="0" h="6145" w="3879">
                      <a:moveTo>
                        <a:pt x="289" y="1"/>
                      </a:moveTo>
                      <a:cubicBezTo>
                        <a:pt x="280" y="1"/>
                        <a:pt x="272" y="4"/>
                        <a:pt x="266" y="13"/>
                      </a:cubicBezTo>
                      <a:cubicBezTo>
                        <a:pt x="208" y="121"/>
                        <a:pt x="183" y="245"/>
                        <a:pt x="158" y="353"/>
                      </a:cubicBezTo>
                      <a:cubicBezTo>
                        <a:pt x="133" y="477"/>
                        <a:pt x="117" y="601"/>
                        <a:pt x="108" y="725"/>
                      </a:cubicBezTo>
                      <a:cubicBezTo>
                        <a:pt x="92" y="850"/>
                        <a:pt x="92" y="974"/>
                        <a:pt x="92" y="1098"/>
                      </a:cubicBezTo>
                      <a:cubicBezTo>
                        <a:pt x="92" y="1165"/>
                        <a:pt x="100" y="1231"/>
                        <a:pt x="108" y="1297"/>
                      </a:cubicBezTo>
                      <a:cubicBezTo>
                        <a:pt x="75" y="1471"/>
                        <a:pt x="42" y="1645"/>
                        <a:pt x="26" y="1819"/>
                      </a:cubicBezTo>
                      <a:cubicBezTo>
                        <a:pt x="1" y="2101"/>
                        <a:pt x="133" y="2324"/>
                        <a:pt x="257" y="2565"/>
                      </a:cubicBezTo>
                      <a:cubicBezTo>
                        <a:pt x="274" y="2606"/>
                        <a:pt x="249" y="2639"/>
                        <a:pt x="216" y="2664"/>
                      </a:cubicBezTo>
                      <a:cubicBezTo>
                        <a:pt x="307" y="2730"/>
                        <a:pt x="398" y="2805"/>
                        <a:pt x="481" y="2888"/>
                      </a:cubicBezTo>
                      <a:cubicBezTo>
                        <a:pt x="614" y="3020"/>
                        <a:pt x="688" y="3203"/>
                        <a:pt x="755" y="3368"/>
                      </a:cubicBezTo>
                      <a:cubicBezTo>
                        <a:pt x="829" y="3551"/>
                        <a:pt x="887" y="3750"/>
                        <a:pt x="920" y="3940"/>
                      </a:cubicBezTo>
                      <a:cubicBezTo>
                        <a:pt x="929" y="3998"/>
                        <a:pt x="937" y="4064"/>
                        <a:pt x="945" y="4122"/>
                      </a:cubicBezTo>
                      <a:cubicBezTo>
                        <a:pt x="1011" y="4255"/>
                        <a:pt x="1045" y="4396"/>
                        <a:pt x="1069" y="4545"/>
                      </a:cubicBezTo>
                      <a:cubicBezTo>
                        <a:pt x="1086" y="4727"/>
                        <a:pt x="1103" y="4918"/>
                        <a:pt x="1161" y="5092"/>
                      </a:cubicBezTo>
                      <a:cubicBezTo>
                        <a:pt x="1219" y="5282"/>
                        <a:pt x="1326" y="5398"/>
                        <a:pt x="1492" y="5498"/>
                      </a:cubicBezTo>
                      <a:cubicBezTo>
                        <a:pt x="1575" y="5548"/>
                        <a:pt x="1658" y="5597"/>
                        <a:pt x="1741" y="5630"/>
                      </a:cubicBezTo>
                      <a:cubicBezTo>
                        <a:pt x="1807" y="5655"/>
                        <a:pt x="1873" y="5672"/>
                        <a:pt x="1923" y="5713"/>
                      </a:cubicBezTo>
                      <a:cubicBezTo>
                        <a:pt x="2097" y="5755"/>
                        <a:pt x="2279" y="5804"/>
                        <a:pt x="2453" y="5862"/>
                      </a:cubicBezTo>
                      <a:cubicBezTo>
                        <a:pt x="2544" y="5896"/>
                        <a:pt x="2627" y="5937"/>
                        <a:pt x="2702" y="5987"/>
                      </a:cubicBezTo>
                      <a:cubicBezTo>
                        <a:pt x="2785" y="6028"/>
                        <a:pt x="2851" y="6094"/>
                        <a:pt x="2942" y="6128"/>
                      </a:cubicBezTo>
                      <a:cubicBezTo>
                        <a:pt x="2988" y="6138"/>
                        <a:pt x="3034" y="6145"/>
                        <a:pt x="3082" y="6145"/>
                      </a:cubicBezTo>
                      <a:cubicBezTo>
                        <a:pt x="3112" y="6145"/>
                        <a:pt x="3142" y="6142"/>
                        <a:pt x="3174" y="6136"/>
                      </a:cubicBezTo>
                      <a:cubicBezTo>
                        <a:pt x="3199" y="6111"/>
                        <a:pt x="3240" y="6086"/>
                        <a:pt x="3282" y="6061"/>
                      </a:cubicBezTo>
                      <a:cubicBezTo>
                        <a:pt x="3331" y="6028"/>
                        <a:pt x="3389" y="5987"/>
                        <a:pt x="3439" y="5954"/>
                      </a:cubicBezTo>
                      <a:cubicBezTo>
                        <a:pt x="3472" y="5929"/>
                        <a:pt x="3522" y="5896"/>
                        <a:pt x="3547" y="5862"/>
                      </a:cubicBezTo>
                      <a:lnTo>
                        <a:pt x="3539" y="5846"/>
                      </a:lnTo>
                      <a:cubicBezTo>
                        <a:pt x="3514" y="5829"/>
                        <a:pt x="3489" y="5813"/>
                        <a:pt x="3464" y="5788"/>
                      </a:cubicBezTo>
                      <a:cubicBezTo>
                        <a:pt x="3365" y="5697"/>
                        <a:pt x="3265" y="5606"/>
                        <a:pt x="3174" y="5506"/>
                      </a:cubicBezTo>
                      <a:cubicBezTo>
                        <a:pt x="3091" y="5415"/>
                        <a:pt x="3008" y="5307"/>
                        <a:pt x="2925" y="5200"/>
                      </a:cubicBezTo>
                      <a:cubicBezTo>
                        <a:pt x="2899" y="5160"/>
                        <a:pt x="2936" y="5105"/>
                        <a:pt x="2977" y="5105"/>
                      </a:cubicBezTo>
                      <a:cubicBezTo>
                        <a:pt x="2987" y="5105"/>
                        <a:pt x="2998" y="5108"/>
                        <a:pt x="3008" y="5117"/>
                      </a:cubicBezTo>
                      <a:cubicBezTo>
                        <a:pt x="3124" y="5233"/>
                        <a:pt x="3249" y="5332"/>
                        <a:pt x="3365" y="5440"/>
                      </a:cubicBezTo>
                      <a:cubicBezTo>
                        <a:pt x="3423" y="5490"/>
                        <a:pt x="3481" y="5539"/>
                        <a:pt x="3547" y="5589"/>
                      </a:cubicBezTo>
                      <a:cubicBezTo>
                        <a:pt x="3597" y="5630"/>
                        <a:pt x="3671" y="5680"/>
                        <a:pt x="3713" y="5730"/>
                      </a:cubicBezTo>
                      <a:cubicBezTo>
                        <a:pt x="3721" y="5746"/>
                        <a:pt x="3729" y="5755"/>
                        <a:pt x="3737" y="5771"/>
                      </a:cubicBezTo>
                      <a:cubicBezTo>
                        <a:pt x="3746" y="5746"/>
                        <a:pt x="3762" y="5730"/>
                        <a:pt x="3779" y="5713"/>
                      </a:cubicBezTo>
                      <a:cubicBezTo>
                        <a:pt x="3787" y="5697"/>
                        <a:pt x="3795" y="5672"/>
                        <a:pt x="3812" y="5655"/>
                      </a:cubicBezTo>
                      <a:cubicBezTo>
                        <a:pt x="3845" y="5589"/>
                        <a:pt x="3878" y="5506"/>
                        <a:pt x="3878" y="5432"/>
                      </a:cubicBezTo>
                      <a:cubicBezTo>
                        <a:pt x="3870" y="5349"/>
                        <a:pt x="3812" y="5291"/>
                        <a:pt x="3746" y="5241"/>
                      </a:cubicBezTo>
                      <a:cubicBezTo>
                        <a:pt x="3671" y="5183"/>
                        <a:pt x="3588" y="5133"/>
                        <a:pt x="3505" y="5075"/>
                      </a:cubicBezTo>
                      <a:cubicBezTo>
                        <a:pt x="3414" y="5009"/>
                        <a:pt x="3331" y="4943"/>
                        <a:pt x="3240" y="4868"/>
                      </a:cubicBezTo>
                      <a:cubicBezTo>
                        <a:pt x="3204" y="4839"/>
                        <a:pt x="3231" y="4772"/>
                        <a:pt x="3277" y="4772"/>
                      </a:cubicBezTo>
                      <a:cubicBezTo>
                        <a:pt x="3284" y="4772"/>
                        <a:pt x="3291" y="4774"/>
                        <a:pt x="3298" y="4777"/>
                      </a:cubicBezTo>
                      <a:cubicBezTo>
                        <a:pt x="3414" y="4827"/>
                        <a:pt x="3522" y="4885"/>
                        <a:pt x="3638" y="4943"/>
                      </a:cubicBezTo>
                      <a:cubicBezTo>
                        <a:pt x="3704" y="4976"/>
                        <a:pt x="3779" y="5017"/>
                        <a:pt x="3845" y="5067"/>
                      </a:cubicBezTo>
                      <a:cubicBezTo>
                        <a:pt x="3845" y="5009"/>
                        <a:pt x="3837" y="4959"/>
                        <a:pt x="3829" y="4910"/>
                      </a:cubicBezTo>
                      <a:cubicBezTo>
                        <a:pt x="3795" y="4785"/>
                        <a:pt x="3671" y="4752"/>
                        <a:pt x="3563" y="4719"/>
                      </a:cubicBezTo>
                      <a:cubicBezTo>
                        <a:pt x="3406" y="4678"/>
                        <a:pt x="3240" y="4628"/>
                        <a:pt x="3091" y="4570"/>
                      </a:cubicBezTo>
                      <a:cubicBezTo>
                        <a:pt x="3075" y="4570"/>
                        <a:pt x="3058" y="4562"/>
                        <a:pt x="3050" y="4562"/>
                      </a:cubicBezTo>
                      <a:cubicBezTo>
                        <a:pt x="3028" y="4566"/>
                        <a:pt x="3006" y="4568"/>
                        <a:pt x="2984" y="4568"/>
                      </a:cubicBezTo>
                      <a:cubicBezTo>
                        <a:pt x="2793" y="4568"/>
                        <a:pt x="2615" y="4413"/>
                        <a:pt x="2503" y="4272"/>
                      </a:cubicBezTo>
                      <a:cubicBezTo>
                        <a:pt x="2345" y="4064"/>
                        <a:pt x="2271" y="3799"/>
                        <a:pt x="2205" y="3551"/>
                      </a:cubicBezTo>
                      <a:cubicBezTo>
                        <a:pt x="2122" y="3269"/>
                        <a:pt x="2047" y="2996"/>
                        <a:pt x="1973" y="2714"/>
                      </a:cubicBezTo>
                      <a:cubicBezTo>
                        <a:pt x="1931" y="2581"/>
                        <a:pt x="1898" y="2440"/>
                        <a:pt x="1865" y="2308"/>
                      </a:cubicBezTo>
                      <a:cubicBezTo>
                        <a:pt x="1857" y="2291"/>
                        <a:pt x="1857" y="2283"/>
                        <a:pt x="1857" y="2266"/>
                      </a:cubicBezTo>
                      <a:cubicBezTo>
                        <a:pt x="1848" y="2308"/>
                        <a:pt x="1848" y="2349"/>
                        <a:pt x="1848" y="2391"/>
                      </a:cubicBezTo>
                      <a:cubicBezTo>
                        <a:pt x="1848" y="2411"/>
                        <a:pt x="1832" y="2422"/>
                        <a:pt x="1814" y="2422"/>
                      </a:cubicBezTo>
                      <a:cubicBezTo>
                        <a:pt x="1797" y="2422"/>
                        <a:pt x="1778" y="2411"/>
                        <a:pt x="1774" y="2391"/>
                      </a:cubicBezTo>
                      <a:cubicBezTo>
                        <a:pt x="1765" y="2233"/>
                        <a:pt x="1749" y="2076"/>
                        <a:pt x="1741" y="1919"/>
                      </a:cubicBezTo>
                      <a:cubicBezTo>
                        <a:pt x="1741" y="1827"/>
                        <a:pt x="1741" y="1736"/>
                        <a:pt x="1741" y="1637"/>
                      </a:cubicBezTo>
                      <a:cubicBezTo>
                        <a:pt x="1741" y="1645"/>
                        <a:pt x="1741" y="1645"/>
                        <a:pt x="1732" y="1645"/>
                      </a:cubicBezTo>
                      <a:cubicBezTo>
                        <a:pt x="1732" y="1537"/>
                        <a:pt x="1732" y="1438"/>
                        <a:pt x="1732" y="1330"/>
                      </a:cubicBezTo>
                      <a:cubicBezTo>
                        <a:pt x="1732" y="1156"/>
                        <a:pt x="1724" y="991"/>
                        <a:pt x="1724" y="825"/>
                      </a:cubicBezTo>
                      <a:cubicBezTo>
                        <a:pt x="1724" y="734"/>
                        <a:pt x="1724" y="643"/>
                        <a:pt x="1724" y="560"/>
                      </a:cubicBezTo>
                      <a:cubicBezTo>
                        <a:pt x="1716" y="477"/>
                        <a:pt x="1724" y="386"/>
                        <a:pt x="1699" y="303"/>
                      </a:cubicBezTo>
                      <a:cubicBezTo>
                        <a:pt x="1691" y="283"/>
                        <a:pt x="1674" y="275"/>
                        <a:pt x="1658" y="275"/>
                      </a:cubicBezTo>
                      <a:cubicBezTo>
                        <a:pt x="1639" y="275"/>
                        <a:pt x="1621" y="285"/>
                        <a:pt x="1616" y="303"/>
                      </a:cubicBezTo>
                      <a:cubicBezTo>
                        <a:pt x="1583" y="377"/>
                        <a:pt x="1591" y="477"/>
                        <a:pt x="1583" y="560"/>
                      </a:cubicBezTo>
                      <a:cubicBezTo>
                        <a:pt x="1583" y="643"/>
                        <a:pt x="1583" y="725"/>
                        <a:pt x="1583" y="808"/>
                      </a:cubicBezTo>
                      <a:cubicBezTo>
                        <a:pt x="1583" y="991"/>
                        <a:pt x="1583" y="1165"/>
                        <a:pt x="1591" y="1347"/>
                      </a:cubicBezTo>
                      <a:cubicBezTo>
                        <a:pt x="1591" y="1496"/>
                        <a:pt x="1600" y="1637"/>
                        <a:pt x="1608" y="1786"/>
                      </a:cubicBezTo>
                      <a:cubicBezTo>
                        <a:pt x="1591" y="1811"/>
                        <a:pt x="1567" y="1827"/>
                        <a:pt x="1542" y="1852"/>
                      </a:cubicBezTo>
                      <a:cubicBezTo>
                        <a:pt x="1517" y="1645"/>
                        <a:pt x="1500" y="1446"/>
                        <a:pt x="1484" y="1239"/>
                      </a:cubicBezTo>
                      <a:cubicBezTo>
                        <a:pt x="1480" y="1223"/>
                        <a:pt x="1465" y="1214"/>
                        <a:pt x="1452" y="1214"/>
                      </a:cubicBezTo>
                      <a:cubicBezTo>
                        <a:pt x="1438" y="1214"/>
                        <a:pt x="1426" y="1223"/>
                        <a:pt x="1426" y="1239"/>
                      </a:cubicBezTo>
                      <a:cubicBezTo>
                        <a:pt x="1426" y="1471"/>
                        <a:pt x="1434" y="1703"/>
                        <a:pt x="1451" y="1927"/>
                      </a:cubicBezTo>
                      <a:cubicBezTo>
                        <a:pt x="1434" y="1943"/>
                        <a:pt x="1409" y="1960"/>
                        <a:pt x="1393" y="1968"/>
                      </a:cubicBezTo>
                      <a:cubicBezTo>
                        <a:pt x="1384" y="1952"/>
                        <a:pt x="1384" y="1927"/>
                        <a:pt x="1384" y="1910"/>
                      </a:cubicBezTo>
                      <a:cubicBezTo>
                        <a:pt x="1376" y="1753"/>
                        <a:pt x="1359" y="1579"/>
                        <a:pt x="1301" y="1438"/>
                      </a:cubicBezTo>
                      <a:cubicBezTo>
                        <a:pt x="1298" y="1426"/>
                        <a:pt x="1288" y="1420"/>
                        <a:pt x="1279" y="1420"/>
                      </a:cubicBezTo>
                      <a:cubicBezTo>
                        <a:pt x="1268" y="1420"/>
                        <a:pt x="1256" y="1428"/>
                        <a:pt x="1252" y="1446"/>
                      </a:cubicBezTo>
                      <a:cubicBezTo>
                        <a:pt x="1235" y="1595"/>
                        <a:pt x="1268" y="1761"/>
                        <a:pt x="1277" y="1910"/>
                      </a:cubicBezTo>
                      <a:cubicBezTo>
                        <a:pt x="1277" y="1943"/>
                        <a:pt x="1277" y="1977"/>
                        <a:pt x="1277" y="2001"/>
                      </a:cubicBezTo>
                      <a:cubicBezTo>
                        <a:pt x="1270" y="2002"/>
                        <a:pt x="1264" y="2003"/>
                        <a:pt x="1257" y="2003"/>
                      </a:cubicBezTo>
                      <a:cubicBezTo>
                        <a:pt x="1214" y="2003"/>
                        <a:pt x="1171" y="1980"/>
                        <a:pt x="1127" y="1952"/>
                      </a:cubicBezTo>
                      <a:cubicBezTo>
                        <a:pt x="1136" y="1877"/>
                        <a:pt x="1136" y="1794"/>
                        <a:pt x="1136" y="1711"/>
                      </a:cubicBezTo>
                      <a:cubicBezTo>
                        <a:pt x="1136" y="1653"/>
                        <a:pt x="1127" y="1604"/>
                        <a:pt x="1127" y="1537"/>
                      </a:cubicBezTo>
                      <a:cubicBezTo>
                        <a:pt x="1119" y="1488"/>
                        <a:pt x="1119" y="1430"/>
                        <a:pt x="1111" y="1380"/>
                      </a:cubicBezTo>
                      <a:cubicBezTo>
                        <a:pt x="1107" y="1368"/>
                        <a:pt x="1096" y="1361"/>
                        <a:pt x="1087" y="1361"/>
                      </a:cubicBezTo>
                      <a:cubicBezTo>
                        <a:pt x="1078" y="1361"/>
                        <a:pt x="1069" y="1368"/>
                        <a:pt x="1069" y="1380"/>
                      </a:cubicBezTo>
                      <a:cubicBezTo>
                        <a:pt x="1053" y="1430"/>
                        <a:pt x="1053" y="1488"/>
                        <a:pt x="1053" y="1537"/>
                      </a:cubicBezTo>
                      <a:cubicBezTo>
                        <a:pt x="1045" y="1595"/>
                        <a:pt x="1036" y="1653"/>
                        <a:pt x="1036" y="1711"/>
                      </a:cubicBezTo>
                      <a:cubicBezTo>
                        <a:pt x="1036" y="1769"/>
                        <a:pt x="1045" y="1827"/>
                        <a:pt x="1045" y="1877"/>
                      </a:cubicBezTo>
                      <a:cubicBezTo>
                        <a:pt x="1036" y="1877"/>
                        <a:pt x="1028" y="1869"/>
                        <a:pt x="1028" y="1861"/>
                      </a:cubicBezTo>
                      <a:cubicBezTo>
                        <a:pt x="937" y="1778"/>
                        <a:pt x="854" y="1687"/>
                        <a:pt x="771" y="1587"/>
                      </a:cubicBezTo>
                      <a:cubicBezTo>
                        <a:pt x="763" y="1488"/>
                        <a:pt x="755" y="1397"/>
                        <a:pt x="738" y="1297"/>
                      </a:cubicBezTo>
                      <a:cubicBezTo>
                        <a:pt x="705" y="982"/>
                        <a:pt x="639" y="667"/>
                        <a:pt x="597" y="353"/>
                      </a:cubicBezTo>
                      <a:cubicBezTo>
                        <a:pt x="593" y="334"/>
                        <a:pt x="578" y="325"/>
                        <a:pt x="562" y="325"/>
                      </a:cubicBezTo>
                      <a:cubicBezTo>
                        <a:pt x="543" y="325"/>
                        <a:pt x="523" y="338"/>
                        <a:pt x="523" y="361"/>
                      </a:cubicBezTo>
                      <a:cubicBezTo>
                        <a:pt x="556" y="684"/>
                        <a:pt x="572" y="1007"/>
                        <a:pt x="597" y="1330"/>
                      </a:cubicBezTo>
                      <a:cubicBezTo>
                        <a:pt x="597" y="1339"/>
                        <a:pt x="597" y="1347"/>
                        <a:pt x="597" y="1355"/>
                      </a:cubicBezTo>
                      <a:cubicBezTo>
                        <a:pt x="489" y="1198"/>
                        <a:pt x="382" y="1032"/>
                        <a:pt x="299" y="858"/>
                      </a:cubicBezTo>
                      <a:cubicBezTo>
                        <a:pt x="274" y="883"/>
                        <a:pt x="257" y="899"/>
                        <a:pt x="241" y="916"/>
                      </a:cubicBezTo>
                      <a:cubicBezTo>
                        <a:pt x="249" y="858"/>
                        <a:pt x="249" y="800"/>
                        <a:pt x="257" y="734"/>
                      </a:cubicBezTo>
                      <a:cubicBezTo>
                        <a:pt x="274" y="618"/>
                        <a:pt x="291" y="502"/>
                        <a:pt x="299" y="386"/>
                      </a:cubicBezTo>
                      <a:cubicBezTo>
                        <a:pt x="315" y="270"/>
                        <a:pt x="332" y="145"/>
                        <a:pt x="324" y="29"/>
                      </a:cubicBezTo>
                      <a:cubicBezTo>
                        <a:pt x="324" y="13"/>
                        <a:pt x="306" y="1"/>
                        <a:pt x="28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5" name="Google Shape;1305;p1"/>
                <p:cNvSpPr/>
                <p:nvPr/>
              </p:nvSpPr>
              <p:spPr>
                <a:xfrm>
                  <a:off x="2995100" y="4616475"/>
                  <a:ext cx="2525" cy="9975"/>
                </a:xfrm>
                <a:custGeom>
                  <a:rect b="b" l="l" r="r" t="t"/>
                  <a:pathLst>
                    <a:path extrusionOk="0" h="399" w="101">
                      <a:moveTo>
                        <a:pt x="72" y="0"/>
                      </a:moveTo>
                      <a:cubicBezTo>
                        <a:pt x="59" y="0"/>
                        <a:pt x="46" y="6"/>
                        <a:pt x="42" y="18"/>
                      </a:cubicBezTo>
                      <a:cubicBezTo>
                        <a:pt x="1" y="126"/>
                        <a:pt x="1" y="242"/>
                        <a:pt x="17" y="358"/>
                      </a:cubicBezTo>
                      <a:cubicBezTo>
                        <a:pt x="17" y="374"/>
                        <a:pt x="34" y="399"/>
                        <a:pt x="59" y="399"/>
                      </a:cubicBezTo>
                      <a:cubicBezTo>
                        <a:pt x="75" y="399"/>
                        <a:pt x="100" y="374"/>
                        <a:pt x="92" y="358"/>
                      </a:cubicBezTo>
                      <a:cubicBezTo>
                        <a:pt x="92" y="300"/>
                        <a:pt x="92" y="250"/>
                        <a:pt x="92" y="192"/>
                      </a:cubicBezTo>
                      <a:cubicBezTo>
                        <a:pt x="100" y="134"/>
                        <a:pt x="100" y="84"/>
                        <a:pt x="100" y="26"/>
                      </a:cubicBezTo>
                      <a:cubicBezTo>
                        <a:pt x="100" y="8"/>
                        <a:pt x="86" y="0"/>
                        <a:pt x="7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6" name="Google Shape;1306;p1"/>
                <p:cNvSpPr/>
                <p:nvPr/>
              </p:nvSpPr>
              <p:spPr>
                <a:xfrm>
                  <a:off x="2815525" y="4500075"/>
                  <a:ext cx="125550" cy="329750"/>
                </a:xfrm>
                <a:custGeom>
                  <a:rect b="b" l="l" r="r" t="t"/>
                  <a:pathLst>
                    <a:path extrusionOk="0" h="13190" w="5022">
                      <a:moveTo>
                        <a:pt x="605" y="1484"/>
                      </a:moveTo>
                      <a:cubicBezTo>
                        <a:pt x="613" y="1517"/>
                        <a:pt x="630" y="1550"/>
                        <a:pt x="647" y="1583"/>
                      </a:cubicBezTo>
                      <a:cubicBezTo>
                        <a:pt x="647" y="1600"/>
                        <a:pt x="655" y="1617"/>
                        <a:pt x="663" y="1625"/>
                      </a:cubicBezTo>
                      <a:cubicBezTo>
                        <a:pt x="647" y="1625"/>
                        <a:pt x="630" y="1625"/>
                        <a:pt x="613" y="1633"/>
                      </a:cubicBezTo>
                      <a:cubicBezTo>
                        <a:pt x="605" y="1583"/>
                        <a:pt x="605" y="1534"/>
                        <a:pt x="605" y="1484"/>
                      </a:cubicBezTo>
                      <a:close/>
                      <a:moveTo>
                        <a:pt x="332" y="1575"/>
                      </a:moveTo>
                      <a:cubicBezTo>
                        <a:pt x="348" y="1633"/>
                        <a:pt x="373" y="1691"/>
                        <a:pt x="398" y="1749"/>
                      </a:cubicBezTo>
                      <a:cubicBezTo>
                        <a:pt x="406" y="1766"/>
                        <a:pt x="415" y="1791"/>
                        <a:pt x="423" y="1807"/>
                      </a:cubicBezTo>
                      <a:cubicBezTo>
                        <a:pt x="415" y="1815"/>
                        <a:pt x="415" y="1824"/>
                        <a:pt x="406" y="1832"/>
                      </a:cubicBezTo>
                      <a:cubicBezTo>
                        <a:pt x="406" y="1840"/>
                        <a:pt x="398" y="1857"/>
                        <a:pt x="390" y="1873"/>
                      </a:cubicBezTo>
                      <a:cubicBezTo>
                        <a:pt x="373" y="1832"/>
                        <a:pt x="357" y="1782"/>
                        <a:pt x="348" y="1741"/>
                      </a:cubicBezTo>
                      <a:cubicBezTo>
                        <a:pt x="348" y="1733"/>
                        <a:pt x="348" y="1733"/>
                        <a:pt x="348" y="1724"/>
                      </a:cubicBezTo>
                      <a:cubicBezTo>
                        <a:pt x="340" y="1675"/>
                        <a:pt x="332" y="1625"/>
                        <a:pt x="332" y="1575"/>
                      </a:cubicBezTo>
                      <a:close/>
                      <a:moveTo>
                        <a:pt x="2776" y="1948"/>
                      </a:moveTo>
                      <a:cubicBezTo>
                        <a:pt x="2776" y="1973"/>
                        <a:pt x="2768" y="1989"/>
                        <a:pt x="2759" y="2006"/>
                      </a:cubicBezTo>
                      <a:cubicBezTo>
                        <a:pt x="2735" y="2031"/>
                        <a:pt x="2710" y="2056"/>
                        <a:pt x="2685" y="2072"/>
                      </a:cubicBezTo>
                      <a:cubicBezTo>
                        <a:pt x="2718" y="2031"/>
                        <a:pt x="2751" y="1989"/>
                        <a:pt x="2776" y="1948"/>
                      </a:cubicBezTo>
                      <a:close/>
                      <a:moveTo>
                        <a:pt x="1392" y="2263"/>
                      </a:moveTo>
                      <a:lnTo>
                        <a:pt x="1392" y="2263"/>
                      </a:lnTo>
                      <a:cubicBezTo>
                        <a:pt x="1475" y="2321"/>
                        <a:pt x="1566" y="2379"/>
                        <a:pt x="1666" y="2428"/>
                      </a:cubicBezTo>
                      <a:cubicBezTo>
                        <a:pt x="1691" y="2437"/>
                        <a:pt x="1707" y="2453"/>
                        <a:pt x="1732" y="2470"/>
                      </a:cubicBezTo>
                      <a:lnTo>
                        <a:pt x="1715" y="2478"/>
                      </a:lnTo>
                      <a:cubicBezTo>
                        <a:pt x="1599" y="2420"/>
                        <a:pt x="1492" y="2346"/>
                        <a:pt x="1392" y="2263"/>
                      </a:cubicBezTo>
                      <a:close/>
                      <a:moveTo>
                        <a:pt x="1757" y="2718"/>
                      </a:moveTo>
                      <a:cubicBezTo>
                        <a:pt x="1840" y="2743"/>
                        <a:pt x="1931" y="2760"/>
                        <a:pt x="2022" y="2760"/>
                      </a:cubicBezTo>
                      <a:cubicBezTo>
                        <a:pt x="2005" y="2768"/>
                        <a:pt x="1997" y="2768"/>
                        <a:pt x="1981" y="2768"/>
                      </a:cubicBezTo>
                      <a:cubicBezTo>
                        <a:pt x="1954" y="2773"/>
                        <a:pt x="1928" y="2775"/>
                        <a:pt x="1902" y="2775"/>
                      </a:cubicBezTo>
                      <a:cubicBezTo>
                        <a:pt x="1833" y="2775"/>
                        <a:pt x="1768" y="2759"/>
                        <a:pt x="1707" y="2735"/>
                      </a:cubicBezTo>
                      <a:cubicBezTo>
                        <a:pt x="1724" y="2727"/>
                        <a:pt x="1740" y="2727"/>
                        <a:pt x="1757" y="2718"/>
                      </a:cubicBezTo>
                      <a:close/>
                      <a:moveTo>
                        <a:pt x="173" y="1"/>
                      </a:moveTo>
                      <a:cubicBezTo>
                        <a:pt x="151" y="1"/>
                        <a:pt x="128" y="15"/>
                        <a:pt x="133" y="42"/>
                      </a:cubicBezTo>
                      <a:cubicBezTo>
                        <a:pt x="158" y="258"/>
                        <a:pt x="158" y="465"/>
                        <a:pt x="166" y="680"/>
                      </a:cubicBezTo>
                      <a:cubicBezTo>
                        <a:pt x="152" y="673"/>
                        <a:pt x="136" y="669"/>
                        <a:pt x="122" y="669"/>
                      </a:cubicBezTo>
                      <a:cubicBezTo>
                        <a:pt x="85" y="669"/>
                        <a:pt x="51" y="691"/>
                        <a:pt x="34" y="738"/>
                      </a:cubicBezTo>
                      <a:cubicBezTo>
                        <a:pt x="0" y="821"/>
                        <a:pt x="34" y="937"/>
                        <a:pt x="50" y="1028"/>
                      </a:cubicBezTo>
                      <a:cubicBezTo>
                        <a:pt x="58" y="1128"/>
                        <a:pt x="75" y="1227"/>
                        <a:pt x="83" y="1318"/>
                      </a:cubicBezTo>
                      <a:lnTo>
                        <a:pt x="158" y="1931"/>
                      </a:lnTo>
                      <a:cubicBezTo>
                        <a:pt x="183" y="2105"/>
                        <a:pt x="183" y="2304"/>
                        <a:pt x="257" y="2470"/>
                      </a:cubicBezTo>
                      <a:cubicBezTo>
                        <a:pt x="299" y="2578"/>
                        <a:pt x="398" y="2669"/>
                        <a:pt x="506" y="2685"/>
                      </a:cubicBezTo>
                      <a:cubicBezTo>
                        <a:pt x="514" y="2884"/>
                        <a:pt x="497" y="3091"/>
                        <a:pt x="497" y="3290"/>
                      </a:cubicBezTo>
                      <a:cubicBezTo>
                        <a:pt x="506" y="3522"/>
                        <a:pt x="522" y="3754"/>
                        <a:pt x="547" y="3986"/>
                      </a:cubicBezTo>
                      <a:cubicBezTo>
                        <a:pt x="547" y="4003"/>
                        <a:pt x="555" y="4011"/>
                        <a:pt x="572" y="4019"/>
                      </a:cubicBezTo>
                      <a:cubicBezTo>
                        <a:pt x="580" y="4202"/>
                        <a:pt x="597" y="4384"/>
                        <a:pt x="613" y="4574"/>
                      </a:cubicBezTo>
                      <a:cubicBezTo>
                        <a:pt x="630" y="4840"/>
                        <a:pt x="638" y="5105"/>
                        <a:pt x="705" y="5362"/>
                      </a:cubicBezTo>
                      <a:cubicBezTo>
                        <a:pt x="771" y="5610"/>
                        <a:pt x="912" y="5826"/>
                        <a:pt x="1011" y="6058"/>
                      </a:cubicBezTo>
                      <a:cubicBezTo>
                        <a:pt x="1102" y="6290"/>
                        <a:pt x="1160" y="6530"/>
                        <a:pt x="1210" y="6778"/>
                      </a:cubicBezTo>
                      <a:cubicBezTo>
                        <a:pt x="1268" y="7027"/>
                        <a:pt x="1301" y="7284"/>
                        <a:pt x="1343" y="7532"/>
                      </a:cubicBezTo>
                      <a:cubicBezTo>
                        <a:pt x="1384" y="7806"/>
                        <a:pt x="1434" y="8079"/>
                        <a:pt x="1459" y="8344"/>
                      </a:cubicBezTo>
                      <a:cubicBezTo>
                        <a:pt x="1525" y="8891"/>
                        <a:pt x="1533" y="9438"/>
                        <a:pt x="1525" y="9985"/>
                      </a:cubicBezTo>
                      <a:cubicBezTo>
                        <a:pt x="1517" y="10532"/>
                        <a:pt x="1483" y="11070"/>
                        <a:pt x="1483" y="11617"/>
                      </a:cubicBezTo>
                      <a:cubicBezTo>
                        <a:pt x="1492" y="11841"/>
                        <a:pt x="1525" y="12073"/>
                        <a:pt x="1682" y="12238"/>
                      </a:cubicBezTo>
                      <a:cubicBezTo>
                        <a:pt x="1823" y="12388"/>
                        <a:pt x="2022" y="12462"/>
                        <a:pt x="2213" y="12520"/>
                      </a:cubicBezTo>
                      <a:cubicBezTo>
                        <a:pt x="2461" y="12586"/>
                        <a:pt x="2693" y="12661"/>
                        <a:pt x="2933" y="12752"/>
                      </a:cubicBezTo>
                      <a:cubicBezTo>
                        <a:pt x="3165" y="12843"/>
                        <a:pt x="3389" y="12959"/>
                        <a:pt x="3621" y="13059"/>
                      </a:cubicBezTo>
                      <a:cubicBezTo>
                        <a:pt x="3801" y="13135"/>
                        <a:pt x="4012" y="13189"/>
                        <a:pt x="4217" y="13189"/>
                      </a:cubicBezTo>
                      <a:cubicBezTo>
                        <a:pt x="4437" y="13189"/>
                        <a:pt x="4651" y="13127"/>
                        <a:pt x="4814" y="12959"/>
                      </a:cubicBezTo>
                      <a:cubicBezTo>
                        <a:pt x="4963" y="12802"/>
                        <a:pt x="5021" y="12586"/>
                        <a:pt x="4988" y="12371"/>
                      </a:cubicBezTo>
                      <a:cubicBezTo>
                        <a:pt x="4955" y="12139"/>
                        <a:pt x="4831" y="11932"/>
                        <a:pt x="4690" y="11750"/>
                      </a:cubicBezTo>
                      <a:cubicBezTo>
                        <a:pt x="4533" y="11567"/>
                        <a:pt x="4367" y="11402"/>
                        <a:pt x="4234" y="11195"/>
                      </a:cubicBezTo>
                      <a:cubicBezTo>
                        <a:pt x="4093" y="10996"/>
                        <a:pt x="4002" y="10780"/>
                        <a:pt x="3903" y="10557"/>
                      </a:cubicBezTo>
                      <a:cubicBezTo>
                        <a:pt x="3886" y="10523"/>
                        <a:pt x="3870" y="10490"/>
                        <a:pt x="3853" y="10457"/>
                      </a:cubicBezTo>
                      <a:cubicBezTo>
                        <a:pt x="3895" y="10449"/>
                        <a:pt x="3919" y="10424"/>
                        <a:pt x="3919" y="10383"/>
                      </a:cubicBezTo>
                      <a:cubicBezTo>
                        <a:pt x="3861" y="9778"/>
                        <a:pt x="3770" y="9173"/>
                        <a:pt x="3654" y="8576"/>
                      </a:cubicBezTo>
                      <a:cubicBezTo>
                        <a:pt x="3605" y="8286"/>
                        <a:pt x="3538" y="7996"/>
                        <a:pt x="3497" y="7706"/>
                      </a:cubicBezTo>
                      <a:cubicBezTo>
                        <a:pt x="3455" y="7408"/>
                        <a:pt x="3472" y="7110"/>
                        <a:pt x="3513" y="6812"/>
                      </a:cubicBezTo>
                      <a:cubicBezTo>
                        <a:pt x="3555" y="6522"/>
                        <a:pt x="3596" y="6240"/>
                        <a:pt x="3613" y="5950"/>
                      </a:cubicBezTo>
                      <a:cubicBezTo>
                        <a:pt x="3629" y="5643"/>
                        <a:pt x="3613" y="5345"/>
                        <a:pt x="3605" y="5038"/>
                      </a:cubicBezTo>
                      <a:cubicBezTo>
                        <a:pt x="3588" y="4417"/>
                        <a:pt x="3555" y="3804"/>
                        <a:pt x="3513" y="3191"/>
                      </a:cubicBezTo>
                      <a:cubicBezTo>
                        <a:pt x="3489" y="2851"/>
                        <a:pt x="3464" y="2503"/>
                        <a:pt x="3439" y="2155"/>
                      </a:cubicBezTo>
                      <a:cubicBezTo>
                        <a:pt x="3431" y="2064"/>
                        <a:pt x="3431" y="1965"/>
                        <a:pt x="3422" y="1865"/>
                      </a:cubicBezTo>
                      <a:cubicBezTo>
                        <a:pt x="3439" y="1774"/>
                        <a:pt x="3447" y="1675"/>
                        <a:pt x="3464" y="1575"/>
                      </a:cubicBezTo>
                      <a:cubicBezTo>
                        <a:pt x="3489" y="1360"/>
                        <a:pt x="3497" y="1153"/>
                        <a:pt x="3513" y="945"/>
                      </a:cubicBezTo>
                      <a:cubicBezTo>
                        <a:pt x="3513" y="829"/>
                        <a:pt x="3522" y="722"/>
                        <a:pt x="3530" y="606"/>
                      </a:cubicBezTo>
                      <a:cubicBezTo>
                        <a:pt x="3530" y="515"/>
                        <a:pt x="3555" y="374"/>
                        <a:pt x="3505" y="299"/>
                      </a:cubicBezTo>
                      <a:cubicBezTo>
                        <a:pt x="3495" y="285"/>
                        <a:pt x="3480" y="276"/>
                        <a:pt x="3466" y="276"/>
                      </a:cubicBezTo>
                      <a:cubicBezTo>
                        <a:pt x="3456" y="276"/>
                        <a:pt x="3446" y="280"/>
                        <a:pt x="3439" y="291"/>
                      </a:cubicBezTo>
                      <a:cubicBezTo>
                        <a:pt x="3381" y="357"/>
                        <a:pt x="3389" y="481"/>
                        <a:pt x="3381" y="564"/>
                      </a:cubicBezTo>
                      <a:cubicBezTo>
                        <a:pt x="3373" y="672"/>
                        <a:pt x="3364" y="780"/>
                        <a:pt x="3356" y="887"/>
                      </a:cubicBezTo>
                      <a:cubicBezTo>
                        <a:pt x="3348" y="970"/>
                        <a:pt x="3348" y="1053"/>
                        <a:pt x="3339" y="1136"/>
                      </a:cubicBezTo>
                      <a:cubicBezTo>
                        <a:pt x="3339" y="1020"/>
                        <a:pt x="3331" y="904"/>
                        <a:pt x="3306" y="788"/>
                      </a:cubicBezTo>
                      <a:cubicBezTo>
                        <a:pt x="3299" y="756"/>
                        <a:pt x="3275" y="742"/>
                        <a:pt x="3250" y="742"/>
                      </a:cubicBezTo>
                      <a:cubicBezTo>
                        <a:pt x="3217" y="742"/>
                        <a:pt x="3182" y="767"/>
                        <a:pt x="3182" y="805"/>
                      </a:cubicBezTo>
                      <a:cubicBezTo>
                        <a:pt x="3174" y="1045"/>
                        <a:pt x="3124" y="1293"/>
                        <a:pt x="3033" y="1525"/>
                      </a:cubicBezTo>
                      <a:cubicBezTo>
                        <a:pt x="3041" y="1484"/>
                        <a:pt x="3041" y="1451"/>
                        <a:pt x="3041" y="1409"/>
                      </a:cubicBezTo>
                      <a:cubicBezTo>
                        <a:pt x="3041" y="1376"/>
                        <a:pt x="3049" y="1335"/>
                        <a:pt x="3049" y="1302"/>
                      </a:cubicBezTo>
                      <a:cubicBezTo>
                        <a:pt x="3074" y="1153"/>
                        <a:pt x="3074" y="1003"/>
                        <a:pt x="3033" y="879"/>
                      </a:cubicBezTo>
                      <a:cubicBezTo>
                        <a:pt x="3025" y="854"/>
                        <a:pt x="3000" y="838"/>
                        <a:pt x="2975" y="838"/>
                      </a:cubicBezTo>
                      <a:cubicBezTo>
                        <a:pt x="2963" y="811"/>
                        <a:pt x="2941" y="798"/>
                        <a:pt x="2920" y="798"/>
                      </a:cubicBezTo>
                      <a:cubicBezTo>
                        <a:pt x="2897" y="798"/>
                        <a:pt x="2875" y="815"/>
                        <a:pt x="2875" y="846"/>
                      </a:cubicBezTo>
                      <a:cubicBezTo>
                        <a:pt x="2867" y="970"/>
                        <a:pt x="2867" y="1103"/>
                        <a:pt x="2867" y="1227"/>
                      </a:cubicBezTo>
                      <a:cubicBezTo>
                        <a:pt x="2851" y="1302"/>
                        <a:pt x="2834" y="1376"/>
                        <a:pt x="2809" y="1443"/>
                      </a:cubicBezTo>
                      <a:cubicBezTo>
                        <a:pt x="2743" y="1633"/>
                        <a:pt x="2635" y="1807"/>
                        <a:pt x="2511" y="1956"/>
                      </a:cubicBezTo>
                      <a:cubicBezTo>
                        <a:pt x="2387" y="2105"/>
                        <a:pt x="2237" y="2230"/>
                        <a:pt x="2080" y="2329"/>
                      </a:cubicBezTo>
                      <a:cubicBezTo>
                        <a:pt x="2047" y="2329"/>
                        <a:pt x="2005" y="2321"/>
                        <a:pt x="1972" y="2312"/>
                      </a:cubicBezTo>
                      <a:cubicBezTo>
                        <a:pt x="1914" y="2296"/>
                        <a:pt x="1865" y="2279"/>
                        <a:pt x="1807" y="2254"/>
                      </a:cubicBezTo>
                      <a:cubicBezTo>
                        <a:pt x="1666" y="2163"/>
                        <a:pt x="1517" y="2064"/>
                        <a:pt x="1376" y="1956"/>
                      </a:cubicBezTo>
                      <a:cubicBezTo>
                        <a:pt x="1251" y="1865"/>
                        <a:pt x="1127" y="1766"/>
                        <a:pt x="1003" y="1666"/>
                      </a:cubicBezTo>
                      <a:cubicBezTo>
                        <a:pt x="937" y="1608"/>
                        <a:pt x="862" y="1542"/>
                        <a:pt x="829" y="1459"/>
                      </a:cubicBezTo>
                      <a:cubicBezTo>
                        <a:pt x="812" y="1426"/>
                        <a:pt x="804" y="1393"/>
                        <a:pt x="796" y="1360"/>
                      </a:cubicBezTo>
                      <a:cubicBezTo>
                        <a:pt x="787" y="1343"/>
                        <a:pt x="787" y="1335"/>
                        <a:pt x="779" y="1327"/>
                      </a:cubicBezTo>
                      <a:cubicBezTo>
                        <a:pt x="779" y="1318"/>
                        <a:pt x="779" y="1302"/>
                        <a:pt x="779" y="1293"/>
                      </a:cubicBezTo>
                      <a:cubicBezTo>
                        <a:pt x="775" y="1280"/>
                        <a:pt x="765" y="1274"/>
                        <a:pt x="756" y="1274"/>
                      </a:cubicBezTo>
                      <a:cubicBezTo>
                        <a:pt x="749" y="1274"/>
                        <a:pt x="741" y="1278"/>
                        <a:pt x="738" y="1285"/>
                      </a:cubicBezTo>
                      <a:cubicBezTo>
                        <a:pt x="727" y="1282"/>
                        <a:pt x="716" y="1280"/>
                        <a:pt x="705" y="1280"/>
                      </a:cubicBezTo>
                      <a:cubicBezTo>
                        <a:pt x="662" y="1280"/>
                        <a:pt x="617" y="1304"/>
                        <a:pt x="597" y="1343"/>
                      </a:cubicBezTo>
                      <a:cubicBezTo>
                        <a:pt x="597" y="1244"/>
                        <a:pt x="597" y="1144"/>
                        <a:pt x="597" y="1045"/>
                      </a:cubicBezTo>
                      <a:cubicBezTo>
                        <a:pt x="597" y="904"/>
                        <a:pt x="605" y="755"/>
                        <a:pt x="605" y="606"/>
                      </a:cubicBezTo>
                      <a:cubicBezTo>
                        <a:pt x="605" y="531"/>
                        <a:pt x="613" y="457"/>
                        <a:pt x="613" y="382"/>
                      </a:cubicBezTo>
                      <a:cubicBezTo>
                        <a:pt x="605" y="316"/>
                        <a:pt x="613" y="241"/>
                        <a:pt x="572" y="183"/>
                      </a:cubicBezTo>
                      <a:cubicBezTo>
                        <a:pt x="564" y="168"/>
                        <a:pt x="551" y="161"/>
                        <a:pt x="538" y="161"/>
                      </a:cubicBezTo>
                      <a:cubicBezTo>
                        <a:pt x="522" y="161"/>
                        <a:pt x="506" y="170"/>
                        <a:pt x="497" y="183"/>
                      </a:cubicBezTo>
                      <a:cubicBezTo>
                        <a:pt x="456" y="241"/>
                        <a:pt x="448" y="316"/>
                        <a:pt x="439" y="382"/>
                      </a:cubicBezTo>
                      <a:cubicBezTo>
                        <a:pt x="431" y="457"/>
                        <a:pt x="423" y="531"/>
                        <a:pt x="423" y="606"/>
                      </a:cubicBezTo>
                      <a:cubicBezTo>
                        <a:pt x="406" y="755"/>
                        <a:pt x="406" y="912"/>
                        <a:pt x="415" y="1061"/>
                      </a:cubicBezTo>
                      <a:cubicBezTo>
                        <a:pt x="398" y="995"/>
                        <a:pt x="381" y="921"/>
                        <a:pt x="365" y="846"/>
                      </a:cubicBezTo>
                      <a:cubicBezTo>
                        <a:pt x="315" y="573"/>
                        <a:pt x="265" y="299"/>
                        <a:pt x="216" y="34"/>
                      </a:cubicBezTo>
                      <a:cubicBezTo>
                        <a:pt x="212" y="11"/>
                        <a:pt x="193" y="1"/>
                        <a:pt x="17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7" name="Google Shape;1307;p1"/>
                <p:cNvSpPr/>
                <p:nvPr/>
              </p:nvSpPr>
              <p:spPr>
                <a:xfrm>
                  <a:off x="2887600" y="4502250"/>
                  <a:ext cx="2300" cy="8425"/>
                </a:xfrm>
                <a:custGeom>
                  <a:rect b="b" l="l" r="r" t="t"/>
                  <a:pathLst>
                    <a:path extrusionOk="0" h="337" w="92">
                      <a:moveTo>
                        <a:pt x="46" y="1"/>
                      </a:moveTo>
                      <a:cubicBezTo>
                        <a:pt x="38" y="1"/>
                        <a:pt x="30" y="5"/>
                        <a:pt x="26" y="13"/>
                      </a:cubicBezTo>
                      <a:cubicBezTo>
                        <a:pt x="17" y="22"/>
                        <a:pt x="17" y="30"/>
                        <a:pt x="9" y="46"/>
                      </a:cubicBezTo>
                      <a:cubicBezTo>
                        <a:pt x="9" y="55"/>
                        <a:pt x="9" y="71"/>
                        <a:pt x="9" y="80"/>
                      </a:cubicBezTo>
                      <a:cubicBezTo>
                        <a:pt x="9" y="104"/>
                        <a:pt x="1" y="129"/>
                        <a:pt x="1" y="154"/>
                      </a:cubicBezTo>
                      <a:lnTo>
                        <a:pt x="1" y="295"/>
                      </a:lnTo>
                      <a:cubicBezTo>
                        <a:pt x="1" y="312"/>
                        <a:pt x="26" y="336"/>
                        <a:pt x="50" y="336"/>
                      </a:cubicBezTo>
                      <a:cubicBezTo>
                        <a:pt x="75" y="336"/>
                        <a:pt x="92" y="320"/>
                        <a:pt x="92" y="295"/>
                      </a:cubicBezTo>
                      <a:lnTo>
                        <a:pt x="92" y="154"/>
                      </a:lnTo>
                      <a:cubicBezTo>
                        <a:pt x="92" y="129"/>
                        <a:pt x="92" y="104"/>
                        <a:pt x="84" y="88"/>
                      </a:cubicBezTo>
                      <a:cubicBezTo>
                        <a:pt x="84" y="71"/>
                        <a:pt x="84" y="63"/>
                        <a:pt x="84" y="46"/>
                      </a:cubicBezTo>
                      <a:cubicBezTo>
                        <a:pt x="84" y="30"/>
                        <a:pt x="75" y="22"/>
                        <a:pt x="67" y="13"/>
                      </a:cubicBezTo>
                      <a:cubicBezTo>
                        <a:pt x="63" y="5"/>
                        <a:pt x="55" y="1"/>
                        <a:pt x="4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8" name="Google Shape;1308;p1"/>
                <p:cNvSpPr/>
                <p:nvPr/>
              </p:nvSpPr>
              <p:spPr>
                <a:xfrm>
                  <a:off x="2873925" y="4533050"/>
                  <a:ext cx="2725" cy="10775"/>
                </a:xfrm>
                <a:custGeom>
                  <a:rect b="b" l="l" r="r" t="t"/>
                  <a:pathLst>
                    <a:path extrusionOk="0" h="431" w="109">
                      <a:moveTo>
                        <a:pt x="81" y="1"/>
                      </a:moveTo>
                      <a:cubicBezTo>
                        <a:pt x="72" y="1"/>
                        <a:pt x="62" y="5"/>
                        <a:pt x="59" y="16"/>
                      </a:cubicBezTo>
                      <a:cubicBezTo>
                        <a:pt x="42" y="82"/>
                        <a:pt x="42" y="140"/>
                        <a:pt x="26" y="206"/>
                      </a:cubicBezTo>
                      <a:cubicBezTo>
                        <a:pt x="17" y="264"/>
                        <a:pt x="9" y="331"/>
                        <a:pt x="1" y="397"/>
                      </a:cubicBezTo>
                      <a:cubicBezTo>
                        <a:pt x="1" y="414"/>
                        <a:pt x="26" y="430"/>
                        <a:pt x="42" y="430"/>
                      </a:cubicBezTo>
                      <a:cubicBezTo>
                        <a:pt x="67" y="430"/>
                        <a:pt x="75" y="414"/>
                        <a:pt x="84" y="397"/>
                      </a:cubicBezTo>
                      <a:cubicBezTo>
                        <a:pt x="84" y="331"/>
                        <a:pt x="100" y="273"/>
                        <a:pt x="100" y="206"/>
                      </a:cubicBezTo>
                      <a:cubicBezTo>
                        <a:pt x="100" y="148"/>
                        <a:pt x="109" y="82"/>
                        <a:pt x="109" y="24"/>
                      </a:cubicBezTo>
                      <a:cubicBezTo>
                        <a:pt x="109" y="10"/>
                        <a:pt x="95" y="1"/>
                        <a:pt x="8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9" name="Google Shape;1309;p1"/>
                <p:cNvSpPr/>
                <p:nvPr/>
              </p:nvSpPr>
              <p:spPr>
                <a:xfrm>
                  <a:off x="2843475" y="4525250"/>
                  <a:ext cx="3775" cy="9275"/>
                </a:xfrm>
                <a:custGeom>
                  <a:rect b="b" l="l" r="r" t="t"/>
                  <a:pathLst>
                    <a:path extrusionOk="0" h="371" w="151">
                      <a:moveTo>
                        <a:pt x="33" y="1"/>
                      </a:moveTo>
                      <a:cubicBezTo>
                        <a:pt x="18" y="1"/>
                        <a:pt x="1" y="13"/>
                        <a:pt x="1" y="30"/>
                      </a:cubicBezTo>
                      <a:cubicBezTo>
                        <a:pt x="1" y="54"/>
                        <a:pt x="1" y="79"/>
                        <a:pt x="1" y="96"/>
                      </a:cubicBezTo>
                      <a:cubicBezTo>
                        <a:pt x="1" y="112"/>
                        <a:pt x="9" y="129"/>
                        <a:pt x="9" y="137"/>
                      </a:cubicBezTo>
                      <a:lnTo>
                        <a:pt x="9" y="137"/>
                      </a:lnTo>
                      <a:cubicBezTo>
                        <a:pt x="9" y="136"/>
                        <a:pt x="9" y="135"/>
                        <a:pt x="8" y="135"/>
                      </a:cubicBezTo>
                      <a:cubicBezTo>
                        <a:pt x="6" y="135"/>
                        <a:pt x="1" y="146"/>
                        <a:pt x="1" y="146"/>
                      </a:cubicBezTo>
                      <a:cubicBezTo>
                        <a:pt x="1" y="162"/>
                        <a:pt x="1" y="170"/>
                        <a:pt x="9" y="179"/>
                      </a:cubicBezTo>
                      <a:lnTo>
                        <a:pt x="34" y="328"/>
                      </a:lnTo>
                      <a:cubicBezTo>
                        <a:pt x="41" y="349"/>
                        <a:pt x="67" y="371"/>
                        <a:pt x="95" y="371"/>
                      </a:cubicBezTo>
                      <a:cubicBezTo>
                        <a:pt x="100" y="371"/>
                        <a:pt x="104" y="370"/>
                        <a:pt x="109" y="369"/>
                      </a:cubicBezTo>
                      <a:cubicBezTo>
                        <a:pt x="133" y="353"/>
                        <a:pt x="150" y="328"/>
                        <a:pt x="142" y="295"/>
                      </a:cubicBezTo>
                      <a:lnTo>
                        <a:pt x="142" y="295"/>
                      </a:lnTo>
                      <a:lnTo>
                        <a:pt x="142" y="303"/>
                      </a:lnTo>
                      <a:lnTo>
                        <a:pt x="125" y="212"/>
                      </a:lnTo>
                      <a:cubicBezTo>
                        <a:pt x="125" y="195"/>
                        <a:pt x="117" y="179"/>
                        <a:pt x="117" y="162"/>
                      </a:cubicBezTo>
                      <a:cubicBezTo>
                        <a:pt x="117" y="154"/>
                        <a:pt x="117" y="146"/>
                        <a:pt x="109" y="137"/>
                      </a:cubicBezTo>
                      <a:cubicBezTo>
                        <a:pt x="109" y="129"/>
                        <a:pt x="100" y="121"/>
                        <a:pt x="92" y="121"/>
                      </a:cubicBezTo>
                      <a:cubicBezTo>
                        <a:pt x="92" y="104"/>
                        <a:pt x="84" y="88"/>
                        <a:pt x="75" y="71"/>
                      </a:cubicBezTo>
                      <a:cubicBezTo>
                        <a:pt x="75" y="54"/>
                        <a:pt x="59" y="30"/>
                        <a:pt x="51" y="13"/>
                      </a:cubicBezTo>
                      <a:cubicBezTo>
                        <a:pt x="48" y="4"/>
                        <a:pt x="41" y="1"/>
                        <a:pt x="3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0" name="Google Shape;1310;p1"/>
                <p:cNvSpPr/>
                <p:nvPr/>
              </p:nvSpPr>
              <p:spPr>
                <a:xfrm>
                  <a:off x="2898800" y="4485750"/>
                  <a:ext cx="2500" cy="18925"/>
                </a:xfrm>
                <a:custGeom>
                  <a:rect b="b" l="l" r="r" t="t"/>
                  <a:pathLst>
                    <a:path extrusionOk="0" h="757" w="100">
                      <a:moveTo>
                        <a:pt x="53" y="0"/>
                      </a:moveTo>
                      <a:cubicBezTo>
                        <a:pt x="42" y="0"/>
                        <a:pt x="29" y="6"/>
                        <a:pt x="25" y="19"/>
                      </a:cubicBezTo>
                      <a:cubicBezTo>
                        <a:pt x="8" y="77"/>
                        <a:pt x="8" y="135"/>
                        <a:pt x="8" y="184"/>
                      </a:cubicBezTo>
                      <a:cubicBezTo>
                        <a:pt x="0" y="242"/>
                        <a:pt x="0" y="300"/>
                        <a:pt x="0" y="358"/>
                      </a:cubicBezTo>
                      <a:cubicBezTo>
                        <a:pt x="0" y="474"/>
                        <a:pt x="0" y="590"/>
                        <a:pt x="0" y="706"/>
                      </a:cubicBezTo>
                      <a:cubicBezTo>
                        <a:pt x="0" y="740"/>
                        <a:pt x="25" y="756"/>
                        <a:pt x="50" y="756"/>
                      </a:cubicBezTo>
                      <a:cubicBezTo>
                        <a:pt x="75" y="756"/>
                        <a:pt x="100" y="740"/>
                        <a:pt x="100" y="706"/>
                      </a:cubicBezTo>
                      <a:cubicBezTo>
                        <a:pt x="100" y="590"/>
                        <a:pt x="100" y="474"/>
                        <a:pt x="100" y="358"/>
                      </a:cubicBezTo>
                      <a:cubicBezTo>
                        <a:pt x="100" y="300"/>
                        <a:pt x="100" y="242"/>
                        <a:pt x="100" y="184"/>
                      </a:cubicBezTo>
                      <a:cubicBezTo>
                        <a:pt x="91" y="135"/>
                        <a:pt x="91" y="77"/>
                        <a:pt x="75" y="19"/>
                      </a:cubicBezTo>
                      <a:cubicBezTo>
                        <a:pt x="75" y="6"/>
                        <a:pt x="64" y="0"/>
                        <a:pt x="5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1" name="Google Shape;1311;p1"/>
                <p:cNvSpPr/>
                <p:nvPr/>
              </p:nvSpPr>
              <p:spPr>
                <a:xfrm>
                  <a:off x="2792950" y="4657075"/>
                  <a:ext cx="64650" cy="107975"/>
                </a:xfrm>
                <a:custGeom>
                  <a:rect b="b" l="l" r="r" t="t"/>
                  <a:pathLst>
                    <a:path extrusionOk="0" h="4319" w="2586">
                      <a:moveTo>
                        <a:pt x="2006" y="1"/>
                      </a:moveTo>
                      <a:cubicBezTo>
                        <a:pt x="1945" y="1"/>
                        <a:pt x="1879" y="54"/>
                        <a:pt x="1889" y="134"/>
                      </a:cubicBezTo>
                      <a:cubicBezTo>
                        <a:pt x="1898" y="200"/>
                        <a:pt x="1914" y="266"/>
                        <a:pt x="1922" y="333"/>
                      </a:cubicBezTo>
                      <a:cubicBezTo>
                        <a:pt x="1906" y="391"/>
                        <a:pt x="1889" y="449"/>
                        <a:pt x="1873" y="498"/>
                      </a:cubicBezTo>
                      <a:cubicBezTo>
                        <a:pt x="1815" y="648"/>
                        <a:pt x="1724" y="788"/>
                        <a:pt x="1608" y="896"/>
                      </a:cubicBezTo>
                      <a:cubicBezTo>
                        <a:pt x="1492" y="1020"/>
                        <a:pt x="1326" y="1078"/>
                        <a:pt x="1218" y="1211"/>
                      </a:cubicBezTo>
                      <a:cubicBezTo>
                        <a:pt x="1119" y="1335"/>
                        <a:pt x="1086" y="1501"/>
                        <a:pt x="986" y="1625"/>
                      </a:cubicBezTo>
                      <a:cubicBezTo>
                        <a:pt x="787" y="1874"/>
                        <a:pt x="506" y="2039"/>
                        <a:pt x="315" y="2288"/>
                      </a:cubicBezTo>
                      <a:cubicBezTo>
                        <a:pt x="100" y="2570"/>
                        <a:pt x="0" y="2926"/>
                        <a:pt x="58" y="3274"/>
                      </a:cubicBezTo>
                      <a:cubicBezTo>
                        <a:pt x="116" y="3589"/>
                        <a:pt x="315" y="3879"/>
                        <a:pt x="597" y="4028"/>
                      </a:cubicBezTo>
                      <a:cubicBezTo>
                        <a:pt x="920" y="4202"/>
                        <a:pt x="1293" y="4169"/>
                        <a:pt x="1641" y="4227"/>
                      </a:cubicBezTo>
                      <a:cubicBezTo>
                        <a:pt x="1779" y="4247"/>
                        <a:pt x="1927" y="4318"/>
                        <a:pt x="2069" y="4318"/>
                      </a:cubicBezTo>
                      <a:cubicBezTo>
                        <a:pt x="2107" y="4318"/>
                        <a:pt x="2143" y="4313"/>
                        <a:pt x="2179" y="4301"/>
                      </a:cubicBezTo>
                      <a:cubicBezTo>
                        <a:pt x="2320" y="4252"/>
                        <a:pt x="2411" y="4111"/>
                        <a:pt x="2461" y="3970"/>
                      </a:cubicBezTo>
                      <a:cubicBezTo>
                        <a:pt x="2527" y="3796"/>
                        <a:pt x="2552" y="3605"/>
                        <a:pt x="2569" y="3423"/>
                      </a:cubicBezTo>
                      <a:cubicBezTo>
                        <a:pt x="2585" y="3224"/>
                        <a:pt x="2577" y="3025"/>
                        <a:pt x="2569" y="2835"/>
                      </a:cubicBezTo>
                      <a:cubicBezTo>
                        <a:pt x="2536" y="2379"/>
                        <a:pt x="2444" y="1932"/>
                        <a:pt x="2362" y="1493"/>
                      </a:cubicBezTo>
                      <a:cubicBezTo>
                        <a:pt x="2270" y="1020"/>
                        <a:pt x="2196" y="540"/>
                        <a:pt x="2096" y="76"/>
                      </a:cubicBezTo>
                      <a:cubicBezTo>
                        <a:pt x="2083" y="23"/>
                        <a:pt x="2046" y="1"/>
                        <a:pt x="2006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2" name="Google Shape;1312;p1"/>
                <p:cNvSpPr/>
                <p:nvPr/>
              </p:nvSpPr>
              <p:spPr>
                <a:xfrm>
                  <a:off x="2900750" y="4670300"/>
                  <a:ext cx="61250" cy="109825"/>
                </a:xfrm>
                <a:custGeom>
                  <a:rect b="b" l="l" r="r" t="t"/>
                  <a:pathLst>
                    <a:path extrusionOk="0" h="4393" w="2450">
                      <a:moveTo>
                        <a:pt x="1140" y="0"/>
                      </a:moveTo>
                      <a:cubicBezTo>
                        <a:pt x="1116" y="0"/>
                        <a:pt x="1092" y="9"/>
                        <a:pt x="1074" y="27"/>
                      </a:cubicBezTo>
                      <a:cubicBezTo>
                        <a:pt x="908" y="201"/>
                        <a:pt x="734" y="375"/>
                        <a:pt x="552" y="524"/>
                      </a:cubicBezTo>
                      <a:cubicBezTo>
                        <a:pt x="512" y="559"/>
                        <a:pt x="475" y="574"/>
                        <a:pt x="443" y="574"/>
                      </a:cubicBezTo>
                      <a:cubicBezTo>
                        <a:pt x="323" y="574"/>
                        <a:pt x="257" y="369"/>
                        <a:pt x="237" y="251"/>
                      </a:cubicBezTo>
                      <a:cubicBezTo>
                        <a:pt x="222" y="196"/>
                        <a:pt x="173" y="170"/>
                        <a:pt x="124" y="170"/>
                      </a:cubicBezTo>
                      <a:cubicBezTo>
                        <a:pt x="62" y="170"/>
                        <a:pt x="0" y="211"/>
                        <a:pt x="5" y="284"/>
                      </a:cubicBezTo>
                      <a:cubicBezTo>
                        <a:pt x="13" y="566"/>
                        <a:pt x="30" y="848"/>
                        <a:pt x="55" y="1129"/>
                      </a:cubicBezTo>
                      <a:cubicBezTo>
                        <a:pt x="71" y="1320"/>
                        <a:pt x="80" y="1519"/>
                        <a:pt x="121" y="1709"/>
                      </a:cubicBezTo>
                      <a:cubicBezTo>
                        <a:pt x="129" y="1792"/>
                        <a:pt x="129" y="1867"/>
                        <a:pt x="138" y="1950"/>
                      </a:cubicBezTo>
                      <a:cubicBezTo>
                        <a:pt x="179" y="2347"/>
                        <a:pt x="229" y="2745"/>
                        <a:pt x="278" y="3143"/>
                      </a:cubicBezTo>
                      <a:cubicBezTo>
                        <a:pt x="295" y="3325"/>
                        <a:pt x="312" y="3507"/>
                        <a:pt x="345" y="3690"/>
                      </a:cubicBezTo>
                      <a:cubicBezTo>
                        <a:pt x="370" y="3830"/>
                        <a:pt x="411" y="3971"/>
                        <a:pt x="502" y="4087"/>
                      </a:cubicBezTo>
                      <a:cubicBezTo>
                        <a:pt x="602" y="4212"/>
                        <a:pt x="751" y="4270"/>
                        <a:pt x="908" y="4303"/>
                      </a:cubicBezTo>
                      <a:cubicBezTo>
                        <a:pt x="1090" y="4344"/>
                        <a:pt x="1273" y="4369"/>
                        <a:pt x="1463" y="4386"/>
                      </a:cubicBezTo>
                      <a:cubicBezTo>
                        <a:pt x="1529" y="4389"/>
                        <a:pt x="1600" y="4393"/>
                        <a:pt x="1672" y="4393"/>
                      </a:cubicBezTo>
                      <a:cubicBezTo>
                        <a:pt x="1933" y="4393"/>
                        <a:pt x="2206" y="4345"/>
                        <a:pt x="2317" y="4079"/>
                      </a:cubicBezTo>
                      <a:cubicBezTo>
                        <a:pt x="2383" y="3922"/>
                        <a:pt x="2408" y="3739"/>
                        <a:pt x="2424" y="3574"/>
                      </a:cubicBezTo>
                      <a:cubicBezTo>
                        <a:pt x="2449" y="3408"/>
                        <a:pt x="2433" y="3242"/>
                        <a:pt x="2358" y="3093"/>
                      </a:cubicBezTo>
                      <a:cubicBezTo>
                        <a:pt x="2201" y="2778"/>
                        <a:pt x="1828" y="2762"/>
                        <a:pt x="1530" y="2654"/>
                      </a:cubicBezTo>
                      <a:cubicBezTo>
                        <a:pt x="1231" y="2538"/>
                        <a:pt x="925" y="2356"/>
                        <a:pt x="701" y="2115"/>
                      </a:cubicBezTo>
                      <a:cubicBezTo>
                        <a:pt x="643" y="2057"/>
                        <a:pt x="602" y="1991"/>
                        <a:pt x="643" y="1908"/>
                      </a:cubicBezTo>
                      <a:cubicBezTo>
                        <a:pt x="684" y="1825"/>
                        <a:pt x="742" y="1751"/>
                        <a:pt x="776" y="1668"/>
                      </a:cubicBezTo>
                      <a:cubicBezTo>
                        <a:pt x="850" y="1502"/>
                        <a:pt x="883" y="1320"/>
                        <a:pt x="908" y="1138"/>
                      </a:cubicBezTo>
                      <a:cubicBezTo>
                        <a:pt x="941" y="964"/>
                        <a:pt x="974" y="790"/>
                        <a:pt x="1057" y="624"/>
                      </a:cubicBezTo>
                      <a:cubicBezTo>
                        <a:pt x="1140" y="458"/>
                        <a:pt x="1240" y="293"/>
                        <a:pt x="1240" y="94"/>
                      </a:cubicBezTo>
                      <a:cubicBezTo>
                        <a:pt x="1240" y="37"/>
                        <a:pt x="1190" y="0"/>
                        <a:pt x="1140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3" name="Google Shape;1313;p1"/>
                <p:cNvSpPr/>
                <p:nvPr/>
              </p:nvSpPr>
              <p:spPr>
                <a:xfrm>
                  <a:off x="2769100" y="4647675"/>
                  <a:ext cx="64050" cy="86375"/>
                </a:xfrm>
                <a:custGeom>
                  <a:rect b="b" l="l" r="r" t="t"/>
                  <a:pathLst>
                    <a:path extrusionOk="0" h="3455" w="2562">
                      <a:moveTo>
                        <a:pt x="2417" y="0"/>
                      </a:moveTo>
                      <a:cubicBezTo>
                        <a:pt x="2392" y="0"/>
                        <a:pt x="2367" y="13"/>
                        <a:pt x="2354" y="38"/>
                      </a:cubicBezTo>
                      <a:cubicBezTo>
                        <a:pt x="2272" y="170"/>
                        <a:pt x="2288" y="328"/>
                        <a:pt x="2272" y="477"/>
                      </a:cubicBezTo>
                      <a:cubicBezTo>
                        <a:pt x="2255" y="634"/>
                        <a:pt x="2238" y="783"/>
                        <a:pt x="2214" y="941"/>
                      </a:cubicBezTo>
                      <a:cubicBezTo>
                        <a:pt x="2172" y="1222"/>
                        <a:pt x="2114" y="1504"/>
                        <a:pt x="1990" y="1769"/>
                      </a:cubicBezTo>
                      <a:cubicBezTo>
                        <a:pt x="1775" y="2250"/>
                        <a:pt x="1377" y="2623"/>
                        <a:pt x="929" y="2888"/>
                      </a:cubicBezTo>
                      <a:cubicBezTo>
                        <a:pt x="664" y="3053"/>
                        <a:pt x="366" y="3203"/>
                        <a:pt x="76" y="3319"/>
                      </a:cubicBezTo>
                      <a:cubicBezTo>
                        <a:pt x="1" y="3349"/>
                        <a:pt x="14" y="3454"/>
                        <a:pt x="86" y="3454"/>
                      </a:cubicBezTo>
                      <a:cubicBezTo>
                        <a:pt x="93" y="3454"/>
                        <a:pt x="101" y="3453"/>
                        <a:pt x="109" y="3451"/>
                      </a:cubicBezTo>
                      <a:cubicBezTo>
                        <a:pt x="407" y="3368"/>
                        <a:pt x="681" y="3277"/>
                        <a:pt x="946" y="3128"/>
                      </a:cubicBezTo>
                      <a:cubicBezTo>
                        <a:pt x="1203" y="2987"/>
                        <a:pt x="1435" y="2821"/>
                        <a:pt x="1642" y="2623"/>
                      </a:cubicBezTo>
                      <a:cubicBezTo>
                        <a:pt x="1841" y="2432"/>
                        <a:pt x="2007" y="2217"/>
                        <a:pt x="2147" y="1985"/>
                      </a:cubicBezTo>
                      <a:cubicBezTo>
                        <a:pt x="2296" y="1711"/>
                        <a:pt x="2379" y="1413"/>
                        <a:pt x="2429" y="1115"/>
                      </a:cubicBezTo>
                      <a:cubicBezTo>
                        <a:pt x="2462" y="941"/>
                        <a:pt x="2479" y="758"/>
                        <a:pt x="2504" y="584"/>
                      </a:cubicBezTo>
                      <a:cubicBezTo>
                        <a:pt x="2520" y="402"/>
                        <a:pt x="2562" y="203"/>
                        <a:pt x="2479" y="38"/>
                      </a:cubicBezTo>
                      <a:cubicBezTo>
                        <a:pt x="2466" y="13"/>
                        <a:pt x="2441" y="0"/>
                        <a:pt x="241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4" name="Google Shape;1314;p1"/>
                <p:cNvSpPr/>
                <p:nvPr/>
              </p:nvSpPr>
              <p:spPr>
                <a:xfrm>
                  <a:off x="2826975" y="4663800"/>
                  <a:ext cx="12800" cy="27300"/>
                </a:xfrm>
                <a:custGeom>
                  <a:rect b="b" l="l" r="r" t="t"/>
                  <a:pathLst>
                    <a:path extrusionOk="0" h="1092" w="512">
                      <a:moveTo>
                        <a:pt x="426" y="1"/>
                      </a:moveTo>
                      <a:cubicBezTo>
                        <a:pt x="411" y="1"/>
                        <a:pt x="395" y="6"/>
                        <a:pt x="379" y="22"/>
                      </a:cubicBezTo>
                      <a:cubicBezTo>
                        <a:pt x="329" y="89"/>
                        <a:pt x="313" y="188"/>
                        <a:pt x="296" y="271"/>
                      </a:cubicBezTo>
                      <a:cubicBezTo>
                        <a:pt x="280" y="354"/>
                        <a:pt x="255" y="445"/>
                        <a:pt x="230" y="528"/>
                      </a:cubicBezTo>
                      <a:cubicBezTo>
                        <a:pt x="180" y="685"/>
                        <a:pt x="122" y="859"/>
                        <a:pt x="31" y="1000"/>
                      </a:cubicBezTo>
                      <a:cubicBezTo>
                        <a:pt x="0" y="1044"/>
                        <a:pt x="44" y="1092"/>
                        <a:pt x="89" y="1092"/>
                      </a:cubicBezTo>
                      <a:cubicBezTo>
                        <a:pt x="104" y="1092"/>
                        <a:pt x="118" y="1087"/>
                        <a:pt x="131" y="1074"/>
                      </a:cubicBezTo>
                      <a:cubicBezTo>
                        <a:pt x="189" y="1008"/>
                        <a:pt x="247" y="934"/>
                        <a:pt x="296" y="859"/>
                      </a:cubicBezTo>
                      <a:cubicBezTo>
                        <a:pt x="338" y="776"/>
                        <a:pt x="371" y="693"/>
                        <a:pt x="404" y="602"/>
                      </a:cubicBezTo>
                      <a:cubicBezTo>
                        <a:pt x="437" y="519"/>
                        <a:pt x="454" y="428"/>
                        <a:pt x="470" y="345"/>
                      </a:cubicBezTo>
                      <a:cubicBezTo>
                        <a:pt x="487" y="296"/>
                        <a:pt x="495" y="254"/>
                        <a:pt x="495" y="205"/>
                      </a:cubicBezTo>
                      <a:cubicBezTo>
                        <a:pt x="503" y="163"/>
                        <a:pt x="512" y="113"/>
                        <a:pt x="503" y="64"/>
                      </a:cubicBezTo>
                      <a:cubicBezTo>
                        <a:pt x="503" y="64"/>
                        <a:pt x="503" y="55"/>
                        <a:pt x="503" y="55"/>
                      </a:cubicBezTo>
                      <a:cubicBezTo>
                        <a:pt x="503" y="47"/>
                        <a:pt x="503" y="47"/>
                        <a:pt x="503" y="47"/>
                      </a:cubicBezTo>
                      <a:cubicBezTo>
                        <a:pt x="503" y="39"/>
                        <a:pt x="503" y="31"/>
                        <a:pt x="503" y="31"/>
                      </a:cubicBezTo>
                      <a:cubicBezTo>
                        <a:pt x="503" y="22"/>
                        <a:pt x="495" y="22"/>
                        <a:pt x="495" y="22"/>
                      </a:cubicBezTo>
                      <a:cubicBezTo>
                        <a:pt x="495" y="14"/>
                        <a:pt x="487" y="14"/>
                        <a:pt x="487" y="6"/>
                      </a:cubicBezTo>
                      <a:lnTo>
                        <a:pt x="454" y="6"/>
                      </a:lnTo>
                      <a:cubicBezTo>
                        <a:pt x="445" y="3"/>
                        <a:pt x="436" y="1"/>
                        <a:pt x="42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5" name="Google Shape;1315;p1"/>
                <p:cNvSpPr/>
                <p:nvPr/>
              </p:nvSpPr>
              <p:spPr>
                <a:xfrm>
                  <a:off x="2780600" y="4712050"/>
                  <a:ext cx="30150" cy="24475"/>
                </a:xfrm>
                <a:custGeom>
                  <a:rect b="b" l="l" r="r" t="t"/>
                  <a:pathLst>
                    <a:path extrusionOk="0" h="979" w="1206">
                      <a:moveTo>
                        <a:pt x="1122" y="0"/>
                      </a:moveTo>
                      <a:cubicBezTo>
                        <a:pt x="1108" y="0"/>
                        <a:pt x="1094" y="5"/>
                        <a:pt x="1083" y="14"/>
                      </a:cubicBezTo>
                      <a:cubicBezTo>
                        <a:pt x="917" y="155"/>
                        <a:pt x="743" y="296"/>
                        <a:pt x="561" y="429"/>
                      </a:cubicBezTo>
                      <a:cubicBezTo>
                        <a:pt x="478" y="503"/>
                        <a:pt x="387" y="570"/>
                        <a:pt x="295" y="636"/>
                      </a:cubicBezTo>
                      <a:cubicBezTo>
                        <a:pt x="246" y="669"/>
                        <a:pt x="196" y="710"/>
                        <a:pt x="146" y="744"/>
                      </a:cubicBezTo>
                      <a:cubicBezTo>
                        <a:pt x="105" y="785"/>
                        <a:pt x="63" y="826"/>
                        <a:pt x="30" y="876"/>
                      </a:cubicBezTo>
                      <a:cubicBezTo>
                        <a:pt x="1" y="921"/>
                        <a:pt x="44" y="978"/>
                        <a:pt x="95" y="978"/>
                      </a:cubicBezTo>
                      <a:cubicBezTo>
                        <a:pt x="101" y="978"/>
                        <a:pt x="107" y="977"/>
                        <a:pt x="113" y="976"/>
                      </a:cubicBezTo>
                      <a:cubicBezTo>
                        <a:pt x="229" y="942"/>
                        <a:pt x="320" y="876"/>
                        <a:pt x="420" y="802"/>
                      </a:cubicBezTo>
                      <a:cubicBezTo>
                        <a:pt x="511" y="727"/>
                        <a:pt x="610" y="652"/>
                        <a:pt x="701" y="578"/>
                      </a:cubicBezTo>
                      <a:cubicBezTo>
                        <a:pt x="875" y="429"/>
                        <a:pt x="1041" y="271"/>
                        <a:pt x="1174" y="81"/>
                      </a:cubicBezTo>
                      <a:cubicBezTo>
                        <a:pt x="1205" y="43"/>
                        <a:pt x="1165" y="0"/>
                        <a:pt x="112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6" name="Google Shape;1316;p1"/>
                <p:cNvSpPr/>
                <p:nvPr/>
              </p:nvSpPr>
              <p:spPr>
                <a:xfrm>
                  <a:off x="2789625" y="4728225"/>
                  <a:ext cx="11825" cy="8650"/>
                </a:xfrm>
                <a:custGeom>
                  <a:rect b="b" l="l" r="r" t="t"/>
                  <a:pathLst>
                    <a:path extrusionOk="0" h="346" w="473">
                      <a:moveTo>
                        <a:pt x="409" y="1"/>
                      </a:moveTo>
                      <a:cubicBezTo>
                        <a:pt x="402" y="1"/>
                        <a:pt x="396" y="2"/>
                        <a:pt x="390" y="5"/>
                      </a:cubicBezTo>
                      <a:cubicBezTo>
                        <a:pt x="316" y="30"/>
                        <a:pt x="241" y="63"/>
                        <a:pt x="175" y="105"/>
                      </a:cubicBezTo>
                      <a:cubicBezTo>
                        <a:pt x="142" y="130"/>
                        <a:pt x="108" y="155"/>
                        <a:pt x="84" y="179"/>
                      </a:cubicBezTo>
                      <a:cubicBezTo>
                        <a:pt x="67" y="188"/>
                        <a:pt x="50" y="204"/>
                        <a:pt x="42" y="221"/>
                      </a:cubicBezTo>
                      <a:cubicBezTo>
                        <a:pt x="26" y="237"/>
                        <a:pt x="9" y="254"/>
                        <a:pt x="9" y="279"/>
                      </a:cubicBezTo>
                      <a:cubicBezTo>
                        <a:pt x="1" y="320"/>
                        <a:pt x="26" y="345"/>
                        <a:pt x="67" y="345"/>
                      </a:cubicBezTo>
                      <a:cubicBezTo>
                        <a:pt x="84" y="337"/>
                        <a:pt x="100" y="329"/>
                        <a:pt x="117" y="312"/>
                      </a:cubicBezTo>
                      <a:cubicBezTo>
                        <a:pt x="133" y="304"/>
                        <a:pt x="150" y="295"/>
                        <a:pt x="166" y="279"/>
                      </a:cubicBezTo>
                      <a:cubicBezTo>
                        <a:pt x="175" y="279"/>
                        <a:pt x="183" y="271"/>
                        <a:pt x="191" y="262"/>
                      </a:cubicBezTo>
                      <a:cubicBezTo>
                        <a:pt x="191" y="262"/>
                        <a:pt x="191" y="262"/>
                        <a:pt x="200" y="254"/>
                      </a:cubicBezTo>
                      <a:cubicBezTo>
                        <a:pt x="216" y="246"/>
                        <a:pt x="233" y="229"/>
                        <a:pt x="241" y="221"/>
                      </a:cubicBezTo>
                      <a:cubicBezTo>
                        <a:pt x="274" y="204"/>
                        <a:pt x="299" y="188"/>
                        <a:pt x="332" y="171"/>
                      </a:cubicBezTo>
                      <a:cubicBezTo>
                        <a:pt x="349" y="163"/>
                        <a:pt x="365" y="155"/>
                        <a:pt x="382" y="146"/>
                      </a:cubicBezTo>
                      <a:cubicBezTo>
                        <a:pt x="390" y="146"/>
                        <a:pt x="398" y="138"/>
                        <a:pt x="407" y="138"/>
                      </a:cubicBezTo>
                      <a:lnTo>
                        <a:pt x="415" y="130"/>
                      </a:lnTo>
                      <a:lnTo>
                        <a:pt x="423" y="130"/>
                      </a:lnTo>
                      <a:cubicBezTo>
                        <a:pt x="448" y="113"/>
                        <a:pt x="473" y="80"/>
                        <a:pt x="465" y="47"/>
                      </a:cubicBezTo>
                      <a:cubicBezTo>
                        <a:pt x="458" y="27"/>
                        <a:pt x="435" y="1"/>
                        <a:pt x="40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7" name="Google Shape;1317;p1"/>
                <p:cNvSpPr/>
                <p:nvPr/>
              </p:nvSpPr>
              <p:spPr>
                <a:xfrm>
                  <a:off x="2802675" y="4669200"/>
                  <a:ext cx="15575" cy="38275"/>
                </a:xfrm>
                <a:custGeom>
                  <a:rect b="b" l="l" r="r" t="t"/>
                  <a:pathLst>
                    <a:path extrusionOk="0" h="1531" w="623">
                      <a:moveTo>
                        <a:pt x="485" y="1"/>
                      </a:moveTo>
                      <a:cubicBezTo>
                        <a:pt x="473" y="1"/>
                        <a:pt x="461" y="5"/>
                        <a:pt x="448" y="13"/>
                      </a:cubicBezTo>
                      <a:cubicBezTo>
                        <a:pt x="365" y="96"/>
                        <a:pt x="365" y="254"/>
                        <a:pt x="349" y="361"/>
                      </a:cubicBezTo>
                      <a:cubicBezTo>
                        <a:pt x="332" y="477"/>
                        <a:pt x="299" y="602"/>
                        <a:pt x="266" y="718"/>
                      </a:cubicBezTo>
                      <a:cubicBezTo>
                        <a:pt x="191" y="966"/>
                        <a:pt x="117" y="1215"/>
                        <a:pt x="17" y="1455"/>
                      </a:cubicBezTo>
                      <a:cubicBezTo>
                        <a:pt x="0" y="1495"/>
                        <a:pt x="34" y="1531"/>
                        <a:pt x="67" y="1531"/>
                      </a:cubicBezTo>
                      <a:cubicBezTo>
                        <a:pt x="83" y="1531"/>
                        <a:pt x="98" y="1523"/>
                        <a:pt x="108" y="1505"/>
                      </a:cubicBezTo>
                      <a:cubicBezTo>
                        <a:pt x="233" y="1264"/>
                        <a:pt x="390" y="1041"/>
                        <a:pt x="481" y="776"/>
                      </a:cubicBezTo>
                      <a:cubicBezTo>
                        <a:pt x="523" y="651"/>
                        <a:pt x="556" y="527"/>
                        <a:pt x="581" y="394"/>
                      </a:cubicBezTo>
                      <a:cubicBezTo>
                        <a:pt x="597" y="287"/>
                        <a:pt x="622" y="96"/>
                        <a:pt x="523" y="13"/>
                      </a:cubicBezTo>
                      <a:cubicBezTo>
                        <a:pt x="510" y="5"/>
                        <a:pt x="498" y="1"/>
                        <a:pt x="4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8" name="Google Shape;1318;p1"/>
                <p:cNvSpPr/>
                <p:nvPr/>
              </p:nvSpPr>
              <p:spPr>
                <a:xfrm>
                  <a:off x="2813025" y="4655025"/>
                  <a:ext cx="3350" cy="9550"/>
                </a:xfrm>
                <a:custGeom>
                  <a:rect b="b" l="l" r="r" t="t"/>
                  <a:pathLst>
                    <a:path extrusionOk="0" h="382" w="134">
                      <a:moveTo>
                        <a:pt x="84" y="0"/>
                      </a:moveTo>
                      <a:cubicBezTo>
                        <a:pt x="67" y="0"/>
                        <a:pt x="51" y="17"/>
                        <a:pt x="51" y="34"/>
                      </a:cubicBezTo>
                      <a:cubicBezTo>
                        <a:pt x="42" y="50"/>
                        <a:pt x="34" y="75"/>
                        <a:pt x="34" y="100"/>
                      </a:cubicBezTo>
                      <a:cubicBezTo>
                        <a:pt x="34" y="100"/>
                        <a:pt x="34" y="108"/>
                        <a:pt x="34" y="116"/>
                      </a:cubicBezTo>
                      <a:lnTo>
                        <a:pt x="26" y="125"/>
                      </a:lnTo>
                      <a:cubicBezTo>
                        <a:pt x="18" y="133"/>
                        <a:pt x="18" y="141"/>
                        <a:pt x="18" y="158"/>
                      </a:cubicBezTo>
                      <a:cubicBezTo>
                        <a:pt x="18" y="166"/>
                        <a:pt x="18" y="166"/>
                        <a:pt x="18" y="174"/>
                      </a:cubicBezTo>
                      <a:cubicBezTo>
                        <a:pt x="9" y="224"/>
                        <a:pt x="9" y="266"/>
                        <a:pt x="1" y="315"/>
                      </a:cubicBezTo>
                      <a:cubicBezTo>
                        <a:pt x="1" y="348"/>
                        <a:pt x="34" y="382"/>
                        <a:pt x="67" y="382"/>
                      </a:cubicBezTo>
                      <a:cubicBezTo>
                        <a:pt x="100" y="373"/>
                        <a:pt x="125" y="348"/>
                        <a:pt x="125" y="315"/>
                      </a:cubicBezTo>
                      <a:cubicBezTo>
                        <a:pt x="134" y="266"/>
                        <a:pt x="134" y="224"/>
                        <a:pt x="134" y="174"/>
                      </a:cubicBezTo>
                      <a:cubicBezTo>
                        <a:pt x="134" y="158"/>
                        <a:pt x="134" y="150"/>
                        <a:pt x="125" y="133"/>
                      </a:cubicBezTo>
                      <a:lnTo>
                        <a:pt x="125" y="125"/>
                      </a:lnTo>
                      <a:lnTo>
                        <a:pt x="125" y="108"/>
                      </a:lnTo>
                      <a:lnTo>
                        <a:pt x="117" y="34"/>
                      </a:lnTo>
                      <a:cubicBezTo>
                        <a:pt x="117" y="17"/>
                        <a:pt x="100" y="0"/>
                        <a:pt x="8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9" name="Google Shape;1319;p1"/>
                <p:cNvSpPr/>
                <p:nvPr/>
              </p:nvSpPr>
              <p:spPr>
                <a:xfrm>
                  <a:off x="2812625" y="4642300"/>
                  <a:ext cx="3550" cy="5375"/>
                </a:xfrm>
                <a:custGeom>
                  <a:rect b="b" l="l" r="r" t="t"/>
                  <a:pathLst>
                    <a:path extrusionOk="0" h="215" w="142">
                      <a:moveTo>
                        <a:pt x="40" y="1"/>
                      </a:moveTo>
                      <a:cubicBezTo>
                        <a:pt x="35" y="1"/>
                        <a:pt x="30" y="2"/>
                        <a:pt x="25" y="4"/>
                      </a:cubicBezTo>
                      <a:cubicBezTo>
                        <a:pt x="9" y="12"/>
                        <a:pt x="0" y="29"/>
                        <a:pt x="0" y="54"/>
                      </a:cubicBezTo>
                      <a:cubicBezTo>
                        <a:pt x="9" y="70"/>
                        <a:pt x="9" y="95"/>
                        <a:pt x="17" y="112"/>
                      </a:cubicBezTo>
                      <a:cubicBezTo>
                        <a:pt x="17" y="128"/>
                        <a:pt x="17" y="137"/>
                        <a:pt x="25" y="145"/>
                      </a:cubicBezTo>
                      <a:lnTo>
                        <a:pt x="34" y="178"/>
                      </a:lnTo>
                      <a:cubicBezTo>
                        <a:pt x="42" y="195"/>
                        <a:pt x="50" y="203"/>
                        <a:pt x="58" y="211"/>
                      </a:cubicBezTo>
                      <a:cubicBezTo>
                        <a:pt x="69" y="211"/>
                        <a:pt x="77" y="215"/>
                        <a:pt x="85" y="215"/>
                      </a:cubicBezTo>
                      <a:cubicBezTo>
                        <a:pt x="90" y="215"/>
                        <a:pt x="94" y="214"/>
                        <a:pt x="100" y="211"/>
                      </a:cubicBezTo>
                      <a:cubicBezTo>
                        <a:pt x="116" y="211"/>
                        <a:pt x="125" y="203"/>
                        <a:pt x="133" y="186"/>
                      </a:cubicBezTo>
                      <a:cubicBezTo>
                        <a:pt x="141" y="178"/>
                        <a:pt x="141" y="161"/>
                        <a:pt x="133" y="153"/>
                      </a:cubicBezTo>
                      <a:cubicBezTo>
                        <a:pt x="133" y="137"/>
                        <a:pt x="133" y="128"/>
                        <a:pt x="125" y="120"/>
                      </a:cubicBezTo>
                      <a:cubicBezTo>
                        <a:pt x="116" y="103"/>
                        <a:pt x="116" y="87"/>
                        <a:pt x="108" y="79"/>
                      </a:cubicBezTo>
                      <a:cubicBezTo>
                        <a:pt x="100" y="54"/>
                        <a:pt x="83" y="37"/>
                        <a:pt x="75" y="21"/>
                      </a:cubicBezTo>
                      <a:cubicBezTo>
                        <a:pt x="69" y="8"/>
                        <a:pt x="54" y="1"/>
                        <a:pt x="4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" name="Google Shape;1320;p1"/>
                <p:cNvSpPr/>
                <p:nvPr/>
              </p:nvSpPr>
              <p:spPr>
                <a:xfrm>
                  <a:off x="2705425" y="4761375"/>
                  <a:ext cx="150300" cy="37325"/>
                </a:xfrm>
                <a:custGeom>
                  <a:rect b="b" l="l" r="r" t="t"/>
                  <a:pathLst>
                    <a:path extrusionOk="0" h="1493" w="6012">
                      <a:moveTo>
                        <a:pt x="5271" y="0"/>
                      </a:moveTo>
                      <a:cubicBezTo>
                        <a:pt x="5232" y="0"/>
                        <a:pt x="5194" y="17"/>
                        <a:pt x="5167" y="55"/>
                      </a:cubicBezTo>
                      <a:cubicBezTo>
                        <a:pt x="5142" y="105"/>
                        <a:pt x="5158" y="187"/>
                        <a:pt x="5216" y="221"/>
                      </a:cubicBezTo>
                      <a:cubicBezTo>
                        <a:pt x="5440" y="320"/>
                        <a:pt x="5457" y="593"/>
                        <a:pt x="5341" y="784"/>
                      </a:cubicBezTo>
                      <a:cubicBezTo>
                        <a:pt x="5183" y="859"/>
                        <a:pt x="5001" y="883"/>
                        <a:pt x="4827" y="900"/>
                      </a:cubicBezTo>
                      <a:cubicBezTo>
                        <a:pt x="4479" y="925"/>
                        <a:pt x="4131" y="941"/>
                        <a:pt x="3775" y="950"/>
                      </a:cubicBezTo>
                      <a:cubicBezTo>
                        <a:pt x="2946" y="883"/>
                        <a:pt x="2101" y="950"/>
                        <a:pt x="1281" y="751"/>
                      </a:cubicBezTo>
                      <a:cubicBezTo>
                        <a:pt x="850" y="643"/>
                        <a:pt x="444" y="469"/>
                        <a:pt x="96" y="196"/>
                      </a:cubicBezTo>
                      <a:cubicBezTo>
                        <a:pt x="89" y="192"/>
                        <a:pt x="82" y="190"/>
                        <a:pt x="74" y="190"/>
                      </a:cubicBezTo>
                      <a:cubicBezTo>
                        <a:pt x="37" y="190"/>
                        <a:pt x="1" y="236"/>
                        <a:pt x="21" y="270"/>
                      </a:cubicBezTo>
                      <a:cubicBezTo>
                        <a:pt x="262" y="610"/>
                        <a:pt x="701" y="801"/>
                        <a:pt x="1098" y="917"/>
                      </a:cubicBezTo>
                      <a:cubicBezTo>
                        <a:pt x="1521" y="1049"/>
                        <a:pt x="1960" y="1091"/>
                        <a:pt x="2399" y="1115"/>
                      </a:cubicBezTo>
                      <a:cubicBezTo>
                        <a:pt x="2772" y="1132"/>
                        <a:pt x="3145" y="1140"/>
                        <a:pt x="3518" y="1157"/>
                      </a:cubicBezTo>
                      <a:cubicBezTo>
                        <a:pt x="3526" y="1165"/>
                        <a:pt x="3534" y="1173"/>
                        <a:pt x="3543" y="1173"/>
                      </a:cubicBezTo>
                      <a:cubicBezTo>
                        <a:pt x="3820" y="1320"/>
                        <a:pt x="4134" y="1373"/>
                        <a:pt x="4443" y="1373"/>
                      </a:cubicBezTo>
                      <a:cubicBezTo>
                        <a:pt x="4466" y="1373"/>
                        <a:pt x="4489" y="1373"/>
                        <a:pt x="4512" y="1372"/>
                      </a:cubicBezTo>
                      <a:cubicBezTo>
                        <a:pt x="4520" y="1422"/>
                        <a:pt x="4562" y="1472"/>
                        <a:pt x="4628" y="1480"/>
                      </a:cubicBezTo>
                      <a:cubicBezTo>
                        <a:pt x="4712" y="1487"/>
                        <a:pt x="4799" y="1493"/>
                        <a:pt x="4885" y="1493"/>
                      </a:cubicBezTo>
                      <a:cubicBezTo>
                        <a:pt x="5180" y="1493"/>
                        <a:pt x="5471" y="1430"/>
                        <a:pt x="5664" y="1173"/>
                      </a:cubicBezTo>
                      <a:cubicBezTo>
                        <a:pt x="5672" y="1165"/>
                        <a:pt x="5689" y="1149"/>
                        <a:pt x="5697" y="1132"/>
                      </a:cubicBezTo>
                      <a:cubicBezTo>
                        <a:pt x="5738" y="1107"/>
                        <a:pt x="5771" y="1074"/>
                        <a:pt x="5805" y="1041"/>
                      </a:cubicBezTo>
                      <a:cubicBezTo>
                        <a:pt x="5954" y="883"/>
                        <a:pt x="6012" y="668"/>
                        <a:pt x="5921" y="469"/>
                      </a:cubicBezTo>
                      <a:lnTo>
                        <a:pt x="5912" y="469"/>
                      </a:lnTo>
                      <a:cubicBezTo>
                        <a:pt x="5904" y="453"/>
                        <a:pt x="5896" y="436"/>
                        <a:pt x="5879" y="428"/>
                      </a:cubicBezTo>
                      <a:cubicBezTo>
                        <a:pt x="5863" y="320"/>
                        <a:pt x="5821" y="212"/>
                        <a:pt x="5738" y="129"/>
                      </a:cubicBezTo>
                      <a:cubicBezTo>
                        <a:pt x="5717" y="105"/>
                        <a:pt x="5690" y="95"/>
                        <a:pt x="5664" y="95"/>
                      </a:cubicBezTo>
                      <a:cubicBezTo>
                        <a:pt x="5608" y="95"/>
                        <a:pt x="5553" y="140"/>
                        <a:pt x="5548" y="196"/>
                      </a:cubicBezTo>
                      <a:cubicBezTo>
                        <a:pt x="5498" y="121"/>
                        <a:pt x="5423" y="55"/>
                        <a:pt x="5332" y="13"/>
                      </a:cubicBezTo>
                      <a:cubicBezTo>
                        <a:pt x="5312" y="5"/>
                        <a:pt x="5291" y="0"/>
                        <a:pt x="5271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1" name="Google Shape;1321;p1"/>
                <p:cNvSpPr/>
                <p:nvPr/>
              </p:nvSpPr>
              <p:spPr>
                <a:xfrm>
                  <a:off x="2817600" y="4016300"/>
                  <a:ext cx="18450" cy="21250"/>
                </a:xfrm>
                <a:custGeom>
                  <a:rect b="b" l="l" r="r" t="t"/>
                  <a:pathLst>
                    <a:path extrusionOk="0" h="850" w="738">
                      <a:moveTo>
                        <a:pt x="449" y="1"/>
                      </a:moveTo>
                      <a:cubicBezTo>
                        <a:pt x="427" y="1"/>
                        <a:pt x="403" y="7"/>
                        <a:pt x="381" y="22"/>
                      </a:cubicBezTo>
                      <a:cubicBezTo>
                        <a:pt x="341" y="9"/>
                        <a:pt x="299" y="3"/>
                        <a:pt x="257" y="3"/>
                      </a:cubicBezTo>
                      <a:cubicBezTo>
                        <a:pt x="186" y="3"/>
                        <a:pt x="115" y="22"/>
                        <a:pt x="58" y="63"/>
                      </a:cubicBezTo>
                      <a:cubicBezTo>
                        <a:pt x="25" y="88"/>
                        <a:pt x="0" y="130"/>
                        <a:pt x="9" y="171"/>
                      </a:cubicBezTo>
                      <a:cubicBezTo>
                        <a:pt x="17" y="221"/>
                        <a:pt x="42" y="246"/>
                        <a:pt x="83" y="262"/>
                      </a:cubicBezTo>
                      <a:cubicBezTo>
                        <a:pt x="50" y="312"/>
                        <a:pt x="42" y="378"/>
                        <a:pt x="33" y="436"/>
                      </a:cubicBezTo>
                      <a:cubicBezTo>
                        <a:pt x="25" y="494"/>
                        <a:pt x="17" y="552"/>
                        <a:pt x="17" y="610"/>
                      </a:cubicBezTo>
                      <a:cubicBezTo>
                        <a:pt x="17" y="668"/>
                        <a:pt x="33" y="734"/>
                        <a:pt x="91" y="768"/>
                      </a:cubicBezTo>
                      <a:lnTo>
                        <a:pt x="108" y="768"/>
                      </a:lnTo>
                      <a:cubicBezTo>
                        <a:pt x="125" y="801"/>
                        <a:pt x="158" y="834"/>
                        <a:pt x="199" y="842"/>
                      </a:cubicBezTo>
                      <a:cubicBezTo>
                        <a:pt x="215" y="847"/>
                        <a:pt x="230" y="850"/>
                        <a:pt x="245" y="850"/>
                      </a:cubicBezTo>
                      <a:cubicBezTo>
                        <a:pt x="325" y="850"/>
                        <a:pt x="395" y="781"/>
                        <a:pt x="423" y="718"/>
                      </a:cubicBezTo>
                      <a:cubicBezTo>
                        <a:pt x="439" y="685"/>
                        <a:pt x="448" y="660"/>
                        <a:pt x="456" y="627"/>
                      </a:cubicBezTo>
                      <a:cubicBezTo>
                        <a:pt x="464" y="643"/>
                        <a:pt x="481" y="652"/>
                        <a:pt x="489" y="660"/>
                      </a:cubicBezTo>
                      <a:cubicBezTo>
                        <a:pt x="505" y="670"/>
                        <a:pt x="523" y="674"/>
                        <a:pt x="540" y="674"/>
                      </a:cubicBezTo>
                      <a:cubicBezTo>
                        <a:pt x="567" y="674"/>
                        <a:pt x="593" y="663"/>
                        <a:pt x="613" y="643"/>
                      </a:cubicBezTo>
                      <a:cubicBezTo>
                        <a:pt x="671" y="585"/>
                        <a:pt x="713" y="511"/>
                        <a:pt x="729" y="436"/>
                      </a:cubicBezTo>
                      <a:cubicBezTo>
                        <a:pt x="738" y="403"/>
                        <a:pt x="738" y="370"/>
                        <a:pt x="738" y="345"/>
                      </a:cubicBezTo>
                      <a:cubicBezTo>
                        <a:pt x="738" y="328"/>
                        <a:pt x="738" y="312"/>
                        <a:pt x="729" y="295"/>
                      </a:cubicBezTo>
                      <a:lnTo>
                        <a:pt x="738" y="295"/>
                      </a:lnTo>
                      <a:cubicBezTo>
                        <a:pt x="738" y="262"/>
                        <a:pt x="729" y="237"/>
                        <a:pt x="704" y="212"/>
                      </a:cubicBezTo>
                      <a:cubicBezTo>
                        <a:pt x="646" y="146"/>
                        <a:pt x="588" y="88"/>
                        <a:pt x="522" y="30"/>
                      </a:cubicBezTo>
                      <a:cubicBezTo>
                        <a:pt x="504" y="12"/>
                        <a:pt x="477" y="1"/>
                        <a:pt x="449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2" name="Google Shape;1322;p1"/>
                <p:cNvSpPr/>
                <p:nvPr/>
              </p:nvSpPr>
              <p:spPr>
                <a:xfrm>
                  <a:off x="2871425" y="4008700"/>
                  <a:ext cx="43350" cy="22075"/>
                </a:xfrm>
                <a:custGeom>
                  <a:rect b="b" l="l" r="r" t="t"/>
                  <a:pathLst>
                    <a:path extrusionOk="0" h="883" w="1734">
                      <a:moveTo>
                        <a:pt x="1221" y="0"/>
                      </a:moveTo>
                      <a:cubicBezTo>
                        <a:pt x="1101" y="0"/>
                        <a:pt x="985" y="14"/>
                        <a:pt x="863" y="28"/>
                      </a:cubicBezTo>
                      <a:cubicBezTo>
                        <a:pt x="565" y="77"/>
                        <a:pt x="291" y="185"/>
                        <a:pt x="43" y="342"/>
                      </a:cubicBezTo>
                      <a:cubicBezTo>
                        <a:pt x="1" y="370"/>
                        <a:pt x="24" y="422"/>
                        <a:pt x="62" y="422"/>
                      </a:cubicBezTo>
                      <a:cubicBezTo>
                        <a:pt x="69" y="422"/>
                        <a:pt x="77" y="421"/>
                        <a:pt x="84" y="417"/>
                      </a:cubicBezTo>
                      <a:cubicBezTo>
                        <a:pt x="142" y="392"/>
                        <a:pt x="209" y="359"/>
                        <a:pt x="267" y="334"/>
                      </a:cubicBezTo>
                      <a:lnTo>
                        <a:pt x="267" y="334"/>
                      </a:lnTo>
                      <a:cubicBezTo>
                        <a:pt x="175" y="400"/>
                        <a:pt x="101" y="475"/>
                        <a:pt x="26" y="566"/>
                      </a:cubicBezTo>
                      <a:cubicBezTo>
                        <a:pt x="10" y="591"/>
                        <a:pt x="18" y="632"/>
                        <a:pt x="51" y="641"/>
                      </a:cubicBezTo>
                      <a:cubicBezTo>
                        <a:pt x="35" y="666"/>
                        <a:pt x="26" y="690"/>
                        <a:pt x="26" y="715"/>
                      </a:cubicBezTo>
                      <a:cubicBezTo>
                        <a:pt x="10" y="773"/>
                        <a:pt x="35" y="823"/>
                        <a:pt x="84" y="848"/>
                      </a:cubicBezTo>
                      <a:cubicBezTo>
                        <a:pt x="109" y="856"/>
                        <a:pt x="134" y="856"/>
                        <a:pt x="159" y="856"/>
                      </a:cubicBezTo>
                      <a:cubicBezTo>
                        <a:pt x="179" y="871"/>
                        <a:pt x="205" y="883"/>
                        <a:pt x="231" y="883"/>
                      </a:cubicBezTo>
                      <a:cubicBezTo>
                        <a:pt x="249" y="883"/>
                        <a:pt x="267" y="878"/>
                        <a:pt x="283" y="864"/>
                      </a:cubicBezTo>
                      <a:cubicBezTo>
                        <a:pt x="308" y="840"/>
                        <a:pt x="341" y="823"/>
                        <a:pt x="366" y="806"/>
                      </a:cubicBezTo>
                      <a:lnTo>
                        <a:pt x="399" y="806"/>
                      </a:lnTo>
                      <a:cubicBezTo>
                        <a:pt x="481" y="801"/>
                        <a:pt x="563" y="795"/>
                        <a:pt x="645" y="795"/>
                      </a:cubicBezTo>
                      <a:cubicBezTo>
                        <a:pt x="679" y="795"/>
                        <a:pt x="713" y="796"/>
                        <a:pt x="747" y="798"/>
                      </a:cubicBezTo>
                      <a:cubicBezTo>
                        <a:pt x="852" y="813"/>
                        <a:pt x="949" y="875"/>
                        <a:pt x="1053" y="875"/>
                      </a:cubicBezTo>
                      <a:cubicBezTo>
                        <a:pt x="1064" y="875"/>
                        <a:pt x="1075" y="874"/>
                        <a:pt x="1087" y="873"/>
                      </a:cubicBezTo>
                      <a:cubicBezTo>
                        <a:pt x="1145" y="864"/>
                        <a:pt x="1186" y="831"/>
                        <a:pt x="1195" y="773"/>
                      </a:cubicBezTo>
                      <a:cubicBezTo>
                        <a:pt x="1195" y="773"/>
                        <a:pt x="1203" y="773"/>
                        <a:pt x="1203" y="782"/>
                      </a:cubicBezTo>
                      <a:cubicBezTo>
                        <a:pt x="1215" y="786"/>
                        <a:pt x="1227" y="788"/>
                        <a:pt x="1238" y="788"/>
                      </a:cubicBezTo>
                      <a:cubicBezTo>
                        <a:pt x="1334" y="788"/>
                        <a:pt x="1392" y="642"/>
                        <a:pt x="1311" y="583"/>
                      </a:cubicBezTo>
                      <a:cubicBezTo>
                        <a:pt x="1335" y="533"/>
                        <a:pt x="1344" y="475"/>
                        <a:pt x="1294" y="434"/>
                      </a:cubicBezTo>
                      <a:cubicBezTo>
                        <a:pt x="1277" y="417"/>
                        <a:pt x="1253" y="400"/>
                        <a:pt x="1228" y="392"/>
                      </a:cubicBezTo>
                      <a:cubicBezTo>
                        <a:pt x="1219" y="376"/>
                        <a:pt x="1211" y="367"/>
                        <a:pt x="1195" y="359"/>
                      </a:cubicBezTo>
                      <a:lnTo>
                        <a:pt x="1195" y="359"/>
                      </a:lnTo>
                      <a:cubicBezTo>
                        <a:pt x="1248" y="366"/>
                        <a:pt x="1296" y="388"/>
                        <a:pt x="1347" y="388"/>
                      </a:cubicBezTo>
                      <a:cubicBezTo>
                        <a:pt x="1360" y="388"/>
                        <a:pt x="1372" y="387"/>
                        <a:pt x="1385" y="384"/>
                      </a:cubicBezTo>
                      <a:cubicBezTo>
                        <a:pt x="1451" y="376"/>
                        <a:pt x="1468" y="284"/>
                        <a:pt x="1427" y="235"/>
                      </a:cubicBezTo>
                      <a:cubicBezTo>
                        <a:pt x="1377" y="185"/>
                        <a:pt x="1302" y="177"/>
                        <a:pt x="1236" y="160"/>
                      </a:cubicBezTo>
                      <a:cubicBezTo>
                        <a:pt x="1219" y="160"/>
                        <a:pt x="1195" y="152"/>
                        <a:pt x="1178" y="152"/>
                      </a:cubicBezTo>
                      <a:lnTo>
                        <a:pt x="1294" y="152"/>
                      </a:lnTo>
                      <a:cubicBezTo>
                        <a:pt x="1360" y="152"/>
                        <a:pt x="1427" y="160"/>
                        <a:pt x="1493" y="168"/>
                      </a:cubicBezTo>
                      <a:cubicBezTo>
                        <a:pt x="1539" y="174"/>
                        <a:pt x="1584" y="184"/>
                        <a:pt x="1627" y="184"/>
                      </a:cubicBezTo>
                      <a:cubicBezTo>
                        <a:pt x="1647" y="184"/>
                        <a:pt x="1665" y="182"/>
                        <a:pt x="1683" y="177"/>
                      </a:cubicBezTo>
                      <a:cubicBezTo>
                        <a:pt x="1717" y="160"/>
                        <a:pt x="1733" y="119"/>
                        <a:pt x="1708" y="94"/>
                      </a:cubicBezTo>
                      <a:lnTo>
                        <a:pt x="1708" y="86"/>
                      </a:lnTo>
                      <a:cubicBezTo>
                        <a:pt x="1659" y="44"/>
                        <a:pt x="1592" y="36"/>
                        <a:pt x="1526" y="28"/>
                      </a:cubicBezTo>
                      <a:cubicBezTo>
                        <a:pt x="1451" y="11"/>
                        <a:pt x="1377" y="11"/>
                        <a:pt x="1302" y="3"/>
                      </a:cubicBezTo>
                      <a:cubicBezTo>
                        <a:pt x="1275" y="1"/>
                        <a:pt x="1248" y="0"/>
                        <a:pt x="1221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" name="Google Shape;1323;p1"/>
                <p:cNvSpPr/>
                <p:nvPr/>
              </p:nvSpPr>
              <p:spPr>
                <a:xfrm>
                  <a:off x="2787775" y="3882250"/>
                  <a:ext cx="55075" cy="122025"/>
                </a:xfrm>
                <a:custGeom>
                  <a:rect b="b" l="l" r="r" t="t"/>
                  <a:pathLst>
                    <a:path extrusionOk="0" h="4881" w="2203">
                      <a:moveTo>
                        <a:pt x="62" y="0"/>
                      </a:moveTo>
                      <a:cubicBezTo>
                        <a:pt x="30" y="0"/>
                        <a:pt x="0" y="21"/>
                        <a:pt x="0" y="65"/>
                      </a:cubicBezTo>
                      <a:cubicBezTo>
                        <a:pt x="17" y="255"/>
                        <a:pt x="50" y="446"/>
                        <a:pt x="100" y="628"/>
                      </a:cubicBezTo>
                      <a:cubicBezTo>
                        <a:pt x="75" y="645"/>
                        <a:pt x="66" y="678"/>
                        <a:pt x="66" y="711"/>
                      </a:cubicBezTo>
                      <a:cubicBezTo>
                        <a:pt x="83" y="926"/>
                        <a:pt x="141" y="1125"/>
                        <a:pt x="207" y="1324"/>
                      </a:cubicBezTo>
                      <a:cubicBezTo>
                        <a:pt x="240" y="1423"/>
                        <a:pt x="274" y="1515"/>
                        <a:pt x="298" y="1614"/>
                      </a:cubicBezTo>
                      <a:cubicBezTo>
                        <a:pt x="323" y="1722"/>
                        <a:pt x="340" y="1829"/>
                        <a:pt x="365" y="1937"/>
                      </a:cubicBezTo>
                      <a:cubicBezTo>
                        <a:pt x="414" y="2136"/>
                        <a:pt x="530" y="2318"/>
                        <a:pt x="622" y="2500"/>
                      </a:cubicBezTo>
                      <a:cubicBezTo>
                        <a:pt x="655" y="2691"/>
                        <a:pt x="688" y="2882"/>
                        <a:pt x="721" y="3064"/>
                      </a:cubicBezTo>
                      <a:cubicBezTo>
                        <a:pt x="754" y="3205"/>
                        <a:pt x="787" y="3337"/>
                        <a:pt x="820" y="3478"/>
                      </a:cubicBezTo>
                      <a:cubicBezTo>
                        <a:pt x="854" y="3619"/>
                        <a:pt x="862" y="3752"/>
                        <a:pt x="862" y="3901"/>
                      </a:cubicBezTo>
                      <a:cubicBezTo>
                        <a:pt x="862" y="4207"/>
                        <a:pt x="887" y="4514"/>
                        <a:pt x="970" y="4812"/>
                      </a:cubicBezTo>
                      <a:cubicBezTo>
                        <a:pt x="982" y="4858"/>
                        <a:pt x="1021" y="4880"/>
                        <a:pt x="1061" y="4880"/>
                      </a:cubicBezTo>
                      <a:cubicBezTo>
                        <a:pt x="1100" y="4880"/>
                        <a:pt x="1139" y="4858"/>
                        <a:pt x="1152" y="4812"/>
                      </a:cubicBezTo>
                      <a:cubicBezTo>
                        <a:pt x="1202" y="4638"/>
                        <a:pt x="1260" y="4464"/>
                        <a:pt x="1309" y="4282"/>
                      </a:cubicBezTo>
                      <a:cubicBezTo>
                        <a:pt x="1367" y="4116"/>
                        <a:pt x="1400" y="3942"/>
                        <a:pt x="1516" y="3801"/>
                      </a:cubicBezTo>
                      <a:cubicBezTo>
                        <a:pt x="1624" y="3660"/>
                        <a:pt x="1757" y="3536"/>
                        <a:pt x="1873" y="3404"/>
                      </a:cubicBezTo>
                      <a:cubicBezTo>
                        <a:pt x="1989" y="3279"/>
                        <a:pt x="2105" y="3155"/>
                        <a:pt x="2179" y="2998"/>
                      </a:cubicBezTo>
                      <a:cubicBezTo>
                        <a:pt x="2203" y="2942"/>
                        <a:pt x="2181" y="2864"/>
                        <a:pt x="2115" y="2864"/>
                      </a:cubicBezTo>
                      <a:cubicBezTo>
                        <a:pt x="2112" y="2864"/>
                        <a:pt x="2108" y="2865"/>
                        <a:pt x="2105" y="2865"/>
                      </a:cubicBezTo>
                      <a:lnTo>
                        <a:pt x="2105" y="2857"/>
                      </a:lnTo>
                      <a:cubicBezTo>
                        <a:pt x="1980" y="2865"/>
                        <a:pt x="1856" y="2898"/>
                        <a:pt x="1740" y="2931"/>
                      </a:cubicBezTo>
                      <a:cubicBezTo>
                        <a:pt x="1707" y="2940"/>
                        <a:pt x="1674" y="2948"/>
                        <a:pt x="1641" y="2956"/>
                      </a:cubicBezTo>
                      <a:cubicBezTo>
                        <a:pt x="1533" y="2931"/>
                        <a:pt x="1425" y="2890"/>
                        <a:pt x="1326" y="2815"/>
                      </a:cubicBezTo>
                      <a:cubicBezTo>
                        <a:pt x="1284" y="2782"/>
                        <a:pt x="1243" y="2741"/>
                        <a:pt x="1202" y="2699"/>
                      </a:cubicBezTo>
                      <a:cubicBezTo>
                        <a:pt x="1193" y="2683"/>
                        <a:pt x="1177" y="2666"/>
                        <a:pt x="1168" y="2650"/>
                      </a:cubicBezTo>
                      <a:cubicBezTo>
                        <a:pt x="1094" y="2542"/>
                        <a:pt x="1028" y="2426"/>
                        <a:pt x="961" y="2310"/>
                      </a:cubicBezTo>
                      <a:cubicBezTo>
                        <a:pt x="920" y="2235"/>
                        <a:pt x="878" y="2152"/>
                        <a:pt x="837" y="2078"/>
                      </a:cubicBezTo>
                      <a:cubicBezTo>
                        <a:pt x="771" y="1929"/>
                        <a:pt x="721" y="1771"/>
                        <a:pt x="671" y="1614"/>
                      </a:cubicBezTo>
                      <a:cubicBezTo>
                        <a:pt x="663" y="1564"/>
                        <a:pt x="646" y="1515"/>
                        <a:pt x="630" y="1465"/>
                      </a:cubicBezTo>
                      <a:cubicBezTo>
                        <a:pt x="605" y="1365"/>
                        <a:pt x="572" y="1266"/>
                        <a:pt x="539" y="1167"/>
                      </a:cubicBezTo>
                      <a:cubicBezTo>
                        <a:pt x="506" y="1067"/>
                        <a:pt x="472" y="959"/>
                        <a:pt x="439" y="860"/>
                      </a:cubicBezTo>
                      <a:cubicBezTo>
                        <a:pt x="348" y="578"/>
                        <a:pt x="240" y="313"/>
                        <a:pt x="133" y="48"/>
                      </a:cubicBezTo>
                      <a:cubicBezTo>
                        <a:pt x="121" y="17"/>
                        <a:pt x="91" y="0"/>
                        <a:pt x="62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4" name="Google Shape;1324;p1"/>
                <p:cNvSpPr/>
                <p:nvPr/>
              </p:nvSpPr>
              <p:spPr>
                <a:xfrm>
                  <a:off x="2905625" y="3837325"/>
                  <a:ext cx="48925" cy="116825"/>
                </a:xfrm>
                <a:custGeom>
                  <a:rect b="b" l="l" r="r" t="t"/>
                  <a:pathLst>
                    <a:path extrusionOk="0" h="4673" w="1957">
                      <a:moveTo>
                        <a:pt x="1804" y="1"/>
                      </a:moveTo>
                      <a:cubicBezTo>
                        <a:pt x="1794" y="1"/>
                        <a:pt x="1784" y="2"/>
                        <a:pt x="1774" y="6"/>
                      </a:cubicBezTo>
                      <a:cubicBezTo>
                        <a:pt x="1658" y="47"/>
                        <a:pt x="1550" y="105"/>
                        <a:pt x="1442" y="163"/>
                      </a:cubicBezTo>
                      <a:cubicBezTo>
                        <a:pt x="1243" y="387"/>
                        <a:pt x="1045" y="610"/>
                        <a:pt x="871" y="859"/>
                      </a:cubicBezTo>
                      <a:cubicBezTo>
                        <a:pt x="871" y="859"/>
                        <a:pt x="862" y="867"/>
                        <a:pt x="862" y="867"/>
                      </a:cubicBezTo>
                      <a:cubicBezTo>
                        <a:pt x="771" y="1058"/>
                        <a:pt x="688" y="1240"/>
                        <a:pt x="589" y="1422"/>
                      </a:cubicBezTo>
                      <a:cubicBezTo>
                        <a:pt x="539" y="1563"/>
                        <a:pt x="489" y="1712"/>
                        <a:pt x="440" y="1853"/>
                      </a:cubicBezTo>
                      <a:cubicBezTo>
                        <a:pt x="299" y="2276"/>
                        <a:pt x="175" y="2707"/>
                        <a:pt x="83" y="3146"/>
                      </a:cubicBezTo>
                      <a:cubicBezTo>
                        <a:pt x="42" y="3361"/>
                        <a:pt x="1" y="3585"/>
                        <a:pt x="9" y="3800"/>
                      </a:cubicBezTo>
                      <a:cubicBezTo>
                        <a:pt x="17" y="3991"/>
                        <a:pt x="59" y="4215"/>
                        <a:pt x="224" y="4322"/>
                      </a:cubicBezTo>
                      <a:cubicBezTo>
                        <a:pt x="315" y="4380"/>
                        <a:pt x="431" y="4397"/>
                        <a:pt x="539" y="4422"/>
                      </a:cubicBezTo>
                      <a:cubicBezTo>
                        <a:pt x="663" y="4455"/>
                        <a:pt x="788" y="4480"/>
                        <a:pt x="912" y="4505"/>
                      </a:cubicBezTo>
                      <a:cubicBezTo>
                        <a:pt x="1177" y="4563"/>
                        <a:pt x="1442" y="4612"/>
                        <a:pt x="1707" y="4670"/>
                      </a:cubicBezTo>
                      <a:cubicBezTo>
                        <a:pt x="1715" y="4672"/>
                        <a:pt x="1722" y="4673"/>
                        <a:pt x="1729" y="4673"/>
                      </a:cubicBezTo>
                      <a:cubicBezTo>
                        <a:pt x="1818" y="4673"/>
                        <a:pt x="1882" y="4534"/>
                        <a:pt x="1782" y="4488"/>
                      </a:cubicBezTo>
                      <a:cubicBezTo>
                        <a:pt x="1475" y="4347"/>
                        <a:pt x="1169" y="4198"/>
                        <a:pt x="937" y="3949"/>
                      </a:cubicBezTo>
                      <a:cubicBezTo>
                        <a:pt x="705" y="3701"/>
                        <a:pt x="639" y="3378"/>
                        <a:pt x="630" y="3046"/>
                      </a:cubicBezTo>
                      <a:cubicBezTo>
                        <a:pt x="614" y="2342"/>
                        <a:pt x="879" y="1663"/>
                        <a:pt x="1194" y="1050"/>
                      </a:cubicBezTo>
                      <a:cubicBezTo>
                        <a:pt x="1260" y="917"/>
                        <a:pt x="1335" y="784"/>
                        <a:pt x="1426" y="652"/>
                      </a:cubicBezTo>
                      <a:cubicBezTo>
                        <a:pt x="1567" y="486"/>
                        <a:pt x="1724" y="337"/>
                        <a:pt x="1881" y="196"/>
                      </a:cubicBezTo>
                      <a:cubicBezTo>
                        <a:pt x="1956" y="129"/>
                        <a:pt x="1896" y="1"/>
                        <a:pt x="1804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5" name="Google Shape;1325;p1"/>
                <p:cNvSpPr/>
                <p:nvPr/>
              </p:nvSpPr>
              <p:spPr>
                <a:xfrm>
                  <a:off x="2892150" y="4434400"/>
                  <a:ext cx="7700" cy="44800"/>
                </a:xfrm>
                <a:custGeom>
                  <a:rect b="b" l="l" r="r" t="t"/>
                  <a:pathLst>
                    <a:path extrusionOk="0" h="1792" w="308">
                      <a:moveTo>
                        <a:pt x="108" y="0"/>
                      </a:moveTo>
                      <a:cubicBezTo>
                        <a:pt x="92" y="0"/>
                        <a:pt x="76" y="8"/>
                        <a:pt x="67" y="26"/>
                      </a:cubicBezTo>
                      <a:cubicBezTo>
                        <a:pt x="1" y="142"/>
                        <a:pt x="34" y="300"/>
                        <a:pt x="51" y="424"/>
                      </a:cubicBezTo>
                      <a:cubicBezTo>
                        <a:pt x="67" y="573"/>
                        <a:pt x="76" y="714"/>
                        <a:pt x="84" y="863"/>
                      </a:cubicBezTo>
                      <a:cubicBezTo>
                        <a:pt x="92" y="1012"/>
                        <a:pt x="84" y="1153"/>
                        <a:pt x="84" y="1302"/>
                      </a:cubicBezTo>
                      <a:cubicBezTo>
                        <a:pt x="84" y="1368"/>
                        <a:pt x="84" y="1435"/>
                        <a:pt x="84" y="1501"/>
                      </a:cubicBezTo>
                      <a:cubicBezTo>
                        <a:pt x="84" y="1584"/>
                        <a:pt x="92" y="1658"/>
                        <a:pt x="84" y="1733"/>
                      </a:cubicBezTo>
                      <a:cubicBezTo>
                        <a:pt x="84" y="1770"/>
                        <a:pt x="115" y="1792"/>
                        <a:pt x="146" y="1792"/>
                      </a:cubicBezTo>
                      <a:cubicBezTo>
                        <a:pt x="169" y="1792"/>
                        <a:pt x="193" y="1779"/>
                        <a:pt x="200" y="1750"/>
                      </a:cubicBezTo>
                      <a:cubicBezTo>
                        <a:pt x="208" y="1675"/>
                        <a:pt x="241" y="1600"/>
                        <a:pt x="258" y="1526"/>
                      </a:cubicBezTo>
                      <a:cubicBezTo>
                        <a:pt x="274" y="1451"/>
                        <a:pt x="283" y="1377"/>
                        <a:pt x="291" y="1302"/>
                      </a:cubicBezTo>
                      <a:cubicBezTo>
                        <a:pt x="299" y="1153"/>
                        <a:pt x="308" y="1012"/>
                        <a:pt x="308" y="863"/>
                      </a:cubicBezTo>
                      <a:cubicBezTo>
                        <a:pt x="299" y="714"/>
                        <a:pt x="299" y="573"/>
                        <a:pt x="283" y="424"/>
                      </a:cubicBezTo>
                      <a:cubicBezTo>
                        <a:pt x="266" y="291"/>
                        <a:pt x="258" y="109"/>
                        <a:pt x="142" y="18"/>
                      </a:cubicBezTo>
                      <a:cubicBezTo>
                        <a:pt x="134" y="6"/>
                        <a:pt x="121" y="0"/>
                        <a:pt x="10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6" name="Google Shape;1326;p1"/>
                <p:cNvSpPr/>
                <p:nvPr/>
              </p:nvSpPr>
              <p:spPr>
                <a:xfrm>
                  <a:off x="2891125" y="4414950"/>
                  <a:ext cx="5200" cy="12700"/>
                </a:xfrm>
                <a:custGeom>
                  <a:rect b="b" l="l" r="r" t="t"/>
                  <a:pathLst>
                    <a:path extrusionOk="0" h="508" w="208">
                      <a:moveTo>
                        <a:pt x="175" y="1"/>
                      </a:moveTo>
                      <a:cubicBezTo>
                        <a:pt x="166" y="1"/>
                        <a:pt x="150" y="9"/>
                        <a:pt x="150" y="25"/>
                      </a:cubicBezTo>
                      <a:cubicBezTo>
                        <a:pt x="133" y="67"/>
                        <a:pt x="125" y="100"/>
                        <a:pt x="117" y="141"/>
                      </a:cubicBezTo>
                      <a:cubicBezTo>
                        <a:pt x="108" y="133"/>
                        <a:pt x="92" y="117"/>
                        <a:pt x="75" y="117"/>
                      </a:cubicBezTo>
                      <a:cubicBezTo>
                        <a:pt x="50" y="117"/>
                        <a:pt x="34" y="133"/>
                        <a:pt x="25" y="150"/>
                      </a:cubicBezTo>
                      <a:cubicBezTo>
                        <a:pt x="17" y="158"/>
                        <a:pt x="17" y="175"/>
                        <a:pt x="17" y="191"/>
                      </a:cubicBezTo>
                      <a:cubicBezTo>
                        <a:pt x="9" y="208"/>
                        <a:pt x="9" y="216"/>
                        <a:pt x="9" y="233"/>
                      </a:cubicBezTo>
                      <a:cubicBezTo>
                        <a:pt x="1" y="249"/>
                        <a:pt x="1" y="266"/>
                        <a:pt x="1" y="282"/>
                      </a:cubicBezTo>
                      <a:cubicBezTo>
                        <a:pt x="1" y="340"/>
                        <a:pt x="9" y="390"/>
                        <a:pt x="9" y="440"/>
                      </a:cubicBezTo>
                      <a:cubicBezTo>
                        <a:pt x="9" y="477"/>
                        <a:pt x="29" y="507"/>
                        <a:pt x="63" y="507"/>
                      </a:cubicBezTo>
                      <a:cubicBezTo>
                        <a:pt x="67" y="507"/>
                        <a:pt x="71" y="507"/>
                        <a:pt x="75" y="506"/>
                      </a:cubicBezTo>
                      <a:cubicBezTo>
                        <a:pt x="108" y="506"/>
                        <a:pt x="133" y="481"/>
                        <a:pt x="133" y="440"/>
                      </a:cubicBezTo>
                      <a:lnTo>
                        <a:pt x="141" y="282"/>
                      </a:lnTo>
                      <a:lnTo>
                        <a:pt x="141" y="241"/>
                      </a:lnTo>
                      <a:cubicBezTo>
                        <a:pt x="141" y="241"/>
                        <a:pt x="141" y="249"/>
                        <a:pt x="150" y="249"/>
                      </a:cubicBezTo>
                      <a:cubicBezTo>
                        <a:pt x="175" y="249"/>
                        <a:pt x="199" y="224"/>
                        <a:pt x="208" y="199"/>
                      </a:cubicBezTo>
                      <a:cubicBezTo>
                        <a:pt x="208" y="141"/>
                        <a:pt x="208" y="92"/>
                        <a:pt x="208" y="34"/>
                      </a:cubicBezTo>
                      <a:lnTo>
                        <a:pt x="199" y="34"/>
                      </a:lnTo>
                      <a:cubicBezTo>
                        <a:pt x="199" y="17"/>
                        <a:pt x="191" y="9"/>
                        <a:pt x="17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7" name="Google Shape;1327;p1"/>
                <p:cNvSpPr/>
                <p:nvPr/>
              </p:nvSpPr>
              <p:spPr>
                <a:xfrm>
                  <a:off x="2627825" y="4696950"/>
                  <a:ext cx="128675" cy="66150"/>
                </a:xfrm>
                <a:custGeom>
                  <a:rect b="b" l="l" r="r" t="t"/>
                  <a:pathLst>
                    <a:path extrusionOk="0" h="2646" w="5147">
                      <a:moveTo>
                        <a:pt x="1081" y="1388"/>
                      </a:moveTo>
                      <a:cubicBezTo>
                        <a:pt x="1620" y="1686"/>
                        <a:pt x="2199" y="1905"/>
                        <a:pt x="2794" y="2044"/>
                      </a:cubicBezTo>
                      <a:cubicBezTo>
                        <a:pt x="2578" y="2027"/>
                        <a:pt x="2371" y="2002"/>
                        <a:pt x="2164" y="1944"/>
                      </a:cubicBezTo>
                      <a:cubicBezTo>
                        <a:pt x="1932" y="1886"/>
                        <a:pt x="1717" y="1795"/>
                        <a:pt x="1518" y="1687"/>
                      </a:cubicBezTo>
                      <a:cubicBezTo>
                        <a:pt x="1460" y="1654"/>
                        <a:pt x="1410" y="1621"/>
                        <a:pt x="1361" y="1588"/>
                      </a:cubicBezTo>
                      <a:cubicBezTo>
                        <a:pt x="1352" y="1571"/>
                        <a:pt x="1336" y="1571"/>
                        <a:pt x="1319" y="1563"/>
                      </a:cubicBezTo>
                      <a:cubicBezTo>
                        <a:pt x="1235" y="1509"/>
                        <a:pt x="1158" y="1449"/>
                        <a:pt x="1081" y="1388"/>
                      </a:cubicBezTo>
                      <a:close/>
                      <a:moveTo>
                        <a:pt x="64" y="0"/>
                      </a:moveTo>
                      <a:cubicBezTo>
                        <a:pt x="32" y="0"/>
                        <a:pt x="0" y="27"/>
                        <a:pt x="10" y="72"/>
                      </a:cubicBezTo>
                      <a:cubicBezTo>
                        <a:pt x="43" y="254"/>
                        <a:pt x="101" y="428"/>
                        <a:pt x="167" y="594"/>
                      </a:cubicBezTo>
                      <a:cubicBezTo>
                        <a:pt x="134" y="627"/>
                        <a:pt x="118" y="693"/>
                        <a:pt x="151" y="734"/>
                      </a:cubicBezTo>
                      <a:cubicBezTo>
                        <a:pt x="225" y="834"/>
                        <a:pt x="308" y="942"/>
                        <a:pt x="391" y="1041"/>
                      </a:cubicBezTo>
                      <a:cubicBezTo>
                        <a:pt x="557" y="1306"/>
                        <a:pt x="781" y="1538"/>
                        <a:pt x="1021" y="1737"/>
                      </a:cubicBezTo>
                      <a:cubicBezTo>
                        <a:pt x="1046" y="1762"/>
                        <a:pt x="1079" y="1778"/>
                        <a:pt x="1104" y="1803"/>
                      </a:cubicBezTo>
                      <a:cubicBezTo>
                        <a:pt x="1029" y="1836"/>
                        <a:pt x="1004" y="1961"/>
                        <a:pt x="1095" y="2019"/>
                      </a:cubicBezTo>
                      <a:cubicBezTo>
                        <a:pt x="1736" y="2428"/>
                        <a:pt x="2495" y="2646"/>
                        <a:pt x="3251" y="2646"/>
                      </a:cubicBezTo>
                      <a:cubicBezTo>
                        <a:pt x="3414" y="2646"/>
                        <a:pt x="3577" y="2636"/>
                        <a:pt x="3738" y="2615"/>
                      </a:cubicBezTo>
                      <a:cubicBezTo>
                        <a:pt x="4004" y="2582"/>
                        <a:pt x="4260" y="2532"/>
                        <a:pt x="4509" y="2450"/>
                      </a:cubicBezTo>
                      <a:cubicBezTo>
                        <a:pt x="4509" y="2450"/>
                        <a:pt x="4517" y="2441"/>
                        <a:pt x="4517" y="2441"/>
                      </a:cubicBezTo>
                      <a:cubicBezTo>
                        <a:pt x="4550" y="2450"/>
                        <a:pt x="4584" y="2450"/>
                        <a:pt x="4625" y="2458"/>
                      </a:cubicBezTo>
                      <a:cubicBezTo>
                        <a:pt x="4658" y="2458"/>
                        <a:pt x="4691" y="2468"/>
                        <a:pt x="4724" y="2468"/>
                      </a:cubicBezTo>
                      <a:cubicBezTo>
                        <a:pt x="4733" y="2468"/>
                        <a:pt x="4741" y="2468"/>
                        <a:pt x="4749" y="2466"/>
                      </a:cubicBezTo>
                      <a:cubicBezTo>
                        <a:pt x="4782" y="2466"/>
                        <a:pt x="4824" y="2483"/>
                        <a:pt x="4865" y="2491"/>
                      </a:cubicBezTo>
                      <a:cubicBezTo>
                        <a:pt x="4907" y="2491"/>
                        <a:pt x="4915" y="2425"/>
                        <a:pt x="4882" y="2408"/>
                      </a:cubicBezTo>
                      <a:cubicBezTo>
                        <a:pt x="4849" y="2383"/>
                        <a:pt x="4807" y="2375"/>
                        <a:pt x="4766" y="2358"/>
                      </a:cubicBezTo>
                      <a:cubicBezTo>
                        <a:pt x="4724" y="2334"/>
                        <a:pt x="4675" y="2334"/>
                        <a:pt x="4633" y="2325"/>
                      </a:cubicBezTo>
                      <a:lnTo>
                        <a:pt x="4592" y="2325"/>
                      </a:lnTo>
                      <a:cubicBezTo>
                        <a:pt x="4592" y="2300"/>
                        <a:pt x="4575" y="2276"/>
                        <a:pt x="4559" y="2251"/>
                      </a:cubicBezTo>
                      <a:cubicBezTo>
                        <a:pt x="4666" y="2226"/>
                        <a:pt x="4774" y="2193"/>
                        <a:pt x="4890" y="2151"/>
                      </a:cubicBezTo>
                      <a:cubicBezTo>
                        <a:pt x="4923" y="2151"/>
                        <a:pt x="4965" y="2143"/>
                        <a:pt x="5006" y="2135"/>
                      </a:cubicBezTo>
                      <a:lnTo>
                        <a:pt x="5039" y="2135"/>
                      </a:lnTo>
                      <a:cubicBezTo>
                        <a:pt x="5139" y="2118"/>
                        <a:pt x="5147" y="1994"/>
                        <a:pt x="5089" y="1936"/>
                      </a:cubicBezTo>
                      <a:cubicBezTo>
                        <a:pt x="5067" y="1900"/>
                        <a:pt x="5033" y="1876"/>
                        <a:pt x="4981" y="1876"/>
                      </a:cubicBezTo>
                      <a:cubicBezTo>
                        <a:pt x="4973" y="1876"/>
                        <a:pt x="4965" y="1877"/>
                        <a:pt x="4956" y="1878"/>
                      </a:cubicBezTo>
                      <a:cubicBezTo>
                        <a:pt x="4874" y="1894"/>
                        <a:pt x="4791" y="1911"/>
                        <a:pt x="4700" y="1919"/>
                      </a:cubicBezTo>
                      <a:cubicBezTo>
                        <a:pt x="4575" y="1936"/>
                        <a:pt x="4443" y="1944"/>
                        <a:pt x="4318" y="1961"/>
                      </a:cubicBezTo>
                      <a:cubicBezTo>
                        <a:pt x="4273" y="1962"/>
                        <a:pt x="4227" y="1962"/>
                        <a:pt x="4181" y="1962"/>
                      </a:cubicBezTo>
                      <a:cubicBezTo>
                        <a:pt x="3158" y="1962"/>
                        <a:pt x="2141" y="1698"/>
                        <a:pt x="1245" y="1207"/>
                      </a:cubicBezTo>
                      <a:cubicBezTo>
                        <a:pt x="938" y="1041"/>
                        <a:pt x="648" y="842"/>
                        <a:pt x="383" y="618"/>
                      </a:cubicBezTo>
                      <a:cubicBezTo>
                        <a:pt x="358" y="594"/>
                        <a:pt x="341" y="560"/>
                        <a:pt x="325" y="527"/>
                      </a:cubicBezTo>
                      <a:cubicBezTo>
                        <a:pt x="242" y="370"/>
                        <a:pt x="167" y="212"/>
                        <a:pt x="118" y="38"/>
                      </a:cubicBezTo>
                      <a:cubicBezTo>
                        <a:pt x="108" y="12"/>
                        <a:pt x="86" y="0"/>
                        <a:pt x="64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8" name="Google Shape;1328;p1"/>
                <p:cNvSpPr/>
                <p:nvPr/>
              </p:nvSpPr>
              <p:spPr>
                <a:xfrm>
                  <a:off x="2726875" y="4767850"/>
                  <a:ext cx="21350" cy="7200"/>
                </a:xfrm>
                <a:custGeom>
                  <a:rect b="b" l="l" r="r" t="t"/>
                  <a:pathLst>
                    <a:path extrusionOk="0" h="288" w="854">
                      <a:moveTo>
                        <a:pt x="83" y="1"/>
                      </a:moveTo>
                      <a:cubicBezTo>
                        <a:pt x="54" y="1"/>
                        <a:pt x="24" y="18"/>
                        <a:pt x="17" y="53"/>
                      </a:cubicBezTo>
                      <a:cubicBezTo>
                        <a:pt x="0" y="94"/>
                        <a:pt x="25" y="127"/>
                        <a:pt x="66" y="136"/>
                      </a:cubicBezTo>
                      <a:cubicBezTo>
                        <a:pt x="207" y="185"/>
                        <a:pt x="348" y="235"/>
                        <a:pt x="489" y="268"/>
                      </a:cubicBezTo>
                      <a:cubicBezTo>
                        <a:pt x="538" y="280"/>
                        <a:pt x="586" y="288"/>
                        <a:pt x="635" y="288"/>
                      </a:cubicBezTo>
                      <a:cubicBezTo>
                        <a:pt x="652" y="288"/>
                        <a:pt x="670" y="287"/>
                        <a:pt x="688" y="285"/>
                      </a:cubicBezTo>
                      <a:cubicBezTo>
                        <a:pt x="762" y="276"/>
                        <a:pt x="854" y="227"/>
                        <a:pt x="854" y="144"/>
                      </a:cubicBezTo>
                      <a:cubicBezTo>
                        <a:pt x="854" y="119"/>
                        <a:pt x="837" y="94"/>
                        <a:pt x="812" y="86"/>
                      </a:cubicBezTo>
                      <a:cubicBezTo>
                        <a:pt x="801" y="83"/>
                        <a:pt x="790" y="82"/>
                        <a:pt x="779" y="82"/>
                      </a:cubicBezTo>
                      <a:cubicBezTo>
                        <a:pt x="757" y="82"/>
                        <a:pt x="735" y="86"/>
                        <a:pt x="713" y="86"/>
                      </a:cubicBezTo>
                      <a:lnTo>
                        <a:pt x="696" y="86"/>
                      </a:lnTo>
                      <a:cubicBezTo>
                        <a:pt x="688" y="94"/>
                        <a:pt x="671" y="94"/>
                        <a:pt x="655" y="94"/>
                      </a:cubicBezTo>
                      <a:cubicBezTo>
                        <a:pt x="597" y="94"/>
                        <a:pt x="564" y="86"/>
                        <a:pt x="506" y="69"/>
                      </a:cubicBezTo>
                      <a:cubicBezTo>
                        <a:pt x="373" y="44"/>
                        <a:pt x="240" y="20"/>
                        <a:pt x="100" y="3"/>
                      </a:cubicBezTo>
                      <a:cubicBezTo>
                        <a:pt x="94" y="2"/>
                        <a:pt x="88" y="1"/>
                        <a:pt x="8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9" name="Google Shape;1329;p1"/>
                <p:cNvSpPr/>
                <p:nvPr/>
              </p:nvSpPr>
              <p:spPr>
                <a:xfrm>
                  <a:off x="2627450" y="4573375"/>
                  <a:ext cx="13275" cy="50850"/>
                </a:xfrm>
                <a:custGeom>
                  <a:rect b="b" l="l" r="r" t="t"/>
                  <a:pathLst>
                    <a:path extrusionOk="0" h="2034" w="531">
                      <a:moveTo>
                        <a:pt x="418" y="1"/>
                      </a:moveTo>
                      <a:cubicBezTo>
                        <a:pt x="403" y="1"/>
                        <a:pt x="388" y="4"/>
                        <a:pt x="373" y="10"/>
                      </a:cubicBezTo>
                      <a:cubicBezTo>
                        <a:pt x="298" y="52"/>
                        <a:pt x="274" y="159"/>
                        <a:pt x="240" y="234"/>
                      </a:cubicBezTo>
                      <a:cubicBezTo>
                        <a:pt x="207" y="308"/>
                        <a:pt x="182" y="391"/>
                        <a:pt x="158" y="474"/>
                      </a:cubicBezTo>
                      <a:cubicBezTo>
                        <a:pt x="108" y="640"/>
                        <a:pt x="66" y="814"/>
                        <a:pt x="42" y="980"/>
                      </a:cubicBezTo>
                      <a:cubicBezTo>
                        <a:pt x="17" y="1154"/>
                        <a:pt x="0" y="1319"/>
                        <a:pt x="0" y="1493"/>
                      </a:cubicBezTo>
                      <a:cubicBezTo>
                        <a:pt x="8" y="1584"/>
                        <a:pt x="17" y="1676"/>
                        <a:pt x="25" y="1758"/>
                      </a:cubicBezTo>
                      <a:cubicBezTo>
                        <a:pt x="42" y="1841"/>
                        <a:pt x="50" y="1924"/>
                        <a:pt x="83" y="2007"/>
                      </a:cubicBezTo>
                      <a:cubicBezTo>
                        <a:pt x="94" y="2025"/>
                        <a:pt x="114" y="2034"/>
                        <a:pt x="134" y="2034"/>
                      </a:cubicBezTo>
                      <a:cubicBezTo>
                        <a:pt x="160" y="2034"/>
                        <a:pt x="186" y="2019"/>
                        <a:pt x="191" y="1990"/>
                      </a:cubicBezTo>
                      <a:cubicBezTo>
                        <a:pt x="207" y="1916"/>
                        <a:pt x="199" y="1833"/>
                        <a:pt x="199" y="1758"/>
                      </a:cubicBezTo>
                      <a:cubicBezTo>
                        <a:pt x="199" y="1676"/>
                        <a:pt x="199" y="1593"/>
                        <a:pt x="207" y="1502"/>
                      </a:cubicBezTo>
                      <a:cubicBezTo>
                        <a:pt x="216" y="1336"/>
                        <a:pt x="224" y="1170"/>
                        <a:pt x="249" y="1013"/>
                      </a:cubicBezTo>
                      <a:cubicBezTo>
                        <a:pt x="274" y="847"/>
                        <a:pt x="315" y="698"/>
                        <a:pt x="365" y="540"/>
                      </a:cubicBezTo>
                      <a:cubicBezTo>
                        <a:pt x="390" y="458"/>
                        <a:pt x="414" y="375"/>
                        <a:pt x="448" y="300"/>
                      </a:cubicBezTo>
                      <a:cubicBezTo>
                        <a:pt x="481" y="226"/>
                        <a:pt x="530" y="143"/>
                        <a:pt x="506" y="60"/>
                      </a:cubicBezTo>
                      <a:lnTo>
                        <a:pt x="506" y="60"/>
                      </a:lnTo>
                      <a:lnTo>
                        <a:pt x="506" y="68"/>
                      </a:lnTo>
                      <a:cubicBezTo>
                        <a:pt x="493" y="25"/>
                        <a:pt x="458" y="1"/>
                        <a:pt x="41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0" name="Google Shape;1330;p1"/>
                <p:cNvSpPr/>
                <p:nvPr/>
              </p:nvSpPr>
              <p:spPr>
                <a:xfrm>
                  <a:off x="2635725" y="4589400"/>
                  <a:ext cx="4800" cy="20025"/>
                </a:xfrm>
                <a:custGeom>
                  <a:rect b="b" l="l" r="r" t="t"/>
                  <a:pathLst>
                    <a:path extrusionOk="0" h="801" w="192">
                      <a:moveTo>
                        <a:pt x="145" y="0"/>
                      </a:moveTo>
                      <a:cubicBezTo>
                        <a:pt x="130" y="0"/>
                        <a:pt x="113" y="8"/>
                        <a:pt x="100" y="24"/>
                      </a:cubicBezTo>
                      <a:cubicBezTo>
                        <a:pt x="67" y="73"/>
                        <a:pt x="50" y="140"/>
                        <a:pt x="42" y="198"/>
                      </a:cubicBezTo>
                      <a:cubicBezTo>
                        <a:pt x="25" y="256"/>
                        <a:pt x="17" y="314"/>
                        <a:pt x="9" y="380"/>
                      </a:cubicBezTo>
                      <a:cubicBezTo>
                        <a:pt x="1" y="496"/>
                        <a:pt x="1" y="620"/>
                        <a:pt x="9" y="745"/>
                      </a:cubicBezTo>
                      <a:cubicBezTo>
                        <a:pt x="13" y="782"/>
                        <a:pt x="44" y="801"/>
                        <a:pt x="73" y="801"/>
                      </a:cubicBezTo>
                      <a:cubicBezTo>
                        <a:pt x="102" y="801"/>
                        <a:pt x="129" y="782"/>
                        <a:pt x="125" y="745"/>
                      </a:cubicBezTo>
                      <a:cubicBezTo>
                        <a:pt x="125" y="629"/>
                        <a:pt x="133" y="513"/>
                        <a:pt x="141" y="388"/>
                      </a:cubicBezTo>
                      <a:cubicBezTo>
                        <a:pt x="150" y="339"/>
                        <a:pt x="158" y="281"/>
                        <a:pt x="166" y="223"/>
                      </a:cubicBezTo>
                      <a:cubicBezTo>
                        <a:pt x="175" y="165"/>
                        <a:pt x="191" y="107"/>
                        <a:pt x="191" y="49"/>
                      </a:cubicBezTo>
                      <a:cubicBezTo>
                        <a:pt x="191" y="18"/>
                        <a:pt x="170" y="0"/>
                        <a:pt x="14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" name="Google Shape;1331;p1"/>
                <p:cNvSpPr/>
                <p:nvPr/>
              </p:nvSpPr>
              <p:spPr>
                <a:xfrm>
                  <a:off x="2636975" y="4558575"/>
                  <a:ext cx="6025" cy="8850"/>
                </a:xfrm>
                <a:custGeom>
                  <a:rect b="b" l="l" r="r" t="t"/>
                  <a:pathLst>
                    <a:path extrusionOk="0" h="354" w="241">
                      <a:moveTo>
                        <a:pt x="187" y="0"/>
                      </a:moveTo>
                      <a:cubicBezTo>
                        <a:pt x="177" y="0"/>
                        <a:pt x="167" y="4"/>
                        <a:pt x="158" y="14"/>
                      </a:cubicBezTo>
                      <a:cubicBezTo>
                        <a:pt x="141" y="22"/>
                        <a:pt x="133" y="30"/>
                        <a:pt x="125" y="47"/>
                      </a:cubicBezTo>
                      <a:cubicBezTo>
                        <a:pt x="116" y="55"/>
                        <a:pt x="116" y="64"/>
                        <a:pt x="108" y="72"/>
                      </a:cubicBezTo>
                      <a:cubicBezTo>
                        <a:pt x="100" y="97"/>
                        <a:pt x="83" y="113"/>
                        <a:pt x="75" y="138"/>
                      </a:cubicBezTo>
                      <a:lnTo>
                        <a:pt x="9" y="262"/>
                      </a:lnTo>
                      <a:cubicBezTo>
                        <a:pt x="0" y="287"/>
                        <a:pt x="0" y="329"/>
                        <a:pt x="33" y="345"/>
                      </a:cubicBezTo>
                      <a:cubicBezTo>
                        <a:pt x="45" y="351"/>
                        <a:pt x="58" y="354"/>
                        <a:pt x="70" y="354"/>
                      </a:cubicBezTo>
                      <a:cubicBezTo>
                        <a:pt x="93" y="354"/>
                        <a:pt x="114" y="345"/>
                        <a:pt x="125" y="329"/>
                      </a:cubicBezTo>
                      <a:cubicBezTo>
                        <a:pt x="141" y="279"/>
                        <a:pt x="166" y="238"/>
                        <a:pt x="183" y="196"/>
                      </a:cubicBezTo>
                      <a:cubicBezTo>
                        <a:pt x="199" y="180"/>
                        <a:pt x="207" y="155"/>
                        <a:pt x="216" y="138"/>
                      </a:cubicBezTo>
                      <a:cubicBezTo>
                        <a:pt x="216" y="122"/>
                        <a:pt x="224" y="113"/>
                        <a:pt x="224" y="105"/>
                      </a:cubicBezTo>
                      <a:cubicBezTo>
                        <a:pt x="232" y="88"/>
                        <a:pt x="232" y="80"/>
                        <a:pt x="241" y="64"/>
                      </a:cubicBezTo>
                      <a:lnTo>
                        <a:pt x="241" y="47"/>
                      </a:lnTo>
                      <a:cubicBezTo>
                        <a:pt x="241" y="30"/>
                        <a:pt x="224" y="14"/>
                        <a:pt x="207" y="6"/>
                      </a:cubicBezTo>
                      <a:cubicBezTo>
                        <a:pt x="201" y="2"/>
                        <a:pt x="194" y="0"/>
                        <a:pt x="18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" name="Google Shape;1332;p1"/>
                <p:cNvSpPr/>
                <p:nvPr/>
              </p:nvSpPr>
              <p:spPr>
                <a:xfrm>
                  <a:off x="2802075" y="4569200"/>
                  <a:ext cx="38750" cy="99650"/>
                </a:xfrm>
                <a:custGeom>
                  <a:rect b="b" l="l" r="r" t="t"/>
                  <a:pathLst>
                    <a:path extrusionOk="0" h="3986" w="1550">
                      <a:moveTo>
                        <a:pt x="809" y="0"/>
                      </a:moveTo>
                      <a:cubicBezTo>
                        <a:pt x="796" y="0"/>
                        <a:pt x="783" y="8"/>
                        <a:pt x="779" y="28"/>
                      </a:cubicBezTo>
                      <a:cubicBezTo>
                        <a:pt x="729" y="243"/>
                        <a:pt x="754" y="484"/>
                        <a:pt x="779" y="707"/>
                      </a:cubicBezTo>
                      <a:cubicBezTo>
                        <a:pt x="759" y="693"/>
                        <a:pt x="737" y="684"/>
                        <a:pt x="716" y="684"/>
                      </a:cubicBezTo>
                      <a:cubicBezTo>
                        <a:pt x="700" y="684"/>
                        <a:pt x="685" y="689"/>
                        <a:pt x="671" y="699"/>
                      </a:cubicBezTo>
                      <a:cubicBezTo>
                        <a:pt x="646" y="707"/>
                        <a:pt x="630" y="732"/>
                        <a:pt x="638" y="765"/>
                      </a:cubicBezTo>
                      <a:cubicBezTo>
                        <a:pt x="663" y="973"/>
                        <a:pt x="696" y="1171"/>
                        <a:pt x="737" y="1370"/>
                      </a:cubicBezTo>
                      <a:cubicBezTo>
                        <a:pt x="563" y="1055"/>
                        <a:pt x="348" y="765"/>
                        <a:pt x="124" y="492"/>
                      </a:cubicBezTo>
                      <a:cubicBezTo>
                        <a:pt x="111" y="477"/>
                        <a:pt x="96" y="471"/>
                        <a:pt x="81" y="471"/>
                      </a:cubicBezTo>
                      <a:cubicBezTo>
                        <a:pt x="39" y="471"/>
                        <a:pt x="0" y="521"/>
                        <a:pt x="25" y="558"/>
                      </a:cubicBezTo>
                      <a:cubicBezTo>
                        <a:pt x="248" y="881"/>
                        <a:pt x="431" y="1229"/>
                        <a:pt x="596" y="1577"/>
                      </a:cubicBezTo>
                      <a:cubicBezTo>
                        <a:pt x="770" y="1934"/>
                        <a:pt x="911" y="2298"/>
                        <a:pt x="1011" y="2671"/>
                      </a:cubicBezTo>
                      <a:cubicBezTo>
                        <a:pt x="1019" y="2679"/>
                        <a:pt x="1019" y="2688"/>
                        <a:pt x="1027" y="2704"/>
                      </a:cubicBezTo>
                      <a:cubicBezTo>
                        <a:pt x="1035" y="2754"/>
                        <a:pt x="1052" y="2812"/>
                        <a:pt x="1060" y="2862"/>
                      </a:cubicBezTo>
                      <a:cubicBezTo>
                        <a:pt x="1110" y="3218"/>
                        <a:pt x="1185" y="3574"/>
                        <a:pt x="1284" y="3914"/>
                      </a:cubicBezTo>
                      <a:cubicBezTo>
                        <a:pt x="1301" y="3964"/>
                        <a:pt x="1340" y="3986"/>
                        <a:pt x="1380" y="3986"/>
                      </a:cubicBezTo>
                      <a:cubicBezTo>
                        <a:pt x="1439" y="3986"/>
                        <a:pt x="1498" y="3938"/>
                        <a:pt x="1483" y="3864"/>
                      </a:cubicBezTo>
                      <a:cubicBezTo>
                        <a:pt x="1466" y="3790"/>
                        <a:pt x="1450" y="3715"/>
                        <a:pt x="1433" y="3641"/>
                      </a:cubicBezTo>
                      <a:cubicBezTo>
                        <a:pt x="1491" y="3632"/>
                        <a:pt x="1549" y="3574"/>
                        <a:pt x="1533" y="3508"/>
                      </a:cubicBezTo>
                      <a:cubicBezTo>
                        <a:pt x="1433" y="3143"/>
                        <a:pt x="1350" y="2779"/>
                        <a:pt x="1276" y="2414"/>
                      </a:cubicBezTo>
                      <a:cubicBezTo>
                        <a:pt x="1284" y="2398"/>
                        <a:pt x="1284" y="2381"/>
                        <a:pt x="1276" y="2356"/>
                      </a:cubicBezTo>
                      <a:cubicBezTo>
                        <a:pt x="1259" y="2290"/>
                        <a:pt x="1243" y="2232"/>
                        <a:pt x="1226" y="2166"/>
                      </a:cubicBezTo>
                      <a:cubicBezTo>
                        <a:pt x="1193" y="1959"/>
                        <a:pt x="1151" y="1743"/>
                        <a:pt x="1118" y="1536"/>
                      </a:cubicBezTo>
                      <a:cubicBezTo>
                        <a:pt x="1118" y="1503"/>
                        <a:pt x="1093" y="1478"/>
                        <a:pt x="1069" y="1478"/>
                      </a:cubicBezTo>
                      <a:cubicBezTo>
                        <a:pt x="1035" y="1329"/>
                        <a:pt x="1002" y="1180"/>
                        <a:pt x="961" y="1039"/>
                      </a:cubicBezTo>
                      <a:cubicBezTo>
                        <a:pt x="953" y="1022"/>
                        <a:pt x="953" y="1014"/>
                        <a:pt x="944" y="1006"/>
                      </a:cubicBezTo>
                      <a:cubicBezTo>
                        <a:pt x="936" y="915"/>
                        <a:pt x="919" y="832"/>
                        <a:pt x="911" y="749"/>
                      </a:cubicBezTo>
                      <a:cubicBezTo>
                        <a:pt x="903" y="625"/>
                        <a:pt x="895" y="500"/>
                        <a:pt x="886" y="376"/>
                      </a:cubicBezTo>
                      <a:cubicBezTo>
                        <a:pt x="878" y="260"/>
                        <a:pt x="870" y="136"/>
                        <a:pt x="845" y="28"/>
                      </a:cubicBezTo>
                      <a:cubicBezTo>
                        <a:pt x="841" y="11"/>
                        <a:pt x="825" y="0"/>
                        <a:pt x="809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" name="Google Shape;1333;p1"/>
                <p:cNvSpPr/>
                <p:nvPr/>
              </p:nvSpPr>
              <p:spPr>
                <a:xfrm>
                  <a:off x="2805000" y="4559925"/>
                  <a:ext cx="11275" cy="25675"/>
                </a:xfrm>
                <a:custGeom>
                  <a:rect b="b" l="l" r="r" t="t"/>
                  <a:pathLst>
                    <a:path extrusionOk="0" h="1027" w="451">
                      <a:moveTo>
                        <a:pt x="41" y="1"/>
                      </a:moveTo>
                      <a:cubicBezTo>
                        <a:pt x="18" y="1"/>
                        <a:pt x="1" y="26"/>
                        <a:pt x="7" y="51"/>
                      </a:cubicBezTo>
                      <a:cubicBezTo>
                        <a:pt x="15" y="134"/>
                        <a:pt x="73" y="200"/>
                        <a:pt x="107" y="275"/>
                      </a:cubicBezTo>
                      <a:cubicBezTo>
                        <a:pt x="140" y="349"/>
                        <a:pt x="173" y="432"/>
                        <a:pt x="206" y="507"/>
                      </a:cubicBezTo>
                      <a:cubicBezTo>
                        <a:pt x="264" y="664"/>
                        <a:pt x="314" y="830"/>
                        <a:pt x="339" y="987"/>
                      </a:cubicBezTo>
                      <a:cubicBezTo>
                        <a:pt x="346" y="1014"/>
                        <a:pt x="372" y="1027"/>
                        <a:pt x="396" y="1027"/>
                      </a:cubicBezTo>
                      <a:cubicBezTo>
                        <a:pt x="424" y="1027"/>
                        <a:pt x="451" y="1010"/>
                        <a:pt x="446" y="979"/>
                      </a:cubicBezTo>
                      <a:cubicBezTo>
                        <a:pt x="421" y="797"/>
                        <a:pt x="380" y="623"/>
                        <a:pt x="322" y="457"/>
                      </a:cubicBezTo>
                      <a:cubicBezTo>
                        <a:pt x="289" y="374"/>
                        <a:pt x="256" y="291"/>
                        <a:pt x="214" y="217"/>
                      </a:cubicBezTo>
                      <a:cubicBezTo>
                        <a:pt x="173" y="142"/>
                        <a:pt x="131" y="59"/>
                        <a:pt x="65" y="10"/>
                      </a:cubicBezTo>
                      <a:cubicBezTo>
                        <a:pt x="57" y="4"/>
                        <a:pt x="49" y="1"/>
                        <a:pt x="4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" name="Google Shape;1334;p1"/>
                <p:cNvSpPr/>
                <p:nvPr/>
              </p:nvSpPr>
              <p:spPr>
                <a:xfrm>
                  <a:off x="2800050" y="4552600"/>
                  <a:ext cx="4650" cy="10200"/>
                </a:xfrm>
                <a:custGeom>
                  <a:rect b="b" l="l" r="r" t="t"/>
                  <a:pathLst>
                    <a:path extrusionOk="0" h="408" w="186">
                      <a:moveTo>
                        <a:pt x="24" y="0"/>
                      </a:moveTo>
                      <a:cubicBezTo>
                        <a:pt x="13" y="0"/>
                        <a:pt x="1" y="13"/>
                        <a:pt x="6" y="29"/>
                      </a:cubicBezTo>
                      <a:cubicBezTo>
                        <a:pt x="39" y="145"/>
                        <a:pt x="81" y="261"/>
                        <a:pt x="106" y="377"/>
                      </a:cubicBezTo>
                      <a:cubicBezTo>
                        <a:pt x="113" y="398"/>
                        <a:pt x="128" y="407"/>
                        <a:pt x="144" y="407"/>
                      </a:cubicBezTo>
                      <a:cubicBezTo>
                        <a:pt x="165" y="407"/>
                        <a:pt x="185" y="390"/>
                        <a:pt x="180" y="361"/>
                      </a:cubicBezTo>
                      <a:cubicBezTo>
                        <a:pt x="147" y="236"/>
                        <a:pt x="106" y="120"/>
                        <a:pt x="39" y="13"/>
                      </a:cubicBezTo>
                      <a:cubicBezTo>
                        <a:pt x="36" y="4"/>
                        <a:pt x="31" y="0"/>
                        <a:pt x="2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" name="Google Shape;1335;p1"/>
                <p:cNvSpPr/>
                <p:nvPr/>
              </p:nvSpPr>
              <p:spPr>
                <a:xfrm>
                  <a:off x="2914325" y="4296900"/>
                  <a:ext cx="6850" cy="30875"/>
                </a:xfrm>
                <a:custGeom>
                  <a:rect b="b" l="l" r="r" t="t"/>
                  <a:pathLst>
                    <a:path extrusionOk="0" h="1235" w="274">
                      <a:moveTo>
                        <a:pt x="160" y="1"/>
                      </a:moveTo>
                      <a:cubicBezTo>
                        <a:pt x="135" y="1"/>
                        <a:pt x="112" y="13"/>
                        <a:pt x="108" y="41"/>
                      </a:cubicBezTo>
                      <a:cubicBezTo>
                        <a:pt x="75" y="232"/>
                        <a:pt x="75" y="422"/>
                        <a:pt x="59" y="613"/>
                      </a:cubicBezTo>
                      <a:cubicBezTo>
                        <a:pt x="42" y="704"/>
                        <a:pt x="34" y="795"/>
                        <a:pt x="17" y="886"/>
                      </a:cubicBezTo>
                      <a:cubicBezTo>
                        <a:pt x="9" y="936"/>
                        <a:pt x="1" y="994"/>
                        <a:pt x="1" y="1044"/>
                      </a:cubicBezTo>
                      <a:cubicBezTo>
                        <a:pt x="9" y="1085"/>
                        <a:pt x="1" y="1143"/>
                        <a:pt x="17" y="1185"/>
                      </a:cubicBezTo>
                      <a:cubicBezTo>
                        <a:pt x="28" y="1217"/>
                        <a:pt x="52" y="1235"/>
                        <a:pt x="80" y="1235"/>
                      </a:cubicBezTo>
                      <a:cubicBezTo>
                        <a:pt x="94" y="1235"/>
                        <a:pt x="110" y="1229"/>
                        <a:pt x="125" y="1218"/>
                      </a:cubicBezTo>
                      <a:cubicBezTo>
                        <a:pt x="158" y="1185"/>
                        <a:pt x="166" y="1135"/>
                        <a:pt x="191" y="1093"/>
                      </a:cubicBezTo>
                      <a:cubicBezTo>
                        <a:pt x="208" y="1044"/>
                        <a:pt x="224" y="994"/>
                        <a:pt x="233" y="944"/>
                      </a:cubicBezTo>
                      <a:cubicBezTo>
                        <a:pt x="249" y="845"/>
                        <a:pt x="257" y="737"/>
                        <a:pt x="266" y="638"/>
                      </a:cubicBezTo>
                      <a:cubicBezTo>
                        <a:pt x="274" y="447"/>
                        <a:pt x="274" y="232"/>
                        <a:pt x="224" y="41"/>
                      </a:cubicBezTo>
                      <a:cubicBezTo>
                        <a:pt x="216" y="15"/>
                        <a:pt x="187" y="1"/>
                        <a:pt x="16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" name="Google Shape;1336;p1"/>
                <p:cNvSpPr/>
                <p:nvPr/>
              </p:nvSpPr>
              <p:spPr>
                <a:xfrm>
                  <a:off x="2909350" y="4331925"/>
                  <a:ext cx="3975" cy="13325"/>
                </a:xfrm>
                <a:custGeom>
                  <a:rect b="b" l="l" r="r" t="t"/>
                  <a:pathLst>
                    <a:path extrusionOk="0" h="533" w="159">
                      <a:moveTo>
                        <a:pt x="105" y="1"/>
                      </a:moveTo>
                      <a:cubicBezTo>
                        <a:pt x="82" y="1"/>
                        <a:pt x="58" y="14"/>
                        <a:pt x="50" y="40"/>
                      </a:cubicBezTo>
                      <a:cubicBezTo>
                        <a:pt x="34" y="115"/>
                        <a:pt x="17" y="190"/>
                        <a:pt x="9" y="272"/>
                      </a:cubicBezTo>
                      <a:cubicBezTo>
                        <a:pt x="1" y="314"/>
                        <a:pt x="1" y="347"/>
                        <a:pt x="1" y="388"/>
                      </a:cubicBezTo>
                      <a:cubicBezTo>
                        <a:pt x="1" y="430"/>
                        <a:pt x="1" y="471"/>
                        <a:pt x="9" y="513"/>
                      </a:cubicBezTo>
                      <a:cubicBezTo>
                        <a:pt x="14" y="526"/>
                        <a:pt x="26" y="533"/>
                        <a:pt x="38" y="533"/>
                      </a:cubicBezTo>
                      <a:cubicBezTo>
                        <a:pt x="49" y="533"/>
                        <a:pt x="60" y="528"/>
                        <a:pt x="67" y="521"/>
                      </a:cubicBezTo>
                      <a:cubicBezTo>
                        <a:pt x="92" y="488"/>
                        <a:pt x="100" y="446"/>
                        <a:pt x="108" y="413"/>
                      </a:cubicBezTo>
                      <a:cubicBezTo>
                        <a:pt x="117" y="372"/>
                        <a:pt x="133" y="330"/>
                        <a:pt x="133" y="289"/>
                      </a:cubicBezTo>
                      <a:cubicBezTo>
                        <a:pt x="142" y="206"/>
                        <a:pt x="150" y="132"/>
                        <a:pt x="158" y="49"/>
                      </a:cubicBezTo>
                      <a:cubicBezTo>
                        <a:pt x="158" y="18"/>
                        <a:pt x="132" y="1"/>
                        <a:pt x="10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" name="Google Shape;1337;p1"/>
                <p:cNvSpPr/>
                <p:nvPr/>
              </p:nvSpPr>
              <p:spPr>
                <a:xfrm>
                  <a:off x="2912875" y="4349300"/>
                  <a:ext cx="3950" cy="9300"/>
                </a:xfrm>
                <a:custGeom>
                  <a:rect b="b" l="l" r="r" t="t"/>
                  <a:pathLst>
                    <a:path extrusionOk="0" h="372" w="158">
                      <a:moveTo>
                        <a:pt x="117" y="0"/>
                      </a:moveTo>
                      <a:lnTo>
                        <a:pt x="117" y="8"/>
                      </a:lnTo>
                      <a:cubicBezTo>
                        <a:pt x="112" y="7"/>
                        <a:pt x="108" y="6"/>
                        <a:pt x="103" y="6"/>
                      </a:cubicBezTo>
                      <a:cubicBezTo>
                        <a:pt x="83" y="6"/>
                        <a:pt x="65" y="21"/>
                        <a:pt x="59" y="41"/>
                      </a:cubicBezTo>
                      <a:cubicBezTo>
                        <a:pt x="42" y="91"/>
                        <a:pt x="25" y="141"/>
                        <a:pt x="17" y="191"/>
                      </a:cubicBezTo>
                      <a:cubicBezTo>
                        <a:pt x="9" y="215"/>
                        <a:pt x="9" y="240"/>
                        <a:pt x="1" y="273"/>
                      </a:cubicBezTo>
                      <a:cubicBezTo>
                        <a:pt x="1" y="282"/>
                        <a:pt x="1" y="298"/>
                        <a:pt x="1" y="315"/>
                      </a:cubicBezTo>
                      <a:cubicBezTo>
                        <a:pt x="9" y="323"/>
                        <a:pt x="9" y="340"/>
                        <a:pt x="9" y="348"/>
                      </a:cubicBezTo>
                      <a:cubicBezTo>
                        <a:pt x="14" y="362"/>
                        <a:pt x="30" y="371"/>
                        <a:pt x="44" y="371"/>
                      </a:cubicBezTo>
                      <a:cubicBezTo>
                        <a:pt x="54" y="371"/>
                        <a:pt x="63" y="367"/>
                        <a:pt x="67" y="356"/>
                      </a:cubicBezTo>
                      <a:cubicBezTo>
                        <a:pt x="75" y="348"/>
                        <a:pt x="83" y="331"/>
                        <a:pt x="83" y="323"/>
                      </a:cubicBezTo>
                      <a:cubicBezTo>
                        <a:pt x="92" y="307"/>
                        <a:pt x="92" y="298"/>
                        <a:pt x="100" y="282"/>
                      </a:cubicBezTo>
                      <a:cubicBezTo>
                        <a:pt x="100" y="257"/>
                        <a:pt x="108" y="232"/>
                        <a:pt x="117" y="207"/>
                      </a:cubicBezTo>
                      <a:cubicBezTo>
                        <a:pt x="125" y="157"/>
                        <a:pt x="133" y="116"/>
                        <a:pt x="150" y="66"/>
                      </a:cubicBezTo>
                      <a:cubicBezTo>
                        <a:pt x="158" y="41"/>
                        <a:pt x="141" y="8"/>
                        <a:pt x="11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" name="Google Shape;1338;p1"/>
                <p:cNvSpPr/>
                <p:nvPr/>
              </p:nvSpPr>
              <p:spPr>
                <a:xfrm>
                  <a:off x="2923650" y="4312425"/>
                  <a:ext cx="3125" cy="12350"/>
                </a:xfrm>
                <a:custGeom>
                  <a:rect b="b" l="l" r="r" t="t"/>
                  <a:pathLst>
                    <a:path extrusionOk="0" h="494" w="125">
                      <a:moveTo>
                        <a:pt x="58" y="0"/>
                      </a:moveTo>
                      <a:cubicBezTo>
                        <a:pt x="34" y="0"/>
                        <a:pt x="9" y="25"/>
                        <a:pt x="9" y="50"/>
                      </a:cubicBezTo>
                      <a:cubicBezTo>
                        <a:pt x="9" y="191"/>
                        <a:pt x="0" y="323"/>
                        <a:pt x="9" y="464"/>
                      </a:cubicBezTo>
                      <a:cubicBezTo>
                        <a:pt x="9" y="483"/>
                        <a:pt x="24" y="494"/>
                        <a:pt x="41" y="494"/>
                      </a:cubicBezTo>
                      <a:cubicBezTo>
                        <a:pt x="54" y="494"/>
                        <a:pt x="68" y="487"/>
                        <a:pt x="75" y="472"/>
                      </a:cubicBezTo>
                      <a:cubicBezTo>
                        <a:pt x="116" y="340"/>
                        <a:pt x="125" y="191"/>
                        <a:pt x="116" y="50"/>
                      </a:cubicBezTo>
                      <a:cubicBezTo>
                        <a:pt x="116" y="25"/>
                        <a:pt x="92" y="0"/>
                        <a:pt x="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" name="Google Shape;1339;p1"/>
                <p:cNvSpPr/>
                <p:nvPr/>
              </p:nvSpPr>
              <p:spPr>
                <a:xfrm>
                  <a:off x="2923450" y="4344525"/>
                  <a:ext cx="3750" cy="11525"/>
                </a:xfrm>
                <a:custGeom>
                  <a:rect b="b" l="l" r="r" t="t"/>
                  <a:pathLst>
                    <a:path extrusionOk="0" h="461" w="150">
                      <a:moveTo>
                        <a:pt x="108" y="0"/>
                      </a:moveTo>
                      <a:cubicBezTo>
                        <a:pt x="83" y="0"/>
                        <a:pt x="42" y="9"/>
                        <a:pt x="33" y="42"/>
                      </a:cubicBezTo>
                      <a:cubicBezTo>
                        <a:pt x="33" y="75"/>
                        <a:pt x="25" y="108"/>
                        <a:pt x="25" y="141"/>
                      </a:cubicBezTo>
                      <a:cubicBezTo>
                        <a:pt x="17" y="174"/>
                        <a:pt x="8" y="208"/>
                        <a:pt x="8" y="241"/>
                      </a:cubicBezTo>
                      <a:cubicBezTo>
                        <a:pt x="8" y="307"/>
                        <a:pt x="0" y="365"/>
                        <a:pt x="8" y="431"/>
                      </a:cubicBezTo>
                      <a:cubicBezTo>
                        <a:pt x="8" y="450"/>
                        <a:pt x="21" y="461"/>
                        <a:pt x="36" y="461"/>
                      </a:cubicBezTo>
                      <a:cubicBezTo>
                        <a:pt x="47" y="461"/>
                        <a:pt x="59" y="454"/>
                        <a:pt x="66" y="440"/>
                      </a:cubicBezTo>
                      <a:cubicBezTo>
                        <a:pt x="91" y="382"/>
                        <a:pt x="100" y="324"/>
                        <a:pt x="116" y="257"/>
                      </a:cubicBezTo>
                      <a:cubicBezTo>
                        <a:pt x="124" y="232"/>
                        <a:pt x="124" y="199"/>
                        <a:pt x="133" y="166"/>
                      </a:cubicBezTo>
                      <a:cubicBezTo>
                        <a:pt x="141" y="141"/>
                        <a:pt x="141" y="108"/>
                        <a:pt x="149" y="75"/>
                      </a:cubicBezTo>
                      <a:cubicBezTo>
                        <a:pt x="149" y="42"/>
                        <a:pt x="141" y="9"/>
                        <a:pt x="10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" name="Google Shape;1340;p1"/>
                <p:cNvSpPr/>
                <p:nvPr/>
              </p:nvSpPr>
              <p:spPr>
                <a:xfrm>
                  <a:off x="2898575" y="4284000"/>
                  <a:ext cx="3150" cy="29075"/>
                </a:xfrm>
                <a:custGeom>
                  <a:rect b="b" l="l" r="r" t="t"/>
                  <a:pathLst>
                    <a:path extrusionOk="0" h="1163" w="126">
                      <a:moveTo>
                        <a:pt x="39" y="0"/>
                      </a:moveTo>
                      <a:cubicBezTo>
                        <a:pt x="19" y="0"/>
                        <a:pt x="1" y="15"/>
                        <a:pt x="1" y="44"/>
                      </a:cubicBezTo>
                      <a:cubicBezTo>
                        <a:pt x="1" y="226"/>
                        <a:pt x="1" y="408"/>
                        <a:pt x="1" y="599"/>
                      </a:cubicBezTo>
                      <a:cubicBezTo>
                        <a:pt x="1" y="690"/>
                        <a:pt x="1" y="781"/>
                        <a:pt x="1" y="872"/>
                      </a:cubicBezTo>
                      <a:cubicBezTo>
                        <a:pt x="1" y="963"/>
                        <a:pt x="1" y="1054"/>
                        <a:pt x="26" y="1137"/>
                      </a:cubicBezTo>
                      <a:cubicBezTo>
                        <a:pt x="30" y="1154"/>
                        <a:pt x="44" y="1162"/>
                        <a:pt x="59" y="1162"/>
                      </a:cubicBezTo>
                      <a:cubicBezTo>
                        <a:pt x="73" y="1162"/>
                        <a:pt x="88" y="1154"/>
                        <a:pt x="92" y="1137"/>
                      </a:cubicBezTo>
                      <a:cubicBezTo>
                        <a:pt x="125" y="1054"/>
                        <a:pt x="125" y="963"/>
                        <a:pt x="125" y="872"/>
                      </a:cubicBezTo>
                      <a:cubicBezTo>
                        <a:pt x="125" y="781"/>
                        <a:pt x="125" y="690"/>
                        <a:pt x="125" y="599"/>
                      </a:cubicBezTo>
                      <a:lnTo>
                        <a:pt x="117" y="599"/>
                      </a:lnTo>
                      <a:cubicBezTo>
                        <a:pt x="117" y="408"/>
                        <a:pt x="100" y="226"/>
                        <a:pt x="84" y="44"/>
                      </a:cubicBezTo>
                      <a:cubicBezTo>
                        <a:pt x="80" y="15"/>
                        <a:pt x="59" y="0"/>
                        <a:pt x="3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" name="Google Shape;1341;p1"/>
                <p:cNvSpPr/>
                <p:nvPr/>
              </p:nvSpPr>
              <p:spPr>
                <a:xfrm>
                  <a:off x="2976475" y="4020975"/>
                  <a:ext cx="69850" cy="101400"/>
                </a:xfrm>
                <a:custGeom>
                  <a:rect b="b" l="l" r="r" t="t"/>
                  <a:pathLst>
                    <a:path extrusionOk="0" h="4056" w="2794">
                      <a:moveTo>
                        <a:pt x="1457" y="1475"/>
                      </a:moveTo>
                      <a:lnTo>
                        <a:pt x="1457" y="1475"/>
                      </a:lnTo>
                      <a:cubicBezTo>
                        <a:pt x="1459" y="1478"/>
                        <a:pt x="1461" y="1481"/>
                        <a:pt x="1463" y="1485"/>
                      </a:cubicBezTo>
                      <a:lnTo>
                        <a:pt x="1463" y="1485"/>
                      </a:lnTo>
                      <a:cubicBezTo>
                        <a:pt x="1461" y="1482"/>
                        <a:pt x="1459" y="1478"/>
                        <a:pt x="1457" y="1475"/>
                      </a:cubicBezTo>
                      <a:close/>
                      <a:moveTo>
                        <a:pt x="1562" y="1640"/>
                      </a:moveTo>
                      <a:lnTo>
                        <a:pt x="1562" y="1640"/>
                      </a:lnTo>
                      <a:cubicBezTo>
                        <a:pt x="1574" y="1657"/>
                        <a:pt x="1587" y="1674"/>
                        <a:pt x="1599" y="1691"/>
                      </a:cubicBezTo>
                      <a:cubicBezTo>
                        <a:pt x="1599" y="1691"/>
                        <a:pt x="1599" y="1699"/>
                        <a:pt x="1599" y="1699"/>
                      </a:cubicBezTo>
                      <a:cubicBezTo>
                        <a:pt x="1587" y="1679"/>
                        <a:pt x="1575" y="1659"/>
                        <a:pt x="1562" y="1640"/>
                      </a:cubicBezTo>
                      <a:close/>
                      <a:moveTo>
                        <a:pt x="1061" y="3522"/>
                      </a:moveTo>
                      <a:cubicBezTo>
                        <a:pt x="1069" y="3563"/>
                        <a:pt x="1077" y="3596"/>
                        <a:pt x="1086" y="3638"/>
                      </a:cubicBezTo>
                      <a:cubicBezTo>
                        <a:pt x="1077" y="3671"/>
                        <a:pt x="1061" y="3737"/>
                        <a:pt x="1028" y="3746"/>
                      </a:cubicBezTo>
                      <a:cubicBezTo>
                        <a:pt x="1011" y="3704"/>
                        <a:pt x="1003" y="3663"/>
                        <a:pt x="994" y="3630"/>
                      </a:cubicBezTo>
                      <a:cubicBezTo>
                        <a:pt x="986" y="3605"/>
                        <a:pt x="978" y="3580"/>
                        <a:pt x="978" y="3555"/>
                      </a:cubicBezTo>
                      <a:cubicBezTo>
                        <a:pt x="1003" y="3555"/>
                        <a:pt x="1036" y="3547"/>
                        <a:pt x="1061" y="3522"/>
                      </a:cubicBezTo>
                      <a:close/>
                      <a:moveTo>
                        <a:pt x="1146" y="0"/>
                      </a:moveTo>
                      <a:cubicBezTo>
                        <a:pt x="1132" y="0"/>
                        <a:pt x="1116" y="9"/>
                        <a:pt x="1110" y="25"/>
                      </a:cubicBezTo>
                      <a:cubicBezTo>
                        <a:pt x="1086" y="59"/>
                        <a:pt x="1102" y="100"/>
                        <a:pt x="1102" y="133"/>
                      </a:cubicBezTo>
                      <a:cubicBezTo>
                        <a:pt x="1110" y="175"/>
                        <a:pt x="1127" y="216"/>
                        <a:pt x="1135" y="249"/>
                      </a:cubicBezTo>
                      <a:cubicBezTo>
                        <a:pt x="1160" y="315"/>
                        <a:pt x="1177" y="390"/>
                        <a:pt x="1202" y="456"/>
                      </a:cubicBezTo>
                      <a:cubicBezTo>
                        <a:pt x="1208" y="482"/>
                        <a:pt x="1235" y="503"/>
                        <a:pt x="1262" y="503"/>
                      </a:cubicBezTo>
                      <a:cubicBezTo>
                        <a:pt x="1270" y="503"/>
                        <a:pt x="1277" y="501"/>
                        <a:pt x="1284" y="498"/>
                      </a:cubicBezTo>
                      <a:cubicBezTo>
                        <a:pt x="1309" y="489"/>
                        <a:pt x="1326" y="473"/>
                        <a:pt x="1334" y="448"/>
                      </a:cubicBezTo>
                      <a:cubicBezTo>
                        <a:pt x="1342" y="465"/>
                        <a:pt x="1351" y="481"/>
                        <a:pt x="1359" y="506"/>
                      </a:cubicBezTo>
                      <a:cubicBezTo>
                        <a:pt x="1359" y="572"/>
                        <a:pt x="1376" y="647"/>
                        <a:pt x="1392" y="713"/>
                      </a:cubicBezTo>
                      <a:cubicBezTo>
                        <a:pt x="1386" y="712"/>
                        <a:pt x="1380" y="711"/>
                        <a:pt x="1375" y="711"/>
                      </a:cubicBezTo>
                      <a:cubicBezTo>
                        <a:pt x="1312" y="711"/>
                        <a:pt x="1247" y="787"/>
                        <a:pt x="1284" y="862"/>
                      </a:cubicBezTo>
                      <a:cubicBezTo>
                        <a:pt x="1326" y="970"/>
                        <a:pt x="1376" y="1078"/>
                        <a:pt x="1425" y="1185"/>
                      </a:cubicBezTo>
                      <a:cubicBezTo>
                        <a:pt x="1413" y="1183"/>
                        <a:pt x="1400" y="1182"/>
                        <a:pt x="1388" y="1182"/>
                      </a:cubicBezTo>
                      <a:cubicBezTo>
                        <a:pt x="1351" y="1182"/>
                        <a:pt x="1316" y="1192"/>
                        <a:pt x="1284" y="1210"/>
                      </a:cubicBezTo>
                      <a:cubicBezTo>
                        <a:pt x="1259" y="1176"/>
                        <a:pt x="1225" y="1162"/>
                        <a:pt x="1192" y="1162"/>
                      </a:cubicBezTo>
                      <a:cubicBezTo>
                        <a:pt x="1128" y="1162"/>
                        <a:pt x="1069" y="1217"/>
                        <a:pt x="1086" y="1293"/>
                      </a:cubicBezTo>
                      <a:cubicBezTo>
                        <a:pt x="1102" y="1392"/>
                        <a:pt x="1119" y="1492"/>
                        <a:pt x="1144" y="1591"/>
                      </a:cubicBezTo>
                      <a:cubicBezTo>
                        <a:pt x="1110" y="1608"/>
                        <a:pt x="1094" y="1641"/>
                        <a:pt x="1119" y="1691"/>
                      </a:cubicBezTo>
                      <a:cubicBezTo>
                        <a:pt x="1119" y="1699"/>
                        <a:pt x="1127" y="1707"/>
                        <a:pt x="1127" y="1716"/>
                      </a:cubicBezTo>
                      <a:cubicBezTo>
                        <a:pt x="1152" y="1774"/>
                        <a:pt x="1177" y="1840"/>
                        <a:pt x="1210" y="1898"/>
                      </a:cubicBezTo>
                      <a:cubicBezTo>
                        <a:pt x="1226" y="1981"/>
                        <a:pt x="1243" y="2072"/>
                        <a:pt x="1268" y="2155"/>
                      </a:cubicBezTo>
                      <a:cubicBezTo>
                        <a:pt x="1210" y="2055"/>
                        <a:pt x="1152" y="1948"/>
                        <a:pt x="1102" y="1840"/>
                      </a:cubicBezTo>
                      <a:cubicBezTo>
                        <a:pt x="1083" y="1799"/>
                        <a:pt x="1052" y="1783"/>
                        <a:pt x="1019" y="1783"/>
                      </a:cubicBezTo>
                      <a:cubicBezTo>
                        <a:pt x="952" y="1783"/>
                        <a:pt x="878" y="1853"/>
                        <a:pt x="895" y="1931"/>
                      </a:cubicBezTo>
                      <a:cubicBezTo>
                        <a:pt x="903" y="1964"/>
                        <a:pt x="903" y="2006"/>
                        <a:pt x="912" y="2039"/>
                      </a:cubicBezTo>
                      <a:cubicBezTo>
                        <a:pt x="895" y="2026"/>
                        <a:pt x="875" y="2021"/>
                        <a:pt x="854" y="2021"/>
                      </a:cubicBezTo>
                      <a:cubicBezTo>
                        <a:pt x="794" y="2021"/>
                        <a:pt x="729" y="2070"/>
                        <a:pt x="729" y="2138"/>
                      </a:cubicBezTo>
                      <a:cubicBezTo>
                        <a:pt x="738" y="2254"/>
                        <a:pt x="738" y="2370"/>
                        <a:pt x="746" y="2494"/>
                      </a:cubicBezTo>
                      <a:cubicBezTo>
                        <a:pt x="738" y="2503"/>
                        <a:pt x="721" y="2511"/>
                        <a:pt x="713" y="2528"/>
                      </a:cubicBezTo>
                      <a:cubicBezTo>
                        <a:pt x="704" y="2486"/>
                        <a:pt x="688" y="2453"/>
                        <a:pt x="671" y="2412"/>
                      </a:cubicBezTo>
                      <a:cubicBezTo>
                        <a:pt x="646" y="2370"/>
                        <a:pt x="613" y="2329"/>
                        <a:pt x="555" y="2329"/>
                      </a:cubicBezTo>
                      <a:cubicBezTo>
                        <a:pt x="506" y="2329"/>
                        <a:pt x="448" y="2362"/>
                        <a:pt x="439" y="2412"/>
                      </a:cubicBezTo>
                      <a:cubicBezTo>
                        <a:pt x="423" y="2503"/>
                        <a:pt x="414" y="2594"/>
                        <a:pt x="406" y="2685"/>
                      </a:cubicBezTo>
                      <a:lnTo>
                        <a:pt x="398" y="2685"/>
                      </a:lnTo>
                      <a:cubicBezTo>
                        <a:pt x="370" y="2649"/>
                        <a:pt x="324" y="2629"/>
                        <a:pt x="281" y="2629"/>
                      </a:cubicBezTo>
                      <a:cubicBezTo>
                        <a:pt x="234" y="2629"/>
                        <a:pt x="191" y="2654"/>
                        <a:pt x="182" y="2710"/>
                      </a:cubicBezTo>
                      <a:cubicBezTo>
                        <a:pt x="168" y="2701"/>
                        <a:pt x="150" y="2696"/>
                        <a:pt x="132" y="2696"/>
                      </a:cubicBezTo>
                      <a:cubicBezTo>
                        <a:pt x="70" y="2696"/>
                        <a:pt x="0" y="2747"/>
                        <a:pt x="0" y="2818"/>
                      </a:cubicBezTo>
                      <a:cubicBezTo>
                        <a:pt x="8" y="3124"/>
                        <a:pt x="108" y="3414"/>
                        <a:pt x="282" y="3671"/>
                      </a:cubicBezTo>
                      <a:cubicBezTo>
                        <a:pt x="307" y="3737"/>
                        <a:pt x="340" y="3804"/>
                        <a:pt x="373" y="3878"/>
                      </a:cubicBezTo>
                      <a:cubicBezTo>
                        <a:pt x="390" y="3895"/>
                        <a:pt x="398" y="3911"/>
                        <a:pt x="414" y="3920"/>
                      </a:cubicBezTo>
                      <a:cubicBezTo>
                        <a:pt x="423" y="3944"/>
                        <a:pt x="439" y="3969"/>
                        <a:pt x="448" y="3994"/>
                      </a:cubicBezTo>
                      <a:cubicBezTo>
                        <a:pt x="466" y="4035"/>
                        <a:pt x="502" y="4054"/>
                        <a:pt x="540" y="4054"/>
                      </a:cubicBezTo>
                      <a:cubicBezTo>
                        <a:pt x="571" y="4054"/>
                        <a:pt x="604" y="4041"/>
                        <a:pt x="630" y="4019"/>
                      </a:cubicBezTo>
                      <a:cubicBezTo>
                        <a:pt x="644" y="4025"/>
                        <a:pt x="659" y="4028"/>
                        <a:pt x="675" y="4028"/>
                      </a:cubicBezTo>
                      <a:cubicBezTo>
                        <a:pt x="741" y="4028"/>
                        <a:pt x="807" y="3974"/>
                        <a:pt x="787" y="3886"/>
                      </a:cubicBezTo>
                      <a:cubicBezTo>
                        <a:pt x="779" y="3845"/>
                        <a:pt x="771" y="3804"/>
                        <a:pt x="762" y="3762"/>
                      </a:cubicBezTo>
                      <a:lnTo>
                        <a:pt x="762" y="3762"/>
                      </a:lnTo>
                      <a:cubicBezTo>
                        <a:pt x="787" y="3795"/>
                        <a:pt x="804" y="3837"/>
                        <a:pt x="829" y="3870"/>
                      </a:cubicBezTo>
                      <a:cubicBezTo>
                        <a:pt x="837" y="3886"/>
                        <a:pt x="854" y="3903"/>
                        <a:pt x="870" y="3920"/>
                      </a:cubicBezTo>
                      <a:cubicBezTo>
                        <a:pt x="895" y="3936"/>
                        <a:pt x="920" y="3961"/>
                        <a:pt x="961" y="3969"/>
                      </a:cubicBezTo>
                      <a:cubicBezTo>
                        <a:pt x="983" y="3976"/>
                        <a:pt x="1005" y="3979"/>
                        <a:pt x="1026" y="3979"/>
                      </a:cubicBezTo>
                      <a:cubicBezTo>
                        <a:pt x="1086" y="3979"/>
                        <a:pt x="1142" y="3954"/>
                        <a:pt x="1185" y="3911"/>
                      </a:cubicBezTo>
                      <a:cubicBezTo>
                        <a:pt x="1197" y="3915"/>
                        <a:pt x="1212" y="3917"/>
                        <a:pt x="1226" y="3917"/>
                      </a:cubicBezTo>
                      <a:cubicBezTo>
                        <a:pt x="1241" y="3917"/>
                        <a:pt x="1255" y="3915"/>
                        <a:pt x="1268" y="3911"/>
                      </a:cubicBezTo>
                      <a:cubicBezTo>
                        <a:pt x="1326" y="3895"/>
                        <a:pt x="1351" y="3837"/>
                        <a:pt x="1342" y="3779"/>
                      </a:cubicBezTo>
                      <a:cubicBezTo>
                        <a:pt x="1334" y="3737"/>
                        <a:pt x="1326" y="3696"/>
                        <a:pt x="1326" y="3654"/>
                      </a:cubicBezTo>
                      <a:cubicBezTo>
                        <a:pt x="1334" y="3621"/>
                        <a:pt x="1342" y="3580"/>
                        <a:pt x="1351" y="3547"/>
                      </a:cubicBezTo>
                      <a:cubicBezTo>
                        <a:pt x="1367" y="3621"/>
                        <a:pt x="1384" y="3688"/>
                        <a:pt x="1400" y="3762"/>
                      </a:cubicBezTo>
                      <a:cubicBezTo>
                        <a:pt x="1410" y="3815"/>
                        <a:pt x="1449" y="3837"/>
                        <a:pt x="1490" y="3837"/>
                      </a:cubicBezTo>
                      <a:cubicBezTo>
                        <a:pt x="1553" y="3837"/>
                        <a:pt x="1623" y="3784"/>
                        <a:pt x="1608" y="3704"/>
                      </a:cubicBezTo>
                      <a:cubicBezTo>
                        <a:pt x="1583" y="3588"/>
                        <a:pt x="1566" y="3480"/>
                        <a:pt x="1550" y="3373"/>
                      </a:cubicBezTo>
                      <a:lnTo>
                        <a:pt x="1550" y="3373"/>
                      </a:lnTo>
                      <a:cubicBezTo>
                        <a:pt x="1583" y="3447"/>
                        <a:pt x="1624" y="3530"/>
                        <a:pt x="1666" y="3605"/>
                      </a:cubicBezTo>
                      <a:cubicBezTo>
                        <a:pt x="1682" y="3641"/>
                        <a:pt x="1714" y="3657"/>
                        <a:pt x="1746" y="3657"/>
                      </a:cubicBezTo>
                      <a:cubicBezTo>
                        <a:pt x="1810" y="3657"/>
                        <a:pt x="1878" y="3598"/>
                        <a:pt x="1856" y="3522"/>
                      </a:cubicBezTo>
                      <a:cubicBezTo>
                        <a:pt x="1840" y="3472"/>
                        <a:pt x="1831" y="3422"/>
                        <a:pt x="1815" y="3373"/>
                      </a:cubicBezTo>
                      <a:lnTo>
                        <a:pt x="1815" y="3373"/>
                      </a:lnTo>
                      <a:cubicBezTo>
                        <a:pt x="1864" y="3480"/>
                        <a:pt x="1914" y="3588"/>
                        <a:pt x="1964" y="3696"/>
                      </a:cubicBezTo>
                      <a:cubicBezTo>
                        <a:pt x="1981" y="3733"/>
                        <a:pt x="2008" y="3748"/>
                        <a:pt x="2038" y="3748"/>
                      </a:cubicBezTo>
                      <a:cubicBezTo>
                        <a:pt x="2080" y="3748"/>
                        <a:pt x="2126" y="3715"/>
                        <a:pt x="2146" y="3671"/>
                      </a:cubicBezTo>
                      <a:cubicBezTo>
                        <a:pt x="2160" y="3680"/>
                        <a:pt x="2176" y="3684"/>
                        <a:pt x="2192" y="3684"/>
                      </a:cubicBezTo>
                      <a:cubicBezTo>
                        <a:pt x="2234" y="3684"/>
                        <a:pt x="2277" y="3657"/>
                        <a:pt x="2295" y="3621"/>
                      </a:cubicBezTo>
                      <a:lnTo>
                        <a:pt x="2370" y="3978"/>
                      </a:lnTo>
                      <a:cubicBezTo>
                        <a:pt x="2381" y="4032"/>
                        <a:pt x="2424" y="4056"/>
                        <a:pt x="2470" y="4056"/>
                      </a:cubicBezTo>
                      <a:cubicBezTo>
                        <a:pt x="2528" y="4056"/>
                        <a:pt x="2590" y="4015"/>
                        <a:pt x="2585" y="3944"/>
                      </a:cubicBezTo>
                      <a:lnTo>
                        <a:pt x="2577" y="3663"/>
                      </a:lnTo>
                      <a:lnTo>
                        <a:pt x="2577" y="3663"/>
                      </a:lnTo>
                      <a:cubicBezTo>
                        <a:pt x="2591" y="3668"/>
                        <a:pt x="2607" y="3670"/>
                        <a:pt x="2621" y="3670"/>
                      </a:cubicBezTo>
                      <a:cubicBezTo>
                        <a:pt x="2683" y="3670"/>
                        <a:pt x="2739" y="3630"/>
                        <a:pt x="2726" y="3563"/>
                      </a:cubicBezTo>
                      <a:cubicBezTo>
                        <a:pt x="2710" y="3389"/>
                        <a:pt x="2685" y="3215"/>
                        <a:pt x="2660" y="3041"/>
                      </a:cubicBezTo>
                      <a:cubicBezTo>
                        <a:pt x="2660" y="3041"/>
                        <a:pt x="2660" y="3033"/>
                        <a:pt x="2660" y="3025"/>
                      </a:cubicBezTo>
                      <a:cubicBezTo>
                        <a:pt x="2660" y="2813"/>
                        <a:pt x="2620" y="2609"/>
                        <a:pt x="2563" y="2413"/>
                      </a:cubicBezTo>
                      <a:lnTo>
                        <a:pt x="2563" y="2413"/>
                      </a:lnTo>
                      <a:cubicBezTo>
                        <a:pt x="2566" y="2418"/>
                        <a:pt x="2569" y="2423"/>
                        <a:pt x="2569" y="2428"/>
                      </a:cubicBezTo>
                      <a:cubicBezTo>
                        <a:pt x="2589" y="2467"/>
                        <a:pt x="2621" y="2483"/>
                        <a:pt x="2653" y="2483"/>
                      </a:cubicBezTo>
                      <a:cubicBezTo>
                        <a:pt x="2722" y="2483"/>
                        <a:pt x="2793" y="2406"/>
                        <a:pt x="2759" y="2320"/>
                      </a:cubicBezTo>
                      <a:cubicBezTo>
                        <a:pt x="2660" y="2113"/>
                        <a:pt x="2536" y="1906"/>
                        <a:pt x="2403" y="1716"/>
                      </a:cubicBezTo>
                      <a:cubicBezTo>
                        <a:pt x="2304" y="1566"/>
                        <a:pt x="2212" y="1417"/>
                        <a:pt x="2105" y="1268"/>
                      </a:cubicBezTo>
                      <a:cubicBezTo>
                        <a:pt x="1956" y="929"/>
                        <a:pt x="1782" y="597"/>
                        <a:pt x="1591" y="274"/>
                      </a:cubicBezTo>
                      <a:cubicBezTo>
                        <a:pt x="1567" y="240"/>
                        <a:pt x="1531" y="223"/>
                        <a:pt x="1498" y="223"/>
                      </a:cubicBezTo>
                      <a:cubicBezTo>
                        <a:pt x="1474" y="223"/>
                        <a:pt x="1451" y="232"/>
                        <a:pt x="1434" y="249"/>
                      </a:cubicBezTo>
                      <a:cubicBezTo>
                        <a:pt x="1428" y="248"/>
                        <a:pt x="1422" y="248"/>
                        <a:pt x="1416" y="248"/>
                      </a:cubicBezTo>
                      <a:cubicBezTo>
                        <a:pt x="1364" y="248"/>
                        <a:pt x="1316" y="279"/>
                        <a:pt x="1301" y="324"/>
                      </a:cubicBezTo>
                      <a:cubicBezTo>
                        <a:pt x="1293" y="291"/>
                        <a:pt x="1276" y="249"/>
                        <a:pt x="1268" y="216"/>
                      </a:cubicBezTo>
                      <a:cubicBezTo>
                        <a:pt x="1260" y="175"/>
                        <a:pt x="1251" y="133"/>
                        <a:pt x="1235" y="100"/>
                      </a:cubicBezTo>
                      <a:cubicBezTo>
                        <a:pt x="1226" y="83"/>
                        <a:pt x="1218" y="67"/>
                        <a:pt x="1210" y="50"/>
                      </a:cubicBezTo>
                      <a:cubicBezTo>
                        <a:pt x="1202" y="34"/>
                        <a:pt x="1185" y="17"/>
                        <a:pt x="1168" y="9"/>
                      </a:cubicBezTo>
                      <a:cubicBezTo>
                        <a:pt x="1163" y="3"/>
                        <a:pt x="1155" y="0"/>
                        <a:pt x="1146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" name="Google Shape;1342;p1"/>
                <p:cNvSpPr/>
                <p:nvPr/>
              </p:nvSpPr>
              <p:spPr>
                <a:xfrm>
                  <a:off x="3003400" y="4013650"/>
                  <a:ext cx="2500" cy="5475"/>
                </a:xfrm>
                <a:custGeom>
                  <a:rect b="b" l="l" r="r" t="t"/>
                  <a:pathLst>
                    <a:path extrusionOk="0" h="219" w="100">
                      <a:moveTo>
                        <a:pt x="38" y="0"/>
                      </a:moveTo>
                      <a:cubicBezTo>
                        <a:pt x="34" y="0"/>
                        <a:pt x="30" y="1"/>
                        <a:pt x="25" y="4"/>
                      </a:cubicBezTo>
                      <a:cubicBezTo>
                        <a:pt x="9" y="4"/>
                        <a:pt x="0" y="12"/>
                        <a:pt x="0" y="28"/>
                      </a:cubicBezTo>
                      <a:cubicBezTo>
                        <a:pt x="0" y="45"/>
                        <a:pt x="0" y="53"/>
                        <a:pt x="0" y="62"/>
                      </a:cubicBezTo>
                      <a:cubicBezTo>
                        <a:pt x="0" y="78"/>
                        <a:pt x="0" y="86"/>
                        <a:pt x="0" y="103"/>
                      </a:cubicBezTo>
                      <a:lnTo>
                        <a:pt x="9" y="169"/>
                      </a:lnTo>
                      <a:cubicBezTo>
                        <a:pt x="9" y="202"/>
                        <a:pt x="25" y="219"/>
                        <a:pt x="58" y="219"/>
                      </a:cubicBezTo>
                      <a:cubicBezTo>
                        <a:pt x="83" y="211"/>
                        <a:pt x="100" y="186"/>
                        <a:pt x="91" y="161"/>
                      </a:cubicBezTo>
                      <a:lnTo>
                        <a:pt x="100" y="161"/>
                      </a:lnTo>
                      <a:cubicBezTo>
                        <a:pt x="91" y="136"/>
                        <a:pt x="83" y="111"/>
                        <a:pt x="83" y="86"/>
                      </a:cubicBezTo>
                      <a:cubicBezTo>
                        <a:pt x="75" y="78"/>
                        <a:pt x="75" y="70"/>
                        <a:pt x="75" y="53"/>
                      </a:cubicBezTo>
                      <a:cubicBezTo>
                        <a:pt x="67" y="45"/>
                        <a:pt x="67" y="37"/>
                        <a:pt x="58" y="20"/>
                      </a:cubicBezTo>
                      <a:cubicBezTo>
                        <a:pt x="58" y="8"/>
                        <a:pt x="49" y="0"/>
                        <a:pt x="3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" name="Google Shape;1343;p1"/>
                <p:cNvSpPr/>
                <p:nvPr/>
              </p:nvSpPr>
              <p:spPr>
                <a:xfrm>
                  <a:off x="2933600" y="3877875"/>
                  <a:ext cx="54275" cy="77700"/>
                </a:xfrm>
                <a:custGeom>
                  <a:rect b="b" l="l" r="r" t="t"/>
                  <a:pathLst>
                    <a:path extrusionOk="0" h="3108" w="2171">
                      <a:moveTo>
                        <a:pt x="593" y="0"/>
                      </a:moveTo>
                      <a:cubicBezTo>
                        <a:pt x="579" y="0"/>
                        <a:pt x="565" y="7"/>
                        <a:pt x="555" y="24"/>
                      </a:cubicBezTo>
                      <a:cubicBezTo>
                        <a:pt x="547" y="32"/>
                        <a:pt x="547" y="32"/>
                        <a:pt x="547" y="41"/>
                      </a:cubicBezTo>
                      <a:cubicBezTo>
                        <a:pt x="539" y="41"/>
                        <a:pt x="522" y="49"/>
                        <a:pt x="514" y="66"/>
                      </a:cubicBezTo>
                      <a:cubicBezTo>
                        <a:pt x="340" y="215"/>
                        <a:pt x="257" y="430"/>
                        <a:pt x="199" y="637"/>
                      </a:cubicBezTo>
                      <a:cubicBezTo>
                        <a:pt x="141" y="869"/>
                        <a:pt x="100" y="1101"/>
                        <a:pt x="91" y="1333"/>
                      </a:cubicBezTo>
                      <a:cubicBezTo>
                        <a:pt x="91" y="1342"/>
                        <a:pt x="91" y="1358"/>
                        <a:pt x="91" y="1366"/>
                      </a:cubicBezTo>
                      <a:cubicBezTo>
                        <a:pt x="83" y="1383"/>
                        <a:pt x="83" y="1400"/>
                        <a:pt x="83" y="1416"/>
                      </a:cubicBezTo>
                      <a:cubicBezTo>
                        <a:pt x="42" y="1748"/>
                        <a:pt x="0" y="2178"/>
                        <a:pt x="224" y="2452"/>
                      </a:cubicBezTo>
                      <a:cubicBezTo>
                        <a:pt x="232" y="2477"/>
                        <a:pt x="240" y="2501"/>
                        <a:pt x="257" y="2535"/>
                      </a:cubicBezTo>
                      <a:cubicBezTo>
                        <a:pt x="216" y="2559"/>
                        <a:pt x="232" y="2617"/>
                        <a:pt x="282" y="2617"/>
                      </a:cubicBezTo>
                      <a:cubicBezTo>
                        <a:pt x="282" y="2617"/>
                        <a:pt x="290" y="2617"/>
                        <a:pt x="290" y="2626"/>
                      </a:cubicBezTo>
                      <a:cubicBezTo>
                        <a:pt x="307" y="2659"/>
                        <a:pt x="323" y="2684"/>
                        <a:pt x="340" y="2717"/>
                      </a:cubicBezTo>
                      <a:cubicBezTo>
                        <a:pt x="356" y="2742"/>
                        <a:pt x="381" y="2758"/>
                        <a:pt x="406" y="2758"/>
                      </a:cubicBezTo>
                      <a:cubicBezTo>
                        <a:pt x="464" y="2800"/>
                        <a:pt x="530" y="2816"/>
                        <a:pt x="597" y="2833"/>
                      </a:cubicBezTo>
                      <a:cubicBezTo>
                        <a:pt x="779" y="2883"/>
                        <a:pt x="961" y="2924"/>
                        <a:pt x="1135" y="2965"/>
                      </a:cubicBezTo>
                      <a:cubicBezTo>
                        <a:pt x="1309" y="3007"/>
                        <a:pt x="1483" y="3048"/>
                        <a:pt x="1657" y="3081"/>
                      </a:cubicBezTo>
                      <a:cubicBezTo>
                        <a:pt x="1729" y="3093"/>
                        <a:pt x="1817" y="3107"/>
                        <a:pt x="1901" y="3107"/>
                      </a:cubicBezTo>
                      <a:cubicBezTo>
                        <a:pt x="1991" y="3107"/>
                        <a:pt x="2078" y="3091"/>
                        <a:pt x="2138" y="3040"/>
                      </a:cubicBezTo>
                      <a:cubicBezTo>
                        <a:pt x="2171" y="3015"/>
                        <a:pt x="2154" y="2965"/>
                        <a:pt x="2121" y="2957"/>
                      </a:cubicBezTo>
                      <a:cubicBezTo>
                        <a:pt x="2047" y="2924"/>
                        <a:pt x="1947" y="2932"/>
                        <a:pt x="1864" y="2924"/>
                      </a:cubicBezTo>
                      <a:cubicBezTo>
                        <a:pt x="1806" y="2916"/>
                        <a:pt x="1748" y="2907"/>
                        <a:pt x="1690" y="2891"/>
                      </a:cubicBezTo>
                      <a:cubicBezTo>
                        <a:pt x="1740" y="2883"/>
                        <a:pt x="1781" y="2874"/>
                        <a:pt x="1831" y="2849"/>
                      </a:cubicBezTo>
                      <a:cubicBezTo>
                        <a:pt x="1939" y="2800"/>
                        <a:pt x="2030" y="2709"/>
                        <a:pt x="1989" y="2576"/>
                      </a:cubicBezTo>
                      <a:cubicBezTo>
                        <a:pt x="1964" y="2518"/>
                        <a:pt x="1922" y="2468"/>
                        <a:pt x="1889" y="2419"/>
                      </a:cubicBezTo>
                      <a:cubicBezTo>
                        <a:pt x="1848" y="2369"/>
                        <a:pt x="1815" y="2319"/>
                        <a:pt x="1773" y="2269"/>
                      </a:cubicBezTo>
                      <a:cubicBezTo>
                        <a:pt x="1682" y="2137"/>
                        <a:pt x="1583" y="2013"/>
                        <a:pt x="1491" y="1888"/>
                      </a:cubicBezTo>
                      <a:cubicBezTo>
                        <a:pt x="1475" y="1847"/>
                        <a:pt x="1458" y="1797"/>
                        <a:pt x="1450" y="1756"/>
                      </a:cubicBezTo>
                      <a:cubicBezTo>
                        <a:pt x="1445" y="1730"/>
                        <a:pt x="1427" y="1721"/>
                        <a:pt x="1409" y="1721"/>
                      </a:cubicBezTo>
                      <a:cubicBezTo>
                        <a:pt x="1397" y="1721"/>
                        <a:pt x="1385" y="1725"/>
                        <a:pt x="1375" y="1731"/>
                      </a:cubicBezTo>
                      <a:cubicBezTo>
                        <a:pt x="1359" y="1714"/>
                        <a:pt x="1351" y="1690"/>
                        <a:pt x="1334" y="1673"/>
                      </a:cubicBezTo>
                      <a:cubicBezTo>
                        <a:pt x="1218" y="1507"/>
                        <a:pt x="1110" y="1333"/>
                        <a:pt x="1019" y="1159"/>
                      </a:cubicBezTo>
                      <a:cubicBezTo>
                        <a:pt x="986" y="936"/>
                        <a:pt x="969" y="704"/>
                        <a:pt x="978" y="480"/>
                      </a:cubicBezTo>
                      <a:cubicBezTo>
                        <a:pt x="978" y="456"/>
                        <a:pt x="957" y="441"/>
                        <a:pt x="937" y="441"/>
                      </a:cubicBezTo>
                      <a:cubicBezTo>
                        <a:pt x="921" y="441"/>
                        <a:pt x="907" y="450"/>
                        <a:pt x="903" y="472"/>
                      </a:cubicBezTo>
                      <a:cubicBezTo>
                        <a:pt x="887" y="579"/>
                        <a:pt x="878" y="695"/>
                        <a:pt x="878" y="811"/>
                      </a:cubicBezTo>
                      <a:cubicBezTo>
                        <a:pt x="796" y="596"/>
                        <a:pt x="738" y="380"/>
                        <a:pt x="713" y="148"/>
                      </a:cubicBezTo>
                      <a:cubicBezTo>
                        <a:pt x="704" y="99"/>
                        <a:pt x="680" y="57"/>
                        <a:pt x="638" y="41"/>
                      </a:cubicBezTo>
                      <a:cubicBezTo>
                        <a:pt x="633" y="16"/>
                        <a:pt x="613" y="0"/>
                        <a:pt x="59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" name="Google Shape;1344;p1"/>
                <p:cNvSpPr/>
                <p:nvPr/>
              </p:nvSpPr>
              <p:spPr>
                <a:xfrm>
                  <a:off x="2814900" y="3911525"/>
                  <a:ext cx="33175" cy="38300"/>
                </a:xfrm>
                <a:custGeom>
                  <a:rect b="b" l="l" r="r" t="t"/>
                  <a:pathLst>
                    <a:path extrusionOk="0" h="1532" w="1327">
                      <a:moveTo>
                        <a:pt x="252" y="0"/>
                      </a:moveTo>
                      <a:cubicBezTo>
                        <a:pt x="221" y="0"/>
                        <a:pt x="194" y="17"/>
                        <a:pt x="183" y="45"/>
                      </a:cubicBezTo>
                      <a:cubicBezTo>
                        <a:pt x="166" y="45"/>
                        <a:pt x="158" y="37"/>
                        <a:pt x="150" y="37"/>
                      </a:cubicBezTo>
                      <a:cubicBezTo>
                        <a:pt x="141" y="33"/>
                        <a:pt x="131" y="32"/>
                        <a:pt x="122" y="32"/>
                      </a:cubicBezTo>
                      <a:cubicBezTo>
                        <a:pt x="88" y="32"/>
                        <a:pt x="53" y="52"/>
                        <a:pt x="34" y="78"/>
                      </a:cubicBezTo>
                      <a:cubicBezTo>
                        <a:pt x="1" y="112"/>
                        <a:pt x="1" y="161"/>
                        <a:pt x="25" y="203"/>
                      </a:cubicBezTo>
                      <a:cubicBezTo>
                        <a:pt x="50" y="261"/>
                        <a:pt x="75" y="319"/>
                        <a:pt x="108" y="377"/>
                      </a:cubicBezTo>
                      <a:cubicBezTo>
                        <a:pt x="108" y="385"/>
                        <a:pt x="117" y="402"/>
                        <a:pt x="125" y="418"/>
                      </a:cubicBezTo>
                      <a:cubicBezTo>
                        <a:pt x="150" y="468"/>
                        <a:pt x="175" y="518"/>
                        <a:pt x="208" y="576"/>
                      </a:cubicBezTo>
                      <a:cubicBezTo>
                        <a:pt x="198" y="572"/>
                        <a:pt x="189" y="571"/>
                        <a:pt x="179" y="571"/>
                      </a:cubicBezTo>
                      <a:cubicBezTo>
                        <a:pt x="112" y="571"/>
                        <a:pt x="45" y="643"/>
                        <a:pt x="67" y="708"/>
                      </a:cubicBezTo>
                      <a:cubicBezTo>
                        <a:pt x="191" y="1048"/>
                        <a:pt x="423" y="1338"/>
                        <a:pt x="730" y="1512"/>
                      </a:cubicBezTo>
                      <a:cubicBezTo>
                        <a:pt x="745" y="1522"/>
                        <a:pt x="763" y="1527"/>
                        <a:pt x="781" y="1527"/>
                      </a:cubicBezTo>
                      <a:cubicBezTo>
                        <a:pt x="821" y="1527"/>
                        <a:pt x="862" y="1504"/>
                        <a:pt x="879" y="1470"/>
                      </a:cubicBezTo>
                      <a:cubicBezTo>
                        <a:pt x="920" y="1445"/>
                        <a:pt x="937" y="1396"/>
                        <a:pt x="928" y="1354"/>
                      </a:cubicBezTo>
                      <a:cubicBezTo>
                        <a:pt x="928" y="1329"/>
                        <a:pt x="928" y="1305"/>
                        <a:pt x="912" y="1280"/>
                      </a:cubicBezTo>
                      <a:cubicBezTo>
                        <a:pt x="904" y="1247"/>
                        <a:pt x="879" y="1205"/>
                        <a:pt x="862" y="1172"/>
                      </a:cubicBezTo>
                      <a:lnTo>
                        <a:pt x="862" y="1139"/>
                      </a:lnTo>
                      <a:cubicBezTo>
                        <a:pt x="879" y="1155"/>
                        <a:pt x="895" y="1172"/>
                        <a:pt x="920" y="1189"/>
                      </a:cubicBezTo>
                      <a:cubicBezTo>
                        <a:pt x="978" y="1271"/>
                        <a:pt x="1036" y="1354"/>
                        <a:pt x="1078" y="1445"/>
                      </a:cubicBezTo>
                      <a:cubicBezTo>
                        <a:pt x="1099" y="1495"/>
                        <a:pt x="1138" y="1532"/>
                        <a:pt x="1185" y="1532"/>
                      </a:cubicBezTo>
                      <a:cubicBezTo>
                        <a:pt x="1193" y="1532"/>
                        <a:pt x="1201" y="1531"/>
                        <a:pt x="1210" y="1528"/>
                      </a:cubicBezTo>
                      <a:cubicBezTo>
                        <a:pt x="1268" y="1512"/>
                        <a:pt x="1310" y="1445"/>
                        <a:pt x="1285" y="1387"/>
                      </a:cubicBezTo>
                      <a:cubicBezTo>
                        <a:pt x="1268" y="1346"/>
                        <a:pt x="1252" y="1296"/>
                        <a:pt x="1235" y="1247"/>
                      </a:cubicBezTo>
                      <a:cubicBezTo>
                        <a:pt x="1235" y="1247"/>
                        <a:pt x="1243" y="1238"/>
                        <a:pt x="1243" y="1222"/>
                      </a:cubicBezTo>
                      <a:cubicBezTo>
                        <a:pt x="1252" y="1172"/>
                        <a:pt x="1235" y="1122"/>
                        <a:pt x="1227" y="1073"/>
                      </a:cubicBezTo>
                      <a:lnTo>
                        <a:pt x="1227" y="1073"/>
                      </a:lnTo>
                      <a:cubicBezTo>
                        <a:pt x="1233" y="1085"/>
                        <a:pt x="1252" y="1092"/>
                        <a:pt x="1269" y="1092"/>
                      </a:cubicBezTo>
                      <a:cubicBezTo>
                        <a:pt x="1275" y="1092"/>
                        <a:pt x="1280" y="1091"/>
                        <a:pt x="1285" y="1089"/>
                      </a:cubicBezTo>
                      <a:cubicBezTo>
                        <a:pt x="1301" y="1081"/>
                        <a:pt x="1326" y="1048"/>
                        <a:pt x="1318" y="1023"/>
                      </a:cubicBezTo>
                      <a:cubicBezTo>
                        <a:pt x="1293" y="973"/>
                        <a:pt x="1276" y="932"/>
                        <a:pt x="1260" y="890"/>
                      </a:cubicBezTo>
                      <a:cubicBezTo>
                        <a:pt x="1252" y="874"/>
                        <a:pt x="1252" y="865"/>
                        <a:pt x="1243" y="857"/>
                      </a:cubicBezTo>
                      <a:cubicBezTo>
                        <a:pt x="1235" y="841"/>
                        <a:pt x="1235" y="832"/>
                        <a:pt x="1227" y="824"/>
                      </a:cubicBezTo>
                      <a:cubicBezTo>
                        <a:pt x="1218" y="816"/>
                        <a:pt x="1218" y="807"/>
                        <a:pt x="1210" y="791"/>
                      </a:cubicBezTo>
                      <a:cubicBezTo>
                        <a:pt x="1202" y="783"/>
                        <a:pt x="1194" y="774"/>
                        <a:pt x="1185" y="758"/>
                      </a:cubicBezTo>
                      <a:cubicBezTo>
                        <a:pt x="1177" y="750"/>
                        <a:pt x="1167" y="746"/>
                        <a:pt x="1156" y="746"/>
                      </a:cubicBezTo>
                      <a:cubicBezTo>
                        <a:pt x="1134" y="746"/>
                        <a:pt x="1111" y="763"/>
                        <a:pt x="1111" y="791"/>
                      </a:cubicBezTo>
                      <a:cubicBezTo>
                        <a:pt x="1111" y="807"/>
                        <a:pt x="1111" y="816"/>
                        <a:pt x="1119" y="832"/>
                      </a:cubicBezTo>
                      <a:cubicBezTo>
                        <a:pt x="1119" y="841"/>
                        <a:pt x="1127" y="849"/>
                        <a:pt x="1127" y="865"/>
                      </a:cubicBezTo>
                      <a:cubicBezTo>
                        <a:pt x="1136" y="874"/>
                        <a:pt x="1136" y="882"/>
                        <a:pt x="1136" y="890"/>
                      </a:cubicBezTo>
                      <a:cubicBezTo>
                        <a:pt x="1119" y="857"/>
                        <a:pt x="1102" y="824"/>
                        <a:pt x="1078" y="791"/>
                      </a:cubicBezTo>
                      <a:cubicBezTo>
                        <a:pt x="1003" y="683"/>
                        <a:pt x="912" y="584"/>
                        <a:pt x="812" y="501"/>
                      </a:cubicBezTo>
                      <a:cubicBezTo>
                        <a:pt x="680" y="302"/>
                        <a:pt x="506" y="128"/>
                        <a:pt x="299" y="12"/>
                      </a:cubicBezTo>
                      <a:cubicBezTo>
                        <a:pt x="283" y="4"/>
                        <a:pt x="267" y="0"/>
                        <a:pt x="25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" name="Google Shape;1345;p1"/>
                <p:cNvSpPr/>
                <p:nvPr/>
              </p:nvSpPr>
              <p:spPr>
                <a:xfrm>
                  <a:off x="2801425" y="4126625"/>
                  <a:ext cx="25" cy="225"/>
                </a:xfrm>
                <a:custGeom>
                  <a:rect b="b" l="l" r="r" t="t"/>
                  <a:pathLst>
                    <a:path extrusionOk="0" h="9" w="1">
                      <a:moveTo>
                        <a:pt x="1" y="8"/>
                      </a:moveTo>
                      <a:cubicBezTo>
                        <a:pt x="1" y="8"/>
                        <a:pt x="1" y="0"/>
                        <a:pt x="1" y="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" name="Google Shape;1346;p1"/>
                <p:cNvSpPr/>
                <p:nvPr/>
              </p:nvSpPr>
              <p:spPr>
                <a:xfrm>
                  <a:off x="2791900" y="4093750"/>
                  <a:ext cx="108150" cy="47800"/>
                </a:xfrm>
                <a:custGeom>
                  <a:rect b="b" l="l" r="r" t="t"/>
                  <a:pathLst>
                    <a:path extrusionOk="0" h="1912" w="4326">
                      <a:moveTo>
                        <a:pt x="2344" y="1367"/>
                      </a:moveTo>
                      <a:cubicBezTo>
                        <a:pt x="2314" y="1376"/>
                        <a:pt x="2284" y="1391"/>
                        <a:pt x="2246" y="1406"/>
                      </a:cubicBezTo>
                      <a:cubicBezTo>
                        <a:pt x="2196" y="1423"/>
                        <a:pt x="2138" y="1439"/>
                        <a:pt x="2080" y="1456"/>
                      </a:cubicBezTo>
                      <a:cubicBezTo>
                        <a:pt x="2080" y="1456"/>
                        <a:pt x="2080" y="1448"/>
                        <a:pt x="2080" y="1439"/>
                      </a:cubicBezTo>
                      <a:cubicBezTo>
                        <a:pt x="2168" y="1415"/>
                        <a:pt x="2256" y="1391"/>
                        <a:pt x="2344" y="1367"/>
                      </a:cubicBezTo>
                      <a:close/>
                      <a:moveTo>
                        <a:pt x="979" y="1489"/>
                      </a:moveTo>
                      <a:cubicBezTo>
                        <a:pt x="1003" y="1497"/>
                        <a:pt x="1028" y="1514"/>
                        <a:pt x="1053" y="1522"/>
                      </a:cubicBezTo>
                      <a:lnTo>
                        <a:pt x="921" y="1522"/>
                      </a:lnTo>
                      <a:cubicBezTo>
                        <a:pt x="929" y="1514"/>
                        <a:pt x="929" y="1514"/>
                        <a:pt x="937" y="1514"/>
                      </a:cubicBezTo>
                      <a:cubicBezTo>
                        <a:pt x="945" y="1506"/>
                        <a:pt x="962" y="1506"/>
                        <a:pt x="970" y="1497"/>
                      </a:cubicBezTo>
                      <a:cubicBezTo>
                        <a:pt x="970" y="1497"/>
                        <a:pt x="979" y="1489"/>
                        <a:pt x="979" y="1489"/>
                      </a:cubicBezTo>
                      <a:close/>
                      <a:moveTo>
                        <a:pt x="1262" y="0"/>
                      </a:moveTo>
                      <a:cubicBezTo>
                        <a:pt x="1245" y="0"/>
                        <a:pt x="1228" y="9"/>
                        <a:pt x="1219" y="31"/>
                      </a:cubicBezTo>
                      <a:cubicBezTo>
                        <a:pt x="1169" y="147"/>
                        <a:pt x="1128" y="263"/>
                        <a:pt x="1061" y="379"/>
                      </a:cubicBezTo>
                      <a:cubicBezTo>
                        <a:pt x="1003" y="487"/>
                        <a:pt x="921" y="586"/>
                        <a:pt x="887" y="710"/>
                      </a:cubicBezTo>
                      <a:cubicBezTo>
                        <a:pt x="879" y="735"/>
                        <a:pt x="871" y="760"/>
                        <a:pt x="871" y="785"/>
                      </a:cubicBezTo>
                      <a:cubicBezTo>
                        <a:pt x="864" y="784"/>
                        <a:pt x="856" y="783"/>
                        <a:pt x="849" y="783"/>
                      </a:cubicBezTo>
                      <a:cubicBezTo>
                        <a:pt x="797" y="783"/>
                        <a:pt x="743" y="810"/>
                        <a:pt x="722" y="868"/>
                      </a:cubicBezTo>
                      <a:cubicBezTo>
                        <a:pt x="722" y="876"/>
                        <a:pt x="722" y="884"/>
                        <a:pt x="713" y="893"/>
                      </a:cubicBezTo>
                      <a:lnTo>
                        <a:pt x="705" y="893"/>
                      </a:lnTo>
                      <a:cubicBezTo>
                        <a:pt x="655" y="926"/>
                        <a:pt x="631" y="975"/>
                        <a:pt x="622" y="1025"/>
                      </a:cubicBezTo>
                      <a:cubicBezTo>
                        <a:pt x="581" y="1083"/>
                        <a:pt x="573" y="1149"/>
                        <a:pt x="581" y="1216"/>
                      </a:cubicBezTo>
                      <a:cubicBezTo>
                        <a:pt x="556" y="1158"/>
                        <a:pt x="515" y="1108"/>
                        <a:pt x="465" y="1058"/>
                      </a:cubicBezTo>
                      <a:cubicBezTo>
                        <a:pt x="415" y="1017"/>
                        <a:pt x="357" y="975"/>
                        <a:pt x="291" y="951"/>
                      </a:cubicBezTo>
                      <a:cubicBezTo>
                        <a:pt x="258" y="934"/>
                        <a:pt x="225" y="917"/>
                        <a:pt x="183" y="909"/>
                      </a:cubicBezTo>
                      <a:lnTo>
                        <a:pt x="158" y="909"/>
                      </a:lnTo>
                      <a:cubicBezTo>
                        <a:pt x="150" y="909"/>
                        <a:pt x="142" y="901"/>
                        <a:pt x="133" y="901"/>
                      </a:cubicBezTo>
                      <a:lnTo>
                        <a:pt x="84" y="901"/>
                      </a:lnTo>
                      <a:cubicBezTo>
                        <a:pt x="77" y="899"/>
                        <a:pt x="71" y="898"/>
                        <a:pt x="65" y="898"/>
                      </a:cubicBezTo>
                      <a:cubicBezTo>
                        <a:pt x="47" y="898"/>
                        <a:pt x="30" y="907"/>
                        <a:pt x="17" y="926"/>
                      </a:cubicBezTo>
                      <a:cubicBezTo>
                        <a:pt x="1" y="951"/>
                        <a:pt x="1" y="984"/>
                        <a:pt x="26" y="1000"/>
                      </a:cubicBezTo>
                      <a:cubicBezTo>
                        <a:pt x="34" y="1009"/>
                        <a:pt x="51" y="1017"/>
                        <a:pt x="59" y="1033"/>
                      </a:cubicBezTo>
                      <a:cubicBezTo>
                        <a:pt x="67" y="1033"/>
                        <a:pt x="67" y="1042"/>
                        <a:pt x="75" y="1042"/>
                      </a:cubicBezTo>
                      <a:cubicBezTo>
                        <a:pt x="84" y="1050"/>
                        <a:pt x="84" y="1050"/>
                        <a:pt x="92" y="1058"/>
                      </a:cubicBezTo>
                      <a:cubicBezTo>
                        <a:pt x="100" y="1058"/>
                        <a:pt x="109" y="1067"/>
                        <a:pt x="109" y="1067"/>
                      </a:cubicBezTo>
                      <a:lnTo>
                        <a:pt x="133" y="1091"/>
                      </a:lnTo>
                      <a:cubicBezTo>
                        <a:pt x="150" y="1100"/>
                        <a:pt x="158" y="1108"/>
                        <a:pt x="175" y="1116"/>
                      </a:cubicBezTo>
                      <a:cubicBezTo>
                        <a:pt x="200" y="1133"/>
                        <a:pt x="225" y="1149"/>
                        <a:pt x="249" y="1166"/>
                      </a:cubicBezTo>
                      <a:cubicBezTo>
                        <a:pt x="258" y="1166"/>
                        <a:pt x="258" y="1174"/>
                        <a:pt x="266" y="1174"/>
                      </a:cubicBezTo>
                      <a:cubicBezTo>
                        <a:pt x="274" y="1183"/>
                        <a:pt x="291" y="1199"/>
                        <a:pt x="299" y="1207"/>
                      </a:cubicBezTo>
                      <a:cubicBezTo>
                        <a:pt x="307" y="1216"/>
                        <a:pt x="316" y="1224"/>
                        <a:pt x="324" y="1232"/>
                      </a:cubicBezTo>
                      <a:cubicBezTo>
                        <a:pt x="332" y="1241"/>
                        <a:pt x="332" y="1241"/>
                        <a:pt x="341" y="1249"/>
                      </a:cubicBezTo>
                      <a:cubicBezTo>
                        <a:pt x="349" y="1265"/>
                        <a:pt x="365" y="1290"/>
                        <a:pt x="382" y="1315"/>
                      </a:cubicBezTo>
                      <a:lnTo>
                        <a:pt x="387" y="1325"/>
                      </a:lnTo>
                      <a:lnTo>
                        <a:pt x="387" y="1325"/>
                      </a:lnTo>
                      <a:cubicBezTo>
                        <a:pt x="385" y="1323"/>
                        <a:pt x="382" y="1323"/>
                        <a:pt x="382" y="1323"/>
                      </a:cubicBezTo>
                      <a:lnTo>
                        <a:pt x="382" y="1323"/>
                      </a:lnTo>
                      <a:cubicBezTo>
                        <a:pt x="382" y="1323"/>
                        <a:pt x="390" y="1332"/>
                        <a:pt x="390" y="1332"/>
                      </a:cubicBezTo>
                      <a:cubicBezTo>
                        <a:pt x="390" y="1340"/>
                        <a:pt x="399" y="1348"/>
                        <a:pt x="399" y="1365"/>
                      </a:cubicBezTo>
                      <a:cubicBezTo>
                        <a:pt x="399" y="1365"/>
                        <a:pt x="399" y="1373"/>
                        <a:pt x="399" y="1381"/>
                      </a:cubicBezTo>
                      <a:cubicBezTo>
                        <a:pt x="399" y="1406"/>
                        <a:pt x="407" y="1439"/>
                        <a:pt x="423" y="1464"/>
                      </a:cubicBezTo>
                      <a:cubicBezTo>
                        <a:pt x="448" y="1497"/>
                        <a:pt x="473" y="1522"/>
                        <a:pt x="515" y="1522"/>
                      </a:cubicBezTo>
                      <a:cubicBezTo>
                        <a:pt x="556" y="1522"/>
                        <a:pt x="589" y="1497"/>
                        <a:pt x="614" y="1464"/>
                      </a:cubicBezTo>
                      <a:cubicBezTo>
                        <a:pt x="631" y="1439"/>
                        <a:pt x="631" y="1406"/>
                        <a:pt x="631" y="1373"/>
                      </a:cubicBezTo>
                      <a:cubicBezTo>
                        <a:pt x="655" y="1423"/>
                        <a:pt x="689" y="1464"/>
                        <a:pt x="730" y="1489"/>
                      </a:cubicBezTo>
                      <a:cubicBezTo>
                        <a:pt x="705" y="1497"/>
                        <a:pt x="672" y="1514"/>
                        <a:pt x="655" y="1547"/>
                      </a:cubicBezTo>
                      <a:cubicBezTo>
                        <a:pt x="622" y="1605"/>
                        <a:pt x="647" y="1663"/>
                        <a:pt x="697" y="1696"/>
                      </a:cubicBezTo>
                      <a:cubicBezTo>
                        <a:pt x="730" y="1729"/>
                        <a:pt x="763" y="1746"/>
                        <a:pt x="805" y="1763"/>
                      </a:cubicBezTo>
                      <a:cubicBezTo>
                        <a:pt x="945" y="1895"/>
                        <a:pt x="1169" y="1912"/>
                        <a:pt x="1360" y="1912"/>
                      </a:cubicBezTo>
                      <a:cubicBezTo>
                        <a:pt x="1641" y="1903"/>
                        <a:pt x="1931" y="1862"/>
                        <a:pt x="2196" y="1746"/>
                      </a:cubicBezTo>
                      <a:cubicBezTo>
                        <a:pt x="2246" y="1729"/>
                        <a:pt x="2288" y="1680"/>
                        <a:pt x="2271" y="1622"/>
                      </a:cubicBezTo>
                      <a:cubicBezTo>
                        <a:pt x="2354" y="1597"/>
                        <a:pt x="2428" y="1564"/>
                        <a:pt x="2503" y="1531"/>
                      </a:cubicBezTo>
                      <a:cubicBezTo>
                        <a:pt x="2619" y="1473"/>
                        <a:pt x="2727" y="1398"/>
                        <a:pt x="2843" y="1357"/>
                      </a:cubicBezTo>
                      <a:cubicBezTo>
                        <a:pt x="3050" y="1274"/>
                        <a:pt x="3282" y="1265"/>
                        <a:pt x="3497" y="1249"/>
                      </a:cubicBezTo>
                      <a:cubicBezTo>
                        <a:pt x="3696" y="1241"/>
                        <a:pt x="3895" y="1207"/>
                        <a:pt x="4077" y="1141"/>
                      </a:cubicBezTo>
                      <a:cubicBezTo>
                        <a:pt x="4135" y="1125"/>
                        <a:pt x="4185" y="1100"/>
                        <a:pt x="4235" y="1067"/>
                      </a:cubicBezTo>
                      <a:cubicBezTo>
                        <a:pt x="4326" y="1018"/>
                        <a:pt x="4269" y="886"/>
                        <a:pt x="4184" y="886"/>
                      </a:cubicBezTo>
                      <a:cubicBezTo>
                        <a:pt x="4169" y="886"/>
                        <a:pt x="4152" y="891"/>
                        <a:pt x="4135" y="901"/>
                      </a:cubicBezTo>
                      <a:cubicBezTo>
                        <a:pt x="4052" y="946"/>
                        <a:pt x="3964" y="960"/>
                        <a:pt x="3873" y="960"/>
                      </a:cubicBezTo>
                      <a:cubicBezTo>
                        <a:pt x="3746" y="960"/>
                        <a:pt x="3615" y="932"/>
                        <a:pt x="3489" y="917"/>
                      </a:cubicBezTo>
                      <a:cubicBezTo>
                        <a:pt x="3453" y="914"/>
                        <a:pt x="3418" y="912"/>
                        <a:pt x="3383" y="912"/>
                      </a:cubicBezTo>
                      <a:cubicBezTo>
                        <a:pt x="3184" y="912"/>
                        <a:pt x="2999" y="966"/>
                        <a:pt x="2801" y="1009"/>
                      </a:cubicBezTo>
                      <a:cubicBezTo>
                        <a:pt x="2553" y="1075"/>
                        <a:pt x="2304" y="1125"/>
                        <a:pt x="2056" y="1174"/>
                      </a:cubicBezTo>
                      <a:cubicBezTo>
                        <a:pt x="1926" y="1196"/>
                        <a:pt x="1773" y="1242"/>
                        <a:pt x="1628" y="1242"/>
                      </a:cubicBezTo>
                      <a:cubicBezTo>
                        <a:pt x="1551" y="1242"/>
                        <a:pt x="1476" y="1229"/>
                        <a:pt x="1409" y="1191"/>
                      </a:cubicBezTo>
                      <a:cubicBezTo>
                        <a:pt x="1244" y="1100"/>
                        <a:pt x="1161" y="909"/>
                        <a:pt x="1144" y="727"/>
                      </a:cubicBezTo>
                      <a:cubicBezTo>
                        <a:pt x="1144" y="710"/>
                        <a:pt x="1136" y="694"/>
                        <a:pt x="1119" y="677"/>
                      </a:cubicBezTo>
                      <a:cubicBezTo>
                        <a:pt x="1210" y="478"/>
                        <a:pt x="1335" y="288"/>
                        <a:pt x="1326" y="56"/>
                      </a:cubicBezTo>
                      <a:cubicBezTo>
                        <a:pt x="1321" y="25"/>
                        <a:pt x="1290" y="0"/>
                        <a:pt x="1262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" name="Google Shape;1347;p1"/>
                <p:cNvSpPr/>
                <p:nvPr/>
              </p:nvSpPr>
              <p:spPr>
                <a:xfrm>
                  <a:off x="2702225" y="4349375"/>
                  <a:ext cx="33675" cy="48075"/>
                </a:xfrm>
                <a:custGeom>
                  <a:rect b="b" l="l" r="r" t="t"/>
                  <a:pathLst>
                    <a:path extrusionOk="0" h="1923" w="1347">
                      <a:moveTo>
                        <a:pt x="1201" y="0"/>
                      </a:moveTo>
                      <a:cubicBezTo>
                        <a:pt x="1184" y="0"/>
                        <a:pt x="1167" y="4"/>
                        <a:pt x="1152" y="14"/>
                      </a:cubicBezTo>
                      <a:cubicBezTo>
                        <a:pt x="994" y="96"/>
                        <a:pt x="870" y="270"/>
                        <a:pt x="754" y="411"/>
                      </a:cubicBezTo>
                      <a:cubicBezTo>
                        <a:pt x="638" y="552"/>
                        <a:pt x="539" y="718"/>
                        <a:pt x="439" y="875"/>
                      </a:cubicBezTo>
                      <a:cubicBezTo>
                        <a:pt x="348" y="1033"/>
                        <a:pt x="257" y="1190"/>
                        <a:pt x="174" y="1356"/>
                      </a:cubicBezTo>
                      <a:cubicBezTo>
                        <a:pt x="100" y="1522"/>
                        <a:pt x="25" y="1687"/>
                        <a:pt x="0" y="1878"/>
                      </a:cubicBezTo>
                      <a:cubicBezTo>
                        <a:pt x="0" y="1905"/>
                        <a:pt x="26" y="1923"/>
                        <a:pt x="51" y="1923"/>
                      </a:cubicBezTo>
                      <a:cubicBezTo>
                        <a:pt x="72" y="1923"/>
                        <a:pt x="92" y="1912"/>
                        <a:pt x="100" y="1886"/>
                      </a:cubicBezTo>
                      <a:cubicBezTo>
                        <a:pt x="174" y="1538"/>
                        <a:pt x="431" y="1256"/>
                        <a:pt x="630" y="966"/>
                      </a:cubicBezTo>
                      <a:cubicBezTo>
                        <a:pt x="721" y="826"/>
                        <a:pt x="829" y="685"/>
                        <a:pt x="936" y="552"/>
                      </a:cubicBezTo>
                      <a:cubicBezTo>
                        <a:pt x="1052" y="420"/>
                        <a:pt x="1193" y="295"/>
                        <a:pt x="1293" y="154"/>
                      </a:cubicBezTo>
                      <a:cubicBezTo>
                        <a:pt x="1347" y="80"/>
                        <a:pt x="1274" y="0"/>
                        <a:pt x="120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" name="Google Shape;1348;p1"/>
                <p:cNvSpPr/>
                <p:nvPr/>
              </p:nvSpPr>
              <p:spPr>
                <a:xfrm>
                  <a:off x="2719825" y="4366400"/>
                  <a:ext cx="12250" cy="16725"/>
                </a:xfrm>
                <a:custGeom>
                  <a:rect b="b" l="l" r="r" t="t"/>
                  <a:pathLst>
                    <a:path extrusionOk="0" h="669" w="490">
                      <a:moveTo>
                        <a:pt x="383" y="0"/>
                      </a:moveTo>
                      <a:cubicBezTo>
                        <a:pt x="365" y="0"/>
                        <a:pt x="347" y="5"/>
                        <a:pt x="332" y="12"/>
                      </a:cubicBezTo>
                      <a:cubicBezTo>
                        <a:pt x="282" y="45"/>
                        <a:pt x="249" y="95"/>
                        <a:pt x="216" y="145"/>
                      </a:cubicBezTo>
                      <a:cubicBezTo>
                        <a:pt x="174" y="186"/>
                        <a:pt x="141" y="236"/>
                        <a:pt x="108" y="285"/>
                      </a:cubicBezTo>
                      <a:cubicBezTo>
                        <a:pt x="50" y="377"/>
                        <a:pt x="9" y="493"/>
                        <a:pt x="0" y="609"/>
                      </a:cubicBezTo>
                      <a:cubicBezTo>
                        <a:pt x="0" y="633"/>
                        <a:pt x="25" y="658"/>
                        <a:pt x="50" y="667"/>
                      </a:cubicBezTo>
                      <a:cubicBezTo>
                        <a:pt x="56" y="668"/>
                        <a:pt x="62" y="669"/>
                        <a:pt x="68" y="669"/>
                      </a:cubicBezTo>
                      <a:cubicBezTo>
                        <a:pt x="92" y="669"/>
                        <a:pt x="111" y="655"/>
                        <a:pt x="125" y="642"/>
                      </a:cubicBezTo>
                      <a:cubicBezTo>
                        <a:pt x="183" y="559"/>
                        <a:pt x="232" y="468"/>
                        <a:pt x="282" y="385"/>
                      </a:cubicBezTo>
                      <a:cubicBezTo>
                        <a:pt x="290" y="360"/>
                        <a:pt x="307" y="343"/>
                        <a:pt x="324" y="327"/>
                      </a:cubicBezTo>
                      <a:cubicBezTo>
                        <a:pt x="332" y="310"/>
                        <a:pt x="340" y="302"/>
                        <a:pt x="348" y="294"/>
                      </a:cubicBezTo>
                      <a:cubicBezTo>
                        <a:pt x="348" y="294"/>
                        <a:pt x="348" y="285"/>
                        <a:pt x="348" y="285"/>
                      </a:cubicBezTo>
                      <a:cubicBezTo>
                        <a:pt x="348" y="285"/>
                        <a:pt x="357" y="285"/>
                        <a:pt x="357" y="277"/>
                      </a:cubicBezTo>
                      <a:cubicBezTo>
                        <a:pt x="382" y="244"/>
                        <a:pt x="423" y="211"/>
                        <a:pt x="448" y="169"/>
                      </a:cubicBezTo>
                      <a:cubicBezTo>
                        <a:pt x="456" y="161"/>
                        <a:pt x="464" y="161"/>
                        <a:pt x="464" y="153"/>
                      </a:cubicBezTo>
                      <a:cubicBezTo>
                        <a:pt x="464" y="153"/>
                        <a:pt x="464" y="153"/>
                        <a:pt x="464" y="145"/>
                      </a:cubicBezTo>
                      <a:cubicBezTo>
                        <a:pt x="473" y="145"/>
                        <a:pt x="473" y="136"/>
                        <a:pt x="481" y="128"/>
                      </a:cubicBezTo>
                      <a:cubicBezTo>
                        <a:pt x="489" y="87"/>
                        <a:pt x="473" y="45"/>
                        <a:pt x="440" y="20"/>
                      </a:cubicBezTo>
                      <a:cubicBezTo>
                        <a:pt x="426" y="7"/>
                        <a:pt x="405" y="0"/>
                        <a:pt x="38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" name="Google Shape;1349;p1"/>
                <p:cNvSpPr/>
                <p:nvPr/>
              </p:nvSpPr>
              <p:spPr>
                <a:xfrm>
                  <a:off x="2729550" y="4371275"/>
                  <a:ext cx="5225" cy="7450"/>
                </a:xfrm>
                <a:custGeom>
                  <a:rect b="b" l="l" r="r" t="t"/>
                  <a:pathLst>
                    <a:path extrusionOk="0" h="298" w="209">
                      <a:moveTo>
                        <a:pt x="175" y="1"/>
                      </a:moveTo>
                      <a:cubicBezTo>
                        <a:pt x="169" y="1"/>
                        <a:pt x="163" y="3"/>
                        <a:pt x="158" y="8"/>
                      </a:cubicBezTo>
                      <a:cubicBezTo>
                        <a:pt x="150" y="16"/>
                        <a:pt x="142" y="24"/>
                        <a:pt x="133" y="32"/>
                      </a:cubicBezTo>
                      <a:cubicBezTo>
                        <a:pt x="117" y="41"/>
                        <a:pt x="117" y="49"/>
                        <a:pt x="109" y="57"/>
                      </a:cubicBezTo>
                      <a:cubicBezTo>
                        <a:pt x="100" y="74"/>
                        <a:pt x="84" y="90"/>
                        <a:pt x="75" y="107"/>
                      </a:cubicBezTo>
                      <a:cubicBezTo>
                        <a:pt x="51" y="140"/>
                        <a:pt x="34" y="182"/>
                        <a:pt x="9" y="215"/>
                      </a:cubicBezTo>
                      <a:cubicBezTo>
                        <a:pt x="1" y="240"/>
                        <a:pt x="9" y="273"/>
                        <a:pt x="34" y="289"/>
                      </a:cubicBezTo>
                      <a:cubicBezTo>
                        <a:pt x="43" y="295"/>
                        <a:pt x="53" y="298"/>
                        <a:pt x="62" y="298"/>
                      </a:cubicBezTo>
                      <a:cubicBezTo>
                        <a:pt x="79" y="298"/>
                        <a:pt x="95" y="289"/>
                        <a:pt x="100" y="273"/>
                      </a:cubicBezTo>
                      <a:cubicBezTo>
                        <a:pt x="125" y="231"/>
                        <a:pt x="142" y="198"/>
                        <a:pt x="167" y="165"/>
                      </a:cubicBezTo>
                      <a:cubicBezTo>
                        <a:pt x="175" y="140"/>
                        <a:pt x="183" y="124"/>
                        <a:pt x="191" y="107"/>
                      </a:cubicBezTo>
                      <a:cubicBezTo>
                        <a:pt x="191" y="90"/>
                        <a:pt x="200" y="82"/>
                        <a:pt x="200" y="74"/>
                      </a:cubicBezTo>
                      <a:cubicBezTo>
                        <a:pt x="208" y="57"/>
                        <a:pt x="208" y="49"/>
                        <a:pt x="208" y="32"/>
                      </a:cubicBezTo>
                      <a:cubicBezTo>
                        <a:pt x="208" y="15"/>
                        <a:pt x="191" y="1"/>
                        <a:pt x="17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" name="Google Shape;1350;p1"/>
                <p:cNvSpPr/>
                <p:nvPr/>
              </p:nvSpPr>
              <p:spPr>
                <a:xfrm>
                  <a:off x="2752275" y="4243400"/>
                  <a:ext cx="41975" cy="77325"/>
                </a:xfrm>
                <a:custGeom>
                  <a:rect b="b" l="l" r="r" t="t"/>
                  <a:pathLst>
                    <a:path extrusionOk="0" h="3093" w="1679">
                      <a:moveTo>
                        <a:pt x="1574" y="1"/>
                      </a:moveTo>
                      <a:cubicBezTo>
                        <a:pt x="1561" y="1"/>
                        <a:pt x="1548" y="4"/>
                        <a:pt x="1536" y="10"/>
                      </a:cubicBezTo>
                      <a:cubicBezTo>
                        <a:pt x="1445" y="68"/>
                        <a:pt x="1379" y="168"/>
                        <a:pt x="1312" y="251"/>
                      </a:cubicBezTo>
                      <a:cubicBezTo>
                        <a:pt x="1246" y="342"/>
                        <a:pt x="1188" y="441"/>
                        <a:pt x="1130" y="541"/>
                      </a:cubicBezTo>
                      <a:cubicBezTo>
                        <a:pt x="1022" y="731"/>
                        <a:pt x="940" y="938"/>
                        <a:pt x="873" y="1154"/>
                      </a:cubicBezTo>
                      <a:cubicBezTo>
                        <a:pt x="840" y="1262"/>
                        <a:pt x="824" y="1369"/>
                        <a:pt x="790" y="1477"/>
                      </a:cubicBezTo>
                      <a:cubicBezTo>
                        <a:pt x="757" y="1585"/>
                        <a:pt x="699" y="1676"/>
                        <a:pt x="625" y="1759"/>
                      </a:cubicBezTo>
                      <a:cubicBezTo>
                        <a:pt x="476" y="1924"/>
                        <a:pt x="351" y="2107"/>
                        <a:pt x="260" y="2306"/>
                      </a:cubicBezTo>
                      <a:cubicBezTo>
                        <a:pt x="202" y="2421"/>
                        <a:pt x="152" y="2537"/>
                        <a:pt x="111" y="2662"/>
                      </a:cubicBezTo>
                      <a:cubicBezTo>
                        <a:pt x="70" y="2778"/>
                        <a:pt x="45" y="2902"/>
                        <a:pt x="12" y="3026"/>
                      </a:cubicBezTo>
                      <a:cubicBezTo>
                        <a:pt x="1" y="3065"/>
                        <a:pt x="33" y="3092"/>
                        <a:pt x="63" y="3092"/>
                      </a:cubicBezTo>
                      <a:cubicBezTo>
                        <a:pt x="79" y="3092"/>
                        <a:pt x="94" y="3085"/>
                        <a:pt x="103" y="3068"/>
                      </a:cubicBezTo>
                      <a:cubicBezTo>
                        <a:pt x="194" y="2869"/>
                        <a:pt x="285" y="2662"/>
                        <a:pt x="393" y="2471"/>
                      </a:cubicBezTo>
                      <a:cubicBezTo>
                        <a:pt x="492" y="2272"/>
                        <a:pt x="608" y="2090"/>
                        <a:pt x="757" y="1924"/>
                      </a:cubicBezTo>
                      <a:cubicBezTo>
                        <a:pt x="832" y="1850"/>
                        <a:pt x="898" y="1775"/>
                        <a:pt x="948" y="1676"/>
                      </a:cubicBezTo>
                      <a:cubicBezTo>
                        <a:pt x="989" y="1576"/>
                        <a:pt x="1014" y="1469"/>
                        <a:pt x="1047" y="1353"/>
                      </a:cubicBezTo>
                      <a:cubicBezTo>
                        <a:pt x="1097" y="1146"/>
                        <a:pt x="1172" y="930"/>
                        <a:pt x="1271" y="740"/>
                      </a:cubicBezTo>
                      <a:cubicBezTo>
                        <a:pt x="1321" y="624"/>
                        <a:pt x="1387" y="524"/>
                        <a:pt x="1453" y="416"/>
                      </a:cubicBezTo>
                      <a:cubicBezTo>
                        <a:pt x="1520" y="317"/>
                        <a:pt x="1611" y="218"/>
                        <a:pt x="1652" y="102"/>
                      </a:cubicBezTo>
                      <a:cubicBezTo>
                        <a:pt x="1679" y="49"/>
                        <a:pt x="1626" y="1"/>
                        <a:pt x="157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" name="Google Shape;1351;p1"/>
                <p:cNvSpPr/>
                <p:nvPr/>
              </p:nvSpPr>
              <p:spPr>
                <a:xfrm>
                  <a:off x="2781750" y="4257275"/>
                  <a:ext cx="8725" cy="14225"/>
                </a:xfrm>
                <a:custGeom>
                  <a:rect b="b" l="l" r="r" t="t"/>
                  <a:pathLst>
                    <a:path extrusionOk="0" h="569" w="349">
                      <a:moveTo>
                        <a:pt x="288" y="0"/>
                      </a:moveTo>
                      <a:cubicBezTo>
                        <a:pt x="283" y="0"/>
                        <a:pt x="279" y="1"/>
                        <a:pt x="274" y="2"/>
                      </a:cubicBezTo>
                      <a:cubicBezTo>
                        <a:pt x="216" y="19"/>
                        <a:pt x="191" y="69"/>
                        <a:pt x="175" y="118"/>
                      </a:cubicBezTo>
                      <a:cubicBezTo>
                        <a:pt x="150" y="160"/>
                        <a:pt x="133" y="201"/>
                        <a:pt x="117" y="243"/>
                      </a:cubicBezTo>
                      <a:cubicBezTo>
                        <a:pt x="75" y="325"/>
                        <a:pt x="51" y="417"/>
                        <a:pt x="9" y="499"/>
                      </a:cubicBezTo>
                      <a:cubicBezTo>
                        <a:pt x="1" y="524"/>
                        <a:pt x="17" y="557"/>
                        <a:pt x="42" y="566"/>
                      </a:cubicBezTo>
                      <a:cubicBezTo>
                        <a:pt x="48" y="568"/>
                        <a:pt x="55" y="569"/>
                        <a:pt x="61" y="569"/>
                      </a:cubicBezTo>
                      <a:cubicBezTo>
                        <a:pt x="79" y="569"/>
                        <a:pt x="96" y="559"/>
                        <a:pt x="109" y="541"/>
                      </a:cubicBezTo>
                      <a:cubicBezTo>
                        <a:pt x="150" y="466"/>
                        <a:pt x="200" y="392"/>
                        <a:pt x="241" y="309"/>
                      </a:cubicBezTo>
                      <a:cubicBezTo>
                        <a:pt x="266" y="267"/>
                        <a:pt x="283" y="234"/>
                        <a:pt x="299" y="193"/>
                      </a:cubicBezTo>
                      <a:cubicBezTo>
                        <a:pt x="316" y="168"/>
                        <a:pt x="324" y="151"/>
                        <a:pt x="332" y="127"/>
                      </a:cubicBezTo>
                      <a:cubicBezTo>
                        <a:pt x="341" y="102"/>
                        <a:pt x="349" y="60"/>
                        <a:pt x="341" y="44"/>
                      </a:cubicBezTo>
                      <a:cubicBezTo>
                        <a:pt x="334" y="16"/>
                        <a:pt x="310" y="0"/>
                        <a:pt x="28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" name="Google Shape;1352;p1"/>
                <p:cNvSpPr/>
                <p:nvPr/>
              </p:nvSpPr>
              <p:spPr>
                <a:xfrm>
                  <a:off x="2787350" y="4263075"/>
                  <a:ext cx="5625" cy="8550"/>
                </a:xfrm>
                <a:custGeom>
                  <a:rect b="b" l="l" r="r" t="t"/>
                  <a:pathLst>
                    <a:path extrusionOk="0" h="342" w="225">
                      <a:moveTo>
                        <a:pt x="170" y="1"/>
                      </a:moveTo>
                      <a:cubicBezTo>
                        <a:pt x="136" y="1"/>
                        <a:pt x="115" y="30"/>
                        <a:pt x="100" y="52"/>
                      </a:cubicBezTo>
                      <a:cubicBezTo>
                        <a:pt x="83" y="77"/>
                        <a:pt x="67" y="93"/>
                        <a:pt x="59" y="118"/>
                      </a:cubicBezTo>
                      <a:cubicBezTo>
                        <a:pt x="34" y="168"/>
                        <a:pt x="17" y="218"/>
                        <a:pt x="9" y="267"/>
                      </a:cubicBezTo>
                      <a:cubicBezTo>
                        <a:pt x="1" y="301"/>
                        <a:pt x="17" y="334"/>
                        <a:pt x="50" y="342"/>
                      </a:cubicBezTo>
                      <a:cubicBezTo>
                        <a:pt x="75" y="342"/>
                        <a:pt x="108" y="334"/>
                        <a:pt x="117" y="301"/>
                      </a:cubicBezTo>
                      <a:cubicBezTo>
                        <a:pt x="117" y="276"/>
                        <a:pt x="125" y="251"/>
                        <a:pt x="133" y="234"/>
                      </a:cubicBezTo>
                      <a:cubicBezTo>
                        <a:pt x="141" y="226"/>
                        <a:pt x="141" y="218"/>
                        <a:pt x="141" y="218"/>
                      </a:cubicBezTo>
                      <a:cubicBezTo>
                        <a:pt x="141" y="218"/>
                        <a:pt x="141" y="209"/>
                        <a:pt x="141" y="209"/>
                      </a:cubicBezTo>
                      <a:cubicBezTo>
                        <a:pt x="150" y="201"/>
                        <a:pt x="158" y="185"/>
                        <a:pt x="158" y="176"/>
                      </a:cubicBezTo>
                      <a:cubicBezTo>
                        <a:pt x="175" y="151"/>
                        <a:pt x="183" y="135"/>
                        <a:pt x="191" y="118"/>
                      </a:cubicBezTo>
                      <a:cubicBezTo>
                        <a:pt x="208" y="85"/>
                        <a:pt x="224" y="60"/>
                        <a:pt x="216" y="27"/>
                      </a:cubicBezTo>
                      <a:cubicBezTo>
                        <a:pt x="208" y="11"/>
                        <a:pt x="199" y="2"/>
                        <a:pt x="183" y="2"/>
                      </a:cubicBezTo>
                      <a:cubicBezTo>
                        <a:pt x="178" y="1"/>
                        <a:pt x="174" y="1"/>
                        <a:pt x="17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" name="Google Shape;1353;p1"/>
                <p:cNvSpPr/>
                <p:nvPr/>
              </p:nvSpPr>
              <p:spPr>
                <a:xfrm>
                  <a:off x="2801600" y="4196250"/>
                  <a:ext cx="14350" cy="31275"/>
                </a:xfrm>
                <a:custGeom>
                  <a:rect b="b" l="l" r="r" t="t"/>
                  <a:pathLst>
                    <a:path extrusionOk="0" h="1251" w="574">
                      <a:moveTo>
                        <a:pt x="469" y="1"/>
                      </a:moveTo>
                      <a:cubicBezTo>
                        <a:pt x="433" y="1"/>
                        <a:pt x="400" y="18"/>
                        <a:pt x="375" y="49"/>
                      </a:cubicBezTo>
                      <a:cubicBezTo>
                        <a:pt x="317" y="132"/>
                        <a:pt x="284" y="239"/>
                        <a:pt x="251" y="339"/>
                      </a:cubicBezTo>
                      <a:cubicBezTo>
                        <a:pt x="209" y="422"/>
                        <a:pt x="176" y="513"/>
                        <a:pt x="143" y="604"/>
                      </a:cubicBezTo>
                      <a:cubicBezTo>
                        <a:pt x="85" y="786"/>
                        <a:pt x="52" y="985"/>
                        <a:pt x="11" y="1176"/>
                      </a:cubicBezTo>
                      <a:cubicBezTo>
                        <a:pt x="0" y="1221"/>
                        <a:pt x="36" y="1251"/>
                        <a:pt x="71" y="1251"/>
                      </a:cubicBezTo>
                      <a:cubicBezTo>
                        <a:pt x="94" y="1251"/>
                        <a:pt x="117" y="1238"/>
                        <a:pt x="127" y="1209"/>
                      </a:cubicBezTo>
                      <a:cubicBezTo>
                        <a:pt x="176" y="1018"/>
                        <a:pt x="259" y="844"/>
                        <a:pt x="334" y="662"/>
                      </a:cubicBezTo>
                      <a:cubicBezTo>
                        <a:pt x="367" y="579"/>
                        <a:pt x="400" y="488"/>
                        <a:pt x="441" y="405"/>
                      </a:cubicBezTo>
                      <a:cubicBezTo>
                        <a:pt x="475" y="314"/>
                        <a:pt x="533" y="223"/>
                        <a:pt x="566" y="132"/>
                      </a:cubicBezTo>
                      <a:cubicBezTo>
                        <a:pt x="574" y="82"/>
                        <a:pt x="549" y="24"/>
                        <a:pt x="508" y="7"/>
                      </a:cubicBezTo>
                      <a:cubicBezTo>
                        <a:pt x="495" y="3"/>
                        <a:pt x="482" y="1"/>
                        <a:pt x="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" name="Google Shape;1354;p1"/>
                <p:cNvSpPr/>
                <p:nvPr/>
              </p:nvSpPr>
              <p:spPr>
                <a:xfrm>
                  <a:off x="2795850" y="3865325"/>
                  <a:ext cx="33150" cy="23125"/>
                </a:xfrm>
                <a:custGeom>
                  <a:rect b="b" l="l" r="r" t="t"/>
                  <a:pathLst>
                    <a:path extrusionOk="0" h="925" w="1326">
                      <a:moveTo>
                        <a:pt x="171" y="1"/>
                      </a:moveTo>
                      <a:cubicBezTo>
                        <a:pt x="126" y="1"/>
                        <a:pt x="82" y="9"/>
                        <a:pt x="42" y="29"/>
                      </a:cubicBezTo>
                      <a:cubicBezTo>
                        <a:pt x="0" y="46"/>
                        <a:pt x="0" y="112"/>
                        <a:pt x="42" y="128"/>
                      </a:cubicBezTo>
                      <a:cubicBezTo>
                        <a:pt x="141" y="178"/>
                        <a:pt x="257" y="186"/>
                        <a:pt x="365" y="228"/>
                      </a:cubicBezTo>
                      <a:cubicBezTo>
                        <a:pt x="473" y="286"/>
                        <a:pt x="572" y="352"/>
                        <a:pt x="655" y="427"/>
                      </a:cubicBezTo>
                      <a:cubicBezTo>
                        <a:pt x="746" y="510"/>
                        <a:pt x="837" y="592"/>
                        <a:pt x="920" y="684"/>
                      </a:cubicBezTo>
                      <a:cubicBezTo>
                        <a:pt x="978" y="733"/>
                        <a:pt x="1028" y="783"/>
                        <a:pt x="1086" y="833"/>
                      </a:cubicBezTo>
                      <a:cubicBezTo>
                        <a:pt x="1132" y="871"/>
                        <a:pt x="1186" y="925"/>
                        <a:pt x="1254" y="925"/>
                      </a:cubicBezTo>
                      <a:cubicBezTo>
                        <a:pt x="1258" y="925"/>
                        <a:pt x="1263" y="924"/>
                        <a:pt x="1268" y="924"/>
                      </a:cubicBezTo>
                      <a:cubicBezTo>
                        <a:pt x="1293" y="924"/>
                        <a:pt x="1318" y="907"/>
                        <a:pt x="1318" y="874"/>
                      </a:cubicBezTo>
                      <a:cubicBezTo>
                        <a:pt x="1326" y="800"/>
                        <a:pt x="1268" y="742"/>
                        <a:pt x="1218" y="692"/>
                      </a:cubicBezTo>
                      <a:cubicBezTo>
                        <a:pt x="1168" y="634"/>
                        <a:pt x="1102" y="576"/>
                        <a:pt x="1044" y="518"/>
                      </a:cubicBezTo>
                      <a:cubicBezTo>
                        <a:pt x="953" y="427"/>
                        <a:pt x="854" y="336"/>
                        <a:pt x="746" y="253"/>
                      </a:cubicBezTo>
                      <a:cubicBezTo>
                        <a:pt x="638" y="178"/>
                        <a:pt x="531" y="112"/>
                        <a:pt x="415" y="62"/>
                      </a:cubicBezTo>
                      <a:cubicBezTo>
                        <a:pt x="344" y="30"/>
                        <a:pt x="256" y="1"/>
                        <a:pt x="1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" name="Google Shape;1355;p1"/>
                <p:cNvSpPr/>
                <p:nvPr/>
              </p:nvSpPr>
              <p:spPr>
                <a:xfrm>
                  <a:off x="2953400" y="3843900"/>
                  <a:ext cx="16050" cy="33425"/>
                </a:xfrm>
                <a:custGeom>
                  <a:rect b="b" l="l" r="r" t="t"/>
                  <a:pathLst>
                    <a:path extrusionOk="0" h="1337" w="642">
                      <a:moveTo>
                        <a:pt x="64" y="0"/>
                      </a:moveTo>
                      <a:cubicBezTo>
                        <a:pt x="33" y="0"/>
                        <a:pt x="1" y="27"/>
                        <a:pt x="12" y="66"/>
                      </a:cubicBezTo>
                      <a:cubicBezTo>
                        <a:pt x="45" y="173"/>
                        <a:pt x="61" y="289"/>
                        <a:pt x="103" y="397"/>
                      </a:cubicBezTo>
                      <a:cubicBezTo>
                        <a:pt x="136" y="505"/>
                        <a:pt x="177" y="604"/>
                        <a:pt x="219" y="712"/>
                      </a:cubicBezTo>
                      <a:cubicBezTo>
                        <a:pt x="302" y="911"/>
                        <a:pt x="368" y="1118"/>
                        <a:pt x="459" y="1309"/>
                      </a:cubicBezTo>
                      <a:cubicBezTo>
                        <a:pt x="469" y="1329"/>
                        <a:pt x="485" y="1337"/>
                        <a:pt x="501" y="1337"/>
                      </a:cubicBezTo>
                      <a:cubicBezTo>
                        <a:pt x="524" y="1337"/>
                        <a:pt x="549" y="1320"/>
                        <a:pt x="559" y="1300"/>
                      </a:cubicBezTo>
                      <a:cubicBezTo>
                        <a:pt x="641" y="1085"/>
                        <a:pt x="501" y="853"/>
                        <a:pt x="418" y="654"/>
                      </a:cubicBezTo>
                      <a:cubicBezTo>
                        <a:pt x="376" y="555"/>
                        <a:pt x="327" y="447"/>
                        <a:pt x="285" y="347"/>
                      </a:cubicBezTo>
                      <a:cubicBezTo>
                        <a:pt x="227" y="231"/>
                        <a:pt x="161" y="132"/>
                        <a:pt x="103" y="24"/>
                      </a:cubicBezTo>
                      <a:cubicBezTo>
                        <a:pt x="94" y="7"/>
                        <a:pt x="79" y="0"/>
                        <a:pt x="6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" name="Google Shape;1356;p1"/>
                <p:cNvSpPr/>
                <p:nvPr/>
              </p:nvSpPr>
              <p:spPr>
                <a:xfrm>
                  <a:off x="2967775" y="3892825"/>
                  <a:ext cx="3950" cy="8550"/>
                </a:xfrm>
                <a:custGeom>
                  <a:rect b="b" l="l" r="r" t="t"/>
                  <a:pathLst>
                    <a:path extrusionOk="0" h="342" w="158">
                      <a:moveTo>
                        <a:pt x="61" y="1"/>
                      </a:moveTo>
                      <a:cubicBezTo>
                        <a:pt x="53" y="1"/>
                        <a:pt x="44" y="3"/>
                        <a:pt x="33" y="6"/>
                      </a:cubicBezTo>
                      <a:cubicBezTo>
                        <a:pt x="25" y="14"/>
                        <a:pt x="8" y="23"/>
                        <a:pt x="8" y="39"/>
                      </a:cubicBezTo>
                      <a:cubicBezTo>
                        <a:pt x="0" y="56"/>
                        <a:pt x="0" y="72"/>
                        <a:pt x="8" y="97"/>
                      </a:cubicBezTo>
                      <a:cubicBezTo>
                        <a:pt x="8" y="97"/>
                        <a:pt x="8" y="97"/>
                        <a:pt x="8" y="106"/>
                      </a:cubicBezTo>
                      <a:cubicBezTo>
                        <a:pt x="8" y="106"/>
                        <a:pt x="17" y="114"/>
                        <a:pt x="17" y="114"/>
                      </a:cubicBezTo>
                      <a:cubicBezTo>
                        <a:pt x="17" y="122"/>
                        <a:pt x="25" y="130"/>
                        <a:pt x="25" y="147"/>
                      </a:cubicBezTo>
                      <a:cubicBezTo>
                        <a:pt x="33" y="164"/>
                        <a:pt x="33" y="188"/>
                        <a:pt x="42" y="205"/>
                      </a:cubicBezTo>
                      <a:cubicBezTo>
                        <a:pt x="50" y="222"/>
                        <a:pt x="50" y="246"/>
                        <a:pt x="58" y="263"/>
                      </a:cubicBezTo>
                      <a:cubicBezTo>
                        <a:pt x="58" y="288"/>
                        <a:pt x="66" y="304"/>
                        <a:pt x="75" y="329"/>
                      </a:cubicBezTo>
                      <a:cubicBezTo>
                        <a:pt x="83" y="338"/>
                        <a:pt x="93" y="342"/>
                        <a:pt x="104" y="342"/>
                      </a:cubicBezTo>
                      <a:cubicBezTo>
                        <a:pt x="114" y="342"/>
                        <a:pt x="124" y="338"/>
                        <a:pt x="133" y="329"/>
                      </a:cubicBezTo>
                      <a:cubicBezTo>
                        <a:pt x="149" y="304"/>
                        <a:pt x="149" y="280"/>
                        <a:pt x="149" y="255"/>
                      </a:cubicBezTo>
                      <a:cubicBezTo>
                        <a:pt x="158" y="230"/>
                        <a:pt x="158" y="205"/>
                        <a:pt x="158" y="188"/>
                      </a:cubicBezTo>
                      <a:cubicBezTo>
                        <a:pt x="158" y="139"/>
                        <a:pt x="141" y="89"/>
                        <a:pt x="116" y="48"/>
                      </a:cubicBezTo>
                      <a:cubicBezTo>
                        <a:pt x="116" y="31"/>
                        <a:pt x="108" y="23"/>
                        <a:pt x="91" y="14"/>
                      </a:cubicBezTo>
                      <a:cubicBezTo>
                        <a:pt x="82" y="5"/>
                        <a:pt x="72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7" name="Google Shape;1357;p1"/>
                <p:cNvSpPr/>
                <p:nvPr/>
              </p:nvSpPr>
              <p:spPr>
                <a:xfrm>
                  <a:off x="2971500" y="3904150"/>
                  <a:ext cx="2925" cy="7425"/>
                </a:xfrm>
                <a:custGeom>
                  <a:rect b="b" l="l" r="r" t="t"/>
                  <a:pathLst>
                    <a:path extrusionOk="0" h="297" w="117">
                      <a:moveTo>
                        <a:pt x="58" y="1"/>
                      </a:moveTo>
                      <a:cubicBezTo>
                        <a:pt x="25" y="1"/>
                        <a:pt x="0" y="25"/>
                        <a:pt x="0" y="59"/>
                      </a:cubicBezTo>
                      <a:lnTo>
                        <a:pt x="0" y="175"/>
                      </a:lnTo>
                      <a:cubicBezTo>
                        <a:pt x="0" y="183"/>
                        <a:pt x="0" y="199"/>
                        <a:pt x="0" y="208"/>
                      </a:cubicBezTo>
                      <a:cubicBezTo>
                        <a:pt x="9" y="216"/>
                        <a:pt x="9" y="224"/>
                        <a:pt x="9" y="233"/>
                      </a:cubicBezTo>
                      <a:cubicBezTo>
                        <a:pt x="17" y="257"/>
                        <a:pt x="25" y="282"/>
                        <a:pt x="42" y="291"/>
                      </a:cubicBezTo>
                      <a:cubicBezTo>
                        <a:pt x="46" y="295"/>
                        <a:pt x="52" y="297"/>
                        <a:pt x="57" y="297"/>
                      </a:cubicBezTo>
                      <a:cubicBezTo>
                        <a:pt x="62" y="297"/>
                        <a:pt x="67" y="295"/>
                        <a:pt x="67" y="291"/>
                      </a:cubicBezTo>
                      <a:cubicBezTo>
                        <a:pt x="91" y="282"/>
                        <a:pt x="100" y="257"/>
                        <a:pt x="100" y="233"/>
                      </a:cubicBezTo>
                      <a:cubicBezTo>
                        <a:pt x="108" y="224"/>
                        <a:pt x="108" y="216"/>
                        <a:pt x="108" y="208"/>
                      </a:cubicBezTo>
                      <a:cubicBezTo>
                        <a:pt x="116" y="199"/>
                        <a:pt x="116" y="183"/>
                        <a:pt x="116" y="175"/>
                      </a:cubicBezTo>
                      <a:lnTo>
                        <a:pt x="116" y="59"/>
                      </a:lnTo>
                      <a:cubicBezTo>
                        <a:pt x="116" y="34"/>
                        <a:pt x="91" y="1"/>
                        <a:pt x="5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8" name="Google Shape;1358;p1"/>
                <p:cNvSpPr/>
                <p:nvPr/>
              </p:nvSpPr>
              <p:spPr>
                <a:xfrm>
                  <a:off x="2677775" y="4424525"/>
                  <a:ext cx="20525" cy="36350"/>
                </a:xfrm>
                <a:custGeom>
                  <a:rect b="b" l="l" r="r" t="t"/>
                  <a:pathLst>
                    <a:path extrusionOk="0" h="1454" w="821">
                      <a:moveTo>
                        <a:pt x="722" y="0"/>
                      </a:moveTo>
                      <a:cubicBezTo>
                        <a:pt x="700" y="0"/>
                        <a:pt x="673" y="14"/>
                        <a:pt x="655" y="32"/>
                      </a:cubicBezTo>
                      <a:cubicBezTo>
                        <a:pt x="572" y="123"/>
                        <a:pt x="514" y="247"/>
                        <a:pt x="456" y="363"/>
                      </a:cubicBezTo>
                      <a:cubicBezTo>
                        <a:pt x="407" y="471"/>
                        <a:pt x="349" y="579"/>
                        <a:pt x="299" y="686"/>
                      </a:cubicBezTo>
                      <a:cubicBezTo>
                        <a:pt x="257" y="794"/>
                        <a:pt x="216" y="910"/>
                        <a:pt x="175" y="1026"/>
                      </a:cubicBezTo>
                      <a:cubicBezTo>
                        <a:pt x="133" y="1142"/>
                        <a:pt x="92" y="1258"/>
                        <a:pt x="25" y="1366"/>
                      </a:cubicBezTo>
                      <a:cubicBezTo>
                        <a:pt x="1" y="1403"/>
                        <a:pt x="40" y="1453"/>
                        <a:pt x="79" y="1453"/>
                      </a:cubicBezTo>
                      <a:cubicBezTo>
                        <a:pt x="92" y="1453"/>
                        <a:pt x="106" y="1447"/>
                        <a:pt x="117" y="1432"/>
                      </a:cubicBezTo>
                      <a:cubicBezTo>
                        <a:pt x="274" y="1250"/>
                        <a:pt x="357" y="1009"/>
                        <a:pt x="464" y="794"/>
                      </a:cubicBezTo>
                      <a:cubicBezTo>
                        <a:pt x="514" y="678"/>
                        <a:pt x="572" y="570"/>
                        <a:pt x="630" y="454"/>
                      </a:cubicBezTo>
                      <a:cubicBezTo>
                        <a:pt x="688" y="347"/>
                        <a:pt x="771" y="239"/>
                        <a:pt x="812" y="115"/>
                      </a:cubicBezTo>
                      <a:cubicBezTo>
                        <a:pt x="821" y="90"/>
                        <a:pt x="812" y="48"/>
                        <a:pt x="788" y="24"/>
                      </a:cubicBezTo>
                      <a:lnTo>
                        <a:pt x="788" y="32"/>
                      </a:lnTo>
                      <a:cubicBezTo>
                        <a:pt x="771" y="15"/>
                        <a:pt x="763" y="7"/>
                        <a:pt x="746" y="7"/>
                      </a:cubicBezTo>
                      <a:cubicBezTo>
                        <a:pt x="739" y="2"/>
                        <a:pt x="731" y="0"/>
                        <a:pt x="72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9" name="Google Shape;1359;p1"/>
                <p:cNvSpPr/>
                <p:nvPr/>
              </p:nvSpPr>
              <p:spPr>
                <a:xfrm>
                  <a:off x="2690575" y="4437400"/>
                  <a:ext cx="7250" cy="13825"/>
                </a:xfrm>
                <a:custGeom>
                  <a:rect b="b" l="l" r="r" t="t"/>
                  <a:pathLst>
                    <a:path extrusionOk="0" h="553" w="290">
                      <a:moveTo>
                        <a:pt x="244" y="0"/>
                      </a:moveTo>
                      <a:cubicBezTo>
                        <a:pt x="234" y="0"/>
                        <a:pt x="225" y="4"/>
                        <a:pt x="218" y="14"/>
                      </a:cubicBezTo>
                      <a:lnTo>
                        <a:pt x="218" y="6"/>
                      </a:lnTo>
                      <a:cubicBezTo>
                        <a:pt x="184" y="47"/>
                        <a:pt x="168" y="80"/>
                        <a:pt x="151" y="122"/>
                      </a:cubicBezTo>
                      <a:cubicBezTo>
                        <a:pt x="126" y="163"/>
                        <a:pt x="110" y="204"/>
                        <a:pt x="93" y="246"/>
                      </a:cubicBezTo>
                      <a:cubicBezTo>
                        <a:pt x="60" y="329"/>
                        <a:pt x="35" y="412"/>
                        <a:pt x="10" y="494"/>
                      </a:cubicBezTo>
                      <a:cubicBezTo>
                        <a:pt x="1" y="529"/>
                        <a:pt x="30" y="552"/>
                        <a:pt x="58" y="552"/>
                      </a:cubicBezTo>
                      <a:cubicBezTo>
                        <a:pt x="77" y="552"/>
                        <a:pt x="95" y="542"/>
                        <a:pt x="102" y="519"/>
                      </a:cubicBezTo>
                      <a:cubicBezTo>
                        <a:pt x="126" y="445"/>
                        <a:pt x="151" y="362"/>
                        <a:pt x="184" y="287"/>
                      </a:cubicBezTo>
                      <a:cubicBezTo>
                        <a:pt x="201" y="246"/>
                        <a:pt x="218" y="213"/>
                        <a:pt x="234" y="171"/>
                      </a:cubicBezTo>
                      <a:cubicBezTo>
                        <a:pt x="251" y="130"/>
                        <a:pt x="276" y="97"/>
                        <a:pt x="284" y="47"/>
                      </a:cubicBezTo>
                      <a:cubicBezTo>
                        <a:pt x="290" y="24"/>
                        <a:pt x="267" y="0"/>
                        <a:pt x="24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0" name="Google Shape;1360;p1"/>
                <p:cNvSpPr/>
                <p:nvPr/>
              </p:nvSpPr>
              <p:spPr>
                <a:xfrm>
                  <a:off x="2699575" y="4432400"/>
                  <a:ext cx="8600" cy="17400"/>
                </a:xfrm>
                <a:custGeom>
                  <a:rect b="b" l="l" r="r" t="t"/>
                  <a:pathLst>
                    <a:path extrusionOk="0" h="696" w="344">
                      <a:moveTo>
                        <a:pt x="310" y="1"/>
                      </a:moveTo>
                      <a:cubicBezTo>
                        <a:pt x="298" y="1"/>
                        <a:pt x="287" y="5"/>
                        <a:pt x="280" y="15"/>
                      </a:cubicBezTo>
                      <a:cubicBezTo>
                        <a:pt x="255" y="65"/>
                        <a:pt x="239" y="114"/>
                        <a:pt x="214" y="172"/>
                      </a:cubicBezTo>
                      <a:cubicBezTo>
                        <a:pt x="197" y="222"/>
                        <a:pt x="172" y="272"/>
                        <a:pt x="156" y="322"/>
                      </a:cubicBezTo>
                      <a:cubicBezTo>
                        <a:pt x="114" y="421"/>
                        <a:pt x="73" y="520"/>
                        <a:pt x="23" y="620"/>
                      </a:cubicBezTo>
                      <a:cubicBezTo>
                        <a:pt x="1" y="660"/>
                        <a:pt x="36" y="695"/>
                        <a:pt x="72" y="695"/>
                      </a:cubicBezTo>
                      <a:cubicBezTo>
                        <a:pt x="88" y="695"/>
                        <a:pt x="104" y="688"/>
                        <a:pt x="114" y="670"/>
                      </a:cubicBezTo>
                      <a:cubicBezTo>
                        <a:pt x="164" y="570"/>
                        <a:pt x="214" y="471"/>
                        <a:pt x="255" y="363"/>
                      </a:cubicBezTo>
                      <a:cubicBezTo>
                        <a:pt x="280" y="305"/>
                        <a:pt x="288" y="247"/>
                        <a:pt x="305" y="197"/>
                      </a:cubicBezTo>
                      <a:cubicBezTo>
                        <a:pt x="322" y="139"/>
                        <a:pt x="338" y="90"/>
                        <a:pt x="338" y="32"/>
                      </a:cubicBezTo>
                      <a:cubicBezTo>
                        <a:pt x="343" y="12"/>
                        <a:pt x="327" y="1"/>
                        <a:pt x="31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1" name="Google Shape;1361;p1"/>
                <p:cNvSpPr/>
                <p:nvPr/>
              </p:nvSpPr>
              <p:spPr>
                <a:xfrm>
                  <a:off x="2708650" y="4433500"/>
                  <a:ext cx="7825" cy="14700"/>
                </a:xfrm>
                <a:custGeom>
                  <a:rect b="b" l="l" r="r" t="t"/>
                  <a:pathLst>
                    <a:path extrusionOk="0" h="588" w="313">
                      <a:moveTo>
                        <a:pt x="277" y="1"/>
                      </a:moveTo>
                      <a:cubicBezTo>
                        <a:pt x="267" y="1"/>
                        <a:pt x="257" y="4"/>
                        <a:pt x="249" y="12"/>
                      </a:cubicBezTo>
                      <a:cubicBezTo>
                        <a:pt x="199" y="87"/>
                        <a:pt x="166" y="178"/>
                        <a:pt x="124" y="261"/>
                      </a:cubicBezTo>
                      <a:cubicBezTo>
                        <a:pt x="83" y="344"/>
                        <a:pt x="50" y="435"/>
                        <a:pt x="8" y="518"/>
                      </a:cubicBezTo>
                      <a:cubicBezTo>
                        <a:pt x="0" y="543"/>
                        <a:pt x="0" y="568"/>
                        <a:pt x="25" y="584"/>
                      </a:cubicBezTo>
                      <a:cubicBezTo>
                        <a:pt x="32" y="586"/>
                        <a:pt x="39" y="587"/>
                        <a:pt x="46" y="587"/>
                      </a:cubicBezTo>
                      <a:cubicBezTo>
                        <a:pt x="66" y="587"/>
                        <a:pt x="85" y="580"/>
                        <a:pt x="91" y="568"/>
                      </a:cubicBezTo>
                      <a:cubicBezTo>
                        <a:pt x="133" y="476"/>
                        <a:pt x="166" y="394"/>
                        <a:pt x="207" y="302"/>
                      </a:cubicBezTo>
                      <a:cubicBezTo>
                        <a:pt x="240" y="220"/>
                        <a:pt x="290" y="128"/>
                        <a:pt x="307" y="37"/>
                      </a:cubicBezTo>
                      <a:cubicBezTo>
                        <a:pt x="312" y="15"/>
                        <a:pt x="296" y="1"/>
                        <a:pt x="27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2" name="Google Shape;1362;p1"/>
                <p:cNvSpPr/>
                <p:nvPr/>
              </p:nvSpPr>
              <p:spPr>
                <a:xfrm>
                  <a:off x="2634275" y="4658350"/>
                  <a:ext cx="8925" cy="27850"/>
                </a:xfrm>
                <a:custGeom>
                  <a:rect b="b" l="l" r="r" t="t"/>
                  <a:pathLst>
                    <a:path extrusionOk="0" h="1114" w="357">
                      <a:moveTo>
                        <a:pt x="85" y="1"/>
                      </a:moveTo>
                      <a:cubicBezTo>
                        <a:pt x="63" y="1"/>
                        <a:pt x="42" y="13"/>
                        <a:pt x="34" y="41"/>
                      </a:cubicBezTo>
                      <a:cubicBezTo>
                        <a:pt x="1" y="141"/>
                        <a:pt x="9" y="249"/>
                        <a:pt x="9" y="356"/>
                      </a:cubicBezTo>
                      <a:cubicBezTo>
                        <a:pt x="17" y="464"/>
                        <a:pt x="25" y="580"/>
                        <a:pt x="34" y="688"/>
                      </a:cubicBezTo>
                      <a:cubicBezTo>
                        <a:pt x="42" y="779"/>
                        <a:pt x="50" y="878"/>
                        <a:pt x="83" y="961"/>
                      </a:cubicBezTo>
                      <a:cubicBezTo>
                        <a:pt x="110" y="1027"/>
                        <a:pt x="172" y="1113"/>
                        <a:pt x="247" y="1113"/>
                      </a:cubicBezTo>
                      <a:cubicBezTo>
                        <a:pt x="266" y="1113"/>
                        <a:pt x="287" y="1107"/>
                        <a:pt x="307" y="1094"/>
                      </a:cubicBezTo>
                      <a:cubicBezTo>
                        <a:pt x="340" y="1077"/>
                        <a:pt x="357" y="1036"/>
                        <a:pt x="349" y="1002"/>
                      </a:cubicBezTo>
                      <a:cubicBezTo>
                        <a:pt x="340" y="969"/>
                        <a:pt x="307" y="936"/>
                        <a:pt x="299" y="920"/>
                      </a:cubicBezTo>
                      <a:cubicBezTo>
                        <a:pt x="282" y="903"/>
                        <a:pt x="282" y="886"/>
                        <a:pt x="274" y="853"/>
                      </a:cubicBezTo>
                      <a:cubicBezTo>
                        <a:pt x="249" y="771"/>
                        <a:pt x="241" y="688"/>
                        <a:pt x="233" y="605"/>
                      </a:cubicBezTo>
                      <a:cubicBezTo>
                        <a:pt x="216" y="505"/>
                        <a:pt x="208" y="414"/>
                        <a:pt x="191" y="323"/>
                      </a:cubicBezTo>
                      <a:cubicBezTo>
                        <a:pt x="183" y="224"/>
                        <a:pt x="175" y="133"/>
                        <a:pt x="141" y="41"/>
                      </a:cubicBezTo>
                      <a:cubicBezTo>
                        <a:pt x="133" y="16"/>
                        <a:pt x="109" y="1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3" name="Google Shape;1363;p1"/>
                <p:cNvSpPr/>
                <p:nvPr/>
              </p:nvSpPr>
              <p:spPr>
                <a:xfrm>
                  <a:off x="2642150" y="4660825"/>
                  <a:ext cx="6025" cy="17300"/>
                </a:xfrm>
                <a:custGeom>
                  <a:rect b="b" l="l" r="r" t="t"/>
                  <a:pathLst>
                    <a:path extrusionOk="0" h="692" w="241">
                      <a:moveTo>
                        <a:pt x="67" y="0"/>
                      </a:moveTo>
                      <a:cubicBezTo>
                        <a:pt x="34" y="0"/>
                        <a:pt x="0" y="25"/>
                        <a:pt x="0" y="58"/>
                      </a:cubicBezTo>
                      <a:cubicBezTo>
                        <a:pt x="9" y="166"/>
                        <a:pt x="25" y="274"/>
                        <a:pt x="50" y="382"/>
                      </a:cubicBezTo>
                      <a:cubicBezTo>
                        <a:pt x="67" y="431"/>
                        <a:pt x="83" y="489"/>
                        <a:pt x="100" y="539"/>
                      </a:cubicBezTo>
                      <a:cubicBezTo>
                        <a:pt x="125" y="589"/>
                        <a:pt x="141" y="638"/>
                        <a:pt x="183" y="680"/>
                      </a:cubicBezTo>
                      <a:cubicBezTo>
                        <a:pt x="191" y="688"/>
                        <a:pt x="200" y="692"/>
                        <a:pt x="209" y="692"/>
                      </a:cubicBezTo>
                      <a:cubicBezTo>
                        <a:pt x="226" y="692"/>
                        <a:pt x="241" y="677"/>
                        <a:pt x="241" y="655"/>
                      </a:cubicBezTo>
                      <a:cubicBezTo>
                        <a:pt x="241" y="605"/>
                        <a:pt x="224" y="556"/>
                        <a:pt x="216" y="506"/>
                      </a:cubicBezTo>
                      <a:cubicBezTo>
                        <a:pt x="199" y="456"/>
                        <a:pt x="191" y="406"/>
                        <a:pt x="174" y="357"/>
                      </a:cubicBezTo>
                      <a:cubicBezTo>
                        <a:pt x="150" y="257"/>
                        <a:pt x="133" y="158"/>
                        <a:pt x="125" y="58"/>
                      </a:cubicBezTo>
                      <a:cubicBezTo>
                        <a:pt x="125" y="25"/>
                        <a:pt x="100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4" name="Google Shape;1364;p1"/>
                <p:cNvSpPr/>
                <p:nvPr/>
              </p:nvSpPr>
              <p:spPr>
                <a:xfrm>
                  <a:off x="2951000" y="4020275"/>
                  <a:ext cx="5200" cy="11325"/>
                </a:xfrm>
                <a:custGeom>
                  <a:rect b="b" l="l" r="r" t="t"/>
                  <a:pathLst>
                    <a:path extrusionOk="0" h="453" w="208">
                      <a:moveTo>
                        <a:pt x="48" y="0"/>
                      </a:moveTo>
                      <a:cubicBezTo>
                        <a:pt x="23" y="0"/>
                        <a:pt x="0" y="17"/>
                        <a:pt x="0" y="45"/>
                      </a:cubicBezTo>
                      <a:cubicBezTo>
                        <a:pt x="0" y="62"/>
                        <a:pt x="8" y="78"/>
                        <a:pt x="8" y="95"/>
                      </a:cubicBezTo>
                      <a:cubicBezTo>
                        <a:pt x="8" y="111"/>
                        <a:pt x="17" y="120"/>
                        <a:pt x="17" y="136"/>
                      </a:cubicBezTo>
                      <a:cubicBezTo>
                        <a:pt x="25" y="169"/>
                        <a:pt x="33" y="194"/>
                        <a:pt x="42" y="227"/>
                      </a:cubicBezTo>
                      <a:cubicBezTo>
                        <a:pt x="42" y="244"/>
                        <a:pt x="42" y="261"/>
                        <a:pt x="50" y="277"/>
                      </a:cubicBezTo>
                      <a:cubicBezTo>
                        <a:pt x="50" y="277"/>
                        <a:pt x="50" y="285"/>
                        <a:pt x="50" y="294"/>
                      </a:cubicBezTo>
                      <a:cubicBezTo>
                        <a:pt x="50" y="294"/>
                        <a:pt x="50" y="302"/>
                        <a:pt x="50" y="310"/>
                      </a:cubicBezTo>
                      <a:cubicBezTo>
                        <a:pt x="58" y="343"/>
                        <a:pt x="50" y="393"/>
                        <a:pt x="75" y="418"/>
                      </a:cubicBezTo>
                      <a:cubicBezTo>
                        <a:pt x="88" y="440"/>
                        <a:pt x="112" y="452"/>
                        <a:pt x="136" y="452"/>
                      </a:cubicBezTo>
                      <a:cubicBezTo>
                        <a:pt x="157" y="452"/>
                        <a:pt x="179" y="442"/>
                        <a:pt x="191" y="418"/>
                      </a:cubicBezTo>
                      <a:cubicBezTo>
                        <a:pt x="207" y="385"/>
                        <a:pt x="199" y="335"/>
                        <a:pt x="191" y="294"/>
                      </a:cubicBezTo>
                      <a:cubicBezTo>
                        <a:pt x="191" y="261"/>
                        <a:pt x="182" y="227"/>
                        <a:pt x="174" y="194"/>
                      </a:cubicBezTo>
                      <a:cubicBezTo>
                        <a:pt x="166" y="161"/>
                        <a:pt x="149" y="128"/>
                        <a:pt x="141" y="95"/>
                      </a:cubicBezTo>
                      <a:cubicBezTo>
                        <a:pt x="124" y="62"/>
                        <a:pt x="108" y="37"/>
                        <a:pt x="83" y="12"/>
                      </a:cubicBezTo>
                      <a:cubicBezTo>
                        <a:pt x="72" y="4"/>
                        <a:pt x="60" y="0"/>
                        <a:pt x="4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" name="Google Shape;1365;p1"/>
                <p:cNvSpPr/>
                <p:nvPr/>
              </p:nvSpPr>
              <p:spPr>
                <a:xfrm>
                  <a:off x="2955950" y="4020925"/>
                  <a:ext cx="2925" cy="7900"/>
                </a:xfrm>
                <a:custGeom>
                  <a:rect b="b" l="l" r="r" t="t"/>
                  <a:pathLst>
                    <a:path extrusionOk="0" h="316" w="117">
                      <a:moveTo>
                        <a:pt x="44" y="0"/>
                      </a:moveTo>
                      <a:cubicBezTo>
                        <a:pt x="40" y="0"/>
                        <a:pt x="37" y="1"/>
                        <a:pt x="34" y="3"/>
                      </a:cubicBezTo>
                      <a:cubicBezTo>
                        <a:pt x="9" y="11"/>
                        <a:pt x="1" y="36"/>
                        <a:pt x="1" y="61"/>
                      </a:cubicBezTo>
                      <a:lnTo>
                        <a:pt x="26" y="185"/>
                      </a:lnTo>
                      <a:cubicBezTo>
                        <a:pt x="26" y="210"/>
                        <a:pt x="26" y="226"/>
                        <a:pt x="34" y="251"/>
                      </a:cubicBezTo>
                      <a:cubicBezTo>
                        <a:pt x="42" y="276"/>
                        <a:pt x="51" y="301"/>
                        <a:pt x="75" y="309"/>
                      </a:cubicBezTo>
                      <a:cubicBezTo>
                        <a:pt x="80" y="313"/>
                        <a:pt x="84" y="315"/>
                        <a:pt x="88" y="315"/>
                      </a:cubicBezTo>
                      <a:cubicBezTo>
                        <a:pt x="92" y="315"/>
                        <a:pt x="96" y="313"/>
                        <a:pt x="100" y="309"/>
                      </a:cubicBezTo>
                      <a:cubicBezTo>
                        <a:pt x="117" y="301"/>
                        <a:pt x="117" y="284"/>
                        <a:pt x="117" y="268"/>
                      </a:cubicBezTo>
                      <a:lnTo>
                        <a:pt x="117" y="235"/>
                      </a:lnTo>
                      <a:cubicBezTo>
                        <a:pt x="117" y="218"/>
                        <a:pt x="109" y="193"/>
                        <a:pt x="109" y="168"/>
                      </a:cubicBezTo>
                      <a:cubicBezTo>
                        <a:pt x="100" y="119"/>
                        <a:pt x="92" y="77"/>
                        <a:pt x="84" y="36"/>
                      </a:cubicBezTo>
                      <a:cubicBezTo>
                        <a:pt x="77" y="15"/>
                        <a:pt x="59" y="0"/>
                        <a:pt x="4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" name="Google Shape;1366;p1"/>
                <p:cNvSpPr/>
                <p:nvPr/>
              </p:nvSpPr>
              <p:spPr>
                <a:xfrm>
                  <a:off x="2963825" y="4019275"/>
                  <a:ext cx="3750" cy="7275"/>
                </a:xfrm>
                <a:custGeom>
                  <a:rect b="b" l="l" r="r" t="t"/>
                  <a:pathLst>
                    <a:path extrusionOk="0" h="291" w="150">
                      <a:moveTo>
                        <a:pt x="55" y="0"/>
                      </a:moveTo>
                      <a:cubicBezTo>
                        <a:pt x="51" y="0"/>
                        <a:pt x="47" y="1"/>
                        <a:pt x="42" y="2"/>
                      </a:cubicBezTo>
                      <a:cubicBezTo>
                        <a:pt x="17" y="11"/>
                        <a:pt x="1" y="35"/>
                        <a:pt x="9" y="60"/>
                      </a:cubicBezTo>
                      <a:cubicBezTo>
                        <a:pt x="17" y="102"/>
                        <a:pt x="34" y="135"/>
                        <a:pt x="42" y="168"/>
                      </a:cubicBezTo>
                      <a:cubicBezTo>
                        <a:pt x="50" y="185"/>
                        <a:pt x="50" y="201"/>
                        <a:pt x="59" y="218"/>
                      </a:cubicBezTo>
                      <a:cubicBezTo>
                        <a:pt x="67" y="226"/>
                        <a:pt x="67" y="243"/>
                        <a:pt x="75" y="251"/>
                      </a:cubicBezTo>
                      <a:cubicBezTo>
                        <a:pt x="75" y="259"/>
                        <a:pt x="84" y="267"/>
                        <a:pt x="84" y="276"/>
                      </a:cubicBezTo>
                      <a:cubicBezTo>
                        <a:pt x="90" y="285"/>
                        <a:pt x="102" y="290"/>
                        <a:pt x="114" y="290"/>
                      </a:cubicBezTo>
                      <a:cubicBezTo>
                        <a:pt x="132" y="290"/>
                        <a:pt x="150" y="279"/>
                        <a:pt x="150" y="259"/>
                      </a:cubicBezTo>
                      <a:cubicBezTo>
                        <a:pt x="150" y="243"/>
                        <a:pt x="150" y="234"/>
                        <a:pt x="150" y="226"/>
                      </a:cubicBezTo>
                      <a:cubicBezTo>
                        <a:pt x="150" y="218"/>
                        <a:pt x="142" y="209"/>
                        <a:pt x="142" y="193"/>
                      </a:cubicBezTo>
                      <a:cubicBezTo>
                        <a:pt x="133" y="176"/>
                        <a:pt x="133" y="160"/>
                        <a:pt x="125" y="143"/>
                      </a:cubicBezTo>
                      <a:cubicBezTo>
                        <a:pt x="117" y="110"/>
                        <a:pt x="108" y="77"/>
                        <a:pt x="100" y="35"/>
                      </a:cubicBezTo>
                      <a:cubicBezTo>
                        <a:pt x="93" y="15"/>
                        <a:pt x="75" y="0"/>
                        <a:pt x="5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" name="Google Shape;1367;p1"/>
                <p:cNvSpPr/>
                <p:nvPr/>
              </p:nvSpPr>
              <p:spPr>
                <a:xfrm>
                  <a:off x="3016850" y="4434275"/>
                  <a:ext cx="17425" cy="46675"/>
                </a:xfrm>
                <a:custGeom>
                  <a:rect b="b" l="l" r="r" t="t"/>
                  <a:pathLst>
                    <a:path extrusionOk="0" h="1867" w="697">
                      <a:moveTo>
                        <a:pt x="573" y="0"/>
                      </a:moveTo>
                      <a:cubicBezTo>
                        <a:pt x="559" y="0"/>
                        <a:pt x="546" y="5"/>
                        <a:pt x="539" y="15"/>
                      </a:cubicBezTo>
                      <a:cubicBezTo>
                        <a:pt x="448" y="131"/>
                        <a:pt x="457" y="305"/>
                        <a:pt x="432" y="437"/>
                      </a:cubicBezTo>
                      <a:cubicBezTo>
                        <a:pt x="407" y="595"/>
                        <a:pt x="374" y="744"/>
                        <a:pt x="332" y="893"/>
                      </a:cubicBezTo>
                      <a:cubicBezTo>
                        <a:pt x="249" y="1191"/>
                        <a:pt x="150" y="1489"/>
                        <a:pt x="17" y="1779"/>
                      </a:cubicBezTo>
                      <a:cubicBezTo>
                        <a:pt x="0" y="1825"/>
                        <a:pt x="38" y="1867"/>
                        <a:pt x="74" y="1867"/>
                      </a:cubicBezTo>
                      <a:cubicBezTo>
                        <a:pt x="91" y="1867"/>
                        <a:pt x="107" y="1858"/>
                        <a:pt x="117" y="1837"/>
                      </a:cubicBezTo>
                      <a:cubicBezTo>
                        <a:pt x="283" y="1556"/>
                        <a:pt x="415" y="1266"/>
                        <a:pt x="506" y="959"/>
                      </a:cubicBezTo>
                      <a:cubicBezTo>
                        <a:pt x="556" y="802"/>
                        <a:pt x="589" y="644"/>
                        <a:pt x="614" y="487"/>
                      </a:cubicBezTo>
                      <a:cubicBezTo>
                        <a:pt x="639" y="354"/>
                        <a:pt x="697" y="164"/>
                        <a:pt x="631" y="31"/>
                      </a:cubicBezTo>
                      <a:cubicBezTo>
                        <a:pt x="621" y="11"/>
                        <a:pt x="595" y="0"/>
                        <a:pt x="57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" name="Google Shape;1368;p1"/>
                <p:cNvSpPr/>
                <p:nvPr/>
              </p:nvSpPr>
              <p:spPr>
                <a:xfrm>
                  <a:off x="3026225" y="4406100"/>
                  <a:ext cx="29175" cy="63675"/>
                </a:xfrm>
                <a:custGeom>
                  <a:rect b="b" l="l" r="r" t="t"/>
                  <a:pathLst>
                    <a:path extrusionOk="0" h="2547" w="1167">
                      <a:moveTo>
                        <a:pt x="1066" y="0"/>
                      </a:moveTo>
                      <a:cubicBezTo>
                        <a:pt x="1046" y="0"/>
                        <a:pt x="1025" y="7"/>
                        <a:pt x="1010" y="23"/>
                      </a:cubicBezTo>
                      <a:cubicBezTo>
                        <a:pt x="960" y="73"/>
                        <a:pt x="943" y="139"/>
                        <a:pt x="927" y="214"/>
                      </a:cubicBezTo>
                      <a:cubicBezTo>
                        <a:pt x="902" y="288"/>
                        <a:pt x="877" y="363"/>
                        <a:pt x="860" y="437"/>
                      </a:cubicBezTo>
                      <a:cubicBezTo>
                        <a:pt x="811" y="578"/>
                        <a:pt x="761" y="718"/>
                        <a:pt x="712" y="859"/>
                      </a:cubicBezTo>
                      <a:lnTo>
                        <a:pt x="712" y="859"/>
                      </a:lnTo>
                      <a:cubicBezTo>
                        <a:pt x="713" y="836"/>
                        <a:pt x="721" y="807"/>
                        <a:pt x="728" y="785"/>
                      </a:cubicBezTo>
                      <a:cubicBezTo>
                        <a:pt x="744" y="703"/>
                        <a:pt x="761" y="611"/>
                        <a:pt x="720" y="529"/>
                      </a:cubicBezTo>
                      <a:cubicBezTo>
                        <a:pt x="710" y="505"/>
                        <a:pt x="685" y="495"/>
                        <a:pt x="659" y="495"/>
                      </a:cubicBezTo>
                      <a:cubicBezTo>
                        <a:pt x="639" y="495"/>
                        <a:pt x="618" y="501"/>
                        <a:pt x="604" y="512"/>
                      </a:cubicBezTo>
                      <a:cubicBezTo>
                        <a:pt x="537" y="570"/>
                        <a:pt x="521" y="661"/>
                        <a:pt x="504" y="736"/>
                      </a:cubicBezTo>
                      <a:cubicBezTo>
                        <a:pt x="488" y="819"/>
                        <a:pt x="471" y="901"/>
                        <a:pt x="454" y="976"/>
                      </a:cubicBezTo>
                      <a:cubicBezTo>
                        <a:pt x="421" y="1150"/>
                        <a:pt x="388" y="1316"/>
                        <a:pt x="338" y="1481"/>
                      </a:cubicBezTo>
                      <a:cubicBezTo>
                        <a:pt x="256" y="1813"/>
                        <a:pt x="164" y="2144"/>
                        <a:pt x="24" y="2451"/>
                      </a:cubicBezTo>
                      <a:cubicBezTo>
                        <a:pt x="1" y="2502"/>
                        <a:pt x="41" y="2546"/>
                        <a:pt x="82" y="2546"/>
                      </a:cubicBezTo>
                      <a:cubicBezTo>
                        <a:pt x="100" y="2546"/>
                        <a:pt x="119" y="2537"/>
                        <a:pt x="131" y="2517"/>
                      </a:cubicBezTo>
                      <a:cubicBezTo>
                        <a:pt x="222" y="2368"/>
                        <a:pt x="314" y="2210"/>
                        <a:pt x="380" y="2053"/>
                      </a:cubicBezTo>
                      <a:cubicBezTo>
                        <a:pt x="446" y="1904"/>
                        <a:pt x="496" y="1746"/>
                        <a:pt x="537" y="1589"/>
                      </a:cubicBezTo>
                      <a:cubicBezTo>
                        <a:pt x="662" y="1374"/>
                        <a:pt x="778" y="1158"/>
                        <a:pt x="885" y="934"/>
                      </a:cubicBezTo>
                      <a:cubicBezTo>
                        <a:pt x="943" y="794"/>
                        <a:pt x="993" y="653"/>
                        <a:pt x="1043" y="512"/>
                      </a:cubicBezTo>
                      <a:cubicBezTo>
                        <a:pt x="1068" y="437"/>
                        <a:pt x="1092" y="363"/>
                        <a:pt x="1117" y="288"/>
                      </a:cubicBezTo>
                      <a:cubicBezTo>
                        <a:pt x="1134" y="214"/>
                        <a:pt x="1167" y="139"/>
                        <a:pt x="1142" y="56"/>
                      </a:cubicBezTo>
                      <a:cubicBezTo>
                        <a:pt x="1132" y="20"/>
                        <a:pt x="1099" y="0"/>
                        <a:pt x="106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" name="Google Shape;1369;p1"/>
                <p:cNvSpPr/>
                <p:nvPr/>
              </p:nvSpPr>
              <p:spPr>
                <a:xfrm>
                  <a:off x="3044400" y="4389775"/>
                  <a:ext cx="19700" cy="50400"/>
                </a:xfrm>
                <a:custGeom>
                  <a:rect b="b" l="l" r="r" t="t"/>
                  <a:pathLst>
                    <a:path extrusionOk="0" h="2016" w="788">
                      <a:moveTo>
                        <a:pt x="730" y="1"/>
                      </a:moveTo>
                      <a:cubicBezTo>
                        <a:pt x="703" y="1"/>
                        <a:pt x="675" y="15"/>
                        <a:pt x="664" y="46"/>
                      </a:cubicBezTo>
                      <a:lnTo>
                        <a:pt x="664" y="38"/>
                      </a:lnTo>
                      <a:cubicBezTo>
                        <a:pt x="556" y="361"/>
                        <a:pt x="490" y="684"/>
                        <a:pt x="382" y="1008"/>
                      </a:cubicBezTo>
                      <a:cubicBezTo>
                        <a:pt x="283" y="1322"/>
                        <a:pt x="158" y="1645"/>
                        <a:pt x="17" y="1952"/>
                      </a:cubicBezTo>
                      <a:cubicBezTo>
                        <a:pt x="0" y="1986"/>
                        <a:pt x="30" y="2016"/>
                        <a:pt x="58" y="2016"/>
                      </a:cubicBezTo>
                      <a:cubicBezTo>
                        <a:pt x="71" y="2016"/>
                        <a:pt x="84" y="2009"/>
                        <a:pt x="92" y="1993"/>
                      </a:cubicBezTo>
                      <a:cubicBezTo>
                        <a:pt x="266" y="1695"/>
                        <a:pt x="415" y="1389"/>
                        <a:pt x="539" y="1066"/>
                      </a:cubicBezTo>
                      <a:cubicBezTo>
                        <a:pt x="655" y="742"/>
                        <a:pt x="763" y="403"/>
                        <a:pt x="788" y="55"/>
                      </a:cubicBezTo>
                      <a:cubicBezTo>
                        <a:pt x="788" y="19"/>
                        <a:pt x="760" y="1"/>
                        <a:pt x="73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0" name="Google Shape;1370;p1"/>
                <p:cNvSpPr/>
                <p:nvPr/>
              </p:nvSpPr>
              <p:spPr>
                <a:xfrm>
                  <a:off x="2946650" y="4369900"/>
                  <a:ext cx="6025" cy="32875"/>
                </a:xfrm>
                <a:custGeom>
                  <a:rect b="b" l="l" r="r" t="t"/>
                  <a:pathLst>
                    <a:path extrusionOk="0" h="1315" w="241">
                      <a:moveTo>
                        <a:pt x="125" y="0"/>
                      </a:moveTo>
                      <a:cubicBezTo>
                        <a:pt x="96" y="0"/>
                        <a:pt x="68" y="14"/>
                        <a:pt x="50" y="46"/>
                      </a:cubicBezTo>
                      <a:cubicBezTo>
                        <a:pt x="0" y="137"/>
                        <a:pt x="17" y="270"/>
                        <a:pt x="17" y="369"/>
                      </a:cubicBezTo>
                      <a:cubicBezTo>
                        <a:pt x="17" y="469"/>
                        <a:pt x="17" y="568"/>
                        <a:pt x="25" y="667"/>
                      </a:cubicBezTo>
                      <a:cubicBezTo>
                        <a:pt x="25" y="875"/>
                        <a:pt x="66" y="1073"/>
                        <a:pt x="108" y="1272"/>
                      </a:cubicBezTo>
                      <a:cubicBezTo>
                        <a:pt x="111" y="1301"/>
                        <a:pt x="134" y="1314"/>
                        <a:pt x="159" y="1314"/>
                      </a:cubicBezTo>
                      <a:cubicBezTo>
                        <a:pt x="190" y="1314"/>
                        <a:pt x="224" y="1293"/>
                        <a:pt x="224" y="1256"/>
                      </a:cubicBezTo>
                      <a:cubicBezTo>
                        <a:pt x="216" y="1065"/>
                        <a:pt x="224" y="866"/>
                        <a:pt x="216" y="667"/>
                      </a:cubicBezTo>
                      <a:cubicBezTo>
                        <a:pt x="216" y="568"/>
                        <a:pt x="216" y="469"/>
                        <a:pt x="224" y="369"/>
                      </a:cubicBezTo>
                      <a:cubicBezTo>
                        <a:pt x="224" y="319"/>
                        <a:pt x="224" y="278"/>
                        <a:pt x="224" y="228"/>
                      </a:cubicBezTo>
                      <a:cubicBezTo>
                        <a:pt x="232" y="179"/>
                        <a:pt x="240" y="112"/>
                        <a:pt x="224" y="63"/>
                      </a:cubicBezTo>
                      <a:cubicBezTo>
                        <a:pt x="205" y="25"/>
                        <a:pt x="164" y="0"/>
                        <a:pt x="12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1" name="Google Shape;1371;p1"/>
                <p:cNvSpPr/>
                <p:nvPr/>
              </p:nvSpPr>
              <p:spPr>
                <a:xfrm>
                  <a:off x="2952225" y="4381025"/>
                  <a:ext cx="3975" cy="13650"/>
                </a:xfrm>
                <a:custGeom>
                  <a:rect b="b" l="l" r="r" t="t"/>
                  <a:pathLst>
                    <a:path extrusionOk="0" h="546" w="159">
                      <a:moveTo>
                        <a:pt x="108" y="1"/>
                      </a:moveTo>
                      <a:cubicBezTo>
                        <a:pt x="100" y="1"/>
                        <a:pt x="92" y="3"/>
                        <a:pt x="84" y="7"/>
                      </a:cubicBezTo>
                      <a:cubicBezTo>
                        <a:pt x="51" y="32"/>
                        <a:pt x="51" y="90"/>
                        <a:pt x="42" y="123"/>
                      </a:cubicBezTo>
                      <a:cubicBezTo>
                        <a:pt x="34" y="164"/>
                        <a:pt x="26" y="206"/>
                        <a:pt x="26" y="247"/>
                      </a:cubicBezTo>
                      <a:cubicBezTo>
                        <a:pt x="17" y="330"/>
                        <a:pt x="9" y="405"/>
                        <a:pt x="1" y="488"/>
                      </a:cubicBezTo>
                      <a:cubicBezTo>
                        <a:pt x="1" y="521"/>
                        <a:pt x="34" y="546"/>
                        <a:pt x="59" y="546"/>
                      </a:cubicBezTo>
                      <a:cubicBezTo>
                        <a:pt x="100" y="546"/>
                        <a:pt x="117" y="521"/>
                        <a:pt x="125" y="488"/>
                      </a:cubicBezTo>
                      <a:cubicBezTo>
                        <a:pt x="133" y="405"/>
                        <a:pt x="142" y="330"/>
                        <a:pt x="150" y="247"/>
                      </a:cubicBezTo>
                      <a:cubicBezTo>
                        <a:pt x="150" y="206"/>
                        <a:pt x="158" y="173"/>
                        <a:pt x="158" y="131"/>
                      </a:cubicBezTo>
                      <a:cubicBezTo>
                        <a:pt x="158" y="90"/>
                        <a:pt x="158" y="40"/>
                        <a:pt x="133" y="7"/>
                      </a:cubicBezTo>
                      <a:cubicBezTo>
                        <a:pt x="125" y="3"/>
                        <a:pt x="117" y="1"/>
                        <a:pt x="10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2" name="Google Shape;1372;p1"/>
                <p:cNvSpPr/>
                <p:nvPr/>
              </p:nvSpPr>
              <p:spPr>
                <a:xfrm>
                  <a:off x="2958850" y="4389950"/>
                  <a:ext cx="2925" cy="5350"/>
                </a:xfrm>
                <a:custGeom>
                  <a:rect b="b" l="l" r="r" t="t"/>
                  <a:pathLst>
                    <a:path extrusionOk="0" h="214" w="117">
                      <a:moveTo>
                        <a:pt x="91" y="0"/>
                      </a:moveTo>
                      <a:cubicBezTo>
                        <a:pt x="83" y="0"/>
                        <a:pt x="74" y="5"/>
                        <a:pt x="67" y="15"/>
                      </a:cubicBezTo>
                      <a:cubicBezTo>
                        <a:pt x="59" y="23"/>
                        <a:pt x="51" y="31"/>
                        <a:pt x="42" y="48"/>
                      </a:cubicBezTo>
                      <a:cubicBezTo>
                        <a:pt x="42" y="56"/>
                        <a:pt x="34" y="73"/>
                        <a:pt x="34" y="89"/>
                      </a:cubicBezTo>
                      <a:cubicBezTo>
                        <a:pt x="26" y="114"/>
                        <a:pt x="17" y="139"/>
                        <a:pt x="9" y="155"/>
                      </a:cubicBezTo>
                      <a:cubicBezTo>
                        <a:pt x="1" y="180"/>
                        <a:pt x="17" y="205"/>
                        <a:pt x="34" y="213"/>
                      </a:cubicBezTo>
                      <a:cubicBezTo>
                        <a:pt x="59" y="213"/>
                        <a:pt x="84" y="205"/>
                        <a:pt x="84" y="180"/>
                      </a:cubicBezTo>
                      <a:lnTo>
                        <a:pt x="109" y="106"/>
                      </a:lnTo>
                      <a:cubicBezTo>
                        <a:pt x="109" y="97"/>
                        <a:pt x="109" y="81"/>
                        <a:pt x="117" y="64"/>
                      </a:cubicBezTo>
                      <a:lnTo>
                        <a:pt x="117" y="31"/>
                      </a:lnTo>
                      <a:cubicBezTo>
                        <a:pt x="117" y="11"/>
                        <a:pt x="105" y="0"/>
                        <a:pt x="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3" name="Google Shape;1373;p1"/>
                <p:cNvSpPr/>
                <p:nvPr/>
              </p:nvSpPr>
              <p:spPr>
                <a:xfrm>
                  <a:off x="3022775" y="4189175"/>
                  <a:ext cx="12950" cy="34425"/>
                </a:xfrm>
                <a:custGeom>
                  <a:rect b="b" l="l" r="r" t="t"/>
                  <a:pathLst>
                    <a:path extrusionOk="0" h="1377" w="518">
                      <a:moveTo>
                        <a:pt x="88" y="1"/>
                      </a:moveTo>
                      <a:cubicBezTo>
                        <a:pt x="43" y="1"/>
                        <a:pt x="0" y="48"/>
                        <a:pt x="29" y="100"/>
                      </a:cubicBezTo>
                      <a:cubicBezTo>
                        <a:pt x="87" y="191"/>
                        <a:pt x="120" y="282"/>
                        <a:pt x="153" y="381"/>
                      </a:cubicBezTo>
                      <a:cubicBezTo>
                        <a:pt x="186" y="489"/>
                        <a:pt x="220" y="589"/>
                        <a:pt x="244" y="688"/>
                      </a:cubicBezTo>
                      <a:cubicBezTo>
                        <a:pt x="261" y="787"/>
                        <a:pt x="278" y="887"/>
                        <a:pt x="278" y="995"/>
                      </a:cubicBezTo>
                      <a:cubicBezTo>
                        <a:pt x="286" y="1044"/>
                        <a:pt x="286" y="1094"/>
                        <a:pt x="278" y="1144"/>
                      </a:cubicBezTo>
                      <a:cubicBezTo>
                        <a:pt x="278" y="1202"/>
                        <a:pt x="269" y="1260"/>
                        <a:pt x="294" y="1318"/>
                      </a:cubicBezTo>
                      <a:cubicBezTo>
                        <a:pt x="308" y="1355"/>
                        <a:pt x="343" y="1377"/>
                        <a:pt x="378" y="1377"/>
                      </a:cubicBezTo>
                      <a:cubicBezTo>
                        <a:pt x="406" y="1377"/>
                        <a:pt x="433" y="1363"/>
                        <a:pt x="452" y="1334"/>
                      </a:cubicBezTo>
                      <a:cubicBezTo>
                        <a:pt x="518" y="1243"/>
                        <a:pt x="501" y="1094"/>
                        <a:pt x="493" y="995"/>
                      </a:cubicBezTo>
                      <a:cubicBezTo>
                        <a:pt x="493" y="879"/>
                        <a:pt x="468" y="763"/>
                        <a:pt x="443" y="647"/>
                      </a:cubicBezTo>
                      <a:cubicBezTo>
                        <a:pt x="418" y="539"/>
                        <a:pt x="385" y="431"/>
                        <a:pt x="336" y="323"/>
                      </a:cubicBezTo>
                      <a:cubicBezTo>
                        <a:pt x="286" y="224"/>
                        <a:pt x="220" y="125"/>
                        <a:pt x="145" y="33"/>
                      </a:cubicBezTo>
                      <a:cubicBezTo>
                        <a:pt x="130" y="10"/>
                        <a:pt x="109" y="1"/>
                        <a:pt x="8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4" name="Google Shape;1374;p1"/>
                <p:cNvSpPr/>
                <p:nvPr/>
              </p:nvSpPr>
              <p:spPr>
                <a:xfrm>
                  <a:off x="3032400" y="4193900"/>
                  <a:ext cx="5000" cy="15225"/>
                </a:xfrm>
                <a:custGeom>
                  <a:rect b="b" l="l" r="r" t="t"/>
                  <a:pathLst>
                    <a:path extrusionOk="0" h="609" w="200">
                      <a:moveTo>
                        <a:pt x="55" y="0"/>
                      </a:moveTo>
                      <a:cubicBezTo>
                        <a:pt x="50" y="0"/>
                        <a:pt x="46" y="1"/>
                        <a:pt x="42" y="2"/>
                      </a:cubicBezTo>
                      <a:cubicBezTo>
                        <a:pt x="17" y="10"/>
                        <a:pt x="0" y="43"/>
                        <a:pt x="9" y="68"/>
                      </a:cubicBezTo>
                      <a:cubicBezTo>
                        <a:pt x="33" y="151"/>
                        <a:pt x="58" y="242"/>
                        <a:pt x="67" y="325"/>
                      </a:cubicBezTo>
                      <a:cubicBezTo>
                        <a:pt x="67" y="366"/>
                        <a:pt x="75" y="408"/>
                        <a:pt x="83" y="458"/>
                      </a:cubicBezTo>
                      <a:cubicBezTo>
                        <a:pt x="83" y="474"/>
                        <a:pt x="83" y="499"/>
                        <a:pt x="91" y="524"/>
                      </a:cubicBezTo>
                      <a:cubicBezTo>
                        <a:pt x="91" y="549"/>
                        <a:pt x="100" y="565"/>
                        <a:pt x="108" y="590"/>
                      </a:cubicBezTo>
                      <a:cubicBezTo>
                        <a:pt x="116" y="603"/>
                        <a:pt x="129" y="609"/>
                        <a:pt x="141" y="609"/>
                      </a:cubicBezTo>
                      <a:cubicBezTo>
                        <a:pt x="154" y="609"/>
                        <a:pt x="166" y="603"/>
                        <a:pt x="174" y="590"/>
                      </a:cubicBezTo>
                      <a:cubicBezTo>
                        <a:pt x="199" y="549"/>
                        <a:pt x="199" y="499"/>
                        <a:pt x="199" y="449"/>
                      </a:cubicBezTo>
                      <a:cubicBezTo>
                        <a:pt x="199" y="408"/>
                        <a:pt x="191" y="358"/>
                        <a:pt x="183" y="308"/>
                      </a:cubicBezTo>
                      <a:cubicBezTo>
                        <a:pt x="166" y="217"/>
                        <a:pt x="141" y="126"/>
                        <a:pt x="108" y="43"/>
                      </a:cubicBezTo>
                      <a:cubicBezTo>
                        <a:pt x="101" y="22"/>
                        <a:pt x="81" y="0"/>
                        <a:pt x="5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5" name="Google Shape;1375;p1"/>
                <p:cNvSpPr/>
                <p:nvPr/>
              </p:nvSpPr>
              <p:spPr>
                <a:xfrm>
                  <a:off x="3037375" y="4191250"/>
                  <a:ext cx="5200" cy="20975"/>
                </a:xfrm>
                <a:custGeom>
                  <a:rect b="b" l="l" r="r" t="t"/>
                  <a:pathLst>
                    <a:path extrusionOk="0" h="839" w="208">
                      <a:moveTo>
                        <a:pt x="66" y="0"/>
                      </a:moveTo>
                      <a:cubicBezTo>
                        <a:pt x="42" y="0"/>
                        <a:pt x="0" y="25"/>
                        <a:pt x="8" y="58"/>
                      </a:cubicBezTo>
                      <a:cubicBezTo>
                        <a:pt x="17" y="182"/>
                        <a:pt x="33" y="315"/>
                        <a:pt x="50" y="439"/>
                      </a:cubicBezTo>
                      <a:cubicBezTo>
                        <a:pt x="58" y="564"/>
                        <a:pt x="75" y="688"/>
                        <a:pt x="116" y="812"/>
                      </a:cubicBezTo>
                      <a:cubicBezTo>
                        <a:pt x="123" y="830"/>
                        <a:pt x="138" y="839"/>
                        <a:pt x="153" y="839"/>
                      </a:cubicBezTo>
                      <a:cubicBezTo>
                        <a:pt x="172" y="839"/>
                        <a:pt x="191" y="824"/>
                        <a:pt x="191" y="796"/>
                      </a:cubicBezTo>
                      <a:cubicBezTo>
                        <a:pt x="207" y="680"/>
                        <a:pt x="191" y="547"/>
                        <a:pt x="174" y="431"/>
                      </a:cubicBezTo>
                      <a:cubicBezTo>
                        <a:pt x="158" y="307"/>
                        <a:pt x="149" y="182"/>
                        <a:pt x="133" y="58"/>
                      </a:cubicBezTo>
                      <a:cubicBezTo>
                        <a:pt x="124" y="25"/>
                        <a:pt x="108" y="0"/>
                        <a:pt x="6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6" name="Google Shape;1376;p1"/>
                <p:cNvSpPr/>
                <p:nvPr/>
              </p:nvSpPr>
              <p:spPr>
                <a:xfrm>
                  <a:off x="2953275" y="4201025"/>
                  <a:ext cx="6450" cy="19175"/>
                </a:xfrm>
                <a:custGeom>
                  <a:rect b="b" l="l" r="r" t="t"/>
                  <a:pathLst>
                    <a:path extrusionOk="0" h="767" w="258">
                      <a:moveTo>
                        <a:pt x="66" y="1"/>
                      </a:moveTo>
                      <a:cubicBezTo>
                        <a:pt x="37" y="1"/>
                        <a:pt x="9" y="19"/>
                        <a:pt x="9" y="57"/>
                      </a:cubicBezTo>
                      <a:cubicBezTo>
                        <a:pt x="0" y="173"/>
                        <a:pt x="9" y="297"/>
                        <a:pt x="25" y="413"/>
                      </a:cubicBezTo>
                      <a:cubicBezTo>
                        <a:pt x="33" y="463"/>
                        <a:pt x="50" y="521"/>
                        <a:pt x="66" y="579"/>
                      </a:cubicBezTo>
                      <a:cubicBezTo>
                        <a:pt x="83" y="637"/>
                        <a:pt x="100" y="695"/>
                        <a:pt x="141" y="744"/>
                      </a:cubicBezTo>
                      <a:cubicBezTo>
                        <a:pt x="152" y="760"/>
                        <a:pt x="167" y="767"/>
                        <a:pt x="184" y="767"/>
                      </a:cubicBezTo>
                      <a:cubicBezTo>
                        <a:pt x="219" y="767"/>
                        <a:pt x="257" y="737"/>
                        <a:pt x="257" y="703"/>
                      </a:cubicBezTo>
                      <a:cubicBezTo>
                        <a:pt x="249" y="645"/>
                        <a:pt x="216" y="587"/>
                        <a:pt x="199" y="529"/>
                      </a:cubicBezTo>
                      <a:cubicBezTo>
                        <a:pt x="182" y="479"/>
                        <a:pt x="174" y="429"/>
                        <a:pt x="158" y="380"/>
                      </a:cubicBezTo>
                      <a:cubicBezTo>
                        <a:pt x="133" y="272"/>
                        <a:pt x="124" y="164"/>
                        <a:pt x="124" y="57"/>
                      </a:cubicBezTo>
                      <a:cubicBezTo>
                        <a:pt x="124" y="19"/>
                        <a:pt x="95" y="1"/>
                        <a:pt x="6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7" name="Google Shape;1377;p1"/>
                <p:cNvSpPr/>
                <p:nvPr/>
              </p:nvSpPr>
              <p:spPr>
                <a:xfrm>
                  <a:off x="2959900" y="4202600"/>
                  <a:ext cx="4175" cy="11450"/>
                </a:xfrm>
                <a:custGeom>
                  <a:rect b="b" l="l" r="r" t="t"/>
                  <a:pathLst>
                    <a:path extrusionOk="0" h="458" w="167">
                      <a:moveTo>
                        <a:pt x="77" y="1"/>
                      </a:moveTo>
                      <a:cubicBezTo>
                        <a:pt x="74" y="1"/>
                        <a:pt x="70" y="1"/>
                        <a:pt x="67" y="2"/>
                      </a:cubicBezTo>
                      <a:cubicBezTo>
                        <a:pt x="33" y="2"/>
                        <a:pt x="17" y="27"/>
                        <a:pt x="9" y="60"/>
                      </a:cubicBezTo>
                      <a:cubicBezTo>
                        <a:pt x="0" y="126"/>
                        <a:pt x="9" y="201"/>
                        <a:pt x="17" y="275"/>
                      </a:cubicBezTo>
                      <a:cubicBezTo>
                        <a:pt x="25" y="308"/>
                        <a:pt x="25" y="342"/>
                        <a:pt x="42" y="375"/>
                      </a:cubicBezTo>
                      <a:cubicBezTo>
                        <a:pt x="58" y="408"/>
                        <a:pt x="83" y="441"/>
                        <a:pt x="116" y="458"/>
                      </a:cubicBezTo>
                      <a:cubicBezTo>
                        <a:pt x="133" y="458"/>
                        <a:pt x="149" y="458"/>
                        <a:pt x="149" y="441"/>
                      </a:cubicBezTo>
                      <a:cubicBezTo>
                        <a:pt x="166" y="408"/>
                        <a:pt x="158" y="375"/>
                        <a:pt x="158" y="350"/>
                      </a:cubicBezTo>
                      <a:cubicBezTo>
                        <a:pt x="149" y="308"/>
                        <a:pt x="141" y="275"/>
                        <a:pt x="133" y="242"/>
                      </a:cubicBezTo>
                      <a:cubicBezTo>
                        <a:pt x="133" y="226"/>
                        <a:pt x="125" y="226"/>
                        <a:pt x="125" y="201"/>
                      </a:cubicBezTo>
                      <a:lnTo>
                        <a:pt x="125" y="159"/>
                      </a:lnTo>
                      <a:cubicBezTo>
                        <a:pt x="125" y="126"/>
                        <a:pt x="125" y="93"/>
                        <a:pt x="125" y="60"/>
                      </a:cubicBezTo>
                      <a:cubicBezTo>
                        <a:pt x="132" y="30"/>
                        <a:pt x="106" y="1"/>
                        <a:pt x="7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8" name="Google Shape;1378;p1"/>
                <p:cNvSpPr/>
                <p:nvPr/>
              </p:nvSpPr>
              <p:spPr>
                <a:xfrm>
                  <a:off x="2968175" y="4205700"/>
                  <a:ext cx="4600" cy="14150"/>
                </a:xfrm>
                <a:custGeom>
                  <a:rect b="b" l="l" r="r" t="t"/>
                  <a:pathLst>
                    <a:path extrusionOk="0" h="566" w="184">
                      <a:moveTo>
                        <a:pt x="64" y="0"/>
                      </a:moveTo>
                      <a:cubicBezTo>
                        <a:pt x="59" y="0"/>
                        <a:pt x="55" y="1"/>
                        <a:pt x="50" y="2"/>
                      </a:cubicBezTo>
                      <a:cubicBezTo>
                        <a:pt x="17" y="10"/>
                        <a:pt x="1" y="44"/>
                        <a:pt x="9" y="68"/>
                      </a:cubicBezTo>
                      <a:cubicBezTo>
                        <a:pt x="17" y="151"/>
                        <a:pt x="34" y="234"/>
                        <a:pt x="50" y="309"/>
                      </a:cubicBezTo>
                      <a:cubicBezTo>
                        <a:pt x="67" y="392"/>
                        <a:pt x="75" y="474"/>
                        <a:pt x="108" y="549"/>
                      </a:cubicBezTo>
                      <a:cubicBezTo>
                        <a:pt x="117" y="557"/>
                        <a:pt x="133" y="566"/>
                        <a:pt x="150" y="566"/>
                      </a:cubicBezTo>
                      <a:cubicBezTo>
                        <a:pt x="166" y="557"/>
                        <a:pt x="175" y="541"/>
                        <a:pt x="175" y="532"/>
                      </a:cubicBezTo>
                      <a:cubicBezTo>
                        <a:pt x="183" y="450"/>
                        <a:pt x="166" y="367"/>
                        <a:pt x="158" y="284"/>
                      </a:cubicBezTo>
                      <a:cubicBezTo>
                        <a:pt x="142" y="201"/>
                        <a:pt x="133" y="126"/>
                        <a:pt x="117" y="44"/>
                      </a:cubicBezTo>
                      <a:cubicBezTo>
                        <a:pt x="110" y="16"/>
                        <a:pt x="86" y="0"/>
                        <a:pt x="6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9" name="Google Shape;1379;p1"/>
                <p:cNvSpPr/>
                <p:nvPr/>
              </p:nvSpPr>
              <p:spPr>
                <a:xfrm>
                  <a:off x="3021075" y="4310450"/>
                  <a:ext cx="6375" cy="42950"/>
                </a:xfrm>
                <a:custGeom>
                  <a:rect b="b" l="l" r="r" t="t"/>
                  <a:pathLst>
                    <a:path extrusionOk="0" h="1718" w="255">
                      <a:moveTo>
                        <a:pt x="140" y="1"/>
                      </a:moveTo>
                      <a:cubicBezTo>
                        <a:pt x="119" y="1"/>
                        <a:pt x="98" y="14"/>
                        <a:pt x="89" y="38"/>
                      </a:cubicBezTo>
                      <a:cubicBezTo>
                        <a:pt x="64" y="96"/>
                        <a:pt x="64" y="162"/>
                        <a:pt x="64" y="220"/>
                      </a:cubicBezTo>
                      <a:cubicBezTo>
                        <a:pt x="64" y="295"/>
                        <a:pt x="64" y="361"/>
                        <a:pt x="64" y="427"/>
                      </a:cubicBezTo>
                      <a:cubicBezTo>
                        <a:pt x="64" y="560"/>
                        <a:pt x="64" y="692"/>
                        <a:pt x="64" y="833"/>
                      </a:cubicBezTo>
                      <a:cubicBezTo>
                        <a:pt x="56" y="1107"/>
                        <a:pt x="47" y="1380"/>
                        <a:pt x="6" y="1653"/>
                      </a:cubicBezTo>
                      <a:cubicBezTo>
                        <a:pt x="1" y="1693"/>
                        <a:pt x="31" y="1717"/>
                        <a:pt x="59" y="1717"/>
                      </a:cubicBezTo>
                      <a:cubicBezTo>
                        <a:pt x="79" y="1717"/>
                        <a:pt x="98" y="1705"/>
                        <a:pt x="105" y="1678"/>
                      </a:cubicBezTo>
                      <a:cubicBezTo>
                        <a:pt x="172" y="1405"/>
                        <a:pt x="230" y="1131"/>
                        <a:pt x="246" y="850"/>
                      </a:cubicBezTo>
                      <a:cubicBezTo>
                        <a:pt x="254" y="709"/>
                        <a:pt x="254" y="568"/>
                        <a:pt x="254" y="427"/>
                      </a:cubicBezTo>
                      <a:cubicBezTo>
                        <a:pt x="246" y="361"/>
                        <a:pt x="246" y="295"/>
                        <a:pt x="230" y="228"/>
                      </a:cubicBezTo>
                      <a:cubicBezTo>
                        <a:pt x="221" y="162"/>
                        <a:pt x="213" y="87"/>
                        <a:pt x="180" y="21"/>
                      </a:cubicBezTo>
                      <a:cubicBezTo>
                        <a:pt x="169" y="7"/>
                        <a:pt x="155" y="1"/>
                        <a:pt x="14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0" name="Google Shape;1380;p1"/>
                <p:cNvSpPr/>
                <p:nvPr/>
              </p:nvSpPr>
              <p:spPr>
                <a:xfrm>
                  <a:off x="3027525" y="4323150"/>
                  <a:ext cx="4475" cy="17450"/>
                </a:xfrm>
                <a:custGeom>
                  <a:rect b="b" l="l" r="r" t="t"/>
                  <a:pathLst>
                    <a:path extrusionOk="0" h="698" w="179">
                      <a:moveTo>
                        <a:pt x="133" y="1"/>
                      </a:moveTo>
                      <a:cubicBezTo>
                        <a:pt x="121" y="1"/>
                        <a:pt x="108" y="7"/>
                        <a:pt x="104" y="19"/>
                      </a:cubicBezTo>
                      <a:cubicBezTo>
                        <a:pt x="79" y="60"/>
                        <a:pt x="71" y="110"/>
                        <a:pt x="63" y="168"/>
                      </a:cubicBezTo>
                      <a:cubicBezTo>
                        <a:pt x="54" y="217"/>
                        <a:pt x="46" y="275"/>
                        <a:pt x="38" y="333"/>
                      </a:cubicBezTo>
                      <a:cubicBezTo>
                        <a:pt x="30" y="433"/>
                        <a:pt x="21" y="541"/>
                        <a:pt x="5" y="648"/>
                      </a:cubicBezTo>
                      <a:cubicBezTo>
                        <a:pt x="0" y="681"/>
                        <a:pt x="29" y="698"/>
                        <a:pt x="57" y="698"/>
                      </a:cubicBezTo>
                      <a:cubicBezTo>
                        <a:pt x="79" y="698"/>
                        <a:pt x="100" y="687"/>
                        <a:pt x="104" y="665"/>
                      </a:cubicBezTo>
                      <a:cubicBezTo>
                        <a:pt x="112" y="557"/>
                        <a:pt x="129" y="449"/>
                        <a:pt x="146" y="342"/>
                      </a:cubicBezTo>
                      <a:cubicBezTo>
                        <a:pt x="154" y="292"/>
                        <a:pt x="162" y="242"/>
                        <a:pt x="170" y="184"/>
                      </a:cubicBezTo>
                      <a:cubicBezTo>
                        <a:pt x="170" y="126"/>
                        <a:pt x="179" y="77"/>
                        <a:pt x="170" y="27"/>
                      </a:cubicBezTo>
                      <a:lnTo>
                        <a:pt x="162" y="27"/>
                      </a:lnTo>
                      <a:cubicBezTo>
                        <a:pt x="162" y="9"/>
                        <a:pt x="148" y="1"/>
                        <a:pt x="13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1" name="Google Shape;1381;p1"/>
                <p:cNvSpPr/>
                <p:nvPr/>
              </p:nvSpPr>
              <p:spPr>
                <a:xfrm>
                  <a:off x="3034150" y="4316975"/>
                  <a:ext cx="6150" cy="19300"/>
                </a:xfrm>
                <a:custGeom>
                  <a:rect b="b" l="l" r="r" t="t"/>
                  <a:pathLst>
                    <a:path extrusionOk="0" h="772" w="246">
                      <a:moveTo>
                        <a:pt x="200" y="0"/>
                      </a:moveTo>
                      <a:cubicBezTo>
                        <a:pt x="193" y="0"/>
                        <a:pt x="185" y="3"/>
                        <a:pt x="179" y="9"/>
                      </a:cubicBezTo>
                      <a:cubicBezTo>
                        <a:pt x="137" y="50"/>
                        <a:pt x="121" y="116"/>
                        <a:pt x="104" y="166"/>
                      </a:cubicBezTo>
                      <a:cubicBezTo>
                        <a:pt x="79" y="224"/>
                        <a:pt x="71" y="290"/>
                        <a:pt x="63" y="348"/>
                      </a:cubicBezTo>
                      <a:cubicBezTo>
                        <a:pt x="38" y="464"/>
                        <a:pt x="21" y="589"/>
                        <a:pt x="5" y="713"/>
                      </a:cubicBezTo>
                      <a:cubicBezTo>
                        <a:pt x="0" y="750"/>
                        <a:pt x="37" y="772"/>
                        <a:pt x="72" y="772"/>
                      </a:cubicBezTo>
                      <a:cubicBezTo>
                        <a:pt x="100" y="772"/>
                        <a:pt x="125" y="759"/>
                        <a:pt x="129" y="730"/>
                      </a:cubicBezTo>
                      <a:cubicBezTo>
                        <a:pt x="146" y="605"/>
                        <a:pt x="162" y="489"/>
                        <a:pt x="187" y="373"/>
                      </a:cubicBezTo>
                      <a:cubicBezTo>
                        <a:pt x="204" y="315"/>
                        <a:pt x="212" y="257"/>
                        <a:pt x="220" y="199"/>
                      </a:cubicBezTo>
                      <a:cubicBezTo>
                        <a:pt x="229" y="141"/>
                        <a:pt x="245" y="83"/>
                        <a:pt x="229" y="25"/>
                      </a:cubicBezTo>
                      <a:cubicBezTo>
                        <a:pt x="229" y="9"/>
                        <a:pt x="215" y="0"/>
                        <a:pt x="20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2" name="Google Shape;1382;p1"/>
                <p:cNvSpPr/>
                <p:nvPr/>
              </p:nvSpPr>
              <p:spPr>
                <a:xfrm>
                  <a:off x="2994650" y="4337450"/>
                  <a:ext cx="6075" cy="15950"/>
                </a:xfrm>
                <a:custGeom>
                  <a:rect b="b" l="l" r="r" t="t"/>
                  <a:pathLst>
                    <a:path extrusionOk="0" h="638" w="243">
                      <a:moveTo>
                        <a:pt x="211" y="0"/>
                      </a:moveTo>
                      <a:cubicBezTo>
                        <a:pt x="201" y="0"/>
                        <a:pt x="191" y="6"/>
                        <a:pt x="185" y="18"/>
                      </a:cubicBezTo>
                      <a:cubicBezTo>
                        <a:pt x="151" y="109"/>
                        <a:pt x="127" y="201"/>
                        <a:pt x="102" y="292"/>
                      </a:cubicBezTo>
                      <a:cubicBezTo>
                        <a:pt x="77" y="391"/>
                        <a:pt x="44" y="482"/>
                        <a:pt x="11" y="573"/>
                      </a:cubicBezTo>
                      <a:cubicBezTo>
                        <a:pt x="1" y="613"/>
                        <a:pt x="31" y="637"/>
                        <a:pt x="63" y="637"/>
                      </a:cubicBezTo>
                      <a:cubicBezTo>
                        <a:pt x="85" y="637"/>
                        <a:pt x="108" y="625"/>
                        <a:pt x="118" y="598"/>
                      </a:cubicBezTo>
                      <a:cubicBezTo>
                        <a:pt x="151" y="507"/>
                        <a:pt x="176" y="416"/>
                        <a:pt x="201" y="325"/>
                      </a:cubicBezTo>
                      <a:cubicBezTo>
                        <a:pt x="209" y="275"/>
                        <a:pt x="218" y="225"/>
                        <a:pt x="226" y="184"/>
                      </a:cubicBezTo>
                      <a:cubicBezTo>
                        <a:pt x="234" y="134"/>
                        <a:pt x="243" y="85"/>
                        <a:pt x="243" y="35"/>
                      </a:cubicBezTo>
                      <a:cubicBezTo>
                        <a:pt x="243" y="14"/>
                        <a:pt x="227" y="0"/>
                        <a:pt x="21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3" name="Google Shape;1383;p1"/>
                <p:cNvSpPr/>
                <p:nvPr/>
              </p:nvSpPr>
              <p:spPr>
                <a:xfrm>
                  <a:off x="2873100" y="4179000"/>
                  <a:ext cx="7275" cy="23575"/>
                </a:xfrm>
                <a:custGeom>
                  <a:rect b="b" l="l" r="r" t="t"/>
                  <a:pathLst>
                    <a:path extrusionOk="0" h="943" w="291">
                      <a:moveTo>
                        <a:pt x="124" y="1"/>
                      </a:moveTo>
                      <a:cubicBezTo>
                        <a:pt x="99" y="1"/>
                        <a:pt x="74" y="14"/>
                        <a:pt x="67" y="43"/>
                      </a:cubicBezTo>
                      <a:cubicBezTo>
                        <a:pt x="26" y="192"/>
                        <a:pt x="1" y="333"/>
                        <a:pt x="17" y="482"/>
                      </a:cubicBezTo>
                      <a:cubicBezTo>
                        <a:pt x="17" y="556"/>
                        <a:pt x="34" y="639"/>
                        <a:pt x="50" y="714"/>
                      </a:cubicBezTo>
                      <a:cubicBezTo>
                        <a:pt x="67" y="788"/>
                        <a:pt x="92" y="863"/>
                        <a:pt x="150" y="921"/>
                      </a:cubicBezTo>
                      <a:cubicBezTo>
                        <a:pt x="168" y="936"/>
                        <a:pt x="187" y="943"/>
                        <a:pt x="205" y="943"/>
                      </a:cubicBezTo>
                      <a:cubicBezTo>
                        <a:pt x="247" y="943"/>
                        <a:pt x="282" y="909"/>
                        <a:pt x="282" y="863"/>
                      </a:cubicBezTo>
                      <a:cubicBezTo>
                        <a:pt x="291" y="797"/>
                        <a:pt x="266" y="730"/>
                        <a:pt x="249" y="656"/>
                      </a:cubicBezTo>
                      <a:cubicBezTo>
                        <a:pt x="233" y="590"/>
                        <a:pt x="216" y="523"/>
                        <a:pt x="208" y="457"/>
                      </a:cubicBezTo>
                      <a:cubicBezTo>
                        <a:pt x="183" y="324"/>
                        <a:pt x="175" y="192"/>
                        <a:pt x="183" y="59"/>
                      </a:cubicBezTo>
                      <a:cubicBezTo>
                        <a:pt x="188" y="22"/>
                        <a:pt x="156" y="1"/>
                        <a:pt x="12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4" name="Google Shape;1384;p1"/>
                <p:cNvSpPr/>
                <p:nvPr/>
              </p:nvSpPr>
              <p:spPr>
                <a:xfrm>
                  <a:off x="2880525" y="4189150"/>
                  <a:ext cx="7100" cy="23075"/>
                </a:xfrm>
                <a:custGeom>
                  <a:rect b="b" l="l" r="r" t="t"/>
                  <a:pathLst>
                    <a:path extrusionOk="0" h="923" w="284">
                      <a:moveTo>
                        <a:pt x="69" y="1"/>
                      </a:moveTo>
                      <a:cubicBezTo>
                        <a:pt x="36" y="1"/>
                        <a:pt x="0" y="31"/>
                        <a:pt x="10" y="76"/>
                      </a:cubicBezTo>
                      <a:cubicBezTo>
                        <a:pt x="35" y="217"/>
                        <a:pt x="60" y="358"/>
                        <a:pt x="93" y="498"/>
                      </a:cubicBezTo>
                      <a:cubicBezTo>
                        <a:pt x="118" y="631"/>
                        <a:pt x="143" y="772"/>
                        <a:pt x="201" y="904"/>
                      </a:cubicBezTo>
                      <a:cubicBezTo>
                        <a:pt x="207" y="917"/>
                        <a:pt x="219" y="922"/>
                        <a:pt x="231" y="922"/>
                      </a:cubicBezTo>
                      <a:cubicBezTo>
                        <a:pt x="252" y="922"/>
                        <a:pt x="275" y="906"/>
                        <a:pt x="275" y="880"/>
                      </a:cubicBezTo>
                      <a:cubicBezTo>
                        <a:pt x="284" y="739"/>
                        <a:pt x="242" y="598"/>
                        <a:pt x="209" y="465"/>
                      </a:cubicBezTo>
                      <a:cubicBezTo>
                        <a:pt x="184" y="324"/>
                        <a:pt x="151" y="184"/>
                        <a:pt x="118" y="43"/>
                      </a:cubicBezTo>
                      <a:cubicBezTo>
                        <a:pt x="111" y="13"/>
                        <a:pt x="91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5" name="Google Shape;1385;p1"/>
                <p:cNvSpPr/>
                <p:nvPr/>
              </p:nvSpPr>
              <p:spPr>
                <a:xfrm>
                  <a:off x="2822575" y="4022000"/>
                  <a:ext cx="9125" cy="15400"/>
                </a:xfrm>
                <a:custGeom>
                  <a:rect b="b" l="l" r="r" t="t"/>
                  <a:pathLst>
                    <a:path extrusionOk="0" h="616" w="365">
                      <a:moveTo>
                        <a:pt x="168" y="1"/>
                      </a:moveTo>
                      <a:cubicBezTo>
                        <a:pt x="141" y="1"/>
                        <a:pt x="114" y="11"/>
                        <a:pt x="99" y="34"/>
                      </a:cubicBezTo>
                      <a:lnTo>
                        <a:pt x="91" y="51"/>
                      </a:lnTo>
                      <a:cubicBezTo>
                        <a:pt x="58" y="67"/>
                        <a:pt x="41" y="92"/>
                        <a:pt x="25" y="125"/>
                      </a:cubicBezTo>
                      <a:cubicBezTo>
                        <a:pt x="8" y="158"/>
                        <a:pt x="0" y="200"/>
                        <a:pt x="0" y="241"/>
                      </a:cubicBezTo>
                      <a:cubicBezTo>
                        <a:pt x="0" y="283"/>
                        <a:pt x="0" y="324"/>
                        <a:pt x="0" y="366"/>
                      </a:cubicBezTo>
                      <a:cubicBezTo>
                        <a:pt x="8" y="407"/>
                        <a:pt x="17" y="440"/>
                        <a:pt x="25" y="482"/>
                      </a:cubicBezTo>
                      <a:cubicBezTo>
                        <a:pt x="33" y="531"/>
                        <a:pt x="58" y="581"/>
                        <a:pt x="116" y="606"/>
                      </a:cubicBezTo>
                      <a:cubicBezTo>
                        <a:pt x="130" y="613"/>
                        <a:pt x="145" y="616"/>
                        <a:pt x="160" y="616"/>
                      </a:cubicBezTo>
                      <a:cubicBezTo>
                        <a:pt x="197" y="616"/>
                        <a:pt x="236" y="596"/>
                        <a:pt x="265" y="573"/>
                      </a:cubicBezTo>
                      <a:cubicBezTo>
                        <a:pt x="298" y="540"/>
                        <a:pt x="307" y="498"/>
                        <a:pt x="323" y="457"/>
                      </a:cubicBezTo>
                      <a:cubicBezTo>
                        <a:pt x="356" y="308"/>
                        <a:pt x="365" y="117"/>
                        <a:pt x="224" y="18"/>
                      </a:cubicBezTo>
                      <a:cubicBezTo>
                        <a:pt x="209" y="7"/>
                        <a:pt x="189" y="1"/>
                        <a:pt x="1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6" name="Google Shape;1386;p1"/>
                <p:cNvSpPr/>
                <p:nvPr/>
              </p:nvSpPr>
              <p:spPr>
                <a:xfrm>
                  <a:off x="2879950" y="4020475"/>
                  <a:ext cx="10575" cy="14200"/>
                </a:xfrm>
                <a:custGeom>
                  <a:rect b="b" l="l" r="r" t="t"/>
                  <a:pathLst>
                    <a:path extrusionOk="0" h="568" w="423">
                      <a:moveTo>
                        <a:pt x="238" y="1"/>
                      </a:moveTo>
                      <a:cubicBezTo>
                        <a:pt x="195" y="1"/>
                        <a:pt x="151" y="16"/>
                        <a:pt x="116" y="45"/>
                      </a:cubicBezTo>
                      <a:cubicBezTo>
                        <a:pt x="75" y="79"/>
                        <a:pt x="50" y="137"/>
                        <a:pt x="25" y="186"/>
                      </a:cubicBezTo>
                      <a:cubicBezTo>
                        <a:pt x="17" y="244"/>
                        <a:pt x="0" y="294"/>
                        <a:pt x="8" y="352"/>
                      </a:cubicBezTo>
                      <a:cubicBezTo>
                        <a:pt x="17" y="402"/>
                        <a:pt x="42" y="435"/>
                        <a:pt x="75" y="460"/>
                      </a:cubicBezTo>
                      <a:cubicBezTo>
                        <a:pt x="100" y="509"/>
                        <a:pt x="124" y="543"/>
                        <a:pt x="174" y="559"/>
                      </a:cubicBezTo>
                      <a:cubicBezTo>
                        <a:pt x="192" y="565"/>
                        <a:pt x="208" y="568"/>
                        <a:pt x="225" y="568"/>
                      </a:cubicBezTo>
                      <a:cubicBezTo>
                        <a:pt x="254" y="568"/>
                        <a:pt x="283" y="559"/>
                        <a:pt x="315" y="543"/>
                      </a:cubicBezTo>
                      <a:cubicBezTo>
                        <a:pt x="340" y="518"/>
                        <a:pt x="356" y="493"/>
                        <a:pt x="373" y="460"/>
                      </a:cubicBezTo>
                      <a:cubicBezTo>
                        <a:pt x="398" y="418"/>
                        <a:pt x="414" y="369"/>
                        <a:pt x="414" y="327"/>
                      </a:cubicBezTo>
                      <a:cubicBezTo>
                        <a:pt x="423" y="277"/>
                        <a:pt x="423" y="228"/>
                        <a:pt x="414" y="186"/>
                      </a:cubicBezTo>
                      <a:cubicBezTo>
                        <a:pt x="406" y="120"/>
                        <a:pt x="381" y="62"/>
                        <a:pt x="323" y="21"/>
                      </a:cubicBezTo>
                      <a:cubicBezTo>
                        <a:pt x="297" y="7"/>
                        <a:pt x="268" y="1"/>
                        <a:pt x="23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7" name="Google Shape;1387;p1"/>
                <p:cNvSpPr/>
                <p:nvPr/>
              </p:nvSpPr>
              <p:spPr>
                <a:xfrm>
                  <a:off x="2866425" y="3994225"/>
                  <a:ext cx="29075" cy="22000"/>
                </a:xfrm>
                <a:custGeom>
                  <a:rect b="b" l="l" r="r" t="t"/>
                  <a:pathLst>
                    <a:path extrusionOk="0" h="880" w="1163">
                      <a:moveTo>
                        <a:pt x="711" y="1"/>
                      </a:moveTo>
                      <a:cubicBezTo>
                        <a:pt x="707" y="1"/>
                        <a:pt x="703" y="1"/>
                        <a:pt x="699" y="2"/>
                      </a:cubicBezTo>
                      <a:cubicBezTo>
                        <a:pt x="649" y="2"/>
                        <a:pt x="616" y="27"/>
                        <a:pt x="574" y="43"/>
                      </a:cubicBezTo>
                      <a:cubicBezTo>
                        <a:pt x="533" y="68"/>
                        <a:pt x="491" y="93"/>
                        <a:pt x="458" y="126"/>
                      </a:cubicBezTo>
                      <a:cubicBezTo>
                        <a:pt x="384" y="184"/>
                        <a:pt x="326" y="259"/>
                        <a:pt x="268" y="325"/>
                      </a:cubicBezTo>
                      <a:cubicBezTo>
                        <a:pt x="143" y="474"/>
                        <a:pt x="61" y="631"/>
                        <a:pt x="11" y="814"/>
                      </a:cubicBezTo>
                      <a:cubicBezTo>
                        <a:pt x="1" y="854"/>
                        <a:pt x="37" y="879"/>
                        <a:pt x="73" y="879"/>
                      </a:cubicBezTo>
                      <a:cubicBezTo>
                        <a:pt x="95" y="879"/>
                        <a:pt x="117" y="869"/>
                        <a:pt x="127" y="847"/>
                      </a:cubicBezTo>
                      <a:cubicBezTo>
                        <a:pt x="160" y="772"/>
                        <a:pt x="193" y="706"/>
                        <a:pt x="235" y="640"/>
                      </a:cubicBezTo>
                      <a:cubicBezTo>
                        <a:pt x="246" y="647"/>
                        <a:pt x="255" y="651"/>
                        <a:pt x="265" y="651"/>
                      </a:cubicBezTo>
                      <a:cubicBezTo>
                        <a:pt x="276" y="651"/>
                        <a:pt x="287" y="645"/>
                        <a:pt x="301" y="631"/>
                      </a:cubicBezTo>
                      <a:cubicBezTo>
                        <a:pt x="417" y="524"/>
                        <a:pt x="549" y="424"/>
                        <a:pt x="690" y="358"/>
                      </a:cubicBezTo>
                      <a:cubicBezTo>
                        <a:pt x="765" y="317"/>
                        <a:pt x="831" y="283"/>
                        <a:pt x="906" y="259"/>
                      </a:cubicBezTo>
                      <a:lnTo>
                        <a:pt x="906" y="267"/>
                      </a:lnTo>
                      <a:cubicBezTo>
                        <a:pt x="947" y="250"/>
                        <a:pt x="980" y="242"/>
                        <a:pt x="1022" y="225"/>
                      </a:cubicBezTo>
                      <a:cubicBezTo>
                        <a:pt x="1055" y="209"/>
                        <a:pt x="1105" y="201"/>
                        <a:pt x="1138" y="176"/>
                      </a:cubicBezTo>
                      <a:cubicBezTo>
                        <a:pt x="1163" y="151"/>
                        <a:pt x="1154" y="101"/>
                        <a:pt x="1121" y="93"/>
                      </a:cubicBezTo>
                      <a:cubicBezTo>
                        <a:pt x="1104" y="86"/>
                        <a:pt x="1086" y="83"/>
                        <a:pt x="1069" y="83"/>
                      </a:cubicBezTo>
                      <a:cubicBezTo>
                        <a:pt x="1045" y="83"/>
                        <a:pt x="1021" y="88"/>
                        <a:pt x="997" y="93"/>
                      </a:cubicBezTo>
                      <a:cubicBezTo>
                        <a:pt x="955" y="93"/>
                        <a:pt x="906" y="101"/>
                        <a:pt x="864" y="118"/>
                      </a:cubicBezTo>
                      <a:cubicBezTo>
                        <a:pt x="781" y="143"/>
                        <a:pt x="699" y="176"/>
                        <a:pt x="624" y="217"/>
                      </a:cubicBezTo>
                      <a:cubicBezTo>
                        <a:pt x="599" y="234"/>
                        <a:pt x="574" y="250"/>
                        <a:pt x="549" y="267"/>
                      </a:cubicBezTo>
                      <a:lnTo>
                        <a:pt x="566" y="250"/>
                      </a:lnTo>
                      <a:cubicBezTo>
                        <a:pt x="599" y="225"/>
                        <a:pt x="632" y="201"/>
                        <a:pt x="657" y="167"/>
                      </a:cubicBezTo>
                      <a:cubicBezTo>
                        <a:pt x="690" y="134"/>
                        <a:pt x="723" y="109"/>
                        <a:pt x="748" y="76"/>
                      </a:cubicBezTo>
                      <a:cubicBezTo>
                        <a:pt x="771" y="38"/>
                        <a:pt x="752" y="1"/>
                        <a:pt x="71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8" name="Google Shape;1388;p1"/>
                <p:cNvSpPr/>
                <p:nvPr/>
              </p:nvSpPr>
              <p:spPr>
                <a:xfrm>
                  <a:off x="2878025" y="3999925"/>
                  <a:ext cx="23475" cy="8550"/>
                </a:xfrm>
                <a:custGeom>
                  <a:rect b="b" l="l" r="r" t="t"/>
                  <a:pathLst>
                    <a:path extrusionOk="0" h="342" w="939">
                      <a:moveTo>
                        <a:pt x="766" y="1"/>
                      </a:moveTo>
                      <a:cubicBezTo>
                        <a:pt x="738" y="1"/>
                        <a:pt x="709" y="3"/>
                        <a:pt x="682" y="6"/>
                      </a:cubicBezTo>
                      <a:cubicBezTo>
                        <a:pt x="607" y="22"/>
                        <a:pt x="533" y="39"/>
                        <a:pt x="467" y="55"/>
                      </a:cubicBezTo>
                      <a:cubicBezTo>
                        <a:pt x="317" y="105"/>
                        <a:pt x="177" y="163"/>
                        <a:pt x="44" y="238"/>
                      </a:cubicBezTo>
                      <a:cubicBezTo>
                        <a:pt x="0" y="267"/>
                        <a:pt x="34" y="341"/>
                        <a:pt x="82" y="341"/>
                      </a:cubicBezTo>
                      <a:cubicBezTo>
                        <a:pt x="88" y="341"/>
                        <a:pt x="95" y="340"/>
                        <a:pt x="102" y="337"/>
                      </a:cubicBezTo>
                      <a:cubicBezTo>
                        <a:pt x="235" y="279"/>
                        <a:pt x="367" y="229"/>
                        <a:pt x="500" y="188"/>
                      </a:cubicBezTo>
                      <a:cubicBezTo>
                        <a:pt x="566" y="171"/>
                        <a:pt x="632" y="155"/>
                        <a:pt x="707" y="147"/>
                      </a:cubicBezTo>
                      <a:cubicBezTo>
                        <a:pt x="773" y="130"/>
                        <a:pt x="848" y="122"/>
                        <a:pt x="906" y="89"/>
                      </a:cubicBezTo>
                      <a:cubicBezTo>
                        <a:pt x="939" y="72"/>
                        <a:pt x="939" y="31"/>
                        <a:pt x="906" y="22"/>
                      </a:cubicBezTo>
                      <a:cubicBezTo>
                        <a:pt x="864" y="7"/>
                        <a:pt x="815" y="1"/>
                        <a:pt x="76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9" name="Google Shape;1389;p1"/>
                <p:cNvSpPr/>
                <p:nvPr/>
              </p:nvSpPr>
              <p:spPr>
                <a:xfrm>
                  <a:off x="2896375" y="4002750"/>
                  <a:ext cx="19850" cy="6950"/>
                </a:xfrm>
                <a:custGeom>
                  <a:rect b="b" l="l" r="r" t="t"/>
                  <a:pathLst>
                    <a:path extrusionOk="0" h="278" w="794">
                      <a:moveTo>
                        <a:pt x="329" y="0"/>
                      </a:moveTo>
                      <a:cubicBezTo>
                        <a:pt x="230" y="17"/>
                        <a:pt x="139" y="42"/>
                        <a:pt x="47" y="75"/>
                      </a:cubicBezTo>
                      <a:cubicBezTo>
                        <a:pt x="0" y="91"/>
                        <a:pt x="20" y="158"/>
                        <a:pt x="65" y="158"/>
                      </a:cubicBezTo>
                      <a:cubicBezTo>
                        <a:pt x="67" y="158"/>
                        <a:pt x="70" y="158"/>
                        <a:pt x="72" y="158"/>
                      </a:cubicBezTo>
                      <a:cubicBezTo>
                        <a:pt x="155" y="150"/>
                        <a:pt x="246" y="141"/>
                        <a:pt x="337" y="133"/>
                      </a:cubicBezTo>
                      <a:cubicBezTo>
                        <a:pt x="371" y="133"/>
                        <a:pt x="412" y="133"/>
                        <a:pt x="453" y="141"/>
                      </a:cubicBezTo>
                      <a:cubicBezTo>
                        <a:pt x="478" y="141"/>
                        <a:pt x="503" y="150"/>
                        <a:pt x="511" y="150"/>
                      </a:cubicBezTo>
                      <a:cubicBezTo>
                        <a:pt x="503" y="158"/>
                        <a:pt x="495" y="166"/>
                        <a:pt x="487" y="183"/>
                      </a:cubicBezTo>
                      <a:cubicBezTo>
                        <a:pt x="487" y="199"/>
                        <a:pt x="495" y="224"/>
                        <a:pt x="511" y="232"/>
                      </a:cubicBezTo>
                      <a:cubicBezTo>
                        <a:pt x="561" y="249"/>
                        <a:pt x="603" y="257"/>
                        <a:pt x="644" y="266"/>
                      </a:cubicBezTo>
                      <a:cubicBezTo>
                        <a:pt x="661" y="274"/>
                        <a:pt x="685" y="274"/>
                        <a:pt x="702" y="274"/>
                      </a:cubicBezTo>
                      <a:lnTo>
                        <a:pt x="710" y="274"/>
                      </a:lnTo>
                      <a:cubicBezTo>
                        <a:pt x="716" y="274"/>
                        <a:pt x="725" y="278"/>
                        <a:pt x="733" y="278"/>
                      </a:cubicBezTo>
                      <a:cubicBezTo>
                        <a:pt x="737" y="278"/>
                        <a:pt x="741" y="277"/>
                        <a:pt x="743" y="274"/>
                      </a:cubicBezTo>
                      <a:cubicBezTo>
                        <a:pt x="760" y="274"/>
                        <a:pt x="768" y="266"/>
                        <a:pt x="777" y="257"/>
                      </a:cubicBezTo>
                      <a:cubicBezTo>
                        <a:pt x="793" y="249"/>
                        <a:pt x="793" y="232"/>
                        <a:pt x="785" y="216"/>
                      </a:cubicBezTo>
                      <a:cubicBezTo>
                        <a:pt x="777" y="208"/>
                        <a:pt x="768" y="199"/>
                        <a:pt x="752" y="191"/>
                      </a:cubicBezTo>
                      <a:cubicBezTo>
                        <a:pt x="743" y="191"/>
                        <a:pt x="727" y="191"/>
                        <a:pt x="719" y="183"/>
                      </a:cubicBezTo>
                      <a:lnTo>
                        <a:pt x="694" y="183"/>
                      </a:lnTo>
                      <a:cubicBezTo>
                        <a:pt x="685" y="174"/>
                        <a:pt x="669" y="174"/>
                        <a:pt x="661" y="166"/>
                      </a:cubicBezTo>
                      <a:cubicBezTo>
                        <a:pt x="636" y="166"/>
                        <a:pt x="611" y="158"/>
                        <a:pt x="586" y="158"/>
                      </a:cubicBezTo>
                      <a:cubicBezTo>
                        <a:pt x="627" y="150"/>
                        <a:pt x="644" y="108"/>
                        <a:pt x="619" y="75"/>
                      </a:cubicBezTo>
                      <a:cubicBezTo>
                        <a:pt x="603" y="50"/>
                        <a:pt x="578" y="42"/>
                        <a:pt x="561" y="34"/>
                      </a:cubicBezTo>
                      <a:cubicBezTo>
                        <a:pt x="536" y="17"/>
                        <a:pt x="511" y="9"/>
                        <a:pt x="478" y="9"/>
                      </a:cubicBezTo>
                      <a:cubicBezTo>
                        <a:pt x="429" y="0"/>
                        <a:pt x="379" y="0"/>
                        <a:pt x="32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0" name="Google Shape;1390;p1"/>
                <p:cNvSpPr/>
                <p:nvPr/>
              </p:nvSpPr>
              <p:spPr>
                <a:xfrm>
                  <a:off x="2849700" y="4003800"/>
                  <a:ext cx="11250" cy="30950"/>
                </a:xfrm>
                <a:custGeom>
                  <a:rect b="b" l="l" r="r" t="t"/>
                  <a:pathLst>
                    <a:path extrusionOk="0" h="1238" w="450">
                      <a:moveTo>
                        <a:pt x="395" y="1"/>
                      </a:moveTo>
                      <a:cubicBezTo>
                        <a:pt x="384" y="1"/>
                        <a:pt x="374" y="5"/>
                        <a:pt x="365" y="16"/>
                      </a:cubicBezTo>
                      <a:cubicBezTo>
                        <a:pt x="307" y="99"/>
                        <a:pt x="249" y="182"/>
                        <a:pt x="208" y="273"/>
                      </a:cubicBezTo>
                      <a:cubicBezTo>
                        <a:pt x="158" y="364"/>
                        <a:pt x="133" y="464"/>
                        <a:pt x="100" y="563"/>
                      </a:cubicBezTo>
                      <a:cubicBezTo>
                        <a:pt x="75" y="671"/>
                        <a:pt x="50" y="770"/>
                        <a:pt x="34" y="870"/>
                      </a:cubicBezTo>
                      <a:cubicBezTo>
                        <a:pt x="17" y="978"/>
                        <a:pt x="0" y="1085"/>
                        <a:pt x="25" y="1185"/>
                      </a:cubicBezTo>
                      <a:cubicBezTo>
                        <a:pt x="35" y="1218"/>
                        <a:pt x="63" y="1237"/>
                        <a:pt x="90" y="1237"/>
                      </a:cubicBezTo>
                      <a:cubicBezTo>
                        <a:pt x="111" y="1237"/>
                        <a:pt x="131" y="1226"/>
                        <a:pt x="141" y="1201"/>
                      </a:cubicBezTo>
                      <a:cubicBezTo>
                        <a:pt x="183" y="1110"/>
                        <a:pt x="191" y="1011"/>
                        <a:pt x="199" y="920"/>
                      </a:cubicBezTo>
                      <a:cubicBezTo>
                        <a:pt x="208" y="820"/>
                        <a:pt x="224" y="721"/>
                        <a:pt x="241" y="621"/>
                      </a:cubicBezTo>
                      <a:cubicBezTo>
                        <a:pt x="274" y="431"/>
                        <a:pt x="332" y="224"/>
                        <a:pt x="431" y="66"/>
                      </a:cubicBezTo>
                      <a:cubicBezTo>
                        <a:pt x="450" y="36"/>
                        <a:pt x="423" y="1"/>
                        <a:pt x="39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1" name="Google Shape;1391;p1"/>
                <p:cNvSpPr/>
                <p:nvPr/>
              </p:nvSpPr>
              <p:spPr>
                <a:xfrm>
                  <a:off x="2854675" y="4035475"/>
                  <a:ext cx="2925" cy="9025"/>
                </a:xfrm>
                <a:custGeom>
                  <a:rect b="b" l="l" r="r" t="t"/>
                  <a:pathLst>
                    <a:path extrusionOk="0" h="361" w="117">
                      <a:moveTo>
                        <a:pt x="58" y="1"/>
                      </a:moveTo>
                      <a:cubicBezTo>
                        <a:pt x="33" y="1"/>
                        <a:pt x="9" y="25"/>
                        <a:pt x="9" y="50"/>
                      </a:cubicBezTo>
                      <a:cubicBezTo>
                        <a:pt x="9" y="100"/>
                        <a:pt x="0" y="141"/>
                        <a:pt x="0" y="191"/>
                      </a:cubicBezTo>
                      <a:cubicBezTo>
                        <a:pt x="0" y="224"/>
                        <a:pt x="0" y="249"/>
                        <a:pt x="0" y="274"/>
                      </a:cubicBezTo>
                      <a:cubicBezTo>
                        <a:pt x="0" y="307"/>
                        <a:pt x="9" y="332"/>
                        <a:pt x="33" y="357"/>
                      </a:cubicBezTo>
                      <a:cubicBezTo>
                        <a:pt x="36" y="360"/>
                        <a:pt x="40" y="360"/>
                        <a:pt x="44" y="360"/>
                      </a:cubicBezTo>
                      <a:cubicBezTo>
                        <a:pt x="53" y="360"/>
                        <a:pt x="64" y="357"/>
                        <a:pt x="75" y="357"/>
                      </a:cubicBezTo>
                      <a:cubicBezTo>
                        <a:pt x="100" y="332"/>
                        <a:pt x="100" y="307"/>
                        <a:pt x="108" y="274"/>
                      </a:cubicBezTo>
                      <a:cubicBezTo>
                        <a:pt x="108" y="249"/>
                        <a:pt x="116" y="224"/>
                        <a:pt x="116" y="208"/>
                      </a:cubicBezTo>
                      <a:cubicBezTo>
                        <a:pt x="116" y="150"/>
                        <a:pt x="116" y="100"/>
                        <a:pt x="108" y="50"/>
                      </a:cubicBezTo>
                      <a:cubicBezTo>
                        <a:pt x="108" y="25"/>
                        <a:pt x="83" y="1"/>
                        <a:pt x="5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2" name="Google Shape;1392;p1"/>
                <p:cNvSpPr/>
                <p:nvPr/>
              </p:nvSpPr>
              <p:spPr>
                <a:xfrm>
                  <a:off x="2822825" y="4084975"/>
                  <a:ext cx="2250" cy="1700"/>
                </a:xfrm>
                <a:custGeom>
                  <a:rect b="b" l="l" r="r" t="t"/>
                  <a:pathLst>
                    <a:path extrusionOk="0" h="68" w="90">
                      <a:moveTo>
                        <a:pt x="40" y="1"/>
                      </a:moveTo>
                      <a:cubicBezTo>
                        <a:pt x="1" y="9"/>
                        <a:pt x="6" y="68"/>
                        <a:pt x="41" y="68"/>
                      </a:cubicBezTo>
                      <a:cubicBezTo>
                        <a:pt x="43" y="68"/>
                        <a:pt x="46" y="68"/>
                        <a:pt x="48" y="67"/>
                      </a:cubicBezTo>
                      <a:cubicBezTo>
                        <a:pt x="89" y="59"/>
                        <a:pt x="81" y="1"/>
                        <a:pt x="4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3" name="Google Shape;1393;p1"/>
                <p:cNvSpPr/>
                <p:nvPr/>
              </p:nvSpPr>
              <p:spPr>
                <a:xfrm>
                  <a:off x="2825875" y="4084975"/>
                  <a:ext cx="2925" cy="2925"/>
                </a:xfrm>
                <a:custGeom>
                  <a:rect b="b" l="l" r="r" t="t"/>
                  <a:pathLst>
                    <a:path extrusionOk="0" h="117" w="117">
                      <a:moveTo>
                        <a:pt x="83" y="1"/>
                      </a:moveTo>
                      <a:cubicBezTo>
                        <a:pt x="83" y="1"/>
                        <a:pt x="75" y="9"/>
                        <a:pt x="67" y="9"/>
                      </a:cubicBezTo>
                      <a:lnTo>
                        <a:pt x="50" y="26"/>
                      </a:lnTo>
                      <a:lnTo>
                        <a:pt x="17" y="50"/>
                      </a:lnTo>
                      <a:cubicBezTo>
                        <a:pt x="9" y="59"/>
                        <a:pt x="1" y="67"/>
                        <a:pt x="1" y="75"/>
                      </a:cubicBezTo>
                      <a:cubicBezTo>
                        <a:pt x="1" y="84"/>
                        <a:pt x="1" y="100"/>
                        <a:pt x="9" y="100"/>
                      </a:cubicBezTo>
                      <a:cubicBezTo>
                        <a:pt x="17" y="108"/>
                        <a:pt x="25" y="117"/>
                        <a:pt x="34" y="117"/>
                      </a:cubicBezTo>
                      <a:cubicBezTo>
                        <a:pt x="50" y="117"/>
                        <a:pt x="59" y="108"/>
                        <a:pt x="67" y="100"/>
                      </a:cubicBezTo>
                      <a:lnTo>
                        <a:pt x="92" y="67"/>
                      </a:lnTo>
                      <a:lnTo>
                        <a:pt x="100" y="50"/>
                      </a:lnTo>
                      <a:cubicBezTo>
                        <a:pt x="108" y="42"/>
                        <a:pt x="108" y="34"/>
                        <a:pt x="117" y="26"/>
                      </a:cubicBezTo>
                      <a:lnTo>
                        <a:pt x="117" y="17"/>
                      </a:lnTo>
                      <a:lnTo>
                        <a:pt x="108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4" name="Google Shape;1394;p1"/>
                <p:cNvSpPr/>
                <p:nvPr/>
              </p:nvSpPr>
              <p:spPr>
                <a:xfrm>
                  <a:off x="2900650" y="4130275"/>
                  <a:ext cx="11225" cy="5275"/>
                </a:xfrm>
                <a:custGeom>
                  <a:rect b="b" l="l" r="r" t="t"/>
                  <a:pathLst>
                    <a:path extrusionOk="0" h="211" w="449">
                      <a:moveTo>
                        <a:pt x="91" y="0"/>
                      </a:moveTo>
                      <a:cubicBezTo>
                        <a:pt x="72" y="0"/>
                        <a:pt x="52" y="1"/>
                        <a:pt x="34" y="3"/>
                      </a:cubicBezTo>
                      <a:cubicBezTo>
                        <a:pt x="1" y="12"/>
                        <a:pt x="1" y="70"/>
                        <a:pt x="34" y="78"/>
                      </a:cubicBezTo>
                      <a:cubicBezTo>
                        <a:pt x="100" y="78"/>
                        <a:pt x="166" y="94"/>
                        <a:pt x="224" y="119"/>
                      </a:cubicBezTo>
                      <a:cubicBezTo>
                        <a:pt x="258" y="128"/>
                        <a:pt x="282" y="144"/>
                        <a:pt x="316" y="161"/>
                      </a:cubicBezTo>
                      <a:cubicBezTo>
                        <a:pt x="324" y="169"/>
                        <a:pt x="340" y="177"/>
                        <a:pt x="357" y="186"/>
                      </a:cubicBezTo>
                      <a:cubicBezTo>
                        <a:pt x="365" y="194"/>
                        <a:pt x="374" y="194"/>
                        <a:pt x="382" y="202"/>
                      </a:cubicBezTo>
                      <a:cubicBezTo>
                        <a:pt x="390" y="202"/>
                        <a:pt x="398" y="202"/>
                        <a:pt x="407" y="210"/>
                      </a:cubicBezTo>
                      <a:cubicBezTo>
                        <a:pt x="432" y="210"/>
                        <a:pt x="448" y="186"/>
                        <a:pt x="440" y="169"/>
                      </a:cubicBezTo>
                      <a:cubicBezTo>
                        <a:pt x="432" y="144"/>
                        <a:pt x="423" y="128"/>
                        <a:pt x="407" y="111"/>
                      </a:cubicBezTo>
                      <a:lnTo>
                        <a:pt x="407" y="119"/>
                      </a:lnTo>
                      <a:cubicBezTo>
                        <a:pt x="390" y="103"/>
                        <a:pt x="382" y="94"/>
                        <a:pt x="365" y="78"/>
                      </a:cubicBezTo>
                      <a:cubicBezTo>
                        <a:pt x="332" y="61"/>
                        <a:pt x="299" y="45"/>
                        <a:pt x="258" y="28"/>
                      </a:cubicBezTo>
                      <a:cubicBezTo>
                        <a:pt x="208" y="9"/>
                        <a:pt x="149" y="0"/>
                        <a:pt x="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5" name="Google Shape;1395;p1"/>
                <p:cNvSpPr/>
                <p:nvPr/>
              </p:nvSpPr>
              <p:spPr>
                <a:xfrm>
                  <a:off x="2902100" y="4125675"/>
                  <a:ext cx="24050" cy="12575"/>
                </a:xfrm>
                <a:custGeom>
                  <a:rect b="b" l="l" r="r" t="t"/>
                  <a:pathLst>
                    <a:path extrusionOk="0" h="503" w="962">
                      <a:moveTo>
                        <a:pt x="134" y="1"/>
                      </a:moveTo>
                      <a:cubicBezTo>
                        <a:pt x="103" y="1"/>
                        <a:pt x="73" y="2"/>
                        <a:pt x="42" y="5"/>
                      </a:cubicBezTo>
                      <a:cubicBezTo>
                        <a:pt x="1" y="13"/>
                        <a:pt x="1" y="88"/>
                        <a:pt x="42" y="88"/>
                      </a:cubicBezTo>
                      <a:cubicBezTo>
                        <a:pt x="208" y="96"/>
                        <a:pt x="382" y="138"/>
                        <a:pt x="531" y="212"/>
                      </a:cubicBezTo>
                      <a:cubicBezTo>
                        <a:pt x="606" y="245"/>
                        <a:pt x="672" y="295"/>
                        <a:pt x="730" y="345"/>
                      </a:cubicBezTo>
                      <a:cubicBezTo>
                        <a:pt x="763" y="370"/>
                        <a:pt x="796" y="403"/>
                        <a:pt x="829" y="428"/>
                      </a:cubicBezTo>
                      <a:cubicBezTo>
                        <a:pt x="862" y="461"/>
                        <a:pt x="879" y="486"/>
                        <a:pt x="929" y="502"/>
                      </a:cubicBezTo>
                      <a:cubicBezTo>
                        <a:pt x="945" y="502"/>
                        <a:pt x="962" y="486"/>
                        <a:pt x="962" y="469"/>
                      </a:cubicBezTo>
                      <a:cubicBezTo>
                        <a:pt x="962" y="428"/>
                        <a:pt x="937" y="394"/>
                        <a:pt x="904" y="353"/>
                      </a:cubicBezTo>
                      <a:cubicBezTo>
                        <a:pt x="879" y="320"/>
                        <a:pt x="846" y="287"/>
                        <a:pt x="813" y="254"/>
                      </a:cubicBezTo>
                      <a:cubicBezTo>
                        <a:pt x="746" y="196"/>
                        <a:pt x="664" y="146"/>
                        <a:pt x="581" y="104"/>
                      </a:cubicBezTo>
                      <a:cubicBezTo>
                        <a:pt x="443" y="35"/>
                        <a:pt x="287" y="1"/>
                        <a:pt x="13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6" name="Google Shape;1396;p1"/>
                <p:cNvSpPr/>
                <p:nvPr/>
              </p:nvSpPr>
              <p:spPr>
                <a:xfrm>
                  <a:off x="2920125" y="4125500"/>
                  <a:ext cx="12050" cy="11075"/>
                </a:xfrm>
                <a:custGeom>
                  <a:rect b="b" l="l" r="r" t="t"/>
                  <a:pathLst>
                    <a:path extrusionOk="0" h="443" w="482">
                      <a:moveTo>
                        <a:pt x="57" y="1"/>
                      </a:moveTo>
                      <a:cubicBezTo>
                        <a:pt x="38" y="1"/>
                        <a:pt x="21" y="10"/>
                        <a:pt x="9" y="29"/>
                      </a:cubicBezTo>
                      <a:cubicBezTo>
                        <a:pt x="1" y="53"/>
                        <a:pt x="17" y="78"/>
                        <a:pt x="42" y="87"/>
                      </a:cubicBezTo>
                      <a:cubicBezTo>
                        <a:pt x="75" y="103"/>
                        <a:pt x="108" y="128"/>
                        <a:pt x="141" y="153"/>
                      </a:cubicBezTo>
                      <a:cubicBezTo>
                        <a:pt x="158" y="169"/>
                        <a:pt x="175" y="178"/>
                        <a:pt x="191" y="194"/>
                      </a:cubicBezTo>
                      <a:cubicBezTo>
                        <a:pt x="199" y="203"/>
                        <a:pt x="208" y="211"/>
                        <a:pt x="216" y="211"/>
                      </a:cubicBezTo>
                      <a:lnTo>
                        <a:pt x="224" y="219"/>
                      </a:lnTo>
                      <a:lnTo>
                        <a:pt x="233" y="227"/>
                      </a:lnTo>
                      <a:cubicBezTo>
                        <a:pt x="266" y="261"/>
                        <a:pt x="291" y="294"/>
                        <a:pt x="315" y="327"/>
                      </a:cubicBezTo>
                      <a:cubicBezTo>
                        <a:pt x="340" y="368"/>
                        <a:pt x="365" y="410"/>
                        <a:pt x="398" y="435"/>
                      </a:cubicBezTo>
                      <a:cubicBezTo>
                        <a:pt x="409" y="440"/>
                        <a:pt x="419" y="443"/>
                        <a:pt x="428" y="443"/>
                      </a:cubicBezTo>
                      <a:cubicBezTo>
                        <a:pt x="446" y="443"/>
                        <a:pt x="459" y="432"/>
                        <a:pt x="465" y="410"/>
                      </a:cubicBezTo>
                      <a:cubicBezTo>
                        <a:pt x="481" y="352"/>
                        <a:pt x="448" y="302"/>
                        <a:pt x="423" y="252"/>
                      </a:cubicBezTo>
                      <a:cubicBezTo>
                        <a:pt x="390" y="211"/>
                        <a:pt x="357" y="178"/>
                        <a:pt x="324" y="145"/>
                      </a:cubicBezTo>
                      <a:cubicBezTo>
                        <a:pt x="249" y="78"/>
                        <a:pt x="166" y="29"/>
                        <a:pt x="75" y="4"/>
                      </a:cubicBezTo>
                      <a:cubicBezTo>
                        <a:pt x="69" y="2"/>
                        <a:pt x="63" y="1"/>
                        <a:pt x="5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7" name="Google Shape;1397;p1"/>
                <p:cNvSpPr/>
                <p:nvPr/>
              </p:nvSpPr>
              <p:spPr>
                <a:xfrm>
                  <a:off x="2928975" y="4125100"/>
                  <a:ext cx="8150" cy="11650"/>
                </a:xfrm>
                <a:custGeom>
                  <a:rect b="b" l="l" r="r" t="t"/>
                  <a:pathLst>
                    <a:path extrusionOk="0" h="466" w="326">
                      <a:moveTo>
                        <a:pt x="53" y="1"/>
                      </a:moveTo>
                      <a:cubicBezTo>
                        <a:pt x="25" y="1"/>
                        <a:pt x="0" y="37"/>
                        <a:pt x="19" y="69"/>
                      </a:cubicBezTo>
                      <a:cubicBezTo>
                        <a:pt x="69" y="127"/>
                        <a:pt x="119" y="185"/>
                        <a:pt x="152" y="260"/>
                      </a:cubicBezTo>
                      <a:cubicBezTo>
                        <a:pt x="177" y="293"/>
                        <a:pt x="185" y="326"/>
                        <a:pt x="210" y="359"/>
                      </a:cubicBezTo>
                      <a:cubicBezTo>
                        <a:pt x="218" y="376"/>
                        <a:pt x="227" y="393"/>
                        <a:pt x="235" y="417"/>
                      </a:cubicBezTo>
                      <a:cubicBezTo>
                        <a:pt x="243" y="426"/>
                        <a:pt x="243" y="434"/>
                        <a:pt x="251" y="442"/>
                      </a:cubicBezTo>
                      <a:cubicBezTo>
                        <a:pt x="260" y="451"/>
                        <a:pt x="268" y="459"/>
                        <a:pt x="276" y="459"/>
                      </a:cubicBezTo>
                      <a:cubicBezTo>
                        <a:pt x="281" y="464"/>
                        <a:pt x="287" y="466"/>
                        <a:pt x="292" y="466"/>
                      </a:cubicBezTo>
                      <a:cubicBezTo>
                        <a:pt x="305" y="466"/>
                        <a:pt x="318" y="454"/>
                        <a:pt x="318" y="442"/>
                      </a:cubicBezTo>
                      <a:cubicBezTo>
                        <a:pt x="326" y="401"/>
                        <a:pt x="309" y="359"/>
                        <a:pt x="301" y="318"/>
                      </a:cubicBezTo>
                      <a:cubicBezTo>
                        <a:pt x="285" y="277"/>
                        <a:pt x="260" y="243"/>
                        <a:pt x="235" y="202"/>
                      </a:cubicBezTo>
                      <a:cubicBezTo>
                        <a:pt x="193" y="127"/>
                        <a:pt x="135" y="69"/>
                        <a:pt x="77" y="11"/>
                      </a:cubicBezTo>
                      <a:cubicBezTo>
                        <a:pt x="70" y="4"/>
                        <a:pt x="61" y="1"/>
                        <a:pt x="5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8" name="Google Shape;1398;p1"/>
                <p:cNvSpPr/>
                <p:nvPr/>
              </p:nvSpPr>
              <p:spPr>
                <a:xfrm>
                  <a:off x="2847425" y="4037200"/>
                  <a:ext cx="7675" cy="19800"/>
                </a:xfrm>
                <a:custGeom>
                  <a:rect b="b" l="l" r="r" t="t"/>
                  <a:pathLst>
                    <a:path extrusionOk="0" h="792" w="307">
                      <a:moveTo>
                        <a:pt x="66" y="1"/>
                      </a:moveTo>
                      <a:cubicBezTo>
                        <a:pt x="55" y="1"/>
                        <a:pt x="45" y="7"/>
                        <a:pt x="42" y="23"/>
                      </a:cubicBezTo>
                      <a:cubicBezTo>
                        <a:pt x="17" y="89"/>
                        <a:pt x="0" y="155"/>
                        <a:pt x="0" y="230"/>
                      </a:cubicBezTo>
                      <a:cubicBezTo>
                        <a:pt x="0" y="304"/>
                        <a:pt x="9" y="371"/>
                        <a:pt x="33" y="437"/>
                      </a:cubicBezTo>
                      <a:cubicBezTo>
                        <a:pt x="58" y="503"/>
                        <a:pt x="91" y="561"/>
                        <a:pt x="125" y="627"/>
                      </a:cubicBezTo>
                      <a:cubicBezTo>
                        <a:pt x="149" y="652"/>
                        <a:pt x="166" y="677"/>
                        <a:pt x="183" y="710"/>
                      </a:cubicBezTo>
                      <a:cubicBezTo>
                        <a:pt x="207" y="735"/>
                        <a:pt x="224" y="768"/>
                        <a:pt x="257" y="785"/>
                      </a:cubicBezTo>
                      <a:cubicBezTo>
                        <a:pt x="264" y="790"/>
                        <a:pt x="271" y="792"/>
                        <a:pt x="277" y="792"/>
                      </a:cubicBezTo>
                      <a:cubicBezTo>
                        <a:pt x="294" y="792"/>
                        <a:pt x="307" y="778"/>
                        <a:pt x="307" y="760"/>
                      </a:cubicBezTo>
                      <a:cubicBezTo>
                        <a:pt x="307" y="727"/>
                        <a:pt x="290" y="702"/>
                        <a:pt x="282" y="669"/>
                      </a:cubicBezTo>
                      <a:cubicBezTo>
                        <a:pt x="265" y="636"/>
                        <a:pt x="257" y="603"/>
                        <a:pt x="241" y="578"/>
                      </a:cubicBezTo>
                      <a:cubicBezTo>
                        <a:pt x="207" y="520"/>
                        <a:pt x="174" y="470"/>
                        <a:pt x="149" y="420"/>
                      </a:cubicBezTo>
                      <a:cubicBezTo>
                        <a:pt x="100" y="296"/>
                        <a:pt x="108" y="164"/>
                        <a:pt x="108" y="39"/>
                      </a:cubicBezTo>
                      <a:cubicBezTo>
                        <a:pt x="108" y="18"/>
                        <a:pt x="85" y="1"/>
                        <a:pt x="6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9" name="Google Shape;1399;p1"/>
                <p:cNvSpPr/>
                <p:nvPr/>
              </p:nvSpPr>
              <p:spPr>
                <a:xfrm>
                  <a:off x="2857150" y="4062225"/>
                  <a:ext cx="6600" cy="13425"/>
                </a:xfrm>
                <a:custGeom>
                  <a:rect b="b" l="l" r="r" t="t"/>
                  <a:pathLst>
                    <a:path extrusionOk="0" h="537" w="264">
                      <a:moveTo>
                        <a:pt x="54" y="1"/>
                      </a:moveTo>
                      <a:cubicBezTo>
                        <a:pt x="44" y="1"/>
                        <a:pt x="33" y="6"/>
                        <a:pt x="26" y="16"/>
                      </a:cubicBezTo>
                      <a:cubicBezTo>
                        <a:pt x="9" y="57"/>
                        <a:pt x="1" y="99"/>
                        <a:pt x="1" y="148"/>
                      </a:cubicBezTo>
                      <a:cubicBezTo>
                        <a:pt x="9" y="190"/>
                        <a:pt x="26" y="240"/>
                        <a:pt x="42" y="281"/>
                      </a:cubicBezTo>
                      <a:cubicBezTo>
                        <a:pt x="67" y="322"/>
                        <a:pt x="84" y="364"/>
                        <a:pt x="108" y="405"/>
                      </a:cubicBezTo>
                      <a:cubicBezTo>
                        <a:pt x="133" y="455"/>
                        <a:pt x="166" y="496"/>
                        <a:pt x="208" y="530"/>
                      </a:cubicBezTo>
                      <a:cubicBezTo>
                        <a:pt x="215" y="534"/>
                        <a:pt x="222" y="536"/>
                        <a:pt x="230" y="536"/>
                      </a:cubicBezTo>
                      <a:cubicBezTo>
                        <a:pt x="248" y="536"/>
                        <a:pt x="264" y="523"/>
                        <a:pt x="258" y="505"/>
                      </a:cubicBezTo>
                      <a:cubicBezTo>
                        <a:pt x="249" y="455"/>
                        <a:pt x="241" y="414"/>
                        <a:pt x="216" y="372"/>
                      </a:cubicBezTo>
                      <a:cubicBezTo>
                        <a:pt x="200" y="331"/>
                        <a:pt x="175" y="289"/>
                        <a:pt x="150" y="248"/>
                      </a:cubicBezTo>
                      <a:cubicBezTo>
                        <a:pt x="133" y="215"/>
                        <a:pt x="117" y="182"/>
                        <a:pt x="100" y="140"/>
                      </a:cubicBezTo>
                      <a:cubicBezTo>
                        <a:pt x="84" y="107"/>
                        <a:pt x="75" y="66"/>
                        <a:pt x="75" y="24"/>
                      </a:cubicBezTo>
                      <a:cubicBezTo>
                        <a:pt x="80" y="10"/>
                        <a:pt x="68" y="1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0" name="Google Shape;1400;p1"/>
                <p:cNvSpPr/>
                <p:nvPr/>
              </p:nvSpPr>
              <p:spPr>
                <a:xfrm>
                  <a:off x="2856950" y="4077050"/>
                  <a:ext cx="6650" cy="8175"/>
                </a:xfrm>
                <a:custGeom>
                  <a:rect b="b" l="l" r="r" t="t"/>
                  <a:pathLst>
                    <a:path extrusionOk="0" h="327" w="266">
                      <a:moveTo>
                        <a:pt x="51" y="1"/>
                      </a:moveTo>
                      <a:cubicBezTo>
                        <a:pt x="48" y="1"/>
                        <a:pt x="45" y="1"/>
                        <a:pt x="42" y="3"/>
                      </a:cubicBezTo>
                      <a:cubicBezTo>
                        <a:pt x="25" y="3"/>
                        <a:pt x="0" y="19"/>
                        <a:pt x="9" y="44"/>
                      </a:cubicBezTo>
                      <a:cubicBezTo>
                        <a:pt x="25" y="102"/>
                        <a:pt x="50" y="160"/>
                        <a:pt x="92" y="210"/>
                      </a:cubicBezTo>
                      <a:cubicBezTo>
                        <a:pt x="108" y="235"/>
                        <a:pt x="133" y="260"/>
                        <a:pt x="158" y="276"/>
                      </a:cubicBezTo>
                      <a:cubicBezTo>
                        <a:pt x="166" y="285"/>
                        <a:pt x="174" y="301"/>
                        <a:pt x="191" y="301"/>
                      </a:cubicBezTo>
                      <a:cubicBezTo>
                        <a:pt x="208" y="318"/>
                        <a:pt x="224" y="318"/>
                        <a:pt x="241" y="326"/>
                      </a:cubicBezTo>
                      <a:cubicBezTo>
                        <a:pt x="257" y="326"/>
                        <a:pt x="266" y="301"/>
                        <a:pt x="257" y="285"/>
                      </a:cubicBezTo>
                      <a:cubicBezTo>
                        <a:pt x="249" y="276"/>
                        <a:pt x="241" y="268"/>
                        <a:pt x="232" y="260"/>
                      </a:cubicBezTo>
                      <a:lnTo>
                        <a:pt x="199" y="235"/>
                      </a:lnTo>
                      <a:cubicBezTo>
                        <a:pt x="183" y="210"/>
                        <a:pt x="166" y="185"/>
                        <a:pt x="150" y="169"/>
                      </a:cubicBezTo>
                      <a:cubicBezTo>
                        <a:pt x="116" y="127"/>
                        <a:pt x="92" y="77"/>
                        <a:pt x="83" y="28"/>
                      </a:cubicBezTo>
                      <a:cubicBezTo>
                        <a:pt x="77" y="14"/>
                        <a:pt x="64" y="1"/>
                        <a:pt x="5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1" name="Google Shape;1401;p1"/>
                <p:cNvSpPr/>
                <p:nvPr/>
              </p:nvSpPr>
              <p:spPr>
                <a:xfrm>
                  <a:off x="2858200" y="4089775"/>
                  <a:ext cx="5600" cy="6625"/>
                </a:xfrm>
                <a:custGeom>
                  <a:rect b="b" l="l" r="r" t="t"/>
                  <a:pathLst>
                    <a:path extrusionOk="0" h="265" w="224">
                      <a:moveTo>
                        <a:pt x="46" y="1"/>
                      </a:moveTo>
                      <a:cubicBezTo>
                        <a:pt x="40" y="1"/>
                        <a:pt x="32" y="3"/>
                        <a:pt x="25" y="8"/>
                      </a:cubicBezTo>
                      <a:cubicBezTo>
                        <a:pt x="8" y="16"/>
                        <a:pt x="0" y="41"/>
                        <a:pt x="8" y="57"/>
                      </a:cubicBezTo>
                      <a:cubicBezTo>
                        <a:pt x="25" y="99"/>
                        <a:pt x="50" y="140"/>
                        <a:pt x="83" y="173"/>
                      </a:cubicBezTo>
                      <a:cubicBezTo>
                        <a:pt x="91" y="190"/>
                        <a:pt x="108" y="206"/>
                        <a:pt x="124" y="223"/>
                      </a:cubicBezTo>
                      <a:lnTo>
                        <a:pt x="149" y="248"/>
                      </a:lnTo>
                      <a:cubicBezTo>
                        <a:pt x="158" y="256"/>
                        <a:pt x="174" y="256"/>
                        <a:pt x="182" y="264"/>
                      </a:cubicBezTo>
                      <a:cubicBezTo>
                        <a:pt x="199" y="264"/>
                        <a:pt x="224" y="256"/>
                        <a:pt x="216" y="240"/>
                      </a:cubicBezTo>
                      <a:cubicBezTo>
                        <a:pt x="216" y="223"/>
                        <a:pt x="207" y="215"/>
                        <a:pt x="207" y="206"/>
                      </a:cubicBezTo>
                      <a:cubicBezTo>
                        <a:pt x="199" y="198"/>
                        <a:pt x="191" y="182"/>
                        <a:pt x="182" y="173"/>
                      </a:cubicBezTo>
                      <a:lnTo>
                        <a:pt x="182" y="182"/>
                      </a:lnTo>
                      <a:cubicBezTo>
                        <a:pt x="174" y="157"/>
                        <a:pt x="158" y="140"/>
                        <a:pt x="149" y="124"/>
                      </a:cubicBezTo>
                      <a:cubicBezTo>
                        <a:pt x="133" y="107"/>
                        <a:pt x="124" y="90"/>
                        <a:pt x="116" y="74"/>
                      </a:cubicBezTo>
                      <a:cubicBezTo>
                        <a:pt x="108" y="66"/>
                        <a:pt x="100" y="57"/>
                        <a:pt x="100" y="49"/>
                      </a:cubicBezTo>
                      <a:lnTo>
                        <a:pt x="91" y="49"/>
                      </a:lnTo>
                      <a:lnTo>
                        <a:pt x="91" y="41"/>
                      </a:lnTo>
                      <a:lnTo>
                        <a:pt x="83" y="24"/>
                      </a:lnTo>
                      <a:cubicBezTo>
                        <a:pt x="77" y="12"/>
                        <a:pt x="63" y="1"/>
                        <a:pt x="4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2" name="Google Shape;1402;p1"/>
                <p:cNvSpPr/>
                <p:nvPr/>
              </p:nvSpPr>
              <p:spPr>
                <a:xfrm>
                  <a:off x="2821725" y="4114400"/>
                  <a:ext cx="3150" cy="2500"/>
                </a:xfrm>
                <a:custGeom>
                  <a:rect b="b" l="l" r="r" t="t"/>
                  <a:pathLst>
                    <a:path extrusionOk="0" h="100" w="126">
                      <a:moveTo>
                        <a:pt x="51" y="0"/>
                      </a:moveTo>
                      <a:lnTo>
                        <a:pt x="42" y="9"/>
                      </a:lnTo>
                      <a:lnTo>
                        <a:pt x="26" y="9"/>
                      </a:lnTo>
                      <a:lnTo>
                        <a:pt x="9" y="25"/>
                      </a:lnTo>
                      <a:lnTo>
                        <a:pt x="1" y="42"/>
                      </a:lnTo>
                      <a:cubicBezTo>
                        <a:pt x="1" y="42"/>
                        <a:pt x="1" y="50"/>
                        <a:pt x="1" y="58"/>
                      </a:cubicBezTo>
                      <a:lnTo>
                        <a:pt x="9" y="67"/>
                      </a:lnTo>
                      <a:cubicBezTo>
                        <a:pt x="9" y="75"/>
                        <a:pt x="17" y="83"/>
                        <a:pt x="17" y="83"/>
                      </a:cubicBezTo>
                      <a:lnTo>
                        <a:pt x="34" y="91"/>
                      </a:lnTo>
                      <a:cubicBezTo>
                        <a:pt x="42" y="100"/>
                        <a:pt x="42" y="100"/>
                        <a:pt x="51" y="100"/>
                      </a:cubicBezTo>
                      <a:lnTo>
                        <a:pt x="67" y="100"/>
                      </a:lnTo>
                      <a:cubicBezTo>
                        <a:pt x="75" y="100"/>
                        <a:pt x="84" y="100"/>
                        <a:pt x="92" y="91"/>
                      </a:cubicBezTo>
                      <a:lnTo>
                        <a:pt x="100" y="83"/>
                      </a:lnTo>
                      <a:lnTo>
                        <a:pt x="117" y="75"/>
                      </a:lnTo>
                      <a:lnTo>
                        <a:pt x="117" y="58"/>
                      </a:lnTo>
                      <a:cubicBezTo>
                        <a:pt x="117" y="50"/>
                        <a:pt x="125" y="50"/>
                        <a:pt x="117" y="42"/>
                      </a:cubicBezTo>
                      <a:lnTo>
                        <a:pt x="117" y="25"/>
                      </a:lnTo>
                      <a:lnTo>
                        <a:pt x="109" y="17"/>
                      </a:lnTo>
                      <a:lnTo>
                        <a:pt x="117" y="17"/>
                      </a:lnTo>
                      <a:lnTo>
                        <a:pt x="100" y="9"/>
                      </a:lnTo>
                      <a:cubicBezTo>
                        <a:pt x="100" y="9"/>
                        <a:pt x="92" y="0"/>
                        <a:pt x="8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3" name="Google Shape;1403;p1"/>
                <p:cNvSpPr/>
                <p:nvPr/>
              </p:nvSpPr>
              <p:spPr>
                <a:xfrm>
                  <a:off x="2830025" y="4110875"/>
                  <a:ext cx="2925" cy="2725"/>
                </a:xfrm>
                <a:custGeom>
                  <a:rect b="b" l="l" r="r" t="t"/>
                  <a:pathLst>
                    <a:path extrusionOk="0" h="109" w="117">
                      <a:moveTo>
                        <a:pt x="50" y="0"/>
                      </a:moveTo>
                      <a:lnTo>
                        <a:pt x="33" y="9"/>
                      </a:lnTo>
                      <a:lnTo>
                        <a:pt x="25" y="17"/>
                      </a:lnTo>
                      <a:cubicBezTo>
                        <a:pt x="17" y="17"/>
                        <a:pt x="17" y="25"/>
                        <a:pt x="9" y="34"/>
                      </a:cubicBezTo>
                      <a:cubicBezTo>
                        <a:pt x="0" y="42"/>
                        <a:pt x="0" y="42"/>
                        <a:pt x="0" y="58"/>
                      </a:cubicBezTo>
                      <a:lnTo>
                        <a:pt x="0" y="67"/>
                      </a:lnTo>
                      <a:cubicBezTo>
                        <a:pt x="0" y="75"/>
                        <a:pt x="0" y="83"/>
                        <a:pt x="9" y="92"/>
                      </a:cubicBezTo>
                      <a:lnTo>
                        <a:pt x="25" y="108"/>
                      </a:lnTo>
                      <a:lnTo>
                        <a:pt x="58" y="108"/>
                      </a:lnTo>
                      <a:cubicBezTo>
                        <a:pt x="67" y="108"/>
                        <a:pt x="75" y="108"/>
                        <a:pt x="75" y="100"/>
                      </a:cubicBezTo>
                      <a:cubicBezTo>
                        <a:pt x="83" y="92"/>
                        <a:pt x="91" y="92"/>
                        <a:pt x="91" y="83"/>
                      </a:cubicBezTo>
                      <a:lnTo>
                        <a:pt x="100" y="67"/>
                      </a:lnTo>
                      <a:lnTo>
                        <a:pt x="100" y="58"/>
                      </a:lnTo>
                      <a:lnTo>
                        <a:pt x="108" y="58"/>
                      </a:lnTo>
                      <a:lnTo>
                        <a:pt x="116" y="42"/>
                      </a:lnTo>
                      <a:lnTo>
                        <a:pt x="108" y="50"/>
                      </a:lnTo>
                      <a:lnTo>
                        <a:pt x="108" y="50"/>
                      </a:lnTo>
                      <a:lnTo>
                        <a:pt x="116" y="34"/>
                      </a:lnTo>
                      <a:lnTo>
                        <a:pt x="116" y="25"/>
                      </a:lnTo>
                      <a:lnTo>
                        <a:pt x="116" y="17"/>
                      </a:lnTo>
                      <a:lnTo>
                        <a:pt x="108" y="9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4" name="Google Shape;1404;p1"/>
                <p:cNvSpPr/>
                <p:nvPr/>
              </p:nvSpPr>
              <p:spPr>
                <a:xfrm>
                  <a:off x="2827525" y="4118125"/>
                  <a:ext cx="2725" cy="1975"/>
                </a:xfrm>
                <a:custGeom>
                  <a:rect b="b" l="l" r="r" t="t"/>
                  <a:pathLst>
                    <a:path extrusionOk="0" h="79" w="109">
                      <a:moveTo>
                        <a:pt x="34" y="0"/>
                      </a:moveTo>
                      <a:lnTo>
                        <a:pt x="17" y="9"/>
                      </a:lnTo>
                      <a:lnTo>
                        <a:pt x="9" y="17"/>
                      </a:lnTo>
                      <a:lnTo>
                        <a:pt x="1" y="25"/>
                      </a:lnTo>
                      <a:lnTo>
                        <a:pt x="1" y="42"/>
                      </a:lnTo>
                      <a:lnTo>
                        <a:pt x="9" y="58"/>
                      </a:lnTo>
                      <a:cubicBezTo>
                        <a:pt x="9" y="58"/>
                        <a:pt x="9" y="67"/>
                        <a:pt x="17" y="67"/>
                      </a:cubicBezTo>
                      <a:cubicBezTo>
                        <a:pt x="23" y="73"/>
                        <a:pt x="29" y="78"/>
                        <a:pt x="38" y="78"/>
                      </a:cubicBezTo>
                      <a:cubicBezTo>
                        <a:pt x="42" y="78"/>
                        <a:pt x="46" y="77"/>
                        <a:pt x="51" y="75"/>
                      </a:cubicBezTo>
                      <a:lnTo>
                        <a:pt x="67" y="75"/>
                      </a:lnTo>
                      <a:cubicBezTo>
                        <a:pt x="75" y="75"/>
                        <a:pt x="84" y="67"/>
                        <a:pt x="92" y="67"/>
                      </a:cubicBezTo>
                      <a:lnTo>
                        <a:pt x="92" y="58"/>
                      </a:lnTo>
                      <a:lnTo>
                        <a:pt x="100" y="50"/>
                      </a:lnTo>
                      <a:lnTo>
                        <a:pt x="109" y="42"/>
                      </a:lnTo>
                      <a:lnTo>
                        <a:pt x="109" y="34"/>
                      </a:lnTo>
                      <a:cubicBezTo>
                        <a:pt x="109" y="25"/>
                        <a:pt x="100" y="17"/>
                        <a:pt x="100" y="9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5" name="Google Shape;1405;p1"/>
                <p:cNvSpPr/>
                <p:nvPr/>
              </p:nvSpPr>
              <p:spPr>
                <a:xfrm>
                  <a:off x="2835000" y="4117700"/>
                  <a:ext cx="3550" cy="1900"/>
                </a:xfrm>
                <a:custGeom>
                  <a:rect b="b" l="l" r="r" t="t"/>
                  <a:pathLst>
                    <a:path extrusionOk="0" h="76" w="142">
                      <a:moveTo>
                        <a:pt x="42" y="1"/>
                      </a:moveTo>
                      <a:cubicBezTo>
                        <a:pt x="17" y="1"/>
                        <a:pt x="0" y="17"/>
                        <a:pt x="0" y="42"/>
                      </a:cubicBezTo>
                      <a:cubicBezTo>
                        <a:pt x="0" y="51"/>
                        <a:pt x="0" y="59"/>
                        <a:pt x="8" y="67"/>
                      </a:cubicBezTo>
                      <a:lnTo>
                        <a:pt x="25" y="75"/>
                      </a:lnTo>
                      <a:lnTo>
                        <a:pt x="116" y="75"/>
                      </a:lnTo>
                      <a:cubicBezTo>
                        <a:pt x="116" y="75"/>
                        <a:pt x="124" y="67"/>
                        <a:pt x="133" y="67"/>
                      </a:cubicBezTo>
                      <a:cubicBezTo>
                        <a:pt x="141" y="67"/>
                        <a:pt x="141" y="59"/>
                        <a:pt x="141" y="51"/>
                      </a:cubicBezTo>
                      <a:cubicBezTo>
                        <a:pt x="141" y="34"/>
                        <a:pt x="141" y="26"/>
                        <a:pt x="133" y="26"/>
                      </a:cubicBezTo>
                      <a:cubicBezTo>
                        <a:pt x="124" y="26"/>
                        <a:pt x="116" y="17"/>
                        <a:pt x="108" y="17"/>
                      </a:cubicBezTo>
                      <a:cubicBezTo>
                        <a:pt x="100" y="9"/>
                        <a:pt x="91" y="9"/>
                        <a:pt x="83" y="9"/>
                      </a:cubicBezTo>
                      <a:lnTo>
                        <a:pt x="42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6" name="Google Shape;1406;p1"/>
                <p:cNvSpPr/>
                <p:nvPr/>
              </p:nvSpPr>
              <p:spPr>
                <a:xfrm>
                  <a:off x="2797300" y="4122050"/>
                  <a:ext cx="2500" cy="2100"/>
                </a:xfrm>
                <a:custGeom>
                  <a:rect b="b" l="l" r="r" t="t"/>
                  <a:pathLst>
                    <a:path extrusionOk="0" h="84" w="100">
                      <a:moveTo>
                        <a:pt x="42" y="1"/>
                      </a:moveTo>
                      <a:lnTo>
                        <a:pt x="25" y="9"/>
                      </a:lnTo>
                      <a:lnTo>
                        <a:pt x="17" y="9"/>
                      </a:lnTo>
                      <a:lnTo>
                        <a:pt x="9" y="26"/>
                      </a:lnTo>
                      <a:lnTo>
                        <a:pt x="0" y="34"/>
                      </a:lnTo>
                      <a:lnTo>
                        <a:pt x="0" y="42"/>
                      </a:lnTo>
                      <a:lnTo>
                        <a:pt x="0" y="51"/>
                      </a:lnTo>
                      <a:lnTo>
                        <a:pt x="0" y="59"/>
                      </a:lnTo>
                      <a:lnTo>
                        <a:pt x="9" y="67"/>
                      </a:lnTo>
                      <a:lnTo>
                        <a:pt x="17" y="75"/>
                      </a:lnTo>
                      <a:lnTo>
                        <a:pt x="25" y="84"/>
                      </a:lnTo>
                      <a:lnTo>
                        <a:pt x="58" y="84"/>
                      </a:lnTo>
                      <a:lnTo>
                        <a:pt x="75" y="75"/>
                      </a:lnTo>
                      <a:lnTo>
                        <a:pt x="83" y="67"/>
                      </a:lnTo>
                      <a:lnTo>
                        <a:pt x="91" y="51"/>
                      </a:lnTo>
                      <a:lnTo>
                        <a:pt x="100" y="51"/>
                      </a:lnTo>
                      <a:lnTo>
                        <a:pt x="100" y="34"/>
                      </a:lnTo>
                      <a:lnTo>
                        <a:pt x="100" y="26"/>
                      </a:lnTo>
                      <a:lnTo>
                        <a:pt x="91" y="9"/>
                      </a:lnTo>
                      <a:cubicBezTo>
                        <a:pt x="83" y="9"/>
                        <a:pt x="83" y="1"/>
                        <a:pt x="7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7" name="Google Shape;1407;p1"/>
                <p:cNvSpPr/>
                <p:nvPr/>
              </p:nvSpPr>
              <p:spPr>
                <a:xfrm>
                  <a:off x="2799000" y="4125150"/>
                  <a:ext cx="2600" cy="1925"/>
                </a:xfrm>
                <a:custGeom>
                  <a:rect b="b" l="l" r="r" t="t"/>
                  <a:pathLst>
                    <a:path extrusionOk="0" h="77" w="104">
                      <a:moveTo>
                        <a:pt x="56" y="0"/>
                      </a:moveTo>
                      <a:cubicBezTo>
                        <a:pt x="53" y="0"/>
                        <a:pt x="51" y="1"/>
                        <a:pt x="48" y="1"/>
                      </a:cubicBezTo>
                      <a:cubicBezTo>
                        <a:pt x="1" y="1"/>
                        <a:pt x="6" y="76"/>
                        <a:pt x="50" y="76"/>
                      </a:cubicBezTo>
                      <a:cubicBezTo>
                        <a:pt x="52" y="76"/>
                        <a:pt x="54" y="76"/>
                        <a:pt x="57" y="76"/>
                      </a:cubicBezTo>
                      <a:cubicBezTo>
                        <a:pt x="104" y="68"/>
                        <a:pt x="99" y="0"/>
                        <a:pt x="5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8" name="Google Shape;1408;p1"/>
                <p:cNvSpPr/>
                <p:nvPr/>
              </p:nvSpPr>
              <p:spPr>
                <a:xfrm>
                  <a:off x="2831475" y="4027600"/>
                  <a:ext cx="11000" cy="13950"/>
                </a:xfrm>
                <a:custGeom>
                  <a:rect b="b" l="l" r="r" t="t"/>
                  <a:pathLst>
                    <a:path extrusionOk="0" h="558" w="440">
                      <a:moveTo>
                        <a:pt x="390" y="1"/>
                      </a:moveTo>
                      <a:cubicBezTo>
                        <a:pt x="340" y="17"/>
                        <a:pt x="323" y="84"/>
                        <a:pt x="307" y="125"/>
                      </a:cubicBezTo>
                      <a:cubicBezTo>
                        <a:pt x="274" y="166"/>
                        <a:pt x="249" y="208"/>
                        <a:pt x="216" y="249"/>
                      </a:cubicBezTo>
                      <a:cubicBezTo>
                        <a:pt x="183" y="291"/>
                        <a:pt x="141" y="324"/>
                        <a:pt x="108" y="357"/>
                      </a:cubicBezTo>
                      <a:cubicBezTo>
                        <a:pt x="91" y="382"/>
                        <a:pt x="75" y="398"/>
                        <a:pt x="58" y="423"/>
                      </a:cubicBezTo>
                      <a:cubicBezTo>
                        <a:pt x="42" y="440"/>
                        <a:pt x="25" y="465"/>
                        <a:pt x="17" y="490"/>
                      </a:cubicBezTo>
                      <a:cubicBezTo>
                        <a:pt x="0" y="506"/>
                        <a:pt x="0" y="531"/>
                        <a:pt x="17" y="548"/>
                      </a:cubicBezTo>
                      <a:cubicBezTo>
                        <a:pt x="26" y="552"/>
                        <a:pt x="39" y="557"/>
                        <a:pt x="51" y="557"/>
                      </a:cubicBezTo>
                      <a:cubicBezTo>
                        <a:pt x="59" y="557"/>
                        <a:pt x="68" y="555"/>
                        <a:pt x="75" y="548"/>
                      </a:cubicBezTo>
                      <a:cubicBezTo>
                        <a:pt x="91" y="531"/>
                        <a:pt x="108" y="514"/>
                        <a:pt x="133" y="498"/>
                      </a:cubicBezTo>
                      <a:cubicBezTo>
                        <a:pt x="149" y="473"/>
                        <a:pt x="174" y="448"/>
                        <a:pt x="191" y="432"/>
                      </a:cubicBezTo>
                      <a:cubicBezTo>
                        <a:pt x="232" y="390"/>
                        <a:pt x="257" y="349"/>
                        <a:pt x="299" y="307"/>
                      </a:cubicBezTo>
                      <a:cubicBezTo>
                        <a:pt x="332" y="266"/>
                        <a:pt x="365" y="224"/>
                        <a:pt x="390" y="175"/>
                      </a:cubicBezTo>
                      <a:cubicBezTo>
                        <a:pt x="398" y="150"/>
                        <a:pt x="415" y="125"/>
                        <a:pt x="423" y="100"/>
                      </a:cubicBezTo>
                      <a:cubicBezTo>
                        <a:pt x="431" y="84"/>
                        <a:pt x="439" y="34"/>
                        <a:pt x="415" y="17"/>
                      </a:cubicBezTo>
                      <a:cubicBezTo>
                        <a:pt x="415" y="9"/>
                        <a:pt x="398" y="1"/>
                        <a:pt x="39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9" name="Google Shape;1409;p1"/>
                <p:cNvSpPr/>
                <p:nvPr/>
              </p:nvSpPr>
              <p:spPr>
                <a:xfrm>
                  <a:off x="2842325" y="4014475"/>
                  <a:ext cx="2850" cy="10150"/>
                </a:xfrm>
                <a:custGeom>
                  <a:rect b="b" l="l" r="r" t="t"/>
                  <a:pathLst>
                    <a:path extrusionOk="0" h="406" w="114">
                      <a:moveTo>
                        <a:pt x="83" y="0"/>
                      </a:moveTo>
                      <a:cubicBezTo>
                        <a:pt x="81" y="0"/>
                        <a:pt x="80" y="1"/>
                        <a:pt x="80" y="4"/>
                      </a:cubicBezTo>
                      <a:cubicBezTo>
                        <a:pt x="63" y="29"/>
                        <a:pt x="63" y="62"/>
                        <a:pt x="63" y="95"/>
                      </a:cubicBezTo>
                      <a:cubicBezTo>
                        <a:pt x="72" y="128"/>
                        <a:pt x="63" y="161"/>
                        <a:pt x="63" y="186"/>
                      </a:cubicBezTo>
                      <a:cubicBezTo>
                        <a:pt x="55" y="219"/>
                        <a:pt x="47" y="252"/>
                        <a:pt x="39" y="285"/>
                      </a:cubicBezTo>
                      <a:cubicBezTo>
                        <a:pt x="22" y="319"/>
                        <a:pt x="14" y="343"/>
                        <a:pt x="5" y="377"/>
                      </a:cubicBezTo>
                      <a:cubicBezTo>
                        <a:pt x="0" y="393"/>
                        <a:pt x="16" y="405"/>
                        <a:pt x="30" y="405"/>
                      </a:cubicBezTo>
                      <a:cubicBezTo>
                        <a:pt x="37" y="405"/>
                        <a:pt x="44" y="402"/>
                        <a:pt x="47" y="393"/>
                      </a:cubicBezTo>
                      <a:cubicBezTo>
                        <a:pt x="55" y="360"/>
                        <a:pt x="72" y="327"/>
                        <a:pt x="80" y="294"/>
                      </a:cubicBezTo>
                      <a:cubicBezTo>
                        <a:pt x="80" y="261"/>
                        <a:pt x="88" y="227"/>
                        <a:pt x="97" y="194"/>
                      </a:cubicBezTo>
                      <a:cubicBezTo>
                        <a:pt x="97" y="161"/>
                        <a:pt x="105" y="128"/>
                        <a:pt x="105" y="95"/>
                      </a:cubicBezTo>
                      <a:cubicBezTo>
                        <a:pt x="105" y="70"/>
                        <a:pt x="113" y="29"/>
                        <a:pt x="97" y="4"/>
                      </a:cubicBezTo>
                      <a:cubicBezTo>
                        <a:pt x="91" y="4"/>
                        <a:pt x="86" y="0"/>
                        <a:pt x="8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0" name="Google Shape;1410;p1"/>
                <p:cNvSpPr/>
                <p:nvPr/>
              </p:nvSpPr>
              <p:spPr>
                <a:xfrm>
                  <a:off x="2843475" y="4004400"/>
                  <a:ext cx="1900" cy="4575"/>
                </a:xfrm>
                <a:custGeom>
                  <a:rect b="b" l="l" r="r" t="t"/>
                  <a:pathLst>
                    <a:path extrusionOk="0" h="183" w="76">
                      <a:moveTo>
                        <a:pt x="9" y="1"/>
                      </a:moveTo>
                      <a:cubicBezTo>
                        <a:pt x="1" y="17"/>
                        <a:pt x="1" y="34"/>
                        <a:pt x="1" y="42"/>
                      </a:cubicBezTo>
                      <a:cubicBezTo>
                        <a:pt x="1" y="59"/>
                        <a:pt x="1" y="75"/>
                        <a:pt x="9" y="84"/>
                      </a:cubicBezTo>
                      <a:cubicBezTo>
                        <a:pt x="9" y="100"/>
                        <a:pt x="9" y="117"/>
                        <a:pt x="9" y="125"/>
                      </a:cubicBezTo>
                      <a:cubicBezTo>
                        <a:pt x="17" y="142"/>
                        <a:pt x="17" y="158"/>
                        <a:pt x="26" y="166"/>
                      </a:cubicBezTo>
                      <a:cubicBezTo>
                        <a:pt x="26" y="183"/>
                        <a:pt x="42" y="183"/>
                        <a:pt x="59" y="183"/>
                      </a:cubicBezTo>
                      <a:cubicBezTo>
                        <a:pt x="67" y="175"/>
                        <a:pt x="75" y="166"/>
                        <a:pt x="67" y="150"/>
                      </a:cubicBezTo>
                      <a:cubicBezTo>
                        <a:pt x="59" y="125"/>
                        <a:pt x="59" y="100"/>
                        <a:pt x="51" y="75"/>
                      </a:cubicBezTo>
                      <a:cubicBezTo>
                        <a:pt x="42" y="59"/>
                        <a:pt x="42" y="50"/>
                        <a:pt x="42" y="42"/>
                      </a:cubicBezTo>
                      <a:cubicBezTo>
                        <a:pt x="34" y="26"/>
                        <a:pt x="34" y="9"/>
                        <a:pt x="2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1" name="Google Shape;1411;p1"/>
                <p:cNvSpPr/>
                <p:nvPr/>
              </p:nvSpPr>
              <p:spPr>
                <a:xfrm>
                  <a:off x="2841200" y="3994750"/>
                  <a:ext cx="2300" cy="6375"/>
                </a:xfrm>
                <a:custGeom>
                  <a:rect b="b" l="l" r="r" t="t"/>
                  <a:pathLst>
                    <a:path extrusionOk="0" h="255" w="92">
                      <a:moveTo>
                        <a:pt x="29" y="0"/>
                      </a:moveTo>
                      <a:cubicBezTo>
                        <a:pt x="22" y="0"/>
                        <a:pt x="14" y="4"/>
                        <a:pt x="9" y="14"/>
                      </a:cubicBezTo>
                      <a:cubicBezTo>
                        <a:pt x="9" y="22"/>
                        <a:pt x="9" y="30"/>
                        <a:pt x="9" y="39"/>
                      </a:cubicBezTo>
                      <a:cubicBezTo>
                        <a:pt x="9" y="47"/>
                        <a:pt x="9" y="47"/>
                        <a:pt x="1" y="55"/>
                      </a:cubicBezTo>
                      <a:cubicBezTo>
                        <a:pt x="1" y="64"/>
                        <a:pt x="1" y="80"/>
                        <a:pt x="1" y="97"/>
                      </a:cubicBezTo>
                      <a:cubicBezTo>
                        <a:pt x="1" y="105"/>
                        <a:pt x="1" y="113"/>
                        <a:pt x="1" y="122"/>
                      </a:cubicBezTo>
                      <a:cubicBezTo>
                        <a:pt x="1" y="138"/>
                        <a:pt x="9" y="155"/>
                        <a:pt x="9" y="171"/>
                      </a:cubicBezTo>
                      <a:lnTo>
                        <a:pt x="17" y="171"/>
                      </a:lnTo>
                      <a:cubicBezTo>
                        <a:pt x="17" y="188"/>
                        <a:pt x="17" y="204"/>
                        <a:pt x="26" y="221"/>
                      </a:cubicBezTo>
                      <a:cubicBezTo>
                        <a:pt x="26" y="238"/>
                        <a:pt x="42" y="254"/>
                        <a:pt x="59" y="254"/>
                      </a:cubicBezTo>
                      <a:cubicBezTo>
                        <a:pt x="84" y="246"/>
                        <a:pt x="92" y="229"/>
                        <a:pt x="92" y="213"/>
                      </a:cubicBezTo>
                      <a:lnTo>
                        <a:pt x="84" y="163"/>
                      </a:lnTo>
                      <a:cubicBezTo>
                        <a:pt x="84" y="146"/>
                        <a:pt x="84" y="122"/>
                        <a:pt x="84" y="105"/>
                      </a:cubicBezTo>
                      <a:cubicBezTo>
                        <a:pt x="75" y="88"/>
                        <a:pt x="75" y="64"/>
                        <a:pt x="67" y="47"/>
                      </a:cubicBezTo>
                      <a:cubicBezTo>
                        <a:pt x="59" y="47"/>
                        <a:pt x="59" y="39"/>
                        <a:pt x="59" y="30"/>
                      </a:cubicBezTo>
                      <a:cubicBezTo>
                        <a:pt x="50" y="22"/>
                        <a:pt x="50" y="14"/>
                        <a:pt x="42" y="6"/>
                      </a:cubicBezTo>
                      <a:cubicBezTo>
                        <a:pt x="39" y="2"/>
                        <a:pt x="34" y="0"/>
                        <a:pt x="2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2" name="Google Shape;1412;p1"/>
                <p:cNvSpPr/>
                <p:nvPr/>
              </p:nvSpPr>
              <p:spPr>
                <a:xfrm>
                  <a:off x="2840250" y="3973050"/>
                  <a:ext cx="9475" cy="16800"/>
                </a:xfrm>
                <a:custGeom>
                  <a:rect b="b" l="l" r="r" t="t"/>
                  <a:pathLst>
                    <a:path extrusionOk="0" h="672" w="379">
                      <a:moveTo>
                        <a:pt x="351" y="0"/>
                      </a:moveTo>
                      <a:cubicBezTo>
                        <a:pt x="346" y="0"/>
                        <a:pt x="341" y="2"/>
                        <a:pt x="337" y="4"/>
                      </a:cubicBezTo>
                      <a:cubicBezTo>
                        <a:pt x="287" y="28"/>
                        <a:pt x="254" y="86"/>
                        <a:pt x="229" y="128"/>
                      </a:cubicBezTo>
                      <a:cubicBezTo>
                        <a:pt x="196" y="186"/>
                        <a:pt x="171" y="236"/>
                        <a:pt x="138" y="294"/>
                      </a:cubicBezTo>
                      <a:cubicBezTo>
                        <a:pt x="88" y="401"/>
                        <a:pt x="47" y="509"/>
                        <a:pt x="6" y="625"/>
                      </a:cubicBezTo>
                      <a:cubicBezTo>
                        <a:pt x="0" y="651"/>
                        <a:pt x="22" y="671"/>
                        <a:pt x="45" y="671"/>
                      </a:cubicBezTo>
                      <a:cubicBezTo>
                        <a:pt x="58" y="671"/>
                        <a:pt x="71" y="665"/>
                        <a:pt x="80" y="650"/>
                      </a:cubicBezTo>
                      <a:cubicBezTo>
                        <a:pt x="130" y="542"/>
                        <a:pt x="180" y="443"/>
                        <a:pt x="238" y="335"/>
                      </a:cubicBezTo>
                      <a:cubicBezTo>
                        <a:pt x="262" y="285"/>
                        <a:pt x="296" y="236"/>
                        <a:pt x="320" y="186"/>
                      </a:cubicBezTo>
                      <a:cubicBezTo>
                        <a:pt x="345" y="136"/>
                        <a:pt x="378" y="78"/>
                        <a:pt x="378" y="28"/>
                      </a:cubicBezTo>
                      <a:cubicBezTo>
                        <a:pt x="378" y="10"/>
                        <a:pt x="364" y="0"/>
                        <a:pt x="35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3" name="Google Shape;1413;p1"/>
                <p:cNvSpPr/>
                <p:nvPr/>
              </p:nvSpPr>
              <p:spPr>
                <a:xfrm>
                  <a:off x="2858600" y="3975450"/>
                  <a:ext cx="6650" cy="23650"/>
                </a:xfrm>
                <a:custGeom>
                  <a:rect b="b" l="l" r="r" t="t"/>
                  <a:pathLst>
                    <a:path extrusionOk="0" h="946" w="266">
                      <a:moveTo>
                        <a:pt x="195" y="1"/>
                      </a:moveTo>
                      <a:cubicBezTo>
                        <a:pt x="152" y="1"/>
                        <a:pt x="131" y="86"/>
                        <a:pt x="117" y="115"/>
                      </a:cubicBezTo>
                      <a:cubicBezTo>
                        <a:pt x="75" y="231"/>
                        <a:pt x="42" y="355"/>
                        <a:pt x="26" y="488"/>
                      </a:cubicBezTo>
                      <a:cubicBezTo>
                        <a:pt x="17" y="562"/>
                        <a:pt x="9" y="637"/>
                        <a:pt x="1" y="711"/>
                      </a:cubicBezTo>
                      <a:cubicBezTo>
                        <a:pt x="1" y="778"/>
                        <a:pt x="9" y="852"/>
                        <a:pt x="9" y="927"/>
                      </a:cubicBezTo>
                      <a:cubicBezTo>
                        <a:pt x="9" y="939"/>
                        <a:pt x="19" y="945"/>
                        <a:pt x="30" y="945"/>
                      </a:cubicBezTo>
                      <a:cubicBezTo>
                        <a:pt x="40" y="945"/>
                        <a:pt x="50" y="939"/>
                        <a:pt x="50" y="927"/>
                      </a:cubicBezTo>
                      <a:cubicBezTo>
                        <a:pt x="59" y="860"/>
                        <a:pt x="75" y="794"/>
                        <a:pt x="84" y="736"/>
                      </a:cubicBezTo>
                      <a:cubicBezTo>
                        <a:pt x="92" y="662"/>
                        <a:pt x="92" y="595"/>
                        <a:pt x="100" y="529"/>
                      </a:cubicBezTo>
                      <a:cubicBezTo>
                        <a:pt x="117" y="405"/>
                        <a:pt x="150" y="272"/>
                        <a:pt x="191" y="148"/>
                      </a:cubicBezTo>
                      <a:cubicBezTo>
                        <a:pt x="208" y="115"/>
                        <a:pt x="266" y="32"/>
                        <a:pt x="216" y="7"/>
                      </a:cubicBezTo>
                      <a:cubicBezTo>
                        <a:pt x="209" y="3"/>
                        <a:pt x="202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4" name="Google Shape;1414;p1"/>
                <p:cNvSpPr/>
                <p:nvPr/>
              </p:nvSpPr>
              <p:spPr>
                <a:xfrm>
                  <a:off x="2865225" y="3966700"/>
                  <a:ext cx="3350" cy="4175"/>
                </a:xfrm>
                <a:custGeom>
                  <a:rect b="b" l="l" r="r" t="t"/>
                  <a:pathLst>
                    <a:path extrusionOk="0" h="167" w="134">
                      <a:moveTo>
                        <a:pt x="100" y="1"/>
                      </a:moveTo>
                      <a:lnTo>
                        <a:pt x="92" y="9"/>
                      </a:lnTo>
                      <a:cubicBezTo>
                        <a:pt x="84" y="9"/>
                        <a:pt x="75" y="9"/>
                        <a:pt x="67" y="17"/>
                      </a:cubicBezTo>
                      <a:lnTo>
                        <a:pt x="59" y="34"/>
                      </a:lnTo>
                      <a:lnTo>
                        <a:pt x="51" y="42"/>
                      </a:lnTo>
                      <a:lnTo>
                        <a:pt x="42" y="59"/>
                      </a:lnTo>
                      <a:cubicBezTo>
                        <a:pt x="34" y="75"/>
                        <a:pt x="17" y="92"/>
                        <a:pt x="9" y="108"/>
                      </a:cubicBezTo>
                      <a:cubicBezTo>
                        <a:pt x="1" y="117"/>
                        <a:pt x="1" y="125"/>
                        <a:pt x="1" y="133"/>
                      </a:cubicBezTo>
                      <a:cubicBezTo>
                        <a:pt x="1" y="142"/>
                        <a:pt x="9" y="158"/>
                        <a:pt x="17" y="158"/>
                      </a:cubicBezTo>
                      <a:cubicBezTo>
                        <a:pt x="26" y="166"/>
                        <a:pt x="34" y="166"/>
                        <a:pt x="42" y="166"/>
                      </a:cubicBezTo>
                      <a:cubicBezTo>
                        <a:pt x="51" y="166"/>
                        <a:pt x="59" y="158"/>
                        <a:pt x="67" y="150"/>
                      </a:cubicBezTo>
                      <a:cubicBezTo>
                        <a:pt x="75" y="133"/>
                        <a:pt x="92" y="117"/>
                        <a:pt x="100" y="100"/>
                      </a:cubicBezTo>
                      <a:cubicBezTo>
                        <a:pt x="109" y="92"/>
                        <a:pt x="117" y="84"/>
                        <a:pt x="125" y="67"/>
                      </a:cubicBezTo>
                      <a:lnTo>
                        <a:pt x="125" y="59"/>
                      </a:lnTo>
                      <a:cubicBezTo>
                        <a:pt x="133" y="50"/>
                        <a:pt x="133" y="34"/>
                        <a:pt x="133" y="26"/>
                      </a:cubicBezTo>
                      <a:cubicBezTo>
                        <a:pt x="133" y="17"/>
                        <a:pt x="125" y="9"/>
                        <a:pt x="117" y="9"/>
                      </a:cubicBezTo>
                      <a:cubicBezTo>
                        <a:pt x="117" y="1"/>
                        <a:pt x="109" y="1"/>
                        <a:pt x="10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5" name="Google Shape;1415;p1"/>
                <p:cNvSpPr/>
                <p:nvPr/>
              </p:nvSpPr>
              <p:spPr>
                <a:xfrm>
                  <a:off x="2858400" y="3955725"/>
                  <a:ext cx="8725" cy="8750"/>
                </a:xfrm>
                <a:custGeom>
                  <a:rect b="b" l="l" r="r" t="t"/>
                  <a:pathLst>
                    <a:path extrusionOk="0" h="350" w="349">
                      <a:moveTo>
                        <a:pt x="307" y="1"/>
                      </a:moveTo>
                      <a:cubicBezTo>
                        <a:pt x="299" y="9"/>
                        <a:pt x="290" y="9"/>
                        <a:pt x="282" y="17"/>
                      </a:cubicBezTo>
                      <a:cubicBezTo>
                        <a:pt x="266" y="25"/>
                        <a:pt x="249" y="34"/>
                        <a:pt x="232" y="50"/>
                      </a:cubicBezTo>
                      <a:cubicBezTo>
                        <a:pt x="208" y="75"/>
                        <a:pt x="174" y="100"/>
                        <a:pt x="150" y="133"/>
                      </a:cubicBezTo>
                      <a:cubicBezTo>
                        <a:pt x="100" y="183"/>
                        <a:pt x="58" y="241"/>
                        <a:pt x="9" y="299"/>
                      </a:cubicBezTo>
                      <a:cubicBezTo>
                        <a:pt x="0" y="315"/>
                        <a:pt x="9" y="332"/>
                        <a:pt x="17" y="340"/>
                      </a:cubicBezTo>
                      <a:cubicBezTo>
                        <a:pt x="24" y="347"/>
                        <a:pt x="31" y="350"/>
                        <a:pt x="37" y="350"/>
                      </a:cubicBezTo>
                      <a:cubicBezTo>
                        <a:pt x="46" y="350"/>
                        <a:pt x="54" y="345"/>
                        <a:pt x="58" y="340"/>
                      </a:cubicBezTo>
                      <a:cubicBezTo>
                        <a:pt x="108" y="282"/>
                        <a:pt x="166" y="241"/>
                        <a:pt x="216" y="191"/>
                      </a:cubicBezTo>
                      <a:cubicBezTo>
                        <a:pt x="241" y="158"/>
                        <a:pt x="266" y="141"/>
                        <a:pt x="290" y="108"/>
                      </a:cubicBezTo>
                      <a:cubicBezTo>
                        <a:pt x="307" y="100"/>
                        <a:pt x="315" y="83"/>
                        <a:pt x="324" y="67"/>
                      </a:cubicBezTo>
                      <a:cubicBezTo>
                        <a:pt x="340" y="59"/>
                        <a:pt x="348" y="42"/>
                        <a:pt x="348" y="25"/>
                      </a:cubicBezTo>
                      <a:cubicBezTo>
                        <a:pt x="348" y="9"/>
                        <a:pt x="348" y="1"/>
                        <a:pt x="33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6" name="Google Shape;1416;p1"/>
                <p:cNvSpPr/>
                <p:nvPr/>
              </p:nvSpPr>
              <p:spPr>
                <a:xfrm>
                  <a:off x="2867100" y="3959250"/>
                  <a:ext cx="1900" cy="2725"/>
                </a:xfrm>
                <a:custGeom>
                  <a:rect b="b" l="l" r="r" t="t"/>
                  <a:pathLst>
                    <a:path extrusionOk="0" h="109" w="76">
                      <a:moveTo>
                        <a:pt x="42" y="0"/>
                      </a:moveTo>
                      <a:cubicBezTo>
                        <a:pt x="34" y="9"/>
                        <a:pt x="25" y="9"/>
                        <a:pt x="25" y="17"/>
                      </a:cubicBezTo>
                      <a:cubicBezTo>
                        <a:pt x="17" y="25"/>
                        <a:pt x="9" y="42"/>
                        <a:pt x="9" y="58"/>
                      </a:cubicBezTo>
                      <a:cubicBezTo>
                        <a:pt x="9" y="58"/>
                        <a:pt x="0" y="67"/>
                        <a:pt x="9" y="75"/>
                      </a:cubicBezTo>
                      <a:cubicBezTo>
                        <a:pt x="9" y="83"/>
                        <a:pt x="9" y="92"/>
                        <a:pt x="9" y="100"/>
                      </a:cubicBezTo>
                      <a:cubicBezTo>
                        <a:pt x="17" y="100"/>
                        <a:pt x="17" y="108"/>
                        <a:pt x="25" y="108"/>
                      </a:cubicBezTo>
                      <a:lnTo>
                        <a:pt x="42" y="100"/>
                      </a:lnTo>
                      <a:lnTo>
                        <a:pt x="42" y="83"/>
                      </a:lnTo>
                      <a:lnTo>
                        <a:pt x="50" y="75"/>
                      </a:lnTo>
                      <a:cubicBezTo>
                        <a:pt x="50" y="67"/>
                        <a:pt x="50" y="58"/>
                        <a:pt x="58" y="58"/>
                      </a:cubicBezTo>
                      <a:lnTo>
                        <a:pt x="67" y="42"/>
                      </a:lnTo>
                      <a:cubicBezTo>
                        <a:pt x="75" y="34"/>
                        <a:pt x="67" y="17"/>
                        <a:pt x="58" y="9"/>
                      </a:cubicBezTo>
                      <a:cubicBezTo>
                        <a:pt x="50" y="9"/>
                        <a:pt x="50" y="0"/>
                        <a:pt x="4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7" name="Google Shape;1417;p1"/>
                <p:cNvSpPr/>
                <p:nvPr/>
              </p:nvSpPr>
              <p:spPr>
                <a:xfrm>
                  <a:off x="2936000" y="4113375"/>
                  <a:ext cx="8800" cy="13925"/>
                </a:xfrm>
                <a:custGeom>
                  <a:rect b="b" l="l" r="r" t="t"/>
                  <a:pathLst>
                    <a:path extrusionOk="0" h="557" w="352">
                      <a:moveTo>
                        <a:pt x="63" y="1"/>
                      </a:moveTo>
                      <a:cubicBezTo>
                        <a:pt x="33" y="1"/>
                        <a:pt x="0" y="33"/>
                        <a:pt x="20" y="66"/>
                      </a:cubicBezTo>
                      <a:cubicBezTo>
                        <a:pt x="62" y="141"/>
                        <a:pt x="111" y="215"/>
                        <a:pt x="144" y="290"/>
                      </a:cubicBezTo>
                      <a:cubicBezTo>
                        <a:pt x="161" y="331"/>
                        <a:pt x="178" y="373"/>
                        <a:pt x="194" y="414"/>
                      </a:cubicBezTo>
                      <a:cubicBezTo>
                        <a:pt x="202" y="456"/>
                        <a:pt x="211" y="505"/>
                        <a:pt x="244" y="538"/>
                      </a:cubicBezTo>
                      <a:cubicBezTo>
                        <a:pt x="255" y="550"/>
                        <a:pt x="269" y="556"/>
                        <a:pt x="281" y="556"/>
                      </a:cubicBezTo>
                      <a:cubicBezTo>
                        <a:pt x="296" y="556"/>
                        <a:pt x="309" y="548"/>
                        <a:pt x="318" y="530"/>
                      </a:cubicBezTo>
                      <a:cubicBezTo>
                        <a:pt x="352" y="480"/>
                        <a:pt x="327" y="431"/>
                        <a:pt x="318" y="381"/>
                      </a:cubicBezTo>
                      <a:cubicBezTo>
                        <a:pt x="302" y="331"/>
                        <a:pt x="285" y="282"/>
                        <a:pt x="269" y="240"/>
                      </a:cubicBezTo>
                      <a:cubicBezTo>
                        <a:pt x="227" y="157"/>
                        <a:pt x="169" y="66"/>
                        <a:pt x="86" y="8"/>
                      </a:cubicBezTo>
                      <a:cubicBezTo>
                        <a:pt x="79" y="3"/>
                        <a:pt x="71" y="1"/>
                        <a:pt x="6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8" name="Google Shape;1418;p1"/>
                <p:cNvSpPr/>
                <p:nvPr/>
              </p:nvSpPr>
              <p:spPr>
                <a:xfrm>
                  <a:off x="2941875" y="4109575"/>
                  <a:ext cx="5400" cy="9500"/>
                </a:xfrm>
                <a:custGeom>
                  <a:rect b="b" l="l" r="r" t="t"/>
                  <a:pathLst>
                    <a:path extrusionOk="0" h="380" w="216">
                      <a:moveTo>
                        <a:pt x="44" y="1"/>
                      </a:moveTo>
                      <a:cubicBezTo>
                        <a:pt x="40" y="1"/>
                        <a:pt x="37" y="1"/>
                        <a:pt x="34" y="3"/>
                      </a:cubicBezTo>
                      <a:cubicBezTo>
                        <a:pt x="9" y="11"/>
                        <a:pt x="1" y="44"/>
                        <a:pt x="9" y="61"/>
                      </a:cubicBezTo>
                      <a:cubicBezTo>
                        <a:pt x="34" y="119"/>
                        <a:pt x="50" y="168"/>
                        <a:pt x="75" y="218"/>
                      </a:cubicBezTo>
                      <a:cubicBezTo>
                        <a:pt x="83" y="243"/>
                        <a:pt x="100" y="268"/>
                        <a:pt x="108" y="293"/>
                      </a:cubicBezTo>
                      <a:cubicBezTo>
                        <a:pt x="125" y="318"/>
                        <a:pt x="141" y="342"/>
                        <a:pt x="158" y="367"/>
                      </a:cubicBezTo>
                      <a:cubicBezTo>
                        <a:pt x="163" y="376"/>
                        <a:pt x="172" y="379"/>
                        <a:pt x="180" y="379"/>
                      </a:cubicBezTo>
                      <a:cubicBezTo>
                        <a:pt x="198" y="379"/>
                        <a:pt x="216" y="365"/>
                        <a:pt x="216" y="342"/>
                      </a:cubicBezTo>
                      <a:cubicBezTo>
                        <a:pt x="208" y="318"/>
                        <a:pt x="199" y="293"/>
                        <a:pt x="191" y="260"/>
                      </a:cubicBezTo>
                      <a:cubicBezTo>
                        <a:pt x="183" y="235"/>
                        <a:pt x="166" y="210"/>
                        <a:pt x="158" y="185"/>
                      </a:cubicBezTo>
                      <a:cubicBezTo>
                        <a:pt x="133" y="135"/>
                        <a:pt x="108" y="77"/>
                        <a:pt x="92" y="28"/>
                      </a:cubicBezTo>
                      <a:cubicBezTo>
                        <a:pt x="85" y="14"/>
                        <a:pt x="62" y="1"/>
                        <a:pt x="4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9" name="Google Shape;1419;p1"/>
                <p:cNvSpPr/>
                <p:nvPr/>
              </p:nvSpPr>
              <p:spPr>
                <a:xfrm>
                  <a:off x="2947775" y="4106075"/>
                  <a:ext cx="5250" cy="12025"/>
                </a:xfrm>
                <a:custGeom>
                  <a:rect b="b" l="l" r="r" t="t"/>
                  <a:pathLst>
                    <a:path extrusionOk="0" h="481" w="210">
                      <a:moveTo>
                        <a:pt x="44" y="0"/>
                      </a:moveTo>
                      <a:cubicBezTo>
                        <a:pt x="22" y="0"/>
                        <a:pt x="0" y="15"/>
                        <a:pt x="5" y="43"/>
                      </a:cubicBezTo>
                      <a:cubicBezTo>
                        <a:pt x="21" y="118"/>
                        <a:pt x="46" y="192"/>
                        <a:pt x="63" y="267"/>
                      </a:cubicBezTo>
                      <a:cubicBezTo>
                        <a:pt x="88" y="342"/>
                        <a:pt x="121" y="408"/>
                        <a:pt x="162" y="474"/>
                      </a:cubicBezTo>
                      <a:cubicBezTo>
                        <a:pt x="167" y="479"/>
                        <a:pt x="173" y="481"/>
                        <a:pt x="180" y="481"/>
                      </a:cubicBezTo>
                      <a:cubicBezTo>
                        <a:pt x="195" y="481"/>
                        <a:pt x="210" y="469"/>
                        <a:pt x="204" y="458"/>
                      </a:cubicBezTo>
                      <a:cubicBezTo>
                        <a:pt x="187" y="383"/>
                        <a:pt x="162" y="317"/>
                        <a:pt x="137" y="242"/>
                      </a:cubicBezTo>
                      <a:cubicBezTo>
                        <a:pt x="113" y="176"/>
                        <a:pt x="96" y="101"/>
                        <a:pt x="79" y="27"/>
                      </a:cubicBezTo>
                      <a:cubicBezTo>
                        <a:pt x="76" y="9"/>
                        <a:pt x="60" y="0"/>
                        <a:pt x="4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0" name="Google Shape;1420;p1"/>
                <p:cNvSpPr/>
                <p:nvPr/>
              </p:nvSpPr>
              <p:spPr>
                <a:xfrm>
                  <a:off x="2949125" y="4097450"/>
                  <a:ext cx="12100" cy="17375"/>
                </a:xfrm>
                <a:custGeom>
                  <a:rect b="b" l="l" r="r" t="t"/>
                  <a:pathLst>
                    <a:path extrusionOk="0" h="695" w="484">
                      <a:moveTo>
                        <a:pt x="65" y="0"/>
                      </a:moveTo>
                      <a:cubicBezTo>
                        <a:pt x="31" y="0"/>
                        <a:pt x="1" y="37"/>
                        <a:pt x="25" y="73"/>
                      </a:cubicBezTo>
                      <a:cubicBezTo>
                        <a:pt x="175" y="264"/>
                        <a:pt x="290" y="463"/>
                        <a:pt x="398" y="670"/>
                      </a:cubicBezTo>
                      <a:cubicBezTo>
                        <a:pt x="407" y="687"/>
                        <a:pt x="421" y="695"/>
                        <a:pt x="434" y="695"/>
                      </a:cubicBezTo>
                      <a:cubicBezTo>
                        <a:pt x="459" y="695"/>
                        <a:pt x="484" y="669"/>
                        <a:pt x="473" y="637"/>
                      </a:cubicBezTo>
                      <a:cubicBezTo>
                        <a:pt x="406" y="405"/>
                        <a:pt x="266" y="198"/>
                        <a:pt x="100" y="15"/>
                      </a:cubicBezTo>
                      <a:cubicBezTo>
                        <a:pt x="89" y="5"/>
                        <a:pt x="77" y="0"/>
                        <a:pt x="6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1" name="Google Shape;1421;p1"/>
                <p:cNvSpPr/>
                <p:nvPr/>
              </p:nvSpPr>
              <p:spPr>
                <a:xfrm>
                  <a:off x="2957625" y="4101575"/>
                  <a:ext cx="14525" cy="28050"/>
                </a:xfrm>
                <a:custGeom>
                  <a:rect b="b" l="l" r="r" t="t"/>
                  <a:pathLst>
                    <a:path extrusionOk="0" h="1122" w="581">
                      <a:moveTo>
                        <a:pt x="64" y="1"/>
                      </a:moveTo>
                      <a:cubicBezTo>
                        <a:pt x="30" y="1"/>
                        <a:pt x="1" y="35"/>
                        <a:pt x="25" y="66"/>
                      </a:cubicBezTo>
                      <a:cubicBezTo>
                        <a:pt x="158" y="215"/>
                        <a:pt x="265" y="372"/>
                        <a:pt x="340" y="546"/>
                      </a:cubicBezTo>
                      <a:cubicBezTo>
                        <a:pt x="423" y="720"/>
                        <a:pt x="464" y="911"/>
                        <a:pt x="506" y="1093"/>
                      </a:cubicBezTo>
                      <a:cubicBezTo>
                        <a:pt x="514" y="1111"/>
                        <a:pt x="535" y="1121"/>
                        <a:pt x="552" y="1121"/>
                      </a:cubicBezTo>
                      <a:cubicBezTo>
                        <a:pt x="567" y="1121"/>
                        <a:pt x="580" y="1113"/>
                        <a:pt x="580" y="1093"/>
                      </a:cubicBezTo>
                      <a:cubicBezTo>
                        <a:pt x="580" y="894"/>
                        <a:pt x="522" y="696"/>
                        <a:pt x="439" y="513"/>
                      </a:cubicBezTo>
                      <a:cubicBezTo>
                        <a:pt x="356" y="331"/>
                        <a:pt x="240" y="165"/>
                        <a:pt x="100" y="16"/>
                      </a:cubicBezTo>
                      <a:cubicBezTo>
                        <a:pt x="89" y="5"/>
                        <a:pt x="76" y="1"/>
                        <a:pt x="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2" name="Google Shape;1422;p1"/>
                <p:cNvSpPr/>
                <p:nvPr/>
              </p:nvSpPr>
              <p:spPr>
                <a:xfrm>
                  <a:off x="2971500" y="4102200"/>
                  <a:ext cx="8150" cy="23775"/>
                </a:xfrm>
                <a:custGeom>
                  <a:rect b="b" l="l" r="r" t="t"/>
                  <a:pathLst>
                    <a:path extrusionOk="0" h="951" w="326">
                      <a:moveTo>
                        <a:pt x="44" y="1"/>
                      </a:moveTo>
                      <a:cubicBezTo>
                        <a:pt x="22" y="1"/>
                        <a:pt x="0" y="19"/>
                        <a:pt x="0" y="49"/>
                      </a:cubicBezTo>
                      <a:lnTo>
                        <a:pt x="9" y="49"/>
                      </a:lnTo>
                      <a:cubicBezTo>
                        <a:pt x="9" y="124"/>
                        <a:pt x="33" y="198"/>
                        <a:pt x="50" y="273"/>
                      </a:cubicBezTo>
                      <a:cubicBezTo>
                        <a:pt x="67" y="339"/>
                        <a:pt x="91" y="414"/>
                        <a:pt x="108" y="488"/>
                      </a:cubicBezTo>
                      <a:cubicBezTo>
                        <a:pt x="149" y="637"/>
                        <a:pt x="191" y="778"/>
                        <a:pt x="232" y="927"/>
                      </a:cubicBezTo>
                      <a:cubicBezTo>
                        <a:pt x="239" y="944"/>
                        <a:pt x="255" y="951"/>
                        <a:pt x="272" y="951"/>
                      </a:cubicBezTo>
                      <a:cubicBezTo>
                        <a:pt x="298" y="951"/>
                        <a:pt x="325" y="933"/>
                        <a:pt x="315" y="903"/>
                      </a:cubicBezTo>
                      <a:cubicBezTo>
                        <a:pt x="282" y="753"/>
                        <a:pt x="249" y="604"/>
                        <a:pt x="207" y="455"/>
                      </a:cubicBezTo>
                      <a:cubicBezTo>
                        <a:pt x="191" y="381"/>
                        <a:pt x="174" y="306"/>
                        <a:pt x="149" y="240"/>
                      </a:cubicBezTo>
                      <a:cubicBezTo>
                        <a:pt x="133" y="165"/>
                        <a:pt x="116" y="91"/>
                        <a:pt x="83" y="24"/>
                      </a:cubicBezTo>
                      <a:cubicBezTo>
                        <a:pt x="74" y="8"/>
                        <a:pt x="59" y="1"/>
                        <a:pt x="4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3" name="Google Shape;1423;p1"/>
                <p:cNvSpPr/>
                <p:nvPr/>
              </p:nvSpPr>
              <p:spPr>
                <a:xfrm>
                  <a:off x="2979425" y="4094200"/>
                  <a:ext cx="10325" cy="24150"/>
                </a:xfrm>
                <a:custGeom>
                  <a:rect b="b" l="l" r="r" t="t"/>
                  <a:pathLst>
                    <a:path extrusionOk="0" h="966" w="413">
                      <a:moveTo>
                        <a:pt x="34" y="1"/>
                      </a:moveTo>
                      <a:cubicBezTo>
                        <a:pt x="18" y="1"/>
                        <a:pt x="1" y="16"/>
                        <a:pt x="6" y="38"/>
                      </a:cubicBezTo>
                      <a:lnTo>
                        <a:pt x="6" y="29"/>
                      </a:lnTo>
                      <a:cubicBezTo>
                        <a:pt x="6" y="112"/>
                        <a:pt x="40" y="187"/>
                        <a:pt x="64" y="253"/>
                      </a:cubicBezTo>
                      <a:cubicBezTo>
                        <a:pt x="89" y="336"/>
                        <a:pt x="122" y="411"/>
                        <a:pt x="147" y="485"/>
                      </a:cubicBezTo>
                      <a:cubicBezTo>
                        <a:pt x="205" y="634"/>
                        <a:pt x="263" y="783"/>
                        <a:pt x="313" y="941"/>
                      </a:cubicBezTo>
                      <a:cubicBezTo>
                        <a:pt x="319" y="958"/>
                        <a:pt x="333" y="965"/>
                        <a:pt x="348" y="965"/>
                      </a:cubicBezTo>
                      <a:cubicBezTo>
                        <a:pt x="378" y="965"/>
                        <a:pt x="412" y="938"/>
                        <a:pt x="396" y="899"/>
                      </a:cubicBezTo>
                      <a:cubicBezTo>
                        <a:pt x="354" y="750"/>
                        <a:pt x="305" y="593"/>
                        <a:pt x="255" y="444"/>
                      </a:cubicBezTo>
                      <a:cubicBezTo>
                        <a:pt x="222" y="369"/>
                        <a:pt x="197" y="295"/>
                        <a:pt x="172" y="220"/>
                      </a:cubicBezTo>
                      <a:cubicBezTo>
                        <a:pt x="139" y="145"/>
                        <a:pt x="106" y="71"/>
                        <a:pt x="56" y="13"/>
                      </a:cubicBezTo>
                      <a:cubicBezTo>
                        <a:pt x="51" y="5"/>
                        <a:pt x="42" y="1"/>
                        <a:pt x="3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4" name="Google Shape;1424;p1"/>
                <p:cNvSpPr/>
                <p:nvPr/>
              </p:nvSpPr>
              <p:spPr>
                <a:xfrm>
                  <a:off x="2986000" y="4096300"/>
                  <a:ext cx="7675" cy="11050"/>
                </a:xfrm>
                <a:custGeom>
                  <a:rect b="b" l="l" r="r" t="t"/>
                  <a:pathLst>
                    <a:path extrusionOk="0" h="442" w="307">
                      <a:moveTo>
                        <a:pt x="44" y="0"/>
                      </a:moveTo>
                      <a:cubicBezTo>
                        <a:pt x="33" y="0"/>
                        <a:pt x="23" y="6"/>
                        <a:pt x="17" y="12"/>
                      </a:cubicBezTo>
                      <a:cubicBezTo>
                        <a:pt x="0" y="45"/>
                        <a:pt x="9" y="103"/>
                        <a:pt x="17" y="136"/>
                      </a:cubicBezTo>
                      <a:cubicBezTo>
                        <a:pt x="33" y="169"/>
                        <a:pt x="50" y="202"/>
                        <a:pt x="67" y="235"/>
                      </a:cubicBezTo>
                      <a:cubicBezTo>
                        <a:pt x="108" y="302"/>
                        <a:pt x="149" y="360"/>
                        <a:pt x="199" y="418"/>
                      </a:cubicBezTo>
                      <a:cubicBezTo>
                        <a:pt x="209" y="432"/>
                        <a:pt x="224" y="441"/>
                        <a:pt x="240" y="441"/>
                      </a:cubicBezTo>
                      <a:cubicBezTo>
                        <a:pt x="251" y="441"/>
                        <a:pt x="263" y="436"/>
                        <a:pt x="274" y="426"/>
                      </a:cubicBezTo>
                      <a:cubicBezTo>
                        <a:pt x="299" y="409"/>
                        <a:pt x="307" y="376"/>
                        <a:pt x="282" y="351"/>
                      </a:cubicBezTo>
                      <a:cubicBezTo>
                        <a:pt x="241" y="302"/>
                        <a:pt x="207" y="244"/>
                        <a:pt x="174" y="177"/>
                      </a:cubicBezTo>
                      <a:lnTo>
                        <a:pt x="174" y="186"/>
                      </a:lnTo>
                      <a:cubicBezTo>
                        <a:pt x="141" y="119"/>
                        <a:pt x="125" y="37"/>
                        <a:pt x="58" y="3"/>
                      </a:cubicBezTo>
                      <a:cubicBezTo>
                        <a:pt x="53" y="1"/>
                        <a:pt x="49" y="0"/>
                        <a:pt x="4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5" name="Google Shape;1425;p1"/>
                <p:cNvSpPr/>
                <p:nvPr/>
              </p:nvSpPr>
              <p:spPr>
                <a:xfrm>
                  <a:off x="2996150" y="4095875"/>
                  <a:ext cx="4775" cy="13400"/>
                </a:xfrm>
                <a:custGeom>
                  <a:rect b="b" l="l" r="r" t="t"/>
                  <a:pathLst>
                    <a:path extrusionOk="0" h="536" w="191">
                      <a:moveTo>
                        <a:pt x="29" y="1"/>
                      </a:moveTo>
                      <a:cubicBezTo>
                        <a:pt x="19" y="1"/>
                        <a:pt x="9" y="7"/>
                        <a:pt x="9" y="20"/>
                      </a:cubicBezTo>
                      <a:cubicBezTo>
                        <a:pt x="0" y="95"/>
                        <a:pt x="17" y="178"/>
                        <a:pt x="25" y="252"/>
                      </a:cubicBezTo>
                      <a:cubicBezTo>
                        <a:pt x="42" y="335"/>
                        <a:pt x="58" y="410"/>
                        <a:pt x="75" y="493"/>
                      </a:cubicBezTo>
                      <a:cubicBezTo>
                        <a:pt x="82" y="514"/>
                        <a:pt x="102" y="536"/>
                        <a:pt x="128" y="536"/>
                      </a:cubicBezTo>
                      <a:cubicBezTo>
                        <a:pt x="132" y="536"/>
                        <a:pt x="137" y="535"/>
                        <a:pt x="141" y="534"/>
                      </a:cubicBezTo>
                      <a:cubicBezTo>
                        <a:pt x="166" y="534"/>
                        <a:pt x="191" y="501"/>
                        <a:pt x="183" y="476"/>
                      </a:cubicBezTo>
                      <a:cubicBezTo>
                        <a:pt x="166" y="402"/>
                        <a:pt x="149" y="319"/>
                        <a:pt x="133" y="244"/>
                      </a:cubicBezTo>
                      <a:cubicBezTo>
                        <a:pt x="116" y="161"/>
                        <a:pt x="91" y="87"/>
                        <a:pt x="50" y="12"/>
                      </a:cubicBezTo>
                      <a:cubicBezTo>
                        <a:pt x="46" y="5"/>
                        <a:pt x="38" y="1"/>
                        <a:pt x="2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6" name="Google Shape;1426;p1"/>
                <p:cNvSpPr/>
                <p:nvPr/>
              </p:nvSpPr>
              <p:spPr>
                <a:xfrm>
                  <a:off x="3001525" y="4082050"/>
                  <a:ext cx="6650" cy="39225"/>
                </a:xfrm>
                <a:custGeom>
                  <a:rect b="b" l="l" r="r" t="t"/>
                  <a:pathLst>
                    <a:path extrusionOk="0" h="1569" w="266">
                      <a:moveTo>
                        <a:pt x="54" y="0"/>
                      </a:moveTo>
                      <a:cubicBezTo>
                        <a:pt x="27" y="0"/>
                        <a:pt x="1" y="15"/>
                        <a:pt x="1" y="43"/>
                      </a:cubicBezTo>
                      <a:cubicBezTo>
                        <a:pt x="1" y="167"/>
                        <a:pt x="26" y="283"/>
                        <a:pt x="42" y="408"/>
                      </a:cubicBezTo>
                      <a:cubicBezTo>
                        <a:pt x="50" y="532"/>
                        <a:pt x="75" y="656"/>
                        <a:pt x="84" y="781"/>
                      </a:cubicBezTo>
                      <a:lnTo>
                        <a:pt x="92" y="781"/>
                      </a:lnTo>
                      <a:cubicBezTo>
                        <a:pt x="117" y="1029"/>
                        <a:pt x="142" y="1278"/>
                        <a:pt x="166" y="1526"/>
                      </a:cubicBezTo>
                      <a:cubicBezTo>
                        <a:pt x="166" y="1555"/>
                        <a:pt x="186" y="1568"/>
                        <a:pt x="207" y="1568"/>
                      </a:cubicBezTo>
                      <a:cubicBezTo>
                        <a:pt x="235" y="1568"/>
                        <a:pt x="266" y="1547"/>
                        <a:pt x="266" y="1510"/>
                      </a:cubicBezTo>
                      <a:cubicBezTo>
                        <a:pt x="258" y="1261"/>
                        <a:pt x="241" y="1013"/>
                        <a:pt x="216" y="756"/>
                      </a:cubicBezTo>
                      <a:cubicBezTo>
                        <a:pt x="208" y="631"/>
                        <a:pt x="191" y="507"/>
                        <a:pt x="175" y="383"/>
                      </a:cubicBezTo>
                      <a:cubicBezTo>
                        <a:pt x="158" y="267"/>
                        <a:pt x="142" y="143"/>
                        <a:pt x="100" y="27"/>
                      </a:cubicBezTo>
                      <a:cubicBezTo>
                        <a:pt x="93" y="9"/>
                        <a:pt x="73" y="0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7" name="Google Shape;1427;p1"/>
                <p:cNvSpPr/>
                <p:nvPr/>
              </p:nvSpPr>
              <p:spPr>
                <a:xfrm>
                  <a:off x="3008650" y="4078900"/>
                  <a:ext cx="9050" cy="33925"/>
                </a:xfrm>
                <a:custGeom>
                  <a:rect b="b" l="l" r="r" t="t"/>
                  <a:pathLst>
                    <a:path extrusionOk="0" h="1357" w="362">
                      <a:moveTo>
                        <a:pt x="49" y="0"/>
                      </a:moveTo>
                      <a:cubicBezTo>
                        <a:pt x="25" y="0"/>
                        <a:pt x="0" y="17"/>
                        <a:pt x="6" y="45"/>
                      </a:cubicBezTo>
                      <a:cubicBezTo>
                        <a:pt x="64" y="252"/>
                        <a:pt x="147" y="443"/>
                        <a:pt x="188" y="658"/>
                      </a:cubicBezTo>
                      <a:cubicBezTo>
                        <a:pt x="238" y="865"/>
                        <a:pt x="246" y="1089"/>
                        <a:pt x="238" y="1304"/>
                      </a:cubicBezTo>
                      <a:cubicBezTo>
                        <a:pt x="238" y="1337"/>
                        <a:pt x="267" y="1357"/>
                        <a:pt x="294" y="1357"/>
                      </a:cubicBezTo>
                      <a:cubicBezTo>
                        <a:pt x="315" y="1357"/>
                        <a:pt x="334" y="1346"/>
                        <a:pt x="337" y="1321"/>
                      </a:cubicBezTo>
                      <a:cubicBezTo>
                        <a:pt x="362" y="1089"/>
                        <a:pt x="354" y="865"/>
                        <a:pt x="312" y="641"/>
                      </a:cubicBezTo>
                      <a:cubicBezTo>
                        <a:pt x="271" y="426"/>
                        <a:pt x="213" y="186"/>
                        <a:pt x="80" y="12"/>
                      </a:cubicBezTo>
                      <a:cubicBezTo>
                        <a:pt x="72" y="4"/>
                        <a:pt x="61" y="0"/>
                        <a:pt x="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8" name="Google Shape;1428;p1"/>
                <p:cNvSpPr/>
                <p:nvPr/>
              </p:nvSpPr>
              <p:spPr>
                <a:xfrm>
                  <a:off x="3017075" y="4080300"/>
                  <a:ext cx="6850" cy="31950"/>
                </a:xfrm>
                <a:custGeom>
                  <a:rect b="b" l="l" r="r" t="t"/>
                  <a:pathLst>
                    <a:path extrusionOk="0" h="1278" w="274">
                      <a:moveTo>
                        <a:pt x="53" y="1"/>
                      </a:moveTo>
                      <a:cubicBezTo>
                        <a:pt x="26" y="1"/>
                        <a:pt x="0" y="21"/>
                        <a:pt x="0" y="55"/>
                      </a:cubicBezTo>
                      <a:cubicBezTo>
                        <a:pt x="8" y="155"/>
                        <a:pt x="33" y="254"/>
                        <a:pt x="58" y="345"/>
                      </a:cubicBezTo>
                      <a:cubicBezTo>
                        <a:pt x="83" y="445"/>
                        <a:pt x="100" y="544"/>
                        <a:pt x="116" y="643"/>
                      </a:cubicBezTo>
                      <a:cubicBezTo>
                        <a:pt x="149" y="842"/>
                        <a:pt x="166" y="1033"/>
                        <a:pt x="174" y="1240"/>
                      </a:cubicBezTo>
                      <a:cubicBezTo>
                        <a:pt x="174" y="1265"/>
                        <a:pt x="197" y="1277"/>
                        <a:pt x="220" y="1277"/>
                      </a:cubicBezTo>
                      <a:cubicBezTo>
                        <a:pt x="242" y="1277"/>
                        <a:pt x="265" y="1265"/>
                        <a:pt x="265" y="1240"/>
                      </a:cubicBezTo>
                      <a:cubicBezTo>
                        <a:pt x="274" y="1033"/>
                        <a:pt x="265" y="826"/>
                        <a:pt x="240" y="627"/>
                      </a:cubicBezTo>
                      <a:cubicBezTo>
                        <a:pt x="216" y="428"/>
                        <a:pt x="191" y="204"/>
                        <a:pt x="100" y="30"/>
                      </a:cubicBezTo>
                      <a:cubicBezTo>
                        <a:pt x="89" y="10"/>
                        <a:pt x="71" y="1"/>
                        <a:pt x="5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9" name="Google Shape;1429;p1"/>
                <p:cNvSpPr/>
                <p:nvPr/>
              </p:nvSpPr>
              <p:spPr>
                <a:xfrm>
                  <a:off x="3012550" y="4047250"/>
                  <a:ext cx="25400" cy="36900"/>
                </a:xfrm>
                <a:custGeom>
                  <a:rect b="b" l="l" r="r" t="t"/>
                  <a:pathLst>
                    <a:path extrusionOk="0" h="1476" w="1016">
                      <a:moveTo>
                        <a:pt x="83" y="1"/>
                      </a:moveTo>
                      <a:cubicBezTo>
                        <a:pt x="40" y="1"/>
                        <a:pt x="1" y="49"/>
                        <a:pt x="32" y="93"/>
                      </a:cubicBezTo>
                      <a:cubicBezTo>
                        <a:pt x="214" y="300"/>
                        <a:pt x="380" y="515"/>
                        <a:pt x="529" y="747"/>
                      </a:cubicBezTo>
                      <a:cubicBezTo>
                        <a:pt x="604" y="863"/>
                        <a:pt x="678" y="988"/>
                        <a:pt x="745" y="1112"/>
                      </a:cubicBezTo>
                      <a:cubicBezTo>
                        <a:pt x="803" y="1228"/>
                        <a:pt x="861" y="1352"/>
                        <a:pt x="935" y="1460"/>
                      </a:cubicBezTo>
                      <a:cubicBezTo>
                        <a:pt x="943" y="1471"/>
                        <a:pt x="955" y="1476"/>
                        <a:pt x="967" y="1476"/>
                      </a:cubicBezTo>
                      <a:cubicBezTo>
                        <a:pt x="991" y="1476"/>
                        <a:pt x="1015" y="1457"/>
                        <a:pt x="1010" y="1435"/>
                      </a:cubicBezTo>
                      <a:cubicBezTo>
                        <a:pt x="985" y="1303"/>
                        <a:pt x="927" y="1178"/>
                        <a:pt x="861" y="1054"/>
                      </a:cubicBezTo>
                      <a:cubicBezTo>
                        <a:pt x="803" y="930"/>
                        <a:pt x="728" y="805"/>
                        <a:pt x="653" y="689"/>
                      </a:cubicBezTo>
                      <a:cubicBezTo>
                        <a:pt x="496" y="449"/>
                        <a:pt x="322" y="225"/>
                        <a:pt x="123" y="18"/>
                      </a:cubicBezTo>
                      <a:cubicBezTo>
                        <a:pt x="111" y="6"/>
                        <a:pt x="97" y="1"/>
                        <a:pt x="8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0" name="Google Shape;1430;p1"/>
                <p:cNvSpPr/>
                <p:nvPr/>
              </p:nvSpPr>
              <p:spPr>
                <a:xfrm>
                  <a:off x="2965075" y="4042975"/>
                  <a:ext cx="4575" cy="17000"/>
                </a:xfrm>
                <a:custGeom>
                  <a:rect b="b" l="l" r="r" t="t"/>
                  <a:pathLst>
                    <a:path extrusionOk="0" h="680" w="183">
                      <a:moveTo>
                        <a:pt x="73" y="0"/>
                      </a:moveTo>
                      <a:cubicBezTo>
                        <a:pt x="55" y="0"/>
                        <a:pt x="31" y="14"/>
                        <a:pt x="25" y="32"/>
                      </a:cubicBezTo>
                      <a:cubicBezTo>
                        <a:pt x="0" y="82"/>
                        <a:pt x="17" y="140"/>
                        <a:pt x="25" y="189"/>
                      </a:cubicBezTo>
                      <a:cubicBezTo>
                        <a:pt x="34" y="239"/>
                        <a:pt x="42" y="289"/>
                        <a:pt x="42" y="339"/>
                      </a:cubicBezTo>
                      <a:cubicBezTo>
                        <a:pt x="50" y="388"/>
                        <a:pt x="50" y="438"/>
                        <a:pt x="50" y="488"/>
                      </a:cubicBezTo>
                      <a:cubicBezTo>
                        <a:pt x="58" y="546"/>
                        <a:pt x="67" y="595"/>
                        <a:pt x="67" y="645"/>
                      </a:cubicBezTo>
                      <a:cubicBezTo>
                        <a:pt x="67" y="669"/>
                        <a:pt x="82" y="679"/>
                        <a:pt x="99" y="679"/>
                      </a:cubicBezTo>
                      <a:cubicBezTo>
                        <a:pt x="117" y="679"/>
                        <a:pt x="137" y="667"/>
                        <a:pt x="141" y="645"/>
                      </a:cubicBezTo>
                      <a:cubicBezTo>
                        <a:pt x="158" y="595"/>
                        <a:pt x="166" y="546"/>
                        <a:pt x="174" y="488"/>
                      </a:cubicBezTo>
                      <a:cubicBezTo>
                        <a:pt x="183" y="438"/>
                        <a:pt x="183" y="380"/>
                        <a:pt x="174" y="322"/>
                      </a:cubicBezTo>
                      <a:cubicBezTo>
                        <a:pt x="174" y="272"/>
                        <a:pt x="174" y="214"/>
                        <a:pt x="158" y="165"/>
                      </a:cubicBezTo>
                      <a:cubicBezTo>
                        <a:pt x="150" y="107"/>
                        <a:pt x="141" y="49"/>
                        <a:pt x="92" y="7"/>
                      </a:cubicBezTo>
                      <a:cubicBezTo>
                        <a:pt x="87" y="2"/>
                        <a:pt x="80" y="0"/>
                        <a:pt x="7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1" name="Google Shape;1431;p1"/>
                <p:cNvSpPr/>
                <p:nvPr/>
              </p:nvSpPr>
              <p:spPr>
                <a:xfrm>
                  <a:off x="2970250" y="4042100"/>
                  <a:ext cx="3350" cy="11500"/>
                </a:xfrm>
                <a:custGeom>
                  <a:rect b="b" l="l" r="r" t="t"/>
                  <a:pathLst>
                    <a:path extrusionOk="0" h="460" w="134">
                      <a:moveTo>
                        <a:pt x="56" y="0"/>
                      </a:moveTo>
                      <a:cubicBezTo>
                        <a:pt x="44" y="0"/>
                        <a:pt x="34" y="9"/>
                        <a:pt x="34" y="26"/>
                      </a:cubicBezTo>
                      <a:cubicBezTo>
                        <a:pt x="25" y="84"/>
                        <a:pt x="34" y="150"/>
                        <a:pt x="34" y="208"/>
                      </a:cubicBezTo>
                      <a:cubicBezTo>
                        <a:pt x="34" y="274"/>
                        <a:pt x="25" y="340"/>
                        <a:pt x="9" y="398"/>
                      </a:cubicBezTo>
                      <a:cubicBezTo>
                        <a:pt x="1" y="423"/>
                        <a:pt x="9" y="440"/>
                        <a:pt x="34" y="456"/>
                      </a:cubicBezTo>
                      <a:lnTo>
                        <a:pt x="25" y="456"/>
                      </a:lnTo>
                      <a:cubicBezTo>
                        <a:pt x="32" y="458"/>
                        <a:pt x="38" y="459"/>
                        <a:pt x="44" y="459"/>
                      </a:cubicBezTo>
                      <a:cubicBezTo>
                        <a:pt x="62" y="459"/>
                        <a:pt x="77" y="450"/>
                        <a:pt x="83" y="431"/>
                      </a:cubicBezTo>
                      <a:cubicBezTo>
                        <a:pt x="108" y="365"/>
                        <a:pt x="125" y="291"/>
                        <a:pt x="133" y="224"/>
                      </a:cubicBezTo>
                      <a:cubicBezTo>
                        <a:pt x="133" y="150"/>
                        <a:pt x="125" y="67"/>
                        <a:pt x="75" y="9"/>
                      </a:cubicBezTo>
                      <a:cubicBezTo>
                        <a:pt x="69" y="3"/>
                        <a:pt x="62" y="0"/>
                        <a:pt x="5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2" name="Google Shape;1432;p1"/>
                <p:cNvSpPr/>
                <p:nvPr/>
              </p:nvSpPr>
              <p:spPr>
                <a:xfrm>
                  <a:off x="2973775" y="4039625"/>
                  <a:ext cx="4175" cy="9550"/>
                </a:xfrm>
                <a:custGeom>
                  <a:rect b="b" l="l" r="r" t="t"/>
                  <a:pathLst>
                    <a:path extrusionOk="0" h="382" w="167">
                      <a:moveTo>
                        <a:pt x="75" y="0"/>
                      </a:moveTo>
                      <a:cubicBezTo>
                        <a:pt x="50" y="0"/>
                        <a:pt x="34" y="0"/>
                        <a:pt x="25" y="17"/>
                      </a:cubicBezTo>
                      <a:cubicBezTo>
                        <a:pt x="0" y="42"/>
                        <a:pt x="9" y="83"/>
                        <a:pt x="17" y="116"/>
                      </a:cubicBezTo>
                      <a:cubicBezTo>
                        <a:pt x="25" y="125"/>
                        <a:pt x="25" y="141"/>
                        <a:pt x="34" y="158"/>
                      </a:cubicBezTo>
                      <a:cubicBezTo>
                        <a:pt x="34" y="158"/>
                        <a:pt x="34" y="163"/>
                        <a:pt x="34" y="166"/>
                      </a:cubicBezTo>
                      <a:lnTo>
                        <a:pt x="42" y="183"/>
                      </a:lnTo>
                      <a:cubicBezTo>
                        <a:pt x="50" y="241"/>
                        <a:pt x="58" y="290"/>
                        <a:pt x="67" y="340"/>
                      </a:cubicBezTo>
                      <a:cubicBezTo>
                        <a:pt x="75" y="365"/>
                        <a:pt x="100" y="381"/>
                        <a:pt x="125" y="381"/>
                      </a:cubicBezTo>
                      <a:cubicBezTo>
                        <a:pt x="150" y="373"/>
                        <a:pt x="166" y="357"/>
                        <a:pt x="158" y="332"/>
                      </a:cubicBezTo>
                      <a:cubicBezTo>
                        <a:pt x="158" y="274"/>
                        <a:pt x="150" y="224"/>
                        <a:pt x="141" y="166"/>
                      </a:cubicBezTo>
                      <a:cubicBezTo>
                        <a:pt x="141" y="141"/>
                        <a:pt x="133" y="116"/>
                        <a:pt x="125" y="83"/>
                      </a:cubicBezTo>
                      <a:cubicBezTo>
                        <a:pt x="116" y="58"/>
                        <a:pt x="108" y="9"/>
                        <a:pt x="7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3" name="Google Shape;1433;p1"/>
                <p:cNvSpPr/>
                <p:nvPr/>
              </p:nvSpPr>
              <p:spPr>
                <a:xfrm>
                  <a:off x="2944975" y="3932675"/>
                  <a:ext cx="3150" cy="12400"/>
                </a:xfrm>
                <a:custGeom>
                  <a:rect b="b" l="l" r="r" t="t"/>
                  <a:pathLst>
                    <a:path extrusionOk="0" h="496" w="126">
                      <a:moveTo>
                        <a:pt x="52" y="1"/>
                      </a:moveTo>
                      <a:cubicBezTo>
                        <a:pt x="37" y="1"/>
                        <a:pt x="21" y="9"/>
                        <a:pt x="17" y="28"/>
                      </a:cubicBezTo>
                      <a:cubicBezTo>
                        <a:pt x="1" y="111"/>
                        <a:pt x="1" y="185"/>
                        <a:pt x="9" y="268"/>
                      </a:cubicBezTo>
                      <a:cubicBezTo>
                        <a:pt x="9" y="301"/>
                        <a:pt x="17" y="343"/>
                        <a:pt x="26" y="376"/>
                      </a:cubicBezTo>
                      <a:cubicBezTo>
                        <a:pt x="34" y="401"/>
                        <a:pt x="42" y="417"/>
                        <a:pt x="42" y="434"/>
                      </a:cubicBezTo>
                      <a:cubicBezTo>
                        <a:pt x="51" y="459"/>
                        <a:pt x="67" y="467"/>
                        <a:pt x="75" y="483"/>
                      </a:cubicBezTo>
                      <a:cubicBezTo>
                        <a:pt x="81" y="492"/>
                        <a:pt x="89" y="496"/>
                        <a:pt x="97" y="496"/>
                      </a:cubicBezTo>
                      <a:cubicBezTo>
                        <a:pt x="111" y="496"/>
                        <a:pt x="125" y="483"/>
                        <a:pt x="125" y="467"/>
                      </a:cubicBezTo>
                      <a:cubicBezTo>
                        <a:pt x="125" y="442"/>
                        <a:pt x="125" y="425"/>
                        <a:pt x="117" y="409"/>
                      </a:cubicBezTo>
                      <a:cubicBezTo>
                        <a:pt x="109" y="392"/>
                        <a:pt x="109" y="376"/>
                        <a:pt x="109" y="359"/>
                      </a:cubicBezTo>
                      <a:cubicBezTo>
                        <a:pt x="100" y="326"/>
                        <a:pt x="92" y="293"/>
                        <a:pt x="84" y="251"/>
                      </a:cubicBezTo>
                      <a:cubicBezTo>
                        <a:pt x="75" y="185"/>
                        <a:pt x="75" y="111"/>
                        <a:pt x="84" y="36"/>
                      </a:cubicBezTo>
                      <a:cubicBezTo>
                        <a:pt x="88" y="13"/>
                        <a:pt x="70" y="1"/>
                        <a:pt x="5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4" name="Google Shape;1434;p1"/>
                <p:cNvSpPr/>
                <p:nvPr/>
              </p:nvSpPr>
              <p:spPr>
                <a:xfrm>
                  <a:off x="2950450" y="3937225"/>
                  <a:ext cx="3475" cy="10200"/>
                </a:xfrm>
                <a:custGeom>
                  <a:rect b="b" l="l" r="r" t="t"/>
                  <a:pathLst>
                    <a:path extrusionOk="0" h="408" w="139">
                      <a:moveTo>
                        <a:pt x="49" y="0"/>
                      </a:moveTo>
                      <a:cubicBezTo>
                        <a:pt x="26" y="0"/>
                        <a:pt x="1" y="20"/>
                        <a:pt x="6" y="53"/>
                      </a:cubicBezTo>
                      <a:cubicBezTo>
                        <a:pt x="14" y="111"/>
                        <a:pt x="14" y="161"/>
                        <a:pt x="22" y="219"/>
                      </a:cubicBezTo>
                      <a:cubicBezTo>
                        <a:pt x="30" y="277"/>
                        <a:pt x="39" y="343"/>
                        <a:pt x="64" y="393"/>
                      </a:cubicBezTo>
                      <a:cubicBezTo>
                        <a:pt x="70" y="403"/>
                        <a:pt x="80" y="408"/>
                        <a:pt x="90" y="408"/>
                      </a:cubicBezTo>
                      <a:cubicBezTo>
                        <a:pt x="103" y="408"/>
                        <a:pt x="117" y="399"/>
                        <a:pt x="122" y="384"/>
                      </a:cubicBezTo>
                      <a:cubicBezTo>
                        <a:pt x="138" y="326"/>
                        <a:pt x="122" y="268"/>
                        <a:pt x="122" y="210"/>
                      </a:cubicBezTo>
                      <a:cubicBezTo>
                        <a:pt x="113" y="152"/>
                        <a:pt x="105" y="94"/>
                        <a:pt x="88" y="36"/>
                      </a:cubicBezTo>
                      <a:cubicBezTo>
                        <a:pt x="85" y="11"/>
                        <a:pt x="67" y="0"/>
                        <a:pt x="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5" name="Google Shape;1435;p1"/>
                <p:cNvSpPr/>
                <p:nvPr/>
              </p:nvSpPr>
              <p:spPr>
                <a:xfrm>
                  <a:off x="2987250" y="3949525"/>
                  <a:ext cx="3125" cy="13275"/>
                </a:xfrm>
                <a:custGeom>
                  <a:rect b="b" l="l" r="r" t="t"/>
                  <a:pathLst>
                    <a:path extrusionOk="0" h="531" w="125">
                      <a:moveTo>
                        <a:pt x="66" y="0"/>
                      </a:moveTo>
                      <a:cubicBezTo>
                        <a:pt x="50" y="0"/>
                        <a:pt x="25" y="8"/>
                        <a:pt x="25" y="25"/>
                      </a:cubicBezTo>
                      <a:cubicBezTo>
                        <a:pt x="0" y="99"/>
                        <a:pt x="8" y="182"/>
                        <a:pt x="8" y="257"/>
                      </a:cubicBezTo>
                      <a:cubicBezTo>
                        <a:pt x="8" y="331"/>
                        <a:pt x="17" y="414"/>
                        <a:pt x="25" y="489"/>
                      </a:cubicBezTo>
                      <a:cubicBezTo>
                        <a:pt x="33" y="514"/>
                        <a:pt x="58" y="530"/>
                        <a:pt x="83" y="530"/>
                      </a:cubicBezTo>
                      <a:cubicBezTo>
                        <a:pt x="108" y="522"/>
                        <a:pt x="124" y="497"/>
                        <a:pt x="124" y="472"/>
                      </a:cubicBezTo>
                      <a:cubicBezTo>
                        <a:pt x="124" y="398"/>
                        <a:pt x="124" y="323"/>
                        <a:pt x="116" y="249"/>
                      </a:cubicBezTo>
                      <a:cubicBezTo>
                        <a:pt x="116" y="182"/>
                        <a:pt x="116" y="108"/>
                        <a:pt x="99" y="33"/>
                      </a:cubicBezTo>
                      <a:cubicBezTo>
                        <a:pt x="99" y="17"/>
                        <a:pt x="83" y="0"/>
                        <a:pt x="6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6" name="Google Shape;1436;p1"/>
                <p:cNvSpPr/>
                <p:nvPr/>
              </p:nvSpPr>
              <p:spPr>
                <a:xfrm>
                  <a:off x="2815500" y="3906200"/>
                  <a:ext cx="24700" cy="30375"/>
                </a:xfrm>
                <a:custGeom>
                  <a:rect b="b" l="l" r="r" t="t"/>
                  <a:pathLst>
                    <a:path extrusionOk="0" h="1215" w="988">
                      <a:moveTo>
                        <a:pt x="60" y="1"/>
                      </a:moveTo>
                      <a:cubicBezTo>
                        <a:pt x="27" y="1"/>
                        <a:pt x="1" y="49"/>
                        <a:pt x="35" y="76"/>
                      </a:cubicBezTo>
                      <a:cubicBezTo>
                        <a:pt x="209" y="242"/>
                        <a:pt x="382" y="424"/>
                        <a:pt x="523" y="615"/>
                      </a:cubicBezTo>
                      <a:cubicBezTo>
                        <a:pt x="598" y="706"/>
                        <a:pt x="656" y="805"/>
                        <a:pt x="706" y="904"/>
                      </a:cubicBezTo>
                      <a:cubicBezTo>
                        <a:pt x="730" y="954"/>
                        <a:pt x="755" y="1012"/>
                        <a:pt x="780" y="1070"/>
                      </a:cubicBezTo>
                      <a:cubicBezTo>
                        <a:pt x="805" y="1112"/>
                        <a:pt x="838" y="1178"/>
                        <a:pt x="880" y="1203"/>
                      </a:cubicBezTo>
                      <a:cubicBezTo>
                        <a:pt x="892" y="1210"/>
                        <a:pt x="906" y="1214"/>
                        <a:pt x="919" y="1214"/>
                      </a:cubicBezTo>
                      <a:cubicBezTo>
                        <a:pt x="948" y="1214"/>
                        <a:pt x="973" y="1196"/>
                        <a:pt x="979" y="1161"/>
                      </a:cubicBezTo>
                      <a:cubicBezTo>
                        <a:pt x="987" y="1112"/>
                        <a:pt x="962" y="1037"/>
                        <a:pt x="938" y="987"/>
                      </a:cubicBezTo>
                      <a:cubicBezTo>
                        <a:pt x="921" y="929"/>
                        <a:pt x="888" y="880"/>
                        <a:pt x="863" y="822"/>
                      </a:cubicBezTo>
                      <a:cubicBezTo>
                        <a:pt x="805" y="714"/>
                        <a:pt x="722" y="615"/>
                        <a:pt x="639" y="523"/>
                      </a:cubicBezTo>
                      <a:cubicBezTo>
                        <a:pt x="474" y="333"/>
                        <a:pt x="283" y="167"/>
                        <a:pt x="84" y="10"/>
                      </a:cubicBezTo>
                      <a:cubicBezTo>
                        <a:pt x="76" y="3"/>
                        <a:pt x="68" y="1"/>
                        <a:pt x="6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7" name="Google Shape;1437;p1"/>
                <p:cNvSpPr/>
                <p:nvPr/>
              </p:nvSpPr>
              <p:spPr>
                <a:xfrm>
                  <a:off x="2841000" y="3937950"/>
                  <a:ext cx="3750" cy="6200"/>
                </a:xfrm>
                <a:custGeom>
                  <a:rect b="b" l="l" r="r" t="t"/>
                  <a:pathLst>
                    <a:path extrusionOk="0" h="248" w="150">
                      <a:moveTo>
                        <a:pt x="56" y="1"/>
                      </a:moveTo>
                      <a:cubicBezTo>
                        <a:pt x="48" y="1"/>
                        <a:pt x="41" y="3"/>
                        <a:pt x="34" y="7"/>
                      </a:cubicBezTo>
                      <a:cubicBezTo>
                        <a:pt x="9" y="16"/>
                        <a:pt x="0" y="40"/>
                        <a:pt x="9" y="65"/>
                      </a:cubicBezTo>
                      <a:lnTo>
                        <a:pt x="42" y="148"/>
                      </a:lnTo>
                      <a:cubicBezTo>
                        <a:pt x="42" y="173"/>
                        <a:pt x="50" y="190"/>
                        <a:pt x="67" y="206"/>
                      </a:cubicBezTo>
                      <a:lnTo>
                        <a:pt x="67" y="214"/>
                      </a:lnTo>
                      <a:cubicBezTo>
                        <a:pt x="75" y="223"/>
                        <a:pt x="83" y="223"/>
                        <a:pt x="83" y="231"/>
                      </a:cubicBezTo>
                      <a:cubicBezTo>
                        <a:pt x="92" y="248"/>
                        <a:pt x="108" y="248"/>
                        <a:pt x="125" y="248"/>
                      </a:cubicBezTo>
                      <a:cubicBezTo>
                        <a:pt x="133" y="239"/>
                        <a:pt x="150" y="231"/>
                        <a:pt x="150" y="214"/>
                      </a:cubicBezTo>
                      <a:lnTo>
                        <a:pt x="150" y="190"/>
                      </a:lnTo>
                      <a:lnTo>
                        <a:pt x="150" y="181"/>
                      </a:lnTo>
                      <a:lnTo>
                        <a:pt x="150" y="173"/>
                      </a:lnTo>
                      <a:cubicBezTo>
                        <a:pt x="150" y="156"/>
                        <a:pt x="141" y="132"/>
                        <a:pt x="133" y="115"/>
                      </a:cubicBezTo>
                      <a:cubicBezTo>
                        <a:pt x="125" y="82"/>
                        <a:pt x="108" y="57"/>
                        <a:pt x="100" y="32"/>
                      </a:cubicBezTo>
                      <a:cubicBezTo>
                        <a:pt x="94" y="14"/>
                        <a:pt x="75" y="1"/>
                        <a:pt x="5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8" name="Google Shape;1438;p1"/>
                <p:cNvSpPr/>
                <p:nvPr/>
              </p:nvSpPr>
              <p:spPr>
                <a:xfrm>
                  <a:off x="2824025" y="3905150"/>
                  <a:ext cx="8600" cy="10050"/>
                </a:xfrm>
                <a:custGeom>
                  <a:rect b="b" l="l" r="r" t="t"/>
                  <a:pathLst>
                    <a:path extrusionOk="0" h="402" w="344">
                      <a:moveTo>
                        <a:pt x="40" y="1"/>
                      </a:moveTo>
                      <a:cubicBezTo>
                        <a:pt x="32" y="1"/>
                        <a:pt x="24" y="3"/>
                        <a:pt x="17" y="10"/>
                      </a:cubicBezTo>
                      <a:cubicBezTo>
                        <a:pt x="8" y="19"/>
                        <a:pt x="0" y="43"/>
                        <a:pt x="17" y="52"/>
                      </a:cubicBezTo>
                      <a:cubicBezTo>
                        <a:pt x="66" y="110"/>
                        <a:pt x="108" y="168"/>
                        <a:pt x="149" y="217"/>
                      </a:cubicBezTo>
                      <a:cubicBezTo>
                        <a:pt x="199" y="275"/>
                        <a:pt x="232" y="342"/>
                        <a:pt x="282" y="391"/>
                      </a:cubicBezTo>
                      <a:cubicBezTo>
                        <a:pt x="289" y="398"/>
                        <a:pt x="297" y="401"/>
                        <a:pt x="305" y="401"/>
                      </a:cubicBezTo>
                      <a:cubicBezTo>
                        <a:pt x="325" y="401"/>
                        <a:pt x="343" y="382"/>
                        <a:pt x="331" y="358"/>
                      </a:cubicBezTo>
                      <a:cubicBezTo>
                        <a:pt x="307" y="292"/>
                        <a:pt x="257" y="234"/>
                        <a:pt x="215" y="176"/>
                      </a:cubicBezTo>
                      <a:cubicBezTo>
                        <a:pt x="166" y="118"/>
                        <a:pt x="116" y="68"/>
                        <a:pt x="66" y="10"/>
                      </a:cubicBezTo>
                      <a:cubicBezTo>
                        <a:pt x="62" y="5"/>
                        <a:pt x="51" y="1"/>
                        <a:pt x="4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9" name="Google Shape;1439;p1"/>
                <p:cNvSpPr/>
                <p:nvPr/>
              </p:nvSpPr>
              <p:spPr>
                <a:xfrm>
                  <a:off x="2815175" y="3931525"/>
                  <a:ext cx="13825" cy="28275"/>
                </a:xfrm>
                <a:custGeom>
                  <a:rect b="b" l="l" r="r" t="t"/>
                  <a:pathLst>
                    <a:path extrusionOk="0" h="1131" w="553">
                      <a:moveTo>
                        <a:pt x="40" y="0"/>
                      </a:moveTo>
                      <a:cubicBezTo>
                        <a:pt x="21" y="0"/>
                        <a:pt x="1" y="19"/>
                        <a:pt x="6" y="41"/>
                      </a:cubicBezTo>
                      <a:cubicBezTo>
                        <a:pt x="56" y="231"/>
                        <a:pt x="114" y="422"/>
                        <a:pt x="188" y="604"/>
                      </a:cubicBezTo>
                      <a:cubicBezTo>
                        <a:pt x="230" y="695"/>
                        <a:pt x="263" y="786"/>
                        <a:pt x="304" y="869"/>
                      </a:cubicBezTo>
                      <a:cubicBezTo>
                        <a:pt x="329" y="911"/>
                        <a:pt x="354" y="952"/>
                        <a:pt x="371" y="1002"/>
                      </a:cubicBezTo>
                      <a:cubicBezTo>
                        <a:pt x="395" y="1043"/>
                        <a:pt x="412" y="1093"/>
                        <a:pt x="453" y="1118"/>
                      </a:cubicBezTo>
                      <a:cubicBezTo>
                        <a:pt x="467" y="1127"/>
                        <a:pt x="481" y="1131"/>
                        <a:pt x="493" y="1131"/>
                      </a:cubicBezTo>
                      <a:cubicBezTo>
                        <a:pt x="527" y="1131"/>
                        <a:pt x="553" y="1102"/>
                        <a:pt x="553" y="1060"/>
                      </a:cubicBezTo>
                      <a:cubicBezTo>
                        <a:pt x="553" y="1018"/>
                        <a:pt x="520" y="977"/>
                        <a:pt x="495" y="935"/>
                      </a:cubicBezTo>
                      <a:cubicBezTo>
                        <a:pt x="478" y="894"/>
                        <a:pt x="453" y="853"/>
                        <a:pt x="429" y="803"/>
                      </a:cubicBezTo>
                      <a:cubicBezTo>
                        <a:pt x="387" y="720"/>
                        <a:pt x="346" y="629"/>
                        <a:pt x="304" y="546"/>
                      </a:cubicBezTo>
                      <a:cubicBezTo>
                        <a:pt x="222" y="372"/>
                        <a:pt x="130" y="198"/>
                        <a:pt x="64" y="16"/>
                      </a:cubicBezTo>
                      <a:cubicBezTo>
                        <a:pt x="59" y="5"/>
                        <a:pt x="49" y="0"/>
                        <a:pt x="4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0" name="Google Shape;1440;p1"/>
                <p:cNvSpPr/>
                <p:nvPr/>
              </p:nvSpPr>
              <p:spPr>
                <a:xfrm>
                  <a:off x="2828300" y="3951900"/>
                  <a:ext cx="3000" cy="5800"/>
                </a:xfrm>
                <a:custGeom>
                  <a:rect b="b" l="l" r="r" t="t"/>
                  <a:pathLst>
                    <a:path extrusionOk="0" h="232" w="120">
                      <a:moveTo>
                        <a:pt x="29" y="1"/>
                      </a:moveTo>
                      <a:cubicBezTo>
                        <a:pt x="15" y="1"/>
                        <a:pt x="0" y="16"/>
                        <a:pt x="11" y="38"/>
                      </a:cubicBezTo>
                      <a:cubicBezTo>
                        <a:pt x="20" y="71"/>
                        <a:pt x="36" y="96"/>
                        <a:pt x="44" y="129"/>
                      </a:cubicBezTo>
                      <a:cubicBezTo>
                        <a:pt x="53" y="145"/>
                        <a:pt x="61" y="162"/>
                        <a:pt x="69" y="178"/>
                      </a:cubicBezTo>
                      <a:cubicBezTo>
                        <a:pt x="78" y="195"/>
                        <a:pt x="86" y="212"/>
                        <a:pt x="94" y="228"/>
                      </a:cubicBezTo>
                      <a:cubicBezTo>
                        <a:pt x="96" y="230"/>
                        <a:pt x="99" y="231"/>
                        <a:pt x="102" y="231"/>
                      </a:cubicBezTo>
                      <a:cubicBezTo>
                        <a:pt x="110" y="231"/>
                        <a:pt x="119" y="224"/>
                        <a:pt x="119" y="212"/>
                      </a:cubicBezTo>
                      <a:cubicBezTo>
                        <a:pt x="119" y="195"/>
                        <a:pt x="111" y="178"/>
                        <a:pt x="111" y="162"/>
                      </a:cubicBezTo>
                      <a:cubicBezTo>
                        <a:pt x="102" y="145"/>
                        <a:pt x="94" y="129"/>
                        <a:pt x="86" y="112"/>
                      </a:cubicBezTo>
                      <a:lnTo>
                        <a:pt x="44" y="13"/>
                      </a:lnTo>
                      <a:cubicBezTo>
                        <a:pt x="42" y="4"/>
                        <a:pt x="35" y="1"/>
                        <a:pt x="2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1" name="Google Shape;1441;p1"/>
                <p:cNvSpPr/>
                <p:nvPr/>
              </p:nvSpPr>
              <p:spPr>
                <a:xfrm>
                  <a:off x="2977175" y="3929425"/>
                  <a:ext cx="6150" cy="19850"/>
                </a:xfrm>
                <a:custGeom>
                  <a:rect b="b" l="l" r="r" t="t"/>
                  <a:pathLst>
                    <a:path extrusionOk="0" h="794" w="246">
                      <a:moveTo>
                        <a:pt x="43" y="0"/>
                      </a:moveTo>
                      <a:cubicBezTo>
                        <a:pt x="22" y="0"/>
                        <a:pt x="0" y="23"/>
                        <a:pt x="5" y="50"/>
                      </a:cubicBezTo>
                      <a:cubicBezTo>
                        <a:pt x="38" y="166"/>
                        <a:pt x="63" y="282"/>
                        <a:pt x="80" y="398"/>
                      </a:cubicBezTo>
                      <a:cubicBezTo>
                        <a:pt x="88" y="448"/>
                        <a:pt x="96" y="506"/>
                        <a:pt x="96" y="564"/>
                      </a:cubicBezTo>
                      <a:cubicBezTo>
                        <a:pt x="105" y="622"/>
                        <a:pt x="105" y="680"/>
                        <a:pt x="113" y="738"/>
                      </a:cubicBezTo>
                      <a:cubicBezTo>
                        <a:pt x="117" y="775"/>
                        <a:pt x="148" y="794"/>
                        <a:pt x="179" y="794"/>
                      </a:cubicBezTo>
                      <a:cubicBezTo>
                        <a:pt x="210" y="794"/>
                        <a:pt x="241" y="775"/>
                        <a:pt x="246" y="738"/>
                      </a:cubicBezTo>
                      <a:cubicBezTo>
                        <a:pt x="246" y="680"/>
                        <a:pt x="237" y="613"/>
                        <a:pt x="229" y="547"/>
                      </a:cubicBezTo>
                      <a:cubicBezTo>
                        <a:pt x="221" y="489"/>
                        <a:pt x="212" y="431"/>
                        <a:pt x="196" y="373"/>
                      </a:cubicBezTo>
                      <a:cubicBezTo>
                        <a:pt x="171" y="249"/>
                        <a:pt x="121" y="133"/>
                        <a:pt x="72" y="25"/>
                      </a:cubicBezTo>
                      <a:cubicBezTo>
                        <a:pt x="66" y="7"/>
                        <a:pt x="54" y="0"/>
                        <a:pt x="4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2" name="Google Shape;1442;p1"/>
                <p:cNvSpPr/>
                <p:nvPr/>
              </p:nvSpPr>
              <p:spPr>
                <a:xfrm>
                  <a:off x="2971700" y="3915375"/>
                  <a:ext cx="5425" cy="10525"/>
                </a:xfrm>
                <a:custGeom>
                  <a:rect b="b" l="l" r="r" t="t"/>
                  <a:pathLst>
                    <a:path extrusionOk="0" h="421" w="217">
                      <a:moveTo>
                        <a:pt x="42" y="1"/>
                      </a:moveTo>
                      <a:cubicBezTo>
                        <a:pt x="25" y="1"/>
                        <a:pt x="7" y="14"/>
                        <a:pt x="1" y="32"/>
                      </a:cubicBezTo>
                      <a:cubicBezTo>
                        <a:pt x="1" y="65"/>
                        <a:pt x="17" y="107"/>
                        <a:pt x="25" y="140"/>
                      </a:cubicBezTo>
                      <a:cubicBezTo>
                        <a:pt x="34" y="165"/>
                        <a:pt x="50" y="190"/>
                        <a:pt x="59" y="223"/>
                      </a:cubicBezTo>
                      <a:lnTo>
                        <a:pt x="133" y="397"/>
                      </a:lnTo>
                      <a:cubicBezTo>
                        <a:pt x="139" y="408"/>
                        <a:pt x="153" y="420"/>
                        <a:pt x="170" y="420"/>
                      </a:cubicBezTo>
                      <a:cubicBezTo>
                        <a:pt x="177" y="420"/>
                        <a:pt x="184" y="418"/>
                        <a:pt x="191" y="413"/>
                      </a:cubicBezTo>
                      <a:cubicBezTo>
                        <a:pt x="208" y="405"/>
                        <a:pt x="216" y="380"/>
                        <a:pt x="208" y="364"/>
                      </a:cubicBezTo>
                      <a:cubicBezTo>
                        <a:pt x="191" y="297"/>
                        <a:pt x="166" y="239"/>
                        <a:pt x="150" y="181"/>
                      </a:cubicBezTo>
                      <a:cubicBezTo>
                        <a:pt x="133" y="156"/>
                        <a:pt x="125" y="123"/>
                        <a:pt x="117" y="98"/>
                      </a:cubicBezTo>
                      <a:lnTo>
                        <a:pt x="92" y="57"/>
                      </a:lnTo>
                      <a:cubicBezTo>
                        <a:pt x="83" y="40"/>
                        <a:pt x="75" y="24"/>
                        <a:pt x="59" y="7"/>
                      </a:cubicBezTo>
                      <a:cubicBezTo>
                        <a:pt x="54" y="3"/>
                        <a:pt x="48" y="1"/>
                        <a:pt x="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3" name="Google Shape;1443;p1"/>
                <p:cNvSpPr/>
                <p:nvPr/>
              </p:nvSpPr>
              <p:spPr>
                <a:xfrm>
                  <a:off x="2965500" y="3900675"/>
                  <a:ext cx="3325" cy="6475"/>
                </a:xfrm>
                <a:custGeom>
                  <a:rect b="b" l="l" r="r" t="t"/>
                  <a:pathLst>
                    <a:path extrusionOk="0" h="259" w="133">
                      <a:moveTo>
                        <a:pt x="23" y="0"/>
                      </a:moveTo>
                      <a:cubicBezTo>
                        <a:pt x="12" y="0"/>
                        <a:pt x="0" y="12"/>
                        <a:pt x="0" y="24"/>
                      </a:cubicBezTo>
                      <a:cubicBezTo>
                        <a:pt x="8" y="57"/>
                        <a:pt x="17" y="98"/>
                        <a:pt x="33" y="131"/>
                      </a:cubicBezTo>
                      <a:cubicBezTo>
                        <a:pt x="41" y="164"/>
                        <a:pt x="58" y="206"/>
                        <a:pt x="66" y="239"/>
                      </a:cubicBezTo>
                      <a:lnTo>
                        <a:pt x="75" y="239"/>
                      </a:lnTo>
                      <a:cubicBezTo>
                        <a:pt x="75" y="251"/>
                        <a:pt x="88" y="259"/>
                        <a:pt x="98" y="259"/>
                      </a:cubicBezTo>
                      <a:cubicBezTo>
                        <a:pt x="102" y="259"/>
                        <a:pt x="106" y="258"/>
                        <a:pt x="108" y="256"/>
                      </a:cubicBezTo>
                      <a:cubicBezTo>
                        <a:pt x="124" y="247"/>
                        <a:pt x="133" y="231"/>
                        <a:pt x="124" y="214"/>
                      </a:cubicBezTo>
                      <a:cubicBezTo>
                        <a:pt x="116" y="181"/>
                        <a:pt x="99" y="148"/>
                        <a:pt x="83" y="106"/>
                      </a:cubicBezTo>
                      <a:cubicBezTo>
                        <a:pt x="75" y="73"/>
                        <a:pt x="58" y="40"/>
                        <a:pt x="33" y="7"/>
                      </a:cubicBezTo>
                      <a:cubicBezTo>
                        <a:pt x="31" y="2"/>
                        <a:pt x="27" y="0"/>
                        <a:pt x="2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4" name="Google Shape;1444;p1"/>
                <p:cNvSpPr/>
                <p:nvPr/>
              </p:nvSpPr>
              <p:spPr>
                <a:xfrm>
                  <a:off x="2945800" y="3881675"/>
                  <a:ext cx="4525" cy="10300"/>
                </a:xfrm>
                <a:custGeom>
                  <a:rect b="b" l="l" r="r" t="t"/>
                  <a:pathLst>
                    <a:path extrusionOk="0" h="412" w="181">
                      <a:moveTo>
                        <a:pt x="154" y="1"/>
                      </a:moveTo>
                      <a:cubicBezTo>
                        <a:pt x="147" y="1"/>
                        <a:pt x="139" y="4"/>
                        <a:pt x="134" y="13"/>
                      </a:cubicBezTo>
                      <a:cubicBezTo>
                        <a:pt x="109" y="71"/>
                        <a:pt x="76" y="137"/>
                        <a:pt x="51" y="195"/>
                      </a:cubicBezTo>
                      <a:cubicBezTo>
                        <a:pt x="42" y="228"/>
                        <a:pt x="34" y="262"/>
                        <a:pt x="26" y="295"/>
                      </a:cubicBezTo>
                      <a:cubicBezTo>
                        <a:pt x="18" y="328"/>
                        <a:pt x="9" y="361"/>
                        <a:pt x="1" y="394"/>
                      </a:cubicBezTo>
                      <a:cubicBezTo>
                        <a:pt x="1" y="404"/>
                        <a:pt x="14" y="411"/>
                        <a:pt x="23" y="411"/>
                      </a:cubicBezTo>
                      <a:cubicBezTo>
                        <a:pt x="29" y="411"/>
                        <a:pt x="34" y="409"/>
                        <a:pt x="34" y="402"/>
                      </a:cubicBezTo>
                      <a:cubicBezTo>
                        <a:pt x="51" y="378"/>
                        <a:pt x="59" y="344"/>
                        <a:pt x="67" y="311"/>
                      </a:cubicBezTo>
                      <a:cubicBezTo>
                        <a:pt x="84" y="278"/>
                        <a:pt x="92" y="253"/>
                        <a:pt x="109" y="220"/>
                      </a:cubicBezTo>
                      <a:cubicBezTo>
                        <a:pt x="125" y="154"/>
                        <a:pt x="150" y="88"/>
                        <a:pt x="175" y="30"/>
                      </a:cubicBezTo>
                      <a:cubicBezTo>
                        <a:pt x="180" y="13"/>
                        <a:pt x="168" y="1"/>
                        <a:pt x="15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5" name="Google Shape;1445;p1"/>
                <p:cNvSpPr/>
                <p:nvPr/>
              </p:nvSpPr>
              <p:spPr>
                <a:xfrm>
                  <a:off x="2958250" y="3944500"/>
                  <a:ext cx="5200" cy="15800"/>
                </a:xfrm>
                <a:custGeom>
                  <a:rect b="b" l="l" r="r" t="t"/>
                  <a:pathLst>
                    <a:path extrusionOk="0" h="632" w="208">
                      <a:moveTo>
                        <a:pt x="50" y="0"/>
                      </a:moveTo>
                      <a:cubicBezTo>
                        <a:pt x="25" y="0"/>
                        <a:pt x="0" y="15"/>
                        <a:pt x="0" y="44"/>
                      </a:cubicBezTo>
                      <a:cubicBezTo>
                        <a:pt x="0" y="143"/>
                        <a:pt x="0" y="242"/>
                        <a:pt x="17" y="342"/>
                      </a:cubicBezTo>
                      <a:cubicBezTo>
                        <a:pt x="25" y="392"/>
                        <a:pt x="41" y="441"/>
                        <a:pt x="58" y="491"/>
                      </a:cubicBezTo>
                      <a:cubicBezTo>
                        <a:pt x="66" y="516"/>
                        <a:pt x="75" y="541"/>
                        <a:pt x="91" y="566"/>
                      </a:cubicBezTo>
                      <a:cubicBezTo>
                        <a:pt x="108" y="590"/>
                        <a:pt x="116" y="607"/>
                        <a:pt x="141" y="624"/>
                      </a:cubicBezTo>
                      <a:cubicBezTo>
                        <a:pt x="149" y="629"/>
                        <a:pt x="157" y="632"/>
                        <a:pt x="165" y="632"/>
                      </a:cubicBezTo>
                      <a:cubicBezTo>
                        <a:pt x="181" y="632"/>
                        <a:pt x="193" y="621"/>
                        <a:pt x="199" y="599"/>
                      </a:cubicBezTo>
                      <a:cubicBezTo>
                        <a:pt x="207" y="574"/>
                        <a:pt x="199" y="557"/>
                        <a:pt x="191" y="532"/>
                      </a:cubicBezTo>
                      <a:cubicBezTo>
                        <a:pt x="191" y="499"/>
                        <a:pt x="182" y="483"/>
                        <a:pt x="174" y="458"/>
                      </a:cubicBezTo>
                      <a:cubicBezTo>
                        <a:pt x="157" y="408"/>
                        <a:pt x="149" y="367"/>
                        <a:pt x="141" y="325"/>
                      </a:cubicBezTo>
                      <a:cubicBezTo>
                        <a:pt x="116" y="234"/>
                        <a:pt x="108" y="135"/>
                        <a:pt x="99" y="44"/>
                      </a:cubicBezTo>
                      <a:cubicBezTo>
                        <a:pt x="99" y="15"/>
                        <a:pt x="75" y="0"/>
                        <a:pt x="5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6" name="Google Shape;1446;p1"/>
                <p:cNvSpPr/>
                <p:nvPr/>
              </p:nvSpPr>
              <p:spPr>
                <a:xfrm>
                  <a:off x="2962800" y="3945925"/>
                  <a:ext cx="5400" cy="12650"/>
                </a:xfrm>
                <a:custGeom>
                  <a:rect b="b" l="l" r="r" t="t"/>
                  <a:pathLst>
                    <a:path extrusionOk="0" h="506" w="216">
                      <a:moveTo>
                        <a:pt x="53" y="0"/>
                      </a:moveTo>
                      <a:cubicBezTo>
                        <a:pt x="46" y="0"/>
                        <a:pt x="40" y="1"/>
                        <a:pt x="33" y="3"/>
                      </a:cubicBezTo>
                      <a:cubicBezTo>
                        <a:pt x="9" y="11"/>
                        <a:pt x="0" y="45"/>
                        <a:pt x="9" y="69"/>
                      </a:cubicBezTo>
                      <a:lnTo>
                        <a:pt x="75" y="285"/>
                      </a:lnTo>
                      <a:cubicBezTo>
                        <a:pt x="91" y="359"/>
                        <a:pt x="116" y="434"/>
                        <a:pt x="158" y="492"/>
                      </a:cubicBezTo>
                      <a:cubicBezTo>
                        <a:pt x="163" y="502"/>
                        <a:pt x="170" y="506"/>
                        <a:pt x="179" y="506"/>
                      </a:cubicBezTo>
                      <a:cubicBezTo>
                        <a:pt x="185" y="506"/>
                        <a:pt x="192" y="504"/>
                        <a:pt x="199" y="500"/>
                      </a:cubicBezTo>
                      <a:cubicBezTo>
                        <a:pt x="216" y="500"/>
                        <a:pt x="216" y="484"/>
                        <a:pt x="216" y="467"/>
                      </a:cubicBezTo>
                      <a:cubicBezTo>
                        <a:pt x="216" y="393"/>
                        <a:pt x="191" y="318"/>
                        <a:pt x="166" y="243"/>
                      </a:cubicBezTo>
                      <a:lnTo>
                        <a:pt x="100" y="28"/>
                      </a:lnTo>
                      <a:cubicBezTo>
                        <a:pt x="94" y="9"/>
                        <a:pt x="73" y="0"/>
                        <a:pt x="5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7" name="Google Shape;1447;p1"/>
                <p:cNvSpPr/>
                <p:nvPr/>
              </p:nvSpPr>
              <p:spPr>
                <a:xfrm>
                  <a:off x="2928400" y="3900525"/>
                  <a:ext cx="21125" cy="53150"/>
                </a:xfrm>
                <a:custGeom>
                  <a:rect b="b" l="l" r="r" t="t"/>
                  <a:pathLst>
                    <a:path extrusionOk="0" h="2126" w="845">
                      <a:moveTo>
                        <a:pt x="294" y="1"/>
                      </a:moveTo>
                      <a:cubicBezTo>
                        <a:pt x="274" y="1"/>
                        <a:pt x="254" y="13"/>
                        <a:pt x="250" y="38"/>
                      </a:cubicBezTo>
                      <a:cubicBezTo>
                        <a:pt x="225" y="394"/>
                        <a:pt x="225" y="750"/>
                        <a:pt x="258" y="1107"/>
                      </a:cubicBezTo>
                      <a:cubicBezTo>
                        <a:pt x="266" y="1181"/>
                        <a:pt x="274" y="1256"/>
                        <a:pt x="291" y="1330"/>
                      </a:cubicBezTo>
                      <a:cubicBezTo>
                        <a:pt x="208" y="1181"/>
                        <a:pt x="142" y="1016"/>
                        <a:pt x="100" y="850"/>
                      </a:cubicBezTo>
                      <a:cubicBezTo>
                        <a:pt x="93" y="823"/>
                        <a:pt x="69" y="810"/>
                        <a:pt x="47" y="810"/>
                      </a:cubicBezTo>
                      <a:cubicBezTo>
                        <a:pt x="22" y="810"/>
                        <a:pt x="0" y="827"/>
                        <a:pt x="9" y="858"/>
                      </a:cubicBezTo>
                      <a:cubicBezTo>
                        <a:pt x="59" y="1107"/>
                        <a:pt x="150" y="1339"/>
                        <a:pt x="283" y="1554"/>
                      </a:cubicBezTo>
                      <a:cubicBezTo>
                        <a:pt x="308" y="1595"/>
                        <a:pt x="332" y="1637"/>
                        <a:pt x="366" y="1678"/>
                      </a:cubicBezTo>
                      <a:cubicBezTo>
                        <a:pt x="407" y="1827"/>
                        <a:pt x="457" y="1993"/>
                        <a:pt x="556" y="2101"/>
                      </a:cubicBezTo>
                      <a:cubicBezTo>
                        <a:pt x="570" y="2118"/>
                        <a:pt x="589" y="2125"/>
                        <a:pt x="608" y="2125"/>
                      </a:cubicBezTo>
                      <a:cubicBezTo>
                        <a:pt x="643" y="2125"/>
                        <a:pt x="678" y="2098"/>
                        <a:pt x="672" y="2059"/>
                      </a:cubicBezTo>
                      <a:cubicBezTo>
                        <a:pt x="664" y="2043"/>
                        <a:pt x="664" y="2035"/>
                        <a:pt x="664" y="2018"/>
                      </a:cubicBezTo>
                      <a:lnTo>
                        <a:pt x="664" y="2018"/>
                      </a:lnTo>
                      <a:cubicBezTo>
                        <a:pt x="697" y="2051"/>
                        <a:pt x="738" y="2076"/>
                        <a:pt x="788" y="2093"/>
                      </a:cubicBezTo>
                      <a:cubicBezTo>
                        <a:pt x="791" y="2094"/>
                        <a:pt x="795" y="2094"/>
                        <a:pt x="798" y="2094"/>
                      </a:cubicBezTo>
                      <a:cubicBezTo>
                        <a:pt x="821" y="2094"/>
                        <a:pt x="845" y="2072"/>
                        <a:pt x="838" y="2043"/>
                      </a:cubicBezTo>
                      <a:cubicBezTo>
                        <a:pt x="788" y="1943"/>
                        <a:pt x="689" y="1869"/>
                        <a:pt x="614" y="1786"/>
                      </a:cubicBezTo>
                      <a:cubicBezTo>
                        <a:pt x="598" y="1769"/>
                        <a:pt x="581" y="1745"/>
                        <a:pt x="564" y="1728"/>
                      </a:cubicBezTo>
                      <a:cubicBezTo>
                        <a:pt x="548" y="1678"/>
                        <a:pt x="531" y="1637"/>
                        <a:pt x="515" y="1587"/>
                      </a:cubicBezTo>
                      <a:cubicBezTo>
                        <a:pt x="465" y="1421"/>
                        <a:pt x="424" y="1247"/>
                        <a:pt x="399" y="1074"/>
                      </a:cubicBezTo>
                      <a:cubicBezTo>
                        <a:pt x="349" y="726"/>
                        <a:pt x="332" y="378"/>
                        <a:pt x="332" y="38"/>
                      </a:cubicBezTo>
                      <a:cubicBezTo>
                        <a:pt x="332" y="13"/>
                        <a:pt x="314" y="1"/>
                        <a:pt x="2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8" name="Google Shape;1448;p1"/>
                <p:cNvSpPr/>
                <p:nvPr/>
              </p:nvSpPr>
              <p:spPr>
                <a:xfrm>
                  <a:off x="3008500" y="4058600"/>
                  <a:ext cx="14100" cy="19575"/>
                </a:xfrm>
                <a:custGeom>
                  <a:rect b="b" l="l" r="r" t="t"/>
                  <a:pathLst>
                    <a:path extrusionOk="0" h="783" w="564">
                      <a:moveTo>
                        <a:pt x="40" y="0"/>
                      </a:moveTo>
                      <a:cubicBezTo>
                        <a:pt x="14" y="0"/>
                        <a:pt x="1" y="40"/>
                        <a:pt x="37" y="61"/>
                      </a:cubicBezTo>
                      <a:cubicBezTo>
                        <a:pt x="161" y="128"/>
                        <a:pt x="252" y="235"/>
                        <a:pt x="327" y="360"/>
                      </a:cubicBezTo>
                      <a:cubicBezTo>
                        <a:pt x="360" y="426"/>
                        <a:pt x="393" y="492"/>
                        <a:pt x="426" y="567"/>
                      </a:cubicBezTo>
                      <a:cubicBezTo>
                        <a:pt x="451" y="641"/>
                        <a:pt x="484" y="716"/>
                        <a:pt x="525" y="774"/>
                      </a:cubicBezTo>
                      <a:cubicBezTo>
                        <a:pt x="531" y="780"/>
                        <a:pt x="538" y="783"/>
                        <a:pt x="544" y="783"/>
                      </a:cubicBezTo>
                      <a:cubicBezTo>
                        <a:pt x="555" y="783"/>
                        <a:pt x="564" y="774"/>
                        <a:pt x="559" y="757"/>
                      </a:cubicBezTo>
                      <a:cubicBezTo>
                        <a:pt x="559" y="675"/>
                        <a:pt x="525" y="592"/>
                        <a:pt x="501" y="517"/>
                      </a:cubicBezTo>
                      <a:cubicBezTo>
                        <a:pt x="467" y="443"/>
                        <a:pt x="426" y="360"/>
                        <a:pt x="385" y="293"/>
                      </a:cubicBezTo>
                      <a:cubicBezTo>
                        <a:pt x="302" y="169"/>
                        <a:pt x="194" y="61"/>
                        <a:pt x="53" y="3"/>
                      </a:cubicBezTo>
                      <a:cubicBezTo>
                        <a:pt x="49" y="1"/>
                        <a:pt x="44" y="0"/>
                        <a:pt x="4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9" name="Google Shape;1449;p1"/>
                <p:cNvSpPr/>
                <p:nvPr/>
              </p:nvSpPr>
              <p:spPr>
                <a:xfrm>
                  <a:off x="3025975" y="4082225"/>
                  <a:ext cx="6750" cy="9650"/>
                </a:xfrm>
                <a:custGeom>
                  <a:rect b="b" l="l" r="r" t="t"/>
                  <a:pathLst>
                    <a:path extrusionOk="0" h="386" w="270">
                      <a:moveTo>
                        <a:pt x="47" y="1"/>
                      </a:moveTo>
                      <a:cubicBezTo>
                        <a:pt x="43" y="1"/>
                        <a:pt x="38" y="2"/>
                        <a:pt x="34" y="3"/>
                      </a:cubicBezTo>
                      <a:cubicBezTo>
                        <a:pt x="17" y="11"/>
                        <a:pt x="0" y="44"/>
                        <a:pt x="17" y="61"/>
                      </a:cubicBezTo>
                      <a:cubicBezTo>
                        <a:pt x="42" y="111"/>
                        <a:pt x="75" y="169"/>
                        <a:pt x="108" y="218"/>
                      </a:cubicBezTo>
                      <a:cubicBezTo>
                        <a:pt x="141" y="276"/>
                        <a:pt x="174" y="326"/>
                        <a:pt x="216" y="376"/>
                      </a:cubicBezTo>
                      <a:cubicBezTo>
                        <a:pt x="221" y="383"/>
                        <a:pt x="227" y="386"/>
                        <a:pt x="234" y="386"/>
                      </a:cubicBezTo>
                      <a:cubicBezTo>
                        <a:pt x="251" y="386"/>
                        <a:pt x="269" y="366"/>
                        <a:pt x="257" y="343"/>
                      </a:cubicBezTo>
                      <a:cubicBezTo>
                        <a:pt x="241" y="293"/>
                        <a:pt x="216" y="235"/>
                        <a:pt x="183" y="185"/>
                      </a:cubicBezTo>
                      <a:cubicBezTo>
                        <a:pt x="150" y="136"/>
                        <a:pt x="125" y="78"/>
                        <a:pt x="92" y="28"/>
                      </a:cubicBezTo>
                      <a:cubicBezTo>
                        <a:pt x="85" y="14"/>
                        <a:pt x="67" y="1"/>
                        <a:pt x="4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0" name="Google Shape;1450;p1"/>
                <p:cNvSpPr/>
                <p:nvPr/>
              </p:nvSpPr>
              <p:spPr>
                <a:xfrm>
                  <a:off x="2831875" y="4177025"/>
                  <a:ext cx="6550" cy="20750"/>
                </a:xfrm>
                <a:custGeom>
                  <a:rect b="b" l="l" r="r" t="t"/>
                  <a:pathLst>
                    <a:path extrusionOk="0" h="830" w="262">
                      <a:moveTo>
                        <a:pt x="210" y="1"/>
                      </a:moveTo>
                      <a:cubicBezTo>
                        <a:pt x="200" y="1"/>
                        <a:pt x="190" y="5"/>
                        <a:pt x="183" y="14"/>
                      </a:cubicBezTo>
                      <a:cubicBezTo>
                        <a:pt x="100" y="130"/>
                        <a:pt x="51" y="263"/>
                        <a:pt x="26" y="395"/>
                      </a:cubicBezTo>
                      <a:cubicBezTo>
                        <a:pt x="9" y="461"/>
                        <a:pt x="1" y="536"/>
                        <a:pt x="1" y="602"/>
                      </a:cubicBezTo>
                      <a:cubicBezTo>
                        <a:pt x="9" y="669"/>
                        <a:pt x="17" y="743"/>
                        <a:pt x="42" y="809"/>
                      </a:cubicBezTo>
                      <a:cubicBezTo>
                        <a:pt x="49" y="823"/>
                        <a:pt x="63" y="830"/>
                        <a:pt x="78" y="830"/>
                      </a:cubicBezTo>
                      <a:cubicBezTo>
                        <a:pt x="97" y="830"/>
                        <a:pt x="117" y="817"/>
                        <a:pt x="117" y="793"/>
                      </a:cubicBezTo>
                      <a:cubicBezTo>
                        <a:pt x="125" y="760"/>
                        <a:pt x="125" y="735"/>
                        <a:pt x="125" y="702"/>
                      </a:cubicBezTo>
                      <a:cubicBezTo>
                        <a:pt x="125" y="669"/>
                        <a:pt x="125" y="635"/>
                        <a:pt x="133" y="602"/>
                      </a:cubicBezTo>
                      <a:cubicBezTo>
                        <a:pt x="133" y="544"/>
                        <a:pt x="133" y="478"/>
                        <a:pt x="150" y="420"/>
                      </a:cubicBezTo>
                      <a:cubicBezTo>
                        <a:pt x="167" y="296"/>
                        <a:pt x="208" y="171"/>
                        <a:pt x="249" y="55"/>
                      </a:cubicBezTo>
                      <a:cubicBezTo>
                        <a:pt x="261" y="26"/>
                        <a:pt x="235" y="1"/>
                        <a:pt x="21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1" name="Google Shape;1451;p1"/>
                <p:cNvSpPr/>
                <p:nvPr/>
              </p:nvSpPr>
              <p:spPr>
                <a:xfrm>
                  <a:off x="2838300" y="4186675"/>
                  <a:ext cx="2725" cy="14175"/>
                </a:xfrm>
                <a:custGeom>
                  <a:rect b="b" l="l" r="r" t="t"/>
                  <a:pathLst>
                    <a:path extrusionOk="0" h="567" w="109">
                      <a:moveTo>
                        <a:pt x="67" y="1"/>
                      </a:moveTo>
                      <a:cubicBezTo>
                        <a:pt x="42" y="1"/>
                        <a:pt x="17" y="17"/>
                        <a:pt x="17" y="42"/>
                      </a:cubicBezTo>
                      <a:cubicBezTo>
                        <a:pt x="9" y="125"/>
                        <a:pt x="1" y="216"/>
                        <a:pt x="1" y="299"/>
                      </a:cubicBezTo>
                      <a:cubicBezTo>
                        <a:pt x="1" y="382"/>
                        <a:pt x="9" y="473"/>
                        <a:pt x="42" y="548"/>
                      </a:cubicBezTo>
                      <a:cubicBezTo>
                        <a:pt x="46" y="561"/>
                        <a:pt x="54" y="566"/>
                        <a:pt x="63" y="566"/>
                      </a:cubicBezTo>
                      <a:cubicBezTo>
                        <a:pt x="77" y="566"/>
                        <a:pt x="92" y="554"/>
                        <a:pt x="92" y="539"/>
                      </a:cubicBezTo>
                      <a:cubicBezTo>
                        <a:pt x="108" y="465"/>
                        <a:pt x="108" y="374"/>
                        <a:pt x="108" y="299"/>
                      </a:cubicBezTo>
                      <a:cubicBezTo>
                        <a:pt x="100" y="216"/>
                        <a:pt x="100" y="133"/>
                        <a:pt x="108" y="51"/>
                      </a:cubicBezTo>
                      <a:cubicBezTo>
                        <a:pt x="108" y="26"/>
                        <a:pt x="92" y="9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2" name="Google Shape;1452;p1"/>
                <p:cNvSpPr/>
                <p:nvPr/>
              </p:nvSpPr>
              <p:spPr>
                <a:xfrm>
                  <a:off x="2843075" y="4192275"/>
                  <a:ext cx="2100" cy="9150"/>
                </a:xfrm>
                <a:custGeom>
                  <a:rect b="b" l="l" r="r" t="t"/>
                  <a:pathLst>
                    <a:path extrusionOk="0" h="366" w="84">
                      <a:moveTo>
                        <a:pt x="42" y="1"/>
                      </a:moveTo>
                      <a:cubicBezTo>
                        <a:pt x="25" y="1"/>
                        <a:pt x="0" y="9"/>
                        <a:pt x="0" y="34"/>
                      </a:cubicBezTo>
                      <a:cubicBezTo>
                        <a:pt x="0" y="83"/>
                        <a:pt x="0" y="141"/>
                        <a:pt x="0" y="191"/>
                      </a:cubicBezTo>
                      <a:cubicBezTo>
                        <a:pt x="9" y="216"/>
                        <a:pt x="9" y="241"/>
                        <a:pt x="17" y="274"/>
                      </a:cubicBezTo>
                      <a:cubicBezTo>
                        <a:pt x="17" y="299"/>
                        <a:pt x="33" y="324"/>
                        <a:pt x="42" y="349"/>
                      </a:cubicBezTo>
                      <a:cubicBezTo>
                        <a:pt x="42" y="357"/>
                        <a:pt x="58" y="365"/>
                        <a:pt x="67" y="365"/>
                      </a:cubicBezTo>
                      <a:cubicBezTo>
                        <a:pt x="83" y="357"/>
                        <a:pt x="83" y="349"/>
                        <a:pt x="83" y="340"/>
                      </a:cubicBezTo>
                      <a:cubicBezTo>
                        <a:pt x="83" y="315"/>
                        <a:pt x="83" y="291"/>
                        <a:pt x="83" y="266"/>
                      </a:cubicBezTo>
                      <a:cubicBezTo>
                        <a:pt x="83" y="241"/>
                        <a:pt x="83" y="216"/>
                        <a:pt x="75" y="191"/>
                      </a:cubicBezTo>
                      <a:cubicBezTo>
                        <a:pt x="75" y="141"/>
                        <a:pt x="75" y="92"/>
                        <a:pt x="75" y="42"/>
                      </a:cubicBezTo>
                      <a:cubicBezTo>
                        <a:pt x="75" y="25"/>
                        <a:pt x="67" y="1"/>
                        <a:pt x="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3" name="Google Shape;1453;p1"/>
                <p:cNvSpPr/>
                <p:nvPr/>
              </p:nvSpPr>
              <p:spPr>
                <a:xfrm>
                  <a:off x="2925200" y="4197600"/>
                  <a:ext cx="2825" cy="15125"/>
                </a:xfrm>
                <a:custGeom>
                  <a:rect b="b" l="l" r="r" t="t"/>
                  <a:pathLst>
                    <a:path extrusionOk="0" h="605" w="113">
                      <a:moveTo>
                        <a:pt x="32" y="1"/>
                      </a:moveTo>
                      <a:cubicBezTo>
                        <a:pt x="16" y="1"/>
                        <a:pt x="0" y="13"/>
                        <a:pt x="5" y="36"/>
                      </a:cubicBezTo>
                      <a:cubicBezTo>
                        <a:pt x="21" y="127"/>
                        <a:pt x="30" y="218"/>
                        <a:pt x="30" y="310"/>
                      </a:cubicBezTo>
                      <a:cubicBezTo>
                        <a:pt x="38" y="401"/>
                        <a:pt x="38" y="492"/>
                        <a:pt x="38" y="583"/>
                      </a:cubicBezTo>
                      <a:cubicBezTo>
                        <a:pt x="38" y="598"/>
                        <a:pt x="47" y="605"/>
                        <a:pt x="56" y="605"/>
                      </a:cubicBezTo>
                      <a:cubicBezTo>
                        <a:pt x="67" y="605"/>
                        <a:pt x="79" y="596"/>
                        <a:pt x="79" y="583"/>
                      </a:cubicBezTo>
                      <a:cubicBezTo>
                        <a:pt x="104" y="492"/>
                        <a:pt x="112" y="401"/>
                        <a:pt x="104" y="301"/>
                      </a:cubicBezTo>
                      <a:cubicBezTo>
                        <a:pt x="104" y="210"/>
                        <a:pt x="88" y="119"/>
                        <a:pt x="63" y="28"/>
                      </a:cubicBezTo>
                      <a:cubicBezTo>
                        <a:pt x="59" y="9"/>
                        <a:pt x="45" y="1"/>
                        <a:pt x="3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4" name="Google Shape;1454;p1"/>
                <p:cNvSpPr/>
                <p:nvPr/>
              </p:nvSpPr>
              <p:spPr>
                <a:xfrm>
                  <a:off x="2929025" y="4203875"/>
                  <a:ext cx="3150" cy="9150"/>
                </a:xfrm>
                <a:custGeom>
                  <a:rect b="b" l="l" r="r" t="t"/>
                  <a:pathLst>
                    <a:path extrusionOk="0" h="366" w="126">
                      <a:moveTo>
                        <a:pt x="75" y="1"/>
                      </a:moveTo>
                      <a:cubicBezTo>
                        <a:pt x="51" y="1"/>
                        <a:pt x="17" y="17"/>
                        <a:pt x="17" y="50"/>
                      </a:cubicBezTo>
                      <a:cubicBezTo>
                        <a:pt x="17" y="100"/>
                        <a:pt x="9" y="141"/>
                        <a:pt x="9" y="191"/>
                      </a:cubicBezTo>
                      <a:cubicBezTo>
                        <a:pt x="1" y="216"/>
                        <a:pt x="1" y="241"/>
                        <a:pt x="1" y="257"/>
                      </a:cubicBezTo>
                      <a:cubicBezTo>
                        <a:pt x="1" y="274"/>
                        <a:pt x="1" y="291"/>
                        <a:pt x="1" y="307"/>
                      </a:cubicBezTo>
                      <a:cubicBezTo>
                        <a:pt x="1" y="315"/>
                        <a:pt x="9" y="332"/>
                        <a:pt x="9" y="349"/>
                      </a:cubicBezTo>
                      <a:cubicBezTo>
                        <a:pt x="17" y="357"/>
                        <a:pt x="34" y="365"/>
                        <a:pt x="42" y="365"/>
                      </a:cubicBezTo>
                      <a:cubicBezTo>
                        <a:pt x="59" y="365"/>
                        <a:pt x="67" y="357"/>
                        <a:pt x="75" y="349"/>
                      </a:cubicBezTo>
                      <a:cubicBezTo>
                        <a:pt x="84" y="324"/>
                        <a:pt x="92" y="299"/>
                        <a:pt x="100" y="274"/>
                      </a:cubicBezTo>
                      <a:cubicBezTo>
                        <a:pt x="100" y="249"/>
                        <a:pt x="109" y="224"/>
                        <a:pt x="109" y="199"/>
                      </a:cubicBezTo>
                      <a:cubicBezTo>
                        <a:pt x="117" y="158"/>
                        <a:pt x="117" y="108"/>
                        <a:pt x="125" y="67"/>
                      </a:cubicBezTo>
                      <a:cubicBezTo>
                        <a:pt x="125" y="34"/>
                        <a:pt x="109" y="9"/>
                        <a:pt x="7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5" name="Google Shape;1455;p1"/>
                <p:cNvSpPr/>
                <p:nvPr/>
              </p:nvSpPr>
              <p:spPr>
                <a:xfrm>
                  <a:off x="2987550" y="4196625"/>
                  <a:ext cx="4900" cy="14125"/>
                </a:xfrm>
                <a:custGeom>
                  <a:rect b="b" l="l" r="r" t="t"/>
                  <a:pathLst>
                    <a:path extrusionOk="0" h="565" w="196">
                      <a:moveTo>
                        <a:pt x="40" y="0"/>
                      </a:moveTo>
                      <a:cubicBezTo>
                        <a:pt x="20" y="0"/>
                        <a:pt x="0" y="15"/>
                        <a:pt x="5" y="42"/>
                      </a:cubicBezTo>
                      <a:cubicBezTo>
                        <a:pt x="21" y="133"/>
                        <a:pt x="38" y="216"/>
                        <a:pt x="54" y="307"/>
                      </a:cubicBezTo>
                      <a:cubicBezTo>
                        <a:pt x="63" y="349"/>
                        <a:pt x="71" y="390"/>
                        <a:pt x="79" y="431"/>
                      </a:cubicBezTo>
                      <a:cubicBezTo>
                        <a:pt x="87" y="456"/>
                        <a:pt x="87" y="481"/>
                        <a:pt x="96" y="498"/>
                      </a:cubicBezTo>
                      <a:cubicBezTo>
                        <a:pt x="104" y="523"/>
                        <a:pt x="112" y="539"/>
                        <a:pt x="129" y="556"/>
                      </a:cubicBezTo>
                      <a:cubicBezTo>
                        <a:pt x="135" y="562"/>
                        <a:pt x="143" y="565"/>
                        <a:pt x="150" y="565"/>
                      </a:cubicBezTo>
                      <a:cubicBezTo>
                        <a:pt x="162" y="565"/>
                        <a:pt x="173" y="558"/>
                        <a:pt x="179" y="547"/>
                      </a:cubicBezTo>
                      <a:cubicBezTo>
                        <a:pt x="195" y="506"/>
                        <a:pt x="179" y="456"/>
                        <a:pt x="170" y="423"/>
                      </a:cubicBezTo>
                      <a:cubicBezTo>
                        <a:pt x="162" y="373"/>
                        <a:pt x="154" y="332"/>
                        <a:pt x="145" y="291"/>
                      </a:cubicBezTo>
                      <a:cubicBezTo>
                        <a:pt x="121" y="208"/>
                        <a:pt x="104" y="117"/>
                        <a:pt x="79" y="34"/>
                      </a:cubicBezTo>
                      <a:cubicBezTo>
                        <a:pt x="75" y="11"/>
                        <a:pt x="58" y="0"/>
                        <a:pt x="4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6" name="Google Shape;1456;p1"/>
                <p:cNvSpPr/>
                <p:nvPr/>
              </p:nvSpPr>
              <p:spPr>
                <a:xfrm>
                  <a:off x="2990425" y="4199600"/>
                  <a:ext cx="4425" cy="9700"/>
                </a:xfrm>
                <a:custGeom>
                  <a:rect b="b" l="l" r="r" t="t"/>
                  <a:pathLst>
                    <a:path extrusionOk="0" h="388" w="177">
                      <a:moveTo>
                        <a:pt x="51" y="1"/>
                      </a:moveTo>
                      <a:cubicBezTo>
                        <a:pt x="27" y="1"/>
                        <a:pt x="1" y="18"/>
                        <a:pt x="6" y="47"/>
                      </a:cubicBezTo>
                      <a:cubicBezTo>
                        <a:pt x="14" y="105"/>
                        <a:pt x="30" y="163"/>
                        <a:pt x="47" y="221"/>
                      </a:cubicBezTo>
                      <a:cubicBezTo>
                        <a:pt x="64" y="279"/>
                        <a:pt x="88" y="329"/>
                        <a:pt x="130" y="379"/>
                      </a:cubicBezTo>
                      <a:cubicBezTo>
                        <a:pt x="136" y="385"/>
                        <a:pt x="144" y="387"/>
                        <a:pt x="151" y="387"/>
                      </a:cubicBezTo>
                      <a:cubicBezTo>
                        <a:pt x="165" y="387"/>
                        <a:pt x="177" y="378"/>
                        <a:pt x="171" y="362"/>
                      </a:cubicBezTo>
                      <a:cubicBezTo>
                        <a:pt x="163" y="329"/>
                        <a:pt x="155" y="304"/>
                        <a:pt x="146" y="271"/>
                      </a:cubicBezTo>
                      <a:cubicBezTo>
                        <a:pt x="138" y="246"/>
                        <a:pt x="130" y="221"/>
                        <a:pt x="122" y="196"/>
                      </a:cubicBezTo>
                      <a:cubicBezTo>
                        <a:pt x="105" y="138"/>
                        <a:pt x="97" y="89"/>
                        <a:pt x="88" y="31"/>
                      </a:cubicBezTo>
                      <a:cubicBezTo>
                        <a:pt x="85" y="10"/>
                        <a:pt x="68" y="1"/>
                        <a:pt x="5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7" name="Google Shape;1457;p1"/>
                <p:cNvSpPr/>
                <p:nvPr/>
              </p:nvSpPr>
              <p:spPr>
                <a:xfrm>
                  <a:off x="2996150" y="4204500"/>
                  <a:ext cx="3125" cy="7900"/>
                </a:xfrm>
                <a:custGeom>
                  <a:rect b="b" l="l" r="r" t="t"/>
                  <a:pathLst>
                    <a:path extrusionOk="0" h="316" w="125">
                      <a:moveTo>
                        <a:pt x="42" y="0"/>
                      </a:moveTo>
                      <a:cubicBezTo>
                        <a:pt x="17" y="9"/>
                        <a:pt x="0" y="25"/>
                        <a:pt x="0" y="50"/>
                      </a:cubicBezTo>
                      <a:lnTo>
                        <a:pt x="17" y="174"/>
                      </a:lnTo>
                      <a:cubicBezTo>
                        <a:pt x="25" y="191"/>
                        <a:pt x="25" y="208"/>
                        <a:pt x="33" y="232"/>
                      </a:cubicBezTo>
                      <a:lnTo>
                        <a:pt x="42" y="257"/>
                      </a:lnTo>
                      <a:cubicBezTo>
                        <a:pt x="42" y="274"/>
                        <a:pt x="42" y="282"/>
                        <a:pt x="50" y="299"/>
                      </a:cubicBezTo>
                      <a:cubicBezTo>
                        <a:pt x="57" y="310"/>
                        <a:pt x="69" y="316"/>
                        <a:pt x="81" y="316"/>
                      </a:cubicBezTo>
                      <a:cubicBezTo>
                        <a:pt x="96" y="316"/>
                        <a:pt x="112" y="306"/>
                        <a:pt x="116" y="282"/>
                      </a:cubicBezTo>
                      <a:cubicBezTo>
                        <a:pt x="116" y="274"/>
                        <a:pt x="125" y="266"/>
                        <a:pt x="116" y="249"/>
                      </a:cubicBezTo>
                      <a:cubicBezTo>
                        <a:pt x="116" y="241"/>
                        <a:pt x="116" y="232"/>
                        <a:pt x="116" y="216"/>
                      </a:cubicBezTo>
                      <a:cubicBezTo>
                        <a:pt x="116" y="199"/>
                        <a:pt x="116" y="183"/>
                        <a:pt x="116" y="158"/>
                      </a:cubicBezTo>
                      <a:lnTo>
                        <a:pt x="100" y="42"/>
                      </a:lnTo>
                      <a:cubicBezTo>
                        <a:pt x="91" y="17"/>
                        <a:pt x="67" y="0"/>
                        <a:pt x="4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8" name="Google Shape;1458;p1"/>
                <p:cNvSpPr/>
                <p:nvPr/>
              </p:nvSpPr>
              <p:spPr>
                <a:xfrm>
                  <a:off x="3024400" y="4190325"/>
                  <a:ext cx="9475" cy="14750"/>
                </a:xfrm>
                <a:custGeom>
                  <a:rect b="b" l="l" r="r" t="t"/>
                  <a:pathLst>
                    <a:path extrusionOk="0" h="590" w="379">
                      <a:moveTo>
                        <a:pt x="42" y="1"/>
                      </a:moveTo>
                      <a:cubicBezTo>
                        <a:pt x="16" y="1"/>
                        <a:pt x="1" y="41"/>
                        <a:pt x="22" y="62"/>
                      </a:cubicBezTo>
                      <a:cubicBezTo>
                        <a:pt x="113" y="112"/>
                        <a:pt x="179" y="195"/>
                        <a:pt x="229" y="286"/>
                      </a:cubicBezTo>
                      <a:cubicBezTo>
                        <a:pt x="246" y="327"/>
                        <a:pt x="271" y="377"/>
                        <a:pt x="279" y="427"/>
                      </a:cubicBezTo>
                      <a:cubicBezTo>
                        <a:pt x="287" y="476"/>
                        <a:pt x="295" y="526"/>
                        <a:pt x="312" y="576"/>
                      </a:cubicBezTo>
                      <a:cubicBezTo>
                        <a:pt x="317" y="585"/>
                        <a:pt x="325" y="589"/>
                        <a:pt x="332" y="589"/>
                      </a:cubicBezTo>
                      <a:cubicBezTo>
                        <a:pt x="337" y="589"/>
                        <a:pt x="342" y="587"/>
                        <a:pt x="345" y="584"/>
                      </a:cubicBezTo>
                      <a:cubicBezTo>
                        <a:pt x="378" y="526"/>
                        <a:pt x="378" y="468"/>
                        <a:pt x="370" y="410"/>
                      </a:cubicBezTo>
                      <a:cubicBezTo>
                        <a:pt x="353" y="352"/>
                        <a:pt x="337" y="294"/>
                        <a:pt x="304" y="244"/>
                      </a:cubicBezTo>
                      <a:cubicBezTo>
                        <a:pt x="246" y="145"/>
                        <a:pt x="163" y="62"/>
                        <a:pt x="55" y="4"/>
                      </a:cubicBezTo>
                      <a:cubicBezTo>
                        <a:pt x="51" y="2"/>
                        <a:pt x="46" y="1"/>
                        <a:pt x="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9" name="Google Shape;1459;p1"/>
                <p:cNvSpPr/>
                <p:nvPr/>
              </p:nvSpPr>
              <p:spPr>
                <a:xfrm>
                  <a:off x="3030525" y="4190950"/>
                  <a:ext cx="6825" cy="9275"/>
                </a:xfrm>
                <a:custGeom>
                  <a:rect b="b" l="l" r="r" t="t"/>
                  <a:pathLst>
                    <a:path extrusionOk="0" h="371" w="273">
                      <a:moveTo>
                        <a:pt x="43" y="1"/>
                      </a:moveTo>
                      <a:cubicBezTo>
                        <a:pt x="34" y="1"/>
                        <a:pt x="25" y="5"/>
                        <a:pt x="17" y="12"/>
                      </a:cubicBezTo>
                      <a:cubicBezTo>
                        <a:pt x="1" y="29"/>
                        <a:pt x="1" y="45"/>
                        <a:pt x="9" y="70"/>
                      </a:cubicBezTo>
                      <a:cubicBezTo>
                        <a:pt x="42" y="120"/>
                        <a:pt x="75" y="170"/>
                        <a:pt x="100" y="219"/>
                      </a:cubicBezTo>
                      <a:lnTo>
                        <a:pt x="108" y="219"/>
                      </a:lnTo>
                      <a:cubicBezTo>
                        <a:pt x="133" y="269"/>
                        <a:pt x="166" y="327"/>
                        <a:pt x="216" y="368"/>
                      </a:cubicBezTo>
                      <a:cubicBezTo>
                        <a:pt x="219" y="370"/>
                        <a:pt x="223" y="371"/>
                        <a:pt x="227" y="371"/>
                      </a:cubicBezTo>
                      <a:cubicBezTo>
                        <a:pt x="246" y="371"/>
                        <a:pt x="273" y="356"/>
                        <a:pt x="266" y="335"/>
                      </a:cubicBezTo>
                      <a:cubicBezTo>
                        <a:pt x="249" y="277"/>
                        <a:pt x="208" y="219"/>
                        <a:pt x="175" y="170"/>
                      </a:cubicBezTo>
                      <a:cubicBezTo>
                        <a:pt x="142" y="120"/>
                        <a:pt x="108" y="70"/>
                        <a:pt x="75" y="20"/>
                      </a:cubicBezTo>
                      <a:cubicBezTo>
                        <a:pt x="66" y="7"/>
                        <a:pt x="55" y="1"/>
                        <a:pt x="4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60" name="Google Shape;1460;p1"/>
                <p:cNvSpPr/>
                <p:nvPr/>
              </p:nvSpPr>
              <p:spPr>
                <a:xfrm>
                  <a:off x="3036950" y="4190325"/>
                  <a:ext cx="6850" cy="8900"/>
                </a:xfrm>
                <a:custGeom>
                  <a:rect b="b" l="l" r="r" t="t"/>
                  <a:pathLst>
                    <a:path extrusionOk="0" h="356" w="274">
                      <a:moveTo>
                        <a:pt x="52" y="1"/>
                      </a:moveTo>
                      <a:cubicBezTo>
                        <a:pt x="46" y="1"/>
                        <a:pt x="40" y="2"/>
                        <a:pt x="34" y="4"/>
                      </a:cubicBezTo>
                      <a:cubicBezTo>
                        <a:pt x="9" y="21"/>
                        <a:pt x="1" y="45"/>
                        <a:pt x="9" y="70"/>
                      </a:cubicBezTo>
                      <a:cubicBezTo>
                        <a:pt x="34" y="128"/>
                        <a:pt x="59" y="178"/>
                        <a:pt x="92" y="228"/>
                      </a:cubicBezTo>
                      <a:cubicBezTo>
                        <a:pt x="133" y="277"/>
                        <a:pt x="183" y="327"/>
                        <a:pt x="233" y="352"/>
                      </a:cubicBezTo>
                      <a:cubicBezTo>
                        <a:pt x="235" y="354"/>
                        <a:pt x="238" y="355"/>
                        <a:pt x="242" y="355"/>
                      </a:cubicBezTo>
                      <a:cubicBezTo>
                        <a:pt x="250" y="355"/>
                        <a:pt x="260" y="350"/>
                        <a:pt x="266" y="344"/>
                      </a:cubicBezTo>
                      <a:cubicBezTo>
                        <a:pt x="274" y="335"/>
                        <a:pt x="274" y="319"/>
                        <a:pt x="266" y="311"/>
                      </a:cubicBezTo>
                      <a:cubicBezTo>
                        <a:pt x="249" y="286"/>
                        <a:pt x="241" y="261"/>
                        <a:pt x="224" y="244"/>
                      </a:cubicBezTo>
                      <a:lnTo>
                        <a:pt x="224" y="236"/>
                      </a:lnTo>
                      <a:cubicBezTo>
                        <a:pt x="199" y="219"/>
                        <a:pt x="191" y="195"/>
                        <a:pt x="175" y="170"/>
                      </a:cubicBezTo>
                      <a:cubicBezTo>
                        <a:pt x="166" y="161"/>
                        <a:pt x="158" y="145"/>
                        <a:pt x="150" y="137"/>
                      </a:cubicBezTo>
                      <a:lnTo>
                        <a:pt x="141" y="128"/>
                      </a:lnTo>
                      <a:cubicBezTo>
                        <a:pt x="141" y="120"/>
                        <a:pt x="133" y="112"/>
                        <a:pt x="133" y="103"/>
                      </a:cubicBezTo>
                      <a:cubicBezTo>
                        <a:pt x="117" y="79"/>
                        <a:pt x="108" y="54"/>
                        <a:pt x="92" y="29"/>
                      </a:cubicBezTo>
                      <a:cubicBezTo>
                        <a:pt x="85" y="10"/>
                        <a:pt x="70" y="1"/>
                        <a:pt x="5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61" name="Google Shape;1461;p1"/>
                <p:cNvSpPr/>
                <p:nvPr/>
              </p:nvSpPr>
              <p:spPr>
                <a:xfrm>
                  <a:off x="3033425" y="4220875"/>
                  <a:ext cx="6025" cy="25250"/>
                </a:xfrm>
                <a:custGeom>
                  <a:rect b="b" l="l" r="r" t="t"/>
                  <a:pathLst>
                    <a:path extrusionOk="0" h="1010" w="241">
                      <a:moveTo>
                        <a:pt x="47" y="0"/>
                      </a:moveTo>
                      <a:cubicBezTo>
                        <a:pt x="32" y="0"/>
                        <a:pt x="17" y="8"/>
                        <a:pt x="17" y="25"/>
                      </a:cubicBezTo>
                      <a:cubicBezTo>
                        <a:pt x="1" y="199"/>
                        <a:pt x="9" y="365"/>
                        <a:pt x="34" y="539"/>
                      </a:cubicBezTo>
                      <a:cubicBezTo>
                        <a:pt x="50" y="621"/>
                        <a:pt x="67" y="704"/>
                        <a:pt x="84" y="787"/>
                      </a:cubicBezTo>
                      <a:cubicBezTo>
                        <a:pt x="108" y="853"/>
                        <a:pt x="133" y="953"/>
                        <a:pt x="183" y="1003"/>
                      </a:cubicBezTo>
                      <a:cubicBezTo>
                        <a:pt x="188" y="1007"/>
                        <a:pt x="194" y="1009"/>
                        <a:pt x="200" y="1009"/>
                      </a:cubicBezTo>
                      <a:cubicBezTo>
                        <a:pt x="215" y="1009"/>
                        <a:pt x="233" y="996"/>
                        <a:pt x="233" y="978"/>
                      </a:cubicBezTo>
                      <a:cubicBezTo>
                        <a:pt x="241" y="936"/>
                        <a:pt x="233" y="903"/>
                        <a:pt x="216" y="870"/>
                      </a:cubicBezTo>
                      <a:cubicBezTo>
                        <a:pt x="208" y="820"/>
                        <a:pt x="200" y="787"/>
                        <a:pt x="191" y="746"/>
                      </a:cubicBezTo>
                      <a:cubicBezTo>
                        <a:pt x="166" y="663"/>
                        <a:pt x="150" y="588"/>
                        <a:pt x="142" y="514"/>
                      </a:cubicBezTo>
                      <a:cubicBezTo>
                        <a:pt x="108" y="348"/>
                        <a:pt x="92" y="191"/>
                        <a:pt x="84" y="25"/>
                      </a:cubicBezTo>
                      <a:cubicBezTo>
                        <a:pt x="79" y="8"/>
                        <a:pt x="63" y="0"/>
                        <a:pt x="4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62" name="Google Shape;1462;p1"/>
                <p:cNvSpPr/>
                <p:nvPr/>
              </p:nvSpPr>
              <p:spPr>
                <a:xfrm>
                  <a:off x="3037575" y="4228375"/>
                  <a:ext cx="3750" cy="13075"/>
                </a:xfrm>
                <a:custGeom>
                  <a:rect b="b" l="l" r="r" t="t"/>
                  <a:pathLst>
                    <a:path extrusionOk="0" h="523" w="150">
                      <a:moveTo>
                        <a:pt x="34" y="0"/>
                      </a:moveTo>
                      <a:cubicBezTo>
                        <a:pt x="17" y="0"/>
                        <a:pt x="0" y="11"/>
                        <a:pt x="0" y="31"/>
                      </a:cubicBezTo>
                      <a:cubicBezTo>
                        <a:pt x="0" y="114"/>
                        <a:pt x="0" y="197"/>
                        <a:pt x="17" y="280"/>
                      </a:cubicBezTo>
                      <a:cubicBezTo>
                        <a:pt x="25" y="321"/>
                        <a:pt x="34" y="363"/>
                        <a:pt x="50" y="396"/>
                      </a:cubicBezTo>
                      <a:cubicBezTo>
                        <a:pt x="50" y="421"/>
                        <a:pt x="58" y="437"/>
                        <a:pt x="67" y="462"/>
                      </a:cubicBezTo>
                      <a:cubicBezTo>
                        <a:pt x="75" y="479"/>
                        <a:pt x="92" y="495"/>
                        <a:pt x="100" y="512"/>
                      </a:cubicBezTo>
                      <a:cubicBezTo>
                        <a:pt x="105" y="519"/>
                        <a:pt x="111" y="522"/>
                        <a:pt x="117" y="522"/>
                      </a:cubicBezTo>
                      <a:cubicBezTo>
                        <a:pt x="133" y="522"/>
                        <a:pt x="150" y="505"/>
                        <a:pt x="150" y="487"/>
                      </a:cubicBezTo>
                      <a:cubicBezTo>
                        <a:pt x="141" y="471"/>
                        <a:pt x="141" y="446"/>
                        <a:pt x="141" y="429"/>
                      </a:cubicBezTo>
                      <a:cubicBezTo>
                        <a:pt x="133" y="413"/>
                        <a:pt x="125" y="396"/>
                        <a:pt x="125" y="379"/>
                      </a:cubicBezTo>
                      <a:cubicBezTo>
                        <a:pt x="108" y="338"/>
                        <a:pt x="100" y="305"/>
                        <a:pt x="92" y="263"/>
                      </a:cubicBezTo>
                      <a:cubicBezTo>
                        <a:pt x="75" y="189"/>
                        <a:pt x="67" y="106"/>
                        <a:pt x="67" y="31"/>
                      </a:cubicBezTo>
                      <a:cubicBezTo>
                        <a:pt x="67" y="11"/>
                        <a:pt x="50" y="0"/>
                        <a:pt x="3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63" name="Google Shape;1463;p1"/>
                <p:cNvSpPr/>
                <p:nvPr/>
              </p:nvSpPr>
              <p:spPr>
                <a:xfrm>
                  <a:off x="2955975" y="4261050"/>
                  <a:ext cx="10375" cy="33400"/>
                </a:xfrm>
                <a:custGeom>
                  <a:rect b="b" l="l" r="r" t="t"/>
                  <a:pathLst>
                    <a:path extrusionOk="0" h="1336" w="415">
                      <a:moveTo>
                        <a:pt x="53" y="1"/>
                      </a:moveTo>
                      <a:cubicBezTo>
                        <a:pt x="26" y="1"/>
                        <a:pt x="0" y="26"/>
                        <a:pt x="16" y="58"/>
                      </a:cubicBezTo>
                      <a:cubicBezTo>
                        <a:pt x="91" y="266"/>
                        <a:pt x="132" y="481"/>
                        <a:pt x="174" y="705"/>
                      </a:cubicBezTo>
                      <a:cubicBezTo>
                        <a:pt x="190" y="812"/>
                        <a:pt x="199" y="920"/>
                        <a:pt x="207" y="1036"/>
                      </a:cubicBezTo>
                      <a:cubicBezTo>
                        <a:pt x="207" y="1127"/>
                        <a:pt x="190" y="1252"/>
                        <a:pt x="265" y="1326"/>
                      </a:cubicBezTo>
                      <a:cubicBezTo>
                        <a:pt x="272" y="1333"/>
                        <a:pt x="282" y="1336"/>
                        <a:pt x="292" y="1336"/>
                      </a:cubicBezTo>
                      <a:cubicBezTo>
                        <a:pt x="307" y="1336"/>
                        <a:pt x="322" y="1331"/>
                        <a:pt x="331" y="1326"/>
                      </a:cubicBezTo>
                      <a:cubicBezTo>
                        <a:pt x="414" y="1252"/>
                        <a:pt x="389" y="1111"/>
                        <a:pt x="381" y="1011"/>
                      </a:cubicBezTo>
                      <a:cubicBezTo>
                        <a:pt x="373" y="895"/>
                        <a:pt x="356" y="779"/>
                        <a:pt x="331" y="672"/>
                      </a:cubicBezTo>
                      <a:cubicBezTo>
                        <a:pt x="282" y="448"/>
                        <a:pt x="190" y="232"/>
                        <a:pt x="91" y="25"/>
                      </a:cubicBezTo>
                      <a:cubicBezTo>
                        <a:pt x="82" y="8"/>
                        <a:pt x="68" y="1"/>
                        <a:pt x="5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64" name="Google Shape;1464;p1"/>
                <p:cNvSpPr/>
                <p:nvPr/>
              </p:nvSpPr>
              <p:spPr>
                <a:xfrm>
                  <a:off x="2967500" y="4280325"/>
                  <a:ext cx="5275" cy="16375"/>
                </a:xfrm>
                <a:custGeom>
                  <a:rect b="b" l="l" r="r" t="t"/>
                  <a:pathLst>
                    <a:path extrusionOk="0" h="655" w="211">
                      <a:moveTo>
                        <a:pt x="56" y="0"/>
                      </a:moveTo>
                      <a:cubicBezTo>
                        <a:pt x="28" y="0"/>
                        <a:pt x="0" y="26"/>
                        <a:pt x="11" y="58"/>
                      </a:cubicBezTo>
                      <a:cubicBezTo>
                        <a:pt x="53" y="157"/>
                        <a:pt x="77" y="257"/>
                        <a:pt x="86" y="356"/>
                      </a:cubicBezTo>
                      <a:cubicBezTo>
                        <a:pt x="94" y="406"/>
                        <a:pt x="94" y="456"/>
                        <a:pt x="94" y="505"/>
                      </a:cubicBezTo>
                      <a:cubicBezTo>
                        <a:pt x="94" y="547"/>
                        <a:pt x="86" y="621"/>
                        <a:pt x="127" y="646"/>
                      </a:cubicBezTo>
                      <a:cubicBezTo>
                        <a:pt x="135" y="655"/>
                        <a:pt x="152" y="655"/>
                        <a:pt x="160" y="655"/>
                      </a:cubicBezTo>
                      <a:cubicBezTo>
                        <a:pt x="210" y="630"/>
                        <a:pt x="202" y="555"/>
                        <a:pt x="202" y="505"/>
                      </a:cubicBezTo>
                      <a:cubicBezTo>
                        <a:pt x="202" y="447"/>
                        <a:pt x="202" y="389"/>
                        <a:pt x="193" y="340"/>
                      </a:cubicBezTo>
                      <a:cubicBezTo>
                        <a:pt x="169" y="232"/>
                        <a:pt x="144" y="124"/>
                        <a:pt x="94" y="25"/>
                      </a:cubicBezTo>
                      <a:cubicBezTo>
                        <a:pt x="85" y="7"/>
                        <a:pt x="71" y="0"/>
                        <a:pt x="5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65" name="Google Shape;1465;p1"/>
                <p:cNvSpPr/>
                <p:nvPr/>
              </p:nvSpPr>
              <p:spPr>
                <a:xfrm>
                  <a:off x="2972525" y="4287200"/>
                  <a:ext cx="3550" cy="16875"/>
                </a:xfrm>
                <a:custGeom>
                  <a:rect b="b" l="l" r="r" t="t"/>
                  <a:pathLst>
                    <a:path extrusionOk="0" h="675" w="142">
                      <a:moveTo>
                        <a:pt x="43" y="0"/>
                      </a:moveTo>
                      <a:cubicBezTo>
                        <a:pt x="20" y="0"/>
                        <a:pt x="0" y="17"/>
                        <a:pt x="9" y="48"/>
                      </a:cubicBezTo>
                      <a:cubicBezTo>
                        <a:pt x="26" y="148"/>
                        <a:pt x="42" y="247"/>
                        <a:pt x="50" y="346"/>
                      </a:cubicBezTo>
                      <a:cubicBezTo>
                        <a:pt x="50" y="454"/>
                        <a:pt x="50" y="554"/>
                        <a:pt x="50" y="653"/>
                      </a:cubicBezTo>
                      <a:cubicBezTo>
                        <a:pt x="54" y="668"/>
                        <a:pt x="65" y="675"/>
                        <a:pt x="77" y="675"/>
                      </a:cubicBezTo>
                      <a:cubicBezTo>
                        <a:pt x="90" y="675"/>
                        <a:pt x="104" y="666"/>
                        <a:pt x="108" y="653"/>
                      </a:cubicBezTo>
                      <a:cubicBezTo>
                        <a:pt x="142" y="554"/>
                        <a:pt x="142" y="446"/>
                        <a:pt x="133" y="346"/>
                      </a:cubicBezTo>
                      <a:cubicBezTo>
                        <a:pt x="125" y="239"/>
                        <a:pt x="117" y="139"/>
                        <a:pt x="92" y="40"/>
                      </a:cubicBezTo>
                      <a:cubicBezTo>
                        <a:pt x="84" y="13"/>
                        <a:pt x="62" y="0"/>
                        <a:pt x="4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66" name="Google Shape;1466;p1"/>
                <p:cNvSpPr/>
                <p:nvPr/>
              </p:nvSpPr>
              <p:spPr>
                <a:xfrm>
                  <a:off x="2894850" y="4229300"/>
                  <a:ext cx="3900" cy="12400"/>
                </a:xfrm>
                <a:custGeom>
                  <a:rect b="b" l="l" r="r" t="t"/>
                  <a:pathLst>
                    <a:path extrusionOk="0" h="496" w="156">
                      <a:moveTo>
                        <a:pt x="50" y="1"/>
                      </a:moveTo>
                      <a:cubicBezTo>
                        <a:pt x="37" y="1"/>
                        <a:pt x="26" y="14"/>
                        <a:pt x="26" y="28"/>
                      </a:cubicBezTo>
                      <a:cubicBezTo>
                        <a:pt x="1" y="102"/>
                        <a:pt x="1" y="185"/>
                        <a:pt x="9" y="260"/>
                      </a:cubicBezTo>
                      <a:cubicBezTo>
                        <a:pt x="17" y="334"/>
                        <a:pt x="34" y="425"/>
                        <a:pt x="84" y="483"/>
                      </a:cubicBezTo>
                      <a:cubicBezTo>
                        <a:pt x="92" y="492"/>
                        <a:pt x="103" y="495"/>
                        <a:pt x="114" y="495"/>
                      </a:cubicBezTo>
                      <a:cubicBezTo>
                        <a:pt x="135" y="495"/>
                        <a:pt x="155" y="481"/>
                        <a:pt x="150" y="458"/>
                      </a:cubicBezTo>
                      <a:cubicBezTo>
                        <a:pt x="133" y="384"/>
                        <a:pt x="100" y="318"/>
                        <a:pt x="92" y="251"/>
                      </a:cubicBezTo>
                      <a:cubicBezTo>
                        <a:pt x="75" y="177"/>
                        <a:pt x="75" y="102"/>
                        <a:pt x="84" y="36"/>
                      </a:cubicBezTo>
                      <a:cubicBezTo>
                        <a:pt x="92" y="19"/>
                        <a:pt x="75" y="3"/>
                        <a:pt x="59" y="3"/>
                      </a:cubicBezTo>
                      <a:cubicBezTo>
                        <a:pt x="56" y="1"/>
                        <a:pt x="53" y="1"/>
                        <a:pt x="5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67" name="Google Shape;1467;p1"/>
                <p:cNvSpPr/>
                <p:nvPr/>
              </p:nvSpPr>
              <p:spPr>
                <a:xfrm>
                  <a:off x="2899000" y="4233850"/>
                  <a:ext cx="3900" cy="11775"/>
                </a:xfrm>
                <a:custGeom>
                  <a:rect b="b" l="l" r="r" t="t"/>
                  <a:pathLst>
                    <a:path extrusionOk="0" h="471" w="156">
                      <a:moveTo>
                        <a:pt x="45" y="1"/>
                      </a:moveTo>
                      <a:cubicBezTo>
                        <a:pt x="26" y="1"/>
                        <a:pt x="9" y="16"/>
                        <a:pt x="9" y="36"/>
                      </a:cubicBezTo>
                      <a:cubicBezTo>
                        <a:pt x="0" y="111"/>
                        <a:pt x="0" y="185"/>
                        <a:pt x="17" y="252"/>
                      </a:cubicBezTo>
                      <a:cubicBezTo>
                        <a:pt x="25" y="293"/>
                        <a:pt x="34" y="326"/>
                        <a:pt x="42" y="359"/>
                      </a:cubicBezTo>
                      <a:lnTo>
                        <a:pt x="42" y="368"/>
                      </a:lnTo>
                      <a:cubicBezTo>
                        <a:pt x="50" y="384"/>
                        <a:pt x="58" y="401"/>
                        <a:pt x="67" y="409"/>
                      </a:cubicBezTo>
                      <a:cubicBezTo>
                        <a:pt x="75" y="434"/>
                        <a:pt x="83" y="442"/>
                        <a:pt x="100" y="459"/>
                      </a:cubicBezTo>
                      <a:cubicBezTo>
                        <a:pt x="105" y="467"/>
                        <a:pt x="114" y="471"/>
                        <a:pt x="122" y="471"/>
                      </a:cubicBezTo>
                      <a:cubicBezTo>
                        <a:pt x="139" y="471"/>
                        <a:pt x="155" y="456"/>
                        <a:pt x="150" y="434"/>
                      </a:cubicBezTo>
                      <a:cubicBezTo>
                        <a:pt x="150" y="417"/>
                        <a:pt x="150" y="401"/>
                        <a:pt x="141" y="384"/>
                      </a:cubicBezTo>
                      <a:cubicBezTo>
                        <a:pt x="141" y="368"/>
                        <a:pt x="133" y="359"/>
                        <a:pt x="133" y="343"/>
                      </a:cubicBezTo>
                      <a:cubicBezTo>
                        <a:pt x="125" y="310"/>
                        <a:pt x="116" y="276"/>
                        <a:pt x="108" y="243"/>
                      </a:cubicBezTo>
                      <a:cubicBezTo>
                        <a:pt x="92" y="177"/>
                        <a:pt x="92" y="111"/>
                        <a:pt x="92" y="44"/>
                      </a:cubicBezTo>
                      <a:cubicBezTo>
                        <a:pt x="92" y="28"/>
                        <a:pt x="83" y="3"/>
                        <a:pt x="58" y="3"/>
                      </a:cubicBezTo>
                      <a:cubicBezTo>
                        <a:pt x="54" y="2"/>
                        <a:pt x="50" y="1"/>
                        <a:pt x="4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68" name="Google Shape;1468;p1"/>
                <p:cNvSpPr/>
                <p:nvPr/>
              </p:nvSpPr>
              <p:spPr>
                <a:xfrm>
                  <a:off x="2990550" y="4123775"/>
                  <a:ext cx="3350" cy="21125"/>
                </a:xfrm>
                <a:custGeom>
                  <a:rect b="b" l="l" r="r" t="t"/>
                  <a:pathLst>
                    <a:path extrusionOk="0" h="845" w="134">
                      <a:moveTo>
                        <a:pt x="54" y="0"/>
                      </a:moveTo>
                      <a:cubicBezTo>
                        <a:pt x="50" y="0"/>
                        <a:pt x="46" y="2"/>
                        <a:pt x="42" y="6"/>
                      </a:cubicBezTo>
                      <a:cubicBezTo>
                        <a:pt x="1" y="56"/>
                        <a:pt x="17" y="131"/>
                        <a:pt x="17" y="189"/>
                      </a:cubicBezTo>
                      <a:cubicBezTo>
                        <a:pt x="17" y="255"/>
                        <a:pt x="17" y="321"/>
                        <a:pt x="17" y="388"/>
                      </a:cubicBezTo>
                      <a:cubicBezTo>
                        <a:pt x="25" y="520"/>
                        <a:pt x="25" y="653"/>
                        <a:pt x="17" y="794"/>
                      </a:cubicBezTo>
                      <a:cubicBezTo>
                        <a:pt x="13" y="825"/>
                        <a:pt x="41" y="845"/>
                        <a:pt x="67" y="845"/>
                      </a:cubicBezTo>
                      <a:cubicBezTo>
                        <a:pt x="88" y="845"/>
                        <a:pt x="108" y="832"/>
                        <a:pt x="108" y="802"/>
                      </a:cubicBezTo>
                      <a:cubicBezTo>
                        <a:pt x="125" y="661"/>
                        <a:pt x="133" y="528"/>
                        <a:pt x="133" y="388"/>
                      </a:cubicBezTo>
                      <a:cubicBezTo>
                        <a:pt x="133" y="313"/>
                        <a:pt x="125" y="247"/>
                        <a:pt x="117" y="172"/>
                      </a:cubicBezTo>
                      <a:cubicBezTo>
                        <a:pt x="117" y="114"/>
                        <a:pt x="108" y="48"/>
                        <a:pt x="67" y="6"/>
                      </a:cubicBezTo>
                      <a:cubicBezTo>
                        <a:pt x="63" y="2"/>
                        <a:pt x="59" y="0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69" name="Google Shape;1469;p1"/>
                <p:cNvSpPr/>
                <p:nvPr/>
              </p:nvSpPr>
              <p:spPr>
                <a:xfrm>
                  <a:off x="2995950" y="4125225"/>
                  <a:ext cx="4150" cy="13900"/>
                </a:xfrm>
                <a:custGeom>
                  <a:rect b="b" l="l" r="r" t="t"/>
                  <a:pathLst>
                    <a:path extrusionOk="0" h="556" w="166">
                      <a:moveTo>
                        <a:pt x="108" y="0"/>
                      </a:moveTo>
                      <a:cubicBezTo>
                        <a:pt x="102" y="0"/>
                        <a:pt x="95" y="2"/>
                        <a:pt x="91" y="6"/>
                      </a:cubicBezTo>
                      <a:cubicBezTo>
                        <a:pt x="66" y="31"/>
                        <a:pt x="58" y="81"/>
                        <a:pt x="58" y="122"/>
                      </a:cubicBezTo>
                      <a:cubicBezTo>
                        <a:pt x="58" y="164"/>
                        <a:pt x="58" y="205"/>
                        <a:pt x="50" y="247"/>
                      </a:cubicBezTo>
                      <a:cubicBezTo>
                        <a:pt x="41" y="330"/>
                        <a:pt x="33" y="412"/>
                        <a:pt x="8" y="487"/>
                      </a:cubicBezTo>
                      <a:cubicBezTo>
                        <a:pt x="0" y="512"/>
                        <a:pt x="8" y="537"/>
                        <a:pt x="33" y="553"/>
                      </a:cubicBezTo>
                      <a:cubicBezTo>
                        <a:pt x="36" y="555"/>
                        <a:pt x="40" y="555"/>
                        <a:pt x="44" y="555"/>
                      </a:cubicBezTo>
                      <a:cubicBezTo>
                        <a:pt x="61" y="555"/>
                        <a:pt x="84" y="542"/>
                        <a:pt x="91" y="528"/>
                      </a:cubicBezTo>
                      <a:cubicBezTo>
                        <a:pt x="116" y="437"/>
                        <a:pt x="141" y="354"/>
                        <a:pt x="149" y="263"/>
                      </a:cubicBezTo>
                      <a:cubicBezTo>
                        <a:pt x="157" y="222"/>
                        <a:pt x="166" y="172"/>
                        <a:pt x="166" y="131"/>
                      </a:cubicBezTo>
                      <a:cubicBezTo>
                        <a:pt x="166" y="89"/>
                        <a:pt x="157" y="31"/>
                        <a:pt x="124" y="6"/>
                      </a:cubicBezTo>
                      <a:cubicBezTo>
                        <a:pt x="120" y="2"/>
                        <a:pt x="114" y="0"/>
                        <a:pt x="10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70" name="Google Shape;1470;p1"/>
                <p:cNvSpPr/>
                <p:nvPr/>
              </p:nvSpPr>
              <p:spPr>
                <a:xfrm>
                  <a:off x="3015000" y="4120525"/>
                  <a:ext cx="3125" cy="14275"/>
                </a:xfrm>
                <a:custGeom>
                  <a:rect b="b" l="l" r="r" t="t"/>
                  <a:pathLst>
                    <a:path extrusionOk="0" h="571" w="125">
                      <a:moveTo>
                        <a:pt x="44" y="1"/>
                      </a:moveTo>
                      <a:cubicBezTo>
                        <a:pt x="35" y="1"/>
                        <a:pt x="26" y="7"/>
                        <a:pt x="17" y="20"/>
                      </a:cubicBezTo>
                      <a:cubicBezTo>
                        <a:pt x="9" y="45"/>
                        <a:pt x="0" y="54"/>
                        <a:pt x="0" y="78"/>
                      </a:cubicBezTo>
                      <a:cubicBezTo>
                        <a:pt x="0" y="103"/>
                        <a:pt x="0" y="128"/>
                        <a:pt x="0" y="153"/>
                      </a:cubicBezTo>
                      <a:cubicBezTo>
                        <a:pt x="9" y="194"/>
                        <a:pt x="9" y="236"/>
                        <a:pt x="17" y="277"/>
                      </a:cubicBezTo>
                      <a:cubicBezTo>
                        <a:pt x="25" y="368"/>
                        <a:pt x="33" y="451"/>
                        <a:pt x="33" y="542"/>
                      </a:cubicBezTo>
                      <a:cubicBezTo>
                        <a:pt x="33" y="562"/>
                        <a:pt x="46" y="570"/>
                        <a:pt x="61" y="570"/>
                      </a:cubicBezTo>
                      <a:cubicBezTo>
                        <a:pt x="77" y="570"/>
                        <a:pt x="95" y="560"/>
                        <a:pt x="100" y="542"/>
                      </a:cubicBezTo>
                      <a:cubicBezTo>
                        <a:pt x="116" y="451"/>
                        <a:pt x="125" y="360"/>
                        <a:pt x="125" y="269"/>
                      </a:cubicBezTo>
                      <a:cubicBezTo>
                        <a:pt x="125" y="228"/>
                        <a:pt x="125" y="186"/>
                        <a:pt x="116" y="145"/>
                      </a:cubicBezTo>
                      <a:cubicBezTo>
                        <a:pt x="116" y="120"/>
                        <a:pt x="108" y="95"/>
                        <a:pt x="100" y="70"/>
                      </a:cubicBezTo>
                      <a:cubicBezTo>
                        <a:pt x="91" y="45"/>
                        <a:pt x="91" y="29"/>
                        <a:pt x="67" y="12"/>
                      </a:cubicBezTo>
                      <a:cubicBezTo>
                        <a:pt x="59" y="5"/>
                        <a:pt x="52" y="1"/>
                        <a:pt x="4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71" name="Google Shape;1471;p1"/>
                <p:cNvSpPr/>
                <p:nvPr/>
              </p:nvSpPr>
              <p:spPr>
                <a:xfrm>
                  <a:off x="3033025" y="4113725"/>
                  <a:ext cx="9550" cy="26425"/>
                </a:xfrm>
                <a:custGeom>
                  <a:rect b="b" l="l" r="r" t="t"/>
                  <a:pathLst>
                    <a:path extrusionOk="0" h="1057" w="382">
                      <a:moveTo>
                        <a:pt x="53" y="0"/>
                      </a:moveTo>
                      <a:cubicBezTo>
                        <a:pt x="29" y="0"/>
                        <a:pt x="4" y="15"/>
                        <a:pt x="0" y="44"/>
                      </a:cubicBezTo>
                      <a:cubicBezTo>
                        <a:pt x="0" y="185"/>
                        <a:pt x="8" y="334"/>
                        <a:pt x="33" y="475"/>
                      </a:cubicBezTo>
                      <a:cubicBezTo>
                        <a:pt x="42" y="549"/>
                        <a:pt x="58" y="616"/>
                        <a:pt x="83" y="690"/>
                      </a:cubicBezTo>
                      <a:cubicBezTo>
                        <a:pt x="100" y="748"/>
                        <a:pt x="116" y="831"/>
                        <a:pt x="166" y="881"/>
                      </a:cubicBezTo>
                      <a:cubicBezTo>
                        <a:pt x="172" y="885"/>
                        <a:pt x="180" y="887"/>
                        <a:pt x="188" y="887"/>
                      </a:cubicBezTo>
                      <a:cubicBezTo>
                        <a:pt x="210" y="887"/>
                        <a:pt x="232" y="872"/>
                        <a:pt x="232" y="848"/>
                      </a:cubicBezTo>
                      <a:lnTo>
                        <a:pt x="232" y="839"/>
                      </a:lnTo>
                      <a:cubicBezTo>
                        <a:pt x="257" y="914"/>
                        <a:pt x="282" y="980"/>
                        <a:pt x="323" y="1046"/>
                      </a:cubicBezTo>
                      <a:cubicBezTo>
                        <a:pt x="328" y="1054"/>
                        <a:pt x="335" y="1057"/>
                        <a:pt x="343" y="1057"/>
                      </a:cubicBezTo>
                      <a:cubicBezTo>
                        <a:pt x="361" y="1057"/>
                        <a:pt x="381" y="1039"/>
                        <a:pt x="381" y="1022"/>
                      </a:cubicBezTo>
                      <a:cubicBezTo>
                        <a:pt x="373" y="939"/>
                        <a:pt x="340" y="856"/>
                        <a:pt x="315" y="781"/>
                      </a:cubicBezTo>
                      <a:cubicBezTo>
                        <a:pt x="290" y="707"/>
                        <a:pt x="257" y="632"/>
                        <a:pt x="232" y="558"/>
                      </a:cubicBezTo>
                      <a:cubicBezTo>
                        <a:pt x="226" y="539"/>
                        <a:pt x="210" y="530"/>
                        <a:pt x="193" y="530"/>
                      </a:cubicBezTo>
                      <a:cubicBezTo>
                        <a:pt x="187" y="530"/>
                        <a:pt x="180" y="531"/>
                        <a:pt x="174" y="533"/>
                      </a:cubicBezTo>
                      <a:lnTo>
                        <a:pt x="166" y="533"/>
                      </a:lnTo>
                      <a:cubicBezTo>
                        <a:pt x="158" y="508"/>
                        <a:pt x="158" y="483"/>
                        <a:pt x="149" y="450"/>
                      </a:cubicBezTo>
                      <a:cubicBezTo>
                        <a:pt x="124" y="317"/>
                        <a:pt x="108" y="176"/>
                        <a:pt x="100" y="44"/>
                      </a:cubicBezTo>
                      <a:cubicBezTo>
                        <a:pt x="100" y="15"/>
                        <a:pt x="77" y="0"/>
                        <a:pt x="5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72" name="Google Shape;1472;p1"/>
                <p:cNvSpPr/>
                <p:nvPr/>
              </p:nvSpPr>
              <p:spPr>
                <a:xfrm>
                  <a:off x="2617300" y="3834125"/>
                  <a:ext cx="468350" cy="998025"/>
                </a:xfrm>
                <a:custGeom>
                  <a:rect b="b" l="l" r="r" t="t"/>
                  <a:pathLst>
                    <a:path extrusionOk="0" h="39921" w="18734">
                      <a:moveTo>
                        <a:pt x="6977" y="3373"/>
                      </a:moveTo>
                      <a:cubicBezTo>
                        <a:pt x="7010" y="3489"/>
                        <a:pt x="7043" y="3614"/>
                        <a:pt x="7076" y="3738"/>
                      </a:cubicBezTo>
                      <a:lnTo>
                        <a:pt x="7101" y="3812"/>
                      </a:lnTo>
                      <a:cubicBezTo>
                        <a:pt x="7084" y="3779"/>
                        <a:pt x="7059" y="3746"/>
                        <a:pt x="7043" y="3713"/>
                      </a:cubicBezTo>
                      <a:cubicBezTo>
                        <a:pt x="7001" y="3605"/>
                        <a:pt x="6952" y="3498"/>
                        <a:pt x="6977" y="3382"/>
                      </a:cubicBezTo>
                      <a:lnTo>
                        <a:pt x="6977" y="3373"/>
                      </a:lnTo>
                      <a:close/>
                      <a:moveTo>
                        <a:pt x="11070" y="3920"/>
                      </a:moveTo>
                      <a:cubicBezTo>
                        <a:pt x="11070" y="3920"/>
                        <a:pt x="11078" y="3928"/>
                        <a:pt x="11078" y="3928"/>
                      </a:cubicBezTo>
                      <a:cubicBezTo>
                        <a:pt x="11088" y="3939"/>
                        <a:pt x="11101" y="3946"/>
                        <a:pt x="11114" y="3946"/>
                      </a:cubicBezTo>
                      <a:cubicBezTo>
                        <a:pt x="11122" y="3946"/>
                        <a:pt x="11130" y="3943"/>
                        <a:pt x="11136" y="3937"/>
                      </a:cubicBezTo>
                      <a:cubicBezTo>
                        <a:pt x="11144" y="3945"/>
                        <a:pt x="11152" y="3945"/>
                        <a:pt x="11161" y="3953"/>
                      </a:cubicBezTo>
                      <a:cubicBezTo>
                        <a:pt x="11169" y="3953"/>
                        <a:pt x="11169" y="3961"/>
                        <a:pt x="11169" y="3961"/>
                      </a:cubicBezTo>
                      <a:cubicBezTo>
                        <a:pt x="11152" y="4019"/>
                        <a:pt x="11144" y="4077"/>
                        <a:pt x="11136" y="4144"/>
                      </a:cubicBezTo>
                      <a:cubicBezTo>
                        <a:pt x="11136" y="4151"/>
                        <a:pt x="11137" y="4159"/>
                        <a:pt x="11139" y="4166"/>
                      </a:cubicBezTo>
                      <a:lnTo>
                        <a:pt x="11139" y="4166"/>
                      </a:lnTo>
                      <a:cubicBezTo>
                        <a:pt x="11138" y="4164"/>
                        <a:pt x="11137" y="4162"/>
                        <a:pt x="11136" y="4160"/>
                      </a:cubicBezTo>
                      <a:cubicBezTo>
                        <a:pt x="11119" y="4135"/>
                        <a:pt x="11103" y="4102"/>
                        <a:pt x="11086" y="4069"/>
                      </a:cubicBezTo>
                      <a:cubicBezTo>
                        <a:pt x="11086" y="4061"/>
                        <a:pt x="11086" y="4061"/>
                        <a:pt x="11086" y="4053"/>
                      </a:cubicBezTo>
                      <a:cubicBezTo>
                        <a:pt x="11078" y="4044"/>
                        <a:pt x="11078" y="4028"/>
                        <a:pt x="11078" y="4019"/>
                      </a:cubicBezTo>
                      <a:lnTo>
                        <a:pt x="11070" y="4003"/>
                      </a:lnTo>
                      <a:cubicBezTo>
                        <a:pt x="11070" y="3995"/>
                        <a:pt x="11070" y="3986"/>
                        <a:pt x="11070" y="3978"/>
                      </a:cubicBezTo>
                      <a:lnTo>
                        <a:pt x="11070" y="3970"/>
                      </a:lnTo>
                      <a:lnTo>
                        <a:pt x="11070" y="3961"/>
                      </a:lnTo>
                      <a:cubicBezTo>
                        <a:pt x="11070" y="3953"/>
                        <a:pt x="11070" y="3937"/>
                        <a:pt x="11070" y="3928"/>
                      </a:cubicBezTo>
                      <a:lnTo>
                        <a:pt x="11070" y="3920"/>
                      </a:lnTo>
                      <a:close/>
                      <a:moveTo>
                        <a:pt x="7128" y="1222"/>
                      </a:moveTo>
                      <a:cubicBezTo>
                        <a:pt x="7231" y="1222"/>
                        <a:pt x="7343" y="1278"/>
                        <a:pt x="7424" y="1318"/>
                      </a:cubicBezTo>
                      <a:cubicBezTo>
                        <a:pt x="7557" y="1393"/>
                        <a:pt x="7673" y="1501"/>
                        <a:pt x="7780" y="1600"/>
                      </a:cubicBezTo>
                      <a:cubicBezTo>
                        <a:pt x="8070" y="1874"/>
                        <a:pt x="8319" y="2180"/>
                        <a:pt x="8634" y="2420"/>
                      </a:cubicBezTo>
                      <a:cubicBezTo>
                        <a:pt x="8716" y="2503"/>
                        <a:pt x="8791" y="2578"/>
                        <a:pt x="8866" y="2669"/>
                      </a:cubicBezTo>
                      <a:cubicBezTo>
                        <a:pt x="9064" y="2893"/>
                        <a:pt x="9205" y="3174"/>
                        <a:pt x="9238" y="3473"/>
                      </a:cubicBezTo>
                      <a:cubicBezTo>
                        <a:pt x="9243" y="3497"/>
                        <a:pt x="9265" y="3510"/>
                        <a:pt x="9286" y="3510"/>
                      </a:cubicBezTo>
                      <a:cubicBezTo>
                        <a:pt x="9300" y="3510"/>
                        <a:pt x="9314" y="3503"/>
                        <a:pt x="9321" y="3489"/>
                      </a:cubicBezTo>
                      <a:cubicBezTo>
                        <a:pt x="9346" y="3589"/>
                        <a:pt x="9371" y="3680"/>
                        <a:pt x="9388" y="3779"/>
                      </a:cubicBezTo>
                      <a:cubicBezTo>
                        <a:pt x="9391" y="3812"/>
                        <a:pt x="9416" y="3828"/>
                        <a:pt x="9442" y="3828"/>
                      </a:cubicBezTo>
                      <a:cubicBezTo>
                        <a:pt x="9475" y="3828"/>
                        <a:pt x="9508" y="3804"/>
                        <a:pt x="9504" y="3763"/>
                      </a:cubicBezTo>
                      <a:cubicBezTo>
                        <a:pt x="9487" y="3622"/>
                        <a:pt x="9462" y="3489"/>
                        <a:pt x="9437" y="3357"/>
                      </a:cubicBezTo>
                      <a:lnTo>
                        <a:pt x="9437" y="3357"/>
                      </a:lnTo>
                      <a:cubicBezTo>
                        <a:pt x="9454" y="3382"/>
                        <a:pt x="9479" y="3406"/>
                        <a:pt x="9495" y="3431"/>
                      </a:cubicBezTo>
                      <a:cubicBezTo>
                        <a:pt x="9520" y="3481"/>
                        <a:pt x="9537" y="3539"/>
                        <a:pt x="9553" y="3597"/>
                      </a:cubicBezTo>
                      <a:cubicBezTo>
                        <a:pt x="9628" y="3812"/>
                        <a:pt x="9669" y="4036"/>
                        <a:pt x="9702" y="4260"/>
                      </a:cubicBezTo>
                      <a:cubicBezTo>
                        <a:pt x="9707" y="4286"/>
                        <a:pt x="9733" y="4300"/>
                        <a:pt x="9758" y="4300"/>
                      </a:cubicBezTo>
                      <a:cubicBezTo>
                        <a:pt x="9781" y="4300"/>
                        <a:pt x="9802" y="4288"/>
                        <a:pt x="9802" y="4260"/>
                      </a:cubicBezTo>
                      <a:cubicBezTo>
                        <a:pt x="9802" y="4202"/>
                        <a:pt x="9802" y="4152"/>
                        <a:pt x="9794" y="4094"/>
                      </a:cubicBezTo>
                      <a:lnTo>
                        <a:pt x="9794" y="4094"/>
                      </a:lnTo>
                      <a:cubicBezTo>
                        <a:pt x="9818" y="4169"/>
                        <a:pt x="9835" y="4243"/>
                        <a:pt x="9852" y="4326"/>
                      </a:cubicBezTo>
                      <a:cubicBezTo>
                        <a:pt x="9852" y="4326"/>
                        <a:pt x="9852" y="4334"/>
                        <a:pt x="9860" y="4343"/>
                      </a:cubicBezTo>
                      <a:cubicBezTo>
                        <a:pt x="9843" y="4351"/>
                        <a:pt x="9827" y="4351"/>
                        <a:pt x="9810" y="4359"/>
                      </a:cubicBezTo>
                      <a:cubicBezTo>
                        <a:pt x="9744" y="4392"/>
                        <a:pt x="9678" y="4425"/>
                        <a:pt x="9611" y="4459"/>
                      </a:cubicBezTo>
                      <a:cubicBezTo>
                        <a:pt x="9479" y="4533"/>
                        <a:pt x="9346" y="4608"/>
                        <a:pt x="9222" y="4691"/>
                      </a:cubicBezTo>
                      <a:cubicBezTo>
                        <a:pt x="9131" y="4757"/>
                        <a:pt x="9040" y="4831"/>
                        <a:pt x="8965" y="4906"/>
                      </a:cubicBezTo>
                      <a:cubicBezTo>
                        <a:pt x="8932" y="4931"/>
                        <a:pt x="8907" y="4956"/>
                        <a:pt x="8882" y="4981"/>
                      </a:cubicBezTo>
                      <a:cubicBezTo>
                        <a:pt x="8808" y="5047"/>
                        <a:pt x="8741" y="5121"/>
                        <a:pt x="8667" y="5196"/>
                      </a:cubicBezTo>
                      <a:cubicBezTo>
                        <a:pt x="8526" y="5345"/>
                        <a:pt x="8410" y="5519"/>
                        <a:pt x="8302" y="5693"/>
                      </a:cubicBezTo>
                      <a:cubicBezTo>
                        <a:pt x="8112" y="6008"/>
                        <a:pt x="7996" y="6348"/>
                        <a:pt x="7929" y="6704"/>
                      </a:cubicBezTo>
                      <a:cubicBezTo>
                        <a:pt x="7913" y="6704"/>
                        <a:pt x="7896" y="6712"/>
                        <a:pt x="7880" y="6737"/>
                      </a:cubicBezTo>
                      <a:cubicBezTo>
                        <a:pt x="7871" y="6754"/>
                        <a:pt x="7871" y="6795"/>
                        <a:pt x="7896" y="6812"/>
                      </a:cubicBezTo>
                      <a:cubicBezTo>
                        <a:pt x="7905" y="6812"/>
                        <a:pt x="7905" y="6812"/>
                        <a:pt x="7913" y="6820"/>
                      </a:cubicBezTo>
                      <a:cubicBezTo>
                        <a:pt x="7896" y="6853"/>
                        <a:pt x="7880" y="6895"/>
                        <a:pt x="7871" y="6936"/>
                      </a:cubicBezTo>
                      <a:cubicBezTo>
                        <a:pt x="7863" y="6919"/>
                        <a:pt x="7855" y="6903"/>
                        <a:pt x="7847" y="6886"/>
                      </a:cubicBezTo>
                      <a:cubicBezTo>
                        <a:pt x="7838" y="6853"/>
                        <a:pt x="7830" y="6812"/>
                        <a:pt x="7822" y="6779"/>
                      </a:cubicBezTo>
                      <a:cubicBezTo>
                        <a:pt x="7805" y="6687"/>
                        <a:pt x="7797" y="6596"/>
                        <a:pt x="7789" y="6505"/>
                      </a:cubicBezTo>
                      <a:cubicBezTo>
                        <a:pt x="7764" y="6339"/>
                        <a:pt x="7739" y="6165"/>
                        <a:pt x="7706" y="6000"/>
                      </a:cubicBezTo>
                      <a:lnTo>
                        <a:pt x="7706" y="6000"/>
                      </a:lnTo>
                      <a:lnTo>
                        <a:pt x="7714" y="6008"/>
                      </a:lnTo>
                      <a:cubicBezTo>
                        <a:pt x="7723" y="6012"/>
                        <a:pt x="7732" y="6014"/>
                        <a:pt x="7740" y="6014"/>
                      </a:cubicBezTo>
                      <a:cubicBezTo>
                        <a:pt x="7765" y="6014"/>
                        <a:pt x="7786" y="5997"/>
                        <a:pt x="7780" y="5967"/>
                      </a:cubicBezTo>
                      <a:lnTo>
                        <a:pt x="7789" y="5967"/>
                      </a:lnTo>
                      <a:cubicBezTo>
                        <a:pt x="7780" y="5933"/>
                        <a:pt x="7772" y="5909"/>
                        <a:pt x="7755" y="5884"/>
                      </a:cubicBezTo>
                      <a:lnTo>
                        <a:pt x="7755" y="5884"/>
                      </a:lnTo>
                      <a:lnTo>
                        <a:pt x="7764" y="5892"/>
                      </a:lnTo>
                      <a:cubicBezTo>
                        <a:pt x="7772" y="5900"/>
                        <a:pt x="7782" y="5904"/>
                        <a:pt x="7793" y="5904"/>
                      </a:cubicBezTo>
                      <a:cubicBezTo>
                        <a:pt x="7815" y="5904"/>
                        <a:pt x="7838" y="5887"/>
                        <a:pt x="7838" y="5859"/>
                      </a:cubicBezTo>
                      <a:cubicBezTo>
                        <a:pt x="7830" y="5817"/>
                        <a:pt x="7813" y="5776"/>
                        <a:pt x="7805" y="5735"/>
                      </a:cubicBezTo>
                      <a:cubicBezTo>
                        <a:pt x="7797" y="5726"/>
                        <a:pt x="7797" y="5710"/>
                        <a:pt x="7789" y="5701"/>
                      </a:cubicBezTo>
                      <a:cubicBezTo>
                        <a:pt x="7772" y="5643"/>
                        <a:pt x="7747" y="5594"/>
                        <a:pt x="7731" y="5536"/>
                      </a:cubicBezTo>
                      <a:cubicBezTo>
                        <a:pt x="7714" y="5503"/>
                        <a:pt x="7706" y="5469"/>
                        <a:pt x="7689" y="5436"/>
                      </a:cubicBezTo>
                      <a:lnTo>
                        <a:pt x="7689" y="5428"/>
                      </a:lnTo>
                      <a:cubicBezTo>
                        <a:pt x="7692" y="5428"/>
                        <a:pt x="7695" y="5429"/>
                        <a:pt x="7698" y="5429"/>
                      </a:cubicBezTo>
                      <a:cubicBezTo>
                        <a:pt x="7766" y="5429"/>
                        <a:pt x="7787" y="5343"/>
                        <a:pt x="7755" y="5295"/>
                      </a:cubicBezTo>
                      <a:cubicBezTo>
                        <a:pt x="7706" y="5221"/>
                        <a:pt x="7681" y="5130"/>
                        <a:pt x="7639" y="5055"/>
                      </a:cubicBezTo>
                      <a:cubicBezTo>
                        <a:pt x="7623" y="5030"/>
                        <a:pt x="7615" y="5005"/>
                        <a:pt x="7598" y="4972"/>
                      </a:cubicBezTo>
                      <a:lnTo>
                        <a:pt x="7598" y="4972"/>
                      </a:lnTo>
                      <a:lnTo>
                        <a:pt x="7606" y="4981"/>
                      </a:lnTo>
                      <a:cubicBezTo>
                        <a:pt x="7611" y="4983"/>
                        <a:pt x="7615" y="4984"/>
                        <a:pt x="7619" y="4984"/>
                      </a:cubicBezTo>
                      <a:cubicBezTo>
                        <a:pt x="7631" y="4984"/>
                        <a:pt x="7642" y="4976"/>
                        <a:pt x="7648" y="4964"/>
                      </a:cubicBezTo>
                      <a:cubicBezTo>
                        <a:pt x="7673" y="5014"/>
                        <a:pt x="7689" y="5063"/>
                        <a:pt x="7714" y="5113"/>
                      </a:cubicBezTo>
                      <a:cubicBezTo>
                        <a:pt x="7725" y="5128"/>
                        <a:pt x="7743" y="5136"/>
                        <a:pt x="7760" y="5136"/>
                      </a:cubicBezTo>
                      <a:cubicBezTo>
                        <a:pt x="7781" y="5136"/>
                        <a:pt x="7801" y="5124"/>
                        <a:pt x="7805" y="5097"/>
                      </a:cubicBezTo>
                      <a:cubicBezTo>
                        <a:pt x="7822" y="4931"/>
                        <a:pt x="7722" y="4773"/>
                        <a:pt x="7615" y="4649"/>
                      </a:cubicBezTo>
                      <a:cubicBezTo>
                        <a:pt x="7565" y="4591"/>
                        <a:pt x="7515" y="4541"/>
                        <a:pt x="7457" y="4492"/>
                      </a:cubicBezTo>
                      <a:lnTo>
                        <a:pt x="7457" y="4492"/>
                      </a:lnTo>
                      <a:cubicBezTo>
                        <a:pt x="7490" y="4517"/>
                        <a:pt x="7523" y="4533"/>
                        <a:pt x="7565" y="4541"/>
                      </a:cubicBezTo>
                      <a:cubicBezTo>
                        <a:pt x="7598" y="4541"/>
                        <a:pt x="7615" y="4517"/>
                        <a:pt x="7606" y="4492"/>
                      </a:cubicBezTo>
                      <a:cubicBezTo>
                        <a:pt x="7573" y="4401"/>
                        <a:pt x="7474" y="4318"/>
                        <a:pt x="7407" y="4251"/>
                      </a:cubicBezTo>
                      <a:lnTo>
                        <a:pt x="7399" y="4243"/>
                      </a:lnTo>
                      <a:cubicBezTo>
                        <a:pt x="7341" y="3912"/>
                        <a:pt x="7233" y="3597"/>
                        <a:pt x="7151" y="3274"/>
                      </a:cubicBezTo>
                      <a:cubicBezTo>
                        <a:pt x="7059" y="2909"/>
                        <a:pt x="6960" y="2545"/>
                        <a:pt x="6902" y="2172"/>
                      </a:cubicBezTo>
                      <a:cubicBezTo>
                        <a:pt x="6869" y="1990"/>
                        <a:pt x="6852" y="1799"/>
                        <a:pt x="6861" y="1617"/>
                      </a:cubicBezTo>
                      <a:cubicBezTo>
                        <a:pt x="6869" y="1501"/>
                        <a:pt x="6894" y="1335"/>
                        <a:pt x="7001" y="1260"/>
                      </a:cubicBezTo>
                      <a:cubicBezTo>
                        <a:pt x="7039" y="1233"/>
                        <a:pt x="7083" y="1222"/>
                        <a:pt x="7128" y="1222"/>
                      </a:cubicBezTo>
                      <a:close/>
                      <a:moveTo>
                        <a:pt x="7714" y="10449"/>
                      </a:moveTo>
                      <a:cubicBezTo>
                        <a:pt x="7681" y="10474"/>
                        <a:pt x="7648" y="10490"/>
                        <a:pt x="7623" y="10515"/>
                      </a:cubicBezTo>
                      <a:cubicBezTo>
                        <a:pt x="7615" y="10524"/>
                        <a:pt x="7606" y="10532"/>
                        <a:pt x="7606" y="10532"/>
                      </a:cubicBezTo>
                      <a:cubicBezTo>
                        <a:pt x="7490" y="10548"/>
                        <a:pt x="7383" y="10565"/>
                        <a:pt x="7275" y="10582"/>
                      </a:cubicBezTo>
                      <a:cubicBezTo>
                        <a:pt x="7084" y="10615"/>
                        <a:pt x="6894" y="10648"/>
                        <a:pt x="6703" y="10681"/>
                      </a:cubicBezTo>
                      <a:lnTo>
                        <a:pt x="6695" y="10664"/>
                      </a:lnTo>
                      <a:cubicBezTo>
                        <a:pt x="6703" y="10664"/>
                        <a:pt x="6711" y="10664"/>
                        <a:pt x="6720" y="10656"/>
                      </a:cubicBezTo>
                      <a:cubicBezTo>
                        <a:pt x="6902" y="10582"/>
                        <a:pt x="7084" y="10524"/>
                        <a:pt x="7275" y="10490"/>
                      </a:cubicBezTo>
                      <a:cubicBezTo>
                        <a:pt x="7366" y="10474"/>
                        <a:pt x="7457" y="10457"/>
                        <a:pt x="7548" y="10457"/>
                      </a:cubicBezTo>
                      <a:cubicBezTo>
                        <a:pt x="7590" y="10449"/>
                        <a:pt x="7631" y="10449"/>
                        <a:pt x="7673" y="10449"/>
                      </a:cubicBezTo>
                      <a:close/>
                      <a:moveTo>
                        <a:pt x="7010" y="11253"/>
                      </a:moveTo>
                      <a:lnTo>
                        <a:pt x="7010" y="11253"/>
                      </a:lnTo>
                      <a:cubicBezTo>
                        <a:pt x="7051" y="11278"/>
                        <a:pt x="7093" y="11294"/>
                        <a:pt x="7126" y="11319"/>
                      </a:cubicBezTo>
                      <a:cubicBezTo>
                        <a:pt x="7184" y="11344"/>
                        <a:pt x="7242" y="11377"/>
                        <a:pt x="7300" y="11394"/>
                      </a:cubicBezTo>
                      <a:cubicBezTo>
                        <a:pt x="7333" y="11410"/>
                        <a:pt x="7366" y="11427"/>
                        <a:pt x="7391" y="11443"/>
                      </a:cubicBezTo>
                      <a:cubicBezTo>
                        <a:pt x="7399" y="11460"/>
                        <a:pt x="7416" y="11501"/>
                        <a:pt x="7424" y="11518"/>
                      </a:cubicBezTo>
                      <a:cubicBezTo>
                        <a:pt x="7432" y="11551"/>
                        <a:pt x="7449" y="11576"/>
                        <a:pt x="7465" y="11609"/>
                      </a:cubicBezTo>
                      <a:cubicBezTo>
                        <a:pt x="7486" y="11644"/>
                        <a:pt x="7513" y="11661"/>
                        <a:pt x="7540" y="11661"/>
                      </a:cubicBezTo>
                      <a:cubicBezTo>
                        <a:pt x="7545" y="11661"/>
                        <a:pt x="7551" y="11660"/>
                        <a:pt x="7557" y="11659"/>
                      </a:cubicBezTo>
                      <a:cubicBezTo>
                        <a:pt x="7573" y="11708"/>
                        <a:pt x="7581" y="11750"/>
                        <a:pt x="7590" y="11800"/>
                      </a:cubicBezTo>
                      <a:cubicBezTo>
                        <a:pt x="7581" y="11824"/>
                        <a:pt x="7565" y="11841"/>
                        <a:pt x="7540" y="11858"/>
                      </a:cubicBezTo>
                      <a:lnTo>
                        <a:pt x="7540" y="11866"/>
                      </a:lnTo>
                      <a:cubicBezTo>
                        <a:pt x="7508" y="11889"/>
                        <a:pt x="7474" y="11899"/>
                        <a:pt x="7441" y="11899"/>
                      </a:cubicBezTo>
                      <a:cubicBezTo>
                        <a:pt x="7378" y="11899"/>
                        <a:pt x="7318" y="11865"/>
                        <a:pt x="7275" y="11816"/>
                      </a:cubicBezTo>
                      <a:cubicBezTo>
                        <a:pt x="7200" y="11725"/>
                        <a:pt x="7167" y="11617"/>
                        <a:pt x="7126" y="11518"/>
                      </a:cubicBezTo>
                      <a:cubicBezTo>
                        <a:pt x="7084" y="11427"/>
                        <a:pt x="7051" y="11336"/>
                        <a:pt x="7010" y="11253"/>
                      </a:cubicBezTo>
                      <a:close/>
                      <a:moveTo>
                        <a:pt x="11840" y="35670"/>
                      </a:moveTo>
                      <a:cubicBezTo>
                        <a:pt x="11873" y="35761"/>
                        <a:pt x="11931" y="35844"/>
                        <a:pt x="11989" y="35902"/>
                      </a:cubicBezTo>
                      <a:lnTo>
                        <a:pt x="11998" y="35902"/>
                      </a:lnTo>
                      <a:cubicBezTo>
                        <a:pt x="12097" y="36018"/>
                        <a:pt x="12221" y="36084"/>
                        <a:pt x="12362" y="36142"/>
                      </a:cubicBezTo>
                      <a:cubicBezTo>
                        <a:pt x="12511" y="36209"/>
                        <a:pt x="12660" y="36250"/>
                        <a:pt x="12818" y="36291"/>
                      </a:cubicBezTo>
                      <a:cubicBezTo>
                        <a:pt x="12876" y="36308"/>
                        <a:pt x="12926" y="36325"/>
                        <a:pt x="12984" y="36333"/>
                      </a:cubicBezTo>
                      <a:lnTo>
                        <a:pt x="12984" y="36349"/>
                      </a:lnTo>
                      <a:cubicBezTo>
                        <a:pt x="12992" y="36383"/>
                        <a:pt x="13008" y="36399"/>
                        <a:pt x="13042" y="36399"/>
                      </a:cubicBezTo>
                      <a:cubicBezTo>
                        <a:pt x="13124" y="36407"/>
                        <a:pt x="13207" y="36416"/>
                        <a:pt x="13290" y="36416"/>
                      </a:cubicBezTo>
                      <a:lnTo>
                        <a:pt x="13505" y="36416"/>
                      </a:lnTo>
                      <a:cubicBezTo>
                        <a:pt x="13514" y="36416"/>
                        <a:pt x="13514" y="36416"/>
                        <a:pt x="13522" y="36424"/>
                      </a:cubicBezTo>
                      <a:lnTo>
                        <a:pt x="13530" y="36424"/>
                      </a:lnTo>
                      <a:lnTo>
                        <a:pt x="13539" y="36449"/>
                      </a:lnTo>
                      <a:lnTo>
                        <a:pt x="13547" y="36449"/>
                      </a:lnTo>
                      <a:lnTo>
                        <a:pt x="13547" y="36457"/>
                      </a:lnTo>
                      <a:cubicBezTo>
                        <a:pt x="13547" y="36465"/>
                        <a:pt x="13547" y="36474"/>
                        <a:pt x="13555" y="36482"/>
                      </a:cubicBezTo>
                      <a:cubicBezTo>
                        <a:pt x="13563" y="36499"/>
                        <a:pt x="13563" y="36515"/>
                        <a:pt x="13572" y="36540"/>
                      </a:cubicBezTo>
                      <a:cubicBezTo>
                        <a:pt x="13572" y="36557"/>
                        <a:pt x="13572" y="36565"/>
                        <a:pt x="13580" y="36581"/>
                      </a:cubicBezTo>
                      <a:cubicBezTo>
                        <a:pt x="13505" y="36565"/>
                        <a:pt x="13439" y="36557"/>
                        <a:pt x="13365" y="36548"/>
                      </a:cubicBezTo>
                      <a:cubicBezTo>
                        <a:pt x="13282" y="36540"/>
                        <a:pt x="13199" y="36532"/>
                        <a:pt x="13116" y="36523"/>
                      </a:cubicBezTo>
                      <a:cubicBezTo>
                        <a:pt x="13098" y="36523"/>
                        <a:pt x="13078" y="36523"/>
                        <a:pt x="13059" y="36523"/>
                      </a:cubicBezTo>
                      <a:cubicBezTo>
                        <a:pt x="12991" y="36523"/>
                        <a:pt x="12919" y="36528"/>
                        <a:pt x="12868" y="36573"/>
                      </a:cubicBezTo>
                      <a:cubicBezTo>
                        <a:pt x="12843" y="36590"/>
                        <a:pt x="12843" y="36631"/>
                        <a:pt x="12868" y="36648"/>
                      </a:cubicBezTo>
                      <a:cubicBezTo>
                        <a:pt x="12917" y="36697"/>
                        <a:pt x="13008" y="36706"/>
                        <a:pt x="13075" y="36714"/>
                      </a:cubicBezTo>
                      <a:cubicBezTo>
                        <a:pt x="13149" y="36722"/>
                        <a:pt x="13216" y="36739"/>
                        <a:pt x="13290" y="36747"/>
                      </a:cubicBezTo>
                      <a:cubicBezTo>
                        <a:pt x="13365" y="36764"/>
                        <a:pt x="13431" y="36772"/>
                        <a:pt x="13505" y="36789"/>
                      </a:cubicBezTo>
                      <a:cubicBezTo>
                        <a:pt x="13555" y="36797"/>
                        <a:pt x="13646" y="36813"/>
                        <a:pt x="13679" y="36838"/>
                      </a:cubicBezTo>
                      <a:cubicBezTo>
                        <a:pt x="13704" y="36863"/>
                        <a:pt x="13721" y="36896"/>
                        <a:pt x="13721" y="36946"/>
                      </a:cubicBezTo>
                      <a:cubicBezTo>
                        <a:pt x="13721" y="36945"/>
                        <a:pt x="13721" y="36945"/>
                        <a:pt x="13721" y="36945"/>
                      </a:cubicBezTo>
                      <a:cubicBezTo>
                        <a:pt x="13723" y="36945"/>
                        <a:pt x="13729" y="36972"/>
                        <a:pt x="13729" y="36979"/>
                      </a:cubicBezTo>
                      <a:lnTo>
                        <a:pt x="13729" y="37021"/>
                      </a:lnTo>
                      <a:cubicBezTo>
                        <a:pt x="13729" y="37062"/>
                        <a:pt x="13721" y="37095"/>
                        <a:pt x="13721" y="37128"/>
                      </a:cubicBezTo>
                      <a:cubicBezTo>
                        <a:pt x="13713" y="37161"/>
                        <a:pt x="13713" y="37195"/>
                        <a:pt x="13704" y="37219"/>
                      </a:cubicBezTo>
                      <a:cubicBezTo>
                        <a:pt x="13646" y="37161"/>
                        <a:pt x="13572" y="37120"/>
                        <a:pt x="13497" y="37079"/>
                      </a:cubicBezTo>
                      <a:cubicBezTo>
                        <a:pt x="13356" y="37012"/>
                        <a:pt x="13216" y="36963"/>
                        <a:pt x="13075" y="36896"/>
                      </a:cubicBezTo>
                      <a:cubicBezTo>
                        <a:pt x="13064" y="36892"/>
                        <a:pt x="13054" y="36890"/>
                        <a:pt x="13045" y="36890"/>
                      </a:cubicBezTo>
                      <a:cubicBezTo>
                        <a:pt x="12986" y="36890"/>
                        <a:pt x="12951" y="36969"/>
                        <a:pt x="13008" y="37012"/>
                      </a:cubicBezTo>
                      <a:cubicBezTo>
                        <a:pt x="13116" y="37079"/>
                        <a:pt x="13216" y="37153"/>
                        <a:pt x="13323" y="37219"/>
                      </a:cubicBezTo>
                      <a:cubicBezTo>
                        <a:pt x="13398" y="37269"/>
                        <a:pt x="13530" y="37302"/>
                        <a:pt x="13572" y="37385"/>
                      </a:cubicBezTo>
                      <a:cubicBezTo>
                        <a:pt x="13663" y="37559"/>
                        <a:pt x="13464" y="37708"/>
                        <a:pt x="13323" y="37733"/>
                      </a:cubicBezTo>
                      <a:cubicBezTo>
                        <a:pt x="13273" y="37743"/>
                        <a:pt x="13221" y="37747"/>
                        <a:pt x="13169" y="37747"/>
                      </a:cubicBezTo>
                      <a:cubicBezTo>
                        <a:pt x="13005" y="37747"/>
                        <a:pt x="12836" y="37706"/>
                        <a:pt x="12685" y="37675"/>
                      </a:cubicBezTo>
                      <a:cubicBezTo>
                        <a:pt x="12569" y="37650"/>
                        <a:pt x="12462" y="37634"/>
                        <a:pt x="12346" y="37609"/>
                      </a:cubicBezTo>
                      <a:cubicBezTo>
                        <a:pt x="12262" y="37586"/>
                        <a:pt x="12152" y="37550"/>
                        <a:pt x="12051" y="37550"/>
                      </a:cubicBezTo>
                      <a:cubicBezTo>
                        <a:pt x="12042" y="37550"/>
                        <a:pt x="12032" y="37550"/>
                        <a:pt x="12022" y="37551"/>
                      </a:cubicBezTo>
                      <a:cubicBezTo>
                        <a:pt x="12006" y="37501"/>
                        <a:pt x="11981" y="37451"/>
                        <a:pt x="11964" y="37402"/>
                      </a:cubicBezTo>
                      <a:cubicBezTo>
                        <a:pt x="11890" y="37178"/>
                        <a:pt x="11807" y="36963"/>
                        <a:pt x="11741" y="36739"/>
                      </a:cubicBezTo>
                      <a:cubicBezTo>
                        <a:pt x="11749" y="36731"/>
                        <a:pt x="11766" y="36714"/>
                        <a:pt x="11766" y="36697"/>
                      </a:cubicBezTo>
                      <a:cubicBezTo>
                        <a:pt x="11774" y="36573"/>
                        <a:pt x="11749" y="36441"/>
                        <a:pt x="11732" y="36308"/>
                      </a:cubicBezTo>
                      <a:cubicBezTo>
                        <a:pt x="11716" y="36184"/>
                        <a:pt x="11691" y="36051"/>
                        <a:pt x="11674" y="35927"/>
                      </a:cubicBezTo>
                      <a:cubicBezTo>
                        <a:pt x="11666" y="35894"/>
                        <a:pt x="11658" y="35861"/>
                        <a:pt x="11658" y="35827"/>
                      </a:cubicBezTo>
                      <a:cubicBezTo>
                        <a:pt x="11716" y="35786"/>
                        <a:pt x="11774" y="35736"/>
                        <a:pt x="11832" y="35678"/>
                      </a:cubicBezTo>
                      <a:lnTo>
                        <a:pt x="11840" y="35670"/>
                      </a:lnTo>
                      <a:close/>
                      <a:moveTo>
                        <a:pt x="13298" y="162"/>
                      </a:moveTo>
                      <a:cubicBezTo>
                        <a:pt x="13399" y="162"/>
                        <a:pt x="13458" y="246"/>
                        <a:pt x="13505" y="341"/>
                      </a:cubicBezTo>
                      <a:cubicBezTo>
                        <a:pt x="13762" y="888"/>
                        <a:pt x="13986" y="1451"/>
                        <a:pt x="14226" y="2014"/>
                      </a:cubicBezTo>
                      <a:cubicBezTo>
                        <a:pt x="14359" y="2338"/>
                        <a:pt x="14500" y="2652"/>
                        <a:pt x="14624" y="2984"/>
                      </a:cubicBezTo>
                      <a:cubicBezTo>
                        <a:pt x="14629" y="3003"/>
                        <a:pt x="14642" y="3011"/>
                        <a:pt x="14658" y="3011"/>
                      </a:cubicBezTo>
                      <a:cubicBezTo>
                        <a:pt x="14668" y="3011"/>
                        <a:pt x="14680" y="3007"/>
                        <a:pt x="14690" y="3000"/>
                      </a:cubicBezTo>
                      <a:cubicBezTo>
                        <a:pt x="14715" y="3000"/>
                        <a:pt x="14732" y="2984"/>
                        <a:pt x="14732" y="2951"/>
                      </a:cubicBezTo>
                      <a:lnTo>
                        <a:pt x="14732" y="2942"/>
                      </a:lnTo>
                      <a:cubicBezTo>
                        <a:pt x="14781" y="3075"/>
                        <a:pt x="14856" y="3199"/>
                        <a:pt x="14922" y="3332"/>
                      </a:cubicBezTo>
                      <a:cubicBezTo>
                        <a:pt x="14989" y="3456"/>
                        <a:pt x="15047" y="3589"/>
                        <a:pt x="15105" y="3721"/>
                      </a:cubicBezTo>
                      <a:cubicBezTo>
                        <a:pt x="15221" y="3986"/>
                        <a:pt x="15312" y="4268"/>
                        <a:pt x="15378" y="4558"/>
                      </a:cubicBezTo>
                      <a:cubicBezTo>
                        <a:pt x="15444" y="4840"/>
                        <a:pt x="15486" y="5130"/>
                        <a:pt x="15502" y="5420"/>
                      </a:cubicBezTo>
                      <a:cubicBezTo>
                        <a:pt x="15519" y="5569"/>
                        <a:pt x="15519" y="5718"/>
                        <a:pt x="15519" y="5867"/>
                      </a:cubicBezTo>
                      <a:cubicBezTo>
                        <a:pt x="15515" y="5865"/>
                        <a:pt x="15510" y="5864"/>
                        <a:pt x="15504" y="5864"/>
                      </a:cubicBezTo>
                      <a:cubicBezTo>
                        <a:pt x="15488" y="5864"/>
                        <a:pt x="15471" y="5873"/>
                        <a:pt x="15477" y="5892"/>
                      </a:cubicBezTo>
                      <a:cubicBezTo>
                        <a:pt x="15494" y="5933"/>
                        <a:pt x="15502" y="5983"/>
                        <a:pt x="15511" y="6025"/>
                      </a:cubicBezTo>
                      <a:cubicBezTo>
                        <a:pt x="15511" y="6124"/>
                        <a:pt x="15511" y="6223"/>
                        <a:pt x="15511" y="6315"/>
                      </a:cubicBezTo>
                      <a:cubicBezTo>
                        <a:pt x="15511" y="6348"/>
                        <a:pt x="15519" y="6364"/>
                        <a:pt x="15535" y="6373"/>
                      </a:cubicBezTo>
                      <a:cubicBezTo>
                        <a:pt x="15544" y="6406"/>
                        <a:pt x="15544" y="6447"/>
                        <a:pt x="15552" y="6480"/>
                      </a:cubicBezTo>
                      <a:cubicBezTo>
                        <a:pt x="15544" y="6480"/>
                        <a:pt x="15544" y="6472"/>
                        <a:pt x="15535" y="6472"/>
                      </a:cubicBezTo>
                      <a:cubicBezTo>
                        <a:pt x="15528" y="6468"/>
                        <a:pt x="15521" y="6467"/>
                        <a:pt x="15514" y="6467"/>
                      </a:cubicBezTo>
                      <a:cubicBezTo>
                        <a:pt x="15475" y="6467"/>
                        <a:pt x="15449" y="6520"/>
                        <a:pt x="15477" y="6555"/>
                      </a:cubicBezTo>
                      <a:cubicBezTo>
                        <a:pt x="15502" y="6605"/>
                        <a:pt x="15552" y="6638"/>
                        <a:pt x="15585" y="6679"/>
                      </a:cubicBezTo>
                      <a:lnTo>
                        <a:pt x="15593" y="6687"/>
                      </a:lnTo>
                      <a:cubicBezTo>
                        <a:pt x="15610" y="6729"/>
                        <a:pt x="15627" y="6779"/>
                        <a:pt x="15643" y="6820"/>
                      </a:cubicBezTo>
                      <a:cubicBezTo>
                        <a:pt x="15701" y="6986"/>
                        <a:pt x="15776" y="7160"/>
                        <a:pt x="15825" y="7334"/>
                      </a:cubicBezTo>
                      <a:cubicBezTo>
                        <a:pt x="15833" y="7348"/>
                        <a:pt x="15834" y="7363"/>
                        <a:pt x="15840" y="7372"/>
                      </a:cubicBezTo>
                      <a:lnTo>
                        <a:pt x="15840" y="7372"/>
                      </a:lnTo>
                      <a:cubicBezTo>
                        <a:pt x="15807" y="7332"/>
                        <a:pt x="15766" y="7300"/>
                        <a:pt x="15718" y="7292"/>
                      </a:cubicBezTo>
                      <a:cubicBezTo>
                        <a:pt x="15713" y="7291"/>
                        <a:pt x="15709" y="7290"/>
                        <a:pt x="15705" y="7290"/>
                      </a:cubicBezTo>
                      <a:cubicBezTo>
                        <a:pt x="15688" y="7290"/>
                        <a:pt x="15676" y="7305"/>
                        <a:pt x="15676" y="7325"/>
                      </a:cubicBezTo>
                      <a:cubicBezTo>
                        <a:pt x="15668" y="7417"/>
                        <a:pt x="15751" y="7516"/>
                        <a:pt x="15801" y="7591"/>
                      </a:cubicBezTo>
                      <a:cubicBezTo>
                        <a:pt x="15859" y="7682"/>
                        <a:pt x="15908" y="7773"/>
                        <a:pt x="15958" y="7864"/>
                      </a:cubicBezTo>
                      <a:cubicBezTo>
                        <a:pt x="15991" y="7939"/>
                        <a:pt x="16016" y="8013"/>
                        <a:pt x="16033" y="8088"/>
                      </a:cubicBezTo>
                      <a:cubicBezTo>
                        <a:pt x="16024" y="8079"/>
                        <a:pt x="16016" y="8071"/>
                        <a:pt x="16016" y="8063"/>
                      </a:cubicBezTo>
                      <a:cubicBezTo>
                        <a:pt x="15925" y="7963"/>
                        <a:pt x="15834" y="7814"/>
                        <a:pt x="15709" y="7765"/>
                      </a:cubicBezTo>
                      <a:cubicBezTo>
                        <a:pt x="15703" y="7762"/>
                        <a:pt x="15697" y="7760"/>
                        <a:pt x="15690" y="7760"/>
                      </a:cubicBezTo>
                      <a:cubicBezTo>
                        <a:pt x="15660" y="7760"/>
                        <a:pt x="15628" y="7789"/>
                        <a:pt x="15635" y="7823"/>
                      </a:cubicBezTo>
                      <a:cubicBezTo>
                        <a:pt x="15668" y="7955"/>
                        <a:pt x="15792" y="8071"/>
                        <a:pt x="15875" y="8171"/>
                      </a:cubicBezTo>
                      <a:cubicBezTo>
                        <a:pt x="15900" y="8195"/>
                        <a:pt x="15917" y="8220"/>
                        <a:pt x="15941" y="8245"/>
                      </a:cubicBezTo>
                      <a:cubicBezTo>
                        <a:pt x="15941" y="8253"/>
                        <a:pt x="15950" y="8262"/>
                        <a:pt x="15966" y="8270"/>
                      </a:cubicBezTo>
                      <a:cubicBezTo>
                        <a:pt x="15983" y="8295"/>
                        <a:pt x="16008" y="8320"/>
                        <a:pt x="16033" y="8353"/>
                      </a:cubicBezTo>
                      <a:cubicBezTo>
                        <a:pt x="16033" y="8361"/>
                        <a:pt x="16033" y="8378"/>
                        <a:pt x="16024" y="8394"/>
                      </a:cubicBezTo>
                      <a:cubicBezTo>
                        <a:pt x="16024" y="8403"/>
                        <a:pt x="16033" y="8419"/>
                        <a:pt x="16049" y="8419"/>
                      </a:cubicBezTo>
                      <a:cubicBezTo>
                        <a:pt x="16057" y="8419"/>
                        <a:pt x="16074" y="8411"/>
                        <a:pt x="16074" y="8403"/>
                      </a:cubicBezTo>
                      <a:cubicBezTo>
                        <a:pt x="16099" y="8427"/>
                        <a:pt x="16124" y="8461"/>
                        <a:pt x="16149" y="8485"/>
                      </a:cubicBezTo>
                      <a:cubicBezTo>
                        <a:pt x="16157" y="8494"/>
                        <a:pt x="16157" y="8502"/>
                        <a:pt x="16165" y="8510"/>
                      </a:cubicBezTo>
                      <a:cubicBezTo>
                        <a:pt x="16165" y="8519"/>
                        <a:pt x="16165" y="8535"/>
                        <a:pt x="16173" y="8552"/>
                      </a:cubicBezTo>
                      <a:cubicBezTo>
                        <a:pt x="16173" y="8560"/>
                        <a:pt x="16182" y="8560"/>
                        <a:pt x="16182" y="8568"/>
                      </a:cubicBezTo>
                      <a:cubicBezTo>
                        <a:pt x="16405" y="8833"/>
                        <a:pt x="16629" y="9082"/>
                        <a:pt x="16811" y="9372"/>
                      </a:cubicBezTo>
                      <a:cubicBezTo>
                        <a:pt x="16869" y="9471"/>
                        <a:pt x="16927" y="9579"/>
                        <a:pt x="16977" y="9687"/>
                      </a:cubicBezTo>
                      <a:cubicBezTo>
                        <a:pt x="16974" y="9686"/>
                        <a:pt x="16970" y="9686"/>
                        <a:pt x="16966" y="9686"/>
                      </a:cubicBezTo>
                      <a:cubicBezTo>
                        <a:pt x="16928" y="9686"/>
                        <a:pt x="16887" y="9724"/>
                        <a:pt x="16903" y="9770"/>
                      </a:cubicBezTo>
                      <a:cubicBezTo>
                        <a:pt x="16969" y="9952"/>
                        <a:pt x="17027" y="10142"/>
                        <a:pt x="17085" y="10333"/>
                      </a:cubicBezTo>
                      <a:cubicBezTo>
                        <a:pt x="17093" y="10358"/>
                        <a:pt x="17101" y="10391"/>
                        <a:pt x="17110" y="10424"/>
                      </a:cubicBezTo>
                      <a:cubicBezTo>
                        <a:pt x="17103" y="10420"/>
                        <a:pt x="17095" y="10418"/>
                        <a:pt x="17087" y="10418"/>
                      </a:cubicBezTo>
                      <a:cubicBezTo>
                        <a:pt x="17065" y="10418"/>
                        <a:pt x="17041" y="10433"/>
                        <a:pt x="17035" y="10457"/>
                      </a:cubicBezTo>
                      <a:cubicBezTo>
                        <a:pt x="17027" y="10438"/>
                        <a:pt x="17010" y="10430"/>
                        <a:pt x="16993" y="10430"/>
                      </a:cubicBezTo>
                      <a:cubicBezTo>
                        <a:pt x="16958" y="10430"/>
                        <a:pt x="16919" y="10463"/>
                        <a:pt x="16936" y="10507"/>
                      </a:cubicBezTo>
                      <a:cubicBezTo>
                        <a:pt x="16961" y="10573"/>
                        <a:pt x="16985" y="10648"/>
                        <a:pt x="17002" y="10714"/>
                      </a:cubicBezTo>
                      <a:cubicBezTo>
                        <a:pt x="17002" y="10722"/>
                        <a:pt x="17002" y="10731"/>
                        <a:pt x="17002" y="10739"/>
                      </a:cubicBezTo>
                      <a:cubicBezTo>
                        <a:pt x="17043" y="10913"/>
                        <a:pt x="17077" y="11095"/>
                        <a:pt x="17101" y="11278"/>
                      </a:cubicBezTo>
                      <a:cubicBezTo>
                        <a:pt x="17101" y="11286"/>
                        <a:pt x="17110" y="11294"/>
                        <a:pt x="17110" y="11302"/>
                      </a:cubicBezTo>
                      <a:cubicBezTo>
                        <a:pt x="17110" y="11319"/>
                        <a:pt x="17110" y="11344"/>
                        <a:pt x="17118" y="11360"/>
                      </a:cubicBezTo>
                      <a:lnTo>
                        <a:pt x="17085" y="11360"/>
                      </a:lnTo>
                      <a:cubicBezTo>
                        <a:pt x="17077" y="11344"/>
                        <a:pt x="17077" y="11336"/>
                        <a:pt x="17068" y="11319"/>
                      </a:cubicBezTo>
                      <a:lnTo>
                        <a:pt x="17068" y="11311"/>
                      </a:lnTo>
                      <a:cubicBezTo>
                        <a:pt x="17068" y="11286"/>
                        <a:pt x="17068" y="11269"/>
                        <a:pt x="17068" y="11244"/>
                      </a:cubicBezTo>
                      <a:cubicBezTo>
                        <a:pt x="17052" y="11170"/>
                        <a:pt x="17043" y="11087"/>
                        <a:pt x="17019" y="11012"/>
                      </a:cubicBezTo>
                      <a:cubicBezTo>
                        <a:pt x="17019" y="11004"/>
                        <a:pt x="17010" y="10996"/>
                        <a:pt x="17002" y="10979"/>
                      </a:cubicBezTo>
                      <a:cubicBezTo>
                        <a:pt x="16985" y="10896"/>
                        <a:pt x="16969" y="10814"/>
                        <a:pt x="16952" y="10722"/>
                      </a:cubicBezTo>
                      <a:cubicBezTo>
                        <a:pt x="16949" y="10698"/>
                        <a:pt x="16931" y="10686"/>
                        <a:pt x="16913" y="10686"/>
                      </a:cubicBezTo>
                      <a:cubicBezTo>
                        <a:pt x="16888" y="10686"/>
                        <a:pt x="16861" y="10706"/>
                        <a:pt x="16861" y="10739"/>
                      </a:cubicBezTo>
                      <a:cubicBezTo>
                        <a:pt x="16869" y="10805"/>
                        <a:pt x="16878" y="10872"/>
                        <a:pt x="16886" y="10946"/>
                      </a:cubicBezTo>
                      <a:cubicBezTo>
                        <a:pt x="16869" y="10963"/>
                        <a:pt x="16878" y="10988"/>
                        <a:pt x="16894" y="10996"/>
                      </a:cubicBezTo>
                      <a:cubicBezTo>
                        <a:pt x="16903" y="11054"/>
                        <a:pt x="16911" y="11120"/>
                        <a:pt x="16919" y="11178"/>
                      </a:cubicBezTo>
                      <a:cubicBezTo>
                        <a:pt x="16919" y="11228"/>
                        <a:pt x="16927" y="11286"/>
                        <a:pt x="16927" y="11336"/>
                      </a:cubicBezTo>
                      <a:cubicBezTo>
                        <a:pt x="16936" y="11402"/>
                        <a:pt x="16936" y="11460"/>
                        <a:pt x="16936" y="11518"/>
                      </a:cubicBezTo>
                      <a:cubicBezTo>
                        <a:pt x="16936" y="11551"/>
                        <a:pt x="16936" y="11584"/>
                        <a:pt x="16944" y="11617"/>
                      </a:cubicBezTo>
                      <a:cubicBezTo>
                        <a:pt x="16944" y="11650"/>
                        <a:pt x="16944" y="11675"/>
                        <a:pt x="16944" y="11708"/>
                      </a:cubicBezTo>
                      <a:cubicBezTo>
                        <a:pt x="16949" y="11735"/>
                        <a:pt x="16974" y="11751"/>
                        <a:pt x="16998" y="11751"/>
                      </a:cubicBezTo>
                      <a:cubicBezTo>
                        <a:pt x="17012" y="11751"/>
                        <a:pt x="17026" y="11745"/>
                        <a:pt x="17035" y="11733"/>
                      </a:cubicBezTo>
                      <a:cubicBezTo>
                        <a:pt x="17052" y="11800"/>
                        <a:pt x="17068" y="11858"/>
                        <a:pt x="17118" y="11899"/>
                      </a:cubicBezTo>
                      <a:cubicBezTo>
                        <a:pt x="17126" y="11907"/>
                        <a:pt x="17126" y="11907"/>
                        <a:pt x="17135" y="11907"/>
                      </a:cubicBezTo>
                      <a:cubicBezTo>
                        <a:pt x="17184" y="12065"/>
                        <a:pt x="17234" y="12214"/>
                        <a:pt x="17292" y="12355"/>
                      </a:cubicBezTo>
                      <a:cubicBezTo>
                        <a:pt x="17350" y="12479"/>
                        <a:pt x="17416" y="12603"/>
                        <a:pt x="17507" y="12711"/>
                      </a:cubicBezTo>
                      <a:cubicBezTo>
                        <a:pt x="17532" y="12736"/>
                        <a:pt x="17557" y="12769"/>
                        <a:pt x="17590" y="12786"/>
                      </a:cubicBezTo>
                      <a:cubicBezTo>
                        <a:pt x="17599" y="12802"/>
                        <a:pt x="17607" y="12819"/>
                        <a:pt x="17615" y="12835"/>
                      </a:cubicBezTo>
                      <a:cubicBezTo>
                        <a:pt x="17541" y="12752"/>
                        <a:pt x="17466" y="12678"/>
                        <a:pt x="17383" y="12603"/>
                      </a:cubicBezTo>
                      <a:cubicBezTo>
                        <a:pt x="17376" y="12594"/>
                        <a:pt x="17367" y="12590"/>
                        <a:pt x="17359" y="12590"/>
                      </a:cubicBezTo>
                      <a:cubicBezTo>
                        <a:pt x="17329" y="12590"/>
                        <a:pt x="17299" y="12637"/>
                        <a:pt x="17325" y="12670"/>
                      </a:cubicBezTo>
                      <a:cubicBezTo>
                        <a:pt x="17358" y="12719"/>
                        <a:pt x="17400" y="12769"/>
                        <a:pt x="17441" y="12819"/>
                      </a:cubicBezTo>
                      <a:cubicBezTo>
                        <a:pt x="17433" y="12835"/>
                        <a:pt x="17433" y="12844"/>
                        <a:pt x="17441" y="12860"/>
                      </a:cubicBezTo>
                      <a:cubicBezTo>
                        <a:pt x="17532" y="13051"/>
                        <a:pt x="17623" y="13250"/>
                        <a:pt x="17706" y="13457"/>
                      </a:cubicBezTo>
                      <a:cubicBezTo>
                        <a:pt x="17748" y="13548"/>
                        <a:pt x="17781" y="13639"/>
                        <a:pt x="17806" y="13747"/>
                      </a:cubicBezTo>
                      <a:cubicBezTo>
                        <a:pt x="17814" y="13788"/>
                        <a:pt x="17822" y="13838"/>
                        <a:pt x="17822" y="13887"/>
                      </a:cubicBezTo>
                      <a:cubicBezTo>
                        <a:pt x="17822" y="13937"/>
                        <a:pt x="17822" y="13987"/>
                        <a:pt x="17839" y="14037"/>
                      </a:cubicBezTo>
                      <a:cubicBezTo>
                        <a:pt x="17843" y="14054"/>
                        <a:pt x="17860" y="14063"/>
                        <a:pt x="17878" y="14063"/>
                      </a:cubicBezTo>
                      <a:cubicBezTo>
                        <a:pt x="17893" y="14063"/>
                        <a:pt x="17910" y="14056"/>
                        <a:pt x="17922" y="14045"/>
                      </a:cubicBezTo>
                      <a:cubicBezTo>
                        <a:pt x="17963" y="13995"/>
                        <a:pt x="17971" y="13929"/>
                        <a:pt x="17971" y="13863"/>
                      </a:cubicBezTo>
                      <a:cubicBezTo>
                        <a:pt x="18046" y="13979"/>
                        <a:pt x="18121" y="14095"/>
                        <a:pt x="18195" y="14211"/>
                      </a:cubicBezTo>
                      <a:cubicBezTo>
                        <a:pt x="18228" y="14277"/>
                        <a:pt x="18270" y="14335"/>
                        <a:pt x="18303" y="14393"/>
                      </a:cubicBezTo>
                      <a:cubicBezTo>
                        <a:pt x="18311" y="14434"/>
                        <a:pt x="18319" y="14467"/>
                        <a:pt x="18328" y="14509"/>
                      </a:cubicBezTo>
                      <a:cubicBezTo>
                        <a:pt x="18303" y="14476"/>
                        <a:pt x="18270" y="14451"/>
                        <a:pt x="18228" y="14426"/>
                      </a:cubicBezTo>
                      <a:cubicBezTo>
                        <a:pt x="18221" y="14422"/>
                        <a:pt x="18214" y="14420"/>
                        <a:pt x="18207" y="14420"/>
                      </a:cubicBezTo>
                      <a:cubicBezTo>
                        <a:pt x="18170" y="14420"/>
                        <a:pt x="18137" y="14466"/>
                        <a:pt x="18179" y="14501"/>
                      </a:cubicBezTo>
                      <a:cubicBezTo>
                        <a:pt x="18295" y="14583"/>
                        <a:pt x="18328" y="14733"/>
                        <a:pt x="18353" y="14865"/>
                      </a:cubicBezTo>
                      <a:cubicBezTo>
                        <a:pt x="18386" y="15031"/>
                        <a:pt x="18394" y="15188"/>
                        <a:pt x="18411" y="15354"/>
                      </a:cubicBezTo>
                      <a:cubicBezTo>
                        <a:pt x="18427" y="15478"/>
                        <a:pt x="18435" y="15594"/>
                        <a:pt x="18427" y="15719"/>
                      </a:cubicBezTo>
                      <a:cubicBezTo>
                        <a:pt x="18402" y="15636"/>
                        <a:pt x="18377" y="15561"/>
                        <a:pt x="18336" y="15478"/>
                      </a:cubicBezTo>
                      <a:cubicBezTo>
                        <a:pt x="18327" y="15455"/>
                        <a:pt x="18309" y="15445"/>
                        <a:pt x="18291" y="15445"/>
                      </a:cubicBezTo>
                      <a:cubicBezTo>
                        <a:pt x="18257" y="15445"/>
                        <a:pt x="18220" y="15480"/>
                        <a:pt x="18237" y="15528"/>
                      </a:cubicBezTo>
                      <a:cubicBezTo>
                        <a:pt x="18344" y="15876"/>
                        <a:pt x="18295" y="16232"/>
                        <a:pt x="18253" y="16589"/>
                      </a:cubicBezTo>
                      <a:cubicBezTo>
                        <a:pt x="18237" y="16746"/>
                        <a:pt x="18228" y="16895"/>
                        <a:pt x="18212" y="17053"/>
                      </a:cubicBezTo>
                      <a:cubicBezTo>
                        <a:pt x="18203" y="17061"/>
                        <a:pt x="18195" y="17069"/>
                        <a:pt x="18195" y="17077"/>
                      </a:cubicBezTo>
                      <a:cubicBezTo>
                        <a:pt x="18187" y="17268"/>
                        <a:pt x="18170" y="17442"/>
                        <a:pt x="18170" y="17624"/>
                      </a:cubicBezTo>
                      <a:cubicBezTo>
                        <a:pt x="18162" y="17815"/>
                        <a:pt x="18162" y="17997"/>
                        <a:pt x="18162" y="18188"/>
                      </a:cubicBezTo>
                      <a:cubicBezTo>
                        <a:pt x="18162" y="18370"/>
                        <a:pt x="18162" y="18552"/>
                        <a:pt x="18179" y="18726"/>
                      </a:cubicBezTo>
                      <a:cubicBezTo>
                        <a:pt x="18187" y="18768"/>
                        <a:pt x="18187" y="18809"/>
                        <a:pt x="18195" y="18850"/>
                      </a:cubicBezTo>
                      <a:cubicBezTo>
                        <a:pt x="18170" y="18834"/>
                        <a:pt x="18145" y="18809"/>
                        <a:pt x="18129" y="18784"/>
                      </a:cubicBezTo>
                      <a:cubicBezTo>
                        <a:pt x="17922" y="18552"/>
                        <a:pt x="17723" y="18312"/>
                        <a:pt x="17557" y="18055"/>
                      </a:cubicBezTo>
                      <a:cubicBezTo>
                        <a:pt x="17548" y="18043"/>
                        <a:pt x="17534" y="18038"/>
                        <a:pt x="17521" y="18038"/>
                      </a:cubicBezTo>
                      <a:cubicBezTo>
                        <a:pt x="17486" y="18038"/>
                        <a:pt x="17450" y="18071"/>
                        <a:pt x="17474" y="18113"/>
                      </a:cubicBezTo>
                      <a:cubicBezTo>
                        <a:pt x="17615" y="18370"/>
                        <a:pt x="17756" y="18619"/>
                        <a:pt x="17938" y="18850"/>
                      </a:cubicBezTo>
                      <a:cubicBezTo>
                        <a:pt x="18021" y="18966"/>
                        <a:pt x="18104" y="19074"/>
                        <a:pt x="18195" y="19182"/>
                      </a:cubicBezTo>
                      <a:cubicBezTo>
                        <a:pt x="18286" y="19281"/>
                        <a:pt x="18394" y="19397"/>
                        <a:pt x="18435" y="19530"/>
                      </a:cubicBezTo>
                      <a:cubicBezTo>
                        <a:pt x="18485" y="19671"/>
                        <a:pt x="18477" y="19836"/>
                        <a:pt x="18477" y="19986"/>
                      </a:cubicBezTo>
                      <a:lnTo>
                        <a:pt x="18493" y="20002"/>
                      </a:lnTo>
                      <a:cubicBezTo>
                        <a:pt x="18493" y="20077"/>
                        <a:pt x="18485" y="20160"/>
                        <a:pt x="18477" y="20242"/>
                      </a:cubicBezTo>
                      <a:cubicBezTo>
                        <a:pt x="18452" y="20118"/>
                        <a:pt x="18419" y="20002"/>
                        <a:pt x="18377" y="19878"/>
                      </a:cubicBezTo>
                      <a:cubicBezTo>
                        <a:pt x="18374" y="19863"/>
                        <a:pt x="18363" y="19857"/>
                        <a:pt x="18349" y="19857"/>
                      </a:cubicBezTo>
                      <a:cubicBezTo>
                        <a:pt x="18326" y="19857"/>
                        <a:pt x="18298" y="19876"/>
                        <a:pt x="18303" y="19903"/>
                      </a:cubicBezTo>
                      <a:cubicBezTo>
                        <a:pt x="18328" y="20110"/>
                        <a:pt x="18344" y="20317"/>
                        <a:pt x="18377" y="20516"/>
                      </a:cubicBezTo>
                      <a:cubicBezTo>
                        <a:pt x="18394" y="20648"/>
                        <a:pt x="18411" y="20773"/>
                        <a:pt x="18419" y="20897"/>
                      </a:cubicBezTo>
                      <a:cubicBezTo>
                        <a:pt x="18411" y="20963"/>
                        <a:pt x="18402" y="21030"/>
                        <a:pt x="18394" y="21088"/>
                      </a:cubicBezTo>
                      <a:cubicBezTo>
                        <a:pt x="18386" y="21162"/>
                        <a:pt x="18369" y="21245"/>
                        <a:pt x="18377" y="21320"/>
                      </a:cubicBezTo>
                      <a:cubicBezTo>
                        <a:pt x="18377" y="21344"/>
                        <a:pt x="18394" y="21361"/>
                        <a:pt x="18411" y="21369"/>
                      </a:cubicBezTo>
                      <a:cubicBezTo>
                        <a:pt x="18402" y="21469"/>
                        <a:pt x="18394" y="21568"/>
                        <a:pt x="18369" y="21659"/>
                      </a:cubicBezTo>
                      <a:cubicBezTo>
                        <a:pt x="18369" y="21674"/>
                        <a:pt x="18363" y="21688"/>
                        <a:pt x="18361" y="21708"/>
                      </a:cubicBezTo>
                      <a:lnTo>
                        <a:pt x="18361" y="21708"/>
                      </a:lnTo>
                      <a:cubicBezTo>
                        <a:pt x="18369" y="21513"/>
                        <a:pt x="18360" y="21325"/>
                        <a:pt x="18328" y="21137"/>
                      </a:cubicBezTo>
                      <a:cubicBezTo>
                        <a:pt x="18324" y="21110"/>
                        <a:pt x="18304" y="21098"/>
                        <a:pt x="18284" y="21098"/>
                      </a:cubicBezTo>
                      <a:cubicBezTo>
                        <a:pt x="18260" y="21098"/>
                        <a:pt x="18237" y="21115"/>
                        <a:pt x="18237" y="21146"/>
                      </a:cubicBezTo>
                      <a:cubicBezTo>
                        <a:pt x="18286" y="21634"/>
                        <a:pt x="18179" y="22140"/>
                        <a:pt x="17996" y="22587"/>
                      </a:cubicBezTo>
                      <a:cubicBezTo>
                        <a:pt x="17996" y="22603"/>
                        <a:pt x="17989" y="22611"/>
                        <a:pt x="17988" y="22619"/>
                      </a:cubicBezTo>
                      <a:lnTo>
                        <a:pt x="17988" y="22619"/>
                      </a:lnTo>
                      <a:cubicBezTo>
                        <a:pt x="17996" y="22495"/>
                        <a:pt x="18005" y="22371"/>
                        <a:pt x="18005" y="22239"/>
                      </a:cubicBezTo>
                      <a:cubicBezTo>
                        <a:pt x="18005" y="22216"/>
                        <a:pt x="17983" y="22200"/>
                        <a:pt x="17963" y="22200"/>
                      </a:cubicBezTo>
                      <a:cubicBezTo>
                        <a:pt x="17948" y="22200"/>
                        <a:pt x="17934" y="22209"/>
                        <a:pt x="17930" y="22231"/>
                      </a:cubicBezTo>
                      <a:cubicBezTo>
                        <a:pt x="17889" y="22546"/>
                        <a:pt x="17839" y="22861"/>
                        <a:pt x="17739" y="23167"/>
                      </a:cubicBezTo>
                      <a:cubicBezTo>
                        <a:pt x="17632" y="23366"/>
                        <a:pt x="17524" y="23565"/>
                        <a:pt x="17425" y="23772"/>
                      </a:cubicBezTo>
                      <a:cubicBezTo>
                        <a:pt x="17416" y="23780"/>
                        <a:pt x="17408" y="23789"/>
                        <a:pt x="17408" y="23797"/>
                      </a:cubicBezTo>
                      <a:cubicBezTo>
                        <a:pt x="17226" y="24029"/>
                        <a:pt x="17010" y="24228"/>
                        <a:pt x="16869" y="24485"/>
                      </a:cubicBezTo>
                      <a:cubicBezTo>
                        <a:pt x="16836" y="24551"/>
                        <a:pt x="16803" y="24617"/>
                        <a:pt x="16770" y="24692"/>
                      </a:cubicBezTo>
                      <a:cubicBezTo>
                        <a:pt x="16753" y="24592"/>
                        <a:pt x="16729" y="24493"/>
                        <a:pt x="16629" y="24435"/>
                      </a:cubicBezTo>
                      <a:cubicBezTo>
                        <a:pt x="16623" y="24431"/>
                        <a:pt x="16618" y="24430"/>
                        <a:pt x="16613" y="24430"/>
                      </a:cubicBezTo>
                      <a:cubicBezTo>
                        <a:pt x="16580" y="24430"/>
                        <a:pt x="16559" y="24489"/>
                        <a:pt x="16588" y="24518"/>
                      </a:cubicBezTo>
                      <a:cubicBezTo>
                        <a:pt x="16629" y="24551"/>
                        <a:pt x="16621" y="24625"/>
                        <a:pt x="16621" y="24667"/>
                      </a:cubicBezTo>
                      <a:cubicBezTo>
                        <a:pt x="16621" y="24733"/>
                        <a:pt x="16629" y="24791"/>
                        <a:pt x="16637" y="24849"/>
                      </a:cubicBezTo>
                      <a:cubicBezTo>
                        <a:pt x="16654" y="24973"/>
                        <a:pt x="16679" y="25089"/>
                        <a:pt x="16646" y="25205"/>
                      </a:cubicBezTo>
                      <a:cubicBezTo>
                        <a:pt x="16629" y="25288"/>
                        <a:pt x="16596" y="25363"/>
                        <a:pt x="16563" y="25437"/>
                      </a:cubicBezTo>
                      <a:cubicBezTo>
                        <a:pt x="16579" y="25330"/>
                        <a:pt x="16588" y="25214"/>
                        <a:pt x="16588" y="25098"/>
                      </a:cubicBezTo>
                      <a:cubicBezTo>
                        <a:pt x="16588" y="25051"/>
                        <a:pt x="16552" y="25023"/>
                        <a:pt x="16518" y="25023"/>
                      </a:cubicBezTo>
                      <a:cubicBezTo>
                        <a:pt x="16492" y="25023"/>
                        <a:pt x="16467" y="25041"/>
                        <a:pt x="16463" y="25081"/>
                      </a:cubicBezTo>
                      <a:cubicBezTo>
                        <a:pt x="16422" y="25346"/>
                        <a:pt x="16364" y="25611"/>
                        <a:pt x="16289" y="25877"/>
                      </a:cubicBezTo>
                      <a:cubicBezTo>
                        <a:pt x="16256" y="26001"/>
                        <a:pt x="16215" y="26125"/>
                        <a:pt x="16173" y="26258"/>
                      </a:cubicBezTo>
                      <a:cubicBezTo>
                        <a:pt x="16124" y="26382"/>
                        <a:pt x="16066" y="26506"/>
                        <a:pt x="16057" y="26639"/>
                      </a:cubicBezTo>
                      <a:cubicBezTo>
                        <a:pt x="16051" y="26676"/>
                        <a:pt x="16086" y="26712"/>
                        <a:pt x="16121" y="26712"/>
                      </a:cubicBezTo>
                      <a:cubicBezTo>
                        <a:pt x="16133" y="26712"/>
                        <a:pt x="16146" y="26708"/>
                        <a:pt x="16157" y="26697"/>
                      </a:cubicBezTo>
                      <a:cubicBezTo>
                        <a:pt x="16248" y="26606"/>
                        <a:pt x="16306" y="26473"/>
                        <a:pt x="16347" y="26349"/>
                      </a:cubicBezTo>
                      <a:lnTo>
                        <a:pt x="16347" y="26349"/>
                      </a:lnTo>
                      <a:cubicBezTo>
                        <a:pt x="16347" y="26390"/>
                        <a:pt x="16347" y="26440"/>
                        <a:pt x="16339" y="26481"/>
                      </a:cubicBezTo>
                      <a:cubicBezTo>
                        <a:pt x="16323" y="26647"/>
                        <a:pt x="16306" y="26805"/>
                        <a:pt x="16281" y="26970"/>
                      </a:cubicBezTo>
                      <a:cubicBezTo>
                        <a:pt x="16231" y="27302"/>
                        <a:pt x="16173" y="27633"/>
                        <a:pt x="16099" y="27956"/>
                      </a:cubicBezTo>
                      <a:cubicBezTo>
                        <a:pt x="15950" y="28627"/>
                        <a:pt x="15767" y="29282"/>
                        <a:pt x="15585" y="29936"/>
                      </a:cubicBezTo>
                      <a:cubicBezTo>
                        <a:pt x="15535" y="30127"/>
                        <a:pt x="15486" y="30309"/>
                        <a:pt x="15444" y="30500"/>
                      </a:cubicBezTo>
                      <a:cubicBezTo>
                        <a:pt x="15395" y="30699"/>
                        <a:pt x="15353" y="30898"/>
                        <a:pt x="15312" y="31105"/>
                      </a:cubicBezTo>
                      <a:cubicBezTo>
                        <a:pt x="15312" y="31121"/>
                        <a:pt x="15328" y="31138"/>
                        <a:pt x="15345" y="31146"/>
                      </a:cubicBezTo>
                      <a:cubicBezTo>
                        <a:pt x="15328" y="31254"/>
                        <a:pt x="15312" y="31362"/>
                        <a:pt x="15295" y="31469"/>
                      </a:cubicBezTo>
                      <a:cubicBezTo>
                        <a:pt x="15262" y="31768"/>
                        <a:pt x="15229" y="32066"/>
                        <a:pt x="15212" y="32364"/>
                      </a:cubicBezTo>
                      <a:cubicBezTo>
                        <a:pt x="15187" y="32662"/>
                        <a:pt x="15171" y="32961"/>
                        <a:pt x="15171" y="33259"/>
                      </a:cubicBezTo>
                      <a:cubicBezTo>
                        <a:pt x="15163" y="33400"/>
                        <a:pt x="15163" y="33541"/>
                        <a:pt x="15171" y="33682"/>
                      </a:cubicBezTo>
                      <a:cubicBezTo>
                        <a:pt x="15171" y="33839"/>
                        <a:pt x="15187" y="33996"/>
                        <a:pt x="15196" y="34154"/>
                      </a:cubicBezTo>
                      <a:cubicBezTo>
                        <a:pt x="15200" y="34174"/>
                        <a:pt x="15219" y="34185"/>
                        <a:pt x="15236" y="34185"/>
                      </a:cubicBezTo>
                      <a:cubicBezTo>
                        <a:pt x="15254" y="34185"/>
                        <a:pt x="15270" y="34174"/>
                        <a:pt x="15270" y="34154"/>
                      </a:cubicBezTo>
                      <a:cubicBezTo>
                        <a:pt x="15270" y="34112"/>
                        <a:pt x="15279" y="34071"/>
                        <a:pt x="15279" y="34029"/>
                      </a:cubicBezTo>
                      <a:cubicBezTo>
                        <a:pt x="15279" y="34046"/>
                        <a:pt x="15287" y="34054"/>
                        <a:pt x="15287" y="34071"/>
                      </a:cubicBezTo>
                      <a:cubicBezTo>
                        <a:pt x="15320" y="34203"/>
                        <a:pt x="15353" y="34336"/>
                        <a:pt x="15395" y="34477"/>
                      </a:cubicBezTo>
                      <a:cubicBezTo>
                        <a:pt x="15469" y="34750"/>
                        <a:pt x="15544" y="35032"/>
                        <a:pt x="15627" y="35305"/>
                      </a:cubicBezTo>
                      <a:cubicBezTo>
                        <a:pt x="15693" y="35562"/>
                        <a:pt x="15767" y="35819"/>
                        <a:pt x="15925" y="36035"/>
                      </a:cubicBezTo>
                      <a:cubicBezTo>
                        <a:pt x="16034" y="36173"/>
                        <a:pt x="16208" y="36325"/>
                        <a:pt x="16395" y="36325"/>
                      </a:cubicBezTo>
                      <a:cubicBezTo>
                        <a:pt x="16421" y="36325"/>
                        <a:pt x="16446" y="36322"/>
                        <a:pt x="16472" y="36316"/>
                      </a:cubicBezTo>
                      <a:cubicBezTo>
                        <a:pt x="16480" y="36325"/>
                        <a:pt x="16497" y="36333"/>
                        <a:pt x="16513" y="36333"/>
                      </a:cubicBezTo>
                      <a:cubicBezTo>
                        <a:pt x="16662" y="36391"/>
                        <a:pt x="16828" y="36432"/>
                        <a:pt x="16985" y="36482"/>
                      </a:cubicBezTo>
                      <a:cubicBezTo>
                        <a:pt x="17093" y="36515"/>
                        <a:pt x="17217" y="36548"/>
                        <a:pt x="17251" y="36673"/>
                      </a:cubicBezTo>
                      <a:cubicBezTo>
                        <a:pt x="17259" y="36722"/>
                        <a:pt x="17267" y="36772"/>
                        <a:pt x="17267" y="36822"/>
                      </a:cubicBezTo>
                      <a:cubicBezTo>
                        <a:pt x="17201" y="36780"/>
                        <a:pt x="17135" y="36739"/>
                        <a:pt x="17060" y="36697"/>
                      </a:cubicBezTo>
                      <a:cubicBezTo>
                        <a:pt x="16944" y="36639"/>
                        <a:pt x="16836" y="36590"/>
                        <a:pt x="16720" y="36540"/>
                      </a:cubicBezTo>
                      <a:cubicBezTo>
                        <a:pt x="16712" y="36537"/>
                        <a:pt x="16704" y="36535"/>
                        <a:pt x="16697" y="36535"/>
                      </a:cubicBezTo>
                      <a:cubicBezTo>
                        <a:pt x="16650" y="36535"/>
                        <a:pt x="16619" y="36595"/>
                        <a:pt x="16662" y="36631"/>
                      </a:cubicBezTo>
                      <a:cubicBezTo>
                        <a:pt x="16753" y="36706"/>
                        <a:pt x="16836" y="36772"/>
                        <a:pt x="16927" y="36838"/>
                      </a:cubicBezTo>
                      <a:cubicBezTo>
                        <a:pt x="17002" y="36896"/>
                        <a:pt x="17093" y="36946"/>
                        <a:pt x="17168" y="37004"/>
                      </a:cubicBezTo>
                      <a:cubicBezTo>
                        <a:pt x="17234" y="37054"/>
                        <a:pt x="17292" y="37112"/>
                        <a:pt x="17300" y="37195"/>
                      </a:cubicBezTo>
                      <a:cubicBezTo>
                        <a:pt x="17300" y="37269"/>
                        <a:pt x="17267" y="37352"/>
                        <a:pt x="17234" y="37418"/>
                      </a:cubicBezTo>
                      <a:cubicBezTo>
                        <a:pt x="17217" y="37435"/>
                        <a:pt x="17209" y="37460"/>
                        <a:pt x="17201" y="37476"/>
                      </a:cubicBezTo>
                      <a:cubicBezTo>
                        <a:pt x="17184" y="37493"/>
                        <a:pt x="17168" y="37509"/>
                        <a:pt x="17159" y="37534"/>
                      </a:cubicBezTo>
                      <a:cubicBezTo>
                        <a:pt x="17151" y="37518"/>
                        <a:pt x="17143" y="37509"/>
                        <a:pt x="17135" y="37501"/>
                      </a:cubicBezTo>
                      <a:cubicBezTo>
                        <a:pt x="17093" y="37443"/>
                        <a:pt x="17027" y="37393"/>
                        <a:pt x="16969" y="37352"/>
                      </a:cubicBezTo>
                      <a:cubicBezTo>
                        <a:pt x="16903" y="37302"/>
                        <a:pt x="16845" y="37253"/>
                        <a:pt x="16787" y="37203"/>
                      </a:cubicBezTo>
                      <a:cubicBezTo>
                        <a:pt x="16671" y="37095"/>
                        <a:pt x="16546" y="36996"/>
                        <a:pt x="16430" y="36880"/>
                      </a:cubicBezTo>
                      <a:cubicBezTo>
                        <a:pt x="16420" y="36871"/>
                        <a:pt x="16409" y="36868"/>
                        <a:pt x="16399" y="36868"/>
                      </a:cubicBezTo>
                      <a:cubicBezTo>
                        <a:pt x="16358" y="36868"/>
                        <a:pt x="16323" y="36923"/>
                        <a:pt x="16356" y="36963"/>
                      </a:cubicBezTo>
                      <a:cubicBezTo>
                        <a:pt x="16430" y="37070"/>
                        <a:pt x="16513" y="37178"/>
                        <a:pt x="16604" y="37269"/>
                      </a:cubicBezTo>
                      <a:cubicBezTo>
                        <a:pt x="16695" y="37369"/>
                        <a:pt x="16787" y="37460"/>
                        <a:pt x="16886" y="37551"/>
                      </a:cubicBezTo>
                      <a:cubicBezTo>
                        <a:pt x="16911" y="37576"/>
                        <a:pt x="16936" y="37592"/>
                        <a:pt x="16961" y="37609"/>
                      </a:cubicBezTo>
                      <a:lnTo>
                        <a:pt x="16969" y="37625"/>
                      </a:lnTo>
                      <a:cubicBezTo>
                        <a:pt x="16944" y="37659"/>
                        <a:pt x="16894" y="37692"/>
                        <a:pt x="16861" y="37717"/>
                      </a:cubicBezTo>
                      <a:cubicBezTo>
                        <a:pt x="16811" y="37750"/>
                        <a:pt x="16753" y="37791"/>
                        <a:pt x="16704" y="37824"/>
                      </a:cubicBezTo>
                      <a:cubicBezTo>
                        <a:pt x="16662" y="37849"/>
                        <a:pt x="16621" y="37874"/>
                        <a:pt x="16596" y="37899"/>
                      </a:cubicBezTo>
                      <a:cubicBezTo>
                        <a:pt x="16567" y="37905"/>
                        <a:pt x="16538" y="37907"/>
                        <a:pt x="16511" y="37907"/>
                      </a:cubicBezTo>
                      <a:cubicBezTo>
                        <a:pt x="16460" y="37907"/>
                        <a:pt x="16412" y="37898"/>
                        <a:pt x="16364" y="37882"/>
                      </a:cubicBezTo>
                      <a:cubicBezTo>
                        <a:pt x="16273" y="37857"/>
                        <a:pt x="16207" y="37791"/>
                        <a:pt x="16124" y="37741"/>
                      </a:cubicBezTo>
                      <a:cubicBezTo>
                        <a:pt x="16049" y="37692"/>
                        <a:pt x="15966" y="37659"/>
                        <a:pt x="15875" y="37625"/>
                      </a:cubicBezTo>
                      <a:cubicBezTo>
                        <a:pt x="15701" y="37567"/>
                        <a:pt x="15519" y="37518"/>
                        <a:pt x="15345" y="37476"/>
                      </a:cubicBezTo>
                      <a:cubicBezTo>
                        <a:pt x="15295" y="37435"/>
                        <a:pt x="15229" y="37418"/>
                        <a:pt x="15171" y="37393"/>
                      </a:cubicBezTo>
                      <a:cubicBezTo>
                        <a:pt x="15080" y="37360"/>
                        <a:pt x="14997" y="37311"/>
                        <a:pt x="14914" y="37261"/>
                      </a:cubicBezTo>
                      <a:cubicBezTo>
                        <a:pt x="14748" y="37161"/>
                        <a:pt x="14641" y="37037"/>
                        <a:pt x="14583" y="36855"/>
                      </a:cubicBezTo>
                      <a:cubicBezTo>
                        <a:pt x="14525" y="36681"/>
                        <a:pt x="14508" y="36490"/>
                        <a:pt x="14491" y="36308"/>
                      </a:cubicBezTo>
                      <a:cubicBezTo>
                        <a:pt x="14467" y="36159"/>
                        <a:pt x="14433" y="36018"/>
                        <a:pt x="14367" y="35885"/>
                      </a:cubicBezTo>
                      <a:cubicBezTo>
                        <a:pt x="14359" y="35819"/>
                        <a:pt x="14351" y="35761"/>
                        <a:pt x="14342" y="35703"/>
                      </a:cubicBezTo>
                      <a:cubicBezTo>
                        <a:pt x="14309" y="35513"/>
                        <a:pt x="14251" y="35314"/>
                        <a:pt x="14177" y="35131"/>
                      </a:cubicBezTo>
                      <a:cubicBezTo>
                        <a:pt x="14110" y="34966"/>
                        <a:pt x="14036" y="34783"/>
                        <a:pt x="13903" y="34651"/>
                      </a:cubicBezTo>
                      <a:cubicBezTo>
                        <a:pt x="13820" y="34568"/>
                        <a:pt x="13729" y="34493"/>
                        <a:pt x="13638" y="34427"/>
                      </a:cubicBezTo>
                      <a:cubicBezTo>
                        <a:pt x="13671" y="34402"/>
                        <a:pt x="13696" y="34369"/>
                        <a:pt x="13679" y="34328"/>
                      </a:cubicBezTo>
                      <a:cubicBezTo>
                        <a:pt x="13555" y="34087"/>
                        <a:pt x="13423" y="33864"/>
                        <a:pt x="13448" y="33582"/>
                      </a:cubicBezTo>
                      <a:cubicBezTo>
                        <a:pt x="13464" y="33309"/>
                        <a:pt x="13547" y="33044"/>
                        <a:pt x="13580" y="32770"/>
                      </a:cubicBezTo>
                      <a:cubicBezTo>
                        <a:pt x="13646" y="32207"/>
                        <a:pt x="13605" y="31635"/>
                        <a:pt x="13539" y="31072"/>
                      </a:cubicBezTo>
                      <a:cubicBezTo>
                        <a:pt x="13514" y="30873"/>
                        <a:pt x="13481" y="30674"/>
                        <a:pt x="13448" y="30483"/>
                      </a:cubicBezTo>
                      <a:cubicBezTo>
                        <a:pt x="13439" y="30268"/>
                        <a:pt x="13431" y="30052"/>
                        <a:pt x="13398" y="29845"/>
                      </a:cubicBezTo>
                      <a:cubicBezTo>
                        <a:pt x="13398" y="29829"/>
                        <a:pt x="13381" y="29812"/>
                        <a:pt x="13373" y="29812"/>
                      </a:cubicBezTo>
                      <a:cubicBezTo>
                        <a:pt x="13373" y="29729"/>
                        <a:pt x="13373" y="29638"/>
                        <a:pt x="13365" y="29555"/>
                      </a:cubicBezTo>
                      <a:cubicBezTo>
                        <a:pt x="13348" y="29257"/>
                        <a:pt x="13307" y="28959"/>
                        <a:pt x="13249" y="28661"/>
                      </a:cubicBezTo>
                      <a:cubicBezTo>
                        <a:pt x="13224" y="28511"/>
                        <a:pt x="13191" y="28362"/>
                        <a:pt x="13149" y="28221"/>
                      </a:cubicBezTo>
                      <a:cubicBezTo>
                        <a:pt x="13116" y="28064"/>
                        <a:pt x="13075" y="27907"/>
                        <a:pt x="13008" y="27774"/>
                      </a:cubicBezTo>
                      <a:cubicBezTo>
                        <a:pt x="13000" y="27754"/>
                        <a:pt x="12979" y="27744"/>
                        <a:pt x="12959" y="27744"/>
                      </a:cubicBezTo>
                      <a:cubicBezTo>
                        <a:pt x="12938" y="27744"/>
                        <a:pt x="12917" y="27756"/>
                        <a:pt x="12917" y="27782"/>
                      </a:cubicBezTo>
                      <a:cubicBezTo>
                        <a:pt x="12909" y="28089"/>
                        <a:pt x="13000" y="28395"/>
                        <a:pt x="13050" y="28694"/>
                      </a:cubicBezTo>
                      <a:cubicBezTo>
                        <a:pt x="13108" y="28984"/>
                        <a:pt x="13149" y="29282"/>
                        <a:pt x="13174" y="29588"/>
                      </a:cubicBezTo>
                      <a:cubicBezTo>
                        <a:pt x="13207" y="30011"/>
                        <a:pt x="13191" y="30434"/>
                        <a:pt x="13224" y="30856"/>
                      </a:cubicBezTo>
                      <a:cubicBezTo>
                        <a:pt x="13207" y="31121"/>
                        <a:pt x="13191" y="31386"/>
                        <a:pt x="13149" y="31660"/>
                      </a:cubicBezTo>
                      <a:cubicBezTo>
                        <a:pt x="13058" y="32190"/>
                        <a:pt x="12859" y="32712"/>
                        <a:pt x="12520" y="33135"/>
                      </a:cubicBezTo>
                      <a:cubicBezTo>
                        <a:pt x="12321" y="33392"/>
                        <a:pt x="12080" y="33624"/>
                        <a:pt x="11848" y="33847"/>
                      </a:cubicBezTo>
                      <a:cubicBezTo>
                        <a:pt x="11808" y="33888"/>
                        <a:pt x="11844" y="33950"/>
                        <a:pt x="11890" y="33950"/>
                      </a:cubicBezTo>
                      <a:cubicBezTo>
                        <a:pt x="11901" y="33950"/>
                        <a:pt x="11912" y="33946"/>
                        <a:pt x="11923" y="33938"/>
                      </a:cubicBezTo>
                      <a:cubicBezTo>
                        <a:pt x="12122" y="33764"/>
                        <a:pt x="12321" y="33599"/>
                        <a:pt x="12511" y="33408"/>
                      </a:cubicBezTo>
                      <a:lnTo>
                        <a:pt x="12511" y="33408"/>
                      </a:lnTo>
                      <a:cubicBezTo>
                        <a:pt x="12445" y="33566"/>
                        <a:pt x="12379" y="33731"/>
                        <a:pt x="12304" y="33880"/>
                      </a:cubicBezTo>
                      <a:cubicBezTo>
                        <a:pt x="12163" y="34203"/>
                        <a:pt x="11981" y="34502"/>
                        <a:pt x="11840" y="34817"/>
                      </a:cubicBezTo>
                      <a:cubicBezTo>
                        <a:pt x="11823" y="34863"/>
                        <a:pt x="11858" y="34893"/>
                        <a:pt x="11895" y="34893"/>
                      </a:cubicBezTo>
                      <a:cubicBezTo>
                        <a:pt x="11911" y="34893"/>
                        <a:pt x="11927" y="34887"/>
                        <a:pt x="11940" y="34875"/>
                      </a:cubicBezTo>
                      <a:cubicBezTo>
                        <a:pt x="12014" y="34783"/>
                        <a:pt x="12089" y="34692"/>
                        <a:pt x="12147" y="34593"/>
                      </a:cubicBezTo>
                      <a:lnTo>
                        <a:pt x="12147" y="34593"/>
                      </a:lnTo>
                      <a:cubicBezTo>
                        <a:pt x="12130" y="34825"/>
                        <a:pt x="12047" y="35049"/>
                        <a:pt x="11931" y="35239"/>
                      </a:cubicBezTo>
                      <a:cubicBezTo>
                        <a:pt x="11857" y="35347"/>
                        <a:pt x="11774" y="35446"/>
                        <a:pt x="11683" y="35529"/>
                      </a:cubicBezTo>
                      <a:cubicBezTo>
                        <a:pt x="11658" y="35546"/>
                        <a:pt x="11641" y="35571"/>
                        <a:pt x="11616" y="35587"/>
                      </a:cubicBezTo>
                      <a:cubicBezTo>
                        <a:pt x="11592" y="35438"/>
                        <a:pt x="11567" y="35289"/>
                        <a:pt x="11542" y="35140"/>
                      </a:cubicBezTo>
                      <a:cubicBezTo>
                        <a:pt x="11509" y="34883"/>
                        <a:pt x="11476" y="34626"/>
                        <a:pt x="11442" y="34361"/>
                      </a:cubicBezTo>
                      <a:cubicBezTo>
                        <a:pt x="11409" y="34096"/>
                        <a:pt x="11368" y="33831"/>
                        <a:pt x="11343" y="33557"/>
                      </a:cubicBezTo>
                      <a:cubicBezTo>
                        <a:pt x="11339" y="33535"/>
                        <a:pt x="11323" y="33525"/>
                        <a:pt x="11305" y="33525"/>
                      </a:cubicBezTo>
                      <a:cubicBezTo>
                        <a:pt x="11283" y="33525"/>
                        <a:pt x="11260" y="33541"/>
                        <a:pt x="11260" y="33574"/>
                      </a:cubicBezTo>
                      <a:cubicBezTo>
                        <a:pt x="11260" y="33839"/>
                        <a:pt x="11260" y="34104"/>
                        <a:pt x="11285" y="34369"/>
                      </a:cubicBezTo>
                      <a:cubicBezTo>
                        <a:pt x="11302" y="34634"/>
                        <a:pt x="11326" y="34899"/>
                        <a:pt x="11360" y="35165"/>
                      </a:cubicBezTo>
                      <a:cubicBezTo>
                        <a:pt x="11384" y="35421"/>
                        <a:pt x="11426" y="35678"/>
                        <a:pt x="11467" y="35935"/>
                      </a:cubicBezTo>
                      <a:cubicBezTo>
                        <a:pt x="11476" y="35993"/>
                        <a:pt x="11484" y="36051"/>
                        <a:pt x="11500" y="36109"/>
                      </a:cubicBezTo>
                      <a:cubicBezTo>
                        <a:pt x="11509" y="36341"/>
                        <a:pt x="11542" y="36573"/>
                        <a:pt x="11592" y="36797"/>
                      </a:cubicBezTo>
                      <a:cubicBezTo>
                        <a:pt x="11650" y="37037"/>
                        <a:pt x="11724" y="37269"/>
                        <a:pt x="11790" y="37509"/>
                      </a:cubicBezTo>
                      <a:cubicBezTo>
                        <a:pt x="11824" y="37609"/>
                        <a:pt x="11857" y="37708"/>
                        <a:pt x="11915" y="37808"/>
                      </a:cubicBezTo>
                      <a:cubicBezTo>
                        <a:pt x="11973" y="37891"/>
                        <a:pt x="12047" y="37965"/>
                        <a:pt x="12122" y="38031"/>
                      </a:cubicBezTo>
                      <a:cubicBezTo>
                        <a:pt x="12213" y="38114"/>
                        <a:pt x="12304" y="38189"/>
                        <a:pt x="12395" y="38272"/>
                      </a:cubicBezTo>
                      <a:cubicBezTo>
                        <a:pt x="12412" y="38288"/>
                        <a:pt x="12428" y="38297"/>
                        <a:pt x="12445" y="38313"/>
                      </a:cubicBezTo>
                      <a:cubicBezTo>
                        <a:pt x="12453" y="38321"/>
                        <a:pt x="12462" y="38338"/>
                        <a:pt x="12470" y="38346"/>
                      </a:cubicBezTo>
                      <a:cubicBezTo>
                        <a:pt x="12528" y="38421"/>
                        <a:pt x="12594" y="38495"/>
                        <a:pt x="12660" y="38570"/>
                      </a:cubicBezTo>
                      <a:cubicBezTo>
                        <a:pt x="12718" y="38636"/>
                        <a:pt x="12776" y="38711"/>
                        <a:pt x="12776" y="38802"/>
                      </a:cubicBezTo>
                      <a:cubicBezTo>
                        <a:pt x="12776" y="38835"/>
                        <a:pt x="12768" y="38868"/>
                        <a:pt x="12768" y="38901"/>
                      </a:cubicBezTo>
                      <a:cubicBezTo>
                        <a:pt x="12694" y="38835"/>
                        <a:pt x="12611" y="38777"/>
                        <a:pt x="12536" y="38719"/>
                      </a:cubicBezTo>
                      <a:cubicBezTo>
                        <a:pt x="12453" y="38661"/>
                        <a:pt x="12362" y="38587"/>
                        <a:pt x="12329" y="38487"/>
                      </a:cubicBezTo>
                      <a:cubicBezTo>
                        <a:pt x="12321" y="38446"/>
                        <a:pt x="12288" y="38426"/>
                        <a:pt x="12256" y="38426"/>
                      </a:cubicBezTo>
                      <a:cubicBezTo>
                        <a:pt x="12217" y="38426"/>
                        <a:pt x="12179" y="38454"/>
                        <a:pt x="12188" y="38504"/>
                      </a:cubicBezTo>
                      <a:cubicBezTo>
                        <a:pt x="12213" y="38744"/>
                        <a:pt x="12420" y="38876"/>
                        <a:pt x="12578" y="39034"/>
                      </a:cubicBezTo>
                      <a:cubicBezTo>
                        <a:pt x="12644" y="39100"/>
                        <a:pt x="12702" y="39175"/>
                        <a:pt x="12710" y="39258"/>
                      </a:cubicBezTo>
                      <a:cubicBezTo>
                        <a:pt x="12710" y="39332"/>
                        <a:pt x="12685" y="39390"/>
                        <a:pt x="12660" y="39448"/>
                      </a:cubicBezTo>
                      <a:cubicBezTo>
                        <a:pt x="12644" y="39498"/>
                        <a:pt x="12627" y="39556"/>
                        <a:pt x="12627" y="39606"/>
                      </a:cubicBezTo>
                      <a:cubicBezTo>
                        <a:pt x="12619" y="39614"/>
                        <a:pt x="12611" y="39614"/>
                        <a:pt x="12611" y="39622"/>
                      </a:cubicBezTo>
                      <a:lnTo>
                        <a:pt x="12602" y="39622"/>
                      </a:lnTo>
                      <a:lnTo>
                        <a:pt x="12578" y="39630"/>
                      </a:lnTo>
                      <a:lnTo>
                        <a:pt x="12569" y="39639"/>
                      </a:lnTo>
                      <a:lnTo>
                        <a:pt x="12561" y="39639"/>
                      </a:lnTo>
                      <a:lnTo>
                        <a:pt x="12528" y="39647"/>
                      </a:lnTo>
                      <a:cubicBezTo>
                        <a:pt x="12462" y="39655"/>
                        <a:pt x="12387" y="39664"/>
                        <a:pt x="12312" y="39672"/>
                      </a:cubicBezTo>
                      <a:cubicBezTo>
                        <a:pt x="12238" y="39688"/>
                        <a:pt x="12163" y="39688"/>
                        <a:pt x="12097" y="39705"/>
                      </a:cubicBezTo>
                      <a:lnTo>
                        <a:pt x="12080" y="39705"/>
                      </a:lnTo>
                      <a:cubicBezTo>
                        <a:pt x="12080" y="39572"/>
                        <a:pt x="12039" y="39432"/>
                        <a:pt x="11973" y="39324"/>
                      </a:cubicBezTo>
                      <a:cubicBezTo>
                        <a:pt x="11931" y="39249"/>
                        <a:pt x="11882" y="39191"/>
                        <a:pt x="11832" y="39133"/>
                      </a:cubicBezTo>
                      <a:cubicBezTo>
                        <a:pt x="11782" y="39084"/>
                        <a:pt x="11732" y="39034"/>
                        <a:pt x="11724" y="38959"/>
                      </a:cubicBezTo>
                      <a:cubicBezTo>
                        <a:pt x="11724" y="38918"/>
                        <a:pt x="11689" y="38897"/>
                        <a:pt x="11654" y="38897"/>
                      </a:cubicBezTo>
                      <a:cubicBezTo>
                        <a:pt x="11618" y="38897"/>
                        <a:pt x="11583" y="38918"/>
                        <a:pt x="11583" y="38959"/>
                      </a:cubicBezTo>
                      <a:cubicBezTo>
                        <a:pt x="11575" y="39100"/>
                        <a:pt x="11666" y="39200"/>
                        <a:pt x="11732" y="39316"/>
                      </a:cubicBezTo>
                      <a:cubicBezTo>
                        <a:pt x="11790" y="39423"/>
                        <a:pt x="11832" y="39548"/>
                        <a:pt x="11848" y="39664"/>
                      </a:cubicBezTo>
                      <a:lnTo>
                        <a:pt x="11848" y="39680"/>
                      </a:lnTo>
                      <a:cubicBezTo>
                        <a:pt x="11782" y="39664"/>
                        <a:pt x="11716" y="39647"/>
                        <a:pt x="11650" y="39622"/>
                      </a:cubicBezTo>
                      <a:cubicBezTo>
                        <a:pt x="11525" y="39572"/>
                        <a:pt x="11401" y="39523"/>
                        <a:pt x="11277" y="39481"/>
                      </a:cubicBezTo>
                      <a:cubicBezTo>
                        <a:pt x="11003" y="39382"/>
                        <a:pt x="10722" y="39307"/>
                        <a:pt x="10440" y="39274"/>
                      </a:cubicBezTo>
                      <a:lnTo>
                        <a:pt x="10415" y="39274"/>
                      </a:lnTo>
                      <a:cubicBezTo>
                        <a:pt x="10374" y="39249"/>
                        <a:pt x="10332" y="39224"/>
                        <a:pt x="10291" y="39200"/>
                      </a:cubicBezTo>
                      <a:cubicBezTo>
                        <a:pt x="10208" y="39150"/>
                        <a:pt x="10117" y="39100"/>
                        <a:pt x="10034" y="39050"/>
                      </a:cubicBezTo>
                      <a:cubicBezTo>
                        <a:pt x="9885" y="38968"/>
                        <a:pt x="9736" y="38876"/>
                        <a:pt x="9686" y="38703"/>
                      </a:cubicBezTo>
                      <a:cubicBezTo>
                        <a:pt x="9644" y="38520"/>
                        <a:pt x="9686" y="38321"/>
                        <a:pt x="9694" y="38139"/>
                      </a:cubicBezTo>
                      <a:cubicBezTo>
                        <a:pt x="9694" y="37949"/>
                        <a:pt x="9694" y="37733"/>
                        <a:pt x="9611" y="37559"/>
                      </a:cubicBezTo>
                      <a:cubicBezTo>
                        <a:pt x="9604" y="37537"/>
                        <a:pt x="9585" y="37526"/>
                        <a:pt x="9566" y="37526"/>
                      </a:cubicBezTo>
                      <a:cubicBezTo>
                        <a:pt x="9542" y="37526"/>
                        <a:pt x="9517" y="37543"/>
                        <a:pt x="9512" y="37576"/>
                      </a:cubicBezTo>
                      <a:cubicBezTo>
                        <a:pt x="9512" y="37592"/>
                        <a:pt x="9512" y="37601"/>
                        <a:pt x="9512" y="37617"/>
                      </a:cubicBezTo>
                      <a:cubicBezTo>
                        <a:pt x="9512" y="37617"/>
                        <a:pt x="9504" y="37609"/>
                        <a:pt x="9504" y="37609"/>
                      </a:cubicBezTo>
                      <a:cubicBezTo>
                        <a:pt x="9504" y="37601"/>
                        <a:pt x="9495" y="37584"/>
                        <a:pt x="9495" y="37576"/>
                      </a:cubicBezTo>
                      <a:cubicBezTo>
                        <a:pt x="9470" y="37493"/>
                        <a:pt x="9512" y="37402"/>
                        <a:pt x="9528" y="37327"/>
                      </a:cubicBezTo>
                      <a:cubicBezTo>
                        <a:pt x="9553" y="37228"/>
                        <a:pt x="9570" y="37120"/>
                        <a:pt x="9586" y="37021"/>
                      </a:cubicBezTo>
                      <a:cubicBezTo>
                        <a:pt x="9620" y="36789"/>
                        <a:pt x="9636" y="36557"/>
                        <a:pt x="9636" y="36325"/>
                      </a:cubicBezTo>
                      <a:cubicBezTo>
                        <a:pt x="9678" y="36225"/>
                        <a:pt x="9678" y="36109"/>
                        <a:pt x="9686" y="36018"/>
                      </a:cubicBezTo>
                      <a:cubicBezTo>
                        <a:pt x="9694" y="35852"/>
                        <a:pt x="9686" y="35695"/>
                        <a:pt x="9678" y="35537"/>
                      </a:cubicBezTo>
                      <a:cubicBezTo>
                        <a:pt x="9653" y="35231"/>
                        <a:pt x="9586" y="34924"/>
                        <a:pt x="9504" y="34626"/>
                      </a:cubicBezTo>
                      <a:cubicBezTo>
                        <a:pt x="9491" y="34607"/>
                        <a:pt x="9474" y="34598"/>
                        <a:pt x="9452" y="34598"/>
                      </a:cubicBezTo>
                      <a:cubicBezTo>
                        <a:pt x="9445" y="34598"/>
                        <a:pt x="9437" y="34599"/>
                        <a:pt x="9429" y="34601"/>
                      </a:cubicBezTo>
                      <a:lnTo>
                        <a:pt x="9487" y="33731"/>
                      </a:lnTo>
                      <a:cubicBezTo>
                        <a:pt x="9492" y="33690"/>
                        <a:pt x="9458" y="33666"/>
                        <a:pt x="9426" y="33666"/>
                      </a:cubicBezTo>
                      <a:cubicBezTo>
                        <a:pt x="9400" y="33666"/>
                        <a:pt x="9375" y="33681"/>
                        <a:pt x="9371" y="33715"/>
                      </a:cubicBezTo>
                      <a:lnTo>
                        <a:pt x="9338" y="33955"/>
                      </a:lnTo>
                      <a:cubicBezTo>
                        <a:pt x="9338" y="33855"/>
                        <a:pt x="9330" y="33756"/>
                        <a:pt x="9321" y="33665"/>
                      </a:cubicBezTo>
                      <a:cubicBezTo>
                        <a:pt x="9296" y="33474"/>
                        <a:pt x="9272" y="33292"/>
                        <a:pt x="9238" y="33110"/>
                      </a:cubicBezTo>
                      <a:cubicBezTo>
                        <a:pt x="9197" y="32928"/>
                        <a:pt x="9131" y="32745"/>
                        <a:pt x="9147" y="32555"/>
                      </a:cubicBezTo>
                      <a:cubicBezTo>
                        <a:pt x="9147" y="32522"/>
                        <a:pt x="9120" y="32502"/>
                        <a:pt x="9096" y="32502"/>
                      </a:cubicBezTo>
                      <a:cubicBezTo>
                        <a:pt x="9077" y="32502"/>
                        <a:pt x="9060" y="32513"/>
                        <a:pt x="9056" y="32538"/>
                      </a:cubicBezTo>
                      <a:cubicBezTo>
                        <a:pt x="9056" y="32571"/>
                        <a:pt x="9048" y="32596"/>
                        <a:pt x="9048" y="32621"/>
                      </a:cubicBezTo>
                      <a:cubicBezTo>
                        <a:pt x="9040" y="32555"/>
                        <a:pt x="9023" y="32488"/>
                        <a:pt x="9015" y="32414"/>
                      </a:cubicBezTo>
                      <a:cubicBezTo>
                        <a:pt x="8982" y="32157"/>
                        <a:pt x="8932" y="31892"/>
                        <a:pt x="8907" y="31627"/>
                      </a:cubicBezTo>
                      <a:cubicBezTo>
                        <a:pt x="8903" y="31598"/>
                        <a:pt x="8880" y="31583"/>
                        <a:pt x="8858" y="31583"/>
                      </a:cubicBezTo>
                      <a:cubicBezTo>
                        <a:pt x="8837" y="31583"/>
                        <a:pt x="8816" y="31598"/>
                        <a:pt x="8816" y="31627"/>
                      </a:cubicBezTo>
                      <a:cubicBezTo>
                        <a:pt x="8816" y="31652"/>
                        <a:pt x="8808" y="31676"/>
                        <a:pt x="8808" y="31701"/>
                      </a:cubicBezTo>
                      <a:cubicBezTo>
                        <a:pt x="8791" y="31569"/>
                        <a:pt x="8774" y="31436"/>
                        <a:pt x="8766" y="31304"/>
                      </a:cubicBezTo>
                      <a:cubicBezTo>
                        <a:pt x="8750" y="31121"/>
                        <a:pt x="8758" y="30947"/>
                        <a:pt x="8783" y="30765"/>
                      </a:cubicBezTo>
                      <a:cubicBezTo>
                        <a:pt x="8808" y="30591"/>
                        <a:pt x="8857" y="30409"/>
                        <a:pt x="8841" y="30235"/>
                      </a:cubicBezTo>
                      <a:cubicBezTo>
                        <a:pt x="8841" y="30203"/>
                        <a:pt x="8819" y="30189"/>
                        <a:pt x="8795" y="30189"/>
                      </a:cubicBezTo>
                      <a:cubicBezTo>
                        <a:pt x="8775" y="30189"/>
                        <a:pt x="8753" y="30199"/>
                        <a:pt x="8741" y="30218"/>
                      </a:cubicBezTo>
                      <a:cubicBezTo>
                        <a:pt x="8692" y="30334"/>
                        <a:pt x="8658" y="30475"/>
                        <a:pt x="8634" y="30599"/>
                      </a:cubicBezTo>
                      <a:cubicBezTo>
                        <a:pt x="8625" y="30458"/>
                        <a:pt x="8617" y="30326"/>
                        <a:pt x="8617" y="30185"/>
                      </a:cubicBezTo>
                      <a:cubicBezTo>
                        <a:pt x="8609" y="29878"/>
                        <a:pt x="8600" y="29572"/>
                        <a:pt x="8600" y="29274"/>
                      </a:cubicBezTo>
                      <a:cubicBezTo>
                        <a:pt x="8600" y="29241"/>
                        <a:pt x="8574" y="29221"/>
                        <a:pt x="8549" y="29221"/>
                      </a:cubicBezTo>
                      <a:cubicBezTo>
                        <a:pt x="8530" y="29221"/>
                        <a:pt x="8513" y="29232"/>
                        <a:pt x="8509" y="29257"/>
                      </a:cubicBezTo>
                      <a:cubicBezTo>
                        <a:pt x="8460" y="29564"/>
                        <a:pt x="8443" y="29870"/>
                        <a:pt x="8443" y="30185"/>
                      </a:cubicBezTo>
                      <a:cubicBezTo>
                        <a:pt x="8443" y="30334"/>
                        <a:pt x="8443" y="30475"/>
                        <a:pt x="8451" y="30624"/>
                      </a:cubicBezTo>
                      <a:cubicBezTo>
                        <a:pt x="8460" y="30773"/>
                        <a:pt x="8460" y="30947"/>
                        <a:pt x="8526" y="31080"/>
                      </a:cubicBezTo>
                      <a:cubicBezTo>
                        <a:pt x="8534" y="31105"/>
                        <a:pt x="8542" y="31113"/>
                        <a:pt x="8559" y="31113"/>
                      </a:cubicBezTo>
                      <a:cubicBezTo>
                        <a:pt x="8559" y="31179"/>
                        <a:pt x="8559" y="31237"/>
                        <a:pt x="8559" y="31304"/>
                      </a:cubicBezTo>
                      <a:cubicBezTo>
                        <a:pt x="8576" y="31494"/>
                        <a:pt x="8600" y="31685"/>
                        <a:pt x="8625" y="31875"/>
                      </a:cubicBezTo>
                      <a:cubicBezTo>
                        <a:pt x="8634" y="31966"/>
                        <a:pt x="8642" y="32066"/>
                        <a:pt x="8658" y="32157"/>
                      </a:cubicBezTo>
                      <a:cubicBezTo>
                        <a:pt x="8675" y="32248"/>
                        <a:pt x="8692" y="32348"/>
                        <a:pt x="8741" y="32422"/>
                      </a:cubicBezTo>
                      <a:cubicBezTo>
                        <a:pt x="8752" y="32432"/>
                        <a:pt x="8768" y="32439"/>
                        <a:pt x="8785" y="32439"/>
                      </a:cubicBezTo>
                      <a:cubicBezTo>
                        <a:pt x="8796" y="32439"/>
                        <a:pt x="8806" y="32437"/>
                        <a:pt x="8816" y="32430"/>
                      </a:cubicBezTo>
                      <a:cubicBezTo>
                        <a:pt x="8824" y="32563"/>
                        <a:pt x="8849" y="32687"/>
                        <a:pt x="8866" y="32820"/>
                      </a:cubicBezTo>
                      <a:cubicBezTo>
                        <a:pt x="8890" y="32952"/>
                        <a:pt x="8907" y="33093"/>
                        <a:pt x="8998" y="33193"/>
                      </a:cubicBezTo>
                      <a:cubicBezTo>
                        <a:pt x="9013" y="33207"/>
                        <a:pt x="9033" y="33216"/>
                        <a:pt x="9052" y="33216"/>
                      </a:cubicBezTo>
                      <a:cubicBezTo>
                        <a:pt x="9066" y="33216"/>
                        <a:pt x="9079" y="33211"/>
                        <a:pt x="9089" y="33201"/>
                      </a:cubicBezTo>
                      <a:cubicBezTo>
                        <a:pt x="9106" y="33350"/>
                        <a:pt x="9122" y="33491"/>
                        <a:pt x="9139" y="33640"/>
                      </a:cubicBezTo>
                      <a:cubicBezTo>
                        <a:pt x="9156" y="33831"/>
                        <a:pt x="9156" y="34021"/>
                        <a:pt x="9164" y="34212"/>
                      </a:cubicBezTo>
                      <a:cubicBezTo>
                        <a:pt x="9164" y="34311"/>
                        <a:pt x="9164" y="34402"/>
                        <a:pt x="9172" y="34502"/>
                      </a:cubicBezTo>
                      <a:cubicBezTo>
                        <a:pt x="9172" y="34593"/>
                        <a:pt x="9164" y="34684"/>
                        <a:pt x="9197" y="34775"/>
                      </a:cubicBezTo>
                      <a:cubicBezTo>
                        <a:pt x="9197" y="34800"/>
                        <a:pt x="9214" y="34808"/>
                        <a:pt x="9230" y="34808"/>
                      </a:cubicBezTo>
                      <a:cubicBezTo>
                        <a:pt x="9214" y="34949"/>
                        <a:pt x="9205" y="35090"/>
                        <a:pt x="9205" y="35231"/>
                      </a:cubicBezTo>
                      <a:cubicBezTo>
                        <a:pt x="9197" y="35380"/>
                        <a:pt x="9205" y="35546"/>
                        <a:pt x="9280" y="35678"/>
                      </a:cubicBezTo>
                      <a:cubicBezTo>
                        <a:pt x="9291" y="35693"/>
                        <a:pt x="9308" y="35699"/>
                        <a:pt x="9325" y="35699"/>
                      </a:cubicBezTo>
                      <a:cubicBezTo>
                        <a:pt x="9346" y="35699"/>
                        <a:pt x="9366" y="35689"/>
                        <a:pt x="9371" y="35670"/>
                      </a:cubicBezTo>
                      <a:cubicBezTo>
                        <a:pt x="9421" y="35521"/>
                        <a:pt x="9396" y="35347"/>
                        <a:pt x="9404" y="35189"/>
                      </a:cubicBezTo>
                      <a:cubicBezTo>
                        <a:pt x="9404" y="35065"/>
                        <a:pt x="9412" y="34933"/>
                        <a:pt x="9421" y="34800"/>
                      </a:cubicBezTo>
                      <a:cubicBezTo>
                        <a:pt x="9462" y="35049"/>
                        <a:pt x="9479" y="35297"/>
                        <a:pt x="9479" y="35546"/>
                      </a:cubicBezTo>
                      <a:cubicBezTo>
                        <a:pt x="9479" y="35695"/>
                        <a:pt x="9479" y="35836"/>
                        <a:pt x="9470" y="35985"/>
                      </a:cubicBezTo>
                      <a:cubicBezTo>
                        <a:pt x="9462" y="36109"/>
                        <a:pt x="9437" y="36267"/>
                        <a:pt x="9470" y="36391"/>
                      </a:cubicBezTo>
                      <a:cubicBezTo>
                        <a:pt x="9446" y="36615"/>
                        <a:pt x="9412" y="36838"/>
                        <a:pt x="9371" y="37054"/>
                      </a:cubicBezTo>
                      <a:cubicBezTo>
                        <a:pt x="9354" y="37112"/>
                        <a:pt x="9346" y="37170"/>
                        <a:pt x="9330" y="37228"/>
                      </a:cubicBezTo>
                      <a:cubicBezTo>
                        <a:pt x="9305" y="37186"/>
                        <a:pt x="9272" y="37137"/>
                        <a:pt x="9230" y="37103"/>
                      </a:cubicBezTo>
                      <a:cubicBezTo>
                        <a:pt x="9147" y="37035"/>
                        <a:pt x="9050" y="37013"/>
                        <a:pt x="8950" y="37013"/>
                      </a:cubicBezTo>
                      <a:cubicBezTo>
                        <a:pt x="8880" y="37013"/>
                        <a:pt x="8809" y="37024"/>
                        <a:pt x="8741" y="37037"/>
                      </a:cubicBezTo>
                      <a:cubicBezTo>
                        <a:pt x="8559" y="37079"/>
                        <a:pt x="8368" y="37095"/>
                        <a:pt x="8178" y="37095"/>
                      </a:cubicBezTo>
                      <a:cubicBezTo>
                        <a:pt x="8128" y="37087"/>
                        <a:pt x="8079" y="37087"/>
                        <a:pt x="8037" y="37079"/>
                      </a:cubicBezTo>
                      <a:cubicBezTo>
                        <a:pt x="7963" y="37037"/>
                        <a:pt x="7896" y="36987"/>
                        <a:pt x="7822" y="36946"/>
                      </a:cubicBezTo>
                      <a:cubicBezTo>
                        <a:pt x="7747" y="36896"/>
                        <a:pt x="7673" y="36855"/>
                        <a:pt x="7598" y="36805"/>
                      </a:cubicBezTo>
                      <a:cubicBezTo>
                        <a:pt x="7523" y="36764"/>
                        <a:pt x="7424" y="36722"/>
                        <a:pt x="7374" y="36656"/>
                      </a:cubicBezTo>
                      <a:cubicBezTo>
                        <a:pt x="7333" y="36606"/>
                        <a:pt x="7341" y="36507"/>
                        <a:pt x="7341" y="36441"/>
                      </a:cubicBezTo>
                      <a:lnTo>
                        <a:pt x="7341" y="36441"/>
                      </a:lnTo>
                      <a:cubicBezTo>
                        <a:pt x="7349" y="36444"/>
                        <a:pt x="7359" y="36446"/>
                        <a:pt x="7368" y="36446"/>
                      </a:cubicBezTo>
                      <a:cubicBezTo>
                        <a:pt x="7406" y="36446"/>
                        <a:pt x="7445" y="36419"/>
                        <a:pt x="7432" y="36366"/>
                      </a:cubicBezTo>
                      <a:cubicBezTo>
                        <a:pt x="7407" y="36267"/>
                        <a:pt x="7366" y="36175"/>
                        <a:pt x="7333" y="36084"/>
                      </a:cubicBezTo>
                      <a:cubicBezTo>
                        <a:pt x="7325" y="35910"/>
                        <a:pt x="7316" y="35745"/>
                        <a:pt x="7308" y="35579"/>
                      </a:cubicBezTo>
                      <a:cubicBezTo>
                        <a:pt x="7308" y="35562"/>
                        <a:pt x="7300" y="35562"/>
                        <a:pt x="7291" y="35554"/>
                      </a:cubicBezTo>
                      <a:cubicBezTo>
                        <a:pt x="7308" y="35479"/>
                        <a:pt x="7333" y="35397"/>
                        <a:pt x="7358" y="35322"/>
                      </a:cubicBezTo>
                      <a:cubicBezTo>
                        <a:pt x="7383" y="35297"/>
                        <a:pt x="7407" y="35272"/>
                        <a:pt x="7432" y="35247"/>
                      </a:cubicBezTo>
                      <a:cubicBezTo>
                        <a:pt x="7507" y="35173"/>
                        <a:pt x="7573" y="35090"/>
                        <a:pt x="7639" y="35015"/>
                      </a:cubicBezTo>
                      <a:cubicBezTo>
                        <a:pt x="7639" y="35043"/>
                        <a:pt x="7667" y="35070"/>
                        <a:pt x="7695" y="35070"/>
                      </a:cubicBezTo>
                      <a:cubicBezTo>
                        <a:pt x="7701" y="35070"/>
                        <a:pt x="7708" y="35068"/>
                        <a:pt x="7714" y="35065"/>
                      </a:cubicBezTo>
                      <a:cubicBezTo>
                        <a:pt x="7822" y="35015"/>
                        <a:pt x="7905" y="34924"/>
                        <a:pt x="7979" y="34841"/>
                      </a:cubicBezTo>
                      <a:cubicBezTo>
                        <a:pt x="8062" y="34759"/>
                        <a:pt x="8137" y="34659"/>
                        <a:pt x="8211" y="34560"/>
                      </a:cubicBezTo>
                      <a:cubicBezTo>
                        <a:pt x="8352" y="34361"/>
                        <a:pt x="8468" y="34145"/>
                        <a:pt x="8542" y="33913"/>
                      </a:cubicBezTo>
                      <a:cubicBezTo>
                        <a:pt x="8692" y="33458"/>
                        <a:pt x="8683" y="32952"/>
                        <a:pt x="8410" y="32555"/>
                      </a:cubicBezTo>
                      <a:cubicBezTo>
                        <a:pt x="8410" y="32323"/>
                        <a:pt x="8385" y="32099"/>
                        <a:pt x="8335" y="31875"/>
                      </a:cubicBezTo>
                      <a:cubicBezTo>
                        <a:pt x="8219" y="31386"/>
                        <a:pt x="8004" y="30914"/>
                        <a:pt x="7731" y="30500"/>
                      </a:cubicBezTo>
                      <a:cubicBezTo>
                        <a:pt x="7573" y="30268"/>
                        <a:pt x="7399" y="30052"/>
                        <a:pt x="7192" y="29854"/>
                      </a:cubicBezTo>
                      <a:cubicBezTo>
                        <a:pt x="7183" y="29847"/>
                        <a:pt x="7174" y="29844"/>
                        <a:pt x="7166" y="29844"/>
                      </a:cubicBezTo>
                      <a:cubicBezTo>
                        <a:pt x="7133" y="29844"/>
                        <a:pt x="7106" y="29887"/>
                        <a:pt x="7126" y="29920"/>
                      </a:cubicBezTo>
                      <a:cubicBezTo>
                        <a:pt x="7515" y="30400"/>
                        <a:pt x="7830" y="30914"/>
                        <a:pt x="8004" y="31502"/>
                      </a:cubicBezTo>
                      <a:cubicBezTo>
                        <a:pt x="8095" y="31784"/>
                        <a:pt x="8153" y="32091"/>
                        <a:pt x="8161" y="32381"/>
                      </a:cubicBezTo>
                      <a:cubicBezTo>
                        <a:pt x="8170" y="32530"/>
                        <a:pt x="8170" y="32679"/>
                        <a:pt x="8153" y="32828"/>
                      </a:cubicBezTo>
                      <a:cubicBezTo>
                        <a:pt x="8137" y="32977"/>
                        <a:pt x="8095" y="33118"/>
                        <a:pt x="8095" y="33267"/>
                      </a:cubicBezTo>
                      <a:cubicBezTo>
                        <a:pt x="8095" y="33311"/>
                        <a:pt x="8125" y="33341"/>
                        <a:pt x="8159" y="33341"/>
                      </a:cubicBezTo>
                      <a:cubicBezTo>
                        <a:pt x="8176" y="33341"/>
                        <a:pt x="8194" y="33334"/>
                        <a:pt x="8211" y="33317"/>
                      </a:cubicBezTo>
                      <a:cubicBezTo>
                        <a:pt x="8319" y="33193"/>
                        <a:pt x="8368" y="33019"/>
                        <a:pt x="8393" y="32845"/>
                      </a:cubicBezTo>
                      <a:lnTo>
                        <a:pt x="8393" y="32845"/>
                      </a:lnTo>
                      <a:cubicBezTo>
                        <a:pt x="8476" y="33184"/>
                        <a:pt x="8443" y="33549"/>
                        <a:pt x="8319" y="33880"/>
                      </a:cubicBezTo>
                      <a:cubicBezTo>
                        <a:pt x="8244" y="34079"/>
                        <a:pt x="8137" y="34270"/>
                        <a:pt x="8012" y="34444"/>
                      </a:cubicBezTo>
                      <a:cubicBezTo>
                        <a:pt x="7996" y="34477"/>
                        <a:pt x="7971" y="34510"/>
                        <a:pt x="7946" y="34543"/>
                      </a:cubicBezTo>
                      <a:cubicBezTo>
                        <a:pt x="7938" y="34536"/>
                        <a:pt x="7928" y="34532"/>
                        <a:pt x="7917" y="34532"/>
                      </a:cubicBezTo>
                      <a:cubicBezTo>
                        <a:pt x="7903" y="34532"/>
                        <a:pt x="7889" y="34538"/>
                        <a:pt x="7880" y="34551"/>
                      </a:cubicBezTo>
                      <a:cubicBezTo>
                        <a:pt x="7706" y="34759"/>
                        <a:pt x="7515" y="34957"/>
                        <a:pt x="7325" y="35156"/>
                      </a:cubicBezTo>
                      <a:cubicBezTo>
                        <a:pt x="7142" y="35347"/>
                        <a:pt x="6927" y="35521"/>
                        <a:pt x="6753" y="35728"/>
                      </a:cubicBezTo>
                      <a:cubicBezTo>
                        <a:pt x="6719" y="35762"/>
                        <a:pt x="6757" y="35801"/>
                        <a:pt x="6794" y="35801"/>
                      </a:cubicBezTo>
                      <a:cubicBezTo>
                        <a:pt x="6803" y="35801"/>
                        <a:pt x="6811" y="35799"/>
                        <a:pt x="6819" y="35794"/>
                      </a:cubicBezTo>
                      <a:cubicBezTo>
                        <a:pt x="6919" y="35736"/>
                        <a:pt x="7001" y="35670"/>
                        <a:pt x="7084" y="35595"/>
                      </a:cubicBezTo>
                      <a:lnTo>
                        <a:pt x="7084" y="35595"/>
                      </a:lnTo>
                      <a:cubicBezTo>
                        <a:pt x="7068" y="35670"/>
                        <a:pt x="7059" y="35745"/>
                        <a:pt x="7059" y="35819"/>
                      </a:cubicBezTo>
                      <a:cubicBezTo>
                        <a:pt x="7068" y="35919"/>
                        <a:pt x="7101" y="36026"/>
                        <a:pt x="7142" y="36117"/>
                      </a:cubicBezTo>
                      <a:cubicBezTo>
                        <a:pt x="7151" y="36151"/>
                        <a:pt x="7159" y="36175"/>
                        <a:pt x="7175" y="36200"/>
                      </a:cubicBezTo>
                      <a:cubicBezTo>
                        <a:pt x="7167" y="36300"/>
                        <a:pt x="7159" y="36399"/>
                        <a:pt x="7159" y="36499"/>
                      </a:cubicBezTo>
                      <a:cubicBezTo>
                        <a:pt x="7151" y="36590"/>
                        <a:pt x="7142" y="36689"/>
                        <a:pt x="7192" y="36764"/>
                      </a:cubicBezTo>
                      <a:cubicBezTo>
                        <a:pt x="7242" y="36838"/>
                        <a:pt x="7325" y="36888"/>
                        <a:pt x="7399" y="36938"/>
                      </a:cubicBezTo>
                      <a:cubicBezTo>
                        <a:pt x="7449" y="36971"/>
                        <a:pt x="7499" y="37004"/>
                        <a:pt x="7548" y="37037"/>
                      </a:cubicBezTo>
                      <a:cubicBezTo>
                        <a:pt x="7532" y="37054"/>
                        <a:pt x="7532" y="37095"/>
                        <a:pt x="7565" y="37112"/>
                      </a:cubicBezTo>
                      <a:cubicBezTo>
                        <a:pt x="7656" y="37161"/>
                        <a:pt x="7747" y="37195"/>
                        <a:pt x="7847" y="37219"/>
                      </a:cubicBezTo>
                      <a:cubicBezTo>
                        <a:pt x="7963" y="37277"/>
                        <a:pt x="8079" y="37335"/>
                        <a:pt x="8203" y="37369"/>
                      </a:cubicBezTo>
                      <a:cubicBezTo>
                        <a:pt x="8209" y="37370"/>
                        <a:pt x="8215" y="37371"/>
                        <a:pt x="8221" y="37371"/>
                      </a:cubicBezTo>
                      <a:cubicBezTo>
                        <a:pt x="8276" y="37371"/>
                        <a:pt x="8306" y="37306"/>
                        <a:pt x="8261" y="37261"/>
                      </a:cubicBezTo>
                      <a:cubicBezTo>
                        <a:pt x="8344" y="37261"/>
                        <a:pt x="8418" y="37253"/>
                        <a:pt x="8493" y="37253"/>
                      </a:cubicBezTo>
                      <a:cubicBezTo>
                        <a:pt x="8638" y="37237"/>
                        <a:pt x="8791" y="37194"/>
                        <a:pt x="8937" y="37194"/>
                      </a:cubicBezTo>
                      <a:cubicBezTo>
                        <a:pt x="8949" y="37194"/>
                        <a:pt x="8961" y="37194"/>
                        <a:pt x="8973" y="37195"/>
                      </a:cubicBezTo>
                      <a:cubicBezTo>
                        <a:pt x="9031" y="37195"/>
                        <a:pt x="9089" y="37219"/>
                        <a:pt x="9139" y="37261"/>
                      </a:cubicBezTo>
                      <a:cubicBezTo>
                        <a:pt x="9180" y="37311"/>
                        <a:pt x="9189" y="37360"/>
                        <a:pt x="9197" y="37418"/>
                      </a:cubicBezTo>
                      <a:cubicBezTo>
                        <a:pt x="9204" y="37447"/>
                        <a:pt x="9236" y="37470"/>
                        <a:pt x="9261" y="37470"/>
                      </a:cubicBezTo>
                      <a:cubicBezTo>
                        <a:pt x="9265" y="37470"/>
                        <a:pt x="9268" y="37469"/>
                        <a:pt x="9272" y="37468"/>
                      </a:cubicBezTo>
                      <a:cubicBezTo>
                        <a:pt x="9272" y="37485"/>
                        <a:pt x="9272" y="37501"/>
                        <a:pt x="9272" y="37518"/>
                      </a:cubicBezTo>
                      <a:cubicBezTo>
                        <a:pt x="9234" y="37509"/>
                        <a:pt x="9197" y="37505"/>
                        <a:pt x="9161" y="37505"/>
                      </a:cubicBezTo>
                      <a:cubicBezTo>
                        <a:pt x="9125" y="37505"/>
                        <a:pt x="9089" y="37509"/>
                        <a:pt x="9056" y="37518"/>
                      </a:cubicBezTo>
                      <a:cubicBezTo>
                        <a:pt x="8982" y="37534"/>
                        <a:pt x="8915" y="37567"/>
                        <a:pt x="8849" y="37609"/>
                      </a:cubicBezTo>
                      <a:cubicBezTo>
                        <a:pt x="8806" y="37630"/>
                        <a:pt x="8838" y="37696"/>
                        <a:pt x="8880" y="37696"/>
                      </a:cubicBezTo>
                      <a:cubicBezTo>
                        <a:pt x="8886" y="37696"/>
                        <a:pt x="8892" y="37695"/>
                        <a:pt x="8899" y="37692"/>
                      </a:cubicBezTo>
                      <a:cubicBezTo>
                        <a:pt x="8957" y="37669"/>
                        <a:pt x="9014" y="37662"/>
                        <a:pt x="9072" y="37662"/>
                      </a:cubicBezTo>
                      <a:cubicBezTo>
                        <a:pt x="9122" y="37662"/>
                        <a:pt x="9172" y="37667"/>
                        <a:pt x="9222" y="37675"/>
                      </a:cubicBezTo>
                      <a:cubicBezTo>
                        <a:pt x="9247" y="37683"/>
                        <a:pt x="9263" y="37683"/>
                        <a:pt x="9288" y="37692"/>
                      </a:cubicBezTo>
                      <a:cubicBezTo>
                        <a:pt x="9296" y="37692"/>
                        <a:pt x="9296" y="37700"/>
                        <a:pt x="9305" y="37700"/>
                      </a:cubicBezTo>
                      <a:cubicBezTo>
                        <a:pt x="9321" y="37733"/>
                        <a:pt x="9338" y="37758"/>
                        <a:pt x="9363" y="37783"/>
                      </a:cubicBezTo>
                      <a:cubicBezTo>
                        <a:pt x="9354" y="37808"/>
                        <a:pt x="9346" y="37833"/>
                        <a:pt x="9354" y="37857"/>
                      </a:cubicBezTo>
                      <a:lnTo>
                        <a:pt x="9354" y="37866"/>
                      </a:lnTo>
                      <a:cubicBezTo>
                        <a:pt x="9354" y="37874"/>
                        <a:pt x="9346" y="37891"/>
                        <a:pt x="9346" y="37899"/>
                      </a:cubicBezTo>
                      <a:lnTo>
                        <a:pt x="9346" y="37915"/>
                      </a:lnTo>
                      <a:cubicBezTo>
                        <a:pt x="9338" y="37932"/>
                        <a:pt x="9338" y="37940"/>
                        <a:pt x="9330" y="37957"/>
                      </a:cubicBezTo>
                      <a:cubicBezTo>
                        <a:pt x="9330" y="37965"/>
                        <a:pt x="9321" y="37965"/>
                        <a:pt x="9321" y="37973"/>
                      </a:cubicBezTo>
                      <a:lnTo>
                        <a:pt x="9305" y="38015"/>
                      </a:lnTo>
                      <a:cubicBezTo>
                        <a:pt x="9288" y="38048"/>
                        <a:pt x="9263" y="38073"/>
                        <a:pt x="9247" y="38106"/>
                      </a:cubicBezTo>
                      <a:cubicBezTo>
                        <a:pt x="9205" y="38114"/>
                        <a:pt x="9164" y="38131"/>
                        <a:pt x="9122" y="38156"/>
                      </a:cubicBezTo>
                      <a:cubicBezTo>
                        <a:pt x="9098" y="38164"/>
                        <a:pt x="9089" y="38189"/>
                        <a:pt x="9098" y="38214"/>
                      </a:cubicBezTo>
                      <a:cubicBezTo>
                        <a:pt x="9106" y="38239"/>
                        <a:pt x="9122" y="38247"/>
                        <a:pt x="9147" y="38247"/>
                      </a:cubicBezTo>
                      <a:cubicBezTo>
                        <a:pt x="9139" y="38255"/>
                        <a:pt x="9131" y="38263"/>
                        <a:pt x="9122" y="38272"/>
                      </a:cubicBezTo>
                      <a:cubicBezTo>
                        <a:pt x="9122" y="38280"/>
                        <a:pt x="9114" y="38288"/>
                        <a:pt x="9114" y="38297"/>
                      </a:cubicBezTo>
                      <a:cubicBezTo>
                        <a:pt x="9048" y="38330"/>
                        <a:pt x="8982" y="38346"/>
                        <a:pt x="8907" y="38363"/>
                      </a:cubicBezTo>
                      <a:cubicBezTo>
                        <a:pt x="8786" y="38385"/>
                        <a:pt x="8657" y="38389"/>
                        <a:pt x="8528" y="38389"/>
                      </a:cubicBezTo>
                      <a:cubicBezTo>
                        <a:pt x="8463" y="38389"/>
                        <a:pt x="8399" y="38388"/>
                        <a:pt x="8335" y="38388"/>
                      </a:cubicBezTo>
                      <a:cubicBezTo>
                        <a:pt x="8021" y="38379"/>
                        <a:pt x="7706" y="38346"/>
                        <a:pt x="7391" y="38305"/>
                      </a:cubicBezTo>
                      <a:cubicBezTo>
                        <a:pt x="7366" y="38305"/>
                        <a:pt x="7341" y="38297"/>
                        <a:pt x="7316" y="38297"/>
                      </a:cubicBezTo>
                      <a:cubicBezTo>
                        <a:pt x="7076" y="38247"/>
                        <a:pt x="6836" y="38197"/>
                        <a:pt x="6595" y="38164"/>
                      </a:cubicBezTo>
                      <a:cubicBezTo>
                        <a:pt x="6562" y="38164"/>
                        <a:pt x="6537" y="38181"/>
                        <a:pt x="6529" y="38205"/>
                      </a:cubicBezTo>
                      <a:cubicBezTo>
                        <a:pt x="5974" y="38147"/>
                        <a:pt x="5427" y="38023"/>
                        <a:pt x="4897" y="37849"/>
                      </a:cubicBezTo>
                      <a:cubicBezTo>
                        <a:pt x="4890" y="37847"/>
                        <a:pt x="4884" y="37846"/>
                        <a:pt x="4879" y="37846"/>
                      </a:cubicBezTo>
                      <a:cubicBezTo>
                        <a:pt x="4863" y="37846"/>
                        <a:pt x="4851" y="37854"/>
                        <a:pt x="4839" y="37866"/>
                      </a:cubicBezTo>
                      <a:cubicBezTo>
                        <a:pt x="4773" y="37849"/>
                        <a:pt x="4715" y="37833"/>
                        <a:pt x="4657" y="37808"/>
                      </a:cubicBezTo>
                      <a:cubicBezTo>
                        <a:pt x="4499" y="37766"/>
                        <a:pt x="4350" y="37717"/>
                        <a:pt x="4209" y="37659"/>
                      </a:cubicBezTo>
                      <a:cubicBezTo>
                        <a:pt x="4068" y="37601"/>
                        <a:pt x="3927" y="37534"/>
                        <a:pt x="3787" y="37460"/>
                      </a:cubicBezTo>
                      <a:cubicBezTo>
                        <a:pt x="3753" y="37443"/>
                        <a:pt x="3712" y="37427"/>
                        <a:pt x="3679" y="37402"/>
                      </a:cubicBezTo>
                      <a:cubicBezTo>
                        <a:pt x="3654" y="37393"/>
                        <a:pt x="3604" y="37369"/>
                        <a:pt x="3596" y="37344"/>
                      </a:cubicBezTo>
                      <a:cubicBezTo>
                        <a:pt x="3588" y="37335"/>
                        <a:pt x="3613" y="37335"/>
                        <a:pt x="3637" y="37319"/>
                      </a:cubicBezTo>
                      <a:cubicBezTo>
                        <a:pt x="3654" y="37311"/>
                        <a:pt x="3662" y="37311"/>
                        <a:pt x="3687" y="37302"/>
                      </a:cubicBezTo>
                      <a:cubicBezTo>
                        <a:pt x="3712" y="37304"/>
                        <a:pt x="3737" y="37304"/>
                        <a:pt x="3762" y="37304"/>
                      </a:cubicBezTo>
                      <a:cubicBezTo>
                        <a:pt x="3878" y="37304"/>
                        <a:pt x="3994" y="37290"/>
                        <a:pt x="4110" y="37269"/>
                      </a:cubicBezTo>
                      <a:cubicBezTo>
                        <a:pt x="4176" y="37253"/>
                        <a:pt x="4159" y="37170"/>
                        <a:pt x="4101" y="37170"/>
                      </a:cubicBezTo>
                      <a:cubicBezTo>
                        <a:pt x="4074" y="37171"/>
                        <a:pt x="4046" y="37171"/>
                        <a:pt x="4018" y="37171"/>
                      </a:cubicBezTo>
                      <a:cubicBezTo>
                        <a:pt x="3770" y="37171"/>
                        <a:pt x="3511" y="37138"/>
                        <a:pt x="3273" y="37079"/>
                      </a:cubicBezTo>
                      <a:cubicBezTo>
                        <a:pt x="3008" y="37004"/>
                        <a:pt x="2759" y="36880"/>
                        <a:pt x="2527" y="36731"/>
                      </a:cubicBezTo>
                      <a:cubicBezTo>
                        <a:pt x="2515" y="36722"/>
                        <a:pt x="2504" y="36718"/>
                        <a:pt x="2493" y="36718"/>
                      </a:cubicBezTo>
                      <a:cubicBezTo>
                        <a:pt x="2450" y="36718"/>
                        <a:pt x="2420" y="36774"/>
                        <a:pt x="2453" y="36813"/>
                      </a:cubicBezTo>
                      <a:cubicBezTo>
                        <a:pt x="2436" y="36805"/>
                        <a:pt x="2420" y="36797"/>
                        <a:pt x="2403" y="36797"/>
                      </a:cubicBezTo>
                      <a:cubicBezTo>
                        <a:pt x="2171" y="36706"/>
                        <a:pt x="1947" y="36606"/>
                        <a:pt x="1740" y="36482"/>
                      </a:cubicBezTo>
                      <a:cubicBezTo>
                        <a:pt x="1550" y="36366"/>
                        <a:pt x="1359" y="36225"/>
                        <a:pt x="1202" y="36068"/>
                      </a:cubicBezTo>
                      <a:cubicBezTo>
                        <a:pt x="1160" y="36026"/>
                        <a:pt x="1119" y="35985"/>
                        <a:pt x="1077" y="35935"/>
                      </a:cubicBezTo>
                      <a:lnTo>
                        <a:pt x="1077" y="35935"/>
                      </a:lnTo>
                      <a:cubicBezTo>
                        <a:pt x="1089" y="35941"/>
                        <a:pt x="1101" y="35947"/>
                        <a:pt x="1112" y="35947"/>
                      </a:cubicBezTo>
                      <a:cubicBezTo>
                        <a:pt x="1117" y="35947"/>
                        <a:pt x="1122" y="35946"/>
                        <a:pt x="1127" y="35943"/>
                      </a:cubicBezTo>
                      <a:cubicBezTo>
                        <a:pt x="1177" y="35927"/>
                        <a:pt x="1152" y="35869"/>
                        <a:pt x="1135" y="35836"/>
                      </a:cubicBezTo>
                      <a:cubicBezTo>
                        <a:pt x="1094" y="35761"/>
                        <a:pt x="1036" y="35695"/>
                        <a:pt x="978" y="35629"/>
                      </a:cubicBezTo>
                      <a:cubicBezTo>
                        <a:pt x="920" y="35562"/>
                        <a:pt x="862" y="35488"/>
                        <a:pt x="796" y="35421"/>
                      </a:cubicBezTo>
                      <a:cubicBezTo>
                        <a:pt x="786" y="35408"/>
                        <a:pt x="772" y="35402"/>
                        <a:pt x="757" y="35402"/>
                      </a:cubicBezTo>
                      <a:cubicBezTo>
                        <a:pt x="745" y="35402"/>
                        <a:pt x="732" y="35406"/>
                        <a:pt x="721" y="35413"/>
                      </a:cubicBezTo>
                      <a:cubicBezTo>
                        <a:pt x="688" y="35347"/>
                        <a:pt x="663" y="35289"/>
                        <a:pt x="638" y="35231"/>
                      </a:cubicBezTo>
                      <a:cubicBezTo>
                        <a:pt x="597" y="35107"/>
                        <a:pt x="572" y="34982"/>
                        <a:pt x="539" y="34858"/>
                      </a:cubicBezTo>
                      <a:cubicBezTo>
                        <a:pt x="514" y="34725"/>
                        <a:pt x="489" y="34585"/>
                        <a:pt x="489" y="34452"/>
                      </a:cubicBezTo>
                      <a:cubicBezTo>
                        <a:pt x="489" y="34419"/>
                        <a:pt x="472" y="34402"/>
                        <a:pt x="448" y="34394"/>
                      </a:cubicBezTo>
                      <a:cubicBezTo>
                        <a:pt x="439" y="34361"/>
                        <a:pt x="439" y="34328"/>
                        <a:pt x="431" y="34295"/>
                      </a:cubicBezTo>
                      <a:cubicBezTo>
                        <a:pt x="406" y="34029"/>
                        <a:pt x="390" y="33756"/>
                        <a:pt x="390" y="33491"/>
                      </a:cubicBezTo>
                      <a:cubicBezTo>
                        <a:pt x="373" y="32944"/>
                        <a:pt x="406" y="32389"/>
                        <a:pt x="481" y="31842"/>
                      </a:cubicBezTo>
                      <a:cubicBezTo>
                        <a:pt x="485" y="31803"/>
                        <a:pt x="457" y="31782"/>
                        <a:pt x="427" y="31782"/>
                      </a:cubicBezTo>
                      <a:cubicBezTo>
                        <a:pt x="401" y="31782"/>
                        <a:pt x="373" y="31799"/>
                        <a:pt x="365" y="31834"/>
                      </a:cubicBezTo>
                      <a:cubicBezTo>
                        <a:pt x="340" y="31950"/>
                        <a:pt x="315" y="32074"/>
                        <a:pt x="290" y="32190"/>
                      </a:cubicBezTo>
                      <a:cubicBezTo>
                        <a:pt x="290" y="32165"/>
                        <a:pt x="290" y="32140"/>
                        <a:pt x="282" y="32116"/>
                      </a:cubicBezTo>
                      <a:cubicBezTo>
                        <a:pt x="257" y="31884"/>
                        <a:pt x="240" y="31652"/>
                        <a:pt x="240" y="31411"/>
                      </a:cubicBezTo>
                      <a:cubicBezTo>
                        <a:pt x="249" y="30964"/>
                        <a:pt x="307" y="30475"/>
                        <a:pt x="481" y="30061"/>
                      </a:cubicBezTo>
                      <a:cubicBezTo>
                        <a:pt x="491" y="30024"/>
                        <a:pt x="466" y="30001"/>
                        <a:pt x="439" y="30001"/>
                      </a:cubicBezTo>
                      <a:cubicBezTo>
                        <a:pt x="423" y="30001"/>
                        <a:pt x="407" y="30009"/>
                        <a:pt x="398" y="30028"/>
                      </a:cubicBezTo>
                      <a:cubicBezTo>
                        <a:pt x="365" y="30086"/>
                        <a:pt x="340" y="30135"/>
                        <a:pt x="315" y="30193"/>
                      </a:cubicBezTo>
                      <a:cubicBezTo>
                        <a:pt x="365" y="29895"/>
                        <a:pt x="423" y="29605"/>
                        <a:pt x="522" y="29323"/>
                      </a:cubicBezTo>
                      <a:cubicBezTo>
                        <a:pt x="605" y="29066"/>
                        <a:pt x="721" y="28834"/>
                        <a:pt x="837" y="28594"/>
                      </a:cubicBezTo>
                      <a:cubicBezTo>
                        <a:pt x="841" y="28619"/>
                        <a:pt x="858" y="28632"/>
                        <a:pt x="875" y="28632"/>
                      </a:cubicBezTo>
                      <a:cubicBezTo>
                        <a:pt x="893" y="28632"/>
                        <a:pt x="912" y="28619"/>
                        <a:pt x="920" y="28594"/>
                      </a:cubicBezTo>
                      <a:cubicBezTo>
                        <a:pt x="945" y="28470"/>
                        <a:pt x="970" y="28346"/>
                        <a:pt x="1003" y="28221"/>
                      </a:cubicBezTo>
                      <a:cubicBezTo>
                        <a:pt x="1102" y="28006"/>
                        <a:pt x="1193" y="27782"/>
                        <a:pt x="1293" y="27567"/>
                      </a:cubicBezTo>
                      <a:cubicBezTo>
                        <a:pt x="1310" y="27533"/>
                        <a:pt x="1280" y="27507"/>
                        <a:pt x="1249" y="27507"/>
                      </a:cubicBezTo>
                      <a:cubicBezTo>
                        <a:pt x="1235" y="27507"/>
                        <a:pt x="1220" y="27512"/>
                        <a:pt x="1210" y="27525"/>
                      </a:cubicBezTo>
                      <a:cubicBezTo>
                        <a:pt x="1268" y="27385"/>
                        <a:pt x="1326" y="27235"/>
                        <a:pt x="1392" y="27095"/>
                      </a:cubicBezTo>
                      <a:cubicBezTo>
                        <a:pt x="1624" y="26589"/>
                        <a:pt x="1906" y="26109"/>
                        <a:pt x="2163" y="25611"/>
                      </a:cubicBezTo>
                      <a:cubicBezTo>
                        <a:pt x="2320" y="25305"/>
                        <a:pt x="2461" y="24990"/>
                        <a:pt x="2610" y="24683"/>
                      </a:cubicBezTo>
                      <a:cubicBezTo>
                        <a:pt x="2628" y="24648"/>
                        <a:pt x="2595" y="24617"/>
                        <a:pt x="2566" y="24617"/>
                      </a:cubicBezTo>
                      <a:cubicBezTo>
                        <a:pt x="2554" y="24617"/>
                        <a:pt x="2543" y="24622"/>
                        <a:pt x="2536" y="24634"/>
                      </a:cubicBezTo>
                      <a:lnTo>
                        <a:pt x="2353" y="24924"/>
                      </a:lnTo>
                      <a:cubicBezTo>
                        <a:pt x="2411" y="24808"/>
                        <a:pt x="2461" y="24700"/>
                        <a:pt x="2511" y="24584"/>
                      </a:cubicBezTo>
                      <a:cubicBezTo>
                        <a:pt x="2718" y="24128"/>
                        <a:pt x="2933" y="23673"/>
                        <a:pt x="3182" y="23234"/>
                      </a:cubicBezTo>
                      <a:cubicBezTo>
                        <a:pt x="3323" y="22985"/>
                        <a:pt x="3472" y="22736"/>
                        <a:pt x="3629" y="22504"/>
                      </a:cubicBezTo>
                      <a:cubicBezTo>
                        <a:pt x="3653" y="22463"/>
                        <a:pt x="3626" y="22426"/>
                        <a:pt x="3594" y="22426"/>
                      </a:cubicBezTo>
                      <a:cubicBezTo>
                        <a:pt x="3581" y="22426"/>
                        <a:pt x="3567" y="22432"/>
                        <a:pt x="3555" y="22446"/>
                      </a:cubicBezTo>
                      <a:cubicBezTo>
                        <a:pt x="3463" y="22546"/>
                        <a:pt x="3381" y="22645"/>
                        <a:pt x="3298" y="22753"/>
                      </a:cubicBezTo>
                      <a:cubicBezTo>
                        <a:pt x="3314" y="22720"/>
                        <a:pt x="3323" y="22678"/>
                        <a:pt x="3339" y="22645"/>
                      </a:cubicBezTo>
                      <a:cubicBezTo>
                        <a:pt x="3439" y="22347"/>
                        <a:pt x="3530" y="22040"/>
                        <a:pt x="3662" y="21750"/>
                      </a:cubicBezTo>
                      <a:cubicBezTo>
                        <a:pt x="3795" y="21469"/>
                        <a:pt x="3985" y="21212"/>
                        <a:pt x="4176" y="20972"/>
                      </a:cubicBezTo>
                      <a:cubicBezTo>
                        <a:pt x="4383" y="20706"/>
                        <a:pt x="4582" y="20450"/>
                        <a:pt x="4789" y="20193"/>
                      </a:cubicBezTo>
                      <a:cubicBezTo>
                        <a:pt x="4963" y="19977"/>
                        <a:pt x="5129" y="19762"/>
                        <a:pt x="5295" y="19538"/>
                      </a:cubicBezTo>
                      <a:cubicBezTo>
                        <a:pt x="5303" y="19555"/>
                        <a:pt x="5303" y="19571"/>
                        <a:pt x="5303" y="19588"/>
                      </a:cubicBezTo>
                      <a:cubicBezTo>
                        <a:pt x="5314" y="19620"/>
                        <a:pt x="5342" y="19642"/>
                        <a:pt x="5369" y="19642"/>
                      </a:cubicBezTo>
                      <a:cubicBezTo>
                        <a:pt x="5384" y="19642"/>
                        <a:pt x="5399" y="19636"/>
                        <a:pt x="5411" y="19621"/>
                      </a:cubicBezTo>
                      <a:cubicBezTo>
                        <a:pt x="5469" y="19538"/>
                        <a:pt x="5485" y="19430"/>
                        <a:pt x="5518" y="19339"/>
                      </a:cubicBezTo>
                      <a:cubicBezTo>
                        <a:pt x="5551" y="19240"/>
                        <a:pt x="5576" y="19140"/>
                        <a:pt x="5618" y="19041"/>
                      </a:cubicBezTo>
                      <a:cubicBezTo>
                        <a:pt x="5684" y="18850"/>
                        <a:pt x="5767" y="18660"/>
                        <a:pt x="5891" y="18494"/>
                      </a:cubicBezTo>
                      <a:cubicBezTo>
                        <a:pt x="5957" y="18395"/>
                        <a:pt x="6049" y="18304"/>
                        <a:pt x="6131" y="18221"/>
                      </a:cubicBezTo>
                      <a:cubicBezTo>
                        <a:pt x="6131" y="18262"/>
                        <a:pt x="6148" y="18304"/>
                        <a:pt x="6173" y="18329"/>
                      </a:cubicBezTo>
                      <a:cubicBezTo>
                        <a:pt x="6185" y="18341"/>
                        <a:pt x="6200" y="18347"/>
                        <a:pt x="6213" y="18347"/>
                      </a:cubicBezTo>
                      <a:cubicBezTo>
                        <a:pt x="6227" y="18347"/>
                        <a:pt x="6239" y="18341"/>
                        <a:pt x="6247" y="18329"/>
                      </a:cubicBezTo>
                      <a:cubicBezTo>
                        <a:pt x="6289" y="18287"/>
                        <a:pt x="6289" y="18221"/>
                        <a:pt x="6297" y="18163"/>
                      </a:cubicBezTo>
                      <a:cubicBezTo>
                        <a:pt x="6305" y="18113"/>
                        <a:pt x="6314" y="18055"/>
                        <a:pt x="6322" y="17997"/>
                      </a:cubicBezTo>
                      <a:cubicBezTo>
                        <a:pt x="6438" y="17831"/>
                        <a:pt x="6504" y="17649"/>
                        <a:pt x="6496" y="17450"/>
                      </a:cubicBezTo>
                      <a:cubicBezTo>
                        <a:pt x="6496" y="17409"/>
                        <a:pt x="6463" y="17392"/>
                        <a:pt x="6430" y="17392"/>
                      </a:cubicBezTo>
                      <a:cubicBezTo>
                        <a:pt x="6471" y="17235"/>
                        <a:pt x="6529" y="17086"/>
                        <a:pt x="6604" y="16937"/>
                      </a:cubicBezTo>
                      <a:cubicBezTo>
                        <a:pt x="6703" y="16721"/>
                        <a:pt x="6836" y="16514"/>
                        <a:pt x="6960" y="16307"/>
                      </a:cubicBezTo>
                      <a:cubicBezTo>
                        <a:pt x="6960" y="16307"/>
                        <a:pt x="6960" y="16307"/>
                        <a:pt x="6960" y="16299"/>
                      </a:cubicBezTo>
                      <a:cubicBezTo>
                        <a:pt x="6970" y="16302"/>
                        <a:pt x="6979" y="16304"/>
                        <a:pt x="6987" y="16304"/>
                      </a:cubicBezTo>
                      <a:cubicBezTo>
                        <a:pt x="6999" y="16304"/>
                        <a:pt x="7008" y="16300"/>
                        <a:pt x="7018" y="16290"/>
                      </a:cubicBezTo>
                      <a:cubicBezTo>
                        <a:pt x="7068" y="16207"/>
                        <a:pt x="7093" y="16116"/>
                        <a:pt x="7117" y="16033"/>
                      </a:cubicBezTo>
                      <a:cubicBezTo>
                        <a:pt x="7184" y="15909"/>
                        <a:pt x="7242" y="15793"/>
                        <a:pt x="7300" y="15661"/>
                      </a:cubicBezTo>
                      <a:cubicBezTo>
                        <a:pt x="7316" y="15627"/>
                        <a:pt x="7300" y="15603"/>
                        <a:pt x="7275" y="15594"/>
                      </a:cubicBezTo>
                      <a:cubicBezTo>
                        <a:pt x="7291" y="15594"/>
                        <a:pt x="7316" y="15594"/>
                        <a:pt x="7325" y="15569"/>
                      </a:cubicBezTo>
                      <a:cubicBezTo>
                        <a:pt x="7383" y="15503"/>
                        <a:pt x="7407" y="15420"/>
                        <a:pt x="7441" y="15337"/>
                      </a:cubicBezTo>
                      <a:cubicBezTo>
                        <a:pt x="7474" y="15255"/>
                        <a:pt x="7499" y="15163"/>
                        <a:pt x="7523" y="15081"/>
                      </a:cubicBezTo>
                      <a:cubicBezTo>
                        <a:pt x="7532" y="15064"/>
                        <a:pt x="7540" y="15039"/>
                        <a:pt x="7548" y="15023"/>
                      </a:cubicBezTo>
                      <a:cubicBezTo>
                        <a:pt x="7565" y="15006"/>
                        <a:pt x="7557" y="14989"/>
                        <a:pt x="7557" y="14973"/>
                      </a:cubicBezTo>
                      <a:cubicBezTo>
                        <a:pt x="7598" y="14824"/>
                        <a:pt x="7648" y="14666"/>
                        <a:pt x="7714" y="14525"/>
                      </a:cubicBezTo>
                      <a:cubicBezTo>
                        <a:pt x="7780" y="14401"/>
                        <a:pt x="7863" y="14285"/>
                        <a:pt x="7938" y="14169"/>
                      </a:cubicBezTo>
                      <a:cubicBezTo>
                        <a:pt x="7946" y="14177"/>
                        <a:pt x="7946" y="14194"/>
                        <a:pt x="7946" y="14202"/>
                      </a:cubicBezTo>
                      <a:cubicBezTo>
                        <a:pt x="7950" y="14211"/>
                        <a:pt x="7963" y="14218"/>
                        <a:pt x="7975" y="14218"/>
                      </a:cubicBezTo>
                      <a:cubicBezTo>
                        <a:pt x="7986" y="14218"/>
                        <a:pt x="7996" y="14214"/>
                        <a:pt x="8004" y="14202"/>
                      </a:cubicBezTo>
                      <a:cubicBezTo>
                        <a:pt x="8045" y="14136"/>
                        <a:pt x="8062" y="14037"/>
                        <a:pt x="8079" y="13954"/>
                      </a:cubicBezTo>
                      <a:cubicBezTo>
                        <a:pt x="8112" y="13904"/>
                        <a:pt x="8137" y="13846"/>
                        <a:pt x="8161" y="13788"/>
                      </a:cubicBezTo>
                      <a:lnTo>
                        <a:pt x="8161" y="13788"/>
                      </a:lnTo>
                      <a:cubicBezTo>
                        <a:pt x="8145" y="13846"/>
                        <a:pt x="8128" y="13904"/>
                        <a:pt x="8120" y="13962"/>
                      </a:cubicBezTo>
                      <a:cubicBezTo>
                        <a:pt x="8112" y="14028"/>
                        <a:pt x="8103" y="14095"/>
                        <a:pt x="8103" y="14161"/>
                      </a:cubicBezTo>
                      <a:cubicBezTo>
                        <a:pt x="8103" y="14227"/>
                        <a:pt x="8095" y="14302"/>
                        <a:pt x="8120" y="14368"/>
                      </a:cubicBezTo>
                      <a:cubicBezTo>
                        <a:pt x="8129" y="14381"/>
                        <a:pt x="8147" y="14390"/>
                        <a:pt x="8164" y="14390"/>
                      </a:cubicBezTo>
                      <a:cubicBezTo>
                        <a:pt x="8178" y="14390"/>
                        <a:pt x="8191" y="14383"/>
                        <a:pt x="8194" y="14368"/>
                      </a:cubicBezTo>
                      <a:cubicBezTo>
                        <a:pt x="8219" y="14302"/>
                        <a:pt x="8211" y="14235"/>
                        <a:pt x="8219" y="14169"/>
                      </a:cubicBezTo>
                      <a:cubicBezTo>
                        <a:pt x="8228" y="14103"/>
                        <a:pt x="8228" y="14045"/>
                        <a:pt x="8236" y="13979"/>
                      </a:cubicBezTo>
                      <a:cubicBezTo>
                        <a:pt x="8252" y="13854"/>
                        <a:pt x="8277" y="13722"/>
                        <a:pt x="8319" y="13598"/>
                      </a:cubicBezTo>
                      <a:cubicBezTo>
                        <a:pt x="8335" y="13561"/>
                        <a:pt x="8304" y="13534"/>
                        <a:pt x="8273" y="13534"/>
                      </a:cubicBezTo>
                      <a:cubicBezTo>
                        <a:pt x="8255" y="13534"/>
                        <a:pt x="8237" y="13543"/>
                        <a:pt x="8228" y="13564"/>
                      </a:cubicBezTo>
                      <a:cubicBezTo>
                        <a:pt x="8211" y="13606"/>
                        <a:pt x="8203" y="13647"/>
                        <a:pt x="8186" y="13689"/>
                      </a:cubicBezTo>
                      <a:cubicBezTo>
                        <a:pt x="8186" y="13672"/>
                        <a:pt x="8170" y="13656"/>
                        <a:pt x="8153" y="13639"/>
                      </a:cubicBezTo>
                      <a:cubicBezTo>
                        <a:pt x="8161" y="13598"/>
                        <a:pt x="8178" y="13556"/>
                        <a:pt x="8194" y="13506"/>
                      </a:cubicBezTo>
                      <a:cubicBezTo>
                        <a:pt x="8203" y="13482"/>
                        <a:pt x="8211" y="13448"/>
                        <a:pt x="8219" y="13415"/>
                      </a:cubicBezTo>
                      <a:cubicBezTo>
                        <a:pt x="8228" y="13419"/>
                        <a:pt x="8236" y="13421"/>
                        <a:pt x="8243" y="13421"/>
                      </a:cubicBezTo>
                      <a:cubicBezTo>
                        <a:pt x="8250" y="13421"/>
                        <a:pt x="8257" y="13419"/>
                        <a:pt x="8261" y="13415"/>
                      </a:cubicBezTo>
                      <a:cubicBezTo>
                        <a:pt x="8335" y="13357"/>
                        <a:pt x="8385" y="13274"/>
                        <a:pt x="8426" y="13200"/>
                      </a:cubicBezTo>
                      <a:cubicBezTo>
                        <a:pt x="8468" y="13117"/>
                        <a:pt x="8509" y="13026"/>
                        <a:pt x="8534" y="12935"/>
                      </a:cubicBezTo>
                      <a:cubicBezTo>
                        <a:pt x="8584" y="12802"/>
                        <a:pt x="8625" y="12636"/>
                        <a:pt x="8559" y="12504"/>
                      </a:cubicBezTo>
                      <a:lnTo>
                        <a:pt x="8675" y="12504"/>
                      </a:lnTo>
                      <a:cubicBezTo>
                        <a:pt x="8658" y="12512"/>
                        <a:pt x="8650" y="12520"/>
                        <a:pt x="8650" y="12537"/>
                      </a:cubicBezTo>
                      <a:cubicBezTo>
                        <a:pt x="8650" y="12587"/>
                        <a:pt x="8658" y="12645"/>
                        <a:pt x="8658" y="12694"/>
                      </a:cubicBezTo>
                      <a:cubicBezTo>
                        <a:pt x="8658" y="12744"/>
                        <a:pt x="8658" y="12786"/>
                        <a:pt x="8650" y="12835"/>
                      </a:cubicBezTo>
                      <a:cubicBezTo>
                        <a:pt x="8650" y="12885"/>
                        <a:pt x="8634" y="12935"/>
                        <a:pt x="8625" y="12984"/>
                      </a:cubicBezTo>
                      <a:cubicBezTo>
                        <a:pt x="8617" y="13026"/>
                        <a:pt x="8600" y="13076"/>
                        <a:pt x="8600" y="13125"/>
                      </a:cubicBezTo>
                      <a:cubicBezTo>
                        <a:pt x="8600" y="13144"/>
                        <a:pt x="8619" y="13153"/>
                        <a:pt x="8635" y="13153"/>
                      </a:cubicBezTo>
                      <a:cubicBezTo>
                        <a:pt x="8641" y="13153"/>
                        <a:pt x="8646" y="13152"/>
                        <a:pt x="8650" y="13150"/>
                      </a:cubicBezTo>
                      <a:cubicBezTo>
                        <a:pt x="8692" y="13117"/>
                        <a:pt x="8716" y="13059"/>
                        <a:pt x="8733" y="13018"/>
                      </a:cubicBezTo>
                      <a:cubicBezTo>
                        <a:pt x="8758" y="12960"/>
                        <a:pt x="8766" y="12902"/>
                        <a:pt x="8774" y="12852"/>
                      </a:cubicBezTo>
                      <a:cubicBezTo>
                        <a:pt x="8783" y="12744"/>
                        <a:pt x="8774" y="12620"/>
                        <a:pt x="8725" y="12529"/>
                      </a:cubicBezTo>
                      <a:cubicBezTo>
                        <a:pt x="8717" y="12521"/>
                        <a:pt x="8709" y="12513"/>
                        <a:pt x="8701" y="12512"/>
                      </a:cubicBezTo>
                      <a:lnTo>
                        <a:pt x="8701" y="12512"/>
                      </a:lnTo>
                      <a:cubicBezTo>
                        <a:pt x="8753" y="12514"/>
                        <a:pt x="8806" y="12515"/>
                        <a:pt x="8858" y="12515"/>
                      </a:cubicBezTo>
                      <a:cubicBezTo>
                        <a:pt x="9337" y="12515"/>
                        <a:pt x="9819" y="12447"/>
                        <a:pt x="10274" y="12305"/>
                      </a:cubicBezTo>
                      <a:cubicBezTo>
                        <a:pt x="10432" y="12255"/>
                        <a:pt x="10589" y="12206"/>
                        <a:pt x="10755" y="12164"/>
                      </a:cubicBezTo>
                      <a:cubicBezTo>
                        <a:pt x="10904" y="12131"/>
                        <a:pt x="11053" y="12098"/>
                        <a:pt x="11202" y="12056"/>
                      </a:cubicBezTo>
                      <a:cubicBezTo>
                        <a:pt x="11210" y="12056"/>
                        <a:pt x="11210" y="12048"/>
                        <a:pt x="11219" y="12040"/>
                      </a:cubicBezTo>
                      <a:cubicBezTo>
                        <a:pt x="11244" y="12036"/>
                        <a:pt x="11268" y="12034"/>
                        <a:pt x="11293" y="12034"/>
                      </a:cubicBezTo>
                      <a:cubicBezTo>
                        <a:pt x="11318" y="12034"/>
                        <a:pt x="11343" y="12036"/>
                        <a:pt x="11368" y="12040"/>
                      </a:cubicBezTo>
                      <a:cubicBezTo>
                        <a:pt x="11426" y="12048"/>
                        <a:pt x="11476" y="12073"/>
                        <a:pt x="11534" y="12090"/>
                      </a:cubicBezTo>
                      <a:cubicBezTo>
                        <a:pt x="11558" y="12098"/>
                        <a:pt x="11583" y="12106"/>
                        <a:pt x="11608" y="12114"/>
                      </a:cubicBezTo>
                      <a:cubicBezTo>
                        <a:pt x="11633" y="12123"/>
                        <a:pt x="11658" y="12131"/>
                        <a:pt x="11683" y="12131"/>
                      </a:cubicBezTo>
                      <a:cubicBezTo>
                        <a:pt x="11699" y="12131"/>
                        <a:pt x="11708" y="12114"/>
                        <a:pt x="11708" y="12098"/>
                      </a:cubicBezTo>
                      <a:cubicBezTo>
                        <a:pt x="11699" y="12040"/>
                        <a:pt x="11625" y="12007"/>
                        <a:pt x="11575" y="11990"/>
                      </a:cubicBezTo>
                      <a:cubicBezTo>
                        <a:pt x="11517" y="11965"/>
                        <a:pt x="11451" y="11940"/>
                        <a:pt x="11393" y="11932"/>
                      </a:cubicBezTo>
                      <a:cubicBezTo>
                        <a:pt x="11367" y="11926"/>
                        <a:pt x="11342" y="11923"/>
                        <a:pt x="11317" y="11923"/>
                      </a:cubicBezTo>
                      <a:cubicBezTo>
                        <a:pt x="11276" y="11923"/>
                        <a:pt x="11235" y="11930"/>
                        <a:pt x="11194" y="11940"/>
                      </a:cubicBezTo>
                      <a:cubicBezTo>
                        <a:pt x="11161" y="11949"/>
                        <a:pt x="11136" y="11957"/>
                        <a:pt x="11103" y="11974"/>
                      </a:cubicBezTo>
                      <a:cubicBezTo>
                        <a:pt x="10813" y="11974"/>
                        <a:pt x="10514" y="12090"/>
                        <a:pt x="10233" y="12164"/>
                      </a:cubicBezTo>
                      <a:cubicBezTo>
                        <a:pt x="9918" y="12239"/>
                        <a:pt x="9603" y="12305"/>
                        <a:pt x="9280" y="12330"/>
                      </a:cubicBezTo>
                      <a:cubicBezTo>
                        <a:pt x="9131" y="12345"/>
                        <a:pt x="8981" y="12354"/>
                        <a:pt x="8830" y="12354"/>
                      </a:cubicBezTo>
                      <a:cubicBezTo>
                        <a:pt x="8662" y="12354"/>
                        <a:pt x="8493" y="12343"/>
                        <a:pt x="8327" y="12322"/>
                      </a:cubicBezTo>
                      <a:cubicBezTo>
                        <a:pt x="8070" y="12297"/>
                        <a:pt x="7780" y="12189"/>
                        <a:pt x="7681" y="11940"/>
                      </a:cubicBezTo>
                      <a:lnTo>
                        <a:pt x="7681" y="11932"/>
                      </a:lnTo>
                      <a:cubicBezTo>
                        <a:pt x="7689" y="11940"/>
                        <a:pt x="7697" y="11940"/>
                        <a:pt x="7697" y="11949"/>
                      </a:cubicBezTo>
                      <a:cubicBezTo>
                        <a:pt x="7813" y="12015"/>
                        <a:pt x="7979" y="12032"/>
                        <a:pt x="8112" y="12040"/>
                      </a:cubicBezTo>
                      <a:cubicBezTo>
                        <a:pt x="8148" y="12042"/>
                        <a:pt x="8184" y="12043"/>
                        <a:pt x="8220" y="12043"/>
                      </a:cubicBezTo>
                      <a:cubicBezTo>
                        <a:pt x="8497" y="12043"/>
                        <a:pt x="8768" y="11989"/>
                        <a:pt x="9031" y="11916"/>
                      </a:cubicBezTo>
                      <a:cubicBezTo>
                        <a:pt x="9180" y="11874"/>
                        <a:pt x="9330" y="11833"/>
                        <a:pt x="9462" y="11750"/>
                      </a:cubicBezTo>
                      <a:cubicBezTo>
                        <a:pt x="9520" y="11717"/>
                        <a:pt x="9578" y="11675"/>
                        <a:pt x="9644" y="11650"/>
                      </a:cubicBezTo>
                      <a:cubicBezTo>
                        <a:pt x="9673" y="11646"/>
                        <a:pt x="9699" y="11641"/>
                        <a:pt x="9725" y="11641"/>
                      </a:cubicBezTo>
                      <a:cubicBezTo>
                        <a:pt x="9745" y="11641"/>
                        <a:pt x="9764" y="11643"/>
                        <a:pt x="9785" y="11650"/>
                      </a:cubicBezTo>
                      <a:cubicBezTo>
                        <a:pt x="9818" y="11659"/>
                        <a:pt x="9843" y="11675"/>
                        <a:pt x="9876" y="11675"/>
                      </a:cubicBezTo>
                      <a:cubicBezTo>
                        <a:pt x="9883" y="11676"/>
                        <a:pt x="9888" y="11677"/>
                        <a:pt x="9894" y="11677"/>
                      </a:cubicBezTo>
                      <a:cubicBezTo>
                        <a:pt x="9942" y="11677"/>
                        <a:pt x="9972" y="11647"/>
                        <a:pt x="10009" y="11617"/>
                      </a:cubicBezTo>
                      <a:cubicBezTo>
                        <a:pt x="10052" y="11579"/>
                        <a:pt x="10099" y="11563"/>
                        <a:pt x="10150" y="11563"/>
                      </a:cubicBezTo>
                      <a:cubicBezTo>
                        <a:pt x="10177" y="11563"/>
                        <a:pt x="10204" y="11567"/>
                        <a:pt x="10233" y="11576"/>
                      </a:cubicBezTo>
                      <a:cubicBezTo>
                        <a:pt x="10365" y="11609"/>
                        <a:pt x="10490" y="11667"/>
                        <a:pt x="10630" y="11675"/>
                      </a:cubicBezTo>
                      <a:cubicBezTo>
                        <a:pt x="10651" y="11677"/>
                        <a:pt x="10673" y="11678"/>
                        <a:pt x="10694" y="11678"/>
                      </a:cubicBezTo>
                      <a:cubicBezTo>
                        <a:pt x="10907" y="11678"/>
                        <a:pt x="11126" y="11602"/>
                        <a:pt x="11277" y="11443"/>
                      </a:cubicBezTo>
                      <a:lnTo>
                        <a:pt x="11293" y="11427"/>
                      </a:lnTo>
                      <a:lnTo>
                        <a:pt x="11302" y="11418"/>
                      </a:lnTo>
                      <a:lnTo>
                        <a:pt x="11310" y="11410"/>
                      </a:lnTo>
                      <a:cubicBezTo>
                        <a:pt x="11318" y="11402"/>
                        <a:pt x="11326" y="11394"/>
                        <a:pt x="11335" y="11385"/>
                      </a:cubicBezTo>
                      <a:lnTo>
                        <a:pt x="11343" y="11377"/>
                      </a:lnTo>
                      <a:cubicBezTo>
                        <a:pt x="11360" y="11360"/>
                        <a:pt x="11368" y="11352"/>
                        <a:pt x="11384" y="11344"/>
                      </a:cubicBezTo>
                      <a:cubicBezTo>
                        <a:pt x="11401" y="11319"/>
                        <a:pt x="11426" y="11294"/>
                        <a:pt x="11451" y="11269"/>
                      </a:cubicBezTo>
                      <a:cubicBezTo>
                        <a:pt x="11467" y="11261"/>
                        <a:pt x="11476" y="11253"/>
                        <a:pt x="11492" y="11236"/>
                      </a:cubicBezTo>
                      <a:cubicBezTo>
                        <a:pt x="11500" y="11236"/>
                        <a:pt x="11500" y="11228"/>
                        <a:pt x="11509" y="11220"/>
                      </a:cubicBezTo>
                      <a:cubicBezTo>
                        <a:pt x="11534" y="11203"/>
                        <a:pt x="11542" y="11186"/>
                        <a:pt x="11550" y="11153"/>
                      </a:cubicBezTo>
                      <a:cubicBezTo>
                        <a:pt x="11550" y="11145"/>
                        <a:pt x="11550" y="11137"/>
                        <a:pt x="11550" y="11128"/>
                      </a:cubicBezTo>
                      <a:cubicBezTo>
                        <a:pt x="11550" y="11137"/>
                        <a:pt x="11558" y="11145"/>
                        <a:pt x="11567" y="11145"/>
                      </a:cubicBezTo>
                      <a:lnTo>
                        <a:pt x="11567" y="11162"/>
                      </a:lnTo>
                      <a:cubicBezTo>
                        <a:pt x="11575" y="11170"/>
                        <a:pt x="11583" y="11178"/>
                        <a:pt x="11583" y="11186"/>
                      </a:cubicBezTo>
                      <a:lnTo>
                        <a:pt x="11583" y="11195"/>
                      </a:lnTo>
                      <a:cubicBezTo>
                        <a:pt x="11592" y="11211"/>
                        <a:pt x="11592" y="11228"/>
                        <a:pt x="11600" y="11244"/>
                      </a:cubicBezTo>
                      <a:cubicBezTo>
                        <a:pt x="11616" y="11267"/>
                        <a:pt x="11644" y="11285"/>
                        <a:pt x="11673" y="11285"/>
                      </a:cubicBezTo>
                      <a:cubicBezTo>
                        <a:pt x="11687" y="11285"/>
                        <a:pt x="11702" y="11280"/>
                        <a:pt x="11716" y="11269"/>
                      </a:cubicBezTo>
                      <a:cubicBezTo>
                        <a:pt x="11757" y="11228"/>
                        <a:pt x="11749" y="11153"/>
                        <a:pt x="11724" y="11104"/>
                      </a:cubicBezTo>
                      <a:cubicBezTo>
                        <a:pt x="11683" y="11021"/>
                        <a:pt x="11608" y="10971"/>
                        <a:pt x="11525" y="10938"/>
                      </a:cubicBezTo>
                      <a:cubicBezTo>
                        <a:pt x="11426" y="10905"/>
                        <a:pt x="11335" y="10888"/>
                        <a:pt x="11235" y="10880"/>
                      </a:cubicBezTo>
                      <a:cubicBezTo>
                        <a:pt x="11210" y="10880"/>
                        <a:pt x="11177" y="10896"/>
                        <a:pt x="11177" y="10930"/>
                      </a:cubicBezTo>
                      <a:cubicBezTo>
                        <a:pt x="11169" y="10963"/>
                        <a:pt x="11194" y="10979"/>
                        <a:pt x="11227" y="10988"/>
                      </a:cubicBezTo>
                      <a:cubicBezTo>
                        <a:pt x="11293" y="11004"/>
                        <a:pt x="11368" y="11037"/>
                        <a:pt x="11442" y="11062"/>
                      </a:cubicBezTo>
                      <a:cubicBezTo>
                        <a:pt x="11418" y="11070"/>
                        <a:pt x="11401" y="11087"/>
                        <a:pt x="11384" y="11104"/>
                      </a:cubicBezTo>
                      <a:cubicBezTo>
                        <a:pt x="11368" y="11120"/>
                        <a:pt x="11351" y="11137"/>
                        <a:pt x="11335" y="11153"/>
                      </a:cubicBezTo>
                      <a:cubicBezTo>
                        <a:pt x="11310" y="11178"/>
                        <a:pt x="11285" y="11203"/>
                        <a:pt x="11268" y="11228"/>
                      </a:cubicBezTo>
                      <a:lnTo>
                        <a:pt x="11260" y="11244"/>
                      </a:lnTo>
                      <a:cubicBezTo>
                        <a:pt x="11252" y="11244"/>
                        <a:pt x="11235" y="11253"/>
                        <a:pt x="11227" y="11261"/>
                      </a:cubicBezTo>
                      <a:cubicBezTo>
                        <a:pt x="11083" y="11413"/>
                        <a:pt x="10890" y="11495"/>
                        <a:pt x="10680" y="11495"/>
                      </a:cubicBezTo>
                      <a:cubicBezTo>
                        <a:pt x="10661" y="11495"/>
                        <a:pt x="10642" y="11494"/>
                        <a:pt x="10622" y="11493"/>
                      </a:cubicBezTo>
                      <a:cubicBezTo>
                        <a:pt x="10485" y="11488"/>
                        <a:pt x="10327" y="11418"/>
                        <a:pt x="10181" y="11418"/>
                      </a:cubicBezTo>
                      <a:cubicBezTo>
                        <a:pt x="10099" y="11418"/>
                        <a:pt x="10020" y="11441"/>
                        <a:pt x="9951" y="11510"/>
                      </a:cubicBezTo>
                      <a:cubicBezTo>
                        <a:pt x="9918" y="11534"/>
                        <a:pt x="9918" y="11551"/>
                        <a:pt x="9876" y="11559"/>
                      </a:cubicBezTo>
                      <a:cubicBezTo>
                        <a:pt x="9843" y="11559"/>
                        <a:pt x="9810" y="11543"/>
                        <a:pt x="9777" y="11543"/>
                      </a:cubicBezTo>
                      <a:cubicBezTo>
                        <a:pt x="9764" y="11540"/>
                        <a:pt x="9750" y="11539"/>
                        <a:pt x="9736" y="11539"/>
                      </a:cubicBezTo>
                      <a:cubicBezTo>
                        <a:pt x="9697" y="11539"/>
                        <a:pt x="9656" y="11547"/>
                        <a:pt x="9620" y="11559"/>
                      </a:cubicBezTo>
                      <a:cubicBezTo>
                        <a:pt x="9487" y="11609"/>
                        <a:pt x="9371" y="11692"/>
                        <a:pt x="9230" y="11725"/>
                      </a:cubicBezTo>
                      <a:cubicBezTo>
                        <a:pt x="8965" y="11791"/>
                        <a:pt x="8683" y="11849"/>
                        <a:pt x="8410" y="11874"/>
                      </a:cubicBezTo>
                      <a:cubicBezTo>
                        <a:pt x="8350" y="11880"/>
                        <a:pt x="8290" y="11883"/>
                        <a:pt x="8230" y="11883"/>
                      </a:cubicBezTo>
                      <a:cubicBezTo>
                        <a:pt x="8133" y="11883"/>
                        <a:pt x="8038" y="11876"/>
                        <a:pt x="7946" y="11866"/>
                      </a:cubicBezTo>
                      <a:cubicBezTo>
                        <a:pt x="7880" y="11849"/>
                        <a:pt x="7780" y="11849"/>
                        <a:pt x="7739" y="11783"/>
                      </a:cubicBezTo>
                      <a:cubicBezTo>
                        <a:pt x="7755" y="11675"/>
                        <a:pt x="7714" y="11559"/>
                        <a:pt x="7623" y="11493"/>
                      </a:cubicBezTo>
                      <a:cubicBezTo>
                        <a:pt x="7623" y="11485"/>
                        <a:pt x="7615" y="11468"/>
                        <a:pt x="7606" y="11452"/>
                      </a:cubicBezTo>
                      <a:cubicBezTo>
                        <a:pt x="7623" y="11435"/>
                        <a:pt x="7631" y="11418"/>
                        <a:pt x="7623" y="11394"/>
                      </a:cubicBezTo>
                      <a:cubicBezTo>
                        <a:pt x="7623" y="11369"/>
                        <a:pt x="7631" y="11352"/>
                        <a:pt x="7648" y="11327"/>
                      </a:cubicBezTo>
                      <a:cubicBezTo>
                        <a:pt x="7714" y="11286"/>
                        <a:pt x="7764" y="11220"/>
                        <a:pt x="7797" y="11153"/>
                      </a:cubicBezTo>
                      <a:lnTo>
                        <a:pt x="7805" y="11145"/>
                      </a:lnTo>
                      <a:cubicBezTo>
                        <a:pt x="7871" y="11054"/>
                        <a:pt x="7938" y="10971"/>
                        <a:pt x="7996" y="10880"/>
                      </a:cubicBezTo>
                      <a:cubicBezTo>
                        <a:pt x="8112" y="10689"/>
                        <a:pt x="8211" y="10499"/>
                        <a:pt x="8294" y="10292"/>
                      </a:cubicBezTo>
                      <a:cubicBezTo>
                        <a:pt x="8322" y="10228"/>
                        <a:pt x="8272" y="10170"/>
                        <a:pt x="8210" y="10170"/>
                      </a:cubicBezTo>
                      <a:cubicBezTo>
                        <a:pt x="8200" y="10170"/>
                        <a:pt x="8189" y="10172"/>
                        <a:pt x="8178" y="10176"/>
                      </a:cubicBezTo>
                      <a:cubicBezTo>
                        <a:pt x="8079" y="10217"/>
                        <a:pt x="7987" y="10250"/>
                        <a:pt x="7896" y="10300"/>
                      </a:cubicBezTo>
                      <a:cubicBezTo>
                        <a:pt x="7863" y="10283"/>
                        <a:pt x="7822" y="10275"/>
                        <a:pt x="7789" y="10267"/>
                      </a:cubicBezTo>
                      <a:cubicBezTo>
                        <a:pt x="7711" y="10257"/>
                        <a:pt x="7633" y="10253"/>
                        <a:pt x="7557" y="10253"/>
                      </a:cubicBezTo>
                      <a:cubicBezTo>
                        <a:pt x="7503" y="10253"/>
                        <a:pt x="7451" y="10255"/>
                        <a:pt x="7399" y="10258"/>
                      </a:cubicBezTo>
                      <a:cubicBezTo>
                        <a:pt x="7151" y="10267"/>
                        <a:pt x="6910" y="10316"/>
                        <a:pt x="6687" y="10408"/>
                      </a:cubicBezTo>
                      <a:cubicBezTo>
                        <a:pt x="6711" y="10350"/>
                        <a:pt x="6745" y="10300"/>
                        <a:pt x="6778" y="10250"/>
                      </a:cubicBezTo>
                      <a:cubicBezTo>
                        <a:pt x="6827" y="10159"/>
                        <a:pt x="6877" y="10076"/>
                        <a:pt x="6943" y="9993"/>
                      </a:cubicBezTo>
                      <a:cubicBezTo>
                        <a:pt x="7051" y="9844"/>
                        <a:pt x="7184" y="9703"/>
                        <a:pt x="7308" y="9562"/>
                      </a:cubicBezTo>
                      <a:cubicBezTo>
                        <a:pt x="7507" y="9347"/>
                        <a:pt x="7722" y="9148"/>
                        <a:pt x="7921" y="8933"/>
                      </a:cubicBezTo>
                      <a:cubicBezTo>
                        <a:pt x="7946" y="8933"/>
                        <a:pt x="7971" y="8924"/>
                        <a:pt x="7979" y="8900"/>
                      </a:cubicBezTo>
                      <a:cubicBezTo>
                        <a:pt x="7996" y="8875"/>
                        <a:pt x="8012" y="8850"/>
                        <a:pt x="8021" y="8825"/>
                      </a:cubicBezTo>
                      <a:cubicBezTo>
                        <a:pt x="8079" y="8759"/>
                        <a:pt x="8137" y="8693"/>
                        <a:pt x="8186" y="8626"/>
                      </a:cubicBezTo>
                      <a:cubicBezTo>
                        <a:pt x="8212" y="8593"/>
                        <a:pt x="8181" y="8550"/>
                        <a:pt x="8147" y="8550"/>
                      </a:cubicBezTo>
                      <a:cubicBezTo>
                        <a:pt x="8138" y="8550"/>
                        <a:pt x="8129" y="8553"/>
                        <a:pt x="8120" y="8560"/>
                      </a:cubicBezTo>
                      <a:cubicBezTo>
                        <a:pt x="8095" y="8577"/>
                        <a:pt x="8079" y="8593"/>
                        <a:pt x="8054" y="8610"/>
                      </a:cubicBezTo>
                      <a:cubicBezTo>
                        <a:pt x="8062" y="8593"/>
                        <a:pt x="8062" y="8585"/>
                        <a:pt x="8062" y="8568"/>
                      </a:cubicBezTo>
                      <a:cubicBezTo>
                        <a:pt x="8070" y="8452"/>
                        <a:pt x="8070" y="8336"/>
                        <a:pt x="8062" y="8229"/>
                      </a:cubicBezTo>
                      <a:cubicBezTo>
                        <a:pt x="8054" y="7997"/>
                        <a:pt x="8037" y="7765"/>
                        <a:pt x="8054" y="7533"/>
                      </a:cubicBezTo>
                      <a:cubicBezTo>
                        <a:pt x="8054" y="7507"/>
                        <a:pt x="8032" y="7488"/>
                        <a:pt x="8012" y="7488"/>
                      </a:cubicBezTo>
                      <a:cubicBezTo>
                        <a:pt x="7999" y="7488"/>
                        <a:pt x="7986" y="7496"/>
                        <a:pt x="7979" y="7516"/>
                      </a:cubicBezTo>
                      <a:lnTo>
                        <a:pt x="7971" y="7524"/>
                      </a:lnTo>
                      <a:cubicBezTo>
                        <a:pt x="7971" y="7392"/>
                        <a:pt x="7971" y="7259"/>
                        <a:pt x="7987" y="7127"/>
                      </a:cubicBezTo>
                      <a:cubicBezTo>
                        <a:pt x="7996" y="7102"/>
                        <a:pt x="7996" y="7069"/>
                        <a:pt x="8004" y="7044"/>
                      </a:cubicBezTo>
                      <a:lnTo>
                        <a:pt x="8029" y="7052"/>
                      </a:lnTo>
                      <a:cubicBezTo>
                        <a:pt x="8062" y="7060"/>
                        <a:pt x="8087" y="7085"/>
                        <a:pt x="8112" y="7102"/>
                      </a:cubicBezTo>
                      <a:cubicBezTo>
                        <a:pt x="8145" y="7127"/>
                        <a:pt x="8170" y="7151"/>
                        <a:pt x="8203" y="7168"/>
                      </a:cubicBezTo>
                      <a:cubicBezTo>
                        <a:pt x="8207" y="7173"/>
                        <a:pt x="8213" y="7175"/>
                        <a:pt x="8219" y="7175"/>
                      </a:cubicBezTo>
                      <a:cubicBezTo>
                        <a:pt x="8234" y="7175"/>
                        <a:pt x="8248" y="7161"/>
                        <a:pt x="8236" y="7143"/>
                      </a:cubicBezTo>
                      <a:cubicBezTo>
                        <a:pt x="8203" y="7060"/>
                        <a:pt x="8145" y="6986"/>
                        <a:pt x="8062" y="6953"/>
                      </a:cubicBezTo>
                      <a:cubicBezTo>
                        <a:pt x="8054" y="6953"/>
                        <a:pt x="8037" y="6944"/>
                        <a:pt x="8029" y="6944"/>
                      </a:cubicBezTo>
                      <a:cubicBezTo>
                        <a:pt x="8037" y="6928"/>
                        <a:pt x="8037" y="6911"/>
                        <a:pt x="8045" y="6895"/>
                      </a:cubicBezTo>
                      <a:cubicBezTo>
                        <a:pt x="8095" y="6928"/>
                        <a:pt x="8137" y="6961"/>
                        <a:pt x="8186" y="6994"/>
                      </a:cubicBezTo>
                      <a:cubicBezTo>
                        <a:pt x="8228" y="7035"/>
                        <a:pt x="8269" y="7069"/>
                        <a:pt x="8310" y="7110"/>
                      </a:cubicBezTo>
                      <a:lnTo>
                        <a:pt x="8319" y="7118"/>
                      </a:lnTo>
                      <a:lnTo>
                        <a:pt x="8335" y="7135"/>
                      </a:lnTo>
                      <a:cubicBezTo>
                        <a:pt x="8352" y="7143"/>
                        <a:pt x="8360" y="7160"/>
                        <a:pt x="8377" y="7168"/>
                      </a:cubicBezTo>
                      <a:cubicBezTo>
                        <a:pt x="8402" y="7193"/>
                        <a:pt x="8426" y="7209"/>
                        <a:pt x="8460" y="7226"/>
                      </a:cubicBezTo>
                      <a:cubicBezTo>
                        <a:pt x="8465" y="7227"/>
                        <a:pt x="8470" y="7228"/>
                        <a:pt x="8475" y="7228"/>
                      </a:cubicBezTo>
                      <a:cubicBezTo>
                        <a:pt x="8511" y="7228"/>
                        <a:pt x="8541" y="7203"/>
                        <a:pt x="8534" y="7160"/>
                      </a:cubicBezTo>
                      <a:cubicBezTo>
                        <a:pt x="8526" y="7093"/>
                        <a:pt x="8476" y="7044"/>
                        <a:pt x="8435" y="6994"/>
                      </a:cubicBezTo>
                      <a:cubicBezTo>
                        <a:pt x="8418" y="6977"/>
                        <a:pt x="8393" y="6961"/>
                        <a:pt x="8377" y="6944"/>
                      </a:cubicBezTo>
                      <a:lnTo>
                        <a:pt x="8377" y="6944"/>
                      </a:lnTo>
                      <a:lnTo>
                        <a:pt x="8393" y="6953"/>
                      </a:lnTo>
                      <a:lnTo>
                        <a:pt x="8418" y="6953"/>
                      </a:lnTo>
                      <a:lnTo>
                        <a:pt x="8426" y="6961"/>
                      </a:lnTo>
                      <a:lnTo>
                        <a:pt x="8443" y="6969"/>
                      </a:lnTo>
                      <a:cubicBezTo>
                        <a:pt x="8460" y="6977"/>
                        <a:pt x="8476" y="6994"/>
                        <a:pt x="8493" y="7011"/>
                      </a:cubicBezTo>
                      <a:lnTo>
                        <a:pt x="8501" y="7019"/>
                      </a:lnTo>
                      <a:lnTo>
                        <a:pt x="8509" y="7027"/>
                      </a:lnTo>
                      <a:cubicBezTo>
                        <a:pt x="8518" y="7035"/>
                        <a:pt x="8526" y="7044"/>
                        <a:pt x="8534" y="7052"/>
                      </a:cubicBezTo>
                      <a:cubicBezTo>
                        <a:pt x="8567" y="7085"/>
                        <a:pt x="8592" y="7127"/>
                        <a:pt x="8625" y="7168"/>
                      </a:cubicBezTo>
                      <a:lnTo>
                        <a:pt x="8625" y="7176"/>
                      </a:lnTo>
                      <a:lnTo>
                        <a:pt x="8634" y="7193"/>
                      </a:lnTo>
                      <a:cubicBezTo>
                        <a:pt x="8642" y="7201"/>
                        <a:pt x="8642" y="7209"/>
                        <a:pt x="8650" y="7226"/>
                      </a:cubicBezTo>
                      <a:cubicBezTo>
                        <a:pt x="8658" y="7243"/>
                        <a:pt x="8667" y="7267"/>
                        <a:pt x="8675" y="7292"/>
                      </a:cubicBezTo>
                      <a:cubicBezTo>
                        <a:pt x="8683" y="7317"/>
                        <a:pt x="8710" y="7330"/>
                        <a:pt x="8737" y="7330"/>
                      </a:cubicBezTo>
                      <a:cubicBezTo>
                        <a:pt x="8764" y="7330"/>
                        <a:pt x="8791" y="7317"/>
                        <a:pt x="8799" y="7292"/>
                      </a:cubicBezTo>
                      <a:lnTo>
                        <a:pt x="8799" y="7284"/>
                      </a:lnTo>
                      <a:lnTo>
                        <a:pt x="8808" y="7284"/>
                      </a:lnTo>
                      <a:cubicBezTo>
                        <a:pt x="8814" y="7290"/>
                        <a:pt x="8821" y="7293"/>
                        <a:pt x="8829" y="7293"/>
                      </a:cubicBezTo>
                      <a:cubicBezTo>
                        <a:pt x="8841" y="7293"/>
                        <a:pt x="8852" y="7286"/>
                        <a:pt x="8857" y="7276"/>
                      </a:cubicBezTo>
                      <a:cubicBezTo>
                        <a:pt x="8882" y="7251"/>
                        <a:pt x="8882" y="7209"/>
                        <a:pt x="8874" y="7176"/>
                      </a:cubicBezTo>
                      <a:cubicBezTo>
                        <a:pt x="8874" y="7143"/>
                        <a:pt x="8866" y="7110"/>
                        <a:pt x="8866" y="7085"/>
                      </a:cubicBezTo>
                      <a:cubicBezTo>
                        <a:pt x="8849" y="7019"/>
                        <a:pt x="8841" y="6961"/>
                        <a:pt x="8832" y="6903"/>
                      </a:cubicBezTo>
                      <a:cubicBezTo>
                        <a:pt x="8825" y="6874"/>
                        <a:pt x="8806" y="6852"/>
                        <a:pt x="8784" y="6852"/>
                      </a:cubicBezTo>
                      <a:cubicBezTo>
                        <a:pt x="8781" y="6852"/>
                        <a:pt x="8778" y="6852"/>
                        <a:pt x="8774" y="6853"/>
                      </a:cubicBezTo>
                      <a:cubicBezTo>
                        <a:pt x="8741" y="6861"/>
                        <a:pt x="8725" y="6886"/>
                        <a:pt x="8725" y="6911"/>
                      </a:cubicBezTo>
                      <a:cubicBezTo>
                        <a:pt x="8733" y="6944"/>
                        <a:pt x="8733" y="6977"/>
                        <a:pt x="8741" y="7011"/>
                      </a:cubicBezTo>
                      <a:cubicBezTo>
                        <a:pt x="8708" y="6977"/>
                        <a:pt x="8675" y="6944"/>
                        <a:pt x="8642" y="6911"/>
                      </a:cubicBezTo>
                      <a:cubicBezTo>
                        <a:pt x="8592" y="6861"/>
                        <a:pt x="8534" y="6820"/>
                        <a:pt x="8468" y="6803"/>
                      </a:cubicBezTo>
                      <a:cubicBezTo>
                        <a:pt x="8451" y="6799"/>
                        <a:pt x="8435" y="6797"/>
                        <a:pt x="8418" y="6797"/>
                      </a:cubicBezTo>
                      <a:cubicBezTo>
                        <a:pt x="8402" y="6797"/>
                        <a:pt x="8385" y="6799"/>
                        <a:pt x="8368" y="6803"/>
                      </a:cubicBezTo>
                      <a:cubicBezTo>
                        <a:pt x="8344" y="6812"/>
                        <a:pt x="8327" y="6820"/>
                        <a:pt x="8310" y="6837"/>
                      </a:cubicBezTo>
                      <a:cubicBezTo>
                        <a:pt x="8302" y="6845"/>
                        <a:pt x="8294" y="6861"/>
                        <a:pt x="8294" y="6878"/>
                      </a:cubicBezTo>
                      <a:lnTo>
                        <a:pt x="8277" y="6870"/>
                      </a:lnTo>
                      <a:cubicBezTo>
                        <a:pt x="8219" y="6828"/>
                        <a:pt x="8161" y="6787"/>
                        <a:pt x="8095" y="6754"/>
                      </a:cubicBezTo>
                      <a:cubicBezTo>
                        <a:pt x="8153" y="6629"/>
                        <a:pt x="8236" y="6513"/>
                        <a:pt x="8319" y="6414"/>
                      </a:cubicBezTo>
                      <a:cubicBezTo>
                        <a:pt x="8352" y="6380"/>
                        <a:pt x="8315" y="6330"/>
                        <a:pt x="8273" y="6330"/>
                      </a:cubicBezTo>
                      <a:cubicBezTo>
                        <a:pt x="8264" y="6330"/>
                        <a:pt x="8254" y="6333"/>
                        <a:pt x="8244" y="6339"/>
                      </a:cubicBezTo>
                      <a:cubicBezTo>
                        <a:pt x="8186" y="6397"/>
                        <a:pt x="8128" y="6455"/>
                        <a:pt x="8079" y="6513"/>
                      </a:cubicBezTo>
                      <a:cubicBezTo>
                        <a:pt x="8170" y="6248"/>
                        <a:pt x="8294" y="5991"/>
                        <a:pt x="8443" y="5759"/>
                      </a:cubicBezTo>
                      <a:cubicBezTo>
                        <a:pt x="8542" y="5594"/>
                        <a:pt x="8658" y="5445"/>
                        <a:pt x="8783" y="5295"/>
                      </a:cubicBezTo>
                      <a:cubicBezTo>
                        <a:pt x="8841" y="5221"/>
                        <a:pt x="8907" y="5155"/>
                        <a:pt x="8982" y="5088"/>
                      </a:cubicBezTo>
                      <a:cubicBezTo>
                        <a:pt x="9006" y="5063"/>
                        <a:pt x="9023" y="5047"/>
                        <a:pt x="9048" y="5022"/>
                      </a:cubicBezTo>
                      <a:cubicBezTo>
                        <a:pt x="9139" y="4956"/>
                        <a:pt x="9238" y="4889"/>
                        <a:pt x="9338" y="4831"/>
                      </a:cubicBezTo>
                      <a:cubicBezTo>
                        <a:pt x="9454" y="4757"/>
                        <a:pt x="9570" y="4682"/>
                        <a:pt x="9694" y="4616"/>
                      </a:cubicBezTo>
                      <a:cubicBezTo>
                        <a:pt x="9752" y="4583"/>
                        <a:pt x="9818" y="4541"/>
                        <a:pt x="9876" y="4508"/>
                      </a:cubicBezTo>
                      <a:cubicBezTo>
                        <a:pt x="9885" y="4508"/>
                        <a:pt x="9893" y="4500"/>
                        <a:pt x="9901" y="4500"/>
                      </a:cubicBezTo>
                      <a:cubicBezTo>
                        <a:pt x="9910" y="4503"/>
                        <a:pt x="9918" y="4505"/>
                        <a:pt x="9926" y="4505"/>
                      </a:cubicBezTo>
                      <a:cubicBezTo>
                        <a:pt x="9938" y="4505"/>
                        <a:pt x="9949" y="4499"/>
                        <a:pt x="9959" y="4483"/>
                      </a:cubicBezTo>
                      <a:cubicBezTo>
                        <a:pt x="9968" y="4467"/>
                        <a:pt x="9968" y="4459"/>
                        <a:pt x="9976" y="4442"/>
                      </a:cubicBezTo>
                      <a:cubicBezTo>
                        <a:pt x="9992" y="4425"/>
                        <a:pt x="10009" y="4409"/>
                        <a:pt x="10017" y="4384"/>
                      </a:cubicBezTo>
                      <a:cubicBezTo>
                        <a:pt x="10017" y="4367"/>
                        <a:pt x="10017" y="4351"/>
                        <a:pt x="10017" y="4343"/>
                      </a:cubicBezTo>
                      <a:cubicBezTo>
                        <a:pt x="10017" y="4334"/>
                        <a:pt x="10017" y="4334"/>
                        <a:pt x="10017" y="4326"/>
                      </a:cubicBezTo>
                      <a:lnTo>
                        <a:pt x="10026" y="4326"/>
                      </a:lnTo>
                      <a:cubicBezTo>
                        <a:pt x="10034" y="4326"/>
                        <a:pt x="10050" y="4318"/>
                        <a:pt x="10059" y="4309"/>
                      </a:cubicBezTo>
                      <a:cubicBezTo>
                        <a:pt x="10072" y="4327"/>
                        <a:pt x="10096" y="4338"/>
                        <a:pt x="10118" y="4338"/>
                      </a:cubicBezTo>
                      <a:cubicBezTo>
                        <a:pt x="10137" y="4338"/>
                        <a:pt x="10154" y="4329"/>
                        <a:pt x="10158" y="4309"/>
                      </a:cubicBezTo>
                      <a:cubicBezTo>
                        <a:pt x="10166" y="4276"/>
                        <a:pt x="10175" y="4251"/>
                        <a:pt x="10183" y="4227"/>
                      </a:cubicBezTo>
                      <a:cubicBezTo>
                        <a:pt x="10216" y="4160"/>
                        <a:pt x="10241" y="4086"/>
                        <a:pt x="10258" y="4011"/>
                      </a:cubicBezTo>
                      <a:lnTo>
                        <a:pt x="10258" y="4003"/>
                      </a:lnTo>
                      <a:cubicBezTo>
                        <a:pt x="10258" y="4011"/>
                        <a:pt x="10266" y="4019"/>
                        <a:pt x="10274" y="4028"/>
                      </a:cubicBezTo>
                      <a:lnTo>
                        <a:pt x="10274" y="4036"/>
                      </a:lnTo>
                      <a:lnTo>
                        <a:pt x="10282" y="4053"/>
                      </a:lnTo>
                      <a:cubicBezTo>
                        <a:pt x="10291" y="4061"/>
                        <a:pt x="10291" y="4069"/>
                        <a:pt x="10299" y="4086"/>
                      </a:cubicBezTo>
                      <a:cubicBezTo>
                        <a:pt x="10307" y="4094"/>
                        <a:pt x="10307" y="4111"/>
                        <a:pt x="10316" y="4119"/>
                      </a:cubicBezTo>
                      <a:lnTo>
                        <a:pt x="10316" y="4135"/>
                      </a:lnTo>
                      <a:cubicBezTo>
                        <a:pt x="10316" y="4135"/>
                        <a:pt x="10320" y="4149"/>
                        <a:pt x="10323" y="4149"/>
                      </a:cubicBezTo>
                      <a:cubicBezTo>
                        <a:pt x="10323" y="4149"/>
                        <a:pt x="10324" y="4148"/>
                        <a:pt x="10324" y="4144"/>
                      </a:cubicBezTo>
                      <a:cubicBezTo>
                        <a:pt x="10324" y="4160"/>
                        <a:pt x="10332" y="4177"/>
                        <a:pt x="10349" y="4185"/>
                      </a:cubicBezTo>
                      <a:cubicBezTo>
                        <a:pt x="10357" y="4193"/>
                        <a:pt x="10382" y="4202"/>
                        <a:pt x="10398" y="4202"/>
                      </a:cubicBezTo>
                      <a:cubicBezTo>
                        <a:pt x="10432" y="4193"/>
                        <a:pt x="10465" y="4160"/>
                        <a:pt x="10456" y="4119"/>
                      </a:cubicBezTo>
                      <a:cubicBezTo>
                        <a:pt x="10440" y="4077"/>
                        <a:pt x="10432" y="4036"/>
                        <a:pt x="10407" y="3995"/>
                      </a:cubicBezTo>
                      <a:lnTo>
                        <a:pt x="10407" y="3995"/>
                      </a:lnTo>
                      <a:lnTo>
                        <a:pt x="10415" y="4003"/>
                      </a:lnTo>
                      <a:cubicBezTo>
                        <a:pt x="10427" y="4015"/>
                        <a:pt x="10444" y="4023"/>
                        <a:pt x="10458" y="4023"/>
                      </a:cubicBezTo>
                      <a:cubicBezTo>
                        <a:pt x="10464" y="4023"/>
                        <a:pt x="10469" y="4022"/>
                        <a:pt x="10473" y="4019"/>
                      </a:cubicBezTo>
                      <a:cubicBezTo>
                        <a:pt x="10490" y="4094"/>
                        <a:pt x="10506" y="4169"/>
                        <a:pt x="10523" y="4243"/>
                      </a:cubicBezTo>
                      <a:cubicBezTo>
                        <a:pt x="10530" y="4278"/>
                        <a:pt x="10559" y="4294"/>
                        <a:pt x="10587" y="4294"/>
                      </a:cubicBezTo>
                      <a:cubicBezTo>
                        <a:pt x="10620" y="4294"/>
                        <a:pt x="10651" y="4271"/>
                        <a:pt x="10647" y="4227"/>
                      </a:cubicBezTo>
                      <a:cubicBezTo>
                        <a:pt x="10630" y="4152"/>
                        <a:pt x="10622" y="4086"/>
                        <a:pt x="10614" y="4011"/>
                      </a:cubicBezTo>
                      <a:lnTo>
                        <a:pt x="10614" y="4011"/>
                      </a:lnTo>
                      <a:cubicBezTo>
                        <a:pt x="10622" y="4053"/>
                        <a:pt x="10630" y="4102"/>
                        <a:pt x="10639" y="4144"/>
                      </a:cubicBezTo>
                      <a:cubicBezTo>
                        <a:pt x="10645" y="4169"/>
                        <a:pt x="10666" y="4180"/>
                        <a:pt x="10683" y="4180"/>
                      </a:cubicBezTo>
                      <a:cubicBezTo>
                        <a:pt x="10688" y="4180"/>
                        <a:pt x="10693" y="4179"/>
                        <a:pt x="10697" y="4177"/>
                      </a:cubicBezTo>
                      <a:cubicBezTo>
                        <a:pt x="10705" y="4202"/>
                        <a:pt x="10713" y="4218"/>
                        <a:pt x="10713" y="4235"/>
                      </a:cubicBezTo>
                      <a:cubicBezTo>
                        <a:pt x="10723" y="4260"/>
                        <a:pt x="10744" y="4271"/>
                        <a:pt x="10766" y="4271"/>
                      </a:cubicBezTo>
                      <a:cubicBezTo>
                        <a:pt x="10802" y="4271"/>
                        <a:pt x="10840" y="4243"/>
                        <a:pt x="10829" y="4202"/>
                      </a:cubicBezTo>
                      <a:cubicBezTo>
                        <a:pt x="10813" y="4144"/>
                        <a:pt x="10796" y="4077"/>
                        <a:pt x="10780" y="4011"/>
                      </a:cubicBezTo>
                      <a:cubicBezTo>
                        <a:pt x="10780" y="4007"/>
                        <a:pt x="10780" y="4003"/>
                        <a:pt x="10779" y="4000"/>
                      </a:cubicBezTo>
                      <a:lnTo>
                        <a:pt x="10779" y="4000"/>
                      </a:lnTo>
                      <a:cubicBezTo>
                        <a:pt x="10808" y="4053"/>
                        <a:pt x="10831" y="4107"/>
                        <a:pt x="10854" y="4160"/>
                      </a:cubicBezTo>
                      <a:cubicBezTo>
                        <a:pt x="10861" y="4183"/>
                        <a:pt x="10880" y="4193"/>
                        <a:pt x="10901" y="4193"/>
                      </a:cubicBezTo>
                      <a:cubicBezTo>
                        <a:pt x="10931" y="4193"/>
                        <a:pt x="10964" y="4170"/>
                        <a:pt x="10954" y="4135"/>
                      </a:cubicBezTo>
                      <a:cubicBezTo>
                        <a:pt x="10954" y="4129"/>
                        <a:pt x="10954" y="4118"/>
                        <a:pt x="10950" y="4109"/>
                      </a:cubicBezTo>
                      <a:lnTo>
                        <a:pt x="10950" y="4109"/>
                      </a:lnTo>
                      <a:lnTo>
                        <a:pt x="11028" y="4227"/>
                      </a:lnTo>
                      <a:cubicBezTo>
                        <a:pt x="11039" y="4243"/>
                        <a:pt x="11060" y="4252"/>
                        <a:pt x="11080" y="4252"/>
                      </a:cubicBezTo>
                      <a:cubicBezTo>
                        <a:pt x="11091" y="4252"/>
                        <a:pt x="11102" y="4249"/>
                        <a:pt x="11111" y="4243"/>
                      </a:cubicBezTo>
                      <a:cubicBezTo>
                        <a:pt x="11132" y="4229"/>
                        <a:pt x="11147" y="4203"/>
                        <a:pt x="11141" y="4175"/>
                      </a:cubicBezTo>
                      <a:lnTo>
                        <a:pt x="11141" y="4175"/>
                      </a:lnTo>
                      <a:cubicBezTo>
                        <a:pt x="11148" y="4195"/>
                        <a:pt x="11163" y="4210"/>
                        <a:pt x="11186" y="4210"/>
                      </a:cubicBezTo>
                      <a:lnTo>
                        <a:pt x="11186" y="4218"/>
                      </a:lnTo>
                      <a:cubicBezTo>
                        <a:pt x="11186" y="4247"/>
                        <a:pt x="11210" y="4262"/>
                        <a:pt x="11236" y="4262"/>
                      </a:cubicBezTo>
                      <a:cubicBezTo>
                        <a:pt x="11262" y="4262"/>
                        <a:pt x="11289" y="4247"/>
                        <a:pt x="11293" y="4218"/>
                      </a:cubicBezTo>
                      <a:cubicBezTo>
                        <a:pt x="11293" y="4177"/>
                        <a:pt x="11293" y="4135"/>
                        <a:pt x="11293" y="4086"/>
                      </a:cubicBezTo>
                      <a:cubicBezTo>
                        <a:pt x="11293" y="4086"/>
                        <a:pt x="11302" y="4086"/>
                        <a:pt x="11302" y="4077"/>
                      </a:cubicBezTo>
                      <a:cubicBezTo>
                        <a:pt x="11318" y="4094"/>
                        <a:pt x="11326" y="4111"/>
                        <a:pt x="11335" y="4127"/>
                      </a:cubicBezTo>
                      <a:cubicBezTo>
                        <a:pt x="11344" y="4141"/>
                        <a:pt x="11355" y="4147"/>
                        <a:pt x="11367" y="4147"/>
                      </a:cubicBezTo>
                      <a:cubicBezTo>
                        <a:pt x="11376" y="4147"/>
                        <a:pt x="11385" y="4143"/>
                        <a:pt x="11393" y="4135"/>
                      </a:cubicBezTo>
                      <a:cubicBezTo>
                        <a:pt x="11393" y="4152"/>
                        <a:pt x="11401" y="4160"/>
                        <a:pt x="11401" y="4177"/>
                      </a:cubicBezTo>
                      <a:cubicBezTo>
                        <a:pt x="11401" y="4202"/>
                        <a:pt x="11424" y="4214"/>
                        <a:pt x="11447" y="4214"/>
                      </a:cubicBezTo>
                      <a:cubicBezTo>
                        <a:pt x="11469" y="4214"/>
                        <a:pt x="11492" y="4202"/>
                        <a:pt x="11492" y="4177"/>
                      </a:cubicBezTo>
                      <a:cubicBezTo>
                        <a:pt x="11492" y="4135"/>
                        <a:pt x="11492" y="4086"/>
                        <a:pt x="11492" y="4044"/>
                      </a:cubicBezTo>
                      <a:cubicBezTo>
                        <a:pt x="11500" y="4069"/>
                        <a:pt x="11517" y="4094"/>
                        <a:pt x="11525" y="4119"/>
                      </a:cubicBezTo>
                      <a:cubicBezTo>
                        <a:pt x="11525" y="4152"/>
                        <a:pt x="11525" y="4177"/>
                        <a:pt x="11517" y="4210"/>
                      </a:cubicBezTo>
                      <a:cubicBezTo>
                        <a:pt x="11512" y="4241"/>
                        <a:pt x="11545" y="4266"/>
                        <a:pt x="11573" y="4266"/>
                      </a:cubicBezTo>
                      <a:cubicBezTo>
                        <a:pt x="11590" y="4266"/>
                        <a:pt x="11605" y="4257"/>
                        <a:pt x="11608" y="4235"/>
                      </a:cubicBezTo>
                      <a:cubicBezTo>
                        <a:pt x="11617" y="4239"/>
                        <a:pt x="11626" y="4241"/>
                        <a:pt x="11636" y="4241"/>
                      </a:cubicBezTo>
                      <a:cubicBezTo>
                        <a:pt x="11661" y="4241"/>
                        <a:pt x="11685" y="4226"/>
                        <a:pt x="11691" y="4202"/>
                      </a:cubicBezTo>
                      <a:cubicBezTo>
                        <a:pt x="11716" y="4202"/>
                        <a:pt x="11741" y="4177"/>
                        <a:pt x="11741" y="4144"/>
                      </a:cubicBezTo>
                      <a:cubicBezTo>
                        <a:pt x="11741" y="3920"/>
                        <a:pt x="11699" y="3705"/>
                        <a:pt x="11699" y="3473"/>
                      </a:cubicBezTo>
                      <a:cubicBezTo>
                        <a:pt x="11691" y="3249"/>
                        <a:pt x="11708" y="3025"/>
                        <a:pt x="11741" y="2793"/>
                      </a:cubicBezTo>
                      <a:cubicBezTo>
                        <a:pt x="11799" y="2346"/>
                        <a:pt x="11948" y="1915"/>
                        <a:pt x="12138" y="1509"/>
                      </a:cubicBezTo>
                      <a:cubicBezTo>
                        <a:pt x="12196" y="1385"/>
                        <a:pt x="12263" y="1260"/>
                        <a:pt x="12346" y="1144"/>
                      </a:cubicBezTo>
                      <a:cubicBezTo>
                        <a:pt x="12350" y="1149"/>
                        <a:pt x="12358" y="1154"/>
                        <a:pt x="12367" y="1154"/>
                      </a:cubicBezTo>
                      <a:cubicBezTo>
                        <a:pt x="12373" y="1154"/>
                        <a:pt x="12380" y="1151"/>
                        <a:pt x="12387" y="1144"/>
                      </a:cubicBezTo>
                      <a:cubicBezTo>
                        <a:pt x="12602" y="929"/>
                        <a:pt x="12776" y="689"/>
                        <a:pt x="12950" y="448"/>
                      </a:cubicBezTo>
                      <a:cubicBezTo>
                        <a:pt x="13025" y="349"/>
                        <a:pt x="13108" y="225"/>
                        <a:pt x="13224" y="175"/>
                      </a:cubicBezTo>
                      <a:cubicBezTo>
                        <a:pt x="13251" y="166"/>
                        <a:pt x="13275" y="162"/>
                        <a:pt x="13298" y="162"/>
                      </a:cubicBezTo>
                      <a:close/>
                      <a:moveTo>
                        <a:pt x="13304" y="0"/>
                      </a:moveTo>
                      <a:cubicBezTo>
                        <a:pt x="13297" y="0"/>
                        <a:pt x="13289" y="1"/>
                        <a:pt x="13282" y="1"/>
                      </a:cubicBezTo>
                      <a:cubicBezTo>
                        <a:pt x="13149" y="18"/>
                        <a:pt x="13033" y="100"/>
                        <a:pt x="12942" y="200"/>
                      </a:cubicBezTo>
                      <a:cubicBezTo>
                        <a:pt x="12826" y="332"/>
                        <a:pt x="12727" y="482"/>
                        <a:pt x="12627" y="622"/>
                      </a:cubicBezTo>
                      <a:cubicBezTo>
                        <a:pt x="12569" y="705"/>
                        <a:pt x="12520" y="780"/>
                        <a:pt x="12470" y="863"/>
                      </a:cubicBezTo>
                      <a:cubicBezTo>
                        <a:pt x="11898" y="1575"/>
                        <a:pt x="11542" y="2462"/>
                        <a:pt x="11525" y="3382"/>
                      </a:cubicBezTo>
                      <a:cubicBezTo>
                        <a:pt x="11525" y="3423"/>
                        <a:pt x="11525" y="3456"/>
                        <a:pt x="11525" y="3498"/>
                      </a:cubicBezTo>
                      <a:cubicBezTo>
                        <a:pt x="11509" y="3481"/>
                        <a:pt x="11500" y="3464"/>
                        <a:pt x="11484" y="3456"/>
                      </a:cubicBezTo>
                      <a:cubicBezTo>
                        <a:pt x="11477" y="3449"/>
                        <a:pt x="11469" y="3446"/>
                        <a:pt x="11462" y="3446"/>
                      </a:cubicBezTo>
                      <a:cubicBezTo>
                        <a:pt x="11443" y="3446"/>
                        <a:pt x="11426" y="3465"/>
                        <a:pt x="11426" y="3489"/>
                      </a:cubicBezTo>
                      <a:cubicBezTo>
                        <a:pt x="11426" y="3514"/>
                        <a:pt x="11442" y="3539"/>
                        <a:pt x="11442" y="3572"/>
                      </a:cubicBezTo>
                      <a:cubicBezTo>
                        <a:pt x="11451" y="3605"/>
                        <a:pt x="11459" y="3638"/>
                        <a:pt x="11467" y="3672"/>
                      </a:cubicBezTo>
                      <a:cubicBezTo>
                        <a:pt x="11476" y="3713"/>
                        <a:pt x="11492" y="3746"/>
                        <a:pt x="11500" y="3787"/>
                      </a:cubicBezTo>
                      <a:cubicBezTo>
                        <a:pt x="11484" y="3779"/>
                        <a:pt x="11467" y="3771"/>
                        <a:pt x="11451" y="3763"/>
                      </a:cubicBezTo>
                      <a:cubicBezTo>
                        <a:pt x="11434" y="3763"/>
                        <a:pt x="11426" y="3763"/>
                        <a:pt x="11409" y="3771"/>
                      </a:cubicBezTo>
                      <a:cubicBezTo>
                        <a:pt x="11401" y="3738"/>
                        <a:pt x="11401" y="3705"/>
                        <a:pt x="11384" y="3680"/>
                      </a:cubicBezTo>
                      <a:cubicBezTo>
                        <a:pt x="11376" y="3638"/>
                        <a:pt x="11368" y="3597"/>
                        <a:pt x="11326" y="3572"/>
                      </a:cubicBezTo>
                      <a:cubicBezTo>
                        <a:pt x="11310" y="3572"/>
                        <a:pt x="11293" y="3572"/>
                        <a:pt x="11277" y="3589"/>
                      </a:cubicBezTo>
                      <a:cubicBezTo>
                        <a:pt x="11277" y="3597"/>
                        <a:pt x="11268" y="3597"/>
                        <a:pt x="11268" y="3605"/>
                      </a:cubicBezTo>
                      <a:cubicBezTo>
                        <a:pt x="11260" y="3597"/>
                        <a:pt x="11244" y="3597"/>
                        <a:pt x="11235" y="3597"/>
                      </a:cubicBezTo>
                      <a:cubicBezTo>
                        <a:pt x="11210" y="3605"/>
                        <a:pt x="11177" y="3622"/>
                        <a:pt x="11177" y="3647"/>
                      </a:cubicBezTo>
                      <a:cubicBezTo>
                        <a:pt x="11177" y="3655"/>
                        <a:pt x="11177" y="3663"/>
                        <a:pt x="11169" y="3672"/>
                      </a:cubicBezTo>
                      <a:cubicBezTo>
                        <a:pt x="11169" y="3680"/>
                        <a:pt x="11169" y="3688"/>
                        <a:pt x="11169" y="3705"/>
                      </a:cubicBezTo>
                      <a:cubicBezTo>
                        <a:pt x="11161" y="3721"/>
                        <a:pt x="11161" y="3746"/>
                        <a:pt x="11161" y="3763"/>
                      </a:cubicBezTo>
                      <a:cubicBezTo>
                        <a:pt x="11161" y="3787"/>
                        <a:pt x="11161" y="3804"/>
                        <a:pt x="11161" y="3829"/>
                      </a:cubicBezTo>
                      <a:cubicBezTo>
                        <a:pt x="11128" y="3812"/>
                        <a:pt x="11103" y="3804"/>
                        <a:pt x="11070" y="3787"/>
                      </a:cubicBezTo>
                      <a:cubicBezTo>
                        <a:pt x="11061" y="3787"/>
                        <a:pt x="11061" y="3779"/>
                        <a:pt x="11053" y="3779"/>
                      </a:cubicBezTo>
                      <a:cubicBezTo>
                        <a:pt x="11048" y="3770"/>
                        <a:pt x="11038" y="3765"/>
                        <a:pt x="11026" y="3765"/>
                      </a:cubicBezTo>
                      <a:cubicBezTo>
                        <a:pt x="11018" y="3765"/>
                        <a:pt x="11010" y="3767"/>
                        <a:pt x="11003" y="3771"/>
                      </a:cubicBezTo>
                      <a:cubicBezTo>
                        <a:pt x="11003" y="3771"/>
                        <a:pt x="11003" y="3771"/>
                        <a:pt x="11003" y="3779"/>
                      </a:cubicBezTo>
                      <a:cubicBezTo>
                        <a:pt x="10987" y="3771"/>
                        <a:pt x="10978" y="3771"/>
                        <a:pt x="10970" y="3771"/>
                      </a:cubicBezTo>
                      <a:cubicBezTo>
                        <a:pt x="10945" y="3771"/>
                        <a:pt x="10929" y="3779"/>
                        <a:pt x="10920" y="3796"/>
                      </a:cubicBezTo>
                      <a:lnTo>
                        <a:pt x="10896" y="3796"/>
                      </a:lnTo>
                      <a:cubicBezTo>
                        <a:pt x="10896" y="3796"/>
                        <a:pt x="10887" y="3787"/>
                        <a:pt x="10887" y="3787"/>
                      </a:cubicBezTo>
                      <a:cubicBezTo>
                        <a:pt x="10878" y="3780"/>
                        <a:pt x="10868" y="3777"/>
                        <a:pt x="10858" y="3777"/>
                      </a:cubicBezTo>
                      <a:cubicBezTo>
                        <a:pt x="10834" y="3777"/>
                        <a:pt x="10813" y="3797"/>
                        <a:pt x="10813" y="3821"/>
                      </a:cubicBezTo>
                      <a:lnTo>
                        <a:pt x="10804" y="3812"/>
                      </a:lnTo>
                      <a:cubicBezTo>
                        <a:pt x="10796" y="3796"/>
                        <a:pt x="10780" y="3779"/>
                        <a:pt x="10763" y="3763"/>
                      </a:cubicBezTo>
                      <a:lnTo>
                        <a:pt x="10763" y="3754"/>
                      </a:lnTo>
                      <a:cubicBezTo>
                        <a:pt x="10763" y="3736"/>
                        <a:pt x="10749" y="3726"/>
                        <a:pt x="10735" y="3726"/>
                      </a:cubicBezTo>
                      <a:cubicBezTo>
                        <a:pt x="10730" y="3726"/>
                        <a:pt x="10726" y="3727"/>
                        <a:pt x="10722" y="3730"/>
                      </a:cubicBezTo>
                      <a:cubicBezTo>
                        <a:pt x="10705" y="3713"/>
                        <a:pt x="10680" y="3696"/>
                        <a:pt x="10655" y="3696"/>
                      </a:cubicBezTo>
                      <a:cubicBezTo>
                        <a:pt x="10647" y="3680"/>
                        <a:pt x="10639" y="3663"/>
                        <a:pt x="10630" y="3647"/>
                      </a:cubicBezTo>
                      <a:cubicBezTo>
                        <a:pt x="10621" y="3634"/>
                        <a:pt x="10608" y="3629"/>
                        <a:pt x="10594" y="3629"/>
                      </a:cubicBezTo>
                      <a:cubicBezTo>
                        <a:pt x="10570" y="3629"/>
                        <a:pt x="10545" y="3645"/>
                        <a:pt x="10539" y="3672"/>
                      </a:cubicBezTo>
                      <a:lnTo>
                        <a:pt x="10539" y="3688"/>
                      </a:lnTo>
                      <a:cubicBezTo>
                        <a:pt x="10531" y="3672"/>
                        <a:pt x="10523" y="3655"/>
                        <a:pt x="10498" y="3647"/>
                      </a:cubicBezTo>
                      <a:cubicBezTo>
                        <a:pt x="10493" y="3642"/>
                        <a:pt x="10487" y="3640"/>
                        <a:pt x="10481" y="3640"/>
                      </a:cubicBezTo>
                      <a:cubicBezTo>
                        <a:pt x="10467" y="3640"/>
                        <a:pt x="10454" y="3649"/>
                        <a:pt x="10448" y="3655"/>
                      </a:cubicBezTo>
                      <a:cubicBezTo>
                        <a:pt x="10423" y="3680"/>
                        <a:pt x="10432" y="3713"/>
                        <a:pt x="10432" y="3738"/>
                      </a:cubicBezTo>
                      <a:lnTo>
                        <a:pt x="10432" y="3746"/>
                      </a:lnTo>
                      <a:cubicBezTo>
                        <a:pt x="10423" y="3738"/>
                        <a:pt x="10407" y="3738"/>
                        <a:pt x="10398" y="3738"/>
                      </a:cubicBezTo>
                      <a:cubicBezTo>
                        <a:pt x="10382" y="3746"/>
                        <a:pt x="10374" y="3754"/>
                        <a:pt x="10357" y="3771"/>
                      </a:cubicBezTo>
                      <a:cubicBezTo>
                        <a:pt x="10349" y="3779"/>
                        <a:pt x="10349" y="3796"/>
                        <a:pt x="10340" y="3812"/>
                      </a:cubicBezTo>
                      <a:cubicBezTo>
                        <a:pt x="10340" y="3845"/>
                        <a:pt x="10349" y="3887"/>
                        <a:pt x="10357" y="3920"/>
                      </a:cubicBezTo>
                      <a:cubicBezTo>
                        <a:pt x="10349" y="3903"/>
                        <a:pt x="10332" y="3895"/>
                        <a:pt x="10324" y="3879"/>
                      </a:cubicBezTo>
                      <a:cubicBezTo>
                        <a:pt x="10316" y="3870"/>
                        <a:pt x="10299" y="3862"/>
                        <a:pt x="10282" y="3862"/>
                      </a:cubicBezTo>
                      <a:cubicBezTo>
                        <a:pt x="10274" y="3854"/>
                        <a:pt x="10266" y="3845"/>
                        <a:pt x="10249" y="3837"/>
                      </a:cubicBezTo>
                      <a:cubicBezTo>
                        <a:pt x="10241" y="3804"/>
                        <a:pt x="10224" y="3771"/>
                        <a:pt x="10200" y="3746"/>
                      </a:cubicBezTo>
                      <a:cubicBezTo>
                        <a:pt x="10195" y="3741"/>
                        <a:pt x="10184" y="3737"/>
                        <a:pt x="10175" y="3737"/>
                      </a:cubicBezTo>
                      <a:cubicBezTo>
                        <a:pt x="10168" y="3737"/>
                        <a:pt x="10162" y="3739"/>
                        <a:pt x="10158" y="3746"/>
                      </a:cubicBezTo>
                      <a:cubicBezTo>
                        <a:pt x="10158" y="3730"/>
                        <a:pt x="10150" y="3721"/>
                        <a:pt x="10142" y="3705"/>
                      </a:cubicBezTo>
                      <a:cubicBezTo>
                        <a:pt x="10135" y="3689"/>
                        <a:pt x="10122" y="3681"/>
                        <a:pt x="10109" y="3681"/>
                      </a:cubicBezTo>
                      <a:cubicBezTo>
                        <a:pt x="10089" y="3681"/>
                        <a:pt x="10067" y="3699"/>
                        <a:pt x="10067" y="3730"/>
                      </a:cubicBezTo>
                      <a:cubicBezTo>
                        <a:pt x="10067" y="3779"/>
                        <a:pt x="10067" y="3829"/>
                        <a:pt x="10067" y="3870"/>
                      </a:cubicBezTo>
                      <a:cubicBezTo>
                        <a:pt x="10075" y="3920"/>
                        <a:pt x="10075" y="3970"/>
                        <a:pt x="10075" y="4011"/>
                      </a:cubicBezTo>
                      <a:cubicBezTo>
                        <a:pt x="10075" y="4077"/>
                        <a:pt x="10075" y="4144"/>
                        <a:pt x="10067" y="4210"/>
                      </a:cubicBezTo>
                      <a:cubicBezTo>
                        <a:pt x="10067" y="4177"/>
                        <a:pt x="10059" y="4135"/>
                        <a:pt x="10059" y="4102"/>
                      </a:cubicBezTo>
                      <a:cubicBezTo>
                        <a:pt x="10050" y="4069"/>
                        <a:pt x="10042" y="4036"/>
                        <a:pt x="10034" y="4003"/>
                      </a:cubicBezTo>
                      <a:cubicBezTo>
                        <a:pt x="10026" y="3986"/>
                        <a:pt x="10026" y="3970"/>
                        <a:pt x="10017" y="3953"/>
                      </a:cubicBezTo>
                      <a:cubicBezTo>
                        <a:pt x="10009" y="3920"/>
                        <a:pt x="10009" y="3895"/>
                        <a:pt x="10001" y="3870"/>
                      </a:cubicBezTo>
                      <a:cubicBezTo>
                        <a:pt x="9992" y="3746"/>
                        <a:pt x="9976" y="3622"/>
                        <a:pt x="9951" y="3506"/>
                      </a:cubicBezTo>
                      <a:cubicBezTo>
                        <a:pt x="9934" y="3398"/>
                        <a:pt x="9910" y="3257"/>
                        <a:pt x="9843" y="3174"/>
                      </a:cubicBezTo>
                      <a:cubicBezTo>
                        <a:pt x="9832" y="3166"/>
                        <a:pt x="9820" y="3162"/>
                        <a:pt x="9809" y="3162"/>
                      </a:cubicBezTo>
                      <a:cubicBezTo>
                        <a:pt x="9786" y="3162"/>
                        <a:pt x="9766" y="3177"/>
                        <a:pt x="9760" y="3199"/>
                      </a:cubicBezTo>
                      <a:cubicBezTo>
                        <a:pt x="9736" y="3299"/>
                        <a:pt x="9777" y="3423"/>
                        <a:pt x="9802" y="3522"/>
                      </a:cubicBezTo>
                      <a:cubicBezTo>
                        <a:pt x="9810" y="3580"/>
                        <a:pt x="9818" y="3638"/>
                        <a:pt x="9827" y="3696"/>
                      </a:cubicBezTo>
                      <a:cubicBezTo>
                        <a:pt x="9818" y="3672"/>
                        <a:pt x="9818" y="3655"/>
                        <a:pt x="9810" y="3638"/>
                      </a:cubicBezTo>
                      <a:cubicBezTo>
                        <a:pt x="9760" y="3531"/>
                        <a:pt x="9702" y="3423"/>
                        <a:pt x="9620" y="3340"/>
                      </a:cubicBezTo>
                      <a:cubicBezTo>
                        <a:pt x="9595" y="3299"/>
                        <a:pt x="9570" y="3249"/>
                        <a:pt x="9537" y="3208"/>
                      </a:cubicBezTo>
                      <a:cubicBezTo>
                        <a:pt x="9495" y="3158"/>
                        <a:pt x="9429" y="3100"/>
                        <a:pt x="9354" y="3100"/>
                      </a:cubicBezTo>
                      <a:cubicBezTo>
                        <a:pt x="9346" y="3075"/>
                        <a:pt x="9338" y="3050"/>
                        <a:pt x="9330" y="3025"/>
                      </a:cubicBezTo>
                      <a:cubicBezTo>
                        <a:pt x="9288" y="2901"/>
                        <a:pt x="9238" y="2793"/>
                        <a:pt x="9180" y="2677"/>
                      </a:cubicBezTo>
                      <a:cubicBezTo>
                        <a:pt x="9131" y="2578"/>
                        <a:pt x="9073" y="2462"/>
                        <a:pt x="8982" y="2387"/>
                      </a:cubicBezTo>
                      <a:cubicBezTo>
                        <a:pt x="8975" y="2383"/>
                        <a:pt x="8968" y="2381"/>
                        <a:pt x="8961" y="2381"/>
                      </a:cubicBezTo>
                      <a:cubicBezTo>
                        <a:pt x="8941" y="2381"/>
                        <a:pt x="8924" y="2396"/>
                        <a:pt x="8924" y="2420"/>
                      </a:cubicBezTo>
                      <a:cubicBezTo>
                        <a:pt x="8932" y="2470"/>
                        <a:pt x="8957" y="2520"/>
                        <a:pt x="8973" y="2578"/>
                      </a:cubicBezTo>
                      <a:cubicBezTo>
                        <a:pt x="8890" y="2462"/>
                        <a:pt x="8783" y="2354"/>
                        <a:pt x="8675" y="2263"/>
                      </a:cubicBezTo>
                      <a:cubicBezTo>
                        <a:pt x="8642" y="2230"/>
                        <a:pt x="8609" y="2197"/>
                        <a:pt x="8576" y="2172"/>
                      </a:cubicBezTo>
                      <a:cubicBezTo>
                        <a:pt x="8377" y="1923"/>
                        <a:pt x="8153" y="1700"/>
                        <a:pt x="7938" y="1476"/>
                      </a:cubicBezTo>
                      <a:cubicBezTo>
                        <a:pt x="7738" y="1284"/>
                        <a:pt x="7447" y="1033"/>
                        <a:pt x="7152" y="1033"/>
                      </a:cubicBezTo>
                      <a:cubicBezTo>
                        <a:pt x="7115" y="1033"/>
                        <a:pt x="7079" y="1037"/>
                        <a:pt x="7043" y="1045"/>
                      </a:cubicBezTo>
                      <a:cubicBezTo>
                        <a:pt x="6687" y="1120"/>
                        <a:pt x="6662" y="1526"/>
                        <a:pt x="6670" y="1816"/>
                      </a:cubicBezTo>
                      <a:cubicBezTo>
                        <a:pt x="6687" y="2238"/>
                        <a:pt x="6794" y="2652"/>
                        <a:pt x="6894" y="3067"/>
                      </a:cubicBezTo>
                      <a:cubicBezTo>
                        <a:pt x="6919" y="3158"/>
                        <a:pt x="6943" y="3257"/>
                        <a:pt x="6968" y="3357"/>
                      </a:cubicBezTo>
                      <a:cubicBezTo>
                        <a:pt x="6959" y="3343"/>
                        <a:pt x="6941" y="3335"/>
                        <a:pt x="6925" y="3335"/>
                      </a:cubicBezTo>
                      <a:cubicBezTo>
                        <a:pt x="6910" y="3335"/>
                        <a:pt x="6898" y="3341"/>
                        <a:pt x="6894" y="3357"/>
                      </a:cubicBezTo>
                      <a:cubicBezTo>
                        <a:pt x="6819" y="3589"/>
                        <a:pt x="6952" y="3837"/>
                        <a:pt x="7068" y="4036"/>
                      </a:cubicBezTo>
                      <a:cubicBezTo>
                        <a:pt x="7126" y="4127"/>
                        <a:pt x="7192" y="4218"/>
                        <a:pt x="7258" y="4301"/>
                      </a:cubicBezTo>
                      <a:cubicBezTo>
                        <a:pt x="7275" y="4334"/>
                        <a:pt x="7283" y="4359"/>
                        <a:pt x="7300" y="4384"/>
                      </a:cubicBezTo>
                      <a:cubicBezTo>
                        <a:pt x="7291" y="4376"/>
                        <a:pt x="7275" y="4376"/>
                        <a:pt x="7267" y="4367"/>
                      </a:cubicBezTo>
                      <a:cubicBezTo>
                        <a:pt x="7142" y="4210"/>
                        <a:pt x="7018" y="4061"/>
                        <a:pt x="6894" y="3912"/>
                      </a:cubicBezTo>
                      <a:cubicBezTo>
                        <a:pt x="6884" y="3902"/>
                        <a:pt x="6872" y="3898"/>
                        <a:pt x="6860" y="3898"/>
                      </a:cubicBezTo>
                      <a:cubicBezTo>
                        <a:pt x="6823" y="3898"/>
                        <a:pt x="6788" y="3940"/>
                        <a:pt x="6819" y="3978"/>
                      </a:cubicBezTo>
                      <a:cubicBezTo>
                        <a:pt x="6919" y="4111"/>
                        <a:pt x="7018" y="4243"/>
                        <a:pt x="7117" y="4376"/>
                      </a:cubicBezTo>
                      <a:cubicBezTo>
                        <a:pt x="7109" y="4384"/>
                        <a:pt x="7117" y="4401"/>
                        <a:pt x="7117" y="4409"/>
                      </a:cubicBezTo>
                      <a:cubicBezTo>
                        <a:pt x="7217" y="4566"/>
                        <a:pt x="7300" y="4724"/>
                        <a:pt x="7383" y="4881"/>
                      </a:cubicBezTo>
                      <a:cubicBezTo>
                        <a:pt x="7424" y="4956"/>
                        <a:pt x="7457" y="5030"/>
                        <a:pt x="7499" y="5113"/>
                      </a:cubicBezTo>
                      <a:cubicBezTo>
                        <a:pt x="7515" y="5146"/>
                        <a:pt x="7532" y="5179"/>
                        <a:pt x="7548" y="5213"/>
                      </a:cubicBezTo>
                      <a:cubicBezTo>
                        <a:pt x="7532" y="5213"/>
                        <a:pt x="7515" y="5213"/>
                        <a:pt x="7499" y="5221"/>
                      </a:cubicBezTo>
                      <a:cubicBezTo>
                        <a:pt x="7449" y="5155"/>
                        <a:pt x="7399" y="5088"/>
                        <a:pt x="7341" y="5022"/>
                      </a:cubicBezTo>
                      <a:cubicBezTo>
                        <a:pt x="7330" y="5011"/>
                        <a:pt x="7318" y="5006"/>
                        <a:pt x="7306" y="5006"/>
                      </a:cubicBezTo>
                      <a:cubicBezTo>
                        <a:pt x="7275" y="5006"/>
                        <a:pt x="7248" y="5041"/>
                        <a:pt x="7267" y="5072"/>
                      </a:cubicBezTo>
                      <a:cubicBezTo>
                        <a:pt x="7349" y="5213"/>
                        <a:pt x="7441" y="5345"/>
                        <a:pt x="7515" y="5486"/>
                      </a:cubicBezTo>
                      <a:cubicBezTo>
                        <a:pt x="7548" y="5552"/>
                        <a:pt x="7590" y="5619"/>
                        <a:pt x="7623" y="5685"/>
                      </a:cubicBezTo>
                      <a:cubicBezTo>
                        <a:pt x="7623" y="5693"/>
                        <a:pt x="7631" y="5701"/>
                        <a:pt x="7631" y="5710"/>
                      </a:cubicBezTo>
                      <a:cubicBezTo>
                        <a:pt x="7615" y="5685"/>
                        <a:pt x="7590" y="5652"/>
                        <a:pt x="7565" y="5627"/>
                      </a:cubicBezTo>
                      <a:cubicBezTo>
                        <a:pt x="7482" y="5527"/>
                        <a:pt x="7383" y="5436"/>
                        <a:pt x="7283" y="5345"/>
                      </a:cubicBezTo>
                      <a:cubicBezTo>
                        <a:pt x="7277" y="5340"/>
                        <a:pt x="7270" y="5338"/>
                        <a:pt x="7263" y="5338"/>
                      </a:cubicBezTo>
                      <a:cubicBezTo>
                        <a:pt x="7234" y="5338"/>
                        <a:pt x="7206" y="5376"/>
                        <a:pt x="7233" y="5403"/>
                      </a:cubicBezTo>
                      <a:cubicBezTo>
                        <a:pt x="7316" y="5503"/>
                        <a:pt x="7391" y="5602"/>
                        <a:pt x="7465" y="5701"/>
                      </a:cubicBezTo>
                      <a:cubicBezTo>
                        <a:pt x="7482" y="5718"/>
                        <a:pt x="7490" y="5735"/>
                        <a:pt x="7499" y="5743"/>
                      </a:cubicBezTo>
                      <a:cubicBezTo>
                        <a:pt x="7507" y="5892"/>
                        <a:pt x="7532" y="6033"/>
                        <a:pt x="7557" y="6174"/>
                      </a:cubicBezTo>
                      <a:cubicBezTo>
                        <a:pt x="7573" y="6248"/>
                        <a:pt x="7590" y="6323"/>
                        <a:pt x="7606" y="6397"/>
                      </a:cubicBezTo>
                      <a:cubicBezTo>
                        <a:pt x="7606" y="6397"/>
                        <a:pt x="7606" y="6406"/>
                        <a:pt x="7615" y="6414"/>
                      </a:cubicBezTo>
                      <a:cubicBezTo>
                        <a:pt x="7615" y="6464"/>
                        <a:pt x="7623" y="6513"/>
                        <a:pt x="7623" y="6563"/>
                      </a:cubicBezTo>
                      <a:cubicBezTo>
                        <a:pt x="7639" y="6654"/>
                        <a:pt x="7648" y="6745"/>
                        <a:pt x="7664" y="6837"/>
                      </a:cubicBezTo>
                      <a:cubicBezTo>
                        <a:pt x="7681" y="6903"/>
                        <a:pt x="7697" y="6986"/>
                        <a:pt x="7739" y="7044"/>
                      </a:cubicBezTo>
                      <a:cubicBezTo>
                        <a:pt x="7739" y="7069"/>
                        <a:pt x="7755" y="7093"/>
                        <a:pt x="7780" y="7093"/>
                      </a:cubicBezTo>
                      <a:cubicBezTo>
                        <a:pt x="7789" y="7102"/>
                        <a:pt x="7805" y="7110"/>
                        <a:pt x="7813" y="7110"/>
                      </a:cubicBezTo>
                      <a:cubicBezTo>
                        <a:pt x="7789" y="7259"/>
                        <a:pt x="7789" y="7417"/>
                        <a:pt x="7789" y="7566"/>
                      </a:cubicBezTo>
                      <a:cubicBezTo>
                        <a:pt x="7797" y="7723"/>
                        <a:pt x="7797" y="7922"/>
                        <a:pt x="7871" y="8063"/>
                      </a:cubicBezTo>
                      <a:cubicBezTo>
                        <a:pt x="7871" y="8104"/>
                        <a:pt x="7871" y="8146"/>
                        <a:pt x="7871" y="8195"/>
                      </a:cubicBezTo>
                      <a:cubicBezTo>
                        <a:pt x="7863" y="8303"/>
                        <a:pt x="7863" y="8419"/>
                        <a:pt x="7855" y="8527"/>
                      </a:cubicBezTo>
                      <a:cubicBezTo>
                        <a:pt x="7847" y="8626"/>
                        <a:pt x="7822" y="8734"/>
                        <a:pt x="7830" y="8833"/>
                      </a:cubicBezTo>
                      <a:cubicBezTo>
                        <a:pt x="7747" y="8916"/>
                        <a:pt x="7664" y="9007"/>
                        <a:pt x="7581" y="9090"/>
                      </a:cubicBezTo>
                      <a:cubicBezTo>
                        <a:pt x="7424" y="9248"/>
                        <a:pt x="7267" y="9405"/>
                        <a:pt x="7117" y="9571"/>
                      </a:cubicBezTo>
                      <a:cubicBezTo>
                        <a:pt x="6968" y="9745"/>
                        <a:pt x="6827" y="9927"/>
                        <a:pt x="6687" y="10109"/>
                      </a:cubicBezTo>
                      <a:cubicBezTo>
                        <a:pt x="6562" y="10275"/>
                        <a:pt x="6430" y="10457"/>
                        <a:pt x="6504" y="10664"/>
                      </a:cubicBezTo>
                      <a:cubicBezTo>
                        <a:pt x="6513" y="10698"/>
                        <a:pt x="6529" y="10739"/>
                        <a:pt x="6546" y="10772"/>
                      </a:cubicBezTo>
                      <a:cubicBezTo>
                        <a:pt x="6537" y="10830"/>
                        <a:pt x="6562" y="10888"/>
                        <a:pt x="6612" y="10913"/>
                      </a:cubicBezTo>
                      <a:cubicBezTo>
                        <a:pt x="6629" y="10938"/>
                        <a:pt x="6645" y="10963"/>
                        <a:pt x="6662" y="10988"/>
                      </a:cubicBezTo>
                      <a:cubicBezTo>
                        <a:pt x="6728" y="11062"/>
                        <a:pt x="6803" y="11128"/>
                        <a:pt x="6894" y="11186"/>
                      </a:cubicBezTo>
                      <a:cubicBezTo>
                        <a:pt x="6910" y="11294"/>
                        <a:pt x="6943" y="11410"/>
                        <a:pt x="6985" y="11518"/>
                      </a:cubicBezTo>
                      <a:lnTo>
                        <a:pt x="6910" y="11518"/>
                      </a:lnTo>
                      <a:cubicBezTo>
                        <a:pt x="6894" y="11526"/>
                        <a:pt x="6885" y="11526"/>
                        <a:pt x="6877" y="11534"/>
                      </a:cubicBezTo>
                      <a:cubicBezTo>
                        <a:pt x="6844" y="11551"/>
                        <a:pt x="6811" y="11576"/>
                        <a:pt x="6819" y="11609"/>
                      </a:cubicBezTo>
                      <a:cubicBezTo>
                        <a:pt x="6827" y="11634"/>
                        <a:pt x="6852" y="11642"/>
                        <a:pt x="6877" y="11642"/>
                      </a:cubicBezTo>
                      <a:lnTo>
                        <a:pt x="6919" y="11642"/>
                      </a:lnTo>
                      <a:cubicBezTo>
                        <a:pt x="6927" y="11642"/>
                        <a:pt x="6935" y="11634"/>
                        <a:pt x="6943" y="11634"/>
                      </a:cubicBezTo>
                      <a:lnTo>
                        <a:pt x="6927" y="11642"/>
                      </a:lnTo>
                      <a:cubicBezTo>
                        <a:pt x="6952" y="11634"/>
                        <a:pt x="6977" y="11626"/>
                        <a:pt x="7001" y="11626"/>
                      </a:cubicBezTo>
                      <a:lnTo>
                        <a:pt x="7018" y="11626"/>
                      </a:lnTo>
                      <a:cubicBezTo>
                        <a:pt x="7026" y="11634"/>
                        <a:pt x="7026" y="11642"/>
                        <a:pt x="7035" y="11650"/>
                      </a:cubicBezTo>
                      <a:cubicBezTo>
                        <a:pt x="7001" y="11659"/>
                        <a:pt x="6968" y="11667"/>
                        <a:pt x="6943" y="11692"/>
                      </a:cubicBezTo>
                      <a:cubicBezTo>
                        <a:pt x="6927" y="11708"/>
                        <a:pt x="6902" y="11725"/>
                        <a:pt x="6894" y="11750"/>
                      </a:cubicBezTo>
                      <a:cubicBezTo>
                        <a:pt x="6885" y="11775"/>
                        <a:pt x="6885" y="11808"/>
                        <a:pt x="6902" y="11833"/>
                      </a:cubicBezTo>
                      <a:cubicBezTo>
                        <a:pt x="6908" y="11845"/>
                        <a:pt x="6923" y="11853"/>
                        <a:pt x="6934" y="11853"/>
                      </a:cubicBezTo>
                      <a:cubicBezTo>
                        <a:pt x="6938" y="11853"/>
                        <a:pt x="6941" y="11851"/>
                        <a:pt x="6943" y="11849"/>
                      </a:cubicBezTo>
                      <a:cubicBezTo>
                        <a:pt x="6960" y="11841"/>
                        <a:pt x="6968" y="11841"/>
                        <a:pt x="6968" y="11833"/>
                      </a:cubicBezTo>
                      <a:cubicBezTo>
                        <a:pt x="6985" y="11824"/>
                        <a:pt x="6993" y="11816"/>
                        <a:pt x="7001" y="11800"/>
                      </a:cubicBezTo>
                      <a:cubicBezTo>
                        <a:pt x="7010" y="11791"/>
                        <a:pt x="7018" y="11775"/>
                        <a:pt x="7026" y="11766"/>
                      </a:cubicBezTo>
                      <a:lnTo>
                        <a:pt x="7035" y="11758"/>
                      </a:lnTo>
                      <a:lnTo>
                        <a:pt x="7035" y="11758"/>
                      </a:lnTo>
                      <a:cubicBezTo>
                        <a:pt x="7043" y="11750"/>
                        <a:pt x="7051" y="11742"/>
                        <a:pt x="7059" y="11742"/>
                      </a:cubicBezTo>
                      <a:cubicBezTo>
                        <a:pt x="7084" y="11800"/>
                        <a:pt x="7117" y="11866"/>
                        <a:pt x="7167" y="11924"/>
                      </a:cubicBezTo>
                      <a:cubicBezTo>
                        <a:pt x="7159" y="11932"/>
                        <a:pt x="7151" y="11949"/>
                        <a:pt x="7142" y="11965"/>
                      </a:cubicBezTo>
                      <a:cubicBezTo>
                        <a:pt x="7134" y="11974"/>
                        <a:pt x="7134" y="11990"/>
                        <a:pt x="7126" y="12007"/>
                      </a:cubicBezTo>
                      <a:cubicBezTo>
                        <a:pt x="7126" y="12015"/>
                        <a:pt x="7126" y="12023"/>
                        <a:pt x="7126" y="12032"/>
                      </a:cubicBezTo>
                      <a:cubicBezTo>
                        <a:pt x="7126" y="12040"/>
                        <a:pt x="7126" y="12040"/>
                        <a:pt x="7126" y="12048"/>
                      </a:cubicBezTo>
                      <a:lnTo>
                        <a:pt x="7126" y="12065"/>
                      </a:lnTo>
                      <a:cubicBezTo>
                        <a:pt x="7130" y="12078"/>
                        <a:pt x="7142" y="12085"/>
                        <a:pt x="7154" y="12085"/>
                      </a:cubicBezTo>
                      <a:cubicBezTo>
                        <a:pt x="7163" y="12085"/>
                        <a:pt x="7172" y="12080"/>
                        <a:pt x="7175" y="12073"/>
                      </a:cubicBezTo>
                      <a:lnTo>
                        <a:pt x="7184" y="12065"/>
                      </a:lnTo>
                      <a:lnTo>
                        <a:pt x="7192" y="12056"/>
                      </a:lnTo>
                      <a:lnTo>
                        <a:pt x="7192" y="12048"/>
                      </a:lnTo>
                      <a:cubicBezTo>
                        <a:pt x="7192" y="12040"/>
                        <a:pt x="7192" y="12040"/>
                        <a:pt x="7200" y="12032"/>
                      </a:cubicBezTo>
                      <a:cubicBezTo>
                        <a:pt x="7200" y="12015"/>
                        <a:pt x="7209" y="12007"/>
                        <a:pt x="7217" y="11990"/>
                      </a:cubicBezTo>
                      <a:lnTo>
                        <a:pt x="7217" y="11982"/>
                      </a:lnTo>
                      <a:cubicBezTo>
                        <a:pt x="7250" y="12015"/>
                        <a:pt x="7291" y="12040"/>
                        <a:pt x="7341" y="12048"/>
                      </a:cubicBezTo>
                      <a:cubicBezTo>
                        <a:pt x="7368" y="12056"/>
                        <a:pt x="7395" y="12060"/>
                        <a:pt x="7423" y="12060"/>
                      </a:cubicBezTo>
                      <a:cubicBezTo>
                        <a:pt x="7481" y="12060"/>
                        <a:pt x="7539" y="12043"/>
                        <a:pt x="7590" y="12015"/>
                      </a:cubicBezTo>
                      <a:cubicBezTo>
                        <a:pt x="7639" y="12172"/>
                        <a:pt x="7755" y="12297"/>
                        <a:pt x="7905" y="12380"/>
                      </a:cubicBezTo>
                      <a:cubicBezTo>
                        <a:pt x="8054" y="12454"/>
                        <a:pt x="8228" y="12487"/>
                        <a:pt x="8393" y="12504"/>
                      </a:cubicBezTo>
                      <a:cubicBezTo>
                        <a:pt x="8393" y="12512"/>
                        <a:pt x="8402" y="12512"/>
                        <a:pt x="8402" y="12520"/>
                      </a:cubicBezTo>
                      <a:cubicBezTo>
                        <a:pt x="8460" y="12595"/>
                        <a:pt x="8451" y="12686"/>
                        <a:pt x="8418" y="12777"/>
                      </a:cubicBezTo>
                      <a:cubicBezTo>
                        <a:pt x="8410" y="12777"/>
                        <a:pt x="8402" y="12786"/>
                        <a:pt x="8393" y="12794"/>
                      </a:cubicBezTo>
                      <a:cubicBezTo>
                        <a:pt x="8252" y="13009"/>
                        <a:pt x="8137" y="13233"/>
                        <a:pt x="8054" y="13482"/>
                      </a:cubicBezTo>
                      <a:cubicBezTo>
                        <a:pt x="8012" y="13598"/>
                        <a:pt x="7979" y="13714"/>
                        <a:pt x="7946" y="13838"/>
                      </a:cubicBezTo>
                      <a:cubicBezTo>
                        <a:pt x="7946" y="13863"/>
                        <a:pt x="7938" y="13887"/>
                        <a:pt x="7938" y="13904"/>
                      </a:cubicBezTo>
                      <a:cubicBezTo>
                        <a:pt x="7797" y="14095"/>
                        <a:pt x="7623" y="14260"/>
                        <a:pt x="7515" y="14476"/>
                      </a:cubicBezTo>
                      <a:cubicBezTo>
                        <a:pt x="7432" y="14633"/>
                        <a:pt x="7374" y="14824"/>
                        <a:pt x="7325" y="14998"/>
                      </a:cubicBezTo>
                      <a:cubicBezTo>
                        <a:pt x="7291" y="15089"/>
                        <a:pt x="7267" y="15172"/>
                        <a:pt x="7242" y="15263"/>
                      </a:cubicBezTo>
                      <a:cubicBezTo>
                        <a:pt x="7242" y="15288"/>
                        <a:pt x="7233" y="15304"/>
                        <a:pt x="7233" y="15329"/>
                      </a:cubicBezTo>
                      <a:cubicBezTo>
                        <a:pt x="7184" y="15412"/>
                        <a:pt x="7134" y="15503"/>
                        <a:pt x="7101" y="15594"/>
                      </a:cubicBezTo>
                      <a:cubicBezTo>
                        <a:pt x="7051" y="15702"/>
                        <a:pt x="7010" y="15810"/>
                        <a:pt x="6968" y="15926"/>
                      </a:cubicBezTo>
                      <a:cubicBezTo>
                        <a:pt x="6960" y="15951"/>
                        <a:pt x="6952" y="15984"/>
                        <a:pt x="6943" y="16009"/>
                      </a:cubicBezTo>
                      <a:cubicBezTo>
                        <a:pt x="6753" y="16307"/>
                        <a:pt x="6546" y="16589"/>
                        <a:pt x="6388" y="16903"/>
                      </a:cubicBezTo>
                      <a:cubicBezTo>
                        <a:pt x="6281" y="17127"/>
                        <a:pt x="6198" y="17367"/>
                        <a:pt x="6148" y="17616"/>
                      </a:cubicBezTo>
                      <a:cubicBezTo>
                        <a:pt x="6131" y="17715"/>
                        <a:pt x="6115" y="17823"/>
                        <a:pt x="6107" y="17923"/>
                      </a:cubicBezTo>
                      <a:cubicBezTo>
                        <a:pt x="6090" y="17939"/>
                        <a:pt x="6073" y="17956"/>
                        <a:pt x="6057" y="17972"/>
                      </a:cubicBezTo>
                      <a:cubicBezTo>
                        <a:pt x="5908" y="18130"/>
                        <a:pt x="5750" y="18271"/>
                        <a:pt x="5634" y="18453"/>
                      </a:cubicBezTo>
                      <a:cubicBezTo>
                        <a:pt x="5527" y="18619"/>
                        <a:pt x="5444" y="18809"/>
                        <a:pt x="5386" y="18991"/>
                      </a:cubicBezTo>
                      <a:cubicBezTo>
                        <a:pt x="5361" y="19091"/>
                        <a:pt x="5336" y="19190"/>
                        <a:pt x="5319" y="19290"/>
                      </a:cubicBezTo>
                      <a:cubicBezTo>
                        <a:pt x="5311" y="19314"/>
                        <a:pt x="5303" y="19339"/>
                        <a:pt x="5303" y="19372"/>
                      </a:cubicBezTo>
                      <a:cubicBezTo>
                        <a:pt x="4880" y="19828"/>
                        <a:pt x="4483" y="20309"/>
                        <a:pt x="4085" y="20798"/>
                      </a:cubicBezTo>
                      <a:cubicBezTo>
                        <a:pt x="3886" y="21046"/>
                        <a:pt x="3679" y="21286"/>
                        <a:pt x="3530" y="21568"/>
                      </a:cubicBezTo>
                      <a:cubicBezTo>
                        <a:pt x="3381" y="21850"/>
                        <a:pt x="3281" y="22156"/>
                        <a:pt x="3173" y="22455"/>
                      </a:cubicBezTo>
                      <a:cubicBezTo>
                        <a:pt x="3107" y="22637"/>
                        <a:pt x="3057" y="22811"/>
                        <a:pt x="2999" y="22993"/>
                      </a:cubicBezTo>
                      <a:cubicBezTo>
                        <a:pt x="2966" y="23109"/>
                        <a:pt x="2925" y="23217"/>
                        <a:pt x="2900" y="23333"/>
                      </a:cubicBezTo>
                      <a:cubicBezTo>
                        <a:pt x="2569" y="23888"/>
                        <a:pt x="2312" y="24485"/>
                        <a:pt x="2038" y="25073"/>
                      </a:cubicBezTo>
                      <a:cubicBezTo>
                        <a:pt x="1980" y="25197"/>
                        <a:pt x="1922" y="25330"/>
                        <a:pt x="1864" y="25462"/>
                      </a:cubicBezTo>
                      <a:cubicBezTo>
                        <a:pt x="1806" y="25587"/>
                        <a:pt x="1732" y="25727"/>
                        <a:pt x="1715" y="25868"/>
                      </a:cubicBezTo>
                      <a:cubicBezTo>
                        <a:pt x="1707" y="25893"/>
                        <a:pt x="1724" y="25918"/>
                        <a:pt x="1748" y="25935"/>
                      </a:cubicBezTo>
                      <a:cubicBezTo>
                        <a:pt x="1690" y="26026"/>
                        <a:pt x="1632" y="26125"/>
                        <a:pt x="1583" y="26225"/>
                      </a:cubicBezTo>
                      <a:cubicBezTo>
                        <a:pt x="1318" y="26697"/>
                        <a:pt x="1061" y="27186"/>
                        <a:pt x="912" y="27708"/>
                      </a:cubicBezTo>
                      <a:cubicBezTo>
                        <a:pt x="862" y="27873"/>
                        <a:pt x="829" y="28039"/>
                        <a:pt x="812" y="28213"/>
                      </a:cubicBezTo>
                      <a:cubicBezTo>
                        <a:pt x="613" y="28553"/>
                        <a:pt x="431" y="28909"/>
                        <a:pt x="307" y="29282"/>
                      </a:cubicBezTo>
                      <a:cubicBezTo>
                        <a:pt x="207" y="29572"/>
                        <a:pt x="141" y="29870"/>
                        <a:pt x="91" y="30168"/>
                      </a:cubicBezTo>
                      <a:cubicBezTo>
                        <a:pt x="66" y="30326"/>
                        <a:pt x="42" y="30483"/>
                        <a:pt x="33" y="30641"/>
                      </a:cubicBezTo>
                      <a:cubicBezTo>
                        <a:pt x="17" y="30798"/>
                        <a:pt x="0" y="30964"/>
                        <a:pt x="33" y="31121"/>
                      </a:cubicBezTo>
                      <a:cubicBezTo>
                        <a:pt x="33" y="31138"/>
                        <a:pt x="42" y="31146"/>
                        <a:pt x="42" y="31154"/>
                      </a:cubicBezTo>
                      <a:cubicBezTo>
                        <a:pt x="42" y="31237"/>
                        <a:pt x="33" y="31312"/>
                        <a:pt x="33" y="31395"/>
                      </a:cubicBezTo>
                      <a:cubicBezTo>
                        <a:pt x="25" y="31635"/>
                        <a:pt x="42" y="31875"/>
                        <a:pt x="66" y="32107"/>
                      </a:cubicBezTo>
                      <a:cubicBezTo>
                        <a:pt x="83" y="32323"/>
                        <a:pt x="108" y="32563"/>
                        <a:pt x="199" y="32762"/>
                      </a:cubicBezTo>
                      <a:cubicBezTo>
                        <a:pt x="174" y="33010"/>
                        <a:pt x="158" y="33259"/>
                        <a:pt x="158" y="33516"/>
                      </a:cubicBezTo>
                      <a:cubicBezTo>
                        <a:pt x="158" y="33789"/>
                        <a:pt x="166" y="34071"/>
                        <a:pt x="199" y="34353"/>
                      </a:cubicBezTo>
                      <a:cubicBezTo>
                        <a:pt x="216" y="34485"/>
                        <a:pt x="232" y="34626"/>
                        <a:pt x="257" y="34767"/>
                      </a:cubicBezTo>
                      <a:cubicBezTo>
                        <a:pt x="282" y="34891"/>
                        <a:pt x="307" y="35015"/>
                        <a:pt x="373" y="35131"/>
                      </a:cubicBezTo>
                      <a:cubicBezTo>
                        <a:pt x="381" y="35189"/>
                        <a:pt x="398" y="35247"/>
                        <a:pt x="414" y="35297"/>
                      </a:cubicBezTo>
                      <a:cubicBezTo>
                        <a:pt x="456" y="35438"/>
                        <a:pt x="522" y="35562"/>
                        <a:pt x="588" y="35687"/>
                      </a:cubicBezTo>
                      <a:cubicBezTo>
                        <a:pt x="655" y="35794"/>
                        <a:pt x="746" y="35968"/>
                        <a:pt x="887" y="35977"/>
                      </a:cubicBezTo>
                      <a:cubicBezTo>
                        <a:pt x="1086" y="36242"/>
                        <a:pt x="1351" y="36465"/>
                        <a:pt x="1616" y="36631"/>
                      </a:cubicBezTo>
                      <a:cubicBezTo>
                        <a:pt x="1831" y="36772"/>
                        <a:pt x="2063" y="36880"/>
                        <a:pt x="2304" y="36971"/>
                      </a:cubicBezTo>
                      <a:cubicBezTo>
                        <a:pt x="2428" y="37012"/>
                        <a:pt x="2544" y="37054"/>
                        <a:pt x="2668" y="37087"/>
                      </a:cubicBezTo>
                      <a:cubicBezTo>
                        <a:pt x="2759" y="37103"/>
                        <a:pt x="2850" y="37137"/>
                        <a:pt x="2950" y="37145"/>
                      </a:cubicBezTo>
                      <a:cubicBezTo>
                        <a:pt x="3091" y="37203"/>
                        <a:pt x="3248" y="37253"/>
                        <a:pt x="3405" y="37277"/>
                      </a:cubicBezTo>
                      <a:cubicBezTo>
                        <a:pt x="3389" y="37319"/>
                        <a:pt x="3381" y="37369"/>
                        <a:pt x="3405" y="37427"/>
                      </a:cubicBezTo>
                      <a:cubicBezTo>
                        <a:pt x="3447" y="37518"/>
                        <a:pt x="3538" y="37559"/>
                        <a:pt x="3613" y="37601"/>
                      </a:cubicBezTo>
                      <a:cubicBezTo>
                        <a:pt x="3704" y="37650"/>
                        <a:pt x="3803" y="37700"/>
                        <a:pt x="3894" y="37750"/>
                      </a:cubicBezTo>
                      <a:cubicBezTo>
                        <a:pt x="4085" y="37833"/>
                        <a:pt x="4275" y="37907"/>
                        <a:pt x="4474" y="37965"/>
                      </a:cubicBezTo>
                      <a:cubicBezTo>
                        <a:pt x="4639" y="38008"/>
                        <a:pt x="4817" y="38051"/>
                        <a:pt x="4996" y="38051"/>
                      </a:cubicBezTo>
                      <a:cubicBezTo>
                        <a:pt x="5024" y="38051"/>
                        <a:pt x="5051" y="38050"/>
                        <a:pt x="5079" y="38048"/>
                      </a:cubicBezTo>
                      <a:lnTo>
                        <a:pt x="5096" y="38048"/>
                      </a:lnTo>
                      <a:cubicBezTo>
                        <a:pt x="5676" y="38247"/>
                        <a:pt x="6289" y="38355"/>
                        <a:pt x="6910" y="38363"/>
                      </a:cubicBezTo>
                      <a:cubicBezTo>
                        <a:pt x="7026" y="38388"/>
                        <a:pt x="7151" y="38413"/>
                        <a:pt x="7275" y="38437"/>
                      </a:cubicBezTo>
                      <a:cubicBezTo>
                        <a:pt x="7391" y="38462"/>
                        <a:pt x="7507" y="38487"/>
                        <a:pt x="7623" y="38512"/>
                      </a:cubicBezTo>
                      <a:cubicBezTo>
                        <a:pt x="7739" y="38537"/>
                        <a:pt x="7863" y="38570"/>
                        <a:pt x="7987" y="38570"/>
                      </a:cubicBezTo>
                      <a:cubicBezTo>
                        <a:pt x="7990" y="38571"/>
                        <a:pt x="7993" y="38571"/>
                        <a:pt x="7996" y="38571"/>
                      </a:cubicBezTo>
                      <a:cubicBezTo>
                        <a:pt x="8023" y="38571"/>
                        <a:pt x="8036" y="38535"/>
                        <a:pt x="8029" y="38512"/>
                      </a:cubicBezTo>
                      <a:lnTo>
                        <a:pt x="8029" y="38512"/>
                      </a:lnTo>
                      <a:cubicBezTo>
                        <a:pt x="8153" y="38520"/>
                        <a:pt x="8286" y="38529"/>
                        <a:pt x="8418" y="38537"/>
                      </a:cubicBezTo>
                      <a:cubicBezTo>
                        <a:pt x="8509" y="38541"/>
                        <a:pt x="8607" y="38547"/>
                        <a:pt x="8704" y="38547"/>
                      </a:cubicBezTo>
                      <a:cubicBezTo>
                        <a:pt x="8801" y="38547"/>
                        <a:pt x="8899" y="38541"/>
                        <a:pt x="8990" y="38520"/>
                      </a:cubicBezTo>
                      <a:cubicBezTo>
                        <a:pt x="9073" y="38504"/>
                        <a:pt x="9156" y="38479"/>
                        <a:pt x="9230" y="38437"/>
                      </a:cubicBezTo>
                      <a:cubicBezTo>
                        <a:pt x="9272" y="38421"/>
                        <a:pt x="9305" y="38396"/>
                        <a:pt x="9338" y="38363"/>
                      </a:cubicBezTo>
                      <a:cubicBezTo>
                        <a:pt x="9371" y="38330"/>
                        <a:pt x="9379" y="38297"/>
                        <a:pt x="9404" y="38255"/>
                      </a:cubicBezTo>
                      <a:cubicBezTo>
                        <a:pt x="9412" y="38230"/>
                        <a:pt x="9412" y="38222"/>
                        <a:pt x="9404" y="38205"/>
                      </a:cubicBezTo>
                      <a:cubicBezTo>
                        <a:pt x="9404" y="38205"/>
                        <a:pt x="9404" y="38197"/>
                        <a:pt x="9412" y="38197"/>
                      </a:cubicBezTo>
                      <a:cubicBezTo>
                        <a:pt x="9412" y="38197"/>
                        <a:pt x="9421" y="38189"/>
                        <a:pt x="9421" y="38181"/>
                      </a:cubicBezTo>
                      <a:cubicBezTo>
                        <a:pt x="9446" y="38147"/>
                        <a:pt x="9462" y="38114"/>
                        <a:pt x="9487" y="38073"/>
                      </a:cubicBezTo>
                      <a:lnTo>
                        <a:pt x="9487" y="38073"/>
                      </a:lnTo>
                      <a:cubicBezTo>
                        <a:pt x="9479" y="38123"/>
                        <a:pt x="9479" y="38164"/>
                        <a:pt x="9470" y="38205"/>
                      </a:cubicBezTo>
                      <a:cubicBezTo>
                        <a:pt x="9437" y="38413"/>
                        <a:pt x="9404" y="38636"/>
                        <a:pt x="9470" y="38835"/>
                      </a:cubicBezTo>
                      <a:cubicBezTo>
                        <a:pt x="9537" y="39026"/>
                        <a:pt x="9694" y="39142"/>
                        <a:pt x="9860" y="39233"/>
                      </a:cubicBezTo>
                      <a:cubicBezTo>
                        <a:pt x="9951" y="39291"/>
                        <a:pt x="10042" y="39340"/>
                        <a:pt x="10142" y="39382"/>
                      </a:cubicBezTo>
                      <a:cubicBezTo>
                        <a:pt x="10233" y="39432"/>
                        <a:pt x="10349" y="39498"/>
                        <a:pt x="10456" y="39498"/>
                      </a:cubicBezTo>
                      <a:cubicBezTo>
                        <a:pt x="10461" y="39499"/>
                        <a:pt x="10465" y="39499"/>
                        <a:pt x="10469" y="39499"/>
                      </a:cubicBezTo>
                      <a:cubicBezTo>
                        <a:pt x="10504" y="39499"/>
                        <a:pt x="10531" y="39469"/>
                        <a:pt x="10531" y="39432"/>
                      </a:cubicBezTo>
                      <a:cubicBezTo>
                        <a:pt x="10771" y="39514"/>
                        <a:pt x="11012" y="39597"/>
                        <a:pt x="11252" y="39697"/>
                      </a:cubicBezTo>
                      <a:cubicBezTo>
                        <a:pt x="11391" y="39752"/>
                        <a:pt x="11611" y="39878"/>
                        <a:pt x="11801" y="39878"/>
                      </a:cubicBezTo>
                      <a:cubicBezTo>
                        <a:pt x="11838" y="39878"/>
                        <a:pt x="11873" y="39873"/>
                        <a:pt x="11906" y="39862"/>
                      </a:cubicBezTo>
                      <a:lnTo>
                        <a:pt x="11923" y="39871"/>
                      </a:lnTo>
                      <a:cubicBezTo>
                        <a:pt x="11931" y="39879"/>
                        <a:pt x="11940" y="39879"/>
                        <a:pt x="11948" y="39879"/>
                      </a:cubicBezTo>
                      <a:cubicBezTo>
                        <a:pt x="11985" y="39916"/>
                        <a:pt x="12046" y="39921"/>
                        <a:pt x="12102" y="39921"/>
                      </a:cubicBezTo>
                      <a:cubicBezTo>
                        <a:pt x="12120" y="39921"/>
                        <a:pt x="12138" y="39920"/>
                        <a:pt x="12155" y="39920"/>
                      </a:cubicBezTo>
                      <a:cubicBezTo>
                        <a:pt x="12238" y="39920"/>
                        <a:pt x="12321" y="39912"/>
                        <a:pt x="12395" y="39904"/>
                      </a:cubicBezTo>
                      <a:cubicBezTo>
                        <a:pt x="12470" y="39896"/>
                        <a:pt x="12544" y="39887"/>
                        <a:pt x="12611" y="39871"/>
                      </a:cubicBezTo>
                      <a:cubicBezTo>
                        <a:pt x="12694" y="39846"/>
                        <a:pt x="12752" y="39804"/>
                        <a:pt x="12785" y="39730"/>
                      </a:cubicBezTo>
                      <a:cubicBezTo>
                        <a:pt x="12793" y="39713"/>
                        <a:pt x="12793" y="39697"/>
                        <a:pt x="12793" y="39680"/>
                      </a:cubicBezTo>
                      <a:cubicBezTo>
                        <a:pt x="12826" y="39647"/>
                        <a:pt x="12859" y="39606"/>
                        <a:pt x="12876" y="39564"/>
                      </a:cubicBezTo>
                      <a:cubicBezTo>
                        <a:pt x="12909" y="39490"/>
                        <a:pt x="12934" y="39407"/>
                        <a:pt x="12942" y="39324"/>
                      </a:cubicBezTo>
                      <a:cubicBezTo>
                        <a:pt x="12942" y="39282"/>
                        <a:pt x="12934" y="39241"/>
                        <a:pt x="12934" y="39200"/>
                      </a:cubicBezTo>
                      <a:cubicBezTo>
                        <a:pt x="12950" y="39150"/>
                        <a:pt x="12959" y="39084"/>
                        <a:pt x="12967" y="39034"/>
                      </a:cubicBezTo>
                      <a:cubicBezTo>
                        <a:pt x="12984" y="38951"/>
                        <a:pt x="12992" y="38876"/>
                        <a:pt x="12992" y="38794"/>
                      </a:cubicBezTo>
                      <a:cubicBezTo>
                        <a:pt x="12992" y="38678"/>
                        <a:pt x="12942" y="38570"/>
                        <a:pt x="12868" y="38471"/>
                      </a:cubicBezTo>
                      <a:cubicBezTo>
                        <a:pt x="12834" y="38437"/>
                        <a:pt x="12801" y="38396"/>
                        <a:pt x="12760" y="38363"/>
                      </a:cubicBezTo>
                      <a:cubicBezTo>
                        <a:pt x="12710" y="38255"/>
                        <a:pt x="12627" y="38181"/>
                        <a:pt x="12544" y="38106"/>
                      </a:cubicBezTo>
                      <a:cubicBezTo>
                        <a:pt x="12453" y="38031"/>
                        <a:pt x="12370" y="37957"/>
                        <a:pt x="12279" y="37882"/>
                      </a:cubicBezTo>
                      <a:cubicBezTo>
                        <a:pt x="12271" y="37874"/>
                        <a:pt x="12263" y="37866"/>
                        <a:pt x="12254" y="37857"/>
                      </a:cubicBezTo>
                      <a:cubicBezTo>
                        <a:pt x="12279" y="37857"/>
                        <a:pt x="12304" y="37866"/>
                        <a:pt x="12329" y="37866"/>
                      </a:cubicBezTo>
                      <a:cubicBezTo>
                        <a:pt x="12470" y="37899"/>
                        <a:pt x="12611" y="37924"/>
                        <a:pt x="12760" y="37949"/>
                      </a:cubicBezTo>
                      <a:cubicBezTo>
                        <a:pt x="12872" y="37967"/>
                        <a:pt x="12988" y="37982"/>
                        <a:pt x="13102" y="37982"/>
                      </a:cubicBezTo>
                      <a:cubicBezTo>
                        <a:pt x="13249" y="37982"/>
                        <a:pt x="13395" y="37957"/>
                        <a:pt x="13530" y="37882"/>
                      </a:cubicBezTo>
                      <a:cubicBezTo>
                        <a:pt x="13663" y="37816"/>
                        <a:pt x="13754" y="37683"/>
                        <a:pt x="13779" y="37551"/>
                      </a:cubicBezTo>
                      <a:lnTo>
                        <a:pt x="13787" y="37543"/>
                      </a:lnTo>
                      <a:cubicBezTo>
                        <a:pt x="13804" y="37526"/>
                        <a:pt x="13820" y="37509"/>
                        <a:pt x="13829" y="37485"/>
                      </a:cubicBezTo>
                      <a:cubicBezTo>
                        <a:pt x="13853" y="37451"/>
                        <a:pt x="13870" y="37418"/>
                        <a:pt x="13878" y="37385"/>
                      </a:cubicBezTo>
                      <a:cubicBezTo>
                        <a:pt x="13920" y="37302"/>
                        <a:pt x="13936" y="37219"/>
                        <a:pt x="13945" y="37128"/>
                      </a:cubicBezTo>
                      <a:cubicBezTo>
                        <a:pt x="13961" y="36987"/>
                        <a:pt x="13953" y="36805"/>
                        <a:pt x="13845" y="36689"/>
                      </a:cubicBezTo>
                      <a:cubicBezTo>
                        <a:pt x="13829" y="36673"/>
                        <a:pt x="13804" y="36656"/>
                        <a:pt x="13779" y="36639"/>
                      </a:cubicBezTo>
                      <a:lnTo>
                        <a:pt x="13779" y="36631"/>
                      </a:lnTo>
                      <a:cubicBezTo>
                        <a:pt x="13771" y="36581"/>
                        <a:pt x="13762" y="36532"/>
                        <a:pt x="13754" y="36474"/>
                      </a:cubicBezTo>
                      <a:cubicBezTo>
                        <a:pt x="13729" y="36383"/>
                        <a:pt x="13688" y="36283"/>
                        <a:pt x="13588" y="36242"/>
                      </a:cubicBezTo>
                      <a:cubicBezTo>
                        <a:pt x="13550" y="36222"/>
                        <a:pt x="13508" y="36216"/>
                        <a:pt x="13464" y="36216"/>
                      </a:cubicBezTo>
                      <a:cubicBezTo>
                        <a:pt x="13415" y="36216"/>
                        <a:pt x="13364" y="36225"/>
                        <a:pt x="13315" y="36233"/>
                      </a:cubicBezTo>
                      <a:cubicBezTo>
                        <a:pt x="13274" y="36233"/>
                        <a:pt x="13232" y="36242"/>
                        <a:pt x="13191" y="36250"/>
                      </a:cubicBezTo>
                      <a:cubicBezTo>
                        <a:pt x="13174" y="36242"/>
                        <a:pt x="13158" y="36233"/>
                        <a:pt x="13141" y="36225"/>
                      </a:cubicBezTo>
                      <a:cubicBezTo>
                        <a:pt x="13066" y="36200"/>
                        <a:pt x="12992" y="36167"/>
                        <a:pt x="12917" y="36142"/>
                      </a:cubicBezTo>
                      <a:cubicBezTo>
                        <a:pt x="12776" y="36093"/>
                        <a:pt x="12636" y="36043"/>
                        <a:pt x="12495" y="35993"/>
                      </a:cubicBezTo>
                      <a:cubicBezTo>
                        <a:pt x="12370" y="35952"/>
                        <a:pt x="12254" y="35894"/>
                        <a:pt x="12147" y="35811"/>
                      </a:cubicBezTo>
                      <a:cubicBezTo>
                        <a:pt x="12056" y="35736"/>
                        <a:pt x="12006" y="35645"/>
                        <a:pt x="11940" y="35546"/>
                      </a:cubicBezTo>
                      <a:cubicBezTo>
                        <a:pt x="11998" y="35479"/>
                        <a:pt x="12056" y="35405"/>
                        <a:pt x="12097" y="35330"/>
                      </a:cubicBezTo>
                      <a:cubicBezTo>
                        <a:pt x="12263" y="35057"/>
                        <a:pt x="12329" y="34742"/>
                        <a:pt x="12271" y="34419"/>
                      </a:cubicBezTo>
                      <a:cubicBezTo>
                        <a:pt x="12271" y="34411"/>
                        <a:pt x="12263" y="34394"/>
                        <a:pt x="12254" y="34386"/>
                      </a:cubicBezTo>
                      <a:cubicBezTo>
                        <a:pt x="12337" y="34245"/>
                        <a:pt x="12404" y="34096"/>
                        <a:pt x="12470" y="33947"/>
                      </a:cubicBezTo>
                      <a:cubicBezTo>
                        <a:pt x="12586" y="33673"/>
                        <a:pt x="12677" y="33392"/>
                        <a:pt x="12752" y="33102"/>
                      </a:cubicBezTo>
                      <a:cubicBezTo>
                        <a:pt x="12859" y="32961"/>
                        <a:pt x="12959" y="32803"/>
                        <a:pt x="13042" y="32638"/>
                      </a:cubicBezTo>
                      <a:cubicBezTo>
                        <a:pt x="13249" y="32198"/>
                        <a:pt x="13356" y="31718"/>
                        <a:pt x="13406" y="31237"/>
                      </a:cubicBezTo>
                      <a:cubicBezTo>
                        <a:pt x="13414" y="31453"/>
                        <a:pt x="13423" y="31660"/>
                        <a:pt x="13423" y="31875"/>
                      </a:cubicBezTo>
                      <a:cubicBezTo>
                        <a:pt x="13423" y="32174"/>
                        <a:pt x="13406" y="32464"/>
                        <a:pt x="13365" y="32754"/>
                      </a:cubicBezTo>
                      <a:cubicBezTo>
                        <a:pt x="13323" y="33035"/>
                        <a:pt x="13232" y="33317"/>
                        <a:pt x="13224" y="33599"/>
                      </a:cubicBezTo>
                      <a:cubicBezTo>
                        <a:pt x="13216" y="33831"/>
                        <a:pt x="13274" y="34063"/>
                        <a:pt x="13414" y="34253"/>
                      </a:cubicBezTo>
                      <a:cubicBezTo>
                        <a:pt x="13406" y="34250"/>
                        <a:pt x="13398" y="34248"/>
                        <a:pt x="13390" y="34248"/>
                      </a:cubicBezTo>
                      <a:cubicBezTo>
                        <a:pt x="13338" y="34248"/>
                        <a:pt x="13289" y="34310"/>
                        <a:pt x="13332" y="34353"/>
                      </a:cubicBezTo>
                      <a:cubicBezTo>
                        <a:pt x="13456" y="34493"/>
                        <a:pt x="13588" y="34618"/>
                        <a:pt x="13721" y="34750"/>
                      </a:cubicBezTo>
                      <a:cubicBezTo>
                        <a:pt x="13845" y="34883"/>
                        <a:pt x="13911" y="35049"/>
                        <a:pt x="13978" y="35214"/>
                      </a:cubicBezTo>
                      <a:cubicBezTo>
                        <a:pt x="14036" y="35388"/>
                        <a:pt x="14085" y="35562"/>
                        <a:pt x="14127" y="35745"/>
                      </a:cubicBezTo>
                      <a:cubicBezTo>
                        <a:pt x="14143" y="35836"/>
                        <a:pt x="14160" y="35927"/>
                        <a:pt x="14177" y="36010"/>
                      </a:cubicBezTo>
                      <a:cubicBezTo>
                        <a:pt x="14201" y="36101"/>
                        <a:pt x="14210" y="36200"/>
                        <a:pt x="14251" y="36275"/>
                      </a:cubicBezTo>
                      <a:cubicBezTo>
                        <a:pt x="14259" y="36291"/>
                        <a:pt x="14268" y="36300"/>
                        <a:pt x="14284" y="36300"/>
                      </a:cubicBezTo>
                      <a:cubicBezTo>
                        <a:pt x="14301" y="36557"/>
                        <a:pt x="14293" y="36813"/>
                        <a:pt x="14400" y="37054"/>
                      </a:cubicBezTo>
                      <a:cubicBezTo>
                        <a:pt x="14483" y="37244"/>
                        <a:pt x="14624" y="37377"/>
                        <a:pt x="14806" y="37476"/>
                      </a:cubicBezTo>
                      <a:cubicBezTo>
                        <a:pt x="14905" y="37533"/>
                        <a:pt x="15081" y="37655"/>
                        <a:pt x="15223" y="37655"/>
                      </a:cubicBezTo>
                      <a:cubicBezTo>
                        <a:pt x="15248" y="37655"/>
                        <a:pt x="15273" y="37651"/>
                        <a:pt x="15295" y="37642"/>
                      </a:cubicBezTo>
                      <a:cubicBezTo>
                        <a:pt x="15494" y="37717"/>
                        <a:pt x="15685" y="37766"/>
                        <a:pt x="15875" y="37857"/>
                      </a:cubicBezTo>
                      <a:cubicBezTo>
                        <a:pt x="16074" y="37940"/>
                        <a:pt x="16223" y="38106"/>
                        <a:pt x="16447" y="38114"/>
                      </a:cubicBezTo>
                      <a:cubicBezTo>
                        <a:pt x="16463" y="38116"/>
                        <a:pt x="16480" y="38116"/>
                        <a:pt x="16496" y="38116"/>
                      </a:cubicBezTo>
                      <a:cubicBezTo>
                        <a:pt x="16684" y="38116"/>
                        <a:pt x="16858" y="38030"/>
                        <a:pt x="17010" y="37915"/>
                      </a:cubicBezTo>
                      <a:cubicBezTo>
                        <a:pt x="17085" y="37857"/>
                        <a:pt x="17159" y="37791"/>
                        <a:pt x="17217" y="37717"/>
                      </a:cubicBezTo>
                      <a:cubicBezTo>
                        <a:pt x="17234" y="37692"/>
                        <a:pt x="17251" y="37659"/>
                        <a:pt x="17267" y="37625"/>
                      </a:cubicBezTo>
                      <a:lnTo>
                        <a:pt x="17275" y="37625"/>
                      </a:lnTo>
                      <a:cubicBezTo>
                        <a:pt x="17367" y="37601"/>
                        <a:pt x="17425" y="37485"/>
                        <a:pt x="17449" y="37402"/>
                      </a:cubicBezTo>
                      <a:cubicBezTo>
                        <a:pt x="17491" y="37311"/>
                        <a:pt x="17507" y="37211"/>
                        <a:pt x="17483" y="37120"/>
                      </a:cubicBezTo>
                      <a:cubicBezTo>
                        <a:pt x="17474" y="37079"/>
                        <a:pt x="17458" y="37054"/>
                        <a:pt x="17441" y="37021"/>
                      </a:cubicBezTo>
                      <a:cubicBezTo>
                        <a:pt x="17483" y="36905"/>
                        <a:pt x="17466" y="36747"/>
                        <a:pt x="17433" y="36631"/>
                      </a:cubicBezTo>
                      <a:cubicBezTo>
                        <a:pt x="17391" y="36482"/>
                        <a:pt x="17300" y="36391"/>
                        <a:pt x="17159" y="36333"/>
                      </a:cubicBezTo>
                      <a:cubicBezTo>
                        <a:pt x="17019" y="36283"/>
                        <a:pt x="16861" y="36242"/>
                        <a:pt x="16712" y="36200"/>
                      </a:cubicBezTo>
                      <a:cubicBezTo>
                        <a:pt x="16629" y="36184"/>
                        <a:pt x="16546" y="36159"/>
                        <a:pt x="16463" y="36142"/>
                      </a:cubicBezTo>
                      <a:cubicBezTo>
                        <a:pt x="16414" y="36134"/>
                        <a:pt x="16339" y="36117"/>
                        <a:pt x="16314" y="36068"/>
                      </a:cubicBezTo>
                      <a:cubicBezTo>
                        <a:pt x="16310" y="36051"/>
                        <a:pt x="16300" y="36045"/>
                        <a:pt x="16287" y="36045"/>
                      </a:cubicBezTo>
                      <a:cubicBezTo>
                        <a:pt x="16275" y="36045"/>
                        <a:pt x="16260" y="36051"/>
                        <a:pt x="16248" y="36059"/>
                      </a:cubicBezTo>
                      <a:lnTo>
                        <a:pt x="16240" y="36051"/>
                      </a:lnTo>
                      <a:cubicBezTo>
                        <a:pt x="16165" y="35993"/>
                        <a:pt x="16099" y="35919"/>
                        <a:pt x="16041" y="35844"/>
                      </a:cubicBezTo>
                      <a:cubicBezTo>
                        <a:pt x="15908" y="35629"/>
                        <a:pt x="15850" y="35372"/>
                        <a:pt x="15776" y="35131"/>
                      </a:cubicBezTo>
                      <a:cubicBezTo>
                        <a:pt x="15701" y="34875"/>
                        <a:pt x="15618" y="34618"/>
                        <a:pt x="15535" y="34361"/>
                      </a:cubicBezTo>
                      <a:cubicBezTo>
                        <a:pt x="15461" y="34129"/>
                        <a:pt x="15370" y="33905"/>
                        <a:pt x="15287" y="33673"/>
                      </a:cubicBezTo>
                      <a:lnTo>
                        <a:pt x="15303" y="33242"/>
                      </a:lnTo>
                      <a:cubicBezTo>
                        <a:pt x="15312" y="32952"/>
                        <a:pt x="15337" y="32654"/>
                        <a:pt x="15353" y="32364"/>
                      </a:cubicBezTo>
                      <a:cubicBezTo>
                        <a:pt x="15378" y="32074"/>
                        <a:pt x="15403" y="31776"/>
                        <a:pt x="15436" y="31486"/>
                      </a:cubicBezTo>
                      <a:cubicBezTo>
                        <a:pt x="15453" y="31345"/>
                        <a:pt x="15477" y="31196"/>
                        <a:pt x="15494" y="31047"/>
                      </a:cubicBezTo>
                      <a:cubicBezTo>
                        <a:pt x="15511" y="30931"/>
                        <a:pt x="15527" y="30798"/>
                        <a:pt x="15527" y="30674"/>
                      </a:cubicBezTo>
                      <a:cubicBezTo>
                        <a:pt x="15593" y="30483"/>
                        <a:pt x="15651" y="30293"/>
                        <a:pt x="15701" y="30094"/>
                      </a:cubicBezTo>
                      <a:cubicBezTo>
                        <a:pt x="15801" y="29762"/>
                        <a:pt x="15892" y="29423"/>
                        <a:pt x="15983" y="29083"/>
                      </a:cubicBezTo>
                      <a:cubicBezTo>
                        <a:pt x="16157" y="28429"/>
                        <a:pt x="16323" y="27774"/>
                        <a:pt x="16422" y="27103"/>
                      </a:cubicBezTo>
                      <a:cubicBezTo>
                        <a:pt x="16455" y="26921"/>
                        <a:pt x="16480" y="26730"/>
                        <a:pt x="16497" y="26548"/>
                      </a:cubicBezTo>
                      <a:cubicBezTo>
                        <a:pt x="16505" y="26457"/>
                        <a:pt x="16513" y="26365"/>
                        <a:pt x="16521" y="26274"/>
                      </a:cubicBezTo>
                      <a:cubicBezTo>
                        <a:pt x="16530" y="26175"/>
                        <a:pt x="16538" y="26075"/>
                        <a:pt x="16505" y="25993"/>
                      </a:cubicBezTo>
                      <a:cubicBezTo>
                        <a:pt x="16497" y="25976"/>
                        <a:pt x="16480" y="25959"/>
                        <a:pt x="16463" y="25959"/>
                      </a:cubicBezTo>
                      <a:cubicBezTo>
                        <a:pt x="16463" y="25951"/>
                        <a:pt x="16463" y="25951"/>
                        <a:pt x="16463" y="25943"/>
                      </a:cubicBezTo>
                      <a:cubicBezTo>
                        <a:pt x="16472" y="25943"/>
                        <a:pt x="16480" y="25935"/>
                        <a:pt x="16488" y="25926"/>
                      </a:cubicBezTo>
                      <a:cubicBezTo>
                        <a:pt x="16538" y="25877"/>
                        <a:pt x="16563" y="25810"/>
                        <a:pt x="16604" y="25744"/>
                      </a:cubicBezTo>
                      <a:cubicBezTo>
                        <a:pt x="16621" y="25727"/>
                        <a:pt x="16629" y="25703"/>
                        <a:pt x="16646" y="25678"/>
                      </a:cubicBezTo>
                      <a:lnTo>
                        <a:pt x="16646" y="25678"/>
                      </a:lnTo>
                      <a:cubicBezTo>
                        <a:pt x="16637" y="25694"/>
                        <a:pt x="16637" y="25719"/>
                        <a:pt x="16629" y="25744"/>
                      </a:cubicBezTo>
                      <a:cubicBezTo>
                        <a:pt x="16613" y="25819"/>
                        <a:pt x="16571" y="25943"/>
                        <a:pt x="16621" y="26017"/>
                      </a:cubicBezTo>
                      <a:cubicBezTo>
                        <a:pt x="16632" y="26040"/>
                        <a:pt x="16650" y="26051"/>
                        <a:pt x="16671" y="26051"/>
                      </a:cubicBezTo>
                      <a:cubicBezTo>
                        <a:pt x="16682" y="26051"/>
                        <a:pt x="16693" y="26048"/>
                        <a:pt x="16704" y="26042"/>
                      </a:cubicBezTo>
                      <a:cubicBezTo>
                        <a:pt x="16787" y="26001"/>
                        <a:pt x="16811" y="25860"/>
                        <a:pt x="16828" y="25777"/>
                      </a:cubicBezTo>
                      <a:cubicBezTo>
                        <a:pt x="16845" y="25686"/>
                        <a:pt x="16861" y="25587"/>
                        <a:pt x="16861" y="25495"/>
                      </a:cubicBezTo>
                      <a:cubicBezTo>
                        <a:pt x="16869" y="25388"/>
                        <a:pt x="16869" y="25280"/>
                        <a:pt x="16869" y="25172"/>
                      </a:cubicBezTo>
                      <a:cubicBezTo>
                        <a:pt x="16878" y="25139"/>
                        <a:pt x="16886" y="25098"/>
                        <a:pt x="16894" y="25065"/>
                      </a:cubicBezTo>
                      <a:cubicBezTo>
                        <a:pt x="16903" y="25056"/>
                        <a:pt x="16919" y="25048"/>
                        <a:pt x="16919" y="25031"/>
                      </a:cubicBezTo>
                      <a:cubicBezTo>
                        <a:pt x="16944" y="24949"/>
                        <a:pt x="16969" y="24857"/>
                        <a:pt x="16977" y="24775"/>
                      </a:cubicBezTo>
                      <a:cubicBezTo>
                        <a:pt x="17010" y="24692"/>
                        <a:pt x="17052" y="24609"/>
                        <a:pt x="17101" y="24526"/>
                      </a:cubicBezTo>
                      <a:cubicBezTo>
                        <a:pt x="17251" y="24277"/>
                        <a:pt x="17474" y="24079"/>
                        <a:pt x="17632" y="23838"/>
                      </a:cubicBezTo>
                      <a:cubicBezTo>
                        <a:pt x="17764" y="23648"/>
                        <a:pt x="17839" y="23441"/>
                        <a:pt x="17889" y="23225"/>
                      </a:cubicBezTo>
                      <a:cubicBezTo>
                        <a:pt x="17996" y="23026"/>
                        <a:pt x="18087" y="22819"/>
                        <a:pt x="18162" y="22612"/>
                      </a:cubicBezTo>
                      <a:cubicBezTo>
                        <a:pt x="18203" y="22496"/>
                        <a:pt x="18237" y="22372"/>
                        <a:pt x="18270" y="22248"/>
                      </a:cubicBezTo>
                      <a:cubicBezTo>
                        <a:pt x="18278" y="22248"/>
                        <a:pt x="18286" y="22248"/>
                        <a:pt x="18295" y="22239"/>
                      </a:cubicBezTo>
                      <a:cubicBezTo>
                        <a:pt x="18435" y="22123"/>
                        <a:pt x="18493" y="21908"/>
                        <a:pt x="18535" y="21742"/>
                      </a:cubicBezTo>
                      <a:cubicBezTo>
                        <a:pt x="18585" y="21552"/>
                        <a:pt x="18601" y="21353"/>
                        <a:pt x="18593" y="21162"/>
                      </a:cubicBezTo>
                      <a:cubicBezTo>
                        <a:pt x="18593" y="21137"/>
                        <a:pt x="18593" y="21112"/>
                        <a:pt x="18593" y="21088"/>
                      </a:cubicBezTo>
                      <a:cubicBezTo>
                        <a:pt x="18609" y="21021"/>
                        <a:pt x="18626" y="20963"/>
                        <a:pt x="18634" y="20905"/>
                      </a:cubicBezTo>
                      <a:cubicBezTo>
                        <a:pt x="18667" y="20756"/>
                        <a:pt x="18692" y="20607"/>
                        <a:pt x="18709" y="20458"/>
                      </a:cubicBezTo>
                      <a:cubicBezTo>
                        <a:pt x="18725" y="20292"/>
                        <a:pt x="18734" y="20135"/>
                        <a:pt x="18734" y="19969"/>
                      </a:cubicBezTo>
                      <a:cubicBezTo>
                        <a:pt x="18734" y="19812"/>
                        <a:pt x="18734" y="19654"/>
                        <a:pt x="18684" y="19505"/>
                      </a:cubicBezTo>
                      <a:lnTo>
                        <a:pt x="18701" y="19505"/>
                      </a:lnTo>
                      <a:cubicBezTo>
                        <a:pt x="18659" y="19364"/>
                        <a:pt x="18568" y="19248"/>
                        <a:pt x="18469" y="19132"/>
                      </a:cubicBezTo>
                      <a:cubicBezTo>
                        <a:pt x="18469" y="19091"/>
                        <a:pt x="18469" y="19041"/>
                        <a:pt x="18460" y="18991"/>
                      </a:cubicBezTo>
                      <a:cubicBezTo>
                        <a:pt x="18444" y="18900"/>
                        <a:pt x="18427" y="18817"/>
                        <a:pt x="18419" y="18726"/>
                      </a:cubicBezTo>
                      <a:cubicBezTo>
                        <a:pt x="18394" y="18544"/>
                        <a:pt x="18377" y="18362"/>
                        <a:pt x="18361" y="18179"/>
                      </a:cubicBezTo>
                      <a:cubicBezTo>
                        <a:pt x="18353" y="18030"/>
                        <a:pt x="18344" y="17873"/>
                        <a:pt x="18336" y="17724"/>
                      </a:cubicBezTo>
                      <a:lnTo>
                        <a:pt x="18344" y="17715"/>
                      </a:lnTo>
                      <a:cubicBezTo>
                        <a:pt x="18402" y="17533"/>
                        <a:pt x="18419" y="17334"/>
                        <a:pt x="18435" y="17152"/>
                      </a:cubicBezTo>
                      <a:cubicBezTo>
                        <a:pt x="18435" y="17086"/>
                        <a:pt x="18444" y="17028"/>
                        <a:pt x="18452" y="16970"/>
                      </a:cubicBezTo>
                      <a:lnTo>
                        <a:pt x="18477" y="17019"/>
                      </a:lnTo>
                      <a:cubicBezTo>
                        <a:pt x="18493" y="17069"/>
                        <a:pt x="18510" y="17102"/>
                        <a:pt x="18551" y="17119"/>
                      </a:cubicBezTo>
                      <a:cubicBezTo>
                        <a:pt x="18560" y="17125"/>
                        <a:pt x="18569" y="17127"/>
                        <a:pt x="18577" y="17127"/>
                      </a:cubicBezTo>
                      <a:cubicBezTo>
                        <a:pt x="18593" y="17127"/>
                        <a:pt x="18607" y="17118"/>
                        <a:pt x="18618" y="17102"/>
                      </a:cubicBezTo>
                      <a:cubicBezTo>
                        <a:pt x="18643" y="17069"/>
                        <a:pt x="18643" y="17028"/>
                        <a:pt x="18643" y="16986"/>
                      </a:cubicBezTo>
                      <a:cubicBezTo>
                        <a:pt x="18634" y="16945"/>
                        <a:pt x="18634" y="16895"/>
                        <a:pt x="18626" y="16854"/>
                      </a:cubicBezTo>
                      <a:cubicBezTo>
                        <a:pt x="18609" y="16771"/>
                        <a:pt x="18593" y="16688"/>
                        <a:pt x="18585" y="16605"/>
                      </a:cubicBezTo>
                      <a:cubicBezTo>
                        <a:pt x="18576" y="16514"/>
                        <a:pt x="18568" y="16431"/>
                        <a:pt x="18551" y="16340"/>
                      </a:cubicBezTo>
                      <a:cubicBezTo>
                        <a:pt x="18651" y="16125"/>
                        <a:pt x="18667" y="15868"/>
                        <a:pt x="18659" y="15619"/>
                      </a:cubicBezTo>
                      <a:cubicBezTo>
                        <a:pt x="18734" y="15487"/>
                        <a:pt x="18734" y="15329"/>
                        <a:pt x="18734" y="15188"/>
                      </a:cubicBezTo>
                      <a:cubicBezTo>
                        <a:pt x="18734" y="15039"/>
                        <a:pt x="18725" y="14890"/>
                        <a:pt x="18692" y="14741"/>
                      </a:cubicBezTo>
                      <a:cubicBezTo>
                        <a:pt x="18634" y="14484"/>
                        <a:pt x="18527" y="14244"/>
                        <a:pt x="18344" y="14053"/>
                      </a:cubicBezTo>
                      <a:cubicBezTo>
                        <a:pt x="18286" y="13962"/>
                        <a:pt x="18237" y="13863"/>
                        <a:pt x="18179" y="13771"/>
                      </a:cubicBezTo>
                      <a:cubicBezTo>
                        <a:pt x="18145" y="13705"/>
                        <a:pt x="18104" y="13647"/>
                        <a:pt x="18071" y="13581"/>
                      </a:cubicBezTo>
                      <a:cubicBezTo>
                        <a:pt x="18063" y="13564"/>
                        <a:pt x="18054" y="13556"/>
                        <a:pt x="18046" y="13540"/>
                      </a:cubicBezTo>
                      <a:cubicBezTo>
                        <a:pt x="18063" y="13374"/>
                        <a:pt x="17963" y="13183"/>
                        <a:pt x="17897" y="13042"/>
                      </a:cubicBezTo>
                      <a:cubicBezTo>
                        <a:pt x="17864" y="12984"/>
                        <a:pt x="17839" y="12926"/>
                        <a:pt x="17806" y="12868"/>
                      </a:cubicBezTo>
                      <a:lnTo>
                        <a:pt x="17839" y="12868"/>
                      </a:lnTo>
                      <a:cubicBezTo>
                        <a:pt x="17864" y="12860"/>
                        <a:pt x="17872" y="12810"/>
                        <a:pt x="17855" y="12794"/>
                      </a:cubicBezTo>
                      <a:cubicBezTo>
                        <a:pt x="17806" y="12728"/>
                        <a:pt x="17739" y="12686"/>
                        <a:pt x="17673" y="12628"/>
                      </a:cubicBezTo>
                      <a:cubicBezTo>
                        <a:pt x="17632" y="12562"/>
                        <a:pt x="17590" y="12496"/>
                        <a:pt x="17549" y="12429"/>
                      </a:cubicBezTo>
                      <a:cubicBezTo>
                        <a:pt x="17541" y="12404"/>
                        <a:pt x="17524" y="12404"/>
                        <a:pt x="17507" y="12404"/>
                      </a:cubicBezTo>
                      <a:cubicBezTo>
                        <a:pt x="17474" y="12346"/>
                        <a:pt x="17449" y="12288"/>
                        <a:pt x="17416" y="12222"/>
                      </a:cubicBezTo>
                      <a:cubicBezTo>
                        <a:pt x="17358" y="12090"/>
                        <a:pt x="17317" y="11940"/>
                        <a:pt x="17275" y="11800"/>
                      </a:cubicBezTo>
                      <a:cubicBezTo>
                        <a:pt x="17300" y="11742"/>
                        <a:pt x="17292" y="11675"/>
                        <a:pt x="17284" y="11609"/>
                      </a:cubicBezTo>
                      <a:cubicBezTo>
                        <a:pt x="17275" y="11568"/>
                        <a:pt x="17275" y="11518"/>
                        <a:pt x="17267" y="11476"/>
                      </a:cubicBezTo>
                      <a:cubicBezTo>
                        <a:pt x="17267" y="11402"/>
                        <a:pt x="17267" y="11327"/>
                        <a:pt x="17259" y="11261"/>
                      </a:cubicBezTo>
                      <a:cubicBezTo>
                        <a:pt x="17251" y="11186"/>
                        <a:pt x="17242" y="11112"/>
                        <a:pt x="17234" y="11037"/>
                      </a:cubicBezTo>
                      <a:lnTo>
                        <a:pt x="17234" y="11037"/>
                      </a:lnTo>
                      <a:cubicBezTo>
                        <a:pt x="17242" y="11070"/>
                        <a:pt x="17259" y="11112"/>
                        <a:pt x="17267" y="11145"/>
                      </a:cubicBezTo>
                      <a:cubicBezTo>
                        <a:pt x="17333" y="11352"/>
                        <a:pt x="17383" y="11559"/>
                        <a:pt x="17433" y="11766"/>
                      </a:cubicBezTo>
                      <a:cubicBezTo>
                        <a:pt x="17443" y="11813"/>
                        <a:pt x="17476" y="11833"/>
                        <a:pt x="17510" y="11833"/>
                      </a:cubicBezTo>
                      <a:cubicBezTo>
                        <a:pt x="17560" y="11833"/>
                        <a:pt x="17613" y="11789"/>
                        <a:pt x="17599" y="11725"/>
                      </a:cubicBezTo>
                      <a:cubicBezTo>
                        <a:pt x="17565" y="11501"/>
                        <a:pt x="17491" y="11286"/>
                        <a:pt x="17408" y="11079"/>
                      </a:cubicBezTo>
                      <a:cubicBezTo>
                        <a:pt x="17383" y="11012"/>
                        <a:pt x="17350" y="10946"/>
                        <a:pt x="17325" y="10880"/>
                      </a:cubicBezTo>
                      <a:cubicBezTo>
                        <a:pt x="17325" y="10872"/>
                        <a:pt x="17333" y="10872"/>
                        <a:pt x="17333" y="10863"/>
                      </a:cubicBezTo>
                      <a:cubicBezTo>
                        <a:pt x="17350" y="10888"/>
                        <a:pt x="17367" y="10905"/>
                        <a:pt x="17391" y="10921"/>
                      </a:cubicBezTo>
                      <a:cubicBezTo>
                        <a:pt x="17425" y="10988"/>
                        <a:pt x="17466" y="11054"/>
                        <a:pt x="17507" y="11112"/>
                      </a:cubicBezTo>
                      <a:cubicBezTo>
                        <a:pt x="17513" y="11127"/>
                        <a:pt x="17526" y="11133"/>
                        <a:pt x="17539" y="11133"/>
                      </a:cubicBezTo>
                      <a:cubicBezTo>
                        <a:pt x="17561" y="11133"/>
                        <a:pt x="17584" y="11113"/>
                        <a:pt x="17574" y="11087"/>
                      </a:cubicBezTo>
                      <a:cubicBezTo>
                        <a:pt x="17541" y="10996"/>
                        <a:pt x="17499" y="10905"/>
                        <a:pt x="17458" y="10814"/>
                      </a:cubicBezTo>
                      <a:cubicBezTo>
                        <a:pt x="17458" y="10772"/>
                        <a:pt x="17449" y="10739"/>
                        <a:pt x="17441" y="10706"/>
                      </a:cubicBezTo>
                      <a:cubicBezTo>
                        <a:pt x="17425" y="10656"/>
                        <a:pt x="17408" y="10606"/>
                        <a:pt x="17391" y="10548"/>
                      </a:cubicBezTo>
                      <a:cubicBezTo>
                        <a:pt x="17408" y="10540"/>
                        <a:pt x="17416" y="10524"/>
                        <a:pt x="17416" y="10507"/>
                      </a:cubicBezTo>
                      <a:cubicBezTo>
                        <a:pt x="17400" y="10408"/>
                        <a:pt x="17350" y="10333"/>
                        <a:pt x="17284" y="10267"/>
                      </a:cubicBezTo>
                      <a:cubicBezTo>
                        <a:pt x="17275" y="10242"/>
                        <a:pt x="17267" y="10217"/>
                        <a:pt x="17251" y="10192"/>
                      </a:cubicBezTo>
                      <a:cubicBezTo>
                        <a:pt x="17259" y="10151"/>
                        <a:pt x="17251" y="10101"/>
                        <a:pt x="17242" y="10060"/>
                      </a:cubicBezTo>
                      <a:lnTo>
                        <a:pt x="17242" y="10060"/>
                      </a:lnTo>
                      <a:cubicBezTo>
                        <a:pt x="17259" y="10093"/>
                        <a:pt x="17284" y="10126"/>
                        <a:pt x="17317" y="10159"/>
                      </a:cubicBezTo>
                      <a:cubicBezTo>
                        <a:pt x="17321" y="10163"/>
                        <a:pt x="17328" y="10166"/>
                        <a:pt x="17336" y="10166"/>
                      </a:cubicBezTo>
                      <a:cubicBezTo>
                        <a:pt x="17356" y="10166"/>
                        <a:pt x="17383" y="10150"/>
                        <a:pt x="17383" y="10126"/>
                      </a:cubicBezTo>
                      <a:cubicBezTo>
                        <a:pt x="17375" y="10018"/>
                        <a:pt x="17309" y="9910"/>
                        <a:pt x="17267" y="9811"/>
                      </a:cubicBezTo>
                      <a:cubicBezTo>
                        <a:pt x="17275" y="9803"/>
                        <a:pt x="17275" y="9786"/>
                        <a:pt x="17284" y="9778"/>
                      </a:cubicBezTo>
                      <a:cubicBezTo>
                        <a:pt x="17300" y="9706"/>
                        <a:pt x="17285" y="9627"/>
                        <a:pt x="17262" y="9554"/>
                      </a:cubicBezTo>
                      <a:lnTo>
                        <a:pt x="17262" y="9554"/>
                      </a:lnTo>
                      <a:cubicBezTo>
                        <a:pt x="17265" y="9559"/>
                        <a:pt x="17270" y="9562"/>
                        <a:pt x="17275" y="9562"/>
                      </a:cubicBezTo>
                      <a:cubicBezTo>
                        <a:pt x="17290" y="9573"/>
                        <a:pt x="17307" y="9579"/>
                        <a:pt x="17323" y="9579"/>
                      </a:cubicBezTo>
                      <a:cubicBezTo>
                        <a:pt x="17344" y="9579"/>
                        <a:pt x="17362" y="9569"/>
                        <a:pt x="17367" y="9546"/>
                      </a:cubicBezTo>
                      <a:cubicBezTo>
                        <a:pt x="17383" y="9463"/>
                        <a:pt x="17358" y="9380"/>
                        <a:pt x="17333" y="9306"/>
                      </a:cubicBezTo>
                      <a:cubicBezTo>
                        <a:pt x="17300" y="9223"/>
                        <a:pt x="17267" y="9148"/>
                        <a:pt x="17217" y="9074"/>
                      </a:cubicBezTo>
                      <a:cubicBezTo>
                        <a:pt x="17135" y="8924"/>
                        <a:pt x="17019" y="8792"/>
                        <a:pt x="16903" y="8668"/>
                      </a:cubicBezTo>
                      <a:cubicBezTo>
                        <a:pt x="16704" y="8469"/>
                        <a:pt x="16472" y="8320"/>
                        <a:pt x="16207" y="8229"/>
                      </a:cubicBezTo>
                      <a:cubicBezTo>
                        <a:pt x="16207" y="8195"/>
                        <a:pt x="16198" y="8154"/>
                        <a:pt x="16190" y="8121"/>
                      </a:cubicBezTo>
                      <a:cubicBezTo>
                        <a:pt x="16173" y="8038"/>
                        <a:pt x="16149" y="7947"/>
                        <a:pt x="16124" y="7864"/>
                      </a:cubicBezTo>
                      <a:cubicBezTo>
                        <a:pt x="16182" y="7715"/>
                        <a:pt x="16099" y="7508"/>
                        <a:pt x="16057" y="7367"/>
                      </a:cubicBezTo>
                      <a:cubicBezTo>
                        <a:pt x="16008" y="7193"/>
                        <a:pt x="15941" y="7019"/>
                        <a:pt x="15867" y="6853"/>
                      </a:cubicBezTo>
                      <a:cubicBezTo>
                        <a:pt x="15792" y="6687"/>
                        <a:pt x="15734" y="6530"/>
                        <a:pt x="15718" y="6356"/>
                      </a:cubicBezTo>
                      <a:cubicBezTo>
                        <a:pt x="15709" y="6273"/>
                        <a:pt x="15701" y="6190"/>
                        <a:pt x="15709" y="6107"/>
                      </a:cubicBezTo>
                      <a:cubicBezTo>
                        <a:pt x="15709" y="6025"/>
                        <a:pt x="15734" y="5933"/>
                        <a:pt x="15718" y="5851"/>
                      </a:cubicBezTo>
                      <a:cubicBezTo>
                        <a:pt x="15718" y="5826"/>
                        <a:pt x="15701" y="5817"/>
                        <a:pt x="15685" y="5809"/>
                      </a:cubicBezTo>
                      <a:cubicBezTo>
                        <a:pt x="15701" y="5511"/>
                        <a:pt x="15676" y="5213"/>
                        <a:pt x="15635" y="4923"/>
                      </a:cubicBezTo>
                      <a:cubicBezTo>
                        <a:pt x="15560" y="4450"/>
                        <a:pt x="15428" y="3978"/>
                        <a:pt x="15221" y="3539"/>
                      </a:cubicBezTo>
                      <a:cubicBezTo>
                        <a:pt x="15138" y="3365"/>
                        <a:pt x="15047" y="3158"/>
                        <a:pt x="14922" y="3000"/>
                      </a:cubicBezTo>
                      <a:cubicBezTo>
                        <a:pt x="14931" y="2926"/>
                        <a:pt x="14931" y="2843"/>
                        <a:pt x="14931" y="2768"/>
                      </a:cubicBezTo>
                      <a:cubicBezTo>
                        <a:pt x="14931" y="2710"/>
                        <a:pt x="14931" y="2652"/>
                        <a:pt x="14931" y="2594"/>
                      </a:cubicBezTo>
                      <a:cubicBezTo>
                        <a:pt x="14931" y="2570"/>
                        <a:pt x="14922" y="2536"/>
                        <a:pt x="14914" y="2512"/>
                      </a:cubicBezTo>
                      <a:cubicBezTo>
                        <a:pt x="14914" y="2487"/>
                        <a:pt x="14906" y="2462"/>
                        <a:pt x="14881" y="2445"/>
                      </a:cubicBezTo>
                      <a:cubicBezTo>
                        <a:pt x="14876" y="2440"/>
                        <a:pt x="14866" y="2436"/>
                        <a:pt x="14856" y="2436"/>
                      </a:cubicBezTo>
                      <a:cubicBezTo>
                        <a:pt x="14849" y="2436"/>
                        <a:pt x="14843" y="2438"/>
                        <a:pt x="14839" y="2445"/>
                      </a:cubicBezTo>
                      <a:cubicBezTo>
                        <a:pt x="14823" y="2462"/>
                        <a:pt x="14815" y="2487"/>
                        <a:pt x="14815" y="2512"/>
                      </a:cubicBezTo>
                      <a:cubicBezTo>
                        <a:pt x="14806" y="2536"/>
                        <a:pt x="14806" y="2570"/>
                        <a:pt x="14806" y="2594"/>
                      </a:cubicBezTo>
                      <a:lnTo>
                        <a:pt x="14806" y="2760"/>
                      </a:lnTo>
                      <a:lnTo>
                        <a:pt x="14806" y="2868"/>
                      </a:lnTo>
                      <a:cubicBezTo>
                        <a:pt x="14795" y="2860"/>
                        <a:pt x="14784" y="2856"/>
                        <a:pt x="14774" y="2856"/>
                      </a:cubicBezTo>
                      <a:cubicBezTo>
                        <a:pt x="14754" y="2856"/>
                        <a:pt x="14737" y="2871"/>
                        <a:pt x="14732" y="2893"/>
                      </a:cubicBezTo>
                      <a:cubicBezTo>
                        <a:pt x="14723" y="2793"/>
                        <a:pt x="14715" y="2702"/>
                        <a:pt x="14699" y="2603"/>
                      </a:cubicBezTo>
                      <a:cubicBezTo>
                        <a:pt x="14699" y="2545"/>
                        <a:pt x="14690" y="2487"/>
                        <a:pt x="14674" y="2429"/>
                      </a:cubicBezTo>
                      <a:cubicBezTo>
                        <a:pt x="14665" y="2371"/>
                        <a:pt x="14657" y="2304"/>
                        <a:pt x="14632" y="2255"/>
                      </a:cubicBezTo>
                      <a:cubicBezTo>
                        <a:pt x="14625" y="2236"/>
                        <a:pt x="14609" y="2227"/>
                        <a:pt x="14593" y="2227"/>
                      </a:cubicBezTo>
                      <a:cubicBezTo>
                        <a:pt x="14574" y="2227"/>
                        <a:pt x="14554" y="2240"/>
                        <a:pt x="14549" y="2263"/>
                      </a:cubicBezTo>
                      <a:cubicBezTo>
                        <a:pt x="14541" y="2313"/>
                        <a:pt x="14541" y="2371"/>
                        <a:pt x="14549" y="2420"/>
                      </a:cubicBezTo>
                      <a:cubicBezTo>
                        <a:pt x="14392" y="1956"/>
                        <a:pt x="14226" y="1492"/>
                        <a:pt x="14019" y="1045"/>
                      </a:cubicBezTo>
                      <a:cubicBezTo>
                        <a:pt x="13953" y="888"/>
                        <a:pt x="13878" y="730"/>
                        <a:pt x="13812" y="581"/>
                      </a:cubicBezTo>
                      <a:cubicBezTo>
                        <a:pt x="13746" y="440"/>
                        <a:pt x="13688" y="291"/>
                        <a:pt x="13605" y="167"/>
                      </a:cubicBezTo>
                      <a:cubicBezTo>
                        <a:pt x="13535" y="65"/>
                        <a:pt x="13427" y="0"/>
                        <a:pt x="1330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73" name="Google Shape;1473;p1"/>
                <p:cNvSpPr/>
                <p:nvPr/>
              </p:nvSpPr>
              <p:spPr>
                <a:xfrm>
                  <a:off x="2945200" y="4251175"/>
                  <a:ext cx="6825" cy="21850"/>
                </a:xfrm>
                <a:custGeom>
                  <a:rect b="b" l="l" r="r" t="t"/>
                  <a:pathLst>
                    <a:path extrusionOk="0" h="874" w="273">
                      <a:moveTo>
                        <a:pt x="210" y="1"/>
                      </a:moveTo>
                      <a:cubicBezTo>
                        <a:pt x="192" y="1"/>
                        <a:pt x="175" y="10"/>
                        <a:pt x="166" y="31"/>
                      </a:cubicBezTo>
                      <a:cubicBezTo>
                        <a:pt x="100" y="155"/>
                        <a:pt x="58" y="288"/>
                        <a:pt x="33" y="429"/>
                      </a:cubicBezTo>
                      <a:cubicBezTo>
                        <a:pt x="17" y="495"/>
                        <a:pt x="8" y="561"/>
                        <a:pt x="8" y="627"/>
                      </a:cubicBezTo>
                      <a:cubicBezTo>
                        <a:pt x="8" y="694"/>
                        <a:pt x="0" y="777"/>
                        <a:pt x="33" y="843"/>
                      </a:cubicBezTo>
                      <a:cubicBezTo>
                        <a:pt x="42" y="864"/>
                        <a:pt x="62" y="874"/>
                        <a:pt x="83" y="874"/>
                      </a:cubicBezTo>
                      <a:cubicBezTo>
                        <a:pt x="104" y="874"/>
                        <a:pt x="124" y="864"/>
                        <a:pt x="133" y="843"/>
                      </a:cubicBezTo>
                      <a:cubicBezTo>
                        <a:pt x="158" y="777"/>
                        <a:pt x="149" y="710"/>
                        <a:pt x="158" y="644"/>
                      </a:cubicBezTo>
                      <a:cubicBezTo>
                        <a:pt x="158" y="578"/>
                        <a:pt x="166" y="511"/>
                        <a:pt x="174" y="453"/>
                      </a:cubicBezTo>
                      <a:cubicBezTo>
                        <a:pt x="191" y="321"/>
                        <a:pt x="216" y="197"/>
                        <a:pt x="257" y="72"/>
                      </a:cubicBezTo>
                      <a:cubicBezTo>
                        <a:pt x="273" y="30"/>
                        <a:pt x="241" y="1"/>
                        <a:pt x="21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74" name="Google Shape;1474;p1"/>
                <p:cNvSpPr/>
                <p:nvPr/>
              </p:nvSpPr>
              <p:spPr>
                <a:xfrm>
                  <a:off x="2942500" y="4255200"/>
                  <a:ext cx="2500" cy="15500"/>
                </a:xfrm>
                <a:custGeom>
                  <a:rect b="b" l="l" r="r" t="t"/>
                  <a:pathLst>
                    <a:path extrusionOk="0" h="620" w="100">
                      <a:moveTo>
                        <a:pt x="48" y="1"/>
                      </a:moveTo>
                      <a:cubicBezTo>
                        <a:pt x="27" y="1"/>
                        <a:pt x="8" y="22"/>
                        <a:pt x="0" y="44"/>
                      </a:cubicBezTo>
                      <a:cubicBezTo>
                        <a:pt x="0" y="218"/>
                        <a:pt x="0" y="400"/>
                        <a:pt x="0" y="582"/>
                      </a:cubicBezTo>
                      <a:cubicBezTo>
                        <a:pt x="0" y="607"/>
                        <a:pt x="23" y="620"/>
                        <a:pt x="46" y="620"/>
                      </a:cubicBezTo>
                      <a:cubicBezTo>
                        <a:pt x="69" y="620"/>
                        <a:pt x="92" y="607"/>
                        <a:pt x="92" y="582"/>
                      </a:cubicBezTo>
                      <a:lnTo>
                        <a:pt x="100" y="582"/>
                      </a:lnTo>
                      <a:cubicBezTo>
                        <a:pt x="100" y="408"/>
                        <a:pt x="100" y="226"/>
                        <a:pt x="100" y="52"/>
                      </a:cubicBezTo>
                      <a:cubicBezTo>
                        <a:pt x="100" y="27"/>
                        <a:pt x="83" y="2"/>
                        <a:pt x="58" y="2"/>
                      </a:cubicBezTo>
                      <a:cubicBezTo>
                        <a:pt x="55" y="1"/>
                        <a:pt x="52" y="1"/>
                        <a:pt x="4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75" name="Google Shape;1475;p1"/>
                <p:cNvSpPr/>
                <p:nvPr/>
              </p:nvSpPr>
              <p:spPr>
                <a:xfrm>
                  <a:off x="3045125" y="4255200"/>
                  <a:ext cx="10425" cy="25900"/>
                </a:xfrm>
                <a:custGeom>
                  <a:rect b="b" l="l" r="r" t="t"/>
                  <a:pathLst>
                    <a:path extrusionOk="0" h="1036" w="417">
                      <a:moveTo>
                        <a:pt x="42" y="0"/>
                      </a:moveTo>
                      <a:cubicBezTo>
                        <a:pt x="21" y="0"/>
                        <a:pt x="0" y="13"/>
                        <a:pt x="5" y="36"/>
                      </a:cubicBezTo>
                      <a:cubicBezTo>
                        <a:pt x="30" y="218"/>
                        <a:pt x="71" y="384"/>
                        <a:pt x="129" y="549"/>
                      </a:cubicBezTo>
                      <a:cubicBezTo>
                        <a:pt x="179" y="723"/>
                        <a:pt x="245" y="881"/>
                        <a:pt x="353" y="1022"/>
                      </a:cubicBezTo>
                      <a:cubicBezTo>
                        <a:pt x="360" y="1031"/>
                        <a:pt x="369" y="1035"/>
                        <a:pt x="377" y="1035"/>
                      </a:cubicBezTo>
                      <a:cubicBezTo>
                        <a:pt x="398" y="1035"/>
                        <a:pt x="417" y="1012"/>
                        <a:pt x="411" y="988"/>
                      </a:cubicBezTo>
                      <a:cubicBezTo>
                        <a:pt x="361" y="831"/>
                        <a:pt x="287" y="674"/>
                        <a:pt x="229" y="516"/>
                      </a:cubicBezTo>
                      <a:cubicBezTo>
                        <a:pt x="171" y="359"/>
                        <a:pt x="121" y="193"/>
                        <a:pt x="80" y="27"/>
                      </a:cubicBezTo>
                      <a:cubicBezTo>
                        <a:pt x="76" y="9"/>
                        <a:pt x="59" y="0"/>
                        <a:pt x="4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76" name="Google Shape;1476;p1"/>
                <p:cNvSpPr/>
                <p:nvPr/>
              </p:nvSpPr>
              <p:spPr>
                <a:xfrm>
                  <a:off x="3057225" y="4272200"/>
                  <a:ext cx="6550" cy="13875"/>
                </a:xfrm>
                <a:custGeom>
                  <a:rect b="b" l="l" r="r" t="t"/>
                  <a:pathLst>
                    <a:path extrusionOk="0" h="555" w="262">
                      <a:moveTo>
                        <a:pt x="55" y="0"/>
                      </a:moveTo>
                      <a:cubicBezTo>
                        <a:pt x="27" y="0"/>
                        <a:pt x="1" y="20"/>
                        <a:pt x="10" y="52"/>
                      </a:cubicBezTo>
                      <a:cubicBezTo>
                        <a:pt x="26" y="143"/>
                        <a:pt x="43" y="226"/>
                        <a:pt x="76" y="308"/>
                      </a:cubicBezTo>
                      <a:cubicBezTo>
                        <a:pt x="101" y="391"/>
                        <a:pt x="134" y="474"/>
                        <a:pt x="192" y="540"/>
                      </a:cubicBezTo>
                      <a:cubicBezTo>
                        <a:pt x="199" y="550"/>
                        <a:pt x="209" y="554"/>
                        <a:pt x="218" y="554"/>
                      </a:cubicBezTo>
                      <a:cubicBezTo>
                        <a:pt x="240" y="554"/>
                        <a:pt x="262" y="531"/>
                        <a:pt x="250" y="507"/>
                      </a:cubicBezTo>
                      <a:cubicBezTo>
                        <a:pt x="234" y="424"/>
                        <a:pt x="200" y="350"/>
                        <a:pt x="167" y="275"/>
                      </a:cubicBezTo>
                      <a:cubicBezTo>
                        <a:pt x="142" y="201"/>
                        <a:pt x="126" y="118"/>
                        <a:pt x="109" y="43"/>
                      </a:cubicBezTo>
                      <a:cubicBezTo>
                        <a:pt x="102" y="13"/>
                        <a:pt x="77" y="0"/>
                        <a:pt x="5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77" name="Google Shape;1477;p1"/>
                <p:cNvSpPr/>
                <p:nvPr/>
              </p:nvSpPr>
              <p:spPr>
                <a:xfrm>
                  <a:off x="2928000" y="4330800"/>
                  <a:ext cx="25375" cy="43000"/>
                </a:xfrm>
                <a:custGeom>
                  <a:rect b="b" l="l" r="r" t="t"/>
                  <a:pathLst>
                    <a:path extrusionOk="0" h="1720" w="1015">
                      <a:moveTo>
                        <a:pt x="951" y="0"/>
                      </a:moveTo>
                      <a:cubicBezTo>
                        <a:pt x="946" y="0"/>
                        <a:pt x="942" y="1"/>
                        <a:pt x="937" y="3"/>
                      </a:cubicBezTo>
                      <a:cubicBezTo>
                        <a:pt x="638" y="127"/>
                        <a:pt x="431" y="392"/>
                        <a:pt x="282" y="674"/>
                      </a:cubicBezTo>
                      <a:cubicBezTo>
                        <a:pt x="208" y="831"/>
                        <a:pt x="133" y="989"/>
                        <a:pt x="92" y="1163"/>
                      </a:cubicBezTo>
                      <a:cubicBezTo>
                        <a:pt x="42" y="1328"/>
                        <a:pt x="0" y="1519"/>
                        <a:pt x="67" y="1693"/>
                      </a:cubicBezTo>
                      <a:cubicBezTo>
                        <a:pt x="70" y="1711"/>
                        <a:pt x="86" y="1719"/>
                        <a:pt x="103" y="1719"/>
                      </a:cubicBezTo>
                      <a:cubicBezTo>
                        <a:pt x="125" y="1719"/>
                        <a:pt x="150" y="1705"/>
                        <a:pt x="150" y="1676"/>
                      </a:cubicBezTo>
                      <a:lnTo>
                        <a:pt x="150" y="1685"/>
                      </a:lnTo>
                      <a:cubicBezTo>
                        <a:pt x="174" y="1519"/>
                        <a:pt x="183" y="1353"/>
                        <a:pt x="224" y="1187"/>
                      </a:cubicBezTo>
                      <a:cubicBezTo>
                        <a:pt x="274" y="1038"/>
                        <a:pt x="332" y="889"/>
                        <a:pt x="398" y="748"/>
                      </a:cubicBezTo>
                      <a:cubicBezTo>
                        <a:pt x="531" y="483"/>
                        <a:pt x="705" y="218"/>
                        <a:pt x="970" y="85"/>
                      </a:cubicBezTo>
                      <a:cubicBezTo>
                        <a:pt x="1015" y="63"/>
                        <a:pt x="992" y="0"/>
                        <a:pt x="95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78" name="Google Shape;1478;p1"/>
                <p:cNvSpPr/>
                <p:nvPr/>
              </p:nvSpPr>
              <p:spPr>
                <a:xfrm>
                  <a:off x="2929650" y="4361025"/>
                  <a:ext cx="9750" cy="30525"/>
                </a:xfrm>
                <a:custGeom>
                  <a:rect b="b" l="l" r="r" t="t"/>
                  <a:pathLst>
                    <a:path extrusionOk="0" h="1221" w="390">
                      <a:moveTo>
                        <a:pt x="324" y="0"/>
                      </a:moveTo>
                      <a:cubicBezTo>
                        <a:pt x="307" y="0"/>
                        <a:pt x="291" y="8"/>
                        <a:pt x="282" y="28"/>
                      </a:cubicBezTo>
                      <a:cubicBezTo>
                        <a:pt x="200" y="210"/>
                        <a:pt x="133" y="401"/>
                        <a:pt x="92" y="592"/>
                      </a:cubicBezTo>
                      <a:cubicBezTo>
                        <a:pt x="42" y="782"/>
                        <a:pt x="1" y="989"/>
                        <a:pt x="26" y="1180"/>
                      </a:cubicBezTo>
                      <a:cubicBezTo>
                        <a:pt x="30" y="1208"/>
                        <a:pt x="47" y="1220"/>
                        <a:pt x="66" y="1220"/>
                      </a:cubicBezTo>
                      <a:cubicBezTo>
                        <a:pt x="86" y="1220"/>
                        <a:pt x="108" y="1206"/>
                        <a:pt x="117" y="1180"/>
                      </a:cubicBezTo>
                      <a:cubicBezTo>
                        <a:pt x="142" y="1089"/>
                        <a:pt x="150" y="989"/>
                        <a:pt x="166" y="898"/>
                      </a:cubicBezTo>
                      <a:cubicBezTo>
                        <a:pt x="175" y="807"/>
                        <a:pt x="191" y="708"/>
                        <a:pt x="216" y="616"/>
                      </a:cubicBezTo>
                      <a:cubicBezTo>
                        <a:pt x="258" y="434"/>
                        <a:pt x="307" y="252"/>
                        <a:pt x="374" y="70"/>
                      </a:cubicBezTo>
                      <a:cubicBezTo>
                        <a:pt x="390" y="31"/>
                        <a:pt x="356" y="0"/>
                        <a:pt x="32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79" name="Google Shape;1479;p1"/>
                <p:cNvSpPr/>
                <p:nvPr/>
              </p:nvSpPr>
              <p:spPr>
                <a:xfrm>
                  <a:off x="2932350" y="4382100"/>
                  <a:ext cx="7475" cy="29375"/>
                </a:xfrm>
                <a:custGeom>
                  <a:rect b="b" l="l" r="r" t="t"/>
                  <a:pathLst>
                    <a:path extrusionOk="0" h="1175" w="299">
                      <a:moveTo>
                        <a:pt x="233" y="0"/>
                      </a:moveTo>
                      <a:cubicBezTo>
                        <a:pt x="214" y="0"/>
                        <a:pt x="195" y="9"/>
                        <a:pt x="183" y="30"/>
                      </a:cubicBezTo>
                      <a:cubicBezTo>
                        <a:pt x="58" y="320"/>
                        <a:pt x="0" y="635"/>
                        <a:pt x="58" y="950"/>
                      </a:cubicBezTo>
                      <a:cubicBezTo>
                        <a:pt x="75" y="1016"/>
                        <a:pt x="92" y="1116"/>
                        <a:pt x="150" y="1157"/>
                      </a:cubicBezTo>
                      <a:cubicBezTo>
                        <a:pt x="165" y="1167"/>
                        <a:pt x="180" y="1174"/>
                        <a:pt x="196" y="1174"/>
                      </a:cubicBezTo>
                      <a:cubicBezTo>
                        <a:pt x="205" y="1174"/>
                        <a:pt x="215" y="1172"/>
                        <a:pt x="224" y="1165"/>
                      </a:cubicBezTo>
                      <a:cubicBezTo>
                        <a:pt x="257" y="1141"/>
                        <a:pt x="249" y="1099"/>
                        <a:pt x="249" y="1066"/>
                      </a:cubicBezTo>
                      <a:cubicBezTo>
                        <a:pt x="249" y="909"/>
                        <a:pt x="216" y="759"/>
                        <a:pt x="216" y="610"/>
                      </a:cubicBezTo>
                      <a:cubicBezTo>
                        <a:pt x="224" y="428"/>
                        <a:pt x="232" y="246"/>
                        <a:pt x="282" y="72"/>
                      </a:cubicBezTo>
                      <a:cubicBezTo>
                        <a:pt x="298" y="29"/>
                        <a:pt x="266" y="0"/>
                        <a:pt x="23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0" name="Google Shape;1480;p1"/>
                <p:cNvSpPr/>
                <p:nvPr/>
              </p:nvSpPr>
              <p:spPr>
                <a:xfrm>
                  <a:off x="2941250" y="4402325"/>
                  <a:ext cx="3125" cy="21100"/>
                </a:xfrm>
                <a:custGeom>
                  <a:rect b="b" l="l" r="r" t="t"/>
                  <a:pathLst>
                    <a:path extrusionOk="0" h="844" w="125">
                      <a:moveTo>
                        <a:pt x="75" y="0"/>
                      </a:moveTo>
                      <a:cubicBezTo>
                        <a:pt x="42" y="8"/>
                        <a:pt x="34" y="33"/>
                        <a:pt x="34" y="58"/>
                      </a:cubicBezTo>
                      <a:cubicBezTo>
                        <a:pt x="34" y="182"/>
                        <a:pt x="34" y="315"/>
                        <a:pt x="26" y="448"/>
                      </a:cubicBezTo>
                      <a:cubicBezTo>
                        <a:pt x="17" y="572"/>
                        <a:pt x="1" y="696"/>
                        <a:pt x="17" y="820"/>
                      </a:cubicBezTo>
                      <a:cubicBezTo>
                        <a:pt x="17" y="835"/>
                        <a:pt x="31" y="844"/>
                        <a:pt x="45" y="844"/>
                      </a:cubicBezTo>
                      <a:cubicBezTo>
                        <a:pt x="54" y="844"/>
                        <a:pt x="63" y="839"/>
                        <a:pt x="67" y="829"/>
                      </a:cubicBezTo>
                      <a:cubicBezTo>
                        <a:pt x="108" y="704"/>
                        <a:pt x="117" y="572"/>
                        <a:pt x="125" y="439"/>
                      </a:cubicBezTo>
                      <a:cubicBezTo>
                        <a:pt x="125" y="307"/>
                        <a:pt x="125" y="174"/>
                        <a:pt x="125" y="42"/>
                      </a:cubicBezTo>
                      <a:cubicBezTo>
                        <a:pt x="125" y="17"/>
                        <a:pt x="100" y="0"/>
                        <a:pt x="7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1" name="Google Shape;1481;p1"/>
                <p:cNvSpPr/>
                <p:nvPr/>
              </p:nvSpPr>
              <p:spPr>
                <a:xfrm>
                  <a:off x="3003675" y="4383350"/>
                  <a:ext cx="6175" cy="26075"/>
                </a:xfrm>
                <a:custGeom>
                  <a:rect b="b" l="l" r="r" t="t"/>
                  <a:pathLst>
                    <a:path extrusionOk="0" h="1043" w="247">
                      <a:moveTo>
                        <a:pt x="155" y="1"/>
                      </a:moveTo>
                      <a:cubicBezTo>
                        <a:pt x="143" y="1"/>
                        <a:pt x="130" y="5"/>
                        <a:pt x="122" y="13"/>
                      </a:cubicBezTo>
                      <a:cubicBezTo>
                        <a:pt x="80" y="80"/>
                        <a:pt x="89" y="179"/>
                        <a:pt x="89" y="254"/>
                      </a:cubicBezTo>
                      <a:cubicBezTo>
                        <a:pt x="89" y="337"/>
                        <a:pt x="89" y="419"/>
                        <a:pt x="80" y="502"/>
                      </a:cubicBezTo>
                      <a:cubicBezTo>
                        <a:pt x="64" y="668"/>
                        <a:pt x="47" y="842"/>
                        <a:pt x="6" y="1008"/>
                      </a:cubicBezTo>
                      <a:cubicBezTo>
                        <a:pt x="1" y="1028"/>
                        <a:pt x="24" y="1042"/>
                        <a:pt x="47" y="1042"/>
                      </a:cubicBezTo>
                      <a:cubicBezTo>
                        <a:pt x="61" y="1042"/>
                        <a:pt x="74" y="1037"/>
                        <a:pt x="80" y="1024"/>
                      </a:cubicBezTo>
                      <a:cubicBezTo>
                        <a:pt x="138" y="859"/>
                        <a:pt x="196" y="701"/>
                        <a:pt x="221" y="527"/>
                      </a:cubicBezTo>
                      <a:cubicBezTo>
                        <a:pt x="230" y="436"/>
                        <a:pt x="238" y="353"/>
                        <a:pt x="238" y="262"/>
                      </a:cubicBezTo>
                      <a:lnTo>
                        <a:pt x="238" y="270"/>
                      </a:lnTo>
                      <a:cubicBezTo>
                        <a:pt x="238" y="187"/>
                        <a:pt x="246" y="71"/>
                        <a:pt x="188" y="13"/>
                      </a:cubicBezTo>
                      <a:cubicBezTo>
                        <a:pt x="180" y="5"/>
                        <a:pt x="167" y="1"/>
                        <a:pt x="15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2" name="Google Shape;1482;p1"/>
                <p:cNvSpPr/>
                <p:nvPr/>
              </p:nvSpPr>
              <p:spPr>
                <a:xfrm>
                  <a:off x="3004425" y="4370825"/>
                  <a:ext cx="2300" cy="5425"/>
                </a:xfrm>
                <a:custGeom>
                  <a:rect b="b" l="l" r="r" t="t"/>
                  <a:pathLst>
                    <a:path extrusionOk="0" h="217" w="92">
                      <a:moveTo>
                        <a:pt x="67" y="1"/>
                      </a:moveTo>
                      <a:cubicBezTo>
                        <a:pt x="59" y="1"/>
                        <a:pt x="50" y="1"/>
                        <a:pt x="42" y="17"/>
                      </a:cubicBezTo>
                      <a:cubicBezTo>
                        <a:pt x="42" y="26"/>
                        <a:pt x="34" y="42"/>
                        <a:pt x="26" y="50"/>
                      </a:cubicBezTo>
                      <a:cubicBezTo>
                        <a:pt x="17" y="67"/>
                        <a:pt x="17" y="84"/>
                        <a:pt x="17" y="100"/>
                      </a:cubicBezTo>
                      <a:cubicBezTo>
                        <a:pt x="9" y="125"/>
                        <a:pt x="9" y="150"/>
                        <a:pt x="1" y="175"/>
                      </a:cubicBezTo>
                      <a:cubicBezTo>
                        <a:pt x="1" y="191"/>
                        <a:pt x="17" y="216"/>
                        <a:pt x="34" y="216"/>
                      </a:cubicBezTo>
                      <a:cubicBezTo>
                        <a:pt x="50" y="216"/>
                        <a:pt x="75" y="208"/>
                        <a:pt x="75" y="183"/>
                      </a:cubicBezTo>
                      <a:cubicBezTo>
                        <a:pt x="75" y="158"/>
                        <a:pt x="84" y="133"/>
                        <a:pt x="84" y="108"/>
                      </a:cubicBezTo>
                      <a:cubicBezTo>
                        <a:pt x="92" y="92"/>
                        <a:pt x="92" y="75"/>
                        <a:pt x="92" y="59"/>
                      </a:cubicBezTo>
                      <a:cubicBezTo>
                        <a:pt x="92" y="50"/>
                        <a:pt x="92" y="34"/>
                        <a:pt x="92" y="17"/>
                      </a:cubicBezTo>
                      <a:cubicBezTo>
                        <a:pt x="92" y="9"/>
                        <a:pt x="75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3" name="Google Shape;1483;p1"/>
                <p:cNvSpPr/>
                <p:nvPr/>
              </p:nvSpPr>
              <p:spPr>
                <a:xfrm>
                  <a:off x="3012300" y="4386000"/>
                  <a:ext cx="3550" cy="13925"/>
                </a:xfrm>
                <a:custGeom>
                  <a:rect b="b" l="l" r="r" t="t"/>
                  <a:pathLst>
                    <a:path extrusionOk="0" h="557" w="142">
                      <a:moveTo>
                        <a:pt x="62" y="0"/>
                      </a:moveTo>
                      <a:cubicBezTo>
                        <a:pt x="41" y="0"/>
                        <a:pt x="22" y="13"/>
                        <a:pt x="17" y="40"/>
                      </a:cubicBezTo>
                      <a:cubicBezTo>
                        <a:pt x="1" y="123"/>
                        <a:pt x="25" y="206"/>
                        <a:pt x="25" y="280"/>
                      </a:cubicBezTo>
                      <a:cubicBezTo>
                        <a:pt x="25" y="363"/>
                        <a:pt x="34" y="446"/>
                        <a:pt x="25" y="521"/>
                      </a:cubicBezTo>
                      <a:cubicBezTo>
                        <a:pt x="21" y="543"/>
                        <a:pt x="39" y="556"/>
                        <a:pt x="57" y="556"/>
                      </a:cubicBezTo>
                      <a:cubicBezTo>
                        <a:pt x="72" y="556"/>
                        <a:pt x="88" y="547"/>
                        <a:pt x="92" y="529"/>
                      </a:cubicBezTo>
                      <a:cubicBezTo>
                        <a:pt x="108" y="446"/>
                        <a:pt x="133" y="363"/>
                        <a:pt x="133" y="280"/>
                      </a:cubicBezTo>
                      <a:cubicBezTo>
                        <a:pt x="141" y="197"/>
                        <a:pt x="141" y="106"/>
                        <a:pt x="108" y="23"/>
                      </a:cubicBezTo>
                      <a:cubicBezTo>
                        <a:pt x="97" y="9"/>
                        <a:pt x="79" y="0"/>
                        <a:pt x="6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4" name="Google Shape;1484;p1"/>
                <p:cNvSpPr/>
                <p:nvPr/>
              </p:nvSpPr>
              <p:spPr>
                <a:xfrm>
                  <a:off x="3016450" y="4384825"/>
                  <a:ext cx="3750" cy="9425"/>
                </a:xfrm>
                <a:custGeom>
                  <a:rect b="b" l="l" r="r" t="t"/>
                  <a:pathLst>
                    <a:path extrusionOk="0" h="377" w="150">
                      <a:moveTo>
                        <a:pt x="96" y="1"/>
                      </a:moveTo>
                      <a:cubicBezTo>
                        <a:pt x="85" y="1"/>
                        <a:pt x="74" y="5"/>
                        <a:pt x="67" y="12"/>
                      </a:cubicBezTo>
                      <a:cubicBezTo>
                        <a:pt x="58" y="29"/>
                        <a:pt x="50" y="46"/>
                        <a:pt x="42" y="62"/>
                      </a:cubicBezTo>
                      <a:cubicBezTo>
                        <a:pt x="33" y="70"/>
                        <a:pt x="33" y="87"/>
                        <a:pt x="33" y="104"/>
                      </a:cubicBezTo>
                      <a:cubicBezTo>
                        <a:pt x="25" y="112"/>
                        <a:pt x="25" y="120"/>
                        <a:pt x="17" y="128"/>
                      </a:cubicBezTo>
                      <a:cubicBezTo>
                        <a:pt x="17" y="137"/>
                        <a:pt x="17" y="145"/>
                        <a:pt x="17" y="153"/>
                      </a:cubicBezTo>
                      <a:cubicBezTo>
                        <a:pt x="17" y="170"/>
                        <a:pt x="17" y="186"/>
                        <a:pt x="17" y="203"/>
                      </a:cubicBezTo>
                      <a:cubicBezTo>
                        <a:pt x="9" y="236"/>
                        <a:pt x="9" y="269"/>
                        <a:pt x="0" y="302"/>
                      </a:cubicBezTo>
                      <a:cubicBezTo>
                        <a:pt x="0" y="336"/>
                        <a:pt x="25" y="369"/>
                        <a:pt x="58" y="377"/>
                      </a:cubicBezTo>
                      <a:cubicBezTo>
                        <a:pt x="91" y="377"/>
                        <a:pt x="125" y="352"/>
                        <a:pt x="125" y="319"/>
                      </a:cubicBezTo>
                      <a:cubicBezTo>
                        <a:pt x="133" y="269"/>
                        <a:pt x="141" y="228"/>
                        <a:pt x="141" y="178"/>
                      </a:cubicBezTo>
                      <a:cubicBezTo>
                        <a:pt x="149" y="162"/>
                        <a:pt x="149" y="153"/>
                        <a:pt x="149" y="137"/>
                      </a:cubicBezTo>
                      <a:cubicBezTo>
                        <a:pt x="149" y="128"/>
                        <a:pt x="149" y="112"/>
                        <a:pt x="141" y="104"/>
                      </a:cubicBezTo>
                      <a:lnTo>
                        <a:pt x="141" y="95"/>
                      </a:lnTo>
                      <a:cubicBezTo>
                        <a:pt x="141" y="87"/>
                        <a:pt x="141" y="79"/>
                        <a:pt x="141" y="62"/>
                      </a:cubicBezTo>
                      <a:cubicBezTo>
                        <a:pt x="141" y="46"/>
                        <a:pt x="133" y="37"/>
                        <a:pt x="133" y="21"/>
                      </a:cubicBezTo>
                      <a:cubicBezTo>
                        <a:pt x="124" y="7"/>
                        <a:pt x="110" y="1"/>
                        <a:pt x="9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5" name="Google Shape;1485;p1"/>
                <p:cNvSpPr/>
                <p:nvPr/>
              </p:nvSpPr>
              <p:spPr>
                <a:xfrm>
                  <a:off x="3065750" y="4354375"/>
                  <a:ext cx="5200" cy="21200"/>
                </a:xfrm>
                <a:custGeom>
                  <a:rect b="b" l="l" r="r" t="t"/>
                  <a:pathLst>
                    <a:path extrusionOk="0" h="848" w="208">
                      <a:moveTo>
                        <a:pt x="84" y="1"/>
                      </a:moveTo>
                      <a:cubicBezTo>
                        <a:pt x="67" y="1"/>
                        <a:pt x="49" y="9"/>
                        <a:pt x="42" y="29"/>
                      </a:cubicBezTo>
                      <a:cubicBezTo>
                        <a:pt x="0" y="153"/>
                        <a:pt x="25" y="286"/>
                        <a:pt x="25" y="410"/>
                      </a:cubicBezTo>
                      <a:cubicBezTo>
                        <a:pt x="25" y="534"/>
                        <a:pt x="33" y="667"/>
                        <a:pt x="17" y="800"/>
                      </a:cubicBezTo>
                      <a:cubicBezTo>
                        <a:pt x="12" y="831"/>
                        <a:pt x="36" y="847"/>
                        <a:pt x="61" y="847"/>
                      </a:cubicBezTo>
                      <a:cubicBezTo>
                        <a:pt x="82" y="847"/>
                        <a:pt x="104" y="835"/>
                        <a:pt x="108" y="808"/>
                      </a:cubicBezTo>
                      <a:cubicBezTo>
                        <a:pt x="141" y="675"/>
                        <a:pt x="174" y="551"/>
                        <a:pt x="183" y="427"/>
                      </a:cubicBezTo>
                      <a:cubicBezTo>
                        <a:pt x="191" y="294"/>
                        <a:pt x="207" y="145"/>
                        <a:pt x="133" y="29"/>
                      </a:cubicBezTo>
                      <a:cubicBezTo>
                        <a:pt x="124" y="12"/>
                        <a:pt x="104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6" name="Google Shape;1486;p1"/>
                <p:cNvSpPr/>
                <p:nvPr/>
              </p:nvSpPr>
              <p:spPr>
                <a:xfrm>
                  <a:off x="3063875" y="4338425"/>
                  <a:ext cx="2300" cy="6750"/>
                </a:xfrm>
                <a:custGeom>
                  <a:rect b="b" l="l" r="r" t="t"/>
                  <a:pathLst>
                    <a:path extrusionOk="0" h="270" w="92">
                      <a:moveTo>
                        <a:pt x="38" y="0"/>
                      </a:moveTo>
                      <a:cubicBezTo>
                        <a:pt x="30" y="0"/>
                        <a:pt x="21" y="4"/>
                        <a:pt x="17" y="12"/>
                      </a:cubicBezTo>
                      <a:cubicBezTo>
                        <a:pt x="9" y="21"/>
                        <a:pt x="1" y="29"/>
                        <a:pt x="1" y="37"/>
                      </a:cubicBezTo>
                      <a:cubicBezTo>
                        <a:pt x="1" y="54"/>
                        <a:pt x="1" y="62"/>
                        <a:pt x="1" y="79"/>
                      </a:cubicBezTo>
                      <a:lnTo>
                        <a:pt x="1" y="128"/>
                      </a:lnTo>
                      <a:cubicBezTo>
                        <a:pt x="1" y="162"/>
                        <a:pt x="1" y="195"/>
                        <a:pt x="9" y="236"/>
                      </a:cubicBezTo>
                      <a:cubicBezTo>
                        <a:pt x="9" y="253"/>
                        <a:pt x="34" y="269"/>
                        <a:pt x="50" y="269"/>
                      </a:cubicBezTo>
                      <a:cubicBezTo>
                        <a:pt x="75" y="261"/>
                        <a:pt x="92" y="244"/>
                        <a:pt x="92" y="220"/>
                      </a:cubicBezTo>
                      <a:cubicBezTo>
                        <a:pt x="84" y="186"/>
                        <a:pt x="84" y="153"/>
                        <a:pt x="84" y="120"/>
                      </a:cubicBezTo>
                      <a:cubicBezTo>
                        <a:pt x="84" y="104"/>
                        <a:pt x="84" y="87"/>
                        <a:pt x="75" y="62"/>
                      </a:cubicBezTo>
                      <a:lnTo>
                        <a:pt x="75" y="62"/>
                      </a:lnTo>
                      <a:lnTo>
                        <a:pt x="84" y="70"/>
                      </a:lnTo>
                      <a:cubicBezTo>
                        <a:pt x="84" y="62"/>
                        <a:pt x="84" y="46"/>
                        <a:pt x="75" y="37"/>
                      </a:cubicBezTo>
                      <a:cubicBezTo>
                        <a:pt x="75" y="29"/>
                        <a:pt x="67" y="21"/>
                        <a:pt x="59" y="12"/>
                      </a:cubicBezTo>
                      <a:cubicBezTo>
                        <a:pt x="55" y="4"/>
                        <a:pt x="46" y="0"/>
                        <a:pt x="3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7" name="Google Shape;1487;p1"/>
                <p:cNvSpPr/>
                <p:nvPr/>
              </p:nvSpPr>
              <p:spPr>
                <a:xfrm>
                  <a:off x="3059175" y="4329400"/>
                  <a:ext cx="3625" cy="2725"/>
                </a:xfrm>
                <a:custGeom>
                  <a:rect b="b" l="l" r="r" t="t"/>
                  <a:pathLst>
                    <a:path extrusionOk="0" h="109" w="145">
                      <a:moveTo>
                        <a:pt x="80" y="0"/>
                      </a:moveTo>
                      <a:cubicBezTo>
                        <a:pt x="77" y="0"/>
                        <a:pt x="75" y="0"/>
                        <a:pt x="73" y="1"/>
                      </a:cubicBezTo>
                      <a:cubicBezTo>
                        <a:pt x="1" y="9"/>
                        <a:pt x="14" y="109"/>
                        <a:pt x="74" y="109"/>
                      </a:cubicBezTo>
                      <a:cubicBezTo>
                        <a:pt x="76" y="109"/>
                        <a:pt x="79" y="109"/>
                        <a:pt x="81" y="108"/>
                      </a:cubicBezTo>
                      <a:cubicBezTo>
                        <a:pt x="145" y="100"/>
                        <a:pt x="139" y="0"/>
                        <a:pt x="8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8" name="Google Shape;1488;p1"/>
                <p:cNvSpPr/>
                <p:nvPr/>
              </p:nvSpPr>
              <p:spPr>
                <a:xfrm>
                  <a:off x="2775550" y="4270475"/>
                  <a:ext cx="12475" cy="27600"/>
                </a:xfrm>
                <a:custGeom>
                  <a:rect b="b" l="l" r="r" t="t"/>
                  <a:pathLst>
                    <a:path extrusionOk="0" h="1104" w="499">
                      <a:moveTo>
                        <a:pt x="428" y="1"/>
                      </a:moveTo>
                      <a:cubicBezTo>
                        <a:pt x="413" y="1"/>
                        <a:pt x="399" y="7"/>
                        <a:pt x="390" y="21"/>
                      </a:cubicBezTo>
                      <a:cubicBezTo>
                        <a:pt x="232" y="270"/>
                        <a:pt x="100" y="543"/>
                        <a:pt x="42" y="841"/>
                      </a:cubicBezTo>
                      <a:cubicBezTo>
                        <a:pt x="25" y="916"/>
                        <a:pt x="0" y="1015"/>
                        <a:pt x="58" y="1082"/>
                      </a:cubicBezTo>
                      <a:cubicBezTo>
                        <a:pt x="76" y="1097"/>
                        <a:pt x="92" y="1104"/>
                        <a:pt x="108" y="1104"/>
                      </a:cubicBezTo>
                      <a:cubicBezTo>
                        <a:pt x="161" y="1104"/>
                        <a:pt x="203" y="1033"/>
                        <a:pt x="216" y="982"/>
                      </a:cubicBezTo>
                      <a:cubicBezTo>
                        <a:pt x="241" y="833"/>
                        <a:pt x="257" y="684"/>
                        <a:pt x="299" y="543"/>
                      </a:cubicBezTo>
                      <a:cubicBezTo>
                        <a:pt x="340" y="377"/>
                        <a:pt x="398" y="220"/>
                        <a:pt x="481" y="71"/>
                      </a:cubicBezTo>
                      <a:cubicBezTo>
                        <a:pt x="498" y="36"/>
                        <a:pt x="462" y="1"/>
                        <a:pt x="42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9" name="Google Shape;1489;p1"/>
                <p:cNvSpPr/>
                <p:nvPr/>
              </p:nvSpPr>
              <p:spPr>
                <a:xfrm>
                  <a:off x="2781550" y="4286525"/>
                  <a:ext cx="4575" cy="13600"/>
                </a:xfrm>
                <a:custGeom>
                  <a:rect b="b" l="l" r="r" t="t"/>
                  <a:pathLst>
                    <a:path extrusionOk="0" h="544" w="183">
                      <a:moveTo>
                        <a:pt x="133" y="1"/>
                      </a:moveTo>
                      <a:cubicBezTo>
                        <a:pt x="108" y="1"/>
                        <a:pt x="83" y="25"/>
                        <a:pt x="75" y="50"/>
                      </a:cubicBezTo>
                      <a:cubicBezTo>
                        <a:pt x="59" y="125"/>
                        <a:pt x="42" y="199"/>
                        <a:pt x="34" y="282"/>
                      </a:cubicBezTo>
                      <a:cubicBezTo>
                        <a:pt x="25" y="315"/>
                        <a:pt x="17" y="349"/>
                        <a:pt x="17" y="390"/>
                      </a:cubicBezTo>
                      <a:cubicBezTo>
                        <a:pt x="9" y="431"/>
                        <a:pt x="1" y="473"/>
                        <a:pt x="17" y="514"/>
                      </a:cubicBezTo>
                      <a:cubicBezTo>
                        <a:pt x="17" y="530"/>
                        <a:pt x="35" y="543"/>
                        <a:pt x="52" y="543"/>
                      </a:cubicBezTo>
                      <a:cubicBezTo>
                        <a:pt x="61" y="543"/>
                        <a:pt x="69" y="539"/>
                        <a:pt x="75" y="531"/>
                      </a:cubicBezTo>
                      <a:cubicBezTo>
                        <a:pt x="83" y="514"/>
                        <a:pt x="100" y="498"/>
                        <a:pt x="100" y="473"/>
                      </a:cubicBezTo>
                      <a:cubicBezTo>
                        <a:pt x="108" y="456"/>
                        <a:pt x="108" y="431"/>
                        <a:pt x="117" y="415"/>
                      </a:cubicBezTo>
                      <a:cubicBezTo>
                        <a:pt x="125" y="373"/>
                        <a:pt x="133" y="340"/>
                        <a:pt x="141" y="299"/>
                      </a:cubicBezTo>
                      <a:cubicBezTo>
                        <a:pt x="158" y="224"/>
                        <a:pt x="166" y="141"/>
                        <a:pt x="183" y="67"/>
                      </a:cubicBezTo>
                      <a:cubicBezTo>
                        <a:pt x="183" y="34"/>
                        <a:pt x="158" y="9"/>
                        <a:pt x="13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0" name="Google Shape;1490;p1"/>
                <p:cNvSpPr/>
                <p:nvPr/>
              </p:nvSpPr>
              <p:spPr>
                <a:xfrm>
                  <a:off x="2785075" y="4294750"/>
                  <a:ext cx="4775" cy="14200"/>
                </a:xfrm>
                <a:custGeom>
                  <a:rect b="b" l="l" r="r" t="t"/>
                  <a:pathLst>
                    <a:path extrusionOk="0" h="568" w="191">
                      <a:moveTo>
                        <a:pt x="118" y="1"/>
                      </a:moveTo>
                      <a:cubicBezTo>
                        <a:pt x="94" y="1"/>
                        <a:pt x="65" y="16"/>
                        <a:pt x="58" y="36"/>
                      </a:cubicBezTo>
                      <a:cubicBezTo>
                        <a:pt x="34" y="119"/>
                        <a:pt x="17" y="202"/>
                        <a:pt x="0" y="285"/>
                      </a:cubicBezTo>
                      <a:cubicBezTo>
                        <a:pt x="0" y="318"/>
                        <a:pt x="0" y="359"/>
                        <a:pt x="0" y="401"/>
                      </a:cubicBezTo>
                      <a:lnTo>
                        <a:pt x="0" y="467"/>
                      </a:lnTo>
                      <a:cubicBezTo>
                        <a:pt x="0" y="492"/>
                        <a:pt x="0" y="508"/>
                        <a:pt x="9" y="533"/>
                      </a:cubicBezTo>
                      <a:cubicBezTo>
                        <a:pt x="17" y="555"/>
                        <a:pt x="42" y="567"/>
                        <a:pt x="66" y="567"/>
                      </a:cubicBezTo>
                      <a:cubicBezTo>
                        <a:pt x="87" y="567"/>
                        <a:pt x="108" y="557"/>
                        <a:pt x="116" y="533"/>
                      </a:cubicBezTo>
                      <a:cubicBezTo>
                        <a:pt x="125" y="517"/>
                        <a:pt x="125" y="492"/>
                        <a:pt x="125" y="475"/>
                      </a:cubicBezTo>
                      <a:cubicBezTo>
                        <a:pt x="125" y="459"/>
                        <a:pt x="133" y="434"/>
                        <a:pt x="133" y="417"/>
                      </a:cubicBezTo>
                      <a:cubicBezTo>
                        <a:pt x="133" y="376"/>
                        <a:pt x="141" y="343"/>
                        <a:pt x="141" y="301"/>
                      </a:cubicBezTo>
                      <a:cubicBezTo>
                        <a:pt x="150" y="227"/>
                        <a:pt x="166" y="152"/>
                        <a:pt x="183" y="78"/>
                      </a:cubicBezTo>
                      <a:cubicBezTo>
                        <a:pt x="191" y="44"/>
                        <a:pt x="166" y="11"/>
                        <a:pt x="133" y="3"/>
                      </a:cubicBezTo>
                      <a:cubicBezTo>
                        <a:pt x="129" y="1"/>
                        <a:pt x="124" y="1"/>
                        <a:pt x="11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1" name="Google Shape;1491;p1"/>
                <p:cNvSpPr/>
                <p:nvPr/>
              </p:nvSpPr>
              <p:spPr>
                <a:xfrm>
                  <a:off x="2823175" y="4354500"/>
                  <a:ext cx="7400" cy="33100"/>
                </a:xfrm>
                <a:custGeom>
                  <a:rect b="b" l="l" r="r" t="t"/>
                  <a:pathLst>
                    <a:path extrusionOk="0" h="1324" w="296">
                      <a:moveTo>
                        <a:pt x="251" y="1"/>
                      </a:moveTo>
                      <a:cubicBezTo>
                        <a:pt x="237" y="1"/>
                        <a:pt x="223" y="8"/>
                        <a:pt x="216" y="24"/>
                      </a:cubicBezTo>
                      <a:cubicBezTo>
                        <a:pt x="133" y="231"/>
                        <a:pt x="67" y="438"/>
                        <a:pt x="42" y="662"/>
                      </a:cubicBezTo>
                      <a:cubicBezTo>
                        <a:pt x="26" y="770"/>
                        <a:pt x="26" y="877"/>
                        <a:pt x="26" y="985"/>
                      </a:cubicBezTo>
                      <a:cubicBezTo>
                        <a:pt x="26" y="1085"/>
                        <a:pt x="1" y="1250"/>
                        <a:pt x="92" y="1308"/>
                      </a:cubicBezTo>
                      <a:cubicBezTo>
                        <a:pt x="106" y="1317"/>
                        <a:pt x="122" y="1324"/>
                        <a:pt x="138" y="1324"/>
                      </a:cubicBezTo>
                      <a:cubicBezTo>
                        <a:pt x="151" y="1324"/>
                        <a:pt x="164" y="1319"/>
                        <a:pt x="175" y="1308"/>
                      </a:cubicBezTo>
                      <a:cubicBezTo>
                        <a:pt x="249" y="1234"/>
                        <a:pt x="216" y="1101"/>
                        <a:pt x="216" y="1010"/>
                      </a:cubicBezTo>
                      <a:cubicBezTo>
                        <a:pt x="208" y="902"/>
                        <a:pt x="216" y="795"/>
                        <a:pt x="216" y="687"/>
                      </a:cubicBezTo>
                      <a:cubicBezTo>
                        <a:pt x="233" y="471"/>
                        <a:pt x="249" y="256"/>
                        <a:pt x="291" y="49"/>
                      </a:cubicBezTo>
                      <a:cubicBezTo>
                        <a:pt x="296" y="19"/>
                        <a:pt x="273" y="1"/>
                        <a:pt x="25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2" name="Google Shape;1492;p1"/>
                <p:cNvSpPr/>
                <p:nvPr/>
              </p:nvSpPr>
              <p:spPr>
                <a:xfrm>
                  <a:off x="2829200" y="4372200"/>
                  <a:ext cx="3950" cy="16675"/>
                </a:xfrm>
                <a:custGeom>
                  <a:rect b="b" l="l" r="r" t="t"/>
                  <a:pathLst>
                    <a:path extrusionOk="0" h="667" w="158">
                      <a:moveTo>
                        <a:pt x="101" y="1"/>
                      </a:moveTo>
                      <a:cubicBezTo>
                        <a:pt x="81" y="1"/>
                        <a:pt x="62" y="12"/>
                        <a:pt x="58" y="37"/>
                      </a:cubicBezTo>
                      <a:cubicBezTo>
                        <a:pt x="50" y="136"/>
                        <a:pt x="33" y="236"/>
                        <a:pt x="25" y="335"/>
                      </a:cubicBezTo>
                      <a:cubicBezTo>
                        <a:pt x="17" y="435"/>
                        <a:pt x="0" y="534"/>
                        <a:pt x="8" y="633"/>
                      </a:cubicBezTo>
                      <a:cubicBezTo>
                        <a:pt x="13" y="653"/>
                        <a:pt x="35" y="666"/>
                        <a:pt x="54" y="666"/>
                      </a:cubicBezTo>
                      <a:cubicBezTo>
                        <a:pt x="67" y="666"/>
                        <a:pt x="80" y="659"/>
                        <a:pt x="83" y="642"/>
                      </a:cubicBezTo>
                      <a:cubicBezTo>
                        <a:pt x="116" y="551"/>
                        <a:pt x="124" y="443"/>
                        <a:pt x="133" y="352"/>
                      </a:cubicBezTo>
                      <a:cubicBezTo>
                        <a:pt x="141" y="252"/>
                        <a:pt x="149" y="153"/>
                        <a:pt x="158" y="53"/>
                      </a:cubicBezTo>
                      <a:cubicBezTo>
                        <a:pt x="158" y="20"/>
                        <a:pt x="128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3" name="Google Shape;1493;p1"/>
                <p:cNvSpPr/>
                <p:nvPr/>
              </p:nvSpPr>
              <p:spPr>
                <a:xfrm>
                  <a:off x="2829825" y="4397550"/>
                  <a:ext cx="9750" cy="35625"/>
                </a:xfrm>
                <a:custGeom>
                  <a:rect b="b" l="l" r="r" t="t"/>
                  <a:pathLst>
                    <a:path extrusionOk="0" h="1425" w="390">
                      <a:moveTo>
                        <a:pt x="347" y="1"/>
                      </a:moveTo>
                      <a:cubicBezTo>
                        <a:pt x="334" y="1"/>
                        <a:pt x="319" y="9"/>
                        <a:pt x="315" y="25"/>
                      </a:cubicBezTo>
                      <a:cubicBezTo>
                        <a:pt x="298" y="257"/>
                        <a:pt x="240" y="489"/>
                        <a:pt x="191" y="713"/>
                      </a:cubicBezTo>
                      <a:cubicBezTo>
                        <a:pt x="166" y="829"/>
                        <a:pt x="133" y="937"/>
                        <a:pt x="99" y="1053"/>
                      </a:cubicBezTo>
                      <a:cubicBezTo>
                        <a:pt x="75" y="1144"/>
                        <a:pt x="0" y="1276"/>
                        <a:pt x="25" y="1376"/>
                      </a:cubicBezTo>
                      <a:cubicBezTo>
                        <a:pt x="31" y="1404"/>
                        <a:pt x="51" y="1424"/>
                        <a:pt x="77" y="1424"/>
                      </a:cubicBezTo>
                      <a:cubicBezTo>
                        <a:pt x="89" y="1424"/>
                        <a:pt x="103" y="1420"/>
                        <a:pt x="116" y="1409"/>
                      </a:cubicBezTo>
                      <a:cubicBezTo>
                        <a:pt x="207" y="1351"/>
                        <a:pt x="232" y="1194"/>
                        <a:pt x="265" y="1094"/>
                      </a:cubicBezTo>
                      <a:cubicBezTo>
                        <a:pt x="298" y="978"/>
                        <a:pt x="323" y="862"/>
                        <a:pt x="348" y="746"/>
                      </a:cubicBezTo>
                      <a:cubicBezTo>
                        <a:pt x="389" y="506"/>
                        <a:pt x="381" y="266"/>
                        <a:pt x="373" y="25"/>
                      </a:cubicBezTo>
                      <a:cubicBezTo>
                        <a:pt x="373" y="9"/>
                        <a:pt x="360" y="1"/>
                        <a:pt x="34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4" name="Google Shape;1494;p1"/>
                <p:cNvSpPr/>
                <p:nvPr/>
              </p:nvSpPr>
              <p:spPr>
                <a:xfrm>
                  <a:off x="2836500" y="4417625"/>
                  <a:ext cx="10100" cy="16425"/>
                </a:xfrm>
                <a:custGeom>
                  <a:rect b="b" l="l" r="r" t="t"/>
                  <a:pathLst>
                    <a:path extrusionOk="0" h="657" w="404">
                      <a:moveTo>
                        <a:pt x="335" y="0"/>
                      </a:moveTo>
                      <a:cubicBezTo>
                        <a:pt x="316" y="0"/>
                        <a:pt x="297" y="10"/>
                        <a:pt x="288" y="34"/>
                      </a:cubicBezTo>
                      <a:lnTo>
                        <a:pt x="296" y="34"/>
                      </a:lnTo>
                      <a:cubicBezTo>
                        <a:pt x="255" y="134"/>
                        <a:pt x="214" y="233"/>
                        <a:pt x="156" y="324"/>
                      </a:cubicBezTo>
                      <a:cubicBezTo>
                        <a:pt x="131" y="374"/>
                        <a:pt x="106" y="415"/>
                        <a:pt x="81" y="465"/>
                      </a:cubicBezTo>
                      <a:cubicBezTo>
                        <a:pt x="56" y="507"/>
                        <a:pt x="23" y="556"/>
                        <a:pt x="6" y="598"/>
                      </a:cubicBezTo>
                      <a:cubicBezTo>
                        <a:pt x="0" y="629"/>
                        <a:pt x="18" y="656"/>
                        <a:pt x="45" y="656"/>
                      </a:cubicBezTo>
                      <a:cubicBezTo>
                        <a:pt x="53" y="656"/>
                        <a:pt x="63" y="653"/>
                        <a:pt x="73" y="647"/>
                      </a:cubicBezTo>
                      <a:cubicBezTo>
                        <a:pt x="114" y="614"/>
                        <a:pt x="139" y="565"/>
                        <a:pt x="172" y="523"/>
                      </a:cubicBezTo>
                      <a:cubicBezTo>
                        <a:pt x="197" y="473"/>
                        <a:pt x="230" y="424"/>
                        <a:pt x="255" y="374"/>
                      </a:cubicBezTo>
                      <a:cubicBezTo>
                        <a:pt x="305" y="275"/>
                        <a:pt x="346" y="175"/>
                        <a:pt x="388" y="68"/>
                      </a:cubicBezTo>
                      <a:cubicBezTo>
                        <a:pt x="403" y="31"/>
                        <a:pt x="369" y="0"/>
                        <a:pt x="33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5" name="Google Shape;1495;p1"/>
                <p:cNvSpPr/>
                <p:nvPr/>
              </p:nvSpPr>
              <p:spPr>
                <a:xfrm>
                  <a:off x="2828425" y="4441475"/>
                  <a:ext cx="6500" cy="17300"/>
                </a:xfrm>
                <a:custGeom>
                  <a:rect b="b" l="l" r="r" t="t"/>
                  <a:pathLst>
                    <a:path extrusionOk="0" h="692" w="260">
                      <a:moveTo>
                        <a:pt x="213" y="1"/>
                      </a:moveTo>
                      <a:cubicBezTo>
                        <a:pt x="194" y="1"/>
                        <a:pt x="176" y="11"/>
                        <a:pt x="172" y="33"/>
                      </a:cubicBezTo>
                      <a:cubicBezTo>
                        <a:pt x="155" y="141"/>
                        <a:pt x="131" y="249"/>
                        <a:pt x="97" y="348"/>
                      </a:cubicBezTo>
                      <a:cubicBezTo>
                        <a:pt x="64" y="447"/>
                        <a:pt x="23" y="555"/>
                        <a:pt x="6" y="655"/>
                      </a:cubicBezTo>
                      <a:cubicBezTo>
                        <a:pt x="1" y="677"/>
                        <a:pt x="17" y="691"/>
                        <a:pt x="34" y="691"/>
                      </a:cubicBezTo>
                      <a:cubicBezTo>
                        <a:pt x="42" y="691"/>
                        <a:pt x="51" y="688"/>
                        <a:pt x="56" y="679"/>
                      </a:cubicBezTo>
                      <a:cubicBezTo>
                        <a:pt x="114" y="588"/>
                        <a:pt x="147" y="481"/>
                        <a:pt x="180" y="373"/>
                      </a:cubicBezTo>
                      <a:cubicBezTo>
                        <a:pt x="213" y="265"/>
                        <a:pt x="238" y="157"/>
                        <a:pt x="255" y="50"/>
                      </a:cubicBezTo>
                      <a:cubicBezTo>
                        <a:pt x="260" y="17"/>
                        <a:pt x="236" y="1"/>
                        <a:pt x="21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6" name="Google Shape;1496;p1"/>
                <p:cNvSpPr/>
                <p:nvPr/>
              </p:nvSpPr>
              <p:spPr>
                <a:xfrm>
                  <a:off x="2791025" y="4361400"/>
                  <a:ext cx="18525" cy="32650"/>
                </a:xfrm>
                <a:custGeom>
                  <a:rect b="b" l="l" r="r" t="t"/>
                  <a:pathLst>
                    <a:path extrusionOk="0" h="1306" w="741">
                      <a:moveTo>
                        <a:pt x="43" y="1"/>
                      </a:moveTo>
                      <a:cubicBezTo>
                        <a:pt x="21" y="1"/>
                        <a:pt x="0" y="22"/>
                        <a:pt x="11" y="55"/>
                      </a:cubicBezTo>
                      <a:cubicBezTo>
                        <a:pt x="52" y="179"/>
                        <a:pt x="86" y="303"/>
                        <a:pt x="135" y="427"/>
                      </a:cubicBezTo>
                      <a:cubicBezTo>
                        <a:pt x="177" y="535"/>
                        <a:pt x="218" y="651"/>
                        <a:pt x="260" y="759"/>
                      </a:cubicBezTo>
                      <a:cubicBezTo>
                        <a:pt x="309" y="858"/>
                        <a:pt x="367" y="966"/>
                        <a:pt x="425" y="1065"/>
                      </a:cubicBezTo>
                      <a:cubicBezTo>
                        <a:pt x="475" y="1157"/>
                        <a:pt x="550" y="1297"/>
                        <a:pt x="666" y="1306"/>
                      </a:cubicBezTo>
                      <a:cubicBezTo>
                        <a:pt x="699" y="1306"/>
                        <a:pt x="715" y="1289"/>
                        <a:pt x="724" y="1264"/>
                      </a:cubicBezTo>
                      <a:cubicBezTo>
                        <a:pt x="740" y="1157"/>
                        <a:pt x="649" y="1049"/>
                        <a:pt x="591" y="966"/>
                      </a:cubicBezTo>
                      <a:cubicBezTo>
                        <a:pt x="533" y="867"/>
                        <a:pt x="483" y="759"/>
                        <a:pt x="434" y="659"/>
                      </a:cubicBezTo>
                      <a:cubicBezTo>
                        <a:pt x="376" y="552"/>
                        <a:pt x="318" y="444"/>
                        <a:pt x="268" y="345"/>
                      </a:cubicBezTo>
                      <a:cubicBezTo>
                        <a:pt x="202" y="237"/>
                        <a:pt x="135" y="129"/>
                        <a:pt x="77" y="21"/>
                      </a:cubicBezTo>
                      <a:cubicBezTo>
                        <a:pt x="69" y="7"/>
                        <a:pt x="56" y="1"/>
                        <a:pt x="4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7" name="Google Shape;1497;p1"/>
                <p:cNvSpPr/>
                <p:nvPr/>
              </p:nvSpPr>
              <p:spPr>
                <a:xfrm>
                  <a:off x="2794800" y="4383175"/>
                  <a:ext cx="10975" cy="15275"/>
                </a:xfrm>
                <a:custGeom>
                  <a:rect b="b" l="l" r="r" t="t"/>
                  <a:pathLst>
                    <a:path extrusionOk="0" h="611" w="439">
                      <a:moveTo>
                        <a:pt x="45" y="1"/>
                      </a:moveTo>
                      <a:cubicBezTo>
                        <a:pt x="39" y="1"/>
                        <a:pt x="32" y="2"/>
                        <a:pt x="26" y="4"/>
                      </a:cubicBezTo>
                      <a:cubicBezTo>
                        <a:pt x="1" y="12"/>
                        <a:pt x="1" y="37"/>
                        <a:pt x="1" y="62"/>
                      </a:cubicBezTo>
                      <a:cubicBezTo>
                        <a:pt x="34" y="170"/>
                        <a:pt x="84" y="277"/>
                        <a:pt x="142" y="377"/>
                      </a:cubicBezTo>
                      <a:cubicBezTo>
                        <a:pt x="208" y="468"/>
                        <a:pt x="283" y="567"/>
                        <a:pt x="390" y="609"/>
                      </a:cubicBezTo>
                      <a:cubicBezTo>
                        <a:pt x="394" y="610"/>
                        <a:pt x="397" y="610"/>
                        <a:pt x="400" y="610"/>
                      </a:cubicBezTo>
                      <a:cubicBezTo>
                        <a:pt x="421" y="610"/>
                        <a:pt x="439" y="589"/>
                        <a:pt x="432" y="567"/>
                      </a:cubicBezTo>
                      <a:lnTo>
                        <a:pt x="432" y="567"/>
                      </a:lnTo>
                      <a:lnTo>
                        <a:pt x="432" y="576"/>
                      </a:lnTo>
                      <a:cubicBezTo>
                        <a:pt x="382" y="476"/>
                        <a:pt x="299" y="402"/>
                        <a:pt x="241" y="310"/>
                      </a:cubicBezTo>
                      <a:cubicBezTo>
                        <a:pt x="175" y="219"/>
                        <a:pt x="125" y="128"/>
                        <a:pt x="92" y="29"/>
                      </a:cubicBezTo>
                      <a:cubicBezTo>
                        <a:pt x="86" y="10"/>
                        <a:pt x="66" y="1"/>
                        <a:pt x="4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8" name="Google Shape;1498;p1"/>
                <p:cNvSpPr/>
                <p:nvPr/>
              </p:nvSpPr>
              <p:spPr>
                <a:xfrm>
                  <a:off x="2801650" y="4398550"/>
                  <a:ext cx="4775" cy="11925"/>
                </a:xfrm>
                <a:custGeom>
                  <a:rect b="b" l="l" r="r" t="t"/>
                  <a:pathLst>
                    <a:path extrusionOk="0" h="477" w="191">
                      <a:moveTo>
                        <a:pt x="52" y="0"/>
                      </a:moveTo>
                      <a:cubicBezTo>
                        <a:pt x="48" y="0"/>
                        <a:pt x="45" y="1"/>
                        <a:pt x="42" y="2"/>
                      </a:cubicBezTo>
                      <a:cubicBezTo>
                        <a:pt x="17" y="2"/>
                        <a:pt x="0" y="27"/>
                        <a:pt x="0" y="60"/>
                      </a:cubicBezTo>
                      <a:cubicBezTo>
                        <a:pt x="9" y="126"/>
                        <a:pt x="17" y="201"/>
                        <a:pt x="42" y="267"/>
                      </a:cubicBezTo>
                      <a:cubicBezTo>
                        <a:pt x="58" y="342"/>
                        <a:pt x="83" y="416"/>
                        <a:pt x="133" y="466"/>
                      </a:cubicBezTo>
                      <a:cubicBezTo>
                        <a:pt x="140" y="473"/>
                        <a:pt x="148" y="476"/>
                        <a:pt x="156" y="476"/>
                      </a:cubicBezTo>
                      <a:cubicBezTo>
                        <a:pt x="174" y="476"/>
                        <a:pt x="191" y="459"/>
                        <a:pt x="191" y="441"/>
                      </a:cubicBezTo>
                      <a:cubicBezTo>
                        <a:pt x="183" y="400"/>
                        <a:pt x="174" y="367"/>
                        <a:pt x="158" y="333"/>
                      </a:cubicBezTo>
                      <a:cubicBezTo>
                        <a:pt x="149" y="309"/>
                        <a:pt x="141" y="275"/>
                        <a:pt x="133" y="242"/>
                      </a:cubicBezTo>
                      <a:cubicBezTo>
                        <a:pt x="116" y="176"/>
                        <a:pt x="108" y="110"/>
                        <a:pt x="100" y="43"/>
                      </a:cubicBezTo>
                      <a:cubicBezTo>
                        <a:pt x="100" y="22"/>
                        <a:pt x="75" y="0"/>
                        <a:pt x="5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9" name="Google Shape;1499;p1"/>
                <p:cNvSpPr/>
                <p:nvPr/>
              </p:nvSpPr>
              <p:spPr>
                <a:xfrm>
                  <a:off x="2933600" y="4432425"/>
                  <a:ext cx="9800" cy="54475"/>
                </a:xfrm>
                <a:custGeom>
                  <a:rect b="b" l="l" r="r" t="t"/>
                  <a:pathLst>
                    <a:path extrusionOk="0" h="2179" w="392">
                      <a:moveTo>
                        <a:pt x="333" y="0"/>
                      </a:moveTo>
                      <a:cubicBezTo>
                        <a:pt x="316" y="0"/>
                        <a:pt x="299" y="9"/>
                        <a:pt x="290" y="31"/>
                      </a:cubicBezTo>
                      <a:lnTo>
                        <a:pt x="298" y="31"/>
                      </a:lnTo>
                      <a:cubicBezTo>
                        <a:pt x="158" y="362"/>
                        <a:pt x="75" y="718"/>
                        <a:pt x="42" y="1083"/>
                      </a:cubicBezTo>
                      <a:cubicBezTo>
                        <a:pt x="17" y="1265"/>
                        <a:pt x="8" y="1439"/>
                        <a:pt x="8" y="1621"/>
                      </a:cubicBezTo>
                      <a:cubicBezTo>
                        <a:pt x="0" y="1713"/>
                        <a:pt x="0" y="1804"/>
                        <a:pt x="8" y="1887"/>
                      </a:cubicBezTo>
                      <a:cubicBezTo>
                        <a:pt x="8" y="1978"/>
                        <a:pt x="8" y="2077"/>
                        <a:pt x="42" y="2160"/>
                      </a:cubicBezTo>
                      <a:cubicBezTo>
                        <a:pt x="46" y="2172"/>
                        <a:pt x="60" y="2179"/>
                        <a:pt x="75" y="2179"/>
                      </a:cubicBezTo>
                      <a:cubicBezTo>
                        <a:pt x="89" y="2179"/>
                        <a:pt x="104" y="2172"/>
                        <a:pt x="108" y="2160"/>
                      </a:cubicBezTo>
                      <a:cubicBezTo>
                        <a:pt x="166" y="2011"/>
                        <a:pt x="141" y="1812"/>
                        <a:pt x="141" y="1655"/>
                      </a:cubicBezTo>
                      <a:cubicBezTo>
                        <a:pt x="149" y="1472"/>
                        <a:pt x="158" y="1298"/>
                        <a:pt x="174" y="1116"/>
                      </a:cubicBezTo>
                      <a:cubicBezTo>
                        <a:pt x="207" y="760"/>
                        <a:pt x="265" y="403"/>
                        <a:pt x="381" y="64"/>
                      </a:cubicBezTo>
                      <a:cubicBezTo>
                        <a:pt x="392" y="27"/>
                        <a:pt x="362" y="0"/>
                        <a:pt x="33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0" name="Google Shape;1500;p1"/>
                <p:cNvSpPr/>
                <p:nvPr/>
              </p:nvSpPr>
              <p:spPr>
                <a:xfrm>
                  <a:off x="2937525" y="4469950"/>
                  <a:ext cx="3875" cy="23125"/>
                </a:xfrm>
                <a:custGeom>
                  <a:rect b="b" l="l" r="r" t="t"/>
                  <a:pathLst>
                    <a:path extrusionOk="0" h="925" w="155">
                      <a:moveTo>
                        <a:pt x="112" y="1"/>
                      </a:moveTo>
                      <a:cubicBezTo>
                        <a:pt x="95" y="1"/>
                        <a:pt x="79" y="12"/>
                        <a:pt x="75" y="38"/>
                      </a:cubicBezTo>
                      <a:lnTo>
                        <a:pt x="75" y="29"/>
                      </a:lnTo>
                      <a:cubicBezTo>
                        <a:pt x="34" y="319"/>
                        <a:pt x="1" y="609"/>
                        <a:pt x="34" y="899"/>
                      </a:cubicBezTo>
                      <a:cubicBezTo>
                        <a:pt x="38" y="916"/>
                        <a:pt x="54" y="924"/>
                        <a:pt x="70" y="924"/>
                      </a:cubicBezTo>
                      <a:cubicBezTo>
                        <a:pt x="85" y="924"/>
                        <a:pt x="100" y="916"/>
                        <a:pt x="100" y="899"/>
                      </a:cubicBezTo>
                      <a:cubicBezTo>
                        <a:pt x="125" y="618"/>
                        <a:pt x="125" y="328"/>
                        <a:pt x="150" y="46"/>
                      </a:cubicBezTo>
                      <a:cubicBezTo>
                        <a:pt x="154" y="18"/>
                        <a:pt x="133" y="1"/>
                        <a:pt x="11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1" name="Google Shape;1501;p1"/>
                <p:cNvSpPr/>
                <p:nvPr/>
              </p:nvSpPr>
              <p:spPr>
                <a:xfrm>
                  <a:off x="2943750" y="4484600"/>
                  <a:ext cx="6425" cy="40725"/>
                </a:xfrm>
                <a:custGeom>
                  <a:rect b="b" l="l" r="r" t="t"/>
                  <a:pathLst>
                    <a:path extrusionOk="0" h="1629" w="257">
                      <a:moveTo>
                        <a:pt x="141" y="0"/>
                      </a:moveTo>
                      <a:cubicBezTo>
                        <a:pt x="121" y="0"/>
                        <a:pt x="99" y="13"/>
                        <a:pt x="91" y="40"/>
                      </a:cubicBezTo>
                      <a:cubicBezTo>
                        <a:pt x="33" y="305"/>
                        <a:pt x="0" y="570"/>
                        <a:pt x="17" y="844"/>
                      </a:cubicBezTo>
                      <a:cubicBezTo>
                        <a:pt x="17" y="976"/>
                        <a:pt x="33" y="1109"/>
                        <a:pt x="58" y="1241"/>
                      </a:cubicBezTo>
                      <a:cubicBezTo>
                        <a:pt x="83" y="1366"/>
                        <a:pt x="108" y="1506"/>
                        <a:pt x="182" y="1614"/>
                      </a:cubicBezTo>
                      <a:cubicBezTo>
                        <a:pt x="189" y="1624"/>
                        <a:pt x="201" y="1629"/>
                        <a:pt x="212" y="1629"/>
                      </a:cubicBezTo>
                      <a:cubicBezTo>
                        <a:pt x="230" y="1629"/>
                        <a:pt x="249" y="1618"/>
                        <a:pt x="249" y="1598"/>
                      </a:cubicBezTo>
                      <a:cubicBezTo>
                        <a:pt x="257" y="1473"/>
                        <a:pt x="224" y="1341"/>
                        <a:pt x="199" y="1225"/>
                      </a:cubicBezTo>
                      <a:cubicBezTo>
                        <a:pt x="182" y="1092"/>
                        <a:pt x="166" y="968"/>
                        <a:pt x="158" y="844"/>
                      </a:cubicBezTo>
                      <a:lnTo>
                        <a:pt x="158" y="835"/>
                      </a:lnTo>
                      <a:cubicBezTo>
                        <a:pt x="141" y="578"/>
                        <a:pt x="149" y="313"/>
                        <a:pt x="182" y="48"/>
                      </a:cubicBezTo>
                      <a:cubicBezTo>
                        <a:pt x="187" y="17"/>
                        <a:pt x="165" y="0"/>
                        <a:pt x="14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2" name="Google Shape;1502;p1"/>
                <p:cNvSpPr/>
                <p:nvPr/>
              </p:nvSpPr>
              <p:spPr>
                <a:xfrm>
                  <a:off x="2953375" y="4503175"/>
                  <a:ext cx="3025" cy="18250"/>
                </a:xfrm>
                <a:custGeom>
                  <a:rect b="b" l="l" r="r" t="t"/>
                  <a:pathLst>
                    <a:path extrusionOk="0" h="730" w="121">
                      <a:moveTo>
                        <a:pt x="40" y="1"/>
                      </a:moveTo>
                      <a:cubicBezTo>
                        <a:pt x="20" y="1"/>
                        <a:pt x="0" y="16"/>
                        <a:pt x="5" y="43"/>
                      </a:cubicBezTo>
                      <a:cubicBezTo>
                        <a:pt x="13" y="150"/>
                        <a:pt x="21" y="266"/>
                        <a:pt x="29" y="382"/>
                      </a:cubicBezTo>
                      <a:cubicBezTo>
                        <a:pt x="38" y="490"/>
                        <a:pt x="54" y="598"/>
                        <a:pt x="79" y="714"/>
                      </a:cubicBezTo>
                      <a:cubicBezTo>
                        <a:pt x="79" y="723"/>
                        <a:pt x="92" y="729"/>
                        <a:pt x="103" y="729"/>
                      </a:cubicBezTo>
                      <a:cubicBezTo>
                        <a:pt x="112" y="729"/>
                        <a:pt x="120" y="725"/>
                        <a:pt x="120" y="714"/>
                      </a:cubicBezTo>
                      <a:cubicBezTo>
                        <a:pt x="120" y="598"/>
                        <a:pt x="120" y="490"/>
                        <a:pt x="112" y="374"/>
                      </a:cubicBezTo>
                      <a:lnTo>
                        <a:pt x="79" y="34"/>
                      </a:lnTo>
                      <a:cubicBezTo>
                        <a:pt x="75" y="11"/>
                        <a:pt x="58" y="1"/>
                        <a:pt x="4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3" name="Google Shape;1503;p1"/>
                <p:cNvSpPr/>
                <p:nvPr/>
              </p:nvSpPr>
              <p:spPr>
                <a:xfrm>
                  <a:off x="3008375" y="4488725"/>
                  <a:ext cx="5400" cy="31525"/>
                </a:xfrm>
                <a:custGeom>
                  <a:rect b="b" l="l" r="r" t="t"/>
                  <a:pathLst>
                    <a:path extrusionOk="0" h="1261" w="216">
                      <a:moveTo>
                        <a:pt x="133" y="0"/>
                      </a:moveTo>
                      <a:cubicBezTo>
                        <a:pt x="114" y="0"/>
                        <a:pt x="95" y="8"/>
                        <a:pt x="83" y="24"/>
                      </a:cubicBezTo>
                      <a:cubicBezTo>
                        <a:pt x="33" y="99"/>
                        <a:pt x="25" y="223"/>
                        <a:pt x="17" y="306"/>
                      </a:cubicBezTo>
                      <a:cubicBezTo>
                        <a:pt x="8" y="405"/>
                        <a:pt x="0" y="513"/>
                        <a:pt x="0" y="612"/>
                      </a:cubicBezTo>
                      <a:cubicBezTo>
                        <a:pt x="0" y="819"/>
                        <a:pt x="25" y="1018"/>
                        <a:pt x="58" y="1217"/>
                      </a:cubicBezTo>
                      <a:cubicBezTo>
                        <a:pt x="62" y="1247"/>
                        <a:pt x="82" y="1260"/>
                        <a:pt x="103" y="1260"/>
                      </a:cubicBezTo>
                      <a:cubicBezTo>
                        <a:pt x="128" y="1260"/>
                        <a:pt x="154" y="1241"/>
                        <a:pt x="149" y="1209"/>
                      </a:cubicBezTo>
                      <a:cubicBezTo>
                        <a:pt x="149" y="1010"/>
                        <a:pt x="158" y="811"/>
                        <a:pt x="166" y="612"/>
                      </a:cubicBezTo>
                      <a:cubicBezTo>
                        <a:pt x="166" y="521"/>
                        <a:pt x="174" y="422"/>
                        <a:pt x="182" y="331"/>
                      </a:cubicBezTo>
                      <a:cubicBezTo>
                        <a:pt x="191" y="239"/>
                        <a:pt x="216" y="123"/>
                        <a:pt x="182" y="32"/>
                      </a:cubicBezTo>
                      <a:cubicBezTo>
                        <a:pt x="174" y="10"/>
                        <a:pt x="153" y="0"/>
                        <a:pt x="13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4" name="Google Shape;1504;p1"/>
                <p:cNvSpPr/>
                <p:nvPr/>
              </p:nvSpPr>
              <p:spPr>
                <a:xfrm>
                  <a:off x="3015100" y="4484575"/>
                  <a:ext cx="2825" cy="10575"/>
                </a:xfrm>
                <a:custGeom>
                  <a:rect b="b" l="l" r="r" t="t"/>
                  <a:pathLst>
                    <a:path extrusionOk="0" h="423" w="113">
                      <a:moveTo>
                        <a:pt x="89" y="0"/>
                      </a:moveTo>
                      <a:cubicBezTo>
                        <a:pt x="79" y="0"/>
                        <a:pt x="71" y="5"/>
                        <a:pt x="71" y="16"/>
                      </a:cubicBezTo>
                      <a:cubicBezTo>
                        <a:pt x="29" y="132"/>
                        <a:pt x="21" y="256"/>
                        <a:pt x="5" y="381"/>
                      </a:cubicBezTo>
                      <a:cubicBezTo>
                        <a:pt x="0" y="407"/>
                        <a:pt x="17" y="422"/>
                        <a:pt x="36" y="422"/>
                      </a:cubicBezTo>
                      <a:cubicBezTo>
                        <a:pt x="51" y="422"/>
                        <a:pt x="67" y="412"/>
                        <a:pt x="71" y="389"/>
                      </a:cubicBezTo>
                      <a:cubicBezTo>
                        <a:pt x="79" y="331"/>
                        <a:pt x="96" y="265"/>
                        <a:pt x="96" y="207"/>
                      </a:cubicBezTo>
                      <a:cubicBezTo>
                        <a:pt x="104" y="173"/>
                        <a:pt x="104" y="140"/>
                        <a:pt x="104" y="115"/>
                      </a:cubicBezTo>
                      <a:cubicBezTo>
                        <a:pt x="112" y="82"/>
                        <a:pt x="112" y="49"/>
                        <a:pt x="112" y="16"/>
                      </a:cubicBezTo>
                      <a:cubicBezTo>
                        <a:pt x="112" y="7"/>
                        <a:pt x="100" y="0"/>
                        <a:pt x="8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5" name="Google Shape;1505;p1"/>
                <p:cNvSpPr/>
                <p:nvPr/>
              </p:nvSpPr>
              <p:spPr>
                <a:xfrm>
                  <a:off x="3034875" y="4423225"/>
                  <a:ext cx="3750" cy="15575"/>
                </a:xfrm>
                <a:custGeom>
                  <a:rect b="b" l="l" r="r" t="t"/>
                  <a:pathLst>
                    <a:path extrusionOk="0" h="623" w="150">
                      <a:moveTo>
                        <a:pt x="59" y="0"/>
                      </a:moveTo>
                      <a:cubicBezTo>
                        <a:pt x="1" y="0"/>
                        <a:pt x="1" y="86"/>
                        <a:pt x="1" y="125"/>
                      </a:cubicBezTo>
                      <a:cubicBezTo>
                        <a:pt x="1" y="183"/>
                        <a:pt x="9" y="233"/>
                        <a:pt x="9" y="283"/>
                      </a:cubicBezTo>
                      <a:cubicBezTo>
                        <a:pt x="9" y="324"/>
                        <a:pt x="9" y="374"/>
                        <a:pt x="17" y="423"/>
                      </a:cubicBezTo>
                      <a:cubicBezTo>
                        <a:pt x="17" y="473"/>
                        <a:pt x="26" y="515"/>
                        <a:pt x="26" y="564"/>
                      </a:cubicBezTo>
                      <a:cubicBezTo>
                        <a:pt x="26" y="597"/>
                        <a:pt x="34" y="622"/>
                        <a:pt x="67" y="622"/>
                      </a:cubicBezTo>
                      <a:cubicBezTo>
                        <a:pt x="92" y="622"/>
                        <a:pt x="117" y="606"/>
                        <a:pt x="117" y="581"/>
                      </a:cubicBezTo>
                      <a:cubicBezTo>
                        <a:pt x="125" y="531"/>
                        <a:pt x="142" y="481"/>
                        <a:pt x="142" y="432"/>
                      </a:cubicBezTo>
                      <a:cubicBezTo>
                        <a:pt x="150" y="382"/>
                        <a:pt x="150" y="341"/>
                        <a:pt x="150" y="291"/>
                      </a:cubicBezTo>
                      <a:cubicBezTo>
                        <a:pt x="150" y="241"/>
                        <a:pt x="142" y="183"/>
                        <a:pt x="142" y="134"/>
                      </a:cubicBezTo>
                      <a:cubicBezTo>
                        <a:pt x="133" y="109"/>
                        <a:pt x="125" y="84"/>
                        <a:pt x="125" y="59"/>
                      </a:cubicBezTo>
                      <a:cubicBezTo>
                        <a:pt x="117" y="34"/>
                        <a:pt x="100" y="1"/>
                        <a:pt x="67" y="1"/>
                      </a:cubicBezTo>
                      <a:cubicBezTo>
                        <a:pt x="64" y="1"/>
                        <a:pt x="61" y="0"/>
                        <a:pt x="5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6" name="Google Shape;1506;p1"/>
                <p:cNvSpPr/>
                <p:nvPr/>
              </p:nvSpPr>
              <p:spPr>
                <a:xfrm>
                  <a:off x="3038400" y="4420250"/>
                  <a:ext cx="4575" cy="10725"/>
                </a:xfrm>
                <a:custGeom>
                  <a:rect b="b" l="l" r="r" t="t"/>
                  <a:pathLst>
                    <a:path extrusionOk="0" h="429" w="183">
                      <a:moveTo>
                        <a:pt x="109" y="1"/>
                      </a:moveTo>
                      <a:cubicBezTo>
                        <a:pt x="95" y="1"/>
                        <a:pt x="81" y="6"/>
                        <a:pt x="75" y="12"/>
                      </a:cubicBezTo>
                      <a:cubicBezTo>
                        <a:pt x="67" y="37"/>
                        <a:pt x="59" y="54"/>
                        <a:pt x="59" y="79"/>
                      </a:cubicBezTo>
                      <a:cubicBezTo>
                        <a:pt x="59" y="87"/>
                        <a:pt x="59" y="103"/>
                        <a:pt x="59" y="112"/>
                      </a:cubicBezTo>
                      <a:lnTo>
                        <a:pt x="59" y="128"/>
                      </a:lnTo>
                      <a:lnTo>
                        <a:pt x="59" y="153"/>
                      </a:lnTo>
                      <a:cubicBezTo>
                        <a:pt x="59" y="161"/>
                        <a:pt x="59" y="178"/>
                        <a:pt x="59" y="195"/>
                      </a:cubicBezTo>
                      <a:cubicBezTo>
                        <a:pt x="59" y="203"/>
                        <a:pt x="50" y="219"/>
                        <a:pt x="50" y="236"/>
                      </a:cubicBezTo>
                      <a:cubicBezTo>
                        <a:pt x="50" y="236"/>
                        <a:pt x="50" y="244"/>
                        <a:pt x="50" y="253"/>
                      </a:cubicBezTo>
                      <a:lnTo>
                        <a:pt x="42" y="269"/>
                      </a:lnTo>
                      <a:cubicBezTo>
                        <a:pt x="34" y="294"/>
                        <a:pt x="25" y="319"/>
                        <a:pt x="17" y="344"/>
                      </a:cubicBezTo>
                      <a:cubicBezTo>
                        <a:pt x="1" y="377"/>
                        <a:pt x="17" y="410"/>
                        <a:pt x="42" y="426"/>
                      </a:cubicBezTo>
                      <a:cubicBezTo>
                        <a:pt x="48" y="428"/>
                        <a:pt x="54" y="429"/>
                        <a:pt x="59" y="429"/>
                      </a:cubicBezTo>
                      <a:cubicBezTo>
                        <a:pt x="86" y="429"/>
                        <a:pt x="111" y="414"/>
                        <a:pt x="125" y="393"/>
                      </a:cubicBezTo>
                      <a:cubicBezTo>
                        <a:pt x="150" y="335"/>
                        <a:pt x="175" y="269"/>
                        <a:pt x="175" y="203"/>
                      </a:cubicBezTo>
                      <a:cubicBezTo>
                        <a:pt x="183" y="170"/>
                        <a:pt x="183" y="137"/>
                        <a:pt x="175" y="103"/>
                      </a:cubicBezTo>
                      <a:cubicBezTo>
                        <a:pt x="175" y="87"/>
                        <a:pt x="175" y="79"/>
                        <a:pt x="166" y="62"/>
                      </a:cubicBezTo>
                      <a:cubicBezTo>
                        <a:pt x="166" y="29"/>
                        <a:pt x="150" y="12"/>
                        <a:pt x="125" y="4"/>
                      </a:cubicBezTo>
                      <a:cubicBezTo>
                        <a:pt x="120" y="2"/>
                        <a:pt x="114" y="1"/>
                        <a:pt x="10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7" name="Google Shape;1507;p1"/>
                <p:cNvSpPr/>
                <p:nvPr/>
              </p:nvSpPr>
              <p:spPr>
                <a:xfrm>
                  <a:off x="3052700" y="4401775"/>
                  <a:ext cx="3750" cy="15750"/>
                </a:xfrm>
                <a:custGeom>
                  <a:rect b="b" l="l" r="r" t="t"/>
                  <a:pathLst>
                    <a:path extrusionOk="0" h="630" w="150">
                      <a:moveTo>
                        <a:pt x="73" y="0"/>
                      </a:moveTo>
                      <a:cubicBezTo>
                        <a:pt x="58" y="0"/>
                        <a:pt x="46" y="7"/>
                        <a:pt x="42" y="22"/>
                      </a:cubicBezTo>
                      <a:cubicBezTo>
                        <a:pt x="25" y="72"/>
                        <a:pt x="33" y="122"/>
                        <a:pt x="25" y="163"/>
                      </a:cubicBezTo>
                      <a:cubicBezTo>
                        <a:pt x="25" y="213"/>
                        <a:pt x="33" y="254"/>
                        <a:pt x="25" y="304"/>
                      </a:cubicBezTo>
                      <a:cubicBezTo>
                        <a:pt x="25" y="395"/>
                        <a:pt x="17" y="486"/>
                        <a:pt x="9" y="577"/>
                      </a:cubicBezTo>
                      <a:cubicBezTo>
                        <a:pt x="0" y="602"/>
                        <a:pt x="17" y="627"/>
                        <a:pt x="42" y="627"/>
                      </a:cubicBezTo>
                      <a:cubicBezTo>
                        <a:pt x="46" y="628"/>
                        <a:pt x="50" y="629"/>
                        <a:pt x="55" y="629"/>
                      </a:cubicBezTo>
                      <a:cubicBezTo>
                        <a:pt x="75" y="629"/>
                        <a:pt x="91" y="614"/>
                        <a:pt x="91" y="594"/>
                      </a:cubicBezTo>
                      <a:cubicBezTo>
                        <a:pt x="116" y="503"/>
                        <a:pt x="133" y="403"/>
                        <a:pt x="141" y="312"/>
                      </a:cubicBezTo>
                      <a:cubicBezTo>
                        <a:pt x="141" y="262"/>
                        <a:pt x="149" y="213"/>
                        <a:pt x="141" y="163"/>
                      </a:cubicBezTo>
                      <a:cubicBezTo>
                        <a:pt x="133" y="113"/>
                        <a:pt x="133" y="64"/>
                        <a:pt x="116" y="22"/>
                      </a:cubicBezTo>
                      <a:cubicBezTo>
                        <a:pt x="107" y="9"/>
                        <a:pt x="89" y="0"/>
                        <a:pt x="7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8" name="Google Shape;1508;p1"/>
                <p:cNvSpPr/>
                <p:nvPr/>
              </p:nvSpPr>
              <p:spPr>
                <a:xfrm>
                  <a:off x="2985175" y="4322975"/>
                  <a:ext cx="3550" cy="7500"/>
                </a:xfrm>
                <a:custGeom>
                  <a:rect b="b" l="l" r="r" t="t"/>
                  <a:pathLst>
                    <a:path extrusionOk="0" h="300" w="142">
                      <a:moveTo>
                        <a:pt x="108" y="1"/>
                      </a:moveTo>
                      <a:cubicBezTo>
                        <a:pt x="83" y="1"/>
                        <a:pt x="66" y="17"/>
                        <a:pt x="66" y="34"/>
                      </a:cubicBezTo>
                      <a:cubicBezTo>
                        <a:pt x="58" y="84"/>
                        <a:pt x="50" y="108"/>
                        <a:pt x="33" y="150"/>
                      </a:cubicBezTo>
                      <a:cubicBezTo>
                        <a:pt x="33" y="166"/>
                        <a:pt x="25" y="183"/>
                        <a:pt x="17" y="200"/>
                      </a:cubicBezTo>
                      <a:cubicBezTo>
                        <a:pt x="8" y="224"/>
                        <a:pt x="8" y="249"/>
                        <a:pt x="0" y="266"/>
                      </a:cubicBezTo>
                      <a:cubicBezTo>
                        <a:pt x="0" y="274"/>
                        <a:pt x="8" y="291"/>
                        <a:pt x="17" y="299"/>
                      </a:cubicBezTo>
                      <a:cubicBezTo>
                        <a:pt x="25" y="299"/>
                        <a:pt x="42" y="299"/>
                        <a:pt x="50" y="291"/>
                      </a:cubicBezTo>
                      <a:cubicBezTo>
                        <a:pt x="66" y="274"/>
                        <a:pt x="75" y="249"/>
                        <a:pt x="83" y="233"/>
                      </a:cubicBezTo>
                      <a:cubicBezTo>
                        <a:pt x="91" y="216"/>
                        <a:pt x="100" y="191"/>
                        <a:pt x="108" y="175"/>
                      </a:cubicBezTo>
                      <a:cubicBezTo>
                        <a:pt x="124" y="133"/>
                        <a:pt x="133" y="92"/>
                        <a:pt x="141" y="50"/>
                      </a:cubicBezTo>
                      <a:cubicBezTo>
                        <a:pt x="141" y="26"/>
                        <a:pt x="124" y="9"/>
                        <a:pt x="10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9" name="Google Shape;1509;p1"/>
                <p:cNvSpPr/>
                <p:nvPr/>
              </p:nvSpPr>
              <p:spPr>
                <a:xfrm>
                  <a:off x="2986825" y="4305750"/>
                  <a:ext cx="3125" cy="10875"/>
                </a:xfrm>
                <a:custGeom>
                  <a:rect b="b" l="l" r="r" t="t"/>
                  <a:pathLst>
                    <a:path extrusionOk="0" h="435" w="125">
                      <a:moveTo>
                        <a:pt x="71" y="0"/>
                      </a:moveTo>
                      <a:cubicBezTo>
                        <a:pt x="46" y="0"/>
                        <a:pt x="32" y="22"/>
                        <a:pt x="25" y="43"/>
                      </a:cubicBezTo>
                      <a:cubicBezTo>
                        <a:pt x="9" y="101"/>
                        <a:pt x="0" y="168"/>
                        <a:pt x="0" y="226"/>
                      </a:cubicBezTo>
                      <a:cubicBezTo>
                        <a:pt x="0" y="259"/>
                        <a:pt x="9" y="292"/>
                        <a:pt x="17" y="325"/>
                      </a:cubicBezTo>
                      <a:cubicBezTo>
                        <a:pt x="17" y="342"/>
                        <a:pt x="17" y="358"/>
                        <a:pt x="25" y="367"/>
                      </a:cubicBezTo>
                      <a:cubicBezTo>
                        <a:pt x="34" y="383"/>
                        <a:pt x="42" y="400"/>
                        <a:pt x="42" y="416"/>
                      </a:cubicBezTo>
                      <a:cubicBezTo>
                        <a:pt x="50" y="428"/>
                        <a:pt x="63" y="434"/>
                        <a:pt x="74" y="434"/>
                      </a:cubicBezTo>
                      <a:cubicBezTo>
                        <a:pt x="88" y="434"/>
                        <a:pt x="100" y="426"/>
                        <a:pt x="100" y="408"/>
                      </a:cubicBezTo>
                      <a:cubicBezTo>
                        <a:pt x="100" y="391"/>
                        <a:pt x="108" y="375"/>
                        <a:pt x="108" y="367"/>
                      </a:cubicBezTo>
                      <a:cubicBezTo>
                        <a:pt x="108" y="350"/>
                        <a:pt x="108" y="325"/>
                        <a:pt x="108" y="309"/>
                      </a:cubicBezTo>
                      <a:cubicBezTo>
                        <a:pt x="108" y="284"/>
                        <a:pt x="108" y="259"/>
                        <a:pt x="108" y="226"/>
                      </a:cubicBezTo>
                      <a:cubicBezTo>
                        <a:pt x="108" y="168"/>
                        <a:pt x="116" y="110"/>
                        <a:pt x="125" y="52"/>
                      </a:cubicBezTo>
                      <a:cubicBezTo>
                        <a:pt x="125" y="27"/>
                        <a:pt x="108" y="2"/>
                        <a:pt x="83" y="2"/>
                      </a:cubicBezTo>
                      <a:cubicBezTo>
                        <a:pt x="79" y="1"/>
                        <a:pt x="75" y="0"/>
                        <a:pt x="7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0" name="Google Shape;1510;p1"/>
                <p:cNvSpPr/>
                <p:nvPr/>
              </p:nvSpPr>
              <p:spPr>
                <a:xfrm>
                  <a:off x="3064500" y="4260525"/>
                  <a:ext cx="3350" cy="15325"/>
                </a:xfrm>
                <a:custGeom>
                  <a:rect b="b" l="l" r="r" t="t"/>
                  <a:pathLst>
                    <a:path extrusionOk="0" h="613" w="134">
                      <a:moveTo>
                        <a:pt x="85" y="0"/>
                      </a:moveTo>
                      <a:cubicBezTo>
                        <a:pt x="71" y="0"/>
                        <a:pt x="58" y="7"/>
                        <a:pt x="50" y="21"/>
                      </a:cubicBezTo>
                      <a:cubicBezTo>
                        <a:pt x="42" y="63"/>
                        <a:pt x="34" y="104"/>
                        <a:pt x="25" y="154"/>
                      </a:cubicBezTo>
                      <a:cubicBezTo>
                        <a:pt x="17" y="195"/>
                        <a:pt x="17" y="245"/>
                        <a:pt x="17" y="295"/>
                      </a:cubicBezTo>
                      <a:cubicBezTo>
                        <a:pt x="9" y="386"/>
                        <a:pt x="9" y="485"/>
                        <a:pt x="1" y="577"/>
                      </a:cubicBezTo>
                      <a:cubicBezTo>
                        <a:pt x="1" y="599"/>
                        <a:pt x="18" y="612"/>
                        <a:pt x="35" y="612"/>
                      </a:cubicBezTo>
                      <a:cubicBezTo>
                        <a:pt x="49" y="612"/>
                        <a:pt x="63" y="603"/>
                        <a:pt x="67" y="585"/>
                      </a:cubicBezTo>
                      <a:cubicBezTo>
                        <a:pt x="83" y="494"/>
                        <a:pt x="92" y="394"/>
                        <a:pt x="108" y="303"/>
                      </a:cubicBezTo>
                      <a:cubicBezTo>
                        <a:pt x="117" y="212"/>
                        <a:pt x="133" y="121"/>
                        <a:pt x="125" y="30"/>
                      </a:cubicBezTo>
                      <a:cubicBezTo>
                        <a:pt x="120" y="11"/>
                        <a:pt x="102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1" name="Google Shape;1511;p1"/>
                <p:cNvSpPr/>
                <p:nvPr/>
              </p:nvSpPr>
              <p:spPr>
                <a:xfrm>
                  <a:off x="2948100" y="4441100"/>
                  <a:ext cx="5200" cy="20100"/>
                </a:xfrm>
                <a:custGeom>
                  <a:rect b="b" l="l" r="r" t="t"/>
                  <a:pathLst>
                    <a:path extrusionOk="0" h="804" w="208">
                      <a:moveTo>
                        <a:pt x="132" y="0"/>
                      </a:moveTo>
                      <a:cubicBezTo>
                        <a:pt x="111" y="0"/>
                        <a:pt x="90" y="8"/>
                        <a:pt x="75" y="23"/>
                      </a:cubicBezTo>
                      <a:cubicBezTo>
                        <a:pt x="42" y="73"/>
                        <a:pt x="42" y="156"/>
                        <a:pt x="33" y="206"/>
                      </a:cubicBezTo>
                      <a:cubicBezTo>
                        <a:pt x="25" y="272"/>
                        <a:pt x="17" y="338"/>
                        <a:pt x="8" y="396"/>
                      </a:cubicBezTo>
                      <a:cubicBezTo>
                        <a:pt x="0" y="520"/>
                        <a:pt x="8" y="645"/>
                        <a:pt x="17" y="769"/>
                      </a:cubicBezTo>
                      <a:cubicBezTo>
                        <a:pt x="17" y="793"/>
                        <a:pt x="32" y="803"/>
                        <a:pt x="48" y="803"/>
                      </a:cubicBezTo>
                      <a:cubicBezTo>
                        <a:pt x="67" y="803"/>
                        <a:pt x="87" y="791"/>
                        <a:pt x="91" y="769"/>
                      </a:cubicBezTo>
                      <a:cubicBezTo>
                        <a:pt x="100" y="653"/>
                        <a:pt x="124" y="529"/>
                        <a:pt x="141" y="404"/>
                      </a:cubicBezTo>
                      <a:cubicBezTo>
                        <a:pt x="149" y="346"/>
                        <a:pt x="166" y="288"/>
                        <a:pt x="174" y="230"/>
                      </a:cubicBezTo>
                      <a:cubicBezTo>
                        <a:pt x="182" y="164"/>
                        <a:pt x="207" y="98"/>
                        <a:pt x="191" y="40"/>
                      </a:cubicBezTo>
                      <a:cubicBezTo>
                        <a:pt x="182" y="13"/>
                        <a:pt x="157" y="0"/>
                        <a:pt x="13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2" name="Google Shape;1512;p1"/>
                <p:cNvSpPr/>
                <p:nvPr/>
              </p:nvSpPr>
              <p:spPr>
                <a:xfrm>
                  <a:off x="2954100" y="4447550"/>
                  <a:ext cx="2925" cy="10100"/>
                </a:xfrm>
                <a:custGeom>
                  <a:rect b="b" l="l" r="r" t="t"/>
                  <a:pathLst>
                    <a:path extrusionOk="0" h="404" w="117">
                      <a:moveTo>
                        <a:pt x="88" y="0"/>
                      </a:moveTo>
                      <a:cubicBezTo>
                        <a:pt x="75" y="0"/>
                        <a:pt x="62" y="7"/>
                        <a:pt x="58" y="22"/>
                      </a:cubicBezTo>
                      <a:cubicBezTo>
                        <a:pt x="42" y="72"/>
                        <a:pt x="25" y="130"/>
                        <a:pt x="25" y="188"/>
                      </a:cubicBezTo>
                      <a:cubicBezTo>
                        <a:pt x="17" y="238"/>
                        <a:pt x="9" y="296"/>
                        <a:pt x="0" y="354"/>
                      </a:cubicBezTo>
                      <a:cubicBezTo>
                        <a:pt x="0" y="378"/>
                        <a:pt x="17" y="403"/>
                        <a:pt x="42" y="403"/>
                      </a:cubicBezTo>
                      <a:cubicBezTo>
                        <a:pt x="67" y="403"/>
                        <a:pt x="91" y="387"/>
                        <a:pt x="91" y="362"/>
                      </a:cubicBezTo>
                      <a:cubicBezTo>
                        <a:pt x="100" y="304"/>
                        <a:pt x="108" y="254"/>
                        <a:pt x="116" y="196"/>
                      </a:cubicBezTo>
                      <a:cubicBezTo>
                        <a:pt x="116" y="138"/>
                        <a:pt x="116" y="80"/>
                        <a:pt x="116" y="22"/>
                      </a:cubicBezTo>
                      <a:cubicBezTo>
                        <a:pt x="116" y="9"/>
                        <a:pt x="102" y="0"/>
                        <a:pt x="8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3" name="Google Shape;1513;p1"/>
                <p:cNvSpPr/>
                <p:nvPr/>
              </p:nvSpPr>
              <p:spPr>
                <a:xfrm>
                  <a:off x="2962900" y="4509800"/>
                  <a:ext cx="3450" cy="23925"/>
                </a:xfrm>
                <a:custGeom>
                  <a:rect b="b" l="l" r="r" t="t"/>
                  <a:pathLst>
                    <a:path extrusionOk="0" h="957" w="138">
                      <a:moveTo>
                        <a:pt x="70" y="1"/>
                      </a:moveTo>
                      <a:cubicBezTo>
                        <a:pt x="59" y="1"/>
                        <a:pt x="46" y="8"/>
                        <a:pt x="46" y="18"/>
                      </a:cubicBezTo>
                      <a:cubicBezTo>
                        <a:pt x="21" y="167"/>
                        <a:pt x="38" y="316"/>
                        <a:pt x="38" y="465"/>
                      </a:cubicBezTo>
                      <a:cubicBezTo>
                        <a:pt x="29" y="614"/>
                        <a:pt x="21" y="772"/>
                        <a:pt x="5" y="921"/>
                      </a:cubicBezTo>
                      <a:cubicBezTo>
                        <a:pt x="0" y="944"/>
                        <a:pt x="18" y="956"/>
                        <a:pt x="37" y="956"/>
                      </a:cubicBezTo>
                      <a:cubicBezTo>
                        <a:pt x="52" y="956"/>
                        <a:pt x="67" y="948"/>
                        <a:pt x="71" y="929"/>
                      </a:cubicBezTo>
                      <a:cubicBezTo>
                        <a:pt x="104" y="772"/>
                        <a:pt x="129" y="623"/>
                        <a:pt x="137" y="465"/>
                      </a:cubicBezTo>
                      <a:cubicBezTo>
                        <a:pt x="137" y="308"/>
                        <a:pt x="137" y="159"/>
                        <a:pt x="87" y="10"/>
                      </a:cubicBezTo>
                      <a:cubicBezTo>
                        <a:pt x="84" y="3"/>
                        <a:pt x="78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4" name="Google Shape;1514;p1"/>
                <p:cNvSpPr/>
                <p:nvPr/>
              </p:nvSpPr>
              <p:spPr>
                <a:xfrm>
                  <a:off x="2967975" y="4508450"/>
                  <a:ext cx="3350" cy="16700"/>
                </a:xfrm>
                <a:custGeom>
                  <a:rect b="b" l="l" r="r" t="t"/>
                  <a:pathLst>
                    <a:path extrusionOk="0" h="668" w="134">
                      <a:moveTo>
                        <a:pt x="102" y="0"/>
                      </a:moveTo>
                      <a:cubicBezTo>
                        <a:pt x="88" y="0"/>
                        <a:pt x="71" y="9"/>
                        <a:pt x="67" y="22"/>
                      </a:cubicBezTo>
                      <a:cubicBezTo>
                        <a:pt x="25" y="221"/>
                        <a:pt x="17" y="420"/>
                        <a:pt x="0" y="619"/>
                      </a:cubicBezTo>
                      <a:cubicBezTo>
                        <a:pt x="0" y="651"/>
                        <a:pt x="24" y="668"/>
                        <a:pt x="46" y="668"/>
                      </a:cubicBezTo>
                      <a:cubicBezTo>
                        <a:pt x="63" y="668"/>
                        <a:pt x="80" y="657"/>
                        <a:pt x="83" y="635"/>
                      </a:cubicBezTo>
                      <a:cubicBezTo>
                        <a:pt x="100" y="428"/>
                        <a:pt x="133" y="229"/>
                        <a:pt x="125" y="22"/>
                      </a:cubicBezTo>
                      <a:cubicBezTo>
                        <a:pt x="125" y="7"/>
                        <a:pt x="114" y="0"/>
                        <a:pt x="10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5" name="Google Shape;1515;p1"/>
                <p:cNvSpPr/>
                <p:nvPr/>
              </p:nvSpPr>
              <p:spPr>
                <a:xfrm>
                  <a:off x="2987350" y="4503875"/>
                  <a:ext cx="19800" cy="40775"/>
                </a:xfrm>
                <a:custGeom>
                  <a:rect b="b" l="l" r="r" t="t"/>
                  <a:pathLst>
                    <a:path extrusionOk="0" h="1631" w="792">
                      <a:moveTo>
                        <a:pt x="608" y="1"/>
                      </a:moveTo>
                      <a:cubicBezTo>
                        <a:pt x="579" y="1"/>
                        <a:pt x="552" y="28"/>
                        <a:pt x="568" y="64"/>
                      </a:cubicBezTo>
                      <a:cubicBezTo>
                        <a:pt x="601" y="197"/>
                        <a:pt x="559" y="338"/>
                        <a:pt x="518" y="462"/>
                      </a:cubicBezTo>
                      <a:cubicBezTo>
                        <a:pt x="468" y="586"/>
                        <a:pt x="410" y="702"/>
                        <a:pt x="361" y="827"/>
                      </a:cubicBezTo>
                      <a:cubicBezTo>
                        <a:pt x="245" y="1067"/>
                        <a:pt x="95" y="1299"/>
                        <a:pt x="13" y="1556"/>
                      </a:cubicBezTo>
                      <a:cubicBezTo>
                        <a:pt x="1" y="1597"/>
                        <a:pt x="36" y="1630"/>
                        <a:pt x="72" y="1630"/>
                      </a:cubicBezTo>
                      <a:cubicBezTo>
                        <a:pt x="86" y="1630"/>
                        <a:pt x="100" y="1625"/>
                        <a:pt x="112" y="1614"/>
                      </a:cubicBezTo>
                      <a:cubicBezTo>
                        <a:pt x="303" y="1390"/>
                        <a:pt x="427" y="1100"/>
                        <a:pt x="551" y="835"/>
                      </a:cubicBezTo>
                      <a:cubicBezTo>
                        <a:pt x="659" y="578"/>
                        <a:pt x="791" y="296"/>
                        <a:pt x="659" y="31"/>
                      </a:cubicBezTo>
                      <a:lnTo>
                        <a:pt x="651" y="31"/>
                      </a:lnTo>
                      <a:cubicBezTo>
                        <a:pt x="641" y="10"/>
                        <a:pt x="625" y="1"/>
                        <a:pt x="60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6" name="Google Shape;1516;p1"/>
                <p:cNvSpPr/>
                <p:nvPr/>
              </p:nvSpPr>
              <p:spPr>
                <a:xfrm>
                  <a:off x="2974600" y="4538025"/>
                  <a:ext cx="6150" cy="19500"/>
                </a:xfrm>
                <a:custGeom>
                  <a:rect b="b" l="l" r="r" t="t"/>
                  <a:pathLst>
                    <a:path extrusionOk="0" h="780" w="246">
                      <a:moveTo>
                        <a:pt x="200" y="1"/>
                      </a:moveTo>
                      <a:cubicBezTo>
                        <a:pt x="179" y="1"/>
                        <a:pt x="157" y="14"/>
                        <a:pt x="150" y="41"/>
                      </a:cubicBezTo>
                      <a:cubicBezTo>
                        <a:pt x="125" y="157"/>
                        <a:pt x="92" y="273"/>
                        <a:pt x="67" y="397"/>
                      </a:cubicBezTo>
                      <a:cubicBezTo>
                        <a:pt x="50" y="455"/>
                        <a:pt x="42" y="513"/>
                        <a:pt x="25" y="571"/>
                      </a:cubicBezTo>
                      <a:cubicBezTo>
                        <a:pt x="17" y="629"/>
                        <a:pt x="1" y="687"/>
                        <a:pt x="9" y="753"/>
                      </a:cubicBezTo>
                      <a:cubicBezTo>
                        <a:pt x="9" y="771"/>
                        <a:pt x="23" y="779"/>
                        <a:pt x="39" y="779"/>
                      </a:cubicBezTo>
                      <a:cubicBezTo>
                        <a:pt x="53" y="779"/>
                        <a:pt x="67" y="773"/>
                        <a:pt x="75" y="761"/>
                      </a:cubicBezTo>
                      <a:cubicBezTo>
                        <a:pt x="100" y="703"/>
                        <a:pt x="117" y="645"/>
                        <a:pt x="125" y="587"/>
                      </a:cubicBezTo>
                      <a:cubicBezTo>
                        <a:pt x="141" y="529"/>
                        <a:pt x="150" y="463"/>
                        <a:pt x="166" y="405"/>
                      </a:cubicBezTo>
                      <a:cubicBezTo>
                        <a:pt x="191" y="289"/>
                        <a:pt x="216" y="173"/>
                        <a:pt x="241" y="49"/>
                      </a:cubicBezTo>
                      <a:cubicBezTo>
                        <a:pt x="245" y="18"/>
                        <a:pt x="224" y="1"/>
                        <a:pt x="20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7" name="Google Shape;1517;p1"/>
                <p:cNvSpPr/>
                <p:nvPr/>
              </p:nvSpPr>
              <p:spPr>
                <a:xfrm>
                  <a:off x="2805375" y="4479675"/>
                  <a:ext cx="11175" cy="41650"/>
                </a:xfrm>
                <a:custGeom>
                  <a:rect b="b" l="l" r="r" t="t"/>
                  <a:pathLst>
                    <a:path extrusionOk="0" h="1666" w="447">
                      <a:moveTo>
                        <a:pt x="396" y="0"/>
                      </a:moveTo>
                      <a:cubicBezTo>
                        <a:pt x="391" y="0"/>
                        <a:pt x="386" y="2"/>
                        <a:pt x="382" y="5"/>
                      </a:cubicBezTo>
                      <a:cubicBezTo>
                        <a:pt x="266" y="63"/>
                        <a:pt x="199" y="204"/>
                        <a:pt x="141" y="311"/>
                      </a:cubicBezTo>
                      <a:cubicBezTo>
                        <a:pt x="83" y="444"/>
                        <a:pt x="50" y="593"/>
                        <a:pt x="25" y="734"/>
                      </a:cubicBezTo>
                      <a:cubicBezTo>
                        <a:pt x="0" y="891"/>
                        <a:pt x="0" y="1049"/>
                        <a:pt x="9" y="1215"/>
                      </a:cubicBezTo>
                      <a:cubicBezTo>
                        <a:pt x="17" y="1347"/>
                        <a:pt x="34" y="1554"/>
                        <a:pt x="141" y="1654"/>
                      </a:cubicBezTo>
                      <a:cubicBezTo>
                        <a:pt x="150" y="1662"/>
                        <a:pt x="160" y="1666"/>
                        <a:pt x="169" y="1666"/>
                      </a:cubicBezTo>
                      <a:cubicBezTo>
                        <a:pt x="187" y="1666"/>
                        <a:pt x="205" y="1653"/>
                        <a:pt x="216" y="1637"/>
                      </a:cubicBezTo>
                      <a:cubicBezTo>
                        <a:pt x="241" y="1579"/>
                        <a:pt x="241" y="1496"/>
                        <a:pt x="232" y="1430"/>
                      </a:cubicBezTo>
                      <a:cubicBezTo>
                        <a:pt x="232" y="1355"/>
                        <a:pt x="224" y="1281"/>
                        <a:pt x="216" y="1198"/>
                      </a:cubicBezTo>
                      <a:cubicBezTo>
                        <a:pt x="208" y="1057"/>
                        <a:pt x="199" y="916"/>
                        <a:pt x="216" y="767"/>
                      </a:cubicBezTo>
                      <a:cubicBezTo>
                        <a:pt x="232" y="643"/>
                        <a:pt x="266" y="527"/>
                        <a:pt x="299" y="403"/>
                      </a:cubicBezTo>
                      <a:cubicBezTo>
                        <a:pt x="324" y="345"/>
                        <a:pt x="348" y="278"/>
                        <a:pt x="373" y="220"/>
                      </a:cubicBezTo>
                      <a:cubicBezTo>
                        <a:pt x="398" y="171"/>
                        <a:pt x="431" y="113"/>
                        <a:pt x="440" y="55"/>
                      </a:cubicBezTo>
                      <a:cubicBezTo>
                        <a:pt x="446" y="28"/>
                        <a:pt x="420" y="0"/>
                        <a:pt x="39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8" name="Google Shape;1518;p1"/>
                <p:cNvSpPr/>
                <p:nvPr/>
              </p:nvSpPr>
              <p:spPr>
                <a:xfrm>
                  <a:off x="2812825" y="4499850"/>
                  <a:ext cx="3750" cy="20675"/>
                </a:xfrm>
                <a:custGeom>
                  <a:rect b="b" l="l" r="r" t="t"/>
                  <a:pathLst>
                    <a:path extrusionOk="0" h="827" w="150">
                      <a:moveTo>
                        <a:pt x="59" y="1"/>
                      </a:moveTo>
                      <a:cubicBezTo>
                        <a:pt x="35" y="1"/>
                        <a:pt x="13" y="14"/>
                        <a:pt x="9" y="43"/>
                      </a:cubicBezTo>
                      <a:cubicBezTo>
                        <a:pt x="1" y="176"/>
                        <a:pt x="1" y="308"/>
                        <a:pt x="1" y="432"/>
                      </a:cubicBezTo>
                      <a:cubicBezTo>
                        <a:pt x="9" y="499"/>
                        <a:pt x="17" y="557"/>
                        <a:pt x="26" y="615"/>
                      </a:cubicBezTo>
                      <a:cubicBezTo>
                        <a:pt x="34" y="681"/>
                        <a:pt x="42" y="747"/>
                        <a:pt x="75" y="805"/>
                      </a:cubicBezTo>
                      <a:cubicBezTo>
                        <a:pt x="82" y="820"/>
                        <a:pt x="95" y="826"/>
                        <a:pt x="106" y="826"/>
                      </a:cubicBezTo>
                      <a:cubicBezTo>
                        <a:pt x="122" y="826"/>
                        <a:pt x="137" y="816"/>
                        <a:pt x="142" y="797"/>
                      </a:cubicBezTo>
                      <a:cubicBezTo>
                        <a:pt x="150" y="739"/>
                        <a:pt x="142" y="681"/>
                        <a:pt x="142" y="615"/>
                      </a:cubicBezTo>
                      <a:cubicBezTo>
                        <a:pt x="133" y="557"/>
                        <a:pt x="133" y="490"/>
                        <a:pt x="125" y="432"/>
                      </a:cubicBezTo>
                      <a:cubicBezTo>
                        <a:pt x="117" y="308"/>
                        <a:pt x="117" y="184"/>
                        <a:pt x="117" y="60"/>
                      </a:cubicBezTo>
                      <a:cubicBezTo>
                        <a:pt x="121" y="22"/>
                        <a:pt x="89" y="1"/>
                        <a:pt x="5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9" name="Google Shape;1519;p1"/>
                <p:cNvSpPr/>
                <p:nvPr/>
              </p:nvSpPr>
              <p:spPr>
                <a:xfrm>
                  <a:off x="2897950" y="4492075"/>
                  <a:ext cx="8325" cy="42275"/>
                </a:xfrm>
                <a:custGeom>
                  <a:rect b="b" l="l" r="r" t="t"/>
                  <a:pathLst>
                    <a:path extrusionOk="0" h="1691" w="333">
                      <a:moveTo>
                        <a:pt x="243" y="1"/>
                      </a:moveTo>
                      <a:cubicBezTo>
                        <a:pt x="232" y="1"/>
                        <a:pt x="221" y="5"/>
                        <a:pt x="216" y="14"/>
                      </a:cubicBezTo>
                      <a:cubicBezTo>
                        <a:pt x="167" y="81"/>
                        <a:pt x="192" y="197"/>
                        <a:pt x="192" y="271"/>
                      </a:cubicBezTo>
                      <a:cubicBezTo>
                        <a:pt x="192" y="346"/>
                        <a:pt x="192" y="429"/>
                        <a:pt x="183" y="503"/>
                      </a:cubicBezTo>
                      <a:cubicBezTo>
                        <a:pt x="175" y="487"/>
                        <a:pt x="175" y="462"/>
                        <a:pt x="158" y="445"/>
                      </a:cubicBezTo>
                      <a:cubicBezTo>
                        <a:pt x="154" y="433"/>
                        <a:pt x="144" y="426"/>
                        <a:pt x="133" y="426"/>
                      </a:cubicBezTo>
                      <a:cubicBezTo>
                        <a:pt x="121" y="426"/>
                        <a:pt x="109" y="433"/>
                        <a:pt x="100" y="445"/>
                      </a:cubicBezTo>
                      <a:cubicBezTo>
                        <a:pt x="84" y="487"/>
                        <a:pt x="84" y="536"/>
                        <a:pt x="84" y="586"/>
                      </a:cubicBezTo>
                      <a:cubicBezTo>
                        <a:pt x="76" y="636"/>
                        <a:pt x="76" y="685"/>
                        <a:pt x="76" y="743"/>
                      </a:cubicBezTo>
                      <a:cubicBezTo>
                        <a:pt x="76" y="843"/>
                        <a:pt x="67" y="942"/>
                        <a:pt x="59" y="1042"/>
                      </a:cubicBezTo>
                      <a:cubicBezTo>
                        <a:pt x="42" y="1249"/>
                        <a:pt x="34" y="1456"/>
                        <a:pt x="1" y="1655"/>
                      </a:cubicBezTo>
                      <a:cubicBezTo>
                        <a:pt x="1" y="1678"/>
                        <a:pt x="19" y="1690"/>
                        <a:pt x="36" y="1690"/>
                      </a:cubicBezTo>
                      <a:cubicBezTo>
                        <a:pt x="50" y="1690"/>
                        <a:pt x="64" y="1682"/>
                        <a:pt x="67" y="1663"/>
                      </a:cubicBezTo>
                      <a:cubicBezTo>
                        <a:pt x="109" y="1497"/>
                        <a:pt x="142" y="1332"/>
                        <a:pt x="167" y="1166"/>
                      </a:cubicBezTo>
                      <a:cubicBezTo>
                        <a:pt x="183" y="1166"/>
                        <a:pt x="208" y="1158"/>
                        <a:pt x="216" y="1133"/>
                      </a:cubicBezTo>
                      <a:cubicBezTo>
                        <a:pt x="250" y="934"/>
                        <a:pt x="283" y="743"/>
                        <a:pt x="308" y="545"/>
                      </a:cubicBezTo>
                      <a:cubicBezTo>
                        <a:pt x="316" y="445"/>
                        <a:pt x="324" y="354"/>
                        <a:pt x="324" y="255"/>
                      </a:cubicBezTo>
                      <a:cubicBezTo>
                        <a:pt x="324" y="180"/>
                        <a:pt x="332" y="56"/>
                        <a:pt x="266" y="6"/>
                      </a:cubicBezTo>
                      <a:cubicBezTo>
                        <a:pt x="259" y="3"/>
                        <a:pt x="251" y="1"/>
                        <a:pt x="24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0" name="Google Shape;1520;p1"/>
                <p:cNvSpPr/>
                <p:nvPr/>
              </p:nvSpPr>
              <p:spPr>
                <a:xfrm>
                  <a:off x="2900450" y="4467900"/>
                  <a:ext cx="3325" cy="12125"/>
                </a:xfrm>
                <a:custGeom>
                  <a:rect b="b" l="l" r="r" t="t"/>
                  <a:pathLst>
                    <a:path extrusionOk="0" h="485" w="133">
                      <a:moveTo>
                        <a:pt x="52" y="0"/>
                      </a:moveTo>
                      <a:cubicBezTo>
                        <a:pt x="41" y="0"/>
                        <a:pt x="31" y="6"/>
                        <a:pt x="25" y="12"/>
                      </a:cubicBezTo>
                      <a:cubicBezTo>
                        <a:pt x="0" y="37"/>
                        <a:pt x="0" y="86"/>
                        <a:pt x="0" y="120"/>
                      </a:cubicBezTo>
                      <a:cubicBezTo>
                        <a:pt x="0" y="153"/>
                        <a:pt x="9" y="194"/>
                        <a:pt x="9" y="227"/>
                      </a:cubicBezTo>
                      <a:cubicBezTo>
                        <a:pt x="17" y="302"/>
                        <a:pt x="25" y="368"/>
                        <a:pt x="34" y="443"/>
                      </a:cubicBezTo>
                      <a:cubicBezTo>
                        <a:pt x="34" y="468"/>
                        <a:pt x="58" y="484"/>
                        <a:pt x="92" y="484"/>
                      </a:cubicBezTo>
                      <a:cubicBezTo>
                        <a:pt x="116" y="476"/>
                        <a:pt x="133" y="451"/>
                        <a:pt x="133" y="426"/>
                      </a:cubicBezTo>
                      <a:cubicBezTo>
                        <a:pt x="125" y="352"/>
                        <a:pt x="116" y="285"/>
                        <a:pt x="116" y="211"/>
                      </a:cubicBezTo>
                      <a:cubicBezTo>
                        <a:pt x="116" y="178"/>
                        <a:pt x="108" y="144"/>
                        <a:pt x="100" y="111"/>
                      </a:cubicBezTo>
                      <a:cubicBezTo>
                        <a:pt x="100" y="78"/>
                        <a:pt x="92" y="28"/>
                        <a:pt x="67" y="4"/>
                      </a:cubicBezTo>
                      <a:cubicBezTo>
                        <a:pt x="62" y="1"/>
                        <a:pt x="57" y="0"/>
                        <a:pt x="5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1" name="Google Shape;1521;p1"/>
                <p:cNvSpPr/>
                <p:nvPr/>
              </p:nvSpPr>
              <p:spPr>
                <a:xfrm>
                  <a:off x="2898375" y="4448575"/>
                  <a:ext cx="3450" cy="11225"/>
                </a:xfrm>
                <a:custGeom>
                  <a:rect b="b" l="l" r="r" t="t"/>
                  <a:pathLst>
                    <a:path extrusionOk="0" h="449" w="138">
                      <a:moveTo>
                        <a:pt x="34" y="1"/>
                      </a:moveTo>
                      <a:cubicBezTo>
                        <a:pt x="24" y="1"/>
                        <a:pt x="14" y="5"/>
                        <a:pt x="9" y="14"/>
                      </a:cubicBezTo>
                      <a:cubicBezTo>
                        <a:pt x="1" y="47"/>
                        <a:pt x="9" y="81"/>
                        <a:pt x="9" y="114"/>
                      </a:cubicBezTo>
                      <a:cubicBezTo>
                        <a:pt x="9" y="147"/>
                        <a:pt x="9" y="180"/>
                        <a:pt x="9" y="213"/>
                      </a:cubicBezTo>
                      <a:cubicBezTo>
                        <a:pt x="17" y="279"/>
                        <a:pt x="34" y="346"/>
                        <a:pt x="42" y="412"/>
                      </a:cubicBezTo>
                      <a:cubicBezTo>
                        <a:pt x="46" y="437"/>
                        <a:pt x="64" y="448"/>
                        <a:pt x="84" y="448"/>
                      </a:cubicBezTo>
                      <a:cubicBezTo>
                        <a:pt x="110" y="448"/>
                        <a:pt x="138" y="429"/>
                        <a:pt x="133" y="395"/>
                      </a:cubicBezTo>
                      <a:cubicBezTo>
                        <a:pt x="125" y="329"/>
                        <a:pt x="117" y="263"/>
                        <a:pt x="108" y="197"/>
                      </a:cubicBezTo>
                      <a:cubicBezTo>
                        <a:pt x="100" y="163"/>
                        <a:pt x="92" y="130"/>
                        <a:pt x="83" y="97"/>
                      </a:cubicBezTo>
                      <a:cubicBezTo>
                        <a:pt x="75" y="72"/>
                        <a:pt x="67" y="31"/>
                        <a:pt x="50" y="6"/>
                      </a:cubicBezTo>
                      <a:cubicBezTo>
                        <a:pt x="47" y="3"/>
                        <a:pt x="41" y="1"/>
                        <a:pt x="3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2" name="Google Shape;1522;p1"/>
                <p:cNvSpPr/>
                <p:nvPr/>
              </p:nvSpPr>
              <p:spPr>
                <a:xfrm>
                  <a:off x="2901700" y="4425400"/>
                  <a:ext cx="2925" cy="8050"/>
                </a:xfrm>
                <a:custGeom>
                  <a:rect b="b" l="l" r="r" t="t"/>
                  <a:pathLst>
                    <a:path extrusionOk="0" h="322" w="117">
                      <a:moveTo>
                        <a:pt x="46" y="1"/>
                      </a:moveTo>
                      <a:cubicBezTo>
                        <a:pt x="37" y="1"/>
                        <a:pt x="29" y="5"/>
                        <a:pt x="25" y="13"/>
                      </a:cubicBezTo>
                      <a:cubicBezTo>
                        <a:pt x="17" y="22"/>
                        <a:pt x="8" y="38"/>
                        <a:pt x="8" y="47"/>
                      </a:cubicBezTo>
                      <a:lnTo>
                        <a:pt x="8" y="63"/>
                      </a:lnTo>
                      <a:cubicBezTo>
                        <a:pt x="8" y="63"/>
                        <a:pt x="3" y="74"/>
                        <a:pt x="5" y="74"/>
                      </a:cubicBezTo>
                      <a:cubicBezTo>
                        <a:pt x="6" y="74"/>
                        <a:pt x="7" y="73"/>
                        <a:pt x="8" y="71"/>
                      </a:cubicBezTo>
                      <a:lnTo>
                        <a:pt x="8" y="71"/>
                      </a:lnTo>
                      <a:cubicBezTo>
                        <a:pt x="0" y="80"/>
                        <a:pt x="0" y="96"/>
                        <a:pt x="0" y="104"/>
                      </a:cubicBezTo>
                      <a:lnTo>
                        <a:pt x="0" y="138"/>
                      </a:lnTo>
                      <a:cubicBezTo>
                        <a:pt x="0" y="179"/>
                        <a:pt x="0" y="229"/>
                        <a:pt x="0" y="270"/>
                      </a:cubicBezTo>
                      <a:cubicBezTo>
                        <a:pt x="0" y="299"/>
                        <a:pt x="25" y="322"/>
                        <a:pt x="53" y="322"/>
                      </a:cubicBezTo>
                      <a:cubicBezTo>
                        <a:pt x="58" y="322"/>
                        <a:pt x="62" y="321"/>
                        <a:pt x="66" y="320"/>
                      </a:cubicBezTo>
                      <a:cubicBezTo>
                        <a:pt x="91" y="312"/>
                        <a:pt x="116" y="287"/>
                        <a:pt x="108" y="262"/>
                      </a:cubicBezTo>
                      <a:cubicBezTo>
                        <a:pt x="108" y="220"/>
                        <a:pt x="108" y="179"/>
                        <a:pt x="108" y="138"/>
                      </a:cubicBezTo>
                      <a:cubicBezTo>
                        <a:pt x="108" y="129"/>
                        <a:pt x="100" y="113"/>
                        <a:pt x="100" y="104"/>
                      </a:cubicBezTo>
                      <a:cubicBezTo>
                        <a:pt x="100" y="96"/>
                        <a:pt x="91" y="80"/>
                        <a:pt x="91" y="71"/>
                      </a:cubicBezTo>
                      <a:cubicBezTo>
                        <a:pt x="83" y="47"/>
                        <a:pt x="83" y="30"/>
                        <a:pt x="66" y="13"/>
                      </a:cubicBezTo>
                      <a:cubicBezTo>
                        <a:pt x="62" y="5"/>
                        <a:pt x="54" y="1"/>
                        <a:pt x="4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3" name="Google Shape;1523;p1"/>
                <p:cNvSpPr/>
                <p:nvPr/>
              </p:nvSpPr>
              <p:spPr>
                <a:xfrm>
                  <a:off x="2729350" y="4363500"/>
                  <a:ext cx="5325" cy="28525"/>
                </a:xfrm>
                <a:custGeom>
                  <a:rect b="b" l="l" r="r" t="t"/>
                  <a:pathLst>
                    <a:path extrusionOk="0" h="1141" w="213">
                      <a:moveTo>
                        <a:pt x="163" y="1"/>
                      </a:moveTo>
                      <a:cubicBezTo>
                        <a:pt x="147" y="1"/>
                        <a:pt x="131" y="9"/>
                        <a:pt x="125" y="29"/>
                      </a:cubicBezTo>
                      <a:cubicBezTo>
                        <a:pt x="67" y="203"/>
                        <a:pt x="17" y="377"/>
                        <a:pt x="1" y="559"/>
                      </a:cubicBezTo>
                      <a:cubicBezTo>
                        <a:pt x="1" y="658"/>
                        <a:pt x="1" y="749"/>
                        <a:pt x="1" y="841"/>
                      </a:cubicBezTo>
                      <a:cubicBezTo>
                        <a:pt x="9" y="882"/>
                        <a:pt x="9" y="932"/>
                        <a:pt x="17" y="973"/>
                      </a:cubicBezTo>
                      <a:cubicBezTo>
                        <a:pt x="17" y="1023"/>
                        <a:pt x="25" y="1073"/>
                        <a:pt x="59" y="1114"/>
                      </a:cubicBezTo>
                      <a:cubicBezTo>
                        <a:pt x="73" y="1132"/>
                        <a:pt x="95" y="1140"/>
                        <a:pt x="117" y="1140"/>
                      </a:cubicBezTo>
                      <a:cubicBezTo>
                        <a:pt x="145" y="1140"/>
                        <a:pt x="173" y="1126"/>
                        <a:pt x="183" y="1097"/>
                      </a:cubicBezTo>
                      <a:cubicBezTo>
                        <a:pt x="199" y="1056"/>
                        <a:pt x="191" y="1015"/>
                        <a:pt x="183" y="965"/>
                      </a:cubicBezTo>
                      <a:cubicBezTo>
                        <a:pt x="183" y="923"/>
                        <a:pt x="175" y="882"/>
                        <a:pt x="175" y="841"/>
                      </a:cubicBezTo>
                      <a:cubicBezTo>
                        <a:pt x="166" y="749"/>
                        <a:pt x="158" y="658"/>
                        <a:pt x="166" y="575"/>
                      </a:cubicBezTo>
                      <a:cubicBezTo>
                        <a:pt x="166" y="401"/>
                        <a:pt x="175" y="219"/>
                        <a:pt x="208" y="45"/>
                      </a:cubicBezTo>
                      <a:cubicBezTo>
                        <a:pt x="213" y="20"/>
                        <a:pt x="187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4" name="Google Shape;1524;p1"/>
                <p:cNvSpPr/>
                <p:nvPr/>
              </p:nvSpPr>
              <p:spPr>
                <a:xfrm>
                  <a:off x="2735150" y="4371250"/>
                  <a:ext cx="2525" cy="10450"/>
                </a:xfrm>
                <a:custGeom>
                  <a:rect b="b" l="l" r="r" t="t"/>
                  <a:pathLst>
                    <a:path extrusionOk="0" h="418" w="101">
                      <a:moveTo>
                        <a:pt x="67" y="0"/>
                      </a:moveTo>
                      <a:lnTo>
                        <a:pt x="67" y="9"/>
                      </a:lnTo>
                      <a:cubicBezTo>
                        <a:pt x="64" y="7"/>
                        <a:pt x="61" y="6"/>
                        <a:pt x="58" y="6"/>
                      </a:cubicBezTo>
                      <a:cubicBezTo>
                        <a:pt x="45" y="6"/>
                        <a:pt x="34" y="20"/>
                        <a:pt x="34" y="33"/>
                      </a:cubicBezTo>
                      <a:cubicBezTo>
                        <a:pt x="17" y="91"/>
                        <a:pt x="1" y="158"/>
                        <a:pt x="1" y="216"/>
                      </a:cubicBezTo>
                      <a:cubicBezTo>
                        <a:pt x="1" y="249"/>
                        <a:pt x="1" y="282"/>
                        <a:pt x="9" y="315"/>
                      </a:cubicBezTo>
                      <a:cubicBezTo>
                        <a:pt x="9" y="332"/>
                        <a:pt x="9" y="340"/>
                        <a:pt x="9" y="357"/>
                      </a:cubicBezTo>
                      <a:cubicBezTo>
                        <a:pt x="9" y="373"/>
                        <a:pt x="17" y="390"/>
                        <a:pt x="25" y="406"/>
                      </a:cubicBezTo>
                      <a:cubicBezTo>
                        <a:pt x="29" y="414"/>
                        <a:pt x="38" y="418"/>
                        <a:pt x="46" y="418"/>
                      </a:cubicBezTo>
                      <a:cubicBezTo>
                        <a:pt x="57" y="418"/>
                        <a:pt x="67" y="412"/>
                        <a:pt x="67" y="398"/>
                      </a:cubicBezTo>
                      <a:cubicBezTo>
                        <a:pt x="75" y="381"/>
                        <a:pt x="75" y="365"/>
                        <a:pt x="75" y="348"/>
                      </a:cubicBezTo>
                      <a:cubicBezTo>
                        <a:pt x="75" y="340"/>
                        <a:pt x="75" y="323"/>
                        <a:pt x="75" y="307"/>
                      </a:cubicBezTo>
                      <a:cubicBezTo>
                        <a:pt x="75" y="274"/>
                        <a:pt x="75" y="249"/>
                        <a:pt x="75" y="224"/>
                      </a:cubicBezTo>
                      <a:cubicBezTo>
                        <a:pt x="75" y="158"/>
                        <a:pt x="83" y="100"/>
                        <a:pt x="92" y="42"/>
                      </a:cubicBezTo>
                      <a:cubicBezTo>
                        <a:pt x="100" y="25"/>
                        <a:pt x="83" y="9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5" name="Google Shape;1525;p1"/>
                <p:cNvSpPr/>
                <p:nvPr/>
              </p:nvSpPr>
              <p:spPr>
                <a:xfrm>
                  <a:off x="2686900" y="4441750"/>
                  <a:ext cx="8725" cy="17650"/>
                </a:xfrm>
                <a:custGeom>
                  <a:rect b="b" l="l" r="r" t="t"/>
                  <a:pathLst>
                    <a:path extrusionOk="0" h="706" w="349">
                      <a:moveTo>
                        <a:pt x="291" y="0"/>
                      </a:moveTo>
                      <a:cubicBezTo>
                        <a:pt x="279" y="0"/>
                        <a:pt x="267" y="4"/>
                        <a:pt x="257" y="14"/>
                      </a:cubicBezTo>
                      <a:cubicBezTo>
                        <a:pt x="215" y="55"/>
                        <a:pt x="182" y="113"/>
                        <a:pt x="157" y="163"/>
                      </a:cubicBezTo>
                      <a:cubicBezTo>
                        <a:pt x="133" y="221"/>
                        <a:pt x="108" y="271"/>
                        <a:pt x="83" y="329"/>
                      </a:cubicBezTo>
                      <a:cubicBezTo>
                        <a:pt x="58" y="378"/>
                        <a:pt x="42" y="436"/>
                        <a:pt x="33" y="494"/>
                      </a:cubicBezTo>
                      <a:cubicBezTo>
                        <a:pt x="17" y="552"/>
                        <a:pt x="8" y="610"/>
                        <a:pt x="0" y="677"/>
                      </a:cubicBezTo>
                      <a:cubicBezTo>
                        <a:pt x="0" y="693"/>
                        <a:pt x="21" y="706"/>
                        <a:pt x="38" y="706"/>
                      </a:cubicBezTo>
                      <a:cubicBezTo>
                        <a:pt x="47" y="706"/>
                        <a:pt x="55" y="702"/>
                        <a:pt x="58" y="693"/>
                      </a:cubicBezTo>
                      <a:cubicBezTo>
                        <a:pt x="75" y="635"/>
                        <a:pt x="99" y="586"/>
                        <a:pt x="116" y="536"/>
                      </a:cubicBezTo>
                      <a:cubicBezTo>
                        <a:pt x="141" y="486"/>
                        <a:pt x="166" y="428"/>
                        <a:pt x="182" y="378"/>
                      </a:cubicBezTo>
                      <a:cubicBezTo>
                        <a:pt x="207" y="320"/>
                        <a:pt x="232" y="271"/>
                        <a:pt x="265" y="221"/>
                      </a:cubicBezTo>
                      <a:cubicBezTo>
                        <a:pt x="290" y="171"/>
                        <a:pt x="323" y="130"/>
                        <a:pt x="348" y="72"/>
                      </a:cubicBezTo>
                      <a:cubicBezTo>
                        <a:pt x="348" y="55"/>
                        <a:pt x="348" y="30"/>
                        <a:pt x="340" y="22"/>
                      </a:cubicBezTo>
                      <a:cubicBezTo>
                        <a:pt x="331" y="14"/>
                        <a:pt x="323" y="6"/>
                        <a:pt x="315" y="6"/>
                      </a:cubicBezTo>
                      <a:cubicBezTo>
                        <a:pt x="308" y="2"/>
                        <a:pt x="300" y="0"/>
                        <a:pt x="2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6" name="Google Shape;1526;p1"/>
                <p:cNvSpPr/>
                <p:nvPr/>
              </p:nvSpPr>
              <p:spPr>
                <a:xfrm>
                  <a:off x="2694350" y="4447275"/>
                  <a:ext cx="3325" cy="6925"/>
                </a:xfrm>
                <a:custGeom>
                  <a:rect b="b" l="l" r="r" t="t"/>
                  <a:pathLst>
                    <a:path extrusionOk="0" h="277" w="133">
                      <a:moveTo>
                        <a:pt x="125" y="0"/>
                      </a:moveTo>
                      <a:cubicBezTo>
                        <a:pt x="116" y="0"/>
                        <a:pt x="108" y="0"/>
                        <a:pt x="108" y="8"/>
                      </a:cubicBezTo>
                      <a:cubicBezTo>
                        <a:pt x="83" y="41"/>
                        <a:pt x="67" y="83"/>
                        <a:pt x="50" y="124"/>
                      </a:cubicBezTo>
                      <a:cubicBezTo>
                        <a:pt x="33" y="157"/>
                        <a:pt x="17" y="199"/>
                        <a:pt x="9" y="232"/>
                      </a:cubicBezTo>
                      <a:cubicBezTo>
                        <a:pt x="0" y="249"/>
                        <a:pt x="9" y="265"/>
                        <a:pt x="17" y="273"/>
                      </a:cubicBezTo>
                      <a:cubicBezTo>
                        <a:pt x="21" y="276"/>
                        <a:pt x="26" y="277"/>
                        <a:pt x="30" y="277"/>
                      </a:cubicBezTo>
                      <a:cubicBezTo>
                        <a:pt x="42" y="277"/>
                        <a:pt x="52" y="269"/>
                        <a:pt x="58" y="257"/>
                      </a:cubicBezTo>
                      <a:cubicBezTo>
                        <a:pt x="75" y="215"/>
                        <a:pt x="91" y="182"/>
                        <a:pt x="100" y="141"/>
                      </a:cubicBezTo>
                      <a:cubicBezTo>
                        <a:pt x="108" y="99"/>
                        <a:pt x="125" y="58"/>
                        <a:pt x="133" y="17"/>
                      </a:cubicBezTo>
                      <a:cubicBezTo>
                        <a:pt x="133" y="8"/>
                        <a:pt x="125" y="0"/>
                        <a:pt x="12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7" name="Google Shape;1527;p1"/>
                <p:cNvSpPr/>
                <p:nvPr/>
              </p:nvSpPr>
              <p:spPr>
                <a:xfrm>
                  <a:off x="2704900" y="4438775"/>
                  <a:ext cx="2925" cy="10150"/>
                </a:xfrm>
                <a:custGeom>
                  <a:rect b="b" l="l" r="r" t="t"/>
                  <a:pathLst>
                    <a:path extrusionOk="0" h="406" w="117">
                      <a:moveTo>
                        <a:pt x="67" y="0"/>
                      </a:moveTo>
                      <a:cubicBezTo>
                        <a:pt x="42" y="0"/>
                        <a:pt x="17" y="17"/>
                        <a:pt x="9" y="42"/>
                      </a:cubicBezTo>
                      <a:cubicBezTo>
                        <a:pt x="1" y="100"/>
                        <a:pt x="1" y="158"/>
                        <a:pt x="1" y="216"/>
                      </a:cubicBezTo>
                      <a:cubicBezTo>
                        <a:pt x="1" y="241"/>
                        <a:pt x="9" y="274"/>
                        <a:pt x="9" y="299"/>
                      </a:cubicBezTo>
                      <a:cubicBezTo>
                        <a:pt x="17" y="323"/>
                        <a:pt x="17" y="357"/>
                        <a:pt x="34" y="381"/>
                      </a:cubicBezTo>
                      <a:cubicBezTo>
                        <a:pt x="42" y="397"/>
                        <a:pt x="57" y="405"/>
                        <a:pt x="72" y="405"/>
                      </a:cubicBezTo>
                      <a:cubicBezTo>
                        <a:pt x="88" y="405"/>
                        <a:pt x="104" y="395"/>
                        <a:pt x="109" y="373"/>
                      </a:cubicBezTo>
                      <a:cubicBezTo>
                        <a:pt x="117" y="348"/>
                        <a:pt x="109" y="315"/>
                        <a:pt x="109" y="290"/>
                      </a:cubicBezTo>
                      <a:cubicBezTo>
                        <a:pt x="109" y="257"/>
                        <a:pt x="109" y="232"/>
                        <a:pt x="109" y="207"/>
                      </a:cubicBezTo>
                      <a:cubicBezTo>
                        <a:pt x="100" y="158"/>
                        <a:pt x="109" y="108"/>
                        <a:pt x="109" y="58"/>
                      </a:cubicBezTo>
                      <a:cubicBezTo>
                        <a:pt x="109" y="33"/>
                        <a:pt x="92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8" name="Google Shape;1528;p1"/>
                <p:cNvSpPr/>
                <p:nvPr/>
              </p:nvSpPr>
              <p:spPr>
                <a:xfrm>
                  <a:off x="2794775" y="4228125"/>
                  <a:ext cx="8350" cy="15350"/>
                </a:xfrm>
                <a:custGeom>
                  <a:rect b="b" l="l" r="r" t="t"/>
                  <a:pathLst>
                    <a:path extrusionOk="0" h="614" w="334">
                      <a:moveTo>
                        <a:pt x="273" y="0"/>
                      </a:moveTo>
                      <a:cubicBezTo>
                        <a:pt x="261" y="0"/>
                        <a:pt x="250" y="3"/>
                        <a:pt x="242" y="8"/>
                      </a:cubicBezTo>
                      <a:cubicBezTo>
                        <a:pt x="250" y="8"/>
                        <a:pt x="234" y="17"/>
                        <a:pt x="234" y="17"/>
                      </a:cubicBezTo>
                      <a:cubicBezTo>
                        <a:pt x="226" y="25"/>
                        <a:pt x="217" y="33"/>
                        <a:pt x="217" y="41"/>
                      </a:cubicBezTo>
                      <a:cubicBezTo>
                        <a:pt x="209" y="50"/>
                        <a:pt x="201" y="66"/>
                        <a:pt x="201" y="83"/>
                      </a:cubicBezTo>
                      <a:cubicBezTo>
                        <a:pt x="192" y="99"/>
                        <a:pt x="184" y="124"/>
                        <a:pt x="176" y="149"/>
                      </a:cubicBezTo>
                      <a:cubicBezTo>
                        <a:pt x="159" y="199"/>
                        <a:pt x="143" y="240"/>
                        <a:pt x="126" y="282"/>
                      </a:cubicBezTo>
                      <a:cubicBezTo>
                        <a:pt x="93" y="373"/>
                        <a:pt x="52" y="464"/>
                        <a:pt x="18" y="547"/>
                      </a:cubicBezTo>
                      <a:cubicBezTo>
                        <a:pt x="1" y="582"/>
                        <a:pt x="33" y="614"/>
                        <a:pt x="63" y="614"/>
                      </a:cubicBezTo>
                      <a:cubicBezTo>
                        <a:pt x="75" y="614"/>
                        <a:pt x="86" y="608"/>
                        <a:pt x="93" y="597"/>
                      </a:cubicBezTo>
                      <a:cubicBezTo>
                        <a:pt x="151" y="514"/>
                        <a:pt x="209" y="431"/>
                        <a:pt x="250" y="331"/>
                      </a:cubicBezTo>
                      <a:cubicBezTo>
                        <a:pt x="267" y="290"/>
                        <a:pt x="284" y="249"/>
                        <a:pt x="300" y="199"/>
                      </a:cubicBezTo>
                      <a:cubicBezTo>
                        <a:pt x="308" y="174"/>
                        <a:pt x="317" y="157"/>
                        <a:pt x="325" y="133"/>
                      </a:cubicBezTo>
                      <a:cubicBezTo>
                        <a:pt x="333" y="116"/>
                        <a:pt x="333" y="99"/>
                        <a:pt x="333" y="83"/>
                      </a:cubicBezTo>
                      <a:cubicBezTo>
                        <a:pt x="333" y="66"/>
                        <a:pt x="333" y="58"/>
                        <a:pt x="333" y="50"/>
                      </a:cubicBezTo>
                      <a:lnTo>
                        <a:pt x="325" y="33"/>
                      </a:lnTo>
                      <a:cubicBezTo>
                        <a:pt x="319" y="11"/>
                        <a:pt x="295" y="0"/>
                        <a:pt x="27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9" name="Google Shape;1529;p1"/>
                <p:cNvSpPr/>
                <p:nvPr/>
              </p:nvSpPr>
              <p:spPr>
                <a:xfrm>
                  <a:off x="2802475" y="4236250"/>
                  <a:ext cx="2725" cy="7475"/>
                </a:xfrm>
                <a:custGeom>
                  <a:rect b="b" l="l" r="r" t="t"/>
                  <a:pathLst>
                    <a:path extrusionOk="0" h="299" w="109">
                      <a:moveTo>
                        <a:pt x="67" y="1"/>
                      </a:moveTo>
                      <a:cubicBezTo>
                        <a:pt x="60" y="1"/>
                        <a:pt x="54" y="3"/>
                        <a:pt x="50" y="6"/>
                      </a:cubicBezTo>
                      <a:cubicBezTo>
                        <a:pt x="42" y="15"/>
                        <a:pt x="34" y="31"/>
                        <a:pt x="34" y="40"/>
                      </a:cubicBezTo>
                      <a:lnTo>
                        <a:pt x="25" y="48"/>
                      </a:lnTo>
                      <a:cubicBezTo>
                        <a:pt x="17" y="56"/>
                        <a:pt x="17" y="64"/>
                        <a:pt x="17" y="73"/>
                      </a:cubicBezTo>
                      <a:lnTo>
                        <a:pt x="17" y="139"/>
                      </a:lnTo>
                      <a:cubicBezTo>
                        <a:pt x="9" y="180"/>
                        <a:pt x="9" y="222"/>
                        <a:pt x="0" y="263"/>
                      </a:cubicBezTo>
                      <a:cubicBezTo>
                        <a:pt x="0" y="280"/>
                        <a:pt x="9" y="296"/>
                        <a:pt x="34" y="296"/>
                      </a:cubicBezTo>
                      <a:cubicBezTo>
                        <a:pt x="37" y="298"/>
                        <a:pt x="40" y="299"/>
                        <a:pt x="43" y="299"/>
                      </a:cubicBezTo>
                      <a:cubicBezTo>
                        <a:pt x="56" y="299"/>
                        <a:pt x="67" y="285"/>
                        <a:pt x="67" y="272"/>
                      </a:cubicBezTo>
                      <a:cubicBezTo>
                        <a:pt x="75" y="230"/>
                        <a:pt x="83" y="189"/>
                        <a:pt x="92" y="147"/>
                      </a:cubicBezTo>
                      <a:cubicBezTo>
                        <a:pt x="100" y="122"/>
                        <a:pt x="100" y="106"/>
                        <a:pt x="100" y="89"/>
                      </a:cubicBezTo>
                      <a:cubicBezTo>
                        <a:pt x="108" y="81"/>
                        <a:pt x="108" y="73"/>
                        <a:pt x="108" y="64"/>
                      </a:cubicBezTo>
                      <a:cubicBezTo>
                        <a:pt x="104" y="60"/>
                        <a:pt x="102" y="56"/>
                        <a:pt x="100" y="53"/>
                      </a:cubicBezTo>
                      <a:lnTo>
                        <a:pt x="100" y="53"/>
                      </a:lnTo>
                      <a:cubicBezTo>
                        <a:pt x="100" y="52"/>
                        <a:pt x="100" y="50"/>
                        <a:pt x="100" y="48"/>
                      </a:cubicBezTo>
                      <a:cubicBezTo>
                        <a:pt x="100" y="40"/>
                        <a:pt x="92" y="23"/>
                        <a:pt x="92" y="15"/>
                      </a:cubicBezTo>
                      <a:cubicBezTo>
                        <a:pt x="87" y="5"/>
                        <a:pt x="76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0" name="Google Shape;1530;p1"/>
                <p:cNvSpPr/>
                <p:nvPr/>
              </p:nvSpPr>
              <p:spPr>
                <a:xfrm>
                  <a:off x="2888225" y="4213875"/>
                  <a:ext cx="4575" cy="7300"/>
                </a:xfrm>
                <a:custGeom>
                  <a:rect b="b" l="l" r="r" t="t"/>
                  <a:pathLst>
                    <a:path extrusionOk="0" h="292" w="183">
                      <a:moveTo>
                        <a:pt x="159" y="0"/>
                      </a:moveTo>
                      <a:cubicBezTo>
                        <a:pt x="154" y="0"/>
                        <a:pt x="150" y="2"/>
                        <a:pt x="150" y="7"/>
                      </a:cubicBezTo>
                      <a:cubicBezTo>
                        <a:pt x="133" y="31"/>
                        <a:pt x="117" y="40"/>
                        <a:pt x="100" y="65"/>
                      </a:cubicBezTo>
                      <a:cubicBezTo>
                        <a:pt x="92" y="81"/>
                        <a:pt x="75" y="98"/>
                        <a:pt x="67" y="123"/>
                      </a:cubicBezTo>
                      <a:cubicBezTo>
                        <a:pt x="59" y="139"/>
                        <a:pt x="42" y="164"/>
                        <a:pt x="34" y="181"/>
                      </a:cubicBezTo>
                      <a:cubicBezTo>
                        <a:pt x="25" y="205"/>
                        <a:pt x="17" y="222"/>
                        <a:pt x="9" y="247"/>
                      </a:cubicBezTo>
                      <a:cubicBezTo>
                        <a:pt x="1" y="263"/>
                        <a:pt x="9" y="288"/>
                        <a:pt x="34" y="288"/>
                      </a:cubicBezTo>
                      <a:cubicBezTo>
                        <a:pt x="38" y="291"/>
                        <a:pt x="43" y="292"/>
                        <a:pt x="47" y="292"/>
                      </a:cubicBezTo>
                      <a:cubicBezTo>
                        <a:pt x="59" y="292"/>
                        <a:pt x="69" y="284"/>
                        <a:pt x="75" y="272"/>
                      </a:cubicBezTo>
                      <a:cubicBezTo>
                        <a:pt x="92" y="230"/>
                        <a:pt x="108" y="189"/>
                        <a:pt x="125" y="147"/>
                      </a:cubicBezTo>
                      <a:cubicBezTo>
                        <a:pt x="133" y="131"/>
                        <a:pt x="141" y="106"/>
                        <a:pt x="158" y="89"/>
                      </a:cubicBezTo>
                      <a:cubicBezTo>
                        <a:pt x="166" y="73"/>
                        <a:pt x="175" y="48"/>
                        <a:pt x="183" y="31"/>
                      </a:cubicBezTo>
                      <a:cubicBezTo>
                        <a:pt x="183" y="23"/>
                        <a:pt x="183" y="7"/>
                        <a:pt x="175" y="7"/>
                      </a:cubicBezTo>
                      <a:cubicBezTo>
                        <a:pt x="170" y="2"/>
                        <a:pt x="164" y="0"/>
                        <a:pt x="15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1" name="Google Shape;1531;p1"/>
                <p:cNvSpPr/>
                <p:nvPr/>
              </p:nvSpPr>
              <p:spPr>
                <a:xfrm>
                  <a:off x="2979925" y="4136225"/>
                  <a:ext cx="6100" cy="21550"/>
                </a:xfrm>
                <a:custGeom>
                  <a:rect b="b" l="l" r="r" t="t"/>
                  <a:pathLst>
                    <a:path extrusionOk="0" h="862" w="244">
                      <a:moveTo>
                        <a:pt x="41" y="1"/>
                      </a:moveTo>
                      <a:cubicBezTo>
                        <a:pt x="21" y="1"/>
                        <a:pt x="1" y="21"/>
                        <a:pt x="11" y="47"/>
                      </a:cubicBezTo>
                      <a:cubicBezTo>
                        <a:pt x="53" y="180"/>
                        <a:pt x="86" y="312"/>
                        <a:pt x="111" y="453"/>
                      </a:cubicBezTo>
                      <a:cubicBezTo>
                        <a:pt x="119" y="511"/>
                        <a:pt x="127" y="577"/>
                        <a:pt x="136" y="644"/>
                      </a:cubicBezTo>
                      <a:cubicBezTo>
                        <a:pt x="144" y="710"/>
                        <a:pt x="152" y="776"/>
                        <a:pt x="177" y="842"/>
                      </a:cubicBezTo>
                      <a:cubicBezTo>
                        <a:pt x="181" y="855"/>
                        <a:pt x="192" y="861"/>
                        <a:pt x="202" y="861"/>
                      </a:cubicBezTo>
                      <a:cubicBezTo>
                        <a:pt x="212" y="861"/>
                        <a:pt x="223" y="855"/>
                        <a:pt x="227" y="842"/>
                      </a:cubicBezTo>
                      <a:cubicBezTo>
                        <a:pt x="243" y="776"/>
                        <a:pt x="243" y="710"/>
                        <a:pt x="235" y="644"/>
                      </a:cubicBezTo>
                      <a:cubicBezTo>
                        <a:pt x="235" y="569"/>
                        <a:pt x="227" y="503"/>
                        <a:pt x="210" y="428"/>
                      </a:cubicBezTo>
                      <a:cubicBezTo>
                        <a:pt x="177" y="287"/>
                        <a:pt x="136" y="155"/>
                        <a:pt x="69" y="22"/>
                      </a:cubicBezTo>
                      <a:cubicBezTo>
                        <a:pt x="63" y="7"/>
                        <a:pt x="52" y="1"/>
                        <a:pt x="4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2" name="Google Shape;1532;p1"/>
                <p:cNvSpPr/>
                <p:nvPr/>
              </p:nvSpPr>
              <p:spPr>
                <a:xfrm>
                  <a:off x="2987850" y="4154100"/>
                  <a:ext cx="3350" cy="9350"/>
                </a:xfrm>
                <a:custGeom>
                  <a:rect b="b" l="l" r="r" t="t"/>
                  <a:pathLst>
                    <a:path extrusionOk="0" h="374" w="134">
                      <a:moveTo>
                        <a:pt x="55" y="1"/>
                      </a:moveTo>
                      <a:cubicBezTo>
                        <a:pt x="51" y="1"/>
                        <a:pt x="47" y="2"/>
                        <a:pt x="42" y="3"/>
                      </a:cubicBezTo>
                      <a:cubicBezTo>
                        <a:pt x="17" y="3"/>
                        <a:pt x="1" y="28"/>
                        <a:pt x="9" y="53"/>
                      </a:cubicBezTo>
                      <a:lnTo>
                        <a:pt x="9" y="45"/>
                      </a:lnTo>
                      <a:cubicBezTo>
                        <a:pt x="9" y="103"/>
                        <a:pt x="17" y="152"/>
                        <a:pt x="26" y="202"/>
                      </a:cubicBezTo>
                      <a:cubicBezTo>
                        <a:pt x="26" y="227"/>
                        <a:pt x="34" y="252"/>
                        <a:pt x="42" y="277"/>
                      </a:cubicBezTo>
                      <a:cubicBezTo>
                        <a:pt x="42" y="301"/>
                        <a:pt x="51" y="335"/>
                        <a:pt x="59" y="359"/>
                      </a:cubicBezTo>
                      <a:cubicBezTo>
                        <a:pt x="65" y="369"/>
                        <a:pt x="76" y="374"/>
                        <a:pt x="87" y="374"/>
                      </a:cubicBezTo>
                      <a:cubicBezTo>
                        <a:pt x="103" y="374"/>
                        <a:pt x="120" y="363"/>
                        <a:pt x="125" y="343"/>
                      </a:cubicBezTo>
                      <a:cubicBezTo>
                        <a:pt x="133" y="318"/>
                        <a:pt x="125" y="293"/>
                        <a:pt x="125" y="268"/>
                      </a:cubicBezTo>
                      <a:cubicBezTo>
                        <a:pt x="125" y="243"/>
                        <a:pt x="125" y="210"/>
                        <a:pt x="117" y="185"/>
                      </a:cubicBezTo>
                      <a:cubicBezTo>
                        <a:pt x="109" y="136"/>
                        <a:pt x="100" y="86"/>
                        <a:pt x="92" y="36"/>
                      </a:cubicBezTo>
                      <a:cubicBezTo>
                        <a:pt x="92" y="16"/>
                        <a:pt x="75" y="1"/>
                        <a:pt x="5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3" name="Google Shape;1533;p1"/>
                <p:cNvSpPr/>
                <p:nvPr/>
              </p:nvSpPr>
              <p:spPr>
                <a:xfrm>
                  <a:off x="2992625" y="4153650"/>
                  <a:ext cx="3125" cy="12525"/>
                </a:xfrm>
                <a:custGeom>
                  <a:rect b="b" l="l" r="r" t="t"/>
                  <a:pathLst>
                    <a:path extrusionOk="0" h="501" w="125">
                      <a:moveTo>
                        <a:pt x="61" y="0"/>
                      </a:moveTo>
                      <a:cubicBezTo>
                        <a:pt x="37" y="0"/>
                        <a:pt x="13" y="15"/>
                        <a:pt x="9" y="46"/>
                      </a:cubicBezTo>
                      <a:cubicBezTo>
                        <a:pt x="0" y="121"/>
                        <a:pt x="0" y="195"/>
                        <a:pt x="0" y="270"/>
                      </a:cubicBezTo>
                      <a:cubicBezTo>
                        <a:pt x="9" y="295"/>
                        <a:pt x="9" y="311"/>
                        <a:pt x="17" y="328"/>
                      </a:cubicBezTo>
                      <a:cubicBezTo>
                        <a:pt x="17" y="344"/>
                        <a:pt x="17" y="361"/>
                        <a:pt x="25" y="386"/>
                      </a:cubicBezTo>
                      <a:cubicBezTo>
                        <a:pt x="34" y="419"/>
                        <a:pt x="42" y="452"/>
                        <a:pt x="67" y="485"/>
                      </a:cubicBezTo>
                      <a:cubicBezTo>
                        <a:pt x="70" y="495"/>
                        <a:pt x="79" y="500"/>
                        <a:pt x="89" y="500"/>
                      </a:cubicBezTo>
                      <a:cubicBezTo>
                        <a:pt x="102" y="500"/>
                        <a:pt x="116" y="491"/>
                        <a:pt x="116" y="477"/>
                      </a:cubicBezTo>
                      <a:cubicBezTo>
                        <a:pt x="125" y="435"/>
                        <a:pt x="116" y="402"/>
                        <a:pt x="116" y="369"/>
                      </a:cubicBezTo>
                      <a:cubicBezTo>
                        <a:pt x="108" y="353"/>
                        <a:pt x="108" y="336"/>
                        <a:pt x="108" y="311"/>
                      </a:cubicBezTo>
                      <a:cubicBezTo>
                        <a:pt x="108" y="295"/>
                        <a:pt x="108" y="278"/>
                        <a:pt x="108" y="261"/>
                      </a:cubicBezTo>
                      <a:cubicBezTo>
                        <a:pt x="108" y="195"/>
                        <a:pt x="108" y="129"/>
                        <a:pt x="116" y="54"/>
                      </a:cubicBezTo>
                      <a:cubicBezTo>
                        <a:pt x="116" y="19"/>
                        <a:pt x="88" y="0"/>
                        <a:pt x="6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4" name="Google Shape;1534;p1"/>
                <p:cNvSpPr/>
                <p:nvPr/>
              </p:nvSpPr>
              <p:spPr>
                <a:xfrm>
                  <a:off x="2814475" y="4521925"/>
                  <a:ext cx="7750" cy="32850"/>
                </a:xfrm>
                <a:custGeom>
                  <a:rect b="b" l="l" r="r" t="t"/>
                  <a:pathLst>
                    <a:path extrusionOk="0" h="1314" w="310">
                      <a:moveTo>
                        <a:pt x="253" y="1"/>
                      </a:moveTo>
                      <a:cubicBezTo>
                        <a:pt x="234" y="1"/>
                        <a:pt x="215" y="10"/>
                        <a:pt x="208" y="30"/>
                      </a:cubicBezTo>
                      <a:cubicBezTo>
                        <a:pt x="175" y="121"/>
                        <a:pt x="134" y="221"/>
                        <a:pt x="109" y="312"/>
                      </a:cubicBezTo>
                      <a:cubicBezTo>
                        <a:pt x="84" y="419"/>
                        <a:pt x="67" y="519"/>
                        <a:pt x="51" y="627"/>
                      </a:cubicBezTo>
                      <a:cubicBezTo>
                        <a:pt x="34" y="726"/>
                        <a:pt x="26" y="825"/>
                        <a:pt x="18" y="933"/>
                      </a:cubicBezTo>
                      <a:cubicBezTo>
                        <a:pt x="9" y="1033"/>
                        <a:pt x="1" y="1140"/>
                        <a:pt x="26" y="1248"/>
                      </a:cubicBezTo>
                      <a:cubicBezTo>
                        <a:pt x="39" y="1290"/>
                        <a:pt x="75" y="1313"/>
                        <a:pt x="110" y="1313"/>
                      </a:cubicBezTo>
                      <a:cubicBezTo>
                        <a:pt x="143" y="1313"/>
                        <a:pt x="175" y="1292"/>
                        <a:pt x="183" y="1248"/>
                      </a:cubicBezTo>
                      <a:cubicBezTo>
                        <a:pt x="200" y="1149"/>
                        <a:pt x="192" y="1041"/>
                        <a:pt x="200" y="941"/>
                      </a:cubicBezTo>
                      <a:cubicBezTo>
                        <a:pt x="200" y="842"/>
                        <a:pt x="208" y="743"/>
                        <a:pt x="225" y="651"/>
                      </a:cubicBezTo>
                      <a:cubicBezTo>
                        <a:pt x="233" y="552"/>
                        <a:pt x="241" y="453"/>
                        <a:pt x="258" y="353"/>
                      </a:cubicBezTo>
                      <a:cubicBezTo>
                        <a:pt x="274" y="254"/>
                        <a:pt x="283" y="154"/>
                        <a:pt x="299" y="55"/>
                      </a:cubicBezTo>
                      <a:cubicBezTo>
                        <a:pt x="309" y="20"/>
                        <a:pt x="281" y="1"/>
                        <a:pt x="25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5" name="Google Shape;1535;p1"/>
                <p:cNvSpPr/>
                <p:nvPr/>
              </p:nvSpPr>
              <p:spPr>
                <a:xfrm>
                  <a:off x="2821525" y="4543725"/>
                  <a:ext cx="3250" cy="19475"/>
                </a:xfrm>
                <a:custGeom>
                  <a:rect b="b" l="l" r="r" t="t"/>
                  <a:pathLst>
                    <a:path extrusionOk="0" h="779" w="130">
                      <a:moveTo>
                        <a:pt x="81" y="0"/>
                      </a:moveTo>
                      <a:cubicBezTo>
                        <a:pt x="63" y="0"/>
                        <a:pt x="46" y="11"/>
                        <a:pt x="42" y="36"/>
                      </a:cubicBezTo>
                      <a:cubicBezTo>
                        <a:pt x="17" y="161"/>
                        <a:pt x="9" y="285"/>
                        <a:pt x="1" y="409"/>
                      </a:cubicBezTo>
                      <a:cubicBezTo>
                        <a:pt x="1" y="467"/>
                        <a:pt x="1" y="533"/>
                        <a:pt x="1" y="591"/>
                      </a:cubicBezTo>
                      <a:cubicBezTo>
                        <a:pt x="1" y="649"/>
                        <a:pt x="1" y="707"/>
                        <a:pt x="34" y="765"/>
                      </a:cubicBezTo>
                      <a:cubicBezTo>
                        <a:pt x="40" y="774"/>
                        <a:pt x="48" y="778"/>
                        <a:pt x="57" y="778"/>
                      </a:cubicBezTo>
                      <a:cubicBezTo>
                        <a:pt x="71" y="778"/>
                        <a:pt x="87" y="768"/>
                        <a:pt x="92" y="757"/>
                      </a:cubicBezTo>
                      <a:cubicBezTo>
                        <a:pt x="117" y="699"/>
                        <a:pt x="100" y="633"/>
                        <a:pt x="108" y="575"/>
                      </a:cubicBezTo>
                      <a:cubicBezTo>
                        <a:pt x="108" y="517"/>
                        <a:pt x="108" y="467"/>
                        <a:pt x="108" y="409"/>
                      </a:cubicBezTo>
                      <a:cubicBezTo>
                        <a:pt x="108" y="285"/>
                        <a:pt x="117" y="169"/>
                        <a:pt x="125" y="53"/>
                      </a:cubicBezTo>
                      <a:cubicBezTo>
                        <a:pt x="130" y="20"/>
                        <a:pt x="10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6" name="Google Shape;1536;p1"/>
                <p:cNvSpPr/>
                <p:nvPr/>
              </p:nvSpPr>
              <p:spPr>
                <a:xfrm>
                  <a:off x="2824625" y="4563050"/>
                  <a:ext cx="1275" cy="2525"/>
                </a:xfrm>
                <a:custGeom>
                  <a:rect b="b" l="l" r="r" t="t"/>
                  <a:pathLst>
                    <a:path extrusionOk="0" h="101" w="51">
                      <a:moveTo>
                        <a:pt x="34" y="1"/>
                      </a:moveTo>
                      <a:cubicBezTo>
                        <a:pt x="26" y="1"/>
                        <a:pt x="9" y="9"/>
                        <a:pt x="9" y="25"/>
                      </a:cubicBezTo>
                      <a:cubicBezTo>
                        <a:pt x="9" y="42"/>
                        <a:pt x="1" y="59"/>
                        <a:pt x="1" y="75"/>
                      </a:cubicBezTo>
                      <a:lnTo>
                        <a:pt x="1" y="92"/>
                      </a:lnTo>
                      <a:lnTo>
                        <a:pt x="17" y="100"/>
                      </a:lnTo>
                      <a:cubicBezTo>
                        <a:pt x="34" y="100"/>
                        <a:pt x="42" y="92"/>
                        <a:pt x="42" y="83"/>
                      </a:cubicBezTo>
                      <a:cubicBezTo>
                        <a:pt x="51" y="59"/>
                        <a:pt x="51" y="42"/>
                        <a:pt x="51" y="25"/>
                      </a:cubicBezTo>
                      <a:lnTo>
                        <a:pt x="51" y="9"/>
                      </a:lnTo>
                      <a:lnTo>
                        <a:pt x="34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7" name="Google Shape;1537;p1"/>
                <p:cNvSpPr/>
                <p:nvPr/>
              </p:nvSpPr>
              <p:spPr>
                <a:xfrm>
                  <a:off x="2897950" y="4571025"/>
                  <a:ext cx="8525" cy="108775"/>
                </a:xfrm>
                <a:custGeom>
                  <a:rect b="b" l="l" r="r" t="t"/>
                  <a:pathLst>
                    <a:path extrusionOk="0" h="4351" w="341">
                      <a:moveTo>
                        <a:pt x="106" y="0"/>
                      </a:moveTo>
                      <a:cubicBezTo>
                        <a:pt x="82" y="0"/>
                        <a:pt x="56" y="20"/>
                        <a:pt x="51" y="46"/>
                      </a:cubicBezTo>
                      <a:cubicBezTo>
                        <a:pt x="34" y="137"/>
                        <a:pt x="59" y="237"/>
                        <a:pt x="76" y="336"/>
                      </a:cubicBezTo>
                      <a:cubicBezTo>
                        <a:pt x="84" y="436"/>
                        <a:pt x="100" y="543"/>
                        <a:pt x="109" y="643"/>
                      </a:cubicBezTo>
                      <a:cubicBezTo>
                        <a:pt x="142" y="850"/>
                        <a:pt x="158" y="1065"/>
                        <a:pt x="175" y="1272"/>
                      </a:cubicBezTo>
                      <a:cubicBezTo>
                        <a:pt x="192" y="1579"/>
                        <a:pt x="192" y="1894"/>
                        <a:pt x="167" y="2200"/>
                      </a:cubicBezTo>
                      <a:cubicBezTo>
                        <a:pt x="167" y="2192"/>
                        <a:pt x="167" y="2184"/>
                        <a:pt x="167" y="2167"/>
                      </a:cubicBezTo>
                      <a:cubicBezTo>
                        <a:pt x="158" y="1935"/>
                        <a:pt x="158" y="1687"/>
                        <a:pt x="100" y="1455"/>
                      </a:cubicBezTo>
                      <a:cubicBezTo>
                        <a:pt x="96" y="1438"/>
                        <a:pt x="82" y="1430"/>
                        <a:pt x="68" y="1430"/>
                      </a:cubicBezTo>
                      <a:cubicBezTo>
                        <a:pt x="55" y="1430"/>
                        <a:pt x="42" y="1438"/>
                        <a:pt x="42" y="1455"/>
                      </a:cubicBezTo>
                      <a:cubicBezTo>
                        <a:pt x="1" y="1687"/>
                        <a:pt x="18" y="1927"/>
                        <a:pt x="34" y="2159"/>
                      </a:cubicBezTo>
                      <a:cubicBezTo>
                        <a:pt x="42" y="2399"/>
                        <a:pt x="51" y="2640"/>
                        <a:pt x="67" y="2880"/>
                      </a:cubicBezTo>
                      <a:cubicBezTo>
                        <a:pt x="84" y="3360"/>
                        <a:pt x="100" y="3833"/>
                        <a:pt x="150" y="4313"/>
                      </a:cubicBezTo>
                      <a:cubicBezTo>
                        <a:pt x="150" y="4338"/>
                        <a:pt x="171" y="4350"/>
                        <a:pt x="192" y="4350"/>
                      </a:cubicBezTo>
                      <a:cubicBezTo>
                        <a:pt x="212" y="4350"/>
                        <a:pt x="233" y="4338"/>
                        <a:pt x="233" y="4313"/>
                      </a:cubicBezTo>
                      <a:cubicBezTo>
                        <a:pt x="241" y="3841"/>
                        <a:pt x="216" y="3369"/>
                        <a:pt x="200" y="2888"/>
                      </a:cubicBezTo>
                      <a:cubicBezTo>
                        <a:pt x="192" y="2789"/>
                        <a:pt x="192" y="2689"/>
                        <a:pt x="183" y="2590"/>
                      </a:cubicBezTo>
                      <a:cubicBezTo>
                        <a:pt x="200" y="2582"/>
                        <a:pt x="216" y="2573"/>
                        <a:pt x="216" y="2557"/>
                      </a:cubicBezTo>
                      <a:cubicBezTo>
                        <a:pt x="291" y="2126"/>
                        <a:pt x="341" y="1703"/>
                        <a:pt x="332" y="1264"/>
                      </a:cubicBezTo>
                      <a:cubicBezTo>
                        <a:pt x="332" y="1057"/>
                        <a:pt x="316" y="842"/>
                        <a:pt x="291" y="634"/>
                      </a:cubicBezTo>
                      <a:cubicBezTo>
                        <a:pt x="283" y="527"/>
                        <a:pt x="266" y="419"/>
                        <a:pt x="241" y="311"/>
                      </a:cubicBezTo>
                      <a:lnTo>
                        <a:pt x="233" y="311"/>
                      </a:lnTo>
                      <a:cubicBezTo>
                        <a:pt x="216" y="212"/>
                        <a:pt x="192" y="104"/>
                        <a:pt x="142" y="21"/>
                      </a:cubicBezTo>
                      <a:cubicBezTo>
                        <a:pt x="133" y="6"/>
                        <a:pt x="120" y="0"/>
                        <a:pt x="10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8" name="Google Shape;1538;p1"/>
                <p:cNvSpPr/>
                <p:nvPr/>
              </p:nvSpPr>
              <p:spPr>
                <a:xfrm>
                  <a:off x="2899100" y="4538225"/>
                  <a:ext cx="5925" cy="27500"/>
                </a:xfrm>
                <a:custGeom>
                  <a:rect b="b" l="l" r="r" t="t"/>
                  <a:pathLst>
                    <a:path extrusionOk="0" h="1100" w="237">
                      <a:moveTo>
                        <a:pt x="181" y="1"/>
                      </a:moveTo>
                      <a:cubicBezTo>
                        <a:pt x="171" y="1"/>
                        <a:pt x="161" y="6"/>
                        <a:pt x="154" y="16"/>
                      </a:cubicBezTo>
                      <a:cubicBezTo>
                        <a:pt x="146" y="33"/>
                        <a:pt x="137" y="49"/>
                        <a:pt x="137" y="74"/>
                      </a:cubicBezTo>
                      <a:cubicBezTo>
                        <a:pt x="129" y="91"/>
                        <a:pt x="129" y="115"/>
                        <a:pt x="129" y="132"/>
                      </a:cubicBezTo>
                      <a:cubicBezTo>
                        <a:pt x="121" y="173"/>
                        <a:pt x="121" y="207"/>
                        <a:pt x="112" y="248"/>
                      </a:cubicBezTo>
                      <a:cubicBezTo>
                        <a:pt x="112" y="289"/>
                        <a:pt x="112" y="331"/>
                        <a:pt x="104" y="364"/>
                      </a:cubicBezTo>
                      <a:cubicBezTo>
                        <a:pt x="88" y="364"/>
                        <a:pt x="63" y="381"/>
                        <a:pt x="63" y="397"/>
                      </a:cubicBezTo>
                      <a:cubicBezTo>
                        <a:pt x="63" y="455"/>
                        <a:pt x="54" y="513"/>
                        <a:pt x="54" y="563"/>
                      </a:cubicBezTo>
                      <a:cubicBezTo>
                        <a:pt x="54" y="621"/>
                        <a:pt x="54" y="670"/>
                        <a:pt x="46" y="720"/>
                      </a:cubicBezTo>
                      <a:cubicBezTo>
                        <a:pt x="38" y="836"/>
                        <a:pt x="30" y="944"/>
                        <a:pt x="5" y="1052"/>
                      </a:cubicBezTo>
                      <a:cubicBezTo>
                        <a:pt x="0" y="1083"/>
                        <a:pt x="24" y="1099"/>
                        <a:pt x="50" y="1099"/>
                      </a:cubicBezTo>
                      <a:cubicBezTo>
                        <a:pt x="73" y="1099"/>
                        <a:pt x="96" y="1087"/>
                        <a:pt x="104" y="1060"/>
                      </a:cubicBezTo>
                      <a:cubicBezTo>
                        <a:pt x="121" y="952"/>
                        <a:pt x="137" y="844"/>
                        <a:pt x="154" y="728"/>
                      </a:cubicBezTo>
                      <a:cubicBezTo>
                        <a:pt x="154" y="679"/>
                        <a:pt x="154" y="621"/>
                        <a:pt x="154" y="563"/>
                      </a:cubicBezTo>
                      <a:cubicBezTo>
                        <a:pt x="154" y="555"/>
                        <a:pt x="154" y="538"/>
                        <a:pt x="154" y="521"/>
                      </a:cubicBezTo>
                      <a:cubicBezTo>
                        <a:pt x="170" y="521"/>
                        <a:pt x="187" y="505"/>
                        <a:pt x="187" y="488"/>
                      </a:cubicBezTo>
                      <a:cubicBezTo>
                        <a:pt x="204" y="414"/>
                        <a:pt x="212" y="339"/>
                        <a:pt x="220" y="256"/>
                      </a:cubicBezTo>
                      <a:cubicBezTo>
                        <a:pt x="228" y="223"/>
                        <a:pt x="228" y="182"/>
                        <a:pt x="228" y="149"/>
                      </a:cubicBezTo>
                      <a:cubicBezTo>
                        <a:pt x="228" y="99"/>
                        <a:pt x="237" y="66"/>
                        <a:pt x="220" y="24"/>
                      </a:cubicBezTo>
                      <a:cubicBezTo>
                        <a:pt x="210" y="10"/>
                        <a:pt x="195" y="1"/>
                        <a:pt x="18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9" name="Google Shape;1539;p1"/>
                <p:cNvSpPr/>
                <p:nvPr/>
              </p:nvSpPr>
              <p:spPr>
                <a:xfrm>
                  <a:off x="2897350" y="4732425"/>
                  <a:ext cx="4975" cy="23350"/>
                </a:xfrm>
                <a:custGeom>
                  <a:rect b="b" l="l" r="r" t="t"/>
                  <a:pathLst>
                    <a:path extrusionOk="0" h="934" w="199">
                      <a:moveTo>
                        <a:pt x="91" y="0"/>
                      </a:moveTo>
                      <a:cubicBezTo>
                        <a:pt x="64" y="0"/>
                        <a:pt x="38" y="20"/>
                        <a:pt x="33" y="53"/>
                      </a:cubicBezTo>
                      <a:lnTo>
                        <a:pt x="33" y="45"/>
                      </a:lnTo>
                      <a:lnTo>
                        <a:pt x="33" y="45"/>
                      </a:lnTo>
                      <a:cubicBezTo>
                        <a:pt x="0" y="185"/>
                        <a:pt x="33" y="343"/>
                        <a:pt x="50" y="484"/>
                      </a:cubicBezTo>
                      <a:cubicBezTo>
                        <a:pt x="66" y="633"/>
                        <a:pt x="108" y="774"/>
                        <a:pt x="133" y="915"/>
                      </a:cubicBezTo>
                      <a:cubicBezTo>
                        <a:pt x="133" y="927"/>
                        <a:pt x="143" y="933"/>
                        <a:pt x="153" y="933"/>
                      </a:cubicBezTo>
                      <a:cubicBezTo>
                        <a:pt x="164" y="933"/>
                        <a:pt x="174" y="927"/>
                        <a:pt x="174" y="915"/>
                      </a:cubicBezTo>
                      <a:cubicBezTo>
                        <a:pt x="174" y="765"/>
                        <a:pt x="199" y="625"/>
                        <a:pt x="191" y="475"/>
                      </a:cubicBezTo>
                      <a:cubicBezTo>
                        <a:pt x="191" y="326"/>
                        <a:pt x="199" y="169"/>
                        <a:pt x="141" y="36"/>
                      </a:cubicBezTo>
                      <a:cubicBezTo>
                        <a:pt x="130" y="11"/>
                        <a:pt x="110" y="0"/>
                        <a:pt x="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0" name="Google Shape;1540;p1"/>
                <p:cNvSpPr/>
                <p:nvPr/>
              </p:nvSpPr>
              <p:spPr>
                <a:xfrm>
                  <a:off x="2896725" y="4718400"/>
                  <a:ext cx="2100" cy="7700"/>
                </a:xfrm>
                <a:custGeom>
                  <a:rect b="b" l="l" r="r" t="t"/>
                  <a:pathLst>
                    <a:path extrusionOk="0" h="308" w="84">
                      <a:moveTo>
                        <a:pt x="42" y="1"/>
                      </a:moveTo>
                      <a:cubicBezTo>
                        <a:pt x="9" y="1"/>
                        <a:pt x="0" y="50"/>
                        <a:pt x="0" y="75"/>
                      </a:cubicBezTo>
                      <a:cubicBezTo>
                        <a:pt x="0" y="100"/>
                        <a:pt x="0" y="117"/>
                        <a:pt x="0" y="142"/>
                      </a:cubicBezTo>
                      <a:cubicBezTo>
                        <a:pt x="0" y="191"/>
                        <a:pt x="9" y="233"/>
                        <a:pt x="9" y="274"/>
                      </a:cubicBezTo>
                      <a:cubicBezTo>
                        <a:pt x="9" y="291"/>
                        <a:pt x="25" y="307"/>
                        <a:pt x="42" y="307"/>
                      </a:cubicBezTo>
                      <a:cubicBezTo>
                        <a:pt x="58" y="307"/>
                        <a:pt x="75" y="291"/>
                        <a:pt x="75" y="274"/>
                      </a:cubicBezTo>
                      <a:cubicBezTo>
                        <a:pt x="83" y="233"/>
                        <a:pt x="83" y="191"/>
                        <a:pt x="83" y="150"/>
                      </a:cubicBezTo>
                      <a:cubicBezTo>
                        <a:pt x="83" y="125"/>
                        <a:pt x="83" y="100"/>
                        <a:pt x="83" y="84"/>
                      </a:cubicBezTo>
                      <a:cubicBezTo>
                        <a:pt x="83" y="67"/>
                        <a:pt x="83" y="59"/>
                        <a:pt x="83" y="42"/>
                      </a:cubicBezTo>
                      <a:cubicBezTo>
                        <a:pt x="83" y="17"/>
                        <a:pt x="67" y="1"/>
                        <a:pt x="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1" name="Google Shape;1541;p1"/>
                <p:cNvSpPr/>
                <p:nvPr/>
              </p:nvSpPr>
              <p:spPr>
                <a:xfrm>
                  <a:off x="2892775" y="4735175"/>
                  <a:ext cx="2725" cy="12000"/>
                </a:xfrm>
                <a:custGeom>
                  <a:rect b="b" l="l" r="r" t="t"/>
                  <a:pathLst>
                    <a:path extrusionOk="0" h="480" w="109">
                      <a:moveTo>
                        <a:pt x="52" y="0"/>
                      </a:moveTo>
                      <a:cubicBezTo>
                        <a:pt x="42" y="0"/>
                        <a:pt x="31" y="7"/>
                        <a:pt x="26" y="17"/>
                      </a:cubicBezTo>
                      <a:cubicBezTo>
                        <a:pt x="9" y="51"/>
                        <a:pt x="9" y="84"/>
                        <a:pt x="9" y="117"/>
                      </a:cubicBezTo>
                      <a:cubicBezTo>
                        <a:pt x="1" y="158"/>
                        <a:pt x="9" y="200"/>
                        <a:pt x="9" y="233"/>
                      </a:cubicBezTo>
                      <a:cubicBezTo>
                        <a:pt x="17" y="307"/>
                        <a:pt x="26" y="382"/>
                        <a:pt x="34" y="448"/>
                      </a:cubicBezTo>
                      <a:cubicBezTo>
                        <a:pt x="34" y="469"/>
                        <a:pt x="51" y="479"/>
                        <a:pt x="67" y="479"/>
                      </a:cubicBezTo>
                      <a:cubicBezTo>
                        <a:pt x="84" y="479"/>
                        <a:pt x="100" y="469"/>
                        <a:pt x="100" y="448"/>
                      </a:cubicBezTo>
                      <a:cubicBezTo>
                        <a:pt x="100" y="382"/>
                        <a:pt x="100" y="307"/>
                        <a:pt x="100" y="233"/>
                      </a:cubicBezTo>
                      <a:cubicBezTo>
                        <a:pt x="100" y="191"/>
                        <a:pt x="109" y="150"/>
                        <a:pt x="100" y="117"/>
                      </a:cubicBezTo>
                      <a:cubicBezTo>
                        <a:pt x="92" y="84"/>
                        <a:pt x="92" y="42"/>
                        <a:pt x="75" y="9"/>
                      </a:cubicBezTo>
                      <a:lnTo>
                        <a:pt x="67" y="9"/>
                      </a:lnTo>
                      <a:cubicBezTo>
                        <a:pt x="64" y="3"/>
                        <a:pt x="58" y="0"/>
                        <a:pt x="5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2" name="Google Shape;1542;p1"/>
                <p:cNvSpPr/>
                <p:nvPr/>
              </p:nvSpPr>
              <p:spPr>
                <a:xfrm>
                  <a:off x="2997875" y="4581850"/>
                  <a:ext cx="5950" cy="17525"/>
                </a:xfrm>
                <a:custGeom>
                  <a:rect b="b" l="l" r="r" t="t"/>
                  <a:pathLst>
                    <a:path extrusionOk="0" h="701" w="238">
                      <a:moveTo>
                        <a:pt x="171" y="1"/>
                      </a:moveTo>
                      <a:cubicBezTo>
                        <a:pt x="154" y="1"/>
                        <a:pt x="137" y="10"/>
                        <a:pt x="130" y="27"/>
                      </a:cubicBezTo>
                      <a:cubicBezTo>
                        <a:pt x="89" y="127"/>
                        <a:pt x="80" y="235"/>
                        <a:pt x="64" y="342"/>
                      </a:cubicBezTo>
                      <a:cubicBezTo>
                        <a:pt x="47" y="442"/>
                        <a:pt x="31" y="549"/>
                        <a:pt x="6" y="649"/>
                      </a:cubicBezTo>
                      <a:cubicBezTo>
                        <a:pt x="1" y="680"/>
                        <a:pt x="30" y="701"/>
                        <a:pt x="58" y="701"/>
                      </a:cubicBezTo>
                      <a:cubicBezTo>
                        <a:pt x="75" y="701"/>
                        <a:pt x="91" y="693"/>
                        <a:pt x="97" y="674"/>
                      </a:cubicBezTo>
                      <a:cubicBezTo>
                        <a:pt x="130" y="574"/>
                        <a:pt x="163" y="467"/>
                        <a:pt x="188" y="359"/>
                      </a:cubicBezTo>
                      <a:cubicBezTo>
                        <a:pt x="213" y="259"/>
                        <a:pt x="238" y="152"/>
                        <a:pt x="221" y="44"/>
                      </a:cubicBezTo>
                      <a:cubicBezTo>
                        <a:pt x="217" y="16"/>
                        <a:pt x="193" y="1"/>
                        <a:pt x="1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3" name="Google Shape;1543;p1"/>
                <p:cNvSpPr/>
                <p:nvPr/>
              </p:nvSpPr>
              <p:spPr>
                <a:xfrm>
                  <a:off x="3002575" y="4560975"/>
                  <a:ext cx="4150" cy="9850"/>
                </a:xfrm>
                <a:custGeom>
                  <a:rect b="b" l="l" r="r" t="t"/>
                  <a:pathLst>
                    <a:path extrusionOk="0" h="394" w="166">
                      <a:moveTo>
                        <a:pt x="116" y="1"/>
                      </a:moveTo>
                      <a:cubicBezTo>
                        <a:pt x="108" y="1"/>
                        <a:pt x="91" y="9"/>
                        <a:pt x="91" y="17"/>
                      </a:cubicBezTo>
                      <a:cubicBezTo>
                        <a:pt x="66" y="75"/>
                        <a:pt x="58" y="125"/>
                        <a:pt x="50" y="183"/>
                      </a:cubicBezTo>
                      <a:cubicBezTo>
                        <a:pt x="42" y="233"/>
                        <a:pt x="25" y="282"/>
                        <a:pt x="8" y="332"/>
                      </a:cubicBezTo>
                      <a:cubicBezTo>
                        <a:pt x="0" y="357"/>
                        <a:pt x="8" y="382"/>
                        <a:pt x="33" y="390"/>
                      </a:cubicBezTo>
                      <a:cubicBezTo>
                        <a:pt x="40" y="392"/>
                        <a:pt x="46" y="393"/>
                        <a:pt x="52" y="393"/>
                      </a:cubicBezTo>
                      <a:cubicBezTo>
                        <a:pt x="70" y="393"/>
                        <a:pt x="85" y="384"/>
                        <a:pt x="91" y="365"/>
                      </a:cubicBezTo>
                      <a:cubicBezTo>
                        <a:pt x="116" y="316"/>
                        <a:pt x="133" y="258"/>
                        <a:pt x="149" y="200"/>
                      </a:cubicBezTo>
                      <a:cubicBezTo>
                        <a:pt x="158" y="142"/>
                        <a:pt x="166" y="84"/>
                        <a:pt x="149" y="26"/>
                      </a:cubicBezTo>
                      <a:cubicBezTo>
                        <a:pt x="141" y="9"/>
                        <a:pt x="133" y="1"/>
                        <a:pt x="11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4" name="Google Shape;1544;p1"/>
                <p:cNvSpPr/>
                <p:nvPr/>
              </p:nvSpPr>
              <p:spPr>
                <a:xfrm>
                  <a:off x="2991800" y="4666825"/>
                  <a:ext cx="3550" cy="16175"/>
                </a:xfrm>
                <a:custGeom>
                  <a:rect b="b" l="l" r="r" t="t"/>
                  <a:pathLst>
                    <a:path extrusionOk="0" h="647" w="142">
                      <a:moveTo>
                        <a:pt x="62" y="1"/>
                      </a:moveTo>
                      <a:cubicBezTo>
                        <a:pt x="46" y="1"/>
                        <a:pt x="29" y="9"/>
                        <a:pt x="17" y="26"/>
                      </a:cubicBezTo>
                      <a:cubicBezTo>
                        <a:pt x="17" y="42"/>
                        <a:pt x="9" y="50"/>
                        <a:pt x="9" y="67"/>
                      </a:cubicBezTo>
                      <a:cubicBezTo>
                        <a:pt x="9" y="75"/>
                        <a:pt x="0" y="92"/>
                        <a:pt x="0" y="100"/>
                      </a:cubicBezTo>
                      <a:cubicBezTo>
                        <a:pt x="0" y="125"/>
                        <a:pt x="0" y="150"/>
                        <a:pt x="0" y="166"/>
                      </a:cubicBezTo>
                      <a:cubicBezTo>
                        <a:pt x="0" y="216"/>
                        <a:pt x="0" y="266"/>
                        <a:pt x="0" y="316"/>
                      </a:cubicBezTo>
                      <a:cubicBezTo>
                        <a:pt x="9" y="415"/>
                        <a:pt x="17" y="506"/>
                        <a:pt x="25" y="597"/>
                      </a:cubicBezTo>
                      <a:cubicBezTo>
                        <a:pt x="29" y="630"/>
                        <a:pt x="56" y="647"/>
                        <a:pt x="82" y="647"/>
                      </a:cubicBezTo>
                      <a:cubicBezTo>
                        <a:pt x="108" y="647"/>
                        <a:pt x="133" y="630"/>
                        <a:pt x="133" y="597"/>
                      </a:cubicBezTo>
                      <a:cubicBezTo>
                        <a:pt x="141" y="506"/>
                        <a:pt x="141" y="407"/>
                        <a:pt x="141" y="316"/>
                      </a:cubicBezTo>
                      <a:cubicBezTo>
                        <a:pt x="141" y="266"/>
                        <a:pt x="141" y="216"/>
                        <a:pt x="141" y="166"/>
                      </a:cubicBezTo>
                      <a:cubicBezTo>
                        <a:pt x="141" y="150"/>
                        <a:pt x="133" y="125"/>
                        <a:pt x="133" y="108"/>
                      </a:cubicBezTo>
                      <a:lnTo>
                        <a:pt x="133" y="100"/>
                      </a:lnTo>
                      <a:cubicBezTo>
                        <a:pt x="133" y="92"/>
                        <a:pt x="125" y="84"/>
                        <a:pt x="125" y="75"/>
                      </a:cubicBezTo>
                      <a:cubicBezTo>
                        <a:pt x="116" y="59"/>
                        <a:pt x="116" y="42"/>
                        <a:pt x="108" y="26"/>
                      </a:cubicBezTo>
                      <a:cubicBezTo>
                        <a:pt x="96" y="9"/>
                        <a:pt x="79" y="1"/>
                        <a:pt x="6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5" name="Google Shape;1545;p1"/>
                <p:cNvSpPr/>
                <p:nvPr/>
              </p:nvSpPr>
              <p:spPr>
                <a:xfrm>
                  <a:off x="2983925" y="4667925"/>
                  <a:ext cx="1900" cy="8500"/>
                </a:xfrm>
                <a:custGeom>
                  <a:rect b="b" l="l" r="r" t="t"/>
                  <a:pathLst>
                    <a:path extrusionOk="0" h="340" w="76">
                      <a:moveTo>
                        <a:pt x="34" y="0"/>
                      </a:moveTo>
                      <a:cubicBezTo>
                        <a:pt x="27" y="0"/>
                        <a:pt x="21" y="2"/>
                        <a:pt x="17" y="6"/>
                      </a:cubicBezTo>
                      <a:cubicBezTo>
                        <a:pt x="0" y="31"/>
                        <a:pt x="0" y="64"/>
                        <a:pt x="0" y="89"/>
                      </a:cubicBezTo>
                      <a:cubicBezTo>
                        <a:pt x="0" y="114"/>
                        <a:pt x="0" y="139"/>
                        <a:pt x="0" y="164"/>
                      </a:cubicBezTo>
                      <a:cubicBezTo>
                        <a:pt x="9" y="214"/>
                        <a:pt x="9" y="263"/>
                        <a:pt x="9" y="313"/>
                      </a:cubicBezTo>
                      <a:cubicBezTo>
                        <a:pt x="9" y="326"/>
                        <a:pt x="25" y="340"/>
                        <a:pt x="40" y="340"/>
                      </a:cubicBezTo>
                      <a:cubicBezTo>
                        <a:pt x="44" y="340"/>
                        <a:pt x="47" y="339"/>
                        <a:pt x="50" y="338"/>
                      </a:cubicBezTo>
                      <a:cubicBezTo>
                        <a:pt x="67" y="338"/>
                        <a:pt x="75" y="321"/>
                        <a:pt x="75" y="305"/>
                      </a:cubicBezTo>
                      <a:cubicBezTo>
                        <a:pt x="75" y="255"/>
                        <a:pt x="75" y="205"/>
                        <a:pt x="75" y="156"/>
                      </a:cubicBezTo>
                      <a:lnTo>
                        <a:pt x="75" y="81"/>
                      </a:lnTo>
                      <a:cubicBezTo>
                        <a:pt x="75" y="56"/>
                        <a:pt x="75" y="31"/>
                        <a:pt x="50" y="6"/>
                      </a:cubicBezTo>
                      <a:cubicBezTo>
                        <a:pt x="46" y="2"/>
                        <a:pt x="40" y="0"/>
                        <a:pt x="3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6" name="Google Shape;1546;p1"/>
                <p:cNvSpPr/>
                <p:nvPr/>
              </p:nvSpPr>
              <p:spPr>
                <a:xfrm>
                  <a:off x="2981225" y="4669000"/>
                  <a:ext cx="2225" cy="8525"/>
                </a:xfrm>
                <a:custGeom>
                  <a:rect b="b" l="l" r="r" t="t"/>
                  <a:pathLst>
                    <a:path extrusionOk="0" h="341" w="89">
                      <a:moveTo>
                        <a:pt x="14" y="1"/>
                      </a:moveTo>
                      <a:cubicBezTo>
                        <a:pt x="7" y="1"/>
                        <a:pt x="1" y="5"/>
                        <a:pt x="1" y="13"/>
                      </a:cubicBezTo>
                      <a:cubicBezTo>
                        <a:pt x="1" y="113"/>
                        <a:pt x="17" y="220"/>
                        <a:pt x="34" y="320"/>
                      </a:cubicBezTo>
                      <a:cubicBezTo>
                        <a:pt x="34" y="334"/>
                        <a:pt x="45" y="341"/>
                        <a:pt x="57" y="341"/>
                      </a:cubicBezTo>
                      <a:cubicBezTo>
                        <a:pt x="72" y="341"/>
                        <a:pt x="88" y="330"/>
                        <a:pt x="84" y="311"/>
                      </a:cubicBezTo>
                      <a:cubicBezTo>
                        <a:pt x="67" y="212"/>
                        <a:pt x="59" y="104"/>
                        <a:pt x="34" y="13"/>
                      </a:cubicBezTo>
                      <a:cubicBezTo>
                        <a:pt x="30" y="5"/>
                        <a:pt x="21" y="1"/>
                        <a:pt x="1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7" name="Google Shape;1547;p1"/>
                <p:cNvSpPr/>
                <p:nvPr/>
              </p:nvSpPr>
              <p:spPr>
                <a:xfrm>
                  <a:off x="2974600" y="4662625"/>
                  <a:ext cx="2300" cy="10925"/>
                </a:xfrm>
                <a:custGeom>
                  <a:rect b="b" l="l" r="r" t="t"/>
                  <a:pathLst>
                    <a:path extrusionOk="0" h="437" w="92">
                      <a:moveTo>
                        <a:pt x="25" y="1"/>
                      </a:moveTo>
                      <a:cubicBezTo>
                        <a:pt x="17" y="1"/>
                        <a:pt x="9" y="7"/>
                        <a:pt x="9" y="20"/>
                      </a:cubicBezTo>
                      <a:cubicBezTo>
                        <a:pt x="1" y="144"/>
                        <a:pt x="17" y="276"/>
                        <a:pt x="34" y="409"/>
                      </a:cubicBezTo>
                      <a:cubicBezTo>
                        <a:pt x="34" y="428"/>
                        <a:pt x="46" y="436"/>
                        <a:pt x="58" y="436"/>
                      </a:cubicBezTo>
                      <a:cubicBezTo>
                        <a:pt x="74" y="436"/>
                        <a:pt x="92" y="423"/>
                        <a:pt x="92" y="401"/>
                      </a:cubicBezTo>
                      <a:cubicBezTo>
                        <a:pt x="83" y="268"/>
                        <a:pt x="75" y="144"/>
                        <a:pt x="42" y="20"/>
                      </a:cubicBezTo>
                      <a:cubicBezTo>
                        <a:pt x="42" y="7"/>
                        <a:pt x="34" y="1"/>
                        <a:pt x="2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8" name="Google Shape;1548;p1"/>
                <p:cNvSpPr/>
                <p:nvPr/>
              </p:nvSpPr>
              <p:spPr>
                <a:xfrm>
                  <a:off x="2967350" y="4655600"/>
                  <a:ext cx="3175" cy="12125"/>
                </a:xfrm>
                <a:custGeom>
                  <a:rect b="b" l="l" r="r" t="t"/>
                  <a:pathLst>
                    <a:path extrusionOk="0" h="485" w="127">
                      <a:moveTo>
                        <a:pt x="69" y="0"/>
                      </a:moveTo>
                      <a:cubicBezTo>
                        <a:pt x="61" y="0"/>
                        <a:pt x="54" y="6"/>
                        <a:pt x="50" y="19"/>
                      </a:cubicBezTo>
                      <a:cubicBezTo>
                        <a:pt x="1" y="160"/>
                        <a:pt x="17" y="317"/>
                        <a:pt x="50" y="458"/>
                      </a:cubicBezTo>
                      <a:cubicBezTo>
                        <a:pt x="54" y="476"/>
                        <a:pt x="70" y="484"/>
                        <a:pt x="86" y="484"/>
                      </a:cubicBezTo>
                      <a:cubicBezTo>
                        <a:pt x="106" y="484"/>
                        <a:pt x="126" y="470"/>
                        <a:pt x="117" y="441"/>
                      </a:cubicBezTo>
                      <a:cubicBezTo>
                        <a:pt x="92" y="309"/>
                        <a:pt x="92" y="168"/>
                        <a:pt x="92" y="27"/>
                      </a:cubicBezTo>
                      <a:cubicBezTo>
                        <a:pt x="92" y="12"/>
                        <a:pt x="80" y="0"/>
                        <a:pt x="6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9" name="Google Shape;1549;p1"/>
                <p:cNvSpPr/>
                <p:nvPr/>
              </p:nvSpPr>
              <p:spPr>
                <a:xfrm>
                  <a:off x="2932550" y="4321875"/>
                  <a:ext cx="9550" cy="14775"/>
                </a:xfrm>
                <a:custGeom>
                  <a:rect b="b" l="l" r="r" t="t"/>
                  <a:pathLst>
                    <a:path extrusionOk="0" h="591" w="382">
                      <a:moveTo>
                        <a:pt x="333" y="0"/>
                      </a:moveTo>
                      <a:cubicBezTo>
                        <a:pt x="324" y="0"/>
                        <a:pt x="315" y="4"/>
                        <a:pt x="307" y="12"/>
                      </a:cubicBezTo>
                      <a:cubicBezTo>
                        <a:pt x="282" y="28"/>
                        <a:pt x="274" y="45"/>
                        <a:pt x="266" y="70"/>
                      </a:cubicBezTo>
                      <a:cubicBezTo>
                        <a:pt x="258" y="78"/>
                        <a:pt x="249" y="86"/>
                        <a:pt x="241" y="103"/>
                      </a:cubicBezTo>
                      <a:cubicBezTo>
                        <a:pt x="241" y="111"/>
                        <a:pt x="233" y="119"/>
                        <a:pt x="233" y="128"/>
                      </a:cubicBezTo>
                      <a:cubicBezTo>
                        <a:pt x="224" y="152"/>
                        <a:pt x="216" y="169"/>
                        <a:pt x="208" y="186"/>
                      </a:cubicBezTo>
                      <a:cubicBezTo>
                        <a:pt x="200" y="227"/>
                        <a:pt x="183" y="268"/>
                        <a:pt x="158" y="302"/>
                      </a:cubicBezTo>
                      <a:cubicBezTo>
                        <a:pt x="125" y="368"/>
                        <a:pt x="84" y="434"/>
                        <a:pt x="26" y="492"/>
                      </a:cubicBezTo>
                      <a:cubicBezTo>
                        <a:pt x="9" y="517"/>
                        <a:pt x="1" y="542"/>
                        <a:pt x="17" y="567"/>
                      </a:cubicBezTo>
                      <a:cubicBezTo>
                        <a:pt x="27" y="581"/>
                        <a:pt x="45" y="590"/>
                        <a:pt x="62" y="590"/>
                      </a:cubicBezTo>
                      <a:cubicBezTo>
                        <a:pt x="74" y="590"/>
                        <a:pt x="85" y="585"/>
                        <a:pt x="92" y="575"/>
                      </a:cubicBezTo>
                      <a:lnTo>
                        <a:pt x="100" y="575"/>
                      </a:lnTo>
                      <a:cubicBezTo>
                        <a:pt x="133" y="550"/>
                        <a:pt x="166" y="517"/>
                        <a:pt x="200" y="484"/>
                      </a:cubicBezTo>
                      <a:cubicBezTo>
                        <a:pt x="224" y="451"/>
                        <a:pt x="258" y="418"/>
                        <a:pt x="282" y="376"/>
                      </a:cubicBezTo>
                      <a:cubicBezTo>
                        <a:pt x="307" y="335"/>
                        <a:pt x="332" y="293"/>
                        <a:pt x="349" y="252"/>
                      </a:cubicBezTo>
                      <a:cubicBezTo>
                        <a:pt x="357" y="227"/>
                        <a:pt x="365" y="210"/>
                        <a:pt x="374" y="186"/>
                      </a:cubicBezTo>
                      <a:cubicBezTo>
                        <a:pt x="374" y="177"/>
                        <a:pt x="382" y="161"/>
                        <a:pt x="382" y="144"/>
                      </a:cubicBezTo>
                      <a:cubicBezTo>
                        <a:pt x="382" y="136"/>
                        <a:pt x="382" y="128"/>
                        <a:pt x="382" y="119"/>
                      </a:cubicBezTo>
                      <a:cubicBezTo>
                        <a:pt x="382" y="111"/>
                        <a:pt x="382" y="103"/>
                        <a:pt x="382" y="94"/>
                      </a:cubicBezTo>
                      <a:cubicBezTo>
                        <a:pt x="382" y="70"/>
                        <a:pt x="382" y="45"/>
                        <a:pt x="365" y="20"/>
                      </a:cubicBezTo>
                      <a:cubicBezTo>
                        <a:pt x="356" y="6"/>
                        <a:pt x="344" y="0"/>
                        <a:pt x="33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0" name="Google Shape;1550;p1"/>
                <p:cNvSpPr/>
                <p:nvPr/>
              </p:nvSpPr>
              <p:spPr>
                <a:xfrm>
                  <a:off x="2941675" y="4341175"/>
                  <a:ext cx="5000" cy="9850"/>
                </a:xfrm>
                <a:custGeom>
                  <a:rect b="b" l="l" r="r" t="t"/>
                  <a:pathLst>
                    <a:path extrusionOk="0" h="394" w="200">
                      <a:moveTo>
                        <a:pt x="145" y="0"/>
                      </a:moveTo>
                      <a:cubicBezTo>
                        <a:pt x="134" y="0"/>
                        <a:pt x="123" y="6"/>
                        <a:pt x="116" y="18"/>
                      </a:cubicBezTo>
                      <a:cubicBezTo>
                        <a:pt x="108" y="35"/>
                        <a:pt x="100" y="43"/>
                        <a:pt x="91" y="60"/>
                      </a:cubicBezTo>
                      <a:cubicBezTo>
                        <a:pt x="91" y="76"/>
                        <a:pt x="83" y="85"/>
                        <a:pt x="83" y="101"/>
                      </a:cubicBezTo>
                      <a:cubicBezTo>
                        <a:pt x="75" y="118"/>
                        <a:pt x="75" y="126"/>
                        <a:pt x="67" y="143"/>
                      </a:cubicBezTo>
                      <a:lnTo>
                        <a:pt x="67" y="151"/>
                      </a:lnTo>
                      <a:cubicBezTo>
                        <a:pt x="67" y="159"/>
                        <a:pt x="58" y="168"/>
                        <a:pt x="58" y="176"/>
                      </a:cubicBezTo>
                      <a:cubicBezTo>
                        <a:pt x="42" y="226"/>
                        <a:pt x="25" y="275"/>
                        <a:pt x="9" y="325"/>
                      </a:cubicBezTo>
                      <a:cubicBezTo>
                        <a:pt x="0" y="350"/>
                        <a:pt x="9" y="383"/>
                        <a:pt x="33" y="391"/>
                      </a:cubicBezTo>
                      <a:cubicBezTo>
                        <a:pt x="38" y="393"/>
                        <a:pt x="42" y="393"/>
                        <a:pt x="46" y="393"/>
                      </a:cubicBezTo>
                      <a:cubicBezTo>
                        <a:pt x="67" y="393"/>
                        <a:pt x="85" y="379"/>
                        <a:pt x="91" y="358"/>
                      </a:cubicBezTo>
                      <a:cubicBezTo>
                        <a:pt x="116" y="308"/>
                        <a:pt x="141" y="259"/>
                        <a:pt x="158" y="209"/>
                      </a:cubicBezTo>
                      <a:cubicBezTo>
                        <a:pt x="174" y="159"/>
                        <a:pt x="199" y="93"/>
                        <a:pt x="183" y="35"/>
                      </a:cubicBezTo>
                      <a:cubicBezTo>
                        <a:pt x="183" y="15"/>
                        <a:pt x="164" y="0"/>
                        <a:pt x="14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1" name="Google Shape;1551;p1"/>
                <p:cNvSpPr/>
                <p:nvPr/>
              </p:nvSpPr>
              <p:spPr>
                <a:xfrm>
                  <a:off x="2943525" y="4353225"/>
                  <a:ext cx="4600" cy="6525"/>
                </a:xfrm>
                <a:custGeom>
                  <a:rect b="b" l="l" r="r" t="t"/>
                  <a:pathLst>
                    <a:path extrusionOk="0" h="261" w="184">
                      <a:moveTo>
                        <a:pt x="133" y="0"/>
                      </a:moveTo>
                      <a:cubicBezTo>
                        <a:pt x="117" y="0"/>
                        <a:pt x="109" y="9"/>
                        <a:pt x="100" y="17"/>
                      </a:cubicBezTo>
                      <a:cubicBezTo>
                        <a:pt x="100" y="17"/>
                        <a:pt x="92" y="25"/>
                        <a:pt x="84" y="34"/>
                      </a:cubicBezTo>
                      <a:cubicBezTo>
                        <a:pt x="84" y="42"/>
                        <a:pt x="75" y="42"/>
                        <a:pt x="75" y="50"/>
                      </a:cubicBezTo>
                      <a:cubicBezTo>
                        <a:pt x="67" y="67"/>
                        <a:pt x="59" y="83"/>
                        <a:pt x="51" y="100"/>
                      </a:cubicBezTo>
                      <a:cubicBezTo>
                        <a:pt x="34" y="125"/>
                        <a:pt x="17" y="158"/>
                        <a:pt x="9" y="183"/>
                      </a:cubicBezTo>
                      <a:cubicBezTo>
                        <a:pt x="1" y="199"/>
                        <a:pt x="1" y="216"/>
                        <a:pt x="9" y="224"/>
                      </a:cubicBezTo>
                      <a:cubicBezTo>
                        <a:pt x="9" y="241"/>
                        <a:pt x="26" y="257"/>
                        <a:pt x="42" y="257"/>
                      </a:cubicBezTo>
                      <a:cubicBezTo>
                        <a:pt x="48" y="259"/>
                        <a:pt x="54" y="260"/>
                        <a:pt x="61" y="260"/>
                      </a:cubicBezTo>
                      <a:cubicBezTo>
                        <a:pt x="82" y="260"/>
                        <a:pt x="104" y="249"/>
                        <a:pt x="117" y="224"/>
                      </a:cubicBezTo>
                      <a:lnTo>
                        <a:pt x="109" y="224"/>
                      </a:lnTo>
                      <a:cubicBezTo>
                        <a:pt x="125" y="199"/>
                        <a:pt x="142" y="174"/>
                        <a:pt x="150" y="141"/>
                      </a:cubicBezTo>
                      <a:cubicBezTo>
                        <a:pt x="158" y="133"/>
                        <a:pt x="167" y="116"/>
                        <a:pt x="167" y="100"/>
                      </a:cubicBezTo>
                      <a:cubicBezTo>
                        <a:pt x="175" y="92"/>
                        <a:pt x="175" y="83"/>
                        <a:pt x="175" y="67"/>
                      </a:cubicBezTo>
                      <a:cubicBezTo>
                        <a:pt x="183" y="58"/>
                        <a:pt x="183" y="58"/>
                        <a:pt x="183" y="50"/>
                      </a:cubicBezTo>
                      <a:cubicBezTo>
                        <a:pt x="183" y="25"/>
                        <a:pt x="175" y="9"/>
                        <a:pt x="1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2" name="Google Shape;1552;p1"/>
                <p:cNvSpPr/>
                <p:nvPr/>
              </p:nvSpPr>
              <p:spPr>
                <a:xfrm>
                  <a:off x="2831475" y="4220775"/>
                  <a:ext cx="6025" cy="16175"/>
                </a:xfrm>
                <a:custGeom>
                  <a:rect b="b" l="l" r="r" t="t"/>
                  <a:pathLst>
                    <a:path extrusionOk="0" h="647" w="241">
                      <a:moveTo>
                        <a:pt x="99" y="0"/>
                      </a:moveTo>
                      <a:cubicBezTo>
                        <a:pt x="80" y="0"/>
                        <a:pt x="62" y="11"/>
                        <a:pt x="58" y="37"/>
                      </a:cubicBezTo>
                      <a:cubicBezTo>
                        <a:pt x="42" y="103"/>
                        <a:pt x="33" y="170"/>
                        <a:pt x="25" y="236"/>
                      </a:cubicBezTo>
                      <a:cubicBezTo>
                        <a:pt x="17" y="311"/>
                        <a:pt x="0" y="393"/>
                        <a:pt x="42" y="460"/>
                      </a:cubicBezTo>
                      <a:cubicBezTo>
                        <a:pt x="50" y="472"/>
                        <a:pt x="65" y="478"/>
                        <a:pt x="79" y="478"/>
                      </a:cubicBezTo>
                      <a:cubicBezTo>
                        <a:pt x="94" y="478"/>
                        <a:pt x="108" y="472"/>
                        <a:pt x="116" y="460"/>
                      </a:cubicBezTo>
                      <a:lnTo>
                        <a:pt x="125" y="443"/>
                      </a:lnTo>
                      <a:cubicBezTo>
                        <a:pt x="125" y="493"/>
                        <a:pt x="133" y="551"/>
                        <a:pt x="133" y="609"/>
                      </a:cubicBezTo>
                      <a:cubicBezTo>
                        <a:pt x="137" y="634"/>
                        <a:pt x="158" y="646"/>
                        <a:pt x="178" y="646"/>
                      </a:cubicBezTo>
                      <a:cubicBezTo>
                        <a:pt x="199" y="646"/>
                        <a:pt x="220" y="634"/>
                        <a:pt x="224" y="609"/>
                      </a:cubicBezTo>
                      <a:cubicBezTo>
                        <a:pt x="241" y="493"/>
                        <a:pt x="224" y="377"/>
                        <a:pt x="191" y="261"/>
                      </a:cubicBezTo>
                      <a:cubicBezTo>
                        <a:pt x="191" y="240"/>
                        <a:pt x="174" y="226"/>
                        <a:pt x="154" y="226"/>
                      </a:cubicBezTo>
                      <a:cubicBezTo>
                        <a:pt x="150" y="226"/>
                        <a:pt x="146" y="226"/>
                        <a:pt x="141" y="228"/>
                      </a:cubicBezTo>
                      <a:cubicBezTo>
                        <a:pt x="141" y="170"/>
                        <a:pt x="141" y="103"/>
                        <a:pt x="141" y="45"/>
                      </a:cubicBezTo>
                      <a:cubicBezTo>
                        <a:pt x="146" y="18"/>
                        <a:pt x="122" y="0"/>
                        <a:pt x="9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3" name="Google Shape;1553;p1"/>
                <p:cNvSpPr/>
                <p:nvPr/>
              </p:nvSpPr>
              <p:spPr>
                <a:xfrm>
                  <a:off x="2869575" y="4210925"/>
                  <a:ext cx="6675" cy="9275"/>
                </a:xfrm>
                <a:custGeom>
                  <a:rect b="b" l="l" r="r" t="t"/>
                  <a:pathLst>
                    <a:path extrusionOk="0" h="371" w="267">
                      <a:moveTo>
                        <a:pt x="233" y="0"/>
                      </a:moveTo>
                      <a:cubicBezTo>
                        <a:pt x="208" y="0"/>
                        <a:pt x="183" y="0"/>
                        <a:pt x="175" y="17"/>
                      </a:cubicBezTo>
                      <a:cubicBezTo>
                        <a:pt x="167" y="33"/>
                        <a:pt x="158" y="50"/>
                        <a:pt x="150" y="58"/>
                      </a:cubicBezTo>
                      <a:lnTo>
                        <a:pt x="142" y="67"/>
                      </a:lnTo>
                      <a:lnTo>
                        <a:pt x="142" y="75"/>
                      </a:lnTo>
                      <a:lnTo>
                        <a:pt x="133" y="91"/>
                      </a:lnTo>
                      <a:cubicBezTo>
                        <a:pt x="117" y="116"/>
                        <a:pt x="109" y="141"/>
                        <a:pt x="92" y="166"/>
                      </a:cubicBezTo>
                      <a:cubicBezTo>
                        <a:pt x="92" y="183"/>
                        <a:pt x="84" y="191"/>
                        <a:pt x="75" y="207"/>
                      </a:cubicBezTo>
                      <a:lnTo>
                        <a:pt x="67" y="216"/>
                      </a:lnTo>
                      <a:lnTo>
                        <a:pt x="67" y="224"/>
                      </a:lnTo>
                      <a:lnTo>
                        <a:pt x="67" y="232"/>
                      </a:lnTo>
                      <a:cubicBezTo>
                        <a:pt x="51" y="257"/>
                        <a:pt x="34" y="274"/>
                        <a:pt x="17" y="299"/>
                      </a:cubicBezTo>
                      <a:cubicBezTo>
                        <a:pt x="1" y="315"/>
                        <a:pt x="9" y="348"/>
                        <a:pt x="26" y="365"/>
                      </a:cubicBezTo>
                      <a:cubicBezTo>
                        <a:pt x="36" y="368"/>
                        <a:pt x="46" y="370"/>
                        <a:pt x="56" y="370"/>
                      </a:cubicBezTo>
                      <a:cubicBezTo>
                        <a:pt x="70" y="370"/>
                        <a:pt x="82" y="366"/>
                        <a:pt x="92" y="357"/>
                      </a:cubicBezTo>
                      <a:cubicBezTo>
                        <a:pt x="125" y="315"/>
                        <a:pt x="158" y="265"/>
                        <a:pt x="191" y="224"/>
                      </a:cubicBezTo>
                      <a:cubicBezTo>
                        <a:pt x="200" y="216"/>
                        <a:pt x="208" y="199"/>
                        <a:pt x="208" y="191"/>
                      </a:cubicBezTo>
                      <a:cubicBezTo>
                        <a:pt x="216" y="174"/>
                        <a:pt x="233" y="166"/>
                        <a:pt x="233" y="149"/>
                      </a:cubicBezTo>
                      <a:cubicBezTo>
                        <a:pt x="249" y="116"/>
                        <a:pt x="258" y="83"/>
                        <a:pt x="258" y="58"/>
                      </a:cubicBezTo>
                      <a:cubicBezTo>
                        <a:pt x="266" y="33"/>
                        <a:pt x="249" y="9"/>
                        <a:pt x="23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4" name="Google Shape;1554;p1"/>
                <p:cNvSpPr/>
                <p:nvPr/>
              </p:nvSpPr>
              <p:spPr>
                <a:xfrm>
                  <a:off x="2873525" y="4217675"/>
                  <a:ext cx="3950" cy="6125"/>
                </a:xfrm>
                <a:custGeom>
                  <a:rect b="b" l="l" r="r" t="t"/>
                  <a:pathLst>
                    <a:path extrusionOk="0" h="245" w="158">
                      <a:moveTo>
                        <a:pt x="129" y="0"/>
                      </a:moveTo>
                      <a:cubicBezTo>
                        <a:pt x="120" y="0"/>
                        <a:pt x="114" y="6"/>
                        <a:pt x="108" y="12"/>
                      </a:cubicBezTo>
                      <a:cubicBezTo>
                        <a:pt x="100" y="20"/>
                        <a:pt x="100" y="29"/>
                        <a:pt x="91" y="37"/>
                      </a:cubicBezTo>
                      <a:cubicBezTo>
                        <a:pt x="83" y="45"/>
                        <a:pt x="83" y="53"/>
                        <a:pt x="75" y="62"/>
                      </a:cubicBezTo>
                      <a:cubicBezTo>
                        <a:pt x="67" y="78"/>
                        <a:pt x="67" y="87"/>
                        <a:pt x="58" y="103"/>
                      </a:cubicBezTo>
                      <a:lnTo>
                        <a:pt x="9" y="194"/>
                      </a:lnTo>
                      <a:cubicBezTo>
                        <a:pt x="0" y="211"/>
                        <a:pt x="9" y="236"/>
                        <a:pt x="25" y="244"/>
                      </a:cubicBezTo>
                      <a:cubicBezTo>
                        <a:pt x="42" y="244"/>
                        <a:pt x="67" y="244"/>
                        <a:pt x="67" y="219"/>
                      </a:cubicBezTo>
                      <a:cubicBezTo>
                        <a:pt x="83" y="194"/>
                        <a:pt x="100" y="161"/>
                        <a:pt x="116" y="128"/>
                      </a:cubicBezTo>
                      <a:cubicBezTo>
                        <a:pt x="125" y="111"/>
                        <a:pt x="133" y="95"/>
                        <a:pt x="133" y="87"/>
                      </a:cubicBezTo>
                      <a:cubicBezTo>
                        <a:pt x="141" y="78"/>
                        <a:pt x="141" y="62"/>
                        <a:pt x="149" y="62"/>
                      </a:cubicBezTo>
                      <a:cubicBezTo>
                        <a:pt x="149" y="45"/>
                        <a:pt x="149" y="37"/>
                        <a:pt x="158" y="29"/>
                      </a:cubicBezTo>
                      <a:cubicBezTo>
                        <a:pt x="158" y="20"/>
                        <a:pt x="149" y="4"/>
                        <a:pt x="141" y="4"/>
                      </a:cubicBezTo>
                      <a:cubicBezTo>
                        <a:pt x="136" y="1"/>
                        <a:pt x="132" y="0"/>
                        <a:pt x="12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5" name="Google Shape;1555;p1"/>
                <p:cNvSpPr/>
                <p:nvPr/>
              </p:nvSpPr>
              <p:spPr>
                <a:xfrm>
                  <a:off x="2953225" y="4129675"/>
                  <a:ext cx="13325" cy="19925"/>
                </a:xfrm>
                <a:custGeom>
                  <a:rect b="b" l="l" r="r" t="t"/>
                  <a:pathLst>
                    <a:path extrusionOk="0" h="797" w="533">
                      <a:moveTo>
                        <a:pt x="59" y="1"/>
                      </a:moveTo>
                      <a:cubicBezTo>
                        <a:pt x="26" y="1"/>
                        <a:pt x="1" y="43"/>
                        <a:pt x="27" y="69"/>
                      </a:cubicBezTo>
                      <a:cubicBezTo>
                        <a:pt x="110" y="168"/>
                        <a:pt x="184" y="284"/>
                        <a:pt x="242" y="408"/>
                      </a:cubicBezTo>
                      <a:cubicBezTo>
                        <a:pt x="267" y="466"/>
                        <a:pt x="284" y="533"/>
                        <a:pt x="309" y="591"/>
                      </a:cubicBezTo>
                      <a:cubicBezTo>
                        <a:pt x="325" y="665"/>
                        <a:pt x="325" y="748"/>
                        <a:pt x="392" y="790"/>
                      </a:cubicBezTo>
                      <a:cubicBezTo>
                        <a:pt x="401" y="794"/>
                        <a:pt x="410" y="796"/>
                        <a:pt x="419" y="796"/>
                      </a:cubicBezTo>
                      <a:cubicBezTo>
                        <a:pt x="442" y="796"/>
                        <a:pt x="463" y="783"/>
                        <a:pt x="474" y="765"/>
                      </a:cubicBezTo>
                      <a:cubicBezTo>
                        <a:pt x="532" y="707"/>
                        <a:pt x="483" y="599"/>
                        <a:pt x="458" y="533"/>
                      </a:cubicBezTo>
                      <a:cubicBezTo>
                        <a:pt x="433" y="466"/>
                        <a:pt x="400" y="400"/>
                        <a:pt x="367" y="334"/>
                      </a:cubicBezTo>
                      <a:cubicBezTo>
                        <a:pt x="292" y="210"/>
                        <a:pt x="201" y="102"/>
                        <a:pt x="85" y="11"/>
                      </a:cubicBezTo>
                      <a:cubicBezTo>
                        <a:pt x="76" y="4"/>
                        <a:pt x="67" y="1"/>
                        <a:pt x="5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6" name="Google Shape;1556;p1"/>
                <p:cNvSpPr/>
                <p:nvPr/>
              </p:nvSpPr>
              <p:spPr>
                <a:xfrm>
                  <a:off x="2952650" y="4138575"/>
                  <a:ext cx="3950" cy="6775"/>
                </a:xfrm>
                <a:custGeom>
                  <a:rect b="b" l="l" r="r" t="t"/>
                  <a:pathLst>
                    <a:path extrusionOk="0" h="271" w="158">
                      <a:moveTo>
                        <a:pt x="39" y="0"/>
                      </a:moveTo>
                      <a:cubicBezTo>
                        <a:pt x="34" y="0"/>
                        <a:pt x="30" y="1"/>
                        <a:pt x="25" y="3"/>
                      </a:cubicBezTo>
                      <a:cubicBezTo>
                        <a:pt x="9" y="19"/>
                        <a:pt x="0" y="44"/>
                        <a:pt x="9" y="61"/>
                      </a:cubicBezTo>
                      <a:cubicBezTo>
                        <a:pt x="17" y="94"/>
                        <a:pt x="34" y="135"/>
                        <a:pt x="42" y="168"/>
                      </a:cubicBezTo>
                      <a:cubicBezTo>
                        <a:pt x="50" y="185"/>
                        <a:pt x="58" y="202"/>
                        <a:pt x="67" y="210"/>
                      </a:cubicBezTo>
                      <a:cubicBezTo>
                        <a:pt x="75" y="226"/>
                        <a:pt x="75" y="235"/>
                        <a:pt x="91" y="251"/>
                      </a:cubicBezTo>
                      <a:lnTo>
                        <a:pt x="108" y="268"/>
                      </a:lnTo>
                      <a:cubicBezTo>
                        <a:pt x="112" y="270"/>
                        <a:pt x="117" y="271"/>
                        <a:pt x="122" y="271"/>
                      </a:cubicBezTo>
                      <a:cubicBezTo>
                        <a:pt x="136" y="271"/>
                        <a:pt x="149" y="262"/>
                        <a:pt x="149" y="243"/>
                      </a:cubicBezTo>
                      <a:cubicBezTo>
                        <a:pt x="149" y="235"/>
                        <a:pt x="158" y="226"/>
                        <a:pt x="158" y="218"/>
                      </a:cubicBezTo>
                      <a:cubicBezTo>
                        <a:pt x="158" y="202"/>
                        <a:pt x="149" y="193"/>
                        <a:pt x="141" y="177"/>
                      </a:cubicBezTo>
                      <a:cubicBezTo>
                        <a:pt x="141" y="160"/>
                        <a:pt x="133" y="144"/>
                        <a:pt x="125" y="127"/>
                      </a:cubicBezTo>
                      <a:cubicBezTo>
                        <a:pt x="116" y="94"/>
                        <a:pt x="100" y="61"/>
                        <a:pt x="83" y="28"/>
                      </a:cubicBezTo>
                      <a:cubicBezTo>
                        <a:pt x="76" y="14"/>
                        <a:pt x="59" y="0"/>
                        <a:pt x="3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7" name="Google Shape;1557;p1"/>
                <p:cNvSpPr/>
                <p:nvPr/>
              </p:nvSpPr>
              <p:spPr>
                <a:xfrm>
                  <a:off x="3021000" y="4137750"/>
                  <a:ext cx="4575" cy="10250"/>
                </a:xfrm>
                <a:custGeom>
                  <a:rect b="b" l="l" r="r" t="t"/>
                  <a:pathLst>
                    <a:path extrusionOk="0" h="410" w="183">
                      <a:moveTo>
                        <a:pt x="63" y="1"/>
                      </a:moveTo>
                      <a:cubicBezTo>
                        <a:pt x="59" y="1"/>
                        <a:pt x="55" y="1"/>
                        <a:pt x="50" y="3"/>
                      </a:cubicBezTo>
                      <a:cubicBezTo>
                        <a:pt x="25" y="3"/>
                        <a:pt x="1" y="27"/>
                        <a:pt x="9" y="61"/>
                      </a:cubicBezTo>
                      <a:cubicBezTo>
                        <a:pt x="25" y="119"/>
                        <a:pt x="34" y="185"/>
                        <a:pt x="50" y="243"/>
                      </a:cubicBezTo>
                      <a:cubicBezTo>
                        <a:pt x="59" y="276"/>
                        <a:pt x="59" y="309"/>
                        <a:pt x="75" y="342"/>
                      </a:cubicBezTo>
                      <a:cubicBezTo>
                        <a:pt x="83" y="372"/>
                        <a:pt x="97" y="410"/>
                        <a:pt x="131" y="410"/>
                      </a:cubicBezTo>
                      <a:cubicBezTo>
                        <a:pt x="134" y="410"/>
                        <a:pt x="138" y="409"/>
                        <a:pt x="141" y="409"/>
                      </a:cubicBezTo>
                      <a:cubicBezTo>
                        <a:pt x="183" y="409"/>
                        <a:pt x="183" y="351"/>
                        <a:pt x="175" y="317"/>
                      </a:cubicBezTo>
                      <a:lnTo>
                        <a:pt x="175" y="317"/>
                      </a:lnTo>
                      <a:lnTo>
                        <a:pt x="175" y="326"/>
                      </a:lnTo>
                      <a:cubicBezTo>
                        <a:pt x="175" y="293"/>
                        <a:pt x="166" y="259"/>
                        <a:pt x="158" y="235"/>
                      </a:cubicBezTo>
                      <a:cubicBezTo>
                        <a:pt x="141" y="168"/>
                        <a:pt x="125" y="102"/>
                        <a:pt x="108" y="44"/>
                      </a:cubicBezTo>
                      <a:cubicBezTo>
                        <a:pt x="101" y="22"/>
                        <a:pt x="88" y="1"/>
                        <a:pt x="6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8" name="Google Shape;1558;p1"/>
                <p:cNvSpPr/>
                <p:nvPr/>
              </p:nvSpPr>
              <p:spPr>
                <a:xfrm>
                  <a:off x="2808375" y="4622075"/>
                  <a:ext cx="5300" cy="21275"/>
                </a:xfrm>
                <a:custGeom>
                  <a:rect b="b" l="l" r="r" t="t"/>
                  <a:pathLst>
                    <a:path extrusionOk="0" h="851" w="212">
                      <a:moveTo>
                        <a:pt x="45" y="1"/>
                      </a:moveTo>
                      <a:cubicBezTo>
                        <a:pt x="22" y="1"/>
                        <a:pt x="0" y="16"/>
                        <a:pt x="5" y="42"/>
                      </a:cubicBezTo>
                      <a:cubicBezTo>
                        <a:pt x="30" y="175"/>
                        <a:pt x="54" y="308"/>
                        <a:pt x="71" y="440"/>
                      </a:cubicBezTo>
                      <a:cubicBezTo>
                        <a:pt x="79" y="506"/>
                        <a:pt x="96" y="573"/>
                        <a:pt x="104" y="639"/>
                      </a:cubicBezTo>
                      <a:cubicBezTo>
                        <a:pt x="112" y="705"/>
                        <a:pt x="112" y="772"/>
                        <a:pt x="137" y="830"/>
                      </a:cubicBezTo>
                      <a:cubicBezTo>
                        <a:pt x="144" y="844"/>
                        <a:pt x="157" y="851"/>
                        <a:pt x="168" y="851"/>
                      </a:cubicBezTo>
                      <a:cubicBezTo>
                        <a:pt x="184" y="851"/>
                        <a:pt x="199" y="840"/>
                        <a:pt x="204" y="821"/>
                      </a:cubicBezTo>
                      <a:cubicBezTo>
                        <a:pt x="212" y="755"/>
                        <a:pt x="204" y="697"/>
                        <a:pt x="195" y="631"/>
                      </a:cubicBezTo>
                      <a:cubicBezTo>
                        <a:pt x="187" y="564"/>
                        <a:pt x="179" y="498"/>
                        <a:pt x="170" y="432"/>
                      </a:cubicBezTo>
                      <a:cubicBezTo>
                        <a:pt x="146" y="299"/>
                        <a:pt x="121" y="167"/>
                        <a:pt x="88" y="34"/>
                      </a:cubicBezTo>
                      <a:cubicBezTo>
                        <a:pt x="84" y="11"/>
                        <a:pt x="64" y="1"/>
                        <a:pt x="4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9" name="Google Shape;1559;p1"/>
                <p:cNvSpPr/>
                <p:nvPr/>
              </p:nvSpPr>
              <p:spPr>
                <a:xfrm>
                  <a:off x="2809925" y="4689125"/>
                  <a:ext cx="7475" cy="11500"/>
                </a:xfrm>
                <a:custGeom>
                  <a:rect b="b" l="l" r="r" t="t"/>
                  <a:pathLst>
                    <a:path extrusionOk="0" h="460" w="299">
                      <a:moveTo>
                        <a:pt x="241" y="0"/>
                      </a:moveTo>
                      <a:cubicBezTo>
                        <a:pt x="218" y="0"/>
                        <a:pt x="197" y="10"/>
                        <a:pt x="191" y="28"/>
                      </a:cubicBezTo>
                      <a:cubicBezTo>
                        <a:pt x="166" y="95"/>
                        <a:pt x="133" y="153"/>
                        <a:pt x="100" y="219"/>
                      </a:cubicBezTo>
                      <a:cubicBezTo>
                        <a:pt x="92" y="227"/>
                        <a:pt x="84" y="244"/>
                        <a:pt x="75" y="260"/>
                      </a:cubicBezTo>
                      <a:lnTo>
                        <a:pt x="67" y="269"/>
                      </a:lnTo>
                      <a:cubicBezTo>
                        <a:pt x="67" y="285"/>
                        <a:pt x="59" y="293"/>
                        <a:pt x="50" y="302"/>
                      </a:cubicBezTo>
                      <a:cubicBezTo>
                        <a:pt x="34" y="335"/>
                        <a:pt x="26" y="368"/>
                        <a:pt x="9" y="401"/>
                      </a:cubicBezTo>
                      <a:cubicBezTo>
                        <a:pt x="1" y="418"/>
                        <a:pt x="9" y="443"/>
                        <a:pt x="26" y="451"/>
                      </a:cubicBezTo>
                      <a:cubicBezTo>
                        <a:pt x="35" y="457"/>
                        <a:pt x="45" y="460"/>
                        <a:pt x="54" y="460"/>
                      </a:cubicBezTo>
                      <a:cubicBezTo>
                        <a:pt x="68" y="460"/>
                        <a:pt x="82" y="453"/>
                        <a:pt x="92" y="443"/>
                      </a:cubicBezTo>
                      <a:cubicBezTo>
                        <a:pt x="108" y="418"/>
                        <a:pt x="133" y="393"/>
                        <a:pt x="150" y="360"/>
                      </a:cubicBezTo>
                      <a:cubicBezTo>
                        <a:pt x="175" y="327"/>
                        <a:pt x="191" y="293"/>
                        <a:pt x="208" y="260"/>
                      </a:cubicBezTo>
                      <a:cubicBezTo>
                        <a:pt x="233" y="202"/>
                        <a:pt x="266" y="136"/>
                        <a:pt x="291" y="70"/>
                      </a:cubicBezTo>
                      <a:cubicBezTo>
                        <a:pt x="299" y="45"/>
                        <a:pt x="291" y="12"/>
                        <a:pt x="266" y="3"/>
                      </a:cubicBezTo>
                      <a:cubicBezTo>
                        <a:pt x="258" y="1"/>
                        <a:pt x="249" y="0"/>
                        <a:pt x="24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0" name="Google Shape;1560;p1"/>
                <p:cNvSpPr/>
                <p:nvPr/>
              </p:nvSpPr>
              <p:spPr>
                <a:xfrm>
                  <a:off x="2638775" y="4718225"/>
                  <a:ext cx="38700" cy="30500"/>
                </a:xfrm>
                <a:custGeom>
                  <a:rect b="b" l="l" r="r" t="t"/>
                  <a:pathLst>
                    <a:path extrusionOk="0" h="1220" w="1548">
                      <a:moveTo>
                        <a:pt x="96" y="1"/>
                      </a:moveTo>
                      <a:cubicBezTo>
                        <a:pt x="48" y="1"/>
                        <a:pt x="0" y="44"/>
                        <a:pt x="28" y="99"/>
                      </a:cubicBezTo>
                      <a:cubicBezTo>
                        <a:pt x="160" y="372"/>
                        <a:pt x="417" y="579"/>
                        <a:pt x="657" y="762"/>
                      </a:cubicBezTo>
                      <a:cubicBezTo>
                        <a:pt x="782" y="853"/>
                        <a:pt x="906" y="944"/>
                        <a:pt x="1039" y="1019"/>
                      </a:cubicBezTo>
                      <a:cubicBezTo>
                        <a:pt x="1171" y="1101"/>
                        <a:pt x="1312" y="1184"/>
                        <a:pt x="1461" y="1217"/>
                      </a:cubicBezTo>
                      <a:cubicBezTo>
                        <a:pt x="1466" y="1219"/>
                        <a:pt x="1471" y="1220"/>
                        <a:pt x="1476" y="1220"/>
                      </a:cubicBezTo>
                      <a:cubicBezTo>
                        <a:pt x="1524" y="1220"/>
                        <a:pt x="1548" y="1148"/>
                        <a:pt x="1503" y="1118"/>
                      </a:cubicBezTo>
                      <a:cubicBezTo>
                        <a:pt x="1445" y="1068"/>
                        <a:pt x="1387" y="1043"/>
                        <a:pt x="1320" y="1002"/>
                      </a:cubicBezTo>
                      <a:cubicBezTo>
                        <a:pt x="1254" y="969"/>
                        <a:pt x="1196" y="927"/>
                        <a:pt x="1130" y="886"/>
                      </a:cubicBezTo>
                      <a:cubicBezTo>
                        <a:pt x="1005" y="820"/>
                        <a:pt x="881" y="737"/>
                        <a:pt x="765" y="654"/>
                      </a:cubicBezTo>
                      <a:cubicBezTo>
                        <a:pt x="541" y="480"/>
                        <a:pt x="285" y="298"/>
                        <a:pt x="160" y="41"/>
                      </a:cubicBezTo>
                      <a:cubicBezTo>
                        <a:pt x="146" y="13"/>
                        <a:pt x="121" y="1"/>
                        <a:pt x="9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1" name="Google Shape;1561;p1"/>
                <p:cNvSpPr/>
                <p:nvPr/>
              </p:nvSpPr>
              <p:spPr>
                <a:xfrm>
                  <a:off x="2803575" y="4697475"/>
                  <a:ext cx="3900" cy="9250"/>
                </a:xfrm>
                <a:custGeom>
                  <a:rect b="b" l="l" r="r" t="t"/>
                  <a:pathLst>
                    <a:path extrusionOk="0" h="370" w="156">
                      <a:moveTo>
                        <a:pt x="121" y="1"/>
                      </a:moveTo>
                      <a:cubicBezTo>
                        <a:pt x="108" y="1"/>
                        <a:pt x="93" y="9"/>
                        <a:pt x="89" y="26"/>
                      </a:cubicBezTo>
                      <a:cubicBezTo>
                        <a:pt x="89" y="34"/>
                        <a:pt x="89" y="51"/>
                        <a:pt x="81" y="59"/>
                      </a:cubicBezTo>
                      <a:cubicBezTo>
                        <a:pt x="81" y="75"/>
                        <a:pt x="72" y="84"/>
                        <a:pt x="72" y="100"/>
                      </a:cubicBezTo>
                      <a:cubicBezTo>
                        <a:pt x="64" y="125"/>
                        <a:pt x="56" y="150"/>
                        <a:pt x="48" y="175"/>
                      </a:cubicBezTo>
                      <a:lnTo>
                        <a:pt x="39" y="216"/>
                      </a:lnTo>
                      <a:cubicBezTo>
                        <a:pt x="31" y="233"/>
                        <a:pt x="23" y="241"/>
                        <a:pt x="23" y="258"/>
                      </a:cubicBezTo>
                      <a:cubicBezTo>
                        <a:pt x="23" y="266"/>
                        <a:pt x="23" y="283"/>
                        <a:pt x="23" y="291"/>
                      </a:cubicBezTo>
                      <a:cubicBezTo>
                        <a:pt x="14" y="307"/>
                        <a:pt x="14" y="324"/>
                        <a:pt x="6" y="341"/>
                      </a:cubicBezTo>
                      <a:cubicBezTo>
                        <a:pt x="1" y="357"/>
                        <a:pt x="16" y="369"/>
                        <a:pt x="35" y="369"/>
                      </a:cubicBezTo>
                      <a:cubicBezTo>
                        <a:pt x="45" y="369"/>
                        <a:pt x="55" y="366"/>
                        <a:pt x="64" y="357"/>
                      </a:cubicBezTo>
                      <a:cubicBezTo>
                        <a:pt x="72" y="349"/>
                        <a:pt x="81" y="332"/>
                        <a:pt x="81" y="324"/>
                      </a:cubicBezTo>
                      <a:cubicBezTo>
                        <a:pt x="89" y="316"/>
                        <a:pt x="89" y="307"/>
                        <a:pt x="97" y="299"/>
                      </a:cubicBezTo>
                      <a:lnTo>
                        <a:pt x="106" y="291"/>
                      </a:lnTo>
                      <a:cubicBezTo>
                        <a:pt x="114" y="274"/>
                        <a:pt x="122" y="258"/>
                        <a:pt x="122" y="249"/>
                      </a:cubicBezTo>
                      <a:cubicBezTo>
                        <a:pt x="130" y="233"/>
                        <a:pt x="139" y="216"/>
                        <a:pt x="139" y="200"/>
                      </a:cubicBezTo>
                      <a:cubicBezTo>
                        <a:pt x="147" y="167"/>
                        <a:pt x="155" y="142"/>
                        <a:pt x="155" y="117"/>
                      </a:cubicBezTo>
                      <a:cubicBezTo>
                        <a:pt x="155" y="100"/>
                        <a:pt x="155" y="84"/>
                        <a:pt x="147" y="67"/>
                      </a:cubicBezTo>
                      <a:cubicBezTo>
                        <a:pt x="147" y="51"/>
                        <a:pt x="147" y="34"/>
                        <a:pt x="147" y="26"/>
                      </a:cubicBezTo>
                      <a:cubicBezTo>
                        <a:pt x="147" y="9"/>
                        <a:pt x="135" y="1"/>
                        <a:pt x="12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2" name="Google Shape;1562;p1"/>
                <p:cNvSpPr/>
                <p:nvPr/>
              </p:nvSpPr>
              <p:spPr>
                <a:xfrm>
                  <a:off x="2802475" y="4726975"/>
                  <a:ext cx="6650" cy="8725"/>
                </a:xfrm>
                <a:custGeom>
                  <a:rect b="b" l="l" r="r" t="t"/>
                  <a:pathLst>
                    <a:path extrusionOk="0" h="349" w="266">
                      <a:moveTo>
                        <a:pt x="220" y="0"/>
                      </a:moveTo>
                      <a:cubicBezTo>
                        <a:pt x="210" y="0"/>
                        <a:pt x="201" y="4"/>
                        <a:pt x="191" y="14"/>
                      </a:cubicBezTo>
                      <a:cubicBezTo>
                        <a:pt x="158" y="55"/>
                        <a:pt x="133" y="97"/>
                        <a:pt x="100" y="138"/>
                      </a:cubicBezTo>
                      <a:cubicBezTo>
                        <a:pt x="67" y="180"/>
                        <a:pt x="42" y="229"/>
                        <a:pt x="17" y="271"/>
                      </a:cubicBezTo>
                      <a:cubicBezTo>
                        <a:pt x="0" y="287"/>
                        <a:pt x="0" y="321"/>
                        <a:pt x="25" y="337"/>
                      </a:cubicBezTo>
                      <a:cubicBezTo>
                        <a:pt x="36" y="345"/>
                        <a:pt x="49" y="349"/>
                        <a:pt x="61" y="349"/>
                      </a:cubicBezTo>
                      <a:cubicBezTo>
                        <a:pt x="75" y="349"/>
                        <a:pt x="87" y="343"/>
                        <a:pt x="92" y="329"/>
                      </a:cubicBezTo>
                      <a:cubicBezTo>
                        <a:pt x="125" y="279"/>
                        <a:pt x="158" y="238"/>
                        <a:pt x="183" y="188"/>
                      </a:cubicBezTo>
                      <a:cubicBezTo>
                        <a:pt x="208" y="147"/>
                        <a:pt x="232" y="97"/>
                        <a:pt x="257" y="55"/>
                      </a:cubicBezTo>
                      <a:cubicBezTo>
                        <a:pt x="266" y="39"/>
                        <a:pt x="257" y="14"/>
                        <a:pt x="241" y="6"/>
                      </a:cubicBezTo>
                      <a:cubicBezTo>
                        <a:pt x="234" y="2"/>
                        <a:pt x="227" y="0"/>
                        <a:pt x="2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3" name="Google Shape;1563;p1"/>
                <p:cNvSpPr/>
                <p:nvPr/>
              </p:nvSpPr>
              <p:spPr>
                <a:xfrm>
                  <a:off x="2818225" y="4715225"/>
                  <a:ext cx="4975" cy="7600"/>
                </a:xfrm>
                <a:custGeom>
                  <a:rect b="b" l="l" r="r" t="t"/>
                  <a:pathLst>
                    <a:path extrusionOk="0" h="304" w="199">
                      <a:moveTo>
                        <a:pt x="152" y="0"/>
                      </a:moveTo>
                      <a:cubicBezTo>
                        <a:pt x="138" y="0"/>
                        <a:pt x="122" y="10"/>
                        <a:pt x="116" y="28"/>
                      </a:cubicBezTo>
                      <a:cubicBezTo>
                        <a:pt x="83" y="95"/>
                        <a:pt x="42" y="169"/>
                        <a:pt x="8" y="244"/>
                      </a:cubicBezTo>
                      <a:cubicBezTo>
                        <a:pt x="0" y="260"/>
                        <a:pt x="8" y="293"/>
                        <a:pt x="33" y="302"/>
                      </a:cubicBezTo>
                      <a:cubicBezTo>
                        <a:pt x="38" y="303"/>
                        <a:pt x="42" y="304"/>
                        <a:pt x="47" y="304"/>
                      </a:cubicBezTo>
                      <a:cubicBezTo>
                        <a:pt x="67" y="304"/>
                        <a:pt x="84" y="290"/>
                        <a:pt x="91" y="277"/>
                      </a:cubicBezTo>
                      <a:cubicBezTo>
                        <a:pt x="124" y="202"/>
                        <a:pt x="157" y="128"/>
                        <a:pt x="191" y="53"/>
                      </a:cubicBezTo>
                      <a:cubicBezTo>
                        <a:pt x="199" y="37"/>
                        <a:pt x="191" y="12"/>
                        <a:pt x="174" y="3"/>
                      </a:cubicBezTo>
                      <a:lnTo>
                        <a:pt x="166" y="3"/>
                      </a:lnTo>
                      <a:cubicBezTo>
                        <a:pt x="162" y="1"/>
                        <a:pt x="157" y="0"/>
                        <a:pt x="15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4" name="Google Shape;1564;p1"/>
                <p:cNvSpPr/>
                <p:nvPr/>
              </p:nvSpPr>
              <p:spPr>
                <a:xfrm>
                  <a:off x="2789825" y="4589150"/>
                  <a:ext cx="11625" cy="18500"/>
                </a:xfrm>
                <a:custGeom>
                  <a:rect b="b" l="l" r="r" t="t"/>
                  <a:pathLst>
                    <a:path extrusionOk="0" h="740" w="465">
                      <a:moveTo>
                        <a:pt x="89" y="1"/>
                      </a:moveTo>
                      <a:cubicBezTo>
                        <a:pt x="49" y="1"/>
                        <a:pt x="9" y="30"/>
                        <a:pt x="9" y="75"/>
                      </a:cubicBezTo>
                      <a:cubicBezTo>
                        <a:pt x="1" y="150"/>
                        <a:pt x="42" y="208"/>
                        <a:pt x="84" y="266"/>
                      </a:cubicBezTo>
                      <a:cubicBezTo>
                        <a:pt x="117" y="324"/>
                        <a:pt x="150" y="373"/>
                        <a:pt x="192" y="423"/>
                      </a:cubicBezTo>
                      <a:cubicBezTo>
                        <a:pt x="225" y="473"/>
                        <a:pt x="258" y="514"/>
                        <a:pt x="291" y="564"/>
                      </a:cubicBezTo>
                      <a:cubicBezTo>
                        <a:pt x="324" y="605"/>
                        <a:pt x="357" y="647"/>
                        <a:pt x="366" y="705"/>
                      </a:cubicBezTo>
                      <a:cubicBezTo>
                        <a:pt x="369" y="729"/>
                        <a:pt x="387" y="739"/>
                        <a:pt x="404" y="739"/>
                      </a:cubicBezTo>
                      <a:cubicBezTo>
                        <a:pt x="424" y="739"/>
                        <a:pt x="444" y="727"/>
                        <a:pt x="448" y="705"/>
                      </a:cubicBezTo>
                      <a:cubicBezTo>
                        <a:pt x="457" y="647"/>
                        <a:pt x="465" y="581"/>
                        <a:pt x="448" y="523"/>
                      </a:cubicBezTo>
                      <a:cubicBezTo>
                        <a:pt x="432" y="465"/>
                        <a:pt x="399" y="407"/>
                        <a:pt x="374" y="349"/>
                      </a:cubicBezTo>
                      <a:cubicBezTo>
                        <a:pt x="341" y="282"/>
                        <a:pt x="308" y="224"/>
                        <a:pt x="266" y="166"/>
                      </a:cubicBezTo>
                      <a:cubicBezTo>
                        <a:pt x="233" y="100"/>
                        <a:pt x="192" y="34"/>
                        <a:pt x="125" y="9"/>
                      </a:cubicBezTo>
                      <a:cubicBezTo>
                        <a:pt x="114" y="3"/>
                        <a:pt x="102" y="1"/>
                        <a:pt x="8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5" name="Google Shape;1565;p1"/>
                <p:cNvSpPr/>
                <p:nvPr/>
              </p:nvSpPr>
              <p:spPr>
                <a:xfrm>
                  <a:off x="2783050" y="4576975"/>
                  <a:ext cx="2875" cy="4325"/>
                </a:xfrm>
                <a:custGeom>
                  <a:rect b="b" l="l" r="r" t="t"/>
                  <a:pathLst>
                    <a:path extrusionOk="0" h="173" w="115">
                      <a:moveTo>
                        <a:pt x="24" y="0"/>
                      </a:moveTo>
                      <a:cubicBezTo>
                        <a:pt x="12" y="0"/>
                        <a:pt x="1" y="12"/>
                        <a:pt x="7" y="24"/>
                      </a:cubicBezTo>
                      <a:cubicBezTo>
                        <a:pt x="7" y="32"/>
                        <a:pt x="7" y="48"/>
                        <a:pt x="7" y="57"/>
                      </a:cubicBezTo>
                      <a:cubicBezTo>
                        <a:pt x="7" y="65"/>
                        <a:pt x="15" y="82"/>
                        <a:pt x="15" y="90"/>
                      </a:cubicBezTo>
                      <a:cubicBezTo>
                        <a:pt x="23" y="106"/>
                        <a:pt x="32" y="131"/>
                        <a:pt x="32" y="148"/>
                      </a:cubicBezTo>
                      <a:cubicBezTo>
                        <a:pt x="40" y="156"/>
                        <a:pt x="48" y="164"/>
                        <a:pt x="57" y="173"/>
                      </a:cubicBezTo>
                      <a:lnTo>
                        <a:pt x="98" y="173"/>
                      </a:lnTo>
                      <a:cubicBezTo>
                        <a:pt x="106" y="164"/>
                        <a:pt x="106" y="156"/>
                        <a:pt x="115" y="148"/>
                      </a:cubicBezTo>
                      <a:lnTo>
                        <a:pt x="115" y="123"/>
                      </a:lnTo>
                      <a:cubicBezTo>
                        <a:pt x="115" y="123"/>
                        <a:pt x="115" y="115"/>
                        <a:pt x="106" y="106"/>
                      </a:cubicBezTo>
                      <a:lnTo>
                        <a:pt x="73" y="57"/>
                      </a:lnTo>
                      <a:cubicBezTo>
                        <a:pt x="73" y="48"/>
                        <a:pt x="65" y="40"/>
                        <a:pt x="57" y="32"/>
                      </a:cubicBezTo>
                      <a:cubicBezTo>
                        <a:pt x="57" y="24"/>
                        <a:pt x="48" y="15"/>
                        <a:pt x="40" y="7"/>
                      </a:cubicBezTo>
                      <a:cubicBezTo>
                        <a:pt x="35" y="2"/>
                        <a:pt x="30" y="0"/>
                        <a:pt x="2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6" name="Google Shape;1566;p1"/>
                <p:cNvSpPr/>
                <p:nvPr/>
              </p:nvSpPr>
              <p:spPr>
                <a:xfrm>
                  <a:off x="2829200" y="4508375"/>
                  <a:ext cx="3950" cy="13575"/>
                </a:xfrm>
                <a:custGeom>
                  <a:rect b="b" l="l" r="r" t="t"/>
                  <a:pathLst>
                    <a:path extrusionOk="0" h="543" w="158">
                      <a:moveTo>
                        <a:pt x="75" y="0"/>
                      </a:moveTo>
                      <a:cubicBezTo>
                        <a:pt x="50" y="0"/>
                        <a:pt x="33" y="17"/>
                        <a:pt x="25" y="42"/>
                      </a:cubicBezTo>
                      <a:cubicBezTo>
                        <a:pt x="8" y="125"/>
                        <a:pt x="0" y="207"/>
                        <a:pt x="8" y="290"/>
                      </a:cubicBezTo>
                      <a:cubicBezTo>
                        <a:pt x="17" y="373"/>
                        <a:pt x="42" y="464"/>
                        <a:pt x="91" y="531"/>
                      </a:cubicBezTo>
                      <a:cubicBezTo>
                        <a:pt x="100" y="539"/>
                        <a:pt x="110" y="543"/>
                        <a:pt x="120" y="543"/>
                      </a:cubicBezTo>
                      <a:cubicBezTo>
                        <a:pt x="139" y="543"/>
                        <a:pt x="158" y="528"/>
                        <a:pt x="158" y="506"/>
                      </a:cubicBezTo>
                      <a:cubicBezTo>
                        <a:pt x="141" y="431"/>
                        <a:pt x="116" y="357"/>
                        <a:pt x="108" y="282"/>
                      </a:cubicBezTo>
                      <a:cubicBezTo>
                        <a:pt x="100" y="199"/>
                        <a:pt x="100" y="125"/>
                        <a:pt x="116" y="50"/>
                      </a:cubicBezTo>
                      <a:cubicBezTo>
                        <a:pt x="116" y="25"/>
                        <a:pt x="100" y="0"/>
                        <a:pt x="7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7" name="Google Shape;1567;p1"/>
                <p:cNvSpPr/>
                <p:nvPr/>
              </p:nvSpPr>
              <p:spPr>
                <a:xfrm>
                  <a:off x="2836650" y="4515575"/>
                  <a:ext cx="3125" cy="11400"/>
                </a:xfrm>
                <a:custGeom>
                  <a:rect b="b" l="l" r="r" t="t"/>
                  <a:pathLst>
                    <a:path extrusionOk="0" h="456" w="125">
                      <a:moveTo>
                        <a:pt x="62" y="1"/>
                      </a:moveTo>
                      <a:cubicBezTo>
                        <a:pt x="36" y="1"/>
                        <a:pt x="17" y="22"/>
                        <a:pt x="17" y="44"/>
                      </a:cubicBezTo>
                      <a:cubicBezTo>
                        <a:pt x="0" y="110"/>
                        <a:pt x="0" y="185"/>
                        <a:pt x="0" y="251"/>
                      </a:cubicBezTo>
                      <a:cubicBezTo>
                        <a:pt x="9" y="284"/>
                        <a:pt x="17" y="317"/>
                        <a:pt x="17" y="350"/>
                      </a:cubicBezTo>
                      <a:cubicBezTo>
                        <a:pt x="34" y="383"/>
                        <a:pt x="42" y="417"/>
                        <a:pt x="67" y="441"/>
                      </a:cubicBezTo>
                      <a:cubicBezTo>
                        <a:pt x="73" y="451"/>
                        <a:pt x="82" y="456"/>
                        <a:pt x="91" y="456"/>
                      </a:cubicBezTo>
                      <a:cubicBezTo>
                        <a:pt x="104" y="456"/>
                        <a:pt x="116" y="445"/>
                        <a:pt x="116" y="425"/>
                      </a:cubicBezTo>
                      <a:cubicBezTo>
                        <a:pt x="125" y="392"/>
                        <a:pt x="125" y="359"/>
                        <a:pt x="116" y="325"/>
                      </a:cubicBezTo>
                      <a:cubicBezTo>
                        <a:pt x="116" y="317"/>
                        <a:pt x="116" y="301"/>
                        <a:pt x="116" y="284"/>
                      </a:cubicBezTo>
                      <a:lnTo>
                        <a:pt x="116" y="251"/>
                      </a:lnTo>
                      <a:cubicBezTo>
                        <a:pt x="116" y="218"/>
                        <a:pt x="116" y="185"/>
                        <a:pt x="116" y="160"/>
                      </a:cubicBezTo>
                      <a:cubicBezTo>
                        <a:pt x="116" y="127"/>
                        <a:pt x="116" y="93"/>
                        <a:pt x="125" y="60"/>
                      </a:cubicBezTo>
                      <a:cubicBezTo>
                        <a:pt x="125" y="35"/>
                        <a:pt x="100" y="2"/>
                        <a:pt x="75" y="2"/>
                      </a:cubicBezTo>
                      <a:cubicBezTo>
                        <a:pt x="71" y="1"/>
                        <a:pt x="66" y="1"/>
                        <a:pt x="6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8" name="Google Shape;1568;p1"/>
                <p:cNvSpPr/>
                <p:nvPr/>
              </p:nvSpPr>
              <p:spPr>
                <a:xfrm>
                  <a:off x="2867300" y="4525975"/>
                  <a:ext cx="3750" cy="6100"/>
                </a:xfrm>
                <a:custGeom>
                  <a:rect b="b" l="l" r="r" t="t"/>
                  <a:pathLst>
                    <a:path extrusionOk="0" h="244" w="150">
                      <a:moveTo>
                        <a:pt x="125" y="1"/>
                      </a:moveTo>
                      <a:cubicBezTo>
                        <a:pt x="125" y="1"/>
                        <a:pt x="125" y="1"/>
                        <a:pt x="125" y="1"/>
                      </a:cubicBezTo>
                      <a:lnTo>
                        <a:pt x="125" y="1"/>
                      </a:lnTo>
                      <a:cubicBezTo>
                        <a:pt x="128" y="1"/>
                        <a:pt x="131" y="1"/>
                        <a:pt x="133" y="1"/>
                      </a:cubicBezTo>
                      <a:close/>
                      <a:moveTo>
                        <a:pt x="125" y="1"/>
                      </a:moveTo>
                      <a:cubicBezTo>
                        <a:pt x="112" y="1"/>
                        <a:pt x="99" y="3"/>
                        <a:pt x="92" y="17"/>
                      </a:cubicBezTo>
                      <a:cubicBezTo>
                        <a:pt x="75" y="25"/>
                        <a:pt x="67" y="42"/>
                        <a:pt x="59" y="59"/>
                      </a:cubicBezTo>
                      <a:cubicBezTo>
                        <a:pt x="59" y="75"/>
                        <a:pt x="50" y="83"/>
                        <a:pt x="42" y="100"/>
                      </a:cubicBezTo>
                      <a:cubicBezTo>
                        <a:pt x="34" y="125"/>
                        <a:pt x="17" y="150"/>
                        <a:pt x="9" y="183"/>
                      </a:cubicBezTo>
                      <a:cubicBezTo>
                        <a:pt x="1" y="199"/>
                        <a:pt x="9" y="233"/>
                        <a:pt x="34" y="241"/>
                      </a:cubicBezTo>
                      <a:cubicBezTo>
                        <a:pt x="40" y="243"/>
                        <a:pt x="47" y="244"/>
                        <a:pt x="54" y="244"/>
                      </a:cubicBezTo>
                      <a:cubicBezTo>
                        <a:pt x="74" y="244"/>
                        <a:pt x="94" y="235"/>
                        <a:pt x="100" y="216"/>
                      </a:cubicBezTo>
                      <a:cubicBezTo>
                        <a:pt x="108" y="191"/>
                        <a:pt x="117" y="158"/>
                        <a:pt x="125" y="133"/>
                      </a:cubicBezTo>
                      <a:cubicBezTo>
                        <a:pt x="133" y="117"/>
                        <a:pt x="133" y="108"/>
                        <a:pt x="142" y="92"/>
                      </a:cubicBezTo>
                      <a:cubicBezTo>
                        <a:pt x="142" y="83"/>
                        <a:pt x="150" y="75"/>
                        <a:pt x="150" y="67"/>
                      </a:cubicBezTo>
                      <a:cubicBezTo>
                        <a:pt x="150" y="59"/>
                        <a:pt x="150" y="50"/>
                        <a:pt x="150" y="42"/>
                      </a:cubicBezTo>
                      <a:cubicBezTo>
                        <a:pt x="150" y="25"/>
                        <a:pt x="142" y="9"/>
                        <a:pt x="12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9" name="Google Shape;1569;p1"/>
                <p:cNvSpPr/>
                <p:nvPr/>
              </p:nvSpPr>
              <p:spPr>
                <a:xfrm>
                  <a:off x="2879950" y="4529050"/>
                  <a:ext cx="1675" cy="1300"/>
                </a:xfrm>
                <a:custGeom>
                  <a:rect b="b" l="l" r="r" t="t"/>
                  <a:pathLst>
                    <a:path extrusionOk="0" h="52" w="67">
                      <a:moveTo>
                        <a:pt x="40" y="1"/>
                      </a:moveTo>
                      <a:cubicBezTo>
                        <a:pt x="38" y="1"/>
                        <a:pt x="36" y="1"/>
                        <a:pt x="33" y="2"/>
                      </a:cubicBezTo>
                      <a:cubicBezTo>
                        <a:pt x="0" y="2"/>
                        <a:pt x="0" y="52"/>
                        <a:pt x="33" y="52"/>
                      </a:cubicBezTo>
                      <a:cubicBezTo>
                        <a:pt x="64" y="44"/>
                        <a:pt x="66" y="1"/>
                        <a:pt x="4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0" name="Google Shape;1570;p1"/>
                <p:cNvSpPr/>
                <p:nvPr/>
              </p:nvSpPr>
              <p:spPr>
                <a:xfrm>
                  <a:off x="2882625" y="4530950"/>
                  <a:ext cx="3750" cy="6450"/>
                </a:xfrm>
                <a:custGeom>
                  <a:rect b="b" l="l" r="r" t="t"/>
                  <a:pathLst>
                    <a:path extrusionOk="0" h="258" w="150">
                      <a:moveTo>
                        <a:pt x="100" y="0"/>
                      </a:moveTo>
                      <a:cubicBezTo>
                        <a:pt x="92" y="0"/>
                        <a:pt x="75" y="9"/>
                        <a:pt x="75" y="17"/>
                      </a:cubicBezTo>
                      <a:cubicBezTo>
                        <a:pt x="67" y="34"/>
                        <a:pt x="59" y="42"/>
                        <a:pt x="51" y="58"/>
                      </a:cubicBezTo>
                      <a:cubicBezTo>
                        <a:pt x="51" y="75"/>
                        <a:pt x="42" y="83"/>
                        <a:pt x="34" y="100"/>
                      </a:cubicBezTo>
                      <a:cubicBezTo>
                        <a:pt x="26" y="125"/>
                        <a:pt x="17" y="150"/>
                        <a:pt x="9" y="183"/>
                      </a:cubicBezTo>
                      <a:cubicBezTo>
                        <a:pt x="1" y="208"/>
                        <a:pt x="17" y="241"/>
                        <a:pt x="51" y="257"/>
                      </a:cubicBezTo>
                      <a:cubicBezTo>
                        <a:pt x="59" y="257"/>
                        <a:pt x="75" y="257"/>
                        <a:pt x="92" y="249"/>
                      </a:cubicBezTo>
                      <a:cubicBezTo>
                        <a:pt x="109" y="241"/>
                        <a:pt x="117" y="224"/>
                        <a:pt x="117" y="208"/>
                      </a:cubicBezTo>
                      <a:cubicBezTo>
                        <a:pt x="125" y="183"/>
                        <a:pt x="133" y="158"/>
                        <a:pt x="133" y="125"/>
                      </a:cubicBezTo>
                      <a:lnTo>
                        <a:pt x="142" y="92"/>
                      </a:lnTo>
                      <a:cubicBezTo>
                        <a:pt x="150" y="83"/>
                        <a:pt x="150" y="75"/>
                        <a:pt x="150" y="67"/>
                      </a:cubicBezTo>
                      <a:lnTo>
                        <a:pt x="150" y="50"/>
                      </a:lnTo>
                      <a:cubicBezTo>
                        <a:pt x="150" y="34"/>
                        <a:pt x="150" y="25"/>
                        <a:pt x="142" y="17"/>
                      </a:cubicBezTo>
                      <a:cubicBezTo>
                        <a:pt x="142" y="9"/>
                        <a:pt x="133" y="9"/>
                        <a:pt x="12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1" name="Google Shape;1571;p1"/>
                <p:cNvSpPr/>
                <p:nvPr/>
              </p:nvSpPr>
              <p:spPr>
                <a:xfrm>
                  <a:off x="2992000" y="4463525"/>
                  <a:ext cx="3550" cy="9250"/>
                </a:xfrm>
                <a:custGeom>
                  <a:rect b="b" l="l" r="r" t="t"/>
                  <a:pathLst>
                    <a:path extrusionOk="0" h="370" w="142">
                      <a:moveTo>
                        <a:pt x="71" y="0"/>
                      </a:moveTo>
                      <a:cubicBezTo>
                        <a:pt x="59" y="0"/>
                        <a:pt x="46" y="5"/>
                        <a:pt x="34" y="13"/>
                      </a:cubicBezTo>
                      <a:cubicBezTo>
                        <a:pt x="1" y="38"/>
                        <a:pt x="9" y="79"/>
                        <a:pt x="9" y="112"/>
                      </a:cubicBezTo>
                      <a:lnTo>
                        <a:pt x="17" y="187"/>
                      </a:lnTo>
                      <a:lnTo>
                        <a:pt x="25" y="328"/>
                      </a:lnTo>
                      <a:cubicBezTo>
                        <a:pt x="25" y="353"/>
                        <a:pt x="50" y="369"/>
                        <a:pt x="75" y="369"/>
                      </a:cubicBezTo>
                      <a:cubicBezTo>
                        <a:pt x="100" y="369"/>
                        <a:pt x="125" y="353"/>
                        <a:pt x="125" y="328"/>
                      </a:cubicBezTo>
                      <a:cubicBezTo>
                        <a:pt x="125" y="278"/>
                        <a:pt x="125" y="228"/>
                        <a:pt x="133" y="187"/>
                      </a:cubicBezTo>
                      <a:cubicBezTo>
                        <a:pt x="133" y="162"/>
                        <a:pt x="133" y="137"/>
                        <a:pt x="133" y="121"/>
                      </a:cubicBezTo>
                      <a:cubicBezTo>
                        <a:pt x="133" y="79"/>
                        <a:pt x="141" y="38"/>
                        <a:pt x="108" y="13"/>
                      </a:cubicBezTo>
                      <a:cubicBezTo>
                        <a:pt x="96" y="5"/>
                        <a:pt x="83" y="0"/>
                        <a:pt x="7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2" name="Google Shape;1572;p1"/>
                <p:cNvSpPr/>
                <p:nvPr/>
              </p:nvSpPr>
              <p:spPr>
                <a:xfrm>
                  <a:off x="2995100" y="4467250"/>
                  <a:ext cx="3350" cy="8450"/>
                </a:xfrm>
                <a:custGeom>
                  <a:rect b="b" l="l" r="r" t="t"/>
                  <a:pathLst>
                    <a:path extrusionOk="0" h="338" w="134">
                      <a:moveTo>
                        <a:pt x="98" y="0"/>
                      </a:moveTo>
                      <a:cubicBezTo>
                        <a:pt x="90" y="0"/>
                        <a:pt x="82" y="4"/>
                        <a:pt x="75" y="13"/>
                      </a:cubicBezTo>
                      <a:cubicBezTo>
                        <a:pt x="67" y="30"/>
                        <a:pt x="59" y="54"/>
                        <a:pt x="51" y="71"/>
                      </a:cubicBezTo>
                      <a:cubicBezTo>
                        <a:pt x="42" y="88"/>
                        <a:pt x="34" y="104"/>
                        <a:pt x="34" y="112"/>
                      </a:cubicBezTo>
                      <a:cubicBezTo>
                        <a:pt x="34" y="129"/>
                        <a:pt x="26" y="137"/>
                        <a:pt x="26" y="146"/>
                      </a:cubicBezTo>
                      <a:cubicBezTo>
                        <a:pt x="17" y="195"/>
                        <a:pt x="9" y="237"/>
                        <a:pt x="1" y="286"/>
                      </a:cubicBezTo>
                      <a:cubicBezTo>
                        <a:pt x="1" y="311"/>
                        <a:pt x="17" y="336"/>
                        <a:pt x="42" y="336"/>
                      </a:cubicBezTo>
                      <a:cubicBezTo>
                        <a:pt x="47" y="337"/>
                        <a:pt x="51" y="338"/>
                        <a:pt x="55" y="338"/>
                      </a:cubicBezTo>
                      <a:cubicBezTo>
                        <a:pt x="80" y="338"/>
                        <a:pt x="93" y="316"/>
                        <a:pt x="100" y="295"/>
                      </a:cubicBezTo>
                      <a:cubicBezTo>
                        <a:pt x="109" y="253"/>
                        <a:pt x="117" y="212"/>
                        <a:pt x="125" y="162"/>
                      </a:cubicBezTo>
                      <a:cubicBezTo>
                        <a:pt x="125" y="154"/>
                        <a:pt x="133" y="137"/>
                        <a:pt x="133" y="129"/>
                      </a:cubicBezTo>
                      <a:cubicBezTo>
                        <a:pt x="133" y="121"/>
                        <a:pt x="133" y="104"/>
                        <a:pt x="133" y="88"/>
                      </a:cubicBezTo>
                      <a:cubicBezTo>
                        <a:pt x="133" y="71"/>
                        <a:pt x="133" y="46"/>
                        <a:pt x="125" y="21"/>
                      </a:cubicBezTo>
                      <a:cubicBezTo>
                        <a:pt x="125" y="11"/>
                        <a:pt x="112" y="0"/>
                        <a:pt x="9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3" name="Google Shape;1573;p1"/>
                <p:cNvSpPr/>
                <p:nvPr/>
              </p:nvSpPr>
              <p:spPr>
                <a:xfrm>
                  <a:off x="2648975" y="4692775"/>
                  <a:ext cx="3975" cy="6600"/>
                </a:xfrm>
                <a:custGeom>
                  <a:rect b="b" l="l" r="r" t="t"/>
                  <a:pathLst>
                    <a:path extrusionOk="0" h="264" w="159">
                      <a:moveTo>
                        <a:pt x="58" y="0"/>
                      </a:moveTo>
                      <a:cubicBezTo>
                        <a:pt x="51" y="0"/>
                        <a:pt x="42" y="2"/>
                        <a:pt x="34" y="7"/>
                      </a:cubicBezTo>
                      <a:cubicBezTo>
                        <a:pt x="9" y="15"/>
                        <a:pt x="1" y="31"/>
                        <a:pt x="9" y="56"/>
                      </a:cubicBezTo>
                      <a:lnTo>
                        <a:pt x="34" y="222"/>
                      </a:lnTo>
                      <a:cubicBezTo>
                        <a:pt x="34" y="239"/>
                        <a:pt x="51" y="247"/>
                        <a:pt x="59" y="255"/>
                      </a:cubicBezTo>
                      <a:cubicBezTo>
                        <a:pt x="75" y="263"/>
                        <a:pt x="92" y="263"/>
                        <a:pt x="109" y="263"/>
                      </a:cubicBezTo>
                      <a:cubicBezTo>
                        <a:pt x="125" y="255"/>
                        <a:pt x="133" y="247"/>
                        <a:pt x="142" y="239"/>
                      </a:cubicBezTo>
                      <a:cubicBezTo>
                        <a:pt x="150" y="222"/>
                        <a:pt x="158" y="205"/>
                        <a:pt x="150" y="189"/>
                      </a:cubicBezTo>
                      <a:cubicBezTo>
                        <a:pt x="133" y="139"/>
                        <a:pt x="117" y="89"/>
                        <a:pt x="92" y="31"/>
                      </a:cubicBezTo>
                      <a:cubicBezTo>
                        <a:pt x="92" y="23"/>
                        <a:pt x="84" y="15"/>
                        <a:pt x="75" y="7"/>
                      </a:cubicBezTo>
                      <a:cubicBezTo>
                        <a:pt x="71" y="2"/>
                        <a:pt x="65" y="0"/>
                        <a:pt x="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4" name="Google Shape;1574;p1"/>
                <p:cNvSpPr/>
                <p:nvPr/>
              </p:nvSpPr>
              <p:spPr>
                <a:xfrm>
                  <a:off x="2983500" y="4026675"/>
                  <a:ext cx="8325" cy="11100"/>
                </a:xfrm>
                <a:custGeom>
                  <a:rect b="b" l="l" r="r" t="t"/>
                  <a:pathLst>
                    <a:path extrusionOk="0" h="444" w="333">
                      <a:moveTo>
                        <a:pt x="75" y="0"/>
                      </a:moveTo>
                      <a:cubicBezTo>
                        <a:pt x="61" y="0"/>
                        <a:pt x="46" y="5"/>
                        <a:pt x="34" y="13"/>
                      </a:cubicBezTo>
                      <a:cubicBezTo>
                        <a:pt x="9" y="29"/>
                        <a:pt x="1" y="63"/>
                        <a:pt x="17" y="87"/>
                      </a:cubicBezTo>
                      <a:cubicBezTo>
                        <a:pt x="59" y="137"/>
                        <a:pt x="100" y="195"/>
                        <a:pt x="125" y="261"/>
                      </a:cubicBezTo>
                      <a:cubicBezTo>
                        <a:pt x="142" y="295"/>
                        <a:pt x="158" y="319"/>
                        <a:pt x="175" y="353"/>
                      </a:cubicBezTo>
                      <a:cubicBezTo>
                        <a:pt x="183" y="361"/>
                        <a:pt x="183" y="369"/>
                        <a:pt x="191" y="377"/>
                      </a:cubicBezTo>
                      <a:lnTo>
                        <a:pt x="200" y="386"/>
                      </a:lnTo>
                      <a:lnTo>
                        <a:pt x="208" y="394"/>
                      </a:lnTo>
                      <a:cubicBezTo>
                        <a:pt x="208" y="394"/>
                        <a:pt x="216" y="402"/>
                        <a:pt x="216" y="411"/>
                      </a:cubicBezTo>
                      <a:cubicBezTo>
                        <a:pt x="233" y="427"/>
                        <a:pt x="241" y="435"/>
                        <a:pt x="258" y="444"/>
                      </a:cubicBezTo>
                      <a:cubicBezTo>
                        <a:pt x="283" y="444"/>
                        <a:pt x="307" y="435"/>
                        <a:pt x="316" y="419"/>
                      </a:cubicBezTo>
                      <a:cubicBezTo>
                        <a:pt x="324" y="402"/>
                        <a:pt x="332" y="386"/>
                        <a:pt x="324" y="377"/>
                      </a:cubicBezTo>
                      <a:cubicBezTo>
                        <a:pt x="324" y="361"/>
                        <a:pt x="324" y="353"/>
                        <a:pt x="324" y="344"/>
                      </a:cubicBezTo>
                      <a:cubicBezTo>
                        <a:pt x="316" y="319"/>
                        <a:pt x="316" y="303"/>
                        <a:pt x="307" y="286"/>
                      </a:cubicBezTo>
                      <a:cubicBezTo>
                        <a:pt x="291" y="253"/>
                        <a:pt x="266" y="220"/>
                        <a:pt x="249" y="187"/>
                      </a:cubicBezTo>
                      <a:cubicBezTo>
                        <a:pt x="208" y="129"/>
                        <a:pt x="167" y="71"/>
                        <a:pt x="117" y="13"/>
                      </a:cubicBezTo>
                      <a:cubicBezTo>
                        <a:pt x="104" y="5"/>
                        <a:pt x="90" y="0"/>
                        <a:pt x="7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5" name="Google Shape;1575;p1"/>
                <p:cNvSpPr/>
                <p:nvPr/>
              </p:nvSpPr>
              <p:spPr>
                <a:xfrm>
                  <a:off x="2992825" y="4024650"/>
                  <a:ext cx="3975" cy="8825"/>
                </a:xfrm>
                <a:custGeom>
                  <a:rect b="b" l="l" r="r" t="t"/>
                  <a:pathLst>
                    <a:path extrusionOk="0" h="353" w="159">
                      <a:moveTo>
                        <a:pt x="55" y="1"/>
                      </a:moveTo>
                      <a:cubicBezTo>
                        <a:pt x="51" y="1"/>
                        <a:pt x="47" y="1"/>
                        <a:pt x="42" y="3"/>
                      </a:cubicBezTo>
                      <a:cubicBezTo>
                        <a:pt x="17" y="11"/>
                        <a:pt x="1" y="36"/>
                        <a:pt x="9" y="61"/>
                      </a:cubicBezTo>
                      <a:cubicBezTo>
                        <a:pt x="17" y="102"/>
                        <a:pt x="34" y="152"/>
                        <a:pt x="42" y="193"/>
                      </a:cubicBezTo>
                      <a:lnTo>
                        <a:pt x="42" y="202"/>
                      </a:lnTo>
                      <a:cubicBezTo>
                        <a:pt x="50" y="218"/>
                        <a:pt x="59" y="243"/>
                        <a:pt x="67" y="268"/>
                      </a:cubicBezTo>
                      <a:cubicBezTo>
                        <a:pt x="67" y="276"/>
                        <a:pt x="67" y="284"/>
                        <a:pt x="75" y="301"/>
                      </a:cubicBezTo>
                      <a:cubicBezTo>
                        <a:pt x="75" y="309"/>
                        <a:pt x="84" y="326"/>
                        <a:pt x="92" y="334"/>
                      </a:cubicBezTo>
                      <a:cubicBezTo>
                        <a:pt x="98" y="347"/>
                        <a:pt x="109" y="352"/>
                        <a:pt x="121" y="352"/>
                      </a:cubicBezTo>
                      <a:cubicBezTo>
                        <a:pt x="139" y="352"/>
                        <a:pt x="158" y="338"/>
                        <a:pt x="158" y="318"/>
                      </a:cubicBezTo>
                      <a:cubicBezTo>
                        <a:pt x="158" y="301"/>
                        <a:pt x="158" y="284"/>
                        <a:pt x="158" y="276"/>
                      </a:cubicBezTo>
                      <a:cubicBezTo>
                        <a:pt x="158" y="260"/>
                        <a:pt x="150" y="251"/>
                        <a:pt x="150" y="243"/>
                      </a:cubicBezTo>
                      <a:cubicBezTo>
                        <a:pt x="142" y="218"/>
                        <a:pt x="142" y="193"/>
                        <a:pt x="133" y="168"/>
                      </a:cubicBezTo>
                      <a:cubicBezTo>
                        <a:pt x="125" y="127"/>
                        <a:pt x="108" y="77"/>
                        <a:pt x="100" y="36"/>
                      </a:cubicBezTo>
                      <a:cubicBezTo>
                        <a:pt x="93" y="15"/>
                        <a:pt x="75" y="1"/>
                        <a:pt x="5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576" name="Google Shape;1576;p1"/>
            <p:cNvGrpSpPr/>
            <p:nvPr/>
          </p:nvGrpSpPr>
          <p:grpSpPr>
            <a:xfrm>
              <a:off x="5683241" y="2362637"/>
              <a:ext cx="1784560" cy="2093690"/>
              <a:chOff x="4827526" y="2108948"/>
              <a:chExt cx="2232374" cy="2619077"/>
            </a:xfrm>
          </p:grpSpPr>
          <p:sp>
            <p:nvSpPr>
              <p:cNvPr id="1577" name="Google Shape;1577;p1"/>
              <p:cNvSpPr/>
              <p:nvPr/>
            </p:nvSpPr>
            <p:spPr>
              <a:xfrm flipH="1">
                <a:off x="4827600" y="4182325"/>
                <a:ext cx="2232300" cy="545700"/>
              </a:xfrm>
              <a:prstGeom prst="ellipse">
                <a:avLst/>
              </a:prstGeom>
              <a:solidFill>
                <a:srgbClr val="3B2C27">
                  <a:alpha val="4313"/>
                </a:srgbClr>
              </a:solidFill>
              <a:ln>
                <a:noFill/>
              </a:ln>
            </p:spPr>
            <p:txBody>
              <a:bodyPr anchorCtr="0" anchor="ctr" bIns="89275" lIns="89275" spcFirstLastPara="1" rIns="89275" wrap="square" tIns="89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367"/>
                  <a:buFont typeface="Arial"/>
                  <a:buNone/>
                </a:pPr>
                <a:r>
                  <a:t/>
                </a:r>
                <a:endParaRPr b="0" i="0" sz="1366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578" name="Google Shape;1578;p1"/>
              <p:cNvGrpSpPr/>
              <p:nvPr/>
            </p:nvGrpSpPr>
            <p:grpSpPr>
              <a:xfrm flipH="1">
                <a:off x="4827526" y="2108948"/>
                <a:ext cx="2129436" cy="2571780"/>
                <a:chOff x="269600" y="2540800"/>
                <a:chExt cx="645675" cy="779800"/>
              </a:xfrm>
            </p:grpSpPr>
            <p:sp>
              <p:nvSpPr>
                <p:cNvPr id="1579" name="Google Shape;1579;p1"/>
                <p:cNvSpPr/>
                <p:nvPr/>
              </p:nvSpPr>
              <p:spPr>
                <a:xfrm>
                  <a:off x="488325" y="3154925"/>
                  <a:ext cx="44350" cy="49125"/>
                </a:xfrm>
                <a:custGeom>
                  <a:rect b="b" l="l" r="r" t="t"/>
                  <a:pathLst>
                    <a:path extrusionOk="0" h="1965" w="1774">
                      <a:moveTo>
                        <a:pt x="1" y="1"/>
                      </a:moveTo>
                      <a:cubicBezTo>
                        <a:pt x="51" y="291"/>
                        <a:pt x="42" y="598"/>
                        <a:pt x="42" y="887"/>
                      </a:cubicBezTo>
                      <a:cubicBezTo>
                        <a:pt x="42" y="1045"/>
                        <a:pt x="42" y="1211"/>
                        <a:pt x="42" y="1368"/>
                      </a:cubicBezTo>
                      <a:cubicBezTo>
                        <a:pt x="42" y="1501"/>
                        <a:pt x="59" y="1641"/>
                        <a:pt x="167" y="1724"/>
                      </a:cubicBezTo>
                      <a:cubicBezTo>
                        <a:pt x="266" y="1807"/>
                        <a:pt x="407" y="1832"/>
                        <a:pt x="531" y="1857"/>
                      </a:cubicBezTo>
                      <a:cubicBezTo>
                        <a:pt x="689" y="1890"/>
                        <a:pt x="846" y="1915"/>
                        <a:pt x="1012" y="1931"/>
                      </a:cubicBezTo>
                      <a:cubicBezTo>
                        <a:pt x="1169" y="1948"/>
                        <a:pt x="1335" y="1956"/>
                        <a:pt x="1492" y="1965"/>
                      </a:cubicBezTo>
                      <a:cubicBezTo>
                        <a:pt x="1575" y="1965"/>
                        <a:pt x="1666" y="1956"/>
                        <a:pt x="1749" y="1956"/>
                      </a:cubicBezTo>
                      <a:cubicBezTo>
                        <a:pt x="1749" y="1815"/>
                        <a:pt x="1757" y="1683"/>
                        <a:pt x="1766" y="1542"/>
                      </a:cubicBezTo>
                      <a:cubicBezTo>
                        <a:pt x="1766" y="1517"/>
                        <a:pt x="1774" y="1484"/>
                        <a:pt x="1774" y="1451"/>
                      </a:cubicBezTo>
                      <a:lnTo>
                        <a:pt x="1766" y="1451"/>
                      </a:lnTo>
                      <a:cubicBezTo>
                        <a:pt x="1716" y="1343"/>
                        <a:pt x="1675" y="1227"/>
                        <a:pt x="1633" y="1119"/>
                      </a:cubicBezTo>
                      <a:cubicBezTo>
                        <a:pt x="1542" y="879"/>
                        <a:pt x="1467" y="639"/>
                        <a:pt x="1418" y="399"/>
                      </a:cubicBezTo>
                      <a:cubicBezTo>
                        <a:pt x="1393" y="299"/>
                        <a:pt x="1376" y="200"/>
                        <a:pt x="1360" y="100"/>
                      </a:cubicBezTo>
                      <a:cubicBezTo>
                        <a:pt x="1316" y="106"/>
                        <a:pt x="1271" y="107"/>
                        <a:pt x="1225" y="107"/>
                      </a:cubicBezTo>
                      <a:cubicBezTo>
                        <a:pt x="1123" y="107"/>
                        <a:pt x="1018" y="98"/>
                        <a:pt x="921" y="92"/>
                      </a:cubicBezTo>
                      <a:cubicBezTo>
                        <a:pt x="763" y="92"/>
                        <a:pt x="597" y="76"/>
                        <a:pt x="432" y="59"/>
                      </a:cubicBezTo>
                      <a:cubicBezTo>
                        <a:pt x="291" y="42"/>
                        <a:pt x="150" y="26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0" name="Google Shape;1580;p1"/>
                <p:cNvSpPr/>
                <p:nvPr/>
              </p:nvSpPr>
              <p:spPr>
                <a:xfrm>
                  <a:off x="730275" y="3139400"/>
                  <a:ext cx="110425" cy="151925"/>
                </a:xfrm>
                <a:custGeom>
                  <a:rect b="b" l="l" r="r" t="t"/>
                  <a:pathLst>
                    <a:path extrusionOk="0" h="6077" w="4417">
                      <a:moveTo>
                        <a:pt x="4242" y="1"/>
                      </a:moveTo>
                      <a:lnTo>
                        <a:pt x="4242" y="1"/>
                      </a:lnTo>
                      <a:cubicBezTo>
                        <a:pt x="4241" y="4"/>
                        <a:pt x="4240" y="8"/>
                        <a:pt x="4239" y="12"/>
                      </a:cubicBezTo>
                      <a:lnTo>
                        <a:pt x="4239" y="12"/>
                      </a:lnTo>
                      <a:cubicBezTo>
                        <a:pt x="4242" y="8"/>
                        <a:pt x="4242" y="6"/>
                        <a:pt x="4242" y="1"/>
                      </a:cubicBezTo>
                      <a:close/>
                      <a:moveTo>
                        <a:pt x="4239" y="12"/>
                      </a:moveTo>
                      <a:cubicBezTo>
                        <a:pt x="4238" y="13"/>
                        <a:pt x="4237" y="15"/>
                        <a:pt x="4234" y="17"/>
                      </a:cubicBezTo>
                      <a:cubicBezTo>
                        <a:pt x="4168" y="100"/>
                        <a:pt x="4085" y="199"/>
                        <a:pt x="3977" y="233"/>
                      </a:cubicBezTo>
                      <a:cubicBezTo>
                        <a:pt x="3971" y="235"/>
                        <a:pt x="3964" y="236"/>
                        <a:pt x="3958" y="236"/>
                      </a:cubicBezTo>
                      <a:cubicBezTo>
                        <a:pt x="3916" y="236"/>
                        <a:pt x="3880" y="193"/>
                        <a:pt x="3895" y="150"/>
                      </a:cubicBezTo>
                      <a:cubicBezTo>
                        <a:pt x="3903" y="133"/>
                        <a:pt x="3911" y="117"/>
                        <a:pt x="3919" y="92"/>
                      </a:cubicBezTo>
                      <a:lnTo>
                        <a:pt x="3919" y="92"/>
                      </a:lnTo>
                      <a:cubicBezTo>
                        <a:pt x="3845" y="175"/>
                        <a:pt x="3779" y="257"/>
                        <a:pt x="3704" y="340"/>
                      </a:cubicBezTo>
                      <a:cubicBezTo>
                        <a:pt x="3058" y="1045"/>
                        <a:pt x="2287" y="1616"/>
                        <a:pt x="1401" y="1989"/>
                      </a:cubicBezTo>
                      <a:cubicBezTo>
                        <a:pt x="1393" y="1992"/>
                        <a:pt x="1386" y="1993"/>
                        <a:pt x="1379" y="1993"/>
                      </a:cubicBezTo>
                      <a:cubicBezTo>
                        <a:pt x="1348" y="1993"/>
                        <a:pt x="1325" y="1965"/>
                        <a:pt x="1318" y="1931"/>
                      </a:cubicBezTo>
                      <a:cubicBezTo>
                        <a:pt x="1019" y="2122"/>
                        <a:pt x="696" y="2246"/>
                        <a:pt x="357" y="2337"/>
                      </a:cubicBezTo>
                      <a:cubicBezTo>
                        <a:pt x="282" y="2370"/>
                        <a:pt x="207" y="2403"/>
                        <a:pt x="141" y="2428"/>
                      </a:cubicBezTo>
                      <a:cubicBezTo>
                        <a:pt x="91" y="2445"/>
                        <a:pt x="42" y="2461"/>
                        <a:pt x="0" y="2478"/>
                      </a:cubicBezTo>
                      <a:cubicBezTo>
                        <a:pt x="17" y="2552"/>
                        <a:pt x="17" y="2644"/>
                        <a:pt x="25" y="2726"/>
                      </a:cubicBezTo>
                      <a:cubicBezTo>
                        <a:pt x="42" y="2834"/>
                        <a:pt x="58" y="2942"/>
                        <a:pt x="75" y="3050"/>
                      </a:cubicBezTo>
                      <a:cubicBezTo>
                        <a:pt x="91" y="3141"/>
                        <a:pt x="116" y="3224"/>
                        <a:pt x="141" y="3306"/>
                      </a:cubicBezTo>
                      <a:cubicBezTo>
                        <a:pt x="149" y="3290"/>
                        <a:pt x="158" y="3265"/>
                        <a:pt x="174" y="3248"/>
                      </a:cubicBezTo>
                      <a:cubicBezTo>
                        <a:pt x="189" y="3225"/>
                        <a:pt x="209" y="3215"/>
                        <a:pt x="230" y="3215"/>
                      </a:cubicBezTo>
                      <a:cubicBezTo>
                        <a:pt x="267" y="3215"/>
                        <a:pt x="304" y="3250"/>
                        <a:pt x="299" y="3298"/>
                      </a:cubicBezTo>
                      <a:cubicBezTo>
                        <a:pt x="282" y="3422"/>
                        <a:pt x="265" y="3538"/>
                        <a:pt x="274" y="3663"/>
                      </a:cubicBezTo>
                      <a:cubicBezTo>
                        <a:pt x="282" y="3779"/>
                        <a:pt x="299" y="3886"/>
                        <a:pt x="315" y="4002"/>
                      </a:cubicBezTo>
                      <a:cubicBezTo>
                        <a:pt x="332" y="4085"/>
                        <a:pt x="431" y="4566"/>
                        <a:pt x="315" y="4640"/>
                      </a:cubicBezTo>
                      <a:cubicBezTo>
                        <a:pt x="315" y="4674"/>
                        <a:pt x="315" y="4698"/>
                        <a:pt x="315" y="4723"/>
                      </a:cubicBezTo>
                      <a:cubicBezTo>
                        <a:pt x="307" y="4839"/>
                        <a:pt x="290" y="4947"/>
                        <a:pt x="282" y="5055"/>
                      </a:cubicBezTo>
                      <a:cubicBezTo>
                        <a:pt x="265" y="5154"/>
                        <a:pt x="265" y="5237"/>
                        <a:pt x="315" y="5320"/>
                      </a:cubicBezTo>
                      <a:cubicBezTo>
                        <a:pt x="398" y="5469"/>
                        <a:pt x="547" y="5560"/>
                        <a:pt x="696" y="5643"/>
                      </a:cubicBezTo>
                      <a:cubicBezTo>
                        <a:pt x="854" y="5734"/>
                        <a:pt x="1019" y="5800"/>
                        <a:pt x="1185" y="5875"/>
                      </a:cubicBezTo>
                      <a:cubicBezTo>
                        <a:pt x="1218" y="5883"/>
                        <a:pt x="1251" y="5892"/>
                        <a:pt x="1285" y="5900"/>
                      </a:cubicBezTo>
                      <a:cubicBezTo>
                        <a:pt x="1384" y="5916"/>
                        <a:pt x="1483" y="5941"/>
                        <a:pt x="1583" y="5958"/>
                      </a:cubicBezTo>
                      <a:cubicBezTo>
                        <a:pt x="1790" y="5999"/>
                        <a:pt x="1989" y="6032"/>
                        <a:pt x="2196" y="6057"/>
                      </a:cubicBezTo>
                      <a:cubicBezTo>
                        <a:pt x="2247" y="6063"/>
                        <a:pt x="2313" y="6076"/>
                        <a:pt x="2377" y="6076"/>
                      </a:cubicBezTo>
                      <a:cubicBezTo>
                        <a:pt x="2406" y="6076"/>
                        <a:pt x="2435" y="6073"/>
                        <a:pt x="2461" y="6066"/>
                      </a:cubicBezTo>
                      <a:cubicBezTo>
                        <a:pt x="2461" y="6049"/>
                        <a:pt x="2469" y="6032"/>
                        <a:pt x="2486" y="6024"/>
                      </a:cubicBezTo>
                      <a:cubicBezTo>
                        <a:pt x="2511" y="5999"/>
                        <a:pt x="2536" y="5991"/>
                        <a:pt x="2569" y="5983"/>
                      </a:cubicBezTo>
                      <a:cubicBezTo>
                        <a:pt x="2577" y="5966"/>
                        <a:pt x="2577" y="5950"/>
                        <a:pt x="2577" y="5933"/>
                      </a:cubicBezTo>
                      <a:cubicBezTo>
                        <a:pt x="2594" y="5834"/>
                        <a:pt x="2585" y="5734"/>
                        <a:pt x="2594" y="5643"/>
                      </a:cubicBezTo>
                      <a:cubicBezTo>
                        <a:pt x="2602" y="5544"/>
                        <a:pt x="2602" y="5436"/>
                        <a:pt x="2652" y="5361"/>
                      </a:cubicBezTo>
                      <a:cubicBezTo>
                        <a:pt x="2664" y="5341"/>
                        <a:pt x="2685" y="5330"/>
                        <a:pt x="2706" y="5330"/>
                      </a:cubicBezTo>
                      <a:cubicBezTo>
                        <a:pt x="2726" y="5330"/>
                        <a:pt x="2747" y="5341"/>
                        <a:pt x="2759" y="5361"/>
                      </a:cubicBezTo>
                      <a:cubicBezTo>
                        <a:pt x="2817" y="5461"/>
                        <a:pt x="2809" y="5610"/>
                        <a:pt x="2817" y="5726"/>
                      </a:cubicBezTo>
                      <a:cubicBezTo>
                        <a:pt x="2817" y="5817"/>
                        <a:pt x="2817" y="5916"/>
                        <a:pt x="2801" y="6008"/>
                      </a:cubicBezTo>
                      <a:lnTo>
                        <a:pt x="2809" y="6008"/>
                      </a:lnTo>
                      <a:cubicBezTo>
                        <a:pt x="2909" y="6008"/>
                        <a:pt x="3008" y="5999"/>
                        <a:pt x="3107" y="5983"/>
                      </a:cubicBezTo>
                      <a:cubicBezTo>
                        <a:pt x="3306" y="5933"/>
                        <a:pt x="3480" y="5834"/>
                        <a:pt x="3621" y="5693"/>
                      </a:cubicBezTo>
                      <a:cubicBezTo>
                        <a:pt x="3762" y="5560"/>
                        <a:pt x="3878" y="5361"/>
                        <a:pt x="3779" y="5171"/>
                      </a:cubicBezTo>
                      <a:cubicBezTo>
                        <a:pt x="3679" y="4988"/>
                        <a:pt x="3522" y="4864"/>
                        <a:pt x="3455" y="4665"/>
                      </a:cubicBezTo>
                      <a:cubicBezTo>
                        <a:pt x="3433" y="4605"/>
                        <a:pt x="3488" y="4563"/>
                        <a:pt x="3541" y="4563"/>
                      </a:cubicBezTo>
                      <a:cubicBezTo>
                        <a:pt x="3569" y="4563"/>
                        <a:pt x="3596" y="4574"/>
                        <a:pt x="3613" y="4599"/>
                      </a:cubicBezTo>
                      <a:cubicBezTo>
                        <a:pt x="3712" y="4773"/>
                        <a:pt x="3895" y="4881"/>
                        <a:pt x="4002" y="5063"/>
                      </a:cubicBezTo>
                      <a:cubicBezTo>
                        <a:pt x="4110" y="5245"/>
                        <a:pt x="4093" y="5436"/>
                        <a:pt x="4011" y="5602"/>
                      </a:cubicBezTo>
                      <a:cubicBezTo>
                        <a:pt x="4027" y="5593"/>
                        <a:pt x="4035" y="5585"/>
                        <a:pt x="4052" y="5577"/>
                      </a:cubicBezTo>
                      <a:cubicBezTo>
                        <a:pt x="4052" y="5577"/>
                        <a:pt x="4060" y="5568"/>
                        <a:pt x="4069" y="5568"/>
                      </a:cubicBezTo>
                      <a:cubicBezTo>
                        <a:pt x="4069" y="5560"/>
                        <a:pt x="4077" y="5560"/>
                        <a:pt x="4085" y="5552"/>
                      </a:cubicBezTo>
                      <a:cubicBezTo>
                        <a:pt x="4093" y="5544"/>
                        <a:pt x="4110" y="5535"/>
                        <a:pt x="4118" y="5519"/>
                      </a:cubicBezTo>
                      <a:cubicBezTo>
                        <a:pt x="4168" y="5477"/>
                        <a:pt x="4209" y="5428"/>
                        <a:pt x="4251" y="5386"/>
                      </a:cubicBezTo>
                      <a:cubicBezTo>
                        <a:pt x="4251" y="5378"/>
                        <a:pt x="4251" y="5370"/>
                        <a:pt x="4251" y="5361"/>
                      </a:cubicBezTo>
                      <a:cubicBezTo>
                        <a:pt x="4267" y="5262"/>
                        <a:pt x="4309" y="5171"/>
                        <a:pt x="4334" y="5080"/>
                      </a:cubicBezTo>
                      <a:cubicBezTo>
                        <a:pt x="4358" y="4980"/>
                        <a:pt x="4383" y="4881"/>
                        <a:pt x="4392" y="4790"/>
                      </a:cubicBezTo>
                      <a:cubicBezTo>
                        <a:pt x="4400" y="4698"/>
                        <a:pt x="4416" y="4607"/>
                        <a:pt x="4358" y="4533"/>
                      </a:cubicBezTo>
                      <a:cubicBezTo>
                        <a:pt x="4309" y="4458"/>
                        <a:pt x="4234" y="4400"/>
                        <a:pt x="4168" y="4334"/>
                      </a:cubicBezTo>
                      <a:lnTo>
                        <a:pt x="4176" y="4334"/>
                      </a:lnTo>
                      <a:cubicBezTo>
                        <a:pt x="4085" y="4243"/>
                        <a:pt x="3986" y="4143"/>
                        <a:pt x="3903" y="4036"/>
                      </a:cubicBezTo>
                      <a:cubicBezTo>
                        <a:pt x="3895" y="4052"/>
                        <a:pt x="3886" y="4060"/>
                        <a:pt x="3870" y="4069"/>
                      </a:cubicBezTo>
                      <a:cubicBezTo>
                        <a:pt x="3861" y="4073"/>
                        <a:pt x="3851" y="4075"/>
                        <a:pt x="3841" y="4075"/>
                      </a:cubicBezTo>
                      <a:cubicBezTo>
                        <a:pt x="3830" y="4075"/>
                        <a:pt x="3820" y="4073"/>
                        <a:pt x="3812" y="4069"/>
                      </a:cubicBezTo>
                      <a:cubicBezTo>
                        <a:pt x="3762" y="4036"/>
                        <a:pt x="3754" y="3978"/>
                        <a:pt x="3737" y="3928"/>
                      </a:cubicBezTo>
                      <a:cubicBezTo>
                        <a:pt x="3721" y="3870"/>
                        <a:pt x="3721" y="3804"/>
                        <a:pt x="3721" y="3746"/>
                      </a:cubicBezTo>
                      <a:lnTo>
                        <a:pt x="3721" y="3729"/>
                      </a:lnTo>
                      <a:cubicBezTo>
                        <a:pt x="3696" y="3630"/>
                        <a:pt x="3687" y="3530"/>
                        <a:pt x="3704" y="3422"/>
                      </a:cubicBezTo>
                      <a:cubicBezTo>
                        <a:pt x="3712" y="3398"/>
                        <a:pt x="3729" y="3381"/>
                        <a:pt x="3745" y="3373"/>
                      </a:cubicBezTo>
                      <a:cubicBezTo>
                        <a:pt x="3745" y="3306"/>
                        <a:pt x="3754" y="3240"/>
                        <a:pt x="3762" y="3174"/>
                      </a:cubicBezTo>
                      <a:cubicBezTo>
                        <a:pt x="3737" y="3157"/>
                        <a:pt x="3712" y="3132"/>
                        <a:pt x="3721" y="3091"/>
                      </a:cubicBezTo>
                      <a:cubicBezTo>
                        <a:pt x="3795" y="2884"/>
                        <a:pt x="3845" y="2660"/>
                        <a:pt x="3878" y="2436"/>
                      </a:cubicBezTo>
                      <a:cubicBezTo>
                        <a:pt x="3861" y="2428"/>
                        <a:pt x="3845" y="2412"/>
                        <a:pt x="3837" y="2395"/>
                      </a:cubicBezTo>
                      <a:cubicBezTo>
                        <a:pt x="3828" y="2312"/>
                        <a:pt x="3861" y="2221"/>
                        <a:pt x="3878" y="2146"/>
                      </a:cubicBezTo>
                      <a:cubicBezTo>
                        <a:pt x="3895" y="2064"/>
                        <a:pt x="3903" y="1981"/>
                        <a:pt x="3919" y="1898"/>
                      </a:cubicBezTo>
                      <a:cubicBezTo>
                        <a:pt x="3919" y="1890"/>
                        <a:pt x="3919" y="1873"/>
                        <a:pt x="3928" y="1865"/>
                      </a:cubicBezTo>
                      <a:cubicBezTo>
                        <a:pt x="3928" y="1840"/>
                        <a:pt x="3928" y="1815"/>
                        <a:pt x="3928" y="1790"/>
                      </a:cubicBezTo>
                      <a:cubicBezTo>
                        <a:pt x="3928" y="1649"/>
                        <a:pt x="3911" y="1517"/>
                        <a:pt x="3911" y="1384"/>
                      </a:cubicBezTo>
                      <a:cubicBezTo>
                        <a:pt x="3905" y="1319"/>
                        <a:pt x="3939" y="1208"/>
                        <a:pt x="4007" y="1208"/>
                      </a:cubicBezTo>
                      <a:cubicBezTo>
                        <a:pt x="4025" y="1208"/>
                        <a:pt x="4046" y="1216"/>
                        <a:pt x="4069" y="1235"/>
                      </a:cubicBezTo>
                      <a:lnTo>
                        <a:pt x="4077" y="1235"/>
                      </a:lnTo>
                      <a:cubicBezTo>
                        <a:pt x="4085" y="1086"/>
                        <a:pt x="4102" y="937"/>
                        <a:pt x="4118" y="788"/>
                      </a:cubicBezTo>
                      <a:cubicBezTo>
                        <a:pt x="4143" y="589"/>
                        <a:pt x="4168" y="398"/>
                        <a:pt x="4209" y="208"/>
                      </a:cubicBezTo>
                      <a:cubicBezTo>
                        <a:pt x="4209" y="199"/>
                        <a:pt x="4209" y="191"/>
                        <a:pt x="4209" y="191"/>
                      </a:cubicBezTo>
                      <a:cubicBezTo>
                        <a:pt x="4217" y="129"/>
                        <a:pt x="4225" y="67"/>
                        <a:pt x="4239" y="12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1" name="Google Shape;1581;p1"/>
                <p:cNvSpPr/>
                <p:nvPr/>
              </p:nvSpPr>
              <p:spPr>
                <a:xfrm>
                  <a:off x="277475" y="2545525"/>
                  <a:ext cx="633450" cy="768550"/>
                </a:xfrm>
                <a:custGeom>
                  <a:rect b="b" l="l" r="r" t="t"/>
                  <a:pathLst>
                    <a:path extrusionOk="0" h="30742" w="25338">
                      <a:moveTo>
                        <a:pt x="10407" y="26117"/>
                      </a:moveTo>
                      <a:cubicBezTo>
                        <a:pt x="10407" y="26117"/>
                        <a:pt x="10407" y="26125"/>
                        <a:pt x="10407" y="26125"/>
                      </a:cubicBezTo>
                      <a:cubicBezTo>
                        <a:pt x="10407" y="26125"/>
                        <a:pt x="10407" y="26125"/>
                        <a:pt x="10407" y="26125"/>
                      </a:cubicBezTo>
                      <a:lnTo>
                        <a:pt x="10407" y="26125"/>
                      </a:lnTo>
                      <a:cubicBezTo>
                        <a:pt x="10407" y="26122"/>
                        <a:pt x="10407" y="26120"/>
                        <a:pt x="10407" y="26117"/>
                      </a:cubicBezTo>
                      <a:close/>
                      <a:moveTo>
                        <a:pt x="24543" y="1"/>
                      </a:moveTo>
                      <a:cubicBezTo>
                        <a:pt x="24440" y="1"/>
                        <a:pt x="24334" y="32"/>
                        <a:pt x="24235" y="67"/>
                      </a:cubicBezTo>
                      <a:cubicBezTo>
                        <a:pt x="24028" y="134"/>
                        <a:pt x="23829" y="233"/>
                        <a:pt x="23647" y="349"/>
                      </a:cubicBezTo>
                      <a:cubicBezTo>
                        <a:pt x="22876" y="846"/>
                        <a:pt x="22545" y="1724"/>
                        <a:pt x="22056" y="2470"/>
                      </a:cubicBezTo>
                      <a:cubicBezTo>
                        <a:pt x="21791" y="2876"/>
                        <a:pt x="21493" y="3274"/>
                        <a:pt x="21203" y="3663"/>
                      </a:cubicBezTo>
                      <a:cubicBezTo>
                        <a:pt x="20905" y="4069"/>
                        <a:pt x="20598" y="4467"/>
                        <a:pt x="20283" y="4856"/>
                      </a:cubicBezTo>
                      <a:cubicBezTo>
                        <a:pt x="20333" y="4865"/>
                        <a:pt x="20383" y="4890"/>
                        <a:pt x="20424" y="4914"/>
                      </a:cubicBezTo>
                      <a:cubicBezTo>
                        <a:pt x="20490" y="4956"/>
                        <a:pt x="20457" y="5039"/>
                        <a:pt x="20391" y="5047"/>
                      </a:cubicBezTo>
                      <a:cubicBezTo>
                        <a:pt x="20367" y="5050"/>
                        <a:pt x="20343" y="5051"/>
                        <a:pt x="20319" y="5051"/>
                      </a:cubicBezTo>
                      <a:cubicBezTo>
                        <a:pt x="20194" y="5051"/>
                        <a:pt x="20068" y="5019"/>
                        <a:pt x="19943" y="5006"/>
                      </a:cubicBezTo>
                      <a:cubicBezTo>
                        <a:pt x="19803" y="4981"/>
                        <a:pt x="19653" y="4972"/>
                        <a:pt x="19513" y="4956"/>
                      </a:cubicBezTo>
                      <a:cubicBezTo>
                        <a:pt x="19353" y="4945"/>
                        <a:pt x="19192" y="4940"/>
                        <a:pt x="19032" y="4940"/>
                      </a:cubicBezTo>
                      <a:cubicBezTo>
                        <a:pt x="18162" y="4940"/>
                        <a:pt x="17289" y="5090"/>
                        <a:pt x="16464" y="5370"/>
                      </a:cubicBezTo>
                      <a:cubicBezTo>
                        <a:pt x="16472" y="5511"/>
                        <a:pt x="16464" y="5643"/>
                        <a:pt x="16430" y="5784"/>
                      </a:cubicBezTo>
                      <a:cubicBezTo>
                        <a:pt x="16422" y="5831"/>
                        <a:pt x="16377" y="5856"/>
                        <a:pt x="16332" y="5856"/>
                      </a:cubicBezTo>
                      <a:cubicBezTo>
                        <a:pt x="16290" y="5856"/>
                        <a:pt x="16248" y="5833"/>
                        <a:pt x="16240" y="5784"/>
                      </a:cubicBezTo>
                      <a:cubicBezTo>
                        <a:pt x="16198" y="5552"/>
                        <a:pt x="16215" y="5312"/>
                        <a:pt x="16157" y="5080"/>
                      </a:cubicBezTo>
                      <a:cubicBezTo>
                        <a:pt x="16107" y="4856"/>
                        <a:pt x="15983" y="4674"/>
                        <a:pt x="15834" y="4500"/>
                      </a:cubicBezTo>
                      <a:cubicBezTo>
                        <a:pt x="15511" y="4119"/>
                        <a:pt x="15163" y="3763"/>
                        <a:pt x="14823" y="3398"/>
                      </a:cubicBezTo>
                      <a:cubicBezTo>
                        <a:pt x="14516" y="3075"/>
                        <a:pt x="14202" y="2760"/>
                        <a:pt x="13878" y="2454"/>
                      </a:cubicBezTo>
                      <a:cubicBezTo>
                        <a:pt x="13580" y="2172"/>
                        <a:pt x="13274" y="1882"/>
                        <a:pt x="12926" y="1658"/>
                      </a:cubicBezTo>
                      <a:cubicBezTo>
                        <a:pt x="12619" y="1451"/>
                        <a:pt x="12271" y="1285"/>
                        <a:pt x="11898" y="1269"/>
                      </a:cubicBezTo>
                      <a:cubicBezTo>
                        <a:pt x="11884" y="1268"/>
                        <a:pt x="11870" y="1268"/>
                        <a:pt x="11857" y="1268"/>
                      </a:cubicBezTo>
                      <a:cubicBezTo>
                        <a:pt x="11562" y="1268"/>
                        <a:pt x="11249" y="1352"/>
                        <a:pt x="11020" y="1542"/>
                      </a:cubicBezTo>
                      <a:cubicBezTo>
                        <a:pt x="10722" y="1799"/>
                        <a:pt x="10672" y="2164"/>
                        <a:pt x="10680" y="2528"/>
                      </a:cubicBezTo>
                      <a:cubicBezTo>
                        <a:pt x="10697" y="2984"/>
                        <a:pt x="10747" y="3440"/>
                        <a:pt x="10796" y="3895"/>
                      </a:cubicBezTo>
                      <a:cubicBezTo>
                        <a:pt x="10854" y="4343"/>
                        <a:pt x="10929" y="4790"/>
                        <a:pt x="11012" y="5229"/>
                      </a:cubicBezTo>
                      <a:cubicBezTo>
                        <a:pt x="11070" y="5527"/>
                        <a:pt x="11119" y="5826"/>
                        <a:pt x="11186" y="6124"/>
                      </a:cubicBezTo>
                      <a:cubicBezTo>
                        <a:pt x="11244" y="6207"/>
                        <a:pt x="11285" y="6323"/>
                        <a:pt x="11318" y="6406"/>
                      </a:cubicBezTo>
                      <a:cubicBezTo>
                        <a:pt x="11368" y="6555"/>
                        <a:pt x="11401" y="6712"/>
                        <a:pt x="11426" y="6861"/>
                      </a:cubicBezTo>
                      <a:cubicBezTo>
                        <a:pt x="11451" y="7027"/>
                        <a:pt x="11467" y="7185"/>
                        <a:pt x="11476" y="7350"/>
                      </a:cubicBezTo>
                      <a:cubicBezTo>
                        <a:pt x="11476" y="7433"/>
                        <a:pt x="11476" y="7508"/>
                        <a:pt x="11476" y="7582"/>
                      </a:cubicBezTo>
                      <a:cubicBezTo>
                        <a:pt x="11501" y="7582"/>
                        <a:pt x="11525" y="7599"/>
                        <a:pt x="11525" y="7632"/>
                      </a:cubicBezTo>
                      <a:cubicBezTo>
                        <a:pt x="11517" y="7872"/>
                        <a:pt x="11517" y="8121"/>
                        <a:pt x="11550" y="8361"/>
                      </a:cubicBezTo>
                      <a:cubicBezTo>
                        <a:pt x="11583" y="8585"/>
                        <a:pt x="11708" y="8775"/>
                        <a:pt x="11824" y="8966"/>
                      </a:cubicBezTo>
                      <a:cubicBezTo>
                        <a:pt x="11948" y="9165"/>
                        <a:pt x="12072" y="9355"/>
                        <a:pt x="12196" y="9546"/>
                      </a:cubicBezTo>
                      <a:cubicBezTo>
                        <a:pt x="12263" y="9645"/>
                        <a:pt x="12337" y="9737"/>
                        <a:pt x="12404" y="9836"/>
                      </a:cubicBezTo>
                      <a:cubicBezTo>
                        <a:pt x="12445" y="9902"/>
                        <a:pt x="12503" y="9977"/>
                        <a:pt x="12528" y="10051"/>
                      </a:cubicBezTo>
                      <a:cubicBezTo>
                        <a:pt x="12561" y="10118"/>
                        <a:pt x="12586" y="10176"/>
                        <a:pt x="12611" y="10242"/>
                      </a:cubicBezTo>
                      <a:cubicBezTo>
                        <a:pt x="12611" y="10225"/>
                        <a:pt x="12602" y="10217"/>
                        <a:pt x="12602" y="10200"/>
                      </a:cubicBezTo>
                      <a:cubicBezTo>
                        <a:pt x="12593" y="10166"/>
                        <a:pt x="12621" y="10146"/>
                        <a:pt x="12649" y="10146"/>
                      </a:cubicBezTo>
                      <a:cubicBezTo>
                        <a:pt x="12668" y="10146"/>
                        <a:pt x="12687" y="10155"/>
                        <a:pt x="12694" y="10176"/>
                      </a:cubicBezTo>
                      <a:cubicBezTo>
                        <a:pt x="12901" y="10681"/>
                        <a:pt x="12868" y="11220"/>
                        <a:pt x="12876" y="11758"/>
                      </a:cubicBezTo>
                      <a:cubicBezTo>
                        <a:pt x="12876" y="11932"/>
                        <a:pt x="12892" y="12106"/>
                        <a:pt x="12917" y="12288"/>
                      </a:cubicBezTo>
                      <a:cubicBezTo>
                        <a:pt x="12975" y="12305"/>
                        <a:pt x="12992" y="12396"/>
                        <a:pt x="12942" y="12438"/>
                      </a:cubicBezTo>
                      <a:cubicBezTo>
                        <a:pt x="12942" y="12446"/>
                        <a:pt x="12942" y="12454"/>
                        <a:pt x="12950" y="12462"/>
                      </a:cubicBezTo>
                      <a:cubicBezTo>
                        <a:pt x="12975" y="12570"/>
                        <a:pt x="13008" y="12686"/>
                        <a:pt x="13050" y="12794"/>
                      </a:cubicBezTo>
                      <a:cubicBezTo>
                        <a:pt x="13083" y="12877"/>
                        <a:pt x="13124" y="12951"/>
                        <a:pt x="13158" y="13034"/>
                      </a:cubicBezTo>
                      <a:lnTo>
                        <a:pt x="13158" y="12993"/>
                      </a:lnTo>
                      <a:cubicBezTo>
                        <a:pt x="13158" y="12835"/>
                        <a:pt x="13158" y="12670"/>
                        <a:pt x="13174" y="12512"/>
                      </a:cubicBezTo>
                      <a:cubicBezTo>
                        <a:pt x="13178" y="12482"/>
                        <a:pt x="13205" y="12465"/>
                        <a:pt x="13229" y="12465"/>
                      </a:cubicBezTo>
                      <a:cubicBezTo>
                        <a:pt x="13252" y="12465"/>
                        <a:pt x="13274" y="12480"/>
                        <a:pt x="13274" y="12512"/>
                      </a:cubicBezTo>
                      <a:cubicBezTo>
                        <a:pt x="13274" y="12628"/>
                        <a:pt x="13274" y="12744"/>
                        <a:pt x="13282" y="12860"/>
                      </a:cubicBezTo>
                      <a:cubicBezTo>
                        <a:pt x="13286" y="12858"/>
                        <a:pt x="13291" y="12857"/>
                        <a:pt x="13296" y="12857"/>
                      </a:cubicBezTo>
                      <a:cubicBezTo>
                        <a:pt x="13312" y="12857"/>
                        <a:pt x="13332" y="12868"/>
                        <a:pt x="13332" y="12893"/>
                      </a:cubicBezTo>
                      <a:cubicBezTo>
                        <a:pt x="13365" y="13018"/>
                        <a:pt x="13390" y="13142"/>
                        <a:pt x="13423" y="13274"/>
                      </a:cubicBezTo>
                      <a:cubicBezTo>
                        <a:pt x="13448" y="13399"/>
                        <a:pt x="13472" y="13523"/>
                        <a:pt x="13481" y="13647"/>
                      </a:cubicBezTo>
                      <a:cubicBezTo>
                        <a:pt x="13481" y="13668"/>
                        <a:pt x="13462" y="13682"/>
                        <a:pt x="13445" y="13682"/>
                      </a:cubicBezTo>
                      <a:cubicBezTo>
                        <a:pt x="13435" y="13682"/>
                        <a:pt x="13426" y="13676"/>
                        <a:pt x="13423" y="13664"/>
                      </a:cubicBezTo>
                      <a:cubicBezTo>
                        <a:pt x="13348" y="13531"/>
                        <a:pt x="13315" y="13374"/>
                        <a:pt x="13290" y="13216"/>
                      </a:cubicBezTo>
                      <a:lnTo>
                        <a:pt x="13290" y="13225"/>
                      </a:lnTo>
                      <a:cubicBezTo>
                        <a:pt x="13290" y="13299"/>
                        <a:pt x="13298" y="13374"/>
                        <a:pt x="13274" y="13448"/>
                      </a:cubicBezTo>
                      <a:cubicBezTo>
                        <a:pt x="13269" y="13463"/>
                        <a:pt x="13252" y="13475"/>
                        <a:pt x="13235" y="13475"/>
                      </a:cubicBezTo>
                      <a:cubicBezTo>
                        <a:pt x="13225" y="13475"/>
                        <a:pt x="13214" y="13470"/>
                        <a:pt x="13207" y="13457"/>
                      </a:cubicBezTo>
                      <a:cubicBezTo>
                        <a:pt x="13182" y="13390"/>
                        <a:pt x="13174" y="13308"/>
                        <a:pt x="13166" y="13233"/>
                      </a:cubicBezTo>
                      <a:cubicBezTo>
                        <a:pt x="13166" y="13208"/>
                        <a:pt x="13166" y="13192"/>
                        <a:pt x="13158" y="13175"/>
                      </a:cubicBezTo>
                      <a:cubicBezTo>
                        <a:pt x="13149" y="13179"/>
                        <a:pt x="13141" y="13181"/>
                        <a:pt x="13132" y="13181"/>
                      </a:cubicBezTo>
                      <a:cubicBezTo>
                        <a:pt x="13122" y="13181"/>
                        <a:pt x="13112" y="13179"/>
                        <a:pt x="13100" y="13175"/>
                      </a:cubicBezTo>
                      <a:cubicBezTo>
                        <a:pt x="12909" y="13042"/>
                        <a:pt x="12810" y="12786"/>
                        <a:pt x="12752" y="12570"/>
                      </a:cubicBezTo>
                      <a:cubicBezTo>
                        <a:pt x="12743" y="12537"/>
                        <a:pt x="12735" y="12504"/>
                        <a:pt x="12735" y="12471"/>
                      </a:cubicBezTo>
                      <a:cubicBezTo>
                        <a:pt x="12714" y="12471"/>
                        <a:pt x="12693" y="12472"/>
                        <a:pt x="12673" y="12472"/>
                      </a:cubicBezTo>
                      <a:cubicBezTo>
                        <a:pt x="12248" y="12472"/>
                        <a:pt x="11845" y="12315"/>
                        <a:pt x="11443" y="12181"/>
                      </a:cubicBezTo>
                      <a:cubicBezTo>
                        <a:pt x="10945" y="11998"/>
                        <a:pt x="10448" y="11816"/>
                        <a:pt x="9959" y="11626"/>
                      </a:cubicBezTo>
                      <a:cubicBezTo>
                        <a:pt x="9520" y="11460"/>
                        <a:pt x="9073" y="11294"/>
                        <a:pt x="8634" y="11128"/>
                      </a:cubicBezTo>
                      <a:cubicBezTo>
                        <a:pt x="8219" y="10963"/>
                        <a:pt x="7797" y="10805"/>
                        <a:pt x="7366" y="10673"/>
                      </a:cubicBezTo>
                      <a:cubicBezTo>
                        <a:pt x="6943" y="10548"/>
                        <a:pt x="6513" y="10457"/>
                        <a:pt x="6074" y="10441"/>
                      </a:cubicBezTo>
                      <a:cubicBezTo>
                        <a:pt x="6037" y="10439"/>
                        <a:pt x="6000" y="10439"/>
                        <a:pt x="5963" y="10439"/>
                      </a:cubicBezTo>
                      <a:cubicBezTo>
                        <a:pt x="5563" y="10439"/>
                        <a:pt x="5178" y="10520"/>
                        <a:pt x="4806" y="10664"/>
                      </a:cubicBezTo>
                      <a:cubicBezTo>
                        <a:pt x="4416" y="10814"/>
                        <a:pt x="4052" y="11004"/>
                        <a:pt x="3654" y="11128"/>
                      </a:cubicBezTo>
                      <a:cubicBezTo>
                        <a:pt x="3256" y="11253"/>
                        <a:pt x="2817" y="11278"/>
                        <a:pt x="2428" y="11460"/>
                      </a:cubicBezTo>
                      <a:cubicBezTo>
                        <a:pt x="2121" y="11601"/>
                        <a:pt x="1856" y="11816"/>
                        <a:pt x="1666" y="12090"/>
                      </a:cubicBezTo>
                      <a:cubicBezTo>
                        <a:pt x="1566" y="12230"/>
                        <a:pt x="1483" y="12380"/>
                        <a:pt x="1425" y="12545"/>
                      </a:cubicBezTo>
                      <a:cubicBezTo>
                        <a:pt x="1417" y="12562"/>
                        <a:pt x="1409" y="12578"/>
                        <a:pt x="1409" y="12595"/>
                      </a:cubicBezTo>
                      <a:cubicBezTo>
                        <a:pt x="1641" y="12313"/>
                        <a:pt x="1914" y="12073"/>
                        <a:pt x="2204" y="11858"/>
                      </a:cubicBezTo>
                      <a:cubicBezTo>
                        <a:pt x="2214" y="11850"/>
                        <a:pt x="2225" y="11847"/>
                        <a:pt x="2235" y="11847"/>
                      </a:cubicBezTo>
                      <a:cubicBezTo>
                        <a:pt x="2282" y="11847"/>
                        <a:pt x="2320" y="11916"/>
                        <a:pt x="2279" y="11957"/>
                      </a:cubicBezTo>
                      <a:cubicBezTo>
                        <a:pt x="2005" y="12197"/>
                        <a:pt x="1748" y="12471"/>
                        <a:pt x="1525" y="12761"/>
                      </a:cubicBezTo>
                      <a:cubicBezTo>
                        <a:pt x="1127" y="13274"/>
                        <a:pt x="821" y="13863"/>
                        <a:pt x="630" y="14484"/>
                      </a:cubicBezTo>
                      <a:cubicBezTo>
                        <a:pt x="531" y="14791"/>
                        <a:pt x="464" y="15106"/>
                        <a:pt x="431" y="15429"/>
                      </a:cubicBezTo>
                      <a:cubicBezTo>
                        <a:pt x="398" y="15752"/>
                        <a:pt x="406" y="16083"/>
                        <a:pt x="357" y="16406"/>
                      </a:cubicBezTo>
                      <a:cubicBezTo>
                        <a:pt x="353" y="16437"/>
                        <a:pt x="331" y="16450"/>
                        <a:pt x="307" y="16450"/>
                      </a:cubicBezTo>
                      <a:cubicBezTo>
                        <a:pt x="280" y="16450"/>
                        <a:pt x="249" y="16433"/>
                        <a:pt x="241" y="16406"/>
                      </a:cubicBezTo>
                      <a:cubicBezTo>
                        <a:pt x="216" y="16348"/>
                        <a:pt x="207" y="16282"/>
                        <a:pt x="191" y="16224"/>
                      </a:cubicBezTo>
                      <a:cubicBezTo>
                        <a:pt x="183" y="16282"/>
                        <a:pt x="166" y="16340"/>
                        <a:pt x="158" y="16390"/>
                      </a:cubicBezTo>
                      <a:cubicBezTo>
                        <a:pt x="50" y="16961"/>
                        <a:pt x="0" y="17541"/>
                        <a:pt x="9" y="18121"/>
                      </a:cubicBezTo>
                      <a:cubicBezTo>
                        <a:pt x="17" y="18337"/>
                        <a:pt x="33" y="18552"/>
                        <a:pt x="50" y="18768"/>
                      </a:cubicBezTo>
                      <a:lnTo>
                        <a:pt x="50" y="18759"/>
                      </a:lnTo>
                      <a:cubicBezTo>
                        <a:pt x="54" y="18718"/>
                        <a:pt x="85" y="18697"/>
                        <a:pt x="116" y="18697"/>
                      </a:cubicBezTo>
                      <a:cubicBezTo>
                        <a:pt x="147" y="18697"/>
                        <a:pt x="178" y="18718"/>
                        <a:pt x="183" y="18759"/>
                      </a:cubicBezTo>
                      <a:cubicBezTo>
                        <a:pt x="224" y="19281"/>
                        <a:pt x="199" y="19803"/>
                        <a:pt x="265" y="20325"/>
                      </a:cubicBezTo>
                      <a:cubicBezTo>
                        <a:pt x="290" y="20491"/>
                        <a:pt x="323" y="20665"/>
                        <a:pt x="357" y="20831"/>
                      </a:cubicBezTo>
                      <a:cubicBezTo>
                        <a:pt x="373" y="20839"/>
                        <a:pt x="390" y="20847"/>
                        <a:pt x="390" y="20872"/>
                      </a:cubicBezTo>
                      <a:cubicBezTo>
                        <a:pt x="406" y="20980"/>
                        <a:pt x="423" y="21079"/>
                        <a:pt x="439" y="21187"/>
                      </a:cubicBezTo>
                      <a:cubicBezTo>
                        <a:pt x="464" y="21270"/>
                        <a:pt x="481" y="21361"/>
                        <a:pt x="506" y="21452"/>
                      </a:cubicBezTo>
                      <a:cubicBezTo>
                        <a:pt x="522" y="21518"/>
                        <a:pt x="539" y="21593"/>
                        <a:pt x="547" y="21668"/>
                      </a:cubicBezTo>
                      <a:cubicBezTo>
                        <a:pt x="564" y="21726"/>
                        <a:pt x="580" y="21784"/>
                        <a:pt x="597" y="21842"/>
                      </a:cubicBezTo>
                      <a:cubicBezTo>
                        <a:pt x="622" y="21842"/>
                        <a:pt x="638" y="21858"/>
                        <a:pt x="647" y="21883"/>
                      </a:cubicBezTo>
                      <a:cubicBezTo>
                        <a:pt x="663" y="21982"/>
                        <a:pt x="680" y="22082"/>
                        <a:pt x="696" y="22181"/>
                      </a:cubicBezTo>
                      <a:cubicBezTo>
                        <a:pt x="705" y="22214"/>
                        <a:pt x="721" y="22256"/>
                        <a:pt x="729" y="22297"/>
                      </a:cubicBezTo>
                      <a:cubicBezTo>
                        <a:pt x="804" y="22521"/>
                        <a:pt x="887" y="22736"/>
                        <a:pt x="978" y="22952"/>
                      </a:cubicBezTo>
                      <a:cubicBezTo>
                        <a:pt x="961" y="22844"/>
                        <a:pt x="953" y="22736"/>
                        <a:pt x="937" y="22629"/>
                      </a:cubicBezTo>
                      <a:cubicBezTo>
                        <a:pt x="931" y="22598"/>
                        <a:pt x="958" y="22577"/>
                        <a:pt x="981" y="22577"/>
                      </a:cubicBezTo>
                      <a:cubicBezTo>
                        <a:pt x="995" y="22577"/>
                        <a:pt x="1008" y="22585"/>
                        <a:pt x="1011" y="22604"/>
                      </a:cubicBezTo>
                      <a:cubicBezTo>
                        <a:pt x="1036" y="22753"/>
                        <a:pt x="1069" y="22902"/>
                        <a:pt x="1094" y="23051"/>
                      </a:cubicBezTo>
                      <a:cubicBezTo>
                        <a:pt x="1110" y="23126"/>
                        <a:pt x="1127" y="23209"/>
                        <a:pt x="1135" y="23283"/>
                      </a:cubicBezTo>
                      <a:cubicBezTo>
                        <a:pt x="1135" y="23292"/>
                        <a:pt x="1135" y="23292"/>
                        <a:pt x="1144" y="23300"/>
                      </a:cubicBezTo>
                      <a:cubicBezTo>
                        <a:pt x="1193" y="23399"/>
                        <a:pt x="1260" y="23507"/>
                        <a:pt x="1268" y="23623"/>
                      </a:cubicBezTo>
                      <a:cubicBezTo>
                        <a:pt x="1268" y="23661"/>
                        <a:pt x="1228" y="23700"/>
                        <a:pt x="1187" y="23700"/>
                      </a:cubicBezTo>
                      <a:cubicBezTo>
                        <a:pt x="1175" y="23700"/>
                        <a:pt x="1163" y="23697"/>
                        <a:pt x="1152" y="23689"/>
                      </a:cubicBezTo>
                      <a:cubicBezTo>
                        <a:pt x="1053" y="23615"/>
                        <a:pt x="1003" y="23490"/>
                        <a:pt x="945" y="23374"/>
                      </a:cubicBezTo>
                      <a:cubicBezTo>
                        <a:pt x="895" y="23275"/>
                        <a:pt x="854" y="23167"/>
                        <a:pt x="804" y="23060"/>
                      </a:cubicBezTo>
                      <a:lnTo>
                        <a:pt x="804" y="23060"/>
                      </a:lnTo>
                      <a:cubicBezTo>
                        <a:pt x="812" y="23109"/>
                        <a:pt x="821" y="23159"/>
                        <a:pt x="821" y="23209"/>
                      </a:cubicBezTo>
                      <a:cubicBezTo>
                        <a:pt x="854" y="23424"/>
                        <a:pt x="887" y="23631"/>
                        <a:pt x="953" y="23838"/>
                      </a:cubicBezTo>
                      <a:cubicBezTo>
                        <a:pt x="986" y="23938"/>
                        <a:pt x="1019" y="24046"/>
                        <a:pt x="1061" y="24145"/>
                      </a:cubicBezTo>
                      <a:cubicBezTo>
                        <a:pt x="1102" y="24228"/>
                        <a:pt x="1168" y="24319"/>
                        <a:pt x="1160" y="24418"/>
                      </a:cubicBezTo>
                      <a:cubicBezTo>
                        <a:pt x="1153" y="24466"/>
                        <a:pt x="1118" y="24497"/>
                        <a:pt x="1074" y="24497"/>
                      </a:cubicBezTo>
                      <a:cubicBezTo>
                        <a:pt x="1064" y="24497"/>
                        <a:pt x="1054" y="24496"/>
                        <a:pt x="1044" y="24493"/>
                      </a:cubicBezTo>
                      <a:lnTo>
                        <a:pt x="1044" y="24493"/>
                      </a:lnTo>
                      <a:cubicBezTo>
                        <a:pt x="1135" y="25007"/>
                        <a:pt x="1193" y="25529"/>
                        <a:pt x="1160" y="26051"/>
                      </a:cubicBezTo>
                      <a:cubicBezTo>
                        <a:pt x="1144" y="26332"/>
                        <a:pt x="1102" y="26606"/>
                        <a:pt x="1044" y="26879"/>
                      </a:cubicBezTo>
                      <a:cubicBezTo>
                        <a:pt x="1019" y="26995"/>
                        <a:pt x="986" y="27144"/>
                        <a:pt x="1053" y="27252"/>
                      </a:cubicBezTo>
                      <a:cubicBezTo>
                        <a:pt x="1102" y="27343"/>
                        <a:pt x="1185" y="27376"/>
                        <a:pt x="1284" y="27401"/>
                      </a:cubicBezTo>
                      <a:cubicBezTo>
                        <a:pt x="1342" y="27418"/>
                        <a:pt x="1367" y="27501"/>
                        <a:pt x="1318" y="27542"/>
                      </a:cubicBezTo>
                      <a:cubicBezTo>
                        <a:pt x="1359" y="27583"/>
                        <a:pt x="1400" y="27617"/>
                        <a:pt x="1450" y="27641"/>
                      </a:cubicBezTo>
                      <a:cubicBezTo>
                        <a:pt x="1574" y="27716"/>
                        <a:pt x="1724" y="27741"/>
                        <a:pt x="1864" y="27757"/>
                      </a:cubicBezTo>
                      <a:cubicBezTo>
                        <a:pt x="1939" y="27766"/>
                        <a:pt x="2022" y="27774"/>
                        <a:pt x="2105" y="27774"/>
                      </a:cubicBezTo>
                      <a:cubicBezTo>
                        <a:pt x="2113" y="27699"/>
                        <a:pt x="2179" y="27633"/>
                        <a:pt x="2237" y="27575"/>
                      </a:cubicBezTo>
                      <a:cubicBezTo>
                        <a:pt x="2295" y="27525"/>
                        <a:pt x="2345" y="27467"/>
                        <a:pt x="2353" y="27385"/>
                      </a:cubicBezTo>
                      <a:cubicBezTo>
                        <a:pt x="2370" y="27177"/>
                        <a:pt x="2204" y="27028"/>
                        <a:pt x="2063" y="26896"/>
                      </a:cubicBezTo>
                      <a:cubicBezTo>
                        <a:pt x="2016" y="26855"/>
                        <a:pt x="2063" y="26775"/>
                        <a:pt x="2113" y="26775"/>
                      </a:cubicBezTo>
                      <a:cubicBezTo>
                        <a:pt x="2124" y="26775"/>
                        <a:pt x="2136" y="26779"/>
                        <a:pt x="2146" y="26788"/>
                      </a:cubicBezTo>
                      <a:cubicBezTo>
                        <a:pt x="2337" y="26929"/>
                        <a:pt x="2544" y="27095"/>
                        <a:pt x="2552" y="27343"/>
                      </a:cubicBezTo>
                      <a:cubicBezTo>
                        <a:pt x="2560" y="27467"/>
                        <a:pt x="2519" y="27575"/>
                        <a:pt x="2436" y="27666"/>
                      </a:cubicBezTo>
                      <a:cubicBezTo>
                        <a:pt x="2403" y="27699"/>
                        <a:pt x="2370" y="27733"/>
                        <a:pt x="2337" y="27766"/>
                      </a:cubicBezTo>
                      <a:cubicBezTo>
                        <a:pt x="2337" y="27774"/>
                        <a:pt x="2328" y="27774"/>
                        <a:pt x="2328" y="27782"/>
                      </a:cubicBezTo>
                      <a:cubicBezTo>
                        <a:pt x="2502" y="27782"/>
                        <a:pt x="2685" y="27782"/>
                        <a:pt x="2859" y="27774"/>
                      </a:cubicBezTo>
                      <a:cubicBezTo>
                        <a:pt x="2950" y="27774"/>
                        <a:pt x="3041" y="27766"/>
                        <a:pt x="3140" y="27766"/>
                      </a:cubicBezTo>
                      <a:cubicBezTo>
                        <a:pt x="3149" y="27733"/>
                        <a:pt x="3174" y="27708"/>
                        <a:pt x="3190" y="27675"/>
                      </a:cubicBezTo>
                      <a:cubicBezTo>
                        <a:pt x="3232" y="27625"/>
                        <a:pt x="3265" y="27575"/>
                        <a:pt x="3298" y="27525"/>
                      </a:cubicBezTo>
                      <a:cubicBezTo>
                        <a:pt x="3356" y="27426"/>
                        <a:pt x="3389" y="27318"/>
                        <a:pt x="3381" y="27211"/>
                      </a:cubicBezTo>
                      <a:cubicBezTo>
                        <a:pt x="3372" y="27003"/>
                        <a:pt x="3165" y="26887"/>
                        <a:pt x="3041" y="26755"/>
                      </a:cubicBezTo>
                      <a:cubicBezTo>
                        <a:pt x="3003" y="26710"/>
                        <a:pt x="3034" y="26637"/>
                        <a:pt x="3090" y="26637"/>
                      </a:cubicBezTo>
                      <a:cubicBezTo>
                        <a:pt x="3096" y="26637"/>
                        <a:pt x="3101" y="26637"/>
                        <a:pt x="3107" y="26639"/>
                      </a:cubicBezTo>
                      <a:cubicBezTo>
                        <a:pt x="3348" y="26713"/>
                        <a:pt x="3580" y="26912"/>
                        <a:pt x="3613" y="27177"/>
                      </a:cubicBezTo>
                      <a:cubicBezTo>
                        <a:pt x="3629" y="27327"/>
                        <a:pt x="3588" y="27484"/>
                        <a:pt x="3513" y="27617"/>
                      </a:cubicBezTo>
                      <a:cubicBezTo>
                        <a:pt x="3488" y="27658"/>
                        <a:pt x="3464" y="27699"/>
                        <a:pt x="3430" y="27741"/>
                      </a:cubicBezTo>
                      <a:cubicBezTo>
                        <a:pt x="3580" y="27733"/>
                        <a:pt x="3729" y="27716"/>
                        <a:pt x="3878" y="27691"/>
                      </a:cubicBezTo>
                      <a:cubicBezTo>
                        <a:pt x="3969" y="27675"/>
                        <a:pt x="4077" y="27666"/>
                        <a:pt x="4176" y="27641"/>
                      </a:cubicBezTo>
                      <a:cubicBezTo>
                        <a:pt x="4193" y="27600"/>
                        <a:pt x="4201" y="27550"/>
                        <a:pt x="4218" y="27501"/>
                      </a:cubicBezTo>
                      <a:cubicBezTo>
                        <a:pt x="4242" y="27368"/>
                        <a:pt x="4251" y="27219"/>
                        <a:pt x="4209" y="27086"/>
                      </a:cubicBezTo>
                      <a:cubicBezTo>
                        <a:pt x="4176" y="26979"/>
                        <a:pt x="4077" y="26912"/>
                        <a:pt x="3994" y="26846"/>
                      </a:cubicBezTo>
                      <a:cubicBezTo>
                        <a:pt x="3911" y="26771"/>
                        <a:pt x="3828" y="26689"/>
                        <a:pt x="3803" y="26581"/>
                      </a:cubicBezTo>
                      <a:cubicBezTo>
                        <a:pt x="3787" y="26526"/>
                        <a:pt x="3835" y="26483"/>
                        <a:pt x="3882" y="26483"/>
                      </a:cubicBezTo>
                      <a:cubicBezTo>
                        <a:pt x="3906" y="26483"/>
                        <a:pt x="3930" y="26495"/>
                        <a:pt x="3944" y="26523"/>
                      </a:cubicBezTo>
                      <a:cubicBezTo>
                        <a:pt x="3994" y="26631"/>
                        <a:pt x="4110" y="26680"/>
                        <a:pt x="4201" y="26747"/>
                      </a:cubicBezTo>
                      <a:cubicBezTo>
                        <a:pt x="4325" y="26829"/>
                        <a:pt x="4408" y="26937"/>
                        <a:pt x="4441" y="27078"/>
                      </a:cubicBezTo>
                      <a:cubicBezTo>
                        <a:pt x="4466" y="27194"/>
                        <a:pt x="4474" y="27310"/>
                        <a:pt x="4458" y="27426"/>
                      </a:cubicBezTo>
                      <a:cubicBezTo>
                        <a:pt x="4474" y="27385"/>
                        <a:pt x="4483" y="27343"/>
                        <a:pt x="4508" y="27302"/>
                      </a:cubicBezTo>
                      <a:cubicBezTo>
                        <a:pt x="4532" y="27269"/>
                        <a:pt x="4566" y="27252"/>
                        <a:pt x="4599" y="27252"/>
                      </a:cubicBezTo>
                      <a:cubicBezTo>
                        <a:pt x="4632" y="27169"/>
                        <a:pt x="4640" y="27086"/>
                        <a:pt x="4632" y="26995"/>
                      </a:cubicBezTo>
                      <a:cubicBezTo>
                        <a:pt x="4599" y="26747"/>
                        <a:pt x="4416" y="26639"/>
                        <a:pt x="4234" y="26506"/>
                      </a:cubicBezTo>
                      <a:cubicBezTo>
                        <a:pt x="4035" y="26349"/>
                        <a:pt x="3911" y="26158"/>
                        <a:pt x="3853" y="25910"/>
                      </a:cubicBezTo>
                      <a:cubicBezTo>
                        <a:pt x="3795" y="25653"/>
                        <a:pt x="3787" y="25371"/>
                        <a:pt x="3770" y="25106"/>
                      </a:cubicBezTo>
                      <a:cubicBezTo>
                        <a:pt x="3745" y="24808"/>
                        <a:pt x="3737" y="24510"/>
                        <a:pt x="3720" y="24220"/>
                      </a:cubicBezTo>
                      <a:cubicBezTo>
                        <a:pt x="3720" y="24178"/>
                        <a:pt x="3754" y="24153"/>
                        <a:pt x="3778" y="24145"/>
                      </a:cubicBezTo>
                      <a:cubicBezTo>
                        <a:pt x="3778" y="24095"/>
                        <a:pt x="3770" y="24046"/>
                        <a:pt x="3762" y="23988"/>
                      </a:cubicBezTo>
                      <a:cubicBezTo>
                        <a:pt x="3754" y="23896"/>
                        <a:pt x="3712" y="23780"/>
                        <a:pt x="3754" y="23698"/>
                      </a:cubicBezTo>
                      <a:cubicBezTo>
                        <a:pt x="3768" y="23674"/>
                        <a:pt x="3789" y="23664"/>
                        <a:pt x="3810" y="23664"/>
                      </a:cubicBezTo>
                      <a:cubicBezTo>
                        <a:pt x="3827" y="23664"/>
                        <a:pt x="3842" y="23670"/>
                        <a:pt x="3853" y="23681"/>
                      </a:cubicBezTo>
                      <a:cubicBezTo>
                        <a:pt x="3911" y="23731"/>
                        <a:pt x="3919" y="23814"/>
                        <a:pt x="3936" y="23888"/>
                      </a:cubicBezTo>
                      <a:cubicBezTo>
                        <a:pt x="3944" y="23855"/>
                        <a:pt x="3961" y="23814"/>
                        <a:pt x="3977" y="23772"/>
                      </a:cubicBezTo>
                      <a:cubicBezTo>
                        <a:pt x="4044" y="23590"/>
                        <a:pt x="4110" y="23399"/>
                        <a:pt x="4168" y="23209"/>
                      </a:cubicBezTo>
                      <a:cubicBezTo>
                        <a:pt x="4218" y="23018"/>
                        <a:pt x="4242" y="22819"/>
                        <a:pt x="4234" y="22620"/>
                      </a:cubicBezTo>
                      <a:cubicBezTo>
                        <a:pt x="4234" y="22513"/>
                        <a:pt x="4218" y="22413"/>
                        <a:pt x="4209" y="22314"/>
                      </a:cubicBezTo>
                      <a:cubicBezTo>
                        <a:pt x="4201" y="22289"/>
                        <a:pt x="4201" y="22256"/>
                        <a:pt x="4193" y="22231"/>
                      </a:cubicBezTo>
                      <a:cubicBezTo>
                        <a:pt x="4176" y="22206"/>
                        <a:pt x="4151" y="22181"/>
                        <a:pt x="4135" y="22156"/>
                      </a:cubicBezTo>
                      <a:cubicBezTo>
                        <a:pt x="4110" y="22123"/>
                        <a:pt x="4060" y="22049"/>
                        <a:pt x="4019" y="21974"/>
                      </a:cubicBezTo>
                      <a:cubicBezTo>
                        <a:pt x="3969" y="21891"/>
                        <a:pt x="3919" y="21800"/>
                        <a:pt x="3870" y="21709"/>
                      </a:cubicBezTo>
                      <a:cubicBezTo>
                        <a:pt x="3331" y="20740"/>
                        <a:pt x="3074" y="19638"/>
                        <a:pt x="3149" y="18527"/>
                      </a:cubicBezTo>
                      <a:cubicBezTo>
                        <a:pt x="3149" y="18493"/>
                        <a:pt x="3177" y="18475"/>
                        <a:pt x="3205" y="18475"/>
                      </a:cubicBezTo>
                      <a:cubicBezTo>
                        <a:pt x="3231" y="18475"/>
                        <a:pt x="3256" y="18491"/>
                        <a:pt x="3256" y="18527"/>
                      </a:cubicBezTo>
                      <a:cubicBezTo>
                        <a:pt x="3256" y="18834"/>
                        <a:pt x="3290" y="19141"/>
                        <a:pt x="3339" y="19439"/>
                      </a:cubicBezTo>
                      <a:cubicBezTo>
                        <a:pt x="3422" y="19961"/>
                        <a:pt x="3563" y="20483"/>
                        <a:pt x="3770" y="20972"/>
                      </a:cubicBezTo>
                      <a:cubicBezTo>
                        <a:pt x="3878" y="21220"/>
                        <a:pt x="3994" y="21460"/>
                        <a:pt x="4135" y="21692"/>
                      </a:cubicBezTo>
                      <a:cubicBezTo>
                        <a:pt x="4201" y="21800"/>
                        <a:pt x="4267" y="21916"/>
                        <a:pt x="4334" y="22024"/>
                      </a:cubicBezTo>
                      <a:cubicBezTo>
                        <a:pt x="4383" y="22098"/>
                        <a:pt x="4441" y="22173"/>
                        <a:pt x="4491" y="22256"/>
                      </a:cubicBezTo>
                      <a:cubicBezTo>
                        <a:pt x="4599" y="22364"/>
                        <a:pt x="4715" y="22463"/>
                        <a:pt x="4839" y="22546"/>
                      </a:cubicBezTo>
                      <a:cubicBezTo>
                        <a:pt x="4996" y="22654"/>
                        <a:pt x="5162" y="22745"/>
                        <a:pt x="5336" y="22828"/>
                      </a:cubicBezTo>
                      <a:cubicBezTo>
                        <a:pt x="5369" y="22836"/>
                        <a:pt x="5402" y="22852"/>
                        <a:pt x="5444" y="22861"/>
                      </a:cubicBezTo>
                      <a:cubicBezTo>
                        <a:pt x="5195" y="22753"/>
                        <a:pt x="4963" y="22596"/>
                        <a:pt x="4748" y="22422"/>
                      </a:cubicBezTo>
                      <a:cubicBezTo>
                        <a:pt x="4706" y="22387"/>
                        <a:pt x="4746" y="22323"/>
                        <a:pt x="4794" y="22323"/>
                      </a:cubicBezTo>
                      <a:cubicBezTo>
                        <a:pt x="4804" y="22323"/>
                        <a:pt x="4813" y="22325"/>
                        <a:pt x="4822" y="22330"/>
                      </a:cubicBezTo>
                      <a:cubicBezTo>
                        <a:pt x="5146" y="22546"/>
                        <a:pt x="5502" y="22695"/>
                        <a:pt x="5850" y="22852"/>
                      </a:cubicBezTo>
                      <a:cubicBezTo>
                        <a:pt x="5928" y="22884"/>
                        <a:pt x="5881" y="22995"/>
                        <a:pt x="5807" y="22995"/>
                      </a:cubicBezTo>
                      <a:cubicBezTo>
                        <a:pt x="5802" y="22995"/>
                        <a:pt x="5797" y="22994"/>
                        <a:pt x="5792" y="22993"/>
                      </a:cubicBezTo>
                      <a:cubicBezTo>
                        <a:pt x="5759" y="22985"/>
                        <a:pt x="5726" y="22968"/>
                        <a:pt x="5692" y="22960"/>
                      </a:cubicBezTo>
                      <a:lnTo>
                        <a:pt x="5692" y="22960"/>
                      </a:lnTo>
                      <a:cubicBezTo>
                        <a:pt x="5750" y="22985"/>
                        <a:pt x="5800" y="23010"/>
                        <a:pt x="5858" y="23043"/>
                      </a:cubicBezTo>
                      <a:cubicBezTo>
                        <a:pt x="5891" y="23068"/>
                        <a:pt x="5883" y="23126"/>
                        <a:pt x="5842" y="23134"/>
                      </a:cubicBezTo>
                      <a:cubicBezTo>
                        <a:pt x="5833" y="23134"/>
                        <a:pt x="5817" y="23134"/>
                        <a:pt x="5808" y="23142"/>
                      </a:cubicBezTo>
                      <a:cubicBezTo>
                        <a:pt x="5941" y="23184"/>
                        <a:pt x="6082" y="23209"/>
                        <a:pt x="6206" y="23250"/>
                      </a:cubicBezTo>
                      <a:cubicBezTo>
                        <a:pt x="6380" y="23308"/>
                        <a:pt x="6554" y="23374"/>
                        <a:pt x="6711" y="23457"/>
                      </a:cubicBezTo>
                      <a:cubicBezTo>
                        <a:pt x="6786" y="23499"/>
                        <a:pt x="6861" y="23540"/>
                        <a:pt x="6919" y="23598"/>
                      </a:cubicBezTo>
                      <a:cubicBezTo>
                        <a:pt x="6985" y="23656"/>
                        <a:pt x="7059" y="23698"/>
                        <a:pt x="7084" y="23780"/>
                      </a:cubicBezTo>
                      <a:cubicBezTo>
                        <a:pt x="7084" y="23797"/>
                        <a:pt x="7084" y="23805"/>
                        <a:pt x="7084" y="23822"/>
                      </a:cubicBezTo>
                      <a:cubicBezTo>
                        <a:pt x="7349" y="23921"/>
                        <a:pt x="7639" y="23988"/>
                        <a:pt x="7921" y="24046"/>
                      </a:cubicBezTo>
                      <a:cubicBezTo>
                        <a:pt x="8244" y="24120"/>
                        <a:pt x="8576" y="24162"/>
                        <a:pt x="8907" y="24195"/>
                      </a:cubicBezTo>
                      <a:cubicBezTo>
                        <a:pt x="9073" y="24203"/>
                        <a:pt x="9230" y="24211"/>
                        <a:pt x="9396" y="24220"/>
                      </a:cubicBezTo>
                      <a:cubicBezTo>
                        <a:pt x="9479" y="24220"/>
                        <a:pt x="9562" y="24216"/>
                        <a:pt x="9645" y="24216"/>
                      </a:cubicBezTo>
                      <a:cubicBezTo>
                        <a:pt x="9686" y="24216"/>
                        <a:pt x="9727" y="24217"/>
                        <a:pt x="9769" y="24220"/>
                      </a:cubicBezTo>
                      <a:cubicBezTo>
                        <a:pt x="9761" y="24153"/>
                        <a:pt x="9752" y="24095"/>
                        <a:pt x="9752" y="24037"/>
                      </a:cubicBezTo>
                      <a:cubicBezTo>
                        <a:pt x="9744" y="23930"/>
                        <a:pt x="9752" y="23830"/>
                        <a:pt x="9761" y="23722"/>
                      </a:cubicBezTo>
                      <a:cubicBezTo>
                        <a:pt x="9711" y="23640"/>
                        <a:pt x="9711" y="23507"/>
                        <a:pt x="9694" y="23432"/>
                      </a:cubicBezTo>
                      <a:cubicBezTo>
                        <a:pt x="9669" y="23283"/>
                        <a:pt x="9645" y="23134"/>
                        <a:pt x="9628" y="22985"/>
                      </a:cubicBezTo>
                      <a:cubicBezTo>
                        <a:pt x="9578" y="22695"/>
                        <a:pt x="9553" y="22405"/>
                        <a:pt x="9545" y="22107"/>
                      </a:cubicBezTo>
                      <a:cubicBezTo>
                        <a:pt x="9545" y="22070"/>
                        <a:pt x="9576" y="22048"/>
                        <a:pt x="9607" y="22048"/>
                      </a:cubicBezTo>
                      <a:cubicBezTo>
                        <a:pt x="9631" y="22048"/>
                        <a:pt x="9654" y="22061"/>
                        <a:pt x="9661" y="22090"/>
                      </a:cubicBezTo>
                      <a:cubicBezTo>
                        <a:pt x="9727" y="22380"/>
                        <a:pt x="9777" y="22670"/>
                        <a:pt x="9827" y="22968"/>
                      </a:cubicBezTo>
                      <a:cubicBezTo>
                        <a:pt x="9843" y="23068"/>
                        <a:pt x="9860" y="23176"/>
                        <a:pt x="9885" y="23275"/>
                      </a:cubicBezTo>
                      <a:cubicBezTo>
                        <a:pt x="9901" y="23283"/>
                        <a:pt x="9918" y="23300"/>
                        <a:pt x="9918" y="23325"/>
                      </a:cubicBezTo>
                      <a:cubicBezTo>
                        <a:pt x="9918" y="23366"/>
                        <a:pt x="9918" y="23408"/>
                        <a:pt x="9918" y="23449"/>
                      </a:cubicBezTo>
                      <a:cubicBezTo>
                        <a:pt x="9935" y="23548"/>
                        <a:pt x="9976" y="23681"/>
                        <a:pt x="9926" y="23764"/>
                      </a:cubicBezTo>
                      <a:cubicBezTo>
                        <a:pt x="9935" y="23855"/>
                        <a:pt x="9943" y="23946"/>
                        <a:pt x="9951" y="24037"/>
                      </a:cubicBezTo>
                      <a:cubicBezTo>
                        <a:pt x="9976" y="24269"/>
                        <a:pt x="10017" y="24501"/>
                        <a:pt x="10075" y="24725"/>
                      </a:cubicBezTo>
                      <a:cubicBezTo>
                        <a:pt x="10133" y="24949"/>
                        <a:pt x="10208" y="25172"/>
                        <a:pt x="10291" y="25396"/>
                      </a:cubicBezTo>
                      <a:cubicBezTo>
                        <a:pt x="10299" y="25388"/>
                        <a:pt x="10316" y="25379"/>
                        <a:pt x="10324" y="25379"/>
                      </a:cubicBezTo>
                      <a:lnTo>
                        <a:pt x="10341" y="25379"/>
                      </a:lnTo>
                      <a:cubicBezTo>
                        <a:pt x="10357" y="25388"/>
                        <a:pt x="10374" y="25404"/>
                        <a:pt x="10374" y="25421"/>
                      </a:cubicBezTo>
                      <a:cubicBezTo>
                        <a:pt x="10399" y="25504"/>
                        <a:pt x="10407" y="25587"/>
                        <a:pt x="10407" y="25678"/>
                      </a:cubicBezTo>
                      <a:cubicBezTo>
                        <a:pt x="10415" y="25694"/>
                        <a:pt x="10423" y="25711"/>
                        <a:pt x="10423" y="25727"/>
                      </a:cubicBezTo>
                      <a:cubicBezTo>
                        <a:pt x="10448" y="25777"/>
                        <a:pt x="10457" y="25835"/>
                        <a:pt x="10481" y="25893"/>
                      </a:cubicBezTo>
                      <a:cubicBezTo>
                        <a:pt x="10498" y="25943"/>
                        <a:pt x="10523" y="26001"/>
                        <a:pt x="10523" y="26059"/>
                      </a:cubicBezTo>
                      <a:cubicBezTo>
                        <a:pt x="10523" y="26097"/>
                        <a:pt x="10483" y="26136"/>
                        <a:pt x="10442" y="26136"/>
                      </a:cubicBezTo>
                      <a:cubicBezTo>
                        <a:pt x="10430" y="26136"/>
                        <a:pt x="10418" y="26133"/>
                        <a:pt x="10407" y="26125"/>
                      </a:cubicBezTo>
                      <a:lnTo>
                        <a:pt x="10407" y="26125"/>
                      </a:lnTo>
                      <a:cubicBezTo>
                        <a:pt x="10407" y="26205"/>
                        <a:pt x="10415" y="26285"/>
                        <a:pt x="10415" y="26365"/>
                      </a:cubicBezTo>
                      <a:cubicBezTo>
                        <a:pt x="10415" y="26374"/>
                        <a:pt x="10423" y="26374"/>
                        <a:pt x="10423" y="26382"/>
                      </a:cubicBezTo>
                      <a:cubicBezTo>
                        <a:pt x="10457" y="26415"/>
                        <a:pt x="10465" y="26465"/>
                        <a:pt x="10440" y="26506"/>
                      </a:cubicBezTo>
                      <a:cubicBezTo>
                        <a:pt x="10432" y="26515"/>
                        <a:pt x="10423" y="26523"/>
                        <a:pt x="10415" y="26531"/>
                      </a:cubicBezTo>
                      <a:cubicBezTo>
                        <a:pt x="10423" y="26689"/>
                        <a:pt x="10432" y="26846"/>
                        <a:pt x="10440" y="27003"/>
                      </a:cubicBezTo>
                      <a:cubicBezTo>
                        <a:pt x="10448" y="27153"/>
                        <a:pt x="10490" y="27360"/>
                        <a:pt x="10407" y="27501"/>
                      </a:cubicBezTo>
                      <a:cubicBezTo>
                        <a:pt x="10399" y="27509"/>
                        <a:pt x="10390" y="27517"/>
                        <a:pt x="10382" y="27525"/>
                      </a:cubicBezTo>
                      <a:cubicBezTo>
                        <a:pt x="10365" y="27708"/>
                        <a:pt x="10324" y="27890"/>
                        <a:pt x="10332" y="28072"/>
                      </a:cubicBezTo>
                      <a:cubicBezTo>
                        <a:pt x="10332" y="28213"/>
                        <a:pt x="10357" y="28354"/>
                        <a:pt x="10432" y="28470"/>
                      </a:cubicBezTo>
                      <a:cubicBezTo>
                        <a:pt x="10465" y="28545"/>
                        <a:pt x="10515" y="28611"/>
                        <a:pt x="10564" y="28677"/>
                      </a:cubicBezTo>
                      <a:cubicBezTo>
                        <a:pt x="10573" y="28677"/>
                        <a:pt x="10581" y="28677"/>
                        <a:pt x="10581" y="28685"/>
                      </a:cubicBezTo>
                      <a:cubicBezTo>
                        <a:pt x="10705" y="28826"/>
                        <a:pt x="10780" y="29033"/>
                        <a:pt x="10838" y="29207"/>
                      </a:cubicBezTo>
                      <a:cubicBezTo>
                        <a:pt x="10863" y="29307"/>
                        <a:pt x="10879" y="29406"/>
                        <a:pt x="10896" y="29506"/>
                      </a:cubicBezTo>
                      <a:cubicBezTo>
                        <a:pt x="10904" y="29589"/>
                        <a:pt x="10904" y="29680"/>
                        <a:pt x="10937" y="29763"/>
                      </a:cubicBezTo>
                      <a:cubicBezTo>
                        <a:pt x="10995" y="29912"/>
                        <a:pt x="11128" y="30028"/>
                        <a:pt x="11269" y="30111"/>
                      </a:cubicBezTo>
                      <a:cubicBezTo>
                        <a:pt x="11418" y="30193"/>
                        <a:pt x="11608" y="30218"/>
                        <a:pt x="11732" y="30326"/>
                      </a:cubicBezTo>
                      <a:cubicBezTo>
                        <a:pt x="11766" y="30351"/>
                        <a:pt x="11757" y="30400"/>
                        <a:pt x="11724" y="30425"/>
                      </a:cubicBezTo>
                      <a:cubicBezTo>
                        <a:pt x="11683" y="30442"/>
                        <a:pt x="11641" y="30458"/>
                        <a:pt x="11600" y="30458"/>
                      </a:cubicBezTo>
                      <a:cubicBezTo>
                        <a:pt x="11782" y="30558"/>
                        <a:pt x="11981" y="30616"/>
                        <a:pt x="12188" y="30657"/>
                      </a:cubicBezTo>
                      <a:cubicBezTo>
                        <a:pt x="12437" y="30707"/>
                        <a:pt x="12685" y="30724"/>
                        <a:pt x="12934" y="30732"/>
                      </a:cubicBezTo>
                      <a:cubicBezTo>
                        <a:pt x="13046" y="30735"/>
                        <a:pt x="13160" y="30742"/>
                        <a:pt x="13273" y="30742"/>
                      </a:cubicBezTo>
                      <a:cubicBezTo>
                        <a:pt x="13426" y="30742"/>
                        <a:pt x="13578" y="30730"/>
                        <a:pt x="13721" y="30682"/>
                      </a:cubicBezTo>
                      <a:cubicBezTo>
                        <a:pt x="13903" y="30616"/>
                        <a:pt x="14094" y="30442"/>
                        <a:pt x="14077" y="30235"/>
                      </a:cubicBezTo>
                      <a:cubicBezTo>
                        <a:pt x="14069" y="30127"/>
                        <a:pt x="13994" y="30044"/>
                        <a:pt x="13920" y="29970"/>
                      </a:cubicBezTo>
                      <a:cubicBezTo>
                        <a:pt x="13845" y="29887"/>
                        <a:pt x="13762" y="29812"/>
                        <a:pt x="13721" y="29705"/>
                      </a:cubicBezTo>
                      <a:cubicBezTo>
                        <a:pt x="13690" y="29643"/>
                        <a:pt x="13737" y="29577"/>
                        <a:pt x="13793" y="29577"/>
                      </a:cubicBezTo>
                      <a:cubicBezTo>
                        <a:pt x="13813" y="29577"/>
                        <a:pt x="13834" y="29586"/>
                        <a:pt x="13854" y="29605"/>
                      </a:cubicBezTo>
                      <a:cubicBezTo>
                        <a:pt x="14061" y="29804"/>
                        <a:pt x="14351" y="29970"/>
                        <a:pt x="14326" y="30301"/>
                      </a:cubicBezTo>
                      <a:cubicBezTo>
                        <a:pt x="14318" y="30417"/>
                        <a:pt x="14276" y="30525"/>
                        <a:pt x="14210" y="30616"/>
                      </a:cubicBezTo>
                      <a:cubicBezTo>
                        <a:pt x="14251" y="30616"/>
                        <a:pt x="14293" y="30599"/>
                        <a:pt x="14334" y="30591"/>
                      </a:cubicBezTo>
                      <a:cubicBezTo>
                        <a:pt x="14475" y="30558"/>
                        <a:pt x="14641" y="30500"/>
                        <a:pt x="14732" y="30384"/>
                      </a:cubicBezTo>
                      <a:cubicBezTo>
                        <a:pt x="14806" y="30301"/>
                        <a:pt x="14823" y="30169"/>
                        <a:pt x="14782" y="30069"/>
                      </a:cubicBezTo>
                      <a:cubicBezTo>
                        <a:pt x="14757" y="30003"/>
                        <a:pt x="14707" y="29953"/>
                        <a:pt x="14682" y="29887"/>
                      </a:cubicBezTo>
                      <a:cubicBezTo>
                        <a:pt x="14649" y="29821"/>
                        <a:pt x="14624" y="29705"/>
                        <a:pt x="14699" y="29647"/>
                      </a:cubicBezTo>
                      <a:cubicBezTo>
                        <a:pt x="14715" y="29630"/>
                        <a:pt x="14734" y="29622"/>
                        <a:pt x="14753" y="29622"/>
                      </a:cubicBezTo>
                      <a:cubicBezTo>
                        <a:pt x="14771" y="29622"/>
                        <a:pt x="14790" y="29630"/>
                        <a:pt x="14806" y="29647"/>
                      </a:cubicBezTo>
                      <a:cubicBezTo>
                        <a:pt x="14831" y="29671"/>
                        <a:pt x="14848" y="29713"/>
                        <a:pt x="14864" y="29746"/>
                      </a:cubicBezTo>
                      <a:cubicBezTo>
                        <a:pt x="14889" y="29779"/>
                        <a:pt x="14914" y="29812"/>
                        <a:pt x="14939" y="29854"/>
                      </a:cubicBezTo>
                      <a:cubicBezTo>
                        <a:pt x="14980" y="29920"/>
                        <a:pt x="15014" y="29995"/>
                        <a:pt x="15030" y="30077"/>
                      </a:cubicBezTo>
                      <a:cubicBezTo>
                        <a:pt x="15055" y="30202"/>
                        <a:pt x="15030" y="30326"/>
                        <a:pt x="14980" y="30434"/>
                      </a:cubicBezTo>
                      <a:cubicBezTo>
                        <a:pt x="15038" y="30409"/>
                        <a:pt x="15096" y="30392"/>
                        <a:pt x="15146" y="30376"/>
                      </a:cubicBezTo>
                      <a:cubicBezTo>
                        <a:pt x="15254" y="30334"/>
                        <a:pt x="15362" y="30309"/>
                        <a:pt x="15469" y="30276"/>
                      </a:cubicBezTo>
                      <a:cubicBezTo>
                        <a:pt x="15544" y="30251"/>
                        <a:pt x="15618" y="30218"/>
                        <a:pt x="15668" y="30152"/>
                      </a:cubicBezTo>
                      <a:cubicBezTo>
                        <a:pt x="15685" y="30135"/>
                        <a:pt x="15701" y="30111"/>
                        <a:pt x="15710" y="30077"/>
                      </a:cubicBezTo>
                      <a:cubicBezTo>
                        <a:pt x="15710" y="30077"/>
                        <a:pt x="15710" y="30061"/>
                        <a:pt x="15710" y="30061"/>
                      </a:cubicBezTo>
                      <a:lnTo>
                        <a:pt x="15710" y="30036"/>
                      </a:lnTo>
                      <a:cubicBezTo>
                        <a:pt x="15710" y="30019"/>
                        <a:pt x="15710" y="29995"/>
                        <a:pt x="15718" y="29970"/>
                      </a:cubicBezTo>
                      <a:cubicBezTo>
                        <a:pt x="15718" y="29953"/>
                        <a:pt x="15726" y="29937"/>
                        <a:pt x="15734" y="29928"/>
                      </a:cubicBezTo>
                      <a:cubicBezTo>
                        <a:pt x="15734" y="29928"/>
                        <a:pt x="15743" y="29920"/>
                        <a:pt x="15743" y="29912"/>
                      </a:cubicBezTo>
                      <a:cubicBezTo>
                        <a:pt x="15759" y="29895"/>
                        <a:pt x="15768" y="29879"/>
                        <a:pt x="15792" y="29870"/>
                      </a:cubicBezTo>
                      <a:lnTo>
                        <a:pt x="15826" y="29870"/>
                      </a:lnTo>
                      <a:cubicBezTo>
                        <a:pt x="15826" y="29812"/>
                        <a:pt x="15809" y="29746"/>
                        <a:pt x="15784" y="29688"/>
                      </a:cubicBezTo>
                      <a:cubicBezTo>
                        <a:pt x="15676" y="29448"/>
                        <a:pt x="15395" y="29398"/>
                        <a:pt x="15204" y="29232"/>
                      </a:cubicBezTo>
                      <a:cubicBezTo>
                        <a:pt x="15105" y="29149"/>
                        <a:pt x="15022" y="29042"/>
                        <a:pt x="14939" y="28934"/>
                      </a:cubicBezTo>
                      <a:cubicBezTo>
                        <a:pt x="14864" y="28835"/>
                        <a:pt x="14782" y="28727"/>
                        <a:pt x="14732" y="28603"/>
                      </a:cubicBezTo>
                      <a:cubicBezTo>
                        <a:pt x="14682" y="28487"/>
                        <a:pt x="14666" y="28354"/>
                        <a:pt x="14682" y="28230"/>
                      </a:cubicBezTo>
                      <a:cubicBezTo>
                        <a:pt x="14690" y="28180"/>
                        <a:pt x="14699" y="28122"/>
                        <a:pt x="14724" y="28072"/>
                      </a:cubicBezTo>
                      <a:lnTo>
                        <a:pt x="14724" y="28072"/>
                      </a:lnTo>
                      <a:cubicBezTo>
                        <a:pt x="14707" y="28081"/>
                        <a:pt x="14699" y="28089"/>
                        <a:pt x="14682" y="28097"/>
                      </a:cubicBezTo>
                      <a:cubicBezTo>
                        <a:pt x="14671" y="28104"/>
                        <a:pt x="14660" y="28107"/>
                        <a:pt x="14650" y="28107"/>
                      </a:cubicBezTo>
                      <a:cubicBezTo>
                        <a:pt x="14597" y="28107"/>
                        <a:pt x="14558" y="28031"/>
                        <a:pt x="14599" y="27989"/>
                      </a:cubicBezTo>
                      <a:cubicBezTo>
                        <a:pt x="14956" y="27650"/>
                        <a:pt x="15154" y="27169"/>
                        <a:pt x="15237" y="26689"/>
                      </a:cubicBezTo>
                      <a:cubicBezTo>
                        <a:pt x="15287" y="26432"/>
                        <a:pt x="15295" y="26167"/>
                        <a:pt x="15270" y="25910"/>
                      </a:cubicBezTo>
                      <a:cubicBezTo>
                        <a:pt x="15270" y="25893"/>
                        <a:pt x="15270" y="25877"/>
                        <a:pt x="15262" y="25860"/>
                      </a:cubicBezTo>
                      <a:cubicBezTo>
                        <a:pt x="15254" y="25843"/>
                        <a:pt x="15254" y="25827"/>
                        <a:pt x="15262" y="25810"/>
                      </a:cubicBezTo>
                      <a:cubicBezTo>
                        <a:pt x="15254" y="25711"/>
                        <a:pt x="15237" y="25620"/>
                        <a:pt x="15212" y="25529"/>
                      </a:cubicBezTo>
                      <a:cubicBezTo>
                        <a:pt x="15188" y="25413"/>
                        <a:pt x="15138" y="25313"/>
                        <a:pt x="15105" y="25205"/>
                      </a:cubicBezTo>
                      <a:cubicBezTo>
                        <a:pt x="15090" y="25162"/>
                        <a:pt x="15127" y="25111"/>
                        <a:pt x="15176" y="25111"/>
                      </a:cubicBezTo>
                      <a:cubicBezTo>
                        <a:pt x="15182" y="25111"/>
                        <a:pt x="15189" y="25112"/>
                        <a:pt x="15196" y="25114"/>
                      </a:cubicBezTo>
                      <a:cubicBezTo>
                        <a:pt x="15453" y="25197"/>
                        <a:pt x="15478" y="25595"/>
                        <a:pt x="15502" y="25819"/>
                      </a:cubicBezTo>
                      <a:lnTo>
                        <a:pt x="15502" y="25827"/>
                      </a:lnTo>
                      <a:cubicBezTo>
                        <a:pt x="15660" y="25877"/>
                        <a:pt x="15817" y="25935"/>
                        <a:pt x="15983" y="25968"/>
                      </a:cubicBezTo>
                      <a:cubicBezTo>
                        <a:pt x="16099" y="25984"/>
                        <a:pt x="16207" y="26009"/>
                        <a:pt x="16323" y="26017"/>
                      </a:cubicBezTo>
                      <a:cubicBezTo>
                        <a:pt x="16430" y="26026"/>
                        <a:pt x="16555" y="26009"/>
                        <a:pt x="16646" y="26084"/>
                      </a:cubicBezTo>
                      <a:cubicBezTo>
                        <a:pt x="16654" y="26092"/>
                        <a:pt x="16654" y="26100"/>
                        <a:pt x="16662" y="26109"/>
                      </a:cubicBezTo>
                      <a:cubicBezTo>
                        <a:pt x="16720" y="26117"/>
                        <a:pt x="16778" y="26125"/>
                        <a:pt x="16845" y="26133"/>
                      </a:cubicBezTo>
                      <a:cubicBezTo>
                        <a:pt x="16921" y="26139"/>
                        <a:pt x="16998" y="26142"/>
                        <a:pt x="17076" y="26142"/>
                      </a:cubicBezTo>
                      <a:cubicBezTo>
                        <a:pt x="17219" y="26142"/>
                        <a:pt x="17363" y="26133"/>
                        <a:pt x="17507" y="26117"/>
                      </a:cubicBezTo>
                      <a:cubicBezTo>
                        <a:pt x="17731" y="26084"/>
                        <a:pt x="17955" y="26034"/>
                        <a:pt x="18170" y="25951"/>
                      </a:cubicBezTo>
                      <a:cubicBezTo>
                        <a:pt x="18369" y="25877"/>
                        <a:pt x="18568" y="25761"/>
                        <a:pt x="18783" y="25719"/>
                      </a:cubicBezTo>
                      <a:cubicBezTo>
                        <a:pt x="18817" y="25719"/>
                        <a:pt x="18850" y="25736"/>
                        <a:pt x="18858" y="25761"/>
                      </a:cubicBezTo>
                      <a:cubicBezTo>
                        <a:pt x="19032" y="25686"/>
                        <a:pt x="19198" y="25595"/>
                        <a:pt x="19355" y="25487"/>
                      </a:cubicBezTo>
                      <a:cubicBezTo>
                        <a:pt x="19554" y="25355"/>
                        <a:pt x="19728" y="25197"/>
                        <a:pt x="19894" y="25023"/>
                      </a:cubicBezTo>
                      <a:cubicBezTo>
                        <a:pt x="19968" y="24932"/>
                        <a:pt x="20043" y="24841"/>
                        <a:pt x="20109" y="24742"/>
                      </a:cubicBezTo>
                      <a:cubicBezTo>
                        <a:pt x="20142" y="24700"/>
                        <a:pt x="20184" y="24659"/>
                        <a:pt x="20209" y="24617"/>
                      </a:cubicBezTo>
                      <a:cubicBezTo>
                        <a:pt x="20242" y="24568"/>
                        <a:pt x="20267" y="24518"/>
                        <a:pt x="20308" y="24468"/>
                      </a:cubicBezTo>
                      <a:cubicBezTo>
                        <a:pt x="20318" y="24460"/>
                        <a:pt x="20332" y="24457"/>
                        <a:pt x="20345" y="24457"/>
                      </a:cubicBezTo>
                      <a:cubicBezTo>
                        <a:pt x="20375" y="24457"/>
                        <a:pt x="20405" y="24475"/>
                        <a:pt x="20399" y="24510"/>
                      </a:cubicBezTo>
                      <a:cubicBezTo>
                        <a:pt x="20391" y="24626"/>
                        <a:pt x="20333" y="24758"/>
                        <a:pt x="20275" y="24858"/>
                      </a:cubicBezTo>
                      <a:cubicBezTo>
                        <a:pt x="20209" y="24965"/>
                        <a:pt x="20134" y="25065"/>
                        <a:pt x="20051" y="25156"/>
                      </a:cubicBezTo>
                      <a:cubicBezTo>
                        <a:pt x="19952" y="25272"/>
                        <a:pt x="19844" y="25371"/>
                        <a:pt x="19728" y="25462"/>
                      </a:cubicBezTo>
                      <a:cubicBezTo>
                        <a:pt x="20151" y="25214"/>
                        <a:pt x="20557" y="24924"/>
                        <a:pt x="20938" y="24609"/>
                      </a:cubicBezTo>
                      <a:cubicBezTo>
                        <a:pt x="21161" y="24418"/>
                        <a:pt x="21377" y="24220"/>
                        <a:pt x="21576" y="23996"/>
                      </a:cubicBezTo>
                      <a:cubicBezTo>
                        <a:pt x="21675" y="23888"/>
                        <a:pt x="21775" y="23780"/>
                        <a:pt x="21874" y="23664"/>
                      </a:cubicBezTo>
                      <a:cubicBezTo>
                        <a:pt x="21924" y="23606"/>
                        <a:pt x="21965" y="23548"/>
                        <a:pt x="22015" y="23490"/>
                      </a:cubicBezTo>
                      <a:cubicBezTo>
                        <a:pt x="22040" y="23457"/>
                        <a:pt x="22056" y="23432"/>
                        <a:pt x="22089" y="23399"/>
                      </a:cubicBezTo>
                      <a:cubicBezTo>
                        <a:pt x="22114" y="23374"/>
                        <a:pt x="22147" y="23358"/>
                        <a:pt x="22172" y="23333"/>
                      </a:cubicBezTo>
                      <a:cubicBezTo>
                        <a:pt x="22191" y="23316"/>
                        <a:pt x="22212" y="23309"/>
                        <a:pt x="22231" y="23309"/>
                      </a:cubicBezTo>
                      <a:cubicBezTo>
                        <a:pt x="22288" y="23309"/>
                        <a:pt x="22336" y="23371"/>
                        <a:pt x="22305" y="23432"/>
                      </a:cubicBezTo>
                      <a:cubicBezTo>
                        <a:pt x="22297" y="23449"/>
                        <a:pt x="22288" y="23466"/>
                        <a:pt x="22288" y="23482"/>
                      </a:cubicBezTo>
                      <a:cubicBezTo>
                        <a:pt x="22313" y="23441"/>
                        <a:pt x="22346" y="23399"/>
                        <a:pt x="22371" y="23358"/>
                      </a:cubicBezTo>
                      <a:cubicBezTo>
                        <a:pt x="22487" y="23167"/>
                        <a:pt x="22595" y="22968"/>
                        <a:pt x="22686" y="22770"/>
                      </a:cubicBezTo>
                      <a:cubicBezTo>
                        <a:pt x="22769" y="22562"/>
                        <a:pt x="22835" y="22347"/>
                        <a:pt x="22893" y="22132"/>
                      </a:cubicBezTo>
                      <a:cubicBezTo>
                        <a:pt x="22943" y="21916"/>
                        <a:pt x="22992" y="21701"/>
                        <a:pt x="23009" y="21469"/>
                      </a:cubicBezTo>
                      <a:cubicBezTo>
                        <a:pt x="23013" y="21431"/>
                        <a:pt x="23042" y="21413"/>
                        <a:pt x="23070" y="21413"/>
                      </a:cubicBezTo>
                      <a:cubicBezTo>
                        <a:pt x="23098" y="21413"/>
                        <a:pt x="23125" y="21431"/>
                        <a:pt x="23125" y="21469"/>
                      </a:cubicBezTo>
                      <a:cubicBezTo>
                        <a:pt x="23133" y="21518"/>
                        <a:pt x="23133" y="21568"/>
                        <a:pt x="23133" y="21618"/>
                      </a:cubicBezTo>
                      <a:cubicBezTo>
                        <a:pt x="23142" y="21576"/>
                        <a:pt x="23150" y="21535"/>
                        <a:pt x="23158" y="21494"/>
                      </a:cubicBezTo>
                      <a:cubicBezTo>
                        <a:pt x="23166" y="21394"/>
                        <a:pt x="23166" y="21295"/>
                        <a:pt x="23166" y="21187"/>
                      </a:cubicBezTo>
                      <a:cubicBezTo>
                        <a:pt x="23166" y="20972"/>
                        <a:pt x="23166" y="20764"/>
                        <a:pt x="23175" y="20549"/>
                      </a:cubicBezTo>
                      <a:cubicBezTo>
                        <a:pt x="23183" y="20367"/>
                        <a:pt x="23216" y="20160"/>
                        <a:pt x="23175" y="19977"/>
                      </a:cubicBezTo>
                      <a:cubicBezTo>
                        <a:pt x="23163" y="19925"/>
                        <a:pt x="23196" y="19893"/>
                        <a:pt x="23235" y="19893"/>
                      </a:cubicBezTo>
                      <a:cubicBezTo>
                        <a:pt x="23251" y="19893"/>
                        <a:pt x="23268" y="19899"/>
                        <a:pt x="23282" y="19911"/>
                      </a:cubicBezTo>
                      <a:cubicBezTo>
                        <a:pt x="23448" y="20035"/>
                        <a:pt x="23415" y="20309"/>
                        <a:pt x="23423" y="20499"/>
                      </a:cubicBezTo>
                      <a:cubicBezTo>
                        <a:pt x="23423" y="20516"/>
                        <a:pt x="23423" y="20532"/>
                        <a:pt x="23423" y="20549"/>
                      </a:cubicBezTo>
                      <a:cubicBezTo>
                        <a:pt x="23448" y="20483"/>
                        <a:pt x="23465" y="20408"/>
                        <a:pt x="23490" y="20342"/>
                      </a:cubicBezTo>
                      <a:cubicBezTo>
                        <a:pt x="23572" y="20069"/>
                        <a:pt x="23647" y="19787"/>
                        <a:pt x="23680" y="19505"/>
                      </a:cubicBezTo>
                      <a:cubicBezTo>
                        <a:pt x="23713" y="19240"/>
                        <a:pt x="23713" y="18975"/>
                        <a:pt x="23680" y="18710"/>
                      </a:cubicBezTo>
                      <a:cubicBezTo>
                        <a:pt x="23664" y="18585"/>
                        <a:pt x="23639" y="18461"/>
                        <a:pt x="23606" y="18345"/>
                      </a:cubicBezTo>
                      <a:cubicBezTo>
                        <a:pt x="23581" y="18279"/>
                        <a:pt x="23564" y="18213"/>
                        <a:pt x="23548" y="18146"/>
                      </a:cubicBezTo>
                      <a:cubicBezTo>
                        <a:pt x="23531" y="18080"/>
                        <a:pt x="23506" y="18022"/>
                        <a:pt x="23506" y="17956"/>
                      </a:cubicBezTo>
                      <a:cubicBezTo>
                        <a:pt x="23506" y="17913"/>
                        <a:pt x="23543" y="17874"/>
                        <a:pt x="23582" y="17874"/>
                      </a:cubicBezTo>
                      <a:cubicBezTo>
                        <a:pt x="23595" y="17874"/>
                        <a:pt x="23609" y="17879"/>
                        <a:pt x="23622" y="17889"/>
                      </a:cubicBezTo>
                      <a:cubicBezTo>
                        <a:pt x="23730" y="17964"/>
                        <a:pt x="23804" y="18121"/>
                        <a:pt x="23846" y="18246"/>
                      </a:cubicBezTo>
                      <a:cubicBezTo>
                        <a:pt x="23871" y="18312"/>
                        <a:pt x="23887" y="18370"/>
                        <a:pt x="23904" y="18436"/>
                      </a:cubicBezTo>
                      <a:cubicBezTo>
                        <a:pt x="23904" y="18229"/>
                        <a:pt x="23904" y="18014"/>
                        <a:pt x="23904" y="17798"/>
                      </a:cubicBezTo>
                      <a:cubicBezTo>
                        <a:pt x="23904" y="17757"/>
                        <a:pt x="23937" y="17736"/>
                        <a:pt x="23971" y="17736"/>
                      </a:cubicBezTo>
                      <a:cubicBezTo>
                        <a:pt x="24005" y="17736"/>
                        <a:pt x="24041" y="17757"/>
                        <a:pt x="24045" y="17798"/>
                      </a:cubicBezTo>
                      <a:cubicBezTo>
                        <a:pt x="24045" y="17939"/>
                        <a:pt x="24045" y="18080"/>
                        <a:pt x="24045" y="18229"/>
                      </a:cubicBezTo>
                      <a:cubicBezTo>
                        <a:pt x="24053" y="18055"/>
                        <a:pt x="24061" y="17881"/>
                        <a:pt x="24070" y="17707"/>
                      </a:cubicBezTo>
                      <a:cubicBezTo>
                        <a:pt x="24070" y="17682"/>
                        <a:pt x="24086" y="17657"/>
                        <a:pt x="24111" y="17657"/>
                      </a:cubicBezTo>
                      <a:lnTo>
                        <a:pt x="24111" y="17367"/>
                      </a:lnTo>
                      <a:cubicBezTo>
                        <a:pt x="24103" y="16945"/>
                        <a:pt x="24061" y="16522"/>
                        <a:pt x="24053" y="16108"/>
                      </a:cubicBezTo>
                      <a:cubicBezTo>
                        <a:pt x="24053" y="16067"/>
                        <a:pt x="24086" y="16050"/>
                        <a:pt x="24119" y="16042"/>
                      </a:cubicBezTo>
                      <a:cubicBezTo>
                        <a:pt x="24070" y="15768"/>
                        <a:pt x="24003" y="15495"/>
                        <a:pt x="23920" y="15230"/>
                      </a:cubicBezTo>
                      <a:cubicBezTo>
                        <a:pt x="23910" y="15191"/>
                        <a:pt x="23946" y="15160"/>
                        <a:pt x="23978" y="15160"/>
                      </a:cubicBezTo>
                      <a:cubicBezTo>
                        <a:pt x="23995" y="15160"/>
                        <a:pt x="24011" y="15169"/>
                        <a:pt x="24020" y="15188"/>
                      </a:cubicBezTo>
                      <a:cubicBezTo>
                        <a:pt x="24111" y="15387"/>
                        <a:pt x="24194" y="15594"/>
                        <a:pt x="24260" y="15810"/>
                      </a:cubicBezTo>
                      <a:cubicBezTo>
                        <a:pt x="24244" y="15694"/>
                        <a:pt x="24252" y="15578"/>
                        <a:pt x="24244" y="15470"/>
                      </a:cubicBezTo>
                      <a:cubicBezTo>
                        <a:pt x="24235" y="15313"/>
                        <a:pt x="24227" y="15155"/>
                        <a:pt x="24210" y="14998"/>
                      </a:cubicBezTo>
                      <a:cubicBezTo>
                        <a:pt x="24177" y="14691"/>
                        <a:pt x="24119" y="14385"/>
                        <a:pt x="24036" y="14086"/>
                      </a:cubicBezTo>
                      <a:cubicBezTo>
                        <a:pt x="23987" y="13937"/>
                        <a:pt x="23937" y="13796"/>
                        <a:pt x="23879" y="13656"/>
                      </a:cubicBezTo>
                      <a:cubicBezTo>
                        <a:pt x="23863" y="13623"/>
                        <a:pt x="23896" y="13594"/>
                        <a:pt x="23928" y="13594"/>
                      </a:cubicBezTo>
                      <a:cubicBezTo>
                        <a:pt x="23945" y="13594"/>
                        <a:pt x="23962" y="13602"/>
                        <a:pt x="23970" y="13622"/>
                      </a:cubicBezTo>
                      <a:cubicBezTo>
                        <a:pt x="24070" y="13821"/>
                        <a:pt x="24144" y="14028"/>
                        <a:pt x="24219" y="14236"/>
                      </a:cubicBezTo>
                      <a:cubicBezTo>
                        <a:pt x="24227" y="14227"/>
                        <a:pt x="24235" y="14219"/>
                        <a:pt x="24244" y="14219"/>
                      </a:cubicBezTo>
                      <a:cubicBezTo>
                        <a:pt x="24235" y="14103"/>
                        <a:pt x="24235" y="13987"/>
                        <a:pt x="24219" y="13879"/>
                      </a:cubicBezTo>
                      <a:cubicBezTo>
                        <a:pt x="24219" y="13871"/>
                        <a:pt x="24219" y="13863"/>
                        <a:pt x="24227" y="13863"/>
                      </a:cubicBezTo>
                      <a:cubicBezTo>
                        <a:pt x="24219" y="13846"/>
                        <a:pt x="24219" y="13830"/>
                        <a:pt x="24210" y="13813"/>
                      </a:cubicBezTo>
                      <a:cubicBezTo>
                        <a:pt x="24161" y="13672"/>
                        <a:pt x="24103" y="13523"/>
                        <a:pt x="24028" y="13390"/>
                      </a:cubicBezTo>
                      <a:cubicBezTo>
                        <a:pt x="24012" y="13366"/>
                        <a:pt x="24036" y="13332"/>
                        <a:pt x="24061" y="13324"/>
                      </a:cubicBezTo>
                      <a:cubicBezTo>
                        <a:pt x="24028" y="13250"/>
                        <a:pt x="23995" y="13175"/>
                        <a:pt x="23978" y="13100"/>
                      </a:cubicBezTo>
                      <a:cubicBezTo>
                        <a:pt x="23970" y="13059"/>
                        <a:pt x="23962" y="13018"/>
                        <a:pt x="23954" y="12984"/>
                      </a:cubicBezTo>
                      <a:cubicBezTo>
                        <a:pt x="23937" y="13018"/>
                        <a:pt x="23929" y="13059"/>
                        <a:pt x="23920" y="13100"/>
                      </a:cubicBezTo>
                      <a:cubicBezTo>
                        <a:pt x="23914" y="13121"/>
                        <a:pt x="23897" y="13130"/>
                        <a:pt x="23881" y="13130"/>
                      </a:cubicBezTo>
                      <a:cubicBezTo>
                        <a:pt x="23857" y="13130"/>
                        <a:pt x="23833" y="13110"/>
                        <a:pt x="23838" y="13076"/>
                      </a:cubicBezTo>
                      <a:cubicBezTo>
                        <a:pt x="23871" y="12885"/>
                        <a:pt x="23887" y="12694"/>
                        <a:pt x="23896" y="12504"/>
                      </a:cubicBezTo>
                      <a:cubicBezTo>
                        <a:pt x="23896" y="12404"/>
                        <a:pt x="23904" y="12305"/>
                        <a:pt x="23896" y="12214"/>
                      </a:cubicBezTo>
                      <a:cubicBezTo>
                        <a:pt x="23887" y="12114"/>
                        <a:pt x="23854" y="12015"/>
                        <a:pt x="23896" y="11932"/>
                      </a:cubicBezTo>
                      <a:cubicBezTo>
                        <a:pt x="23908" y="11904"/>
                        <a:pt x="23935" y="11892"/>
                        <a:pt x="23963" y="11892"/>
                      </a:cubicBezTo>
                      <a:cubicBezTo>
                        <a:pt x="23993" y="11892"/>
                        <a:pt x="24024" y="11906"/>
                        <a:pt x="24036" y="11932"/>
                      </a:cubicBezTo>
                      <a:cubicBezTo>
                        <a:pt x="24070" y="11974"/>
                        <a:pt x="24070" y="12032"/>
                        <a:pt x="24061" y="12098"/>
                      </a:cubicBezTo>
                      <a:cubicBezTo>
                        <a:pt x="24161" y="12065"/>
                        <a:pt x="24119" y="11882"/>
                        <a:pt x="24103" y="11808"/>
                      </a:cubicBezTo>
                      <a:cubicBezTo>
                        <a:pt x="24086" y="11758"/>
                        <a:pt x="24136" y="11717"/>
                        <a:pt x="24177" y="11717"/>
                      </a:cubicBezTo>
                      <a:cubicBezTo>
                        <a:pt x="24177" y="11692"/>
                        <a:pt x="24177" y="11675"/>
                        <a:pt x="24186" y="11659"/>
                      </a:cubicBezTo>
                      <a:cubicBezTo>
                        <a:pt x="24186" y="11634"/>
                        <a:pt x="24186" y="11601"/>
                        <a:pt x="24186" y="11576"/>
                      </a:cubicBezTo>
                      <a:cubicBezTo>
                        <a:pt x="24186" y="11518"/>
                        <a:pt x="24186" y="11452"/>
                        <a:pt x="24186" y="11394"/>
                      </a:cubicBezTo>
                      <a:cubicBezTo>
                        <a:pt x="24186" y="11327"/>
                        <a:pt x="24186" y="11269"/>
                        <a:pt x="24177" y="11203"/>
                      </a:cubicBezTo>
                      <a:cubicBezTo>
                        <a:pt x="24177" y="11145"/>
                        <a:pt x="24169" y="11087"/>
                        <a:pt x="24194" y="11037"/>
                      </a:cubicBezTo>
                      <a:cubicBezTo>
                        <a:pt x="24194" y="11029"/>
                        <a:pt x="24194" y="11029"/>
                        <a:pt x="24194" y="11029"/>
                      </a:cubicBezTo>
                      <a:cubicBezTo>
                        <a:pt x="24186" y="10963"/>
                        <a:pt x="24177" y="10896"/>
                        <a:pt x="24169" y="10830"/>
                      </a:cubicBezTo>
                      <a:cubicBezTo>
                        <a:pt x="24161" y="10772"/>
                        <a:pt x="24152" y="10698"/>
                        <a:pt x="24169" y="10640"/>
                      </a:cubicBezTo>
                      <a:cubicBezTo>
                        <a:pt x="24173" y="10622"/>
                        <a:pt x="24185" y="10614"/>
                        <a:pt x="24199" y="10614"/>
                      </a:cubicBezTo>
                      <a:cubicBezTo>
                        <a:pt x="24210" y="10614"/>
                        <a:pt x="24224" y="10620"/>
                        <a:pt x="24235" y="10631"/>
                      </a:cubicBezTo>
                      <a:cubicBezTo>
                        <a:pt x="24268" y="10681"/>
                        <a:pt x="24277" y="10747"/>
                        <a:pt x="24285" y="10805"/>
                      </a:cubicBezTo>
                      <a:cubicBezTo>
                        <a:pt x="24285" y="10772"/>
                        <a:pt x="24293" y="10739"/>
                        <a:pt x="24293" y="10714"/>
                      </a:cubicBezTo>
                      <a:cubicBezTo>
                        <a:pt x="24298" y="10701"/>
                        <a:pt x="24310" y="10694"/>
                        <a:pt x="24321" y="10694"/>
                      </a:cubicBezTo>
                      <a:cubicBezTo>
                        <a:pt x="24331" y="10694"/>
                        <a:pt x="24339" y="10698"/>
                        <a:pt x="24343" y="10706"/>
                      </a:cubicBezTo>
                      <a:cubicBezTo>
                        <a:pt x="24451" y="10424"/>
                        <a:pt x="24567" y="10142"/>
                        <a:pt x="24674" y="9861"/>
                      </a:cubicBezTo>
                      <a:cubicBezTo>
                        <a:pt x="24749" y="9654"/>
                        <a:pt x="24824" y="9455"/>
                        <a:pt x="24873" y="9239"/>
                      </a:cubicBezTo>
                      <a:cubicBezTo>
                        <a:pt x="24882" y="9190"/>
                        <a:pt x="24890" y="9140"/>
                        <a:pt x="24906" y="9082"/>
                      </a:cubicBezTo>
                      <a:lnTo>
                        <a:pt x="24906" y="9082"/>
                      </a:lnTo>
                      <a:cubicBezTo>
                        <a:pt x="24865" y="9115"/>
                        <a:pt x="24832" y="9140"/>
                        <a:pt x="24790" y="9165"/>
                      </a:cubicBezTo>
                      <a:cubicBezTo>
                        <a:pt x="24780" y="9170"/>
                        <a:pt x="24770" y="9172"/>
                        <a:pt x="24760" y="9172"/>
                      </a:cubicBezTo>
                      <a:cubicBezTo>
                        <a:pt x="24723" y="9172"/>
                        <a:pt x="24693" y="9138"/>
                        <a:pt x="24699" y="9099"/>
                      </a:cubicBezTo>
                      <a:cubicBezTo>
                        <a:pt x="24749" y="8875"/>
                        <a:pt x="24915" y="8684"/>
                        <a:pt x="25022" y="8494"/>
                      </a:cubicBezTo>
                      <a:cubicBezTo>
                        <a:pt x="25130" y="8303"/>
                        <a:pt x="25213" y="8096"/>
                        <a:pt x="25238" y="7881"/>
                      </a:cubicBezTo>
                      <a:cubicBezTo>
                        <a:pt x="25254" y="7624"/>
                        <a:pt x="25188" y="7367"/>
                        <a:pt x="25155" y="7118"/>
                      </a:cubicBezTo>
                      <a:cubicBezTo>
                        <a:pt x="25138" y="6994"/>
                        <a:pt x="25122" y="6878"/>
                        <a:pt x="25105" y="6754"/>
                      </a:cubicBezTo>
                      <a:lnTo>
                        <a:pt x="25105" y="6762"/>
                      </a:lnTo>
                      <a:cubicBezTo>
                        <a:pt x="25031" y="6969"/>
                        <a:pt x="24923" y="7160"/>
                        <a:pt x="24774" y="7317"/>
                      </a:cubicBezTo>
                      <a:cubicBezTo>
                        <a:pt x="24761" y="7330"/>
                        <a:pt x="24743" y="7336"/>
                        <a:pt x="24724" y="7336"/>
                      </a:cubicBezTo>
                      <a:cubicBezTo>
                        <a:pt x="24670" y="7336"/>
                        <a:pt x="24608" y="7290"/>
                        <a:pt x="24633" y="7234"/>
                      </a:cubicBezTo>
                      <a:cubicBezTo>
                        <a:pt x="24732" y="7002"/>
                        <a:pt x="24848" y="6770"/>
                        <a:pt x="24915" y="6530"/>
                      </a:cubicBezTo>
                      <a:cubicBezTo>
                        <a:pt x="24989" y="6281"/>
                        <a:pt x="25022" y="6025"/>
                        <a:pt x="25022" y="5768"/>
                      </a:cubicBezTo>
                      <a:cubicBezTo>
                        <a:pt x="25039" y="5213"/>
                        <a:pt x="25047" y="4658"/>
                        <a:pt x="25089" y="4094"/>
                      </a:cubicBezTo>
                      <a:cubicBezTo>
                        <a:pt x="25163" y="3125"/>
                        <a:pt x="25337" y="2139"/>
                        <a:pt x="25221" y="1169"/>
                      </a:cubicBezTo>
                      <a:cubicBezTo>
                        <a:pt x="25196" y="946"/>
                        <a:pt x="25155" y="722"/>
                        <a:pt x="25080" y="506"/>
                      </a:cubicBezTo>
                      <a:cubicBezTo>
                        <a:pt x="25022" y="349"/>
                        <a:pt x="24940" y="183"/>
                        <a:pt x="24799" y="84"/>
                      </a:cubicBezTo>
                      <a:cubicBezTo>
                        <a:pt x="24719" y="23"/>
                        <a:pt x="24632" y="1"/>
                        <a:pt x="2454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2" name="Google Shape;1582;p1"/>
                <p:cNvSpPr/>
                <p:nvPr/>
              </p:nvSpPr>
              <p:spPr>
                <a:xfrm>
                  <a:off x="739175" y="2699225"/>
                  <a:ext cx="18675" cy="125300"/>
                </a:xfrm>
                <a:custGeom>
                  <a:rect b="b" l="l" r="r" t="t"/>
                  <a:pathLst>
                    <a:path extrusionOk="0" h="5012" w="747">
                      <a:moveTo>
                        <a:pt x="404" y="0"/>
                      </a:moveTo>
                      <a:cubicBezTo>
                        <a:pt x="375" y="0"/>
                        <a:pt x="346" y="19"/>
                        <a:pt x="340" y="51"/>
                      </a:cubicBezTo>
                      <a:cubicBezTo>
                        <a:pt x="324" y="133"/>
                        <a:pt x="332" y="241"/>
                        <a:pt x="349" y="332"/>
                      </a:cubicBezTo>
                      <a:cubicBezTo>
                        <a:pt x="365" y="432"/>
                        <a:pt x="382" y="531"/>
                        <a:pt x="398" y="639"/>
                      </a:cubicBezTo>
                      <a:cubicBezTo>
                        <a:pt x="423" y="846"/>
                        <a:pt x="448" y="1053"/>
                        <a:pt x="481" y="1260"/>
                      </a:cubicBezTo>
                      <a:cubicBezTo>
                        <a:pt x="481" y="1280"/>
                        <a:pt x="481" y="1295"/>
                        <a:pt x="485" y="1313"/>
                      </a:cubicBezTo>
                      <a:lnTo>
                        <a:pt x="485" y="1313"/>
                      </a:lnTo>
                      <a:cubicBezTo>
                        <a:pt x="453" y="1201"/>
                        <a:pt x="412" y="1083"/>
                        <a:pt x="349" y="995"/>
                      </a:cubicBezTo>
                      <a:cubicBezTo>
                        <a:pt x="335" y="972"/>
                        <a:pt x="314" y="962"/>
                        <a:pt x="294" y="962"/>
                      </a:cubicBezTo>
                      <a:cubicBezTo>
                        <a:pt x="263" y="962"/>
                        <a:pt x="233" y="985"/>
                        <a:pt x="233" y="1020"/>
                      </a:cubicBezTo>
                      <a:cubicBezTo>
                        <a:pt x="233" y="1014"/>
                        <a:pt x="233" y="1009"/>
                        <a:pt x="233" y="1003"/>
                      </a:cubicBezTo>
                      <a:cubicBezTo>
                        <a:pt x="216" y="796"/>
                        <a:pt x="216" y="573"/>
                        <a:pt x="133" y="382"/>
                      </a:cubicBezTo>
                      <a:cubicBezTo>
                        <a:pt x="125" y="360"/>
                        <a:pt x="102" y="348"/>
                        <a:pt x="82" y="348"/>
                      </a:cubicBezTo>
                      <a:cubicBezTo>
                        <a:pt x="63" y="348"/>
                        <a:pt x="46" y="358"/>
                        <a:pt x="42" y="382"/>
                      </a:cubicBezTo>
                      <a:cubicBezTo>
                        <a:pt x="1" y="581"/>
                        <a:pt x="42" y="788"/>
                        <a:pt x="67" y="987"/>
                      </a:cubicBezTo>
                      <a:cubicBezTo>
                        <a:pt x="92" y="1194"/>
                        <a:pt x="108" y="1401"/>
                        <a:pt x="141" y="1608"/>
                      </a:cubicBezTo>
                      <a:cubicBezTo>
                        <a:pt x="191" y="2031"/>
                        <a:pt x="257" y="2445"/>
                        <a:pt x="307" y="2868"/>
                      </a:cubicBezTo>
                      <a:cubicBezTo>
                        <a:pt x="313" y="2884"/>
                        <a:pt x="328" y="2893"/>
                        <a:pt x="343" y="2893"/>
                      </a:cubicBezTo>
                      <a:cubicBezTo>
                        <a:pt x="351" y="2893"/>
                        <a:pt x="359" y="2890"/>
                        <a:pt x="365" y="2884"/>
                      </a:cubicBezTo>
                      <a:cubicBezTo>
                        <a:pt x="365" y="2909"/>
                        <a:pt x="365" y="2926"/>
                        <a:pt x="373" y="2951"/>
                      </a:cubicBezTo>
                      <a:cubicBezTo>
                        <a:pt x="390" y="3282"/>
                        <a:pt x="431" y="3613"/>
                        <a:pt x="456" y="3945"/>
                      </a:cubicBezTo>
                      <a:cubicBezTo>
                        <a:pt x="465" y="4110"/>
                        <a:pt x="473" y="4276"/>
                        <a:pt x="489" y="4442"/>
                      </a:cubicBezTo>
                      <a:cubicBezTo>
                        <a:pt x="506" y="4616"/>
                        <a:pt x="539" y="4773"/>
                        <a:pt x="514" y="4947"/>
                      </a:cubicBezTo>
                      <a:cubicBezTo>
                        <a:pt x="505" y="4986"/>
                        <a:pt x="532" y="5011"/>
                        <a:pt x="562" y="5011"/>
                      </a:cubicBezTo>
                      <a:cubicBezTo>
                        <a:pt x="582" y="5011"/>
                        <a:pt x="604" y="4999"/>
                        <a:pt x="614" y="4972"/>
                      </a:cubicBezTo>
                      <a:cubicBezTo>
                        <a:pt x="655" y="4815"/>
                        <a:pt x="688" y="4641"/>
                        <a:pt x="697" y="4475"/>
                      </a:cubicBezTo>
                      <a:cubicBezTo>
                        <a:pt x="697" y="4309"/>
                        <a:pt x="680" y="4144"/>
                        <a:pt x="672" y="3978"/>
                      </a:cubicBezTo>
                      <a:cubicBezTo>
                        <a:pt x="655" y="3638"/>
                        <a:pt x="647" y="3299"/>
                        <a:pt x="622" y="2951"/>
                      </a:cubicBezTo>
                      <a:cubicBezTo>
                        <a:pt x="605" y="2611"/>
                        <a:pt x="589" y="2271"/>
                        <a:pt x="564" y="1931"/>
                      </a:cubicBezTo>
                      <a:cubicBezTo>
                        <a:pt x="564" y="1873"/>
                        <a:pt x="556" y="1824"/>
                        <a:pt x="547" y="1766"/>
                      </a:cubicBezTo>
                      <a:lnTo>
                        <a:pt x="547" y="1766"/>
                      </a:lnTo>
                      <a:cubicBezTo>
                        <a:pt x="556" y="1807"/>
                        <a:pt x="564" y="1840"/>
                        <a:pt x="572" y="1882"/>
                      </a:cubicBezTo>
                      <a:cubicBezTo>
                        <a:pt x="597" y="2097"/>
                        <a:pt x="655" y="2313"/>
                        <a:pt x="680" y="2536"/>
                      </a:cubicBezTo>
                      <a:cubicBezTo>
                        <a:pt x="684" y="2551"/>
                        <a:pt x="697" y="2557"/>
                        <a:pt x="711" y="2557"/>
                      </a:cubicBezTo>
                      <a:cubicBezTo>
                        <a:pt x="728" y="2557"/>
                        <a:pt x="746" y="2547"/>
                        <a:pt x="746" y="2528"/>
                      </a:cubicBezTo>
                      <a:cubicBezTo>
                        <a:pt x="730" y="2313"/>
                        <a:pt x="730" y="2097"/>
                        <a:pt x="713" y="1882"/>
                      </a:cubicBezTo>
                      <a:cubicBezTo>
                        <a:pt x="697" y="1658"/>
                        <a:pt x="680" y="1443"/>
                        <a:pt x="663" y="1219"/>
                      </a:cubicBezTo>
                      <a:cubicBezTo>
                        <a:pt x="647" y="1012"/>
                        <a:pt x="630" y="796"/>
                        <a:pt x="605" y="589"/>
                      </a:cubicBezTo>
                      <a:cubicBezTo>
                        <a:pt x="581" y="407"/>
                        <a:pt x="581" y="167"/>
                        <a:pt x="448" y="17"/>
                      </a:cubicBezTo>
                      <a:cubicBezTo>
                        <a:pt x="436" y="6"/>
                        <a:pt x="420" y="0"/>
                        <a:pt x="40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3" name="Google Shape;1583;p1"/>
                <p:cNvSpPr/>
                <p:nvPr/>
              </p:nvSpPr>
              <p:spPr>
                <a:xfrm>
                  <a:off x="743525" y="2679600"/>
                  <a:ext cx="3975" cy="18425"/>
                </a:xfrm>
                <a:custGeom>
                  <a:rect b="b" l="l" r="r" t="t"/>
                  <a:pathLst>
                    <a:path extrusionOk="0" h="737" w="159">
                      <a:moveTo>
                        <a:pt x="26" y="1"/>
                      </a:moveTo>
                      <a:cubicBezTo>
                        <a:pt x="13" y="1"/>
                        <a:pt x="1" y="12"/>
                        <a:pt x="1" y="32"/>
                      </a:cubicBezTo>
                      <a:cubicBezTo>
                        <a:pt x="1" y="82"/>
                        <a:pt x="17" y="140"/>
                        <a:pt x="17" y="198"/>
                      </a:cubicBezTo>
                      <a:cubicBezTo>
                        <a:pt x="25" y="247"/>
                        <a:pt x="42" y="305"/>
                        <a:pt x="42" y="355"/>
                      </a:cubicBezTo>
                      <a:cubicBezTo>
                        <a:pt x="59" y="471"/>
                        <a:pt x="59" y="579"/>
                        <a:pt x="42" y="695"/>
                      </a:cubicBezTo>
                      <a:cubicBezTo>
                        <a:pt x="38" y="722"/>
                        <a:pt x="62" y="736"/>
                        <a:pt x="87" y="736"/>
                      </a:cubicBezTo>
                      <a:cubicBezTo>
                        <a:pt x="108" y="736"/>
                        <a:pt x="129" y="726"/>
                        <a:pt x="133" y="703"/>
                      </a:cubicBezTo>
                      <a:cubicBezTo>
                        <a:pt x="150" y="587"/>
                        <a:pt x="158" y="471"/>
                        <a:pt x="141" y="347"/>
                      </a:cubicBezTo>
                      <a:cubicBezTo>
                        <a:pt x="141" y="297"/>
                        <a:pt x="133" y="239"/>
                        <a:pt x="117" y="181"/>
                      </a:cubicBezTo>
                      <a:cubicBezTo>
                        <a:pt x="100" y="123"/>
                        <a:pt x="83" y="65"/>
                        <a:pt x="50" y="15"/>
                      </a:cubicBezTo>
                      <a:cubicBezTo>
                        <a:pt x="44" y="6"/>
                        <a:pt x="35" y="1"/>
                        <a:pt x="2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4" name="Google Shape;1584;p1"/>
                <p:cNvSpPr/>
                <p:nvPr/>
              </p:nvSpPr>
              <p:spPr>
                <a:xfrm>
                  <a:off x="704800" y="2713800"/>
                  <a:ext cx="125550" cy="243350"/>
                </a:xfrm>
                <a:custGeom>
                  <a:rect b="b" l="l" r="r" t="t"/>
                  <a:pathLst>
                    <a:path extrusionOk="0" h="9734" w="5022">
                      <a:moveTo>
                        <a:pt x="2003" y="1"/>
                      </a:moveTo>
                      <a:cubicBezTo>
                        <a:pt x="1973" y="1"/>
                        <a:pt x="1943" y="19"/>
                        <a:pt x="1947" y="56"/>
                      </a:cubicBezTo>
                      <a:cubicBezTo>
                        <a:pt x="1972" y="379"/>
                        <a:pt x="2005" y="710"/>
                        <a:pt x="2038" y="1042"/>
                      </a:cubicBezTo>
                      <a:cubicBezTo>
                        <a:pt x="2005" y="1058"/>
                        <a:pt x="1980" y="1083"/>
                        <a:pt x="1972" y="1133"/>
                      </a:cubicBezTo>
                      <a:cubicBezTo>
                        <a:pt x="1947" y="1506"/>
                        <a:pt x="1997" y="1887"/>
                        <a:pt x="2022" y="2268"/>
                      </a:cubicBezTo>
                      <a:cubicBezTo>
                        <a:pt x="2022" y="2276"/>
                        <a:pt x="2022" y="2276"/>
                        <a:pt x="2022" y="2285"/>
                      </a:cubicBezTo>
                      <a:cubicBezTo>
                        <a:pt x="1964" y="2285"/>
                        <a:pt x="1898" y="2326"/>
                        <a:pt x="1889" y="2392"/>
                      </a:cubicBezTo>
                      <a:cubicBezTo>
                        <a:pt x="1889" y="2434"/>
                        <a:pt x="1889" y="2467"/>
                        <a:pt x="1889" y="2508"/>
                      </a:cubicBezTo>
                      <a:cubicBezTo>
                        <a:pt x="1889" y="2500"/>
                        <a:pt x="1881" y="2500"/>
                        <a:pt x="1881" y="2492"/>
                      </a:cubicBezTo>
                      <a:cubicBezTo>
                        <a:pt x="1874" y="2469"/>
                        <a:pt x="1857" y="2459"/>
                        <a:pt x="1840" y="2459"/>
                      </a:cubicBezTo>
                      <a:cubicBezTo>
                        <a:pt x="1814" y="2459"/>
                        <a:pt x="1788" y="2482"/>
                        <a:pt x="1798" y="2517"/>
                      </a:cubicBezTo>
                      <a:cubicBezTo>
                        <a:pt x="1873" y="2848"/>
                        <a:pt x="1873" y="3196"/>
                        <a:pt x="1848" y="3536"/>
                      </a:cubicBezTo>
                      <a:cubicBezTo>
                        <a:pt x="1823" y="3867"/>
                        <a:pt x="1765" y="4190"/>
                        <a:pt x="1666" y="4505"/>
                      </a:cubicBezTo>
                      <a:cubicBezTo>
                        <a:pt x="1558" y="4828"/>
                        <a:pt x="1409" y="5127"/>
                        <a:pt x="1218" y="5408"/>
                      </a:cubicBezTo>
                      <a:cubicBezTo>
                        <a:pt x="1028" y="5698"/>
                        <a:pt x="787" y="5963"/>
                        <a:pt x="605" y="6262"/>
                      </a:cubicBezTo>
                      <a:cubicBezTo>
                        <a:pt x="232" y="6875"/>
                        <a:pt x="141" y="7596"/>
                        <a:pt x="66" y="8292"/>
                      </a:cubicBezTo>
                      <a:cubicBezTo>
                        <a:pt x="25" y="8631"/>
                        <a:pt x="0" y="8988"/>
                        <a:pt x="224" y="9269"/>
                      </a:cubicBezTo>
                      <a:cubicBezTo>
                        <a:pt x="398" y="9468"/>
                        <a:pt x="655" y="9568"/>
                        <a:pt x="912" y="9617"/>
                      </a:cubicBezTo>
                      <a:cubicBezTo>
                        <a:pt x="1235" y="9684"/>
                        <a:pt x="1566" y="9675"/>
                        <a:pt x="1889" y="9692"/>
                      </a:cubicBezTo>
                      <a:cubicBezTo>
                        <a:pt x="2287" y="9700"/>
                        <a:pt x="2676" y="9708"/>
                        <a:pt x="3074" y="9725"/>
                      </a:cubicBezTo>
                      <a:cubicBezTo>
                        <a:pt x="3199" y="9728"/>
                        <a:pt x="3326" y="9734"/>
                        <a:pt x="3453" y="9734"/>
                      </a:cubicBezTo>
                      <a:cubicBezTo>
                        <a:pt x="3695" y="9734"/>
                        <a:pt x="3936" y="9712"/>
                        <a:pt x="4160" y="9609"/>
                      </a:cubicBezTo>
                      <a:cubicBezTo>
                        <a:pt x="4408" y="9493"/>
                        <a:pt x="4607" y="9278"/>
                        <a:pt x="4731" y="9029"/>
                      </a:cubicBezTo>
                      <a:cubicBezTo>
                        <a:pt x="5021" y="8457"/>
                        <a:pt x="4922" y="7811"/>
                        <a:pt x="4624" y="7256"/>
                      </a:cubicBezTo>
                      <a:lnTo>
                        <a:pt x="4624" y="7264"/>
                      </a:lnTo>
                      <a:cubicBezTo>
                        <a:pt x="4292" y="6643"/>
                        <a:pt x="3754" y="6171"/>
                        <a:pt x="3314" y="5640"/>
                      </a:cubicBezTo>
                      <a:cubicBezTo>
                        <a:pt x="3091" y="5367"/>
                        <a:pt x="2908" y="5077"/>
                        <a:pt x="2768" y="4762"/>
                      </a:cubicBezTo>
                      <a:cubicBezTo>
                        <a:pt x="2643" y="4489"/>
                        <a:pt x="2560" y="4190"/>
                        <a:pt x="2494" y="3892"/>
                      </a:cubicBezTo>
                      <a:cubicBezTo>
                        <a:pt x="2502" y="3884"/>
                        <a:pt x="2502" y="3875"/>
                        <a:pt x="2502" y="3867"/>
                      </a:cubicBezTo>
                      <a:cubicBezTo>
                        <a:pt x="2544" y="3710"/>
                        <a:pt x="2527" y="3544"/>
                        <a:pt x="2519" y="3378"/>
                      </a:cubicBezTo>
                      <a:cubicBezTo>
                        <a:pt x="2511" y="3221"/>
                        <a:pt x="2494" y="3064"/>
                        <a:pt x="2478" y="2906"/>
                      </a:cubicBezTo>
                      <a:cubicBezTo>
                        <a:pt x="2444" y="2591"/>
                        <a:pt x="2403" y="2268"/>
                        <a:pt x="2362" y="1953"/>
                      </a:cubicBezTo>
                      <a:cubicBezTo>
                        <a:pt x="2279" y="1307"/>
                        <a:pt x="2179" y="669"/>
                        <a:pt x="2055" y="39"/>
                      </a:cubicBezTo>
                      <a:cubicBezTo>
                        <a:pt x="2051" y="13"/>
                        <a:pt x="2027" y="1"/>
                        <a:pt x="20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5" name="Google Shape;1585;p1"/>
                <p:cNvSpPr/>
                <p:nvPr/>
              </p:nvSpPr>
              <p:spPr>
                <a:xfrm>
                  <a:off x="623400" y="2906350"/>
                  <a:ext cx="233450" cy="265775"/>
                </a:xfrm>
                <a:custGeom>
                  <a:rect b="b" l="l" r="r" t="t"/>
                  <a:pathLst>
                    <a:path extrusionOk="0" h="10631" w="9338">
                      <a:moveTo>
                        <a:pt x="205" y="0"/>
                      </a:moveTo>
                      <a:cubicBezTo>
                        <a:pt x="158" y="0"/>
                        <a:pt x="110" y="47"/>
                        <a:pt x="141" y="84"/>
                      </a:cubicBezTo>
                      <a:cubicBezTo>
                        <a:pt x="108" y="93"/>
                        <a:pt x="83" y="101"/>
                        <a:pt x="58" y="117"/>
                      </a:cubicBezTo>
                      <a:cubicBezTo>
                        <a:pt x="0" y="167"/>
                        <a:pt x="17" y="233"/>
                        <a:pt x="58" y="291"/>
                      </a:cubicBezTo>
                      <a:cubicBezTo>
                        <a:pt x="522" y="805"/>
                        <a:pt x="945" y="1360"/>
                        <a:pt x="1334" y="1924"/>
                      </a:cubicBezTo>
                      <a:cubicBezTo>
                        <a:pt x="1533" y="2197"/>
                        <a:pt x="1723" y="2479"/>
                        <a:pt x="1889" y="2777"/>
                      </a:cubicBezTo>
                      <a:cubicBezTo>
                        <a:pt x="1972" y="2926"/>
                        <a:pt x="2038" y="3084"/>
                        <a:pt x="2071" y="3258"/>
                      </a:cubicBezTo>
                      <a:cubicBezTo>
                        <a:pt x="2105" y="3423"/>
                        <a:pt x="2113" y="3606"/>
                        <a:pt x="2129" y="3780"/>
                      </a:cubicBezTo>
                      <a:cubicBezTo>
                        <a:pt x="2146" y="3954"/>
                        <a:pt x="2163" y="4136"/>
                        <a:pt x="2179" y="4318"/>
                      </a:cubicBezTo>
                      <a:lnTo>
                        <a:pt x="2121" y="4194"/>
                      </a:lnTo>
                      <a:cubicBezTo>
                        <a:pt x="2106" y="4152"/>
                        <a:pt x="2059" y="4131"/>
                        <a:pt x="2015" y="4131"/>
                      </a:cubicBezTo>
                      <a:cubicBezTo>
                        <a:pt x="1963" y="4131"/>
                        <a:pt x="1913" y="4160"/>
                        <a:pt x="1922" y="4219"/>
                      </a:cubicBezTo>
                      <a:cubicBezTo>
                        <a:pt x="1997" y="4741"/>
                        <a:pt x="2055" y="5263"/>
                        <a:pt x="2080" y="5785"/>
                      </a:cubicBezTo>
                      <a:cubicBezTo>
                        <a:pt x="2065" y="5778"/>
                        <a:pt x="2048" y="5775"/>
                        <a:pt x="2031" y="5775"/>
                      </a:cubicBezTo>
                      <a:cubicBezTo>
                        <a:pt x="1978" y="5775"/>
                        <a:pt x="1922" y="5803"/>
                        <a:pt x="1922" y="5859"/>
                      </a:cubicBezTo>
                      <a:cubicBezTo>
                        <a:pt x="1914" y="6464"/>
                        <a:pt x="1906" y="7069"/>
                        <a:pt x="1897" y="7674"/>
                      </a:cubicBezTo>
                      <a:cubicBezTo>
                        <a:pt x="1897" y="7731"/>
                        <a:pt x="1943" y="7758"/>
                        <a:pt x="1991" y="7758"/>
                      </a:cubicBezTo>
                      <a:cubicBezTo>
                        <a:pt x="2041" y="7758"/>
                        <a:pt x="2092" y="7729"/>
                        <a:pt x="2096" y="7674"/>
                      </a:cubicBezTo>
                      <a:cubicBezTo>
                        <a:pt x="2113" y="7491"/>
                        <a:pt x="2129" y="7317"/>
                        <a:pt x="2154" y="7135"/>
                      </a:cubicBezTo>
                      <a:cubicBezTo>
                        <a:pt x="2187" y="7235"/>
                        <a:pt x="2221" y="7326"/>
                        <a:pt x="2245" y="7425"/>
                      </a:cubicBezTo>
                      <a:cubicBezTo>
                        <a:pt x="2237" y="7433"/>
                        <a:pt x="2237" y="7442"/>
                        <a:pt x="2237" y="7450"/>
                      </a:cubicBezTo>
                      <a:cubicBezTo>
                        <a:pt x="2171" y="7972"/>
                        <a:pt x="2121" y="8494"/>
                        <a:pt x="2096" y="9016"/>
                      </a:cubicBezTo>
                      <a:cubicBezTo>
                        <a:pt x="2055" y="9024"/>
                        <a:pt x="2022" y="9049"/>
                        <a:pt x="2022" y="9091"/>
                      </a:cubicBezTo>
                      <a:cubicBezTo>
                        <a:pt x="1947" y="9521"/>
                        <a:pt x="1748" y="9944"/>
                        <a:pt x="1433" y="10284"/>
                      </a:cubicBezTo>
                      <a:cubicBezTo>
                        <a:pt x="1375" y="10342"/>
                        <a:pt x="1392" y="10433"/>
                        <a:pt x="1483" y="10466"/>
                      </a:cubicBezTo>
                      <a:cubicBezTo>
                        <a:pt x="1880" y="10577"/>
                        <a:pt x="2290" y="10630"/>
                        <a:pt x="2699" y="10630"/>
                      </a:cubicBezTo>
                      <a:cubicBezTo>
                        <a:pt x="3394" y="10630"/>
                        <a:pt x="4086" y="10476"/>
                        <a:pt x="4706" y="10184"/>
                      </a:cubicBezTo>
                      <a:cubicBezTo>
                        <a:pt x="4839" y="10118"/>
                        <a:pt x="4980" y="10043"/>
                        <a:pt x="5104" y="9961"/>
                      </a:cubicBezTo>
                      <a:cubicBezTo>
                        <a:pt x="5162" y="9927"/>
                        <a:pt x="5228" y="9886"/>
                        <a:pt x="5286" y="9845"/>
                      </a:cubicBezTo>
                      <a:cubicBezTo>
                        <a:pt x="5311" y="9820"/>
                        <a:pt x="5344" y="9803"/>
                        <a:pt x="5377" y="9778"/>
                      </a:cubicBezTo>
                      <a:lnTo>
                        <a:pt x="5410" y="9753"/>
                      </a:lnTo>
                      <a:cubicBezTo>
                        <a:pt x="5424" y="9757"/>
                        <a:pt x="5438" y="9759"/>
                        <a:pt x="5452" y="9759"/>
                      </a:cubicBezTo>
                      <a:cubicBezTo>
                        <a:pt x="5471" y="9759"/>
                        <a:pt x="5490" y="9755"/>
                        <a:pt x="5510" y="9745"/>
                      </a:cubicBezTo>
                      <a:cubicBezTo>
                        <a:pt x="5560" y="9720"/>
                        <a:pt x="5593" y="9679"/>
                        <a:pt x="5584" y="9637"/>
                      </a:cubicBezTo>
                      <a:cubicBezTo>
                        <a:pt x="5601" y="9621"/>
                        <a:pt x="5609" y="9604"/>
                        <a:pt x="5609" y="9604"/>
                      </a:cubicBezTo>
                      <a:cubicBezTo>
                        <a:pt x="5634" y="9571"/>
                        <a:pt x="5659" y="9538"/>
                        <a:pt x="5684" y="9505"/>
                      </a:cubicBezTo>
                      <a:cubicBezTo>
                        <a:pt x="5734" y="9455"/>
                        <a:pt x="5775" y="9397"/>
                        <a:pt x="5825" y="9339"/>
                      </a:cubicBezTo>
                      <a:lnTo>
                        <a:pt x="6106" y="8983"/>
                      </a:lnTo>
                      <a:cubicBezTo>
                        <a:pt x="6115" y="8975"/>
                        <a:pt x="6115" y="8975"/>
                        <a:pt x="6123" y="8966"/>
                      </a:cubicBezTo>
                      <a:cubicBezTo>
                        <a:pt x="6231" y="8825"/>
                        <a:pt x="6347" y="8693"/>
                        <a:pt x="6463" y="8552"/>
                      </a:cubicBezTo>
                      <a:cubicBezTo>
                        <a:pt x="6472" y="8554"/>
                        <a:pt x="6481" y="8555"/>
                        <a:pt x="6490" y="8555"/>
                      </a:cubicBezTo>
                      <a:cubicBezTo>
                        <a:pt x="6522" y="8555"/>
                        <a:pt x="6551" y="8543"/>
                        <a:pt x="6570" y="8511"/>
                      </a:cubicBezTo>
                      <a:cubicBezTo>
                        <a:pt x="6695" y="8353"/>
                        <a:pt x="6827" y="8187"/>
                        <a:pt x="6952" y="8030"/>
                      </a:cubicBezTo>
                      <a:cubicBezTo>
                        <a:pt x="6993" y="7980"/>
                        <a:pt x="6952" y="7922"/>
                        <a:pt x="6902" y="7897"/>
                      </a:cubicBezTo>
                      <a:lnTo>
                        <a:pt x="7242" y="7276"/>
                      </a:lnTo>
                      <a:cubicBezTo>
                        <a:pt x="7349" y="7077"/>
                        <a:pt x="7465" y="6887"/>
                        <a:pt x="7548" y="6688"/>
                      </a:cubicBezTo>
                      <a:cubicBezTo>
                        <a:pt x="7573" y="6630"/>
                        <a:pt x="7590" y="6572"/>
                        <a:pt x="7606" y="6514"/>
                      </a:cubicBezTo>
                      <a:cubicBezTo>
                        <a:pt x="7896" y="6083"/>
                        <a:pt x="8128" y="5619"/>
                        <a:pt x="8310" y="5138"/>
                      </a:cubicBezTo>
                      <a:cubicBezTo>
                        <a:pt x="8327" y="5163"/>
                        <a:pt x="8344" y="5188"/>
                        <a:pt x="8385" y="5196"/>
                      </a:cubicBezTo>
                      <a:cubicBezTo>
                        <a:pt x="8392" y="5198"/>
                        <a:pt x="8399" y="5198"/>
                        <a:pt x="8407" y="5198"/>
                      </a:cubicBezTo>
                      <a:cubicBezTo>
                        <a:pt x="8445" y="5198"/>
                        <a:pt x="8488" y="5181"/>
                        <a:pt x="8509" y="5147"/>
                      </a:cubicBezTo>
                      <a:cubicBezTo>
                        <a:pt x="8725" y="4732"/>
                        <a:pt x="8874" y="4285"/>
                        <a:pt x="8948" y="3821"/>
                      </a:cubicBezTo>
                      <a:cubicBezTo>
                        <a:pt x="8957" y="3838"/>
                        <a:pt x="8965" y="3846"/>
                        <a:pt x="8973" y="3862"/>
                      </a:cubicBezTo>
                      <a:cubicBezTo>
                        <a:pt x="8992" y="3893"/>
                        <a:pt x="9034" y="3909"/>
                        <a:pt x="9075" y="3909"/>
                      </a:cubicBezTo>
                      <a:cubicBezTo>
                        <a:pt x="9124" y="3909"/>
                        <a:pt x="9171" y="3887"/>
                        <a:pt x="9180" y="3838"/>
                      </a:cubicBezTo>
                      <a:cubicBezTo>
                        <a:pt x="9313" y="3009"/>
                        <a:pt x="9338" y="2164"/>
                        <a:pt x="9238" y="1335"/>
                      </a:cubicBezTo>
                      <a:cubicBezTo>
                        <a:pt x="9230" y="1294"/>
                        <a:pt x="9205" y="1261"/>
                        <a:pt x="9172" y="1244"/>
                      </a:cubicBezTo>
                      <a:cubicBezTo>
                        <a:pt x="9164" y="888"/>
                        <a:pt x="9089" y="532"/>
                        <a:pt x="8940" y="192"/>
                      </a:cubicBezTo>
                      <a:cubicBezTo>
                        <a:pt x="8919" y="145"/>
                        <a:pt x="8869" y="115"/>
                        <a:pt x="8817" y="115"/>
                      </a:cubicBezTo>
                      <a:cubicBezTo>
                        <a:pt x="8785" y="115"/>
                        <a:pt x="8753" y="126"/>
                        <a:pt x="8725" y="151"/>
                      </a:cubicBezTo>
                      <a:cubicBezTo>
                        <a:pt x="8443" y="399"/>
                        <a:pt x="8219" y="697"/>
                        <a:pt x="7971" y="979"/>
                      </a:cubicBezTo>
                      <a:cubicBezTo>
                        <a:pt x="7739" y="1252"/>
                        <a:pt x="7465" y="1518"/>
                        <a:pt x="7101" y="1650"/>
                      </a:cubicBezTo>
                      <a:cubicBezTo>
                        <a:pt x="6653" y="1808"/>
                        <a:pt x="6156" y="1808"/>
                        <a:pt x="5692" y="1832"/>
                      </a:cubicBezTo>
                      <a:cubicBezTo>
                        <a:pt x="5162" y="1866"/>
                        <a:pt x="4640" y="1899"/>
                        <a:pt x="4110" y="1924"/>
                      </a:cubicBezTo>
                      <a:cubicBezTo>
                        <a:pt x="4047" y="1927"/>
                        <a:pt x="3975" y="1930"/>
                        <a:pt x="3898" y="1930"/>
                      </a:cubicBezTo>
                      <a:cubicBezTo>
                        <a:pt x="3609" y="1930"/>
                        <a:pt x="3260" y="1886"/>
                        <a:pt x="3148" y="1650"/>
                      </a:cubicBezTo>
                      <a:cubicBezTo>
                        <a:pt x="3132" y="1600"/>
                        <a:pt x="3082" y="1559"/>
                        <a:pt x="3024" y="1559"/>
                      </a:cubicBezTo>
                      <a:cubicBezTo>
                        <a:pt x="3007" y="1559"/>
                        <a:pt x="2990" y="1560"/>
                        <a:pt x="2974" y="1560"/>
                      </a:cubicBezTo>
                      <a:cubicBezTo>
                        <a:pt x="1815" y="1560"/>
                        <a:pt x="967" y="720"/>
                        <a:pt x="249" y="18"/>
                      </a:cubicBezTo>
                      <a:cubicBezTo>
                        <a:pt x="236" y="6"/>
                        <a:pt x="221" y="0"/>
                        <a:pt x="2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6" name="Google Shape;1586;p1"/>
                <p:cNvSpPr/>
                <p:nvPr/>
              </p:nvSpPr>
              <p:spPr>
                <a:xfrm>
                  <a:off x="553800" y="2613250"/>
                  <a:ext cx="102350" cy="138700"/>
                </a:xfrm>
                <a:custGeom>
                  <a:rect b="b" l="l" r="r" t="t"/>
                  <a:pathLst>
                    <a:path extrusionOk="0" h="5548" w="4094">
                      <a:moveTo>
                        <a:pt x="1128" y="0"/>
                      </a:moveTo>
                      <a:cubicBezTo>
                        <a:pt x="757" y="0"/>
                        <a:pt x="392" y="139"/>
                        <a:pt x="232" y="507"/>
                      </a:cubicBezTo>
                      <a:cubicBezTo>
                        <a:pt x="0" y="1029"/>
                        <a:pt x="240" y="1625"/>
                        <a:pt x="448" y="2114"/>
                      </a:cubicBezTo>
                      <a:cubicBezTo>
                        <a:pt x="713" y="2702"/>
                        <a:pt x="1036" y="3266"/>
                        <a:pt x="1193" y="3904"/>
                      </a:cubicBezTo>
                      <a:cubicBezTo>
                        <a:pt x="1268" y="4210"/>
                        <a:pt x="1309" y="4534"/>
                        <a:pt x="1259" y="4857"/>
                      </a:cubicBezTo>
                      <a:cubicBezTo>
                        <a:pt x="1235" y="4998"/>
                        <a:pt x="1201" y="5147"/>
                        <a:pt x="1259" y="5296"/>
                      </a:cubicBezTo>
                      <a:cubicBezTo>
                        <a:pt x="1301" y="5412"/>
                        <a:pt x="1400" y="5495"/>
                        <a:pt x="1525" y="5528"/>
                      </a:cubicBezTo>
                      <a:cubicBezTo>
                        <a:pt x="1573" y="5541"/>
                        <a:pt x="1622" y="5547"/>
                        <a:pt x="1671" y="5547"/>
                      </a:cubicBezTo>
                      <a:cubicBezTo>
                        <a:pt x="1864" y="5547"/>
                        <a:pt x="2055" y="5455"/>
                        <a:pt x="2221" y="5362"/>
                      </a:cubicBezTo>
                      <a:cubicBezTo>
                        <a:pt x="2453" y="5230"/>
                        <a:pt x="2693" y="5097"/>
                        <a:pt x="2917" y="4948"/>
                      </a:cubicBezTo>
                      <a:cubicBezTo>
                        <a:pt x="3356" y="4641"/>
                        <a:pt x="3753" y="4268"/>
                        <a:pt x="3961" y="3763"/>
                      </a:cubicBezTo>
                      <a:cubicBezTo>
                        <a:pt x="4052" y="3548"/>
                        <a:pt x="4093" y="3307"/>
                        <a:pt x="4068" y="3075"/>
                      </a:cubicBezTo>
                      <a:cubicBezTo>
                        <a:pt x="4052" y="2860"/>
                        <a:pt x="3977" y="2603"/>
                        <a:pt x="3811" y="2454"/>
                      </a:cubicBezTo>
                      <a:cubicBezTo>
                        <a:pt x="3803" y="2446"/>
                        <a:pt x="3787" y="2437"/>
                        <a:pt x="3778" y="2429"/>
                      </a:cubicBezTo>
                      <a:cubicBezTo>
                        <a:pt x="3770" y="2412"/>
                        <a:pt x="3770" y="2396"/>
                        <a:pt x="3762" y="2379"/>
                      </a:cubicBezTo>
                      <a:cubicBezTo>
                        <a:pt x="3621" y="1824"/>
                        <a:pt x="3331" y="1311"/>
                        <a:pt x="2933" y="905"/>
                      </a:cubicBezTo>
                      <a:cubicBezTo>
                        <a:pt x="2560" y="523"/>
                        <a:pt x="2080" y="200"/>
                        <a:pt x="1558" y="59"/>
                      </a:cubicBezTo>
                      <a:cubicBezTo>
                        <a:pt x="1422" y="22"/>
                        <a:pt x="1274" y="0"/>
                        <a:pt x="11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7" name="Google Shape;1587;p1"/>
                <p:cNvSpPr/>
                <p:nvPr/>
              </p:nvSpPr>
              <p:spPr>
                <a:xfrm>
                  <a:off x="824925" y="2567300"/>
                  <a:ext cx="71300" cy="155600"/>
                </a:xfrm>
                <a:custGeom>
                  <a:rect b="b" l="l" r="r" t="t"/>
                  <a:pathLst>
                    <a:path extrusionOk="0" h="6224" w="2852">
                      <a:moveTo>
                        <a:pt x="2150" y="1"/>
                      </a:moveTo>
                      <a:cubicBezTo>
                        <a:pt x="2140" y="1"/>
                        <a:pt x="2130" y="6"/>
                        <a:pt x="2122" y="17"/>
                      </a:cubicBezTo>
                      <a:cubicBezTo>
                        <a:pt x="2105" y="25"/>
                        <a:pt x="2097" y="41"/>
                        <a:pt x="2089" y="50"/>
                      </a:cubicBezTo>
                      <a:cubicBezTo>
                        <a:pt x="2047" y="66"/>
                        <a:pt x="2006" y="83"/>
                        <a:pt x="1973" y="124"/>
                      </a:cubicBezTo>
                      <a:cubicBezTo>
                        <a:pt x="1931" y="157"/>
                        <a:pt x="1906" y="215"/>
                        <a:pt x="1906" y="265"/>
                      </a:cubicBezTo>
                      <a:cubicBezTo>
                        <a:pt x="1650" y="588"/>
                        <a:pt x="1434" y="945"/>
                        <a:pt x="1244" y="1301"/>
                      </a:cubicBezTo>
                      <a:cubicBezTo>
                        <a:pt x="987" y="1765"/>
                        <a:pt x="763" y="2237"/>
                        <a:pt x="581" y="2726"/>
                      </a:cubicBezTo>
                      <a:cubicBezTo>
                        <a:pt x="390" y="3223"/>
                        <a:pt x="241" y="3720"/>
                        <a:pt x="117" y="4234"/>
                      </a:cubicBezTo>
                      <a:cubicBezTo>
                        <a:pt x="59" y="4491"/>
                        <a:pt x="1" y="4756"/>
                        <a:pt x="42" y="5013"/>
                      </a:cubicBezTo>
                      <a:cubicBezTo>
                        <a:pt x="75" y="5270"/>
                        <a:pt x="233" y="5460"/>
                        <a:pt x="432" y="5609"/>
                      </a:cubicBezTo>
                      <a:cubicBezTo>
                        <a:pt x="630" y="5758"/>
                        <a:pt x="846" y="5891"/>
                        <a:pt x="1070" y="6007"/>
                      </a:cubicBezTo>
                      <a:cubicBezTo>
                        <a:pt x="1302" y="6123"/>
                        <a:pt x="1550" y="6214"/>
                        <a:pt x="1807" y="6222"/>
                      </a:cubicBezTo>
                      <a:cubicBezTo>
                        <a:pt x="1821" y="6223"/>
                        <a:pt x="1835" y="6223"/>
                        <a:pt x="1849" y="6223"/>
                      </a:cubicBezTo>
                      <a:cubicBezTo>
                        <a:pt x="2244" y="6223"/>
                        <a:pt x="2673" y="6001"/>
                        <a:pt x="2785" y="5601"/>
                      </a:cubicBezTo>
                      <a:cubicBezTo>
                        <a:pt x="2851" y="5328"/>
                        <a:pt x="2760" y="5062"/>
                        <a:pt x="2652" y="4822"/>
                      </a:cubicBezTo>
                      <a:cubicBezTo>
                        <a:pt x="2536" y="4574"/>
                        <a:pt x="2428" y="4342"/>
                        <a:pt x="2337" y="4085"/>
                      </a:cubicBezTo>
                      <a:cubicBezTo>
                        <a:pt x="2163" y="3588"/>
                        <a:pt x="2072" y="3057"/>
                        <a:pt x="2097" y="2527"/>
                      </a:cubicBezTo>
                      <a:cubicBezTo>
                        <a:pt x="2114" y="2262"/>
                        <a:pt x="2163" y="2005"/>
                        <a:pt x="2246" y="1748"/>
                      </a:cubicBezTo>
                      <a:cubicBezTo>
                        <a:pt x="2329" y="1491"/>
                        <a:pt x="2428" y="1235"/>
                        <a:pt x="2495" y="969"/>
                      </a:cubicBezTo>
                      <a:cubicBezTo>
                        <a:pt x="2553" y="737"/>
                        <a:pt x="2611" y="456"/>
                        <a:pt x="2495" y="232"/>
                      </a:cubicBezTo>
                      <a:cubicBezTo>
                        <a:pt x="2437" y="124"/>
                        <a:pt x="2321" y="50"/>
                        <a:pt x="2196" y="41"/>
                      </a:cubicBezTo>
                      <a:cubicBezTo>
                        <a:pt x="2191" y="19"/>
                        <a:pt x="2171" y="1"/>
                        <a:pt x="21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8" name="Google Shape;1588;p1"/>
                <p:cNvSpPr/>
                <p:nvPr/>
              </p:nvSpPr>
              <p:spPr>
                <a:xfrm>
                  <a:off x="299850" y="3152750"/>
                  <a:ext cx="98200" cy="91275"/>
                </a:xfrm>
                <a:custGeom>
                  <a:rect b="b" l="l" r="r" t="t"/>
                  <a:pathLst>
                    <a:path extrusionOk="0" h="3651" w="3928">
                      <a:moveTo>
                        <a:pt x="2751" y="0"/>
                      </a:moveTo>
                      <a:cubicBezTo>
                        <a:pt x="2730" y="0"/>
                        <a:pt x="2710" y="5"/>
                        <a:pt x="2693" y="13"/>
                      </a:cubicBezTo>
                      <a:cubicBezTo>
                        <a:pt x="2544" y="88"/>
                        <a:pt x="2428" y="196"/>
                        <a:pt x="2303" y="312"/>
                      </a:cubicBezTo>
                      <a:cubicBezTo>
                        <a:pt x="2297" y="310"/>
                        <a:pt x="2290" y="310"/>
                        <a:pt x="2283" y="310"/>
                      </a:cubicBezTo>
                      <a:cubicBezTo>
                        <a:pt x="2249" y="310"/>
                        <a:pt x="2217" y="328"/>
                        <a:pt x="2196" y="370"/>
                      </a:cubicBezTo>
                      <a:cubicBezTo>
                        <a:pt x="2187" y="386"/>
                        <a:pt x="2179" y="403"/>
                        <a:pt x="2171" y="428"/>
                      </a:cubicBezTo>
                      <a:cubicBezTo>
                        <a:pt x="2146" y="444"/>
                        <a:pt x="2121" y="461"/>
                        <a:pt x="2096" y="477"/>
                      </a:cubicBezTo>
                      <a:cubicBezTo>
                        <a:pt x="2073" y="431"/>
                        <a:pt x="2029" y="409"/>
                        <a:pt x="1985" y="409"/>
                      </a:cubicBezTo>
                      <a:cubicBezTo>
                        <a:pt x="1934" y="409"/>
                        <a:pt x="1882" y="440"/>
                        <a:pt x="1864" y="502"/>
                      </a:cubicBezTo>
                      <a:cubicBezTo>
                        <a:pt x="1856" y="527"/>
                        <a:pt x="1848" y="560"/>
                        <a:pt x="1839" y="585"/>
                      </a:cubicBezTo>
                      <a:cubicBezTo>
                        <a:pt x="1831" y="593"/>
                        <a:pt x="1823" y="593"/>
                        <a:pt x="1815" y="593"/>
                      </a:cubicBezTo>
                      <a:cubicBezTo>
                        <a:pt x="1790" y="544"/>
                        <a:pt x="1765" y="494"/>
                        <a:pt x="1748" y="436"/>
                      </a:cubicBezTo>
                      <a:cubicBezTo>
                        <a:pt x="1731" y="380"/>
                        <a:pt x="1674" y="349"/>
                        <a:pt x="1619" y="349"/>
                      </a:cubicBezTo>
                      <a:cubicBezTo>
                        <a:pt x="1569" y="349"/>
                        <a:pt x="1520" y="376"/>
                        <a:pt x="1508" y="436"/>
                      </a:cubicBezTo>
                      <a:cubicBezTo>
                        <a:pt x="1508" y="444"/>
                        <a:pt x="1500" y="461"/>
                        <a:pt x="1500" y="469"/>
                      </a:cubicBezTo>
                      <a:cubicBezTo>
                        <a:pt x="1500" y="469"/>
                        <a:pt x="1500" y="469"/>
                        <a:pt x="1500" y="461"/>
                      </a:cubicBezTo>
                      <a:cubicBezTo>
                        <a:pt x="1479" y="424"/>
                        <a:pt x="1444" y="407"/>
                        <a:pt x="1408" y="407"/>
                      </a:cubicBezTo>
                      <a:cubicBezTo>
                        <a:pt x="1371" y="407"/>
                        <a:pt x="1334" y="424"/>
                        <a:pt x="1309" y="453"/>
                      </a:cubicBezTo>
                      <a:cubicBezTo>
                        <a:pt x="1288" y="438"/>
                        <a:pt x="1264" y="431"/>
                        <a:pt x="1239" y="431"/>
                      </a:cubicBezTo>
                      <a:cubicBezTo>
                        <a:pt x="1166" y="431"/>
                        <a:pt x="1094" y="490"/>
                        <a:pt x="1119" y="577"/>
                      </a:cubicBezTo>
                      <a:cubicBezTo>
                        <a:pt x="1127" y="602"/>
                        <a:pt x="1135" y="627"/>
                        <a:pt x="1135" y="651"/>
                      </a:cubicBezTo>
                      <a:cubicBezTo>
                        <a:pt x="1119" y="660"/>
                        <a:pt x="1102" y="660"/>
                        <a:pt x="1085" y="660"/>
                      </a:cubicBezTo>
                      <a:cubicBezTo>
                        <a:pt x="1069" y="660"/>
                        <a:pt x="1052" y="660"/>
                        <a:pt x="1036" y="651"/>
                      </a:cubicBezTo>
                      <a:cubicBezTo>
                        <a:pt x="986" y="593"/>
                        <a:pt x="953" y="527"/>
                        <a:pt x="920" y="461"/>
                      </a:cubicBezTo>
                      <a:cubicBezTo>
                        <a:pt x="920" y="461"/>
                        <a:pt x="920" y="453"/>
                        <a:pt x="920" y="453"/>
                      </a:cubicBezTo>
                      <a:cubicBezTo>
                        <a:pt x="908" y="405"/>
                        <a:pt x="857" y="370"/>
                        <a:pt x="808" y="370"/>
                      </a:cubicBezTo>
                      <a:cubicBezTo>
                        <a:pt x="789" y="370"/>
                        <a:pt x="770" y="375"/>
                        <a:pt x="754" y="386"/>
                      </a:cubicBezTo>
                      <a:cubicBezTo>
                        <a:pt x="696" y="419"/>
                        <a:pt x="646" y="444"/>
                        <a:pt x="580" y="461"/>
                      </a:cubicBezTo>
                      <a:cubicBezTo>
                        <a:pt x="572" y="436"/>
                        <a:pt x="555" y="411"/>
                        <a:pt x="539" y="386"/>
                      </a:cubicBezTo>
                      <a:cubicBezTo>
                        <a:pt x="518" y="345"/>
                        <a:pt x="477" y="326"/>
                        <a:pt x="438" y="326"/>
                      </a:cubicBezTo>
                      <a:cubicBezTo>
                        <a:pt x="415" y="326"/>
                        <a:pt x="391" y="332"/>
                        <a:pt x="373" y="345"/>
                      </a:cubicBezTo>
                      <a:cubicBezTo>
                        <a:pt x="365" y="320"/>
                        <a:pt x="356" y="287"/>
                        <a:pt x="356" y="262"/>
                      </a:cubicBezTo>
                      <a:cubicBezTo>
                        <a:pt x="352" y="182"/>
                        <a:pt x="288" y="141"/>
                        <a:pt x="227" y="141"/>
                      </a:cubicBezTo>
                      <a:cubicBezTo>
                        <a:pt x="166" y="141"/>
                        <a:pt x="108" y="180"/>
                        <a:pt x="108" y="262"/>
                      </a:cubicBezTo>
                      <a:lnTo>
                        <a:pt x="108" y="295"/>
                      </a:lnTo>
                      <a:cubicBezTo>
                        <a:pt x="58" y="320"/>
                        <a:pt x="17" y="370"/>
                        <a:pt x="33" y="444"/>
                      </a:cubicBezTo>
                      <a:lnTo>
                        <a:pt x="33" y="453"/>
                      </a:lnTo>
                      <a:cubicBezTo>
                        <a:pt x="8" y="477"/>
                        <a:pt x="0" y="511"/>
                        <a:pt x="33" y="544"/>
                      </a:cubicBezTo>
                      <a:lnTo>
                        <a:pt x="50" y="552"/>
                      </a:lnTo>
                      <a:cubicBezTo>
                        <a:pt x="108" y="883"/>
                        <a:pt x="141" y="1215"/>
                        <a:pt x="141" y="1554"/>
                      </a:cubicBezTo>
                      <a:cubicBezTo>
                        <a:pt x="141" y="1894"/>
                        <a:pt x="75" y="2226"/>
                        <a:pt x="58" y="2565"/>
                      </a:cubicBezTo>
                      <a:cubicBezTo>
                        <a:pt x="50" y="2830"/>
                        <a:pt x="83" y="3129"/>
                        <a:pt x="298" y="3311"/>
                      </a:cubicBezTo>
                      <a:cubicBezTo>
                        <a:pt x="423" y="3419"/>
                        <a:pt x="572" y="3468"/>
                        <a:pt x="729" y="3502"/>
                      </a:cubicBezTo>
                      <a:cubicBezTo>
                        <a:pt x="911" y="3535"/>
                        <a:pt x="1094" y="3560"/>
                        <a:pt x="1276" y="3584"/>
                      </a:cubicBezTo>
                      <a:cubicBezTo>
                        <a:pt x="1657" y="3634"/>
                        <a:pt x="2038" y="3651"/>
                        <a:pt x="2411" y="3651"/>
                      </a:cubicBezTo>
                      <a:cubicBezTo>
                        <a:pt x="2759" y="3642"/>
                        <a:pt x="3124" y="3642"/>
                        <a:pt x="3439" y="3493"/>
                      </a:cubicBezTo>
                      <a:cubicBezTo>
                        <a:pt x="3712" y="3361"/>
                        <a:pt x="3927" y="3096"/>
                        <a:pt x="3919" y="2789"/>
                      </a:cubicBezTo>
                      <a:cubicBezTo>
                        <a:pt x="3911" y="2458"/>
                        <a:pt x="3679" y="2201"/>
                        <a:pt x="3455" y="1985"/>
                      </a:cubicBezTo>
                      <a:cubicBezTo>
                        <a:pt x="3323" y="1869"/>
                        <a:pt x="3190" y="1753"/>
                        <a:pt x="3099" y="1604"/>
                      </a:cubicBezTo>
                      <a:cubicBezTo>
                        <a:pt x="3008" y="1455"/>
                        <a:pt x="2975" y="1289"/>
                        <a:pt x="2975" y="1115"/>
                      </a:cubicBezTo>
                      <a:cubicBezTo>
                        <a:pt x="2966" y="1032"/>
                        <a:pt x="2966" y="950"/>
                        <a:pt x="2966" y="858"/>
                      </a:cubicBezTo>
                      <a:cubicBezTo>
                        <a:pt x="2999" y="842"/>
                        <a:pt x="3016" y="809"/>
                        <a:pt x="3008" y="767"/>
                      </a:cubicBezTo>
                      <a:cubicBezTo>
                        <a:pt x="2991" y="593"/>
                        <a:pt x="2966" y="428"/>
                        <a:pt x="2941" y="254"/>
                      </a:cubicBezTo>
                      <a:cubicBezTo>
                        <a:pt x="2941" y="245"/>
                        <a:pt x="2941" y="229"/>
                        <a:pt x="2941" y="221"/>
                      </a:cubicBezTo>
                      <a:cubicBezTo>
                        <a:pt x="2933" y="179"/>
                        <a:pt x="2908" y="146"/>
                        <a:pt x="2883" y="138"/>
                      </a:cubicBezTo>
                      <a:cubicBezTo>
                        <a:pt x="2867" y="105"/>
                        <a:pt x="2859" y="80"/>
                        <a:pt x="2850" y="55"/>
                      </a:cubicBezTo>
                      <a:cubicBezTo>
                        <a:pt x="2829" y="17"/>
                        <a:pt x="2789" y="0"/>
                        <a:pt x="27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9" name="Google Shape;1589;p1"/>
                <p:cNvSpPr/>
                <p:nvPr/>
              </p:nvSpPr>
              <p:spPr>
                <a:xfrm>
                  <a:off x="533900" y="3199550"/>
                  <a:ext cx="141925" cy="115475"/>
                </a:xfrm>
                <a:custGeom>
                  <a:rect b="b" l="l" r="r" t="t"/>
                  <a:pathLst>
                    <a:path extrusionOk="0" h="4619" w="5677">
                      <a:moveTo>
                        <a:pt x="134" y="1"/>
                      </a:moveTo>
                      <a:cubicBezTo>
                        <a:pt x="89" y="1"/>
                        <a:pt x="40" y="41"/>
                        <a:pt x="50" y="97"/>
                      </a:cubicBezTo>
                      <a:cubicBezTo>
                        <a:pt x="59" y="130"/>
                        <a:pt x="59" y="163"/>
                        <a:pt x="67" y="196"/>
                      </a:cubicBezTo>
                      <a:cubicBezTo>
                        <a:pt x="67" y="204"/>
                        <a:pt x="67" y="213"/>
                        <a:pt x="67" y="221"/>
                      </a:cubicBezTo>
                      <a:cubicBezTo>
                        <a:pt x="1" y="685"/>
                        <a:pt x="1" y="1149"/>
                        <a:pt x="59" y="1613"/>
                      </a:cubicBezTo>
                      <a:cubicBezTo>
                        <a:pt x="59" y="1828"/>
                        <a:pt x="67" y="2044"/>
                        <a:pt x="67" y="2259"/>
                      </a:cubicBezTo>
                      <a:cubicBezTo>
                        <a:pt x="67" y="2349"/>
                        <a:pt x="128" y="2385"/>
                        <a:pt x="194" y="2385"/>
                      </a:cubicBezTo>
                      <a:cubicBezTo>
                        <a:pt x="202" y="2385"/>
                        <a:pt x="209" y="2384"/>
                        <a:pt x="216" y="2384"/>
                      </a:cubicBezTo>
                      <a:cubicBezTo>
                        <a:pt x="266" y="2558"/>
                        <a:pt x="316" y="2740"/>
                        <a:pt x="390" y="2906"/>
                      </a:cubicBezTo>
                      <a:cubicBezTo>
                        <a:pt x="473" y="3129"/>
                        <a:pt x="564" y="3336"/>
                        <a:pt x="672" y="3544"/>
                      </a:cubicBezTo>
                      <a:cubicBezTo>
                        <a:pt x="780" y="3742"/>
                        <a:pt x="887" y="3941"/>
                        <a:pt x="1028" y="4107"/>
                      </a:cubicBezTo>
                      <a:cubicBezTo>
                        <a:pt x="1194" y="4297"/>
                        <a:pt x="1409" y="4364"/>
                        <a:pt x="1649" y="4422"/>
                      </a:cubicBezTo>
                      <a:cubicBezTo>
                        <a:pt x="1898" y="4471"/>
                        <a:pt x="2138" y="4513"/>
                        <a:pt x="2387" y="4538"/>
                      </a:cubicBezTo>
                      <a:cubicBezTo>
                        <a:pt x="2594" y="4563"/>
                        <a:pt x="2809" y="4571"/>
                        <a:pt x="3017" y="4571"/>
                      </a:cubicBezTo>
                      <a:cubicBezTo>
                        <a:pt x="3041" y="4579"/>
                        <a:pt x="3066" y="4579"/>
                        <a:pt x="3091" y="4579"/>
                      </a:cubicBezTo>
                      <a:cubicBezTo>
                        <a:pt x="3233" y="4602"/>
                        <a:pt x="3378" y="4619"/>
                        <a:pt x="3521" y="4619"/>
                      </a:cubicBezTo>
                      <a:cubicBezTo>
                        <a:pt x="3737" y="4619"/>
                        <a:pt x="3949" y="4581"/>
                        <a:pt x="4143" y="4471"/>
                      </a:cubicBezTo>
                      <a:cubicBezTo>
                        <a:pt x="4201" y="4438"/>
                        <a:pt x="4210" y="4389"/>
                        <a:pt x="4193" y="4339"/>
                      </a:cubicBezTo>
                      <a:lnTo>
                        <a:pt x="4268" y="4339"/>
                      </a:lnTo>
                      <a:cubicBezTo>
                        <a:pt x="4657" y="4322"/>
                        <a:pt x="5138" y="4389"/>
                        <a:pt x="5428" y="4057"/>
                      </a:cubicBezTo>
                      <a:cubicBezTo>
                        <a:pt x="5676" y="3767"/>
                        <a:pt x="5676" y="3320"/>
                        <a:pt x="5419" y="3038"/>
                      </a:cubicBezTo>
                      <a:lnTo>
                        <a:pt x="5411" y="3038"/>
                      </a:lnTo>
                      <a:cubicBezTo>
                        <a:pt x="5154" y="2756"/>
                        <a:pt x="4682" y="2707"/>
                        <a:pt x="4549" y="2309"/>
                      </a:cubicBezTo>
                      <a:cubicBezTo>
                        <a:pt x="4475" y="2085"/>
                        <a:pt x="4533" y="1886"/>
                        <a:pt x="4641" y="1688"/>
                      </a:cubicBezTo>
                      <a:cubicBezTo>
                        <a:pt x="4748" y="1480"/>
                        <a:pt x="4856" y="1257"/>
                        <a:pt x="4748" y="1025"/>
                      </a:cubicBezTo>
                      <a:cubicBezTo>
                        <a:pt x="4737" y="990"/>
                        <a:pt x="4694" y="972"/>
                        <a:pt x="4655" y="972"/>
                      </a:cubicBezTo>
                      <a:cubicBezTo>
                        <a:pt x="4637" y="972"/>
                        <a:pt x="4620" y="976"/>
                        <a:pt x="4607" y="983"/>
                      </a:cubicBezTo>
                      <a:cubicBezTo>
                        <a:pt x="4574" y="1016"/>
                        <a:pt x="4541" y="1041"/>
                        <a:pt x="4508" y="1074"/>
                      </a:cubicBezTo>
                      <a:cubicBezTo>
                        <a:pt x="4500" y="1074"/>
                        <a:pt x="4483" y="1074"/>
                        <a:pt x="4467" y="1083"/>
                      </a:cubicBezTo>
                      <a:cubicBezTo>
                        <a:pt x="4367" y="1108"/>
                        <a:pt x="4334" y="1207"/>
                        <a:pt x="4293" y="1282"/>
                      </a:cubicBezTo>
                      <a:cubicBezTo>
                        <a:pt x="4268" y="1331"/>
                        <a:pt x="4243" y="1381"/>
                        <a:pt x="4218" y="1431"/>
                      </a:cubicBezTo>
                      <a:cubicBezTo>
                        <a:pt x="4218" y="1422"/>
                        <a:pt x="4218" y="1414"/>
                        <a:pt x="4218" y="1406"/>
                      </a:cubicBezTo>
                      <a:cubicBezTo>
                        <a:pt x="4223" y="1335"/>
                        <a:pt x="4167" y="1295"/>
                        <a:pt x="4109" y="1295"/>
                      </a:cubicBezTo>
                      <a:cubicBezTo>
                        <a:pt x="4072" y="1295"/>
                        <a:pt x="4034" y="1312"/>
                        <a:pt x="4011" y="1348"/>
                      </a:cubicBezTo>
                      <a:cubicBezTo>
                        <a:pt x="3978" y="1406"/>
                        <a:pt x="3945" y="1464"/>
                        <a:pt x="3903" y="1514"/>
                      </a:cubicBezTo>
                      <a:cubicBezTo>
                        <a:pt x="3887" y="1538"/>
                        <a:pt x="3870" y="1555"/>
                        <a:pt x="3845" y="1580"/>
                      </a:cubicBezTo>
                      <a:cubicBezTo>
                        <a:pt x="3837" y="1588"/>
                        <a:pt x="3812" y="1613"/>
                        <a:pt x="3795" y="1630"/>
                      </a:cubicBezTo>
                      <a:cubicBezTo>
                        <a:pt x="3787" y="1605"/>
                        <a:pt x="3779" y="1580"/>
                        <a:pt x="3762" y="1555"/>
                      </a:cubicBezTo>
                      <a:cubicBezTo>
                        <a:pt x="3737" y="1489"/>
                        <a:pt x="3713" y="1422"/>
                        <a:pt x="3679" y="1356"/>
                      </a:cubicBezTo>
                      <a:cubicBezTo>
                        <a:pt x="3660" y="1303"/>
                        <a:pt x="3616" y="1273"/>
                        <a:pt x="3570" y="1273"/>
                      </a:cubicBezTo>
                      <a:cubicBezTo>
                        <a:pt x="3538" y="1273"/>
                        <a:pt x="3505" y="1288"/>
                        <a:pt x="3481" y="1323"/>
                      </a:cubicBezTo>
                      <a:cubicBezTo>
                        <a:pt x="3423" y="1398"/>
                        <a:pt x="3373" y="1472"/>
                        <a:pt x="3323" y="1547"/>
                      </a:cubicBezTo>
                      <a:cubicBezTo>
                        <a:pt x="3298" y="1580"/>
                        <a:pt x="3273" y="1621"/>
                        <a:pt x="3240" y="1654"/>
                      </a:cubicBezTo>
                      <a:cubicBezTo>
                        <a:pt x="3240" y="1663"/>
                        <a:pt x="3232" y="1663"/>
                        <a:pt x="3224" y="1671"/>
                      </a:cubicBezTo>
                      <a:cubicBezTo>
                        <a:pt x="3182" y="1621"/>
                        <a:pt x="3157" y="1555"/>
                        <a:pt x="3124" y="1497"/>
                      </a:cubicBezTo>
                      <a:cubicBezTo>
                        <a:pt x="3083" y="1422"/>
                        <a:pt x="3041" y="1348"/>
                        <a:pt x="3000" y="1273"/>
                      </a:cubicBezTo>
                      <a:cubicBezTo>
                        <a:pt x="2976" y="1235"/>
                        <a:pt x="2936" y="1216"/>
                        <a:pt x="2897" y="1216"/>
                      </a:cubicBezTo>
                      <a:cubicBezTo>
                        <a:pt x="2868" y="1216"/>
                        <a:pt x="2839" y="1227"/>
                        <a:pt x="2818" y="1248"/>
                      </a:cubicBezTo>
                      <a:cubicBezTo>
                        <a:pt x="2760" y="1306"/>
                        <a:pt x="2718" y="1364"/>
                        <a:pt x="2669" y="1431"/>
                      </a:cubicBezTo>
                      <a:cubicBezTo>
                        <a:pt x="2644" y="1315"/>
                        <a:pt x="2619" y="1207"/>
                        <a:pt x="2602" y="1091"/>
                      </a:cubicBezTo>
                      <a:cubicBezTo>
                        <a:pt x="2587" y="1039"/>
                        <a:pt x="2532" y="1007"/>
                        <a:pt x="2479" y="1007"/>
                      </a:cubicBezTo>
                      <a:cubicBezTo>
                        <a:pt x="2473" y="1007"/>
                        <a:pt x="2467" y="1007"/>
                        <a:pt x="2461" y="1008"/>
                      </a:cubicBezTo>
                      <a:cubicBezTo>
                        <a:pt x="2403" y="1016"/>
                        <a:pt x="2370" y="1058"/>
                        <a:pt x="2362" y="1124"/>
                      </a:cubicBezTo>
                      <a:cubicBezTo>
                        <a:pt x="2352" y="1206"/>
                        <a:pt x="2270" y="1235"/>
                        <a:pt x="2185" y="1235"/>
                      </a:cubicBezTo>
                      <a:cubicBezTo>
                        <a:pt x="2124" y="1235"/>
                        <a:pt x="2061" y="1220"/>
                        <a:pt x="2022" y="1199"/>
                      </a:cubicBezTo>
                      <a:cubicBezTo>
                        <a:pt x="1840" y="1108"/>
                        <a:pt x="1716" y="934"/>
                        <a:pt x="1558" y="818"/>
                      </a:cubicBezTo>
                      <a:cubicBezTo>
                        <a:pt x="1475" y="760"/>
                        <a:pt x="1376" y="710"/>
                        <a:pt x="1285" y="693"/>
                      </a:cubicBezTo>
                      <a:cubicBezTo>
                        <a:pt x="1255" y="689"/>
                        <a:pt x="1227" y="687"/>
                        <a:pt x="1199" y="687"/>
                      </a:cubicBezTo>
                      <a:cubicBezTo>
                        <a:pt x="1121" y="687"/>
                        <a:pt x="1052" y="704"/>
                        <a:pt x="978" y="735"/>
                      </a:cubicBezTo>
                      <a:cubicBezTo>
                        <a:pt x="951" y="742"/>
                        <a:pt x="934" y="748"/>
                        <a:pt x="918" y="748"/>
                      </a:cubicBezTo>
                      <a:cubicBezTo>
                        <a:pt x="900" y="748"/>
                        <a:pt x="885" y="740"/>
                        <a:pt x="862" y="718"/>
                      </a:cubicBezTo>
                      <a:cubicBezTo>
                        <a:pt x="829" y="677"/>
                        <a:pt x="796" y="627"/>
                        <a:pt x="763" y="586"/>
                      </a:cubicBezTo>
                      <a:cubicBezTo>
                        <a:pt x="680" y="486"/>
                        <a:pt x="597" y="387"/>
                        <a:pt x="523" y="287"/>
                      </a:cubicBezTo>
                      <a:cubicBezTo>
                        <a:pt x="506" y="267"/>
                        <a:pt x="479" y="258"/>
                        <a:pt x="452" y="258"/>
                      </a:cubicBezTo>
                      <a:cubicBezTo>
                        <a:pt x="411" y="258"/>
                        <a:pt x="368" y="278"/>
                        <a:pt x="349" y="312"/>
                      </a:cubicBezTo>
                      <a:lnTo>
                        <a:pt x="340" y="345"/>
                      </a:lnTo>
                      <a:cubicBezTo>
                        <a:pt x="332" y="337"/>
                        <a:pt x="324" y="329"/>
                        <a:pt x="316" y="320"/>
                      </a:cubicBezTo>
                      <a:lnTo>
                        <a:pt x="316" y="221"/>
                      </a:lnTo>
                      <a:cubicBezTo>
                        <a:pt x="316" y="163"/>
                        <a:pt x="266" y="105"/>
                        <a:pt x="208" y="97"/>
                      </a:cubicBezTo>
                      <a:cubicBezTo>
                        <a:pt x="200" y="88"/>
                        <a:pt x="200" y="72"/>
                        <a:pt x="200" y="55"/>
                      </a:cubicBezTo>
                      <a:cubicBezTo>
                        <a:pt x="190" y="17"/>
                        <a:pt x="163" y="1"/>
                        <a:pt x="13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0" name="Google Shape;1590;p1"/>
                <p:cNvSpPr/>
                <p:nvPr/>
              </p:nvSpPr>
              <p:spPr>
                <a:xfrm>
                  <a:off x="728575" y="3174350"/>
                  <a:ext cx="114825" cy="119025"/>
                </a:xfrm>
                <a:custGeom>
                  <a:rect b="b" l="l" r="r" t="t"/>
                  <a:pathLst>
                    <a:path extrusionOk="0" h="4761" w="4593">
                      <a:moveTo>
                        <a:pt x="3993" y="1"/>
                      </a:moveTo>
                      <a:cubicBezTo>
                        <a:pt x="3975" y="1"/>
                        <a:pt x="3958" y="7"/>
                        <a:pt x="3946" y="19"/>
                      </a:cubicBezTo>
                      <a:cubicBezTo>
                        <a:pt x="3847" y="102"/>
                        <a:pt x="3871" y="276"/>
                        <a:pt x="3863" y="392"/>
                      </a:cubicBezTo>
                      <a:cubicBezTo>
                        <a:pt x="3847" y="508"/>
                        <a:pt x="3830" y="632"/>
                        <a:pt x="3813" y="748"/>
                      </a:cubicBezTo>
                      <a:cubicBezTo>
                        <a:pt x="3722" y="831"/>
                        <a:pt x="3648" y="931"/>
                        <a:pt x="3573" y="1030"/>
                      </a:cubicBezTo>
                      <a:cubicBezTo>
                        <a:pt x="3573" y="980"/>
                        <a:pt x="3573" y="922"/>
                        <a:pt x="3548" y="873"/>
                      </a:cubicBezTo>
                      <a:cubicBezTo>
                        <a:pt x="3544" y="856"/>
                        <a:pt x="3532" y="848"/>
                        <a:pt x="3519" y="848"/>
                      </a:cubicBezTo>
                      <a:cubicBezTo>
                        <a:pt x="3507" y="848"/>
                        <a:pt x="3494" y="856"/>
                        <a:pt x="3490" y="873"/>
                      </a:cubicBezTo>
                      <a:cubicBezTo>
                        <a:pt x="3474" y="922"/>
                        <a:pt x="3482" y="980"/>
                        <a:pt x="3474" y="1030"/>
                      </a:cubicBezTo>
                      <a:cubicBezTo>
                        <a:pt x="3457" y="1088"/>
                        <a:pt x="3457" y="1146"/>
                        <a:pt x="3457" y="1204"/>
                      </a:cubicBezTo>
                      <a:cubicBezTo>
                        <a:pt x="3457" y="1212"/>
                        <a:pt x="3449" y="1221"/>
                        <a:pt x="3449" y="1237"/>
                      </a:cubicBezTo>
                      <a:cubicBezTo>
                        <a:pt x="3432" y="1270"/>
                        <a:pt x="3407" y="1312"/>
                        <a:pt x="3383" y="1345"/>
                      </a:cubicBezTo>
                      <a:cubicBezTo>
                        <a:pt x="3308" y="1469"/>
                        <a:pt x="3225" y="1594"/>
                        <a:pt x="3117" y="1693"/>
                      </a:cubicBezTo>
                      <a:cubicBezTo>
                        <a:pt x="3010" y="1792"/>
                        <a:pt x="2877" y="1875"/>
                        <a:pt x="2736" y="1942"/>
                      </a:cubicBezTo>
                      <a:cubicBezTo>
                        <a:pt x="2455" y="2066"/>
                        <a:pt x="2140" y="2132"/>
                        <a:pt x="1833" y="2174"/>
                      </a:cubicBezTo>
                      <a:cubicBezTo>
                        <a:pt x="1747" y="2183"/>
                        <a:pt x="1658" y="2189"/>
                        <a:pt x="1568" y="2189"/>
                      </a:cubicBezTo>
                      <a:cubicBezTo>
                        <a:pt x="1494" y="2189"/>
                        <a:pt x="1419" y="2185"/>
                        <a:pt x="1344" y="2174"/>
                      </a:cubicBezTo>
                      <a:cubicBezTo>
                        <a:pt x="1270" y="2157"/>
                        <a:pt x="1195" y="2132"/>
                        <a:pt x="1129" y="2099"/>
                      </a:cubicBezTo>
                      <a:cubicBezTo>
                        <a:pt x="1054" y="2066"/>
                        <a:pt x="988" y="2008"/>
                        <a:pt x="897" y="2000"/>
                      </a:cubicBezTo>
                      <a:cubicBezTo>
                        <a:pt x="889" y="1999"/>
                        <a:pt x="881" y="1998"/>
                        <a:pt x="874" y="1998"/>
                      </a:cubicBezTo>
                      <a:cubicBezTo>
                        <a:pt x="809" y="1998"/>
                        <a:pt x="750" y="2029"/>
                        <a:pt x="698" y="2066"/>
                      </a:cubicBezTo>
                      <a:cubicBezTo>
                        <a:pt x="653" y="2101"/>
                        <a:pt x="617" y="2124"/>
                        <a:pt x="578" y="2124"/>
                      </a:cubicBezTo>
                      <a:cubicBezTo>
                        <a:pt x="552" y="2124"/>
                        <a:pt x="524" y="2114"/>
                        <a:pt x="491" y="2091"/>
                      </a:cubicBezTo>
                      <a:cubicBezTo>
                        <a:pt x="433" y="2049"/>
                        <a:pt x="383" y="1983"/>
                        <a:pt x="333" y="1925"/>
                      </a:cubicBezTo>
                      <a:cubicBezTo>
                        <a:pt x="317" y="1875"/>
                        <a:pt x="300" y="1826"/>
                        <a:pt x="284" y="1776"/>
                      </a:cubicBezTo>
                      <a:cubicBezTo>
                        <a:pt x="261" y="1717"/>
                        <a:pt x="208" y="1692"/>
                        <a:pt x="157" y="1692"/>
                      </a:cubicBezTo>
                      <a:cubicBezTo>
                        <a:pt x="77" y="1692"/>
                        <a:pt x="0" y="1752"/>
                        <a:pt x="35" y="1842"/>
                      </a:cubicBezTo>
                      <a:cubicBezTo>
                        <a:pt x="159" y="2182"/>
                        <a:pt x="251" y="2530"/>
                        <a:pt x="284" y="2886"/>
                      </a:cubicBezTo>
                      <a:cubicBezTo>
                        <a:pt x="300" y="3060"/>
                        <a:pt x="309" y="3242"/>
                        <a:pt x="300" y="3425"/>
                      </a:cubicBezTo>
                      <a:cubicBezTo>
                        <a:pt x="300" y="3582"/>
                        <a:pt x="267" y="3740"/>
                        <a:pt x="292" y="3897"/>
                      </a:cubicBezTo>
                      <a:cubicBezTo>
                        <a:pt x="325" y="4054"/>
                        <a:pt x="425" y="4162"/>
                        <a:pt x="574" y="4220"/>
                      </a:cubicBezTo>
                      <a:cubicBezTo>
                        <a:pt x="748" y="4278"/>
                        <a:pt x="922" y="4328"/>
                        <a:pt x="1096" y="4378"/>
                      </a:cubicBezTo>
                      <a:cubicBezTo>
                        <a:pt x="1444" y="4477"/>
                        <a:pt x="1808" y="4568"/>
                        <a:pt x="2165" y="4643"/>
                      </a:cubicBezTo>
                      <a:cubicBezTo>
                        <a:pt x="2417" y="4691"/>
                        <a:pt x="2687" y="4761"/>
                        <a:pt x="2952" y="4761"/>
                      </a:cubicBezTo>
                      <a:cubicBezTo>
                        <a:pt x="3052" y="4761"/>
                        <a:pt x="3152" y="4751"/>
                        <a:pt x="3250" y="4726"/>
                      </a:cubicBezTo>
                      <a:cubicBezTo>
                        <a:pt x="3557" y="4659"/>
                        <a:pt x="3871" y="4477"/>
                        <a:pt x="4128" y="4295"/>
                      </a:cubicBezTo>
                      <a:cubicBezTo>
                        <a:pt x="4261" y="4204"/>
                        <a:pt x="4377" y="4096"/>
                        <a:pt x="4451" y="3963"/>
                      </a:cubicBezTo>
                      <a:cubicBezTo>
                        <a:pt x="4526" y="3822"/>
                        <a:pt x="4559" y="3665"/>
                        <a:pt x="4576" y="3508"/>
                      </a:cubicBezTo>
                      <a:cubicBezTo>
                        <a:pt x="4592" y="3350"/>
                        <a:pt x="4592" y="3176"/>
                        <a:pt x="4526" y="3027"/>
                      </a:cubicBezTo>
                      <a:cubicBezTo>
                        <a:pt x="4476" y="2894"/>
                        <a:pt x="4377" y="2795"/>
                        <a:pt x="4277" y="2696"/>
                      </a:cubicBezTo>
                      <a:cubicBezTo>
                        <a:pt x="4161" y="2596"/>
                        <a:pt x="4037" y="2505"/>
                        <a:pt x="3963" y="2364"/>
                      </a:cubicBezTo>
                      <a:cubicBezTo>
                        <a:pt x="3871" y="2215"/>
                        <a:pt x="3871" y="2033"/>
                        <a:pt x="3888" y="1859"/>
                      </a:cubicBezTo>
                      <a:cubicBezTo>
                        <a:pt x="3929" y="1478"/>
                        <a:pt x="4095" y="1113"/>
                        <a:pt x="4037" y="715"/>
                      </a:cubicBezTo>
                      <a:cubicBezTo>
                        <a:pt x="4037" y="707"/>
                        <a:pt x="4037" y="699"/>
                        <a:pt x="4021" y="682"/>
                      </a:cubicBezTo>
                      <a:cubicBezTo>
                        <a:pt x="4045" y="591"/>
                        <a:pt x="4062" y="500"/>
                        <a:pt x="4079" y="400"/>
                      </a:cubicBezTo>
                      <a:cubicBezTo>
                        <a:pt x="4095" y="284"/>
                        <a:pt x="4137" y="110"/>
                        <a:pt x="4045" y="19"/>
                      </a:cubicBezTo>
                      <a:cubicBezTo>
                        <a:pt x="4029" y="7"/>
                        <a:pt x="4010" y="1"/>
                        <a:pt x="3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1" name="Google Shape;1591;p1"/>
                <p:cNvSpPr/>
                <p:nvPr/>
              </p:nvSpPr>
              <p:spPr>
                <a:xfrm>
                  <a:off x="815000" y="3184575"/>
                  <a:ext cx="2700" cy="8075"/>
                </a:xfrm>
                <a:custGeom>
                  <a:rect b="b" l="l" r="r" t="t"/>
                  <a:pathLst>
                    <a:path extrusionOk="0" h="323" w="108">
                      <a:moveTo>
                        <a:pt x="70" y="1"/>
                      </a:moveTo>
                      <a:cubicBezTo>
                        <a:pt x="60" y="1"/>
                        <a:pt x="49" y="5"/>
                        <a:pt x="42" y="16"/>
                      </a:cubicBezTo>
                      <a:cubicBezTo>
                        <a:pt x="42" y="25"/>
                        <a:pt x="33" y="33"/>
                        <a:pt x="33" y="41"/>
                      </a:cubicBezTo>
                      <a:cubicBezTo>
                        <a:pt x="25" y="58"/>
                        <a:pt x="25" y="66"/>
                        <a:pt x="25" y="83"/>
                      </a:cubicBezTo>
                      <a:cubicBezTo>
                        <a:pt x="17" y="107"/>
                        <a:pt x="17" y="124"/>
                        <a:pt x="17" y="149"/>
                      </a:cubicBezTo>
                      <a:cubicBezTo>
                        <a:pt x="8" y="190"/>
                        <a:pt x="8" y="240"/>
                        <a:pt x="0" y="281"/>
                      </a:cubicBezTo>
                      <a:cubicBezTo>
                        <a:pt x="0" y="306"/>
                        <a:pt x="25" y="323"/>
                        <a:pt x="42" y="323"/>
                      </a:cubicBezTo>
                      <a:cubicBezTo>
                        <a:pt x="66" y="323"/>
                        <a:pt x="83" y="306"/>
                        <a:pt x="91" y="281"/>
                      </a:cubicBezTo>
                      <a:cubicBezTo>
                        <a:pt x="91" y="240"/>
                        <a:pt x="91" y="199"/>
                        <a:pt x="100" y="149"/>
                      </a:cubicBezTo>
                      <a:cubicBezTo>
                        <a:pt x="100" y="132"/>
                        <a:pt x="100" y="107"/>
                        <a:pt x="108" y="83"/>
                      </a:cubicBezTo>
                      <a:cubicBezTo>
                        <a:pt x="108" y="74"/>
                        <a:pt x="108" y="66"/>
                        <a:pt x="108" y="49"/>
                      </a:cubicBezTo>
                      <a:cubicBezTo>
                        <a:pt x="100" y="41"/>
                        <a:pt x="100" y="33"/>
                        <a:pt x="100" y="16"/>
                      </a:cubicBezTo>
                      <a:cubicBezTo>
                        <a:pt x="95" y="7"/>
                        <a:pt x="83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2" name="Google Shape;1592;p1"/>
                <p:cNvSpPr/>
                <p:nvPr/>
              </p:nvSpPr>
              <p:spPr>
                <a:xfrm>
                  <a:off x="804625" y="3210750"/>
                  <a:ext cx="2925" cy="12775"/>
                </a:xfrm>
                <a:custGeom>
                  <a:rect b="b" l="l" r="r" t="t"/>
                  <a:pathLst>
                    <a:path extrusionOk="0" h="511" w="117">
                      <a:moveTo>
                        <a:pt x="81" y="1"/>
                      </a:moveTo>
                      <a:cubicBezTo>
                        <a:pt x="70" y="1"/>
                        <a:pt x="58" y="7"/>
                        <a:pt x="51" y="22"/>
                      </a:cubicBezTo>
                      <a:cubicBezTo>
                        <a:pt x="34" y="96"/>
                        <a:pt x="17" y="162"/>
                        <a:pt x="17" y="245"/>
                      </a:cubicBezTo>
                      <a:cubicBezTo>
                        <a:pt x="9" y="320"/>
                        <a:pt x="1" y="394"/>
                        <a:pt x="1" y="469"/>
                      </a:cubicBezTo>
                      <a:cubicBezTo>
                        <a:pt x="1" y="494"/>
                        <a:pt x="17" y="510"/>
                        <a:pt x="42" y="510"/>
                      </a:cubicBezTo>
                      <a:cubicBezTo>
                        <a:pt x="67" y="510"/>
                        <a:pt x="84" y="486"/>
                        <a:pt x="84" y="469"/>
                      </a:cubicBezTo>
                      <a:lnTo>
                        <a:pt x="109" y="245"/>
                      </a:lnTo>
                      <a:cubicBezTo>
                        <a:pt x="117" y="171"/>
                        <a:pt x="117" y="96"/>
                        <a:pt x="109" y="30"/>
                      </a:cubicBezTo>
                      <a:cubicBezTo>
                        <a:pt x="109" y="11"/>
                        <a:pt x="95" y="1"/>
                        <a:pt x="8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3" name="Google Shape;1593;p1"/>
                <p:cNvSpPr/>
                <p:nvPr/>
              </p:nvSpPr>
              <p:spPr>
                <a:xfrm>
                  <a:off x="797800" y="3205250"/>
                  <a:ext cx="1875" cy="7500"/>
                </a:xfrm>
                <a:custGeom>
                  <a:rect b="b" l="l" r="r" t="t"/>
                  <a:pathLst>
                    <a:path extrusionOk="0" h="300" w="75">
                      <a:moveTo>
                        <a:pt x="53" y="1"/>
                      </a:moveTo>
                      <a:cubicBezTo>
                        <a:pt x="47" y="1"/>
                        <a:pt x="42" y="3"/>
                        <a:pt x="42" y="10"/>
                      </a:cubicBezTo>
                      <a:cubicBezTo>
                        <a:pt x="25" y="92"/>
                        <a:pt x="9" y="184"/>
                        <a:pt x="0" y="266"/>
                      </a:cubicBezTo>
                      <a:cubicBezTo>
                        <a:pt x="0" y="283"/>
                        <a:pt x="17" y="300"/>
                        <a:pt x="34" y="300"/>
                      </a:cubicBezTo>
                      <a:cubicBezTo>
                        <a:pt x="50" y="300"/>
                        <a:pt x="58" y="283"/>
                        <a:pt x="58" y="266"/>
                      </a:cubicBezTo>
                      <a:cubicBezTo>
                        <a:pt x="67" y="184"/>
                        <a:pt x="75" y="101"/>
                        <a:pt x="75" y="18"/>
                      </a:cubicBezTo>
                      <a:cubicBezTo>
                        <a:pt x="75" y="8"/>
                        <a:pt x="62" y="1"/>
                        <a:pt x="5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4" name="Google Shape;1594;p1"/>
                <p:cNvSpPr/>
                <p:nvPr/>
              </p:nvSpPr>
              <p:spPr>
                <a:xfrm>
                  <a:off x="551500" y="3203825"/>
                  <a:ext cx="6450" cy="27675"/>
                </a:xfrm>
                <a:custGeom>
                  <a:rect b="b" l="l" r="r" t="t"/>
                  <a:pathLst>
                    <a:path extrusionOk="0" h="1107" w="258">
                      <a:moveTo>
                        <a:pt x="134" y="0"/>
                      </a:moveTo>
                      <a:cubicBezTo>
                        <a:pt x="67" y="0"/>
                        <a:pt x="34" y="50"/>
                        <a:pt x="26" y="116"/>
                      </a:cubicBezTo>
                      <a:cubicBezTo>
                        <a:pt x="1" y="265"/>
                        <a:pt x="26" y="423"/>
                        <a:pt x="34" y="580"/>
                      </a:cubicBezTo>
                      <a:cubicBezTo>
                        <a:pt x="42" y="738"/>
                        <a:pt x="51" y="895"/>
                        <a:pt x="67" y="1044"/>
                      </a:cubicBezTo>
                      <a:cubicBezTo>
                        <a:pt x="71" y="1086"/>
                        <a:pt x="102" y="1106"/>
                        <a:pt x="132" y="1106"/>
                      </a:cubicBezTo>
                      <a:cubicBezTo>
                        <a:pt x="163" y="1106"/>
                        <a:pt x="192" y="1086"/>
                        <a:pt x="192" y="1044"/>
                      </a:cubicBezTo>
                      <a:cubicBezTo>
                        <a:pt x="200" y="895"/>
                        <a:pt x="208" y="738"/>
                        <a:pt x="225" y="580"/>
                      </a:cubicBezTo>
                      <a:cubicBezTo>
                        <a:pt x="233" y="423"/>
                        <a:pt x="258" y="265"/>
                        <a:pt x="250" y="116"/>
                      </a:cubicBezTo>
                      <a:cubicBezTo>
                        <a:pt x="250" y="50"/>
                        <a:pt x="200" y="0"/>
                        <a:pt x="13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5" name="Google Shape;1595;p1"/>
                <p:cNvSpPr/>
                <p:nvPr/>
              </p:nvSpPr>
              <p:spPr>
                <a:xfrm>
                  <a:off x="560625" y="3210925"/>
                  <a:ext cx="3350" cy="11975"/>
                </a:xfrm>
                <a:custGeom>
                  <a:rect b="b" l="l" r="r" t="t"/>
                  <a:pathLst>
                    <a:path extrusionOk="0" h="479" w="134">
                      <a:moveTo>
                        <a:pt x="67" y="0"/>
                      </a:moveTo>
                      <a:cubicBezTo>
                        <a:pt x="59" y="0"/>
                        <a:pt x="50" y="2"/>
                        <a:pt x="42" y="6"/>
                      </a:cubicBezTo>
                      <a:cubicBezTo>
                        <a:pt x="1" y="31"/>
                        <a:pt x="1" y="81"/>
                        <a:pt x="1" y="122"/>
                      </a:cubicBezTo>
                      <a:cubicBezTo>
                        <a:pt x="1" y="155"/>
                        <a:pt x="1" y="189"/>
                        <a:pt x="1" y="213"/>
                      </a:cubicBezTo>
                      <a:cubicBezTo>
                        <a:pt x="1" y="280"/>
                        <a:pt x="1" y="346"/>
                        <a:pt x="1" y="412"/>
                      </a:cubicBezTo>
                      <a:cubicBezTo>
                        <a:pt x="1" y="445"/>
                        <a:pt x="34" y="479"/>
                        <a:pt x="67" y="479"/>
                      </a:cubicBezTo>
                      <a:cubicBezTo>
                        <a:pt x="100" y="470"/>
                        <a:pt x="125" y="445"/>
                        <a:pt x="125" y="412"/>
                      </a:cubicBezTo>
                      <a:cubicBezTo>
                        <a:pt x="125" y="346"/>
                        <a:pt x="125" y="280"/>
                        <a:pt x="125" y="213"/>
                      </a:cubicBezTo>
                      <a:cubicBezTo>
                        <a:pt x="125" y="189"/>
                        <a:pt x="133" y="155"/>
                        <a:pt x="125" y="122"/>
                      </a:cubicBezTo>
                      <a:lnTo>
                        <a:pt x="133" y="122"/>
                      </a:lnTo>
                      <a:cubicBezTo>
                        <a:pt x="133" y="81"/>
                        <a:pt x="133" y="31"/>
                        <a:pt x="92" y="6"/>
                      </a:cubicBezTo>
                      <a:cubicBezTo>
                        <a:pt x="83" y="2"/>
                        <a:pt x="75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6" name="Google Shape;1596;p1"/>
                <p:cNvSpPr/>
                <p:nvPr/>
              </p:nvSpPr>
              <p:spPr>
                <a:xfrm>
                  <a:off x="577400" y="3226175"/>
                  <a:ext cx="3975" cy="14550"/>
                </a:xfrm>
                <a:custGeom>
                  <a:rect b="b" l="l" r="r" t="t"/>
                  <a:pathLst>
                    <a:path extrusionOk="0" h="582" w="159">
                      <a:moveTo>
                        <a:pt x="50" y="0"/>
                      </a:moveTo>
                      <a:cubicBezTo>
                        <a:pt x="36" y="0"/>
                        <a:pt x="22" y="8"/>
                        <a:pt x="17" y="26"/>
                      </a:cubicBezTo>
                      <a:cubicBezTo>
                        <a:pt x="9" y="51"/>
                        <a:pt x="1" y="67"/>
                        <a:pt x="1" y="92"/>
                      </a:cubicBezTo>
                      <a:cubicBezTo>
                        <a:pt x="1" y="109"/>
                        <a:pt x="9" y="134"/>
                        <a:pt x="9" y="150"/>
                      </a:cubicBezTo>
                      <a:cubicBezTo>
                        <a:pt x="9" y="192"/>
                        <a:pt x="9" y="233"/>
                        <a:pt x="17" y="275"/>
                      </a:cubicBezTo>
                      <a:lnTo>
                        <a:pt x="42" y="523"/>
                      </a:lnTo>
                      <a:cubicBezTo>
                        <a:pt x="42" y="548"/>
                        <a:pt x="67" y="581"/>
                        <a:pt x="100" y="581"/>
                      </a:cubicBezTo>
                      <a:cubicBezTo>
                        <a:pt x="125" y="581"/>
                        <a:pt x="158" y="548"/>
                        <a:pt x="150" y="523"/>
                      </a:cubicBezTo>
                      <a:cubicBezTo>
                        <a:pt x="150" y="440"/>
                        <a:pt x="141" y="357"/>
                        <a:pt x="133" y="266"/>
                      </a:cubicBezTo>
                      <a:cubicBezTo>
                        <a:pt x="125" y="225"/>
                        <a:pt x="117" y="183"/>
                        <a:pt x="117" y="142"/>
                      </a:cubicBezTo>
                      <a:cubicBezTo>
                        <a:pt x="117" y="117"/>
                        <a:pt x="108" y="101"/>
                        <a:pt x="108" y="76"/>
                      </a:cubicBezTo>
                      <a:cubicBezTo>
                        <a:pt x="100" y="59"/>
                        <a:pt x="92" y="34"/>
                        <a:pt x="83" y="18"/>
                      </a:cubicBezTo>
                      <a:cubicBezTo>
                        <a:pt x="76" y="6"/>
                        <a:pt x="63" y="0"/>
                        <a:pt x="5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7" name="Google Shape;1597;p1"/>
                <p:cNvSpPr/>
                <p:nvPr/>
              </p:nvSpPr>
              <p:spPr>
                <a:xfrm>
                  <a:off x="621475" y="3220900"/>
                  <a:ext cx="8350" cy="34050"/>
                </a:xfrm>
                <a:custGeom>
                  <a:rect b="b" l="l" r="r" t="t"/>
                  <a:pathLst>
                    <a:path extrusionOk="0" h="1362" w="334">
                      <a:moveTo>
                        <a:pt x="235" y="1"/>
                      </a:moveTo>
                      <a:cubicBezTo>
                        <a:pt x="224" y="1"/>
                        <a:pt x="214" y="5"/>
                        <a:pt x="210" y="13"/>
                      </a:cubicBezTo>
                      <a:cubicBezTo>
                        <a:pt x="152" y="80"/>
                        <a:pt x="152" y="212"/>
                        <a:pt x="143" y="303"/>
                      </a:cubicBezTo>
                      <a:cubicBezTo>
                        <a:pt x="135" y="411"/>
                        <a:pt x="127" y="519"/>
                        <a:pt x="118" y="626"/>
                      </a:cubicBezTo>
                      <a:cubicBezTo>
                        <a:pt x="94" y="842"/>
                        <a:pt x="60" y="1066"/>
                        <a:pt x="11" y="1273"/>
                      </a:cubicBezTo>
                      <a:cubicBezTo>
                        <a:pt x="1" y="1328"/>
                        <a:pt x="39" y="1362"/>
                        <a:pt x="78" y="1362"/>
                      </a:cubicBezTo>
                      <a:cubicBezTo>
                        <a:pt x="104" y="1362"/>
                        <a:pt x="130" y="1347"/>
                        <a:pt x="143" y="1314"/>
                      </a:cubicBezTo>
                      <a:cubicBezTo>
                        <a:pt x="218" y="1090"/>
                        <a:pt x="276" y="875"/>
                        <a:pt x="309" y="651"/>
                      </a:cubicBezTo>
                      <a:cubicBezTo>
                        <a:pt x="317" y="535"/>
                        <a:pt x="334" y="428"/>
                        <a:pt x="334" y="312"/>
                      </a:cubicBezTo>
                      <a:cubicBezTo>
                        <a:pt x="334" y="229"/>
                        <a:pt x="334" y="80"/>
                        <a:pt x="268" y="13"/>
                      </a:cubicBezTo>
                      <a:cubicBezTo>
                        <a:pt x="259" y="5"/>
                        <a:pt x="247" y="1"/>
                        <a:pt x="23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8" name="Google Shape;1598;p1"/>
                <p:cNvSpPr/>
                <p:nvPr/>
              </p:nvSpPr>
              <p:spPr>
                <a:xfrm>
                  <a:off x="635600" y="3230500"/>
                  <a:ext cx="3975" cy="11450"/>
                </a:xfrm>
                <a:custGeom>
                  <a:rect b="b" l="l" r="r" t="t"/>
                  <a:pathLst>
                    <a:path extrusionOk="0" h="458" w="159">
                      <a:moveTo>
                        <a:pt x="113" y="0"/>
                      </a:moveTo>
                      <a:cubicBezTo>
                        <a:pt x="100" y="0"/>
                        <a:pt x="88" y="6"/>
                        <a:pt x="84" y="19"/>
                      </a:cubicBezTo>
                      <a:cubicBezTo>
                        <a:pt x="75" y="85"/>
                        <a:pt x="67" y="151"/>
                        <a:pt x="59" y="218"/>
                      </a:cubicBezTo>
                      <a:cubicBezTo>
                        <a:pt x="51" y="284"/>
                        <a:pt x="26" y="350"/>
                        <a:pt x="9" y="408"/>
                      </a:cubicBezTo>
                      <a:cubicBezTo>
                        <a:pt x="1" y="425"/>
                        <a:pt x="9" y="450"/>
                        <a:pt x="34" y="458"/>
                      </a:cubicBezTo>
                      <a:cubicBezTo>
                        <a:pt x="51" y="458"/>
                        <a:pt x="67" y="450"/>
                        <a:pt x="75" y="433"/>
                      </a:cubicBezTo>
                      <a:cubicBezTo>
                        <a:pt x="100" y="367"/>
                        <a:pt x="125" y="300"/>
                        <a:pt x="133" y="226"/>
                      </a:cubicBezTo>
                      <a:cubicBezTo>
                        <a:pt x="150" y="160"/>
                        <a:pt x="158" y="85"/>
                        <a:pt x="142" y="19"/>
                      </a:cubicBezTo>
                      <a:cubicBezTo>
                        <a:pt x="138" y="6"/>
                        <a:pt x="125" y="0"/>
                        <a:pt x="11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9" name="Google Shape;1599;p1"/>
                <p:cNvSpPr/>
                <p:nvPr/>
              </p:nvSpPr>
              <p:spPr>
                <a:xfrm>
                  <a:off x="300500" y="3143125"/>
                  <a:ext cx="11450" cy="33050"/>
                </a:xfrm>
                <a:custGeom>
                  <a:rect b="b" l="l" r="r" t="t"/>
                  <a:pathLst>
                    <a:path extrusionOk="0" h="1322" w="458">
                      <a:moveTo>
                        <a:pt x="107" y="1"/>
                      </a:moveTo>
                      <a:cubicBezTo>
                        <a:pt x="55" y="1"/>
                        <a:pt x="1" y="47"/>
                        <a:pt x="16" y="117"/>
                      </a:cubicBezTo>
                      <a:cubicBezTo>
                        <a:pt x="90" y="490"/>
                        <a:pt x="165" y="871"/>
                        <a:pt x="231" y="1243"/>
                      </a:cubicBezTo>
                      <a:cubicBezTo>
                        <a:pt x="241" y="1298"/>
                        <a:pt x="283" y="1321"/>
                        <a:pt x="327" y="1321"/>
                      </a:cubicBezTo>
                      <a:cubicBezTo>
                        <a:pt x="390" y="1321"/>
                        <a:pt x="458" y="1272"/>
                        <a:pt x="438" y="1194"/>
                      </a:cubicBezTo>
                      <a:lnTo>
                        <a:pt x="339" y="722"/>
                      </a:lnTo>
                      <a:cubicBezTo>
                        <a:pt x="305" y="498"/>
                        <a:pt x="256" y="282"/>
                        <a:pt x="189" y="67"/>
                      </a:cubicBezTo>
                      <a:cubicBezTo>
                        <a:pt x="176" y="21"/>
                        <a:pt x="142" y="1"/>
                        <a:pt x="1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0" name="Google Shape;1600;p1"/>
                <p:cNvSpPr/>
                <p:nvPr/>
              </p:nvSpPr>
              <p:spPr>
                <a:xfrm>
                  <a:off x="316825" y="3154100"/>
                  <a:ext cx="5625" cy="18475"/>
                </a:xfrm>
                <a:custGeom>
                  <a:rect b="b" l="l" r="r" t="t"/>
                  <a:pathLst>
                    <a:path extrusionOk="0" h="739" w="225">
                      <a:moveTo>
                        <a:pt x="83" y="0"/>
                      </a:moveTo>
                      <a:cubicBezTo>
                        <a:pt x="80" y="0"/>
                        <a:pt x="78" y="0"/>
                        <a:pt x="75" y="1"/>
                      </a:cubicBezTo>
                      <a:cubicBezTo>
                        <a:pt x="0" y="1"/>
                        <a:pt x="25" y="109"/>
                        <a:pt x="34" y="158"/>
                      </a:cubicBezTo>
                      <a:cubicBezTo>
                        <a:pt x="42" y="216"/>
                        <a:pt x="50" y="274"/>
                        <a:pt x="67" y="324"/>
                      </a:cubicBezTo>
                      <a:cubicBezTo>
                        <a:pt x="83" y="448"/>
                        <a:pt x="100" y="564"/>
                        <a:pt x="108" y="689"/>
                      </a:cubicBezTo>
                      <a:cubicBezTo>
                        <a:pt x="108" y="722"/>
                        <a:pt x="133" y="738"/>
                        <a:pt x="158" y="738"/>
                      </a:cubicBezTo>
                      <a:cubicBezTo>
                        <a:pt x="183" y="738"/>
                        <a:pt x="208" y="722"/>
                        <a:pt x="208" y="689"/>
                      </a:cubicBezTo>
                      <a:cubicBezTo>
                        <a:pt x="224" y="564"/>
                        <a:pt x="224" y="440"/>
                        <a:pt x="208" y="316"/>
                      </a:cubicBezTo>
                      <a:lnTo>
                        <a:pt x="216" y="316"/>
                      </a:lnTo>
                      <a:cubicBezTo>
                        <a:pt x="208" y="258"/>
                        <a:pt x="199" y="200"/>
                        <a:pt x="183" y="142"/>
                      </a:cubicBezTo>
                      <a:cubicBezTo>
                        <a:pt x="167" y="94"/>
                        <a:pt x="143" y="0"/>
                        <a:pt x="8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1" name="Google Shape;1601;p1"/>
                <p:cNvSpPr/>
                <p:nvPr/>
              </p:nvSpPr>
              <p:spPr>
                <a:xfrm>
                  <a:off x="360825" y="3150575"/>
                  <a:ext cx="4900" cy="19500"/>
                </a:xfrm>
                <a:custGeom>
                  <a:rect b="b" l="l" r="r" t="t"/>
                  <a:pathLst>
                    <a:path extrusionOk="0" h="780" w="196">
                      <a:moveTo>
                        <a:pt x="120" y="0"/>
                      </a:moveTo>
                      <a:cubicBezTo>
                        <a:pt x="103" y="0"/>
                        <a:pt x="85" y="7"/>
                        <a:pt x="80" y="18"/>
                      </a:cubicBezTo>
                      <a:cubicBezTo>
                        <a:pt x="72" y="34"/>
                        <a:pt x="63" y="42"/>
                        <a:pt x="55" y="67"/>
                      </a:cubicBezTo>
                      <a:cubicBezTo>
                        <a:pt x="55" y="84"/>
                        <a:pt x="55" y="92"/>
                        <a:pt x="55" y="109"/>
                      </a:cubicBezTo>
                      <a:cubicBezTo>
                        <a:pt x="55" y="134"/>
                        <a:pt x="55" y="167"/>
                        <a:pt x="55" y="200"/>
                      </a:cubicBezTo>
                      <a:cubicBezTo>
                        <a:pt x="47" y="258"/>
                        <a:pt x="55" y="316"/>
                        <a:pt x="47" y="374"/>
                      </a:cubicBezTo>
                      <a:cubicBezTo>
                        <a:pt x="38" y="490"/>
                        <a:pt x="30" y="606"/>
                        <a:pt x="5" y="722"/>
                      </a:cubicBezTo>
                      <a:cubicBezTo>
                        <a:pt x="0" y="757"/>
                        <a:pt x="25" y="780"/>
                        <a:pt x="50" y="780"/>
                      </a:cubicBezTo>
                      <a:cubicBezTo>
                        <a:pt x="66" y="780"/>
                        <a:pt x="82" y="770"/>
                        <a:pt x="88" y="747"/>
                      </a:cubicBezTo>
                      <a:cubicBezTo>
                        <a:pt x="130" y="631"/>
                        <a:pt x="163" y="506"/>
                        <a:pt x="179" y="374"/>
                      </a:cubicBezTo>
                      <a:cubicBezTo>
                        <a:pt x="188" y="316"/>
                        <a:pt x="196" y="250"/>
                        <a:pt x="196" y="192"/>
                      </a:cubicBezTo>
                      <a:lnTo>
                        <a:pt x="188" y="192"/>
                      </a:lnTo>
                      <a:cubicBezTo>
                        <a:pt x="188" y="158"/>
                        <a:pt x="179" y="125"/>
                        <a:pt x="179" y="100"/>
                      </a:cubicBezTo>
                      <a:cubicBezTo>
                        <a:pt x="179" y="84"/>
                        <a:pt x="179" y="67"/>
                        <a:pt x="171" y="51"/>
                      </a:cubicBezTo>
                      <a:cubicBezTo>
                        <a:pt x="163" y="34"/>
                        <a:pt x="154" y="26"/>
                        <a:pt x="146" y="9"/>
                      </a:cubicBezTo>
                      <a:cubicBezTo>
                        <a:pt x="140" y="3"/>
                        <a:pt x="130" y="0"/>
                        <a:pt x="1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2" name="Google Shape;1602;p1"/>
                <p:cNvSpPr/>
                <p:nvPr/>
              </p:nvSpPr>
              <p:spPr>
                <a:xfrm>
                  <a:off x="369850" y="3150550"/>
                  <a:ext cx="4575" cy="13950"/>
                </a:xfrm>
                <a:custGeom>
                  <a:rect b="b" l="l" r="r" t="t"/>
                  <a:pathLst>
                    <a:path extrusionOk="0" h="558" w="183">
                      <a:moveTo>
                        <a:pt x="140" y="0"/>
                      </a:moveTo>
                      <a:cubicBezTo>
                        <a:pt x="132" y="0"/>
                        <a:pt x="124" y="3"/>
                        <a:pt x="117" y="10"/>
                      </a:cubicBezTo>
                      <a:cubicBezTo>
                        <a:pt x="108" y="27"/>
                        <a:pt x="92" y="43"/>
                        <a:pt x="83" y="60"/>
                      </a:cubicBezTo>
                      <a:cubicBezTo>
                        <a:pt x="75" y="85"/>
                        <a:pt x="67" y="110"/>
                        <a:pt x="59" y="126"/>
                      </a:cubicBezTo>
                      <a:cubicBezTo>
                        <a:pt x="50" y="168"/>
                        <a:pt x="42" y="209"/>
                        <a:pt x="34" y="251"/>
                      </a:cubicBezTo>
                      <a:cubicBezTo>
                        <a:pt x="17" y="333"/>
                        <a:pt x="9" y="416"/>
                        <a:pt x="1" y="507"/>
                      </a:cubicBezTo>
                      <a:cubicBezTo>
                        <a:pt x="1" y="532"/>
                        <a:pt x="25" y="557"/>
                        <a:pt x="50" y="557"/>
                      </a:cubicBezTo>
                      <a:cubicBezTo>
                        <a:pt x="83" y="557"/>
                        <a:pt x="100" y="532"/>
                        <a:pt x="100" y="507"/>
                      </a:cubicBezTo>
                      <a:cubicBezTo>
                        <a:pt x="108" y="425"/>
                        <a:pt x="125" y="350"/>
                        <a:pt x="141" y="275"/>
                      </a:cubicBezTo>
                      <a:cubicBezTo>
                        <a:pt x="150" y="242"/>
                        <a:pt x="158" y="201"/>
                        <a:pt x="166" y="168"/>
                      </a:cubicBezTo>
                      <a:cubicBezTo>
                        <a:pt x="175" y="126"/>
                        <a:pt x="183" y="85"/>
                        <a:pt x="183" y="43"/>
                      </a:cubicBezTo>
                      <a:cubicBezTo>
                        <a:pt x="183" y="20"/>
                        <a:pt x="162" y="0"/>
                        <a:pt x="14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3" name="Google Shape;1603;p1"/>
                <p:cNvSpPr/>
                <p:nvPr/>
              </p:nvSpPr>
              <p:spPr>
                <a:xfrm>
                  <a:off x="352875" y="2998525"/>
                  <a:ext cx="173600" cy="157475"/>
                </a:xfrm>
                <a:custGeom>
                  <a:rect b="b" l="l" r="r" t="t"/>
                  <a:pathLst>
                    <a:path extrusionOk="0" h="6299" w="6944">
                      <a:moveTo>
                        <a:pt x="322" y="1"/>
                      </a:moveTo>
                      <a:cubicBezTo>
                        <a:pt x="228" y="1"/>
                        <a:pt x="165" y="113"/>
                        <a:pt x="141" y="209"/>
                      </a:cubicBezTo>
                      <a:cubicBezTo>
                        <a:pt x="17" y="565"/>
                        <a:pt x="0" y="954"/>
                        <a:pt x="17" y="1335"/>
                      </a:cubicBezTo>
                      <a:cubicBezTo>
                        <a:pt x="33" y="1949"/>
                        <a:pt x="124" y="2570"/>
                        <a:pt x="290" y="3166"/>
                      </a:cubicBezTo>
                      <a:cubicBezTo>
                        <a:pt x="232" y="3059"/>
                        <a:pt x="166" y="2943"/>
                        <a:pt x="108" y="2827"/>
                      </a:cubicBezTo>
                      <a:lnTo>
                        <a:pt x="108" y="2827"/>
                      </a:lnTo>
                      <a:lnTo>
                        <a:pt x="423" y="3945"/>
                      </a:lnTo>
                      <a:cubicBezTo>
                        <a:pt x="439" y="3995"/>
                        <a:pt x="456" y="4053"/>
                        <a:pt x="431" y="4103"/>
                      </a:cubicBezTo>
                      <a:cubicBezTo>
                        <a:pt x="420" y="4137"/>
                        <a:pt x="381" y="4163"/>
                        <a:pt x="345" y="4163"/>
                      </a:cubicBezTo>
                      <a:cubicBezTo>
                        <a:pt x="328" y="4163"/>
                        <a:pt x="312" y="4157"/>
                        <a:pt x="298" y="4144"/>
                      </a:cubicBezTo>
                      <a:lnTo>
                        <a:pt x="298" y="4152"/>
                      </a:lnTo>
                      <a:cubicBezTo>
                        <a:pt x="472" y="4476"/>
                        <a:pt x="547" y="4865"/>
                        <a:pt x="497" y="5221"/>
                      </a:cubicBezTo>
                      <a:cubicBezTo>
                        <a:pt x="464" y="5478"/>
                        <a:pt x="224" y="5735"/>
                        <a:pt x="216" y="5967"/>
                      </a:cubicBezTo>
                      <a:cubicBezTo>
                        <a:pt x="211" y="6134"/>
                        <a:pt x="300" y="6200"/>
                        <a:pt x="410" y="6200"/>
                      </a:cubicBezTo>
                      <a:cubicBezTo>
                        <a:pt x="518" y="6200"/>
                        <a:pt x="647" y="6136"/>
                        <a:pt x="729" y="6042"/>
                      </a:cubicBezTo>
                      <a:cubicBezTo>
                        <a:pt x="945" y="5793"/>
                        <a:pt x="1069" y="5412"/>
                        <a:pt x="1119" y="5097"/>
                      </a:cubicBezTo>
                      <a:cubicBezTo>
                        <a:pt x="1144" y="4890"/>
                        <a:pt x="1160" y="4650"/>
                        <a:pt x="1334" y="4542"/>
                      </a:cubicBezTo>
                      <a:cubicBezTo>
                        <a:pt x="1395" y="4501"/>
                        <a:pt x="1464" y="4485"/>
                        <a:pt x="1536" y="4485"/>
                      </a:cubicBezTo>
                      <a:cubicBezTo>
                        <a:pt x="1669" y="4485"/>
                        <a:pt x="1812" y="4541"/>
                        <a:pt x="1931" y="4600"/>
                      </a:cubicBezTo>
                      <a:cubicBezTo>
                        <a:pt x="2652" y="4956"/>
                        <a:pt x="3339" y="5379"/>
                        <a:pt x="4068" y="5710"/>
                      </a:cubicBezTo>
                      <a:cubicBezTo>
                        <a:pt x="4778" y="6044"/>
                        <a:pt x="5552" y="6299"/>
                        <a:pt x="6342" y="6299"/>
                      </a:cubicBezTo>
                      <a:cubicBezTo>
                        <a:pt x="6355" y="6299"/>
                        <a:pt x="6367" y="6299"/>
                        <a:pt x="6380" y="6298"/>
                      </a:cubicBezTo>
                      <a:cubicBezTo>
                        <a:pt x="6604" y="6290"/>
                        <a:pt x="6877" y="6224"/>
                        <a:pt x="6927" y="6000"/>
                      </a:cubicBezTo>
                      <a:cubicBezTo>
                        <a:pt x="6943" y="5926"/>
                        <a:pt x="6919" y="5843"/>
                        <a:pt x="6902" y="5768"/>
                      </a:cubicBezTo>
                      <a:cubicBezTo>
                        <a:pt x="6736" y="5122"/>
                        <a:pt x="6554" y="4484"/>
                        <a:pt x="6363" y="3846"/>
                      </a:cubicBezTo>
                      <a:cubicBezTo>
                        <a:pt x="6351" y="3789"/>
                        <a:pt x="6299" y="3727"/>
                        <a:pt x="6254" y="3727"/>
                      </a:cubicBezTo>
                      <a:cubicBezTo>
                        <a:pt x="6239" y="3727"/>
                        <a:pt x="6226" y="3733"/>
                        <a:pt x="6214" y="3746"/>
                      </a:cubicBezTo>
                      <a:cubicBezTo>
                        <a:pt x="6020" y="4212"/>
                        <a:pt x="5517" y="4520"/>
                        <a:pt x="5018" y="4520"/>
                      </a:cubicBezTo>
                      <a:cubicBezTo>
                        <a:pt x="4922" y="4520"/>
                        <a:pt x="4825" y="4508"/>
                        <a:pt x="4731" y="4484"/>
                      </a:cubicBezTo>
                      <a:cubicBezTo>
                        <a:pt x="4416" y="4409"/>
                        <a:pt x="4135" y="4219"/>
                        <a:pt x="3811" y="4194"/>
                      </a:cubicBezTo>
                      <a:cubicBezTo>
                        <a:pt x="3671" y="4186"/>
                        <a:pt x="3521" y="4202"/>
                        <a:pt x="3389" y="4161"/>
                      </a:cubicBezTo>
                      <a:cubicBezTo>
                        <a:pt x="3256" y="4111"/>
                        <a:pt x="3140" y="3954"/>
                        <a:pt x="3215" y="3829"/>
                      </a:cubicBezTo>
                      <a:cubicBezTo>
                        <a:pt x="3240" y="3788"/>
                        <a:pt x="3281" y="3746"/>
                        <a:pt x="3265" y="3697"/>
                      </a:cubicBezTo>
                      <a:cubicBezTo>
                        <a:pt x="3256" y="3664"/>
                        <a:pt x="3215" y="3647"/>
                        <a:pt x="3182" y="3630"/>
                      </a:cubicBezTo>
                      <a:cubicBezTo>
                        <a:pt x="2801" y="3498"/>
                        <a:pt x="2328" y="3490"/>
                        <a:pt x="2063" y="3175"/>
                      </a:cubicBezTo>
                      <a:cubicBezTo>
                        <a:pt x="2121" y="3166"/>
                        <a:pt x="2179" y="3158"/>
                        <a:pt x="2246" y="3158"/>
                      </a:cubicBezTo>
                      <a:cubicBezTo>
                        <a:pt x="2063" y="3026"/>
                        <a:pt x="1815" y="3067"/>
                        <a:pt x="1608" y="2984"/>
                      </a:cubicBezTo>
                      <a:cubicBezTo>
                        <a:pt x="1458" y="2918"/>
                        <a:pt x="1342" y="2785"/>
                        <a:pt x="1243" y="2644"/>
                      </a:cubicBezTo>
                      <a:cubicBezTo>
                        <a:pt x="1077" y="2396"/>
                        <a:pt x="936" y="2131"/>
                        <a:pt x="837" y="1857"/>
                      </a:cubicBezTo>
                      <a:cubicBezTo>
                        <a:pt x="646" y="1344"/>
                        <a:pt x="588" y="805"/>
                        <a:pt x="514" y="267"/>
                      </a:cubicBezTo>
                      <a:cubicBezTo>
                        <a:pt x="497" y="151"/>
                        <a:pt x="456" y="1"/>
                        <a:pt x="332" y="1"/>
                      </a:cubicBezTo>
                      <a:cubicBezTo>
                        <a:pt x="328" y="1"/>
                        <a:pt x="325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4" name="Google Shape;1604;p1"/>
                <p:cNvSpPr/>
                <p:nvPr/>
              </p:nvSpPr>
              <p:spPr>
                <a:xfrm>
                  <a:off x="497650" y="2994350"/>
                  <a:ext cx="60725" cy="198675"/>
                </a:xfrm>
                <a:custGeom>
                  <a:rect b="b" l="l" r="r" t="t"/>
                  <a:pathLst>
                    <a:path extrusionOk="0" h="7947" w="2429">
                      <a:moveTo>
                        <a:pt x="711" y="1"/>
                      </a:moveTo>
                      <a:cubicBezTo>
                        <a:pt x="336" y="1"/>
                        <a:pt x="158" y="521"/>
                        <a:pt x="100" y="840"/>
                      </a:cubicBezTo>
                      <a:cubicBezTo>
                        <a:pt x="1" y="1337"/>
                        <a:pt x="34" y="1842"/>
                        <a:pt x="117" y="2339"/>
                      </a:cubicBezTo>
                      <a:cubicBezTo>
                        <a:pt x="208" y="2869"/>
                        <a:pt x="357" y="3391"/>
                        <a:pt x="456" y="3922"/>
                      </a:cubicBezTo>
                      <a:cubicBezTo>
                        <a:pt x="556" y="4444"/>
                        <a:pt x="606" y="4974"/>
                        <a:pt x="705" y="5496"/>
                      </a:cubicBezTo>
                      <a:cubicBezTo>
                        <a:pt x="804" y="6035"/>
                        <a:pt x="978" y="6557"/>
                        <a:pt x="1244" y="7045"/>
                      </a:cubicBezTo>
                      <a:cubicBezTo>
                        <a:pt x="1368" y="7269"/>
                        <a:pt x="1509" y="7509"/>
                        <a:pt x="1683" y="7700"/>
                      </a:cubicBezTo>
                      <a:cubicBezTo>
                        <a:pt x="1809" y="7832"/>
                        <a:pt x="1978" y="7946"/>
                        <a:pt x="2153" y="7946"/>
                      </a:cubicBezTo>
                      <a:cubicBezTo>
                        <a:pt x="2220" y="7946"/>
                        <a:pt x="2287" y="7929"/>
                        <a:pt x="2354" y="7890"/>
                      </a:cubicBezTo>
                      <a:cubicBezTo>
                        <a:pt x="2404" y="7866"/>
                        <a:pt x="2428" y="7799"/>
                        <a:pt x="2412" y="7741"/>
                      </a:cubicBezTo>
                      <a:cubicBezTo>
                        <a:pt x="1890" y="5977"/>
                        <a:pt x="1534" y="4162"/>
                        <a:pt x="1351" y="2331"/>
                      </a:cubicBezTo>
                      <a:cubicBezTo>
                        <a:pt x="1326" y="2132"/>
                        <a:pt x="1310" y="1925"/>
                        <a:pt x="1293" y="1726"/>
                      </a:cubicBezTo>
                      <a:cubicBezTo>
                        <a:pt x="1310" y="1594"/>
                        <a:pt x="1310" y="1461"/>
                        <a:pt x="1318" y="1337"/>
                      </a:cubicBezTo>
                      <a:cubicBezTo>
                        <a:pt x="1335" y="906"/>
                        <a:pt x="1384" y="226"/>
                        <a:pt x="887" y="36"/>
                      </a:cubicBezTo>
                      <a:cubicBezTo>
                        <a:pt x="824" y="12"/>
                        <a:pt x="766" y="1"/>
                        <a:pt x="711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5" name="Google Shape;1605;p1"/>
                <p:cNvSpPr/>
                <p:nvPr/>
              </p:nvSpPr>
              <p:spPr>
                <a:xfrm>
                  <a:off x="537225" y="3065650"/>
                  <a:ext cx="10275" cy="44225"/>
                </a:xfrm>
                <a:custGeom>
                  <a:rect b="b" l="l" r="r" t="t"/>
                  <a:pathLst>
                    <a:path extrusionOk="0" h="1769" w="411">
                      <a:moveTo>
                        <a:pt x="127" y="1"/>
                      </a:moveTo>
                      <a:cubicBezTo>
                        <a:pt x="100" y="1"/>
                        <a:pt x="74" y="16"/>
                        <a:pt x="67" y="51"/>
                      </a:cubicBezTo>
                      <a:cubicBezTo>
                        <a:pt x="0" y="332"/>
                        <a:pt x="42" y="614"/>
                        <a:pt x="83" y="896"/>
                      </a:cubicBezTo>
                      <a:cubicBezTo>
                        <a:pt x="100" y="1037"/>
                        <a:pt x="125" y="1169"/>
                        <a:pt x="158" y="1310"/>
                      </a:cubicBezTo>
                      <a:cubicBezTo>
                        <a:pt x="191" y="1451"/>
                        <a:pt x="249" y="1583"/>
                        <a:pt x="299" y="1733"/>
                      </a:cubicBezTo>
                      <a:cubicBezTo>
                        <a:pt x="306" y="1756"/>
                        <a:pt x="332" y="1768"/>
                        <a:pt x="356" y="1768"/>
                      </a:cubicBezTo>
                      <a:cubicBezTo>
                        <a:pt x="384" y="1768"/>
                        <a:pt x="411" y="1752"/>
                        <a:pt x="406" y="1716"/>
                      </a:cubicBezTo>
                      <a:cubicBezTo>
                        <a:pt x="398" y="1575"/>
                        <a:pt x="406" y="1443"/>
                        <a:pt x="390" y="1310"/>
                      </a:cubicBezTo>
                      <a:cubicBezTo>
                        <a:pt x="373" y="1169"/>
                        <a:pt x="357" y="1020"/>
                        <a:pt x="340" y="879"/>
                      </a:cubicBezTo>
                      <a:cubicBezTo>
                        <a:pt x="307" y="597"/>
                        <a:pt x="299" y="316"/>
                        <a:pt x="199" y="51"/>
                      </a:cubicBezTo>
                      <a:cubicBezTo>
                        <a:pt x="190" y="20"/>
                        <a:pt x="158" y="1"/>
                        <a:pt x="12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6" name="Google Shape;1606;p1"/>
                <p:cNvSpPr/>
                <p:nvPr/>
              </p:nvSpPr>
              <p:spPr>
                <a:xfrm>
                  <a:off x="539700" y="3042350"/>
                  <a:ext cx="3350" cy="10275"/>
                </a:xfrm>
                <a:custGeom>
                  <a:rect b="b" l="l" r="r" t="t"/>
                  <a:pathLst>
                    <a:path extrusionOk="0" h="411" w="134">
                      <a:moveTo>
                        <a:pt x="71" y="1"/>
                      </a:moveTo>
                      <a:cubicBezTo>
                        <a:pt x="50" y="1"/>
                        <a:pt x="30" y="13"/>
                        <a:pt x="26" y="38"/>
                      </a:cubicBezTo>
                      <a:cubicBezTo>
                        <a:pt x="17" y="55"/>
                        <a:pt x="17" y="71"/>
                        <a:pt x="17" y="80"/>
                      </a:cubicBezTo>
                      <a:cubicBezTo>
                        <a:pt x="17" y="96"/>
                        <a:pt x="9" y="104"/>
                        <a:pt x="9" y="121"/>
                      </a:cubicBezTo>
                      <a:cubicBezTo>
                        <a:pt x="9" y="121"/>
                        <a:pt x="9" y="129"/>
                        <a:pt x="9" y="129"/>
                      </a:cubicBezTo>
                      <a:cubicBezTo>
                        <a:pt x="9" y="138"/>
                        <a:pt x="1" y="146"/>
                        <a:pt x="1" y="154"/>
                      </a:cubicBezTo>
                      <a:cubicBezTo>
                        <a:pt x="1" y="171"/>
                        <a:pt x="1" y="187"/>
                        <a:pt x="9" y="196"/>
                      </a:cubicBezTo>
                      <a:cubicBezTo>
                        <a:pt x="9" y="245"/>
                        <a:pt x="9" y="303"/>
                        <a:pt x="9" y="353"/>
                      </a:cubicBezTo>
                      <a:cubicBezTo>
                        <a:pt x="9" y="378"/>
                        <a:pt x="34" y="411"/>
                        <a:pt x="67" y="411"/>
                      </a:cubicBezTo>
                      <a:cubicBezTo>
                        <a:pt x="100" y="411"/>
                        <a:pt x="125" y="386"/>
                        <a:pt x="125" y="353"/>
                      </a:cubicBezTo>
                      <a:cubicBezTo>
                        <a:pt x="133" y="303"/>
                        <a:pt x="133" y="245"/>
                        <a:pt x="133" y="196"/>
                      </a:cubicBezTo>
                      <a:lnTo>
                        <a:pt x="133" y="154"/>
                      </a:lnTo>
                      <a:cubicBezTo>
                        <a:pt x="133" y="146"/>
                        <a:pt x="133" y="138"/>
                        <a:pt x="133" y="129"/>
                      </a:cubicBezTo>
                      <a:cubicBezTo>
                        <a:pt x="133" y="129"/>
                        <a:pt x="125" y="121"/>
                        <a:pt x="125" y="121"/>
                      </a:cubicBezTo>
                      <a:cubicBezTo>
                        <a:pt x="125" y="88"/>
                        <a:pt x="125" y="63"/>
                        <a:pt x="117" y="38"/>
                      </a:cubicBezTo>
                      <a:cubicBezTo>
                        <a:pt x="113" y="13"/>
                        <a:pt x="92" y="1"/>
                        <a:pt x="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7" name="Google Shape;1607;p1"/>
                <p:cNvSpPr/>
                <p:nvPr/>
              </p:nvSpPr>
              <p:spPr>
                <a:xfrm>
                  <a:off x="548400" y="3099975"/>
                  <a:ext cx="3350" cy="10250"/>
                </a:xfrm>
                <a:custGeom>
                  <a:rect b="b" l="l" r="r" t="t"/>
                  <a:pathLst>
                    <a:path extrusionOk="0" h="410" w="134">
                      <a:moveTo>
                        <a:pt x="55" y="0"/>
                      </a:moveTo>
                      <a:cubicBezTo>
                        <a:pt x="42" y="0"/>
                        <a:pt x="30" y="6"/>
                        <a:pt x="26" y="20"/>
                      </a:cubicBezTo>
                      <a:cubicBezTo>
                        <a:pt x="17" y="28"/>
                        <a:pt x="9" y="36"/>
                        <a:pt x="9" y="45"/>
                      </a:cubicBezTo>
                      <a:cubicBezTo>
                        <a:pt x="9" y="53"/>
                        <a:pt x="9" y="53"/>
                        <a:pt x="9" y="53"/>
                      </a:cubicBezTo>
                      <a:cubicBezTo>
                        <a:pt x="1" y="61"/>
                        <a:pt x="1" y="78"/>
                        <a:pt x="1" y="86"/>
                      </a:cubicBezTo>
                      <a:cubicBezTo>
                        <a:pt x="1" y="94"/>
                        <a:pt x="1" y="103"/>
                        <a:pt x="1" y="111"/>
                      </a:cubicBezTo>
                      <a:cubicBezTo>
                        <a:pt x="9" y="136"/>
                        <a:pt x="9" y="161"/>
                        <a:pt x="9" y="186"/>
                      </a:cubicBezTo>
                      <a:cubicBezTo>
                        <a:pt x="9" y="244"/>
                        <a:pt x="9" y="293"/>
                        <a:pt x="1" y="343"/>
                      </a:cubicBezTo>
                      <a:cubicBezTo>
                        <a:pt x="1" y="376"/>
                        <a:pt x="34" y="409"/>
                        <a:pt x="67" y="409"/>
                      </a:cubicBezTo>
                      <a:cubicBezTo>
                        <a:pt x="100" y="409"/>
                        <a:pt x="125" y="384"/>
                        <a:pt x="125" y="343"/>
                      </a:cubicBezTo>
                      <a:cubicBezTo>
                        <a:pt x="133" y="293"/>
                        <a:pt x="133" y="244"/>
                        <a:pt x="133" y="186"/>
                      </a:cubicBezTo>
                      <a:cubicBezTo>
                        <a:pt x="133" y="161"/>
                        <a:pt x="133" y="136"/>
                        <a:pt x="133" y="111"/>
                      </a:cubicBezTo>
                      <a:lnTo>
                        <a:pt x="133" y="103"/>
                      </a:lnTo>
                      <a:cubicBezTo>
                        <a:pt x="133" y="78"/>
                        <a:pt x="125" y="53"/>
                        <a:pt x="108" y="36"/>
                      </a:cubicBezTo>
                      <a:lnTo>
                        <a:pt x="100" y="36"/>
                      </a:lnTo>
                      <a:cubicBezTo>
                        <a:pt x="100" y="28"/>
                        <a:pt x="92" y="20"/>
                        <a:pt x="84" y="12"/>
                      </a:cubicBezTo>
                      <a:cubicBezTo>
                        <a:pt x="76" y="4"/>
                        <a:pt x="65" y="0"/>
                        <a:pt x="5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8" name="Google Shape;1608;p1"/>
                <p:cNvSpPr/>
                <p:nvPr/>
              </p:nvSpPr>
              <p:spPr>
                <a:xfrm>
                  <a:off x="817575" y="3084650"/>
                  <a:ext cx="12550" cy="26100"/>
                </a:xfrm>
                <a:custGeom>
                  <a:rect b="b" l="l" r="r" t="t"/>
                  <a:pathLst>
                    <a:path extrusionOk="0" h="1044" w="502">
                      <a:moveTo>
                        <a:pt x="443" y="1"/>
                      </a:moveTo>
                      <a:cubicBezTo>
                        <a:pt x="428" y="1"/>
                        <a:pt x="412" y="9"/>
                        <a:pt x="403" y="28"/>
                      </a:cubicBezTo>
                      <a:cubicBezTo>
                        <a:pt x="361" y="103"/>
                        <a:pt x="345" y="177"/>
                        <a:pt x="320" y="260"/>
                      </a:cubicBezTo>
                      <a:cubicBezTo>
                        <a:pt x="295" y="335"/>
                        <a:pt x="270" y="417"/>
                        <a:pt x="237" y="500"/>
                      </a:cubicBezTo>
                      <a:cubicBezTo>
                        <a:pt x="179" y="658"/>
                        <a:pt x="113" y="807"/>
                        <a:pt x="30" y="948"/>
                      </a:cubicBezTo>
                      <a:cubicBezTo>
                        <a:pt x="1" y="999"/>
                        <a:pt x="40" y="1043"/>
                        <a:pt x="80" y="1043"/>
                      </a:cubicBezTo>
                      <a:cubicBezTo>
                        <a:pt x="98" y="1043"/>
                        <a:pt x="116" y="1034"/>
                        <a:pt x="129" y="1014"/>
                      </a:cubicBezTo>
                      <a:cubicBezTo>
                        <a:pt x="229" y="865"/>
                        <a:pt x="311" y="716"/>
                        <a:pt x="378" y="550"/>
                      </a:cubicBezTo>
                      <a:cubicBezTo>
                        <a:pt x="411" y="475"/>
                        <a:pt x="436" y="393"/>
                        <a:pt x="461" y="310"/>
                      </a:cubicBezTo>
                      <a:cubicBezTo>
                        <a:pt x="485" y="227"/>
                        <a:pt x="502" y="144"/>
                        <a:pt x="494" y="53"/>
                      </a:cubicBezTo>
                      <a:cubicBezTo>
                        <a:pt x="494" y="22"/>
                        <a:pt x="468" y="1"/>
                        <a:pt x="44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9" name="Google Shape;1609;p1"/>
                <p:cNvSpPr/>
                <p:nvPr/>
              </p:nvSpPr>
              <p:spPr>
                <a:xfrm>
                  <a:off x="652375" y="3091725"/>
                  <a:ext cx="8525" cy="37900"/>
                </a:xfrm>
                <a:custGeom>
                  <a:rect b="b" l="l" r="r" t="t"/>
                  <a:pathLst>
                    <a:path extrusionOk="0" h="1516" w="341">
                      <a:moveTo>
                        <a:pt x="161" y="0"/>
                      </a:moveTo>
                      <a:cubicBezTo>
                        <a:pt x="124" y="0"/>
                        <a:pt x="88" y="23"/>
                        <a:pt x="92" y="68"/>
                      </a:cubicBezTo>
                      <a:cubicBezTo>
                        <a:pt x="100" y="300"/>
                        <a:pt x="84" y="532"/>
                        <a:pt x="76" y="764"/>
                      </a:cubicBezTo>
                      <a:cubicBezTo>
                        <a:pt x="67" y="880"/>
                        <a:pt x="67" y="988"/>
                        <a:pt x="51" y="1104"/>
                      </a:cubicBezTo>
                      <a:cubicBezTo>
                        <a:pt x="42" y="1154"/>
                        <a:pt x="42" y="1195"/>
                        <a:pt x="34" y="1245"/>
                      </a:cubicBezTo>
                      <a:cubicBezTo>
                        <a:pt x="18" y="1294"/>
                        <a:pt x="1" y="1352"/>
                        <a:pt x="9" y="1410"/>
                      </a:cubicBezTo>
                      <a:cubicBezTo>
                        <a:pt x="16" y="1468"/>
                        <a:pt x="61" y="1515"/>
                        <a:pt x="116" y="1515"/>
                      </a:cubicBezTo>
                      <a:cubicBezTo>
                        <a:pt x="132" y="1515"/>
                        <a:pt x="150" y="1511"/>
                        <a:pt x="167" y="1502"/>
                      </a:cubicBezTo>
                      <a:cubicBezTo>
                        <a:pt x="283" y="1435"/>
                        <a:pt x="299" y="1286"/>
                        <a:pt x="316" y="1170"/>
                      </a:cubicBezTo>
                      <a:cubicBezTo>
                        <a:pt x="332" y="1046"/>
                        <a:pt x="332" y="922"/>
                        <a:pt x="341" y="806"/>
                      </a:cubicBezTo>
                      <a:cubicBezTo>
                        <a:pt x="341" y="681"/>
                        <a:pt x="332" y="557"/>
                        <a:pt x="316" y="433"/>
                      </a:cubicBezTo>
                      <a:cubicBezTo>
                        <a:pt x="299" y="308"/>
                        <a:pt x="266" y="184"/>
                        <a:pt x="233" y="52"/>
                      </a:cubicBezTo>
                      <a:cubicBezTo>
                        <a:pt x="225" y="17"/>
                        <a:pt x="193" y="0"/>
                        <a:pt x="16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0" name="Google Shape;1610;p1"/>
                <p:cNvSpPr/>
                <p:nvPr/>
              </p:nvSpPr>
              <p:spPr>
                <a:xfrm>
                  <a:off x="647425" y="3102125"/>
                  <a:ext cx="4375" cy="17200"/>
                </a:xfrm>
                <a:custGeom>
                  <a:rect b="b" l="l" r="r" t="t"/>
                  <a:pathLst>
                    <a:path extrusionOk="0" h="688" w="175">
                      <a:moveTo>
                        <a:pt x="100" y="0"/>
                      </a:moveTo>
                      <a:cubicBezTo>
                        <a:pt x="66" y="0"/>
                        <a:pt x="33" y="33"/>
                        <a:pt x="33" y="75"/>
                      </a:cubicBezTo>
                      <a:cubicBezTo>
                        <a:pt x="33" y="166"/>
                        <a:pt x="33" y="265"/>
                        <a:pt x="25" y="356"/>
                      </a:cubicBezTo>
                      <a:cubicBezTo>
                        <a:pt x="17" y="448"/>
                        <a:pt x="0" y="539"/>
                        <a:pt x="0" y="630"/>
                      </a:cubicBezTo>
                      <a:cubicBezTo>
                        <a:pt x="0" y="662"/>
                        <a:pt x="35" y="688"/>
                        <a:pt x="67" y="688"/>
                      </a:cubicBezTo>
                      <a:cubicBezTo>
                        <a:pt x="83" y="688"/>
                        <a:pt x="99" y="680"/>
                        <a:pt x="108" y="663"/>
                      </a:cubicBezTo>
                      <a:cubicBezTo>
                        <a:pt x="116" y="638"/>
                        <a:pt x="124" y="613"/>
                        <a:pt x="133" y="588"/>
                      </a:cubicBezTo>
                      <a:cubicBezTo>
                        <a:pt x="141" y="564"/>
                        <a:pt x="141" y="539"/>
                        <a:pt x="149" y="514"/>
                      </a:cubicBezTo>
                      <a:cubicBezTo>
                        <a:pt x="158" y="464"/>
                        <a:pt x="166" y="414"/>
                        <a:pt x="166" y="365"/>
                      </a:cubicBezTo>
                      <a:cubicBezTo>
                        <a:pt x="174" y="265"/>
                        <a:pt x="174" y="174"/>
                        <a:pt x="174" y="75"/>
                      </a:cubicBezTo>
                      <a:cubicBezTo>
                        <a:pt x="174" y="33"/>
                        <a:pt x="141" y="0"/>
                        <a:pt x="10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1" name="Google Shape;1611;p1"/>
                <p:cNvSpPr/>
                <p:nvPr/>
              </p:nvSpPr>
              <p:spPr>
                <a:xfrm>
                  <a:off x="660050" y="3034375"/>
                  <a:ext cx="206100" cy="166525"/>
                </a:xfrm>
                <a:custGeom>
                  <a:rect b="b" l="l" r="r" t="t"/>
                  <a:pathLst>
                    <a:path extrusionOk="0" h="6661" w="8244">
                      <a:moveTo>
                        <a:pt x="7963" y="0"/>
                      </a:moveTo>
                      <a:cubicBezTo>
                        <a:pt x="7925" y="0"/>
                        <a:pt x="7888" y="17"/>
                        <a:pt x="7863" y="59"/>
                      </a:cubicBezTo>
                      <a:cubicBezTo>
                        <a:pt x="7499" y="655"/>
                        <a:pt x="7358" y="1343"/>
                        <a:pt x="7176" y="2014"/>
                      </a:cubicBezTo>
                      <a:cubicBezTo>
                        <a:pt x="7076" y="2379"/>
                        <a:pt x="6952" y="2727"/>
                        <a:pt x="6786" y="3058"/>
                      </a:cubicBezTo>
                      <a:cubicBezTo>
                        <a:pt x="6621" y="3323"/>
                        <a:pt x="6430" y="3580"/>
                        <a:pt x="6206" y="3804"/>
                      </a:cubicBezTo>
                      <a:cubicBezTo>
                        <a:pt x="6273" y="3655"/>
                        <a:pt x="6331" y="3506"/>
                        <a:pt x="6389" y="3356"/>
                      </a:cubicBezTo>
                      <a:cubicBezTo>
                        <a:pt x="6424" y="3273"/>
                        <a:pt x="6345" y="3203"/>
                        <a:pt x="6267" y="3203"/>
                      </a:cubicBezTo>
                      <a:cubicBezTo>
                        <a:pt x="6236" y="3203"/>
                        <a:pt x="6205" y="3214"/>
                        <a:pt x="6182" y="3240"/>
                      </a:cubicBezTo>
                      <a:cubicBezTo>
                        <a:pt x="5602" y="3870"/>
                        <a:pt x="5013" y="4508"/>
                        <a:pt x="4317" y="5022"/>
                      </a:cubicBezTo>
                      <a:cubicBezTo>
                        <a:pt x="3978" y="5270"/>
                        <a:pt x="3613" y="5502"/>
                        <a:pt x="3215" y="5668"/>
                      </a:cubicBezTo>
                      <a:cubicBezTo>
                        <a:pt x="2793" y="5842"/>
                        <a:pt x="2345" y="5941"/>
                        <a:pt x="1890" y="6008"/>
                      </a:cubicBezTo>
                      <a:cubicBezTo>
                        <a:pt x="1367" y="6082"/>
                        <a:pt x="838" y="6117"/>
                        <a:pt x="308" y="6117"/>
                      </a:cubicBezTo>
                      <a:cubicBezTo>
                        <a:pt x="250" y="6117"/>
                        <a:pt x="191" y="6116"/>
                        <a:pt x="133" y="6115"/>
                      </a:cubicBezTo>
                      <a:cubicBezTo>
                        <a:pt x="1" y="6115"/>
                        <a:pt x="1" y="6306"/>
                        <a:pt x="133" y="6314"/>
                      </a:cubicBezTo>
                      <a:cubicBezTo>
                        <a:pt x="309" y="6326"/>
                        <a:pt x="487" y="6331"/>
                        <a:pt x="664" y="6331"/>
                      </a:cubicBezTo>
                      <a:cubicBezTo>
                        <a:pt x="1004" y="6331"/>
                        <a:pt x="1345" y="6311"/>
                        <a:pt x="1682" y="6273"/>
                      </a:cubicBezTo>
                      <a:lnTo>
                        <a:pt x="1682" y="6273"/>
                      </a:lnTo>
                      <a:cubicBezTo>
                        <a:pt x="1484" y="6314"/>
                        <a:pt x="1285" y="6356"/>
                        <a:pt x="1086" y="6381"/>
                      </a:cubicBezTo>
                      <a:cubicBezTo>
                        <a:pt x="1020" y="6389"/>
                        <a:pt x="978" y="6472"/>
                        <a:pt x="987" y="6530"/>
                      </a:cubicBezTo>
                      <a:cubicBezTo>
                        <a:pt x="1003" y="6596"/>
                        <a:pt x="1053" y="6646"/>
                        <a:pt x="1119" y="6646"/>
                      </a:cubicBezTo>
                      <a:cubicBezTo>
                        <a:pt x="1239" y="6655"/>
                        <a:pt x="1358" y="6660"/>
                        <a:pt x="1477" y="6660"/>
                      </a:cubicBezTo>
                      <a:cubicBezTo>
                        <a:pt x="2683" y="6660"/>
                        <a:pt x="3839" y="6182"/>
                        <a:pt x="4872" y="5593"/>
                      </a:cubicBezTo>
                      <a:cubicBezTo>
                        <a:pt x="5162" y="5428"/>
                        <a:pt x="5436" y="5254"/>
                        <a:pt x="5718" y="5088"/>
                      </a:cubicBezTo>
                      <a:cubicBezTo>
                        <a:pt x="5983" y="4922"/>
                        <a:pt x="6248" y="4757"/>
                        <a:pt x="6496" y="4566"/>
                      </a:cubicBezTo>
                      <a:cubicBezTo>
                        <a:pt x="6695" y="4409"/>
                        <a:pt x="6869" y="4243"/>
                        <a:pt x="7027" y="4061"/>
                      </a:cubicBezTo>
                      <a:cubicBezTo>
                        <a:pt x="7043" y="4044"/>
                        <a:pt x="7060" y="4028"/>
                        <a:pt x="7076" y="4003"/>
                      </a:cubicBezTo>
                      <a:cubicBezTo>
                        <a:pt x="7085" y="3994"/>
                        <a:pt x="7085" y="3986"/>
                        <a:pt x="7093" y="3978"/>
                      </a:cubicBezTo>
                      <a:cubicBezTo>
                        <a:pt x="7225" y="3796"/>
                        <a:pt x="7350" y="3605"/>
                        <a:pt x="7449" y="3406"/>
                      </a:cubicBezTo>
                      <a:cubicBezTo>
                        <a:pt x="7461" y="3409"/>
                        <a:pt x="7472" y="3411"/>
                        <a:pt x="7484" y="3411"/>
                      </a:cubicBezTo>
                      <a:cubicBezTo>
                        <a:pt x="7531" y="3411"/>
                        <a:pt x="7575" y="3383"/>
                        <a:pt x="7582" y="3323"/>
                      </a:cubicBezTo>
                      <a:cubicBezTo>
                        <a:pt x="7747" y="2553"/>
                        <a:pt x="7905" y="1782"/>
                        <a:pt x="8062" y="1012"/>
                      </a:cubicBezTo>
                      <a:cubicBezTo>
                        <a:pt x="8137" y="755"/>
                        <a:pt x="8187" y="490"/>
                        <a:pt x="8228" y="233"/>
                      </a:cubicBezTo>
                      <a:cubicBezTo>
                        <a:pt x="8228" y="225"/>
                        <a:pt x="8228" y="225"/>
                        <a:pt x="8228" y="225"/>
                      </a:cubicBezTo>
                      <a:cubicBezTo>
                        <a:pt x="8228" y="216"/>
                        <a:pt x="8228" y="200"/>
                        <a:pt x="8236" y="191"/>
                      </a:cubicBezTo>
                      <a:cubicBezTo>
                        <a:pt x="8244" y="119"/>
                        <a:pt x="8182" y="72"/>
                        <a:pt x="8116" y="72"/>
                      </a:cubicBezTo>
                      <a:cubicBezTo>
                        <a:pt x="8107" y="72"/>
                        <a:pt x="8097" y="73"/>
                        <a:pt x="8087" y="75"/>
                      </a:cubicBezTo>
                      <a:cubicBezTo>
                        <a:pt x="8068" y="32"/>
                        <a:pt x="8015" y="0"/>
                        <a:pt x="7963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2" name="Google Shape;1612;p1"/>
                <p:cNvSpPr/>
                <p:nvPr/>
              </p:nvSpPr>
              <p:spPr>
                <a:xfrm>
                  <a:off x="327175" y="2802775"/>
                  <a:ext cx="282575" cy="68625"/>
                </a:xfrm>
                <a:custGeom>
                  <a:rect b="b" l="l" r="r" t="t"/>
                  <a:pathLst>
                    <a:path extrusionOk="0" h="2745" w="11303">
                      <a:moveTo>
                        <a:pt x="4413" y="0"/>
                      </a:moveTo>
                      <a:cubicBezTo>
                        <a:pt x="4161" y="0"/>
                        <a:pt x="3908" y="24"/>
                        <a:pt x="3655" y="76"/>
                      </a:cubicBezTo>
                      <a:cubicBezTo>
                        <a:pt x="3298" y="151"/>
                        <a:pt x="2959" y="275"/>
                        <a:pt x="2627" y="408"/>
                      </a:cubicBezTo>
                      <a:cubicBezTo>
                        <a:pt x="2453" y="482"/>
                        <a:pt x="2279" y="557"/>
                        <a:pt x="2105" y="640"/>
                      </a:cubicBezTo>
                      <a:cubicBezTo>
                        <a:pt x="1807" y="722"/>
                        <a:pt x="1517" y="822"/>
                        <a:pt x="1235" y="938"/>
                      </a:cubicBezTo>
                      <a:cubicBezTo>
                        <a:pt x="1036" y="1021"/>
                        <a:pt x="838" y="1104"/>
                        <a:pt x="639" y="1195"/>
                      </a:cubicBezTo>
                      <a:cubicBezTo>
                        <a:pt x="440" y="1294"/>
                        <a:pt x="249" y="1410"/>
                        <a:pt x="59" y="1510"/>
                      </a:cubicBezTo>
                      <a:cubicBezTo>
                        <a:pt x="0" y="1539"/>
                        <a:pt x="39" y="1613"/>
                        <a:pt x="88" y="1613"/>
                      </a:cubicBezTo>
                      <a:cubicBezTo>
                        <a:pt x="95" y="1613"/>
                        <a:pt x="102" y="1612"/>
                        <a:pt x="108" y="1609"/>
                      </a:cubicBezTo>
                      <a:cubicBezTo>
                        <a:pt x="465" y="1443"/>
                        <a:pt x="838" y="1302"/>
                        <a:pt x="1202" y="1162"/>
                      </a:cubicBezTo>
                      <a:cubicBezTo>
                        <a:pt x="1335" y="1112"/>
                        <a:pt x="1476" y="1062"/>
                        <a:pt x="1608" y="1021"/>
                      </a:cubicBezTo>
                      <a:cubicBezTo>
                        <a:pt x="1621" y="1060"/>
                        <a:pt x="1655" y="1094"/>
                        <a:pt x="1698" y="1094"/>
                      </a:cubicBezTo>
                      <a:cubicBezTo>
                        <a:pt x="1709" y="1094"/>
                        <a:pt x="1720" y="1092"/>
                        <a:pt x="1732" y="1087"/>
                      </a:cubicBezTo>
                      <a:cubicBezTo>
                        <a:pt x="1956" y="1004"/>
                        <a:pt x="2163" y="905"/>
                        <a:pt x="2379" y="814"/>
                      </a:cubicBezTo>
                      <a:cubicBezTo>
                        <a:pt x="2842" y="707"/>
                        <a:pt x="3318" y="645"/>
                        <a:pt x="3796" y="645"/>
                      </a:cubicBezTo>
                      <a:cubicBezTo>
                        <a:pt x="4061" y="645"/>
                        <a:pt x="4327" y="664"/>
                        <a:pt x="4591" y="706"/>
                      </a:cubicBezTo>
                      <a:cubicBezTo>
                        <a:pt x="5312" y="814"/>
                        <a:pt x="5975" y="1112"/>
                        <a:pt x="6613" y="1452"/>
                      </a:cubicBezTo>
                      <a:cubicBezTo>
                        <a:pt x="7242" y="1783"/>
                        <a:pt x="7872" y="2148"/>
                        <a:pt x="8543" y="2380"/>
                      </a:cubicBezTo>
                      <a:cubicBezTo>
                        <a:pt x="9338" y="2650"/>
                        <a:pt x="10186" y="2745"/>
                        <a:pt x="11021" y="2745"/>
                      </a:cubicBezTo>
                      <a:cubicBezTo>
                        <a:pt x="11057" y="2745"/>
                        <a:pt x="11093" y="2744"/>
                        <a:pt x="11128" y="2744"/>
                      </a:cubicBezTo>
                      <a:cubicBezTo>
                        <a:pt x="11277" y="2744"/>
                        <a:pt x="11302" y="2570"/>
                        <a:pt x="11203" y="2496"/>
                      </a:cubicBezTo>
                      <a:cubicBezTo>
                        <a:pt x="10938" y="2313"/>
                        <a:pt x="10648" y="2189"/>
                        <a:pt x="10358" y="2065"/>
                      </a:cubicBezTo>
                      <a:cubicBezTo>
                        <a:pt x="10034" y="1932"/>
                        <a:pt x="9711" y="1800"/>
                        <a:pt x="9388" y="1667"/>
                      </a:cubicBezTo>
                      <a:cubicBezTo>
                        <a:pt x="8742" y="1394"/>
                        <a:pt x="8096" y="1120"/>
                        <a:pt x="7441" y="855"/>
                      </a:cubicBezTo>
                      <a:cubicBezTo>
                        <a:pt x="6828" y="598"/>
                        <a:pt x="6223" y="325"/>
                        <a:pt x="5577" y="159"/>
                      </a:cubicBezTo>
                      <a:cubicBezTo>
                        <a:pt x="5194" y="58"/>
                        <a:pt x="4804" y="0"/>
                        <a:pt x="4413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3" name="Google Shape;1613;p1"/>
                <p:cNvSpPr/>
                <p:nvPr/>
              </p:nvSpPr>
              <p:spPr>
                <a:xfrm>
                  <a:off x="576775" y="2576975"/>
                  <a:ext cx="219750" cy="128925"/>
                </a:xfrm>
                <a:custGeom>
                  <a:rect b="b" l="l" r="r" t="t"/>
                  <a:pathLst>
                    <a:path extrusionOk="0" h="5157" w="8790">
                      <a:moveTo>
                        <a:pt x="4616" y="4253"/>
                      </a:moveTo>
                      <a:lnTo>
                        <a:pt x="4616" y="4253"/>
                      </a:lnTo>
                      <a:cubicBezTo>
                        <a:pt x="4558" y="4294"/>
                        <a:pt x="4508" y="4336"/>
                        <a:pt x="4467" y="4377"/>
                      </a:cubicBezTo>
                      <a:cubicBezTo>
                        <a:pt x="4458" y="4344"/>
                        <a:pt x="4458" y="4311"/>
                        <a:pt x="4450" y="4278"/>
                      </a:cubicBezTo>
                      <a:cubicBezTo>
                        <a:pt x="4508" y="4269"/>
                        <a:pt x="4558" y="4261"/>
                        <a:pt x="4616" y="4253"/>
                      </a:cubicBezTo>
                      <a:close/>
                      <a:moveTo>
                        <a:pt x="69" y="0"/>
                      </a:moveTo>
                      <a:cubicBezTo>
                        <a:pt x="28" y="0"/>
                        <a:pt x="5" y="63"/>
                        <a:pt x="42" y="85"/>
                      </a:cubicBezTo>
                      <a:cubicBezTo>
                        <a:pt x="59" y="94"/>
                        <a:pt x="67" y="94"/>
                        <a:pt x="75" y="102"/>
                      </a:cubicBezTo>
                      <a:cubicBezTo>
                        <a:pt x="17" y="152"/>
                        <a:pt x="1" y="251"/>
                        <a:pt x="84" y="309"/>
                      </a:cubicBezTo>
                      <a:cubicBezTo>
                        <a:pt x="432" y="541"/>
                        <a:pt x="796" y="756"/>
                        <a:pt x="1136" y="1013"/>
                      </a:cubicBezTo>
                      <a:cubicBezTo>
                        <a:pt x="1476" y="1278"/>
                        <a:pt x="1807" y="1577"/>
                        <a:pt x="2122" y="1875"/>
                      </a:cubicBezTo>
                      <a:cubicBezTo>
                        <a:pt x="2453" y="2198"/>
                        <a:pt x="2785" y="2513"/>
                        <a:pt x="3116" y="2836"/>
                      </a:cubicBezTo>
                      <a:cubicBezTo>
                        <a:pt x="3332" y="3043"/>
                        <a:pt x="3555" y="3242"/>
                        <a:pt x="3746" y="3474"/>
                      </a:cubicBezTo>
                      <a:cubicBezTo>
                        <a:pt x="3762" y="3499"/>
                        <a:pt x="3771" y="3532"/>
                        <a:pt x="3779" y="3565"/>
                      </a:cubicBezTo>
                      <a:cubicBezTo>
                        <a:pt x="3945" y="4046"/>
                        <a:pt x="3936" y="4576"/>
                        <a:pt x="4086" y="5065"/>
                      </a:cubicBezTo>
                      <a:cubicBezTo>
                        <a:pt x="4104" y="5121"/>
                        <a:pt x="4163" y="5156"/>
                        <a:pt x="4221" y="5156"/>
                      </a:cubicBezTo>
                      <a:cubicBezTo>
                        <a:pt x="4265" y="5156"/>
                        <a:pt x="4309" y="5136"/>
                        <a:pt x="4334" y="5090"/>
                      </a:cubicBezTo>
                      <a:cubicBezTo>
                        <a:pt x="4400" y="4965"/>
                        <a:pt x="4442" y="4833"/>
                        <a:pt x="4458" y="4692"/>
                      </a:cubicBezTo>
                      <a:cubicBezTo>
                        <a:pt x="4657" y="4559"/>
                        <a:pt x="4848" y="4410"/>
                        <a:pt x="5063" y="4286"/>
                      </a:cubicBezTo>
                      <a:cubicBezTo>
                        <a:pt x="5204" y="4211"/>
                        <a:pt x="5345" y="4145"/>
                        <a:pt x="5494" y="4095"/>
                      </a:cubicBezTo>
                      <a:cubicBezTo>
                        <a:pt x="5651" y="4071"/>
                        <a:pt x="5801" y="4046"/>
                        <a:pt x="5958" y="4021"/>
                      </a:cubicBezTo>
                      <a:cubicBezTo>
                        <a:pt x="6513" y="3930"/>
                        <a:pt x="7077" y="3863"/>
                        <a:pt x="7640" y="3847"/>
                      </a:cubicBezTo>
                      <a:cubicBezTo>
                        <a:pt x="7727" y="3845"/>
                        <a:pt x="7813" y="3844"/>
                        <a:pt x="7900" y="3844"/>
                      </a:cubicBezTo>
                      <a:cubicBezTo>
                        <a:pt x="8136" y="3844"/>
                        <a:pt x="8371" y="3851"/>
                        <a:pt x="8601" y="3863"/>
                      </a:cubicBezTo>
                      <a:cubicBezTo>
                        <a:pt x="8604" y="3864"/>
                        <a:pt x="8606" y="3864"/>
                        <a:pt x="8609" y="3864"/>
                      </a:cubicBezTo>
                      <a:cubicBezTo>
                        <a:pt x="8760" y="3864"/>
                        <a:pt x="8789" y="3631"/>
                        <a:pt x="8643" y="3598"/>
                      </a:cubicBezTo>
                      <a:cubicBezTo>
                        <a:pt x="8336" y="3532"/>
                        <a:pt x="8021" y="3516"/>
                        <a:pt x="7706" y="3507"/>
                      </a:cubicBezTo>
                      <a:cubicBezTo>
                        <a:pt x="7383" y="3507"/>
                        <a:pt x="7060" y="3516"/>
                        <a:pt x="6737" y="3549"/>
                      </a:cubicBezTo>
                      <a:cubicBezTo>
                        <a:pt x="6273" y="3590"/>
                        <a:pt x="5801" y="3681"/>
                        <a:pt x="5361" y="3855"/>
                      </a:cubicBezTo>
                      <a:cubicBezTo>
                        <a:pt x="5312" y="3863"/>
                        <a:pt x="5262" y="3880"/>
                        <a:pt x="5212" y="3888"/>
                      </a:cubicBezTo>
                      <a:cubicBezTo>
                        <a:pt x="4947" y="3946"/>
                        <a:pt x="4666" y="3996"/>
                        <a:pt x="4409" y="4087"/>
                      </a:cubicBezTo>
                      <a:cubicBezTo>
                        <a:pt x="4384" y="4013"/>
                        <a:pt x="4359" y="3938"/>
                        <a:pt x="4326" y="3872"/>
                      </a:cubicBezTo>
                      <a:cubicBezTo>
                        <a:pt x="4235" y="3673"/>
                        <a:pt x="4110" y="3491"/>
                        <a:pt x="3970" y="3317"/>
                      </a:cubicBezTo>
                      <a:cubicBezTo>
                        <a:pt x="3829" y="2994"/>
                        <a:pt x="3605" y="2704"/>
                        <a:pt x="3365" y="2430"/>
                      </a:cubicBezTo>
                      <a:cubicBezTo>
                        <a:pt x="2801" y="1751"/>
                        <a:pt x="2138" y="1171"/>
                        <a:pt x="1393" y="690"/>
                      </a:cubicBezTo>
                      <a:cubicBezTo>
                        <a:pt x="1194" y="558"/>
                        <a:pt x="978" y="433"/>
                        <a:pt x="763" y="317"/>
                      </a:cubicBezTo>
                      <a:cubicBezTo>
                        <a:pt x="655" y="251"/>
                        <a:pt x="539" y="193"/>
                        <a:pt x="423" y="143"/>
                      </a:cubicBezTo>
                      <a:cubicBezTo>
                        <a:pt x="316" y="85"/>
                        <a:pt x="191" y="52"/>
                        <a:pt x="84" y="2"/>
                      </a:cubicBezTo>
                      <a:cubicBezTo>
                        <a:pt x="79" y="1"/>
                        <a:pt x="74" y="0"/>
                        <a:pt x="69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4" name="Google Shape;1614;p1"/>
                <p:cNvSpPr/>
                <p:nvPr/>
              </p:nvSpPr>
              <p:spPr>
                <a:xfrm>
                  <a:off x="690300" y="2697575"/>
                  <a:ext cx="9550" cy="10175"/>
                </a:xfrm>
                <a:custGeom>
                  <a:rect b="b" l="l" r="r" t="t"/>
                  <a:pathLst>
                    <a:path extrusionOk="0" h="407" w="382">
                      <a:moveTo>
                        <a:pt x="323" y="1"/>
                      </a:moveTo>
                      <a:cubicBezTo>
                        <a:pt x="290" y="1"/>
                        <a:pt x="265" y="25"/>
                        <a:pt x="265" y="59"/>
                      </a:cubicBezTo>
                      <a:cubicBezTo>
                        <a:pt x="265" y="75"/>
                        <a:pt x="257" y="92"/>
                        <a:pt x="257" y="108"/>
                      </a:cubicBezTo>
                      <a:lnTo>
                        <a:pt x="257" y="100"/>
                      </a:lnTo>
                      <a:cubicBezTo>
                        <a:pt x="257" y="83"/>
                        <a:pt x="249" y="75"/>
                        <a:pt x="241" y="67"/>
                      </a:cubicBezTo>
                      <a:cubicBezTo>
                        <a:pt x="229" y="59"/>
                        <a:pt x="216" y="55"/>
                        <a:pt x="203" y="55"/>
                      </a:cubicBezTo>
                      <a:cubicBezTo>
                        <a:pt x="188" y="55"/>
                        <a:pt x="171" y="62"/>
                        <a:pt x="158" y="75"/>
                      </a:cubicBezTo>
                      <a:cubicBezTo>
                        <a:pt x="141" y="83"/>
                        <a:pt x="125" y="100"/>
                        <a:pt x="108" y="117"/>
                      </a:cubicBezTo>
                      <a:cubicBezTo>
                        <a:pt x="91" y="141"/>
                        <a:pt x="75" y="158"/>
                        <a:pt x="58" y="183"/>
                      </a:cubicBezTo>
                      <a:cubicBezTo>
                        <a:pt x="42" y="208"/>
                        <a:pt x="33" y="233"/>
                        <a:pt x="25" y="257"/>
                      </a:cubicBezTo>
                      <a:cubicBezTo>
                        <a:pt x="17" y="282"/>
                        <a:pt x="9" y="299"/>
                        <a:pt x="0" y="324"/>
                      </a:cubicBezTo>
                      <a:cubicBezTo>
                        <a:pt x="0" y="349"/>
                        <a:pt x="9" y="382"/>
                        <a:pt x="33" y="390"/>
                      </a:cubicBezTo>
                      <a:cubicBezTo>
                        <a:pt x="40" y="392"/>
                        <a:pt x="46" y="393"/>
                        <a:pt x="53" y="393"/>
                      </a:cubicBezTo>
                      <a:cubicBezTo>
                        <a:pt x="73" y="393"/>
                        <a:pt x="93" y="384"/>
                        <a:pt x="100" y="365"/>
                      </a:cubicBezTo>
                      <a:cubicBezTo>
                        <a:pt x="116" y="349"/>
                        <a:pt x="125" y="332"/>
                        <a:pt x="141" y="315"/>
                      </a:cubicBezTo>
                      <a:cubicBezTo>
                        <a:pt x="149" y="291"/>
                        <a:pt x="166" y="274"/>
                        <a:pt x="174" y="257"/>
                      </a:cubicBezTo>
                      <a:cubicBezTo>
                        <a:pt x="191" y="241"/>
                        <a:pt x="199" y="216"/>
                        <a:pt x="216" y="199"/>
                      </a:cubicBezTo>
                      <a:cubicBezTo>
                        <a:pt x="224" y="183"/>
                        <a:pt x="241" y="166"/>
                        <a:pt x="249" y="150"/>
                      </a:cubicBezTo>
                      <a:cubicBezTo>
                        <a:pt x="257" y="141"/>
                        <a:pt x="257" y="133"/>
                        <a:pt x="257" y="133"/>
                      </a:cubicBezTo>
                      <a:lnTo>
                        <a:pt x="257" y="141"/>
                      </a:lnTo>
                      <a:cubicBezTo>
                        <a:pt x="257" y="141"/>
                        <a:pt x="257" y="150"/>
                        <a:pt x="257" y="150"/>
                      </a:cubicBezTo>
                      <a:cubicBezTo>
                        <a:pt x="257" y="158"/>
                        <a:pt x="257" y="158"/>
                        <a:pt x="257" y="166"/>
                      </a:cubicBezTo>
                      <a:cubicBezTo>
                        <a:pt x="249" y="183"/>
                        <a:pt x="249" y="191"/>
                        <a:pt x="249" y="208"/>
                      </a:cubicBezTo>
                      <a:cubicBezTo>
                        <a:pt x="241" y="233"/>
                        <a:pt x="232" y="257"/>
                        <a:pt x="224" y="291"/>
                      </a:cubicBezTo>
                      <a:lnTo>
                        <a:pt x="224" y="307"/>
                      </a:lnTo>
                      <a:cubicBezTo>
                        <a:pt x="224" y="311"/>
                        <a:pt x="224" y="315"/>
                        <a:pt x="224" y="315"/>
                      </a:cubicBezTo>
                      <a:cubicBezTo>
                        <a:pt x="224" y="324"/>
                        <a:pt x="216" y="332"/>
                        <a:pt x="216" y="340"/>
                      </a:cubicBezTo>
                      <a:cubicBezTo>
                        <a:pt x="216" y="349"/>
                        <a:pt x="224" y="365"/>
                        <a:pt x="224" y="373"/>
                      </a:cubicBezTo>
                      <a:cubicBezTo>
                        <a:pt x="224" y="390"/>
                        <a:pt x="241" y="398"/>
                        <a:pt x="257" y="407"/>
                      </a:cubicBezTo>
                      <a:cubicBezTo>
                        <a:pt x="274" y="407"/>
                        <a:pt x="290" y="407"/>
                        <a:pt x="299" y="390"/>
                      </a:cubicBezTo>
                      <a:cubicBezTo>
                        <a:pt x="315" y="382"/>
                        <a:pt x="323" y="365"/>
                        <a:pt x="332" y="357"/>
                      </a:cubicBezTo>
                      <a:cubicBezTo>
                        <a:pt x="340" y="340"/>
                        <a:pt x="348" y="324"/>
                        <a:pt x="357" y="307"/>
                      </a:cubicBezTo>
                      <a:cubicBezTo>
                        <a:pt x="365" y="282"/>
                        <a:pt x="365" y="257"/>
                        <a:pt x="373" y="233"/>
                      </a:cubicBezTo>
                      <a:cubicBezTo>
                        <a:pt x="381" y="175"/>
                        <a:pt x="381" y="117"/>
                        <a:pt x="381" y="59"/>
                      </a:cubicBezTo>
                      <a:cubicBezTo>
                        <a:pt x="381" y="34"/>
                        <a:pt x="357" y="1"/>
                        <a:pt x="32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5" name="Google Shape;1615;p1"/>
                <p:cNvSpPr/>
                <p:nvPr/>
              </p:nvSpPr>
              <p:spPr>
                <a:xfrm>
                  <a:off x="660075" y="2804875"/>
                  <a:ext cx="49500" cy="32850"/>
                </a:xfrm>
                <a:custGeom>
                  <a:rect b="b" l="l" r="r" t="t"/>
                  <a:pathLst>
                    <a:path extrusionOk="0" h="1314" w="1980">
                      <a:moveTo>
                        <a:pt x="1335" y="1"/>
                      </a:moveTo>
                      <a:cubicBezTo>
                        <a:pt x="1233" y="1"/>
                        <a:pt x="1109" y="72"/>
                        <a:pt x="1002" y="158"/>
                      </a:cubicBezTo>
                      <a:cubicBezTo>
                        <a:pt x="604" y="290"/>
                        <a:pt x="265" y="564"/>
                        <a:pt x="58" y="928"/>
                      </a:cubicBezTo>
                      <a:cubicBezTo>
                        <a:pt x="41" y="970"/>
                        <a:pt x="41" y="1020"/>
                        <a:pt x="58" y="1053"/>
                      </a:cubicBezTo>
                      <a:cubicBezTo>
                        <a:pt x="66" y="1061"/>
                        <a:pt x="66" y="1069"/>
                        <a:pt x="74" y="1069"/>
                      </a:cubicBezTo>
                      <a:cubicBezTo>
                        <a:pt x="66" y="1086"/>
                        <a:pt x="49" y="1102"/>
                        <a:pt x="41" y="1119"/>
                      </a:cubicBezTo>
                      <a:cubicBezTo>
                        <a:pt x="1" y="1206"/>
                        <a:pt x="63" y="1314"/>
                        <a:pt x="153" y="1314"/>
                      </a:cubicBezTo>
                      <a:cubicBezTo>
                        <a:pt x="175" y="1314"/>
                        <a:pt x="199" y="1308"/>
                        <a:pt x="223" y="1293"/>
                      </a:cubicBezTo>
                      <a:cubicBezTo>
                        <a:pt x="480" y="1136"/>
                        <a:pt x="712" y="920"/>
                        <a:pt x="944" y="730"/>
                      </a:cubicBezTo>
                      <a:cubicBezTo>
                        <a:pt x="1085" y="663"/>
                        <a:pt x="1226" y="605"/>
                        <a:pt x="1367" y="547"/>
                      </a:cubicBezTo>
                      <a:cubicBezTo>
                        <a:pt x="1458" y="572"/>
                        <a:pt x="1541" y="638"/>
                        <a:pt x="1599" y="721"/>
                      </a:cubicBezTo>
                      <a:cubicBezTo>
                        <a:pt x="1673" y="821"/>
                        <a:pt x="1781" y="953"/>
                        <a:pt x="1789" y="1078"/>
                      </a:cubicBezTo>
                      <a:cubicBezTo>
                        <a:pt x="1789" y="1125"/>
                        <a:pt x="1827" y="1154"/>
                        <a:pt x="1865" y="1154"/>
                      </a:cubicBezTo>
                      <a:cubicBezTo>
                        <a:pt x="1892" y="1154"/>
                        <a:pt x="1919" y="1138"/>
                        <a:pt x="1930" y="1102"/>
                      </a:cubicBezTo>
                      <a:cubicBezTo>
                        <a:pt x="1980" y="937"/>
                        <a:pt x="1897" y="754"/>
                        <a:pt x="1806" y="605"/>
                      </a:cubicBezTo>
                      <a:cubicBezTo>
                        <a:pt x="1739" y="498"/>
                        <a:pt x="1648" y="390"/>
                        <a:pt x="1532" y="332"/>
                      </a:cubicBezTo>
                      <a:cubicBezTo>
                        <a:pt x="1632" y="257"/>
                        <a:pt x="1590" y="133"/>
                        <a:pt x="1499" y="108"/>
                      </a:cubicBezTo>
                      <a:cubicBezTo>
                        <a:pt x="1491" y="100"/>
                        <a:pt x="1483" y="83"/>
                        <a:pt x="1474" y="75"/>
                      </a:cubicBezTo>
                      <a:cubicBezTo>
                        <a:pt x="1439" y="22"/>
                        <a:pt x="1390" y="1"/>
                        <a:pt x="1335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6" name="Google Shape;1616;p1"/>
                <p:cNvSpPr/>
                <p:nvPr/>
              </p:nvSpPr>
              <p:spPr>
                <a:xfrm>
                  <a:off x="792900" y="2794825"/>
                  <a:ext cx="50075" cy="37525"/>
                </a:xfrm>
                <a:custGeom>
                  <a:rect b="b" l="l" r="r" t="t"/>
                  <a:pathLst>
                    <a:path extrusionOk="0" h="1501" w="2003">
                      <a:moveTo>
                        <a:pt x="997" y="0"/>
                      </a:moveTo>
                      <a:cubicBezTo>
                        <a:pt x="909" y="0"/>
                        <a:pt x="851" y="109"/>
                        <a:pt x="884" y="195"/>
                      </a:cubicBezTo>
                      <a:lnTo>
                        <a:pt x="868" y="195"/>
                      </a:lnTo>
                      <a:cubicBezTo>
                        <a:pt x="843" y="195"/>
                        <a:pt x="826" y="187"/>
                        <a:pt x="801" y="187"/>
                      </a:cubicBezTo>
                      <a:cubicBezTo>
                        <a:pt x="793" y="179"/>
                        <a:pt x="785" y="179"/>
                        <a:pt x="776" y="170"/>
                      </a:cubicBezTo>
                      <a:cubicBezTo>
                        <a:pt x="768" y="162"/>
                        <a:pt x="752" y="162"/>
                        <a:pt x="743" y="154"/>
                      </a:cubicBezTo>
                      <a:cubicBezTo>
                        <a:pt x="727" y="146"/>
                        <a:pt x="718" y="146"/>
                        <a:pt x="702" y="137"/>
                      </a:cubicBezTo>
                      <a:cubicBezTo>
                        <a:pt x="644" y="113"/>
                        <a:pt x="569" y="96"/>
                        <a:pt x="503" y="96"/>
                      </a:cubicBezTo>
                      <a:cubicBezTo>
                        <a:pt x="329" y="104"/>
                        <a:pt x="188" y="286"/>
                        <a:pt x="246" y="436"/>
                      </a:cubicBezTo>
                      <a:cubicBezTo>
                        <a:pt x="196" y="469"/>
                        <a:pt x="138" y="510"/>
                        <a:pt x="97" y="543"/>
                      </a:cubicBezTo>
                      <a:cubicBezTo>
                        <a:pt x="1" y="612"/>
                        <a:pt x="58" y="754"/>
                        <a:pt x="147" y="754"/>
                      </a:cubicBezTo>
                      <a:cubicBezTo>
                        <a:pt x="165" y="754"/>
                        <a:pt x="185" y="748"/>
                        <a:pt x="205" y="734"/>
                      </a:cubicBezTo>
                      <a:cubicBezTo>
                        <a:pt x="213" y="726"/>
                        <a:pt x="221" y="726"/>
                        <a:pt x="230" y="717"/>
                      </a:cubicBezTo>
                      <a:lnTo>
                        <a:pt x="230" y="717"/>
                      </a:lnTo>
                      <a:cubicBezTo>
                        <a:pt x="172" y="833"/>
                        <a:pt x="138" y="958"/>
                        <a:pt x="138" y="1098"/>
                      </a:cubicBezTo>
                      <a:cubicBezTo>
                        <a:pt x="138" y="1161"/>
                        <a:pt x="182" y="1192"/>
                        <a:pt x="226" y="1192"/>
                      </a:cubicBezTo>
                      <a:cubicBezTo>
                        <a:pt x="271" y="1192"/>
                        <a:pt x="317" y="1161"/>
                        <a:pt x="321" y="1098"/>
                      </a:cubicBezTo>
                      <a:cubicBezTo>
                        <a:pt x="337" y="850"/>
                        <a:pt x="520" y="643"/>
                        <a:pt x="685" y="460"/>
                      </a:cubicBezTo>
                      <a:cubicBezTo>
                        <a:pt x="810" y="618"/>
                        <a:pt x="934" y="775"/>
                        <a:pt x="1058" y="924"/>
                      </a:cubicBezTo>
                      <a:cubicBezTo>
                        <a:pt x="1141" y="1016"/>
                        <a:pt x="1216" y="1107"/>
                        <a:pt x="1290" y="1190"/>
                      </a:cubicBezTo>
                      <a:cubicBezTo>
                        <a:pt x="1365" y="1272"/>
                        <a:pt x="1439" y="1380"/>
                        <a:pt x="1555" y="1405"/>
                      </a:cubicBezTo>
                      <a:cubicBezTo>
                        <a:pt x="1566" y="1407"/>
                        <a:pt x="1577" y="1408"/>
                        <a:pt x="1588" y="1408"/>
                      </a:cubicBezTo>
                      <a:cubicBezTo>
                        <a:pt x="1618" y="1408"/>
                        <a:pt x="1647" y="1401"/>
                        <a:pt x="1671" y="1388"/>
                      </a:cubicBezTo>
                      <a:lnTo>
                        <a:pt x="1721" y="1388"/>
                      </a:lnTo>
                      <a:cubicBezTo>
                        <a:pt x="1729" y="1405"/>
                        <a:pt x="1746" y="1422"/>
                        <a:pt x="1754" y="1438"/>
                      </a:cubicBezTo>
                      <a:cubicBezTo>
                        <a:pt x="1779" y="1482"/>
                        <a:pt x="1819" y="1501"/>
                        <a:pt x="1860" y="1501"/>
                      </a:cubicBezTo>
                      <a:cubicBezTo>
                        <a:pt x="1928" y="1501"/>
                        <a:pt x="1997" y="1449"/>
                        <a:pt x="2003" y="1372"/>
                      </a:cubicBezTo>
                      <a:cubicBezTo>
                        <a:pt x="2003" y="1223"/>
                        <a:pt x="1953" y="1090"/>
                        <a:pt x="1887" y="966"/>
                      </a:cubicBezTo>
                      <a:cubicBezTo>
                        <a:pt x="1895" y="941"/>
                        <a:pt x="1903" y="916"/>
                        <a:pt x="1903" y="883"/>
                      </a:cubicBezTo>
                      <a:lnTo>
                        <a:pt x="1903" y="842"/>
                      </a:lnTo>
                      <a:cubicBezTo>
                        <a:pt x="1911" y="817"/>
                        <a:pt x="1911" y="784"/>
                        <a:pt x="1887" y="759"/>
                      </a:cubicBezTo>
                      <a:cubicBezTo>
                        <a:pt x="1837" y="601"/>
                        <a:pt x="1663" y="494"/>
                        <a:pt x="1506" y="419"/>
                      </a:cubicBezTo>
                      <a:cubicBezTo>
                        <a:pt x="1381" y="270"/>
                        <a:pt x="1240" y="129"/>
                        <a:pt x="1066" y="21"/>
                      </a:cubicBezTo>
                      <a:cubicBezTo>
                        <a:pt x="1042" y="7"/>
                        <a:pt x="1019" y="0"/>
                        <a:pt x="997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7" name="Google Shape;1617;p1"/>
                <p:cNvSpPr/>
                <p:nvPr/>
              </p:nvSpPr>
              <p:spPr>
                <a:xfrm>
                  <a:off x="839050" y="2803800"/>
                  <a:ext cx="45775" cy="108325"/>
                </a:xfrm>
                <a:custGeom>
                  <a:rect b="b" l="l" r="r" t="t"/>
                  <a:pathLst>
                    <a:path extrusionOk="0" h="4333" w="1831">
                      <a:moveTo>
                        <a:pt x="1683" y="1"/>
                      </a:moveTo>
                      <a:cubicBezTo>
                        <a:pt x="1649" y="1"/>
                        <a:pt x="1617" y="20"/>
                        <a:pt x="1607" y="68"/>
                      </a:cubicBezTo>
                      <a:cubicBezTo>
                        <a:pt x="1598" y="110"/>
                        <a:pt x="1590" y="151"/>
                        <a:pt x="1582" y="193"/>
                      </a:cubicBezTo>
                      <a:cubicBezTo>
                        <a:pt x="1540" y="201"/>
                        <a:pt x="1499" y="242"/>
                        <a:pt x="1499" y="300"/>
                      </a:cubicBezTo>
                      <a:cubicBezTo>
                        <a:pt x="1491" y="425"/>
                        <a:pt x="1491" y="549"/>
                        <a:pt x="1499" y="681"/>
                      </a:cubicBezTo>
                      <a:cubicBezTo>
                        <a:pt x="1482" y="698"/>
                        <a:pt x="1466" y="723"/>
                        <a:pt x="1466" y="756"/>
                      </a:cubicBezTo>
                      <a:cubicBezTo>
                        <a:pt x="1466" y="781"/>
                        <a:pt x="1457" y="797"/>
                        <a:pt x="1457" y="822"/>
                      </a:cubicBezTo>
                      <a:cubicBezTo>
                        <a:pt x="1399" y="822"/>
                        <a:pt x="1341" y="864"/>
                        <a:pt x="1341" y="938"/>
                      </a:cubicBezTo>
                      <a:cubicBezTo>
                        <a:pt x="1341" y="980"/>
                        <a:pt x="1341" y="1021"/>
                        <a:pt x="1341" y="1063"/>
                      </a:cubicBezTo>
                      <a:cubicBezTo>
                        <a:pt x="1341" y="1104"/>
                        <a:pt x="1350" y="1137"/>
                        <a:pt x="1350" y="1179"/>
                      </a:cubicBezTo>
                      <a:cubicBezTo>
                        <a:pt x="1325" y="1195"/>
                        <a:pt x="1308" y="1220"/>
                        <a:pt x="1300" y="1253"/>
                      </a:cubicBezTo>
                      <a:cubicBezTo>
                        <a:pt x="1259" y="1261"/>
                        <a:pt x="1209" y="1303"/>
                        <a:pt x="1209" y="1361"/>
                      </a:cubicBezTo>
                      <a:cubicBezTo>
                        <a:pt x="1192" y="1618"/>
                        <a:pt x="1159" y="1866"/>
                        <a:pt x="1093" y="2115"/>
                      </a:cubicBezTo>
                      <a:cubicBezTo>
                        <a:pt x="1068" y="2099"/>
                        <a:pt x="1040" y="2091"/>
                        <a:pt x="1014" y="2091"/>
                      </a:cubicBezTo>
                      <a:cubicBezTo>
                        <a:pt x="968" y="2091"/>
                        <a:pt x="926" y="2116"/>
                        <a:pt x="911" y="2173"/>
                      </a:cubicBezTo>
                      <a:cubicBezTo>
                        <a:pt x="844" y="2521"/>
                        <a:pt x="745" y="2852"/>
                        <a:pt x="604" y="3167"/>
                      </a:cubicBezTo>
                      <a:cubicBezTo>
                        <a:pt x="529" y="3308"/>
                        <a:pt x="447" y="3441"/>
                        <a:pt x="372" y="3581"/>
                      </a:cubicBezTo>
                      <a:cubicBezTo>
                        <a:pt x="354" y="3575"/>
                        <a:pt x="335" y="3571"/>
                        <a:pt x="316" y="3571"/>
                      </a:cubicBezTo>
                      <a:cubicBezTo>
                        <a:pt x="268" y="3571"/>
                        <a:pt x="224" y="3596"/>
                        <a:pt x="206" y="3656"/>
                      </a:cubicBezTo>
                      <a:cubicBezTo>
                        <a:pt x="148" y="3830"/>
                        <a:pt x="90" y="4004"/>
                        <a:pt x="32" y="4178"/>
                      </a:cubicBezTo>
                      <a:cubicBezTo>
                        <a:pt x="0" y="4274"/>
                        <a:pt x="76" y="4333"/>
                        <a:pt x="155" y="4333"/>
                      </a:cubicBezTo>
                      <a:cubicBezTo>
                        <a:pt x="199" y="4333"/>
                        <a:pt x="243" y="4315"/>
                        <a:pt x="273" y="4277"/>
                      </a:cubicBezTo>
                      <a:cubicBezTo>
                        <a:pt x="331" y="4195"/>
                        <a:pt x="389" y="4112"/>
                        <a:pt x="438" y="4029"/>
                      </a:cubicBezTo>
                      <a:lnTo>
                        <a:pt x="438" y="4029"/>
                      </a:lnTo>
                      <a:cubicBezTo>
                        <a:pt x="430" y="4062"/>
                        <a:pt x="413" y="4103"/>
                        <a:pt x="405" y="4145"/>
                      </a:cubicBezTo>
                      <a:cubicBezTo>
                        <a:pt x="390" y="4180"/>
                        <a:pt x="420" y="4203"/>
                        <a:pt x="452" y="4203"/>
                      </a:cubicBezTo>
                      <a:cubicBezTo>
                        <a:pt x="473" y="4203"/>
                        <a:pt x="495" y="4193"/>
                        <a:pt x="505" y="4170"/>
                      </a:cubicBezTo>
                      <a:cubicBezTo>
                        <a:pt x="538" y="4070"/>
                        <a:pt x="571" y="3979"/>
                        <a:pt x="612" y="3880"/>
                      </a:cubicBezTo>
                      <a:cubicBezTo>
                        <a:pt x="627" y="3924"/>
                        <a:pt x="670" y="3953"/>
                        <a:pt x="712" y="3953"/>
                      </a:cubicBezTo>
                      <a:cubicBezTo>
                        <a:pt x="741" y="3953"/>
                        <a:pt x="769" y="3939"/>
                        <a:pt x="786" y="3905"/>
                      </a:cubicBezTo>
                      <a:cubicBezTo>
                        <a:pt x="786" y="3896"/>
                        <a:pt x="795" y="3888"/>
                        <a:pt x="795" y="3880"/>
                      </a:cubicBezTo>
                      <a:cubicBezTo>
                        <a:pt x="828" y="3805"/>
                        <a:pt x="853" y="3739"/>
                        <a:pt x="877" y="3664"/>
                      </a:cubicBezTo>
                      <a:cubicBezTo>
                        <a:pt x="904" y="3684"/>
                        <a:pt x="938" y="3694"/>
                        <a:pt x="971" y="3694"/>
                      </a:cubicBezTo>
                      <a:cubicBezTo>
                        <a:pt x="1021" y="3694"/>
                        <a:pt x="1070" y="3670"/>
                        <a:pt x="1085" y="3615"/>
                      </a:cubicBezTo>
                      <a:cubicBezTo>
                        <a:pt x="1126" y="3474"/>
                        <a:pt x="1159" y="3325"/>
                        <a:pt x="1192" y="3184"/>
                      </a:cubicBezTo>
                      <a:cubicBezTo>
                        <a:pt x="1242" y="3184"/>
                        <a:pt x="1283" y="3151"/>
                        <a:pt x="1292" y="3093"/>
                      </a:cubicBezTo>
                      <a:cubicBezTo>
                        <a:pt x="1333" y="2869"/>
                        <a:pt x="1366" y="2645"/>
                        <a:pt x="1391" y="2413"/>
                      </a:cubicBezTo>
                      <a:cubicBezTo>
                        <a:pt x="1398" y="2414"/>
                        <a:pt x="1404" y="2414"/>
                        <a:pt x="1411" y="2414"/>
                      </a:cubicBezTo>
                      <a:cubicBezTo>
                        <a:pt x="1470" y="2414"/>
                        <a:pt x="1525" y="2380"/>
                        <a:pt x="1532" y="2305"/>
                      </a:cubicBezTo>
                      <a:cubicBezTo>
                        <a:pt x="1540" y="2148"/>
                        <a:pt x="1540" y="1999"/>
                        <a:pt x="1540" y="1841"/>
                      </a:cubicBezTo>
                      <a:cubicBezTo>
                        <a:pt x="1550" y="1844"/>
                        <a:pt x="1560" y="1845"/>
                        <a:pt x="1570" y="1845"/>
                      </a:cubicBezTo>
                      <a:cubicBezTo>
                        <a:pt x="1627" y="1845"/>
                        <a:pt x="1682" y="1804"/>
                        <a:pt x="1689" y="1734"/>
                      </a:cubicBezTo>
                      <a:cubicBezTo>
                        <a:pt x="1689" y="1651"/>
                        <a:pt x="1698" y="1576"/>
                        <a:pt x="1698" y="1493"/>
                      </a:cubicBezTo>
                      <a:cubicBezTo>
                        <a:pt x="1747" y="1485"/>
                        <a:pt x="1789" y="1452"/>
                        <a:pt x="1789" y="1386"/>
                      </a:cubicBezTo>
                      <a:lnTo>
                        <a:pt x="1772" y="1046"/>
                      </a:lnTo>
                      <a:cubicBezTo>
                        <a:pt x="1772" y="1038"/>
                        <a:pt x="1772" y="1038"/>
                        <a:pt x="1772" y="1038"/>
                      </a:cubicBezTo>
                      <a:cubicBezTo>
                        <a:pt x="1830" y="723"/>
                        <a:pt x="1830" y="408"/>
                        <a:pt x="1789" y="93"/>
                      </a:cubicBezTo>
                      <a:cubicBezTo>
                        <a:pt x="1784" y="40"/>
                        <a:pt x="1731" y="1"/>
                        <a:pt x="1683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8" name="Google Shape;1618;p1"/>
                <p:cNvSpPr/>
                <p:nvPr/>
              </p:nvSpPr>
              <p:spPr>
                <a:xfrm>
                  <a:off x="596350" y="2820625"/>
                  <a:ext cx="50475" cy="99150"/>
                </a:xfrm>
                <a:custGeom>
                  <a:rect b="b" l="l" r="r" t="t"/>
                  <a:pathLst>
                    <a:path extrusionOk="0" h="3966" w="2019">
                      <a:moveTo>
                        <a:pt x="245" y="0"/>
                      </a:moveTo>
                      <a:cubicBezTo>
                        <a:pt x="220" y="8"/>
                        <a:pt x="204" y="17"/>
                        <a:pt x="187" y="33"/>
                      </a:cubicBezTo>
                      <a:cubicBezTo>
                        <a:pt x="154" y="50"/>
                        <a:pt x="129" y="83"/>
                        <a:pt x="129" y="124"/>
                      </a:cubicBezTo>
                      <a:cubicBezTo>
                        <a:pt x="137" y="166"/>
                        <a:pt x="137" y="199"/>
                        <a:pt x="146" y="240"/>
                      </a:cubicBezTo>
                      <a:cubicBezTo>
                        <a:pt x="137" y="323"/>
                        <a:pt x="129" y="414"/>
                        <a:pt x="129" y="497"/>
                      </a:cubicBezTo>
                      <a:lnTo>
                        <a:pt x="96" y="356"/>
                      </a:lnTo>
                      <a:cubicBezTo>
                        <a:pt x="92" y="330"/>
                        <a:pt x="70" y="317"/>
                        <a:pt x="49" y="317"/>
                      </a:cubicBezTo>
                      <a:cubicBezTo>
                        <a:pt x="25" y="317"/>
                        <a:pt x="0" y="334"/>
                        <a:pt x="5" y="365"/>
                      </a:cubicBezTo>
                      <a:cubicBezTo>
                        <a:pt x="38" y="887"/>
                        <a:pt x="129" y="1400"/>
                        <a:pt x="179" y="1914"/>
                      </a:cubicBezTo>
                      <a:cubicBezTo>
                        <a:pt x="185" y="1979"/>
                        <a:pt x="253" y="2024"/>
                        <a:pt x="310" y="2024"/>
                      </a:cubicBezTo>
                      <a:cubicBezTo>
                        <a:pt x="326" y="2024"/>
                        <a:pt x="340" y="2021"/>
                        <a:pt x="353" y="2014"/>
                      </a:cubicBezTo>
                      <a:cubicBezTo>
                        <a:pt x="369" y="2096"/>
                        <a:pt x="394" y="2179"/>
                        <a:pt x="419" y="2262"/>
                      </a:cubicBezTo>
                      <a:cubicBezTo>
                        <a:pt x="436" y="2320"/>
                        <a:pt x="477" y="2345"/>
                        <a:pt x="519" y="2345"/>
                      </a:cubicBezTo>
                      <a:cubicBezTo>
                        <a:pt x="543" y="2420"/>
                        <a:pt x="568" y="2486"/>
                        <a:pt x="593" y="2560"/>
                      </a:cubicBezTo>
                      <a:cubicBezTo>
                        <a:pt x="610" y="2602"/>
                        <a:pt x="635" y="2627"/>
                        <a:pt x="668" y="2635"/>
                      </a:cubicBezTo>
                      <a:cubicBezTo>
                        <a:pt x="726" y="2776"/>
                        <a:pt x="792" y="2908"/>
                        <a:pt x="850" y="3049"/>
                      </a:cubicBezTo>
                      <a:cubicBezTo>
                        <a:pt x="872" y="3087"/>
                        <a:pt x="911" y="3104"/>
                        <a:pt x="952" y="3104"/>
                      </a:cubicBezTo>
                      <a:cubicBezTo>
                        <a:pt x="974" y="3104"/>
                        <a:pt x="996" y="3099"/>
                        <a:pt x="1016" y="3091"/>
                      </a:cubicBezTo>
                      <a:cubicBezTo>
                        <a:pt x="1065" y="3182"/>
                        <a:pt x="1099" y="3265"/>
                        <a:pt x="1140" y="3356"/>
                      </a:cubicBezTo>
                      <a:cubicBezTo>
                        <a:pt x="1164" y="3397"/>
                        <a:pt x="1200" y="3413"/>
                        <a:pt x="1236" y="3413"/>
                      </a:cubicBezTo>
                      <a:cubicBezTo>
                        <a:pt x="1251" y="3413"/>
                        <a:pt x="1266" y="3410"/>
                        <a:pt x="1281" y="3406"/>
                      </a:cubicBezTo>
                      <a:cubicBezTo>
                        <a:pt x="1364" y="3546"/>
                        <a:pt x="1455" y="3687"/>
                        <a:pt x="1554" y="3820"/>
                      </a:cubicBezTo>
                      <a:cubicBezTo>
                        <a:pt x="1580" y="3861"/>
                        <a:pt x="1615" y="3877"/>
                        <a:pt x="1650" y="3877"/>
                      </a:cubicBezTo>
                      <a:cubicBezTo>
                        <a:pt x="1672" y="3877"/>
                        <a:pt x="1693" y="3871"/>
                        <a:pt x="1712" y="3861"/>
                      </a:cubicBezTo>
                      <a:cubicBezTo>
                        <a:pt x="1737" y="3886"/>
                        <a:pt x="1761" y="3911"/>
                        <a:pt x="1786" y="3936"/>
                      </a:cubicBezTo>
                      <a:cubicBezTo>
                        <a:pt x="1811" y="3956"/>
                        <a:pt x="1838" y="3965"/>
                        <a:pt x="1865" y="3965"/>
                      </a:cubicBezTo>
                      <a:cubicBezTo>
                        <a:pt x="1946" y="3965"/>
                        <a:pt x="2019" y="3882"/>
                        <a:pt x="1969" y="3795"/>
                      </a:cubicBezTo>
                      <a:lnTo>
                        <a:pt x="1969" y="3787"/>
                      </a:lnTo>
                      <a:cubicBezTo>
                        <a:pt x="1819" y="3505"/>
                        <a:pt x="1637" y="3232"/>
                        <a:pt x="1438" y="2983"/>
                      </a:cubicBezTo>
                      <a:cubicBezTo>
                        <a:pt x="1430" y="2975"/>
                        <a:pt x="1430" y="2966"/>
                        <a:pt x="1422" y="2958"/>
                      </a:cubicBezTo>
                      <a:cubicBezTo>
                        <a:pt x="1405" y="2933"/>
                        <a:pt x="1372" y="2925"/>
                        <a:pt x="1339" y="2925"/>
                      </a:cubicBezTo>
                      <a:cubicBezTo>
                        <a:pt x="1239" y="2743"/>
                        <a:pt x="1148" y="2560"/>
                        <a:pt x="1065" y="2378"/>
                      </a:cubicBezTo>
                      <a:cubicBezTo>
                        <a:pt x="825" y="1864"/>
                        <a:pt x="643" y="1326"/>
                        <a:pt x="510" y="771"/>
                      </a:cubicBezTo>
                      <a:cubicBezTo>
                        <a:pt x="502" y="729"/>
                        <a:pt x="477" y="704"/>
                        <a:pt x="444" y="696"/>
                      </a:cubicBezTo>
                      <a:cubicBezTo>
                        <a:pt x="427" y="489"/>
                        <a:pt x="403" y="290"/>
                        <a:pt x="369" y="83"/>
                      </a:cubicBezTo>
                      <a:cubicBezTo>
                        <a:pt x="361" y="25"/>
                        <a:pt x="295" y="0"/>
                        <a:pt x="245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9" name="Google Shape;1619;p1"/>
                <p:cNvSpPr/>
                <p:nvPr/>
              </p:nvSpPr>
              <p:spPr>
                <a:xfrm>
                  <a:off x="613025" y="2847300"/>
                  <a:ext cx="4375" cy="10750"/>
                </a:xfrm>
                <a:custGeom>
                  <a:rect b="b" l="l" r="r" t="t"/>
                  <a:pathLst>
                    <a:path extrusionOk="0" h="430" w="175">
                      <a:moveTo>
                        <a:pt x="77" y="1"/>
                      </a:moveTo>
                      <a:cubicBezTo>
                        <a:pt x="74" y="1"/>
                        <a:pt x="71" y="1"/>
                        <a:pt x="67" y="2"/>
                      </a:cubicBezTo>
                      <a:cubicBezTo>
                        <a:pt x="34" y="2"/>
                        <a:pt x="9" y="27"/>
                        <a:pt x="1" y="60"/>
                      </a:cubicBezTo>
                      <a:cubicBezTo>
                        <a:pt x="1" y="118"/>
                        <a:pt x="17" y="176"/>
                        <a:pt x="26" y="234"/>
                      </a:cubicBezTo>
                      <a:cubicBezTo>
                        <a:pt x="42" y="284"/>
                        <a:pt x="50" y="342"/>
                        <a:pt x="67" y="391"/>
                      </a:cubicBezTo>
                      <a:cubicBezTo>
                        <a:pt x="80" y="411"/>
                        <a:pt x="98" y="430"/>
                        <a:pt x="117" y="430"/>
                      </a:cubicBezTo>
                      <a:cubicBezTo>
                        <a:pt x="122" y="430"/>
                        <a:pt x="128" y="428"/>
                        <a:pt x="133" y="425"/>
                      </a:cubicBezTo>
                      <a:cubicBezTo>
                        <a:pt x="158" y="416"/>
                        <a:pt x="175" y="391"/>
                        <a:pt x="166" y="367"/>
                      </a:cubicBezTo>
                      <a:lnTo>
                        <a:pt x="175" y="367"/>
                      </a:lnTo>
                      <a:cubicBezTo>
                        <a:pt x="158" y="317"/>
                        <a:pt x="142" y="259"/>
                        <a:pt x="133" y="217"/>
                      </a:cubicBezTo>
                      <a:cubicBezTo>
                        <a:pt x="125" y="168"/>
                        <a:pt x="133" y="110"/>
                        <a:pt x="125" y="60"/>
                      </a:cubicBezTo>
                      <a:cubicBezTo>
                        <a:pt x="125" y="30"/>
                        <a:pt x="105" y="1"/>
                        <a:pt x="7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0" name="Google Shape;1620;p1"/>
                <p:cNvSpPr/>
                <p:nvPr/>
              </p:nvSpPr>
              <p:spPr>
                <a:xfrm>
                  <a:off x="619250" y="2852675"/>
                  <a:ext cx="2300" cy="12400"/>
                </a:xfrm>
                <a:custGeom>
                  <a:rect b="b" l="l" r="r" t="t"/>
                  <a:pathLst>
                    <a:path extrusionOk="0" h="496" w="92">
                      <a:moveTo>
                        <a:pt x="46" y="0"/>
                      </a:moveTo>
                      <a:cubicBezTo>
                        <a:pt x="23" y="0"/>
                        <a:pt x="0" y="15"/>
                        <a:pt x="0" y="44"/>
                      </a:cubicBezTo>
                      <a:cubicBezTo>
                        <a:pt x="0" y="110"/>
                        <a:pt x="0" y="185"/>
                        <a:pt x="0" y="251"/>
                      </a:cubicBezTo>
                      <a:cubicBezTo>
                        <a:pt x="0" y="317"/>
                        <a:pt x="0" y="392"/>
                        <a:pt x="9" y="458"/>
                      </a:cubicBezTo>
                      <a:cubicBezTo>
                        <a:pt x="9" y="483"/>
                        <a:pt x="27" y="495"/>
                        <a:pt x="46" y="495"/>
                      </a:cubicBezTo>
                      <a:cubicBezTo>
                        <a:pt x="65" y="495"/>
                        <a:pt x="83" y="483"/>
                        <a:pt x="83" y="458"/>
                      </a:cubicBezTo>
                      <a:cubicBezTo>
                        <a:pt x="91" y="392"/>
                        <a:pt x="91" y="317"/>
                        <a:pt x="91" y="251"/>
                      </a:cubicBezTo>
                      <a:cubicBezTo>
                        <a:pt x="91" y="185"/>
                        <a:pt x="91" y="110"/>
                        <a:pt x="91" y="44"/>
                      </a:cubicBezTo>
                      <a:cubicBezTo>
                        <a:pt x="91" y="15"/>
                        <a:pt x="69" y="0"/>
                        <a:pt x="4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1" name="Google Shape;1621;p1"/>
                <p:cNvSpPr/>
                <p:nvPr/>
              </p:nvSpPr>
              <p:spPr>
                <a:xfrm>
                  <a:off x="621325" y="2863275"/>
                  <a:ext cx="3550" cy="8000"/>
                </a:xfrm>
                <a:custGeom>
                  <a:rect b="b" l="l" r="r" t="t"/>
                  <a:pathLst>
                    <a:path extrusionOk="0" h="320" w="142">
                      <a:moveTo>
                        <a:pt x="42" y="1"/>
                      </a:moveTo>
                      <a:cubicBezTo>
                        <a:pt x="33" y="1"/>
                        <a:pt x="17" y="9"/>
                        <a:pt x="17" y="26"/>
                      </a:cubicBezTo>
                      <a:cubicBezTo>
                        <a:pt x="8" y="51"/>
                        <a:pt x="0" y="67"/>
                        <a:pt x="8" y="92"/>
                      </a:cubicBezTo>
                      <a:cubicBezTo>
                        <a:pt x="8" y="109"/>
                        <a:pt x="8" y="134"/>
                        <a:pt x="8" y="150"/>
                      </a:cubicBezTo>
                      <a:cubicBezTo>
                        <a:pt x="17" y="192"/>
                        <a:pt x="25" y="233"/>
                        <a:pt x="33" y="274"/>
                      </a:cubicBezTo>
                      <a:cubicBezTo>
                        <a:pt x="33" y="291"/>
                        <a:pt x="42" y="308"/>
                        <a:pt x="58" y="308"/>
                      </a:cubicBezTo>
                      <a:cubicBezTo>
                        <a:pt x="64" y="313"/>
                        <a:pt x="74" y="319"/>
                        <a:pt x="85" y="319"/>
                      </a:cubicBezTo>
                      <a:cubicBezTo>
                        <a:pt x="90" y="319"/>
                        <a:pt x="95" y="318"/>
                        <a:pt x="100" y="316"/>
                      </a:cubicBezTo>
                      <a:cubicBezTo>
                        <a:pt x="133" y="308"/>
                        <a:pt x="141" y="274"/>
                        <a:pt x="141" y="250"/>
                      </a:cubicBezTo>
                      <a:cubicBezTo>
                        <a:pt x="133" y="208"/>
                        <a:pt x="124" y="167"/>
                        <a:pt x="116" y="134"/>
                      </a:cubicBezTo>
                      <a:cubicBezTo>
                        <a:pt x="116" y="117"/>
                        <a:pt x="108" y="92"/>
                        <a:pt x="108" y="76"/>
                      </a:cubicBezTo>
                      <a:cubicBezTo>
                        <a:pt x="100" y="51"/>
                        <a:pt x="91" y="34"/>
                        <a:pt x="83" y="18"/>
                      </a:cubicBezTo>
                      <a:cubicBezTo>
                        <a:pt x="75" y="9"/>
                        <a:pt x="58" y="1"/>
                        <a:pt x="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2" name="Google Shape;1622;p1"/>
                <p:cNvSpPr/>
                <p:nvPr/>
              </p:nvSpPr>
              <p:spPr>
                <a:xfrm>
                  <a:off x="857250" y="2847425"/>
                  <a:ext cx="5400" cy="17050"/>
                </a:xfrm>
                <a:custGeom>
                  <a:rect b="b" l="l" r="r" t="t"/>
                  <a:pathLst>
                    <a:path extrusionOk="0" h="682" w="216">
                      <a:moveTo>
                        <a:pt x="140" y="1"/>
                      </a:moveTo>
                      <a:cubicBezTo>
                        <a:pt x="122" y="1"/>
                        <a:pt x="104" y="12"/>
                        <a:pt x="100" y="30"/>
                      </a:cubicBezTo>
                      <a:cubicBezTo>
                        <a:pt x="83" y="80"/>
                        <a:pt x="91" y="130"/>
                        <a:pt x="83" y="179"/>
                      </a:cubicBezTo>
                      <a:cubicBezTo>
                        <a:pt x="83" y="229"/>
                        <a:pt x="75" y="270"/>
                        <a:pt x="75" y="320"/>
                      </a:cubicBezTo>
                      <a:cubicBezTo>
                        <a:pt x="67" y="420"/>
                        <a:pt x="42" y="511"/>
                        <a:pt x="9" y="602"/>
                      </a:cubicBezTo>
                      <a:cubicBezTo>
                        <a:pt x="0" y="635"/>
                        <a:pt x="25" y="668"/>
                        <a:pt x="58" y="676"/>
                      </a:cubicBezTo>
                      <a:cubicBezTo>
                        <a:pt x="66" y="680"/>
                        <a:pt x="73" y="682"/>
                        <a:pt x="80" y="682"/>
                      </a:cubicBezTo>
                      <a:cubicBezTo>
                        <a:pt x="105" y="682"/>
                        <a:pt x="126" y="661"/>
                        <a:pt x="133" y="635"/>
                      </a:cubicBezTo>
                      <a:cubicBezTo>
                        <a:pt x="174" y="536"/>
                        <a:pt x="199" y="436"/>
                        <a:pt x="207" y="328"/>
                      </a:cubicBezTo>
                      <a:cubicBezTo>
                        <a:pt x="216" y="279"/>
                        <a:pt x="207" y="229"/>
                        <a:pt x="207" y="179"/>
                      </a:cubicBezTo>
                      <a:cubicBezTo>
                        <a:pt x="207" y="121"/>
                        <a:pt x="199" y="72"/>
                        <a:pt x="174" y="22"/>
                      </a:cubicBezTo>
                      <a:cubicBezTo>
                        <a:pt x="167" y="7"/>
                        <a:pt x="153" y="1"/>
                        <a:pt x="14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3" name="Google Shape;1623;p1"/>
                <p:cNvSpPr/>
                <p:nvPr/>
              </p:nvSpPr>
              <p:spPr>
                <a:xfrm>
                  <a:off x="863450" y="2829725"/>
                  <a:ext cx="3350" cy="13650"/>
                </a:xfrm>
                <a:custGeom>
                  <a:rect b="b" l="l" r="r" t="t"/>
                  <a:pathLst>
                    <a:path extrusionOk="0" h="546" w="134">
                      <a:moveTo>
                        <a:pt x="71" y="1"/>
                      </a:moveTo>
                      <a:cubicBezTo>
                        <a:pt x="55" y="1"/>
                        <a:pt x="38" y="9"/>
                        <a:pt x="34" y="26"/>
                      </a:cubicBezTo>
                      <a:cubicBezTo>
                        <a:pt x="26" y="67"/>
                        <a:pt x="26" y="100"/>
                        <a:pt x="17" y="142"/>
                      </a:cubicBezTo>
                      <a:cubicBezTo>
                        <a:pt x="17" y="175"/>
                        <a:pt x="17" y="216"/>
                        <a:pt x="9" y="249"/>
                      </a:cubicBezTo>
                      <a:cubicBezTo>
                        <a:pt x="1" y="332"/>
                        <a:pt x="9" y="407"/>
                        <a:pt x="9" y="490"/>
                      </a:cubicBezTo>
                      <a:cubicBezTo>
                        <a:pt x="9" y="527"/>
                        <a:pt x="38" y="546"/>
                        <a:pt x="67" y="546"/>
                      </a:cubicBezTo>
                      <a:cubicBezTo>
                        <a:pt x="96" y="546"/>
                        <a:pt x="125" y="527"/>
                        <a:pt x="125" y="490"/>
                      </a:cubicBezTo>
                      <a:cubicBezTo>
                        <a:pt x="125" y="407"/>
                        <a:pt x="133" y="332"/>
                        <a:pt x="125" y="249"/>
                      </a:cubicBezTo>
                      <a:cubicBezTo>
                        <a:pt x="109" y="175"/>
                        <a:pt x="117" y="100"/>
                        <a:pt x="109" y="26"/>
                      </a:cubicBezTo>
                      <a:cubicBezTo>
                        <a:pt x="104" y="9"/>
                        <a:pt x="88" y="1"/>
                        <a:pt x="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4" name="Google Shape;1624;p1"/>
                <p:cNvSpPr/>
                <p:nvPr/>
              </p:nvSpPr>
              <p:spPr>
                <a:xfrm>
                  <a:off x="870700" y="2799500"/>
                  <a:ext cx="1900" cy="3525"/>
                </a:xfrm>
                <a:custGeom>
                  <a:rect b="b" l="l" r="r" t="t"/>
                  <a:pathLst>
                    <a:path extrusionOk="0" h="141" w="76">
                      <a:moveTo>
                        <a:pt x="17" y="0"/>
                      </a:moveTo>
                      <a:cubicBezTo>
                        <a:pt x="9" y="0"/>
                        <a:pt x="1" y="8"/>
                        <a:pt x="1" y="8"/>
                      </a:cubicBezTo>
                      <a:cubicBezTo>
                        <a:pt x="1" y="17"/>
                        <a:pt x="1" y="25"/>
                        <a:pt x="1" y="33"/>
                      </a:cubicBezTo>
                      <a:lnTo>
                        <a:pt x="9" y="116"/>
                      </a:lnTo>
                      <a:cubicBezTo>
                        <a:pt x="9" y="124"/>
                        <a:pt x="17" y="133"/>
                        <a:pt x="26" y="141"/>
                      </a:cubicBezTo>
                      <a:lnTo>
                        <a:pt x="51" y="141"/>
                      </a:lnTo>
                      <a:cubicBezTo>
                        <a:pt x="67" y="133"/>
                        <a:pt x="75" y="116"/>
                        <a:pt x="67" y="108"/>
                      </a:cubicBezTo>
                      <a:cubicBezTo>
                        <a:pt x="59" y="75"/>
                        <a:pt x="51" y="50"/>
                        <a:pt x="51" y="17"/>
                      </a:cubicBezTo>
                      <a:cubicBezTo>
                        <a:pt x="42" y="8"/>
                        <a:pt x="26" y="0"/>
                        <a:pt x="1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5" name="Google Shape;1625;p1"/>
                <p:cNvSpPr/>
                <p:nvPr/>
              </p:nvSpPr>
              <p:spPr>
                <a:xfrm>
                  <a:off x="688075" y="2915975"/>
                  <a:ext cx="150550" cy="59600"/>
                </a:xfrm>
                <a:custGeom>
                  <a:rect b="b" l="l" r="r" t="t"/>
                  <a:pathLst>
                    <a:path extrusionOk="0" h="2384" w="6022">
                      <a:moveTo>
                        <a:pt x="5210" y="1489"/>
                      </a:moveTo>
                      <a:cubicBezTo>
                        <a:pt x="5185" y="1522"/>
                        <a:pt x="5168" y="1555"/>
                        <a:pt x="5143" y="1588"/>
                      </a:cubicBezTo>
                      <a:cubicBezTo>
                        <a:pt x="5143" y="1580"/>
                        <a:pt x="5135" y="1572"/>
                        <a:pt x="5119" y="1563"/>
                      </a:cubicBezTo>
                      <a:cubicBezTo>
                        <a:pt x="5152" y="1539"/>
                        <a:pt x="5177" y="1514"/>
                        <a:pt x="5210" y="1489"/>
                      </a:cubicBezTo>
                      <a:close/>
                      <a:moveTo>
                        <a:pt x="4413" y="0"/>
                      </a:moveTo>
                      <a:cubicBezTo>
                        <a:pt x="4384" y="0"/>
                        <a:pt x="4355" y="10"/>
                        <a:pt x="4331" y="31"/>
                      </a:cubicBezTo>
                      <a:cubicBezTo>
                        <a:pt x="4290" y="72"/>
                        <a:pt x="4265" y="122"/>
                        <a:pt x="4240" y="163"/>
                      </a:cubicBezTo>
                      <a:cubicBezTo>
                        <a:pt x="4234" y="162"/>
                        <a:pt x="4227" y="161"/>
                        <a:pt x="4220" y="161"/>
                      </a:cubicBezTo>
                      <a:cubicBezTo>
                        <a:pt x="4184" y="161"/>
                        <a:pt x="4149" y="181"/>
                        <a:pt x="4149" y="230"/>
                      </a:cubicBezTo>
                      <a:cubicBezTo>
                        <a:pt x="4133" y="354"/>
                        <a:pt x="4025" y="461"/>
                        <a:pt x="3925" y="536"/>
                      </a:cubicBezTo>
                      <a:cubicBezTo>
                        <a:pt x="3917" y="544"/>
                        <a:pt x="3909" y="553"/>
                        <a:pt x="3901" y="561"/>
                      </a:cubicBezTo>
                      <a:cubicBezTo>
                        <a:pt x="3892" y="569"/>
                        <a:pt x="3884" y="569"/>
                        <a:pt x="3876" y="577"/>
                      </a:cubicBezTo>
                      <a:cubicBezTo>
                        <a:pt x="3826" y="611"/>
                        <a:pt x="3776" y="644"/>
                        <a:pt x="3727" y="669"/>
                      </a:cubicBezTo>
                      <a:lnTo>
                        <a:pt x="3702" y="669"/>
                      </a:lnTo>
                      <a:cubicBezTo>
                        <a:pt x="3694" y="667"/>
                        <a:pt x="3687" y="666"/>
                        <a:pt x="3680" y="666"/>
                      </a:cubicBezTo>
                      <a:cubicBezTo>
                        <a:pt x="3649" y="666"/>
                        <a:pt x="3623" y="681"/>
                        <a:pt x="3602" y="702"/>
                      </a:cubicBezTo>
                      <a:cubicBezTo>
                        <a:pt x="3595" y="701"/>
                        <a:pt x="3588" y="700"/>
                        <a:pt x="3581" y="700"/>
                      </a:cubicBezTo>
                      <a:cubicBezTo>
                        <a:pt x="3529" y="700"/>
                        <a:pt x="3476" y="727"/>
                        <a:pt x="3461" y="785"/>
                      </a:cubicBezTo>
                      <a:cubicBezTo>
                        <a:pt x="3445" y="834"/>
                        <a:pt x="3428" y="884"/>
                        <a:pt x="3420" y="934"/>
                      </a:cubicBezTo>
                      <a:cubicBezTo>
                        <a:pt x="3420" y="942"/>
                        <a:pt x="3412" y="942"/>
                        <a:pt x="3412" y="950"/>
                      </a:cubicBezTo>
                      <a:cubicBezTo>
                        <a:pt x="3379" y="975"/>
                        <a:pt x="3354" y="1017"/>
                        <a:pt x="3345" y="1058"/>
                      </a:cubicBezTo>
                      <a:cubicBezTo>
                        <a:pt x="3287" y="1174"/>
                        <a:pt x="3271" y="1290"/>
                        <a:pt x="3304" y="1406"/>
                      </a:cubicBezTo>
                      <a:cubicBezTo>
                        <a:pt x="3304" y="1447"/>
                        <a:pt x="3312" y="1497"/>
                        <a:pt x="3321" y="1539"/>
                      </a:cubicBezTo>
                      <a:lnTo>
                        <a:pt x="3271" y="1539"/>
                      </a:lnTo>
                      <a:cubicBezTo>
                        <a:pt x="3254" y="1530"/>
                        <a:pt x="3238" y="1530"/>
                        <a:pt x="3213" y="1522"/>
                      </a:cubicBezTo>
                      <a:cubicBezTo>
                        <a:pt x="3188" y="1514"/>
                        <a:pt x="3155" y="1505"/>
                        <a:pt x="3122" y="1497"/>
                      </a:cubicBezTo>
                      <a:cubicBezTo>
                        <a:pt x="3122" y="1489"/>
                        <a:pt x="3130" y="1481"/>
                        <a:pt x="3130" y="1472"/>
                      </a:cubicBezTo>
                      <a:cubicBezTo>
                        <a:pt x="3155" y="1464"/>
                        <a:pt x="3171" y="1439"/>
                        <a:pt x="3180" y="1406"/>
                      </a:cubicBezTo>
                      <a:cubicBezTo>
                        <a:pt x="3205" y="1331"/>
                        <a:pt x="3221" y="1240"/>
                        <a:pt x="3221" y="1157"/>
                      </a:cubicBezTo>
                      <a:cubicBezTo>
                        <a:pt x="3221" y="1091"/>
                        <a:pt x="3205" y="1041"/>
                        <a:pt x="3171" y="1000"/>
                      </a:cubicBezTo>
                      <a:cubicBezTo>
                        <a:pt x="3171" y="992"/>
                        <a:pt x="3171" y="983"/>
                        <a:pt x="3171" y="975"/>
                      </a:cubicBezTo>
                      <a:cubicBezTo>
                        <a:pt x="3163" y="934"/>
                        <a:pt x="3138" y="909"/>
                        <a:pt x="3097" y="892"/>
                      </a:cubicBezTo>
                      <a:cubicBezTo>
                        <a:pt x="3097" y="892"/>
                        <a:pt x="3097" y="892"/>
                        <a:pt x="3089" y="884"/>
                      </a:cubicBezTo>
                      <a:cubicBezTo>
                        <a:pt x="3089" y="884"/>
                        <a:pt x="3089" y="884"/>
                        <a:pt x="3089" y="876"/>
                      </a:cubicBezTo>
                      <a:cubicBezTo>
                        <a:pt x="3072" y="768"/>
                        <a:pt x="3022" y="652"/>
                        <a:pt x="2906" y="627"/>
                      </a:cubicBezTo>
                      <a:cubicBezTo>
                        <a:pt x="2891" y="621"/>
                        <a:pt x="2872" y="619"/>
                        <a:pt x="2853" y="619"/>
                      </a:cubicBezTo>
                      <a:cubicBezTo>
                        <a:pt x="2832" y="619"/>
                        <a:pt x="2811" y="621"/>
                        <a:pt x="2792" y="621"/>
                      </a:cubicBezTo>
                      <a:cubicBezTo>
                        <a:pt x="2782" y="621"/>
                        <a:pt x="2773" y="621"/>
                        <a:pt x="2765" y="619"/>
                      </a:cubicBezTo>
                      <a:cubicBezTo>
                        <a:pt x="2749" y="611"/>
                        <a:pt x="2716" y="586"/>
                        <a:pt x="2691" y="569"/>
                      </a:cubicBezTo>
                      <a:cubicBezTo>
                        <a:pt x="2624" y="517"/>
                        <a:pt x="2551" y="459"/>
                        <a:pt x="2465" y="459"/>
                      </a:cubicBezTo>
                      <a:cubicBezTo>
                        <a:pt x="2455" y="459"/>
                        <a:pt x="2445" y="460"/>
                        <a:pt x="2434" y="461"/>
                      </a:cubicBezTo>
                      <a:cubicBezTo>
                        <a:pt x="2401" y="461"/>
                        <a:pt x="2368" y="478"/>
                        <a:pt x="2343" y="511"/>
                      </a:cubicBezTo>
                      <a:cubicBezTo>
                        <a:pt x="2318" y="503"/>
                        <a:pt x="2293" y="495"/>
                        <a:pt x="2260" y="486"/>
                      </a:cubicBezTo>
                      <a:cubicBezTo>
                        <a:pt x="2227" y="461"/>
                        <a:pt x="2185" y="437"/>
                        <a:pt x="2152" y="420"/>
                      </a:cubicBezTo>
                      <a:cubicBezTo>
                        <a:pt x="2129" y="414"/>
                        <a:pt x="2110" y="408"/>
                        <a:pt x="2092" y="408"/>
                      </a:cubicBezTo>
                      <a:cubicBezTo>
                        <a:pt x="2084" y="408"/>
                        <a:pt x="2077" y="409"/>
                        <a:pt x="2069" y="412"/>
                      </a:cubicBezTo>
                      <a:cubicBezTo>
                        <a:pt x="2053" y="362"/>
                        <a:pt x="2045" y="321"/>
                        <a:pt x="2053" y="263"/>
                      </a:cubicBezTo>
                      <a:cubicBezTo>
                        <a:pt x="2058" y="224"/>
                        <a:pt x="2020" y="186"/>
                        <a:pt x="1984" y="186"/>
                      </a:cubicBezTo>
                      <a:cubicBezTo>
                        <a:pt x="1966" y="186"/>
                        <a:pt x="1948" y="196"/>
                        <a:pt x="1937" y="221"/>
                      </a:cubicBezTo>
                      <a:cubicBezTo>
                        <a:pt x="1788" y="528"/>
                        <a:pt x="2094" y="826"/>
                        <a:pt x="2368" y="917"/>
                      </a:cubicBezTo>
                      <a:cubicBezTo>
                        <a:pt x="2409" y="925"/>
                        <a:pt x="2451" y="934"/>
                        <a:pt x="2484" y="942"/>
                      </a:cubicBezTo>
                      <a:cubicBezTo>
                        <a:pt x="2567" y="1008"/>
                        <a:pt x="2633" y="1083"/>
                        <a:pt x="2699" y="1166"/>
                      </a:cubicBezTo>
                      <a:cubicBezTo>
                        <a:pt x="2707" y="1257"/>
                        <a:pt x="2724" y="1348"/>
                        <a:pt x="2749" y="1431"/>
                      </a:cubicBezTo>
                      <a:cubicBezTo>
                        <a:pt x="2707" y="1431"/>
                        <a:pt x="2674" y="1431"/>
                        <a:pt x="2633" y="1439"/>
                      </a:cubicBezTo>
                      <a:cubicBezTo>
                        <a:pt x="2401" y="1472"/>
                        <a:pt x="2202" y="1580"/>
                        <a:pt x="1987" y="1671"/>
                      </a:cubicBezTo>
                      <a:cubicBezTo>
                        <a:pt x="1887" y="1679"/>
                        <a:pt x="1779" y="1688"/>
                        <a:pt x="1672" y="1688"/>
                      </a:cubicBezTo>
                      <a:cubicBezTo>
                        <a:pt x="1589" y="1655"/>
                        <a:pt x="1506" y="1621"/>
                        <a:pt x="1423" y="1580"/>
                      </a:cubicBezTo>
                      <a:cubicBezTo>
                        <a:pt x="1299" y="1505"/>
                        <a:pt x="1166" y="1439"/>
                        <a:pt x="1025" y="1398"/>
                      </a:cubicBezTo>
                      <a:lnTo>
                        <a:pt x="992" y="1398"/>
                      </a:lnTo>
                      <a:cubicBezTo>
                        <a:pt x="951" y="1365"/>
                        <a:pt x="909" y="1340"/>
                        <a:pt x="876" y="1307"/>
                      </a:cubicBezTo>
                      <a:cubicBezTo>
                        <a:pt x="849" y="1283"/>
                        <a:pt x="817" y="1272"/>
                        <a:pt x="786" y="1272"/>
                      </a:cubicBezTo>
                      <a:cubicBezTo>
                        <a:pt x="753" y="1272"/>
                        <a:pt x="720" y="1285"/>
                        <a:pt x="694" y="1307"/>
                      </a:cubicBezTo>
                      <a:cubicBezTo>
                        <a:pt x="681" y="1303"/>
                        <a:pt x="669" y="1301"/>
                        <a:pt x="657" y="1301"/>
                      </a:cubicBezTo>
                      <a:cubicBezTo>
                        <a:pt x="615" y="1301"/>
                        <a:pt x="579" y="1322"/>
                        <a:pt x="553" y="1348"/>
                      </a:cubicBezTo>
                      <a:cubicBezTo>
                        <a:pt x="455" y="1297"/>
                        <a:pt x="354" y="1258"/>
                        <a:pt x="250" y="1258"/>
                      </a:cubicBezTo>
                      <a:cubicBezTo>
                        <a:pt x="187" y="1258"/>
                        <a:pt x="122" y="1272"/>
                        <a:pt x="56" y="1307"/>
                      </a:cubicBezTo>
                      <a:cubicBezTo>
                        <a:pt x="1" y="1338"/>
                        <a:pt x="36" y="1415"/>
                        <a:pt x="97" y="1415"/>
                      </a:cubicBezTo>
                      <a:cubicBezTo>
                        <a:pt x="100" y="1415"/>
                        <a:pt x="103" y="1415"/>
                        <a:pt x="106" y="1414"/>
                      </a:cubicBezTo>
                      <a:cubicBezTo>
                        <a:pt x="123" y="1410"/>
                        <a:pt x="141" y="1408"/>
                        <a:pt x="158" y="1408"/>
                      </a:cubicBezTo>
                      <a:cubicBezTo>
                        <a:pt x="246" y="1408"/>
                        <a:pt x="328" y="1457"/>
                        <a:pt x="404" y="1505"/>
                      </a:cubicBezTo>
                      <a:cubicBezTo>
                        <a:pt x="512" y="1563"/>
                        <a:pt x="611" y="1638"/>
                        <a:pt x="719" y="1713"/>
                      </a:cubicBezTo>
                      <a:cubicBezTo>
                        <a:pt x="760" y="1746"/>
                        <a:pt x="810" y="1779"/>
                        <a:pt x="860" y="1812"/>
                      </a:cubicBezTo>
                      <a:cubicBezTo>
                        <a:pt x="918" y="1853"/>
                        <a:pt x="984" y="1903"/>
                        <a:pt x="1050" y="1936"/>
                      </a:cubicBezTo>
                      <a:cubicBezTo>
                        <a:pt x="1141" y="2003"/>
                        <a:pt x="1241" y="2077"/>
                        <a:pt x="1340" y="2135"/>
                      </a:cubicBezTo>
                      <a:cubicBezTo>
                        <a:pt x="1514" y="2259"/>
                        <a:pt x="1713" y="2384"/>
                        <a:pt x="1937" y="2384"/>
                      </a:cubicBezTo>
                      <a:cubicBezTo>
                        <a:pt x="2161" y="2375"/>
                        <a:pt x="2359" y="2259"/>
                        <a:pt x="2550" y="2152"/>
                      </a:cubicBezTo>
                      <a:cubicBezTo>
                        <a:pt x="2558" y="2152"/>
                        <a:pt x="2558" y="2143"/>
                        <a:pt x="2567" y="2143"/>
                      </a:cubicBezTo>
                      <a:lnTo>
                        <a:pt x="2633" y="2135"/>
                      </a:lnTo>
                      <a:cubicBezTo>
                        <a:pt x="2683" y="2135"/>
                        <a:pt x="2732" y="2127"/>
                        <a:pt x="2782" y="2119"/>
                      </a:cubicBezTo>
                      <a:cubicBezTo>
                        <a:pt x="2956" y="2102"/>
                        <a:pt x="3122" y="2094"/>
                        <a:pt x="3296" y="2085"/>
                      </a:cubicBezTo>
                      <a:cubicBezTo>
                        <a:pt x="3312" y="2085"/>
                        <a:pt x="3329" y="2085"/>
                        <a:pt x="3345" y="2077"/>
                      </a:cubicBezTo>
                      <a:cubicBezTo>
                        <a:pt x="3387" y="2085"/>
                        <a:pt x="3428" y="2094"/>
                        <a:pt x="3470" y="2110"/>
                      </a:cubicBezTo>
                      <a:cubicBezTo>
                        <a:pt x="3553" y="2143"/>
                        <a:pt x="3635" y="2185"/>
                        <a:pt x="3727" y="2218"/>
                      </a:cubicBezTo>
                      <a:cubicBezTo>
                        <a:pt x="3830" y="2267"/>
                        <a:pt x="3928" y="2297"/>
                        <a:pt x="4036" y="2297"/>
                      </a:cubicBezTo>
                      <a:cubicBezTo>
                        <a:pt x="4075" y="2297"/>
                        <a:pt x="4115" y="2293"/>
                        <a:pt x="4157" y="2284"/>
                      </a:cubicBezTo>
                      <a:cubicBezTo>
                        <a:pt x="4282" y="2268"/>
                        <a:pt x="4398" y="2235"/>
                        <a:pt x="4522" y="2201"/>
                      </a:cubicBezTo>
                      <a:cubicBezTo>
                        <a:pt x="4537" y="2202"/>
                        <a:pt x="4552" y="2202"/>
                        <a:pt x="4567" y="2202"/>
                      </a:cubicBezTo>
                      <a:cubicBezTo>
                        <a:pt x="4766" y="2202"/>
                        <a:pt x="4958" y="2149"/>
                        <a:pt x="5135" y="2003"/>
                      </a:cubicBezTo>
                      <a:cubicBezTo>
                        <a:pt x="5143" y="1994"/>
                        <a:pt x="5160" y="1978"/>
                        <a:pt x="5177" y="1969"/>
                      </a:cubicBezTo>
                      <a:cubicBezTo>
                        <a:pt x="5201" y="1953"/>
                        <a:pt x="5235" y="1936"/>
                        <a:pt x="5268" y="1911"/>
                      </a:cubicBezTo>
                      <a:cubicBezTo>
                        <a:pt x="5384" y="1829"/>
                        <a:pt x="5483" y="1729"/>
                        <a:pt x="5558" y="1613"/>
                      </a:cubicBezTo>
                      <a:cubicBezTo>
                        <a:pt x="5591" y="1613"/>
                        <a:pt x="5624" y="1597"/>
                        <a:pt x="5641" y="1555"/>
                      </a:cubicBezTo>
                      <a:cubicBezTo>
                        <a:pt x="5699" y="1447"/>
                        <a:pt x="5740" y="1340"/>
                        <a:pt x="5773" y="1224"/>
                      </a:cubicBezTo>
                      <a:cubicBezTo>
                        <a:pt x="5781" y="1215"/>
                        <a:pt x="5781" y="1215"/>
                        <a:pt x="5790" y="1207"/>
                      </a:cubicBezTo>
                      <a:cubicBezTo>
                        <a:pt x="5873" y="1025"/>
                        <a:pt x="5947" y="826"/>
                        <a:pt x="5980" y="627"/>
                      </a:cubicBezTo>
                      <a:cubicBezTo>
                        <a:pt x="5997" y="536"/>
                        <a:pt x="6022" y="420"/>
                        <a:pt x="5997" y="329"/>
                      </a:cubicBezTo>
                      <a:cubicBezTo>
                        <a:pt x="5973" y="259"/>
                        <a:pt x="5908" y="213"/>
                        <a:pt x="5840" y="213"/>
                      </a:cubicBezTo>
                      <a:cubicBezTo>
                        <a:pt x="5812" y="213"/>
                        <a:pt x="5783" y="221"/>
                        <a:pt x="5757" y="238"/>
                      </a:cubicBezTo>
                      <a:cubicBezTo>
                        <a:pt x="5665" y="288"/>
                        <a:pt x="5641" y="412"/>
                        <a:pt x="5616" y="495"/>
                      </a:cubicBezTo>
                      <a:lnTo>
                        <a:pt x="5574" y="611"/>
                      </a:lnTo>
                      <a:cubicBezTo>
                        <a:pt x="5560" y="605"/>
                        <a:pt x="5545" y="603"/>
                        <a:pt x="5529" y="603"/>
                      </a:cubicBezTo>
                      <a:cubicBezTo>
                        <a:pt x="5475" y="603"/>
                        <a:pt x="5421" y="637"/>
                        <a:pt x="5409" y="702"/>
                      </a:cubicBezTo>
                      <a:cubicBezTo>
                        <a:pt x="5326" y="1008"/>
                        <a:pt x="5119" y="1265"/>
                        <a:pt x="4845" y="1431"/>
                      </a:cubicBezTo>
                      <a:cubicBezTo>
                        <a:pt x="4779" y="1472"/>
                        <a:pt x="4704" y="1505"/>
                        <a:pt x="4638" y="1530"/>
                      </a:cubicBezTo>
                      <a:cubicBezTo>
                        <a:pt x="4489" y="1563"/>
                        <a:pt x="4348" y="1597"/>
                        <a:pt x="4207" y="1605"/>
                      </a:cubicBezTo>
                      <a:cubicBezTo>
                        <a:pt x="4141" y="1611"/>
                        <a:pt x="4073" y="1614"/>
                        <a:pt x="4005" y="1614"/>
                      </a:cubicBezTo>
                      <a:cubicBezTo>
                        <a:pt x="3895" y="1614"/>
                        <a:pt x="3784" y="1607"/>
                        <a:pt x="3677" y="1597"/>
                      </a:cubicBezTo>
                      <a:cubicBezTo>
                        <a:pt x="3660" y="1597"/>
                        <a:pt x="3652" y="1588"/>
                        <a:pt x="3635" y="1588"/>
                      </a:cubicBezTo>
                      <a:cubicBezTo>
                        <a:pt x="3660" y="1588"/>
                        <a:pt x="3685" y="1580"/>
                        <a:pt x="3702" y="1563"/>
                      </a:cubicBezTo>
                      <a:cubicBezTo>
                        <a:pt x="3719" y="1572"/>
                        <a:pt x="3739" y="1577"/>
                        <a:pt x="3759" y="1577"/>
                      </a:cubicBezTo>
                      <a:cubicBezTo>
                        <a:pt x="3798" y="1577"/>
                        <a:pt x="3837" y="1560"/>
                        <a:pt x="3859" y="1522"/>
                      </a:cubicBezTo>
                      <a:cubicBezTo>
                        <a:pt x="3865" y="1523"/>
                        <a:pt x="3871" y="1524"/>
                        <a:pt x="3878" y="1524"/>
                      </a:cubicBezTo>
                      <a:cubicBezTo>
                        <a:pt x="3923" y="1524"/>
                        <a:pt x="3970" y="1497"/>
                        <a:pt x="3992" y="1439"/>
                      </a:cubicBezTo>
                      <a:cubicBezTo>
                        <a:pt x="4075" y="1191"/>
                        <a:pt x="4149" y="950"/>
                        <a:pt x="4224" y="702"/>
                      </a:cubicBezTo>
                      <a:cubicBezTo>
                        <a:pt x="4249" y="669"/>
                        <a:pt x="4273" y="635"/>
                        <a:pt x="4298" y="602"/>
                      </a:cubicBezTo>
                      <a:cubicBezTo>
                        <a:pt x="4331" y="577"/>
                        <a:pt x="4365" y="544"/>
                        <a:pt x="4398" y="503"/>
                      </a:cubicBezTo>
                      <a:cubicBezTo>
                        <a:pt x="4481" y="395"/>
                        <a:pt x="4530" y="263"/>
                        <a:pt x="4530" y="114"/>
                      </a:cubicBezTo>
                      <a:cubicBezTo>
                        <a:pt x="4536" y="45"/>
                        <a:pt x="4475" y="0"/>
                        <a:pt x="4413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6" name="Google Shape;1626;p1"/>
                <p:cNvSpPr/>
                <p:nvPr/>
              </p:nvSpPr>
              <p:spPr>
                <a:xfrm>
                  <a:off x="739600" y="2890500"/>
                  <a:ext cx="62650" cy="20900"/>
                </a:xfrm>
                <a:custGeom>
                  <a:rect b="b" l="l" r="r" t="t"/>
                  <a:pathLst>
                    <a:path extrusionOk="0" h="836" w="2506">
                      <a:moveTo>
                        <a:pt x="2355" y="1"/>
                      </a:moveTo>
                      <a:cubicBezTo>
                        <a:pt x="2332" y="1"/>
                        <a:pt x="2309" y="8"/>
                        <a:pt x="2287" y="22"/>
                      </a:cubicBezTo>
                      <a:lnTo>
                        <a:pt x="2279" y="22"/>
                      </a:lnTo>
                      <a:cubicBezTo>
                        <a:pt x="2262" y="31"/>
                        <a:pt x="2237" y="47"/>
                        <a:pt x="2221" y="55"/>
                      </a:cubicBezTo>
                      <a:cubicBezTo>
                        <a:pt x="2208" y="51"/>
                        <a:pt x="2194" y="49"/>
                        <a:pt x="2178" y="49"/>
                      </a:cubicBezTo>
                      <a:cubicBezTo>
                        <a:pt x="2163" y="49"/>
                        <a:pt x="2146" y="51"/>
                        <a:pt x="2130" y="55"/>
                      </a:cubicBezTo>
                      <a:cubicBezTo>
                        <a:pt x="1825" y="149"/>
                        <a:pt x="1511" y="182"/>
                        <a:pt x="1196" y="182"/>
                      </a:cubicBezTo>
                      <a:cubicBezTo>
                        <a:pt x="842" y="182"/>
                        <a:pt x="487" y="141"/>
                        <a:pt x="141" y="97"/>
                      </a:cubicBezTo>
                      <a:cubicBezTo>
                        <a:pt x="83" y="97"/>
                        <a:pt x="25" y="147"/>
                        <a:pt x="17" y="196"/>
                      </a:cubicBezTo>
                      <a:cubicBezTo>
                        <a:pt x="0" y="246"/>
                        <a:pt x="17" y="287"/>
                        <a:pt x="50" y="321"/>
                      </a:cubicBezTo>
                      <a:cubicBezTo>
                        <a:pt x="50" y="337"/>
                        <a:pt x="50" y="345"/>
                        <a:pt x="58" y="362"/>
                      </a:cubicBezTo>
                      <a:cubicBezTo>
                        <a:pt x="158" y="536"/>
                        <a:pt x="356" y="635"/>
                        <a:pt x="539" y="693"/>
                      </a:cubicBezTo>
                      <a:cubicBezTo>
                        <a:pt x="671" y="743"/>
                        <a:pt x="812" y="760"/>
                        <a:pt x="945" y="760"/>
                      </a:cubicBezTo>
                      <a:cubicBezTo>
                        <a:pt x="1110" y="801"/>
                        <a:pt x="1268" y="826"/>
                        <a:pt x="1434" y="834"/>
                      </a:cubicBezTo>
                      <a:cubicBezTo>
                        <a:pt x="1450" y="835"/>
                        <a:pt x="1466" y="835"/>
                        <a:pt x="1482" y="835"/>
                      </a:cubicBezTo>
                      <a:cubicBezTo>
                        <a:pt x="1909" y="835"/>
                        <a:pt x="2374" y="626"/>
                        <a:pt x="2486" y="171"/>
                      </a:cubicBezTo>
                      <a:cubicBezTo>
                        <a:pt x="2505" y="81"/>
                        <a:pt x="2434" y="1"/>
                        <a:pt x="2355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7" name="Google Shape;1627;p1"/>
                <p:cNvSpPr/>
                <p:nvPr/>
              </p:nvSpPr>
              <p:spPr>
                <a:xfrm>
                  <a:off x="613150" y="2634900"/>
                  <a:ext cx="36150" cy="81850"/>
                </a:xfrm>
                <a:custGeom>
                  <a:rect b="b" l="l" r="r" t="t"/>
                  <a:pathLst>
                    <a:path extrusionOk="0" h="3274" w="1446">
                      <a:moveTo>
                        <a:pt x="62" y="0"/>
                      </a:moveTo>
                      <a:cubicBezTo>
                        <a:pt x="27" y="0"/>
                        <a:pt x="0" y="60"/>
                        <a:pt x="29" y="88"/>
                      </a:cubicBezTo>
                      <a:cubicBezTo>
                        <a:pt x="186" y="221"/>
                        <a:pt x="335" y="353"/>
                        <a:pt x="468" y="503"/>
                      </a:cubicBezTo>
                      <a:cubicBezTo>
                        <a:pt x="402" y="527"/>
                        <a:pt x="352" y="602"/>
                        <a:pt x="402" y="685"/>
                      </a:cubicBezTo>
                      <a:cubicBezTo>
                        <a:pt x="460" y="784"/>
                        <a:pt x="518" y="884"/>
                        <a:pt x="584" y="975"/>
                      </a:cubicBezTo>
                      <a:cubicBezTo>
                        <a:pt x="509" y="991"/>
                        <a:pt x="451" y="1066"/>
                        <a:pt x="501" y="1149"/>
                      </a:cubicBezTo>
                      <a:cubicBezTo>
                        <a:pt x="576" y="1290"/>
                        <a:pt x="642" y="1431"/>
                        <a:pt x="708" y="1571"/>
                      </a:cubicBezTo>
                      <a:cubicBezTo>
                        <a:pt x="692" y="1588"/>
                        <a:pt x="683" y="1613"/>
                        <a:pt x="692" y="1646"/>
                      </a:cubicBezTo>
                      <a:cubicBezTo>
                        <a:pt x="733" y="1820"/>
                        <a:pt x="766" y="1994"/>
                        <a:pt x="799" y="2168"/>
                      </a:cubicBezTo>
                      <a:cubicBezTo>
                        <a:pt x="791" y="2184"/>
                        <a:pt x="783" y="2201"/>
                        <a:pt x="783" y="2218"/>
                      </a:cubicBezTo>
                      <a:cubicBezTo>
                        <a:pt x="783" y="2242"/>
                        <a:pt x="783" y="2259"/>
                        <a:pt x="783" y="2284"/>
                      </a:cubicBezTo>
                      <a:cubicBezTo>
                        <a:pt x="758" y="2218"/>
                        <a:pt x="733" y="2151"/>
                        <a:pt x="708" y="2085"/>
                      </a:cubicBezTo>
                      <a:cubicBezTo>
                        <a:pt x="690" y="2036"/>
                        <a:pt x="639" y="2009"/>
                        <a:pt x="591" y="2009"/>
                      </a:cubicBezTo>
                      <a:cubicBezTo>
                        <a:pt x="574" y="2009"/>
                        <a:pt x="557" y="2012"/>
                        <a:pt x="543" y="2019"/>
                      </a:cubicBezTo>
                      <a:lnTo>
                        <a:pt x="526" y="1977"/>
                      </a:lnTo>
                      <a:cubicBezTo>
                        <a:pt x="506" y="1943"/>
                        <a:pt x="474" y="1929"/>
                        <a:pt x="443" y="1929"/>
                      </a:cubicBezTo>
                      <a:cubicBezTo>
                        <a:pt x="382" y="1929"/>
                        <a:pt x="322" y="1981"/>
                        <a:pt x="344" y="2052"/>
                      </a:cubicBezTo>
                      <a:cubicBezTo>
                        <a:pt x="443" y="2425"/>
                        <a:pt x="609" y="2789"/>
                        <a:pt x="758" y="3146"/>
                      </a:cubicBezTo>
                      <a:cubicBezTo>
                        <a:pt x="766" y="3154"/>
                        <a:pt x="766" y="3170"/>
                        <a:pt x="775" y="3179"/>
                      </a:cubicBezTo>
                      <a:cubicBezTo>
                        <a:pt x="775" y="3195"/>
                        <a:pt x="791" y="3204"/>
                        <a:pt x="799" y="3212"/>
                      </a:cubicBezTo>
                      <a:cubicBezTo>
                        <a:pt x="813" y="3254"/>
                        <a:pt x="856" y="3274"/>
                        <a:pt x="899" y="3274"/>
                      </a:cubicBezTo>
                      <a:cubicBezTo>
                        <a:pt x="957" y="3274"/>
                        <a:pt x="1016" y="3237"/>
                        <a:pt x="1007" y="3170"/>
                      </a:cubicBezTo>
                      <a:cubicBezTo>
                        <a:pt x="998" y="3129"/>
                        <a:pt x="998" y="3079"/>
                        <a:pt x="990" y="3038"/>
                      </a:cubicBezTo>
                      <a:lnTo>
                        <a:pt x="990" y="3038"/>
                      </a:lnTo>
                      <a:cubicBezTo>
                        <a:pt x="1005" y="3053"/>
                        <a:pt x="1024" y="3060"/>
                        <a:pt x="1044" y="3060"/>
                      </a:cubicBezTo>
                      <a:cubicBezTo>
                        <a:pt x="1099" y="3060"/>
                        <a:pt x="1160" y="3006"/>
                        <a:pt x="1147" y="2938"/>
                      </a:cubicBezTo>
                      <a:cubicBezTo>
                        <a:pt x="1131" y="2856"/>
                        <a:pt x="1114" y="2773"/>
                        <a:pt x="1098" y="2698"/>
                      </a:cubicBezTo>
                      <a:lnTo>
                        <a:pt x="1098" y="2698"/>
                      </a:lnTo>
                      <a:cubicBezTo>
                        <a:pt x="1112" y="2704"/>
                        <a:pt x="1127" y="2706"/>
                        <a:pt x="1142" y="2706"/>
                      </a:cubicBezTo>
                      <a:cubicBezTo>
                        <a:pt x="1196" y="2706"/>
                        <a:pt x="1247" y="2670"/>
                        <a:pt x="1247" y="2599"/>
                      </a:cubicBezTo>
                      <a:cubicBezTo>
                        <a:pt x="1239" y="2491"/>
                        <a:pt x="1222" y="2392"/>
                        <a:pt x="1205" y="2284"/>
                      </a:cubicBezTo>
                      <a:cubicBezTo>
                        <a:pt x="1247" y="2284"/>
                        <a:pt x="1280" y="2259"/>
                        <a:pt x="1297" y="2218"/>
                      </a:cubicBezTo>
                      <a:cubicBezTo>
                        <a:pt x="1371" y="2218"/>
                        <a:pt x="1446" y="2168"/>
                        <a:pt x="1437" y="2085"/>
                      </a:cubicBezTo>
                      <a:cubicBezTo>
                        <a:pt x="1371" y="1248"/>
                        <a:pt x="882" y="337"/>
                        <a:pt x="79" y="5"/>
                      </a:cubicBezTo>
                      <a:cubicBezTo>
                        <a:pt x="73" y="2"/>
                        <a:pt x="67" y="0"/>
                        <a:pt x="62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8" name="Google Shape;1628;p1"/>
                <p:cNvSpPr/>
                <p:nvPr/>
              </p:nvSpPr>
              <p:spPr>
                <a:xfrm>
                  <a:off x="619650" y="2666475"/>
                  <a:ext cx="7900" cy="12525"/>
                </a:xfrm>
                <a:custGeom>
                  <a:rect b="b" l="l" r="r" t="t"/>
                  <a:pathLst>
                    <a:path extrusionOk="0" h="501" w="316">
                      <a:moveTo>
                        <a:pt x="59" y="0"/>
                      </a:moveTo>
                      <a:cubicBezTo>
                        <a:pt x="40" y="0"/>
                        <a:pt x="23" y="14"/>
                        <a:pt x="17" y="35"/>
                      </a:cubicBezTo>
                      <a:cubicBezTo>
                        <a:pt x="1" y="76"/>
                        <a:pt x="9" y="118"/>
                        <a:pt x="17" y="159"/>
                      </a:cubicBezTo>
                      <a:cubicBezTo>
                        <a:pt x="26" y="201"/>
                        <a:pt x="42" y="242"/>
                        <a:pt x="59" y="275"/>
                      </a:cubicBezTo>
                      <a:cubicBezTo>
                        <a:pt x="84" y="350"/>
                        <a:pt x="133" y="416"/>
                        <a:pt x="191" y="482"/>
                      </a:cubicBezTo>
                      <a:cubicBezTo>
                        <a:pt x="200" y="495"/>
                        <a:pt x="216" y="501"/>
                        <a:pt x="234" y="501"/>
                      </a:cubicBezTo>
                      <a:cubicBezTo>
                        <a:pt x="252" y="501"/>
                        <a:pt x="270" y="495"/>
                        <a:pt x="283" y="482"/>
                      </a:cubicBezTo>
                      <a:cubicBezTo>
                        <a:pt x="307" y="466"/>
                        <a:pt x="316" y="424"/>
                        <a:pt x="299" y="399"/>
                      </a:cubicBezTo>
                      <a:cubicBezTo>
                        <a:pt x="258" y="341"/>
                        <a:pt x="225" y="275"/>
                        <a:pt x="191" y="209"/>
                      </a:cubicBezTo>
                      <a:cubicBezTo>
                        <a:pt x="183" y="192"/>
                        <a:pt x="175" y="184"/>
                        <a:pt x="167" y="168"/>
                      </a:cubicBezTo>
                      <a:lnTo>
                        <a:pt x="167" y="159"/>
                      </a:lnTo>
                      <a:cubicBezTo>
                        <a:pt x="167" y="159"/>
                        <a:pt x="167" y="151"/>
                        <a:pt x="167" y="151"/>
                      </a:cubicBezTo>
                      <a:lnTo>
                        <a:pt x="158" y="126"/>
                      </a:lnTo>
                      <a:cubicBezTo>
                        <a:pt x="150" y="110"/>
                        <a:pt x="142" y="85"/>
                        <a:pt x="133" y="68"/>
                      </a:cubicBezTo>
                      <a:cubicBezTo>
                        <a:pt x="125" y="52"/>
                        <a:pt x="109" y="27"/>
                        <a:pt x="92" y="18"/>
                      </a:cubicBezTo>
                      <a:cubicBezTo>
                        <a:pt x="83" y="6"/>
                        <a:pt x="71" y="0"/>
                        <a:pt x="5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9" name="Google Shape;1629;p1"/>
                <p:cNvSpPr/>
                <p:nvPr/>
              </p:nvSpPr>
              <p:spPr>
                <a:xfrm>
                  <a:off x="624850" y="2682675"/>
                  <a:ext cx="30675" cy="39300"/>
                </a:xfrm>
                <a:custGeom>
                  <a:rect b="b" l="l" r="r" t="t"/>
                  <a:pathLst>
                    <a:path extrusionOk="0" h="1572" w="1227">
                      <a:moveTo>
                        <a:pt x="936" y="0"/>
                      </a:moveTo>
                      <a:cubicBezTo>
                        <a:pt x="870" y="0"/>
                        <a:pt x="812" y="50"/>
                        <a:pt x="812" y="116"/>
                      </a:cubicBezTo>
                      <a:cubicBezTo>
                        <a:pt x="820" y="273"/>
                        <a:pt x="820" y="431"/>
                        <a:pt x="820" y="597"/>
                      </a:cubicBezTo>
                      <a:lnTo>
                        <a:pt x="820" y="613"/>
                      </a:lnTo>
                      <a:cubicBezTo>
                        <a:pt x="812" y="572"/>
                        <a:pt x="795" y="530"/>
                        <a:pt x="787" y="489"/>
                      </a:cubicBezTo>
                      <a:cubicBezTo>
                        <a:pt x="776" y="433"/>
                        <a:pt x="729" y="407"/>
                        <a:pt x="682" y="407"/>
                      </a:cubicBezTo>
                      <a:cubicBezTo>
                        <a:pt x="623" y="407"/>
                        <a:pt x="563" y="445"/>
                        <a:pt x="563" y="514"/>
                      </a:cubicBezTo>
                      <a:cubicBezTo>
                        <a:pt x="563" y="663"/>
                        <a:pt x="563" y="812"/>
                        <a:pt x="547" y="961"/>
                      </a:cubicBezTo>
                      <a:cubicBezTo>
                        <a:pt x="547" y="936"/>
                        <a:pt x="547" y="911"/>
                        <a:pt x="539" y="887"/>
                      </a:cubicBezTo>
                      <a:cubicBezTo>
                        <a:pt x="530" y="829"/>
                        <a:pt x="505" y="787"/>
                        <a:pt x="447" y="779"/>
                      </a:cubicBezTo>
                      <a:cubicBezTo>
                        <a:pt x="441" y="778"/>
                        <a:pt x="435" y="778"/>
                        <a:pt x="430" y="778"/>
                      </a:cubicBezTo>
                      <a:cubicBezTo>
                        <a:pt x="378" y="778"/>
                        <a:pt x="331" y="809"/>
                        <a:pt x="323" y="853"/>
                      </a:cubicBezTo>
                      <a:cubicBezTo>
                        <a:pt x="298" y="961"/>
                        <a:pt x="273" y="1069"/>
                        <a:pt x="232" y="1168"/>
                      </a:cubicBezTo>
                      <a:cubicBezTo>
                        <a:pt x="191" y="969"/>
                        <a:pt x="149" y="779"/>
                        <a:pt x="108" y="588"/>
                      </a:cubicBezTo>
                      <a:cubicBezTo>
                        <a:pt x="100" y="566"/>
                        <a:pt x="78" y="556"/>
                        <a:pt x="56" y="556"/>
                      </a:cubicBezTo>
                      <a:cubicBezTo>
                        <a:pt x="28" y="556"/>
                        <a:pt x="0" y="573"/>
                        <a:pt x="0" y="605"/>
                      </a:cubicBezTo>
                      <a:cubicBezTo>
                        <a:pt x="25" y="895"/>
                        <a:pt x="50" y="1185"/>
                        <a:pt x="83" y="1467"/>
                      </a:cubicBezTo>
                      <a:cubicBezTo>
                        <a:pt x="88" y="1533"/>
                        <a:pt x="134" y="1571"/>
                        <a:pt x="184" y="1571"/>
                      </a:cubicBezTo>
                      <a:cubicBezTo>
                        <a:pt x="215" y="1571"/>
                        <a:pt x="248" y="1556"/>
                        <a:pt x="273" y="1525"/>
                      </a:cubicBezTo>
                      <a:cubicBezTo>
                        <a:pt x="315" y="1458"/>
                        <a:pt x="356" y="1384"/>
                        <a:pt x="398" y="1309"/>
                      </a:cubicBezTo>
                      <a:cubicBezTo>
                        <a:pt x="414" y="1367"/>
                        <a:pt x="439" y="1417"/>
                        <a:pt x="472" y="1467"/>
                      </a:cubicBezTo>
                      <a:cubicBezTo>
                        <a:pt x="492" y="1506"/>
                        <a:pt x="524" y="1523"/>
                        <a:pt x="558" y="1523"/>
                      </a:cubicBezTo>
                      <a:cubicBezTo>
                        <a:pt x="597" y="1523"/>
                        <a:pt x="637" y="1502"/>
                        <a:pt x="663" y="1467"/>
                      </a:cubicBezTo>
                      <a:cubicBezTo>
                        <a:pt x="729" y="1384"/>
                        <a:pt x="746" y="1284"/>
                        <a:pt x="762" y="1177"/>
                      </a:cubicBezTo>
                      <a:cubicBezTo>
                        <a:pt x="779" y="1193"/>
                        <a:pt x="795" y="1210"/>
                        <a:pt x="812" y="1218"/>
                      </a:cubicBezTo>
                      <a:cubicBezTo>
                        <a:pt x="832" y="1227"/>
                        <a:pt x="853" y="1231"/>
                        <a:pt x="874" y="1231"/>
                      </a:cubicBezTo>
                      <a:cubicBezTo>
                        <a:pt x="932" y="1231"/>
                        <a:pt x="989" y="1200"/>
                        <a:pt x="1019" y="1152"/>
                      </a:cubicBezTo>
                      <a:cubicBezTo>
                        <a:pt x="1052" y="1085"/>
                        <a:pt x="1044" y="986"/>
                        <a:pt x="1044" y="911"/>
                      </a:cubicBezTo>
                      <a:cubicBezTo>
                        <a:pt x="1044" y="845"/>
                        <a:pt x="1052" y="771"/>
                        <a:pt x="1052" y="704"/>
                      </a:cubicBezTo>
                      <a:cubicBezTo>
                        <a:pt x="1059" y="705"/>
                        <a:pt x="1067" y="706"/>
                        <a:pt x="1074" y="706"/>
                      </a:cubicBezTo>
                      <a:cubicBezTo>
                        <a:pt x="1128" y="706"/>
                        <a:pt x="1186" y="680"/>
                        <a:pt x="1193" y="621"/>
                      </a:cubicBezTo>
                      <a:cubicBezTo>
                        <a:pt x="1226" y="464"/>
                        <a:pt x="1218" y="307"/>
                        <a:pt x="1152" y="166"/>
                      </a:cubicBezTo>
                      <a:cubicBezTo>
                        <a:pt x="1127" y="116"/>
                        <a:pt x="1085" y="108"/>
                        <a:pt x="1052" y="108"/>
                      </a:cubicBezTo>
                      <a:cubicBezTo>
                        <a:pt x="1044" y="50"/>
                        <a:pt x="1003" y="0"/>
                        <a:pt x="93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0" name="Google Shape;1630;p1"/>
                <p:cNvSpPr/>
                <p:nvPr/>
              </p:nvSpPr>
              <p:spPr>
                <a:xfrm>
                  <a:off x="825750" y="2606050"/>
                  <a:ext cx="36075" cy="104975"/>
                </a:xfrm>
                <a:custGeom>
                  <a:rect b="b" l="l" r="r" t="t"/>
                  <a:pathLst>
                    <a:path extrusionOk="0" h="4199" w="1443">
                      <a:moveTo>
                        <a:pt x="1308" y="1"/>
                      </a:moveTo>
                      <a:cubicBezTo>
                        <a:pt x="1293" y="1"/>
                        <a:pt x="1279" y="5"/>
                        <a:pt x="1269" y="16"/>
                      </a:cubicBezTo>
                      <a:cubicBezTo>
                        <a:pt x="1260" y="33"/>
                        <a:pt x="1252" y="41"/>
                        <a:pt x="1244" y="49"/>
                      </a:cubicBezTo>
                      <a:cubicBezTo>
                        <a:pt x="1235" y="57"/>
                        <a:pt x="1227" y="66"/>
                        <a:pt x="1219" y="74"/>
                      </a:cubicBezTo>
                      <a:cubicBezTo>
                        <a:pt x="1128" y="198"/>
                        <a:pt x="1045" y="323"/>
                        <a:pt x="970" y="447"/>
                      </a:cubicBezTo>
                      <a:cubicBezTo>
                        <a:pt x="912" y="546"/>
                        <a:pt x="863" y="646"/>
                        <a:pt x="813" y="745"/>
                      </a:cubicBezTo>
                      <a:cubicBezTo>
                        <a:pt x="713" y="911"/>
                        <a:pt x="622" y="1068"/>
                        <a:pt x="523" y="1234"/>
                      </a:cubicBezTo>
                      <a:cubicBezTo>
                        <a:pt x="506" y="1267"/>
                        <a:pt x="523" y="1300"/>
                        <a:pt x="556" y="1317"/>
                      </a:cubicBezTo>
                      <a:cubicBezTo>
                        <a:pt x="515" y="1425"/>
                        <a:pt x="473" y="1524"/>
                        <a:pt x="432" y="1632"/>
                      </a:cubicBezTo>
                      <a:cubicBezTo>
                        <a:pt x="241" y="2170"/>
                        <a:pt x="92" y="2725"/>
                        <a:pt x="18" y="3289"/>
                      </a:cubicBezTo>
                      <a:lnTo>
                        <a:pt x="18" y="3297"/>
                      </a:lnTo>
                      <a:cubicBezTo>
                        <a:pt x="18" y="3305"/>
                        <a:pt x="9" y="3314"/>
                        <a:pt x="9" y="3330"/>
                      </a:cubicBezTo>
                      <a:cubicBezTo>
                        <a:pt x="1" y="3405"/>
                        <a:pt x="59" y="3446"/>
                        <a:pt x="125" y="3454"/>
                      </a:cubicBezTo>
                      <a:cubicBezTo>
                        <a:pt x="131" y="3527"/>
                        <a:pt x="192" y="3569"/>
                        <a:pt x="255" y="3569"/>
                      </a:cubicBezTo>
                      <a:cubicBezTo>
                        <a:pt x="285" y="3569"/>
                        <a:pt x="316" y="3559"/>
                        <a:pt x="341" y="3537"/>
                      </a:cubicBezTo>
                      <a:cubicBezTo>
                        <a:pt x="341" y="3537"/>
                        <a:pt x="341" y="3546"/>
                        <a:pt x="341" y="3554"/>
                      </a:cubicBezTo>
                      <a:cubicBezTo>
                        <a:pt x="332" y="3612"/>
                        <a:pt x="390" y="3670"/>
                        <a:pt x="448" y="3678"/>
                      </a:cubicBezTo>
                      <a:lnTo>
                        <a:pt x="490" y="3678"/>
                      </a:lnTo>
                      <a:cubicBezTo>
                        <a:pt x="498" y="3744"/>
                        <a:pt x="506" y="3811"/>
                        <a:pt x="515" y="3877"/>
                      </a:cubicBezTo>
                      <a:cubicBezTo>
                        <a:pt x="520" y="3933"/>
                        <a:pt x="583" y="3967"/>
                        <a:pt x="641" y="3967"/>
                      </a:cubicBezTo>
                      <a:cubicBezTo>
                        <a:pt x="669" y="3967"/>
                        <a:pt x="695" y="3959"/>
                        <a:pt x="713" y="3943"/>
                      </a:cubicBezTo>
                      <a:cubicBezTo>
                        <a:pt x="730" y="4010"/>
                        <a:pt x="755" y="4076"/>
                        <a:pt x="780" y="4142"/>
                      </a:cubicBezTo>
                      <a:cubicBezTo>
                        <a:pt x="796" y="4179"/>
                        <a:pt x="840" y="4198"/>
                        <a:pt x="883" y="4198"/>
                      </a:cubicBezTo>
                      <a:cubicBezTo>
                        <a:pt x="927" y="4198"/>
                        <a:pt x="970" y="4179"/>
                        <a:pt x="987" y="4142"/>
                      </a:cubicBezTo>
                      <a:cubicBezTo>
                        <a:pt x="995" y="4117"/>
                        <a:pt x="1003" y="4101"/>
                        <a:pt x="1012" y="4076"/>
                      </a:cubicBezTo>
                      <a:cubicBezTo>
                        <a:pt x="1053" y="4059"/>
                        <a:pt x="1086" y="4026"/>
                        <a:pt x="1078" y="3976"/>
                      </a:cubicBezTo>
                      <a:cubicBezTo>
                        <a:pt x="1078" y="3918"/>
                        <a:pt x="1078" y="3860"/>
                        <a:pt x="1070" y="3802"/>
                      </a:cubicBezTo>
                      <a:cubicBezTo>
                        <a:pt x="1078" y="3662"/>
                        <a:pt x="1061" y="3521"/>
                        <a:pt x="1020" y="3380"/>
                      </a:cubicBezTo>
                      <a:cubicBezTo>
                        <a:pt x="1003" y="3330"/>
                        <a:pt x="945" y="3305"/>
                        <a:pt x="896" y="3305"/>
                      </a:cubicBezTo>
                      <a:cubicBezTo>
                        <a:pt x="887" y="3289"/>
                        <a:pt x="887" y="3280"/>
                        <a:pt x="887" y="3264"/>
                      </a:cubicBezTo>
                      <a:cubicBezTo>
                        <a:pt x="875" y="3208"/>
                        <a:pt x="830" y="3180"/>
                        <a:pt x="784" y="3180"/>
                      </a:cubicBezTo>
                      <a:cubicBezTo>
                        <a:pt x="768" y="3180"/>
                        <a:pt x="753" y="3183"/>
                        <a:pt x="738" y="3189"/>
                      </a:cubicBezTo>
                      <a:cubicBezTo>
                        <a:pt x="747" y="3090"/>
                        <a:pt x="755" y="2990"/>
                        <a:pt x="780" y="2891"/>
                      </a:cubicBezTo>
                      <a:cubicBezTo>
                        <a:pt x="788" y="2825"/>
                        <a:pt x="755" y="2775"/>
                        <a:pt x="705" y="2750"/>
                      </a:cubicBezTo>
                      <a:cubicBezTo>
                        <a:pt x="722" y="2692"/>
                        <a:pt x="730" y="2634"/>
                        <a:pt x="747" y="2576"/>
                      </a:cubicBezTo>
                      <a:cubicBezTo>
                        <a:pt x="747" y="2551"/>
                        <a:pt x="747" y="2518"/>
                        <a:pt x="738" y="2493"/>
                      </a:cubicBezTo>
                      <a:cubicBezTo>
                        <a:pt x="846" y="2261"/>
                        <a:pt x="929" y="2021"/>
                        <a:pt x="1020" y="1781"/>
                      </a:cubicBezTo>
                      <a:cubicBezTo>
                        <a:pt x="1086" y="1607"/>
                        <a:pt x="1153" y="1441"/>
                        <a:pt x="1235" y="1275"/>
                      </a:cubicBezTo>
                      <a:cubicBezTo>
                        <a:pt x="1277" y="1193"/>
                        <a:pt x="1318" y="1101"/>
                        <a:pt x="1360" y="1019"/>
                      </a:cubicBezTo>
                      <a:cubicBezTo>
                        <a:pt x="1401" y="927"/>
                        <a:pt x="1443" y="853"/>
                        <a:pt x="1443" y="753"/>
                      </a:cubicBezTo>
                      <a:cubicBezTo>
                        <a:pt x="1443" y="710"/>
                        <a:pt x="1405" y="675"/>
                        <a:pt x="1365" y="675"/>
                      </a:cubicBezTo>
                      <a:cubicBezTo>
                        <a:pt x="1352" y="675"/>
                        <a:pt x="1339" y="679"/>
                        <a:pt x="1327" y="687"/>
                      </a:cubicBezTo>
                      <a:cubicBezTo>
                        <a:pt x="1169" y="778"/>
                        <a:pt x="1103" y="977"/>
                        <a:pt x="1028" y="1135"/>
                      </a:cubicBezTo>
                      <a:cubicBezTo>
                        <a:pt x="954" y="1309"/>
                        <a:pt x="879" y="1483"/>
                        <a:pt x="813" y="1657"/>
                      </a:cubicBezTo>
                      <a:cubicBezTo>
                        <a:pt x="780" y="1773"/>
                        <a:pt x="747" y="1880"/>
                        <a:pt x="713" y="1996"/>
                      </a:cubicBezTo>
                      <a:cubicBezTo>
                        <a:pt x="689" y="1978"/>
                        <a:pt x="659" y="1968"/>
                        <a:pt x="628" y="1968"/>
                      </a:cubicBezTo>
                      <a:cubicBezTo>
                        <a:pt x="618" y="1968"/>
                        <a:pt x="608" y="1969"/>
                        <a:pt x="597" y="1971"/>
                      </a:cubicBezTo>
                      <a:cubicBezTo>
                        <a:pt x="689" y="1731"/>
                        <a:pt x="780" y="1499"/>
                        <a:pt x="871" y="1267"/>
                      </a:cubicBezTo>
                      <a:cubicBezTo>
                        <a:pt x="962" y="1027"/>
                        <a:pt x="1061" y="787"/>
                        <a:pt x="1136" y="546"/>
                      </a:cubicBezTo>
                      <a:cubicBezTo>
                        <a:pt x="1161" y="497"/>
                        <a:pt x="1177" y="455"/>
                        <a:pt x="1202" y="405"/>
                      </a:cubicBezTo>
                      <a:cubicBezTo>
                        <a:pt x="1269" y="298"/>
                        <a:pt x="1327" y="190"/>
                        <a:pt x="1376" y="82"/>
                      </a:cubicBezTo>
                      <a:cubicBezTo>
                        <a:pt x="1395" y="39"/>
                        <a:pt x="1349" y="1"/>
                        <a:pt x="1308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1" name="Google Shape;1631;p1"/>
                <p:cNvSpPr/>
                <p:nvPr/>
              </p:nvSpPr>
              <p:spPr>
                <a:xfrm>
                  <a:off x="340025" y="3154325"/>
                  <a:ext cx="53675" cy="90275"/>
                </a:xfrm>
                <a:custGeom>
                  <a:rect b="b" l="l" r="r" t="t"/>
                  <a:pathLst>
                    <a:path extrusionOk="0" h="3611" w="2147">
                      <a:moveTo>
                        <a:pt x="1178" y="1"/>
                      </a:moveTo>
                      <a:cubicBezTo>
                        <a:pt x="1128" y="1"/>
                        <a:pt x="1080" y="29"/>
                        <a:pt x="1069" y="91"/>
                      </a:cubicBezTo>
                      <a:lnTo>
                        <a:pt x="1069" y="108"/>
                      </a:lnTo>
                      <a:cubicBezTo>
                        <a:pt x="1044" y="108"/>
                        <a:pt x="1028" y="108"/>
                        <a:pt x="1020" y="116"/>
                      </a:cubicBezTo>
                      <a:cubicBezTo>
                        <a:pt x="993" y="90"/>
                        <a:pt x="960" y="76"/>
                        <a:pt x="928" y="76"/>
                      </a:cubicBezTo>
                      <a:cubicBezTo>
                        <a:pt x="879" y="76"/>
                        <a:pt x="832" y="106"/>
                        <a:pt x="812" y="166"/>
                      </a:cubicBezTo>
                      <a:cubicBezTo>
                        <a:pt x="779" y="240"/>
                        <a:pt x="754" y="307"/>
                        <a:pt x="738" y="390"/>
                      </a:cubicBezTo>
                      <a:cubicBezTo>
                        <a:pt x="733" y="389"/>
                        <a:pt x="728" y="388"/>
                        <a:pt x="723" y="388"/>
                      </a:cubicBezTo>
                      <a:cubicBezTo>
                        <a:pt x="669" y="388"/>
                        <a:pt x="616" y="430"/>
                        <a:pt x="638" y="506"/>
                      </a:cubicBezTo>
                      <a:cubicBezTo>
                        <a:pt x="647" y="555"/>
                        <a:pt x="655" y="605"/>
                        <a:pt x="672" y="655"/>
                      </a:cubicBezTo>
                      <a:cubicBezTo>
                        <a:pt x="672" y="754"/>
                        <a:pt x="688" y="845"/>
                        <a:pt x="705" y="936"/>
                      </a:cubicBezTo>
                      <a:cubicBezTo>
                        <a:pt x="721" y="1036"/>
                        <a:pt x="738" y="1127"/>
                        <a:pt x="771" y="1218"/>
                      </a:cubicBezTo>
                      <a:cubicBezTo>
                        <a:pt x="771" y="1226"/>
                        <a:pt x="779" y="1243"/>
                        <a:pt x="788" y="1251"/>
                      </a:cubicBezTo>
                      <a:cubicBezTo>
                        <a:pt x="837" y="1500"/>
                        <a:pt x="895" y="1740"/>
                        <a:pt x="937" y="1989"/>
                      </a:cubicBezTo>
                      <a:cubicBezTo>
                        <a:pt x="951" y="2037"/>
                        <a:pt x="982" y="2057"/>
                        <a:pt x="1022" y="2057"/>
                      </a:cubicBezTo>
                      <a:cubicBezTo>
                        <a:pt x="1029" y="2057"/>
                        <a:pt x="1037" y="2056"/>
                        <a:pt x="1044" y="2055"/>
                      </a:cubicBezTo>
                      <a:lnTo>
                        <a:pt x="1044" y="2055"/>
                      </a:lnTo>
                      <a:cubicBezTo>
                        <a:pt x="1036" y="2063"/>
                        <a:pt x="1036" y="2071"/>
                        <a:pt x="1028" y="2080"/>
                      </a:cubicBezTo>
                      <a:cubicBezTo>
                        <a:pt x="995" y="2204"/>
                        <a:pt x="953" y="2328"/>
                        <a:pt x="895" y="2453"/>
                      </a:cubicBezTo>
                      <a:cubicBezTo>
                        <a:pt x="738" y="2552"/>
                        <a:pt x="622" y="2693"/>
                        <a:pt x="539" y="2859"/>
                      </a:cubicBezTo>
                      <a:cubicBezTo>
                        <a:pt x="398" y="2958"/>
                        <a:pt x="249" y="3049"/>
                        <a:pt x="108" y="3132"/>
                      </a:cubicBezTo>
                      <a:cubicBezTo>
                        <a:pt x="0" y="3190"/>
                        <a:pt x="42" y="3364"/>
                        <a:pt x="174" y="3364"/>
                      </a:cubicBezTo>
                      <a:cubicBezTo>
                        <a:pt x="208" y="3364"/>
                        <a:pt x="249" y="3364"/>
                        <a:pt x="290" y="3356"/>
                      </a:cubicBezTo>
                      <a:lnTo>
                        <a:pt x="290" y="3356"/>
                      </a:lnTo>
                      <a:cubicBezTo>
                        <a:pt x="290" y="3364"/>
                        <a:pt x="282" y="3372"/>
                        <a:pt x="282" y="3381"/>
                      </a:cubicBezTo>
                      <a:cubicBezTo>
                        <a:pt x="259" y="3464"/>
                        <a:pt x="334" y="3540"/>
                        <a:pt x="410" y="3540"/>
                      </a:cubicBezTo>
                      <a:cubicBezTo>
                        <a:pt x="417" y="3540"/>
                        <a:pt x="424" y="3539"/>
                        <a:pt x="431" y="3538"/>
                      </a:cubicBezTo>
                      <a:cubicBezTo>
                        <a:pt x="464" y="3530"/>
                        <a:pt x="489" y="3521"/>
                        <a:pt x="522" y="3513"/>
                      </a:cubicBezTo>
                      <a:lnTo>
                        <a:pt x="531" y="3513"/>
                      </a:lnTo>
                      <a:cubicBezTo>
                        <a:pt x="696" y="3568"/>
                        <a:pt x="874" y="3611"/>
                        <a:pt x="1050" y="3611"/>
                      </a:cubicBezTo>
                      <a:cubicBezTo>
                        <a:pt x="1190" y="3611"/>
                        <a:pt x="1330" y="3583"/>
                        <a:pt x="1459" y="3513"/>
                      </a:cubicBezTo>
                      <a:cubicBezTo>
                        <a:pt x="1566" y="3455"/>
                        <a:pt x="1666" y="3381"/>
                        <a:pt x="1749" y="3281"/>
                      </a:cubicBezTo>
                      <a:cubicBezTo>
                        <a:pt x="1898" y="3231"/>
                        <a:pt x="2030" y="3157"/>
                        <a:pt x="2088" y="2999"/>
                      </a:cubicBezTo>
                      <a:cubicBezTo>
                        <a:pt x="2122" y="2908"/>
                        <a:pt x="2130" y="2792"/>
                        <a:pt x="2122" y="2685"/>
                      </a:cubicBezTo>
                      <a:cubicBezTo>
                        <a:pt x="2130" y="2660"/>
                        <a:pt x="2138" y="2635"/>
                        <a:pt x="2130" y="2610"/>
                      </a:cubicBezTo>
                      <a:cubicBezTo>
                        <a:pt x="2130" y="2602"/>
                        <a:pt x="2130" y="2585"/>
                        <a:pt x="2130" y="2577"/>
                      </a:cubicBezTo>
                      <a:cubicBezTo>
                        <a:pt x="2138" y="2511"/>
                        <a:pt x="2146" y="2444"/>
                        <a:pt x="2138" y="2378"/>
                      </a:cubicBezTo>
                      <a:cubicBezTo>
                        <a:pt x="2122" y="2221"/>
                        <a:pt x="2047" y="2080"/>
                        <a:pt x="1956" y="1947"/>
                      </a:cubicBezTo>
                      <a:cubicBezTo>
                        <a:pt x="1798" y="1740"/>
                        <a:pt x="1624" y="1541"/>
                        <a:pt x="1434" y="1359"/>
                      </a:cubicBezTo>
                      <a:cubicBezTo>
                        <a:pt x="1426" y="1334"/>
                        <a:pt x="1409" y="1309"/>
                        <a:pt x="1401" y="1284"/>
                      </a:cubicBezTo>
                      <a:cubicBezTo>
                        <a:pt x="1434" y="1259"/>
                        <a:pt x="1459" y="1210"/>
                        <a:pt x="1442" y="1152"/>
                      </a:cubicBezTo>
                      <a:cubicBezTo>
                        <a:pt x="1392" y="928"/>
                        <a:pt x="1343" y="713"/>
                        <a:pt x="1285" y="489"/>
                      </a:cubicBezTo>
                      <a:cubicBezTo>
                        <a:pt x="1301" y="365"/>
                        <a:pt x="1301" y="240"/>
                        <a:pt x="1301" y="124"/>
                      </a:cubicBezTo>
                      <a:cubicBezTo>
                        <a:pt x="1306" y="46"/>
                        <a:pt x="1241" y="1"/>
                        <a:pt x="1178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2" name="Google Shape;1632;p1"/>
                <p:cNvSpPr/>
                <p:nvPr/>
              </p:nvSpPr>
              <p:spPr>
                <a:xfrm>
                  <a:off x="614475" y="3238575"/>
                  <a:ext cx="60300" cy="77325"/>
                </a:xfrm>
                <a:custGeom>
                  <a:rect b="b" l="l" r="r" t="t"/>
                  <a:pathLst>
                    <a:path extrusionOk="0" h="3093" w="2412">
                      <a:moveTo>
                        <a:pt x="688" y="433"/>
                      </a:moveTo>
                      <a:lnTo>
                        <a:pt x="688" y="433"/>
                      </a:lnTo>
                      <a:cubicBezTo>
                        <a:pt x="697" y="441"/>
                        <a:pt x="705" y="441"/>
                        <a:pt x="705" y="441"/>
                      </a:cubicBezTo>
                      <a:cubicBezTo>
                        <a:pt x="705" y="475"/>
                        <a:pt x="713" y="499"/>
                        <a:pt x="722" y="524"/>
                      </a:cubicBezTo>
                      <a:lnTo>
                        <a:pt x="722" y="549"/>
                      </a:lnTo>
                      <a:cubicBezTo>
                        <a:pt x="705" y="516"/>
                        <a:pt x="697" y="475"/>
                        <a:pt x="688" y="433"/>
                      </a:cubicBezTo>
                      <a:close/>
                      <a:moveTo>
                        <a:pt x="1335" y="2670"/>
                      </a:moveTo>
                      <a:cubicBezTo>
                        <a:pt x="1360" y="2687"/>
                        <a:pt x="1384" y="2703"/>
                        <a:pt x="1418" y="2712"/>
                      </a:cubicBezTo>
                      <a:lnTo>
                        <a:pt x="1409" y="2712"/>
                      </a:lnTo>
                      <a:cubicBezTo>
                        <a:pt x="1343" y="2728"/>
                        <a:pt x="1268" y="2736"/>
                        <a:pt x="1194" y="2745"/>
                      </a:cubicBezTo>
                      <a:lnTo>
                        <a:pt x="1210" y="2728"/>
                      </a:lnTo>
                      <a:cubicBezTo>
                        <a:pt x="1227" y="2720"/>
                        <a:pt x="1244" y="2720"/>
                        <a:pt x="1260" y="2712"/>
                      </a:cubicBezTo>
                      <a:cubicBezTo>
                        <a:pt x="1285" y="2695"/>
                        <a:pt x="1310" y="2687"/>
                        <a:pt x="1335" y="2670"/>
                      </a:cubicBezTo>
                      <a:close/>
                      <a:moveTo>
                        <a:pt x="1138" y="1"/>
                      </a:moveTo>
                      <a:cubicBezTo>
                        <a:pt x="1098" y="1"/>
                        <a:pt x="1059" y="19"/>
                        <a:pt x="1036" y="60"/>
                      </a:cubicBezTo>
                      <a:lnTo>
                        <a:pt x="995" y="151"/>
                      </a:lnTo>
                      <a:cubicBezTo>
                        <a:pt x="977" y="127"/>
                        <a:pt x="941" y="112"/>
                        <a:pt x="907" y="112"/>
                      </a:cubicBezTo>
                      <a:cubicBezTo>
                        <a:pt x="894" y="112"/>
                        <a:pt x="882" y="114"/>
                        <a:pt x="871" y="118"/>
                      </a:cubicBezTo>
                      <a:cubicBezTo>
                        <a:pt x="862" y="110"/>
                        <a:pt x="854" y="102"/>
                        <a:pt x="846" y="93"/>
                      </a:cubicBezTo>
                      <a:cubicBezTo>
                        <a:pt x="846" y="93"/>
                        <a:pt x="846" y="85"/>
                        <a:pt x="838" y="77"/>
                      </a:cubicBezTo>
                      <a:cubicBezTo>
                        <a:pt x="833" y="34"/>
                        <a:pt x="790" y="12"/>
                        <a:pt x="747" y="12"/>
                      </a:cubicBezTo>
                      <a:cubicBezTo>
                        <a:pt x="705" y="12"/>
                        <a:pt x="663" y="32"/>
                        <a:pt x="655" y="77"/>
                      </a:cubicBezTo>
                      <a:cubicBezTo>
                        <a:pt x="655" y="102"/>
                        <a:pt x="647" y="127"/>
                        <a:pt x="647" y="151"/>
                      </a:cubicBezTo>
                      <a:cubicBezTo>
                        <a:pt x="641" y="149"/>
                        <a:pt x="635" y="148"/>
                        <a:pt x="628" y="148"/>
                      </a:cubicBezTo>
                      <a:cubicBezTo>
                        <a:pt x="610" y="148"/>
                        <a:pt x="593" y="158"/>
                        <a:pt x="581" y="176"/>
                      </a:cubicBezTo>
                      <a:cubicBezTo>
                        <a:pt x="324" y="615"/>
                        <a:pt x="713" y="988"/>
                        <a:pt x="904" y="1378"/>
                      </a:cubicBezTo>
                      <a:cubicBezTo>
                        <a:pt x="929" y="1568"/>
                        <a:pt x="937" y="1775"/>
                        <a:pt x="887" y="1958"/>
                      </a:cubicBezTo>
                      <a:cubicBezTo>
                        <a:pt x="838" y="2181"/>
                        <a:pt x="705" y="2322"/>
                        <a:pt x="531" y="2455"/>
                      </a:cubicBezTo>
                      <a:cubicBezTo>
                        <a:pt x="357" y="2579"/>
                        <a:pt x="175" y="2703"/>
                        <a:pt x="50" y="2894"/>
                      </a:cubicBezTo>
                      <a:cubicBezTo>
                        <a:pt x="1" y="2977"/>
                        <a:pt x="67" y="3093"/>
                        <a:pt x="166" y="3093"/>
                      </a:cubicBezTo>
                      <a:cubicBezTo>
                        <a:pt x="655" y="3093"/>
                        <a:pt x="1144" y="3043"/>
                        <a:pt x="1616" y="2944"/>
                      </a:cubicBezTo>
                      <a:cubicBezTo>
                        <a:pt x="1815" y="2902"/>
                        <a:pt x="2022" y="2836"/>
                        <a:pt x="2064" y="2612"/>
                      </a:cubicBezTo>
                      <a:cubicBezTo>
                        <a:pt x="2114" y="2587"/>
                        <a:pt x="2155" y="2546"/>
                        <a:pt x="2188" y="2505"/>
                      </a:cubicBezTo>
                      <a:cubicBezTo>
                        <a:pt x="2271" y="2480"/>
                        <a:pt x="2337" y="2413"/>
                        <a:pt x="2354" y="2322"/>
                      </a:cubicBezTo>
                      <a:cubicBezTo>
                        <a:pt x="2354" y="2289"/>
                        <a:pt x="2354" y="2248"/>
                        <a:pt x="2337" y="2223"/>
                      </a:cubicBezTo>
                      <a:cubicBezTo>
                        <a:pt x="2362" y="2206"/>
                        <a:pt x="2379" y="2181"/>
                        <a:pt x="2387" y="2157"/>
                      </a:cubicBezTo>
                      <a:cubicBezTo>
                        <a:pt x="2412" y="2032"/>
                        <a:pt x="2354" y="1933"/>
                        <a:pt x="2246" y="1891"/>
                      </a:cubicBezTo>
                      <a:lnTo>
                        <a:pt x="2238" y="1891"/>
                      </a:lnTo>
                      <a:lnTo>
                        <a:pt x="2230" y="1883"/>
                      </a:lnTo>
                      <a:cubicBezTo>
                        <a:pt x="2221" y="1858"/>
                        <a:pt x="2213" y="1842"/>
                        <a:pt x="2205" y="1817"/>
                      </a:cubicBezTo>
                      <a:cubicBezTo>
                        <a:pt x="2205" y="1809"/>
                        <a:pt x="2205" y="1809"/>
                        <a:pt x="2205" y="1800"/>
                      </a:cubicBezTo>
                      <a:cubicBezTo>
                        <a:pt x="2196" y="1792"/>
                        <a:pt x="2196" y="1784"/>
                        <a:pt x="2188" y="1775"/>
                      </a:cubicBezTo>
                      <a:cubicBezTo>
                        <a:pt x="2169" y="1733"/>
                        <a:pt x="2137" y="1714"/>
                        <a:pt x="2101" y="1714"/>
                      </a:cubicBezTo>
                      <a:cubicBezTo>
                        <a:pt x="2075" y="1714"/>
                        <a:pt x="2047" y="1725"/>
                        <a:pt x="2022" y="1742"/>
                      </a:cubicBezTo>
                      <a:cubicBezTo>
                        <a:pt x="1998" y="1684"/>
                        <a:pt x="1973" y="1635"/>
                        <a:pt x="1931" y="1593"/>
                      </a:cubicBezTo>
                      <a:cubicBezTo>
                        <a:pt x="1906" y="1561"/>
                        <a:pt x="1875" y="1549"/>
                        <a:pt x="1839" y="1549"/>
                      </a:cubicBezTo>
                      <a:cubicBezTo>
                        <a:pt x="1829" y="1549"/>
                        <a:pt x="1818" y="1550"/>
                        <a:pt x="1807" y="1552"/>
                      </a:cubicBezTo>
                      <a:cubicBezTo>
                        <a:pt x="1691" y="1411"/>
                        <a:pt x="1583" y="1253"/>
                        <a:pt x="1500" y="1088"/>
                      </a:cubicBezTo>
                      <a:cubicBezTo>
                        <a:pt x="1360" y="839"/>
                        <a:pt x="1285" y="557"/>
                        <a:pt x="1310" y="276"/>
                      </a:cubicBezTo>
                      <a:cubicBezTo>
                        <a:pt x="1318" y="226"/>
                        <a:pt x="1293" y="193"/>
                        <a:pt x="1260" y="168"/>
                      </a:cubicBezTo>
                      <a:cubicBezTo>
                        <a:pt x="1260" y="151"/>
                        <a:pt x="1260" y="135"/>
                        <a:pt x="1260" y="118"/>
                      </a:cubicBezTo>
                      <a:cubicBezTo>
                        <a:pt x="1265" y="47"/>
                        <a:pt x="1201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3" name="Google Shape;1633;p1"/>
                <p:cNvSpPr/>
                <p:nvPr/>
              </p:nvSpPr>
              <p:spPr>
                <a:xfrm>
                  <a:off x="794425" y="3195800"/>
                  <a:ext cx="47300" cy="93225"/>
                </a:xfrm>
                <a:custGeom>
                  <a:rect b="b" l="l" r="r" t="t"/>
                  <a:pathLst>
                    <a:path extrusionOk="0" h="3729" w="1892">
                      <a:moveTo>
                        <a:pt x="575" y="3329"/>
                      </a:moveTo>
                      <a:cubicBezTo>
                        <a:pt x="575" y="3346"/>
                        <a:pt x="583" y="3370"/>
                        <a:pt x="583" y="3387"/>
                      </a:cubicBezTo>
                      <a:cubicBezTo>
                        <a:pt x="558" y="3395"/>
                        <a:pt x="525" y="3404"/>
                        <a:pt x="492" y="3412"/>
                      </a:cubicBezTo>
                      <a:cubicBezTo>
                        <a:pt x="517" y="3387"/>
                        <a:pt x="541" y="3354"/>
                        <a:pt x="575" y="3329"/>
                      </a:cubicBezTo>
                      <a:close/>
                      <a:moveTo>
                        <a:pt x="1283" y="0"/>
                      </a:moveTo>
                      <a:cubicBezTo>
                        <a:pt x="1254" y="0"/>
                        <a:pt x="1225" y="19"/>
                        <a:pt x="1221" y="56"/>
                      </a:cubicBezTo>
                      <a:cubicBezTo>
                        <a:pt x="1204" y="263"/>
                        <a:pt x="1179" y="470"/>
                        <a:pt x="1155" y="669"/>
                      </a:cubicBezTo>
                      <a:lnTo>
                        <a:pt x="1146" y="669"/>
                      </a:lnTo>
                      <a:cubicBezTo>
                        <a:pt x="1146" y="586"/>
                        <a:pt x="1146" y="512"/>
                        <a:pt x="1146" y="429"/>
                      </a:cubicBezTo>
                      <a:cubicBezTo>
                        <a:pt x="1142" y="371"/>
                        <a:pt x="1097" y="342"/>
                        <a:pt x="1051" y="342"/>
                      </a:cubicBezTo>
                      <a:cubicBezTo>
                        <a:pt x="1005" y="342"/>
                        <a:pt x="960" y="371"/>
                        <a:pt x="956" y="429"/>
                      </a:cubicBezTo>
                      <a:cubicBezTo>
                        <a:pt x="956" y="512"/>
                        <a:pt x="947" y="603"/>
                        <a:pt x="939" y="686"/>
                      </a:cubicBezTo>
                      <a:cubicBezTo>
                        <a:pt x="933" y="684"/>
                        <a:pt x="927" y="683"/>
                        <a:pt x="921" y="683"/>
                      </a:cubicBezTo>
                      <a:cubicBezTo>
                        <a:pt x="902" y="683"/>
                        <a:pt x="885" y="692"/>
                        <a:pt x="873" y="711"/>
                      </a:cubicBezTo>
                      <a:cubicBezTo>
                        <a:pt x="798" y="802"/>
                        <a:pt x="815" y="943"/>
                        <a:pt x="823" y="1050"/>
                      </a:cubicBezTo>
                      <a:cubicBezTo>
                        <a:pt x="831" y="1092"/>
                        <a:pt x="831" y="1133"/>
                        <a:pt x="840" y="1166"/>
                      </a:cubicBezTo>
                      <a:cubicBezTo>
                        <a:pt x="807" y="1183"/>
                        <a:pt x="782" y="1216"/>
                        <a:pt x="790" y="1266"/>
                      </a:cubicBezTo>
                      <a:cubicBezTo>
                        <a:pt x="790" y="1432"/>
                        <a:pt x="815" y="1597"/>
                        <a:pt x="848" y="1755"/>
                      </a:cubicBezTo>
                      <a:cubicBezTo>
                        <a:pt x="856" y="1780"/>
                        <a:pt x="865" y="1796"/>
                        <a:pt x="881" y="1804"/>
                      </a:cubicBezTo>
                      <a:cubicBezTo>
                        <a:pt x="898" y="1896"/>
                        <a:pt x="914" y="1978"/>
                        <a:pt x="939" y="2061"/>
                      </a:cubicBezTo>
                      <a:cubicBezTo>
                        <a:pt x="939" y="2061"/>
                        <a:pt x="939" y="2070"/>
                        <a:pt x="939" y="2070"/>
                      </a:cubicBezTo>
                      <a:cubicBezTo>
                        <a:pt x="916" y="2050"/>
                        <a:pt x="887" y="2039"/>
                        <a:pt x="857" y="2039"/>
                      </a:cubicBezTo>
                      <a:cubicBezTo>
                        <a:pt x="802" y="2039"/>
                        <a:pt x="749" y="2076"/>
                        <a:pt x="749" y="2152"/>
                      </a:cubicBezTo>
                      <a:cubicBezTo>
                        <a:pt x="749" y="2409"/>
                        <a:pt x="740" y="2674"/>
                        <a:pt x="707" y="2931"/>
                      </a:cubicBezTo>
                      <a:cubicBezTo>
                        <a:pt x="699" y="2929"/>
                        <a:pt x="691" y="2928"/>
                        <a:pt x="682" y="2928"/>
                      </a:cubicBezTo>
                      <a:cubicBezTo>
                        <a:pt x="655" y="2928"/>
                        <a:pt x="625" y="2939"/>
                        <a:pt x="599" y="2964"/>
                      </a:cubicBezTo>
                      <a:cubicBezTo>
                        <a:pt x="401" y="3138"/>
                        <a:pt x="218" y="3329"/>
                        <a:pt x="69" y="3544"/>
                      </a:cubicBezTo>
                      <a:cubicBezTo>
                        <a:pt x="0" y="3636"/>
                        <a:pt x="94" y="3728"/>
                        <a:pt x="188" y="3728"/>
                      </a:cubicBezTo>
                      <a:cubicBezTo>
                        <a:pt x="195" y="3728"/>
                        <a:pt x="203" y="3728"/>
                        <a:pt x="210" y="3727"/>
                      </a:cubicBezTo>
                      <a:cubicBezTo>
                        <a:pt x="367" y="3702"/>
                        <a:pt x="517" y="3669"/>
                        <a:pt x="674" y="3619"/>
                      </a:cubicBezTo>
                      <a:cubicBezTo>
                        <a:pt x="699" y="3638"/>
                        <a:pt x="728" y="3647"/>
                        <a:pt x="759" y="3647"/>
                      </a:cubicBezTo>
                      <a:cubicBezTo>
                        <a:pt x="769" y="3647"/>
                        <a:pt x="780" y="3646"/>
                        <a:pt x="790" y="3644"/>
                      </a:cubicBezTo>
                      <a:cubicBezTo>
                        <a:pt x="931" y="3602"/>
                        <a:pt x="1072" y="3544"/>
                        <a:pt x="1204" y="3470"/>
                      </a:cubicBezTo>
                      <a:cubicBezTo>
                        <a:pt x="1213" y="3472"/>
                        <a:pt x="1221" y="3473"/>
                        <a:pt x="1229" y="3473"/>
                      </a:cubicBezTo>
                      <a:cubicBezTo>
                        <a:pt x="1254" y="3473"/>
                        <a:pt x="1279" y="3464"/>
                        <a:pt x="1304" y="3445"/>
                      </a:cubicBezTo>
                      <a:cubicBezTo>
                        <a:pt x="1329" y="3420"/>
                        <a:pt x="1345" y="3387"/>
                        <a:pt x="1370" y="3362"/>
                      </a:cubicBezTo>
                      <a:cubicBezTo>
                        <a:pt x="1536" y="3246"/>
                        <a:pt x="1685" y="3089"/>
                        <a:pt x="1801" y="2915"/>
                      </a:cubicBezTo>
                      <a:cubicBezTo>
                        <a:pt x="1834" y="2873"/>
                        <a:pt x="1817" y="2815"/>
                        <a:pt x="1784" y="2774"/>
                      </a:cubicBezTo>
                      <a:cubicBezTo>
                        <a:pt x="1892" y="2616"/>
                        <a:pt x="1850" y="2393"/>
                        <a:pt x="1776" y="2219"/>
                      </a:cubicBezTo>
                      <a:cubicBezTo>
                        <a:pt x="1685" y="1995"/>
                        <a:pt x="1544" y="1788"/>
                        <a:pt x="1362" y="1630"/>
                      </a:cubicBezTo>
                      <a:cubicBezTo>
                        <a:pt x="1345" y="1589"/>
                        <a:pt x="1337" y="1556"/>
                        <a:pt x="1320" y="1523"/>
                      </a:cubicBezTo>
                      <a:cubicBezTo>
                        <a:pt x="1312" y="1498"/>
                        <a:pt x="1295" y="1481"/>
                        <a:pt x="1279" y="1465"/>
                      </a:cubicBezTo>
                      <a:cubicBezTo>
                        <a:pt x="1312" y="1282"/>
                        <a:pt x="1337" y="1092"/>
                        <a:pt x="1353" y="910"/>
                      </a:cubicBezTo>
                      <a:cubicBezTo>
                        <a:pt x="1362" y="769"/>
                        <a:pt x="1370" y="628"/>
                        <a:pt x="1370" y="487"/>
                      </a:cubicBezTo>
                      <a:cubicBezTo>
                        <a:pt x="1370" y="346"/>
                        <a:pt x="1353" y="197"/>
                        <a:pt x="1345" y="56"/>
                      </a:cubicBezTo>
                      <a:cubicBezTo>
                        <a:pt x="1341" y="19"/>
                        <a:pt x="1312" y="0"/>
                        <a:pt x="1283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4" name="Google Shape;1634;p1"/>
                <p:cNvSpPr/>
                <p:nvPr/>
              </p:nvSpPr>
              <p:spPr>
                <a:xfrm>
                  <a:off x="756575" y="2888775"/>
                  <a:ext cx="9550" cy="2750"/>
                </a:xfrm>
                <a:custGeom>
                  <a:rect b="b" l="l" r="r" t="t"/>
                  <a:pathLst>
                    <a:path extrusionOk="0" h="110" w="382">
                      <a:moveTo>
                        <a:pt x="282" y="0"/>
                      </a:moveTo>
                      <a:cubicBezTo>
                        <a:pt x="257" y="0"/>
                        <a:pt x="233" y="0"/>
                        <a:pt x="208" y="8"/>
                      </a:cubicBezTo>
                      <a:cubicBezTo>
                        <a:pt x="150" y="8"/>
                        <a:pt x="100" y="17"/>
                        <a:pt x="42" y="25"/>
                      </a:cubicBezTo>
                      <a:cubicBezTo>
                        <a:pt x="25" y="25"/>
                        <a:pt x="1" y="42"/>
                        <a:pt x="1" y="66"/>
                      </a:cubicBezTo>
                      <a:cubicBezTo>
                        <a:pt x="1" y="88"/>
                        <a:pt x="13" y="109"/>
                        <a:pt x="32" y="109"/>
                      </a:cubicBezTo>
                      <a:cubicBezTo>
                        <a:pt x="35" y="109"/>
                        <a:pt x="39" y="109"/>
                        <a:pt x="42" y="108"/>
                      </a:cubicBezTo>
                      <a:lnTo>
                        <a:pt x="208" y="108"/>
                      </a:lnTo>
                      <a:cubicBezTo>
                        <a:pt x="233" y="100"/>
                        <a:pt x="257" y="100"/>
                        <a:pt x="282" y="100"/>
                      </a:cubicBezTo>
                      <a:cubicBezTo>
                        <a:pt x="315" y="91"/>
                        <a:pt x="349" y="91"/>
                        <a:pt x="373" y="66"/>
                      </a:cubicBezTo>
                      <a:cubicBezTo>
                        <a:pt x="382" y="58"/>
                        <a:pt x="382" y="33"/>
                        <a:pt x="373" y="25"/>
                      </a:cubicBezTo>
                      <a:cubicBezTo>
                        <a:pt x="357" y="8"/>
                        <a:pt x="340" y="0"/>
                        <a:pt x="32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5" name="Google Shape;1635;p1"/>
                <p:cNvSpPr/>
                <p:nvPr/>
              </p:nvSpPr>
              <p:spPr>
                <a:xfrm>
                  <a:off x="756375" y="2886075"/>
                  <a:ext cx="10575" cy="1875"/>
                </a:xfrm>
                <a:custGeom>
                  <a:rect b="b" l="l" r="r" t="t"/>
                  <a:pathLst>
                    <a:path extrusionOk="0" h="75" w="423">
                      <a:moveTo>
                        <a:pt x="357" y="0"/>
                      </a:moveTo>
                      <a:cubicBezTo>
                        <a:pt x="340" y="0"/>
                        <a:pt x="332" y="9"/>
                        <a:pt x="315" y="9"/>
                      </a:cubicBezTo>
                      <a:lnTo>
                        <a:pt x="216" y="9"/>
                      </a:lnTo>
                      <a:cubicBezTo>
                        <a:pt x="158" y="17"/>
                        <a:pt x="91" y="25"/>
                        <a:pt x="33" y="25"/>
                      </a:cubicBezTo>
                      <a:cubicBezTo>
                        <a:pt x="0" y="25"/>
                        <a:pt x="0" y="75"/>
                        <a:pt x="33" y="75"/>
                      </a:cubicBezTo>
                      <a:lnTo>
                        <a:pt x="33" y="75"/>
                      </a:lnTo>
                      <a:cubicBezTo>
                        <a:pt x="97" y="75"/>
                        <a:pt x="160" y="75"/>
                        <a:pt x="216" y="67"/>
                      </a:cubicBezTo>
                      <a:cubicBezTo>
                        <a:pt x="282" y="67"/>
                        <a:pt x="348" y="67"/>
                        <a:pt x="406" y="42"/>
                      </a:cubicBezTo>
                      <a:cubicBezTo>
                        <a:pt x="423" y="42"/>
                        <a:pt x="423" y="9"/>
                        <a:pt x="406" y="9"/>
                      </a:cubicBezTo>
                      <a:cubicBezTo>
                        <a:pt x="390" y="9"/>
                        <a:pt x="373" y="0"/>
                        <a:pt x="357" y="0"/>
                      </a:cubicBezTo>
                      <a:close/>
                      <a:moveTo>
                        <a:pt x="33" y="75"/>
                      </a:moveTo>
                      <a:lnTo>
                        <a:pt x="33" y="75"/>
                      </a:lnTo>
                      <a:cubicBezTo>
                        <a:pt x="31" y="75"/>
                        <a:pt x="28" y="75"/>
                        <a:pt x="25" y="75"/>
                      </a:cubicBezTo>
                      <a:lnTo>
                        <a:pt x="33" y="75"/>
                      </a:lnTo>
                      <a:cubicBezTo>
                        <a:pt x="33" y="75"/>
                        <a:pt x="33" y="75"/>
                        <a:pt x="33" y="75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6" name="Google Shape;1636;p1"/>
                <p:cNvSpPr/>
                <p:nvPr/>
              </p:nvSpPr>
              <p:spPr>
                <a:xfrm>
                  <a:off x="778750" y="2889800"/>
                  <a:ext cx="6650" cy="2300"/>
                </a:xfrm>
                <a:custGeom>
                  <a:rect b="b" l="l" r="r" t="t"/>
                  <a:pathLst>
                    <a:path extrusionOk="0" h="92" w="266">
                      <a:moveTo>
                        <a:pt x="42" y="1"/>
                      </a:moveTo>
                      <a:cubicBezTo>
                        <a:pt x="17" y="1"/>
                        <a:pt x="0" y="17"/>
                        <a:pt x="0" y="34"/>
                      </a:cubicBezTo>
                      <a:cubicBezTo>
                        <a:pt x="0" y="50"/>
                        <a:pt x="8" y="75"/>
                        <a:pt x="25" y="75"/>
                      </a:cubicBezTo>
                      <a:lnTo>
                        <a:pt x="33" y="75"/>
                      </a:lnTo>
                      <a:cubicBezTo>
                        <a:pt x="50" y="83"/>
                        <a:pt x="58" y="83"/>
                        <a:pt x="75" y="83"/>
                      </a:cubicBezTo>
                      <a:cubicBezTo>
                        <a:pt x="100" y="92"/>
                        <a:pt x="116" y="92"/>
                        <a:pt x="133" y="92"/>
                      </a:cubicBezTo>
                      <a:lnTo>
                        <a:pt x="232" y="92"/>
                      </a:lnTo>
                      <a:cubicBezTo>
                        <a:pt x="257" y="83"/>
                        <a:pt x="265" y="50"/>
                        <a:pt x="240" y="42"/>
                      </a:cubicBezTo>
                      <a:cubicBezTo>
                        <a:pt x="232" y="34"/>
                        <a:pt x="224" y="34"/>
                        <a:pt x="216" y="25"/>
                      </a:cubicBezTo>
                      <a:lnTo>
                        <a:pt x="191" y="25"/>
                      </a:lnTo>
                      <a:cubicBezTo>
                        <a:pt x="174" y="25"/>
                        <a:pt x="158" y="17"/>
                        <a:pt x="141" y="17"/>
                      </a:cubicBezTo>
                      <a:cubicBezTo>
                        <a:pt x="108" y="9"/>
                        <a:pt x="75" y="9"/>
                        <a:pt x="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7" name="Google Shape;1637;p1"/>
                <p:cNvSpPr/>
                <p:nvPr/>
              </p:nvSpPr>
              <p:spPr>
                <a:xfrm>
                  <a:off x="706650" y="2867425"/>
                  <a:ext cx="11325" cy="27700"/>
                </a:xfrm>
                <a:custGeom>
                  <a:rect b="b" l="l" r="r" t="t"/>
                  <a:pathLst>
                    <a:path extrusionOk="0" h="1108" w="453">
                      <a:moveTo>
                        <a:pt x="410" y="0"/>
                      </a:moveTo>
                      <a:cubicBezTo>
                        <a:pt x="403" y="0"/>
                        <a:pt x="396" y="3"/>
                        <a:pt x="390" y="9"/>
                      </a:cubicBezTo>
                      <a:cubicBezTo>
                        <a:pt x="266" y="166"/>
                        <a:pt x="166" y="324"/>
                        <a:pt x="100" y="514"/>
                      </a:cubicBezTo>
                      <a:cubicBezTo>
                        <a:pt x="67" y="606"/>
                        <a:pt x="42" y="705"/>
                        <a:pt x="26" y="796"/>
                      </a:cubicBezTo>
                      <a:cubicBezTo>
                        <a:pt x="9" y="896"/>
                        <a:pt x="1" y="995"/>
                        <a:pt x="26" y="1086"/>
                      </a:cubicBezTo>
                      <a:cubicBezTo>
                        <a:pt x="29" y="1102"/>
                        <a:pt x="41" y="1108"/>
                        <a:pt x="52" y="1108"/>
                      </a:cubicBezTo>
                      <a:cubicBezTo>
                        <a:pt x="65" y="1108"/>
                        <a:pt x="79" y="1099"/>
                        <a:pt x="84" y="1086"/>
                      </a:cubicBezTo>
                      <a:cubicBezTo>
                        <a:pt x="117" y="1003"/>
                        <a:pt x="125" y="904"/>
                        <a:pt x="142" y="813"/>
                      </a:cubicBezTo>
                      <a:cubicBezTo>
                        <a:pt x="158" y="722"/>
                        <a:pt x="183" y="639"/>
                        <a:pt x="208" y="556"/>
                      </a:cubicBezTo>
                      <a:cubicBezTo>
                        <a:pt x="266" y="382"/>
                        <a:pt x="340" y="208"/>
                        <a:pt x="440" y="50"/>
                      </a:cubicBezTo>
                      <a:cubicBezTo>
                        <a:pt x="452" y="25"/>
                        <a:pt x="432" y="0"/>
                        <a:pt x="41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8" name="Google Shape;1638;p1"/>
                <p:cNvSpPr/>
                <p:nvPr/>
              </p:nvSpPr>
              <p:spPr>
                <a:xfrm>
                  <a:off x="807475" y="2873050"/>
                  <a:ext cx="11475" cy="17025"/>
                </a:xfrm>
                <a:custGeom>
                  <a:rect b="b" l="l" r="r" t="t"/>
                  <a:pathLst>
                    <a:path extrusionOk="0" h="681" w="459">
                      <a:moveTo>
                        <a:pt x="54" y="1"/>
                      </a:moveTo>
                      <a:cubicBezTo>
                        <a:pt x="23" y="1"/>
                        <a:pt x="1" y="39"/>
                        <a:pt x="28" y="66"/>
                      </a:cubicBezTo>
                      <a:cubicBezTo>
                        <a:pt x="102" y="124"/>
                        <a:pt x="169" y="207"/>
                        <a:pt x="218" y="289"/>
                      </a:cubicBezTo>
                      <a:cubicBezTo>
                        <a:pt x="243" y="331"/>
                        <a:pt x="268" y="381"/>
                        <a:pt x="285" y="422"/>
                      </a:cubicBezTo>
                      <a:cubicBezTo>
                        <a:pt x="309" y="472"/>
                        <a:pt x="318" y="521"/>
                        <a:pt x="334" y="571"/>
                      </a:cubicBezTo>
                      <a:cubicBezTo>
                        <a:pt x="334" y="596"/>
                        <a:pt x="343" y="621"/>
                        <a:pt x="359" y="637"/>
                      </a:cubicBezTo>
                      <a:cubicBezTo>
                        <a:pt x="366" y="659"/>
                        <a:pt x="386" y="680"/>
                        <a:pt x="407" y="680"/>
                      </a:cubicBezTo>
                      <a:cubicBezTo>
                        <a:pt x="410" y="680"/>
                        <a:pt x="414" y="680"/>
                        <a:pt x="417" y="679"/>
                      </a:cubicBezTo>
                      <a:cubicBezTo>
                        <a:pt x="442" y="671"/>
                        <a:pt x="450" y="637"/>
                        <a:pt x="459" y="613"/>
                      </a:cubicBezTo>
                      <a:cubicBezTo>
                        <a:pt x="459" y="590"/>
                        <a:pt x="459" y="560"/>
                        <a:pt x="459" y="530"/>
                      </a:cubicBezTo>
                      <a:cubicBezTo>
                        <a:pt x="442" y="422"/>
                        <a:pt x="392" y="323"/>
                        <a:pt x="334" y="240"/>
                      </a:cubicBezTo>
                      <a:cubicBezTo>
                        <a:pt x="301" y="190"/>
                        <a:pt x="260" y="149"/>
                        <a:pt x="218" y="107"/>
                      </a:cubicBezTo>
                      <a:cubicBezTo>
                        <a:pt x="177" y="66"/>
                        <a:pt x="127" y="33"/>
                        <a:pt x="77" y="8"/>
                      </a:cubicBezTo>
                      <a:cubicBezTo>
                        <a:pt x="70" y="3"/>
                        <a:pt x="62" y="1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9" name="Google Shape;1639;p1"/>
                <p:cNvSpPr/>
                <p:nvPr/>
              </p:nvSpPr>
              <p:spPr>
                <a:xfrm>
                  <a:off x="818500" y="2894350"/>
                  <a:ext cx="1475" cy="2300"/>
                </a:xfrm>
                <a:custGeom>
                  <a:rect b="b" l="l" r="r" t="t"/>
                  <a:pathLst>
                    <a:path extrusionOk="0" h="92" w="59">
                      <a:moveTo>
                        <a:pt x="26" y="1"/>
                      </a:moveTo>
                      <a:cubicBezTo>
                        <a:pt x="26" y="1"/>
                        <a:pt x="18" y="1"/>
                        <a:pt x="9" y="9"/>
                      </a:cubicBezTo>
                      <a:cubicBezTo>
                        <a:pt x="1" y="9"/>
                        <a:pt x="1" y="26"/>
                        <a:pt x="1" y="34"/>
                      </a:cubicBezTo>
                      <a:lnTo>
                        <a:pt x="9" y="75"/>
                      </a:lnTo>
                      <a:cubicBezTo>
                        <a:pt x="18" y="84"/>
                        <a:pt x="26" y="92"/>
                        <a:pt x="26" y="92"/>
                      </a:cubicBezTo>
                      <a:cubicBezTo>
                        <a:pt x="34" y="92"/>
                        <a:pt x="42" y="84"/>
                        <a:pt x="51" y="75"/>
                      </a:cubicBezTo>
                      <a:lnTo>
                        <a:pt x="59" y="34"/>
                      </a:lnTo>
                      <a:cubicBezTo>
                        <a:pt x="59" y="26"/>
                        <a:pt x="59" y="9"/>
                        <a:pt x="51" y="9"/>
                      </a:cubicBezTo>
                      <a:cubicBezTo>
                        <a:pt x="42" y="1"/>
                        <a:pt x="34" y="1"/>
                        <a:pt x="2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0" name="Google Shape;1640;p1"/>
                <p:cNvSpPr/>
                <p:nvPr/>
              </p:nvSpPr>
              <p:spPr>
                <a:xfrm>
                  <a:off x="739475" y="2788075"/>
                  <a:ext cx="6575" cy="39700"/>
                </a:xfrm>
                <a:custGeom>
                  <a:rect b="b" l="l" r="r" t="t"/>
                  <a:pathLst>
                    <a:path extrusionOk="0" h="1588" w="263">
                      <a:moveTo>
                        <a:pt x="171" y="0"/>
                      </a:moveTo>
                      <a:cubicBezTo>
                        <a:pt x="161" y="0"/>
                        <a:pt x="151" y="5"/>
                        <a:pt x="146" y="10"/>
                      </a:cubicBezTo>
                      <a:cubicBezTo>
                        <a:pt x="96" y="117"/>
                        <a:pt x="129" y="258"/>
                        <a:pt x="138" y="366"/>
                      </a:cubicBezTo>
                      <a:cubicBezTo>
                        <a:pt x="138" y="498"/>
                        <a:pt x="129" y="623"/>
                        <a:pt x="129" y="755"/>
                      </a:cubicBezTo>
                      <a:cubicBezTo>
                        <a:pt x="121" y="1020"/>
                        <a:pt x="80" y="1294"/>
                        <a:pt x="5" y="1551"/>
                      </a:cubicBezTo>
                      <a:cubicBezTo>
                        <a:pt x="0" y="1575"/>
                        <a:pt x="15" y="1588"/>
                        <a:pt x="32" y="1588"/>
                      </a:cubicBezTo>
                      <a:cubicBezTo>
                        <a:pt x="44" y="1588"/>
                        <a:pt x="56" y="1581"/>
                        <a:pt x="63" y="1567"/>
                      </a:cubicBezTo>
                      <a:cubicBezTo>
                        <a:pt x="146" y="1302"/>
                        <a:pt x="196" y="1045"/>
                        <a:pt x="237" y="772"/>
                      </a:cubicBezTo>
                      <a:cubicBezTo>
                        <a:pt x="254" y="639"/>
                        <a:pt x="254" y="498"/>
                        <a:pt x="254" y="366"/>
                      </a:cubicBezTo>
                      <a:cubicBezTo>
                        <a:pt x="245" y="258"/>
                        <a:pt x="262" y="101"/>
                        <a:pt x="187" y="10"/>
                      </a:cubicBezTo>
                      <a:cubicBezTo>
                        <a:pt x="184" y="3"/>
                        <a:pt x="177" y="0"/>
                        <a:pt x="17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1" name="Google Shape;1641;p1"/>
                <p:cNvSpPr/>
                <p:nvPr/>
              </p:nvSpPr>
              <p:spPr>
                <a:xfrm>
                  <a:off x="739600" y="2767475"/>
                  <a:ext cx="1250" cy="7400"/>
                </a:xfrm>
                <a:custGeom>
                  <a:rect b="b" l="l" r="r" t="t"/>
                  <a:pathLst>
                    <a:path extrusionOk="0" h="296" w="50">
                      <a:moveTo>
                        <a:pt x="28" y="1"/>
                      </a:moveTo>
                      <a:cubicBezTo>
                        <a:pt x="21" y="1"/>
                        <a:pt x="13" y="5"/>
                        <a:pt x="8" y="13"/>
                      </a:cubicBezTo>
                      <a:cubicBezTo>
                        <a:pt x="0" y="96"/>
                        <a:pt x="0" y="179"/>
                        <a:pt x="0" y="270"/>
                      </a:cubicBezTo>
                      <a:cubicBezTo>
                        <a:pt x="0" y="287"/>
                        <a:pt x="13" y="295"/>
                        <a:pt x="25" y="295"/>
                      </a:cubicBezTo>
                      <a:cubicBezTo>
                        <a:pt x="37" y="295"/>
                        <a:pt x="50" y="287"/>
                        <a:pt x="50" y="270"/>
                      </a:cubicBezTo>
                      <a:cubicBezTo>
                        <a:pt x="50" y="179"/>
                        <a:pt x="50" y="96"/>
                        <a:pt x="42" y="13"/>
                      </a:cubicBezTo>
                      <a:cubicBezTo>
                        <a:pt x="42" y="5"/>
                        <a:pt x="35" y="1"/>
                        <a:pt x="2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2" name="Google Shape;1642;p1"/>
                <p:cNvSpPr/>
                <p:nvPr/>
              </p:nvSpPr>
              <p:spPr>
                <a:xfrm>
                  <a:off x="752425" y="2763600"/>
                  <a:ext cx="5625" cy="40075"/>
                </a:xfrm>
                <a:custGeom>
                  <a:rect b="b" l="l" r="r" t="t"/>
                  <a:pathLst>
                    <a:path extrusionOk="0" h="1603" w="225">
                      <a:moveTo>
                        <a:pt x="88" y="1"/>
                      </a:moveTo>
                      <a:cubicBezTo>
                        <a:pt x="78" y="1"/>
                        <a:pt x="67" y="7"/>
                        <a:pt x="59" y="19"/>
                      </a:cubicBezTo>
                      <a:lnTo>
                        <a:pt x="67" y="19"/>
                      </a:lnTo>
                      <a:cubicBezTo>
                        <a:pt x="1" y="119"/>
                        <a:pt x="26" y="276"/>
                        <a:pt x="34" y="392"/>
                      </a:cubicBezTo>
                      <a:cubicBezTo>
                        <a:pt x="34" y="525"/>
                        <a:pt x="42" y="666"/>
                        <a:pt x="51" y="798"/>
                      </a:cubicBezTo>
                      <a:cubicBezTo>
                        <a:pt x="59" y="922"/>
                        <a:pt x="75" y="1055"/>
                        <a:pt x="100" y="1179"/>
                      </a:cubicBezTo>
                      <a:cubicBezTo>
                        <a:pt x="125" y="1320"/>
                        <a:pt x="167" y="1453"/>
                        <a:pt x="191" y="1593"/>
                      </a:cubicBezTo>
                      <a:cubicBezTo>
                        <a:pt x="195" y="1600"/>
                        <a:pt x="200" y="1603"/>
                        <a:pt x="206" y="1603"/>
                      </a:cubicBezTo>
                      <a:cubicBezTo>
                        <a:pt x="215" y="1603"/>
                        <a:pt x="225" y="1595"/>
                        <a:pt x="225" y="1585"/>
                      </a:cubicBezTo>
                      <a:cubicBezTo>
                        <a:pt x="200" y="1444"/>
                        <a:pt x="200" y="1312"/>
                        <a:pt x="191" y="1171"/>
                      </a:cubicBezTo>
                      <a:cubicBezTo>
                        <a:pt x="183" y="1038"/>
                        <a:pt x="167" y="898"/>
                        <a:pt x="158" y="765"/>
                      </a:cubicBezTo>
                      <a:cubicBezTo>
                        <a:pt x="150" y="632"/>
                        <a:pt x="150" y="508"/>
                        <a:pt x="150" y="376"/>
                      </a:cubicBezTo>
                      <a:cubicBezTo>
                        <a:pt x="142" y="268"/>
                        <a:pt x="167" y="119"/>
                        <a:pt x="117" y="19"/>
                      </a:cubicBezTo>
                      <a:cubicBezTo>
                        <a:pt x="109" y="7"/>
                        <a:pt x="98" y="1"/>
                        <a:pt x="8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3" name="Google Shape;1643;p1"/>
                <p:cNvSpPr/>
                <p:nvPr/>
              </p:nvSpPr>
              <p:spPr>
                <a:xfrm>
                  <a:off x="752650" y="2740400"/>
                  <a:ext cx="1875" cy="10800"/>
                </a:xfrm>
                <a:custGeom>
                  <a:rect b="b" l="l" r="r" t="t"/>
                  <a:pathLst>
                    <a:path extrusionOk="0" h="432" w="75">
                      <a:moveTo>
                        <a:pt x="38" y="1"/>
                      </a:moveTo>
                      <a:cubicBezTo>
                        <a:pt x="27" y="1"/>
                        <a:pt x="17" y="7"/>
                        <a:pt x="17" y="19"/>
                      </a:cubicBezTo>
                      <a:cubicBezTo>
                        <a:pt x="0" y="86"/>
                        <a:pt x="0" y="152"/>
                        <a:pt x="0" y="210"/>
                      </a:cubicBezTo>
                      <a:lnTo>
                        <a:pt x="0" y="400"/>
                      </a:lnTo>
                      <a:lnTo>
                        <a:pt x="8" y="400"/>
                      </a:lnTo>
                      <a:cubicBezTo>
                        <a:pt x="8" y="421"/>
                        <a:pt x="25" y="431"/>
                        <a:pt x="42" y="431"/>
                      </a:cubicBezTo>
                      <a:cubicBezTo>
                        <a:pt x="58" y="431"/>
                        <a:pt x="75" y="421"/>
                        <a:pt x="75" y="400"/>
                      </a:cubicBezTo>
                      <a:lnTo>
                        <a:pt x="75" y="210"/>
                      </a:lnTo>
                      <a:cubicBezTo>
                        <a:pt x="75" y="152"/>
                        <a:pt x="75" y="86"/>
                        <a:pt x="66" y="19"/>
                      </a:cubicBezTo>
                      <a:cubicBezTo>
                        <a:pt x="62" y="7"/>
                        <a:pt x="50" y="1"/>
                        <a:pt x="3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4" name="Google Shape;1644;p1"/>
                <p:cNvSpPr/>
                <p:nvPr/>
              </p:nvSpPr>
              <p:spPr>
                <a:xfrm>
                  <a:off x="753475" y="2718000"/>
                  <a:ext cx="1675" cy="4050"/>
                </a:xfrm>
                <a:custGeom>
                  <a:rect b="b" l="l" r="r" t="t"/>
                  <a:pathLst>
                    <a:path extrusionOk="0" h="162" w="67">
                      <a:moveTo>
                        <a:pt x="51" y="0"/>
                      </a:moveTo>
                      <a:cubicBezTo>
                        <a:pt x="46" y="0"/>
                        <a:pt x="42" y="6"/>
                        <a:pt x="42" y="12"/>
                      </a:cubicBezTo>
                      <a:cubicBezTo>
                        <a:pt x="33" y="20"/>
                        <a:pt x="33" y="29"/>
                        <a:pt x="25" y="37"/>
                      </a:cubicBezTo>
                      <a:cubicBezTo>
                        <a:pt x="25" y="45"/>
                        <a:pt x="17" y="54"/>
                        <a:pt x="17" y="70"/>
                      </a:cubicBezTo>
                      <a:cubicBezTo>
                        <a:pt x="17" y="87"/>
                        <a:pt x="9" y="112"/>
                        <a:pt x="0" y="128"/>
                      </a:cubicBezTo>
                      <a:cubicBezTo>
                        <a:pt x="0" y="145"/>
                        <a:pt x="9" y="161"/>
                        <a:pt x="25" y="161"/>
                      </a:cubicBezTo>
                      <a:cubicBezTo>
                        <a:pt x="33" y="161"/>
                        <a:pt x="50" y="161"/>
                        <a:pt x="58" y="145"/>
                      </a:cubicBezTo>
                      <a:cubicBezTo>
                        <a:pt x="58" y="120"/>
                        <a:pt x="58" y="103"/>
                        <a:pt x="67" y="78"/>
                      </a:cubicBezTo>
                      <a:cubicBezTo>
                        <a:pt x="67" y="70"/>
                        <a:pt x="67" y="62"/>
                        <a:pt x="67" y="45"/>
                      </a:cubicBezTo>
                      <a:lnTo>
                        <a:pt x="67" y="20"/>
                      </a:lnTo>
                      <a:cubicBezTo>
                        <a:pt x="67" y="12"/>
                        <a:pt x="67" y="4"/>
                        <a:pt x="58" y="4"/>
                      </a:cubicBezTo>
                      <a:cubicBezTo>
                        <a:pt x="56" y="1"/>
                        <a:pt x="53" y="0"/>
                        <a:pt x="5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5" name="Google Shape;1645;p1"/>
                <p:cNvSpPr/>
                <p:nvPr/>
              </p:nvSpPr>
              <p:spPr>
                <a:xfrm>
                  <a:off x="766925" y="2800500"/>
                  <a:ext cx="8525" cy="29075"/>
                </a:xfrm>
                <a:custGeom>
                  <a:rect b="b" l="l" r="r" t="t"/>
                  <a:pathLst>
                    <a:path extrusionOk="0" h="1163" w="341">
                      <a:moveTo>
                        <a:pt x="63" y="0"/>
                      </a:moveTo>
                      <a:cubicBezTo>
                        <a:pt x="46" y="0"/>
                        <a:pt x="30" y="9"/>
                        <a:pt x="26" y="26"/>
                      </a:cubicBezTo>
                      <a:cubicBezTo>
                        <a:pt x="1" y="109"/>
                        <a:pt x="34" y="225"/>
                        <a:pt x="51" y="308"/>
                      </a:cubicBezTo>
                      <a:cubicBezTo>
                        <a:pt x="67" y="407"/>
                        <a:pt x="84" y="507"/>
                        <a:pt x="109" y="606"/>
                      </a:cubicBezTo>
                      <a:cubicBezTo>
                        <a:pt x="125" y="706"/>
                        <a:pt x="150" y="797"/>
                        <a:pt x="175" y="896"/>
                      </a:cubicBezTo>
                      <a:cubicBezTo>
                        <a:pt x="200" y="979"/>
                        <a:pt x="216" y="1087"/>
                        <a:pt x="274" y="1153"/>
                      </a:cubicBezTo>
                      <a:cubicBezTo>
                        <a:pt x="281" y="1160"/>
                        <a:pt x="288" y="1162"/>
                        <a:pt x="296" y="1162"/>
                      </a:cubicBezTo>
                      <a:cubicBezTo>
                        <a:pt x="307" y="1162"/>
                        <a:pt x="319" y="1155"/>
                        <a:pt x="324" y="1145"/>
                      </a:cubicBezTo>
                      <a:cubicBezTo>
                        <a:pt x="341" y="1054"/>
                        <a:pt x="299" y="963"/>
                        <a:pt x="283" y="871"/>
                      </a:cubicBezTo>
                      <a:cubicBezTo>
                        <a:pt x="258" y="780"/>
                        <a:pt x="233" y="681"/>
                        <a:pt x="216" y="590"/>
                      </a:cubicBezTo>
                      <a:cubicBezTo>
                        <a:pt x="200" y="490"/>
                        <a:pt x="183" y="391"/>
                        <a:pt x="167" y="300"/>
                      </a:cubicBezTo>
                      <a:cubicBezTo>
                        <a:pt x="158" y="250"/>
                        <a:pt x="150" y="200"/>
                        <a:pt x="142" y="151"/>
                      </a:cubicBezTo>
                      <a:cubicBezTo>
                        <a:pt x="133" y="101"/>
                        <a:pt x="125" y="59"/>
                        <a:pt x="100" y="18"/>
                      </a:cubicBezTo>
                      <a:cubicBezTo>
                        <a:pt x="93" y="7"/>
                        <a:pt x="78" y="0"/>
                        <a:pt x="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6" name="Google Shape;1646;p1"/>
                <p:cNvSpPr/>
                <p:nvPr/>
              </p:nvSpPr>
              <p:spPr>
                <a:xfrm>
                  <a:off x="767550" y="2782475"/>
                  <a:ext cx="1675" cy="6275"/>
                </a:xfrm>
                <a:custGeom>
                  <a:rect b="b" l="l" r="r" t="t"/>
                  <a:pathLst>
                    <a:path extrusionOk="0" h="251" w="67">
                      <a:moveTo>
                        <a:pt x="45" y="1"/>
                      </a:moveTo>
                      <a:cubicBezTo>
                        <a:pt x="39" y="1"/>
                        <a:pt x="34" y="4"/>
                        <a:pt x="34" y="10"/>
                      </a:cubicBezTo>
                      <a:cubicBezTo>
                        <a:pt x="26" y="51"/>
                        <a:pt x="17" y="85"/>
                        <a:pt x="17" y="118"/>
                      </a:cubicBezTo>
                      <a:cubicBezTo>
                        <a:pt x="9" y="159"/>
                        <a:pt x="9" y="192"/>
                        <a:pt x="1" y="225"/>
                      </a:cubicBezTo>
                      <a:cubicBezTo>
                        <a:pt x="1" y="242"/>
                        <a:pt x="17" y="250"/>
                        <a:pt x="26" y="250"/>
                      </a:cubicBezTo>
                      <a:cubicBezTo>
                        <a:pt x="42" y="250"/>
                        <a:pt x="50" y="242"/>
                        <a:pt x="50" y="225"/>
                      </a:cubicBezTo>
                      <a:lnTo>
                        <a:pt x="59" y="126"/>
                      </a:lnTo>
                      <a:cubicBezTo>
                        <a:pt x="59" y="85"/>
                        <a:pt x="67" y="51"/>
                        <a:pt x="67" y="18"/>
                      </a:cubicBezTo>
                      <a:cubicBezTo>
                        <a:pt x="67" y="8"/>
                        <a:pt x="54" y="1"/>
                        <a:pt x="4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7" name="Google Shape;1647;p1"/>
                <p:cNvSpPr/>
                <p:nvPr/>
              </p:nvSpPr>
              <p:spPr>
                <a:xfrm>
                  <a:off x="751200" y="2974800"/>
                  <a:ext cx="4375" cy="7625"/>
                </a:xfrm>
                <a:custGeom>
                  <a:rect b="b" l="l" r="r" t="t"/>
                  <a:pathLst>
                    <a:path extrusionOk="0" h="305" w="175">
                      <a:moveTo>
                        <a:pt x="101" y="0"/>
                      </a:moveTo>
                      <a:cubicBezTo>
                        <a:pt x="89" y="0"/>
                        <a:pt x="76" y="4"/>
                        <a:pt x="66" y="14"/>
                      </a:cubicBezTo>
                      <a:cubicBezTo>
                        <a:pt x="58" y="22"/>
                        <a:pt x="58" y="31"/>
                        <a:pt x="50" y="39"/>
                      </a:cubicBezTo>
                      <a:cubicBezTo>
                        <a:pt x="42" y="64"/>
                        <a:pt x="42" y="89"/>
                        <a:pt x="33" y="114"/>
                      </a:cubicBezTo>
                      <a:cubicBezTo>
                        <a:pt x="33" y="122"/>
                        <a:pt x="33" y="130"/>
                        <a:pt x="33" y="138"/>
                      </a:cubicBezTo>
                      <a:cubicBezTo>
                        <a:pt x="33" y="147"/>
                        <a:pt x="33" y="155"/>
                        <a:pt x="33" y="155"/>
                      </a:cubicBezTo>
                      <a:cubicBezTo>
                        <a:pt x="33" y="172"/>
                        <a:pt x="25" y="188"/>
                        <a:pt x="17" y="205"/>
                      </a:cubicBezTo>
                      <a:cubicBezTo>
                        <a:pt x="8" y="230"/>
                        <a:pt x="0" y="254"/>
                        <a:pt x="8" y="271"/>
                      </a:cubicBezTo>
                      <a:cubicBezTo>
                        <a:pt x="8" y="296"/>
                        <a:pt x="25" y="304"/>
                        <a:pt x="50" y="304"/>
                      </a:cubicBezTo>
                      <a:cubicBezTo>
                        <a:pt x="66" y="304"/>
                        <a:pt x="83" y="296"/>
                        <a:pt x="100" y="279"/>
                      </a:cubicBezTo>
                      <a:cubicBezTo>
                        <a:pt x="108" y="271"/>
                        <a:pt x="108" y="263"/>
                        <a:pt x="116" y="254"/>
                      </a:cubicBezTo>
                      <a:cubicBezTo>
                        <a:pt x="133" y="230"/>
                        <a:pt x="141" y="213"/>
                        <a:pt x="149" y="188"/>
                      </a:cubicBezTo>
                      <a:cubicBezTo>
                        <a:pt x="158" y="172"/>
                        <a:pt x="158" y="155"/>
                        <a:pt x="166" y="130"/>
                      </a:cubicBezTo>
                      <a:cubicBezTo>
                        <a:pt x="174" y="105"/>
                        <a:pt x="174" y="64"/>
                        <a:pt x="158" y="39"/>
                      </a:cubicBezTo>
                      <a:cubicBezTo>
                        <a:pt x="149" y="22"/>
                        <a:pt x="141" y="14"/>
                        <a:pt x="124" y="6"/>
                      </a:cubicBezTo>
                      <a:cubicBezTo>
                        <a:pt x="118" y="2"/>
                        <a:pt x="109" y="0"/>
                        <a:pt x="10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8" name="Google Shape;1648;p1"/>
                <p:cNvSpPr/>
                <p:nvPr/>
              </p:nvSpPr>
              <p:spPr>
                <a:xfrm>
                  <a:off x="756375" y="2975550"/>
                  <a:ext cx="2725" cy="9250"/>
                </a:xfrm>
                <a:custGeom>
                  <a:rect b="b" l="l" r="r" t="t"/>
                  <a:pathLst>
                    <a:path extrusionOk="0" h="370" w="109">
                      <a:moveTo>
                        <a:pt x="50" y="1"/>
                      </a:moveTo>
                      <a:cubicBezTo>
                        <a:pt x="33" y="1"/>
                        <a:pt x="25" y="9"/>
                        <a:pt x="17" y="26"/>
                      </a:cubicBezTo>
                      <a:cubicBezTo>
                        <a:pt x="17" y="34"/>
                        <a:pt x="9" y="42"/>
                        <a:pt x="9" y="42"/>
                      </a:cubicBezTo>
                      <a:cubicBezTo>
                        <a:pt x="0" y="59"/>
                        <a:pt x="0" y="67"/>
                        <a:pt x="0" y="75"/>
                      </a:cubicBezTo>
                      <a:cubicBezTo>
                        <a:pt x="0" y="108"/>
                        <a:pt x="9" y="133"/>
                        <a:pt x="9" y="158"/>
                      </a:cubicBezTo>
                      <a:cubicBezTo>
                        <a:pt x="9" y="216"/>
                        <a:pt x="17" y="274"/>
                        <a:pt x="17" y="332"/>
                      </a:cubicBezTo>
                      <a:cubicBezTo>
                        <a:pt x="17" y="357"/>
                        <a:pt x="33" y="369"/>
                        <a:pt x="51" y="369"/>
                      </a:cubicBezTo>
                      <a:cubicBezTo>
                        <a:pt x="69" y="369"/>
                        <a:pt x="87" y="357"/>
                        <a:pt x="91" y="332"/>
                      </a:cubicBezTo>
                      <a:cubicBezTo>
                        <a:pt x="91" y="274"/>
                        <a:pt x="91" y="216"/>
                        <a:pt x="100" y="158"/>
                      </a:cubicBezTo>
                      <a:cubicBezTo>
                        <a:pt x="100" y="133"/>
                        <a:pt x="100" y="108"/>
                        <a:pt x="108" y="75"/>
                      </a:cubicBezTo>
                      <a:cubicBezTo>
                        <a:pt x="108" y="67"/>
                        <a:pt x="108" y="59"/>
                        <a:pt x="100" y="50"/>
                      </a:cubicBezTo>
                      <a:cubicBezTo>
                        <a:pt x="100" y="42"/>
                        <a:pt x="91" y="34"/>
                        <a:pt x="91" y="26"/>
                      </a:cubicBezTo>
                      <a:cubicBezTo>
                        <a:pt x="83" y="9"/>
                        <a:pt x="75" y="1"/>
                        <a:pt x="5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9" name="Google Shape;1649;p1"/>
                <p:cNvSpPr/>
                <p:nvPr/>
              </p:nvSpPr>
              <p:spPr>
                <a:xfrm>
                  <a:off x="768600" y="2974225"/>
                  <a:ext cx="3750" cy="8650"/>
                </a:xfrm>
                <a:custGeom>
                  <a:rect b="b" l="l" r="r" t="t"/>
                  <a:pathLst>
                    <a:path extrusionOk="0" h="346" w="150">
                      <a:moveTo>
                        <a:pt x="49" y="1"/>
                      </a:moveTo>
                      <a:cubicBezTo>
                        <a:pt x="37" y="1"/>
                        <a:pt x="26" y="7"/>
                        <a:pt x="17" y="21"/>
                      </a:cubicBezTo>
                      <a:cubicBezTo>
                        <a:pt x="8" y="37"/>
                        <a:pt x="8" y="45"/>
                        <a:pt x="8" y="62"/>
                      </a:cubicBezTo>
                      <a:lnTo>
                        <a:pt x="8" y="79"/>
                      </a:lnTo>
                      <a:lnTo>
                        <a:pt x="8" y="87"/>
                      </a:lnTo>
                      <a:cubicBezTo>
                        <a:pt x="0" y="103"/>
                        <a:pt x="8" y="120"/>
                        <a:pt x="8" y="137"/>
                      </a:cubicBezTo>
                      <a:cubicBezTo>
                        <a:pt x="8" y="153"/>
                        <a:pt x="8" y="161"/>
                        <a:pt x="17" y="170"/>
                      </a:cubicBezTo>
                      <a:cubicBezTo>
                        <a:pt x="25" y="219"/>
                        <a:pt x="33" y="261"/>
                        <a:pt x="42" y="311"/>
                      </a:cubicBezTo>
                      <a:cubicBezTo>
                        <a:pt x="48" y="331"/>
                        <a:pt x="72" y="346"/>
                        <a:pt x="94" y="346"/>
                      </a:cubicBezTo>
                      <a:cubicBezTo>
                        <a:pt x="99" y="346"/>
                        <a:pt x="103" y="345"/>
                        <a:pt x="108" y="344"/>
                      </a:cubicBezTo>
                      <a:cubicBezTo>
                        <a:pt x="141" y="335"/>
                        <a:pt x="149" y="311"/>
                        <a:pt x="149" y="277"/>
                      </a:cubicBezTo>
                      <a:cubicBezTo>
                        <a:pt x="141" y="236"/>
                        <a:pt x="133" y="186"/>
                        <a:pt x="124" y="145"/>
                      </a:cubicBezTo>
                      <a:cubicBezTo>
                        <a:pt x="124" y="120"/>
                        <a:pt x="124" y="87"/>
                        <a:pt x="108" y="70"/>
                      </a:cubicBezTo>
                      <a:cubicBezTo>
                        <a:pt x="108" y="70"/>
                        <a:pt x="100" y="62"/>
                        <a:pt x="100" y="62"/>
                      </a:cubicBezTo>
                      <a:cubicBezTo>
                        <a:pt x="100" y="62"/>
                        <a:pt x="100" y="54"/>
                        <a:pt x="100" y="54"/>
                      </a:cubicBezTo>
                      <a:cubicBezTo>
                        <a:pt x="91" y="37"/>
                        <a:pt x="83" y="21"/>
                        <a:pt x="75" y="12"/>
                      </a:cubicBezTo>
                      <a:cubicBezTo>
                        <a:pt x="67" y="5"/>
                        <a:pt x="58" y="1"/>
                        <a:pt x="4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0" name="Google Shape;1650;p1"/>
                <p:cNvSpPr/>
                <p:nvPr/>
              </p:nvSpPr>
              <p:spPr>
                <a:xfrm>
                  <a:off x="774175" y="2974500"/>
                  <a:ext cx="3350" cy="6525"/>
                </a:xfrm>
                <a:custGeom>
                  <a:rect b="b" l="l" r="r" t="t"/>
                  <a:pathLst>
                    <a:path extrusionOk="0" h="261" w="134">
                      <a:moveTo>
                        <a:pt x="29" y="1"/>
                      </a:moveTo>
                      <a:cubicBezTo>
                        <a:pt x="17" y="1"/>
                        <a:pt x="6" y="8"/>
                        <a:pt x="1" y="18"/>
                      </a:cubicBezTo>
                      <a:cubicBezTo>
                        <a:pt x="1" y="26"/>
                        <a:pt x="1" y="34"/>
                        <a:pt x="1" y="51"/>
                      </a:cubicBezTo>
                      <a:cubicBezTo>
                        <a:pt x="1" y="51"/>
                        <a:pt x="1" y="76"/>
                        <a:pt x="1" y="76"/>
                      </a:cubicBezTo>
                      <a:cubicBezTo>
                        <a:pt x="1" y="84"/>
                        <a:pt x="1" y="92"/>
                        <a:pt x="1" y="101"/>
                      </a:cubicBezTo>
                      <a:cubicBezTo>
                        <a:pt x="1" y="109"/>
                        <a:pt x="1" y="117"/>
                        <a:pt x="9" y="126"/>
                      </a:cubicBezTo>
                      <a:cubicBezTo>
                        <a:pt x="17" y="159"/>
                        <a:pt x="26" y="192"/>
                        <a:pt x="34" y="225"/>
                      </a:cubicBezTo>
                      <a:cubicBezTo>
                        <a:pt x="41" y="245"/>
                        <a:pt x="59" y="260"/>
                        <a:pt x="79" y="260"/>
                      </a:cubicBezTo>
                      <a:cubicBezTo>
                        <a:pt x="83" y="260"/>
                        <a:pt x="88" y="260"/>
                        <a:pt x="92" y="258"/>
                      </a:cubicBezTo>
                      <a:cubicBezTo>
                        <a:pt x="117" y="250"/>
                        <a:pt x="133" y="225"/>
                        <a:pt x="125" y="200"/>
                      </a:cubicBezTo>
                      <a:cubicBezTo>
                        <a:pt x="117" y="167"/>
                        <a:pt x="109" y="134"/>
                        <a:pt x="100" y="109"/>
                      </a:cubicBezTo>
                      <a:lnTo>
                        <a:pt x="100" y="101"/>
                      </a:lnTo>
                      <a:cubicBezTo>
                        <a:pt x="100" y="92"/>
                        <a:pt x="100" y="84"/>
                        <a:pt x="92" y="76"/>
                      </a:cubicBezTo>
                      <a:cubicBezTo>
                        <a:pt x="92" y="68"/>
                        <a:pt x="84" y="59"/>
                        <a:pt x="84" y="51"/>
                      </a:cubicBezTo>
                      <a:lnTo>
                        <a:pt x="75" y="51"/>
                      </a:lnTo>
                      <a:cubicBezTo>
                        <a:pt x="75" y="51"/>
                        <a:pt x="67" y="34"/>
                        <a:pt x="67" y="26"/>
                      </a:cubicBezTo>
                      <a:cubicBezTo>
                        <a:pt x="67" y="18"/>
                        <a:pt x="59" y="18"/>
                        <a:pt x="51" y="10"/>
                      </a:cubicBezTo>
                      <a:cubicBezTo>
                        <a:pt x="44" y="3"/>
                        <a:pt x="37" y="1"/>
                        <a:pt x="2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1" name="Google Shape;1651;p1"/>
                <p:cNvSpPr/>
                <p:nvPr/>
              </p:nvSpPr>
              <p:spPr>
                <a:xfrm>
                  <a:off x="785375" y="2974525"/>
                  <a:ext cx="2700" cy="2300"/>
                </a:xfrm>
                <a:custGeom>
                  <a:rect b="b" l="l" r="r" t="t"/>
                  <a:pathLst>
                    <a:path extrusionOk="0" h="92" w="108">
                      <a:moveTo>
                        <a:pt x="50" y="0"/>
                      </a:moveTo>
                      <a:cubicBezTo>
                        <a:pt x="0" y="0"/>
                        <a:pt x="0" y="91"/>
                        <a:pt x="50" y="91"/>
                      </a:cubicBezTo>
                      <a:cubicBezTo>
                        <a:pt x="108" y="91"/>
                        <a:pt x="108" y="0"/>
                        <a:pt x="5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2" name="Google Shape;1652;p1"/>
                <p:cNvSpPr/>
                <p:nvPr/>
              </p:nvSpPr>
              <p:spPr>
                <a:xfrm>
                  <a:off x="695275" y="2892275"/>
                  <a:ext cx="135700" cy="69225"/>
                </a:xfrm>
                <a:custGeom>
                  <a:rect b="b" l="l" r="r" t="t"/>
                  <a:pathLst>
                    <a:path extrusionOk="0" h="2769" w="5428">
                      <a:moveTo>
                        <a:pt x="1906" y="225"/>
                      </a:moveTo>
                      <a:lnTo>
                        <a:pt x="1906" y="233"/>
                      </a:lnTo>
                      <a:cubicBezTo>
                        <a:pt x="1906" y="225"/>
                        <a:pt x="1914" y="225"/>
                        <a:pt x="1906" y="225"/>
                      </a:cubicBezTo>
                      <a:close/>
                      <a:moveTo>
                        <a:pt x="1921" y="0"/>
                      </a:moveTo>
                      <a:cubicBezTo>
                        <a:pt x="1904" y="0"/>
                        <a:pt x="1887" y="6"/>
                        <a:pt x="1873" y="18"/>
                      </a:cubicBezTo>
                      <a:cubicBezTo>
                        <a:pt x="1790" y="59"/>
                        <a:pt x="1732" y="134"/>
                        <a:pt x="1699" y="216"/>
                      </a:cubicBezTo>
                      <a:cubicBezTo>
                        <a:pt x="1690" y="241"/>
                        <a:pt x="1690" y="266"/>
                        <a:pt x="1690" y="291"/>
                      </a:cubicBezTo>
                      <a:cubicBezTo>
                        <a:pt x="1690" y="299"/>
                        <a:pt x="1690" y="308"/>
                        <a:pt x="1690" y="324"/>
                      </a:cubicBezTo>
                      <a:cubicBezTo>
                        <a:pt x="1665" y="332"/>
                        <a:pt x="1641" y="357"/>
                        <a:pt x="1616" y="382"/>
                      </a:cubicBezTo>
                      <a:cubicBezTo>
                        <a:pt x="1549" y="473"/>
                        <a:pt x="1525" y="589"/>
                        <a:pt x="1508" y="697"/>
                      </a:cubicBezTo>
                      <a:cubicBezTo>
                        <a:pt x="1491" y="912"/>
                        <a:pt x="1574" y="1144"/>
                        <a:pt x="1732" y="1293"/>
                      </a:cubicBezTo>
                      <a:cubicBezTo>
                        <a:pt x="1914" y="1467"/>
                        <a:pt x="2204" y="1451"/>
                        <a:pt x="2378" y="1633"/>
                      </a:cubicBezTo>
                      <a:cubicBezTo>
                        <a:pt x="2511" y="1782"/>
                        <a:pt x="2643" y="1989"/>
                        <a:pt x="2850" y="2031"/>
                      </a:cubicBezTo>
                      <a:lnTo>
                        <a:pt x="2850" y="2139"/>
                      </a:lnTo>
                      <a:cubicBezTo>
                        <a:pt x="2850" y="2213"/>
                        <a:pt x="2850" y="2288"/>
                        <a:pt x="2850" y="2354"/>
                      </a:cubicBezTo>
                      <a:cubicBezTo>
                        <a:pt x="2850" y="2362"/>
                        <a:pt x="2850" y="2362"/>
                        <a:pt x="2850" y="2371"/>
                      </a:cubicBezTo>
                      <a:cubicBezTo>
                        <a:pt x="2676" y="2371"/>
                        <a:pt x="2511" y="2412"/>
                        <a:pt x="2345" y="2462"/>
                      </a:cubicBezTo>
                      <a:cubicBezTo>
                        <a:pt x="2171" y="2520"/>
                        <a:pt x="1997" y="2578"/>
                        <a:pt x="1806" y="2578"/>
                      </a:cubicBezTo>
                      <a:cubicBezTo>
                        <a:pt x="1788" y="2579"/>
                        <a:pt x="1770" y="2579"/>
                        <a:pt x="1752" y="2579"/>
                      </a:cubicBezTo>
                      <a:cubicBezTo>
                        <a:pt x="1596" y="2579"/>
                        <a:pt x="1441" y="2548"/>
                        <a:pt x="1293" y="2503"/>
                      </a:cubicBezTo>
                      <a:cubicBezTo>
                        <a:pt x="1044" y="2420"/>
                        <a:pt x="812" y="2296"/>
                        <a:pt x="588" y="2155"/>
                      </a:cubicBezTo>
                      <a:cubicBezTo>
                        <a:pt x="575" y="2142"/>
                        <a:pt x="562" y="2134"/>
                        <a:pt x="550" y="2128"/>
                      </a:cubicBezTo>
                      <a:lnTo>
                        <a:pt x="550" y="2128"/>
                      </a:lnTo>
                      <a:cubicBezTo>
                        <a:pt x="551" y="2126"/>
                        <a:pt x="539" y="2114"/>
                        <a:pt x="539" y="2114"/>
                      </a:cubicBezTo>
                      <a:cubicBezTo>
                        <a:pt x="530" y="2114"/>
                        <a:pt x="522" y="2105"/>
                        <a:pt x="522" y="2097"/>
                      </a:cubicBezTo>
                      <a:cubicBezTo>
                        <a:pt x="505" y="2089"/>
                        <a:pt x="497" y="2081"/>
                        <a:pt x="489" y="2064"/>
                      </a:cubicBezTo>
                      <a:cubicBezTo>
                        <a:pt x="472" y="2056"/>
                        <a:pt x="464" y="2039"/>
                        <a:pt x="456" y="2031"/>
                      </a:cubicBezTo>
                      <a:cubicBezTo>
                        <a:pt x="447" y="2023"/>
                        <a:pt x="439" y="2014"/>
                        <a:pt x="431" y="2006"/>
                      </a:cubicBezTo>
                      <a:lnTo>
                        <a:pt x="431" y="1998"/>
                      </a:lnTo>
                      <a:cubicBezTo>
                        <a:pt x="406" y="1973"/>
                        <a:pt x="398" y="1948"/>
                        <a:pt x="381" y="1915"/>
                      </a:cubicBezTo>
                      <a:cubicBezTo>
                        <a:pt x="373" y="1907"/>
                        <a:pt x="373" y="1898"/>
                        <a:pt x="365" y="1890"/>
                      </a:cubicBezTo>
                      <a:cubicBezTo>
                        <a:pt x="365" y="1890"/>
                        <a:pt x="365" y="1882"/>
                        <a:pt x="365" y="1882"/>
                      </a:cubicBezTo>
                      <a:cubicBezTo>
                        <a:pt x="356" y="1873"/>
                        <a:pt x="356" y="1865"/>
                        <a:pt x="356" y="1865"/>
                      </a:cubicBezTo>
                      <a:cubicBezTo>
                        <a:pt x="348" y="1857"/>
                        <a:pt x="348" y="1849"/>
                        <a:pt x="348" y="1840"/>
                      </a:cubicBezTo>
                      <a:cubicBezTo>
                        <a:pt x="340" y="1807"/>
                        <a:pt x="323" y="1774"/>
                        <a:pt x="315" y="1741"/>
                      </a:cubicBezTo>
                      <a:cubicBezTo>
                        <a:pt x="307" y="1683"/>
                        <a:pt x="307" y="1617"/>
                        <a:pt x="307" y="1559"/>
                      </a:cubicBezTo>
                      <a:cubicBezTo>
                        <a:pt x="312" y="1521"/>
                        <a:pt x="285" y="1500"/>
                        <a:pt x="257" y="1500"/>
                      </a:cubicBezTo>
                      <a:cubicBezTo>
                        <a:pt x="242" y="1500"/>
                        <a:pt x="227" y="1506"/>
                        <a:pt x="216" y="1517"/>
                      </a:cubicBezTo>
                      <a:lnTo>
                        <a:pt x="207" y="1517"/>
                      </a:lnTo>
                      <a:cubicBezTo>
                        <a:pt x="199" y="1517"/>
                        <a:pt x="199" y="1517"/>
                        <a:pt x="191" y="1525"/>
                      </a:cubicBezTo>
                      <a:cubicBezTo>
                        <a:pt x="191" y="1525"/>
                        <a:pt x="182" y="1525"/>
                        <a:pt x="182" y="1534"/>
                      </a:cubicBezTo>
                      <a:cubicBezTo>
                        <a:pt x="174" y="1534"/>
                        <a:pt x="166" y="1542"/>
                        <a:pt x="158" y="1550"/>
                      </a:cubicBezTo>
                      <a:cubicBezTo>
                        <a:pt x="133" y="1567"/>
                        <a:pt x="116" y="1583"/>
                        <a:pt x="100" y="1600"/>
                      </a:cubicBezTo>
                      <a:cubicBezTo>
                        <a:pt x="58" y="1641"/>
                        <a:pt x="33" y="1691"/>
                        <a:pt x="8" y="1741"/>
                      </a:cubicBezTo>
                      <a:cubicBezTo>
                        <a:pt x="0" y="1757"/>
                        <a:pt x="0" y="1782"/>
                        <a:pt x="17" y="1799"/>
                      </a:cubicBezTo>
                      <a:cubicBezTo>
                        <a:pt x="23" y="1801"/>
                        <a:pt x="30" y="1802"/>
                        <a:pt x="36" y="1802"/>
                      </a:cubicBezTo>
                      <a:cubicBezTo>
                        <a:pt x="54" y="1802"/>
                        <a:pt x="69" y="1794"/>
                        <a:pt x="75" y="1782"/>
                      </a:cubicBezTo>
                      <a:cubicBezTo>
                        <a:pt x="83" y="1774"/>
                        <a:pt x="91" y="1757"/>
                        <a:pt x="100" y="1749"/>
                      </a:cubicBezTo>
                      <a:cubicBezTo>
                        <a:pt x="100" y="1741"/>
                        <a:pt x="100" y="1741"/>
                        <a:pt x="108" y="1733"/>
                      </a:cubicBezTo>
                      <a:cubicBezTo>
                        <a:pt x="108" y="1733"/>
                        <a:pt x="116" y="1724"/>
                        <a:pt x="116" y="1724"/>
                      </a:cubicBezTo>
                      <a:cubicBezTo>
                        <a:pt x="133" y="1708"/>
                        <a:pt x="141" y="1691"/>
                        <a:pt x="158" y="1675"/>
                      </a:cubicBezTo>
                      <a:lnTo>
                        <a:pt x="158" y="1675"/>
                      </a:lnTo>
                      <a:cubicBezTo>
                        <a:pt x="141" y="1749"/>
                        <a:pt x="141" y="1832"/>
                        <a:pt x="158" y="1907"/>
                      </a:cubicBezTo>
                      <a:cubicBezTo>
                        <a:pt x="133" y="1923"/>
                        <a:pt x="124" y="1965"/>
                        <a:pt x="149" y="1989"/>
                      </a:cubicBezTo>
                      <a:cubicBezTo>
                        <a:pt x="158" y="1998"/>
                        <a:pt x="174" y="2006"/>
                        <a:pt x="191" y="2014"/>
                      </a:cubicBezTo>
                      <a:cubicBezTo>
                        <a:pt x="216" y="2089"/>
                        <a:pt x="249" y="2163"/>
                        <a:pt x="307" y="2221"/>
                      </a:cubicBezTo>
                      <a:cubicBezTo>
                        <a:pt x="346" y="2277"/>
                        <a:pt x="440" y="2371"/>
                        <a:pt x="520" y="2371"/>
                      </a:cubicBezTo>
                      <a:cubicBezTo>
                        <a:pt x="524" y="2371"/>
                        <a:pt x="527" y="2371"/>
                        <a:pt x="530" y="2371"/>
                      </a:cubicBezTo>
                      <a:cubicBezTo>
                        <a:pt x="548" y="2377"/>
                        <a:pt x="566" y="2381"/>
                        <a:pt x="584" y="2381"/>
                      </a:cubicBezTo>
                      <a:cubicBezTo>
                        <a:pt x="609" y="2381"/>
                        <a:pt x="632" y="2373"/>
                        <a:pt x="646" y="2354"/>
                      </a:cubicBezTo>
                      <a:cubicBezTo>
                        <a:pt x="1004" y="2592"/>
                        <a:pt x="1394" y="2769"/>
                        <a:pt x="1815" y="2769"/>
                      </a:cubicBezTo>
                      <a:cubicBezTo>
                        <a:pt x="1950" y="2769"/>
                        <a:pt x="2088" y="2751"/>
                        <a:pt x="2229" y="2710"/>
                      </a:cubicBezTo>
                      <a:cubicBezTo>
                        <a:pt x="2419" y="2661"/>
                        <a:pt x="2610" y="2586"/>
                        <a:pt x="2817" y="2578"/>
                      </a:cubicBezTo>
                      <a:cubicBezTo>
                        <a:pt x="2838" y="2577"/>
                        <a:pt x="2859" y="2576"/>
                        <a:pt x="2880" y="2576"/>
                      </a:cubicBezTo>
                      <a:cubicBezTo>
                        <a:pt x="3056" y="2576"/>
                        <a:pt x="3228" y="2606"/>
                        <a:pt x="3405" y="2636"/>
                      </a:cubicBezTo>
                      <a:cubicBezTo>
                        <a:pt x="3600" y="2665"/>
                        <a:pt x="3792" y="2693"/>
                        <a:pt x="3982" y="2693"/>
                      </a:cubicBezTo>
                      <a:cubicBezTo>
                        <a:pt x="4165" y="2693"/>
                        <a:pt x="4345" y="2667"/>
                        <a:pt x="4524" y="2594"/>
                      </a:cubicBezTo>
                      <a:cubicBezTo>
                        <a:pt x="4698" y="2520"/>
                        <a:pt x="4855" y="2420"/>
                        <a:pt x="4988" y="2288"/>
                      </a:cubicBezTo>
                      <a:cubicBezTo>
                        <a:pt x="5079" y="2205"/>
                        <a:pt x="5170" y="2097"/>
                        <a:pt x="5228" y="1981"/>
                      </a:cubicBezTo>
                      <a:cubicBezTo>
                        <a:pt x="5270" y="1915"/>
                        <a:pt x="5303" y="1849"/>
                        <a:pt x="5328" y="1774"/>
                      </a:cubicBezTo>
                      <a:lnTo>
                        <a:pt x="5319" y="1774"/>
                      </a:lnTo>
                      <a:cubicBezTo>
                        <a:pt x="5353" y="1683"/>
                        <a:pt x="5361" y="1575"/>
                        <a:pt x="5361" y="1476"/>
                      </a:cubicBezTo>
                      <a:cubicBezTo>
                        <a:pt x="5361" y="1434"/>
                        <a:pt x="5353" y="1401"/>
                        <a:pt x="5344" y="1360"/>
                      </a:cubicBezTo>
                      <a:cubicBezTo>
                        <a:pt x="5377" y="1360"/>
                        <a:pt x="5411" y="1335"/>
                        <a:pt x="5419" y="1310"/>
                      </a:cubicBezTo>
                      <a:cubicBezTo>
                        <a:pt x="5419" y="1302"/>
                        <a:pt x="5419" y="1302"/>
                        <a:pt x="5419" y="1293"/>
                      </a:cubicBezTo>
                      <a:cubicBezTo>
                        <a:pt x="5427" y="1277"/>
                        <a:pt x="5427" y="1252"/>
                        <a:pt x="5427" y="1236"/>
                      </a:cubicBezTo>
                      <a:cubicBezTo>
                        <a:pt x="5419" y="1227"/>
                        <a:pt x="5419" y="1219"/>
                        <a:pt x="5419" y="1211"/>
                      </a:cubicBezTo>
                      <a:cubicBezTo>
                        <a:pt x="5411" y="1186"/>
                        <a:pt x="5394" y="1169"/>
                        <a:pt x="5377" y="1144"/>
                      </a:cubicBezTo>
                      <a:cubicBezTo>
                        <a:pt x="5353" y="1120"/>
                        <a:pt x="5328" y="1095"/>
                        <a:pt x="5295" y="1078"/>
                      </a:cubicBezTo>
                      <a:cubicBezTo>
                        <a:pt x="5256" y="1059"/>
                        <a:pt x="5207" y="1045"/>
                        <a:pt x="5159" y="1045"/>
                      </a:cubicBezTo>
                      <a:cubicBezTo>
                        <a:pt x="5124" y="1045"/>
                        <a:pt x="5090" y="1052"/>
                        <a:pt x="5063" y="1070"/>
                      </a:cubicBezTo>
                      <a:cubicBezTo>
                        <a:pt x="5038" y="1086"/>
                        <a:pt x="5013" y="1120"/>
                        <a:pt x="5029" y="1153"/>
                      </a:cubicBezTo>
                      <a:cubicBezTo>
                        <a:pt x="5038" y="1186"/>
                        <a:pt x="5063" y="1211"/>
                        <a:pt x="5096" y="1211"/>
                      </a:cubicBezTo>
                      <a:lnTo>
                        <a:pt x="5121" y="1211"/>
                      </a:lnTo>
                      <a:cubicBezTo>
                        <a:pt x="5112" y="1293"/>
                        <a:pt x="5162" y="1385"/>
                        <a:pt x="5162" y="1467"/>
                      </a:cubicBezTo>
                      <a:cubicBezTo>
                        <a:pt x="5170" y="1550"/>
                        <a:pt x="5162" y="1633"/>
                        <a:pt x="5137" y="1716"/>
                      </a:cubicBezTo>
                      <a:cubicBezTo>
                        <a:pt x="5137" y="1733"/>
                        <a:pt x="5129" y="1741"/>
                        <a:pt x="5129" y="1757"/>
                      </a:cubicBezTo>
                      <a:cubicBezTo>
                        <a:pt x="5029" y="1873"/>
                        <a:pt x="4955" y="2006"/>
                        <a:pt x="4847" y="2122"/>
                      </a:cubicBezTo>
                      <a:cubicBezTo>
                        <a:pt x="4739" y="2221"/>
                        <a:pt x="4623" y="2313"/>
                        <a:pt x="4483" y="2371"/>
                      </a:cubicBezTo>
                      <a:cubicBezTo>
                        <a:pt x="4318" y="2451"/>
                        <a:pt x="4144" y="2477"/>
                        <a:pt x="3968" y="2477"/>
                      </a:cubicBezTo>
                      <a:cubicBezTo>
                        <a:pt x="3798" y="2477"/>
                        <a:pt x="3626" y="2453"/>
                        <a:pt x="3455" y="2429"/>
                      </a:cubicBezTo>
                      <a:cubicBezTo>
                        <a:pt x="3331" y="2404"/>
                        <a:pt x="3198" y="2387"/>
                        <a:pt x="3066" y="2379"/>
                      </a:cubicBezTo>
                      <a:cubicBezTo>
                        <a:pt x="3066" y="2371"/>
                        <a:pt x="3066" y="2362"/>
                        <a:pt x="3066" y="2354"/>
                      </a:cubicBezTo>
                      <a:cubicBezTo>
                        <a:pt x="3074" y="2279"/>
                        <a:pt x="3066" y="2213"/>
                        <a:pt x="3066" y="2139"/>
                      </a:cubicBezTo>
                      <a:lnTo>
                        <a:pt x="3066" y="2031"/>
                      </a:lnTo>
                      <a:lnTo>
                        <a:pt x="3066" y="2023"/>
                      </a:lnTo>
                      <a:cubicBezTo>
                        <a:pt x="3165" y="1981"/>
                        <a:pt x="3231" y="1907"/>
                        <a:pt x="3289" y="1824"/>
                      </a:cubicBezTo>
                      <a:cubicBezTo>
                        <a:pt x="3364" y="1716"/>
                        <a:pt x="3447" y="1633"/>
                        <a:pt x="3546" y="1550"/>
                      </a:cubicBezTo>
                      <a:cubicBezTo>
                        <a:pt x="3654" y="1467"/>
                        <a:pt x="3770" y="1385"/>
                        <a:pt x="3861" y="1277"/>
                      </a:cubicBezTo>
                      <a:cubicBezTo>
                        <a:pt x="3952" y="1161"/>
                        <a:pt x="4019" y="1028"/>
                        <a:pt x="4060" y="888"/>
                      </a:cubicBezTo>
                      <a:cubicBezTo>
                        <a:pt x="4101" y="730"/>
                        <a:pt x="4118" y="573"/>
                        <a:pt x="4126" y="415"/>
                      </a:cubicBezTo>
                      <a:cubicBezTo>
                        <a:pt x="4135" y="266"/>
                        <a:pt x="4126" y="134"/>
                        <a:pt x="3977" y="67"/>
                      </a:cubicBezTo>
                      <a:cubicBezTo>
                        <a:pt x="3963" y="62"/>
                        <a:pt x="3949" y="60"/>
                        <a:pt x="3936" y="60"/>
                      </a:cubicBezTo>
                      <a:cubicBezTo>
                        <a:pt x="3843" y="60"/>
                        <a:pt x="3783" y="177"/>
                        <a:pt x="3820" y="250"/>
                      </a:cubicBezTo>
                      <a:cubicBezTo>
                        <a:pt x="3695" y="399"/>
                        <a:pt x="3555" y="531"/>
                        <a:pt x="3364" y="606"/>
                      </a:cubicBezTo>
                      <a:cubicBezTo>
                        <a:pt x="3187" y="673"/>
                        <a:pt x="3006" y="713"/>
                        <a:pt x="2823" y="713"/>
                      </a:cubicBezTo>
                      <a:cubicBezTo>
                        <a:pt x="2758" y="713"/>
                        <a:pt x="2692" y="708"/>
                        <a:pt x="2627" y="697"/>
                      </a:cubicBezTo>
                      <a:cubicBezTo>
                        <a:pt x="2361" y="647"/>
                        <a:pt x="2163" y="531"/>
                        <a:pt x="1955" y="366"/>
                      </a:cubicBezTo>
                      <a:cubicBezTo>
                        <a:pt x="1931" y="341"/>
                        <a:pt x="1897" y="324"/>
                        <a:pt x="1864" y="308"/>
                      </a:cubicBezTo>
                      <a:cubicBezTo>
                        <a:pt x="1864" y="299"/>
                        <a:pt x="1873" y="291"/>
                        <a:pt x="1873" y="283"/>
                      </a:cubicBezTo>
                      <a:cubicBezTo>
                        <a:pt x="1873" y="274"/>
                        <a:pt x="1881" y="274"/>
                        <a:pt x="1881" y="266"/>
                      </a:cubicBezTo>
                      <a:cubicBezTo>
                        <a:pt x="1881" y="258"/>
                        <a:pt x="1889" y="258"/>
                        <a:pt x="1889" y="250"/>
                      </a:cubicBezTo>
                      <a:cubicBezTo>
                        <a:pt x="1897" y="241"/>
                        <a:pt x="1897" y="233"/>
                        <a:pt x="1906" y="233"/>
                      </a:cubicBezTo>
                      <a:lnTo>
                        <a:pt x="1897" y="233"/>
                      </a:lnTo>
                      <a:cubicBezTo>
                        <a:pt x="1906" y="233"/>
                        <a:pt x="1906" y="233"/>
                        <a:pt x="1906" y="225"/>
                      </a:cubicBezTo>
                      <a:cubicBezTo>
                        <a:pt x="1922" y="208"/>
                        <a:pt x="1931" y="200"/>
                        <a:pt x="1939" y="192"/>
                      </a:cubicBezTo>
                      <a:lnTo>
                        <a:pt x="1947" y="192"/>
                      </a:lnTo>
                      <a:cubicBezTo>
                        <a:pt x="1947" y="183"/>
                        <a:pt x="1955" y="183"/>
                        <a:pt x="1964" y="175"/>
                      </a:cubicBezTo>
                      <a:cubicBezTo>
                        <a:pt x="2005" y="150"/>
                        <a:pt x="2030" y="92"/>
                        <a:pt x="1997" y="51"/>
                      </a:cubicBezTo>
                      <a:cubicBezTo>
                        <a:pt x="1981" y="19"/>
                        <a:pt x="1951" y="0"/>
                        <a:pt x="192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3" name="Google Shape;1653;p1"/>
                <p:cNvSpPr/>
                <p:nvPr/>
              </p:nvSpPr>
              <p:spPr>
                <a:xfrm>
                  <a:off x="842950" y="2902050"/>
                  <a:ext cx="6450" cy="15225"/>
                </a:xfrm>
                <a:custGeom>
                  <a:rect b="b" l="l" r="r" t="t"/>
                  <a:pathLst>
                    <a:path extrusionOk="0" h="609" w="258">
                      <a:moveTo>
                        <a:pt x="162" y="0"/>
                      </a:moveTo>
                      <a:cubicBezTo>
                        <a:pt x="149" y="0"/>
                        <a:pt x="136" y="5"/>
                        <a:pt x="125" y="16"/>
                      </a:cubicBezTo>
                      <a:cubicBezTo>
                        <a:pt x="100" y="41"/>
                        <a:pt x="92" y="66"/>
                        <a:pt x="92" y="107"/>
                      </a:cubicBezTo>
                      <a:lnTo>
                        <a:pt x="92" y="165"/>
                      </a:lnTo>
                      <a:cubicBezTo>
                        <a:pt x="92" y="190"/>
                        <a:pt x="92" y="207"/>
                        <a:pt x="83" y="231"/>
                      </a:cubicBezTo>
                      <a:cubicBezTo>
                        <a:pt x="83" y="256"/>
                        <a:pt x="83" y="256"/>
                        <a:pt x="83" y="281"/>
                      </a:cubicBezTo>
                      <a:cubicBezTo>
                        <a:pt x="67" y="372"/>
                        <a:pt x="42" y="455"/>
                        <a:pt x="9" y="530"/>
                      </a:cubicBezTo>
                      <a:cubicBezTo>
                        <a:pt x="1" y="555"/>
                        <a:pt x="1" y="579"/>
                        <a:pt x="25" y="596"/>
                      </a:cubicBezTo>
                      <a:cubicBezTo>
                        <a:pt x="34" y="604"/>
                        <a:pt x="46" y="608"/>
                        <a:pt x="59" y="608"/>
                      </a:cubicBezTo>
                      <a:cubicBezTo>
                        <a:pt x="71" y="608"/>
                        <a:pt x="83" y="604"/>
                        <a:pt x="92" y="596"/>
                      </a:cubicBezTo>
                      <a:cubicBezTo>
                        <a:pt x="158" y="513"/>
                        <a:pt x="208" y="430"/>
                        <a:pt x="233" y="331"/>
                      </a:cubicBezTo>
                      <a:cubicBezTo>
                        <a:pt x="241" y="281"/>
                        <a:pt x="249" y="231"/>
                        <a:pt x="249" y="182"/>
                      </a:cubicBezTo>
                      <a:cubicBezTo>
                        <a:pt x="257" y="132"/>
                        <a:pt x="257" y="57"/>
                        <a:pt x="216" y="16"/>
                      </a:cubicBezTo>
                      <a:lnTo>
                        <a:pt x="208" y="16"/>
                      </a:lnTo>
                      <a:cubicBezTo>
                        <a:pt x="194" y="7"/>
                        <a:pt x="178" y="0"/>
                        <a:pt x="16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4" name="Google Shape;1654;p1"/>
                <p:cNvSpPr/>
                <p:nvPr/>
              </p:nvSpPr>
              <p:spPr>
                <a:xfrm>
                  <a:off x="850825" y="2899525"/>
                  <a:ext cx="3550" cy="10275"/>
                </a:xfrm>
                <a:custGeom>
                  <a:rect b="b" l="l" r="r" t="t"/>
                  <a:pathLst>
                    <a:path extrusionOk="0" h="411" w="142">
                      <a:moveTo>
                        <a:pt x="105" y="0"/>
                      </a:moveTo>
                      <a:cubicBezTo>
                        <a:pt x="97" y="0"/>
                        <a:pt x="90" y="3"/>
                        <a:pt x="83" y="9"/>
                      </a:cubicBezTo>
                      <a:cubicBezTo>
                        <a:pt x="75" y="26"/>
                        <a:pt x="67" y="34"/>
                        <a:pt x="58" y="51"/>
                      </a:cubicBezTo>
                      <a:cubicBezTo>
                        <a:pt x="58" y="67"/>
                        <a:pt x="50" y="84"/>
                        <a:pt x="50" y="100"/>
                      </a:cubicBezTo>
                      <a:cubicBezTo>
                        <a:pt x="42" y="125"/>
                        <a:pt x="42" y="158"/>
                        <a:pt x="34" y="183"/>
                      </a:cubicBezTo>
                      <a:cubicBezTo>
                        <a:pt x="25" y="250"/>
                        <a:pt x="17" y="308"/>
                        <a:pt x="9" y="366"/>
                      </a:cubicBezTo>
                      <a:cubicBezTo>
                        <a:pt x="0" y="382"/>
                        <a:pt x="9" y="407"/>
                        <a:pt x="25" y="407"/>
                      </a:cubicBezTo>
                      <a:cubicBezTo>
                        <a:pt x="32" y="409"/>
                        <a:pt x="37" y="410"/>
                        <a:pt x="42" y="410"/>
                      </a:cubicBezTo>
                      <a:cubicBezTo>
                        <a:pt x="58" y="410"/>
                        <a:pt x="69" y="401"/>
                        <a:pt x="75" y="382"/>
                      </a:cubicBezTo>
                      <a:cubicBezTo>
                        <a:pt x="83" y="324"/>
                        <a:pt x="100" y="266"/>
                        <a:pt x="116" y="208"/>
                      </a:cubicBezTo>
                      <a:cubicBezTo>
                        <a:pt x="125" y="175"/>
                        <a:pt x="133" y="150"/>
                        <a:pt x="133" y="117"/>
                      </a:cubicBezTo>
                      <a:cubicBezTo>
                        <a:pt x="133" y="100"/>
                        <a:pt x="141" y="84"/>
                        <a:pt x="141" y="67"/>
                      </a:cubicBezTo>
                      <a:cubicBezTo>
                        <a:pt x="141" y="51"/>
                        <a:pt x="141" y="34"/>
                        <a:pt x="133" y="18"/>
                      </a:cubicBezTo>
                      <a:cubicBezTo>
                        <a:pt x="128" y="7"/>
                        <a:pt x="116" y="0"/>
                        <a:pt x="10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5" name="Google Shape;1655;p1"/>
                <p:cNvSpPr/>
                <p:nvPr/>
              </p:nvSpPr>
              <p:spPr>
                <a:xfrm>
                  <a:off x="854550" y="2892600"/>
                  <a:ext cx="3125" cy="9450"/>
                </a:xfrm>
                <a:custGeom>
                  <a:rect b="b" l="l" r="r" t="t"/>
                  <a:pathLst>
                    <a:path extrusionOk="0" h="378" w="125">
                      <a:moveTo>
                        <a:pt x="94" y="0"/>
                      </a:moveTo>
                      <a:cubicBezTo>
                        <a:pt x="82" y="0"/>
                        <a:pt x="71" y="7"/>
                        <a:pt x="67" y="21"/>
                      </a:cubicBezTo>
                      <a:cubicBezTo>
                        <a:pt x="59" y="46"/>
                        <a:pt x="50" y="71"/>
                        <a:pt x="42" y="96"/>
                      </a:cubicBezTo>
                      <a:cubicBezTo>
                        <a:pt x="42" y="121"/>
                        <a:pt x="34" y="145"/>
                        <a:pt x="25" y="170"/>
                      </a:cubicBezTo>
                      <a:cubicBezTo>
                        <a:pt x="17" y="195"/>
                        <a:pt x="17" y="228"/>
                        <a:pt x="17" y="253"/>
                      </a:cubicBezTo>
                      <a:lnTo>
                        <a:pt x="1" y="328"/>
                      </a:lnTo>
                      <a:cubicBezTo>
                        <a:pt x="1" y="353"/>
                        <a:pt x="25" y="377"/>
                        <a:pt x="42" y="377"/>
                      </a:cubicBezTo>
                      <a:cubicBezTo>
                        <a:pt x="67" y="377"/>
                        <a:pt x="92" y="369"/>
                        <a:pt x="100" y="344"/>
                      </a:cubicBezTo>
                      <a:cubicBezTo>
                        <a:pt x="100" y="319"/>
                        <a:pt x="108" y="295"/>
                        <a:pt x="108" y="261"/>
                      </a:cubicBezTo>
                      <a:cubicBezTo>
                        <a:pt x="117" y="237"/>
                        <a:pt x="117" y="212"/>
                        <a:pt x="117" y="179"/>
                      </a:cubicBezTo>
                      <a:cubicBezTo>
                        <a:pt x="117" y="154"/>
                        <a:pt x="125" y="129"/>
                        <a:pt x="125" y="104"/>
                      </a:cubicBezTo>
                      <a:cubicBezTo>
                        <a:pt x="125" y="79"/>
                        <a:pt x="125" y="54"/>
                        <a:pt x="125" y="29"/>
                      </a:cubicBezTo>
                      <a:cubicBezTo>
                        <a:pt x="125" y="11"/>
                        <a:pt x="109" y="0"/>
                        <a:pt x="9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6" name="Google Shape;1656;p1"/>
                <p:cNvSpPr/>
                <p:nvPr/>
              </p:nvSpPr>
              <p:spPr>
                <a:xfrm>
                  <a:off x="858700" y="2885550"/>
                  <a:ext cx="3125" cy="8450"/>
                </a:xfrm>
                <a:custGeom>
                  <a:rect b="b" l="l" r="r" t="t"/>
                  <a:pathLst>
                    <a:path extrusionOk="0" h="338" w="125">
                      <a:moveTo>
                        <a:pt x="46" y="1"/>
                      </a:moveTo>
                      <a:cubicBezTo>
                        <a:pt x="36" y="1"/>
                        <a:pt x="25" y="5"/>
                        <a:pt x="17" y="13"/>
                      </a:cubicBezTo>
                      <a:cubicBezTo>
                        <a:pt x="17" y="21"/>
                        <a:pt x="9" y="38"/>
                        <a:pt x="0" y="46"/>
                      </a:cubicBezTo>
                      <a:cubicBezTo>
                        <a:pt x="0" y="63"/>
                        <a:pt x="0" y="71"/>
                        <a:pt x="0" y="88"/>
                      </a:cubicBezTo>
                      <a:cubicBezTo>
                        <a:pt x="0" y="113"/>
                        <a:pt x="0" y="137"/>
                        <a:pt x="0" y="154"/>
                      </a:cubicBezTo>
                      <a:cubicBezTo>
                        <a:pt x="0" y="204"/>
                        <a:pt x="9" y="253"/>
                        <a:pt x="25" y="295"/>
                      </a:cubicBezTo>
                      <a:cubicBezTo>
                        <a:pt x="25" y="316"/>
                        <a:pt x="50" y="338"/>
                        <a:pt x="73" y="338"/>
                      </a:cubicBezTo>
                      <a:cubicBezTo>
                        <a:pt x="76" y="338"/>
                        <a:pt x="80" y="337"/>
                        <a:pt x="83" y="336"/>
                      </a:cubicBezTo>
                      <a:cubicBezTo>
                        <a:pt x="108" y="328"/>
                        <a:pt x="125" y="295"/>
                        <a:pt x="116" y="270"/>
                      </a:cubicBezTo>
                      <a:cubicBezTo>
                        <a:pt x="108" y="253"/>
                        <a:pt x="108" y="229"/>
                        <a:pt x="100" y="204"/>
                      </a:cubicBezTo>
                      <a:cubicBezTo>
                        <a:pt x="100" y="204"/>
                        <a:pt x="100" y="195"/>
                        <a:pt x="100" y="195"/>
                      </a:cubicBezTo>
                      <a:cubicBezTo>
                        <a:pt x="100" y="187"/>
                        <a:pt x="100" y="187"/>
                        <a:pt x="100" y="187"/>
                      </a:cubicBezTo>
                      <a:cubicBezTo>
                        <a:pt x="100" y="171"/>
                        <a:pt x="100" y="162"/>
                        <a:pt x="100" y="154"/>
                      </a:cubicBezTo>
                      <a:cubicBezTo>
                        <a:pt x="100" y="146"/>
                        <a:pt x="100" y="137"/>
                        <a:pt x="91" y="137"/>
                      </a:cubicBezTo>
                      <a:cubicBezTo>
                        <a:pt x="91" y="129"/>
                        <a:pt x="91" y="129"/>
                        <a:pt x="91" y="121"/>
                      </a:cubicBezTo>
                      <a:cubicBezTo>
                        <a:pt x="91" y="113"/>
                        <a:pt x="91" y="96"/>
                        <a:pt x="91" y="88"/>
                      </a:cubicBezTo>
                      <a:cubicBezTo>
                        <a:pt x="91" y="71"/>
                        <a:pt x="91" y="63"/>
                        <a:pt x="83" y="46"/>
                      </a:cubicBezTo>
                      <a:cubicBezTo>
                        <a:pt x="83" y="38"/>
                        <a:pt x="75" y="30"/>
                        <a:pt x="75" y="13"/>
                      </a:cubicBezTo>
                      <a:cubicBezTo>
                        <a:pt x="67" y="5"/>
                        <a:pt x="56" y="1"/>
                        <a:pt x="4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7" name="Google Shape;1657;p1"/>
                <p:cNvSpPr/>
                <p:nvPr/>
              </p:nvSpPr>
              <p:spPr>
                <a:xfrm>
                  <a:off x="862000" y="2875250"/>
                  <a:ext cx="2525" cy="9800"/>
                </a:xfrm>
                <a:custGeom>
                  <a:rect b="b" l="l" r="r" t="t"/>
                  <a:pathLst>
                    <a:path extrusionOk="0" h="392" w="101">
                      <a:moveTo>
                        <a:pt x="27" y="0"/>
                      </a:moveTo>
                      <a:cubicBezTo>
                        <a:pt x="17" y="0"/>
                        <a:pt x="9" y="7"/>
                        <a:pt x="9" y="19"/>
                      </a:cubicBezTo>
                      <a:cubicBezTo>
                        <a:pt x="1" y="44"/>
                        <a:pt x="1" y="69"/>
                        <a:pt x="1" y="102"/>
                      </a:cubicBezTo>
                      <a:cubicBezTo>
                        <a:pt x="1" y="127"/>
                        <a:pt x="1" y="152"/>
                        <a:pt x="1" y="185"/>
                      </a:cubicBezTo>
                      <a:cubicBezTo>
                        <a:pt x="1" y="243"/>
                        <a:pt x="1" y="293"/>
                        <a:pt x="9" y="351"/>
                      </a:cubicBezTo>
                      <a:cubicBezTo>
                        <a:pt x="9" y="375"/>
                        <a:pt x="26" y="392"/>
                        <a:pt x="51" y="392"/>
                      </a:cubicBezTo>
                      <a:cubicBezTo>
                        <a:pt x="75" y="392"/>
                        <a:pt x="100" y="375"/>
                        <a:pt x="100" y="351"/>
                      </a:cubicBezTo>
                      <a:cubicBezTo>
                        <a:pt x="92" y="293"/>
                        <a:pt x="84" y="235"/>
                        <a:pt x="84" y="185"/>
                      </a:cubicBezTo>
                      <a:cubicBezTo>
                        <a:pt x="75" y="152"/>
                        <a:pt x="75" y="127"/>
                        <a:pt x="67" y="102"/>
                      </a:cubicBezTo>
                      <a:lnTo>
                        <a:pt x="75" y="102"/>
                      </a:lnTo>
                      <a:cubicBezTo>
                        <a:pt x="67" y="69"/>
                        <a:pt x="59" y="44"/>
                        <a:pt x="51" y="19"/>
                      </a:cubicBezTo>
                      <a:cubicBezTo>
                        <a:pt x="46" y="7"/>
                        <a:pt x="36" y="0"/>
                        <a:pt x="2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8" name="Google Shape;1658;p1"/>
                <p:cNvSpPr/>
                <p:nvPr/>
              </p:nvSpPr>
              <p:spPr>
                <a:xfrm>
                  <a:off x="646575" y="2891525"/>
                  <a:ext cx="4600" cy="15125"/>
                </a:xfrm>
                <a:custGeom>
                  <a:rect b="b" l="l" r="r" t="t"/>
                  <a:pathLst>
                    <a:path extrusionOk="0" h="605" w="184">
                      <a:moveTo>
                        <a:pt x="104" y="0"/>
                      </a:moveTo>
                      <a:cubicBezTo>
                        <a:pt x="89" y="0"/>
                        <a:pt x="75" y="7"/>
                        <a:pt x="67" y="23"/>
                      </a:cubicBezTo>
                      <a:cubicBezTo>
                        <a:pt x="26" y="114"/>
                        <a:pt x="1" y="197"/>
                        <a:pt x="1" y="296"/>
                      </a:cubicBezTo>
                      <a:cubicBezTo>
                        <a:pt x="1" y="346"/>
                        <a:pt x="9" y="387"/>
                        <a:pt x="18" y="437"/>
                      </a:cubicBezTo>
                      <a:cubicBezTo>
                        <a:pt x="26" y="478"/>
                        <a:pt x="34" y="536"/>
                        <a:pt x="59" y="578"/>
                      </a:cubicBezTo>
                      <a:cubicBezTo>
                        <a:pt x="73" y="591"/>
                        <a:pt x="97" y="605"/>
                        <a:pt x="119" y="605"/>
                      </a:cubicBezTo>
                      <a:cubicBezTo>
                        <a:pt x="124" y="605"/>
                        <a:pt x="129" y="604"/>
                        <a:pt x="134" y="603"/>
                      </a:cubicBezTo>
                      <a:lnTo>
                        <a:pt x="150" y="594"/>
                      </a:lnTo>
                      <a:cubicBezTo>
                        <a:pt x="175" y="586"/>
                        <a:pt x="183" y="553"/>
                        <a:pt x="183" y="528"/>
                      </a:cubicBezTo>
                      <a:cubicBezTo>
                        <a:pt x="175" y="503"/>
                        <a:pt x="167" y="487"/>
                        <a:pt x="158" y="470"/>
                      </a:cubicBezTo>
                      <a:cubicBezTo>
                        <a:pt x="150" y="445"/>
                        <a:pt x="150" y="429"/>
                        <a:pt x="142" y="404"/>
                      </a:cubicBezTo>
                      <a:cubicBezTo>
                        <a:pt x="134" y="371"/>
                        <a:pt x="134" y="338"/>
                        <a:pt x="125" y="296"/>
                      </a:cubicBezTo>
                      <a:cubicBezTo>
                        <a:pt x="125" y="213"/>
                        <a:pt x="134" y="139"/>
                        <a:pt x="158" y="64"/>
                      </a:cubicBezTo>
                      <a:cubicBezTo>
                        <a:pt x="170" y="30"/>
                        <a:pt x="135" y="0"/>
                        <a:pt x="104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9" name="Google Shape;1659;p1"/>
                <p:cNvSpPr/>
                <p:nvPr/>
              </p:nvSpPr>
              <p:spPr>
                <a:xfrm>
                  <a:off x="651350" y="2901550"/>
                  <a:ext cx="9050" cy="12025"/>
                </a:xfrm>
                <a:custGeom>
                  <a:rect b="b" l="l" r="r" t="t"/>
                  <a:pathLst>
                    <a:path extrusionOk="0" h="481" w="362">
                      <a:moveTo>
                        <a:pt x="47" y="1"/>
                      </a:moveTo>
                      <a:cubicBezTo>
                        <a:pt x="43" y="1"/>
                        <a:pt x="38" y="1"/>
                        <a:pt x="34" y="3"/>
                      </a:cubicBezTo>
                      <a:cubicBezTo>
                        <a:pt x="17" y="11"/>
                        <a:pt x="1" y="28"/>
                        <a:pt x="9" y="53"/>
                      </a:cubicBezTo>
                      <a:cubicBezTo>
                        <a:pt x="17" y="86"/>
                        <a:pt x="17" y="119"/>
                        <a:pt x="25" y="152"/>
                      </a:cubicBezTo>
                      <a:cubicBezTo>
                        <a:pt x="34" y="160"/>
                        <a:pt x="34" y="160"/>
                        <a:pt x="34" y="169"/>
                      </a:cubicBezTo>
                      <a:cubicBezTo>
                        <a:pt x="34" y="177"/>
                        <a:pt x="42" y="185"/>
                        <a:pt x="42" y="193"/>
                      </a:cubicBezTo>
                      <a:cubicBezTo>
                        <a:pt x="42" y="202"/>
                        <a:pt x="50" y="210"/>
                        <a:pt x="50" y="218"/>
                      </a:cubicBezTo>
                      <a:cubicBezTo>
                        <a:pt x="50" y="235"/>
                        <a:pt x="59" y="243"/>
                        <a:pt x="67" y="251"/>
                      </a:cubicBezTo>
                      <a:cubicBezTo>
                        <a:pt x="71" y="256"/>
                        <a:pt x="77" y="258"/>
                        <a:pt x="84" y="258"/>
                      </a:cubicBezTo>
                      <a:cubicBezTo>
                        <a:pt x="92" y="258"/>
                        <a:pt x="100" y="256"/>
                        <a:pt x="108" y="251"/>
                      </a:cubicBezTo>
                      <a:lnTo>
                        <a:pt x="108" y="251"/>
                      </a:lnTo>
                      <a:cubicBezTo>
                        <a:pt x="100" y="268"/>
                        <a:pt x="100" y="285"/>
                        <a:pt x="117" y="301"/>
                      </a:cubicBezTo>
                      <a:cubicBezTo>
                        <a:pt x="133" y="318"/>
                        <a:pt x="150" y="334"/>
                        <a:pt x="158" y="351"/>
                      </a:cubicBezTo>
                      <a:cubicBezTo>
                        <a:pt x="175" y="367"/>
                        <a:pt x="191" y="376"/>
                        <a:pt x="208" y="392"/>
                      </a:cubicBezTo>
                      <a:cubicBezTo>
                        <a:pt x="241" y="425"/>
                        <a:pt x="282" y="450"/>
                        <a:pt x="315" y="475"/>
                      </a:cubicBezTo>
                      <a:cubicBezTo>
                        <a:pt x="321" y="479"/>
                        <a:pt x="327" y="480"/>
                        <a:pt x="332" y="480"/>
                      </a:cubicBezTo>
                      <a:cubicBezTo>
                        <a:pt x="349" y="480"/>
                        <a:pt x="361" y="461"/>
                        <a:pt x="349" y="442"/>
                      </a:cubicBezTo>
                      <a:cubicBezTo>
                        <a:pt x="324" y="409"/>
                        <a:pt x="299" y="367"/>
                        <a:pt x="266" y="334"/>
                      </a:cubicBezTo>
                      <a:cubicBezTo>
                        <a:pt x="249" y="318"/>
                        <a:pt x="241" y="301"/>
                        <a:pt x="224" y="285"/>
                      </a:cubicBezTo>
                      <a:lnTo>
                        <a:pt x="175" y="243"/>
                      </a:lnTo>
                      <a:cubicBezTo>
                        <a:pt x="165" y="233"/>
                        <a:pt x="152" y="229"/>
                        <a:pt x="142" y="229"/>
                      </a:cubicBezTo>
                      <a:cubicBezTo>
                        <a:pt x="135" y="229"/>
                        <a:pt x="128" y="231"/>
                        <a:pt x="125" y="235"/>
                      </a:cubicBezTo>
                      <a:cubicBezTo>
                        <a:pt x="125" y="218"/>
                        <a:pt x="125" y="210"/>
                        <a:pt x="125" y="202"/>
                      </a:cubicBezTo>
                      <a:cubicBezTo>
                        <a:pt x="125" y="193"/>
                        <a:pt x="117" y="185"/>
                        <a:pt x="117" y="177"/>
                      </a:cubicBezTo>
                      <a:cubicBezTo>
                        <a:pt x="117" y="169"/>
                        <a:pt x="117" y="160"/>
                        <a:pt x="117" y="152"/>
                      </a:cubicBezTo>
                      <a:lnTo>
                        <a:pt x="117" y="144"/>
                      </a:lnTo>
                      <a:cubicBezTo>
                        <a:pt x="117" y="135"/>
                        <a:pt x="117" y="135"/>
                        <a:pt x="108" y="127"/>
                      </a:cubicBezTo>
                      <a:lnTo>
                        <a:pt x="83" y="28"/>
                      </a:lnTo>
                      <a:cubicBezTo>
                        <a:pt x="83" y="14"/>
                        <a:pt x="67" y="1"/>
                        <a:pt x="4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0" name="Google Shape;1660;p1"/>
                <p:cNvSpPr/>
                <p:nvPr/>
              </p:nvSpPr>
              <p:spPr>
                <a:xfrm>
                  <a:off x="668825" y="2805075"/>
                  <a:ext cx="19375" cy="17600"/>
                </a:xfrm>
                <a:custGeom>
                  <a:rect b="b" l="l" r="r" t="t"/>
                  <a:pathLst>
                    <a:path extrusionOk="0" h="704" w="775">
                      <a:moveTo>
                        <a:pt x="652" y="0"/>
                      </a:moveTo>
                      <a:cubicBezTo>
                        <a:pt x="649" y="0"/>
                        <a:pt x="646" y="1"/>
                        <a:pt x="644" y="1"/>
                      </a:cubicBezTo>
                      <a:cubicBezTo>
                        <a:pt x="561" y="9"/>
                        <a:pt x="486" y="59"/>
                        <a:pt x="412" y="100"/>
                      </a:cubicBezTo>
                      <a:cubicBezTo>
                        <a:pt x="346" y="150"/>
                        <a:pt x="288" y="200"/>
                        <a:pt x="230" y="249"/>
                      </a:cubicBezTo>
                      <a:cubicBezTo>
                        <a:pt x="172" y="307"/>
                        <a:pt x="130" y="365"/>
                        <a:pt x="89" y="432"/>
                      </a:cubicBezTo>
                      <a:cubicBezTo>
                        <a:pt x="47" y="498"/>
                        <a:pt x="6" y="572"/>
                        <a:pt x="6" y="655"/>
                      </a:cubicBezTo>
                      <a:cubicBezTo>
                        <a:pt x="0" y="683"/>
                        <a:pt x="29" y="704"/>
                        <a:pt x="58" y="704"/>
                      </a:cubicBezTo>
                      <a:cubicBezTo>
                        <a:pt x="72" y="704"/>
                        <a:pt x="86" y="699"/>
                        <a:pt x="97" y="688"/>
                      </a:cubicBezTo>
                      <a:cubicBezTo>
                        <a:pt x="122" y="664"/>
                        <a:pt x="138" y="639"/>
                        <a:pt x="163" y="614"/>
                      </a:cubicBezTo>
                      <a:cubicBezTo>
                        <a:pt x="188" y="589"/>
                        <a:pt x="205" y="564"/>
                        <a:pt x="221" y="539"/>
                      </a:cubicBezTo>
                      <a:cubicBezTo>
                        <a:pt x="271" y="481"/>
                        <a:pt x="321" y="432"/>
                        <a:pt x="370" y="390"/>
                      </a:cubicBezTo>
                      <a:cubicBezTo>
                        <a:pt x="379" y="382"/>
                        <a:pt x="395" y="365"/>
                        <a:pt x="404" y="357"/>
                      </a:cubicBezTo>
                      <a:cubicBezTo>
                        <a:pt x="412" y="349"/>
                        <a:pt x="420" y="349"/>
                        <a:pt x="420" y="340"/>
                      </a:cubicBezTo>
                      <a:cubicBezTo>
                        <a:pt x="420" y="340"/>
                        <a:pt x="437" y="340"/>
                        <a:pt x="437" y="332"/>
                      </a:cubicBezTo>
                      <a:cubicBezTo>
                        <a:pt x="462" y="316"/>
                        <a:pt x="486" y="291"/>
                        <a:pt x="520" y="282"/>
                      </a:cubicBezTo>
                      <a:cubicBezTo>
                        <a:pt x="578" y="241"/>
                        <a:pt x="652" y="216"/>
                        <a:pt x="710" y="166"/>
                      </a:cubicBezTo>
                      <a:cubicBezTo>
                        <a:pt x="774" y="118"/>
                        <a:pt x="730" y="0"/>
                        <a:pt x="65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1" name="Google Shape;1661;p1"/>
                <p:cNvSpPr/>
                <p:nvPr/>
              </p:nvSpPr>
              <p:spPr>
                <a:xfrm>
                  <a:off x="670000" y="2804750"/>
                  <a:ext cx="6025" cy="4700"/>
                </a:xfrm>
                <a:custGeom>
                  <a:rect b="b" l="l" r="r" t="t"/>
                  <a:pathLst>
                    <a:path extrusionOk="0" h="188" w="241">
                      <a:moveTo>
                        <a:pt x="211" y="0"/>
                      </a:moveTo>
                      <a:cubicBezTo>
                        <a:pt x="205" y="0"/>
                        <a:pt x="198" y="2"/>
                        <a:pt x="191" y="5"/>
                      </a:cubicBezTo>
                      <a:cubicBezTo>
                        <a:pt x="174" y="14"/>
                        <a:pt x="166" y="22"/>
                        <a:pt x="149" y="30"/>
                      </a:cubicBezTo>
                      <a:cubicBezTo>
                        <a:pt x="133" y="39"/>
                        <a:pt x="125" y="47"/>
                        <a:pt x="108" y="55"/>
                      </a:cubicBezTo>
                      <a:lnTo>
                        <a:pt x="25" y="113"/>
                      </a:lnTo>
                      <a:cubicBezTo>
                        <a:pt x="9" y="121"/>
                        <a:pt x="0" y="146"/>
                        <a:pt x="9" y="163"/>
                      </a:cubicBezTo>
                      <a:cubicBezTo>
                        <a:pt x="20" y="175"/>
                        <a:pt x="36" y="186"/>
                        <a:pt x="50" y="186"/>
                      </a:cubicBezTo>
                      <a:cubicBezTo>
                        <a:pt x="56" y="186"/>
                        <a:pt x="62" y="184"/>
                        <a:pt x="67" y="179"/>
                      </a:cubicBezTo>
                      <a:lnTo>
                        <a:pt x="67" y="188"/>
                      </a:lnTo>
                      <a:cubicBezTo>
                        <a:pt x="91" y="163"/>
                        <a:pt x="125" y="146"/>
                        <a:pt x="149" y="121"/>
                      </a:cubicBezTo>
                      <a:cubicBezTo>
                        <a:pt x="166" y="113"/>
                        <a:pt x="174" y="105"/>
                        <a:pt x="191" y="97"/>
                      </a:cubicBezTo>
                      <a:cubicBezTo>
                        <a:pt x="199" y="88"/>
                        <a:pt x="207" y="80"/>
                        <a:pt x="216" y="72"/>
                      </a:cubicBezTo>
                      <a:cubicBezTo>
                        <a:pt x="224" y="63"/>
                        <a:pt x="224" y="63"/>
                        <a:pt x="232" y="55"/>
                      </a:cubicBezTo>
                      <a:cubicBezTo>
                        <a:pt x="241" y="47"/>
                        <a:pt x="241" y="22"/>
                        <a:pt x="232" y="14"/>
                      </a:cubicBezTo>
                      <a:cubicBezTo>
                        <a:pt x="227" y="4"/>
                        <a:pt x="220" y="0"/>
                        <a:pt x="21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2" name="Google Shape;1662;p1"/>
                <p:cNvSpPr/>
                <p:nvPr/>
              </p:nvSpPr>
              <p:spPr>
                <a:xfrm>
                  <a:off x="677650" y="2815850"/>
                  <a:ext cx="25300" cy="23275"/>
                </a:xfrm>
                <a:custGeom>
                  <a:rect b="b" l="l" r="r" t="t"/>
                  <a:pathLst>
                    <a:path extrusionOk="0" h="931" w="1012">
                      <a:moveTo>
                        <a:pt x="443" y="1"/>
                      </a:moveTo>
                      <a:cubicBezTo>
                        <a:pt x="379" y="1"/>
                        <a:pt x="314" y="14"/>
                        <a:pt x="258" y="42"/>
                      </a:cubicBezTo>
                      <a:cubicBezTo>
                        <a:pt x="167" y="92"/>
                        <a:pt x="109" y="183"/>
                        <a:pt x="75" y="274"/>
                      </a:cubicBezTo>
                      <a:cubicBezTo>
                        <a:pt x="1" y="456"/>
                        <a:pt x="9" y="688"/>
                        <a:pt x="167" y="813"/>
                      </a:cubicBezTo>
                      <a:cubicBezTo>
                        <a:pt x="216" y="862"/>
                        <a:pt x="283" y="895"/>
                        <a:pt x="349" y="912"/>
                      </a:cubicBezTo>
                      <a:cubicBezTo>
                        <a:pt x="386" y="924"/>
                        <a:pt x="426" y="930"/>
                        <a:pt x="466" y="930"/>
                      </a:cubicBezTo>
                      <a:cubicBezTo>
                        <a:pt x="562" y="930"/>
                        <a:pt x="663" y="898"/>
                        <a:pt x="738" y="846"/>
                      </a:cubicBezTo>
                      <a:cubicBezTo>
                        <a:pt x="896" y="738"/>
                        <a:pt x="1012" y="547"/>
                        <a:pt x="954" y="349"/>
                      </a:cubicBezTo>
                      <a:cubicBezTo>
                        <a:pt x="929" y="274"/>
                        <a:pt x="879" y="199"/>
                        <a:pt x="805" y="150"/>
                      </a:cubicBezTo>
                      <a:cubicBezTo>
                        <a:pt x="755" y="100"/>
                        <a:pt x="689" y="50"/>
                        <a:pt x="614" y="34"/>
                      </a:cubicBezTo>
                      <a:lnTo>
                        <a:pt x="606" y="25"/>
                      </a:lnTo>
                      <a:cubicBezTo>
                        <a:pt x="581" y="17"/>
                        <a:pt x="556" y="9"/>
                        <a:pt x="531" y="9"/>
                      </a:cubicBezTo>
                      <a:cubicBezTo>
                        <a:pt x="502" y="4"/>
                        <a:pt x="473" y="1"/>
                        <a:pt x="44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3" name="Google Shape;1663;p1"/>
                <p:cNvSpPr/>
                <p:nvPr/>
              </p:nvSpPr>
              <p:spPr>
                <a:xfrm>
                  <a:off x="812350" y="2796775"/>
                  <a:ext cx="19225" cy="17725"/>
                </a:xfrm>
                <a:custGeom>
                  <a:rect b="b" l="l" r="r" t="t"/>
                  <a:pathLst>
                    <a:path extrusionOk="0" h="709" w="769">
                      <a:moveTo>
                        <a:pt x="123" y="1"/>
                      </a:moveTo>
                      <a:cubicBezTo>
                        <a:pt x="45" y="1"/>
                        <a:pt x="1" y="119"/>
                        <a:pt x="65" y="167"/>
                      </a:cubicBezTo>
                      <a:cubicBezTo>
                        <a:pt x="123" y="217"/>
                        <a:pt x="197" y="242"/>
                        <a:pt x="255" y="283"/>
                      </a:cubicBezTo>
                      <a:cubicBezTo>
                        <a:pt x="288" y="300"/>
                        <a:pt x="313" y="316"/>
                        <a:pt x="338" y="341"/>
                      </a:cubicBezTo>
                      <a:cubicBezTo>
                        <a:pt x="338" y="341"/>
                        <a:pt x="346" y="349"/>
                        <a:pt x="346" y="349"/>
                      </a:cubicBezTo>
                      <a:cubicBezTo>
                        <a:pt x="355" y="349"/>
                        <a:pt x="363" y="358"/>
                        <a:pt x="363" y="358"/>
                      </a:cubicBezTo>
                      <a:cubicBezTo>
                        <a:pt x="380" y="374"/>
                        <a:pt x="396" y="382"/>
                        <a:pt x="404" y="391"/>
                      </a:cubicBezTo>
                      <a:cubicBezTo>
                        <a:pt x="454" y="440"/>
                        <a:pt x="504" y="490"/>
                        <a:pt x="545" y="540"/>
                      </a:cubicBezTo>
                      <a:cubicBezTo>
                        <a:pt x="570" y="565"/>
                        <a:pt x="578" y="590"/>
                        <a:pt x="612" y="623"/>
                      </a:cubicBezTo>
                      <a:cubicBezTo>
                        <a:pt x="636" y="639"/>
                        <a:pt x="653" y="672"/>
                        <a:pt x="678" y="697"/>
                      </a:cubicBezTo>
                      <a:cubicBezTo>
                        <a:pt x="688" y="705"/>
                        <a:pt x="701" y="709"/>
                        <a:pt x="713" y="709"/>
                      </a:cubicBezTo>
                      <a:cubicBezTo>
                        <a:pt x="741" y="709"/>
                        <a:pt x="769" y="690"/>
                        <a:pt x="769" y="656"/>
                      </a:cubicBezTo>
                      <a:cubicBezTo>
                        <a:pt x="769" y="581"/>
                        <a:pt x="728" y="507"/>
                        <a:pt x="686" y="440"/>
                      </a:cubicBezTo>
                      <a:cubicBezTo>
                        <a:pt x="645" y="374"/>
                        <a:pt x="595" y="308"/>
                        <a:pt x="545" y="258"/>
                      </a:cubicBezTo>
                      <a:cubicBezTo>
                        <a:pt x="487" y="200"/>
                        <a:pt x="421" y="150"/>
                        <a:pt x="355" y="109"/>
                      </a:cubicBezTo>
                      <a:cubicBezTo>
                        <a:pt x="288" y="59"/>
                        <a:pt x="214" y="18"/>
                        <a:pt x="131" y="1"/>
                      </a:cubicBezTo>
                      <a:cubicBezTo>
                        <a:pt x="128" y="1"/>
                        <a:pt x="126" y="1"/>
                        <a:pt x="12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4" name="Google Shape;1664;p1"/>
                <p:cNvSpPr/>
                <p:nvPr/>
              </p:nvSpPr>
              <p:spPr>
                <a:xfrm>
                  <a:off x="797600" y="2807575"/>
                  <a:ext cx="25275" cy="23300"/>
                </a:xfrm>
                <a:custGeom>
                  <a:rect b="b" l="l" r="r" t="t"/>
                  <a:pathLst>
                    <a:path extrusionOk="0" h="932" w="1011">
                      <a:moveTo>
                        <a:pt x="565" y="1"/>
                      </a:moveTo>
                      <a:cubicBezTo>
                        <a:pt x="537" y="1"/>
                        <a:pt x="508" y="3"/>
                        <a:pt x="481" y="8"/>
                      </a:cubicBezTo>
                      <a:cubicBezTo>
                        <a:pt x="456" y="17"/>
                        <a:pt x="431" y="25"/>
                        <a:pt x="406" y="33"/>
                      </a:cubicBezTo>
                      <a:lnTo>
                        <a:pt x="390" y="33"/>
                      </a:lnTo>
                      <a:cubicBezTo>
                        <a:pt x="323" y="58"/>
                        <a:pt x="257" y="100"/>
                        <a:pt x="207" y="158"/>
                      </a:cubicBezTo>
                      <a:cubicBezTo>
                        <a:pt x="133" y="199"/>
                        <a:pt x="83" y="274"/>
                        <a:pt x="58" y="356"/>
                      </a:cubicBezTo>
                      <a:cubicBezTo>
                        <a:pt x="0" y="547"/>
                        <a:pt x="116" y="738"/>
                        <a:pt x="274" y="845"/>
                      </a:cubicBezTo>
                      <a:cubicBezTo>
                        <a:pt x="347" y="902"/>
                        <a:pt x="443" y="931"/>
                        <a:pt x="537" y="931"/>
                      </a:cubicBezTo>
                      <a:cubicBezTo>
                        <a:pt x="580" y="931"/>
                        <a:pt x="623" y="925"/>
                        <a:pt x="663" y="912"/>
                      </a:cubicBezTo>
                      <a:cubicBezTo>
                        <a:pt x="729" y="895"/>
                        <a:pt x="796" y="862"/>
                        <a:pt x="845" y="820"/>
                      </a:cubicBezTo>
                      <a:cubicBezTo>
                        <a:pt x="1003" y="688"/>
                        <a:pt x="1011" y="456"/>
                        <a:pt x="936" y="282"/>
                      </a:cubicBezTo>
                      <a:cubicBezTo>
                        <a:pt x="903" y="182"/>
                        <a:pt x="845" y="100"/>
                        <a:pt x="754" y="50"/>
                      </a:cubicBezTo>
                      <a:cubicBezTo>
                        <a:pt x="696" y="15"/>
                        <a:pt x="630" y="1"/>
                        <a:pt x="56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5" name="Google Shape;1665;p1"/>
                <p:cNvSpPr/>
                <p:nvPr/>
              </p:nvSpPr>
              <p:spPr>
                <a:xfrm>
                  <a:off x="844825" y="2807150"/>
                  <a:ext cx="8500" cy="4800"/>
                </a:xfrm>
                <a:custGeom>
                  <a:rect b="b" l="l" r="r" t="t"/>
                  <a:pathLst>
                    <a:path extrusionOk="0" h="192" w="340">
                      <a:moveTo>
                        <a:pt x="274" y="1"/>
                      </a:moveTo>
                      <a:cubicBezTo>
                        <a:pt x="257" y="1"/>
                        <a:pt x="240" y="9"/>
                        <a:pt x="224" y="17"/>
                      </a:cubicBezTo>
                      <a:lnTo>
                        <a:pt x="224" y="25"/>
                      </a:lnTo>
                      <a:lnTo>
                        <a:pt x="216" y="25"/>
                      </a:lnTo>
                      <a:cubicBezTo>
                        <a:pt x="210" y="28"/>
                        <a:pt x="205" y="31"/>
                        <a:pt x="201" y="34"/>
                      </a:cubicBezTo>
                      <a:lnTo>
                        <a:pt x="201" y="34"/>
                      </a:lnTo>
                      <a:cubicBezTo>
                        <a:pt x="200" y="34"/>
                        <a:pt x="200" y="34"/>
                        <a:pt x="199" y="34"/>
                      </a:cubicBezTo>
                      <a:cubicBezTo>
                        <a:pt x="200" y="34"/>
                        <a:pt x="200" y="34"/>
                        <a:pt x="201" y="34"/>
                      </a:cubicBezTo>
                      <a:lnTo>
                        <a:pt x="201" y="34"/>
                      </a:lnTo>
                      <a:cubicBezTo>
                        <a:pt x="192" y="39"/>
                        <a:pt x="185" y="42"/>
                        <a:pt x="174" y="42"/>
                      </a:cubicBezTo>
                      <a:cubicBezTo>
                        <a:pt x="174" y="50"/>
                        <a:pt x="166" y="50"/>
                        <a:pt x="158" y="50"/>
                      </a:cubicBezTo>
                      <a:lnTo>
                        <a:pt x="174" y="50"/>
                      </a:lnTo>
                      <a:cubicBezTo>
                        <a:pt x="166" y="50"/>
                        <a:pt x="149" y="59"/>
                        <a:pt x="141" y="59"/>
                      </a:cubicBezTo>
                      <a:lnTo>
                        <a:pt x="66" y="59"/>
                      </a:lnTo>
                      <a:cubicBezTo>
                        <a:pt x="57" y="54"/>
                        <a:pt x="47" y="49"/>
                        <a:pt x="39" y="49"/>
                      </a:cubicBezTo>
                      <a:cubicBezTo>
                        <a:pt x="34" y="49"/>
                        <a:pt x="29" y="52"/>
                        <a:pt x="25" y="59"/>
                      </a:cubicBezTo>
                      <a:cubicBezTo>
                        <a:pt x="8" y="67"/>
                        <a:pt x="0" y="83"/>
                        <a:pt x="17" y="100"/>
                      </a:cubicBezTo>
                      <a:cubicBezTo>
                        <a:pt x="17" y="100"/>
                        <a:pt x="25" y="108"/>
                        <a:pt x="25" y="117"/>
                      </a:cubicBezTo>
                      <a:cubicBezTo>
                        <a:pt x="25" y="117"/>
                        <a:pt x="33" y="125"/>
                        <a:pt x="33" y="125"/>
                      </a:cubicBezTo>
                      <a:cubicBezTo>
                        <a:pt x="42" y="141"/>
                        <a:pt x="58" y="150"/>
                        <a:pt x="75" y="166"/>
                      </a:cubicBezTo>
                      <a:cubicBezTo>
                        <a:pt x="100" y="183"/>
                        <a:pt x="133" y="191"/>
                        <a:pt x="166" y="191"/>
                      </a:cubicBezTo>
                      <a:cubicBezTo>
                        <a:pt x="199" y="191"/>
                        <a:pt x="240" y="183"/>
                        <a:pt x="265" y="158"/>
                      </a:cubicBezTo>
                      <a:cubicBezTo>
                        <a:pt x="307" y="133"/>
                        <a:pt x="340" y="75"/>
                        <a:pt x="315" y="34"/>
                      </a:cubicBezTo>
                      <a:cubicBezTo>
                        <a:pt x="307" y="9"/>
                        <a:pt x="290" y="1"/>
                        <a:pt x="27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6" name="Google Shape;1666;p1"/>
                <p:cNvSpPr/>
                <p:nvPr/>
              </p:nvSpPr>
              <p:spPr>
                <a:xfrm>
                  <a:off x="847925" y="2814200"/>
                  <a:ext cx="5000" cy="3350"/>
                </a:xfrm>
                <a:custGeom>
                  <a:rect b="b" l="l" r="r" t="t"/>
                  <a:pathLst>
                    <a:path extrusionOk="0" h="134" w="200">
                      <a:moveTo>
                        <a:pt x="166" y="0"/>
                      </a:moveTo>
                      <a:cubicBezTo>
                        <a:pt x="125" y="25"/>
                        <a:pt x="75" y="42"/>
                        <a:pt x="25" y="58"/>
                      </a:cubicBezTo>
                      <a:cubicBezTo>
                        <a:pt x="17" y="67"/>
                        <a:pt x="9" y="67"/>
                        <a:pt x="0" y="75"/>
                      </a:cubicBezTo>
                      <a:cubicBezTo>
                        <a:pt x="0" y="91"/>
                        <a:pt x="0" y="100"/>
                        <a:pt x="0" y="108"/>
                      </a:cubicBezTo>
                      <a:cubicBezTo>
                        <a:pt x="6" y="124"/>
                        <a:pt x="18" y="133"/>
                        <a:pt x="31" y="133"/>
                      </a:cubicBezTo>
                      <a:cubicBezTo>
                        <a:pt x="37" y="133"/>
                        <a:pt x="44" y="130"/>
                        <a:pt x="50" y="125"/>
                      </a:cubicBezTo>
                      <a:cubicBezTo>
                        <a:pt x="100" y="100"/>
                        <a:pt x="141" y="75"/>
                        <a:pt x="183" y="50"/>
                      </a:cubicBezTo>
                      <a:cubicBezTo>
                        <a:pt x="199" y="42"/>
                        <a:pt x="199" y="25"/>
                        <a:pt x="199" y="17"/>
                      </a:cubicBezTo>
                      <a:cubicBezTo>
                        <a:pt x="191" y="9"/>
                        <a:pt x="183" y="0"/>
                        <a:pt x="16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7" name="Google Shape;1667;p1"/>
                <p:cNvSpPr/>
                <p:nvPr/>
              </p:nvSpPr>
              <p:spPr>
                <a:xfrm>
                  <a:off x="645125" y="2825125"/>
                  <a:ext cx="7075" cy="3600"/>
                </a:xfrm>
                <a:custGeom>
                  <a:rect b="b" l="l" r="r" t="t"/>
                  <a:pathLst>
                    <a:path extrusionOk="0" h="144" w="283">
                      <a:moveTo>
                        <a:pt x="230" y="0"/>
                      </a:moveTo>
                      <a:cubicBezTo>
                        <a:pt x="225" y="0"/>
                        <a:pt x="221" y="1"/>
                        <a:pt x="216" y="2"/>
                      </a:cubicBezTo>
                      <a:cubicBezTo>
                        <a:pt x="200" y="11"/>
                        <a:pt x="183" y="11"/>
                        <a:pt x="175" y="11"/>
                      </a:cubicBezTo>
                      <a:cubicBezTo>
                        <a:pt x="158" y="11"/>
                        <a:pt x="134" y="19"/>
                        <a:pt x="117" y="19"/>
                      </a:cubicBezTo>
                      <a:lnTo>
                        <a:pt x="76" y="19"/>
                      </a:lnTo>
                      <a:cubicBezTo>
                        <a:pt x="59" y="19"/>
                        <a:pt x="51" y="27"/>
                        <a:pt x="34" y="27"/>
                      </a:cubicBezTo>
                      <a:cubicBezTo>
                        <a:pt x="26" y="36"/>
                        <a:pt x="18" y="36"/>
                        <a:pt x="9" y="44"/>
                      </a:cubicBezTo>
                      <a:cubicBezTo>
                        <a:pt x="1" y="60"/>
                        <a:pt x="1" y="77"/>
                        <a:pt x="1" y="94"/>
                      </a:cubicBezTo>
                      <a:cubicBezTo>
                        <a:pt x="9" y="102"/>
                        <a:pt x="18" y="110"/>
                        <a:pt x="26" y="118"/>
                      </a:cubicBezTo>
                      <a:cubicBezTo>
                        <a:pt x="26" y="118"/>
                        <a:pt x="34" y="127"/>
                        <a:pt x="42" y="127"/>
                      </a:cubicBezTo>
                      <a:cubicBezTo>
                        <a:pt x="51" y="135"/>
                        <a:pt x="51" y="135"/>
                        <a:pt x="59" y="135"/>
                      </a:cubicBezTo>
                      <a:cubicBezTo>
                        <a:pt x="76" y="143"/>
                        <a:pt x="84" y="143"/>
                        <a:pt x="100" y="143"/>
                      </a:cubicBezTo>
                      <a:cubicBezTo>
                        <a:pt x="117" y="143"/>
                        <a:pt x="142" y="143"/>
                        <a:pt x="158" y="135"/>
                      </a:cubicBezTo>
                      <a:cubicBezTo>
                        <a:pt x="192" y="135"/>
                        <a:pt x="225" y="118"/>
                        <a:pt x="250" y="102"/>
                      </a:cubicBezTo>
                      <a:cubicBezTo>
                        <a:pt x="274" y="85"/>
                        <a:pt x="283" y="60"/>
                        <a:pt x="274" y="36"/>
                      </a:cubicBezTo>
                      <a:cubicBezTo>
                        <a:pt x="268" y="15"/>
                        <a:pt x="250" y="0"/>
                        <a:pt x="230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8" name="Google Shape;1668;p1"/>
                <p:cNvSpPr/>
                <p:nvPr/>
              </p:nvSpPr>
              <p:spPr>
                <a:xfrm>
                  <a:off x="645125" y="2830150"/>
                  <a:ext cx="4175" cy="3500"/>
                </a:xfrm>
                <a:custGeom>
                  <a:rect b="b" l="l" r="r" t="t"/>
                  <a:pathLst>
                    <a:path extrusionOk="0" h="140" w="167">
                      <a:moveTo>
                        <a:pt x="42" y="0"/>
                      </a:moveTo>
                      <a:cubicBezTo>
                        <a:pt x="26" y="0"/>
                        <a:pt x="18" y="9"/>
                        <a:pt x="9" y="25"/>
                      </a:cubicBezTo>
                      <a:cubicBezTo>
                        <a:pt x="1" y="25"/>
                        <a:pt x="1" y="33"/>
                        <a:pt x="1" y="42"/>
                      </a:cubicBezTo>
                      <a:cubicBezTo>
                        <a:pt x="1" y="50"/>
                        <a:pt x="1" y="58"/>
                        <a:pt x="9" y="58"/>
                      </a:cubicBezTo>
                      <a:lnTo>
                        <a:pt x="9" y="67"/>
                      </a:lnTo>
                      <a:cubicBezTo>
                        <a:pt x="18" y="83"/>
                        <a:pt x="26" y="83"/>
                        <a:pt x="34" y="91"/>
                      </a:cubicBezTo>
                      <a:cubicBezTo>
                        <a:pt x="42" y="100"/>
                        <a:pt x="42" y="100"/>
                        <a:pt x="51" y="108"/>
                      </a:cubicBezTo>
                      <a:cubicBezTo>
                        <a:pt x="59" y="116"/>
                        <a:pt x="76" y="125"/>
                        <a:pt x="84" y="133"/>
                      </a:cubicBezTo>
                      <a:lnTo>
                        <a:pt x="100" y="133"/>
                      </a:lnTo>
                      <a:cubicBezTo>
                        <a:pt x="105" y="137"/>
                        <a:pt x="109" y="139"/>
                        <a:pt x="113" y="139"/>
                      </a:cubicBezTo>
                      <a:cubicBezTo>
                        <a:pt x="117" y="139"/>
                        <a:pt x="121" y="137"/>
                        <a:pt x="125" y="133"/>
                      </a:cubicBezTo>
                      <a:cubicBezTo>
                        <a:pt x="134" y="133"/>
                        <a:pt x="150" y="125"/>
                        <a:pt x="150" y="116"/>
                      </a:cubicBezTo>
                      <a:cubicBezTo>
                        <a:pt x="158" y="100"/>
                        <a:pt x="167" y="91"/>
                        <a:pt x="158" y="75"/>
                      </a:cubicBezTo>
                      <a:cubicBezTo>
                        <a:pt x="158" y="67"/>
                        <a:pt x="150" y="50"/>
                        <a:pt x="134" y="42"/>
                      </a:cubicBezTo>
                      <a:cubicBezTo>
                        <a:pt x="125" y="42"/>
                        <a:pt x="109" y="33"/>
                        <a:pt x="100" y="25"/>
                      </a:cubicBezTo>
                      <a:cubicBezTo>
                        <a:pt x="92" y="17"/>
                        <a:pt x="92" y="17"/>
                        <a:pt x="84" y="9"/>
                      </a:cubicBezTo>
                      <a:cubicBezTo>
                        <a:pt x="76" y="9"/>
                        <a:pt x="67" y="0"/>
                        <a:pt x="5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9" name="Google Shape;1669;p1"/>
                <p:cNvSpPr/>
                <p:nvPr/>
              </p:nvSpPr>
              <p:spPr>
                <a:xfrm>
                  <a:off x="269600" y="2540800"/>
                  <a:ext cx="645675" cy="779800"/>
                </a:xfrm>
                <a:custGeom>
                  <a:rect b="b" l="l" r="r" t="t"/>
                  <a:pathLst>
                    <a:path extrusionOk="0" h="31192" w="25827">
                      <a:moveTo>
                        <a:pt x="8750" y="24574"/>
                      </a:moveTo>
                      <a:lnTo>
                        <a:pt x="8750" y="24574"/>
                      </a:lnTo>
                      <a:cubicBezTo>
                        <a:pt x="8891" y="24591"/>
                        <a:pt x="9040" y="24616"/>
                        <a:pt x="9181" y="24632"/>
                      </a:cubicBezTo>
                      <a:cubicBezTo>
                        <a:pt x="9346" y="24649"/>
                        <a:pt x="9504" y="24657"/>
                        <a:pt x="9670" y="24665"/>
                      </a:cubicBezTo>
                      <a:cubicBezTo>
                        <a:pt x="9763" y="24665"/>
                        <a:pt x="9861" y="24673"/>
                        <a:pt x="9960" y="24673"/>
                      </a:cubicBezTo>
                      <a:cubicBezTo>
                        <a:pt x="10009" y="24673"/>
                        <a:pt x="10059" y="24671"/>
                        <a:pt x="10109" y="24665"/>
                      </a:cubicBezTo>
                      <a:cubicBezTo>
                        <a:pt x="10125" y="24765"/>
                        <a:pt x="10142" y="24864"/>
                        <a:pt x="10158" y="24964"/>
                      </a:cubicBezTo>
                      <a:cubicBezTo>
                        <a:pt x="10216" y="25212"/>
                        <a:pt x="10291" y="25452"/>
                        <a:pt x="10374" y="25684"/>
                      </a:cubicBezTo>
                      <a:cubicBezTo>
                        <a:pt x="10415" y="25800"/>
                        <a:pt x="10465" y="25908"/>
                        <a:pt x="10515" y="26016"/>
                      </a:cubicBezTo>
                      <a:cubicBezTo>
                        <a:pt x="10515" y="26016"/>
                        <a:pt x="10515" y="26024"/>
                        <a:pt x="10515" y="26024"/>
                      </a:cubicBezTo>
                      <a:cubicBezTo>
                        <a:pt x="10515" y="26049"/>
                        <a:pt x="10515" y="26082"/>
                        <a:pt x="10515" y="26115"/>
                      </a:cubicBezTo>
                      <a:cubicBezTo>
                        <a:pt x="10506" y="26248"/>
                        <a:pt x="10498" y="26389"/>
                        <a:pt x="10498" y="26521"/>
                      </a:cubicBezTo>
                      <a:cubicBezTo>
                        <a:pt x="10407" y="26530"/>
                        <a:pt x="10324" y="26530"/>
                        <a:pt x="10241" y="26530"/>
                      </a:cubicBezTo>
                      <a:cubicBezTo>
                        <a:pt x="10076" y="26530"/>
                        <a:pt x="9918" y="26521"/>
                        <a:pt x="9752" y="26505"/>
                      </a:cubicBezTo>
                      <a:cubicBezTo>
                        <a:pt x="9595" y="26488"/>
                        <a:pt x="9438" y="26463"/>
                        <a:pt x="9280" y="26430"/>
                      </a:cubicBezTo>
                      <a:cubicBezTo>
                        <a:pt x="9156" y="26397"/>
                        <a:pt x="9015" y="26372"/>
                        <a:pt x="8916" y="26298"/>
                      </a:cubicBezTo>
                      <a:cubicBezTo>
                        <a:pt x="8800" y="26206"/>
                        <a:pt x="8791" y="26066"/>
                        <a:pt x="8791" y="25933"/>
                      </a:cubicBezTo>
                      <a:cubicBezTo>
                        <a:pt x="8783" y="25776"/>
                        <a:pt x="8791" y="25618"/>
                        <a:pt x="8791" y="25452"/>
                      </a:cubicBezTo>
                      <a:cubicBezTo>
                        <a:pt x="8791" y="25163"/>
                        <a:pt x="8791" y="24864"/>
                        <a:pt x="8750" y="24574"/>
                      </a:cubicBezTo>
                      <a:close/>
                      <a:moveTo>
                        <a:pt x="22678" y="23953"/>
                      </a:moveTo>
                      <a:lnTo>
                        <a:pt x="22678" y="23953"/>
                      </a:lnTo>
                      <a:cubicBezTo>
                        <a:pt x="22661" y="24011"/>
                        <a:pt x="22653" y="24069"/>
                        <a:pt x="22645" y="24135"/>
                      </a:cubicBezTo>
                      <a:cubicBezTo>
                        <a:pt x="22636" y="24143"/>
                        <a:pt x="22636" y="24143"/>
                        <a:pt x="22636" y="24152"/>
                      </a:cubicBezTo>
                      <a:cubicBezTo>
                        <a:pt x="22595" y="24342"/>
                        <a:pt x="22570" y="24533"/>
                        <a:pt x="22545" y="24732"/>
                      </a:cubicBezTo>
                      <a:cubicBezTo>
                        <a:pt x="22529" y="24881"/>
                        <a:pt x="22512" y="25030"/>
                        <a:pt x="22504" y="25187"/>
                      </a:cubicBezTo>
                      <a:cubicBezTo>
                        <a:pt x="22504" y="25179"/>
                        <a:pt x="22504" y="25179"/>
                        <a:pt x="22504" y="25179"/>
                      </a:cubicBezTo>
                      <a:cubicBezTo>
                        <a:pt x="22480" y="25162"/>
                        <a:pt x="22459" y="25155"/>
                        <a:pt x="22440" y="25155"/>
                      </a:cubicBezTo>
                      <a:cubicBezTo>
                        <a:pt x="22367" y="25155"/>
                        <a:pt x="22331" y="25262"/>
                        <a:pt x="22338" y="25328"/>
                      </a:cubicBezTo>
                      <a:cubicBezTo>
                        <a:pt x="22338" y="25469"/>
                        <a:pt x="22355" y="25602"/>
                        <a:pt x="22355" y="25734"/>
                      </a:cubicBezTo>
                      <a:cubicBezTo>
                        <a:pt x="22355" y="25759"/>
                        <a:pt x="22355" y="25784"/>
                        <a:pt x="22355" y="25809"/>
                      </a:cubicBezTo>
                      <a:cubicBezTo>
                        <a:pt x="22346" y="25825"/>
                        <a:pt x="22346" y="25834"/>
                        <a:pt x="22346" y="25842"/>
                      </a:cubicBezTo>
                      <a:cubicBezTo>
                        <a:pt x="22330" y="25925"/>
                        <a:pt x="22322" y="26008"/>
                        <a:pt x="22305" y="26090"/>
                      </a:cubicBezTo>
                      <a:cubicBezTo>
                        <a:pt x="22288" y="26173"/>
                        <a:pt x="22255" y="26256"/>
                        <a:pt x="22272" y="26339"/>
                      </a:cubicBezTo>
                      <a:cubicBezTo>
                        <a:pt x="22272" y="26356"/>
                        <a:pt x="22288" y="26372"/>
                        <a:pt x="22305" y="26380"/>
                      </a:cubicBezTo>
                      <a:cubicBezTo>
                        <a:pt x="22272" y="26604"/>
                        <a:pt x="22222" y="26828"/>
                        <a:pt x="22148" y="27035"/>
                      </a:cubicBezTo>
                      <a:cubicBezTo>
                        <a:pt x="22139" y="27076"/>
                        <a:pt x="22164" y="27101"/>
                        <a:pt x="22197" y="27118"/>
                      </a:cubicBezTo>
                      <a:cubicBezTo>
                        <a:pt x="22181" y="27184"/>
                        <a:pt x="22181" y="27250"/>
                        <a:pt x="22172" y="27325"/>
                      </a:cubicBezTo>
                      <a:cubicBezTo>
                        <a:pt x="22156" y="27325"/>
                        <a:pt x="22139" y="27342"/>
                        <a:pt x="22131" y="27366"/>
                      </a:cubicBezTo>
                      <a:cubicBezTo>
                        <a:pt x="22114" y="27474"/>
                        <a:pt x="22123" y="27582"/>
                        <a:pt x="22148" y="27681"/>
                      </a:cubicBezTo>
                      <a:lnTo>
                        <a:pt x="22148" y="27690"/>
                      </a:lnTo>
                      <a:cubicBezTo>
                        <a:pt x="22148" y="27748"/>
                        <a:pt x="22148" y="27814"/>
                        <a:pt x="22164" y="27872"/>
                      </a:cubicBezTo>
                      <a:cubicBezTo>
                        <a:pt x="22181" y="27922"/>
                        <a:pt x="22189" y="27988"/>
                        <a:pt x="22239" y="28013"/>
                      </a:cubicBezTo>
                      <a:cubicBezTo>
                        <a:pt x="22247" y="28017"/>
                        <a:pt x="22257" y="28019"/>
                        <a:pt x="22268" y="28019"/>
                      </a:cubicBezTo>
                      <a:cubicBezTo>
                        <a:pt x="22278" y="28019"/>
                        <a:pt x="22288" y="28017"/>
                        <a:pt x="22297" y="28013"/>
                      </a:cubicBezTo>
                      <a:cubicBezTo>
                        <a:pt x="22313" y="28004"/>
                        <a:pt x="22322" y="27996"/>
                        <a:pt x="22330" y="27988"/>
                      </a:cubicBezTo>
                      <a:cubicBezTo>
                        <a:pt x="22413" y="28087"/>
                        <a:pt x="22512" y="28187"/>
                        <a:pt x="22603" y="28278"/>
                      </a:cubicBezTo>
                      <a:cubicBezTo>
                        <a:pt x="22661" y="28344"/>
                        <a:pt x="22736" y="28410"/>
                        <a:pt x="22794" y="28485"/>
                      </a:cubicBezTo>
                      <a:cubicBezTo>
                        <a:pt x="22843" y="28560"/>
                        <a:pt x="22835" y="28651"/>
                        <a:pt x="22827" y="28734"/>
                      </a:cubicBezTo>
                      <a:cubicBezTo>
                        <a:pt x="22810" y="28833"/>
                        <a:pt x="22794" y="28932"/>
                        <a:pt x="22769" y="29024"/>
                      </a:cubicBezTo>
                      <a:cubicBezTo>
                        <a:pt x="22744" y="29115"/>
                        <a:pt x="22703" y="29206"/>
                        <a:pt x="22686" y="29305"/>
                      </a:cubicBezTo>
                      <a:cubicBezTo>
                        <a:pt x="22678" y="29314"/>
                        <a:pt x="22678" y="29322"/>
                        <a:pt x="22678" y="29330"/>
                      </a:cubicBezTo>
                      <a:cubicBezTo>
                        <a:pt x="22645" y="29380"/>
                        <a:pt x="22603" y="29421"/>
                        <a:pt x="22554" y="29471"/>
                      </a:cubicBezTo>
                      <a:cubicBezTo>
                        <a:pt x="22537" y="29479"/>
                        <a:pt x="22529" y="29488"/>
                        <a:pt x="22512" y="29504"/>
                      </a:cubicBezTo>
                      <a:cubicBezTo>
                        <a:pt x="22512" y="29504"/>
                        <a:pt x="22504" y="29512"/>
                        <a:pt x="22496" y="29512"/>
                      </a:cubicBezTo>
                      <a:cubicBezTo>
                        <a:pt x="22496" y="29512"/>
                        <a:pt x="22487" y="29521"/>
                        <a:pt x="22487" y="29521"/>
                      </a:cubicBezTo>
                      <a:cubicBezTo>
                        <a:pt x="22471" y="29537"/>
                        <a:pt x="22454" y="29546"/>
                        <a:pt x="22438" y="29554"/>
                      </a:cubicBezTo>
                      <a:cubicBezTo>
                        <a:pt x="22520" y="29380"/>
                        <a:pt x="22537" y="29189"/>
                        <a:pt x="22429" y="29007"/>
                      </a:cubicBezTo>
                      <a:cubicBezTo>
                        <a:pt x="22330" y="28833"/>
                        <a:pt x="22148" y="28717"/>
                        <a:pt x="22040" y="28551"/>
                      </a:cubicBezTo>
                      <a:cubicBezTo>
                        <a:pt x="22025" y="28522"/>
                        <a:pt x="21998" y="28509"/>
                        <a:pt x="21970" y="28509"/>
                      </a:cubicBezTo>
                      <a:cubicBezTo>
                        <a:pt x="21920" y="28509"/>
                        <a:pt x="21869" y="28551"/>
                        <a:pt x="21891" y="28609"/>
                      </a:cubicBezTo>
                      <a:cubicBezTo>
                        <a:pt x="21957" y="28808"/>
                        <a:pt x="22114" y="28941"/>
                        <a:pt x="22206" y="29115"/>
                      </a:cubicBezTo>
                      <a:cubicBezTo>
                        <a:pt x="22313" y="29305"/>
                        <a:pt x="22189" y="29504"/>
                        <a:pt x="22048" y="29645"/>
                      </a:cubicBezTo>
                      <a:cubicBezTo>
                        <a:pt x="21907" y="29786"/>
                        <a:pt x="21733" y="29877"/>
                        <a:pt x="21543" y="29927"/>
                      </a:cubicBezTo>
                      <a:cubicBezTo>
                        <a:pt x="21468" y="29945"/>
                        <a:pt x="21394" y="29955"/>
                        <a:pt x="21319" y="29955"/>
                      </a:cubicBezTo>
                      <a:cubicBezTo>
                        <a:pt x="21294" y="29955"/>
                        <a:pt x="21269" y="29954"/>
                        <a:pt x="21244" y="29952"/>
                      </a:cubicBezTo>
                      <a:lnTo>
                        <a:pt x="21236" y="29952"/>
                      </a:lnTo>
                      <a:cubicBezTo>
                        <a:pt x="21253" y="29860"/>
                        <a:pt x="21244" y="29761"/>
                        <a:pt x="21244" y="29670"/>
                      </a:cubicBezTo>
                      <a:cubicBezTo>
                        <a:pt x="21244" y="29554"/>
                        <a:pt x="21253" y="29405"/>
                        <a:pt x="21195" y="29305"/>
                      </a:cubicBezTo>
                      <a:cubicBezTo>
                        <a:pt x="21182" y="29285"/>
                        <a:pt x="21162" y="29274"/>
                        <a:pt x="21141" y="29274"/>
                      </a:cubicBezTo>
                      <a:cubicBezTo>
                        <a:pt x="21120" y="29274"/>
                        <a:pt x="21099" y="29285"/>
                        <a:pt x="21087" y="29305"/>
                      </a:cubicBezTo>
                      <a:cubicBezTo>
                        <a:pt x="21037" y="29388"/>
                        <a:pt x="21037" y="29496"/>
                        <a:pt x="21029" y="29587"/>
                      </a:cubicBezTo>
                      <a:cubicBezTo>
                        <a:pt x="21021" y="29686"/>
                        <a:pt x="21021" y="29786"/>
                        <a:pt x="21012" y="29877"/>
                      </a:cubicBezTo>
                      <a:cubicBezTo>
                        <a:pt x="21012" y="29902"/>
                        <a:pt x="21004" y="29918"/>
                        <a:pt x="20996" y="29927"/>
                      </a:cubicBezTo>
                      <a:cubicBezTo>
                        <a:pt x="20971" y="29935"/>
                        <a:pt x="20938" y="29943"/>
                        <a:pt x="20913" y="29968"/>
                      </a:cubicBezTo>
                      <a:cubicBezTo>
                        <a:pt x="20905" y="29985"/>
                        <a:pt x="20896" y="30001"/>
                        <a:pt x="20888" y="30018"/>
                      </a:cubicBezTo>
                      <a:cubicBezTo>
                        <a:pt x="20868" y="30022"/>
                        <a:pt x="20847" y="30023"/>
                        <a:pt x="20826" y="30023"/>
                      </a:cubicBezTo>
                      <a:cubicBezTo>
                        <a:pt x="20759" y="30023"/>
                        <a:pt x="20688" y="30008"/>
                        <a:pt x="20631" y="30001"/>
                      </a:cubicBezTo>
                      <a:cubicBezTo>
                        <a:pt x="20424" y="29976"/>
                        <a:pt x="20217" y="29943"/>
                        <a:pt x="20018" y="29910"/>
                      </a:cubicBezTo>
                      <a:cubicBezTo>
                        <a:pt x="19910" y="29885"/>
                        <a:pt x="19811" y="29860"/>
                        <a:pt x="19712" y="29844"/>
                      </a:cubicBezTo>
                      <a:cubicBezTo>
                        <a:pt x="19687" y="29836"/>
                        <a:pt x="19654" y="29827"/>
                        <a:pt x="19612" y="29819"/>
                      </a:cubicBezTo>
                      <a:cubicBezTo>
                        <a:pt x="19455" y="29744"/>
                        <a:pt x="19281" y="29678"/>
                        <a:pt x="19123" y="29587"/>
                      </a:cubicBezTo>
                      <a:cubicBezTo>
                        <a:pt x="18982" y="29504"/>
                        <a:pt x="18833" y="29413"/>
                        <a:pt x="18750" y="29264"/>
                      </a:cubicBezTo>
                      <a:cubicBezTo>
                        <a:pt x="18701" y="29181"/>
                        <a:pt x="18701" y="29098"/>
                        <a:pt x="18709" y="29007"/>
                      </a:cubicBezTo>
                      <a:cubicBezTo>
                        <a:pt x="18726" y="28891"/>
                        <a:pt x="18734" y="28783"/>
                        <a:pt x="18742" y="28667"/>
                      </a:cubicBezTo>
                      <a:cubicBezTo>
                        <a:pt x="18742" y="28642"/>
                        <a:pt x="18742" y="28618"/>
                        <a:pt x="18742" y="28584"/>
                      </a:cubicBezTo>
                      <a:cubicBezTo>
                        <a:pt x="18858" y="28518"/>
                        <a:pt x="18759" y="28029"/>
                        <a:pt x="18750" y="27946"/>
                      </a:cubicBezTo>
                      <a:cubicBezTo>
                        <a:pt x="18734" y="27839"/>
                        <a:pt x="18709" y="27723"/>
                        <a:pt x="18709" y="27607"/>
                      </a:cubicBezTo>
                      <a:cubicBezTo>
                        <a:pt x="18701" y="27491"/>
                        <a:pt x="18709" y="27366"/>
                        <a:pt x="18726" y="27250"/>
                      </a:cubicBezTo>
                      <a:cubicBezTo>
                        <a:pt x="18731" y="27196"/>
                        <a:pt x="18697" y="27160"/>
                        <a:pt x="18659" y="27160"/>
                      </a:cubicBezTo>
                      <a:cubicBezTo>
                        <a:pt x="18639" y="27160"/>
                        <a:pt x="18618" y="27170"/>
                        <a:pt x="18601" y="27192"/>
                      </a:cubicBezTo>
                      <a:cubicBezTo>
                        <a:pt x="18593" y="27217"/>
                        <a:pt x="18576" y="27234"/>
                        <a:pt x="18568" y="27250"/>
                      </a:cubicBezTo>
                      <a:cubicBezTo>
                        <a:pt x="18543" y="27168"/>
                        <a:pt x="18527" y="27085"/>
                        <a:pt x="18510" y="26994"/>
                      </a:cubicBezTo>
                      <a:cubicBezTo>
                        <a:pt x="18485" y="26886"/>
                        <a:pt x="18477" y="26778"/>
                        <a:pt x="18460" y="26670"/>
                      </a:cubicBezTo>
                      <a:cubicBezTo>
                        <a:pt x="18452" y="26588"/>
                        <a:pt x="18452" y="26496"/>
                        <a:pt x="18427" y="26422"/>
                      </a:cubicBezTo>
                      <a:cubicBezTo>
                        <a:pt x="18477" y="26405"/>
                        <a:pt x="18527" y="26389"/>
                        <a:pt x="18568" y="26372"/>
                      </a:cubicBezTo>
                      <a:cubicBezTo>
                        <a:pt x="18643" y="26347"/>
                        <a:pt x="18717" y="26314"/>
                        <a:pt x="18784" y="26289"/>
                      </a:cubicBezTo>
                      <a:cubicBezTo>
                        <a:pt x="19123" y="26190"/>
                        <a:pt x="19455" y="26066"/>
                        <a:pt x="19753" y="25875"/>
                      </a:cubicBezTo>
                      <a:cubicBezTo>
                        <a:pt x="19753" y="25908"/>
                        <a:pt x="19774" y="25941"/>
                        <a:pt x="19807" y="25941"/>
                      </a:cubicBezTo>
                      <a:cubicBezTo>
                        <a:pt x="19816" y="25941"/>
                        <a:pt x="19825" y="25938"/>
                        <a:pt x="19836" y="25933"/>
                      </a:cubicBezTo>
                      <a:cubicBezTo>
                        <a:pt x="20714" y="25560"/>
                        <a:pt x="21485" y="24989"/>
                        <a:pt x="22131" y="24284"/>
                      </a:cubicBezTo>
                      <a:cubicBezTo>
                        <a:pt x="22206" y="24210"/>
                        <a:pt x="22280" y="24127"/>
                        <a:pt x="22346" y="24044"/>
                      </a:cubicBezTo>
                      <a:lnTo>
                        <a:pt x="22346" y="24044"/>
                      </a:lnTo>
                      <a:cubicBezTo>
                        <a:pt x="22338" y="24061"/>
                        <a:pt x="22330" y="24077"/>
                        <a:pt x="22322" y="24102"/>
                      </a:cubicBezTo>
                      <a:cubicBezTo>
                        <a:pt x="22314" y="24138"/>
                        <a:pt x="22352" y="24188"/>
                        <a:pt x="22389" y="24188"/>
                      </a:cubicBezTo>
                      <a:cubicBezTo>
                        <a:pt x="22394" y="24188"/>
                        <a:pt x="22399" y="24187"/>
                        <a:pt x="22404" y="24185"/>
                      </a:cubicBezTo>
                      <a:cubicBezTo>
                        <a:pt x="22512" y="24143"/>
                        <a:pt x="22595" y="24044"/>
                        <a:pt x="22669" y="23961"/>
                      </a:cubicBezTo>
                      <a:cubicBezTo>
                        <a:pt x="22669" y="23961"/>
                        <a:pt x="22678" y="23953"/>
                        <a:pt x="22678" y="23953"/>
                      </a:cubicBezTo>
                      <a:close/>
                      <a:moveTo>
                        <a:pt x="24864" y="197"/>
                      </a:moveTo>
                      <a:cubicBezTo>
                        <a:pt x="24951" y="197"/>
                        <a:pt x="25036" y="217"/>
                        <a:pt x="25114" y="273"/>
                      </a:cubicBezTo>
                      <a:cubicBezTo>
                        <a:pt x="25246" y="372"/>
                        <a:pt x="25337" y="546"/>
                        <a:pt x="25387" y="704"/>
                      </a:cubicBezTo>
                      <a:cubicBezTo>
                        <a:pt x="25462" y="911"/>
                        <a:pt x="25503" y="1143"/>
                        <a:pt x="25528" y="1367"/>
                      </a:cubicBezTo>
                      <a:cubicBezTo>
                        <a:pt x="25644" y="2336"/>
                        <a:pt x="25470" y="3322"/>
                        <a:pt x="25395" y="4291"/>
                      </a:cubicBezTo>
                      <a:cubicBezTo>
                        <a:pt x="25354" y="4847"/>
                        <a:pt x="25346" y="5402"/>
                        <a:pt x="25337" y="5965"/>
                      </a:cubicBezTo>
                      <a:cubicBezTo>
                        <a:pt x="25329" y="6222"/>
                        <a:pt x="25296" y="6479"/>
                        <a:pt x="25221" y="6727"/>
                      </a:cubicBezTo>
                      <a:cubicBezTo>
                        <a:pt x="25155" y="6968"/>
                        <a:pt x="25039" y="7191"/>
                        <a:pt x="24940" y="7423"/>
                      </a:cubicBezTo>
                      <a:cubicBezTo>
                        <a:pt x="24916" y="7483"/>
                        <a:pt x="24973" y="7530"/>
                        <a:pt x="25026" y="7530"/>
                      </a:cubicBezTo>
                      <a:cubicBezTo>
                        <a:pt x="25047" y="7530"/>
                        <a:pt x="25067" y="7522"/>
                        <a:pt x="25081" y="7506"/>
                      </a:cubicBezTo>
                      <a:cubicBezTo>
                        <a:pt x="25230" y="7349"/>
                        <a:pt x="25337" y="7158"/>
                        <a:pt x="25412" y="6951"/>
                      </a:cubicBezTo>
                      <a:cubicBezTo>
                        <a:pt x="25429" y="7075"/>
                        <a:pt x="25445" y="7200"/>
                        <a:pt x="25462" y="7316"/>
                      </a:cubicBezTo>
                      <a:cubicBezTo>
                        <a:pt x="25495" y="7564"/>
                        <a:pt x="25561" y="7821"/>
                        <a:pt x="25545" y="8078"/>
                      </a:cubicBezTo>
                      <a:lnTo>
                        <a:pt x="25545" y="8070"/>
                      </a:lnTo>
                      <a:cubicBezTo>
                        <a:pt x="25528" y="8285"/>
                        <a:pt x="25437" y="8500"/>
                        <a:pt x="25329" y="8683"/>
                      </a:cubicBezTo>
                      <a:cubicBezTo>
                        <a:pt x="25221" y="8882"/>
                        <a:pt x="25064" y="9072"/>
                        <a:pt x="25014" y="9288"/>
                      </a:cubicBezTo>
                      <a:cubicBezTo>
                        <a:pt x="25001" y="9334"/>
                        <a:pt x="25035" y="9369"/>
                        <a:pt x="25075" y="9369"/>
                      </a:cubicBezTo>
                      <a:cubicBezTo>
                        <a:pt x="25085" y="9369"/>
                        <a:pt x="25095" y="9367"/>
                        <a:pt x="25105" y="9362"/>
                      </a:cubicBezTo>
                      <a:cubicBezTo>
                        <a:pt x="25139" y="9337"/>
                        <a:pt x="25180" y="9312"/>
                        <a:pt x="25213" y="9279"/>
                      </a:cubicBezTo>
                      <a:lnTo>
                        <a:pt x="25213" y="9279"/>
                      </a:lnTo>
                      <a:cubicBezTo>
                        <a:pt x="25205" y="9329"/>
                        <a:pt x="25197" y="9387"/>
                        <a:pt x="25180" y="9437"/>
                      </a:cubicBezTo>
                      <a:cubicBezTo>
                        <a:pt x="25130" y="9644"/>
                        <a:pt x="25064" y="9851"/>
                        <a:pt x="24989" y="10050"/>
                      </a:cubicBezTo>
                      <a:cubicBezTo>
                        <a:pt x="24882" y="10340"/>
                        <a:pt x="24766" y="10621"/>
                        <a:pt x="24658" y="10903"/>
                      </a:cubicBezTo>
                      <a:cubicBezTo>
                        <a:pt x="24654" y="10895"/>
                        <a:pt x="24641" y="10889"/>
                        <a:pt x="24630" y="10889"/>
                      </a:cubicBezTo>
                      <a:cubicBezTo>
                        <a:pt x="24619" y="10889"/>
                        <a:pt x="24608" y="10895"/>
                        <a:pt x="24608" y="10911"/>
                      </a:cubicBezTo>
                      <a:cubicBezTo>
                        <a:pt x="24600" y="10936"/>
                        <a:pt x="24600" y="10969"/>
                        <a:pt x="24592" y="10994"/>
                      </a:cubicBezTo>
                      <a:cubicBezTo>
                        <a:pt x="24583" y="10936"/>
                        <a:pt x="24575" y="10878"/>
                        <a:pt x="24542" y="10829"/>
                      </a:cubicBezTo>
                      <a:cubicBezTo>
                        <a:pt x="24534" y="10817"/>
                        <a:pt x="24521" y="10811"/>
                        <a:pt x="24509" y="10811"/>
                      </a:cubicBezTo>
                      <a:cubicBezTo>
                        <a:pt x="24494" y="10811"/>
                        <a:pt x="24480" y="10819"/>
                        <a:pt x="24476" y="10837"/>
                      </a:cubicBezTo>
                      <a:cubicBezTo>
                        <a:pt x="24459" y="10895"/>
                        <a:pt x="24476" y="10961"/>
                        <a:pt x="24476" y="11019"/>
                      </a:cubicBezTo>
                      <a:cubicBezTo>
                        <a:pt x="24484" y="11085"/>
                        <a:pt x="24501" y="11152"/>
                        <a:pt x="24509" y="11218"/>
                      </a:cubicBezTo>
                      <a:cubicBezTo>
                        <a:pt x="24509" y="11226"/>
                        <a:pt x="24501" y="11226"/>
                        <a:pt x="24501" y="11226"/>
                      </a:cubicBezTo>
                      <a:cubicBezTo>
                        <a:pt x="24484" y="11276"/>
                        <a:pt x="24484" y="11342"/>
                        <a:pt x="24492" y="11400"/>
                      </a:cubicBezTo>
                      <a:cubicBezTo>
                        <a:pt x="24492" y="11458"/>
                        <a:pt x="24492" y="11525"/>
                        <a:pt x="24501" y="11591"/>
                      </a:cubicBezTo>
                      <a:cubicBezTo>
                        <a:pt x="24501" y="11649"/>
                        <a:pt x="24501" y="11707"/>
                        <a:pt x="24501" y="11773"/>
                      </a:cubicBezTo>
                      <a:cubicBezTo>
                        <a:pt x="24501" y="11798"/>
                        <a:pt x="24492" y="11823"/>
                        <a:pt x="24492" y="11856"/>
                      </a:cubicBezTo>
                      <a:cubicBezTo>
                        <a:pt x="24492" y="11873"/>
                        <a:pt x="24492" y="11889"/>
                        <a:pt x="24492" y="11906"/>
                      </a:cubicBezTo>
                      <a:lnTo>
                        <a:pt x="24492" y="11914"/>
                      </a:lnTo>
                      <a:cubicBezTo>
                        <a:pt x="24489" y="11913"/>
                        <a:pt x="24485" y="11913"/>
                        <a:pt x="24481" y="11913"/>
                      </a:cubicBezTo>
                      <a:cubicBezTo>
                        <a:pt x="24436" y="11913"/>
                        <a:pt x="24394" y="11959"/>
                        <a:pt x="24409" y="12005"/>
                      </a:cubicBezTo>
                      <a:cubicBezTo>
                        <a:pt x="24426" y="12071"/>
                        <a:pt x="24467" y="12254"/>
                        <a:pt x="24376" y="12287"/>
                      </a:cubicBezTo>
                      <a:cubicBezTo>
                        <a:pt x="24376" y="12229"/>
                        <a:pt x="24376" y="12171"/>
                        <a:pt x="24351" y="12121"/>
                      </a:cubicBezTo>
                      <a:cubicBezTo>
                        <a:pt x="24334" y="12095"/>
                        <a:pt x="24304" y="12081"/>
                        <a:pt x="24274" y="12081"/>
                      </a:cubicBezTo>
                      <a:cubicBezTo>
                        <a:pt x="24246" y="12081"/>
                        <a:pt x="24218" y="12093"/>
                        <a:pt x="24202" y="12121"/>
                      </a:cubicBezTo>
                      <a:cubicBezTo>
                        <a:pt x="24169" y="12212"/>
                        <a:pt x="24202" y="12312"/>
                        <a:pt x="24202" y="12403"/>
                      </a:cubicBezTo>
                      <a:cubicBezTo>
                        <a:pt x="24211" y="12502"/>
                        <a:pt x="24211" y="12602"/>
                        <a:pt x="24202" y="12693"/>
                      </a:cubicBezTo>
                      <a:cubicBezTo>
                        <a:pt x="24194" y="12892"/>
                        <a:pt x="24177" y="13082"/>
                        <a:pt x="24144" y="13273"/>
                      </a:cubicBezTo>
                      <a:cubicBezTo>
                        <a:pt x="24139" y="13304"/>
                        <a:pt x="24166" y="13325"/>
                        <a:pt x="24191" y="13325"/>
                      </a:cubicBezTo>
                      <a:cubicBezTo>
                        <a:pt x="24206" y="13325"/>
                        <a:pt x="24221" y="13317"/>
                        <a:pt x="24227" y="13298"/>
                      </a:cubicBezTo>
                      <a:cubicBezTo>
                        <a:pt x="24244" y="13256"/>
                        <a:pt x="24252" y="13215"/>
                        <a:pt x="24260" y="13173"/>
                      </a:cubicBezTo>
                      <a:cubicBezTo>
                        <a:pt x="24269" y="13215"/>
                        <a:pt x="24277" y="13256"/>
                        <a:pt x="24285" y="13289"/>
                      </a:cubicBezTo>
                      <a:cubicBezTo>
                        <a:pt x="24310" y="13372"/>
                        <a:pt x="24335" y="13447"/>
                        <a:pt x="24368" y="13521"/>
                      </a:cubicBezTo>
                      <a:cubicBezTo>
                        <a:pt x="24343" y="13530"/>
                        <a:pt x="24327" y="13555"/>
                        <a:pt x="24335" y="13588"/>
                      </a:cubicBezTo>
                      <a:cubicBezTo>
                        <a:pt x="24409" y="13720"/>
                        <a:pt x="24476" y="13861"/>
                        <a:pt x="24525" y="14010"/>
                      </a:cubicBezTo>
                      <a:cubicBezTo>
                        <a:pt x="24525" y="14027"/>
                        <a:pt x="24534" y="14035"/>
                        <a:pt x="24534" y="14052"/>
                      </a:cubicBezTo>
                      <a:cubicBezTo>
                        <a:pt x="24534" y="14060"/>
                        <a:pt x="24534" y="14068"/>
                        <a:pt x="24534" y="14077"/>
                      </a:cubicBezTo>
                      <a:cubicBezTo>
                        <a:pt x="24542" y="14184"/>
                        <a:pt x="24550" y="14300"/>
                        <a:pt x="24550" y="14408"/>
                      </a:cubicBezTo>
                      <a:cubicBezTo>
                        <a:pt x="24542" y="14416"/>
                        <a:pt x="24534" y="14425"/>
                        <a:pt x="24534" y="14433"/>
                      </a:cubicBezTo>
                      <a:cubicBezTo>
                        <a:pt x="24459" y="14226"/>
                        <a:pt x="24376" y="14019"/>
                        <a:pt x="24285" y="13811"/>
                      </a:cubicBezTo>
                      <a:cubicBezTo>
                        <a:pt x="24277" y="13796"/>
                        <a:pt x="24263" y="13789"/>
                        <a:pt x="24247" y="13789"/>
                      </a:cubicBezTo>
                      <a:cubicBezTo>
                        <a:pt x="24213" y="13789"/>
                        <a:pt x="24174" y="13819"/>
                        <a:pt x="24186" y="13853"/>
                      </a:cubicBezTo>
                      <a:cubicBezTo>
                        <a:pt x="24244" y="13994"/>
                        <a:pt x="24302" y="14135"/>
                        <a:pt x="24343" y="14275"/>
                      </a:cubicBezTo>
                      <a:cubicBezTo>
                        <a:pt x="24426" y="14582"/>
                        <a:pt x="24492" y="14889"/>
                        <a:pt x="24525" y="15195"/>
                      </a:cubicBezTo>
                      <a:cubicBezTo>
                        <a:pt x="24542" y="15352"/>
                        <a:pt x="24550" y="15510"/>
                        <a:pt x="24559" y="15667"/>
                      </a:cubicBezTo>
                      <a:cubicBezTo>
                        <a:pt x="24559" y="15775"/>
                        <a:pt x="24559" y="15891"/>
                        <a:pt x="24567" y="15999"/>
                      </a:cubicBezTo>
                      <a:cubicBezTo>
                        <a:pt x="24509" y="15792"/>
                        <a:pt x="24426" y="15584"/>
                        <a:pt x="24335" y="15386"/>
                      </a:cubicBezTo>
                      <a:cubicBezTo>
                        <a:pt x="24326" y="15366"/>
                        <a:pt x="24310" y="15358"/>
                        <a:pt x="24293" y="15358"/>
                      </a:cubicBezTo>
                      <a:cubicBezTo>
                        <a:pt x="24261" y="15358"/>
                        <a:pt x="24225" y="15389"/>
                        <a:pt x="24235" y="15427"/>
                      </a:cubicBezTo>
                      <a:cubicBezTo>
                        <a:pt x="24318" y="15692"/>
                        <a:pt x="24385" y="15966"/>
                        <a:pt x="24434" y="16239"/>
                      </a:cubicBezTo>
                      <a:cubicBezTo>
                        <a:pt x="24401" y="16239"/>
                        <a:pt x="24368" y="16264"/>
                        <a:pt x="24368" y="16297"/>
                      </a:cubicBezTo>
                      <a:cubicBezTo>
                        <a:pt x="24376" y="16720"/>
                        <a:pt x="24418" y="17142"/>
                        <a:pt x="24418" y="17556"/>
                      </a:cubicBezTo>
                      <a:cubicBezTo>
                        <a:pt x="24418" y="17656"/>
                        <a:pt x="24418" y="17755"/>
                        <a:pt x="24418" y="17846"/>
                      </a:cubicBezTo>
                      <a:cubicBezTo>
                        <a:pt x="24401" y="17855"/>
                        <a:pt x="24376" y="17871"/>
                        <a:pt x="24376" y="17904"/>
                      </a:cubicBezTo>
                      <a:cubicBezTo>
                        <a:pt x="24376" y="18078"/>
                        <a:pt x="24368" y="18244"/>
                        <a:pt x="24360" y="18418"/>
                      </a:cubicBezTo>
                      <a:cubicBezTo>
                        <a:pt x="24351" y="18277"/>
                        <a:pt x="24351" y="18136"/>
                        <a:pt x="24351" y="17996"/>
                      </a:cubicBezTo>
                      <a:cubicBezTo>
                        <a:pt x="24351" y="17954"/>
                        <a:pt x="24318" y="17933"/>
                        <a:pt x="24285" y="17933"/>
                      </a:cubicBezTo>
                      <a:cubicBezTo>
                        <a:pt x="24252" y="17933"/>
                        <a:pt x="24219" y="17954"/>
                        <a:pt x="24219" y="17996"/>
                      </a:cubicBezTo>
                      <a:cubicBezTo>
                        <a:pt x="24219" y="18211"/>
                        <a:pt x="24211" y="18418"/>
                        <a:pt x="24211" y="18634"/>
                      </a:cubicBezTo>
                      <a:cubicBezTo>
                        <a:pt x="24194" y="18567"/>
                        <a:pt x="24177" y="18501"/>
                        <a:pt x="24153" y="18443"/>
                      </a:cubicBezTo>
                      <a:cubicBezTo>
                        <a:pt x="24111" y="18319"/>
                        <a:pt x="24045" y="18153"/>
                        <a:pt x="23937" y="18078"/>
                      </a:cubicBezTo>
                      <a:cubicBezTo>
                        <a:pt x="23926" y="18071"/>
                        <a:pt x="23914" y="18068"/>
                        <a:pt x="23901" y="18068"/>
                      </a:cubicBezTo>
                      <a:cubicBezTo>
                        <a:pt x="23858" y="18068"/>
                        <a:pt x="23813" y="18108"/>
                        <a:pt x="23813" y="18153"/>
                      </a:cubicBezTo>
                      <a:cubicBezTo>
                        <a:pt x="23813" y="18211"/>
                        <a:pt x="23846" y="18277"/>
                        <a:pt x="23854" y="18335"/>
                      </a:cubicBezTo>
                      <a:cubicBezTo>
                        <a:pt x="23871" y="18402"/>
                        <a:pt x="23896" y="18468"/>
                        <a:pt x="23912" y="18534"/>
                      </a:cubicBezTo>
                      <a:cubicBezTo>
                        <a:pt x="23945" y="18658"/>
                        <a:pt x="23979" y="18783"/>
                        <a:pt x="23995" y="18907"/>
                      </a:cubicBezTo>
                      <a:cubicBezTo>
                        <a:pt x="24028" y="19164"/>
                        <a:pt x="24020" y="19437"/>
                        <a:pt x="23987" y="19702"/>
                      </a:cubicBezTo>
                      <a:cubicBezTo>
                        <a:pt x="23954" y="19984"/>
                        <a:pt x="23879" y="20266"/>
                        <a:pt x="23796" y="20539"/>
                      </a:cubicBezTo>
                      <a:cubicBezTo>
                        <a:pt x="23780" y="20605"/>
                        <a:pt x="23755" y="20672"/>
                        <a:pt x="23738" y="20738"/>
                      </a:cubicBezTo>
                      <a:cubicBezTo>
                        <a:pt x="23738" y="20721"/>
                        <a:pt x="23738" y="20705"/>
                        <a:pt x="23738" y="20688"/>
                      </a:cubicBezTo>
                      <a:cubicBezTo>
                        <a:pt x="23730" y="20506"/>
                        <a:pt x="23763" y="20233"/>
                        <a:pt x="23597" y="20108"/>
                      </a:cubicBezTo>
                      <a:cubicBezTo>
                        <a:pt x="23582" y="20096"/>
                        <a:pt x="23564" y="20090"/>
                        <a:pt x="23547" y="20090"/>
                      </a:cubicBezTo>
                      <a:cubicBezTo>
                        <a:pt x="23507" y="20090"/>
                        <a:pt x="23470" y="20120"/>
                        <a:pt x="23481" y="20166"/>
                      </a:cubicBezTo>
                      <a:cubicBezTo>
                        <a:pt x="23531" y="20349"/>
                        <a:pt x="23490" y="20556"/>
                        <a:pt x="23490" y="20738"/>
                      </a:cubicBezTo>
                      <a:cubicBezTo>
                        <a:pt x="23481" y="20953"/>
                        <a:pt x="23481" y="21169"/>
                        <a:pt x="23481" y="21384"/>
                      </a:cubicBezTo>
                      <a:cubicBezTo>
                        <a:pt x="23481" y="21484"/>
                        <a:pt x="23481" y="21591"/>
                        <a:pt x="23465" y="21691"/>
                      </a:cubicBezTo>
                      <a:cubicBezTo>
                        <a:pt x="23465" y="21732"/>
                        <a:pt x="23448" y="21774"/>
                        <a:pt x="23440" y="21815"/>
                      </a:cubicBezTo>
                      <a:cubicBezTo>
                        <a:pt x="23440" y="21765"/>
                        <a:pt x="23440" y="21716"/>
                        <a:pt x="23440" y="21666"/>
                      </a:cubicBezTo>
                      <a:cubicBezTo>
                        <a:pt x="23436" y="21629"/>
                        <a:pt x="23407" y="21610"/>
                        <a:pt x="23378" y="21610"/>
                      </a:cubicBezTo>
                      <a:cubicBezTo>
                        <a:pt x="23349" y="21610"/>
                        <a:pt x="23320" y="21629"/>
                        <a:pt x="23316" y="21666"/>
                      </a:cubicBezTo>
                      <a:cubicBezTo>
                        <a:pt x="23299" y="21890"/>
                        <a:pt x="23249" y="22113"/>
                        <a:pt x="23200" y="22329"/>
                      </a:cubicBezTo>
                      <a:cubicBezTo>
                        <a:pt x="23150" y="22544"/>
                        <a:pt x="23084" y="22760"/>
                        <a:pt x="22993" y="22959"/>
                      </a:cubicBezTo>
                      <a:cubicBezTo>
                        <a:pt x="22901" y="23166"/>
                        <a:pt x="22794" y="23356"/>
                        <a:pt x="22678" y="23547"/>
                      </a:cubicBezTo>
                      <a:cubicBezTo>
                        <a:pt x="22653" y="23597"/>
                        <a:pt x="22628" y="23638"/>
                        <a:pt x="22595" y="23679"/>
                      </a:cubicBezTo>
                      <a:cubicBezTo>
                        <a:pt x="22603" y="23663"/>
                        <a:pt x="22603" y="23646"/>
                        <a:pt x="22612" y="23630"/>
                      </a:cubicBezTo>
                      <a:cubicBezTo>
                        <a:pt x="22642" y="23568"/>
                        <a:pt x="22595" y="23506"/>
                        <a:pt x="22541" y="23506"/>
                      </a:cubicBezTo>
                      <a:cubicBezTo>
                        <a:pt x="22523" y="23506"/>
                        <a:pt x="22504" y="23513"/>
                        <a:pt x="22487" y="23530"/>
                      </a:cubicBezTo>
                      <a:cubicBezTo>
                        <a:pt x="22454" y="23555"/>
                        <a:pt x="22421" y="23572"/>
                        <a:pt x="22396" y="23597"/>
                      </a:cubicBezTo>
                      <a:cubicBezTo>
                        <a:pt x="22371" y="23621"/>
                        <a:pt x="22346" y="23655"/>
                        <a:pt x="22322" y="23679"/>
                      </a:cubicBezTo>
                      <a:cubicBezTo>
                        <a:pt x="22280" y="23737"/>
                        <a:pt x="22230" y="23795"/>
                        <a:pt x="22181" y="23853"/>
                      </a:cubicBezTo>
                      <a:cubicBezTo>
                        <a:pt x="22090" y="23969"/>
                        <a:pt x="21990" y="24085"/>
                        <a:pt x="21882" y="24193"/>
                      </a:cubicBezTo>
                      <a:cubicBezTo>
                        <a:pt x="21684" y="24409"/>
                        <a:pt x="21468" y="24616"/>
                        <a:pt x="21244" y="24806"/>
                      </a:cubicBezTo>
                      <a:cubicBezTo>
                        <a:pt x="20872" y="25121"/>
                        <a:pt x="20466" y="25411"/>
                        <a:pt x="20043" y="25660"/>
                      </a:cubicBezTo>
                      <a:cubicBezTo>
                        <a:pt x="20159" y="25568"/>
                        <a:pt x="20267" y="25461"/>
                        <a:pt x="20358" y="25353"/>
                      </a:cubicBezTo>
                      <a:cubicBezTo>
                        <a:pt x="20441" y="25254"/>
                        <a:pt x="20515" y="25154"/>
                        <a:pt x="20582" y="25047"/>
                      </a:cubicBezTo>
                      <a:cubicBezTo>
                        <a:pt x="20640" y="24955"/>
                        <a:pt x="20698" y="24815"/>
                        <a:pt x="20714" y="24707"/>
                      </a:cubicBezTo>
                      <a:cubicBezTo>
                        <a:pt x="20714" y="24673"/>
                        <a:pt x="20683" y="24650"/>
                        <a:pt x="20653" y="24650"/>
                      </a:cubicBezTo>
                      <a:cubicBezTo>
                        <a:pt x="20639" y="24650"/>
                        <a:pt x="20625" y="24655"/>
                        <a:pt x="20615" y="24665"/>
                      </a:cubicBezTo>
                      <a:cubicBezTo>
                        <a:pt x="20582" y="24707"/>
                        <a:pt x="20548" y="24757"/>
                        <a:pt x="20515" y="24806"/>
                      </a:cubicBezTo>
                      <a:cubicBezTo>
                        <a:pt x="20490" y="24856"/>
                        <a:pt x="20449" y="24897"/>
                        <a:pt x="20416" y="24939"/>
                      </a:cubicBezTo>
                      <a:cubicBezTo>
                        <a:pt x="20350" y="25038"/>
                        <a:pt x="20283" y="25129"/>
                        <a:pt x="20200" y="25212"/>
                      </a:cubicBezTo>
                      <a:cubicBezTo>
                        <a:pt x="20043" y="25394"/>
                        <a:pt x="19861" y="25552"/>
                        <a:pt x="19662" y="25684"/>
                      </a:cubicBezTo>
                      <a:cubicBezTo>
                        <a:pt x="19504" y="25784"/>
                        <a:pt x="19339" y="25875"/>
                        <a:pt x="19165" y="25958"/>
                      </a:cubicBezTo>
                      <a:cubicBezTo>
                        <a:pt x="19158" y="25936"/>
                        <a:pt x="19132" y="25915"/>
                        <a:pt x="19109" y="25915"/>
                      </a:cubicBezTo>
                      <a:cubicBezTo>
                        <a:pt x="19105" y="25915"/>
                        <a:pt x="19102" y="25915"/>
                        <a:pt x="19098" y="25916"/>
                      </a:cubicBezTo>
                      <a:cubicBezTo>
                        <a:pt x="18883" y="25950"/>
                        <a:pt x="18684" y="26074"/>
                        <a:pt x="18477" y="26148"/>
                      </a:cubicBezTo>
                      <a:cubicBezTo>
                        <a:pt x="18262" y="26223"/>
                        <a:pt x="18038" y="26281"/>
                        <a:pt x="17814" y="26306"/>
                      </a:cubicBezTo>
                      <a:cubicBezTo>
                        <a:pt x="17688" y="26325"/>
                        <a:pt x="17559" y="26333"/>
                        <a:pt x="17429" y="26333"/>
                      </a:cubicBezTo>
                      <a:cubicBezTo>
                        <a:pt x="17337" y="26333"/>
                        <a:pt x="17244" y="26329"/>
                        <a:pt x="17151" y="26322"/>
                      </a:cubicBezTo>
                      <a:cubicBezTo>
                        <a:pt x="17085" y="26322"/>
                        <a:pt x="17027" y="26314"/>
                        <a:pt x="16969" y="26306"/>
                      </a:cubicBezTo>
                      <a:cubicBezTo>
                        <a:pt x="16969" y="26298"/>
                        <a:pt x="16961" y="26289"/>
                        <a:pt x="16953" y="26281"/>
                      </a:cubicBezTo>
                      <a:cubicBezTo>
                        <a:pt x="16861" y="26198"/>
                        <a:pt x="16737" y="26215"/>
                        <a:pt x="16629" y="26206"/>
                      </a:cubicBezTo>
                      <a:cubicBezTo>
                        <a:pt x="16513" y="26198"/>
                        <a:pt x="16406" y="26182"/>
                        <a:pt x="16290" y="26157"/>
                      </a:cubicBezTo>
                      <a:cubicBezTo>
                        <a:pt x="16124" y="26124"/>
                        <a:pt x="15975" y="26074"/>
                        <a:pt x="15817" y="26016"/>
                      </a:cubicBezTo>
                      <a:cubicBezTo>
                        <a:pt x="15793" y="25792"/>
                        <a:pt x="15768" y="25394"/>
                        <a:pt x="15503" y="25312"/>
                      </a:cubicBezTo>
                      <a:cubicBezTo>
                        <a:pt x="15496" y="25309"/>
                        <a:pt x="15489" y="25308"/>
                        <a:pt x="15483" y="25308"/>
                      </a:cubicBezTo>
                      <a:cubicBezTo>
                        <a:pt x="15439" y="25308"/>
                        <a:pt x="15397" y="25352"/>
                        <a:pt x="15411" y="25403"/>
                      </a:cubicBezTo>
                      <a:cubicBezTo>
                        <a:pt x="15445" y="25510"/>
                        <a:pt x="15494" y="25610"/>
                        <a:pt x="15519" y="25718"/>
                      </a:cubicBezTo>
                      <a:cubicBezTo>
                        <a:pt x="15544" y="25817"/>
                        <a:pt x="15561" y="25908"/>
                        <a:pt x="15569" y="26008"/>
                      </a:cubicBezTo>
                      <a:cubicBezTo>
                        <a:pt x="15561" y="26024"/>
                        <a:pt x="15561" y="26041"/>
                        <a:pt x="15577" y="26057"/>
                      </a:cubicBezTo>
                      <a:cubicBezTo>
                        <a:pt x="15577" y="26074"/>
                        <a:pt x="15577" y="26090"/>
                        <a:pt x="15577" y="26107"/>
                      </a:cubicBezTo>
                      <a:cubicBezTo>
                        <a:pt x="15602" y="26364"/>
                        <a:pt x="15594" y="26629"/>
                        <a:pt x="15552" y="26886"/>
                      </a:cubicBezTo>
                      <a:cubicBezTo>
                        <a:pt x="15461" y="27358"/>
                        <a:pt x="15262" y="27839"/>
                        <a:pt x="14914" y="28187"/>
                      </a:cubicBezTo>
                      <a:cubicBezTo>
                        <a:pt x="14866" y="28228"/>
                        <a:pt x="14910" y="28304"/>
                        <a:pt x="14964" y="28304"/>
                      </a:cubicBezTo>
                      <a:cubicBezTo>
                        <a:pt x="14975" y="28304"/>
                        <a:pt x="14986" y="28301"/>
                        <a:pt x="14997" y="28294"/>
                      </a:cubicBezTo>
                      <a:cubicBezTo>
                        <a:pt x="15005" y="28286"/>
                        <a:pt x="15022" y="28270"/>
                        <a:pt x="15030" y="28261"/>
                      </a:cubicBezTo>
                      <a:lnTo>
                        <a:pt x="15030" y="28261"/>
                      </a:lnTo>
                      <a:cubicBezTo>
                        <a:pt x="15014" y="28319"/>
                        <a:pt x="14997" y="28377"/>
                        <a:pt x="14989" y="28419"/>
                      </a:cubicBezTo>
                      <a:cubicBezTo>
                        <a:pt x="14972" y="28551"/>
                        <a:pt x="14989" y="28684"/>
                        <a:pt x="15039" y="28800"/>
                      </a:cubicBezTo>
                      <a:cubicBezTo>
                        <a:pt x="15088" y="28924"/>
                        <a:pt x="15171" y="29024"/>
                        <a:pt x="15254" y="29131"/>
                      </a:cubicBezTo>
                      <a:cubicBezTo>
                        <a:pt x="15329" y="29239"/>
                        <a:pt x="15411" y="29338"/>
                        <a:pt x="15511" y="29430"/>
                      </a:cubicBezTo>
                      <a:cubicBezTo>
                        <a:pt x="15701" y="29587"/>
                        <a:pt x="15991" y="29645"/>
                        <a:pt x="16099" y="29885"/>
                      </a:cubicBezTo>
                      <a:cubicBezTo>
                        <a:pt x="16124" y="29943"/>
                        <a:pt x="16132" y="30001"/>
                        <a:pt x="16132" y="30068"/>
                      </a:cubicBezTo>
                      <a:lnTo>
                        <a:pt x="16099" y="30068"/>
                      </a:lnTo>
                      <a:cubicBezTo>
                        <a:pt x="16074" y="30076"/>
                        <a:pt x="16066" y="30084"/>
                        <a:pt x="16058" y="30101"/>
                      </a:cubicBezTo>
                      <a:cubicBezTo>
                        <a:pt x="16049" y="30109"/>
                        <a:pt x="16041" y="30117"/>
                        <a:pt x="16041" y="30117"/>
                      </a:cubicBezTo>
                      <a:cubicBezTo>
                        <a:pt x="16033" y="30134"/>
                        <a:pt x="16033" y="30150"/>
                        <a:pt x="16025" y="30167"/>
                      </a:cubicBezTo>
                      <a:cubicBezTo>
                        <a:pt x="16025" y="30184"/>
                        <a:pt x="16025" y="30208"/>
                        <a:pt x="16016" y="30233"/>
                      </a:cubicBezTo>
                      <a:lnTo>
                        <a:pt x="16016" y="30258"/>
                      </a:lnTo>
                      <a:cubicBezTo>
                        <a:pt x="16016" y="30258"/>
                        <a:pt x="16016" y="30266"/>
                        <a:pt x="16016" y="30275"/>
                      </a:cubicBezTo>
                      <a:cubicBezTo>
                        <a:pt x="16008" y="30300"/>
                        <a:pt x="15991" y="30333"/>
                        <a:pt x="15975" y="30349"/>
                      </a:cubicBezTo>
                      <a:cubicBezTo>
                        <a:pt x="15925" y="30407"/>
                        <a:pt x="15851" y="30449"/>
                        <a:pt x="15776" y="30473"/>
                      </a:cubicBezTo>
                      <a:cubicBezTo>
                        <a:pt x="15677" y="30507"/>
                        <a:pt x="15569" y="30531"/>
                        <a:pt x="15461" y="30565"/>
                      </a:cubicBezTo>
                      <a:cubicBezTo>
                        <a:pt x="15403" y="30581"/>
                        <a:pt x="15345" y="30606"/>
                        <a:pt x="15287" y="30631"/>
                      </a:cubicBezTo>
                      <a:cubicBezTo>
                        <a:pt x="15345" y="30515"/>
                        <a:pt x="15362" y="30391"/>
                        <a:pt x="15337" y="30266"/>
                      </a:cubicBezTo>
                      <a:cubicBezTo>
                        <a:pt x="15329" y="30192"/>
                        <a:pt x="15287" y="30117"/>
                        <a:pt x="15246" y="30043"/>
                      </a:cubicBezTo>
                      <a:cubicBezTo>
                        <a:pt x="15221" y="30010"/>
                        <a:pt x="15196" y="29976"/>
                        <a:pt x="15179" y="29935"/>
                      </a:cubicBezTo>
                      <a:cubicBezTo>
                        <a:pt x="15155" y="29902"/>
                        <a:pt x="15138" y="29860"/>
                        <a:pt x="15113" y="29836"/>
                      </a:cubicBezTo>
                      <a:cubicBezTo>
                        <a:pt x="15097" y="29823"/>
                        <a:pt x="15078" y="29817"/>
                        <a:pt x="15059" y="29817"/>
                      </a:cubicBezTo>
                      <a:cubicBezTo>
                        <a:pt x="15041" y="29817"/>
                        <a:pt x="15022" y="29823"/>
                        <a:pt x="15005" y="29836"/>
                      </a:cubicBezTo>
                      <a:cubicBezTo>
                        <a:pt x="14931" y="29894"/>
                        <a:pt x="14956" y="30010"/>
                        <a:pt x="14989" y="30084"/>
                      </a:cubicBezTo>
                      <a:cubicBezTo>
                        <a:pt x="15022" y="30142"/>
                        <a:pt x="15072" y="30200"/>
                        <a:pt x="15097" y="30258"/>
                      </a:cubicBezTo>
                      <a:cubicBezTo>
                        <a:pt x="15130" y="30366"/>
                        <a:pt x="15113" y="30490"/>
                        <a:pt x="15039" y="30581"/>
                      </a:cubicBezTo>
                      <a:cubicBezTo>
                        <a:pt x="14947" y="30697"/>
                        <a:pt x="14782" y="30747"/>
                        <a:pt x="14649" y="30788"/>
                      </a:cubicBezTo>
                      <a:cubicBezTo>
                        <a:pt x="14608" y="30797"/>
                        <a:pt x="14566" y="30805"/>
                        <a:pt x="14517" y="30813"/>
                      </a:cubicBezTo>
                      <a:cubicBezTo>
                        <a:pt x="14583" y="30722"/>
                        <a:pt x="14624" y="30614"/>
                        <a:pt x="14641" y="30490"/>
                      </a:cubicBezTo>
                      <a:cubicBezTo>
                        <a:pt x="14666" y="30159"/>
                        <a:pt x="14367" y="29993"/>
                        <a:pt x="14160" y="29794"/>
                      </a:cubicBezTo>
                      <a:cubicBezTo>
                        <a:pt x="14141" y="29777"/>
                        <a:pt x="14121" y="29770"/>
                        <a:pt x="14102" y="29770"/>
                      </a:cubicBezTo>
                      <a:cubicBezTo>
                        <a:pt x="14045" y="29770"/>
                        <a:pt x="13997" y="29834"/>
                        <a:pt x="14028" y="29902"/>
                      </a:cubicBezTo>
                      <a:cubicBezTo>
                        <a:pt x="14077" y="30010"/>
                        <a:pt x="14152" y="30084"/>
                        <a:pt x="14235" y="30167"/>
                      </a:cubicBezTo>
                      <a:cubicBezTo>
                        <a:pt x="14309" y="30242"/>
                        <a:pt x="14384" y="30316"/>
                        <a:pt x="14392" y="30424"/>
                      </a:cubicBezTo>
                      <a:cubicBezTo>
                        <a:pt x="14401" y="30639"/>
                        <a:pt x="14218" y="30813"/>
                        <a:pt x="14028" y="30879"/>
                      </a:cubicBezTo>
                      <a:cubicBezTo>
                        <a:pt x="13885" y="30927"/>
                        <a:pt x="13733" y="30939"/>
                        <a:pt x="13581" y="30939"/>
                      </a:cubicBezTo>
                      <a:cubicBezTo>
                        <a:pt x="13470" y="30939"/>
                        <a:pt x="13358" y="30933"/>
                        <a:pt x="13249" y="30929"/>
                      </a:cubicBezTo>
                      <a:cubicBezTo>
                        <a:pt x="12992" y="30913"/>
                        <a:pt x="12743" y="30904"/>
                        <a:pt x="12495" y="30855"/>
                      </a:cubicBezTo>
                      <a:cubicBezTo>
                        <a:pt x="12288" y="30813"/>
                        <a:pt x="12089" y="30755"/>
                        <a:pt x="11907" y="30656"/>
                      </a:cubicBezTo>
                      <a:cubicBezTo>
                        <a:pt x="11948" y="30656"/>
                        <a:pt x="11990" y="30639"/>
                        <a:pt x="12031" y="30614"/>
                      </a:cubicBezTo>
                      <a:cubicBezTo>
                        <a:pt x="12064" y="30598"/>
                        <a:pt x="12072" y="30540"/>
                        <a:pt x="12047" y="30515"/>
                      </a:cubicBezTo>
                      <a:cubicBezTo>
                        <a:pt x="11915" y="30407"/>
                        <a:pt x="11724" y="30391"/>
                        <a:pt x="11584" y="30308"/>
                      </a:cubicBezTo>
                      <a:cubicBezTo>
                        <a:pt x="11443" y="30225"/>
                        <a:pt x="11310" y="30109"/>
                        <a:pt x="11244" y="29960"/>
                      </a:cubicBezTo>
                      <a:cubicBezTo>
                        <a:pt x="11211" y="29877"/>
                        <a:pt x="11211" y="29786"/>
                        <a:pt x="11202" y="29703"/>
                      </a:cubicBezTo>
                      <a:cubicBezTo>
                        <a:pt x="11194" y="29604"/>
                        <a:pt x="11178" y="29504"/>
                        <a:pt x="11144" y="29405"/>
                      </a:cubicBezTo>
                      <a:cubicBezTo>
                        <a:pt x="11095" y="29231"/>
                        <a:pt x="11020" y="29015"/>
                        <a:pt x="10888" y="28883"/>
                      </a:cubicBezTo>
                      <a:cubicBezTo>
                        <a:pt x="10888" y="28874"/>
                        <a:pt x="10879" y="28866"/>
                        <a:pt x="10879" y="28866"/>
                      </a:cubicBezTo>
                      <a:cubicBezTo>
                        <a:pt x="10830" y="28808"/>
                        <a:pt x="10780" y="28742"/>
                        <a:pt x="10738" y="28667"/>
                      </a:cubicBezTo>
                      <a:cubicBezTo>
                        <a:pt x="10664" y="28543"/>
                        <a:pt x="10639" y="28402"/>
                        <a:pt x="10639" y="28261"/>
                      </a:cubicBezTo>
                      <a:cubicBezTo>
                        <a:pt x="10639" y="28079"/>
                        <a:pt x="10680" y="27897"/>
                        <a:pt x="10689" y="27714"/>
                      </a:cubicBezTo>
                      <a:cubicBezTo>
                        <a:pt x="10697" y="27714"/>
                        <a:pt x="10705" y="27706"/>
                        <a:pt x="10714" y="27698"/>
                      </a:cubicBezTo>
                      <a:cubicBezTo>
                        <a:pt x="10796" y="27557"/>
                        <a:pt x="10755" y="27350"/>
                        <a:pt x="10747" y="27201"/>
                      </a:cubicBezTo>
                      <a:cubicBezTo>
                        <a:pt x="10738" y="27043"/>
                        <a:pt x="10730" y="26886"/>
                        <a:pt x="10730" y="26728"/>
                      </a:cubicBezTo>
                      <a:cubicBezTo>
                        <a:pt x="10738" y="26720"/>
                        <a:pt x="10747" y="26712"/>
                        <a:pt x="10747" y="26695"/>
                      </a:cubicBezTo>
                      <a:cubicBezTo>
                        <a:pt x="10772" y="26654"/>
                        <a:pt x="10763" y="26612"/>
                        <a:pt x="10730" y="26571"/>
                      </a:cubicBezTo>
                      <a:cubicBezTo>
                        <a:pt x="10730" y="26571"/>
                        <a:pt x="10722" y="26571"/>
                        <a:pt x="10722" y="26563"/>
                      </a:cubicBezTo>
                      <a:cubicBezTo>
                        <a:pt x="10722" y="26480"/>
                        <a:pt x="10722" y="26397"/>
                        <a:pt x="10714" y="26314"/>
                      </a:cubicBezTo>
                      <a:lnTo>
                        <a:pt x="10722" y="26314"/>
                      </a:lnTo>
                      <a:cubicBezTo>
                        <a:pt x="10735" y="26325"/>
                        <a:pt x="10748" y="26329"/>
                        <a:pt x="10761" y="26329"/>
                      </a:cubicBezTo>
                      <a:cubicBezTo>
                        <a:pt x="10798" y="26329"/>
                        <a:pt x="10830" y="26291"/>
                        <a:pt x="10830" y="26248"/>
                      </a:cubicBezTo>
                      <a:cubicBezTo>
                        <a:pt x="10838" y="26190"/>
                        <a:pt x="10813" y="26140"/>
                        <a:pt x="10788" y="26082"/>
                      </a:cubicBezTo>
                      <a:cubicBezTo>
                        <a:pt x="10772" y="26032"/>
                        <a:pt x="10755" y="25974"/>
                        <a:pt x="10738" y="25925"/>
                      </a:cubicBezTo>
                      <a:cubicBezTo>
                        <a:pt x="10730" y="25908"/>
                        <a:pt x="10722" y="25892"/>
                        <a:pt x="10714" y="25875"/>
                      </a:cubicBezTo>
                      <a:cubicBezTo>
                        <a:pt x="10714" y="25784"/>
                        <a:pt x="10714" y="25693"/>
                        <a:pt x="10689" y="25610"/>
                      </a:cubicBezTo>
                      <a:cubicBezTo>
                        <a:pt x="10680" y="25593"/>
                        <a:pt x="10664" y="25577"/>
                        <a:pt x="10647" y="25577"/>
                      </a:cubicBezTo>
                      <a:lnTo>
                        <a:pt x="10639" y="25577"/>
                      </a:lnTo>
                      <a:cubicBezTo>
                        <a:pt x="10622" y="25577"/>
                        <a:pt x="10614" y="25577"/>
                        <a:pt x="10606" y="25585"/>
                      </a:cubicBezTo>
                      <a:cubicBezTo>
                        <a:pt x="10515" y="25370"/>
                        <a:pt x="10448" y="25146"/>
                        <a:pt x="10390" y="24922"/>
                      </a:cubicBezTo>
                      <a:cubicBezTo>
                        <a:pt x="10324" y="24690"/>
                        <a:pt x="10283" y="24467"/>
                        <a:pt x="10258" y="24235"/>
                      </a:cubicBezTo>
                      <a:cubicBezTo>
                        <a:pt x="10250" y="24143"/>
                        <a:pt x="10241" y="24052"/>
                        <a:pt x="10233" y="23961"/>
                      </a:cubicBezTo>
                      <a:cubicBezTo>
                        <a:pt x="10283" y="23878"/>
                        <a:pt x="10241" y="23737"/>
                        <a:pt x="10225" y="23638"/>
                      </a:cubicBezTo>
                      <a:cubicBezTo>
                        <a:pt x="10225" y="23605"/>
                        <a:pt x="10225" y="23563"/>
                        <a:pt x="10225" y="23522"/>
                      </a:cubicBezTo>
                      <a:cubicBezTo>
                        <a:pt x="10225" y="23497"/>
                        <a:pt x="10208" y="23481"/>
                        <a:pt x="10192" y="23472"/>
                      </a:cubicBezTo>
                      <a:cubicBezTo>
                        <a:pt x="10175" y="23365"/>
                        <a:pt x="10150" y="23265"/>
                        <a:pt x="10134" y="23157"/>
                      </a:cubicBezTo>
                      <a:cubicBezTo>
                        <a:pt x="10084" y="22867"/>
                        <a:pt x="10034" y="22569"/>
                        <a:pt x="9968" y="22279"/>
                      </a:cubicBezTo>
                      <a:cubicBezTo>
                        <a:pt x="9964" y="22253"/>
                        <a:pt x="9942" y="22240"/>
                        <a:pt x="9919" y="22240"/>
                      </a:cubicBezTo>
                      <a:cubicBezTo>
                        <a:pt x="9890" y="22240"/>
                        <a:pt x="9860" y="22259"/>
                        <a:pt x="9860" y="22296"/>
                      </a:cubicBezTo>
                      <a:cubicBezTo>
                        <a:pt x="9860" y="22594"/>
                        <a:pt x="9893" y="22884"/>
                        <a:pt x="9935" y="23182"/>
                      </a:cubicBezTo>
                      <a:cubicBezTo>
                        <a:pt x="9960" y="23331"/>
                        <a:pt x="9976" y="23481"/>
                        <a:pt x="10001" y="23630"/>
                      </a:cubicBezTo>
                      <a:cubicBezTo>
                        <a:pt x="10018" y="23704"/>
                        <a:pt x="10026" y="23829"/>
                        <a:pt x="10067" y="23920"/>
                      </a:cubicBezTo>
                      <a:cubicBezTo>
                        <a:pt x="10059" y="24019"/>
                        <a:pt x="10059" y="24127"/>
                        <a:pt x="10059" y="24235"/>
                      </a:cubicBezTo>
                      <a:cubicBezTo>
                        <a:pt x="10067" y="24293"/>
                        <a:pt x="10067" y="24351"/>
                        <a:pt x="10076" y="24409"/>
                      </a:cubicBezTo>
                      <a:cubicBezTo>
                        <a:pt x="9993" y="24409"/>
                        <a:pt x="9910" y="24412"/>
                        <a:pt x="9827" y="24412"/>
                      </a:cubicBezTo>
                      <a:cubicBezTo>
                        <a:pt x="9786" y="24412"/>
                        <a:pt x="9744" y="24411"/>
                        <a:pt x="9703" y="24409"/>
                      </a:cubicBezTo>
                      <a:cubicBezTo>
                        <a:pt x="9545" y="24409"/>
                        <a:pt x="9380" y="24400"/>
                        <a:pt x="9214" y="24384"/>
                      </a:cubicBezTo>
                      <a:cubicBezTo>
                        <a:pt x="8882" y="24359"/>
                        <a:pt x="8559" y="24309"/>
                        <a:pt x="8228" y="24243"/>
                      </a:cubicBezTo>
                      <a:cubicBezTo>
                        <a:pt x="7954" y="24185"/>
                        <a:pt x="7656" y="24119"/>
                        <a:pt x="7391" y="24011"/>
                      </a:cubicBezTo>
                      <a:cubicBezTo>
                        <a:pt x="7391" y="24003"/>
                        <a:pt x="7391" y="23986"/>
                        <a:pt x="7391" y="23978"/>
                      </a:cubicBezTo>
                      <a:cubicBezTo>
                        <a:pt x="7366" y="23887"/>
                        <a:pt x="7300" y="23845"/>
                        <a:pt x="7234" y="23795"/>
                      </a:cubicBezTo>
                      <a:cubicBezTo>
                        <a:pt x="7167" y="23737"/>
                        <a:pt x="7093" y="23688"/>
                        <a:pt x="7018" y="23655"/>
                      </a:cubicBezTo>
                      <a:cubicBezTo>
                        <a:pt x="6861" y="23572"/>
                        <a:pt x="6687" y="23505"/>
                        <a:pt x="6521" y="23447"/>
                      </a:cubicBezTo>
                      <a:cubicBezTo>
                        <a:pt x="6389" y="23406"/>
                        <a:pt x="6256" y="23373"/>
                        <a:pt x="6115" y="23331"/>
                      </a:cubicBezTo>
                      <a:lnTo>
                        <a:pt x="6148" y="23331"/>
                      </a:lnTo>
                      <a:cubicBezTo>
                        <a:pt x="6198" y="23323"/>
                        <a:pt x="6198" y="23257"/>
                        <a:pt x="6165" y="23240"/>
                      </a:cubicBezTo>
                      <a:cubicBezTo>
                        <a:pt x="6115" y="23207"/>
                        <a:pt x="6057" y="23174"/>
                        <a:pt x="5999" y="23157"/>
                      </a:cubicBezTo>
                      <a:lnTo>
                        <a:pt x="5999" y="23157"/>
                      </a:lnTo>
                      <a:cubicBezTo>
                        <a:pt x="6032" y="23166"/>
                        <a:pt x="6065" y="23174"/>
                        <a:pt x="6099" y="23182"/>
                      </a:cubicBezTo>
                      <a:cubicBezTo>
                        <a:pt x="6106" y="23185"/>
                        <a:pt x="6113" y="23186"/>
                        <a:pt x="6120" y="23186"/>
                      </a:cubicBezTo>
                      <a:cubicBezTo>
                        <a:pt x="6191" y="23186"/>
                        <a:pt x="6232" y="23080"/>
                        <a:pt x="6157" y="23050"/>
                      </a:cubicBezTo>
                      <a:cubicBezTo>
                        <a:pt x="5809" y="22884"/>
                        <a:pt x="5452" y="22735"/>
                        <a:pt x="5129" y="22528"/>
                      </a:cubicBezTo>
                      <a:cubicBezTo>
                        <a:pt x="5119" y="22520"/>
                        <a:pt x="5108" y="22517"/>
                        <a:pt x="5098" y="22517"/>
                      </a:cubicBezTo>
                      <a:cubicBezTo>
                        <a:pt x="5051" y="22517"/>
                        <a:pt x="5014" y="22585"/>
                        <a:pt x="5055" y="22619"/>
                      </a:cubicBezTo>
                      <a:cubicBezTo>
                        <a:pt x="5270" y="22793"/>
                        <a:pt x="5502" y="22942"/>
                        <a:pt x="5751" y="23058"/>
                      </a:cubicBezTo>
                      <a:cubicBezTo>
                        <a:pt x="5717" y="23050"/>
                        <a:pt x="5684" y="23033"/>
                        <a:pt x="5651" y="23017"/>
                      </a:cubicBezTo>
                      <a:cubicBezTo>
                        <a:pt x="5469" y="22942"/>
                        <a:pt x="5303" y="22851"/>
                        <a:pt x="5146" y="22743"/>
                      </a:cubicBezTo>
                      <a:cubicBezTo>
                        <a:pt x="5021" y="22652"/>
                        <a:pt x="4905" y="22561"/>
                        <a:pt x="4798" y="22453"/>
                      </a:cubicBezTo>
                      <a:cubicBezTo>
                        <a:pt x="4756" y="22370"/>
                        <a:pt x="4690" y="22296"/>
                        <a:pt x="4649" y="22221"/>
                      </a:cubicBezTo>
                      <a:cubicBezTo>
                        <a:pt x="4574" y="22105"/>
                        <a:pt x="4508" y="21997"/>
                        <a:pt x="4441" y="21890"/>
                      </a:cubicBezTo>
                      <a:cubicBezTo>
                        <a:pt x="4301" y="21649"/>
                        <a:pt x="4185" y="21409"/>
                        <a:pt x="4077" y="21161"/>
                      </a:cubicBezTo>
                      <a:cubicBezTo>
                        <a:pt x="3870" y="20672"/>
                        <a:pt x="3729" y="20158"/>
                        <a:pt x="3646" y="19636"/>
                      </a:cubicBezTo>
                      <a:cubicBezTo>
                        <a:pt x="3596" y="19330"/>
                        <a:pt x="3571" y="19031"/>
                        <a:pt x="3563" y="18716"/>
                      </a:cubicBezTo>
                      <a:cubicBezTo>
                        <a:pt x="3563" y="18683"/>
                        <a:pt x="3538" y="18667"/>
                        <a:pt x="3512" y="18667"/>
                      </a:cubicBezTo>
                      <a:cubicBezTo>
                        <a:pt x="3487" y="18667"/>
                        <a:pt x="3460" y="18683"/>
                        <a:pt x="3455" y="18716"/>
                      </a:cubicBezTo>
                      <a:cubicBezTo>
                        <a:pt x="3389" y="19827"/>
                        <a:pt x="3638" y="20929"/>
                        <a:pt x="4176" y="21906"/>
                      </a:cubicBezTo>
                      <a:cubicBezTo>
                        <a:pt x="4226" y="21997"/>
                        <a:pt x="4276" y="22080"/>
                        <a:pt x="4334" y="22163"/>
                      </a:cubicBezTo>
                      <a:cubicBezTo>
                        <a:pt x="4375" y="22246"/>
                        <a:pt x="4425" y="22312"/>
                        <a:pt x="4441" y="22345"/>
                      </a:cubicBezTo>
                      <a:cubicBezTo>
                        <a:pt x="4466" y="22379"/>
                        <a:pt x="4483" y="22403"/>
                        <a:pt x="4508" y="22428"/>
                      </a:cubicBezTo>
                      <a:cubicBezTo>
                        <a:pt x="4508" y="22453"/>
                        <a:pt x="4516" y="22478"/>
                        <a:pt x="4516" y="22503"/>
                      </a:cubicBezTo>
                      <a:cubicBezTo>
                        <a:pt x="4533" y="22602"/>
                        <a:pt x="4541" y="22710"/>
                        <a:pt x="4541" y="22809"/>
                      </a:cubicBezTo>
                      <a:cubicBezTo>
                        <a:pt x="4549" y="23017"/>
                        <a:pt x="4524" y="23215"/>
                        <a:pt x="4475" y="23406"/>
                      </a:cubicBezTo>
                      <a:cubicBezTo>
                        <a:pt x="4425" y="23597"/>
                        <a:pt x="4350" y="23779"/>
                        <a:pt x="4284" y="23969"/>
                      </a:cubicBezTo>
                      <a:cubicBezTo>
                        <a:pt x="4267" y="24003"/>
                        <a:pt x="4259" y="24044"/>
                        <a:pt x="4243" y="24085"/>
                      </a:cubicBezTo>
                      <a:cubicBezTo>
                        <a:pt x="4234" y="24011"/>
                        <a:pt x="4218" y="23920"/>
                        <a:pt x="4160" y="23878"/>
                      </a:cubicBezTo>
                      <a:cubicBezTo>
                        <a:pt x="4148" y="23867"/>
                        <a:pt x="4131" y="23861"/>
                        <a:pt x="4115" y="23861"/>
                      </a:cubicBezTo>
                      <a:cubicBezTo>
                        <a:pt x="4096" y="23861"/>
                        <a:pt x="4077" y="23869"/>
                        <a:pt x="4069" y="23887"/>
                      </a:cubicBezTo>
                      <a:cubicBezTo>
                        <a:pt x="4019" y="23978"/>
                        <a:pt x="4060" y="24094"/>
                        <a:pt x="4077" y="24185"/>
                      </a:cubicBezTo>
                      <a:cubicBezTo>
                        <a:pt x="4085" y="24235"/>
                        <a:pt x="4085" y="24293"/>
                        <a:pt x="4093" y="24342"/>
                      </a:cubicBezTo>
                      <a:cubicBezTo>
                        <a:pt x="4060" y="24351"/>
                        <a:pt x="4035" y="24375"/>
                        <a:pt x="4035" y="24409"/>
                      </a:cubicBezTo>
                      <a:cubicBezTo>
                        <a:pt x="4044" y="24707"/>
                        <a:pt x="4052" y="25005"/>
                        <a:pt x="4077" y="25295"/>
                      </a:cubicBezTo>
                      <a:cubicBezTo>
                        <a:pt x="4093" y="25568"/>
                        <a:pt x="4102" y="25842"/>
                        <a:pt x="4160" y="26107"/>
                      </a:cubicBezTo>
                      <a:cubicBezTo>
                        <a:pt x="4218" y="26356"/>
                        <a:pt x="4342" y="26546"/>
                        <a:pt x="4549" y="26695"/>
                      </a:cubicBezTo>
                      <a:cubicBezTo>
                        <a:pt x="4731" y="26828"/>
                        <a:pt x="4914" y="26944"/>
                        <a:pt x="4939" y="27192"/>
                      </a:cubicBezTo>
                      <a:cubicBezTo>
                        <a:pt x="4955" y="27275"/>
                        <a:pt x="4939" y="27366"/>
                        <a:pt x="4905" y="27449"/>
                      </a:cubicBezTo>
                      <a:cubicBezTo>
                        <a:pt x="4872" y="27449"/>
                        <a:pt x="4839" y="27466"/>
                        <a:pt x="4823" y="27499"/>
                      </a:cubicBezTo>
                      <a:cubicBezTo>
                        <a:pt x="4798" y="27540"/>
                        <a:pt x="4781" y="27582"/>
                        <a:pt x="4765" y="27623"/>
                      </a:cubicBezTo>
                      <a:cubicBezTo>
                        <a:pt x="4781" y="27507"/>
                        <a:pt x="4781" y="27391"/>
                        <a:pt x="4756" y="27275"/>
                      </a:cubicBezTo>
                      <a:cubicBezTo>
                        <a:pt x="4723" y="27126"/>
                        <a:pt x="4632" y="27027"/>
                        <a:pt x="4516" y="26936"/>
                      </a:cubicBezTo>
                      <a:cubicBezTo>
                        <a:pt x="4417" y="26878"/>
                        <a:pt x="4301" y="26828"/>
                        <a:pt x="4251" y="26712"/>
                      </a:cubicBezTo>
                      <a:cubicBezTo>
                        <a:pt x="4240" y="26687"/>
                        <a:pt x="4218" y="26677"/>
                        <a:pt x="4195" y="26677"/>
                      </a:cubicBezTo>
                      <a:cubicBezTo>
                        <a:pt x="4148" y="26677"/>
                        <a:pt x="4093" y="26720"/>
                        <a:pt x="4110" y="26770"/>
                      </a:cubicBezTo>
                      <a:cubicBezTo>
                        <a:pt x="4143" y="26886"/>
                        <a:pt x="4218" y="26969"/>
                        <a:pt x="4309" y="27043"/>
                      </a:cubicBezTo>
                      <a:cubicBezTo>
                        <a:pt x="4383" y="27110"/>
                        <a:pt x="4491" y="27176"/>
                        <a:pt x="4524" y="27275"/>
                      </a:cubicBezTo>
                      <a:cubicBezTo>
                        <a:pt x="4557" y="27408"/>
                        <a:pt x="4549" y="27565"/>
                        <a:pt x="4524" y="27698"/>
                      </a:cubicBezTo>
                      <a:cubicBezTo>
                        <a:pt x="4516" y="27748"/>
                        <a:pt x="4499" y="27789"/>
                        <a:pt x="4483" y="27839"/>
                      </a:cubicBezTo>
                      <a:cubicBezTo>
                        <a:pt x="4383" y="27864"/>
                        <a:pt x="4284" y="27872"/>
                        <a:pt x="4185" y="27888"/>
                      </a:cubicBezTo>
                      <a:cubicBezTo>
                        <a:pt x="4035" y="27905"/>
                        <a:pt x="3886" y="27922"/>
                        <a:pt x="3737" y="27938"/>
                      </a:cubicBezTo>
                      <a:cubicBezTo>
                        <a:pt x="3770" y="27897"/>
                        <a:pt x="3795" y="27855"/>
                        <a:pt x="3820" y="27806"/>
                      </a:cubicBezTo>
                      <a:cubicBezTo>
                        <a:pt x="3895" y="27673"/>
                        <a:pt x="3936" y="27524"/>
                        <a:pt x="3919" y="27366"/>
                      </a:cubicBezTo>
                      <a:cubicBezTo>
                        <a:pt x="3886" y="27110"/>
                        <a:pt x="3663" y="26902"/>
                        <a:pt x="3414" y="26836"/>
                      </a:cubicBezTo>
                      <a:cubicBezTo>
                        <a:pt x="3408" y="26835"/>
                        <a:pt x="3402" y="26834"/>
                        <a:pt x="3397" y="26834"/>
                      </a:cubicBezTo>
                      <a:cubicBezTo>
                        <a:pt x="3341" y="26834"/>
                        <a:pt x="3310" y="26906"/>
                        <a:pt x="3348" y="26944"/>
                      </a:cubicBezTo>
                      <a:cubicBezTo>
                        <a:pt x="3480" y="27085"/>
                        <a:pt x="3679" y="27201"/>
                        <a:pt x="3696" y="27408"/>
                      </a:cubicBezTo>
                      <a:cubicBezTo>
                        <a:pt x="3704" y="27516"/>
                        <a:pt x="3663" y="27623"/>
                        <a:pt x="3605" y="27714"/>
                      </a:cubicBezTo>
                      <a:cubicBezTo>
                        <a:pt x="3571" y="27772"/>
                        <a:pt x="3538" y="27822"/>
                        <a:pt x="3505" y="27872"/>
                      </a:cubicBezTo>
                      <a:cubicBezTo>
                        <a:pt x="3480" y="27897"/>
                        <a:pt x="3455" y="27930"/>
                        <a:pt x="3447" y="27955"/>
                      </a:cubicBezTo>
                      <a:cubicBezTo>
                        <a:pt x="3356" y="27963"/>
                        <a:pt x="3265" y="27971"/>
                        <a:pt x="3174" y="27971"/>
                      </a:cubicBezTo>
                      <a:cubicBezTo>
                        <a:pt x="3083" y="27975"/>
                        <a:pt x="2994" y="27977"/>
                        <a:pt x="2904" y="27977"/>
                      </a:cubicBezTo>
                      <a:cubicBezTo>
                        <a:pt x="2815" y="27977"/>
                        <a:pt x="2726" y="27975"/>
                        <a:pt x="2635" y="27971"/>
                      </a:cubicBezTo>
                      <a:cubicBezTo>
                        <a:pt x="2643" y="27971"/>
                        <a:pt x="2643" y="27963"/>
                        <a:pt x="2643" y="27963"/>
                      </a:cubicBezTo>
                      <a:cubicBezTo>
                        <a:pt x="2677" y="27930"/>
                        <a:pt x="2718" y="27897"/>
                        <a:pt x="2751" y="27855"/>
                      </a:cubicBezTo>
                      <a:cubicBezTo>
                        <a:pt x="2826" y="27772"/>
                        <a:pt x="2875" y="27656"/>
                        <a:pt x="2867" y="27540"/>
                      </a:cubicBezTo>
                      <a:cubicBezTo>
                        <a:pt x="2851" y="27284"/>
                        <a:pt x="2643" y="27126"/>
                        <a:pt x="2461" y="26977"/>
                      </a:cubicBezTo>
                      <a:cubicBezTo>
                        <a:pt x="2450" y="26970"/>
                        <a:pt x="2439" y="26967"/>
                        <a:pt x="2428" y="26967"/>
                      </a:cubicBezTo>
                      <a:cubicBezTo>
                        <a:pt x="2371" y="26967"/>
                        <a:pt x="2322" y="27045"/>
                        <a:pt x="2370" y="27093"/>
                      </a:cubicBezTo>
                      <a:cubicBezTo>
                        <a:pt x="2511" y="27217"/>
                        <a:pt x="2677" y="27375"/>
                        <a:pt x="2660" y="27582"/>
                      </a:cubicBezTo>
                      <a:cubicBezTo>
                        <a:pt x="2660" y="27665"/>
                        <a:pt x="2602" y="27714"/>
                        <a:pt x="2544" y="27772"/>
                      </a:cubicBezTo>
                      <a:cubicBezTo>
                        <a:pt x="2494" y="27822"/>
                        <a:pt x="2420" y="27888"/>
                        <a:pt x="2411" y="27971"/>
                      </a:cubicBezTo>
                      <a:cubicBezTo>
                        <a:pt x="2329" y="27963"/>
                        <a:pt x="2254" y="27963"/>
                        <a:pt x="2171" y="27955"/>
                      </a:cubicBezTo>
                      <a:cubicBezTo>
                        <a:pt x="2030" y="27938"/>
                        <a:pt x="1881" y="27905"/>
                        <a:pt x="1757" y="27839"/>
                      </a:cubicBezTo>
                      <a:cubicBezTo>
                        <a:pt x="1707" y="27806"/>
                        <a:pt x="1666" y="27772"/>
                        <a:pt x="1624" y="27739"/>
                      </a:cubicBezTo>
                      <a:cubicBezTo>
                        <a:pt x="1624" y="27739"/>
                        <a:pt x="1633" y="27739"/>
                        <a:pt x="1633" y="27731"/>
                      </a:cubicBezTo>
                      <a:cubicBezTo>
                        <a:pt x="1682" y="27690"/>
                        <a:pt x="1649" y="27607"/>
                        <a:pt x="1591" y="27598"/>
                      </a:cubicBezTo>
                      <a:cubicBezTo>
                        <a:pt x="1500" y="27565"/>
                        <a:pt x="1417" y="27540"/>
                        <a:pt x="1359" y="27449"/>
                      </a:cubicBezTo>
                      <a:cubicBezTo>
                        <a:pt x="1301" y="27333"/>
                        <a:pt x="1326" y="27192"/>
                        <a:pt x="1351" y="27076"/>
                      </a:cubicBezTo>
                      <a:cubicBezTo>
                        <a:pt x="1409" y="26795"/>
                        <a:pt x="1459" y="26530"/>
                        <a:pt x="1467" y="26248"/>
                      </a:cubicBezTo>
                      <a:cubicBezTo>
                        <a:pt x="1500" y="25718"/>
                        <a:pt x="1450" y="25204"/>
                        <a:pt x="1351" y="24690"/>
                      </a:cubicBezTo>
                      <a:lnTo>
                        <a:pt x="1351" y="24690"/>
                      </a:lnTo>
                      <a:cubicBezTo>
                        <a:pt x="1360" y="24693"/>
                        <a:pt x="1368" y="24694"/>
                        <a:pt x="1377" y="24694"/>
                      </a:cubicBezTo>
                      <a:cubicBezTo>
                        <a:pt x="1423" y="24694"/>
                        <a:pt x="1460" y="24657"/>
                        <a:pt x="1467" y="24607"/>
                      </a:cubicBezTo>
                      <a:cubicBezTo>
                        <a:pt x="1475" y="24516"/>
                        <a:pt x="1409" y="24417"/>
                        <a:pt x="1376" y="24334"/>
                      </a:cubicBezTo>
                      <a:cubicBezTo>
                        <a:pt x="1326" y="24235"/>
                        <a:pt x="1293" y="24135"/>
                        <a:pt x="1260" y="24036"/>
                      </a:cubicBezTo>
                      <a:cubicBezTo>
                        <a:pt x="1202" y="23829"/>
                        <a:pt x="1160" y="23613"/>
                        <a:pt x="1136" y="23406"/>
                      </a:cubicBezTo>
                      <a:cubicBezTo>
                        <a:pt x="1127" y="23356"/>
                        <a:pt x="1119" y="23307"/>
                        <a:pt x="1119" y="23257"/>
                      </a:cubicBezTo>
                      <a:lnTo>
                        <a:pt x="1119" y="23257"/>
                      </a:lnTo>
                      <a:cubicBezTo>
                        <a:pt x="1160" y="23365"/>
                        <a:pt x="1210" y="23464"/>
                        <a:pt x="1252" y="23572"/>
                      </a:cubicBezTo>
                      <a:cubicBezTo>
                        <a:pt x="1310" y="23688"/>
                        <a:pt x="1359" y="23804"/>
                        <a:pt x="1467" y="23887"/>
                      </a:cubicBezTo>
                      <a:cubicBezTo>
                        <a:pt x="1476" y="23894"/>
                        <a:pt x="1487" y="23897"/>
                        <a:pt x="1499" y="23897"/>
                      </a:cubicBezTo>
                      <a:cubicBezTo>
                        <a:pt x="1538" y="23897"/>
                        <a:pt x="1581" y="23859"/>
                        <a:pt x="1575" y="23820"/>
                      </a:cubicBezTo>
                      <a:cubicBezTo>
                        <a:pt x="1566" y="23704"/>
                        <a:pt x="1500" y="23597"/>
                        <a:pt x="1450" y="23489"/>
                      </a:cubicBezTo>
                      <a:cubicBezTo>
                        <a:pt x="1450" y="23489"/>
                        <a:pt x="1450" y="23481"/>
                        <a:pt x="1442" y="23481"/>
                      </a:cubicBezTo>
                      <a:cubicBezTo>
                        <a:pt x="1434" y="23406"/>
                        <a:pt x="1417" y="23323"/>
                        <a:pt x="1401" y="23249"/>
                      </a:cubicBezTo>
                      <a:cubicBezTo>
                        <a:pt x="1376" y="23099"/>
                        <a:pt x="1351" y="22950"/>
                        <a:pt x="1326" y="22801"/>
                      </a:cubicBezTo>
                      <a:cubicBezTo>
                        <a:pt x="1319" y="22781"/>
                        <a:pt x="1303" y="22772"/>
                        <a:pt x="1287" y="22772"/>
                      </a:cubicBezTo>
                      <a:cubicBezTo>
                        <a:pt x="1263" y="22772"/>
                        <a:pt x="1238" y="22792"/>
                        <a:pt x="1243" y="22826"/>
                      </a:cubicBezTo>
                      <a:cubicBezTo>
                        <a:pt x="1260" y="22934"/>
                        <a:pt x="1276" y="23041"/>
                        <a:pt x="1293" y="23149"/>
                      </a:cubicBezTo>
                      <a:cubicBezTo>
                        <a:pt x="1194" y="22934"/>
                        <a:pt x="1111" y="22710"/>
                        <a:pt x="1044" y="22486"/>
                      </a:cubicBezTo>
                      <a:lnTo>
                        <a:pt x="1003" y="22370"/>
                      </a:lnTo>
                      <a:cubicBezTo>
                        <a:pt x="986" y="22271"/>
                        <a:pt x="970" y="22171"/>
                        <a:pt x="953" y="22072"/>
                      </a:cubicBezTo>
                      <a:cubicBezTo>
                        <a:pt x="953" y="22047"/>
                        <a:pt x="928" y="22039"/>
                        <a:pt x="904" y="22039"/>
                      </a:cubicBezTo>
                      <a:cubicBezTo>
                        <a:pt x="887" y="21981"/>
                        <a:pt x="870" y="21923"/>
                        <a:pt x="862" y="21865"/>
                      </a:cubicBezTo>
                      <a:cubicBezTo>
                        <a:pt x="846" y="21790"/>
                        <a:pt x="837" y="21716"/>
                        <a:pt x="812" y="21641"/>
                      </a:cubicBezTo>
                      <a:cubicBezTo>
                        <a:pt x="796" y="21558"/>
                        <a:pt x="771" y="21467"/>
                        <a:pt x="754" y="21384"/>
                      </a:cubicBezTo>
                      <a:cubicBezTo>
                        <a:pt x="738" y="21277"/>
                        <a:pt x="713" y="21169"/>
                        <a:pt x="705" y="21069"/>
                      </a:cubicBezTo>
                      <a:cubicBezTo>
                        <a:pt x="696" y="21045"/>
                        <a:pt x="688" y="21028"/>
                        <a:pt x="672" y="21028"/>
                      </a:cubicBezTo>
                      <a:cubicBezTo>
                        <a:pt x="630" y="20862"/>
                        <a:pt x="597" y="20688"/>
                        <a:pt x="572" y="20523"/>
                      </a:cubicBezTo>
                      <a:cubicBezTo>
                        <a:pt x="506" y="20001"/>
                        <a:pt x="531" y="19479"/>
                        <a:pt x="498" y="18957"/>
                      </a:cubicBezTo>
                      <a:cubicBezTo>
                        <a:pt x="493" y="18912"/>
                        <a:pt x="464" y="18891"/>
                        <a:pt x="433" y="18891"/>
                      </a:cubicBezTo>
                      <a:cubicBezTo>
                        <a:pt x="402" y="18891"/>
                        <a:pt x="369" y="18914"/>
                        <a:pt x="365" y="18957"/>
                      </a:cubicBezTo>
                      <a:lnTo>
                        <a:pt x="365" y="18965"/>
                      </a:lnTo>
                      <a:cubicBezTo>
                        <a:pt x="340" y="18750"/>
                        <a:pt x="324" y="18534"/>
                        <a:pt x="324" y="18310"/>
                      </a:cubicBezTo>
                      <a:cubicBezTo>
                        <a:pt x="307" y="17739"/>
                        <a:pt x="357" y="17159"/>
                        <a:pt x="464" y="16587"/>
                      </a:cubicBezTo>
                      <a:cubicBezTo>
                        <a:pt x="481" y="16529"/>
                        <a:pt x="489" y="16471"/>
                        <a:pt x="506" y="16421"/>
                      </a:cubicBezTo>
                      <a:cubicBezTo>
                        <a:pt x="514" y="16479"/>
                        <a:pt x="531" y="16537"/>
                        <a:pt x="547" y="16595"/>
                      </a:cubicBezTo>
                      <a:cubicBezTo>
                        <a:pt x="556" y="16625"/>
                        <a:pt x="584" y="16642"/>
                        <a:pt x="611" y="16642"/>
                      </a:cubicBezTo>
                      <a:cubicBezTo>
                        <a:pt x="636" y="16642"/>
                        <a:pt x="659" y="16627"/>
                        <a:pt x="663" y="16595"/>
                      </a:cubicBezTo>
                      <a:cubicBezTo>
                        <a:pt x="713" y="16280"/>
                        <a:pt x="705" y="15949"/>
                        <a:pt x="738" y="15626"/>
                      </a:cubicBezTo>
                      <a:cubicBezTo>
                        <a:pt x="771" y="15303"/>
                        <a:pt x="846" y="14988"/>
                        <a:pt x="937" y="14681"/>
                      </a:cubicBezTo>
                      <a:cubicBezTo>
                        <a:pt x="1127" y="14060"/>
                        <a:pt x="1434" y="13472"/>
                        <a:pt x="1840" y="12958"/>
                      </a:cubicBezTo>
                      <a:cubicBezTo>
                        <a:pt x="2063" y="12668"/>
                        <a:pt x="2320" y="12395"/>
                        <a:pt x="2594" y="12154"/>
                      </a:cubicBezTo>
                      <a:cubicBezTo>
                        <a:pt x="2635" y="12113"/>
                        <a:pt x="2597" y="12044"/>
                        <a:pt x="2550" y="12044"/>
                      </a:cubicBezTo>
                      <a:cubicBezTo>
                        <a:pt x="2540" y="12044"/>
                        <a:pt x="2529" y="12048"/>
                        <a:pt x="2519" y="12055"/>
                      </a:cubicBezTo>
                      <a:cubicBezTo>
                        <a:pt x="2221" y="12262"/>
                        <a:pt x="1956" y="12511"/>
                        <a:pt x="1715" y="12784"/>
                      </a:cubicBezTo>
                      <a:cubicBezTo>
                        <a:pt x="1724" y="12767"/>
                        <a:pt x="1724" y="12751"/>
                        <a:pt x="1732" y="12734"/>
                      </a:cubicBezTo>
                      <a:cubicBezTo>
                        <a:pt x="1790" y="12577"/>
                        <a:pt x="1873" y="12428"/>
                        <a:pt x="1972" y="12287"/>
                      </a:cubicBezTo>
                      <a:cubicBezTo>
                        <a:pt x="2171" y="12013"/>
                        <a:pt x="2436" y="11790"/>
                        <a:pt x="2735" y="11649"/>
                      </a:cubicBezTo>
                      <a:cubicBezTo>
                        <a:pt x="3124" y="11475"/>
                        <a:pt x="3563" y="11450"/>
                        <a:pt x="3969" y="11326"/>
                      </a:cubicBezTo>
                      <a:cubicBezTo>
                        <a:pt x="4359" y="11201"/>
                        <a:pt x="4731" y="11011"/>
                        <a:pt x="5113" y="10862"/>
                      </a:cubicBezTo>
                      <a:cubicBezTo>
                        <a:pt x="5492" y="10718"/>
                        <a:pt x="5871" y="10636"/>
                        <a:pt x="6270" y="10636"/>
                      </a:cubicBezTo>
                      <a:cubicBezTo>
                        <a:pt x="6306" y="10636"/>
                        <a:pt x="6343" y="10637"/>
                        <a:pt x="6380" y="10638"/>
                      </a:cubicBezTo>
                      <a:cubicBezTo>
                        <a:pt x="6819" y="10646"/>
                        <a:pt x="7250" y="10746"/>
                        <a:pt x="7673" y="10870"/>
                      </a:cubicBezTo>
                      <a:cubicBezTo>
                        <a:pt x="8104" y="11003"/>
                        <a:pt x="8526" y="11160"/>
                        <a:pt x="8949" y="11326"/>
                      </a:cubicBezTo>
                      <a:cubicBezTo>
                        <a:pt x="9388" y="11491"/>
                        <a:pt x="9827" y="11657"/>
                        <a:pt x="10266" y="11823"/>
                      </a:cubicBezTo>
                      <a:cubicBezTo>
                        <a:pt x="10763" y="12013"/>
                        <a:pt x="11252" y="12196"/>
                        <a:pt x="11749" y="12370"/>
                      </a:cubicBezTo>
                      <a:cubicBezTo>
                        <a:pt x="12152" y="12512"/>
                        <a:pt x="12555" y="12669"/>
                        <a:pt x="12979" y="12669"/>
                      </a:cubicBezTo>
                      <a:cubicBezTo>
                        <a:pt x="13000" y="12669"/>
                        <a:pt x="13021" y="12669"/>
                        <a:pt x="13042" y="12668"/>
                      </a:cubicBezTo>
                      <a:cubicBezTo>
                        <a:pt x="13050" y="12701"/>
                        <a:pt x="13050" y="12734"/>
                        <a:pt x="13058" y="12767"/>
                      </a:cubicBezTo>
                      <a:cubicBezTo>
                        <a:pt x="13116" y="12983"/>
                        <a:pt x="13216" y="13240"/>
                        <a:pt x="13415" y="13372"/>
                      </a:cubicBezTo>
                      <a:cubicBezTo>
                        <a:pt x="13421" y="13376"/>
                        <a:pt x="13430" y="13378"/>
                        <a:pt x="13438" y="13378"/>
                      </a:cubicBezTo>
                      <a:cubicBezTo>
                        <a:pt x="13450" y="13378"/>
                        <a:pt x="13463" y="13374"/>
                        <a:pt x="13473" y="13364"/>
                      </a:cubicBezTo>
                      <a:cubicBezTo>
                        <a:pt x="13473" y="13389"/>
                        <a:pt x="13473" y="13405"/>
                        <a:pt x="13473" y="13422"/>
                      </a:cubicBezTo>
                      <a:cubicBezTo>
                        <a:pt x="13481" y="13505"/>
                        <a:pt x="13489" y="13579"/>
                        <a:pt x="13522" y="13654"/>
                      </a:cubicBezTo>
                      <a:cubicBezTo>
                        <a:pt x="13526" y="13664"/>
                        <a:pt x="13535" y="13669"/>
                        <a:pt x="13545" y="13669"/>
                      </a:cubicBezTo>
                      <a:cubicBezTo>
                        <a:pt x="13559" y="13669"/>
                        <a:pt x="13575" y="13660"/>
                        <a:pt x="13580" y="13646"/>
                      </a:cubicBezTo>
                      <a:cubicBezTo>
                        <a:pt x="13605" y="13571"/>
                        <a:pt x="13597" y="13488"/>
                        <a:pt x="13597" y="13414"/>
                      </a:cubicBezTo>
                      <a:lnTo>
                        <a:pt x="13597" y="13414"/>
                      </a:lnTo>
                      <a:cubicBezTo>
                        <a:pt x="13622" y="13571"/>
                        <a:pt x="13663" y="13720"/>
                        <a:pt x="13729" y="13861"/>
                      </a:cubicBezTo>
                      <a:cubicBezTo>
                        <a:pt x="13733" y="13871"/>
                        <a:pt x="13742" y="13876"/>
                        <a:pt x="13753" y="13876"/>
                      </a:cubicBezTo>
                      <a:cubicBezTo>
                        <a:pt x="13769" y="13876"/>
                        <a:pt x="13787" y="13865"/>
                        <a:pt x="13787" y="13845"/>
                      </a:cubicBezTo>
                      <a:cubicBezTo>
                        <a:pt x="13779" y="13720"/>
                        <a:pt x="13754" y="13588"/>
                        <a:pt x="13729" y="13463"/>
                      </a:cubicBezTo>
                      <a:cubicBezTo>
                        <a:pt x="13696" y="13339"/>
                        <a:pt x="13671" y="13215"/>
                        <a:pt x="13647" y="13091"/>
                      </a:cubicBezTo>
                      <a:cubicBezTo>
                        <a:pt x="13640" y="13065"/>
                        <a:pt x="13624" y="13054"/>
                        <a:pt x="13606" y="13054"/>
                      </a:cubicBezTo>
                      <a:cubicBezTo>
                        <a:pt x="13600" y="13054"/>
                        <a:pt x="13594" y="13055"/>
                        <a:pt x="13589" y="13057"/>
                      </a:cubicBezTo>
                      <a:cubicBezTo>
                        <a:pt x="13589" y="12941"/>
                        <a:pt x="13580" y="12825"/>
                        <a:pt x="13580" y="12701"/>
                      </a:cubicBezTo>
                      <a:cubicBezTo>
                        <a:pt x="13580" y="12672"/>
                        <a:pt x="13558" y="12658"/>
                        <a:pt x="13534" y="12658"/>
                      </a:cubicBezTo>
                      <a:cubicBezTo>
                        <a:pt x="13510" y="12658"/>
                        <a:pt x="13485" y="12672"/>
                        <a:pt x="13481" y="12701"/>
                      </a:cubicBezTo>
                      <a:cubicBezTo>
                        <a:pt x="13473" y="12867"/>
                        <a:pt x="13464" y="13024"/>
                        <a:pt x="13464" y="13190"/>
                      </a:cubicBezTo>
                      <a:lnTo>
                        <a:pt x="13464" y="13231"/>
                      </a:lnTo>
                      <a:cubicBezTo>
                        <a:pt x="13431" y="13149"/>
                        <a:pt x="13390" y="13074"/>
                        <a:pt x="13357" y="12991"/>
                      </a:cubicBezTo>
                      <a:cubicBezTo>
                        <a:pt x="13315" y="12883"/>
                        <a:pt x="13282" y="12767"/>
                        <a:pt x="13257" y="12651"/>
                      </a:cubicBezTo>
                      <a:cubicBezTo>
                        <a:pt x="13257" y="12643"/>
                        <a:pt x="13257" y="12635"/>
                        <a:pt x="13249" y="12635"/>
                      </a:cubicBezTo>
                      <a:cubicBezTo>
                        <a:pt x="13299" y="12593"/>
                        <a:pt x="13282" y="12502"/>
                        <a:pt x="13224" y="12477"/>
                      </a:cubicBezTo>
                      <a:cubicBezTo>
                        <a:pt x="13199" y="12303"/>
                        <a:pt x="13191" y="12129"/>
                        <a:pt x="13183" y="11947"/>
                      </a:cubicBezTo>
                      <a:cubicBezTo>
                        <a:pt x="13174" y="11417"/>
                        <a:pt x="13207" y="10878"/>
                        <a:pt x="13000" y="10373"/>
                      </a:cubicBezTo>
                      <a:cubicBezTo>
                        <a:pt x="12994" y="10350"/>
                        <a:pt x="12975" y="10340"/>
                        <a:pt x="12957" y="10340"/>
                      </a:cubicBezTo>
                      <a:cubicBezTo>
                        <a:pt x="12928" y="10340"/>
                        <a:pt x="12899" y="10363"/>
                        <a:pt x="12909" y="10398"/>
                      </a:cubicBezTo>
                      <a:cubicBezTo>
                        <a:pt x="12917" y="10414"/>
                        <a:pt x="12917" y="10423"/>
                        <a:pt x="12917" y="10431"/>
                      </a:cubicBezTo>
                      <a:cubicBezTo>
                        <a:pt x="12893" y="10373"/>
                        <a:pt x="12868" y="10307"/>
                        <a:pt x="12835" y="10249"/>
                      </a:cubicBezTo>
                      <a:cubicBezTo>
                        <a:pt x="12810" y="10166"/>
                        <a:pt x="12760" y="10100"/>
                        <a:pt x="12710" y="10033"/>
                      </a:cubicBezTo>
                      <a:cubicBezTo>
                        <a:pt x="12644" y="9934"/>
                        <a:pt x="12578" y="9834"/>
                        <a:pt x="12511" y="9743"/>
                      </a:cubicBezTo>
                      <a:cubicBezTo>
                        <a:pt x="12379" y="9553"/>
                        <a:pt x="12255" y="9354"/>
                        <a:pt x="12139" y="9155"/>
                      </a:cubicBezTo>
                      <a:cubicBezTo>
                        <a:pt x="12023" y="8964"/>
                        <a:pt x="11890" y="8774"/>
                        <a:pt x="11857" y="8550"/>
                      </a:cubicBezTo>
                      <a:cubicBezTo>
                        <a:pt x="11824" y="8310"/>
                        <a:pt x="11824" y="8070"/>
                        <a:pt x="11832" y="7829"/>
                      </a:cubicBezTo>
                      <a:cubicBezTo>
                        <a:pt x="11832" y="7788"/>
                        <a:pt x="11807" y="7780"/>
                        <a:pt x="11782" y="7780"/>
                      </a:cubicBezTo>
                      <a:cubicBezTo>
                        <a:pt x="11782" y="7697"/>
                        <a:pt x="11791" y="7622"/>
                        <a:pt x="11782" y="7548"/>
                      </a:cubicBezTo>
                      <a:cubicBezTo>
                        <a:pt x="11774" y="7382"/>
                        <a:pt x="11758" y="7224"/>
                        <a:pt x="11733" y="7059"/>
                      </a:cubicBezTo>
                      <a:cubicBezTo>
                        <a:pt x="11708" y="6901"/>
                        <a:pt x="11675" y="6752"/>
                        <a:pt x="11625" y="6603"/>
                      </a:cubicBezTo>
                      <a:cubicBezTo>
                        <a:pt x="11592" y="6512"/>
                        <a:pt x="11550" y="6404"/>
                        <a:pt x="11492" y="6321"/>
                      </a:cubicBezTo>
                      <a:cubicBezTo>
                        <a:pt x="11434" y="6023"/>
                        <a:pt x="11376" y="5725"/>
                        <a:pt x="11318" y="5426"/>
                      </a:cubicBezTo>
                      <a:cubicBezTo>
                        <a:pt x="11236" y="4987"/>
                        <a:pt x="11161" y="4540"/>
                        <a:pt x="11111" y="4084"/>
                      </a:cubicBezTo>
                      <a:cubicBezTo>
                        <a:pt x="11053" y="3637"/>
                        <a:pt x="11012" y="3181"/>
                        <a:pt x="10995" y="2725"/>
                      </a:cubicBezTo>
                      <a:cubicBezTo>
                        <a:pt x="10979" y="2353"/>
                        <a:pt x="11028" y="1988"/>
                        <a:pt x="11327" y="1739"/>
                      </a:cubicBezTo>
                      <a:cubicBezTo>
                        <a:pt x="11547" y="1549"/>
                        <a:pt x="11844" y="1464"/>
                        <a:pt x="12129" y="1464"/>
                      </a:cubicBezTo>
                      <a:cubicBezTo>
                        <a:pt x="12154" y="1464"/>
                        <a:pt x="12180" y="1465"/>
                        <a:pt x="12205" y="1466"/>
                      </a:cubicBezTo>
                      <a:cubicBezTo>
                        <a:pt x="12578" y="1474"/>
                        <a:pt x="12934" y="1648"/>
                        <a:pt x="13241" y="1847"/>
                      </a:cubicBezTo>
                      <a:cubicBezTo>
                        <a:pt x="13580" y="2079"/>
                        <a:pt x="13887" y="2361"/>
                        <a:pt x="14185" y="2643"/>
                      </a:cubicBezTo>
                      <a:cubicBezTo>
                        <a:pt x="14508" y="2949"/>
                        <a:pt x="14823" y="3272"/>
                        <a:pt x="15130" y="3595"/>
                      </a:cubicBezTo>
                      <a:cubicBezTo>
                        <a:pt x="15478" y="3952"/>
                        <a:pt x="15817" y="4316"/>
                        <a:pt x="16141" y="4689"/>
                      </a:cubicBezTo>
                      <a:cubicBezTo>
                        <a:pt x="16298" y="4863"/>
                        <a:pt x="16414" y="5045"/>
                        <a:pt x="16464" y="5277"/>
                      </a:cubicBezTo>
                      <a:cubicBezTo>
                        <a:pt x="16522" y="5509"/>
                        <a:pt x="16505" y="5741"/>
                        <a:pt x="16547" y="5973"/>
                      </a:cubicBezTo>
                      <a:cubicBezTo>
                        <a:pt x="16555" y="6023"/>
                        <a:pt x="16598" y="6048"/>
                        <a:pt x="16643" y="6048"/>
                      </a:cubicBezTo>
                      <a:cubicBezTo>
                        <a:pt x="16687" y="6048"/>
                        <a:pt x="16733" y="6023"/>
                        <a:pt x="16745" y="5973"/>
                      </a:cubicBezTo>
                      <a:cubicBezTo>
                        <a:pt x="16770" y="5841"/>
                        <a:pt x="16779" y="5700"/>
                        <a:pt x="16770" y="5567"/>
                      </a:cubicBezTo>
                      <a:cubicBezTo>
                        <a:pt x="17587" y="5290"/>
                        <a:pt x="18451" y="5135"/>
                        <a:pt x="19313" y="5135"/>
                      </a:cubicBezTo>
                      <a:cubicBezTo>
                        <a:pt x="19482" y="5135"/>
                        <a:pt x="19651" y="5141"/>
                        <a:pt x="19819" y="5153"/>
                      </a:cubicBezTo>
                      <a:cubicBezTo>
                        <a:pt x="19960" y="5161"/>
                        <a:pt x="20109" y="5178"/>
                        <a:pt x="20250" y="5195"/>
                      </a:cubicBezTo>
                      <a:cubicBezTo>
                        <a:pt x="20376" y="5215"/>
                        <a:pt x="20501" y="5248"/>
                        <a:pt x="20626" y="5248"/>
                      </a:cubicBezTo>
                      <a:cubicBezTo>
                        <a:pt x="20650" y="5248"/>
                        <a:pt x="20674" y="5247"/>
                        <a:pt x="20698" y="5244"/>
                      </a:cubicBezTo>
                      <a:cubicBezTo>
                        <a:pt x="20764" y="5236"/>
                        <a:pt x="20805" y="5145"/>
                        <a:pt x="20739" y="5112"/>
                      </a:cubicBezTo>
                      <a:cubicBezTo>
                        <a:pt x="20689" y="5079"/>
                        <a:pt x="20640" y="5062"/>
                        <a:pt x="20590" y="5045"/>
                      </a:cubicBezTo>
                      <a:cubicBezTo>
                        <a:pt x="20913" y="4664"/>
                        <a:pt x="21211" y="4258"/>
                        <a:pt x="21510" y="3861"/>
                      </a:cubicBezTo>
                      <a:cubicBezTo>
                        <a:pt x="21808" y="3463"/>
                        <a:pt x="22098" y="3073"/>
                        <a:pt x="22371" y="2659"/>
                      </a:cubicBezTo>
                      <a:cubicBezTo>
                        <a:pt x="22852" y="1922"/>
                        <a:pt x="23183" y="1043"/>
                        <a:pt x="23954" y="546"/>
                      </a:cubicBezTo>
                      <a:cubicBezTo>
                        <a:pt x="24136" y="430"/>
                        <a:pt x="24335" y="331"/>
                        <a:pt x="24542" y="265"/>
                      </a:cubicBezTo>
                      <a:cubicBezTo>
                        <a:pt x="24647" y="228"/>
                        <a:pt x="24757" y="197"/>
                        <a:pt x="24864" y="197"/>
                      </a:cubicBezTo>
                      <a:close/>
                      <a:moveTo>
                        <a:pt x="24859" y="1"/>
                      </a:moveTo>
                      <a:cubicBezTo>
                        <a:pt x="24666" y="1"/>
                        <a:pt x="24472" y="78"/>
                        <a:pt x="24302" y="149"/>
                      </a:cubicBezTo>
                      <a:cubicBezTo>
                        <a:pt x="23887" y="323"/>
                        <a:pt x="23515" y="588"/>
                        <a:pt x="23233" y="936"/>
                      </a:cubicBezTo>
                      <a:cubicBezTo>
                        <a:pt x="22935" y="1292"/>
                        <a:pt x="22719" y="1698"/>
                        <a:pt x="22487" y="2096"/>
                      </a:cubicBezTo>
                      <a:cubicBezTo>
                        <a:pt x="21907" y="3115"/>
                        <a:pt x="21145" y="4018"/>
                        <a:pt x="20515" y="5004"/>
                      </a:cubicBezTo>
                      <a:cubicBezTo>
                        <a:pt x="20515" y="5012"/>
                        <a:pt x="20515" y="5012"/>
                        <a:pt x="20515" y="5021"/>
                      </a:cubicBezTo>
                      <a:cubicBezTo>
                        <a:pt x="20466" y="5012"/>
                        <a:pt x="20416" y="5004"/>
                        <a:pt x="20366" y="4996"/>
                      </a:cubicBezTo>
                      <a:cubicBezTo>
                        <a:pt x="20234" y="4979"/>
                        <a:pt x="20101" y="4954"/>
                        <a:pt x="19960" y="4946"/>
                      </a:cubicBezTo>
                      <a:cubicBezTo>
                        <a:pt x="19687" y="4913"/>
                        <a:pt x="19422" y="4905"/>
                        <a:pt x="19148" y="4905"/>
                      </a:cubicBezTo>
                      <a:cubicBezTo>
                        <a:pt x="18601" y="4913"/>
                        <a:pt x="18063" y="4987"/>
                        <a:pt x="17541" y="5128"/>
                      </a:cubicBezTo>
                      <a:cubicBezTo>
                        <a:pt x="17276" y="5203"/>
                        <a:pt x="17019" y="5302"/>
                        <a:pt x="16762" y="5410"/>
                      </a:cubicBezTo>
                      <a:cubicBezTo>
                        <a:pt x="16729" y="5170"/>
                        <a:pt x="16638" y="4929"/>
                        <a:pt x="16489" y="4731"/>
                      </a:cubicBezTo>
                      <a:cubicBezTo>
                        <a:pt x="16348" y="4540"/>
                        <a:pt x="16182" y="4374"/>
                        <a:pt x="16025" y="4209"/>
                      </a:cubicBezTo>
                      <a:cubicBezTo>
                        <a:pt x="15859" y="4043"/>
                        <a:pt x="15693" y="3869"/>
                        <a:pt x="15536" y="3695"/>
                      </a:cubicBezTo>
                      <a:cubicBezTo>
                        <a:pt x="15213" y="3347"/>
                        <a:pt x="14881" y="3007"/>
                        <a:pt x="14541" y="2684"/>
                      </a:cubicBezTo>
                      <a:cubicBezTo>
                        <a:pt x="14218" y="2369"/>
                        <a:pt x="13887" y="2054"/>
                        <a:pt x="13522" y="1789"/>
                      </a:cubicBezTo>
                      <a:cubicBezTo>
                        <a:pt x="13199" y="1541"/>
                        <a:pt x="12826" y="1333"/>
                        <a:pt x="12420" y="1267"/>
                      </a:cubicBezTo>
                      <a:cubicBezTo>
                        <a:pt x="12332" y="1254"/>
                        <a:pt x="12242" y="1247"/>
                        <a:pt x="12153" y="1247"/>
                      </a:cubicBezTo>
                      <a:cubicBezTo>
                        <a:pt x="11898" y="1247"/>
                        <a:pt x="11645" y="1302"/>
                        <a:pt x="11418" y="1425"/>
                      </a:cubicBezTo>
                      <a:cubicBezTo>
                        <a:pt x="11103" y="1590"/>
                        <a:pt x="10871" y="1889"/>
                        <a:pt x="10813" y="2245"/>
                      </a:cubicBezTo>
                      <a:cubicBezTo>
                        <a:pt x="10772" y="2460"/>
                        <a:pt x="10780" y="2684"/>
                        <a:pt x="10796" y="2908"/>
                      </a:cubicBezTo>
                      <a:cubicBezTo>
                        <a:pt x="10805" y="3148"/>
                        <a:pt x="10830" y="3388"/>
                        <a:pt x="10854" y="3629"/>
                      </a:cubicBezTo>
                      <a:cubicBezTo>
                        <a:pt x="10904" y="4159"/>
                        <a:pt x="10987" y="4689"/>
                        <a:pt x="11086" y="5219"/>
                      </a:cubicBezTo>
                      <a:cubicBezTo>
                        <a:pt x="11136" y="5484"/>
                        <a:pt x="11202" y="5750"/>
                        <a:pt x="11269" y="6023"/>
                      </a:cubicBezTo>
                      <a:cubicBezTo>
                        <a:pt x="11285" y="6089"/>
                        <a:pt x="11302" y="6156"/>
                        <a:pt x="11327" y="6222"/>
                      </a:cubicBezTo>
                      <a:cubicBezTo>
                        <a:pt x="11310" y="6230"/>
                        <a:pt x="11302" y="6247"/>
                        <a:pt x="11302" y="6272"/>
                      </a:cubicBezTo>
                      <a:cubicBezTo>
                        <a:pt x="11302" y="6338"/>
                        <a:pt x="11343" y="6412"/>
                        <a:pt x="11360" y="6479"/>
                      </a:cubicBezTo>
                      <a:cubicBezTo>
                        <a:pt x="11385" y="6545"/>
                        <a:pt x="11401" y="6611"/>
                        <a:pt x="11426" y="6669"/>
                      </a:cubicBezTo>
                      <a:cubicBezTo>
                        <a:pt x="11476" y="6818"/>
                        <a:pt x="11509" y="6968"/>
                        <a:pt x="11534" y="7117"/>
                      </a:cubicBezTo>
                      <a:cubicBezTo>
                        <a:pt x="11584" y="7415"/>
                        <a:pt x="11608" y="7722"/>
                        <a:pt x="11650" y="8020"/>
                      </a:cubicBezTo>
                      <a:cubicBezTo>
                        <a:pt x="11658" y="8053"/>
                        <a:pt x="11675" y="8070"/>
                        <a:pt x="11691" y="8070"/>
                      </a:cubicBezTo>
                      <a:cubicBezTo>
                        <a:pt x="11675" y="8244"/>
                        <a:pt x="11658" y="8418"/>
                        <a:pt x="11666" y="8583"/>
                      </a:cubicBezTo>
                      <a:cubicBezTo>
                        <a:pt x="11691" y="8815"/>
                        <a:pt x="11799" y="9022"/>
                        <a:pt x="11915" y="9230"/>
                      </a:cubicBezTo>
                      <a:cubicBezTo>
                        <a:pt x="12031" y="9445"/>
                        <a:pt x="12163" y="9660"/>
                        <a:pt x="12296" y="9868"/>
                      </a:cubicBezTo>
                      <a:cubicBezTo>
                        <a:pt x="12354" y="9967"/>
                        <a:pt x="12420" y="10066"/>
                        <a:pt x="12487" y="10158"/>
                      </a:cubicBezTo>
                      <a:cubicBezTo>
                        <a:pt x="12528" y="10224"/>
                        <a:pt x="12578" y="10290"/>
                        <a:pt x="12636" y="10340"/>
                      </a:cubicBezTo>
                      <a:cubicBezTo>
                        <a:pt x="12669" y="10423"/>
                        <a:pt x="12702" y="10505"/>
                        <a:pt x="12727" y="10597"/>
                      </a:cubicBezTo>
                      <a:cubicBezTo>
                        <a:pt x="12760" y="10704"/>
                        <a:pt x="12785" y="10812"/>
                        <a:pt x="12801" y="10928"/>
                      </a:cubicBezTo>
                      <a:cubicBezTo>
                        <a:pt x="12818" y="11044"/>
                        <a:pt x="12818" y="11160"/>
                        <a:pt x="12876" y="11268"/>
                      </a:cubicBezTo>
                      <a:cubicBezTo>
                        <a:pt x="12887" y="11296"/>
                        <a:pt x="12922" y="11309"/>
                        <a:pt x="12956" y="11309"/>
                      </a:cubicBezTo>
                      <a:cubicBezTo>
                        <a:pt x="12972" y="11309"/>
                        <a:pt x="12987" y="11306"/>
                        <a:pt x="13000" y="11301"/>
                      </a:cubicBezTo>
                      <a:lnTo>
                        <a:pt x="13000" y="11301"/>
                      </a:lnTo>
                      <a:cubicBezTo>
                        <a:pt x="12992" y="11549"/>
                        <a:pt x="12975" y="11798"/>
                        <a:pt x="12975" y="12047"/>
                      </a:cubicBezTo>
                      <a:cubicBezTo>
                        <a:pt x="12984" y="12187"/>
                        <a:pt x="12992" y="12328"/>
                        <a:pt x="13009" y="12469"/>
                      </a:cubicBezTo>
                      <a:cubicBezTo>
                        <a:pt x="12603" y="12444"/>
                        <a:pt x="12221" y="12287"/>
                        <a:pt x="11849" y="12138"/>
                      </a:cubicBezTo>
                      <a:cubicBezTo>
                        <a:pt x="11401" y="11964"/>
                        <a:pt x="10962" y="11798"/>
                        <a:pt x="10515" y="11624"/>
                      </a:cubicBezTo>
                      <a:cubicBezTo>
                        <a:pt x="10051" y="11458"/>
                        <a:pt x="9595" y="11284"/>
                        <a:pt x="9139" y="11119"/>
                      </a:cubicBezTo>
                      <a:cubicBezTo>
                        <a:pt x="8708" y="10961"/>
                        <a:pt x="8286" y="10795"/>
                        <a:pt x="7847" y="10663"/>
                      </a:cubicBezTo>
                      <a:cubicBezTo>
                        <a:pt x="7332" y="10503"/>
                        <a:pt x="6797" y="10391"/>
                        <a:pt x="6264" y="10391"/>
                      </a:cubicBezTo>
                      <a:cubicBezTo>
                        <a:pt x="5913" y="10391"/>
                        <a:pt x="5563" y="10440"/>
                        <a:pt x="5220" y="10555"/>
                      </a:cubicBezTo>
                      <a:cubicBezTo>
                        <a:pt x="4806" y="10696"/>
                        <a:pt x="4425" y="10903"/>
                        <a:pt x="4011" y="11044"/>
                      </a:cubicBezTo>
                      <a:cubicBezTo>
                        <a:pt x="3605" y="11193"/>
                        <a:pt x="3157" y="11218"/>
                        <a:pt x="2751" y="11375"/>
                      </a:cubicBezTo>
                      <a:cubicBezTo>
                        <a:pt x="2370" y="11525"/>
                        <a:pt x="2047" y="11773"/>
                        <a:pt x="1798" y="12096"/>
                      </a:cubicBezTo>
                      <a:cubicBezTo>
                        <a:pt x="1566" y="12403"/>
                        <a:pt x="1376" y="12817"/>
                        <a:pt x="1384" y="13207"/>
                      </a:cubicBezTo>
                      <a:cubicBezTo>
                        <a:pt x="928" y="13869"/>
                        <a:pt x="630" y="14657"/>
                        <a:pt x="514" y="15444"/>
                      </a:cubicBezTo>
                      <a:cubicBezTo>
                        <a:pt x="498" y="15593"/>
                        <a:pt x="481" y="15742"/>
                        <a:pt x="473" y="15899"/>
                      </a:cubicBezTo>
                      <a:cubicBezTo>
                        <a:pt x="108" y="16910"/>
                        <a:pt x="0" y="18020"/>
                        <a:pt x="141" y="19081"/>
                      </a:cubicBezTo>
                      <a:cubicBezTo>
                        <a:pt x="174" y="19338"/>
                        <a:pt x="208" y="19611"/>
                        <a:pt x="299" y="19860"/>
                      </a:cubicBezTo>
                      <a:cubicBezTo>
                        <a:pt x="290" y="20092"/>
                        <a:pt x="299" y="20324"/>
                        <a:pt x="324" y="20547"/>
                      </a:cubicBezTo>
                      <a:cubicBezTo>
                        <a:pt x="357" y="20804"/>
                        <a:pt x="406" y="21061"/>
                        <a:pt x="473" y="21318"/>
                      </a:cubicBezTo>
                      <a:cubicBezTo>
                        <a:pt x="506" y="21442"/>
                        <a:pt x="547" y="21567"/>
                        <a:pt x="589" y="21691"/>
                      </a:cubicBezTo>
                      <a:cubicBezTo>
                        <a:pt x="622" y="21790"/>
                        <a:pt x="663" y="21898"/>
                        <a:pt x="721" y="21997"/>
                      </a:cubicBezTo>
                      <a:cubicBezTo>
                        <a:pt x="763" y="22180"/>
                        <a:pt x="804" y="22362"/>
                        <a:pt x="854" y="22544"/>
                      </a:cubicBezTo>
                      <a:cubicBezTo>
                        <a:pt x="862" y="22553"/>
                        <a:pt x="862" y="22561"/>
                        <a:pt x="862" y="22569"/>
                      </a:cubicBezTo>
                      <a:cubicBezTo>
                        <a:pt x="879" y="22876"/>
                        <a:pt x="912" y="23182"/>
                        <a:pt x="937" y="23481"/>
                      </a:cubicBezTo>
                      <a:cubicBezTo>
                        <a:pt x="962" y="23696"/>
                        <a:pt x="1003" y="23911"/>
                        <a:pt x="1061" y="24119"/>
                      </a:cubicBezTo>
                      <a:cubicBezTo>
                        <a:pt x="1094" y="24218"/>
                        <a:pt x="1136" y="24317"/>
                        <a:pt x="1177" y="24417"/>
                      </a:cubicBezTo>
                      <a:cubicBezTo>
                        <a:pt x="1177" y="24425"/>
                        <a:pt x="1185" y="24442"/>
                        <a:pt x="1185" y="24450"/>
                      </a:cubicBezTo>
                      <a:cubicBezTo>
                        <a:pt x="1169" y="24458"/>
                        <a:pt x="1160" y="24475"/>
                        <a:pt x="1169" y="24500"/>
                      </a:cubicBezTo>
                      <a:cubicBezTo>
                        <a:pt x="1202" y="24690"/>
                        <a:pt x="1218" y="24889"/>
                        <a:pt x="1235" y="25080"/>
                      </a:cubicBezTo>
                      <a:cubicBezTo>
                        <a:pt x="1243" y="25171"/>
                        <a:pt x="1243" y="25270"/>
                        <a:pt x="1243" y="25361"/>
                      </a:cubicBezTo>
                      <a:cubicBezTo>
                        <a:pt x="1243" y="25411"/>
                        <a:pt x="1243" y="25461"/>
                        <a:pt x="1252" y="25510"/>
                      </a:cubicBezTo>
                      <a:cubicBezTo>
                        <a:pt x="1252" y="25535"/>
                        <a:pt x="1252" y="25552"/>
                        <a:pt x="1260" y="25577"/>
                      </a:cubicBezTo>
                      <a:cubicBezTo>
                        <a:pt x="1260" y="25883"/>
                        <a:pt x="1260" y="26182"/>
                        <a:pt x="1218" y="26488"/>
                      </a:cubicBezTo>
                      <a:cubicBezTo>
                        <a:pt x="1202" y="26646"/>
                        <a:pt x="1169" y="26795"/>
                        <a:pt x="1127" y="26952"/>
                      </a:cubicBezTo>
                      <a:cubicBezTo>
                        <a:pt x="1094" y="27101"/>
                        <a:pt x="1061" y="27259"/>
                        <a:pt x="1086" y="27416"/>
                      </a:cubicBezTo>
                      <a:cubicBezTo>
                        <a:pt x="1111" y="27574"/>
                        <a:pt x="1260" y="27764"/>
                        <a:pt x="1417" y="27797"/>
                      </a:cubicBezTo>
                      <a:cubicBezTo>
                        <a:pt x="1508" y="27946"/>
                        <a:pt x="1691" y="28062"/>
                        <a:pt x="1831" y="28120"/>
                      </a:cubicBezTo>
                      <a:cubicBezTo>
                        <a:pt x="1964" y="28178"/>
                        <a:pt x="2105" y="28195"/>
                        <a:pt x="2246" y="28203"/>
                      </a:cubicBezTo>
                      <a:cubicBezTo>
                        <a:pt x="2403" y="28220"/>
                        <a:pt x="2561" y="28228"/>
                        <a:pt x="2718" y="28228"/>
                      </a:cubicBezTo>
                      <a:cubicBezTo>
                        <a:pt x="2800" y="28230"/>
                        <a:pt x="2882" y="28231"/>
                        <a:pt x="2964" y="28231"/>
                      </a:cubicBezTo>
                      <a:cubicBezTo>
                        <a:pt x="3189" y="28231"/>
                        <a:pt x="3413" y="28224"/>
                        <a:pt x="3638" y="28212"/>
                      </a:cubicBezTo>
                      <a:cubicBezTo>
                        <a:pt x="3886" y="28187"/>
                        <a:pt x="4143" y="28170"/>
                        <a:pt x="4392" y="28120"/>
                      </a:cubicBezTo>
                      <a:cubicBezTo>
                        <a:pt x="4406" y="28155"/>
                        <a:pt x="4442" y="28172"/>
                        <a:pt x="4473" y="28172"/>
                      </a:cubicBezTo>
                      <a:cubicBezTo>
                        <a:pt x="4480" y="28172"/>
                        <a:pt x="4486" y="28172"/>
                        <a:pt x="4491" y="28170"/>
                      </a:cubicBezTo>
                      <a:cubicBezTo>
                        <a:pt x="4541" y="28154"/>
                        <a:pt x="4582" y="28120"/>
                        <a:pt x="4607" y="28071"/>
                      </a:cubicBezTo>
                      <a:cubicBezTo>
                        <a:pt x="4707" y="28038"/>
                        <a:pt x="4806" y="27988"/>
                        <a:pt x="4881" y="27922"/>
                      </a:cubicBezTo>
                      <a:cubicBezTo>
                        <a:pt x="5038" y="27814"/>
                        <a:pt x="5146" y="27615"/>
                        <a:pt x="5187" y="27441"/>
                      </a:cubicBezTo>
                      <a:cubicBezTo>
                        <a:pt x="5245" y="27192"/>
                        <a:pt x="5187" y="26919"/>
                        <a:pt x="5005" y="26720"/>
                      </a:cubicBezTo>
                      <a:cubicBezTo>
                        <a:pt x="4839" y="26538"/>
                        <a:pt x="4599" y="26455"/>
                        <a:pt x="4483" y="26231"/>
                      </a:cubicBezTo>
                      <a:cubicBezTo>
                        <a:pt x="4359" y="25991"/>
                        <a:pt x="4359" y="25701"/>
                        <a:pt x="4325" y="25444"/>
                      </a:cubicBezTo>
                      <a:cubicBezTo>
                        <a:pt x="4309" y="25245"/>
                        <a:pt x="4276" y="25047"/>
                        <a:pt x="4243" y="24848"/>
                      </a:cubicBezTo>
                      <a:cubicBezTo>
                        <a:pt x="4259" y="24732"/>
                        <a:pt x="4267" y="24616"/>
                        <a:pt x="4267" y="24500"/>
                      </a:cubicBezTo>
                      <a:cubicBezTo>
                        <a:pt x="4301" y="24425"/>
                        <a:pt x="4342" y="24359"/>
                        <a:pt x="4375" y="24293"/>
                      </a:cubicBezTo>
                      <a:cubicBezTo>
                        <a:pt x="4417" y="24193"/>
                        <a:pt x="4458" y="24094"/>
                        <a:pt x="4499" y="23994"/>
                      </a:cubicBezTo>
                      <a:cubicBezTo>
                        <a:pt x="4582" y="23804"/>
                        <a:pt x="4665" y="23613"/>
                        <a:pt x="4715" y="23414"/>
                      </a:cubicBezTo>
                      <a:cubicBezTo>
                        <a:pt x="4765" y="23207"/>
                        <a:pt x="4789" y="22992"/>
                        <a:pt x="4781" y="22785"/>
                      </a:cubicBezTo>
                      <a:cubicBezTo>
                        <a:pt x="4781" y="22760"/>
                        <a:pt x="4773" y="22743"/>
                        <a:pt x="4773" y="22727"/>
                      </a:cubicBezTo>
                      <a:lnTo>
                        <a:pt x="4773" y="22727"/>
                      </a:lnTo>
                      <a:cubicBezTo>
                        <a:pt x="4814" y="22760"/>
                        <a:pt x="4864" y="22801"/>
                        <a:pt x="4905" y="22834"/>
                      </a:cubicBezTo>
                      <a:cubicBezTo>
                        <a:pt x="5079" y="22983"/>
                        <a:pt x="5278" y="23099"/>
                        <a:pt x="5485" y="23199"/>
                      </a:cubicBezTo>
                      <a:cubicBezTo>
                        <a:pt x="5535" y="23224"/>
                        <a:pt x="5593" y="23249"/>
                        <a:pt x="5651" y="23265"/>
                      </a:cubicBezTo>
                      <a:cubicBezTo>
                        <a:pt x="5784" y="23497"/>
                        <a:pt x="6090" y="23563"/>
                        <a:pt x="6331" y="23638"/>
                      </a:cubicBezTo>
                      <a:cubicBezTo>
                        <a:pt x="6389" y="23655"/>
                        <a:pt x="6447" y="23671"/>
                        <a:pt x="6513" y="23696"/>
                      </a:cubicBezTo>
                      <a:cubicBezTo>
                        <a:pt x="6505" y="23721"/>
                        <a:pt x="6513" y="23754"/>
                        <a:pt x="6546" y="23762"/>
                      </a:cubicBezTo>
                      <a:cubicBezTo>
                        <a:pt x="6695" y="23804"/>
                        <a:pt x="6803" y="23895"/>
                        <a:pt x="6927" y="23986"/>
                      </a:cubicBezTo>
                      <a:cubicBezTo>
                        <a:pt x="7043" y="24077"/>
                        <a:pt x="7167" y="24152"/>
                        <a:pt x="7300" y="24201"/>
                      </a:cubicBezTo>
                      <a:cubicBezTo>
                        <a:pt x="7590" y="24326"/>
                        <a:pt x="7905" y="24400"/>
                        <a:pt x="8211" y="24475"/>
                      </a:cubicBezTo>
                      <a:cubicBezTo>
                        <a:pt x="8336" y="24500"/>
                        <a:pt x="8460" y="24525"/>
                        <a:pt x="8584" y="24541"/>
                      </a:cubicBezTo>
                      <a:cubicBezTo>
                        <a:pt x="8559" y="24798"/>
                        <a:pt x="8568" y="25047"/>
                        <a:pt x="8559" y="25303"/>
                      </a:cubicBezTo>
                      <a:cubicBezTo>
                        <a:pt x="8559" y="25444"/>
                        <a:pt x="8551" y="25593"/>
                        <a:pt x="8551" y="25742"/>
                      </a:cubicBezTo>
                      <a:cubicBezTo>
                        <a:pt x="8543" y="25875"/>
                        <a:pt x="8534" y="26008"/>
                        <a:pt x="8551" y="26132"/>
                      </a:cubicBezTo>
                      <a:cubicBezTo>
                        <a:pt x="8592" y="26397"/>
                        <a:pt x="8766" y="26554"/>
                        <a:pt x="9007" y="26629"/>
                      </a:cubicBezTo>
                      <a:cubicBezTo>
                        <a:pt x="9264" y="26720"/>
                        <a:pt x="9545" y="26753"/>
                        <a:pt x="9819" y="26778"/>
                      </a:cubicBezTo>
                      <a:cubicBezTo>
                        <a:pt x="9976" y="26795"/>
                        <a:pt x="10125" y="26803"/>
                        <a:pt x="10283" y="26803"/>
                      </a:cubicBezTo>
                      <a:cubicBezTo>
                        <a:pt x="10349" y="26803"/>
                        <a:pt x="10424" y="26795"/>
                        <a:pt x="10490" y="26795"/>
                      </a:cubicBezTo>
                      <a:cubicBezTo>
                        <a:pt x="10490" y="26927"/>
                        <a:pt x="10498" y="27068"/>
                        <a:pt x="10506" y="27201"/>
                      </a:cubicBezTo>
                      <a:cubicBezTo>
                        <a:pt x="10506" y="27308"/>
                        <a:pt x="10506" y="27441"/>
                        <a:pt x="10540" y="27557"/>
                      </a:cubicBezTo>
                      <a:cubicBezTo>
                        <a:pt x="10506" y="27830"/>
                        <a:pt x="10407" y="28104"/>
                        <a:pt x="10424" y="28377"/>
                      </a:cubicBezTo>
                      <a:cubicBezTo>
                        <a:pt x="10440" y="28626"/>
                        <a:pt x="10573" y="28932"/>
                        <a:pt x="10805" y="29048"/>
                      </a:cubicBezTo>
                      <a:cubicBezTo>
                        <a:pt x="10821" y="29115"/>
                        <a:pt x="10846" y="29173"/>
                        <a:pt x="10863" y="29231"/>
                      </a:cubicBezTo>
                      <a:cubicBezTo>
                        <a:pt x="10904" y="29338"/>
                        <a:pt x="10937" y="29438"/>
                        <a:pt x="10954" y="29554"/>
                      </a:cubicBezTo>
                      <a:cubicBezTo>
                        <a:pt x="10987" y="29753"/>
                        <a:pt x="10962" y="29952"/>
                        <a:pt x="11070" y="30142"/>
                      </a:cubicBezTo>
                      <a:cubicBezTo>
                        <a:pt x="11120" y="30233"/>
                        <a:pt x="11186" y="30308"/>
                        <a:pt x="11260" y="30382"/>
                      </a:cubicBezTo>
                      <a:cubicBezTo>
                        <a:pt x="11260" y="30391"/>
                        <a:pt x="11260" y="30399"/>
                        <a:pt x="11269" y="30407"/>
                      </a:cubicBezTo>
                      <a:cubicBezTo>
                        <a:pt x="11285" y="30440"/>
                        <a:pt x="11310" y="30465"/>
                        <a:pt x="11335" y="30498"/>
                      </a:cubicBezTo>
                      <a:cubicBezTo>
                        <a:pt x="11385" y="30565"/>
                        <a:pt x="11443" y="30623"/>
                        <a:pt x="11509" y="30681"/>
                      </a:cubicBezTo>
                      <a:cubicBezTo>
                        <a:pt x="11517" y="30714"/>
                        <a:pt x="11542" y="30747"/>
                        <a:pt x="11575" y="30772"/>
                      </a:cubicBezTo>
                      <a:cubicBezTo>
                        <a:pt x="12064" y="31128"/>
                        <a:pt x="12685" y="31178"/>
                        <a:pt x="13274" y="31186"/>
                      </a:cubicBezTo>
                      <a:cubicBezTo>
                        <a:pt x="13363" y="31189"/>
                        <a:pt x="13455" y="31192"/>
                        <a:pt x="13547" y="31192"/>
                      </a:cubicBezTo>
                      <a:cubicBezTo>
                        <a:pt x="13755" y="31192"/>
                        <a:pt x="13965" y="31175"/>
                        <a:pt x="14160" y="31095"/>
                      </a:cubicBezTo>
                      <a:cubicBezTo>
                        <a:pt x="14202" y="31078"/>
                        <a:pt x="14243" y="31053"/>
                        <a:pt x="14285" y="31037"/>
                      </a:cubicBezTo>
                      <a:cubicBezTo>
                        <a:pt x="14326" y="31037"/>
                        <a:pt x="14367" y="31045"/>
                        <a:pt x="14409" y="31045"/>
                      </a:cubicBezTo>
                      <a:cubicBezTo>
                        <a:pt x="14508" y="31037"/>
                        <a:pt x="14608" y="31029"/>
                        <a:pt x="14699" y="31004"/>
                      </a:cubicBezTo>
                      <a:cubicBezTo>
                        <a:pt x="14848" y="30971"/>
                        <a:pt x="15014" y="30913"/>
                        <a:pt x="15138" y="30813"/>
                      </a:cubicBezTo>
                      <a:cubicBezTo>
                        <a:pt x="15168" y="30823"/>
                        <a:pt x="15201" y="30827"/>
                        <a:pt x="15235" y="30827"/>
                      </a:cubicBezTo>
                      <a:cubicBezTo>
                        <a:pt x="15314" y="30827"/>
                        <a:pt x="15400" y="30806"/>
                        <a:pt x="15469" y="30788"/>
                      </a:cubicBezTo>
                      <a:cubicBezTo>
                        <a:pt x="15569" y="30772"/>
                        <a:pt x="15677" y="30747"/>
                        <a:pt x="15776" y="30714"/>
                      </a:cubicBezTo>
                      <a:cubicBezTo>
                        <a:pt x="15875" y="30689"/>
                        <a:pt x="15975" y="30656"/>
                        <a:pt x="16049" y="30598"/>
                      </a:cubicBezTo>
                      <a:cubicBezTo>
                        <a:pt x="16061" y="30600"/>
                        <a:pt x="16072" y="30601"/>
                        <a:pt x="16083" y="30601"/>
                      </a:cubicBezTo>
                      <a:cubicBezTo>
                        <a:pt x="16204" y="30601"/>
                        <a:pt x="16277" y="30481"/>
                        <a:pt x="16323" y="30382"/>
                      </a:cubicBezTo>
                      <a:cubicBezTo>
                        <a:pt x="16381" y="30258"/>
                        <a:pt x="16397" y="30126"/>
                        <a:pt x="16381" y="29993"/>
                      </a:cubicBezTo>
                      <a:cubicBezTo>
                        <a:pt x="16348" y="29728"/>
                        <a:pt x="16182" y="29521"/>
                        <a:pt x="15950" y="29405"/>
                      </a:cubicBezTo>
                      <a:cubicBezTo>
                        <a:pt x="15834" y="29347"/>
                        <a:pt x="15718" y="29289"/>
                        <a:pt x="15627" y="29198"/>
                      </a:cubicBezTo>
                      <a:cubicBezTo>
                        <a:pt x="15527" y="29106"/>
                        <a:pt x="15445" y="28999"/>
                        <a:pt x="15370" y="28899"/>
                      </a:cubicBezTo>
                      <a:cubicBezTo>
                        <a:pt x="15287" y="28792"/>
                        <a:pt x="15213" y="28692"/>
                        <a:pt x="15188" y="28560"/>
                      </a:cubicBezTo>
                      <a:cubicBezTo>
                        <a:pt x="15171" y="28493"/>
                        <a:pt x="15171" y="28427"/>
                        <a:pt x="15188" y="28369"/>
                      </a:cubicBezTo>
                      <a:cubicBezTo>
                        <a:pt x="15196" y="28294"/>
                        <a:pt x="15229" y="28228"/>
                        <a:pt x="15229" y="28162"/>
                      </a:cubicBezTo>
                      <a:cubicBezTo>
                        <a:pt x="15229" y="28137"/>
                        <a:pt x="15213" y="28120"/>
                        <a:pt x="15204" y="28112"/>
                      </a:cubicBezTo>
                      <a:cubicBezTo>
                        <a:pt x="15511" y="27789"/>
                        <a:pt x="15685" y="27333"/>
                        <a:pt x="15768" y="26894"/>
                      </a:cubicBezTo>
                      <a:cubicBezTo>
                        <a:pt x="15809" y="26679"/>
                        <a:pt x="15826" y="26447"/>
                        <a:pt x="15826" y="26223"/>
                      </a:cubicBezTo>
                      <a:cubicBezTo>
                        <a:pt x="15950" y="26289"/>
                        <a:pt x="16091" y="26339"/>
                        <a:pt x="16232" y="26380"/>
                      </a:cubicBezTo>
                      <a:cubicBezTo>
                        <a:pt x="16348" y="26414"/>
                        <a:pt x="16472" y="26430"/>
                        <a:pt x="16588" y="26438"/>
                      </a:cubicBezTo>
                      <a:cubicBezTo>
                        <a:pt x="16613" y="26447"/>
                        <a:pt x="16646" y="26447"/>
                        <a:pt x="16671" y="26447"/>
                      </a:cubicBezTo>
                      <a:cubicBezTo>
                        <a:pt x="16820" y="26496"/>
                        <a:pt x="16977" y="26521"/>
                        <a:pt x="17135" y="26546"/>
                      </a:cubicBezTo>
                      <a:cubicBezTo>
                        <a:pt x="17242" y="26558"/>
                        <a:pt x="17354" y="26564"/>
                        <a:pt x="17466" y="26564"/>
                      </a:cubicBezTo>
                      <a:cubicBezTo>
                        <a:pt x="17596" y="26564"/>
                        <a:pt x="17727" y="26556"/>
                        <a:pt x="17856" y="26538"/>
                      </a:cubicBezTo>
                      <a:cubicBezTo>
                        <a:pt x="17996" y="26521"/>
                        <a:pt x="18137" y="26496"/>
                        <a:pt x="18270" y="26463"/>
                      </a:cubicBezTo>
                      <a:lnTo>
                        <a:pt x="18270" y="26463"/>
                      </a:lnTo>
                      <a:cubicBezTo>
                        <a:pt x="18262" y="26538"/>
                        <a:pt x="18270" y="26621"/>
                        <a:pt x="18270" y="26695"/>
                      </a:cubicBezTo>
                      <a:cubicBezTo>
                        <a:pt x="18278" y="26811"/>
                        <a:pt x="18295" y="26927"/>
                        <a:pt x="18320" y="27035"/>
                      </a:cubicBezTo>
                      <a:cubicBezTo>
                        <a:pt x="18353" y="27209"/>
                        <a:pt x="18402" y="27391"/>
                        <a:pt x="18485" y="27557"/>
                      </a:cubicBezTo>
                      <a:cubicBezTo>
                        <a:pt x="18477" y="27665"/>
                        <a:pt x="18485" y="27781"/>
                        <a:pt x="18502" y="27880"/>
                      </a:cubicBezTo>
                      <a:cubicBezTo>
                        <a:pt x="18510" y="28004"/>
                        <a:pt x="18527" y="28129"/>
                        <a:pt x="18543" y="28253"/>
                      </a:cubicBezTo>
                      <a:cubicBezTo>
                        <a:pt x="18535" y="28427"/>
                        <a:pt x="18535" y="28601"/>
                        <a:pt x="18510" y="28775"/>
                      </a:cubicBezTo>
                      <a:cubicBezTo>
                        <a:pt x="18485" y="28990"/>
                        <a:pt x="18419" y="29214"/>
                        <a:pt x="18527" y="29421"/>
                      </a:cubicBezTo>
                      <a:cubicBezTo>
                        <a:pt x="18618" y="29587"/>
                        <a:pt x="18792" y="29711"/>
                        <a:pt x="18958" y="29802"/>
                      </a:cubicBezTo>
                      <a:cubicBezTo>
                        <a:pt x="19148" y="29918"/>
                        <a:pt x="19364" y="30010"/>
                        <a:pt x="19579" y="30043"/>
                      </a:cubicBezTo>
                      <a:cubicBezTo>
                        <a:pt x="19604" y="30043"/>
                        <a:pt x="19637" y="30043"/>
                        <a:pt x="19654" y="30034"/>
                      </a:cubicBezTo>
                      <a:lnTo>
                        <a:pt x="19670" y="30034"/>
                      </a:lnTo>
                      <a:cubicBezTo>
                        <a:pt x="19786" y="30068"/>
                        <a:pt x="19910" y="30092"/>
                        <a:pt x="20035" y="30117"/>
                      </a:cubicBezTo>
                      <a:cubicBezTo>
                        <a:pt x="20267" y="30159"/>
                        <a:pt x="20507" y="30200"/>
                        <a:pt x="20747" y="30233"/>
                      </a:cubicBezTo>
                      <a:cubicBezTo>
                        <a:pt x="20771" y="30235"/>
                        <a:pt x="20794" y="30236"/>
                        <a:pt x="20818" y="30236"/>
                      </a:cubicBezTo>
                      <a:cubicBezTo>
                        <a:pt x="20893" y="30236"/>
                        <a:pt x="20968" y="30225"/>
                        <a:pt x="21037" y="30200"/>
                      </a:cubicBezTo>
                      <a:cubicBezTo>
                        <a:pt x="21070" y="30208"/>
                        <a:pt x="21112" y="30217"/>
                        <a:pt x="21153" y="30217"/>
                      </a:cubicBezTo>
                      <a:cubicBezTo>
                        <a:pt x="21192" y="30224"/>
                        <a:pt x="21230" y="30226"/>
                        <a:pt x="21269" y="30226"/>
                      </a:cubicBezTo>
                      <a:cubicBezTo>
                        <a:pt x="21323" y="30226"/>
                        <a:pt x="21378" y="30221"/>
                        <a:pt x="21435" y="30217"/>
                      </a:cubicBezTo>
                      <a:cubicBezTo>
                        <a:pt x="21626" y="30192"/>
                        <a:pt x="21816" y="30134"/>
                        <a:pt x="21982" y="30034"/>
                      </a:cubicBezTo>
                      <a:cubicBezTo>
                        <a:pt x="22073" y="29976"/>
                        <a:pt x="22164" y="29910"/>
                        <a:pt x="22239" y="29827"/>
                      </a:cubicBezTo>
                      <a:cubicBezTo>
                        <a:pt x="22253" y="29835"/>
                        <a:pt x="22268" y="29838"/>
                        <a:pt x="22284" y="29838"/>
                      </a:cubicBezTo>
                      <a:cubicBezTo>
                        <a:pt x="22321" y="29838"/>
                        <a:pt x="22358" y="29820"/>
                        <a:pt x="22388" y="29802"/>
                      </a:cubicBezTo>
                      <a:cubicBezTo>
                        <a:pt x="22421" y="29786"/>
                        <a:pt x="22454" y="29769"/>
                        <a:pt x="22487" y="29753"/>
                      </a:cubicBezTo>
                      <a:cubicBezTo>
                        <a:pt x="22554" y="29711"/>
                        <a:pt x="22620" y="29662"/>
                        <a:pt x="22678" y="29604"/>
                      </a:cubicBezTo>
                      <a:cubicBezTo>
                        <a:pt x="22761" y="29521"/>
                        <a:pt x="22827" y="29421"/>
                        <a:pt x="22868" y="29314"/>
                      </a:cubicBezTo>
                      <a:cubicBezTo>
                        <a:pt x="22984" y="29189"/>
                        <a:pt x="23051" y="28999"/>
                        <a:pt x="23075" y="28850"/>
                      </a:cubicBezTo>
                      <a:cubicBezTo>
                        <a:pt x="23109" y="28634"/>
                        <a:pt x="23109" y="28444"/>
                        <a:pt x="22959" y="28278"/>
                      </a:cubicBezTo>
                      <a:cubicBezTo>
                        <a:pt x="22827" y="28129"/>
                        <a:pt x="22669" y="27996"/>
                        <a:pt x="22529" y="27855"/>
                      </a:cubicBezTo>
                      <a:cubicBezTo>
                        <a:pt x="22479" y="27797"/>
                        <a:pt x="22413" y="27739"/>
                        <a:pt x="22363" y="27665"/>
                      </a:cubicBezTo>
                      <a:cubicBezTo>
                        <a:pt x="22363" y="27557"/>
                        <a:pt x="22363" y="27449"/>
                        <a:pt x="22363" y="27342"/>
                      </a:cubicBezTo>
                      <a:cubicBezTo>
                        <a:pt x="22371" y="27143"/>
                        <a:pt x="22388" y="26944"/>
                        <a:pt x="22404" y="26745"/>
                      </a:cubicBezTo>
                      <a:cubicBezTo>
                        <a:pt x="22487" y="26488"/>
                        <a:pt x="22545" y="26223"/>
                        <a:pt x="22570" y="25958"/>
                      </a:cubicBezTo>
                      <a:cubicBezTo>
                        <a:pt x="22578" y="25950"/>
                        <a:pt x="22578" y="25941"/>
                        <a:pt x="22587" y="25933"/>
                      </a:cubicBezTo>
                      <a:cubicBezTo>
                        <a:pt x="22636" y="25800"/>
                        <a:pt x="22669" y="25660"/>
                        <a:pt x="22678" y="25519"/>
                      </a:cubicBezTo>
                      <a:cubicBezTo>
                        <a:pt x="22678" y="25444"/>
                        <a:pt x="22669" y="25370"/>
                        <a:pt x="22661" y="25303"/>
                      </a:cubicBezTo>
                      <a:cubicBezTo>
                        <a:pt x="22653" y="25287"/>
                        <a:pt x="22653" y="25270"/>
                        <a:pt x="22653" y="25262"/>
                      </a:cubicBezTo>
                      <a:cubicBezTo>
                        <a:pt x="22694" y="25038"/>
                        <a:pt x="22719" y="24823"/>
                        <a:pt x="22744" y="24599"/>
                      </a:cubicBezTo>
                      <a:cubicBezTo>
                        <a:pt x="22752" y="24583"/>
                        <a:pt x="22752" y="24558"/>
                        <a:pt x="22752" y="24541"/>
                      </a:cubicBezTo>
                      <a:cubicBezTo>
                        <a:pt x="22777" y="24433"/>
                        <a:pt x="22802" y="24326"/>
                        <a:pt x="22827" y="24226"/>
                      </a:cubicBezTo>
                      <a:cubicBezTo>
                        <a:pt x="22868" y="24044"/>
                        <a:pt x="22926" y="23862"/>
                        <a:pt x="23001" y="23696"/>
                      </a:cubicBezTo>
                      <a:cubicBezTo>
                        <a:pt x="23067" y="23514"/>
                        <a:pt x="23191" y="23356"/>
                        <a:pt x="23258" y="23182"/>
                      </a:cubicBezTo>
                      <a:cubicBezTo>
                        <a:pt x="23283" y="23124"/>
                        <a:pt x="23249" y="23083"/>
                        <a:pt x="23208" y="23066"/>
                      </a:cubicBezTo>
                      <a:cubicBezTo>
                        <a:pt x="23208" y="23066"/>
                        <a:pt x="23208" y="23066"/>
                        <a:pt x="23208" y="23058"/>
                      </a:cubicBezTo>
                      <a:cubicBezTo>
                        <a:pt x="23266" y="22925"/>
                        <a:pt x="23307" y="22785"/>
                        <a:pt x="23341" y="22644"/>
                      </a:cubicBezTo>
                      <a:cubicBezTo>
                        <a:pt x="23432" y="22577"/>
                        <a:pt x="23473" y="22470"/>
                        <a:pt x="23515" y="22370"/>
                      </a:cubicBezTo>
                      <a:cubicBezTo>
                        <a:pt x="23556" y="22263"/>
                        <a:pt x="23597" y="22155"/>
                        <a:pt x="23647" y="22047"/>
                      </a:cubicBezTo>
                      <a:cubicBezTo>
                        <a:pt x="23730" y="21823"/>
                        <a:pt x="23747" y="21608"/>
                        <a:pt x="23738" y="21368"/>
                      </a:cubicBezTo>
                      <a:cubicBezTo>
                        <a:pt x="23738" y="21326"/>
                        <a:pt x="23738" y="21285"/>
                        <a:pt x="23738" y="21243"/>
                      </a:cubicBezTo>
                      <a:cubicBezTo>
                        <a:pt x="23838" y="21020"/>
                        <a:pt x="23945" y="20804"/>
                        <a:pt x="24020" y="20572"/>
                      </a:cubicBezTo>
                      <a:cubicBezTo>
                        <a:pt x="24119" y="20291"/>
                        <a:pt x="24202" y="19992"/>
                        <a:pt x="24244" y="19694"/>
                      </a:cubicBezTo>
                      <a:cubicBezTo>
                        <a:pt x="24252" y="19620"/>
                        <a:pt x="24260" y="19537"/>
                        <a:pt x="24260" y="19462"/>
                      </a:cubicBezTo>
                      <a:cubicBezTo>
                        <a:pt x="24266" y="19464"/>
                        <a:pt x="24273" y="19465"/>
                        <a:pt x="24279" y="19465"/>
                      </a:cubicBezTo>
                      <a:cubicBezTo>
                        <a:pt x="24299" y="19465"/>
                        <a:pt x="24320" y="19454"/>
                        <a:pt x="24327" y="19429"/>
                      </a:cubicBezTo>
                      <a:cubicBezTo>
                        <a:pt x="24351" y="19346"/>
                        <a:pt x="24351" y="19247"/>
                        <a:pt x="24351" y="19147"/>
                      </a:cubicBezTo>
                      <a:cubicBezTo>
                        <a:pt x="24363" y="19155"/>
                        <a:pt x="24374" y="19159"/>
                        <a:pt x="24383" y="19159"/>
                      </a:cubicBezTo>
                      <a:cubicBezTo>
                        <a:pt x="24395" y="19159"/>
                        <a:pt x="24405" y="19153"/>
                        <a:pt x="24409" y="19139"/>
                      </a:cubicBezTo>
                      <a:cubicBezTo>
                        <a:pt x="24451" y="19048"/>
                        <a:pt x="24459" y="18948"/>
                        <a:pt x="24467" y="18857"/>
                      </a:cubicBezTo>
                      <a:cubicBezTo>
                        <a:pt x="24478" y="18863"/>
                        <a:pt x="24490" y="18865"/>
                        <a:pt x="24502" y="18865"/>
                      </a:cubicBezTo>
                      <a:cubicBezTo>
                        <a:pt x="24529" y="18865"/>
                        <a:pt x="24556" y="18852"/>
                        <a:pt x="24567" y="18824"/>
                      </a:cubicBezTo>
                      <a:cubicBezTo>
                        <a:pt x="24650" y="18642"/>
                        <a:pt x="24641" y="18418"/>
                        <a:pt x="24641" y="18219"/>
                      </a:cubicBezTo>
                      <a:lnTo>
                        <a:pt x="24641" y="18170"/>
                      </a:lnTo>
                      <a:cubicBezTo>
                        <a:pt x="24699" y="18078"/>
                        <a:pt x="24716" y="17938"/>
                        <a:pt x="24724" y="17830"/>
                      </a:cubicBezTo>
                      <a:cubicBezTo>
                        <a:pt x="24741" y="17714"/>
                        <a:pt x="24749" y="17606"/>
                        <a:pt x="24749" y="17490"/>
                      </a:cubicBezTo>
                      <a:cubicBezTo>
                        <a:pt x="24757" y="17242"/>
                        <a:pt x="24741" y="17001"/>
                        <a:pt x="24708" y="16761"/>
                      </a:cubicBezTo>
                      <a:cubicBezTo>
                        <a:pt x="24683" y="16554"/>
                        <a:pt x="24650" y="16347"/>
                        <a:pt x="24600" y="16148"/>
                      </a:cubicBezTo>
                      <a:lnTo>
                        <a:pt x="24600" y="16148"/>
                      </a:lnTo>
                      <a:cubicBezTo>
                        <a:pt x="24606" y="16154"/>
                        <a:pt x="24614" y="16157"/>
                        <a:pt x="24622" y="16157"/>
                      </a:cubicBezTo>
                      <a:cubicBezTo>
                        <a:pt x="24637" y="16157"/>
                        <a:pt x="24653" y="16147"/>
                        <a:pt x="24658" y="16131"/>
                      </a:cubicBezTo>
                      <a:cubicBezTo>
                        <a:pt x="24716" y="15990"/>
                        <a:pt x="24708" y="15816"/>
                        <a:pt x="24708" y="15667"/>
                      </a:cubicBezTo>
                      <a:cubicBezTo>
                        <a:pt x="24708" y="15659"/>
                        <a:pt x="24708" y="15642"/>
                        <a:pt x="24699" y="15634"/>
                      </a:cubicBezTo>
                      <a:lnTo>
                        <a:pt x="24699" y="15634"/>
                      </a:lnTo>
                      <a:cubicBezTo>
                        <a:pt x="24707" y="15636"/>
                        <a:pt x="24715" y="15637"/>
                        <a:pt x="24721" y="15637"/>
                      </a:cubicBezTo>
                      <a:cubicBezTo>
                        <a:pt x="24743" y="15637"/>
                        <a:pt x="24757" y="15626"/>
                        <a:pt x="24757" y="15601"/>
                      </a:cubicBezTo>
                      <a:cubicBezTo>
                        <a:pt x="24782" y="15460"/>
                        <a:pt x="24741" y="15303"/>
                        <a:pt x="24716" y="15162"/>
                      </a:cubicBezTo>
                      <a:cubicBezTo>
                        <a:pt x="24708" y="15121"/>
                        <a:pt x="24699" y="15087"/>
                        <a:pt x="24691" y="15046"/>
                      </a:cubicBezTo>
                      <a:cubicBezTo>
                        <a:pt x="24699" y="15005"/>
                        <a:pt x="24691" y="14963"/>
                        <a:pt x="24699" y="14930"/>
                      </a:cubicBezTo>
                      <a:cubicBezTo>
                        <a:pt x="24699" y="14839"/>
                        <a:pt x="24699" y="14739"/>
                        <a:pt x="24699" y="14640"/>
                      </a:cubicBezTo>
                      <a:cubicBezTo>
                        <a:pt x="24691" y="14590"/>
                        <a:pt x="24691" y="14541"/>
                        <a:pt x="24683" y="14491"/>
                      </a:cubicBezTo>
                      <a:cubicBezTo>
                        <a:pt x="24708" y="14483"/>
                        <a:pt x="24716" y="14466"/>
                        <a:pt x="24724" y="14449"/>
                      </a:cubicBezTo>
                      <a:cubicBezTo>
                        <a:pt x="24733" y="14284"/>
                        <a:pt x="24699" y="14118"/>
                        <a:pt x="24641" y="13961"/>
                      </a:cubicBezTo>
                      <a:cubicBezTo>
                        <a:pt x="24617" y="13878"/>
                        <a:pt x="24575" y="13795"/>
                        <a:pt x="24534" y="13720"/>
                      </a:cubicBezTo>
                      <a:cubicBezTo>
                        <a:pt x="24550" y="13720"/>
                        <a:pt x="24567" y="13704"/>
                        <a:pt x="24575" y="13687"/>
                      </a:cubicBezTo>
                      <a:cubicBezTo>
                        <a:pt x="24583" y="13654"/>
                        <a:pt x="24567" y="13604"/>
                        <a:pt x="24559" y="13571"/>
                      </a:cubicBezTo>
                      <a:cubicBezTo>
                        <a:pt x="24542" y="13538"/>
                        <a:pt x="24525" y="13505"/>
                        <a:pt x="24517" y="13463"/>
                      </a:cubicBezTo>
                      <a:cubicBezTo>
                        <a:pt x="24484" y="13397"/>
                        <a:pt x="24459" y="13323"/>
                        <a:pt x="24434" y="13256"/>
                      </a:cubicBezTo>
                      <a:cubicBezTo>
                        <a:pt x="24385" y="13115"/>
                        <a:pt x="24343" y="12975"/>
                        <a:pt x="24327" y="12825"/>
                      </a:cubicBezTo>
                      <a:cubicBezTo>
                        <a:pt x="24327" y="12792"/>
                        <a:pt x="24335" y="12759"/>
                        <a:pt x="24335" y="12718"/>
                      </a:cubicBezTo>
                      <a:cubicBezTo>
                        <a:pt x="24351" y="12627"/>
                        <a:pt x="24351" y="12527"/>
                        <a:pt x="24360" y="12428"/>
                      </a:cubicBezTo>
                      <a:cubicBezTo>
                        <a:pt x="24360" y="12419"/>
                        <a:pt x="24360" y="12411"/>
                        <a:pt x="24360" y="12403"/>
                      </a:cubicBezTo>
                      <a:cubicBezTo>
                        <a:pt x="24434" y="12403"/>
                        <a:pt x="24509" y="12361"/>
                        <a:pt x="24542" y="12295"/>
                      </a:cubicBezTo>
                      <a:cubicBezTo>
                        <a:pt x="24592" y="12221"/>
                        <a:pt x="24583" y="12138"/>
                        <a:pt x="24567" y="12055"/>
                      </a:cubicBezTo>
                      <a:cubicBezTo>
                        <a:pt x="24583" y="12038"/>
                        <a:pt x="24600" y="12030"/>
                        <a:pt x="24608" y="12005"/>
                      </a:cubicBezTo>
                      <a:cubicBezTo>
                        <a:pt x="24650" y="11939"/>
                        <a:pt x="24633" y="11831"/>
                        <a:pt x="24633" y="11748"/>
                      </a:cubicBezTo>
                      <a:cubicBezTo>
                        <a:pt x="24641" y="11674"/>
                        <a:pt x="24633" y="11599"/>
                        <a:pt x="24625" y="11525"/>
                      </a:cubicBezTo>
                      <a:lnTo>
                        <a:pt x="24625" y="11483"/>
                      </a:lnTo>
                      <a:cubicBezTo>
                        <a:pt x="24641" y="11483"/>
                        <a:pt x="24650" y="11475"/>
                        <a:pt x="24650" y="11458"/>
                      </a:cubicBezTo>
                      <a:cubicBezTo>
                        <a:pt x="24658" y="11367"/>
                        <a:pt x="24675" y="11276"/>
                        <a:pt x="24675" y="11185"/>
                      </a:cubicBezTo>
                      <a:lnTo>
                        <a:pt x="24675" y="11177"/>
                      </a:lnTo>
                      <a:cubicBezTo>
                        <a:pt x="24857" y="10820"/>
                        <a:pt x="25039" y="10464"/>
                        <a:pt x="25188" y="10091"/>
                      </a:cubicBezTo>
                      <a:cubicBezTo>
                        <a:pt x="25313" y="9768"/>
                        <a:pt x="25445" y="9387"/>
                        <a:pt x="25429" y="9022"/>
                      </a:cubicBezTo>
                      <a:cubicBezTo>
                        <a:pt x="25478" y="8956"/>
                        <a:pt x="25520" y="8890"/>
                        <a:pt x="25553" y="8815"/>
                      </a:cubicBezTo>
                      <a:cubicBezTo>
                        <a:pt x="25677" y="8600"/>
                        <a:pt x="25768" y="8376"/>
                        <a:pt x="25793" y="8128"/>
                      </a:cubicBezTo>
                      <a:cubicBezTo>
                        <a:pt x="25826" y="7862"/>
                        <a:pt x="25760" y="7597"/>
                        <a:pt x="25702" y="7332"/>
                      </a:cubicBezTo>
                      <a:lnTo>
                        <a:pt x="25710" y="7332"/>
                      </a:lnTo>
                      <a:cubicBezTo>
                        <a:pt x="25652" y="7067"/>
                        <a:pt x="25586" y="6810"/>
                        <a:pt x="25520" y="6545"/>
                      </a:cubicBezTo>
                      <a:cubicBezTo>
                        <a:pt x="25545" y="6429"/>
                        <a:pt x="25553" y="6313"/>
                        <a:pt x="25561" y="6197"/>
                      </a:cubicBezTo>
                      <a:cubicBezTo>
                        <a:pt x="25569" y="5940"/>
                        <a:pt x="25561" y="5683"/>
                        <a:pt x="25561" y="5426"/>
                      </a:cubicBezTo>
                      <a:cubicBezTo>
                        <a:pt x="25569" y="5153"/>
                        <a:pt x="25578" y="4888"/>
                        <a:pt x="25586" y="4623"/>
                      </a:cubicBezTo>
                      <a:cubicBezTo>
                        <a:pt x="25611" y="4109"/>
                        <a:pt x="25661" y="3587"/>
                        <a:pt x="25710" y="3073"/>
                      </a:cubicBezTo>
                      <a:cubicBezTo>
                        <a:pt x="25752" y="2568"/>
                        <a:pt x="25785" y="2063"/>
                        <a:pt x="25743" y="1549"/>
                      </a:cubicBezTo>
                      <a:cubicBezTo>
                        <a:pt x="25727" y="1300"/>
                        <a:pt x="25685" y="1043"/>
                        <a:pt x="25619" y="795"/>
                      </a:cubicBezTo>
                      <a:cubicBezTo>
                        <a:pt x="25578" y="621"/>
                        <a:pt x="25511" y="447"/>
                        <a:pt x="25404" y="298"/>
                      </a:cubicBezTo>
                      <a:cubicBezTo>
                        <a:pt x="25296" y="149"/>
                        <a:pt x="25147" y="33"/>
                        <a:pt x="24956" y="8"/>
                      </a:cubicBezTo>
                      <a:cubicBezTo>
                        <a:pt x="24924" y="3"/>
                        <a:pt x="24891" y="1"/>
                        <a:pt x="2485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0" name="Google Shape;1670;p1"/>
                <p:cNvSpPr/>
                <p:nvPr/>
              </p:nvSpPr>
              <p:spPr>
                <a:xfrm>
                  <a:off x="819750" y="2644000"/>
                  <a:ext cx="18900" cy="69775"/>
                </a:xfrm>
                <a:custGeom>
                  <a:rect b="b" l="l" r="r" t="t"/>
                  <a:pathLst>
                    <a:path extrusionOk="0" h="2791" w="756">
                      <a:moveTo>
                        <a:pt x="694" y="0"/>
                      </a:moveTo>
                      <a:cubicBezTo>
                        <a:pt x="680" y="0"/>
                        <a:pt x="666" y="7"/>
                        <a:pt x="655" y="23"/>
                      </a:cubicBezTo>
                      <a:cubicBezTo>
                        <a:pt x="390" y="429"/>
                        <a:pt x="200" y="868"/>
                        <a:pt x="108" y="1348"/>
                      </a:cubicBezTo>
                      <a:cubicBezTo>
                        <a:pt x="59" y="1580"/>
                        <a:pt x="34" y="1812"/>
                        <a:pt x="26" y="2052"/>
                      </a:cubicBezTo>
                      <a:cubicBezTo>
                        <a:pt x="17" y="2284"/>
                        <a:pt x="1" y="2558"/>
                        <a:pt x="133" y="2757"/>
                      </a:cubicBezTo>
                      <a:cubicBezTo>
                        <a:pt x="145" y="2780"/>
                        <a:pt x="166" y="2790"/>
                        <a:pt x="188" y="2790"/>
                      </a:cubicBezTo>
                      <a:cubicBezTo>
                        <a:pt x="214" y="2790"/>
                        <a:pt x="240" y="2775"/>
                        <a:pt x="249" y="2748"/>
                      </a:cubicBezTo>
                      <a:cubicBezTo>
                        <a:pt x="316" y="2533"/>
                        <a:pt x="266" y="2301"/>
                        <a:pt x="266" y="2077"/>
                      </a:cubicBezTo>
                      <a:cubicBezTo>
                        <a:pt x="266" y="1845"/>
                        <a:pt x="282" y="1622"/>
                        <a:pt x="324" y="1390"/>
                      </a:cubicBezTo>
                      <a:cubicBezTo>
                        <a:pt x="407" y="942"/>
                        <a:pt x="539" y="487"/>
                        <a:pt x="738" y="72"/>
                      </a:cubicBezTo>
                      <a:cubicBezTo>
                        <a:pt x="755" y="32"/>
                        <a:pt x="725" y="0"/>
                        <a:pt x="69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1" name="Google Shape;1671;p1"/>
                <p:cNvSpPr/>
                <p:nvPr/>
              </p:nvSpPr>
              <p:spPr>
                <a:xfrm>
                  <a:off x="829700" y="2686850"/>
                  <a:ext cx="6850" cy="27500"/>
                </a:xfrm>
                <a:custGeom>
                  <a:rect b="b" l="l" r="r" t="t"/>
                  <a:pathLst>
                    <a:path extrusionOk="0" h="1100" w="274">
                      <a:moveTo>
                        <a:pt x="74" y="1"/>
                      </a:moveTo>
                      <a:cubicBezTo>
                        <a:pt x="56" y="1"/>
                        <a:pt x="38" y="11"/>
                        <a:pt x="34" y="32"/>
                      </a:cubicBezTo>
                      <a:cubicBezTo>
                        <a:pt x="17" y="181"/>
                        <a:pt x="0" y="322"/>
                        <a:pt x="9" y="471"/>
                      </a:cubicBezTo>
                      <a:cubicBezTo>
                        <a:pt x="9" y="612"/>
                        <a:pt x="17" y="761"/>
                        <a:pt x="75" y="894"/>
                      </a:cubicBezTo>
                      <a:cubicBezTo>
                        <a:pt x="83" y="910"/>
                        <a:pt x="96" y="916"/>
                        <a:pt x="108" y="916"/>
                      </a:cubicBezTo>
                      <a:cubicBezTo>
                        <a:pt x="121" y="916"/>
                        <a:pt x="133" y="910"/>
                        <a:pt x="141" y="902"/>
                      </a:cubicBezTo>
                      <a:cubicBezTo>
                        <a:pt x="158" y="960"/>
                        <a:pt x="174" y="1018"/>
                        <a:pt x="199" y="1076"/>
                      </a:cubicBezTo>
                      <a:cubicBezTo>
                        <a:pt x="206" y="1093"/>
                        <a:pt x="219" y="1100"/>
                        <a:pt x="233" y="1100"/>
                      </a:cubicBezTo>
                      <a:cubicBezTo>
                        <a:pt x="253" y="1100"/>
                        <a:pt x="274" y="1084"/>
                        <a:pt x="274" y="1059"/>
                      </a:cubicBezTo>
                      <a:cubicBezTo>
                        <a:pt x="265" y="952"/>
                        <a:pt x="249" y="852"/>
                        <a:pt x="232" y="744"/>
                      </a:cubicBezTo>
                      <a:cubicBezTo>
                        <a:pt x="224" y="637"/>
                        <a:pt x="216" y="537"/>
                        <a:pt x="216" y="430"/>
                      </a:cubicBezTo>
                      <a:cubicBezTo>
                        <a:pt x="216" y="395"/>
                        <a:pt x="188" y="377"/>
                        <a:pt x="160" y="377"/>
                      </a:cubicBezTo>
                      <a:cubicBezTo>
                        <a:pt x="148" y="377"/>
                        <a:pt x="135" y="380"/>
                        <a:pt x="125" y="388"/>
                      </a:cubicBezTo>
                      <a:cubicBezTo>
                        <a:pt x="116" y="272"/>
                        <a:pt x="108" y="156"/>
                        <a:pt x="108" y="32"/>
                      </a:cubicBezTo>
                      <a:cubicBezTo>
                        <a:pt x="108" y="11"/>
                        <a:pt x="92" y="1"/>
                        <a:pt x="7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2" name="Google Shape;1672;p1"/>
                <p:cNvSpPr/>
                <p:nvPr/>
              </p:nvSpPr>
              <p:spPr>
                <a:xfrm>
                  <a:off x="837150" y="2703525"/>
                  <a:ext cx="4175" cy="14875"/>
                </a:xfrm>
                <a:custGeom>
                  <a:rect b="b" l="l" r="r" t="t"/>
                  <a:pathLst>
                    <a:path extrusionOk="0" h="595" w="167">
                      <a:moveTo>
                        <a:pt x="100" y="1"/>
                      </a:moveTo>
                      <a:cubicBezTo>
                        <a:pt x="73" y="1"/>
                        <a:pt x="49" y="17"/>
                        <a:pt x="42" y="44"/>
                      </a:cubicBezTo>
                      <a:cubicBezTo>
                        <a:pt x="1" y="218"/>
                        <a:pt x="1" y="409"/>
                        <a:pt x="83" y="566"/>
                      </a:cubicBezTo>
                      <a:cubicBezTo>
                        <a:pt x="90" y="585"/>
                        <a:pt x="105" y="594"/>
                        <a:pt x="120" y="594"/>
                      </a:cubicBezTo>
                      <a:cubicBezTo>
                        <a:pt x="124" y="594"/>
                        <a:pt x="129" y="593"/>
                        <a:pt x="133" y="591"/>
                      </a:cubicBezTo>
                      <a:lnTo>
                        <a:pt x="141" y="591"/>
                      </a:lnTo>
                      <a:cubicBezTo>
                        <a:pt x="158" y="583"/>
                        <a:pt x="166" y="558"/>
                        <a:pt x="166" y="541"/>
                      </a:cubicBezTo>
                      <a:cubicBezTo>
                        <a:pt x="141" y="384"/>
                        <a:pt x="125" y="235"/>
                        <a:pt x="158" y="77"/>
                      </a:cubicBezTo>
                      <a:cubicBezTo>
                        <a:pt x="158" y="44"/>
                        <a:pt x="150" y="11"/>
                        <a:pt x="117" y="3"/>
                      </a:cubicBezTo>
                      <a:cubicBezTo>
                        <a:pt x="111" y="1"/>
                        <a:pt x="105" y="1"/>
                        <a:pt x="10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3" name="Google Shape;1673;p1"/>
                <p:cNvSpPr/>
                <p:nvPr/>
              </p:nvSpPr>
              <p:spPr>
                <a:xfrm>
                  <a:off x="853725" y="2721975"/>
                  <a:ext cx="11000" cy="6575"/>
                </a:xfrm>
                <a:custGeom>
                  <a:rect b="b" l="l" r="r" t="t"/>
                  <a:pathLst>
                    <a:path extrusionOk="0" h="263" w="440">
                      <a:moveTo>
                        <a:pt x="368" y="1"/>
                      </a:moveTo>
                      <a:cubicBezTo>
                        <a:pt x="339" y="1"/>
                        <a:pt x="311" y="21"/>
                        <a:pt x="282" y="35"/>
                      </a:cubicBezTo>
                      <a:cubicBezTo>
                        <a:pt x="257" y="44"/>
                        <a:pt x="224" y="60"/>
                        <a:pt x="199" y="77"/>
                      </a:cubicBezTo>
                      <a:cubicBezTo>
                        <a:pt x="141" y="102"/>
                        <a:pt x="92" y="135"/>
                        <a:pt x="34" y="160"/>
                      </a:cubicBezTo>
                      <a:cubicBezTo>
                        <a:pt x="9" y="176"/>
                        <a:pt x="0" y="209"/>
                        <a:pt x="17" y="234"/>
                      </a:cubicBezTo>
                      <a:cubicBezTo>
                        <a:pt x="29" y="253"/>
                        <a:pt x="47" y="262"/>
                        <a:pt x="68" y="262"/>
                      </a:cubicBezTo>
                      <a:cubicBezTo>
                        <a:pt x="76" y="262"/>
                        <a:pt x="83" y="261"/>
                        <a:pt x="92" y="259"/>
                      </a:cubicBezTo>
                      <a:lnTo>
                        <a:pt x="92" y="251"/>
                      </a:lnTo>
                      <a:cubicBezTo>
                        <a:pt x="141" y="226"/>
                        <a:pt x="199" y="201"/>
                        <a:pt x="257" y="168"/>
                      </a:cubicBezTo>
                      <a:cubicBezTo>
                        <a:pt x="282" y="160"/>
                        <a:pt x="315" y="143"/>
                        <a:pt x="340" y="127"/>
                      </a:cubicBezTo>
                      <a:cubicBezTo>
                        <a:pt x="365" y="110"/>
                        <a:pt x="406" y="93"/>
                        <a:pt x="423" y="69"/>
                      </a:cubicBezTo>
                      <a:cubicBezTo>
                        <a:pt x="440" y="35"/>
                        <a:pt x="415" y="2"/>
                        <a:pt x="382" y="2"/>
                      </a:cubicBezTo>
                      <a:cubicBezTo>
                        <a:pt x="377" y="1"/>
                        <a:pt x="373" y="1"/>
                        <a:pt x="3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4" name="Google Shape;1674;p1"/>
                <p:cNvSpPr/>
                <p:nvPr/>
              </p:nvSpPr>
              <p:spPr>
                <a:xfrm>
                  <a:off x="860775" y="2728900"/>
                  <a:ext cx="5000" cy="4900"/>
                </a:xfrm>
                <a:custGeom>
                  <a:rect b="b" l="l" r="r" t="t"/>
                  <a:pathLst>
                    <a:path extrusionOk="0" h="196" w="200">
                      <a:moveTo>
                        <a:pt x="174" y="1"/>
                      </a:moveTo>
                      <a:cubicBezTo>
                        <a:pt x="168" y="1"/>
                        <a:pt x="162" y="3"/>
                        <a:pt x="158" y="7"/>
                      </a:cubicBezTo>
                      <a:cubicBezTo>
                        <a:pt x="108" y="48"/>
                        <a:pt x="58" y="98"/>
                        <a:pt x="8" y="140"/>
                      </a:cubicBezTo>
                      <a:cubicBezTo>
                        <a:pt x="0" y="148"/>
                        <a:pt x="0" y="173"/>
                        <a:pt x="8" y="189"/>
                      </a:cubicBezTo>
                      <a:cubicBezTo>
                        <a:pt x="17" y="193"/>
                        <a:pt x="25" y="196"/>
                        <a:pt x="33" y="196"/>
                      </a:cubicBezTo>
                      <a:cubicBezTo>
                        <a:pt x="42" y="196"/>
                        <a:pt x="50" y="193"/>
                        <a:pt x="58" y="189"/>
                      </a:cubicBezTo>
                      <a:cubicBezTo>
                        <a:pt x="100" y="140"/>
                        <a:pt x="149" y="90"/>
                        <a:pt x="191" y="40"/>
                      </a:cubicBezTo>
                      <a:cubicBezTo>
                        <a:pt x="191" y="32"/>
                        <a:pt x="199" y="15"/>
                        <a:pt x="191" y="7"/>
                      </a:cubicBezTo>
                      <a:cubicBezTo>
                        <a:pt x="187" y="3"/>
                        <a:pt x="180" y="1"/>
                        <a:pt x="17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5" name="Google Shape;1675;p1"/>
                <p:cNvSpPr/>
                <p:nvPr/>
              </p:nvSpPr>
              <p:spPr>
                <a:xfrm>
                  <a:off x="866150" y="2733825"/>
                  <a:ext cx="7475" cy="5500"/>
                </a:xfrm>
                <a:custGeom>
                  <a:rect b="b" l="l" r="r" t="t"/>
                  <a:pathLst>
                    <a:path extrusionOk="0" h="220" w="299">
                      <a:moveTo>
                        <a:pt x="249" y="1"/>
                      </a:moveTo>
                      <a:cubicBezTo>
                        <a:pt x="241" y="9"/>
                        <a:pt x="224" y="9"/>
                        <a:pt x="216" y="17"/>
                      </a:cubicBezTo>
                      <a:cubicBezTo>
                        <a:pt x="208" y="17"/>
                        <a:pt x="199" y="25"/>
                        <a:pt x="191" y="34"/>
                      </a:cubicBezTo>
                      <a:cubicBezTo>
                        <a:pt x="175" y="42"/>
                        <a:pt x="150" y="59"/>
                        <a:pt x="133" y="67"/>
                      </a:cubicBezTo>
                      <a:cubicBezTo>
                        <a:pt x="100" y="92"/>
                        <a:pt x="67" y="117"/>
                        <a:pt x="25" y="133"/>
                      </a:cubicBezTo>
                      <a:cubicBezTo>
                        <a:pt x="9" y="150"/>
                        <a:pt x="1" y="175"/>
                        <a:pt x="9" y="199"/>
                      </a:cubicBezTo>
                      <a:cubicBezTo>
                        <a:pt x="21" y="212"/>
                        <a:pt x="38" y="219"/>
                        <a:pt x="55" y="219"/>
                      </a:cubicBezTo>
                      <a:cubicBezTo>
                        <a:pt x="62" y="219"/>
                        <a:pt x="69" y="218"/>
                        <a:pt x="75" y="216"/>
                      </a:cubicBezTo>
                      <a:cubicBezTo>
                        <a:pt x="108" y="191"/>
                        <a:pt x="141" y="166"/>
                        <a:pt x="183" y="141"/>
                      </a:cubicBezTo>
                      <a:lnTo>
                        <a:pt x="233" y="108"/>
                      </a:lnTo>
                      <a:cubicBezTo>
                        <a:pt x="241" y="100"/>
                        <a:pt x="257" y="92"/>
                        <a:pt x="266" y="83"/>
                      </a:cubicBezTo>
                      <a:cubicBezTo>
                        <a:pt x="274" y="75"/>
                        <a:pt x="282" y="75"/>
                        <a:pt x="282" y="67"/>
                      </a:cubicBezTo>
                      <a:cubicBezTo>
                        <a:pt x="299" y="50"/>
                        <a:pt x="299" y="34"/>
                        <a:pt x="291" y="17"/>
                      </a:cubicBezTo>
                      <a:cubicBezTo>
                        <a:pt x="282" y="9"/>
                        <a:pt x="266" y="1"/>
                        <a:pt x="24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6" name="Google Shape;1676;p1"/>
                <p:cNvSpPr/>
                <p:nvPr/>
              </p:nvSpPr>
              <p:spPr>
                <a:xfrm>
                  <a:off x="828200" y="2583950"/>
                  <a:ext cx="32175" cy="63350"/>
                </a:xfrm>
                <a:custGeom>
                  <a:rect b="b" l="l" r="r" t="t"/>
                  <a:pathLst>
                    <a:path extrusionOk="0" h="2534" w="1287">
                      <a:moveTo>
                        <a:pt x="1246" y="1"/>
                      </a:moveTo>
                      <a:cubicBezTo>
                        <a:pt x="1241" y="1"/>
                        <a:pt x="1235" y="2"/>
                        <a:pt x="1229" y="5"/>
                      </a:cubicBezTo>
                      <a:cubicBezTo>
                        <a:pt x="1137" y="63"/>
                        <a:pt x="1088" y="171"/>
                        <a:pt x="1038" y="262"/>
                      </a:cubicBezTo>
                      <a:cubicBezTo>
                        <a:pt x="980" y="361"/>
                        <a:pt x="922" y="461"/>
                        <a:pt x="864" y="569"/>
                      </a:cubicBezTo>
                      <a:cubicBezTo>
                        <a:pt x="740" y="776"/>
                        <a:pt x="632" y="983"/>
                        <a:pt x="524" y="1190"/>
                      </a:cubicBezTo>
                      <a:cubicBezTo>
                        <a:pt x="425" y="1397"/>
                        <a:pt x="334" y="1613"/>
                        <a:pt x="243" y="1828"/>
                      </a:cubicBezTo>
                      <a:cubicBezTo>
                        <a:pt x="152" y="2043"/>
                        <a:pt x="85" y="2267"/>
                        <a:pt x="11" y="2491"/>
                      </a:cubicBezTo>
                      <a:cubicBezTo>
                        <a:pt x="0" y="2517"/>
                        <a:pt x="23" y="2533"/>
                        <a:pt x="45" y="2533"/>
                      </a:cubicBezTo>
                      <a:cubicBezTo>
                        <a:pt x="58" y="2533"/>
                        <a:pt x="71" y="2528"/>
                        <a:pt x="77" y="2516"/>
                      </a:cubicBezTo>
                      <a:cubicBezTo>
                        <a:pt x="152" y="2292"/>
                        <a:pt x="251" y="2085"/>
                        <a:pt x="342" y="1869"/>
                      </a:cubicBezTo>
                      <a:cubicBezTo>
                        <a:pt x="433" y="1654"/>
                        <a:pt x="524" y="1439"/>
                        <a:pt x="632" y="1231"/>
                      </a:cubicBezTo>
                      <a:cubicBezTo>
                        <a:pt x="731" y="1033"/>
                        <a:pt x="839" y="834"/>
                        <a:pt x="947" y="635"/>
                      </a:cubicBezTo>
                      <a:cubicBezTo>
                        <a:pt x="1005" y="535"/>
                        <a:pt x="1063" y="436"/>
                        <a:pt x="1121" y="345"/>
                      </a:cubicBezTo>
                      <a:cubicBezTo>
                        <a:pt x="1179" y="254"/>
                        <a:pt x="1270" y="154"/>
                        <a:pt x="1287" y="55"/>
                      </a:cubicBezTo>
                      <a:cubicBezTo>
                        <a:pt x="1287" y="28"/>
                        <a:pt x="1270" y="1"/>
                        <a:pt x="124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7" name="Google Shape;1677;p1"/>
                <p:cNvSpPr/>
                <p:nvPr/>
              </p:nvSpPr>
              <p:spPr>
                <a:xfrm>
                  <a:off x="862625" y="2565000"/>
                  <a:ext cx="12625" cy="12725"/>
                </a:xfrm>
                <a:custGeom>
                  <a:rect b="b" l="l" r="r" t="t"/>
                  <a:pathLst>
                    <a:path extrusionOk="0" h="509" w="505">
                      <a:moveTo>
                        <a:pt x="456" y="1"/>
                      </a:moveTo>
                      <a:cubicBezTo>
                        <a:pt x="415" y="34"/>
                        <a:pt x="382" y="75"/>
                        <a:pt x="340" y="109"/>
                      </a:cubicBezTo>
                      <a:cubicBezTo>
                        <a:pt x="307" y="142"/>
                        <a:pt x="274" y="183"/>
                        <a:pt x="241" y="225"/>
                      </a:cubicBezTo>
                      <a:cubicBezTo>
                        <a:pt x="166" y="299"/>
                        <a:pt x="100" y="374"/>
                        <a:pt x="26" y="448"/>
                      </a:cubicBezTo>
                      <a:cubicBezTo>
                        <a:pt x="0" y="474"/>
                        <a:pt x="24" y="509"/>
                        <a:pt x="51" y="509"/>
                      </a:cubicBezTo>
                      <a:cubicBezTo>
                        <a:pt x="59" y="509"/>
                        <a:pt x="68" y="506"/>
                        <a:pt x="75" y="498"/>
                      </a:cubicBezTo>
                      <a:cubicBezTo>
                        <a:pt x="150" y="423"/>
                        <a:pt x="216" y="349"/>
                        <a:pt x="291" y="274"/>
                      </a:cubicBezTo>
                      <a:cubicBezTo>
                        <a:pt x="324" y="241"/>
                        <a:pt x="357" y="208"/>
                        <a:pt x="390" y="167"/>
                      </a:cubicBezTo>
                      <a:cubicBezTo>
                        <a:pt x="432" y="125"/>
                        <a:pt x="473" y="92"/>
                        <a:pt x="498" y="42"/>
                      </a:cubicBezTo>
                      <a:cubicBezTo>
                        <a:pt x="504" y="23"/>
                        <a:pt x="491" y="4"/>
                        <a:pt x="473" y="4"/>
                      </a:cubicBezTo>
                      <a:cubicBezTo>
                        <a:pt x="468" y="4"/>
                        <a:pt x="462" y="5"/>
                        <a:pt x="456" y="9"/>
                      </a:cubicBezTo>
                      <a:lnTo>
                        <a:pt x="456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8" name="Google Shape;1678;p1"/>
                <p:cNvSpPr/>
                <p:nvPr/>
              </p:nvSpPr>
              <p:spPr>
                <a:xfrm>
                  <a:off x="895225" y="2677600"/>
                  <a:ext cx="5325" cy="18600"/>
                </a:xfrm>
                <a:custGeom>
                  <a:rect b="b" l="l" r="r" t="t"/>
                  <a:pathLst>
                    <a:path extrusionOk="0" h="744" w="213">
                      <a:moveTo>
                        <a:pt x="175" y="1"/>
                      </a:moveTo>
                      <a:cubicBezTo>
                        <a:pt x="163" y="1"/>
                        <a:pt x="150" y="5"/>
                        <a:pt x="147" y="12"/>
                      </a:cubicBezTo>
                      <a:cubicBezTo>
                        <a:pt x="122" y="62"/>
                        <a:pt x="114" y="120"/>
                        <a:pt x="105" y="178"/>
                      </a:cubicBezTo>
                      <a:cubicBezTo>
                        <a:pt x="89" y="236"/>
                        <a:pt x="80" y="294"/>
                        <a:pt x="72" y="352"/>
                      </a:cubicBezTo>
                      <a:cubicBezTo>
                        <a:pt x="56" y="468"/>
                        <a:pt x="31" y="576"/>
                        <a:pt x="6" y="692"/>
                      </a:cubicBezTo>
                      <a:cubicBezTo>
                        <a:pt x="1" y="723"/>
                        <a:pt x="27" y="744"/>
                        <a:pt x="50" y="744"/>
                      </a:cubicBezTo>
                      <a:cubicBezTo>
                        <a:pt x="64" y="744"/>
                        <a:pt x="77" y="736"/>
                        <a:pt x="80" y="717"/>
                      </a:cubicBezTo>
                      <a:cubicBezTo>
                        <a:pt x="114" y="601"/>
                        <a:pt x="138" y="485"/>
                        <a:pt x="163" y="369"/>
                      </a:cubicBezTo>
                      <a:cubicBezTo>
                        <a:pt x="172" y="311"/>
                        <a:pt x="180" y="253"/>
                        <a:pt x="196" y="203"/>
                      </a:cubicBezTo>
                      <a:cubicBezTo>
                        <a:pt x="205" y="145"/>
                        <a:pt x="213" y="79"/>
                        <a:pt x="205" y="21"/>
                      </a:cubicBezTo>
                      <a:cubicBezTo>
                        <a:pt x="205" y="7"/>
                        <a:pt x="190" y="1"/>
                        <a:pt x="17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9" name="Google Shape;1679;p1"/>
                <p:cNvSpPr/>
                <p:nvPr/>
              </p:nvSpPr>
              <p:spPr>
                <a:xfrm>
                  <a:off x="898250" y="2658125"/>
                  <a:ext cx="2300" cy="9700"/>
                </a:xfrm>
                <a:custGeom>
                  <a:rect b="b" l="l" r="r" t="t"/>
                  <a:pathLst>
                    <a:path extrusionOk="0" h="388" w="92">
                      <a:moveTo>
                        <a:pt x="42" y="0"/>
                      </a:moveTo>
                      <a:cubicBezTo>
                        <a:pt x="34" y="0"/>
                        <a:pt x="26" y="4"/>
                        <a:pt x="26" y="13"/>
                      </a:cubicBezTo>
                      <a:cubicBezTo>
                        <a:pt x="17" y="46"/>
                        <a:pt x="17" y="71"/>
                        <a:pt x="9" y="96"/>
                      </a:cubicBezTo>
                      <a:cubicBezTo>
                        <a:pt x="9" y="120"/>
                        <a:pt x="9" y="154"/>
                        <a:pt x="9" y="178"/>
                      </a:cubicBezTo>
                      <a:cubicBezTo>
                        <a:pt x="1" y="187"/>
                        <a:pt x="1" y="203"/>
                        <a:pt x="1" y="220"/>
                      </a:cubicBezTo>
                      <a:lnTo>
                        <a:pt x="1" y="261"/>
                      </a:lnTo>
                      <a:lnTo>
                        <a:pt x="1" y="344"/>
                      </a:lnTo>
                      <a:cubicBezTo>
                        <a:pt x="1" y="373"/>
                        <a:pt x="24" y="388"/>
                        <a:pt x="46" y="388"/>
                      </a:cubicBezTo>
                      <a:cubicBezTo>
                        <a:pt x="69" y="388"/>
                        <a:pt x="92" y="373"/>
                        <a:pt x="92" y="344"/>
                      </a:cubicBezTo>
                      <a:lnTo>
                        <a:pt x="92" y="261"/>
                      </a:lnTo>
                      <a:lnTo>
                        <a:pt x="92" y="220"/>
                      </a:lnTo>
                      <a:cubicBezTo>
                        <a:pt x="92" y="203"/>
                        <a:pt x="84" y="195"/>
                        <a:pt x="84" y="178"/>
                      </a:cubicBezTo>
                      <a:cubicBezTo>
                        <a:pt x="75" y="154"/>
                        <a:pt x="75" y="120"/>
                        <a:pt x="75" y="96"/>
                      </a:cubicBezTo>
                      <a:cubicBezTo>
                        <a:pt x="75" y="71"/>
                        <a:pt x="67" y="46"/>
                        <a:pt x="59" y="13"/>
                      </a:cubicBezTo>
                      <a:cubicBezTo>
                        <a:pt x="59" y="4"/>
                        <a:pt x="51" y="0"/>
                        <a:pt x="4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0" name="Google Shape;1680;p1"/>
                <p:cNvSpPr/>
                <p:nvPr/>
              </p:nvSpPr>
              <p:spPr>
                <a:xfrm>
                  <a:off x="612975" y="2613000"/>
                  <a:ext cx="45850" cy="90400"/>
                </a:xfrm>
                <a:custGeom>
                  <a:rect b="b" l="l" r="r" t="t"/>
                  <a:pathLst>
                    <a:path extrusionOk="0" h="3616" w="1834">
                      <a:moveTo>
                        <a:pt x="46" y="0"/>
                      </a:moveTo>
                      <a:cubicBezTo>
                        <a:pt x="20" y="0"/>
                        <a:pt x="0" y="36"/>
                        <a:pt x="19" y="61"/>
                      </a:cubicBezTo>
                      <a:cubicBezTo>
                        <a:pt x="657" y="857"/>
                        <a:pt x="1312" y="1710"/>
                        <a:pt x="1527" y="2729"/>
                      </a:cubicBezTo>
                      <a:cubicBezTo>
                        <a:pt x="1560" y="2862"/>
                        <a:pt x="1585" y="3002"/>
                        <a:pt x="1594" y="3143"/>
                      </a:cubicBezTo>
                      <a:cubicBezTo>
                        <a:pt x="1610" y="3284"/>
                        <a:pt x="1610" y="3433"/>
                        <a:pt x="1643" y="3566"/>
                      </a:cubicBezTo>
                      <a:cubicBezTo>
                        <a:pt x="1651" y="3601"/>
                        <a:pt x="1673" y="3616"/>
                        <a:pt x="1698" y="3616"/>
                      </a:cubicBezTo>
                      <a:cubicBezTo>
                        <a:pt x="1725" y="3616"/>
                        <a:pt x="1754" y="3597"/>
                        <a:pt x="1768" y="3566"/>
                      </a:cubicBezTo>
                      <a:cubicBezTo>
                        <a:pt x="1817" y="3442"/>
                        <a:pt x="1817" y="3317"/>
                        <a:pt x="1817" y="3193"/>
                      </a:cubicBezTo>
                      <a:cubicBezTo>
                        <a:pt x="1834" y="3052"/>
                        <a:pt x="1809" y="2920"/>
                        <a:pt x="1792" y="2779"/>
                      </a:cubicBezTo>
                      <a:cubicBezTo>
                        <a:pt x="1743" y="2522"/>
                        <a:pt x="1660" y="2273"/>
                        <a:pt x="1552" y="2033"/>
                      </a:cubicBezTo>
                      <a:cubicBezTo>
                        <a:pt x="1337" y="1544"/>
                        <a:pt x="1030" y="1105"/>
                        <a:pt x="682" y="699"/>
                      </a:cubicBezTo>
                      <a:cubicBezTo>
                        <a:pt x="483" y="459"/>
                        <a:pt x="276" y="243"/>
                        <a:pt x="69" y="11"/>
                      </a:cubicBezTo>
                      <a:cubicBezTo>
                        <a:pt x="61" y="4"/>
                        <a:pt x="53" y="0"/>
                        <a:pt x="4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1" name="Google Shape;1681;p1"/>
                <p:cNvSpPr/>
                <p:nvPr/>
              </p:nvSpPr>
              <p:spPr>
                <a:xfrm>
                  <a:off x="642925" y="2681800"/>
                  <a:ext cx="10925" cy="33175"/>
                </a:xfrm>
                <a:custGeom>
                  <a:rect b="b" l="l" r="r" t="t"/>
                  <a:pathLst>
                    <a:path extrusionOk="0" h="1327" w="437">
                      <a:moveTo>
                        <a:pt x="65" y="1"/>
                      </a:moveTo>
                      <a:cubicBezTo>
                        <a:pt x="32" y="1"/>
                        <a:pt x="0" y="37"/>
                        <a:pt x="23" y="76"/>
                      </a:cubicBezTo>
                      <a:cubicBezTo>
                        <a:pt x="122" y="267"/>
                        <a:pt x="188" y="474"/>
                        <a:pt x="230" y="690"/>
                      </a:cubicBezTo>
                      <a:cubicBezTo>
                        <a:pt x="246" y="789"/>
                        <a:pt x="255" y="897"/>
                        <a:pt x="255" y="996"/>
                      </a:cubicBezTo>
                      <a:cubicBezTo>
                        <a:pt x="263" y="1054"/>
                        <a:pt x="263" y="1104"/>
                        <a:pt x="271" y="1154"/>
                      </a:cubicBezTo>
                      <a:cubicBezTo>
                        <a:pt x="280" y="1212"/>
                        <a:pt x="271" y="1253"/>
                        <a:pt x="296" y="1303"/>
                      </a:cubicBezTo>
                      <a:cubicBezTo>
                        <a:pt x="306" y="1317"/>
                        <a:pt x="321" y="1326"/>
                        <a:pt x="335" y="1326"/>
                      </a:cubicBezTo>
                      <a:cubicBezTo>
                        <a:pt x="346" y="1326"/>
                        <a:pt x="355" y="1321"/>
                        <a:pt x="362" y="1311"/>
                      </a:cubicBezTo>
                      <a:cubicBezTo>
                        <a:pt x="404" y="1270"/>
                        <a:pt x="404" y="1228"/>
                        <a:pt x="420" y="1178"/>
                      </a:cubicBezTo>
                      <a:cubicBezTo>
                        <a:pt x="429" y="1112"/>
                        <a:pt x="437" y="1062"/>
                        <a:pt x="437" y="996"/>
                      </a:cubicBezTo>
                      <a:cubicBezTo>
                        <a:pt x="437" y="880"/>
                        <a:pt x="420" y="764"/>
                        <a:pt x="387" y="648"/>
                      </a:cubicBezTo>
                      <a:cubicBezTo>
                        <a:pt x="338" y="424"/>
                        <a:pt x="238" y="217"/>
                        <a:pt x="106" y="27"/>
                      </a:cubicBezTo>
                      <a:cubicBezTo>
                        <a:pt x="95" y="9"/>
                        <a:pt x="80" y="1"/>
                        <a:pt x="6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2" name="Google Shape;1682;p1"/>
                <p:cNvSpPr/>
                <p:nvPr/>
              </p:nvSpPr>
              <p:spPr>
                <a:xfrm>
                  <a:off x="641700" y="2699100"/>
                  <a:ext cx="4500" cy="22125"/>
                </a:xfrm>
                <a:custGeom>
                  <a:rect b="b" l="l" r="r" t="t"/>
                  <a:pathLst>
                    <a:path extrusionOk="0" h="885" w="180">
                      <a:moveTo>
                        <a:pt x="61" y="0"/>
                      </a:moveTo>
                      <a:cubicBezTo>
                        <a:pt x="31" y="0"/>
                        <a:pt x="1" y="19"/>
                        <a:pt x="5" y="56"/>
                      </a:cubicBezTo>
                      <a:cubicBezTo>
                        <a:pt x="22" y="188"/>
                        <a:pt x="30" y="321"/>
                        <a:pt x="39" y="453"/>
                      </a:cubicBezTo>
                      <a:cubicBezTo>
                        <a:pt x="47" y="586"/>
                        <a:pt x="39" y="727"/>
                        <a:pt x="72" y="859"/>
                      </a:cubicBezTo>
                      <a:cubicBezTo>
                        <a:pt x="76" y="876"/>
                        <a:pt x="92" y="884"/>
                        <a:pt x="109" y="884"/>
                      </a:cubicBezTo>
                      <a:cubicBezTo>
                        <a:pt x="126" y="884"/>
                        <a:pt x="142" y="876"/>
                        <a:pt x="146" y="859"/>
                      </a:cubicBezTo>
                      <a:cubicBezTo>
                        <a:pt x="179" y="727"/>
                        <a:pt x="171" y="586"/>
                        <a:pt x="163" y="445"/>
                      </a:cubicBezTo>
                      <a:cubicBezTo>
                        <a:pt x="155" y="312"/>
                        <a:pt x="138" y="172"/>
                        <a:pt x="113" y="39"/>
                      </a:cubicBezTo>
                      <a:cubicBezTo>
                        <a:pt x="109" y="13"/>
                        <a:pt x="86" y="0"/>
                        <a:pt x="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3" name="Google Shape;1683;p1"/>
                <p:cNvSpPr/>
                <p:nvPr/>
              </p:nvSpPr>
              <p:spPr>
                <a:xfrm>
                  <a:off x="635200" y="2714575"/>
                  <a:ext cx="3550" cy="16975"/>
                </a:xfrm>
                <a:custGeom>
                  <a:rect b="b" l="l" r="r" t="t"/>
                  <a:pathLst>
                    <a:path extrusionOk="0" h="679" w="142">
                      <a:moveTo>
                        <a:pt x="75" y="0"/>
                      </a:moveTo>
                      <a:cubicBezTo>
                        <a:pt x="50" y="0"/>
                        <a:pt x="33" y="17"/>
                        <a:pt x="33" y="41"/>
                      </a:cubicBezTo>
                      <a:cubicBezTo>
                        <a:pt x="42" y="141"/>
                        <a:pt x="42" y="240"/>
                        <a:pt x="33" y="340"/>
                      </a:cubicBezTo>
                      <a:cubicBezTo>
                        <a:pt x="25" y="447"/>
                        <a:pt x="9" y="547"/>
                        <a:pt x="0" y="646"/>
                      </a:cubicBezTo>
                      <a:cubicBezTo>
                        <a:pt x="0" y="668"/>
                        <a:pt x="19" y="678"/>
                        <a:pt x="37" y="678"/>
                      </a:cubicBezTo>
                      <a:cubicBezTo>
                        <a:pt x="54" y="678"/>
                        <a:pt x="71" y="670"/>
                        <a:pt x="75" y="655"/>
                      </a:cubicBezTo>
                      <a:cubicBezTo>
                        <a:pt x="141" y="456"/>
                        <a:pt x="141" y="240"/>
                        <a:pt x="116" y="41"/>
                      </a:cubicBezTo>
                      <a:cubicBezTo>
                        <a:pt x="108" y="17"/>
                        <a:pt x="100" y="0"/>
                        <a:pt x="7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4" name="Google Shape;1684;p1"/>
                <p:cNvSpPr/>
                <p:nvPr/>
              </p:nvSpPr>
              <p:spPr>
                <a:xfrm>
                  <a:off x="583000" y="2742900"/>
                  <a:ext cx="12025" cy="15125"/>
                </a:xfrm>
                <a:custGeom>
                  <a:rect b="b" l="l" r="r" t="t"/>
                  <a:pathLst>
                    <a:path extrusionOk="0" h="605" w="481">
                      <a:moveTo>
                        <a:pt x="66" y="1"/>
                      </a:moveTo>
                      <a:cubicBezTo>
                        <a:pt x="61" y="1"/>
                        <a:pt x="56" y="1"/>
                        <a:pt x="50" y="2"/>
                      </a:cubicBezTo>
                      <a:cubicBezTo>
                        <a:pt x="17" y="10"/>
                        <a:pt x="0" y="52"/>
                        <a:pt x="9" y="85"/>
                      </a:cubicBezTo>
                      <a:cubicBezTo>
                        <a:pt x="17" y="193"/>
                        <a:pt x="58" y="292"/>
                        <a:pt x="116" y="383"/>
                      </a:cubicBezTo>
                      <a:cubicBezTo>
                        <a:pt x="149" y="425"/>
                        <a:pt x="183" y="466"/>
                        <a:pt x="224" y="508"/>
                      </a:cubicBezTo>
                      <a:cubicBezTo>
                        <a:pt x="249" y="524"/>
                        <a:pt x="274" y="549"/>
                        <a:pt x="299" y="566"/>
                      </a:cubicBezTo>
                      <a:cubicBezTo>
                        <a:pt x="324" y="585"/>
                        <a:pt x="350" y="604"/>
                        <a:pt x="379" y="604"/>
                      </a:cubicBezTo>
                      <a:cubicBezTo>
                        <a:pt x="388" y="604"/>
                        <a:pt x="397" y="602"/>
                        <a:pt x="406" y="599"/>
                      </a:cubicBezTo>
                      <a:cubicBezTo>
                        <a:pt x="456" y="590"/>
                        <a:pt x="481" y="541"/>
                        <a:pt x="473" y="491"/>
                      </a:cubicBezTo>
                      <a:cubicBezTo>
                        <a:pt x="464" y="450"/>
                        <a:pt x="423" y="433"/>
                        <a:pt x="390" y="408"/>
                      </a:cubicBezTo>
                      <a:lnTo>
                        <a:pt x="390" y="416"/>
                      </a:lnTo>
                      <a:cubicBezTo>
                        <a:pt x="381" y="408"/>
                        <a:pt x="381" y="408"/>
                        <a:pt x="373" y="400"/>
                      </a:cubicBezTo>
                      <a:cubicBezTo>
                        <a:pt x="365" y="392"/>
                        <a:pt x="357" y="383"/>
                        <a:pt x="348" y="383"/>
                      </a:cubicBezTo>
                      <a:cubicBezTo>
                        <a:pt x="332" y="367"/>
                        <a:pt x="315" y="350"/>
                        <a:pt x="299" y="334"/>
                      </a:cubicBezTo>
                      <a:cubicBezTo>
                        <a:pt x="290" y="325"/>
                        <a:pt x="282" y="317"/>
                        <a:pt x="274" y="309"/>
                      </a:cubicBezTo>
                      <a:cubicBezTo>
                        <a:pt x="274" y="300"/>
                        <a:pt x="265" y="292"/>
                        <a:pt x="265" y="292"/>
                      </a:cubicBezTo>
                      <a:cubicBezTo>
                        <a:pt x="265" y="292"/>
                        <a:pt x="257" y="284"/>
                        <a:pt x="257" y="284"/>
                      </a:cubicBezTo>
                      <a:cubicBezTo>
                        <a:pt x="257" y="284"/>
                        <a:pt x="249" y="276"/>
                        <a:pt x="249" y="276"/>
                      </a:cubicBezTo>
                      <a:cubicBezTo>
                        <a:pt x="249" y="267"/>
                        <a:pt x="241" y="267"/>
                        <a:pt x="241" y="259"/>
                      </a:cubicBezTo>
                      <a:cubicBezTo>
                        <a:pt x="232" y="251"/>
                        <a:pt x="224" y="242"/>
                        <a:pt x="216" y="234"/>
                      </a:cubicBezTo>
                      <a:cubicBezTo>
                        <a:pt x="207" y="209"/>
                        <a:pt x="199" y="193"/>
                        <a:pt x="183" y="168"/>
                      </a:cubicBezTo>
                      <a:cubicBezTo>
                        <a:pt x="183" y="160"/>
                        <a:pt x="174" y="151"/>
                        <a:pt x="166" y="143"/>
                      </a:cubicBezTo>
                      <a:cubicBezTo>
                        <a:pt x="166" y="135"/>
                        <a:pt x="166" y="126"/>
                        <a:pt x="158" y="126"/>
                      </a:cubicBezTo>
                      <a:cubicBezTo>
                        <a:pt x="158" y="126"/>
                        <a:pt x="158" y="118"/>
                        <a:pt x="158" y="110"/>
                      </a:cubicBezTo>
                      <a:cubicBezTo>
                        <a:pt x="158" y="110"/>
                        <a:pt x="149" y="102"/>
                        <a:pt x="149" y="102"/>
                      </a:cubicBezTo>
                      <a:cubicBezTo>
                        <a:pt x="149" y="102"/>
                        <a:pt x="149" y="93"/>
                        <a:pt x="149" y="85"/>
                      </a:cubicBezTo>
                      <a:cubicBezTo>
                        <a:pt x="141" y="77"/>
                        <a:pt x="141" y="60"/>
                        <a:pt x="133" y="52"/>
                      </a:cubicBezTo>
                      <a:cubicBezTo>
                        <a:pt x="126" y="23"/>
                        <a:pt x="100" y="1"/>
                        <a:pt x="6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5" name="Google Shape;1685;p1"/>
                <p:cNvSpPr/>
                <p:nvPr/>
              </p:nvSpPr>
              <p:spPr>
                <a:xfrm>
                  <a:off x="593150" y="2743525"/>
                  <a:ext cx="9125" cy="9475"/>
                </a:xfrm>
                <a:custGeom>
                  <a:rect b="b" l="l" r="r" t="t"/>
                  <a:pathLst>
                    <a:path extrusionOk="0" h="379" w="365">
                      <a:moveTo>
                        <a:pt x="168" y="1"/>
                      </a:moveTo>
                      <a:cubicBezTo>
                        <a:pt x="162" y="1"/>
                        <a:pt x="156" y="1"/>
                        <a:pt x="149" y="2"/>
                      </a:cubicBezTo>
                      <a:cubicBezTo>
                        <a:pt x="133" y="2"/>
                        <a:pt x="116" y="10"/>
                        <a:pt x="100" y="19"/>
                      </a:cubicBezTo>
                      <a:cubicBezTo>
                        <a:pt x="100" y="27"/>
                        <a:pt x="91" y="35"/>
                        <a:pt x="91" y="43"/>
                      </a:cubicBezTo>
                      <a:lnTo>
                        <a:pt x="58" y="43"/>
                      </a:lnTo>
                      <a:cubicBezTo>
                        <a:pt x="25" y="60"/>
                        <a:pt x="0" y="93"/>
                        <a:pt x="9" y="126"/>
                      </a:cubicBezTo>
                      <a:cubicBezTo>
                        <a:pt x="25" y="176"/>
                        <a:pt x="42" y="217"/>
                        <a:pt x="58" y="259"/>
                      </a:cubicBezTo>
                      <a:cubicBezTo>
                        <a:pt x="67" y="275"/>
                        <a:pt x="75" y="292"/>
                        <a:pt x="83" y="309"/>
                      </a:cubicBezTo>
                      <a:cubicBezTo>
                        <a:pt x="108" y="333"/>
                        <a:pt x="133" y="375"/>
                        <a:pt x="166" y="375"/>
                      </a:cubicBezTo>
                      <a:cubicBezTo>
                        <a:pt x="171" y="377"/>
                        <a:pt x="176" y="378"/>
                        <a:pt x="182" y="378"/>
                      </a:cubicBezTo>
                      <a:cubicBezTo>
                        <a:pt x="196" y="378"/>
                        <a:pt x="212" y="372"/>
                        <a:pt x="224" y="367"/>
                      </a:cubicBezTo>
                      <a:cubicBezTo>
                        <a:pt x="241" y="350"/>
                        <a:pt x="249" y="325"/>
                        <a:pt x="241" y="300"/>
                      </a:cubicBezTo>
                      <a:cubicBezTo>
                        <a:pt x="241" y="292"/>
                        <a:pt x="241" y="275"/>
                        <a:pt x="232" y="259"/>
                      </a:cubicBezTo>
                      <a:cubicBezTo>
                        <a:pt x="232" y="259"/>
                        <a:pt x="224" y="251"/>
                        <a:pt x="224" y="242"/>
                      </a:cubicBezTo>
                      <a:cubicBezTo>
                        <a:pt x="216" y="234"/>
                        <a:pt x="207" y="226"/>
                        <a:pt x="199" y="209"/>
                      </a:cubicBezTo>
                      <a:cubicBezTo>
                        <a:pt x="183" y="193"/>
                        <a:pt x="174" y="168"/>
                        <a:pt x="158" y="143"/>
                      </a:cubicBezTo>
                      <a:cubicBezTo>
                        <a:pt x="158" y="135"/>
                        <a:pt x="158" y="135"/>
                        <a:pt x="158" y="126"/>
                      </a:cubicBezTo>
                      <a:cubicBezTo>
                        <a:pt x="166" y="126"/>
                        <a:pt x="174" y="126"/>
                        <a:pt x="183" y="135"/>
                      </a:cubicBezTo>
                      <a:cubicBezTo>
                        <a:pt x="183" y="135"/>
                        <a:pt x="191" y="143"/>
                        <a:pt x="199" y="143"/>
                      </a:cubicBezTo>
                      <a:cubicBezTo>
                        <a:pt x="207" y="151"/>
                        <a:pt x="207" y="151"/>
                        <a:pt x="216" y="159"/>
                      </a:cubicBezTo>
                      <a:cubicBezTo>
                        <a:pt x="216" y="168"/>
                        <a:pt x="224" y="176"/>
                        <a:pt x="224" y="184"/>
                      </a:cubicBezTo>
                      <a:cubicBezTo>
                        <a:pt x="232" y="193"/>
                        <a:pt x="232" y="201"/>
                        <a:pt x="241" y="209"/>
                      </a:cubicBezTo>
                      <a:cubicBezTo>
                        <a:pt x="241" y="209"/>
                        <a:pt x="241" y="217"/>
                        <a:pt x="241" y="217"/>
                      </a:cubicBezTo>
                      <a:cubicBezTo>
                        <a:pt x="241" y="234"/>
                        <a:pt x="249" y="242"/>
                        <a:pt x="257" y="251"/>
                      </a:cubicBezTo>
                      <a:cubicBezTo>
                        <a:pt x="257" y="251"/>
                        <a:pt x="265" y="259"/>
                        <a:pt x="265" y="259"/>
                      </a:cubicBezTo>
                      <a:cubicBezTo>
                        <a:pt x="275" y="269"/>
                        <a:pt x="285" y="273"/>
                        <a:pt x="296" y="273"/>
                      </a:cubicBezTo>
                      <a:cubicBezTo>
                        <a:pt x="304" y="273"/>
                        <a:pt x="313" y="271"/>
                        <a:pt x="323" y="267"/>
                      </a:cubicBezTo>
                      <a:cubicBezTo>
                        <a:pt x="340" y="251"/>
                        <a:pt x="357" y="226"/>
                        <a:pt x="365" y="201"/>
                      </a:cubicBezTo>
                      <a:cubicBezTo>
                        <a:pt x="365" y="184"/>
                        <a:pt x="357" y="168"/>
                        <a:pt x="357" y="151"/>
                      </a:cubicBezTo>
                      <a:cubicBezTo>
                        <a:pt x="348" y="126"/>
                        <a:pt x="332" y="93"/>
                        <a:pt x="307" y="68"/>
                      </a:cubicBezTo>
                      <a:cubicBezTo>
                        <a:pt x="270" y="31"/>
                        <a:pt x="219" y="1"/>
                        <a:pt x="1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6" name="Google Shape;1686;p1"/>
                <p:cNvSpPr/>
                <p:nvPr/>
              </p:nvSpPr>
              <p:spPr>
                <a:xfrm>
                  <a:off x="622350" y="2639575"/>
                  <a:ext cx="22125" cy="30400"/>
                </a:xfrm>
                <a:custGeom>
                  <a:rect b="b" l="l" r="r" t="t"/>
                  <a:pathLst>
                    <a:path extrusionOk="0" h="1216" w="885">
                      <a:moveTo>
                        <a:pt x="59" y="1"/>
                      </a:moveTo>
                      <a:cubicBezTo>
                        <a:pt x="25" y="1"/>
                        <a:pt x="1" y="34"/>
                        <a:pt x="9" y="67"/>
                      </a:cubicBezTo>
                      <a:cubicBezTo>
                        <a:pt x="9" y="92"/>
                        <a:pt x="25" y="117"/>
                        <a:pt x="42" y="142"/>
                      </a:cubicBezTo>
                      <a:cubicBezTo>
                        <a:pt x="67" y="158"/>
                        <a:pt x="75" y="191"/>
                        <a:pt x="92" y="216"/>
                      </a:cubicBezTo>
                      <a:cubicBezTo>
                        <a:pt x="125" y="258"/>
                        <a:pt x="166" y="291"/>
                        <a:pt x="208" y="332"/>
                      </a:cubicBezTo>
                      <a:cubicBezTo>
                        <a:pt x="291" y="407"/>
                        <a:pt x="373" y="498"/>
                        <a:pt x="448" y="581"/>
                      </a:cubicBezTo>
                      <a:cubicBezTo>
                        <a:pt x="514" y="672"/>
                        <a:pt x="581" y="763"/>
                        <a:pt x="630" y="862"/>
                      </a:cubicBezTo>
                      <a:cubicBezTo>
                        <a:pt x="655" y="912"/>
                        <a:pt x="680" y="970"/>
                        <a:pt x="705" y="1020"/>
                      </a:cubicBezTo>
                      <a:cubicBezTo>
                        <a:pt x="730" y="1086"/>
                        <a:pt x="771" y="1136"/>
                        <a:pt x="813" y="1194"/>
                      </a:cubicBezTo>
                      <a:cubicBezTo>
                        <a:pt x="822" y="1209"/>
                        <a:pt x="834" y="1215"/>
                        <a:pt x="845" y="1215"/>
                      </a:cubicBezTo>
                      <a:cubicBezTo>
                        <a:pt x="866" y="1215"/>
                        <a:pt x="884" y="1195"/>
                        <a:pt x="879" y="1169"/>
                      </a:cubicBezTo>
                      <a:cubicBezTo>
                        <a:pt x="862" y="1094"/>
                        <a:pt x="854" y="1028"/>
                        <a:pt x="829" y="962"/>
                      </a:cubicBezTo>
                      <a:cubicBezTo>
                        <a:pt x="813" y="904"/>
                        <a:pt x="788" y="846"/>
                        <a:pt x="763" y="796"/>
                      </a:cubicBezTo>
                      <a:cubicBezTo>
                        <a:pt x="721" y="680"/>
                        <a:pt x="655" y="572"/>
                        <a:pt x="589" y="473"/>
                      </a:cubicBezTo>
                      <a:cubicBezTo>
                        <a:pt x="514" y="374"/>
                        <a:pt x="440" y="282"/>
                        <a:pt x="357" y="200"/>
                      </a:cubicBezTo>
                      <a:cubicBezTo>
                        <a:pt x="315" y="158"/>
                        <a:pt x="274" y="117"/>
                        <a:pt x="224" y="75"/>
                      </a:cubicBezTo>
                      <a:cubicBezTo>
                        <a:pt x="199" y="59"/>
                        <a:pt x="166" y="42"/>
                        <a:pt x="141" y="26"/>
                      </a:cubicBezTo>
                      <a:cubicBezTo>
                        <a:pt x="117" y="9"/>
                        <a:pt x="92" y="1"/>
                        <a:pt x="5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7" name="Google Shape;1687;p1"/>
                <p:cNvSpPr/>
                <p:nvPr/>
              </p:nvSpPr>
              <p:spPr>
                <a:xfrm>
                  <a:off x="607850" y="2626125"/>
                  <a:ext cx="11000" cy="5650"/>
                </a:xfrm>
                <a:custGeom>
                  <a:rect b="b" l="l" r="r" t="t"/>
                  <a:pathLst>
                    <a:path extrusionOk="0" h="226" w="440">
                      <a:moveTo>
                        <a:pt x="59" y="0"/>
                      </a:moveTo>
                      <a:cubicBezTo>
                        <a:pt x="42" y="0"/>
                        <a:pt x="17" y="17"/>
                        <a:pt x="9" y="42"/>
                      </a:cubicBezTo>
                      <a:cubicBezTo>
                        <a:pt x="1" y="66"/>
                        <a:pt x="17" y="91"/>
                        <a:pt x="34" y="100"/>
                      </a:cubicBezTo>
                      <a:cubicBezTo>
                        <a:pt x="50" y="108"/>
                        <a:pt x="59" y="116"/>
                        <a:pt x="75" y="124"/>
                      </a:cubicBezTo>
                      <a:lnTo>
                        <a:pt x="75" y="133"/>
                      </a:lnTo>
                      <a:cubicBezTo>
                        <a:pt x="83" y="133"/>
                        <a:pt x="83" y="141"/>
                        <a:pt x="92" y="141"/>
                      </a:cubicBezTo>
                      <a:cubicBezTo>
                        <a:pt x="100" y="149"/>
                        <a:pt x="117" y="149"/>
                        <a:pt x="125" y="158"/>
                      </a:cubicBezTo>
                      <a:cubicBezTo>
                        <a:pt x="141" y="166"/>
                        <a:pt x="158" y="166"/>
                        <a:pt x="175" y="174"/>
                      </a:cubicBezTo>
                      <a:cubicBezTo>
                        <a:pt x="233" y="199"/>
                        <a:pt x="291" y="216"/>
                        <a:pt x="357" y="224"/>
                      </a:cubicBezTo>
                      <a:cubicBezTo>
                        <a:pt x="363" y="225"/>
                        <a:pt x="368" y="226"/>
                        <a:pt x="374" y="226"/>
                      </a:cubicBezTo>
                      <a:cubicBezTo>
                        <a:pt x="401" y="226"/>
                        <a:pt x="425" y="210"/>
                        <a:pt x="431" y="182"/>
                      </a:cubicBezTo>
                      <a:cubicBezTo>
                        <a:pt x="440" y="149"/>
                        <a:pt x="423" y="108"/>
                        <a:pt x="390" y="100"/>
                      </a:cubicBezTo>
                      <a:cubicBezTo>
                        <a:pt x="324" y="83"/>
                        <a:pt x="266" y="66"/>
                        <a:pt x="208" y="50"/>
                      </a:cubicBezTo>
                      <a:cubicBezTo>
                        <a:pt x="191" y="42"/>
                        <a:pt x="175" y="33"/>
                        <a:pt x="166" y="25"/>
                      </a:cubicBezTo>
                      <a:cubicBezTo>
                        <a:pt x="158" y="25"/>
                        <a:pt x="150" y="25"/>
                        <a:pt x="141" y="17"/>
                      </a:cubicBezTo>
                      <a:lnTo>
                        <a:pt x="117" y="17"/>
                      </a:lnTo>
                      <a:cubicBezTo>
                        <a:pt x="100" y="8"/>
                        <a:pt x="83" y="0"/>
                        <a:pt x="5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8" name="Google Shape;1688;p1"/>
                <p:cNvSpPr/>
                <p:nvPr/>
              </p:nvSpPr>
              <p:spPr>
                <a:xfrm>
                  <a:off x="593350" y="2612850"/>
                  <a:ext cx="8525" cy="4800"/>
                </a:xfrm>
                <a:custGeom>
                  <a:rect b="b" l="l" r="r" t="t"/>
                  <a:pathLst>
                    <a:path extrusionOk="0" h="192" w="341">
                      <a:moveTo>
                        <a:pt x="241" y="175"/>
                      </a:moveTo>
                      <a:cubicBezTo>
                        <a:pt x="243" y="177"/>
                        <a:pt x="244" y="177"/>
                        <a:pt x="244" y="177"/>
                      </a:cubicBezTo>
                      <a:cubicBezTo>
                        <a:pt x="244" y="177"/>
                        <a:pt x="244" y="177"/>
                        <a:pt x="244" y="177"/>
                      </a:cubicBezTo>
                      <a:lnTo>
                        <a:pt x="244" y="177"/>
                      </a:lnTo>
                      <a:cubicBezTo>
                        <a:pt x="243" y="176"/>
                        <a:pt x="242" y="175"/>
                        <a:pt x="241" y="175"/>
                      </a:cubicBezTo>
                      <a:close/>
                      <a:moveTo>
                        <a:pt x="50" y="1"/>
                      </a:moveTo>
                      <a:cubicBezTo>
                        <a:pt x="42" y="1"/>
                        <a:pt x="34" y="9"/>
                        <a:pt x="25" y="9"/>
                      </a:cubicBezTo>
                      <a:cubicBezTo>
                        <a:pt x="1" y="26"/>
                        <a:pt x="1" y="67"/>
                        <a:pt x="25" y="84"/>
                      </a:cubicBezTo>
                      <a:cubicBezTo>
                        <a:pt x="42" y="92"/>
                        <a:pt x="50" y="92"/>
                        <a:pt x="59" y="100"/>
                      </a:cubicBezTo>
                      <a:lnTo>
                        <a:pt x="59" y="92"/>
                      </a:lnTo>
                      <a:cubicBezTo>
                        <a:pt x="67" y="100"/>
                        <a:pt x="83" y="100"/>
                        <a:pt x="92" y="100"/>
                      </a:cubicBezTo>
                      <a:cubicBezTo>
                        <a:pt x="108" y="109"/>
                        <a:pt x="133" y="117"/>
                        <a:pt x="150" y="125"/>
                      </a:cubicBezTo>
                      <a:lnTo>
                        <a:pt x="166" y="125"/>
                      </a:lnTo>
                      <a:cubicBezTo>
                        <a:pt x="175" y="133"/>
                        <a:pt x="191" y="142"/>
                        <a:pt x="199" y="142"/>
                      </a:cubicBezTo>
                      <a:cubicBezTo>
                        <a:pt x="208" y="150"/>
                        <a:pt x="216" y="150"/>
                        <a:pt x="224" y="158"/>
                      </a:cubicBezTo>
                      <a:lnTo>
                        <a:pt x="233" y="167"/>
                      </a:lnTo>
                      <a:cubicBezTo>
                        <a:pt x="238" y="167"/>
                        <a:pt x="244" y="174"/>
                        <a:pt x="244" y="177"/>
                      </a:cubicBezTo>
                      <a:lnTo>
                        <a:pt x="244" y="177"/>
                      </a:lnTo>
                      <a:cubicBezTo>
                        <a:pt x="259" y="184"/>
                        <a:pt x="267" y="191"/>
                        <a:pt x="282" y="191"/>
                      </a:cubicBezTo>
                      <a:cubicBezTo>
                        <a:pt x="291" y="191"/>
                        <a:pt x="307" y="183"/>
                        <a:pt x="315" y="175"/>
                      </a:cubicBezTo>
                      <a:cubicBezTo>
                        <a:pt x="332" y="158"/>
                        <a:pt x="340" y="117"/>
                        <a:pt x="315" y="100"/>
                      </a:cubicBezTo>
                      <a:cubicBezTo>
                        <a:pt x="274" y="67"/>
                        <a:pt x="233" y="42"/>
                        <a:pt x="183" y="26"/>
                      </a:cubicBezTo>
                      <a:cubicBezTo>
                        <a:pt x="158" y="17"/>
                        <a:pt x="141" y="9"/>
                        <a:pt x="117" y="9"/>
                      </a:cubicBezTo>
                      <a:cubicBezTo>
                        <a:pt x="100" y="1"/>
                        <a:pt x="92" y="1"/>
                        <a:pt x="7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9" name="Google Shape;1689;p1"/>
                <p:cNvSpPr/>
                <p:nvPr/>
              </p:nvSpPr>
              <p:spPr>
                <a:xfrm>
                  <a:off x="839875" y="2616075"/>
                  <a:ext cx="20100" cy="19275"/>
                </a:xfrm>
                <a:custGeom>
                  <a:rect b="b" l="l" r="r" t="t"/>
                  <a:pathLst>
                    <a:path extrusionOk="0" h="771" w="804">
                      <a:moveTo>
                        <a:pt x="743" y="0"/>
                      </a:moveTo>
                      <a:cubicBezTo>
                        <a:pt x="673" y="0"/>
                        <a:pt x="589" y="76"/>
                        <a:pt x="538" y="120"/>
                      </a:cubicBezTo>
                      <a:cubicBezTo>
                        <a:pt x="472" y="170"/>
                        <a:pt x="405" y="228"/>
                        <a:pt x="347" y="286"/>
                      </a:cubicBezTo>
                      <a:cubicBezTo>
                        <a:pt x="223" y="410"/>
                        <a:pt x="115" y="551"/>
                        <a:pt x="24" y="692"/>
                      </a:cubicBezTo>
                      <a:cubicBezTo>
                        <a:pt x="1" y="733"/>
                        <a:pt x="36" y="771"/>
                        <a:pt x="73" y="771"/>
                      </a:cubicBezTo>
                      <a:cubicBezTo>
                        <a:pt x="88" y="771"/>
                        <a:pt x="103" y="764"/>
                        <a:pt x="115" y="750"/>
                      </a:cubicBezTo>
                      <a:cubicBezTo>
                        <a:pt x="206" y="618"/>
                        <a:pt x="322" y="493"/>
                        <a:pt x="438" y="386"/>
                      </a:cubicBezTo>
                      <a:cubicBezTo>
                        <a:pt x="496" y="328"/>
                        <a:pt x="563" y="278"/>
                        <a:pt x="621" y="228"/>
                      </a:cubicBezTo>
                      <a:cubicBezTo>
                        <a:pt x="654" y="203"/>
                        <a:pt x="687" y="178"/>
                        <a:pt x="720" y="154"/>
                      </a:cubicBezTo>
                      <a:cubicBezTo>
                        <a:pt x="753" y="137"/>
                        <a:pt x="795" y="104"/>
                        <a:pt x="803" y="54"/>
                      </a:cubicBezTo>
                      <a:cubicBezTo>
                        <a:pt x="803" y="38"/>
                        <a:pt x="795" y="13"/>
                        <a:pt x="770" y="4"/>
                      </a:cubicBezTo>
                      <a:cubicBezTo>
                        <a:pt x="761" y="2"/>
                        <a:pt x="752" y="0"/>
                        <a:pt x="74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0" name="Google Shape;1690;p1"/>
                <p:cNvSpPr/>
                <p:nvPr/>
              </p:nvSpPr>
              <p:spPr>
                <a:xfrm>
                  <a:off x="846475" y="2626425"/>
                  <a:ext cx="11100" cy="8925"/>
                </a:xfrm>
                <a:custGeom>
                  <a:rect b="b" l="l" r="r" t="t"/>
                  <a:pathLst>
                    <a:path extrusionOk="0" h="357" w="444">
                      <a:moveTo>
                        <a:pt x="400" y="1"/>
                      </a:moveTo>
                      <a:cubicBezTo>
                        <a:pt x="394" y="1"/>
                        <a:pt x="388" y="2"/>
                        <a:pt x="382" y="5"/>
                      </a:cubicBezTo>
                      <a:cubicBezTo>
                        <a:pt x="315" y="38"/>
                        <a:pt x="257" y="96"/>
                        <a:pt x="199" y="146"/>
                      </a:cubicBezTo>
                      <a:cubicBezTo>
                        <a:pt x="141" y="187"/>
                        <a:pt x="75" y="237"/>
                        <a:pt x="17" y="286"/>
                      </a:cubicBezTo>
                      <a:cubicBezTo>
                        <a:pt x="0" y="303"/>
                        <a:pt x="9" y="336"/>
                        <a:pt x="17" y="344"/>
                      </a:cubicBezTo>
                      <a:cubicBezTo>
                        <a:pt x="29" y="353"/>
                        <a:pt x="42" y="357"/>
                        <a:pt x="53" y="357"/>
                      </a:cubicBezTo>
                      <a:cubicBezTo>
                        <a:pt x="65" y="357"/>
                        <a:pt x="75" y="353"/>
                        <a:pt x="83" y="344"/>
                      </a:cubicBezTo>
                      <a:lnTo>
                        <a:pt x="257" y="212"/>
                      </a:lnTo>
                      <a:cubicBezTo>
                        <a:pt x="315" y="162"/>
                        <a:pt x="382" y="121"/>
                        <a:pt x="423" y="63"/>
                      </a:cubicBezTo>
                      <a:cubicBezTo>
                        <a:pt x="444" y="35"/>
                        <a:pt x="430" y="1"/>
                        <a:pt x="40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1" name="Google Shape;1691;p1"/>
                <p:cNvSpPr/>
                <p:nvPr/>
              </p:nvSpPr>
              <p:spPr>
                <a:xfrm>
                  <a:off x="851025" y="3016850"/>
                  <a:ext cx="5425" cy="15775"/>
                </a:xfrm>
                <a:custGeom>
                  <a:rect b="b" l="l" r="r" t="t"/>
                  <a:pathLst>
                    <a:path extrusionOk="0" h="631" w="217">
                      <a:moveTo>
                        <a:pt x="58" y="0"/>
                      </a:moveTo>
                      <a:cubicBezTo>
                        <a:pt x="49" y="0"/>
                        <a:pt x="41" y="2"/>
                        <a:pt x="34" y="6"/>
                      </a:cubicBezTo>
                      <a:cubicBezTo>
                        <a:pt x="9" y="14"/>
                        <a:pt x="1" y="39"/>
                        <a:pt x="9" y="64"/>
                      </a:cubicBezTo>
                      <a:cubicBezTo>
                        <a:pt x="17" y="105"/>
                        <a:pt x="26" y="147"/>
                        <a:pt x="34" y="188"/>
                      </a:cubicBezTo>
                      <a:cubicBezTo>
                        <a:pt x="50" y="238"/>
                        <a:pt x="59" y="279"/>
                        <a:pt x="67" y="321"/>
                      </a:cubicBezTo>
                      <a:cubicBezTo>
                        <a:pt x="84" y="412"/>
                        <a:pt x="100" y="495"/>
                        <a:pt x="92" y="586"/>
                      </a:cubicBezTo>
                      <a:cubicBezTo>
                        <a:pt x="92" y="613"/>
                        <a:pt x="120" y="631"/>
                        <a:pt x="147" y="631"/>
                      </a:cubicBezTo>
                      <a:cubicBezTo>
                        <a:pt x="168" y="631"/>
                        <a:pt x="188" y="620"/>
                        <a:pt x="191" y="594"/>
                      </a:cubicBezTo>
                      <a:cubicBezTo>
                        <a:pt x="208" y="495"/>
                        <a:pt x="216" y="395"/>
                        <a:pt x="200" y="288"/>
                      </a:cubicBezTo>
                      <a:cubicBezTo>
                        <a:pt x="200" y="246"/>
                        <a:pt x="191" y="196"/>
                        <a:pt x="175" y="155"/>
                      </a:cubicBezTo>
                      <a:cubicBezTo>
                        <a:pt x="158" y="97"/>
                        <a:pt x="125" y="56"/>
                        <a:pt x="92" y="14"/>
                      </a:cubicBezTo>
                      <a:cubicBezTo>
                        <a:pt x="82" y="4"/>
                        <a:pt x="70" y="0"/>
                        <a:pt x="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2" name="Google Shape;1692;p1"/>
                <p:cNvSpPr/>
                <p:nvPr/>
              </p:nvSpPr>
              <p:spPr>
                <a:xfrm>
                  <a:off x="851650" y="3001850"/>
                  <a:ext cx="3125" cy="7125"/>
                </a:xfrm>
                <a:custGeom>
                  <a:rect b="b" l="l" r="r" t="t"/>
                  <a:pathLst>
                    <a:path extrusionOk="0" h="285" w="125">
                      <a:moveTo>
                        <a:pt x="42" y="1"/>
                      </a:moveTo>
                      <a:cubicBezTo>
                        <a:pt x="25" y="1"/>
                        <a:pt x="1" y="26"/>
                        <a:pt x="1" y="51"/>
                      </a:cubicBezTo>
                      <a:cubicBezTo>
                        <a:pt x="9" y="109"/>
                        <a:pt x="9" y="175"/>
                        <a:pt x="17" y="233"/>
                      </a:cubicBezTo>
                      <a:cubicBezTo>
                        <a:pt x="17" y="262"/>
                        <a:pt x="36" y="284"/>
                        <a:pt x="68" y="284"/>
                      </a:cubicBezTo>
                      <a:cubicBezTo>
                        <a:pt x="73" y="284"/>
                        <a:pt x="78" y="284"/>
                        <a:pt x="83" y="283"/>
                      </a:cubicBezTo>
                      <a:cubicBezTo>
                        <a:pt x="92" y="283"/>
                        <a:pt x="108" y="274"/>
                        <a:pt x="117" y="266"/>
                      </a:cubicBezTo>
                      <a:cubicBezTo>
                        <a:pt x="125" y="250"/>
                        <a:pt x="125" y="233"/>
                        <a:pt x="125" y="216"/>
                      </a:cubicBezTo>
                      <a:lnTo>
                        <a:pt x="92" y="34"/>
                      </a:lnTo>
                      <a:cubicBezTo>
                        <a:pt x="92" y="26"/>
                        <a:pt x="83" y="9"/>
                        <a:pt x="75" y="9"/>
                      </a:cubicBezTo>
                      <a:cubicBezTo>
                        <a:pt x="67" y="1"/>
                        <a:pt x="59" y="1"/>
                        <a:pt x="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3" name="Google Shape;1693;p1"/>
                <p:cNvSpPr/>
                <p:nvPr/>
              </p:nvSpPr>
              <p:spPr>
                <a:xfrm>
                  <a:off x="626075" y="2923900"/>
                  <a:ext cx="7575" cy="21150"/>
                </a:xfrm>
                <a:custGeom>
                  <a:rect b="b" l="l" r="r" t="t"/>
                  <a:pathLst>
                    <a:path extrusionOk="0" h="846" w="303">
                      <a:moveTo>
                        <a:pt x="83" y="1"/>
                      </a:moveTo>
                      <a:cubicBezTo>
                        <a:pt x="62" y="1"/>
                        <a:pt x="41" y="12"/>
                        <a:pt x="34" y="37"/>
                      </a:cubicBezTo>
                      <a:cubicBezTo>
                        <a:pt x="9" y="178"/>
                        <a:pt x="1" y="318"/>
                        <a:pt x="26" y="459"/>
                      </a:cubicBezTo>
                      <a:cubicBezTo>
                        <a:pt x="34" y="526"/>
                        <a:pt x="59" y="592"/>
                        <a:pt x="92" y="658"/>
                      </a:cubicBezTo>
                      <a:cubicBezTo>
                        <a:pt x="100" y="691"/>
                        <a:pt x="125" y="716"/>
                        <a:pt x="142" y="749"/>
                      </a:cubicBezTo>
                      <a:cubicBezTo>
                        <a:pt x="166" y="774"/>
                        <a:pt x="183" y="807"/>
                        <a:pt x="216" y="832"/>
                      </a:cubicBezTo>
                      <a:cubicBezTo>
                        <a:pt x="225" y="841"/>
                        <a:pt x="237" y="846"/>
                        <a:pt x="248" y="846"/>
                      </a:cubicBezTo>
                      <a:cubicBezTo>
                        <a:pt x="276" y="846"/>
                        <a:pt x="303" y="818"/>
                        <a:pt x="291" y="782"/>
                      </a:cubicBezTo>
                      <a:lnTo>
                        <a:pt x="299" y="782"/>
                      </a:lnTo>
                      <a:cubicBezTo>
                        <a:pt x="291" y="749"/>
                        <a:pt x="274" y="724"/>
                        <a:pt x="258" y="691"/>
                      </a:cubicBezTo>
                      <a:cubicBezTo>
                        <a:pt x="249" y="658"/>
                        <a:pt x="241" y="633"/>
                        <a:pt x="233" y="608"/>
                      </a:cubicBezTo>
                      <a:cubicBezTo>
                        <a:pt x="216" y="542"/>
                        <a:pt x="200" y="484"/>
                        <a:pt x="183" y="426"/>
                      </a:cubicBezTo>
                      <a:cubicBezTo>
                        <a:pt x="150" y="302"/>
                        <a:pt x="133" y="178"/>
                        <a:pt x="142" y="53"/>
                      </a:cubicBezTo>
                      <a:cubicBezTo>
                        <a:pt x="142" y="20"/>
                        <a:pt x="112" y="1"/>
                        <a:pt x="8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4" name="Google Shape;1694;p1"/>
                <p:cNvSpPr/>
                <p:nvPr/>
              </p:nvSpPr>
              <p:spPr>
                <a:xfrm>
                  <a:off x="642225" y="2945325"/>
                  <a:ext cx="3350" cy="11725"/>
                </a:xfrm>
                <a:custGeom>
                  <a:rect b="b" l="l" r="r" t="t"/>
                  <a:pathLst>
                    <a:path extrusionOk="0" h="469" w="134">
                      <a:moveTo>
                        <a:pt x="67" y="0"/>
                      </a:moveTo>
                      <a:cubicBezTo>
                        <a:pt x="34" y="0"/>
                        <a:pt x="9" y="25"/>
                        <a:pt x="9" y="58"/>
                      </a:cubicBezTo>
                      <a:cubicBezTo>
                        <a:pt x="9" y="124"/>
                        <a:pt x="1" y="191"/>
                        <a:pt x="1" y="249"/>
                      </a:cubicBezTo>
                      <a:cubicBezTo>
                        <a:pt x="1" y="282"/>
                        <a:pt x="1" y="315"/>
                        <a:pt x="1" y="348"/>
                      </a:cubicBezTo>
                      <a:cubicBezTo>
                        <a:pt x="1" y="365"/>
                        <a:pt x="9" y="381"/>
                        <a:pt x="9" y="398"/>
                      </a:cubicBezTo>
                      <a:cubicBezTo>
                        <a:pt x="9" y="423"/>
                        <a:pt x="18" y="439"/>
                        <a:pt x="34" y="456"/>
                      </a:cubicBezTo>
                      <a:cubicBezTo>
                        <a:pt x="42" y="464"/>
                        <a:pt x="53" y="468"/>
                        <a:pt x="63" y="468"/>
                      </a:cubicBezTo>
                      <a:cubicBezTo>
                        <a:pt x="73" y="468"/>
                        <a:pt x="84" y="464"/>
                        <a:pt x="92" y="456"/>
                      </a:cubicBezTo>
                      <a:cubicBezTo>
                        <a:pt x="109" y="439"/>
                        <a:pt x="125" y="423"/>
                        <a:pt x="125" y="398"/>
                      </a:cubicBezTo>
                      <a:cubicBezTo>
                        <a:pt x="125" y="381"/>
                        <a:pt x="125" y="365"/>
                        <a:pt x="125" y="348"/>
                      </a:cubicBezTo>
                      <a:cubicBezTo>
                        <a:pt x="134" y="315"/>
                        <a:pt x="134" y="282"/>
                        <a:pt x="134" y="249"/>
                      </a:cubicBezTo>
                      <a:cubicBezTo>
                        <a:pt x="125" y="191"/>
                        <a:pt x="125" y="124"/>
                        <a:pt x="125" y="58"/>
                      </a:cubicBezTo>
                      <a:cubicBezTo>
                        <a:pt x="125" y="25"/>
                        <a:pt x="100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5" name="Google Shape;1695;p1"/>
                <p:cNvSpPr/>
                <p:nvPr/>
              </p:nvSpPr>
              <p:spPr>
                <a:xfrm>
                  <a:off x="691750" y="3009025"/>
                  <a:ext cx="6025" cy="19300"/>
                </a:xfrm>
                <a:custGeom>
                  <a:rect b="b" l="l" r="r" t="t"/>
                  <a:pathLst>
                    <a:path extrusionOk="0" h="772" w="241">
                      <a:moveTo>
                        <a:pt x="54" y="1"/>
                      </a:moveTo>
                      <a:cubicBezTo>
                        <a:pt x="47" y="1"/>
                        <a:pt x="40" y="2"/>
                        <a:pt x="33" y="4"/>
                      </a:cubicBezTo>
                      <a:cubicBezTo>
                        <a:pt x="9" y="21"/>
                        <a:pt x="0" y="45"/>
                        <a:pt x="0" y="79"/>
                      </a:cubicBezTo>
                      <a:cubicBezTo>
                        <a:pt x="17" y="195"/>
                        <a:pt x="33" y="319"/>
                        <a:pt x="50" y="435"/>
                      </a:cubicBezTo>
                      <a:cubicBezTo>
                        <a:pt x="58" y="501"/>
                        <a:pt x="58" y="576"/>
                        <a:pt x="67" y="634"/>
                      </a:cubicBezTo>
                      <a:cubicBezTo>
                        <a:pt x="75" y="659"/>
                        <a:pt x="75" y="692"/>
                        <a:pt x="83" y="717"/>
                      </a:cubicBezTo>
                      <a:cubicBezTo>
                        <a:pt x="96" y="749"/>
                        <a:pt x="125" y="771"/>
                        <a:pt x="152" y="771"/>
                      </a:cubicBezTo>
                      <a:cubicBezTo>
                        <a:pt x="160" y="771"/>
                        <a:pt x="167" y="770"/>
                        <a:pt x="174" y="766"/>
                      </a:cubicBezTo>
                      <a:cubicBezTo>
                        <a:pt x="216" y="750"/>
                        <a:pt x="224" y="717"/>
                        <a:pt x="232" y="675"/>
                      </a:cubicBezTo>
                      <a:cubicBezTo>
                        <a:pt x="232" y="642"/>
                        <a:pt x="241" y="617"/>
                        <a:pt x="241" y="584"/>
                      </a:cubicBezTo>
                      <a:cubicBezTo>
                        <a:pt x="241" y="526"/>
                        <a:pt x="232" y="451"/>
                        <a:pt x="224" y="393"/>
                      </a:cubicBezTo>
                      <a:cubicBezTo>
                        <a:pt x="207" y="269"/>
                        <a:pt x="166" y="145"/>
                        <a:pt x="108" y="29"/>
                      </a:cubicBezTo>
                      <a:cubicBezTo>
                        <a:pt x="102" y="10"/>
                        <a:pt x="77" y="1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6" name="Google Shape;1696;p1"/>
                <p:cNvSpPr/>
                <p:nvPr/>
              </p:nvSpPr>
              <p:spPr>
                <a:xfrm>
                  <a:off x="699000" y="3023000"/>
                  <a:ext cx="3325" cy="13525"/>
                </a:xfrm>
                <a:custGeom>
                  <a:rect b="b" l="l" r="r" t="t"/>
                  <a:pathLst>
                    <a:path extrusionOk="0" h="541" w="133">
                      <a:moveTo>
                        <a:pt x="67" y="0"/>
                      </a:moveTo>
                      <a:cubicBezTo>
                        <a:pt x="33" y="0"/>
                        <a:pt x="9" y="25"/>
                        <a:pt x="9" y="58"/>
                      </a:cubicBezTo>
                      <a:cubicBezTo>
                        <a:pt x="9" y="141"/>
                        <a:pt x="0" y="216"/>
                        <a:pt x="0" y="290"/>
                      </a:cubicBezTo>
                      <a:cubicBezTo>
                        <a:pt x="0" y="332"/>
                        <a:pt x="0" y="365"/>
                        <a:pt x="9" y="406"/>
                      </a:cubicBezTo>
                      <a:cubicBezTo>
                        <a:pt x="17" y="423"/>
                        <a:pt x="17" y="448"/>
                        <a:pt x="17" y="464"/>
                      </a:cubicBezTo>
                      <a:lnTo>
                        <a:pt x="25" y="464"/>
                      </a:lnTo>
                      <a:cubicBezTo>
                        <a:pt x="25" y="481"/>
                        <a:pt x="33" y="506"/>
                        <a:pt x="42" y="522"/>
                      </a:cubicBezTo>
                      <a:cubicBezTo>
                        <a:pt x="46" y="535"/>
                        <a:pt x="58" y="541"/>
                        <a:pt x="71" y="541"/>
                      </a:cubicBezTo>
                      <a:cubicBezTo>
                        <a:pt x="83" y="541"/>
                        <a:pt x="96" y="535"/>
                        <a:pt x="100" y="522"/>
                      </a:cubicBezTo>
                      <a:cubicBezTo>
                        <a:pt x="108" y="506"/>
                        <a:pt x="116" y="481"/>
                        <a:pt x="116" y="464"/>
                      </a:cubicBezTo>
                      <a:cubicBezTo>
                        <a:pt x="124" y="448"/>
                        <a:pt x="124" y="423"/>
                        <a:pt x="124" y="406"/>
                      </a:cubicBezTo>
                      <a:cubicBezTo>
                        <a:pt x="133" y="365"/>
                        <a:pt x="133" y="332"/>
                        <a:pt x="133" y="290"/>
                      </a:cubicBezTo>
                      <a:cubicBezTo>
                        <a:pt x="133" y="216"/>
                        <a:pt x="133" y="133"/>
                        <a:pt x="133" y="58"/>
                      </a:cubicBezTo>
                      <a:cubicBezTo>
                        <a:pt x="133" y="25"/>
                        <a:pt x="100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7" name="Google Shape;1697;p1"/>
                <p:cNvSpPr/>
                <p:nvPr/>
              </p:nvSpPr>
              <p:spPr>
                <a:xfrm>
                  <a:off x="694850" y="3069325"/>
                  <a:ext cx="10850" cy="31575"/>
                </a:xfrm>
                <a:custGeom>
                  <a:rect b="b" l="l" r="r" t="t"/>
                  <a:pathLst>
                    <a:path extrusionOk="0" h="1263" w="434">
                      <a:moveTo>
                        <a:pt x="266" y="898"/>
                      </a:moveTo>
                      <a:cubicBezTo>
                        <a:pt x="266" y="905"/>
                        <a:pt x="259" y="912"/>
                        <a:pt x="258" y="919"/>
                      </a:cubicBezTo>
                      <a:lnTo>
                        <a:pt x="258" y="919"/>
                      </a:lnTo>
                      <a:cubicBezTo>
                        <a:pt x="258" y="912"/>
                        <a:pt x="260" y="903"/>
                        <a:pt x="266" y="898"/>
                      </a:cubicBezTo>
                      <a:close/>
                      <a:moveTo>
                        <a:pt x="245" y="1"/>
                      </a:moveTo>
                      <a:cubicBezTo>
                        <a:pt x="212" y="1"/>
                        <a:pt x="179" y="24"/>
                        <a:pt x="175" y="69"/>
                      </a:cubicBezTo>
                      <a:cubicBezTo>
                        <a:pt x="158" y="252"/>
                        <a:pt x="125" y="434"/>
                        <a:pt x="92" y="624"/>
                      </a:cubicBezTo>
                      <a:cubicBezTo>
                        <a:pt x="83" y="716"/>
                        <a:pt x="67" y="807"/>
                        <a:pt x="42" y="898"/>
                      </a:cubicBezTo>
                      <a:cubicBezTo>
                        <a:pt x="25" y="997"/>
                        <a:pt x="1" y="1088"/>
                        <a:pt x="9" y="1180"/>
                      </a:cubicBezTo>
                      <a:cubicBezTo>
                        <a:pt x="14" y="1230"/>
                        <a:pt x="53" y="1263"/>
                        <a:pt x="94" y="1263"/>
                      </a:cubicBezTo>
                      <a:cubicBezTo>
                        <a:pt x="120" y="1263"/>
                        <a:pt x="147" y="1250"/>
                        <a:pt x="166" y="1221"/>
                      </a:cubicBezTo>
                      <a:cubicBezTo>
                        <a:pt x="224" y="1138"/>
                        <a:pt x="241" y="1039"/>
                        <a:pt x="257" y="931"/>
                      </a:cubicBezTo>
                      <a:cubicBezTo>
                        <a:pt x="257" y="929"/>
                        <a:pt x="257" y="927"/>
                        <a:pt x="257" y="925"/>
                      </a:cubicBezTo>
                      <a:lnTo>
                        <a:pt x="257" y="925"/>
                      </a:lnTo>
                      <a:cubicBezTo>
                        <a:pt x="259" y="944"/>
                        <a:pt x="273" y="954"/>
                        <a:pt x="288" y="954"/>
                      </a:cubicBezTo>
                      <a:cubicBezTo>
                        <a:pt x="298" y="954"/>
                        <a:pt x="309" y="949"/>
                        <a:pt x="315" y="939"/>
                      </a:cubicBezTo>
                      <a:cubicBezTo>
                        <a:pt x="332" y="914"/>
                        <a:pt x="340" y="890"/>
                        <a:pt x="348" y="865"/>
                      </a:cubicBezTo>
                      <a:lnTo>
                        <a:pt x="373" y="782"/>
                      </a:lnTo>
                      <a:cubicBezTo>
                        <a:pt x="390" y="724"/>
                        <a:pt x="406" y="666"/>
                        <a:pt x="423" y="616"/>
                      </a:cubicBezTo>
                      <a:cubicBezTo>
                        <a:pt x="433" y="581"/>
                        <a:pt x="404" y="558"/>
                        <a:pt x="376" y="558"/>
                      </a:cubicBezTo>
                      <a:cubicBezTo>
                        <a:pt x="357" y="558"/>
                        <a:pt x="339" y="568"/>
                        <a:pt x="332" y="591"/>
                      </a:cubicBezTo>
                      <a:cubicBezTo>
                        <a:pt x="324" y="641"/>
                        <a:pt x="307" y="699"/>
                        <a:pt x="290" y="757"/>
                      </a:cubicBezTo>
                      <a:cubicBezTo>
                        <a:pt x="282" y="774"/>
                        <a:pt x="282" y="790"/>
                        <a:pt x="274" y="815"/>
                      </a:cubicBezTo>
                      <a:cubicBezTo>
                        <a:pt x="282" y="757"/>
                        <a:pt x="290" y="707"/>
                        <a:pt x="299" y="649"/>
                      </a:cubicBezTo>
                      <a:cubicBezTo>
                        <a:pt x="324" y="459"/>
                        <a:pt x="324" y="260"/>
                        <a:pt x="315" y="69"/>
                      </a:cubicBezTo>
                      <a:cubicBezTo>
                        <a:pt x="311" y="24"/>
                        <a:pt x="278" y="1"/>
                        <a:pt x="24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8" name="Google Shape;1698;p1"/>
                <p:cNvSpPr/>
                <p:nvPr/>
              </p:nvSpPr>
              <p:spPr>
                <a:xfrm>
                  <a:off x="706250" y="3092600"/>
                  <a:ext cx="1475" cy="4875"/>
                </a:xfrm>
                <a:custGeom>
                  <a:rect b="b" l="l" r="r" t="t"/>
                  <a:pathLst>
                    <a:path extrusionOk="0" h="195" w="59">
                      <a:moveTo>
                        <a:pt x="42" y="0"/>
                      </a:moveTo>
                      <a:cubicBezTo>
                        <a:pt x="33" y="0"/>
                        <a:pt x="17" y="0"/>
                        <a:pt x="17" y="8"/>
                      </a:cubicBezTo>
                      <a:cubicBezTo>
                        <a:pt x="17" y="41"/>
                        <a:pt x="8" y="66"/>
                        <a:pt x="8" y="91"/>
                      </a:cubicBezTo>
                      <a:cubicBezTo>
                        <a:pt x="0" y="124"/>
                        <a:pt x="0" y="149"/>
                        <a:pt x="0" y="182"/>
                      </a:cubicBezTo>
                      <a:cubicBezTo>
                        <a:pt x="0" y="191"/>
                        <a:pt x="6" y="195"/>
                        <a:pt x="13" y="195"/>
                      </a:cubicBezTo>
                      <a:cubicBezTo>
                        <a:pt x="19" y="195"/>
                        <a:pt x="25" y="191"/>
                        <a:pt x="25" y="182"/>
                      </a:cubicBezTo>
                      <a:cubicBezTo>
                        <a:pt x="33" y="157"/>
                        <a:pt x="42" y="133"/>
                        <a:pt x="42" y="108"/>
                      </a:cubicBezTo>
                      <a:cubicBezTo>
                        <a:pt x="50" y="75"/>
                        <a:pt x="50" y="50"/>
                        <a:pt x="58" y="25"/>
                      </a:cubicBezTo>
                      <a:cubicBezTo>
                        <a:pt x="58" y="8"/>
                        <a:pt x="58" y="0"/>
                        <a:pt x="4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9" name="Google Shape;1699;p1"/>
                <p:cNvSpPr/>
                <p:nvPr/>
              </p:nvSpPr>
              <p:spPr>
                <a:xfrm>
                  <a:off x="824800" y="3112400"/>
                  <a:ext cx="8225" cy="18050"/>
                </a:xfrm>
                <a:custGeom>
                  <a:rect b="b" l="l" r="r" t="t"/>
                  <a:pathLst>
                    <a:path extrusionOk="0" h="722" w="329">
                      <a:moveTo>
                        <a:pt x="256" y="0"/>
                      </a:moveTo>
                      <a:cubicBezTo>
                        <a:pt x="231" y="0"/>
                        <a:pt x="209" y="11"/>
                        <a:pt x="196" y="37"/>
                      </a:cubicBezTo>
                      <a:cubicBezTo>
                        <a:pt x="163" y="78"/>
                        <a:pt x="138" y="136"/>
                        <a:pt x="122" y="186"/>
                      </a:cubicBezTo>
                      <a:cubicBezTo>
                        <a:pt x="105" y="235"/>
                        <a:pt x="89" y="285"/>
                        <a:pt x="80" y="343"/>
                      </a:cubicBezTo>
                      <a:cubicBezTo>
                        <a:pt x="56" y="443"/>
                        <a:pt x="31" y="550"/>
                        <a:pt x="6" y="650"/>
                      </a:cubicBezTo>
                      <a:cubicBezTo>
                        <a:pt x="1" y="694"/>
                        <a:pt x="35" y="721"/>
                        <a:pt x="66" y="721"/>
                      </a:cubicBezTo>
                      <a:cubicBezTo>
                        <a:pt x="87" y="721"/>
                        <a:pt x="107" y="709"/>
                        <a:pt x="114" y="683"/>
                      </a:cubicBezTo>
                      <a:cubicBezTo>
                        <a:pt x="147" y="583"/>
                        <a:pt x="172" y="476"/>
                        <a:pt x="213" y="385"/>
                      </a:cubicBezTo>
                      <a:cubicBezTo>
                        <a:pt x="238" y="335"/>
                        <a:pt x="254" y="285"/>
                        <a:pt x="271" y="244"/>
                      </a:cubicBezTo>
                      <a:cubicBezTo>
                        <a:pt x="279" y="219"/>
                        <a:pt x="296" y="194"/>
                        <a:pt x="304" y="169"/>
                      </a:cubicBezTo>
                      <a:cubicBezTo>
                        <a:pt x="312" y="144"/>
                        <a:pt x="312" y="119"/>
                        <a:pt x="321" y="86"/>
                      </a:cubicBezTo>
                      <a:cubicBezTo>
                        <a:pt x="329" y="53"/>
                        <a:pt x="312" y="20"/>
                        <a:pt x="279" y="3"/>
                      </a:cubicBezTo>
                      <a:cubicBezTo>
                        <a:pt x="271" y="1"/>
                        <a:pt x="264" y="0"/>
                        <a:pt x="25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0" name="Google Shape;1700;p1"/>
                <p:cNvSpPr/>
                <p:nvPr/>
              </p:nvSpPr>
              <p:spPr>
                <a:xfrm>
                  <a:off x="833000" y="3091350"/>
                  <a:ext cx="2325" cy="6325"/>
                </a:xfrm>
                <a:custGeom>
                  <a:rect b="b" l="l" r="r" t="t"/>
                  <a:pathLst>
                    <a:path extrusionOk="0" h="253" w="93">
                      <a:moveTo>
                        <a:pt x="76" y="0"/>
                      </a:moveTo>
                      <a:cubicBezTo>
                        <a:pt x="67" y="0"/>
                        <a:pt x="59" y="9"/>
                        <a:pt x="59" y="17"/>
                      </a:cubicBezTo>
                      <a:cubicBezTo>
                        <a:pt x="51" y="50"/>
                        <a:pt x="42" y="83"/>
                        <a:pt x="34" y="116"/>
                      </a:cubicBezTo>
                      <a:cubicBezTo>
                        <a:pt x="26" y="158"/>
                        <a:pt x="18" y="191"/>
                        <a:pt x="9" y="224"/>
                      </a:cubicBezTo>
                      <a:cubicBezTo>
                        <a:pt x="1" y="232"/>
                        <a:pt x="9" y="249"/>
                        <a:pt x="26" y="249"/>
                      </a:cubicBezTo>
                      <a:cubicBezTo>
                        <a:pt x="28" y="251"/>
                        <a:pt x="31" y="252"/>
                        <a:pt x="34" y="252"/>
                      </a:cubicBezTo>
                      <a:cubicBezTo>
                        <a:pt x="42" y="252"/>
                        <a:pt x="51" y="244"/>
                        <a:pt x="51" y="232"/>
                      </a:cubicBezTo>
                      <a:cubicBezTo>
                        <a:pt x="59" y="199"/>
                        <a:pt x="67" y="166"/>
                        <a:pt x="76" y="133"/>
                      </a:cubicBezTo>
                      <a:cubicBezTo>
                        <a:pt x="84" y="91"/>
                        <a:pt x="92" y="58"/>
                        <a:pt x="92" y="17"/>
                      </a:cubicBezTo>
                      <a:cubicBezTo>
                        <a:pt x="92" y="9"/>
                        <a:pt x="84" y="0"/>
                        <a:pt x="7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1" name="Google Shape;1701;p1"/>
                <p:cNvSpPr/>
                <p:nvPr/>
              </p:nvSpPr>
              <p:spPr>
                <a:xfrm>
                  <a:off x="835500" y="3081000"/>
                  <a:ext cx="2500" cy="1875"/>
                </a:xfrm>
                <a:custGeom>
                  <a:rect b="b" l="l" r="r" t="t"/>
                  <a:pathLst>
                    <a:path extrusionOk="0" h="75" w="100">
                      <a:moveTo>
                        <a:pt x="50" y="0"/>
                      </a:moveTo>
                      <a:cubicBezTo>
                        <a:pt x="0" y="0"/>
                        <a:pt x="0" y="75"/>
                        <a:pt x="50" y="75"/>
                      </a:cubicBezTo>
                      <a:cubicBezTo>
                        <a:pt x="100" y="75"/>
                        <a:pt x="100" y="0"/>
                        <a:pt x="5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2" name="Google Shape;1702;p1"/>
                <p:cNvSpPr/>
                <p:nvPr/>
              </p:nvSpPr>
              <p:spPr>
                <a:xfrm>
                  <a:off x="743725" y="3168450"/>
                  <a:ext cx="14425" cy="15150"/>
                </a:xfrm>
                <a:custGeom>
                  <a:rect b="b" l="l" r="r" t="t"/>
                  <a:pathLst>
                    <a:path extrusionOk="0" h="606" w="577">
                      <a:moveTo>
                        <a:pt x="513" y="0"/>
                      </a:moveTo>
                      <a:cubicBezTo>
                        <a:pt x="505" y="0"/>
                        <a:pt x="497" y="2"/>
                        <a:pt x="490" y="7"/>
                      </a:cubicBezTo>
                      <a:cubicBezTo>
                        <a:pt x="440" y="40"/>
                        <a:pt x="407" y="81"/>
                        <a:pt x="365" y="123"/>
                      </a:cubicBezTo>
                      <a:cubicBezTo>
                        <a:pt x="324" y="156"/>
                        <a:pt x="283" y="197"/>
                        <a:pt x="249" y="239"/>
                      </a:cubicBezTo>
                      <a:cubicBezTo>
                        <a:pt x="175" y="322"/>
                        <a:pt x="100" y="404"/>
                        <a:pt x="26" y="487"/>
                      </a:cubicBezTo>
                      <a:cubicBezTo>
                        <a:pt x="1" y="520"/>
                        <a:pt x="1" y="562"/>
                        <a:pt x="26" y="587"/>
                      </a:cubicBezTo>
                      <a:cubicBezTo>
                        <a:pt x="38" y="599"/>
                        <a:pt x="57" y="605"/>
                        <a:pt x="75" y="605"/>
                      </a:cubicBezTo>
                      <a:cubicBezTo>
                        <a:pt x="94" y="605"/>
                        <a:pt x="113" y="599"/>
                        <a:pt x="125" y="587"/>
                      </a:cubicBezTo>
                      <a:cubicBezTo>
                        <a:pt x="200" y="504"/>
                        <a:pt x="274" y="421"/>
                        <a:pt x="349" y="338"/>
                      </a:cubicBezTo>
                      <a:cubicBezTo>
                        <a:pt x="382" y="297"/>
                        <a:pt x="423" y="255"/>
                        <a:pt x="457" y="214"/>
                      </a:cubicBezTo>
                      <a:cubicBezTo>
                        <a:pt x="490" y="173"/>
                        <a:pt x="531" y="131"/>
                        <a:pt x="556" y="73"/>
                      </a:cubicBezTo>
                      <a:cubicBezTo>
                        <a:pt x="576" y="39"/>
                        <a:pt x="547" y="0"/>
                        <a:pt x="51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3" name="Google Shape;1703;p1"/>
                <p:cNvSpPr/>
                <p:nvPr/>
              </p:nvSpPr>
              <p:spPr>
                <a:xfrm>
                  <a:off x="660875" y="3128750"/>
                  <a:ext cx="9975" cy="40125"/>
                </a:xfrm>
                <a:custGeom>
                  <a:rect b="b" l="l" r="r" t="t"/>
                  <a:pathLst>
                    <a:path extrusionOk="0" h="1605" w="399">
                      <a:moveTo>
                        <a:pt x="180" y="0"/>
                      </a:moveTo>
                      <a:cubicBezTo>
                        <a:pt x="155" y="0"/>
                        <a:pt x="128" y="15"/>
                        <a:pt x="117" y="45"/>
                      </a:cubicBezTo>
                      <a:cubicBezTo>
                        <a:pt x="26" y="286"/>
                        <a:pt x="1" y="551"/>
                        <a:pt x="17" y="808"/>
                      </a:cubicBezTo>
                      <a:cubicBezTo>
                        <a:pt x="26" y="940"/>
                        <a:pt x="42" y="1073"/>
                        <a:pt x="67" y="1205"/>
                      </a:cubicBezTo>
                      <a:cubicBezTo>
                        <a:pt x="75" y="1263"/>
                        <a:pt x="92" y="1321"/>
                        <a:pt x="108" y="1379"/>
                      </a:cubicBezTo>
                      <a:cubicBezTo>
                        <a:pt x="133" y="1446"/>
                        <a:pt x="150" y="1520"/>
                        <a:pt x="200" y="1570"/>
                      </a:cubicBezTo>
                      <a:cubicBezTo>
                        <a:pt x="223" y="1594"/>
                        <a:pt x="250" y="1604"/>
                        <a:pt x="275" y="1604"/>
                      </a:cubicBezTo>
                      <a:cubicBezTo>
                        <a:pt x="329" y="1604"/>
                        <a:pt x="379" y="1557"/>
                        <a:pt x="390" y="1495"/>
                      </a:cubicBezTo>
                      <a:cubicBezTo>
                        <a:pt x="398" y="1429"/>
                        <a:pt x="365" y="1371"/>
                        <a:pt x="349" y="1313"/>
                      </a:cubicBezTo>
                      <a:cubicBezTo>
                        <a:pt x="332" y="1255"/>
                        <a:pt x="316" y="1197"/>
                        <a:pt x="299" y="1139"/>
                      </a:cubicBezTo>
                      <a:cubicBezTo>
                        <a:pt x="266" y="1023"/>
                        <a:pt x="249" y="907"/>
                        <a:pt x="233" y="783"/>
                      </a:cubicBezTo>
                      <a:cubicBezTo>
                        <a:pt x="208" y="543"/>
                        <a:pt x="224" y="302"/>
                        <a:pt x="233" y="62"/>
                      </a:cubicBezTo>
                      <a:cubicBezTo>
                        <a:pt x="237" y="21"/>
                        <a:pt x="210" y="0"/>
                        <a:pt x="18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4" name="Google Shape;1704;p1"/>
                <p:cNvSpPr/>
                <p:nvPr/>
              </p:nvSpPr>
              <p:spPr>
                <a:xfrm>
                  <a:off x="669375" y="3138375"/>
                  <a:ext cx="6225" cy="19975"/>
                </a:xfrm>
                <a:custGeom>
                  <a:rect b="b" l="l" r="r" t="t"/>
                  <a:pathLst>
                    <a:path extrusionOk="0" h="799" w="249">
                      <a:moveTo>
                        <a:pt x="67" y="0"/>
                      </a:moveTo>
                      <a:cubicBezTo>
                        <a:pt x="34" y="0"/>
                        <a:pt x="0" y="33"/>
                        <a:pt x="0" y="66"/>
                      </a:cubicBezTo>
                      <a:cubicBezTo>
                        <a:pt x="9" y="307"/>
                        <a:pt x="42" y="547"/>
                        <a:pt x="141" y="771"/>
                      </a:cubicBezTo>
                      <a:cubicBezTo>
                        <a:pt x="147" y="789"/>
                        <a:pt x="172" y="799"/>
                        <a:pt x="191" y="799"/>
                      </a:cubicBezTo>
                      <a:cubicBezTo>
                        <a:pt x="198" y="799"/>
                        <a:pt x="203" y="798"/>
                        <a:pt x="208" y="796"/>
                      </a:cubicBezTo>
                      <a:cubicBezTo>
                        <a:pt x="232" y="779"/>
                        <a:pt x="249" y="754"/>
                        <a:pt x="241" y="729"/>
                      </a:cubicBezTo>
                      <a:cubicBezTo>
                        <a:pt x="208" y="506"/>
                        <a:pt x="150" y="290"/>
                        <a:pt x="133" y="66"/>
                      </a:cubicBezTo>
                      <a:cubicBezTo>
                        <a:pt x="133" y="33"/>
                        <a:pt x="108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5" name="Google Shape;1705;p1"/>
                <p:cNvSpPr/>
                <p:nvPr/>
              </p:nvSpPr>
              <p:spPr>
                <a:xfrm>
                  <a:off x="668550" y="3105400"/>
                  <a:ext cx="3550" cy="12275"/>
                </a:xfrm>
                <a:custGeom>
                  <a:rect b="b" l="l" r="r" t="t"/>
                  <a:pathLst>
                    <a:path extrusionOk="0" h="491" w="142">
                      <a:moveTo>
                        <a:pt x="98" y="0"/>
                      </a:moveTo>
                      <a:cubicBezTo>
                        <a:pt x="85" y="0"/>
                        <a:pt x="73" y="6"/>
                        <a:pt x="67" y="18"/>
                      </a:cubicBezTo>
                      <a:cubicBezTo>
                        <a:pt x="58" y="35"/>
                        <a:pt x="50" y="51"/>
                        <a:pt x="42" y="68"/>
                      </a:cubicBezTo>
                      <a:cubicBezTo>
                        <a:pt x="33" y="85"/>
                        <a:pt x="25" y="101"/>
                        <a:pt x="25" y="118"/>
                      </a:cubicBezTo>
                      <a:cubicBezTo>
                        <a:pt x="9" y="151"/>
                        <a:pt x="9" y="192"/>
                        <a:pt x="9" y="225"/>
                      </a:cubicBezTo>
                      <a:cubicBezTo>
                        <a:pt x="0" y="300"/>
                        <a:pt x="0" y="366"/>
                        <a:pt x="9" y="433"/>
                      </a:cubicBezTo>
                      <a:cubicBezTo>
                        <a:pt x="9" y="466"/>
                        <a:pt x="25" y="491"/>
                        <a:pt x="58" y="491"/>
                      </a:cubicBezTo>
                      <a:cubicBezTo>
                        <a:pt x="83" y="491"/>
                        <a:pt x="108" y="466"/>
                        <a:pt x="108" y="433"/>
                      </a:cubicBezTo>
                      <a:cubicBezTo>
                        <a:pt x="108" y="366"/>
                        <a:pt x="108" y="300"/>
                        <a:pt x="116" y="234"/>
                      </a:cubicBezTo>
                      <a:cubicBezTo>
                        <a:pt x="125" y="167"/>
                        <a:pt x="141" y="101"/>
                        <a:pt x="141" y="35"/>
                      </a:cubicBezTo>
                      <a:cubicBezTo>
                        <a:pt x="141" y="14"/>
                        <a:pt x="119" y="0"/>
                        <a:pt x="9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6" name="Google Shape;1706;p1"/>
                <p:cNvSpPr/>
                <p:nvPr/>
              </p:nvSpPr>
              <p:spPr>
                <a:xfrm>
                  <a:off x="830775" y="3039200"/>
                  <a:ext cx="12625" cy="16175"/>
                </a:xfrm>
                <a:custGeom>
                  <a:rect b="b" l="l" r="r" t="t"/>
                  <a:pathLst>
                    <a:path extrusionOk="0" h="647" w="505">
                      <a:moveTo>
                        <a:pt x="93" y="0"/>
                      </a:moveTo>
                      <a:cubicBezTo>
                        <a:pt x="35" y="0"/>
                        <a:pt x="1" y="80"/>
                        <a:pt x="65" y="123"/>
                      </a:cubicBezTo>
                      <a:cubicBezTo>
                        <a:pt x="90" y="139"/>
                        <a:pt x="123" y="164"/>
                        <a:pt x="148" y="197"/>
                      </a:cubicBezTo>
                      <a:cubicBezTo>
                        <a:pt x="148" y="197"/>
                        <a:pt x="148" y="197"/>
                        <a:pt x="148" y="197"/>
                      </a:cubicBezTo>
                      <a:lnTo>
                        <a:pt x="148" y="197"/>
                      </a:lnTo>
                      <a:cubicBezTo>
                        <a:pt x="151" y="204"/>
                        <a:pt x="153" y="207"/>
                        <a:pt x="154" y="207"/>
                      </a:cubicBezTo>
                      <a:cubicBezTo>
                        <a:pt x="155" y="207"/>
                        <a:pt x="153" y="202"/>
                        <a:pt x="148" y="197"/>
                      </a:cubicBezTo>
                      <a:lnTo>
                        <a:pt x="148" y="197"/>
                      </a:lnTo>
                      <a:cubicBezTo>
                        <a:pt x="156" y="206"/>
                        <a:pt x="165" y="214"/>
                        <a:pt x="165" y="222"/>
                      </a:cubicBezTo>
                      <a:cubicBezTo>
                        <a:pt x="173" y="222"/>
                        <a:pt x="181" y="239"/>
                        <a:pt x="181" y="239"/>
                      </a:cubicBezTo>
                      <a:cubicBezTo>
                        <a:pt x="189" y="255"/>
                        <a:pt x="206" y="272"/>
                        <a:pt x="214" y="288"/>
                      </a:cubicBezTo>
                      <a:cubicBezTo>
                        <a:pt x="222" y="313"/>
                        <a:pt x="239" y="330"/>
                        <a:pt x="247" y="346"/>
                      </a:cubicBezTo>
                      <a:cubicBezTo>
                        <a:pt x="247" y="355"/>
                        <a:pt x="256" y="363"/>
                        <a:pt x="256" y="371"/>
                      </a:cubicBezTo>
                      <a:cubicBezTo>
                        <a:pt x="264" y="379"/>
                        <a:pt x="264" y="379"/>
                        <a:pt x="264" y="388"/>
                      </a:cubicBezTo>
                      <a:cubicBezTo>
                        <a:pt x="280" y="429"/>
                        <a:pt x="289" y="471"/>
                        <a:pt x="297" y="512"/>
                      </a:cubicBezTo>
                      <a:cubicBezTo>
                        <a:pt x="297" y="520"/>
                        <a:pt x="297" y="520"/>
                        <a:pt x="297" y="529"/>
                      </a:cubicBezTo>
                      <a:cubicBezTo>
                        <a:pt x="305" y="545"/>
                        <a:pt x="305" y="570"/>
                        <a:pt x="314" y="595"/>
                      </a:cubicBezTo>
                      <a:cubicBezTo>
                        <a:pt x="335" y="624"/>
                        <a:pt x="369" y="646"/>
                        <a:pt x="410" y="646"/>
                      </a:cubicBezTo>
                      <a:cubicBezTo>
                        <a:pt x="417" y="646"/>
                        <a:pt x="423" y="646"/>
                        <a:pt x="430" y="645"/>
                      </a:cubicBezTo>
                      <a:cubicBezTo>
                        <a:pt x="471" y="628"/>
                        <a:pt x="504" y="578"/>
                        <a:pt x="504" y="537"/>
                      </a:cubicBezTo>
                      <a:cubicBezTo>
                        <a:pt x="504" y="504"/>
                        <a:pt x="496" y="471"/>
                        <a:pt x="488" y="446"/>
                      </a:cubicBezTo>
                      <a:cubicBezTo>
                        <a:pt x="463" y="355"/>
                        <a:pt x="421" y="264"/>
                        <a:pt x="363" y="189"/>
                      </a:cubicBezTo>
                      <a:cubicBezTo>
                        <a:pt x="305" y="114"/>
                        <a:pt x="222" y="48"/>
                        <a:pt x="123" y="7"/>
                      </a:cubicBezTo>
                      <a:cubicBezTo>
                        <a:pt x="113" y="2"/>
                        <a:pt x="103" y="0"/>
                        <a:pt x="9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7" name="Google Shape;1707;p1"/>
                <p:cNvSpPr/>
                <p:nvPr/>
              </p:nvSpPr>
              <p:spPr>
                <a:xfrm>
                  <a:off x="834675" y="3025675"/>
                  <a:ext cx="4775" cy="10650"/>
                </a:xfrm>
                <a:custGeom>
                  <a:rect b="b" l="l" r="r" t="t"/>
                  <a:pathLst>
                    <a:path extrusionOk="0" h="426" w="191">
                      <a:moveTo>
                        <a:pt x="59" y="0"/>
                      </a:moveTo>
                      <a:cubicBezTo>
                        <a:pt x="51" y="0"/>
                        <a:pt x="42" y="3"/>
                        <a:pt x="33" y="9"/>
                      </a:cubicBezTo>
                      <a:cubicBezTo>
                        <a:pt x="9" y="17"/>
                        <a:pt x="0" y="51"/>
                        <a:pt x="17" y="67"/>
                      </a:cubicBezTo>
                      <a:cubicBezTo>
                        <a:pt x="42" y="125"/>
                        <a:pt x="66" y="175"/>
                        <a:pt x="83" y="233"/>
                      </a:cubicBezTo>
                      <a:cubicBezTo>
                        <a:pt x="91" y="258"/>
                        <a:pt x="100" y="283"/>
                        <a:pt x="100" y="316"/>
                      </a:cubicBezTo>
                      <a:cubicBezTo>
                        <a:pt x="100" y="332"/>
                        <a:pt x="108" y="341"/>
                        <a:pt x="108" y="357"/>
                      </a:cubicBezTo>
                      <a:cubicBezTo>
                        <a:pt x="108" y="374"/>
                        <a:pt x="116" y="390"/>
                        <a:pt x="116" y="407"/>
                      </a:cubicBezTo>
                      <a:cubicBezTo>
                        <a:pt x="120" y="419"/>
                        <a:pt x="135" y="425"/>
                        <a:pt x="149" y="425"/>
                      </a:cubicBezTo>
                      <a:cubicBezTo>
                        <a:pt x="164" y="425"/>
                        <a:pt x="178" y="419"/>
                        <a:pt x="182" y="407"/>
                      </a:cubicBezTo>
                      <a:cubicBezTo>
                        <a:pt x="182" y="390"/>
                        <a:pt x="191" y="374"/>
                        <a:pt x="191" y="349"/>
                      </a:cubicBezTo>
                      <a:cubicBezTo>
                        <a:pt x="191" y="341"/>
                        <a:pt x="191" y="324"/>
                        <a:pt x="191" y="307"/>
                      </a:cubicBezTo>
                      <a:cubicBezTo>
                        <a:pt x="191" y="274"/>
                        <a:pt x="182" y="233"/>
                        <a:pt x="174" y="208"/>
                      </a:cubicBezTo>
                      <a:cubicBezTo>
                        <a:pt x="158" y="142"/>
                        <a:pt x="133" y="75"/>
                        <a:pt x="100" y="26"/>
                      </a:cubicBezTo>
                      <a:cubicBezTo>
                        <a:pt x="89" y="10"/>
                        <a:pt x="75" y="0"/>
                        <a:pt x="5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8" name="Google Shape;1708;p1"/>
                <p:cNvSpPr/>
                <p:nvPr/>
              </p:nvSpPr>
              <p:spPr>
                <a:xfrm>
                  <a:off x="849300" y="2927250"/>
                  <a:ext cx="5700" cy="12675"/>
                </a:xfrm>
                <a:custGeom>
                  <a:rect b="b" l="l" r="r" t="t"/>
                  <a:pathLst>
                    <a:path extrusionOk="0" h="507" w="228">
                      <a:moveTo>
                        <a:pt x="48" y="0"/>
                      </a:moveTo>
                      <a:cubicBezTo>
                        <a:pt x="24" y="0"/>
                        <a:pt x="0" y="26"/>
                        <a:pt x="12" y="60"/>
                      </a:cubicBezTo>
                      <a:cubicBezTo>
                        <a:pt x="45" y="126"/>
                        <a:pt x="70" y="193"/>
                        <a:pt x="86" y="267"/>
                      </a:cubicBezTo>
                      <a:cubicBezTo>
                        <a:pt x="95" y="300"/>
                        <a:pt x="103" y="342"/>
                        <a:pt x="111" y="375"/>
                      </a:cubicBezTo>
                      <a:cubicBezTo>
                        <a:pt x="111" y="392"/>
                        <a:pt x="119" y="408"/>
                        <a:pt x="119" y="425"/>
                      </a:cubicBezTo>
                      <a:cubicBezTo>
                        <a:pt x="128" y="450"/>
                        <a:pt x="128" y="466"/>
                        <a:pt x="136" y="491"/>
                      </a:cubicBezTo>
                      <a:cubicBezTo>
                        <a:pt x="145" y="500"/>
                        <a:pt x="162" y="507"/>
                        <a:pt x="178" y="507"/>
                      </a:cubicBezTo>
                      <a:cubicBezTo>
                        <a:pt x="191" y="507"/>
                        <a:pt x="203" y="502"/>
                        <a:pt x="211" y="491"/>
                      </a:cubicBezTo>
                      <a:cubicBezTo>
                        <a:pt x="227" y="450"/>
                        <a:pt x="219" y="400"/>
                        <a:pt x="211" y="358"/>
                      </a:cubicBezTo>
                      <a:cubicBezTo>
                        <a:pt x="202" y="317"/>
                        <a:pt x="186" y="284"/>
                        <a:pt x="177" y="242"/>
                      </a:cubicBezTo>
                      <a:cubicBezTo>
                        <a:pt x="153" y="168"/>
                        <a:pt x="119" y="93"/>
                        <a:pt x="78" y="19"/>
                      </a:cubicBezTo>
                      <a:cubicBezTo>
                        <a:pt x="70" y="6"/>
                        <a:pt x="59" y="0"/>
                        <a:pt x="4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9" name="Google Shape;1709;p1"/>
                <p:cNvSpPr/>
                <p:nvPr/>
              </p:nvSpPr>
              <p:spPr>
                <a:xfrm>
                  <a:off x="856425" y="2924600"/>
                  <a:ext cx="4150" cy="12900"/>
                </a:xfrm>
                <a:custGeom>
                  <a:rect b="b" l="l" r="r" t="t"/>
                  <a:pathLst>
                    <a:path extrusionOk="0" h="516" w="166">
                      <a:moveTo>
                        <a:pt x="33" y="0"/>
                      </a:moveTo>
                      <a:cubicBezTo>
                        <a:pt x="8" y="9"/>
                        <a:pt x="0" y="34"/>
                        <a:pt x="8" y="58"/>
                      </a:cubicBezTo>
                      <a:cubicBezTo>
                        <a:pt x="17" y="133"/>
                        <a:pt x="25" y="208"/>
                        <a:pt x="50" y="282"/>
                      </a:cubicBezTo>
                      <a:cubicBezTo>
                        <a:pt x="58" y="315"/>
                        <a:pt x="66" y="348"/>
                        <a:pt x="75" y="390"/>
                      </a:cubicBezTo>
                      <a:cubicBezTo>
                        <a:pt x="91" y="423"/>
                        <a:pt x="100" y="456"/>
                        <a:pt x="108" y="498"/>
                      </a:cubicBezTo>
                      <a:cubicBezTo>
                        <a:pt x="112" y="509"/>
                        <a:pt x="125" y="515"/>
                        <a:pt x="137" y="515"/>
                      </a:cubicBezTo>
                      <a:cubicBezTo>
                        <a:pt x="152" y="515"/>
                        <a:pt x="166" y="507"/>
                        <a:pt x="166" y="489"/>
                      </a:cubicBezTo>
                      <a:cubicBezTo>
                        <a:pt x="158" y="448"/>
                        <a:pt x="158" y="415"/>
                        <a:pt x="149" y="373"/>
                      </a:cubicBezTo>
                      <a:cubicBezTo>
                        <a:pt x="149" y="340"/>
                        <a:pt x="141" y="299"/>
                        <a:pt x="133" y="266"/>
                      </a:cubicBezTo>
                      <a:cubicBezTo>
                        <a:pt x="124" y="191"/>
                        <a:pt x="108" y="108"/>
                        <a:pt x="91" y="34"/>
                      </a:cubicBezTo>
                      <a:cubicBezTo>
                        <a:pt x="83" y="9"/>
                        <a:pt x="58" y="0"/>
                        <a:pt x="3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0" name="Google Shape;1710;p1"/>
                <p:cNvSpPr/>
                <p:nvPr/>
              </p:nvSpPr>
              <p:spPr>
                <a:xfrm>
                  <a:off x="670400" y="2990575"/>
                  <a:ext cx="7500" cy="7250"/>
                </a:xfrm>
                <a:custGeom>
                  <a:rect b="b" l="l" r="r" t="t"/>
                  <a:pathLst>
                    <a:path extrusionOk="0" h="290" w="300">
                      <a:moveTo>
                        <a:pt x="241" y="0"/>
                      </a:moveTo>
                      <a:cubicBezTo>
                        <a:pt x="227" y="0"/>
                        <a:pt x="212" y="5"/>
                        <a:pt x="200" y="13"/>
                      </a:cubicBezTo>
                      <a:lnTo>
                        <a:pt x="100" y="112"/>
                      </a:lnTo>
                      <a:cubicBezTo>
                        <a:pt x="92" y="121"/>
                        <a:pt x="75" y="137"/>
                        <a:pt x="59" y="154"/>
                      </a:cubicBezTo>
                      <a:cubicBezTo>
                        <a:pt x="51" y="162"/>
                        <a:pt x="42" y="170"/>
                        <a:pt x="34" y="187"/>
                      </a:cubicBezTo>
                      <a:cubicBezTo>
                        <a:pt x="26" y="195"/>
                        <a:pt x="17" y="203"/>
                        <a:pt x="9" y="220"/>
                      </a:cubicBezTo>
                      <a:cubicBezTo>
                        <a:pt x="1" y="237"/>
                        <a:pt x="1" y="261"/>
                        <a:pt x="17" y="278"/>
                      </a:cubicBezTo>
                      <a:cubicBezTo>
                        <a:pt x="29" y="284"/>
                        <a:pt x="45" y="290"/>
                        <a:pt x="59" y="290"/>
                      </a:cubicBezTo>
                      <a:cubicBezTo>
                        <a:pt x="65" y="290"/>
                        <a:pt x="71" y="289"/>
                        <a:pt x="75" y="286"/>
                      </a:cubicBezTo>
                      <a:cubicBezTo>
                        <a:pt x="84" y="278"/>
                        <a:pt x="100" y="270"/>
                        <a:pt x="109" y="270"/>
                      </a:cubicBezTo>
                      <a:cubicBezTo>
                        <a:pt x="117" y="261"/>
                        <a:pt x="125" y="245"/>
                        <a:pt x="142" y="237"/>
                      </a:cubicBezTo>
                      <a:cubicBezTo>
                        <a:pt x="158" y="220"/>
                        <a:pt x="167" y="203"/>
                        <a:pt x="183" y="195"/>
                      </a:cubicBezTo>
                      <a:lnTo>
                        <a:pt x="283" y="96"/>
                      </a:lnTo>
                      <a:cubicBezTo>
                        <a:pt x="299" y="79"/>
                        <a:pt x="299" y="38"/>
                        <a:pt x="283" y="13"/>
                      </a:cubicBezTo>
                      <a:cubicBezTo>
                        <a:pt x="270" y="5"/>
                        <a:pt x="256" y="0"/>
                        <a:pt x="24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1" name="Google Shape;1711;p1"/>
                <p:cNvSpPr/>
                <p:nvPr/>
              </p:nvSpPr>
              <p:spPr>
                <a:xfrm>
                  <a:off x="675175" y="2995250"/>
                  <a:ext cx="7275" cy="7600"/>
                </a:xfrm>
                <a:custGeom>
                  <a:rect b="b" l="l" r="r" t="t"/>
                  <a:pathLst>
                    <a:path extrusionOk="0" h="304" w="291">
                      <a:moveTo>
                        <a:pt x="230" y="1"/>
                      </a:moveTo>
                      <a:cubicBezTo>
                        <a:pt x="218" y="1"/>
                        <a:pt x="207" y="5"/>
                        <a:pt x="199" y="16"/>
                      </a:cubicBezTo>
                      <a:cubicBezTo>
                        <a:pt x="166" y="50"/>
                        <a:pt x="133" y="91"/>
                        <a:pt x="100" y="124"/>
                      </a:cubicBezTo>
                      <a:cubicBezTo>
                        <a:pt x="92" y="141"/>
                        <a:pt x="75" y="157"/>
                        <a:pt x="58" y="182"/>
                      </a:cubicBezTo>
                      <a:cubicBezTo>
                        <a:pt x="50" y="190"/>
                        <a:pt x="42" y="199"/>
                        <a:pt x="34" y="215"/>
                      </a:cubicBezTo>
                      <a:cubicBezTo>
                        <a:pt x="25" y="224"/>
                        <a:pt x="17" y="232"/>
                        <a:pt x="17" y="240"/>
                      </a:cubicBezTo>
                      <a:cubicBezTo>
                        <a:pt x="0" y="257"/>
                        <a:pt x="9" y="282"/>
                        <a:pt x="25" y="298"/>
                      </a:cubicBezTo>
                      <a:cubicBezTo>
                        <a:pt x="32" y="302"/>
                        <a:pt x="39" y="304"/>
                        <a:pt x="46" y="304"/>
                      </a:cubicBezTo>
                      <a:cubicBezTo>
                        <a:pt x="56" y="304"/>
                        <a:pt x="65" y="300"/>
                        <a:pt x="75" y="290"/>
                      </a:cubicBezTo>
                      <a:lnTo>
                        <a:pt x="108" y="273"/>
                      </a:lnTo>
                      <a:cubicBezTo>
                        <a:pt x="116" y="265"/>
                        <a:pt x="125" y="257"/>
                        <a:pt x="125" y="248"/>
                      </a:cubicBezTo>
                      <a:cubicBezTo>
                        <a:pt x="141" y="232"/>
                        <a:pt x="158" y="215"/>
                        <a:pt x="174" y="199"/>
                      </a:cubicBezTo>
                      <a:cubicBezTo>
                        <a:pt x="208" y="166"/>
                        <a:pt x="241" y="124"/>
                        <a:pt x="274" y="91"/>
                      </a:cubicBezTo>
                      <a:cubicBezTo>
                        <a:pt x="290" y="74"/>
                        <a:pt x="290" y="41"/>
                        <a:pt x="274" y="16"/>
                      </a:cubicBezTo>
                      <a:cubicBezTo>
                        <a:pt x="260" y="7"/>
                        <a:pt x="244" y="1"/>
                        <a:pt x="23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2" name="Google Shape;1712;p1"/>
                <p:cNvSpPr/>
                <p:nvPr/>
              </p:nvSpPr>
              <p:spPr>
                <a:xfrm>
                  <a:off x="504900" y="3018175"/>
                  <a:ext cx="16600" cy="71075"/>
                </a:xfrm>
                <a:custGeom>
                  <a:rect b="b" l="l" r="r" t="t"/>
                  <a:pathLst>
                    <a:path extrusionOk="0" h="2843" w="664">
                      <a:moveTo>
                        <a:pt x="107" y="0"/>
                      </a:moveTo>
                      <a:cubicBezTo>
                        <a:pt x="86" y="0"/>
                        <a:pt x="63" y="15"/>
                        <a:pt x="59" y="44"/>
                      </a:cubicBezTo>
                      <a:cubicBezTo>
                        <a:pt x="1" y="533"/>
                        <a:pt x="9" y="1005"/>
                        <a:pt x="92" y="1486"/>
                      </a:cubicBezTo>
                      <a:cubicBezTo>
                        <a:pt x="125" y="1726"/>
                        <a:pt x="183" y="1958"/>
                        <a:pt x="258" y="2182"/>
                      </a:cubicBezTo>
                      <a:cubicBezTo>
                        <a:pt x="324" y="2405"/>
                        <a:pt x="398" y="2654"/>
                        <a:pt x="564" y="2828"/>
                      </a:cubicBezTo>
                      <a:cubicBezTo>
                        <a:pt x="575" y="2838"/>
                        <a:pt x="588" y="2843"/>
                        <a:pt x="602" y="2843"/>
                      </a:cubicBezTo>
                      <a:cubicBezTo>
                        <a:pt x="632" y="2843"/>
                        <a:pt x="664" y="2821"/>
                        <a:pt x="664" y="2786"/>
                      </a:cubicBezTo>
                      <a:cubicBezTo>
                        <a:pt x="647" y="2554"/>
                        <a:pt x="539" y="2339"/>
                        <a:pt x="473" y="2124"/>
                      </a:cubicBezTo>
                      <a:cubicBezTo>
                        <a:pt x="398" y="1900"/>
                        <a:pt x="340" y="1676"/>
                        <a:pt x="291" y="1452"/>
                      </a:cubicBezTo>
                      <a:cubicBezTo>
                        <a:pt x="200" y="989"/>
                        <a:pt x="150" y="516"/>
                        <a:pt x="150" y="44"/>
                      </a:cubicBezTo>
                      <a:cubicBezTo>
                        <a:pt x="150" y="15"/>
                        <a:pt x="129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3" name="Google Shape;1713;p1"/>
                <p:cNvSpPr/>
                <p:nvPr/>
              </p:nvSpPr>
              <p:spPr>
                <a:xfrm>
                  <a:off x="514600" y="3055450"/>
                  <a:ext cx="7525" cy="20975"/>
                </a:xfrm>
                <a:custGeom>
                  <a:rect b="b" l="l" r="r" t="t"/>
                  <a:pathLst>
                    <a:path extrusionOk="0" h="839" w="301">
                      <a:moveTo>
                        <a:pt x="55" y="1"/>
                      </a:moveTo>
                      <a:cubicBezTo>
                        <a:pt x="28" y="1"/>
                        <a:pt x="0" y="22"/>
                        <a:pt x="10" y="53"/>
                      </a:cubicBezTo>
                      <a:cubicBezTo>
                        <a:pt x="77" y="309"/>
                        <a:pt x="135" y="566"/>
                        <a:pt x="234" y="815"/>
                      </a:cubicBezTo>
                      <a:cubicBezTo>
                        <a:pt x="241" y="832"/>
                        <a:pt x="253" y="839"/>
                        <a:pt x="265" y="839"/>
                      </a:cubicBezTo>
                      <a:cubicBezTo>
                        <a:pt x="283" y="839"/>
                        <a:pt x="300" y="823"/>
                        <a:pt x="300" y="798"/>
                      </a:cubicBezTo>
                      <a:cubicBezTo>
                        <a:pt x="251" y="533"/>
                        <a:pt x="168" y="285"/>
                        <a:pt x="93" y="28"/>
                      </a:cubicBezTo>
                      <a:cubicBezTo>
                        <a:pt x="87" y="9"/>
                        <a:pt x="71" y="1"/>
                        <a:pt x="5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4" name="Google Shape;1714;p1"/>
                <p:cNvSpPr/>
                <p:nvPr/>
              </p:nvSpPr>
              <p:spPr>
                <a:xfrm>
                  <a:off x="645125" y="3164375"/>
                  <a:ext cx="5325" cy="18550"/>
                </a:xfrm>
                <a:custGeom>
                  <a:rect b="b" l="l" r="r" t="t"/>
                  <a:pathLst>
                    <a:path extrusionOk="0" h="742" w="213">
                      <a:moveTo>
                        <a:pt x="56" y="0"/>
                      </a:moveTo>
                      <a:cubicBezTo>
                        <a:pt x="29" y="0"/>
                        <a:pt x="1" y="18"/>
                        <a:pt x="1" y="46"/>
                      </a:cubicBezTo>
                      <a:cubicBezTo>
                        <a:pt x="9" y="153"/>
                        <a:pt x="18" y="261"/>
                        <a:pt x="26" y="360"/>
                      </a:cubicBezTo>
                      <a:cubicBezTo>
                        <a:pt x="34" y="468"/>
                        <a:pt x="34" y="576"/>
                        <a:pt x="51" y="683"/>
                      </a:cubicBezTo>
                      <a:cubicBezTo>
                        <a:pt x="58" y="724"/>
                        <a:pt x="91" y="741"/>
                        <a:pt x="125" y="741"/>
                      </a:cubicBezTo>
                      <a:cubicBezTo>
                        <a:pt x="168" y="741"/>
                        <a:pt x="213" y="713"/>
                        <a:pt x="208" y="667"/>
                      </a:cubicBezTo>
                      <a:cubicBezTo>
                        <a:pt x="200" y="559"/>
                        <a:pt x="175" y="451"/>
                        <a:pt x="158" y="344"/>
                      </a:cubicBezTo>
                      <a:cubicBezTo>
                        <a:pt x="142" y="244"/>
                        <a:pt x="117" y="137"/>
                        <a:pt x="100" y="37"/>
                      </a:cubicBezTo>
                      <a:cubicBezTo>
                        <a:pt x="97" y="11"/>
                        <a:pt x="77" y="0"/>
                        <a:pt x="5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5" name="Google Shape;1715;p1"/>
                <p:cNvSpPr/>
                <p:nvPr/>
              </p:nvSpPr>
              <p:spPr>
                <a:xfrm>
                  <a:off x="641825" y="3149700"/>
                  <a:ext cx="3750" cy="9950"/>
                </a:xfrm>
                <a:custGeom>
                  <a:rect b="b" l="l" r="r" t="t"/>
                  <a:pathLst>
                    <a:path extrusionOk="0" h="398" w="150">
                      <a:moveTo>
                        <a:pt x="80" y="1"/>
                      </a:moveTo>
                      <a:cubicBezTo>
                        <a:pt x="75" y="1"/>
                        <a:pt x="71" y="1"/>
                        <a:pt x="67" y="3"/>
                      </a:cubicBezTo>
                      <a:cubicBezTo>
                        <a:pt x="34" y="11"/>
                        <a:pt x="17" y="36"/>
                        <a:pt x="25" y="69"/>
                      </a:cubicBezTo>
                      <a:lnTo>
                        <a:pt x="25" y="77"/>
                      </a:lnTo>
                      <a:lnTo>
                        <a:pt x="25" y="86"/>
                      </a:lnTo>
                      <a:cubicBezTo>
                        <a:pt x="25" y="86"/>
                        <a:pt x="25" y="94"/>
                        <a:pt x="25" y="94"/>
                      </a:cubicBezTo>
                      <a:cubicBezTo>
                        <a:pt x="25" y="111"/>
                        <a:pt x="25" y="119"/>
                        <a:pt x="25" y="135"/>
                      </a:cubicBezTo>
                      <a:cubicBezTo>
                        <a:pt x="25" y="160"/>
                        <a:pt x="25" y="185"/>
                        <a:pt x="17" y="210"/>
                      </a:cubicBezTo>
                      <a:cubicBezTo>
                        <a:pt x="17" y="210"/>
                        <a:pt x="17" y="218"/>
                        <a:pt x="17" y="218"/>
                      </a:cubicBezTo>
                      <a:lnTo>
                        <a:pt x="25" y="218"/>
                      </a:lnTo>
                      <a:cubicBezTo>
                        <a:pt x="25" y="227"/>
                        <a:pt x="17" y="235"/>
                        <a:pt x="17" y="235"/>
                      </a:cubicBezTo>
                      <a:cubicBezTo>
                        <a:pt x="17" y="251"/>
                        <a:pt x="17" y="260"/>
                        <a:pt x="9" y="276"/>
                      </a:cubicBezTo>
                      <a:cubicBezTo>
                        <a:pt x="9" y="293"/>
                        <a:pt x="9" y="301"/>
                        <a:pt x="9" y="309"/>
                      </a:cubicBezTo>
                      <a:cubicBezTo>
                        <a:pt x="0" y="326"/>
                        <a:pt x="0" y="334"/>
                        <a:pt x="0" y="351"/>
                      </a:cubicBezTo>
                      <a:cubicBezTo>
                        <a:pt x="0" y="367"/>
                        <a:pt x="0" y="384"/>
                        <a:pt x="17" y="392"/>
                      </a:cubicBezTo>
                      <a:cubicBezTo>
                        <a:pt x="24" y="396"/>
                        <a:pt x="31" y="398"/>
                        <a:pt x="38" y="398"/>
                      </a:cubicBezTo>
                      <a:cubicBezTo>
                        <a:pt x="47" y="398"/>
                        <a:pt x="57" y="394"/>
                        <a:pt x="67" y="384"/>
                      </a:cubicBezTo>
                      <a:cubicBezTo>
                        <a:pt x="83" y="359"/>
                        <a:pt x="108" y="334"/>
                        <a:pt x="116" y="301"/>
                      </a:cubicBezTo>
                      <a:cubicBezTo>
                        <a:pt x="125" y="276"/>
                        <a:pt x="133" y="251"/>
                        <a:pt x="133" y="227"/>
                      </a:cubicBezTo>
                      <a:cubicBezTo>
                        <a:pt x="150" y="169"/>
                        <a:pt x="141" y="102"/>
                        <a:pt x="133" y="44"/>
                      </a:cubicBezTo>
                      <a:cubicBezTo>
                        <a:pt x="126" y="17"/>
                        <a:pt x="102" y="1"/>
                        <a:pt x="8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6" name="Google Shape;1716;p1"/>
                <p:cNvSpPr/>
                <p:nvPr/>
              </p:nvSpPr>
              <p:spPr>
                <a:xfrm>
                  <a:off x="670825" y="3293275"/>
                  <a:ext cx="200" cy="250"/>
                </a:xfrm>
                <a:custGeom>
                  <a:rect b="b" l="l" r="r" t="t"/>
                  <a:pathLst>
                    <a:path extrusionOk="0" h="10" w="8">
                      <a:moveTo>
                        <a:pt x="6" y="0"/>
                      </a:moveTo>
                      <a:cubicBezTo>
                        <a:pt x="6" y="0"/>
                        <a:pt x="4" y="3"/>
                        <a:pt x="0" y="10"/>
                      </a:cubicBezTo>
                      <a:cubicBezTo>
                        <a:pt x="5" y="5"/>
                        <a:pt x="7" y="0"/>
                        <a:pt x="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7" name="Google Shape;1717;p1"/>
                <p:cNvSpPr/>
                <p:nvPr/>
              </p:nvSpPr>
              <p:spPr>
                <a:xfrm>
                  <a:off x="792200" y="3258300"/>
                  <a:ext cx="4175" cy="6750"/>
                </a:xfrm>
                <a:custGeom>
                  <a:rect b="b" l="l" r="r" t="t"/>
                  <a:pathLst>
                    <a:path extrusionOk="0" h="270" w="167">
                      <a:moveTo>
                        <a:pt x="42" y="0"/>
                      </a:moveTo>
                      <a:cubicBezTo>
                        <a:pt x="34" y="0"/>
                        <a:pt x="17" y="0"/>
                        <a:pt x="9" y="17"/>
                      </a:cubicBezTo>
                      <a:cubicBezTo>
                        <a:pt x="1" y="34"/>
                        <a:pt x="9" y="50"/>
                        <a:pt x="9" y="75"/>
                      </a:cubicBezTo>
                      <a:cubicBezTo>
                        <a:pt x="9" y="83"/>
                        <a:pt x="1" y="92"/>
                        <a:pt x="9" y="108"/>
                      </a:cubicBezTo>
                      <a:cubicBezTo>
                        <a:pt x="9" y="116"/>
                        <a:pt x="17" y="125"/>
                        <a:pt x="17" y="133"/>
                      </a:cubicBezTo>
                      <a:cubicBezTo>
                        <a:pt x="34" y="166"/>
                        <a:pt x="42" y="199"/>
                        <a:pt x="59" y="232"/>
                      </a:cubicBezTo>
                      <a:cubicBezTo>
                        <a:pt x="59" y="241"/>
                        <a:pt x="67" y="257"/>
                        <a:pt x="84" y="266"/>
                      </a:cubicBezTo>
                      <a:cubicBezTo>
                        <a:pt x="89" y="266"/>
                        <a:pt x="98" y="269"/>
                        <a:pt x="106" y="269"/>
                      </a:cubicBezTo>
                      <a:cubicBezTo>
                        <a:pt x="110" y="269"/>
                        <a:pt x="114" y="268"/>
                        <a:pt x="117" y="266"/>
                      </a:cubicBezTo>
                      <a:cubicBezTo>
                        <a:pt x="142" y="257"/>
                        <a:pt x="166" y="232"/>
                        <a:pt x="158" y="199"/>
                      </a:cubicBezTo>
                      <a:lnTo>
                        <a:pt x="125" y="100"/>
                      </a:lnTo>
                      <a:cubicBezTo>
                        <a:pt x="117" y="92"/>
                        <a:pt x="117" y="83"/>
                        <a:pt x="117" y="83"/>
                      </a:cubicBezTo>
                      <a:cubicBezTo>
                        <a:pt x="108" y="67"/>
                        <a:pt x="100" y="58"/>
                        <a:pt x="92" y="50"/>
                      </a:cubicBezTo>
                      <a:cubicBezTo>
                        <a:pt x="92" y="50"/>
                        <a:pt x="92" y="42"/>
                        <a:pt x="92" y="42"/>
                      </a:cubicBezTo>
                      <a:cubicBezTo>
                        <a:pt x="84" y="42"/>
                        <a:pt x="84" y="42"/>
                        <a:pt x="84" y="34"/>
                      </a:cubicBezTo>
                      <a:lnTo>
                        <a:pt x="75" y="25"/>
                      </a:lnTo>
                      <a:cubicBezTo>
                        <a:pt x="67" y="17"/>
                        <a:pt x="59" y="0"/>
                        <a:pt x="4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8" name="Google Shape;1718;p1"/>
                <p:cNvSpPr/>
                <p:nvPr/>
              </p:nvSpPr>
              <p:spPr>
                <a:xfrm>
                  <a:off x="638300" y="3230000"/>
                  <a:ext cx="9750" cy="15225"/>
                </a:xfrm>
                <a:custGeom>
                  <a:rect b="b" l="l" r="r" t="t"/>
                  <a:pathLst>
                    <a:path extrusionOk="0" h="609" w="390">
                      <a:moveTo>
                        <a:pt x="336" y="1"/>
                      </a:moveTo>
                      <a:cubicBezTo>
                        <a:pt x="326" y="1"/>
                        <a:pt x="316" y="3"/>
                        <a:pt x="307" y="6"/>
                      </a:cubicBezTo>
                      <a:lnTo>
                        <a:pt x="315" y="6"/>
                      </a:lnTo>
                      <a:cubicBezTo>
                        <a:pt x="291" y="14"/>
                        <a:pt x="274" y="39"/>
                        <a:pt x="266" y="55"/>
                      </a:cubicBezTo>
                      <a:cubicBezTo>
                        <a:pt x="241" y="80"/>
                        <a:pt x="241" y="113"/>
                        <a:pt x="224" y="138"/>
                      </a:cubicBezTo>
                      <a:cubicBezTo>
                        <a:pt x="208" y="188"/>
                        <a:pt x="183" y="229"/>
                        <a:pt x="166" y="271"/>
                      </a:cubicBezTo>
                      <a:cubicBezTo>
                        <a:pt x="125" y="362"/>
                        <a:pt x="75" y="453"/>
                        <a:pt x="25" y="536"/>
                      </a:cubicBezTo>
                      <a:cubicBezTo>
                        <a:pt x="0" y="567"/>
                        <a:pt x="32" y="608"/>
                        <a:pt x="64" y="608"/>
                      </a:cubicBezTo>
                      <a:cubicBezTo>
                        <a:pt x="74" y="608"/>
                        <a:pt x="84" y="604"/>
                        <a:pt x="92" y="594"/>
                      </a:cubicBezTo>
                      <a:cubicBezTo>
                        <a:pt x="158" y="511"/>
                        <a:pt x="224" y="428"/>
                        <a:pt x="282" y="337"/>
                      </a:cubicBezTo>
                      <a:cubicBezTo>
                        <a:pt x="307" y="287"/>
                        <a:pt x="332" y="246"/>
                        <a:pt x="349" y="196"/>
                      </a:cubicBezTo>
                      <a:cubicBezTo>
                        <a:pt x="365" y="163"/>
                        <a:pt x="382" y="138"/>
                        <a:pt x="382" y="105"/>
                      </a:cubicBezTo>
                      <a:cubicBezTo>
                        <a:pt x="382" y="80"/>
                        <a:pt x="390" y="47"/>
                        <a:pt x="373" y="22"/>
                      </a:cubicBezTo>
                      <a:cubicBezTo>
                        <a:pt x="368" y="6"/>
                        <a:pt x="353" y="1"/>
                        <a:pt x="33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9" name="Google Shape;1719;p1"/>
                <p:cNvSpPr/>
                <p:nvPr/>
              </p:nvSpPr>
              <p:spPr>
                <a:xfrm>
                  <a:off x="645425" y="3219125"/>
                  <a:ext cx="3050" cy="7600"/>
                </a:xfrm>
                <a:custGeom>
                  <a:rect b="b" l="l" r="r" t="t"/>
                  <a:pathLst>
                    <a:path extrusionOk="0" h="304" w="122">
                      <a:moveTo>
                        <a:pt x="103" y="1"/>
                      </a:moveTo>
                      <a:cubicBezTo>
                        <a:pt x="97" y="1"/>
                        <a:pt x="92" y="3"/>
                        <a:pt x="88" y="10"/>
                      </a:cubicBezTo>
                      <a:cubicBezTo>
                        <a:pt x="80" y="18"/>
                        <a:pt x="72" y="35"/>
                        <a:pt x="64" y="43"/>
                      </a:cubicBezTo>
                      <a:cubicBezTo>
                        <a:pt x="64" y="51"/>
                        <a:pt x="64" y="59"/>
                        <a:pt x="55" y="68"/>
                      </a:cubicBezTo>
                      <a:cubicBezTo>
                        <a:pt x="47" y="93"/>
                        <a:pt x="47" y="117"/>
                        <a:pt x="39" y="134"/>
                      </a:cubicBezTo>
                      <a:lnTo>
                        <a:pt x="6" y="267"/>
                      </a:lnTo>
                      <a:cubicBezTo>
                        <a:pt x="1" y="291"/>
                        <a:pt x="16" y="304"/>
                        <a:pt x="30" y="304"/>
                      </a:cubicBezTo>
                      <a:cubicBezTo>
                        <a:pt x="41" y="304"/>
                        <a:pt x="52" y="297"/>
                        <a:pt x="55" y="283"/>
                      </a:cubicBezTo>
                      <a:cubicBezTo>
                        <a:pt x="72" y="242"/>
                        <a:pt x="88" y="200"/>
                        <a:pt x="97" y="151"/>
                      </a:cubicBezTo>
                      <a:cubicBezTo>
                        <a:pt x="105" y="134"/>
                        <a:pt x="113" y="109"/>
                        <a:pt x="113" y="93"/>
                      </a:cubicBezTo>
                      <a:lnTo>
                        <a:pt x="122" y="59"/>
                      </a:lnTo>
                      <a:cubicBezTo>
                        <a:pt x="122" y="43"/>
                        <a:pt x="122" y="35"/>
                        <a:pt x="122" y="18"/>
                      </a:cubicBezTo>
                      <a:cubicBezTo>
                        <a:pt x="122" y="8"/>
                        <a:pt x="112" y="1"/>
                        <a:pt x="10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0" name="Google Shape;1720;p1"/>
                <p:cNvSpPr/>
                <p:nvPr/>
              </p:nvSpPr>
              <p:spPr>
                <a:xfrm>
                  <a:off x="630850" y="3226950"/>
                  <a:ext cx="3325" cy="4925"/>
                </a:xfrm>
                <a:custGeom>
                  <a:rect b="b" l="l" r="r" t="t"/>
                  <a:pathLst>
                    <a:path extrusionOk="0" h="197" w="133">
                      <a:moveTo>
                        <a:pt x="103" y="0"/>
                      </a:moveTo>
                      <a:cubicBezTo>
                        <a:pt x="91" y="0"/>
                        <a:pt x="81" y="8"/>
                        <a:pt x="75" y="20"/>
                      </a:cubicBezTo>
                      <a:cubicBezTo>
                        <a:pt x="50" y="53"/>
                        <a:pt x="33" y="86"/>
                        <a:pt x="17" y="128"/>
                      </a:cubicBezTo>
                      <a:cubicBezTo>
                        <a:pt x="0" y="152"/>
                        <a:pt x="9" y="186"/>
                        <a:pt x="33" y="194"/>
                      </a:cubicBezTo>
                      <a:cubicBezTo>
                        <a:pt x="39" y="195"/>
                        <a:pt x="45" y="196"/>
                        <a:pt x="50" y="196"/>
                      </a:cubicBezTo>
                      <a:cubicBezTo>
                        <a:pt x="75" y="196"/>
                        <a:pt x="93" y="181"/>
                        <a:pt x="100" y="161"/>
                      </a:cubicBezTo>
                      <a:cubicBezTo>
                        <a:pt x="116" y="119"/>
                        <a:pt x="125" y="78"/>
                        <a:pt x="133" y="36"/>
                      </a:cubicBezTo>
                      <a:cubicBezTo>
                        <a:pt x="133" y="28"/>
                        <a:pt x="133" y="28"/>
                        <a:pt x="125" y="20"/>
                      </a:cubicBezTo>
                      <a:cubicBezTo>
                        <a:pt x="125" y="12"/>
                        <a:pt x="116" y="12"/>
                        <a:pt x="116" y="3"/>
                      </a:cubicBezTo>
                      <a:cubicBezTo>
                        <a:pt x="112" y="1"/>
                        <a:pt x="107" y="0"/>
                        <a:pt x="10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1" name="Google Shape;1721;p1"/>
                <p:cNvSpPr/>
                <p:nvPr/>
              </p:nvSpPr>
              <p:spPr>
                <a:xfrm>
                  <a:off x="555025" y="3207975"/>
                  <a:ext cx="3350" cy="8925"/>
                </a:xfrm>
                <a:custGeom>
                  <a:rect b="b" l="l" r="r" t="t"/>
                  <a:pathLst>
                    <a:path extrusionOk="0" h="357" w="134">
                      <a:moveTo>
                        <a:pt x="67" y="0"/>
                      </a:moveTo>
                      <a:cubicBezTo>
                        <a:pt x="51" y="0"/>
                        <a:pt x="34" y="8"/>
                        <a:pt x="26" y="25"/>
                      </a:cubicBezTo>
                      <a:cubicBezTo>
                        <a:pt x="1" y="66"/>
                        <a:pt x="9" y="124"/>
                        <a:pt x="9" y="174"/>
                      </a:cubicBezTo>
                      <a:cubicBezTo>
                        <a:pt x="9" y="215"/>
                        <a:pt x="9" y="257"/>
                        <a:pt x="17" y="307"/>
                      </a:cubicBezTo>
                      <a:cubicBezTo>
                        <a:pt x="17" y="331"/>
                        <a:pt x="42" y="356"/>
                        <a:pt x="67" y="356"/>
                      </a:cubicBezTo>
                      <a:cubicBezTo>
                        <a:pt x="100" y="356"/>
                        <a:pt x="125" y="331"/>
                        <a:pt x="125" y="307"/>
                      </a:cubicBezTo>
                      <a:cubicBezTo>
                        <a:pt x="125" y="257"/>
                        <a:pt x="125" y="215"/>
                        <a:pt x="125" y="174"/>
                      </a:cubicBezTo>
                      <a:cubicBezTo>
                        <a:pt x="125" y="124"/>
                        <a:pt x="133" y="66"/>
                        <a:pt x="109" y="25"/>
                      </a:cubicBezTo>
                      <a:cubicBezTo>
                        <a:pt x="100" y="8"/>
                        <a:pt x="84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2" name="Google Shape;1722;p1"/>
                <p:cNvSpPr/>
                <p:nvPr/>
              </p:nvSpPr>
              <p:spPr>
                <a:xfrm>
                  <a:off x="563100" y="3209075"/>
                  <a:ext cx="2725" cy="10825"/>
                </a:xfrm>
                <a:custGeom>
                  <a:rect b="b" l="l" r="r" t="t"/>
                  <a:pathLst>
                    <a:path extrusionOk="0" h="433" w="109">
                      <a:moveTo>
                        <a:pt x="44" y="0"/>
                      </a:moveTo>
                      <a:cubicBezTo>
                        <a:pt x="33" y="0"/>
                        <a:pt x="22" y="4"/>
                        <a:pt x="18" y="14"/>
                      </a:cubicBezTo>
                      <a:cubicBezTo>
                        <a:pt x="1" y="39"/>
                        <a:pt x="9" y="72"/>
                        <a:pt x="9" y="105"/>
                      </a:cubicBezTo>
                      <a:cubicBezTo>
                        <a:pt x="18" y="138"/>
                        <a:pt x="26" y="171"/>
                        <a:pt x="26" y="205"/>
                      </a:cubicBezTo>
                      <a:cubicBezTo>
                        <a:pt x="34" y="271"/>
                        <a:pt x="34" y="329"/>
                        <a:pt x="42" y="395"/>
                      </a:cubicBezTo>
                      <a:cubicBezTo>
                        <a:pt x="42" y="420"/>
                        <a:pt x="59" y="432"/>
                        <a:pt x="76" y="432"/>
                      </a:cubicBezTo>
                      <a:cubicBezTo>
                        <a:pt x="92" y="432"/>
                        <a:pt x="109" y="420"/>
                        <a:pt x="109" y="395"/>
                      </a:cubicBezTo>
                      <a:cubicBezTo>
                        <a:pt x="109" y="329"/>
                        <a:pt x="109" y="263"/>
                        <a:pt x="109" y="205"/>
                      </a:cubicBezTo>
                      <a:cubicBezTo>
                        <a:pt x="100" y="171"/>
                        <a:pt x="100" y="138"/>
                        <a:pt x="100" y="105"/>
                      </a:cubicBezTo>
                      <a:cubicBezTo>
                        <a:pt x="92" y="72"/>
                        <a:pt x="92" y="31"/>
                        <a:pt x="67" y="6"/>
                      </a:cubicBezTo>
                      <a:cubicBezTo>
                        <a:pt x="60" y="2"/>
                        <a:pt x="52" y="0"/>
                        <a:pt x="4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3" name="Google Shape;1723;p1"/>
                <p:cNvSpPr/>
                <p:nvPr/>
              </p:nvSpPr>
              <p:spPr>
                <a:xfrm>
                  <a:off x="568500" y="3211600"/>
                  <a:ext cx="3125" cy="10050"/>
                </a:xfrm>
                <a:custGeom>
                  <a:rect b="b" l="l" r="r" t="t"/>
                  <a:pathLst>
                    <a:path extrusionOk="0" h="402" w="125">
                      <a:moveTo>
                        <a:pt x="66" y="0"/>
                      </a:moveTo>
                      <a:cubicBezTo>
                        <a:pt x="54" y="0"/>
                        <a:pt x="42" y="4"/>
                        <a:pt x="34" y="12"/>
                      </a:cubicBezTo>
                      <a:cubicBezTo>
                        <a:pt x="25" y="29"/>
                        <a:pt x="17" y="46"/>
                        <a:pt x="9" y="54"/>
                      </a:cubicBezTo>
                      <a:cubicBezTo>
                        <a:pt x="9" y="70"/>
                        <a:pt x="9" y="95"/>
                        <a:pt x="9" y="104"/>
                      </a:cubicBezTo>
                      <a:cubicBezTo>
                        <a:pt x="9" y="137"/>
                        <a:pt x="0" y="162"/>
                        <a:pt x="0" y="186"/>
                      </a:cubicBezTo>
                      <a:cubicBezTo>
                        <a:pt x="0" y="236"/>
                        <a:pt x="9" y="294"/>
                        <a:pt x="9" y="344"/>
                      </a:cubicBezTo>
                      <a:cubicBezTo>
                        <a:pt x="9" y="377"/>
                        <a:pt x="34" y="402"/>
                        <a:pt x="67" y="402"/>
                      </a:cubicBezTo>
                      <a:cubicBezTo>
                        <a:pt x="100" y="402"/>
                        <a:pt x="125" y="377"/>
                        <a:pt x="125" y="344"/>
                      </a:cubicBezTo>
                      <a:cubicBezTo>
                        <a:pt x="125" y="294"/>
                        <a:pt x="125" y="236"/>
                        <a:pt x="125" y="186"/>
                      </a:cubicBezTo>
                      <a:cubicBezTo>
                        <a:pt x="125" y="162"/>
                        <a:pt x="125" y="128"/>
                        <a:pt x="125" y="104"/>
                      </a:cubicBezTo>
                      <a:cubicBezTo>
                        <a:pt x="125" y="95"/>
                        <a:pt x="125" y="70"/>
                        <a:pt x="116" y="54"/>
                      </a:cubicBezTo>
                      <a:cubicBezTo>
                        <a:pt x="116" y="46"/>
                        <a:pt x="100" y="29"/>
                        <a:pt x="91" y="12"/>
                      </a:cubicBezTo>
                      <a:cubicBezTo>
                        <a:pt x="87" y="4"/>
                        <a:pt x="77" y="0"/>
                        <a:pt x="6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4" name="Google Shape;1724;p1"/>
                <p:cNvSpPr/>
                <p:nvPr/>
              </p:nvSpPr>
              <p:spPr>
                <a:xfrm>
                  <a:off x="754725" y="3222450"/>
                  <a:ext cx="4775" cy="10675"/>
                </a:xfrm>
                <a:custGeom>
                  <a:rect b="b" l="l" r="r" t="t"/>
                  <a:pathLst>
                    <a:path extrusionOk="0" h="427" w="191">
                      <a:moveTo>
                        <a:pt x="98" y="1"/>
                      </a:moveTo>
                      <a:cubicBezTo>
                        <a:pt x="77" y="1"/>
                        <a:pt x="57" y="10"/>
                        <a:pt x="41" y="26"/>
                      </a:cubicBezTo>
                      <a:cubicBezTo>
                        <a:pt x="8" y="59"/>
                        <a:pt x="8" y="100"/>
                        <a:pt x="17" y="142"/>
                      </a:cubicBezTo>
                      <a:cubicBezTo>
                        <a:pt x="17" y="167"/>
                        <a:pt x="17" y="192"/>
                        <a:pt x="17" y="225"/>
                      </a:cubicBezTo>
                      <a:cubicBezTo>
                        <a:pt x="17" y="233"/>
                        <a:pt x="17" y="250"/>
                        <a:pt x="17" y="258"/>
                      </a:cubicBezTo>
                      <a:lnTo>
                        <a:pt x="17" y="266"/>
                      </a:lnTo>
                      <a:cubicBezTo>
                        <a:pt x="17" y="274"/>
                        <a:pt x="8" y="283"/>
                        <a:pt x="8" y="299"/>
                      </a:cubicBezTo>
                      <a:cubicBezTo>
                        <a:pt x="11" y="291"/>
                        <a:pt x="12" y="289"/>
                        <a:pt x="12" y="289"/>
                      </a:cubicBezTo>
                      <a:lnTo>
                        <a:pt x="12" y="289"/>
                      </a:lnTo>
                      <a:cubicBezTo>
                        <a:pt x="12" y="289"/>
                        <a:pt x="8" y="302"/>
                        <a:pt x="8" y="308"/>
                      </a:cubicBezTo>
                      <a:cubicBezTo>
                        <a:pt x="8" y="308"/>
                        <a:pt x="8" y="316"/>
                        <a:pt x="8" y="324"/>
                      </a:cubicBezTo>
                      <a:cubicBezTo>
                        <a:pt x="0" y="341"/>
                        <a:pt x="0" y="357"/>
                        <a:pt x="0" y="374"/>
                      </a:cubicBezTo>
                      <a:cubicBezTo>
                        <a:pt x="0" y="408"/>
                        <a:pt x="28" y="427"/>
                        <a:pt x="56" y="427"/>
                      </a:cubicBezTo>
                      <a:cubicBezTo>
                        <a:pt x="68" y="427"/>
                        <a:pt x="81" y="423"/>
                        <a:pt x="91" y="415"/>
                      </a:cubicBezTo>
                      <a:cubicBezTo>
                        <a:pt x="108" y="399"/>
                        <a:pt x="116" y="390"/>
                        <a:pt x="124" y="374"/>
                      </a:cubicBezTo>
                      <a:cubicBezTo>
                        <a:pt x="133" y="366"/>
                        <a:pt x="141" y="349"/>
                        <a:pt x="141" y="332"/>
                      </a:cubicBezTo>
                      <a:cubicBezTo>
                        <a:pt x="157" y="308"/>
                        <a:pt x="166" y="274"/>
                        <a:pt x="174" y="241"/>
                      </a:cubicBezTo>
                      <a:cubicBezTo>
                        <a:pt x="182" y="208"/>
                        <a:pt x="182" y="175"/>
                        <a:pt x="182" y="142"/>
                      </a:cubicBezTo>
                      <a:cubicBezTo>
                        <a:pt x="191" y="92"/>
                        <a:pt x="182" y="34"/>
                        <a:pt x="133" y="9"/>
                      </a:cubicBezTo>
                      <a:cubicBezTo>
                        <a:pt x="121" y="3"/>
                        <a:pt x="109" y="1"/>
                        <a:pt x="9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5" name="Google Shape;1725;p1"/>
                <p:cNvSpPr/>
                <p:nvPr/>
              </p:nvSpPr>
              <p:spPr>
                <a:xfrm>
                  <a:off x="763825" y="3223075"/>
                  <a:ext cx="3950" cy="9400"/>
                </a:xfrm>
                <a:custGeom>
                  <a:rect b="b" l="l" r="r" t="t"/>
                  <a:pathLst>
                    <a:path extrusionOk="0" h="376" w="158">
                      <a:moveTo>
                        <a:pt x="100" y="1"/>
                      </a:moveTo>
                      <a:cubicBezTo>
                        <a:pt x="75" y="1"/>
                        <a:pt x="50" y="17"/>
                        <a:pt x="42" y="42"/>
                      </a:cubicBezTo>
                      <a:cubicBezTo>
                        <a:pt x="34" y="84"/>
                        <a:pt x="25" y="133"/>
                        <a:pt x="25" y="175"/>
                      </a:cubicBezTo>
                      <a:cubicBezTo>
                        <a:pt x="17" y="225"/>
                        <a:pt x="9" y="266"/>
                        <a:pt x="1" y="316"/>
                      </a:cubicBezTo>
                      <a:cubicBezTo>
                        <a:pt x="1" y="341"/>
                        <a:pt x="9" y="374"/>
                        <a:pt x="42" y="374"/>
                      </a:cubicBezTo>
                      <a:cubicBezTo>
                        <a:pt x="46" y="375"/>
                        <a:pt x="51" y="376"/>
                        <a:pt x="56" y="376"/>
                      </a:cubicBezTo>
                      <a:cubicBezTo>
                        <a:pt x="78" y="376"/>
                        <a:pt x="101" y="361"/>
                        <a:pt x="108" y="341"/>
                      </a:cubicBezTo>
                      <a:cubicBezTo>
                        <a:pt x="117" y="291"/>
                        <a:pt x="125" y="249"/>
                        <a:pt x="133" y="200"/>
                      </a:cubicBezTo>
                      <a:cubicBezTo>
                        <a:pt x="141" y="158"/>
                        <a:pt x="150" y="109"/>
                        <a:pt x="150" y="59"/>
                      </a:cubicBezTo>
                      <a:cubicBezTo>
                        <a:pt x="158" y="34"/>
                        <a:pt x="133" y="17"/>
                        <a:pt x="10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6" name="Google Shape;1726;p1"/>
                <p:cNvSpPr/>
                <p:nvPr/>
              </p:nvSpPr>
              <p:spPr>
                <a:xfrm>
                  <a:off x="771700" y="3223925"/>
                  <a:ext cx="225" cy="225"/>
                </a:xfrm>
                <a:custGeom>
                  <a:rect b="b" l="l" r="r" t="t"/>
                  <a:pathLst>
                    <a:path extrusionOk="0" h="9" w="9">
                      <a:moveTo>
                        <a:pt x="9" y="0"/>
                      </a:moveTo>
                      <a:cubicBezTo>
                        <a:pt x="9" y="0"/>
                        <a:pt x="0" y="0"/>
                        <a:pt x="0" y="8"/>
                      </a:cubicBezTo>
                      <a:cubicBezTo>
                        <a:pt x="0" y="8"/>
                        <a:pt x="9" y="0"/>
                        <a:pt x="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7" name="Google Shape;1727;p1"/>
                <p:cNvSpPr/>
                <p:nvPr/>
              </p:nvSpPr>
              <p:spPr>
                <a:xfrm>
                  <a:off x="768800" y="3223500"/>
                  <a:ext cx="5400" cy="7075"/>
                </a:xfrm>
                <a:custGeom>
                  <a:rect b="b" l="l" r="r" t="t"/>
                  <a:pathLst>
                    <a:path extrusionOk="0" h="283" w="216">
                      <a:moveTo>
                        <a:pt x="166" y="0"/>
                      </a:moveTo>
                      <a:cubicBezTo>
                        <a:pt x="150" y="0"/>
                        <a:pt x="133" y="9"/>
                        <a:pt x="125" y="17"/>
                      </a:cubicBezTo>
                      <a:cubicBezTo>
                        <a:pt x="116" y="17"/>
                        <a:pt x="108" y="25"/>
                        <a:pt x="108" y="34"/>
                      </a:cubicBezTo>
                      <a:cubicBezTo>
                        <a:pt x="100" y="42"/>
                        <a:pt x="100" y="50"/>
                        <a:pt x="92" y="58"/>
                      </a:cubicBezTo>
                      <a:cubicBezTo>
                        <a:pt x="92" y="58"/>
                        <a:pt x="92" y="67"/>
                        <a:pt x="92" y="75"/>
                      </a:cubicBezTo>
                      <a:cubicBezTo>
                        <a:pt x="83" y="92"/>
                        <a:pt x="67" y="116"/>
                        <a:pt x="50" y="133"/>
                      </a:cubicBezTo>
                      <a:cubicBezTo>
                        <a:pt x="42" y="150"/>
                        <a:pt x="34" y="158"/>
                        <a:pt x="17" y="166"/>
                      </a:cubicBezTo>
                      <a:cubicBezTo>
                        <a:pt x="9" y="183"/>
                        <a:pt x="0" y="199"/>
                        <a:pt x="0" y="216"/>
                      </a:cubicBezTo>
                      <a:cubicBezTo>
                        <a:pt x="0" y="232"/>
                        <a:pt x="9" y="249"/>
                        <a:pt x="17" y="257"/>
                      </a:cubicBezTo>
                      <a:cubicBezTo>
                        <a:pt x="34" y="274"/>
                        <a:pt x="50" y="282"/>
                        <a:pt x="67" y="282"/>
                      </a:cubicBezTo>
                      <a:cubicBezTo>
                        <a:pt x="83" y="282"/>
                        <a:pt x="100" y="274"/>
                        <a:pt x="108" y="257"/>
                      </a:cubicBezTo>
                      <a:cubicBezTo>
                        <a:pt x="141" y="232"/>
                        <a:pt x="166" y="208"/>
                        <a:pt x="183" y="174"/>
                      </a:cubicBezTo>
                      <a:cubicBezTo>
                        <a:pt x="191" y="150"/>
                        <a:pt x="199" y="133"/>
                        <a:pt x="208" y="108"/>
                      </a:cubicBezTo>
                      <a:lnTo>
                        <a:pt x="216" y="83"/>
                      </a:lnTo>
                      <a:lnTo>
                        <a:pt x="216" y="67"/>
                      </a:lnTo>
                      <a:cubicBezTo>
                        <a:pt x="216" y="58"/>
                        <a:pt x="216" y="50"/>
                        <a:pt x="208" y="34"/>
                      </a:cubicBezTo>
                      <a:cubicBezTo>
                        <a:pt x="208" y="34"/>
                        <a:pt x="208" y="34"/>
                        <a:pt x="199" y="25"/>
                      </a:cubicBezTo>
                      <a:lnTo>
                        <a:pt x="208" y="25"/>
                      </a:lnTo>
                      <a:cubicBezTo>
                        <a:pt x="191" y="17"/>
                        <a:pt x="183" y="9"/>
                        <a:pt x="166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8" name="Google Shape;1728;p1"/>
                <p:cNvSpPr/>
                <p:nvPr/>
              </p:nvSpPr>
              <p:spPr>
                <a:xfrm>
                  <a:off x="771900" y="3223925"/>
                  <a:ext cx="225" cy="25"/>
                </a:xfrm>
                <a:custGeom>
                  <a:rect b="b" l="l" r="r" t="t"/>
                  <a:pathLst>
                    <a:path extrusionOk="0" h="1" w="9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" y="0"/>
                        <a:pt x="1" y="0"/>
                        <a:pt x="9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9" name="Google Shape;1729;p1"/>
                <p:cNvSpPr/>
                <p:nvPr/>
              </p:nvSpPr>
              <p:spPr>
                <a:xfrm>
                  <a:off x="802550" y="3217425"/>
                  <a:ext cx="6875" cy="11650"/>
                </a:xfrm>
                <a:custGeom>
                  <a:rect b="b" l="l" r="r" t="t"/>
                  <a:pathLst>
                    <a:path extrusionOk="0" h="466" w="275">
                      <a:moveTo>
                        <a:pt x="202" y="0"/>
                      </a:moveTo>
                      <a:cubicBezTo>
                        <a:pt x="196" y="0"/>
                        <a:pt x="189" y="1"/>
                        <a:pt x="183" y="3"/>
                      </a:cubicBezTo>
                      <a:cubicBezTo>
                        <a:pt x="150" y="20"/>
                        <a:pt x="134" y="69"/>
                        <a:pt x="125" y="111"/>
                      </a:cubicBezTo>
                      <a:cubicBezTo>
                        <a:pt x="117" y="144"/>
                        <a:pt x="100" y="177"/>
                        <a:pt x="92" y="210"/>
                      </a:cubicBezTo>
                      <a:cubicBezTo>
                        <a:pt x="67" y="268"/>
                        <a:pt x="42" y="326"/>
                        <a:pt x="18" y="384"/>
                      </a:cubicBezTo>
                      <a:cubicBezTo>
                        <a:pt x="1" y="409"/>
                        <a:pt x="9" y="442"/>
                        <a:pt x="34" y="459"/>
                      </a:cubicBezTo>
                      <a:cubicBezTo>
                        <a:pt x="41" y="464"/>
                        <a:pt x="49" y="466"/>
                        <a:pt x="57" y="466"/>
                      </a:cubicBezTo>
                      <a:cubicBezTo>
                        <a:pt x="77" y="466"/>
                        <a:pt x="97" y="454"/>
                        <a:pt x="109" y="442"/>
                      </a:cubicBezTo>
                      <a:cubicBezTo>
                        <a:pt x="142" y="376"/>
                        <a:pt x="175" y="318"/>
                        <a:pt x="200" y="252"/>
                      </a:cubicBezTo>
                      <a:cubicBezTo>
                        <a:pt x="216" y="219"/>
                        <a:pt x="233" y="185"/>
                        <a:pt x="241" y="152"/>
                      </a:cubicBezTo>
                      <a:cubicBezTo>
                        <a:pt x="258" y="111"/>
                        <a:pt x="274" y="61"/>
                        <a:pt x="250" y="28"/>
                      </a:cubicBezTo>
                      <a:cubicBezTo>
                        <a:pt x="237" y="9"/>
                        <a:pt x="220" y="0"/>
                        <a:pt x="20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0" name="Google Shape;1730;p1"/>
                <p:cNvSpPr/>
                <p:nvPr/>
              </p:nvSpPr>
              <p:spPr>
                <a:xfrm>
                  <a:off x="811050" y="3214625"/>
                  <a:ext cx="3750" cy="8950"/>
                </a:xfrm>
                <a:custGeom>
                  <a:rect b="b" l="l" r="r" t="t"/>
                  <a:pathLst>
                    <a:path extrusionOk="0" h="358" w="150">
                      <a:moveTo>
                        <a:pt x="92" y="0"/>
                      </a:moveTo>
                      <a:cubicBezTo>
                        <a:pt x="81" y="0"/>
                        <a:pt x="71" y="5"/>
                        <a:pt x="67" y="16"/>
                      </a:cubicBezTo>
                      <a:cubicBezTo>
                        <a:pt x="50" y="41"/>
                        <a:pt x="42" y="65"/>
                        <a:pt x="42" y="99"/>
                      </a:cubicBezTo>
                      <a:cubicBezTo>
                        <a:pt x="42" y="107"/>
                        <a:pt x="42" y="115"/>
                        <a:pt x="42" y="123"/>
                      </a:cubicBezTo>
                      <a:cubicBezTo>
                        <a:pt x="42" y="123"/>
                        <a:pt x="42" y="132"/>
                        <a:pt x="42" y="132"/>
                      </a:cubicBezTo>
                      <a:cubicBezTo>
                        <a:pt x="42" y="140"/>
                        <a:pt x="42" y="140"/>
                        <a:pt x="34" y="148"/>
                      </a:cubicBezTo>
                      <a:cubicBezTo>
                        <a:pt x="34" y="190"/>
                        <a:pt x="17" y="231"/>
                        <a:pt x="9" y="273"/>
                      </a:cubicBezTo>
                      <a:cubicBezTo>
                        <a:pt x="1" y="306"/>
                        <a:pt x="17" y="347"/>
                        <a:pt x="59" y="355"/>
                      </a:cubicBezTo>
                      <a:cubicBezTo>
                        <a:pt x="64" y="357"/>
                        <a:pt x="70" y="358"/>
                        <a:pt x="76" y="358"/>
                      </a:cubicBezTo>
                      <a:cubicBezTo>
                        <a:pt x="105" y="358"/>
                        <a:pt x="135" y="340"/>
                        <a:pt x="142" y="306"/>
                      </a:cubicBezTo>
                      <a:cubicBezTo>
                        <a:pt x="150" y="256"/>
                        <a:pt x="150" y="206"/>
                        <a:pt x="150" y="165"/>
                      </a:cubicBezTo>
                      <a:cubicBezTo>
                        <a:pt x="150" y="140"/>
                        <a:pt x="150" y="115"/>
                        <a:pt x="150" y="90"/>
                      </a:cubicBezTo>
                      <a:cubicBezTo>
                        <a:pt x="150" y="65"/>
                        <a:pt x="142" y="41"/>
                        <a:pt x="125" y="16"/>
                      </a:cubicBezTo>
                      <a:cubicBezTo>
                        <a:pt x="120" y="7"/>
                        <a:pt x="106" y="0"/>
                        <a:pt x="9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1" name="Google Shape;1731;p1"/>
                <p:cNvSpPr/>
                <p:nvPr/>
              </p:nvSpPr>
              <p:spPr>
                <a:xfrm>
                  <a:off x="790350" y="3134100"/>
                  <a:ext cx="11200" cy="17000"/>
                </a:xfrm>
                <a:custGeom>
                  <a:rect b="b" l="l" r="r" t="t"/>
                  <a:pathLst>
                    <a:path extrusionOk="0" h="680" w="448">
                      <a:moveTo>
                        <a:pt x="363" y="1"/>
                      </a:moveTo>
                      <a:cubicBezTo>
                        <a:pt x="337" y="1"/>
                        <a:pt x="310" y="13"/>
                        <a:pt x="290" y="39"/>
                      </a:cubicBezTo>
                      <a:lnTo>
                        <a:pt x="290" y="47"/>
                      </a:lnTo>
                      <a:cubicBezTo>
                        <a:pt x="274" y="72"/>
                        <a:pt x="257" y="97"/>
                        <a:pt x="249" y="121"/>
                      </a:cubicBezTo>
                      <a:cubicBezTo>
                        <a:pt x="240" y="146"/>
                        <a:pt x="232" y="171"/>
                        <a:pt x="224" y="196"/>
                      </a:cubicBezTo>
                      <a:cubicBezTo>
                        <a:pt x="216" y="221"/>
                        <a:pt x="207" y="246"/>
                        <a:pt x="199" y="262"/>
                      </a:cubicBezTo>
                      <a:cubicBezTo>
                        <a:pt x="199" y="271"/>
                        <a:pt x="191" y="279"/>
                        <a:pt x="191" y="279"/>
                      </a:cubicBezTo>
                      <a:cubicBezTo>
                        <a:pt x="191" y="279"/>
                        <a:pt x="191" y="287"/>
                        <a:pt x="191" y="287"/>
                      </a:cubicBezTo>
                      <a:cubicBezTo>
                        <a:pt x="182" y="295"/>
                        <a:pt x="182" y="312"/>
                        <a:pt x="174" y="320"/>
                      </a:cubicBezTo>
                      <a:cubicBezTo>
                        <a:pt x="133" y="411"/>
                        <a:pt x="83" y="503"/>
                        <a:pt x="17" y="585"/>
                      </a:cubicBezTo>
                      <a:cubicBezTo>
                        <a:pt x="0" y="610"/>
                        <a:pt x="17" y="652"/>
                        <a:pt x="33" y="668"/>
                      </a:cubicBezTo>
                      <a:cubicBezTo>
                        <a:pt x="44" y="676"/>
                        <a:pt x="57" y="680"/>
                        <a:pt x="70" y="680"/>
                      </a:cubicBezTo>
                      <a:cubicBezTo>
                        <a:pt x="86" y="680"/>
                        <a:pt x="102" y="674"/>
                        <a:pt x="116" y="660"/>
                      </a:cubicBezTo>
                      <a:cubicBezTo>
                        <a:pt x="199" y="585"/>
                        <a:pt x="274" y="503"/>
                        <a:pt x="332" y="411"/>
                      </a:cubicBezTo>
                      <a:cubicBezTo>
                        <a:pt x="356" y="362"/>
                        <a:pt x="381" y="320"/>
                        <a:pt x="398" y="271"/>
                      </a:cubicBezTo>
                      <a:cubicBezTo>
                        <a:pt x="414" y="237"/>
                        <a:pt x="431" y="213"/>
                        <a:pt x="439" y="179"/>
                      </a:cubicBezTo>
                      <a:cubicBezTo>
                        <a:pt x="448" y="146"/>
                        <a:pt x="448" y="113"/>
                        <a:pt x="448" y="80"/>
                      </a:cubicBezTo>
                      <a:cubicBezTo>
                        <a:pt x="442" y="30"/>
                        <a:pt x="404" y="1"/>
                        <a:pt x="36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2" name="Google Shape;1732;p1"/>
                <p:cNvSpPr/>
                <p:nvPr/>
              </p:nvSpPr>
              <p:spPr>
                <a:xfrm>
                  <a:off x="801950" y="3125025"/>
                  <a:ext cx="5600" cy="8300"/>
                </a:xfrm>
                <a:custGeom>
                  <a:rect b="b" l="l" r="r" t="t"/>
                  <a:pathLst>
                    <a:path extrusionOk="0" h="332" w="224">
                      <a:moveTo>
                        <a:pt x="177" y="1"/>
                      </a:moveTo>
                      <a:cubicBezTo>
                        <a:pt x="170" y="1"/>
                        <a:pt x="164" y="2"/>
                        <a:pt x="158" y="4"/>
                      </a:cubicBezTo>
                      <a:lnTo>
                        <a:pt x="158" y="12"/>
                      </a:lnTo>
                      <a:cubicBezTo>
                        <a:pt x="149" y="20"/>
                        <a:pt x="133" y="29"/>
                        <a:pt x="124" y="45"/>
                      </a:cubicBezTo>
                      <a:cubicBezTo>
                        <a:pt x="124" y="54"/>
                        <a:pt x="116" y="62"/>
                        <a:pt x="108" y="70"/>
                      </a:cubicBezTo>
                      <a:cubicBezTo>
                        <a:pt x="100" y="87"/>
                        <a:pt x="83" y="112"/>
                        <a:pt x="75" y="128"/>
                      </a:cubicBezTo>
                      <a:cubicBezTo>
                        <a:pt x="58" y="170"/>
                        <a:pt x="33" y="211"/>
                        <a:pt x="17" y="244"/>
                      </a:cubicBezTo>
                      <a:cubicBezTo>
                        <a:pt x="0" y="269"/>
                        <a:pt x="8" y="310"/>
                        <a:pt x="33" y="327"/>
                      </a:cubicBezTo>
                      <a:cubicBezTo>
                        <a:pt x="42" y="330"/>
                        <a:pt x="52" y="332"/>
                        <a:pt x="62" y="332"/>
                      </a:cubicBezTo>
                      <a:cubicBezTo>
                        <a:pt x="83" y="332"/>
                        <a:pt x="105" y="324"/>
                        <a:pt x="116" y="302"/>
                      </a:cubicBezTo>
                      <a:cubicBezTo>
                        <a:pt x="133" y="261"/>
                        <a:pt x="158" y="219"/>
                        <a:pt x="174" y="178"/>
                      </a:cubicBezTo>
                      <a:cubicBezTo>
                        <a:pt x="191" y="161"/>
                        <a:pt x="199" y="136"/>
                        <a:pt x="207" y="112"/>
                      </a:cubicBezTo>
                      <a:cubicBezTo>
                        <a:pt x="207" y="103"/>
                        <a:pt x="216" y="87"/>
                        <a:pt x="216" y="78"/>
                      </a:cubicBezTo>
                      <a:cubicBezTo>
                        <a:pt x="216" y="70"/>
                        <a:pt x="224" y="62"/>
                        <a:pt x="224" y="54"/>
                      </a:cubicBezTo>
                      <a:cubicBezTo>
                        <a:pt x="224" y="45"/>
                        <a:pt x="224" y="37"/>
                        <a:pt x="224" y="29"/>
                      </a:cubicBezTo>
                      <a:cubicBezTo>
                        <a:pt x="218" y="10"/>
                        <a:pt x="197" y="1"/>
                        <a:pt x="17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3" name="Google Shape;1733;p1"/>
                <p:cNvSpPr/>
                <p:nvPr/>
              </p:nvSpPr>
              <p:spPr>
                <a:xfrm>
                  <a:off x="663000" y="3069250"/>
                  <a:ext cx="9700" cy="21525"/>
                </a:xfrm>
                <a:custGeom>
                  <a:rect b="b" l="l" r="r" t="t"/>
                  <a:pathLst>
                    <a:path extrusionOk="0" h="861" w="388">
                      <a:moveTo>
                        <a:pt x="305" y="1"/>
                      </a:moveTo>
                      <a:cubicBezTo>
                        <a:pt x="288" y="1"/>
                        <a:pt x="269" y="10"/>
                        <a:pt x="255" y="31"/>
                      </a:cubicBezTo>
                      <a:cubicBezTo>
                        <a:pt x="222" y="89"/>
                        <a:pt x="222" y="163"/>
                        <a:pt x="206" y="230"/>
                      </a:cubicBezTo>
                      <a:cubicBezTo>
                        <a:pt x="197" y="288"/>
                        <a:pt x="181" y="354"/>
                        <a:pt x="164" y="412"/>
                      </a:cubicBezTo>
                      <a:cubicBezTo>
                        <a:pt x="131" y="545"/>
                        <a:pt x="81" y="669"/>
                        <a:pt x="23" y="785"/>
                      </a:cubicBezTo>
                      <a:cubicBezTo>
                        <a:pt x="1" y="825"/>
                        <a:pt x="32" y="860"/>
                        <a:pt x="68" y="860"/>
                      </a:cubicBezTo>
                      <a:cubicBezTo>
                        <a:pt x="84" y="860"/>
                        <a:pt x="101" y="853"/>
                        <a:pt x="115" y="835"/>
                      </a:cubicBezTo>
                      <a:cubicBezTo>
                        <a:pt x="189" y="719"/>
                        <a:pt x="255" y="594"/>
                        <a:pt x="297" y="462"/>
                      </a:cubicBezTo>
                      <a:cubicBezTo>
                        <a:pt x="322" y="395"/>
                        <a:pt x="338" y="329"/>
                        <a:pt x="355" y="263"/>
                      </a:cubicBezTo>
                      <a:cubicBezTo>
                        <a:pt x="371" y="197"/>
                        <a:pt x="388" y="114"/>
                        <a:pt x="363" y="47"/>
                      </a:cubicBezTo>
                      <a:cubicBezTo>
                        <a:pt x="353" y="19"/>
                        <a:pt x="330" y="1"/>
                        <a:pt x="30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4" name="Google Shape;1734;p1"/>
                <p:cNvSpPr/>
                <p:nvPr/>
              </p:nvSpPr>
              <p:spPr>
                <a:xfrm>
                  <a:off x="662325" y="3061925"/>
                  <a:ext cx="3975" cy="7150"/>
                </a:xfrm>
                <a:custGeom>
                  <a:rect b="b" l="l" r="r" t="t"/>
                  <a:pathLst>
                    <a:path extrusionOk="0" h="286" w="159">
                      <a:moveTo>
                        <a:pt x="133" y="1"/>
                      </a:moveTo>
                      <a:cubicBezTo>
                        <a:pt x="117" y="1"/>
                        <a:pt x="100" y="9"/>
                        <a:pt x="92" y="17"/>
                      </a:cubicBezTo>
                      <a:cubicBezTo>
                        <a:pt x="84" y="26"/>
                        <a:pt x="75" y="34"/>
                        <a:pt x="67" y="50"/>
                      </a:cubicBezTo>
                      <a:cubicBezTo>
                        <a:pt x="67" y="59"/>
                        <a:pt x="67" y="67"/>
                        <a:pt x="59" y="75"/>
                      </a:cubicBezTo>
                      <a:cubicBezTo>
                        <a:pt x="50" y="92"/>
                        <a:pt x="50" y="108"/>
                        <a:pt x="42" y="125"/>
                      </a:cubicBezTo>
                      <a:lnTo>
                        <a:pt x="9" y="233"/>
                      </a:lnTo>
                      <a:cubicBezTo>
                        <a:pt x="1" y="258"/>
                        <a:pt x="17" y="282"/>
                        <a:pt x="42" y="282"/>
                      </a:cubicBezTo>
                      <a:cubicBezTo>
                        <a:pt x="48" y="285"/>
                        <a:pt x="54" y="286"/>
                        <a:pt x="59" y="286"/>
                      </a:cubicBezTo>
                      <a:cubicBezTo>
                        <a:pt x="75" y="286"/>
                        <a:pt x="86" y="276"/>
                        <a:pt x="92" y="258"/>
                      </a:cubicBezTo>
                      <a:lnTo>
                        <a:pt x="125" y="150"/>
                      </a:lnTo>
                      <a:cubicBezTo>
                        <a:pt x="133" y="133"/>
                        <a:pt x="142" y="117"/>
                        <a:pt x="142" y="100"/>
                      </a:cubicBezTo>
                      <a:cubicBezTo>
                        <a:pt x="150" y="92"/>
                        <a:pt x="150" y="84"/>
                        <a:pt x="150" y="75"/>
                      </a:cubicBezTo>
                      <a:cubicBezTo>
                        <a:pt x="158" y="59"/>
                        <a:pt x="158" y="50"/>
                        <a:pt x="158" y="34"/>
                      </a:cubicBezTo>
                      <a:cubicBezTo>
                        <a:pt x="158" y="17"/>
                        <a:pt x="142" y="9"/>
                        <a:pt x="13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5" name="Google Shape;1735;p1"/>
                <p:cNvSpPr/>
                <p:nvPr/>
              </p:nvSpPr>
              <p:spPr>
                <a:xfrm>
                  <a:off x="676200" y="3065075"/>
                  <a:ext cx="4800" cy="13400"/>
                </a:xfrm>
                <a:custGeom>
                  <a:rect b="b" l="l" r="r" t="t"/>
                  <a:pathLst>
                    <a:path extrusionOk="0" h="536" w="192">
                      <a:moveTo>
                        <a:pt x="149" y="1"/>
                      </a:moveTo>
                      <a:cubicBezTo>
                        <a:pt x="134" y="1"/>
                        <a:pt x="117" y="9"/>
                        <a:pt x="117" y="24"/>
                      </a:cubicBezTo>
                      <a:cubicBezTo>
                        <a:pt x="117" y="65"/>
                        <a:pt x="117" y="98"/>
                        <a:pt x="109" y="140"/>
                      </a:cubicBezTo>
                      <a:cubicBezTo>
                        <a:pt x="100" y="173"/>
                        <a:pt x="100" y="214"/>
                        <a:pt x="92" y="256"/>
                      </a:cubicBezTo>
                      <a:cubicBezTo>
                        <a:pt x="75" y="330"/>
                        <a:pt x="51" y="405"/>
                        <a:pt x="17" y="471"/>
                      </a:cubicBezTo>
                      <a:cubicBezTo>
                        <a:pt x="0" y="505"/>
                        <a:pt x="30" y="535"/>
                        <a:pt x="58" y="535"/>
                      </a:cubicBezTo>
                      <a:cubicBezTo>
                        <a:pt x="71" y="535"/>
                        <a:pt x="84" y="529"/>
                        <a:pt x="92" y="513"/>
                      </a:cubicBezTo>
                      <a:cubicBezTo>
                        <a:pt x="125" y="438"/>
                        <a:pt x="158" y="355"/>
                        <a:pt x="175" y="272"/>
                      </a:cubicBezTo>
                      <a:cubicBezTo>
                        <a:pt x="183" y="248"/>
                        <a:pt x="183" y="231"/>
                        <a:pt x="191" y="206"/>
                      </a:cubicBezTo>
                      <a:cubicBezTo>
                        <a:pt x="191" y="181"/>
                        <a:pt x="191" y="165"/>
                        <a:pt x="191" y="148"/>
                      </a:cubicBezTo>
                      <a:cubicBezTo>
                        <a:pt x="183" y="107"/>
                        <a:pt x="183" y="57"/>
                        <a:pt x="175" y="16"/>
                      </a:cubicBezTo>
                      <a:cubicBezTo>
                        <a:pt x="171" y="5"/>
                        <a:pt x="161" y="1"/>
                        <a:pt x="14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6" name="Google Shape;1736;p1"/>
                <p:cNvSpPr/>
                <p:nvPr/>
              </p:nvSpPr>
              <p:spPr>
                <a:xfrm>
                  <a:off x="373175" y="3052825"/>
                  <a:ext cx="225" cy="225"/>
                </a:xfrm>
                <a:custGeom>
                  <a:rect b="b" l="l" r="r" t="t"/>
                  <a:pathLst>
                    <a:path extrusionOk="0" h="9" w="9">
                      <a:moveTo>
                        <a:pt x="0" y="0"/>
                      </a:moveTo>
                      <a:cubicBezTo>
                        <a:pt x="0" y="0"/>
                        <a:pt x="0" y="8"/>
                        <a:pt x="0" y="8"/>
                      </a:cubicBezTo>
                      <a:cubicBezTo>
                        <a:pt x="0" y="8"/>
                        <a:pt x="8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7" name="Google Shape;1737;p1"/>
                <p:cNvSpPr/>
                <p:nvPr/>
              </p:nvSpPr>
              <p:spPr>
                <a:xfrm>
                  <a:off x="459050" y="3132100"/>
                  <a:ext cx="17500" cy="3800"/>
                </a:xfrm>
                <a:custGeom>
                  <a:rect b="b" l="l" r="r" t="t"/>
                  <a:pathLst>
                    <a:path extrusionOk="0" h="152" w="700">
                      <a:moveTo>
                        <a:pt x="80" y="1"/>
                      </a:moveTo>
                      <a:cubicBezTo>
                        <a:pt x="17" y="1"/>
                        <a:pt x="0" y="95"/>
                        <a:pt x="62" y="110"/>
                      </a:cubicBezTo>
                      <a:cubicBezTo>
                        <a:pt x="161" y="135"/>
                        <a:pt x="260" y="152"/>
                        <a:pt x="360" y="152"/>
                      </a:cubicBezTo>
                      <a:cubicBezTo>
                        <a:pt x="410" y="152"/>
                        <a:pt x="468" y="152"/>
                        <a:pt x="517" y="135"/>
                      </a:cubicBezTo>
                      <a:cubicBezTo>
                        <a:pt x="567" y="127"/>
                        <a:pt x="617" y="110"/>
                        <a:pt x="658" y="85"/>
                      </a:cubicBezTo>
                      <a:cubicBezTo>
                        <a:pt x="700" y="61"/>
                        <a:pt x="683" y="3"/>
                        <a:pt x="633" y="3"/>
                      </a:cubicBezTo>
                      <a:cubicBezTo>
                        <a:pt x="592" y="3"/>
                        <a:pt x="550" y="3"/>
                        <a:pt x="501" y="11"/>
                      </a:cubicBezTo>
                      <a:cubicBezTo>
                        <a:pt x="459" y="11"/>
                        <a:pt x="410" y="19"/>
                        <a:pt x="360" y="19"/>
                      </a:cubicBezTo>
                      <a:cubicBezTo>
                        <a:pt x="335" y="21"/>
                        <a:pt x="311" y="22"/>
                        <a:pt x="287" y="22"/>
                      </a:cubicBezTo>
                      <a:cubicBezTo>
                        <a:pt x="221" y="22"/>
                        <a:pt x="155" y="15"/>
                        <a:pt x="95" y="3"/>
                      </a:cubicBezTo>
                      <a:cubicBezTo>
                        <a:pt x="89" y="1"/>
                        <a:pt x="84" y="1"/>
                        <a:pt x="8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8" name="Google Shape;1738;p1"/>
                <p:cNvSpPr/>
                <p:nvPr/>
              </p:nvSpPr>
              <p:spPr>
                <a:xfrm>
                  <a:off x="487100" y="3131250"/>
                  <a:ext cx="9950" cy="4025"/>
                </a:xfrm>
                <a:custGeom>
                  <a:rect b="b" l="l" r="r" t="t"/>
                  <a:pathLst>
                    <a:path extrusionOk="0" h="161" w="398">
                      <a:moveTo>
                        <a:pt x="350" y="0"/>
                      </a:moveTo>
                      <a:cubicBezTo>
                        <a:pt x="344" y="0"/>
                        <a:pt x="338" y="1"/>
                        <a:pt x="332" y="3"/>
                      </a:cubicBezTo>
                      <a:lnTo>
                        <a:pt x="298" y="12"/>
                      </a:lnTo>
                      <a:cubicBezTo>
                        <a:pt x="290" y="12"/>
                        <a:pt x="274" y="12"/>
                        <a:pt x="265" y="20"/>
                      </a:cubicBezTo>
                      <a:lnTo>
                        <a:pt x="224" y="20"/>
                      </a:lnTo>
                      <a:cubicBezTo>
                        <a:pt x="216" y="20"/>
                        <a:pt x="207" y="28"/>
                        <a:pt x="199" y="28"/>
                      </a:cubicBezTo>
                      <a:lnTo>
                        <a:pt x="66" y="28"/>
                      </a:lnTo>
                      <a:cubicBezTo>
                        <a:pt x="33" y="28"/>
                        <a:pt x="0" y="61"/>
                        <a:pt x="0" y="95"/>
                      </a:cubicBezTo>
                      <a:cubicBezTo>
                        <a:pt x="0" y="136"/>
                        <a:pt x="33" y="161"/>
                        <a:pt x="66" y="161"/>
                      </a:cubicBezTo>
                      <a:cubicBezTo>
                        <a:pt x="116" y="161"/>
                        <a:pt x="174" y="161"/>
                        <a:pt x="224" y="153"/>
                      </a:cubicBezTo>
                      <a:cubicBezTo>
                        <a:pt x="240" y="153"/>
                        <a:pt x="249" y="144"/>
                        <a:pt x="265" y="136"/>
                      </a:cubicBezTo>
                      <a:cubicBezTo>
                        <a:pt x="274" y="136"/>
                        <a:pt x="282" y="136"/>
                        <a:pt x="290" y="128"/>
                      </a:cubicBezTo>
                      <a:cubicBezTo>
                        <a:pt x="307" y="119"/>
                        <a:pt x="323" y="119"/>
                        <a:pt x="340" y="111"/>
                      </a:cubicBezTo>
                      <a:cubicBezTo>
                        <a:pt x="348" y="103"/>
                        <a:pt x="356" y="95"/>
                        <a:pt x="365" y="86"/>
                      </a:cubicBezTo>
                      <a:cubicBezTo>
                        <a:pt x="390" y="70"/>
                        <a:pt x="398" y="53"/>
                        <a:pt x="390" y="28"/>
                      </a:cubicBezTo>
                      <a:cubicBezTo>
                        <a:pt x="383" y="10"/>
                        <a:pt x="368" y="0"/>
                        <a:pt x="35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9" name="Google Shape;1739;p1"/>
                <p:cNvSpPr/>
                <p:nvPr/>
              </p:nvSpPr>
              <p:spPr>
                <a:xfrm>
                  <a:off x="308225" y="3184500"/>
                  <a:ext cx="3650" cy="13700"/>
                </a:xfrm>
                <a:custGeom>
                  <a:rect b="b" l="l" r="r" t="t"/>
                  <a:pathLst>
                    <a:path extrusionOk="0" h="548" w="146">
                      <a:moveTo>
                        <a:pt x="40" y="0"/>
                      </a:moveTo>
                      <a:cubicBezTo>
                        <a:pt x="21" y="0"/>
                        <a:pt x="0" y="13"/>
                        <a:pt x="5" y="36"/>
                      </a:cubicBezTo>
                      <a:cubicBezTo>
                        <a:pt x="13" y="119"/>
                        <a:pt x="13" y="210"/>
                        <a:pt x="21" y="293"/>
                      </a:cubicBezTo>
                      <a:cubicBezTo>
                        <a:pt x="30" y="342"/>
                        <a:pt x="30" y="384"/>
                        <a:pt x="38" y="425"/>
                      </a:cubicBezTo>
                      <a:cubicBezTo>
                        <a:pt x="46" y="467"/>
                        <a:pt x="46" y="525"/>
                        <a:pt x="79" y="541"/>
                      </a:cubicBezTo>
                      <a:cubicBezTo>
                        <a:pt x="88" y="545"/>
                        <a:pt x="94" y="548"/>
                        <a:pt x="100" y="548"/>
                      </a:cubicBezTo>
                      <a:cubicBezTo>
                        <a:pt x="106" y="548"/>
                        <a:pt x="112" y="545"/>
                        <a:pt x="121" y="541"/>
                      </a:cubicBezTo>
                      <a:cubicBezTo>
                        <a:pt x="146" y="516"/>
                        <a:pt x="137" y="450"/>
                        <a:pt x="137" y="417"/>
                      </a:cubicBezTo>
                      <a:cubicBezTo>
                        <a:pt x="129" y="376"/>
                        <a:pt x="121" y="326"/>
                        <a:pt x="112" y="284"/>
                      </a:cubicBezTo>
                      <a:cubicBezTo>
                        <a:pt x="104" y="202"/>
                        <a:pt x="88" y="110"/>
                        <a:pt x="71" y="28"/>
                      </a:cubicBezTo>
                      <a:cubicBezTo>
                        <a:pt x="71" y="9"/>
                        <a:pt x="56" y="0"/>
                        <a:pt x="4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0" name="Google Shape;1740;p1"/>
                <p:cNvSpPr/>
                <p:nvPr/>
              </p:nvSpPr>
              <p:spPr>
                <a:xfrm>
                  <a:off x="313500" y="3184350"/>
                  <a:ext cx="3150" cy="9875"/>
                </a:xfrm>
                <a:custGeom>
                  <a:rect b="b" l="l" r="r" t="t"/>
                  <a:pathLst>
                    <a:path extrusionOk="0" h="395" w="126">
                      <a:moveTo>
                        <a:pt x="26" y="0"/>
                      </a:moveTo>
                      <a:cubicBezTo>
                        <a:pt x="9" y="9"/>
                        <a:pt x="1" y="34"/>
                        <a:pt x="1" y="50"/>
                      </a:cubicBezTo>
                      <a:lnTo>
                        <a:pt x="26" y="224"/>
                      </a:lnTo>
                      <a:cubicBezTo>
                        <a:pt x="26" y="249"/>
                        <a:pt x="34" y="274"/>
                        <a:pt x="34" y="307"/>
                      </a:cubicBezTo>
                      <a:cubicBezTo>
                        <a:pt x="42" y="315"/>
                        <a:pt x="42" y="332"/>
                        <a:pt x="42" y="348"/>
                      </a:cubicBezTo>
                      <a:cubicBezTo>
                        <a:pt x="51" y="357"/>
                        <a:pt x="59" y="373"/>
                        <a:pt x="67" y="382"/>
                      </a:cubicBezTo>
                      <a:cubicBezTo>
                        <a:pt x="73" y="391"/>
                        <a:pt x="81" y="394"/>
                        <a:pt x="88" y="394"/>
                      </a:cubicBezTo>
                      <a:cubicBezTo>
                        <a:pt x="100" y="394"/>
                        <a:pt x="112" y="384"/>
                        <a:pt x="117" y="373"/>
                      </a:cubicBezTo>
                      <a:cubicBezTo>
                        <a:pt x="117" y="357"/>
                        <a:pt x="125" y="348"/>
                        <a:pt x="125" y="324"/>
                      </a:cubicBezTo>
                      <a:lnTo>
                        <a:pt x="117" y="290"/>
                      </a:lnTo>
                      <a:cubicBezTo>
                        <a:pt x="117" y="257"/>
                        <a:pt x="109" y="232"/>
                        <a:pt x="100" y="199"/>
                      </a:cubicBezTo>
                      <a:lnTo>
                        <a:pt x="109" y="199"/>
                      </a:lnTo>
                      <a:cubicBezTo>
                        <a:pt x="92" y="141"/>
                        <a:pt x="84" y="83"/>
                        <a:pt x="75" y="34"/>
                      </a:cubicBezTo>
                      <a:cubicBezTo>
                        <a:pt x="67" y="9"/>
                        <a:pt x="42" y="0"/>
                        <a:pt x="2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1" name="Google Shape;1741;p1"/>
                <p:cNvSpPr/>
                <p:nvPr/>
              </p:nvSpPr>
              <p:spPr>
                <a:xfrm>
                  <a:off x="322625" y="3181875"/>
                  <a:ext cx="3125" cy="10550"/>
                </a:xfrm>
                <a:custGeom>
                  <a:rect b="b" l="l" r="r" t="t"/>
                  <a:pathLst>
                    <a:path extrusionOk="0" h="422" w="125">
                      <a:moveTo>
                        <a:pt x="50" y="0"/>
                      </a:moveTo>
                      <a:cubicBezTo>
                        <a:pt x="25" y="0"/>
                        <a:pt x="9" y="25"/>
                        <a:pt x="9" y="50"/>
                      </a:cubicBezTo>
                      <a:cubicBezTo>
                        <a:pt x="0" y="166"/>
                        <a:pt x="9" y="307"/>
                        <a:pt x="75" y="406"/>
                      </a:cubicBezTo>
                      <a:cubicBezTo>
                        <a:pt x="79" y="416"/>
                        <a:pt x="88" y="421"/>
                        <a:pt x="97" y="421"/>
                      </a:cubicBezTo>
                      <a:cubicBezTo>
                        <a:pt x="111" y="421"/>
                        <a:pt x="125" y="412"/>
                        <a:pt x="125" y="398"/>
                      </a:cubicBezTo>
                      <a:cubicBezTo>
                        <a:pt x="116" y="331"/>
                        <a:pt x="108" y="273"/>
                        <a:pt x="100" y="215"/>
                      </a:cubicBezTo>
                      <a:cubicBezTo>
                        <a:pt x="92" y="157"/>
                        <a:pt x="92" y="99"/>
                        <a:pt x="92" y="50"/>
                      </a:cubicBezTo>
                      <a:cubicBezTo>
                        <a:pt x="92" y="25"/>
                        <a:pt x="75" y="0"/>
                        <a:pt x="5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2" name="Google Shape;1742;p1"/>
                <p:cNvSpPr/>
                <p:nvPr/>
              </p:nvSpPr>
              <p:spPr>
                <a:xfrm>
                  <a:off x="341475" y="3182850"/>
                  <a:ext cx="3750" cy="5875"/>
                </a:xfrm>
                <a:custGeom>
                  <a:rect b="b" l="l" r="r" t="t"/>
                  <a:pathLst>
                    <a:path extrusionOk="0" h="235" w="150">
                      <a:moveTo>
                        <a:pt x="64" y="0"/>
                      </a:moveTo>
                      <a:cubicBezTo>
                        <a:pt x="59" y="0"/>
                        <a:pt x="55" y="1"/>
                        <a:pt x="50" y="2"/>
                      </a:cubicBezTo>
                      <a:cubicBezTo>
                        <a:pt x="34" y="2"/>
                        <a:pt x="17" y="11"/>
                        <a:pt x="9" y="27"/>
                      </a:cubicBezTo>
                      <a:cubicBezTo>
                        <a:pt x="9" y="36"/>
                        <a:pt x="0" y="52"/>
                        <a:pt x="9" y="69"/>
                      </a:cubicBezTo>
                      <a:cubicBezTo>
                        <a:pt x="17" y="94"/>
                        <a:pt x="25" y="118"/>
                        <a:pt x="34" y="135"/>
                      </a:cubicBezTo>
                      <a:lnTo>
                        <a:pt x="50" y="168"/>
                      </a:lnTo>
                      <a:cubicBezTo>
                        <a:pt x="50" y="185"/>
                        <a:pt x="58" y="185"/>
                        <a:pt x="58" y="201"/>
                      </a:cubicBezTo>
                      <a:lnTo>
                        <a:pt x="75" y="210"/>
                      </a:lnTo>
                      <a:cubicBezTo>
                        <a:pt x="83" y="226"/>
                        <a:pt x="100" y="234"/>
                        <a:pt x="116" y="234"/>
                      </a:cubicBezTo>
                      <a:cubicBezTo>
                        <a:pt x="133" y="226"/>
                        <a:pt x="150" y="210"/>
                        <a:pt x="150" y="193"/>
                      </a:cubicBezTo>
                      <a:cubicBezTo>
                        <a:pt x="150" y="176"/>
                        <a:pt x="150" y="160"/>
                        <a:pt x="141" y="143"/>
                      </a:cubicBezTo>
                      <a:cubicBezTo>
                        <a:pt x="141" y="135"/>
                        <a:pt x="133" y="118"/>
                        <a:pt x="133" y="110"/>
                      </a:cubicBezTo>
                      <a:cubicBezTo>
                        <a:pt x="133" y="85"/>
                        <a:pt x="125" y="60"/>
                        <a:pt x="116" y="36"/>
                      </a:cubicBezTo>
                      <a:cubicBezTo>
                        <a:pt x="110" y="15"/>
                        <a:pt x="86" y="0"/>
                        <a:pt x="6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3" name="Google Shape;1743;p1"/>
                <p:cNvSpPr/>
                <p:nvPr/>
              </p:nvSpPr>
              <p:spPr>
                <a:xfrm>
                  <a:off x="351425" y="3183850"/>
                  <a:ext cx="5000" cy="5500"/>
                </a:xfrm>
                <a:custGeom>
                  <a:rect b="b" l="l" r="r" t="t"/>
                  <a:pathLst>
                    <a:path extrusionOk="0" h="220" w="200">
                      <a:moveTo>
                        <a:pt x="60" y="0"/>
                      </a:moveTo>
                      <a:cubicBezTo>
                        <a:pt x="48" y="0"/>
                        <a:pt x="37" y="6"/>
                        <a:pt x="25" y="12"/>
                      </a:cubicBezTo>
                      <a:cubicBezTo>
                        <a:pt x="8" y="20"/>
                        <a:pt x="0" y="37"/>
                        <a:pt x="0" y="54"/>
                      </a:cubicBezTo>
                      <a:cubicBezTo>
                        <a:pt x="0" y="70"/>
                        <a:pt x="0" y="87"/>
                        <a:pt x="17" y="103"/>
                      </a:cubicBezTo>
                      <a:cubicBezTo>
                        <a:pt x="33" y="120"/>
                        <a:pt x="50" y="136"/>
                        <a:pt x="66" y="161"/>
                      </a:cubicBezTo>
                      <a:cubicBezTo>
                        <a:pt x="75" y="170"/>
                        <a:pt x="83" y="178"/>
                        <a:pt x="91" y="186"/>
                      </a:cubicBezTo>
                      <a:cubicBezTo>
                        <a:pt x="100" y="194"/>
                        <a:pt x="116" y="203"/>
                        <a:pt x="133" y="211"/>
                      </a:cubicBezTo>
                      <a:cubicBezTo>
                        <a:pt x="133" y="211"/>
                        <a:pt x="141" y="219"/>
                        <a:pt x="141" y="219"/>
                      </a:cubicBezTo>
                      <a:lnTo>
                        <a:pt x="158" y="219"/>
                      </a:lnTo>
                      <a:cubicBezTo>
                        <a:pt x="166" y="219"/>
                        <a:pt x="182" y="211"/>
                        <a:pt x="182" y="203"/>
                      </a:cubicBezTo>
                      <a:cubicBezTo>
                        <a:pt x="191" y="203"/>
                        <a:pt x="191" y="194"/>
                        <a:pt x="199" y="186"/>
                      </a:cubicBezTo>
                      <a:cubicBezTo>
                        <a:pt x="199" y="170"/>
                        <a:pt x="199" y="161"/>
                        <a:pt x="191" y="153"/>
                      </a:cubicBezTo>
                      <a:cubicBezTo>
                        <a:pt x="191" y="136"/>
                        <a:pt x="182" y="128"/>
                        <a:pt x="174" y="120"/>
                      </a:cubicBezTo>
                      <a:lnTo>
                        <a:pt x="158" y="87"/>
                      </a:lnTo>
                      <a:cubicBezTo>
                        <a:pt x="141" y="62"/>
                        <a:pt x="124" y="45"/>
                        <a:pt x="116" y="29"/>
                      </a:cubicBezTo>
                      <a:cubicBezTo>
                        <a:pt x="108" y="20"/>
                        <a:pt x="100" y="12"/>
                        <a:pt x="91" y="4"/>
                      </a:cubicBezTo>
                      <a:lnTo>
                        <a:pt x="75" y="4"/>
                      </a:lnTo>
                      <a:cubicBezTo>
                        <a:pt x="70" y="1"/>
                        <a:pt x="65" y="0"/>
                        <a:pt x="6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4" name="Google Shape;1744;p1"/>
                <p:cNvSpPr/>
                <p:nvPr/>
              </p:nvSpPr>
              <p:spPr>
                <a:xfrm>
                  <a:off x="357850" y="3182075"/>
                  <a:ext cx="4775" cy="6800"/>
                </a:xfrm>
                <a:custGeom>
                  <a:rect b="b" l="l" r="r" t="t"/>
                  <a:pathLst>
                    <a:path extrusionOk="0" h="272" w="191">
                      <a:moveTo>
                        <a:pt x="66" y="0"/>
                      </a:moveTo>
                      <a:cubicBezTo>
                        <a:pt x="33" y="0"/>
                        <a:pt x="0" y="25"/>
                        <a:pt x="0" y="58"/>
                      </a:cubicBezTo>
                      <a:cubicBezTo>
                        <a:pt x="0" y="83"/>
                        <a:pt x="8" y="108"/>
                        <a:pt x="8" y="133"/>
                      </a:cubicBezTo>
                      <a:cubicBezTo>
                        <a:pt x="17" y="149"/>
                        <a:pt x="25" y="174"/>
                        <a:pt x="33" y="191"/>
                      </a:cubicBezTo>
                      <a:cubicBezTo>
                        <a:pt x="41" y="207"/>
                        <a:pt x="58" y="224"/>
                        <a:pt x="75" y="241"/>
                      </a:cubicBezTo>
                      <a:cubicBezTo>
                        <a:pt x="83" y="249"/>
                        <a:pt x="99" y="265"/>
                        <a:pt x="116" y="265"/>
                      </a:cubicBezTo>
                      <a:cubicBezTo>
                        <a:pt x="124" y="270"/>
                        <a:pt x="131" y="272"/>
                        <a:pt x="137" y="272"/>
                      </a:cubicBezTo>
                      <a:cubicBezTo>
                        <a:pt x="143" y="272"/>
                        <a:pt x="149" y="270"/>
                        <a:pt x="157" y="265"/>
                      </a:cubicBezTo>
                      <a:cubicBezTo>
                        <a:pt x="174" y="265"/>
                        <a:pt x="191" y="249"/>
                        <a:pt x="191" y="232"/>
                      </a:cubicBezTo>
                      <a:cubicBezTo>
                        <a:pt x="191" y="224"/>
                        <a:pt x="182" y="207"/>
                        <a:pt x="182" y="199"/>
                      </a:cubicBezTo>
                      <a:cubicBezTo>
                        <a:pt x="174" y="191"/>
                        <a:pt x="174" y="183"/>
                        <a:pt x="166" y="174"/>
                      </a:cubicBezTo>
                      <a:cubicBezTo>
                        <a:pt x="157" y="158"/>
                        <a:pt x="149" y="141"/>
                        <a:pt x="141" y="133"/>
                      </a:cubicBezTo>
                      <a:cubicBezTo>
                        <a:pt x="133" y="116"/>
                        <a:pt x="133" y="100"/>
                        <a:pt x="133" y="83"/>
                      </a:cubicBezTo>
                      <a:cubicBezTo>
                        <a:pt x="133" y="75"/>
                        <a:pt x="124" y="67"/>
                        <a:pt x="124" y="58"/>
                      </a:cubicBezTo>
                      <a:cubicBezTo>
                        <a:pt x="133" y="25"/>
                        <a:pt x="99" y="0"/>
                        <a:pt x="6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5" name="Google Shape;1745;p1"/>
                <p:cNvSpPr/>
                <p:nvPr/>
              </p:nvSpPr>
              <p:spPr>
                <a:xfrm>
                  <a:off x="480075" y="3033550"/>
                  <a:ext cx="14700" cy="5800"/>
                </a:xfrm>
                <a:custGeom>
                  <a:rect b="b" l="l" r="r" t="t"/>
                  <a:pathLst>
                    <a:path extrusionOk="0" h="232" w="588">
                      <a:moveTo>
                        <a:pt x="79" y="1"/>
                      </a:moveTo>
                      <a:cubicBezTo>
                        <a:pt x="37" y="1"/>
                        <a:pt x="1" y="54"/>
                        <a:pt x="33" y="92"/>
                      </a:cubicBezTo>
                      <a:cubicBezTo>
                        <a:pt x="99" y="166"/>
                        <a:pt x="190" y="216"/>
                        <a:pt x="281" y="224"/>
                      </a:cubicBezTo>
                      <a:cubicBezTo>
                        <a:pt x="308" y="229"/>
                        <a:pt x="336" y="232"/>
                        <a:pt x="365" y="232"/>
                      </a:cubicBezTo>
                      <a:cubicBezTo>
                        <a:pt x="440" y="232"/>
                        <a:pt x="515" y="212"/>
                        <a:pt x="563" y="158"/>
                      </a:cubicBezTo>
                      <a:cubicBezTo>
                        <a:pt x="588" y="125"/>
                        <a:pt x="563" y="92"/>
                        <a:pt x="530" y="92"/>
                      </a:cubicBezTo>
                      <a:cubicBezTo>
                        <a:pt x="513" y="92"/>
                        <a:pt x="488" y="100"/>
                        <a:pt x="472" y="100"/>
                      </a:cubicBezTo>
                      <a:cubicBezTo>
                        <a:pt x="463" y="100"/>
                        <a:pt x="455" y="108"/>
                        <a:pt x="447" y="108"/>
                      </a:cubicBezTo>
                      <a:lnTo>
                        <a:pt x="281" y="108"/>
                      </a:lnTo>
                      <a:cubicBezTo>
                        <a:pt x="273" y="100"/>
                        <a:pt x="265" y="100"/>
                        <a:pt x="256" y="100"/>
                      </a:cubicBezTo>
                      <a:cubicBezTo>
                        <a:pt x="240" y="92"/>
                        <a:pt x="215" y="84"/>
                        <a:pt x="207" y="84"/>
                      </a:cubicBezTo>
                      <a:cubicBezTo>
                        <a:pt x="173" y="67"/>
                        <a:pt x="140" y="42"/>
                        <a:pt x="115" y="17"/>
                      </a:cubicBezTo>
                      <a:cubicBezTo>
                        <a:pt x="104" y="6"/>
                        <a:pt x="91" y="1"/>
                        <a:pt x="7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6" name="Google Shape;1746;p1"/>
                <p:cNvSpPr/>
                <p:nvPr/>
              </p:nvSpPr>
              <p:spPr>
                <a:xfrm>
                  <a:off x="482525" y="3026625"/>
                  <a:ext cx="6675" cy="2550"/>
                </a:xfrm>
                <a:custGeom>
                  <a:rect b="b" l="l" r="r" t="t"/>
                  <a:pathLst>
                    <a:path extrusionOk="0" h="102" w="267">
                      <a:moveTo>
                        <a:pt x="229" y="1"/>
                      </a:moveTo>
                      <a:cubicBezTo>
                        <a:pt x="225" y="1"/>
                        <a:pt x="221" y="2"/>
                        <a:pt x="216" y="4"/>
                      </a:cubicBezTo>
                      <a:lnTo>
                        <a:pt x="175" y="4"/>
                      </a:lnTo>
                      <a:cubicBezTo>
                        <a:pt x="175" y="4"/>
                        <a:pt x="167" y="13"/>
                        <a:pt x="167" y="13"/>
                      </a:cubicBezTo>
                      <a:lnTo>
                        <a:pt x="59" y="13"/>
                      </a:lnTo>
                      <a:cubicBezTo>
                        <a:pt x="42" y="13"/>
                        <a:pt x="34" y="13"/>
                        <a:pt x="26" y="21"/>
                      </a:cubicBezTo>
                      <a:cubicBezTo>
                        <a:pt x="17" y="21"/>
                        <a:pt x="9" y="29"/>
                        <a:pt x="9" y="46"/>
                      </a:cubicBezTo>
                      <a:cubicBezTo>
                        <a:pt x="1" y="62"/>
                        <a:pt x="9" y="95"/>
                        <a:pt x="34" y="95"/>
                      </a:cubicBezTo>
                      <a:cubicBezTo>
                        <a:pt x="51" y="100"/>
                        <a:pt x="69" y="102"/>
                        <a:pt x="89" y="102"/>
                      </a:cubicBezTo>
                      <a:cubicBezTo>
                        <a:pt x="109" y="102"/>
                        <a:pt x="129" y="100"/>
                        <a:pt x="150" y="95"/>
                      </a:cubicBezTo>
                      <a:cubicBezTo>
                        <a:pt x="183" y="87"/>
                        <a:pt x="216" y="79"/>
                        <a:pt x="241" y="62"/>
                      </a:cubicBezTo>
                      <a:cubicBezTo>
                        <a:pt x="258" y="54"/>
                        <a:pt x="266" y="37"/>
                        <a:pt x="258" y="21"/>
                      </a:cubicBezTo>
                      <a:cubicBezTo>
                        <a:pt x="252" y="9"/>
                        <a:pt x="241" y="1"/>
                        <a:pt x="22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7" name="Google Shape;1747;p1"/>
                <p:cNvSpPr/>
                <p:nvPr/>
              </p:nvSpPr>
              <p:spPr>
                <a:xfrm>
                  <a:off x="503250" y="2994000"/>
                  <a:ext cx="6225" cy="4150"/>
                </a:xfrm>
                <a:custGeom>
                  <a:rect b="b" l="l" r="r" t="t"/>
                  <a:pathLst>
                    <a:path extrusionOk="0" h="166" w="249">
                      <a:moveTo>
                        <a:pt x="58" y="0"/>
                      </a:moveTo>
                      <a:cubicBezTo>
                        <a:pt x="34" y="8"/>
                        <a:pt x="25" y="17"/>
                        <a:pt x="17" y="33"/>
                      </a:cubicBezTo>
                      <a:cubicBezTo>
                        <a:pt x="0" y="75"/>
                        <a:pt x="17" y="108"/>
                        <a:pt x="58" y="116"/>
                      </a:cubicBezTo>
                      <a:cubicBezTo>
                        <a:pt x="83" y="124"/>
                        <a:pt x="108" y="133"/>
                        <a:pt x="125" y="141"/>
                      </a:cubicBezTo>
                      <a:cubicBezTo>
                        <a:pt x="141" y="149"/>
                        <a:pt x="150" y="149"/>
                        <a:pt x="166" y="158"/>
                      </a:cubicBezTo>
                      <a:cubicBezTo>
                        <a:pt x="174" y="158"/>
                        <a:pt x="191" y="166"/>
                        <a:pt x="199" y="166"/>
                      </a:cubicBezTo>
                      <a:cubicBezTo>
                        <a:pt x="216" y="166"/>
                        <a:pt x="232" y="166"/>
                        <a:pt x="241" y="149"/>
                      </a:cubicBezTo>
                      <a:cubicBezTo>
                        <a:pt x="249" y="141"/>
                        <a:pt x="249" y="116"/>
                        <a:pt x="232" y="108"/>
                      </a:cubicBezTo>
                      <a:cubicBezTo>
                        <a:pt x="216" y="91"/>
                        <a:pt x="191" y="75"/>
                        <a:pt x="166" y="58"/>
                      </a:cubicBezTo>
                      <a:cubicBezTo>
                        <a:pt x="141" y="42"/>
                        <a:pt x="125" y="25"/>
                        <a:pt x="100" y="8"/>
                      </a:cubicBezTo>
                      <a:cubicBezTo>
                        <a:pt x="92" y="0"/>
                        <a:pt x="75" y="0"/>
                        <a:pt x="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8" name="Google Shape;1748;p1"/>
                <p:cNvSpPr/>
                <p:nvPr/>
              </p:nvSpPr>
              <p:spPr>
                <a:xfrm>
                  <a:off x="509050" y="2983675"/>
                  <a:ext cx="6450" cy="5200"/>
                </a:xfrm>
                <a:custGeom>
                  <a:rect b="b" l="l" r="r" t="t"/>
                  <a:pathLst>
                    <a:path extrusionOk="0" h="208" w="258">
                      <a:moveTo>
                        <a:pt x="57" y="1"/>
                      </a:moveTo>
                      <a:cubicBezTo>
                        <a:pt x="50" y="1"/>
                        <a:pt x="42" y="3"/>
                        <a:pt x="34" y="7"/>
                      </a:cubicBezTo>
                      <a:cubicBezTo>
                        <a:pt x="17" y="7"/>
                        <a:pt x="9" y="15"/>
                        <a:pt x="9" y="32"/>
                      </a:cubicBezTo>
                      <a:cubicBezTo>
                        <a:pt x="0" y="49"/>
                        <a:pt x="0" y="57"/>
                        <a:pt x="9" y="73"/>
                      </a:cubicBezTo>
                      <a:cubicBezTo>
                        <a:pt x="9" y="90"/>
                        <a:pt x="25" y="90"/>
                        <a:pt x="34" y="98"/>
                      </a:cubicBezTo>
                      <a:cubicBezTo>
                        <a:pt x="34" y="98"/>
                        <a:pt x="42" y="107"/>
                        <a:pt x="42" y="107"/>
                      </a:cubicBezTo>
                      <a:cubicBezTo>
                        <a:pt x="75" y="115"/>
                        <a:pt x="100" y="131"/>
                        <a:pt x="125" y="148"/>
                      </a:cubicBezTo>
                      <a:cubicBezTo>
                        <a:pt x="125" y="148"/>
                        <a:pt x="133" y="156"/>
                        <a:pt x="141" y="156"/>
                      </a:cubicBezTo>
                      <a:cubicBezTo>
                        <a:pt x="141" y="156"/>
                        <a:pt x="141" y="156"/>
                        <a:pt x="141" y="165"/>
                      </a:cubicBezTo>
                      <a:cubicBezTo>
                        <a:pt x="141" y="165"/>
                        <a:pt x="150" y="165"/>
                        <a:pt x="150" y="173"/>
                      </a:cubicBezTo>
                      <a:cubicBezTo>
                        <a:pt x="166" y="181"/>
                        <a:pt x="183" y="189"/>
                        <a:pt x="191" y="198"/>
                      </a:cubicBezTo>
                      <a:cubicBezTo>
                        <a:pt x="198" y="205"/>
                        <a:pt x="205" y="207"/>
                        <a:pt x="212" y="207"/>
                      </a:cubicBezTo>
                      <a:cubicBezTo>
                        <a:pt x="222" y="207"/>
                        <a:pt x="231" y="202"/>
                        <a:pt x="241" y="198"/>
                      </a:cubicBezTo>
                      <a:cubicBezTo>
                        <a:pt x="249" y="181"/>
                        <a:pt x="257" y="165"/>
                        <a:pt x="249" y="148"/>
                      </a:cubicBezTo>
                      <a:cubicBezTo>
                        <a:pt x="232" y="131"/>
                        <a:pt x="224" y="115"/>
                        <a:pt x="208" y="107"/>
                      </a:cubicBezTo>
                      <a:cubicBezTo>
                        <a:pt x="199" y="90"/>
                        <a:pt x="183" y="82"/>
                        <a:pt x="174" y="65"/>
                      </a:cubicBezTo>
                      <a:cubicBezTo>
                        <a:pt x="141" y="49"/>
                        <a:pt x="108" y="24"/>
                        <a:pt x="75" y="7"/>
                      </a:cubicBezTo>
                      <a:cubicBezTo>
                        <a:pt x="71" y="3"/>
                        <a:pt x="65" y="1"/>
                        <a:pt x="5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9" name="Google Shape;1749;p1"/>
                <p:cNvSpPr/>
                <p:nvPr/>
              </p:nvSpPr>
              <p:spPr>
                <a:xfrm>
                  <a:off x="578450" y="2863200"/>
                  <a:ext cx="14525" cy="5300"/>
                </a:xfrm>
                <a:custGeom>
                  <a:rect b="b" l="l" r="r" t="t"/>
                  <a:pathLst>
                    <a:path extrusionOk="0" h="212" w="581">
                      <a:moveTo>
                        <a:pt x="491" y="1"/>
                      </a:moveTo>
                      <a:cubicBezTo>
                        <a:pt x="463" y="1"/>
                        <a:pt x="433" y="8"/>
                        <a:pt x="406" y="12"/>
                      </a:cubicBezTo>
                      <a:lnTo>
                        <a:pt x="365" y="12"/>
                      </a:lnTo>
                      <a:cubicBezTo>
                        <a:pt x="348" y="21"/>
                        <a:pt x="323" y="21"/>
                        <a:pt x="307" y="21"/>
                      </a:cubicBezTo>
                      <a:cubicBezTo>
                        <a:pt x="273" y="21"/>
                        <a:pt x="232" y="29"/>
                        <a:pt x="191" y="29"/>
                      </a:cubicBezTo>
                      <a:cubicBezTo>
                        <a:pt x="169" y="29"/>
                        <a:pt x="143" y="26"/>
                        <a:pt x="118" y="26"/>
                      </a:cubicBezTo>
                      <a:cubicBezTo>
                        <a:pt x="87" y="26"/>
                        <a:pt x="56" y="31"/>
                        <a:pt x="33" y="54"/>
                      </a:cubicBezTo>
                      <a:cubicBezTo>
                        <a:pt x="8" y="87"/>
                        <a:pt x="0" y="128"/>
                        <a:pt x="17" y="161"/>
                      </a:cubicBezTo>
                      <a:cubicBezTo>
                        <a:pt x="50" y="203"/>
                        <a:pt x="83" y="211"/>
                        <a:pt x="124" y="211"/>
                      </a:cubicBezTo>
                      <a:lnTo>
                        <a:pt x="191" y="211"/>
                      </a:lnTo>
                      <a:cubicBezTo>
                        <a:pt x="240" y="211"/>
                        <a:pt x="282" y="203"/>
                        <a:pt x="331" y="195"/>
                      </a:cubicBezTo>
                      <a:cubicBezTo>
                        <a:pt x="373" y="195"/>
                        <a:pt x="414" y="178"/>
                        <a:pt x="447" y="170"/>
                      </a:cubicBezTo>
                      <a:cubicBezTo>
                        <a:pt x="497" y="153"/>
                        <a:pt x="563" y="120"/>
                        <a:pt x="580" y="70"/>
                      </a:cubicBezTo>
                      <a:cubicBezTo>
                        <a:pt x="580" y="45"/>
                        <a:pt x="572" y="29"/>
                        <a:pt x="555" y="12"/>
                      </a:cubicBezTo>
                      <a:lnTo>
                        <a:pt x="555" y="21"/>
                      </a:lnTo>
                      <a:cubicBezTo>
                        <a:pt x="536" y="6"/>
                        <a:pt x="514" y="1"/>
                        <a:pt x="49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0" name="Google Shape;1750;p1"/>
                <p:cNvSpPr/>
                <p:nvPr/>
              </p:nvSpPr>
              <p:spPr>
                <a:xfrm>
                  <a:off x="577000" y="2873850"/>
                  <a:ext cx="7475" cy="3350"/>
                </a:xfrm>
                <a:custGeom>
                  <a:rect b="b" l="l" r="r" t="t"/>
                  <a:pathLst>
                    <a:path extrusionOk="0" h="134" w="299">
                      <a:moveTo>
                        <a:pt x="108" y="1"/>
                      </a:moveTo>
                      <a:cubicBezTo>
                        <a:pt x="83" y="1"/>
                        <a:pt x="66" y="1"/>
                        <a:pt x="50" y="9"/>
                      </a:cubicBezTo>
                      <a:cubicBezTo>
                        <a:pt x="8" y="17"/>
                        <a:pt x="0" y="75"/>
                        <a:pt x="33" y="100"/>
                      </a:cubicBezTo>
                      <a:cubicBezTo>
                        <a:pt x="50" y="108"/>
                        <a:pt x="66" y="117"/>
                        <a:pt x="91" y="117"/>
                      </a:cubicBezTo>
                      <a:cubicBezTo>
                        <a:pt x="108" y="125"/>
                        <a:pt x="124" y="125"/>
                        <a:pt x="149" y="125"/>
                      </a:cubicBezTo>
                      <a:cubicBezTo>
                        <a:pt x="174" y="125"/>
                        <a:pt x="207" y="133"/>
                        <a:pt x="240" y="133"/>
                      </a:cubicBezTo>
                      <a:cubicBezTo>
                        <a:pt x="249" y="133"/>
                        <a:pt x="265" y="125"/>
                        <a:pt x="282" y="117"/>
                      </a:cubicBezTo>
                      <a:cubicBezTo>
                        <a:pt x="290" y="108"/>
                        <a:pt x="290" y="100"/>
                        <a:pt x="290" y="83"/>
                      </a:cubicBezTo>
                      <a:cubicBezTo>
                        <a:pt x="298" y="75"/>
                        <a:pt x="290" y="59"/>
                        <a:pt x="290" y="50"/>
                      </a:cubicBezTo>
                      <a:cubicBezTo>
                        <a:pt x="282" y="34"/>
                        <a:pt x="265" y="25"/>
                        <a:pt x="249" y="25"/>
                      </a:cubicBezTo>
                      <a:cubicBezTo>
                        <a:pt x="224" y="17"/>
                        <a:pt x="191" y="9"/>
                        <a:pt x="157" y="9"/>
                      </a:cubicBezTo>
                      <a:cubicBezTo>
                        <a:pt x="141" y="9"/>
                        <a:pt x="124" y="1"/>
                        <a:pt x="10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1" name="Google Shape;1751;p1"/>
                <p:cNvSpPr/>
                <p:nvPr/>
              </p:nvSpPr>
              <p:spPr>
                <a:xfrm>
                  <a:off x="569525" y="2881725"/>
                  <a:ext cx="9150" cy="3325"/>
                </a:xfrm>
                <a:custGeom>
                  <a:rect b="b" l="l" r="r" t="t"/>
                  <a:pathLst>
                    <a:path extrusionOk="0" h="133" w="366">
                      <a:moveTo>
                        <a:pt x="299" y="0"/>
                      </a:moveTo>
                      <a:cubicBezTo>
                        <a:pt x="278" y="5"/>
                        <a:pt x="258" y="5"/>
                        <a:pt x="237" y="5"/>
                      </a:cubicBezTo>
                      <a:cubicBezTo>
                        <a:pt x="216" y="5"/>
                        <a:pt x="195" y="5"/>
                        <a:pt x="175" y="9"/>
                      </a:cubicBezTo>
                      <a:lnTo>
                        <a:pt x="108" y="17"/>
                      </a:lnTo>
                      <a:lnTo>
                        <a:pt x="75" y="17"/>
                      </a:lnTo>
                      <a:cubicBezTo>
                        <a:pt x="59" y="17"/>
                        <a:pt x="50" y="25"/>
                        <a:pt x="34" y="25"/>
                      </a:cubicBezTo>
                      <a:cubicBezTo>
                        <a:pt x="1" y="42"/>
                        <a:pt x="1" y="92"/>
                        <a:pt x="34" y="108"/>
                      </a:cubicBezTo>
                      <a:cubicBezTo>
                        <a:pt x="50" y="108"/>
                        <a:pt x="59" y="116"/>
                        <a:pt x="75" y="116"/>
                      </a:cubicBezTo>
                      <a:lnTo>
                        <a:pt x="108" y="116"/>
                      </a:lnTo>
                      <a:lnTo>
                        <a:pt x="175" y="125"/>
                      </a:lnTo>
                      <a:cubicBezTo>
                        <a:pt x="195" y="129"/>
                        <a:pt x="216" y="129"/>
                        <a:pt x="237" y="129"/>
                      </a:cubicBezTo>
                      <a:cubicBezTo>
                        <a:pt x="258" y="129"/>
                        <a:pt x="278" y="129"/>
                        <a:pt x="299" y="133"/>
                      </a:cubicBezTo>
                      <a:cubicBezTo>
                        <a:pt x="332" y="133"/>
                        <a:pt x="365" y="100"/>
                        <a:pt x="365" y="67"/>
                      </a:cubicBezTo>
                      <a:cubicBezTo>
                        <a:pt x="365" y="34"/>
                        <a:pt x="340" y="0"/>
                        <a:pt x="29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2" name="Google Shape;1752;p1"/>
                <p:cNvSpPr/>
                <p:nvPr/>
              </p:nvSpPr>
              <p:spPr>
                <a:xfrm>
                  <a:off x="643675" y="3042275"/>
                  <a:ext cx="6250" cy="14700"/>
                </a:xfrm>
                <a:custGeom>
                  <a:rect b="b" l="l" r="r" t="t"/>
                  <a:pathLst>
                    <a:path extrusionOk="0" h="588" w="250">
                      <a:moveTo>
                        <a:pt x="168" y="1"/>
                      </a:moveTo>
                      <a:cubicBezTo>
                        <a:pt x="146" y="1"/>
                        <a:pt x="122" y="15"/>
                        <a:pt x="109" y="41"/>
                      </a:cubicBezTo>
                      <a:cubicBezTo>
                        <a:pt x="76" y="124"/>
                        <a:pt x="76" y="223"/>
                        <a:pt x="51" y="306"/>
                      </a:cubicBezTo>
                      <a:cubicBezTo>
                        <a:pt x="34" y="356"/>
                        <a:pt x="18" y="397"/>
                        <a:pt x="9" y="447"/>
                      </a:cubicBezTo>
                      <a:cubicBezTo>
                        <a:pt x="9" y="472"/>
                        <a:pt x="1" y="497"/>
                        <a:pt x="1" y="513"/>
                      </a:cubicBezTo>
                      <a:cubicBezTo>
                        <a:pt x="1" y="555"/>
                        <a:pt x="18" y="588"/>
                        <a:pt x="51" y="588"/>
                      </a:cubicBezTo>
                      <a:cubicBezTo>
                        <a:pt x="109" y="588"/>
                        <a:pt x="150" y="513"/>
                        <a:pt x="167" y="472"/>
                      </a:cubicBezTo>
                      <a:cubicBezTo>
                        <a:pt x="183" y="430"/>
                        <a:pt x="192" y="381"/>
                        <a:pt x="208" y="331"/>
                      </a:cubicBezTo>
                      <a:cubicBezTo>
                        <a:pt x="225" y="240"/>
                        <a:pt x="250" y="132"/>
                        <a:pt x="216" y="41"/>
                      </a:cubicBezTo>
                      <a:cubicBezTo>
                        <a:pt x="208" y="13"/>
                        <a:pt x="189" y="1"/>
                        <a:pt x="1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3" name="Google Shape;1753;p1"/>
                <p:cNvSpPr/>
                <p:nvPr/>
              </p:nvSpPr>
              <p:spPr>
                <a:xfrm>
                  <a:off x="647050" y="3047175"/>
                  <a:ext cx="7650" cy="15525"/>
                </a:xfrm>
                <a:custGeom>
                  <a:rect b="b" l="l" r="r" t="t"/>
                  <a:pathLst>
                    <a:path extrusionOk="0" h="621" w="306">
                      <a:moveTo>
                        <a:pt x="242" y="1"/>
                      </a:moveTo>
                      <a:cubicBezTo>
                        <a:pt x="212" y="1"/>
                        <a:pt x="180" y="23"/>
                        <a:pt x="173" y="52"/>
                      </a:cubicBezTo>
                      <a:cubicBezTo>
                        <a:pt x="164" y="143"/>
                        <a:pt x="139" y="234"/>
                        <a:pt x="106" y="317"/>
                      </a:cubicBezTo>
                      <a:cubicBezTo>
                        <a:pt x="90" y="359"/>
                        <a:pt x="73" y="400"/>
                        <a:pt x="57" y="442"/>
                      </a:cubicBezTo>
                      <a:cubicBezTo>
                        <a:pt x="40" y="483"/>
                        <a:pt x="15" y="524"/>
                        <a:pt x="7" y="574"/>
                      </a:cubicBezTo>
                      <a:cubicBezTo>
                        <a:pt x="0" y="594"/>
                        <a:pt x="21" y="620"/>
                        <a:pt x="42" y="620"/>
                      </a:cubicBezTo>
                      <a:cubicBezTo>
                        <a:pt x="47" y="620"/>
                        <a:pt x="52" y="619"/>
                        <a:pt x="57" y="616"/>
                      </a:cubicBezTo>
                      <a:cubicBezTo>
                        <a:pt x="106" y="591"/>
                        <a:pt x="131" y="549"/>
                        <a:pt x="156" y="508"/>
                      </a:cubicBezTo>
                      <a:cubicBezTo>
                        <a:pt x="189" y="458"/>
                        <a:pt x="206" y="417"/>
                        <a:pt x="231" y="367"/>
                      </a:cubicBezTo>
                      <a:cubicBezTo>
                        <a:pt x="264" y="276"/>
                        <a:pt x="289" y="185"/>
                        <a:pt x="305" y="85"/>
                      </a:cubicBezTo>
                      <a:cubicBezTo>
                        <a:pt x="305" y="52"/>
                        <a:pt x="297" y="11"/>
                        <a:pt x="255" y="3"/>
                      </a:cubicBezTo>
                      <a:cubicBezTo>
                        <a:pt x="251" y="1"/>
                        <a:pt x="247" y="1"/>
                        <a:pt x="2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4" name="Google Shape;1754;p1"/>
                <p:cNvSpPr/>
                <p:nvPr/>
              </p:nvSpPr>
              <p:spPr>
                <a:xfrm>
                  <a:off x="630225" y="3095050"/>
                  <a:ext cx="7475" cy="11950"/>
                </a:xfrm>
                <a:custGeom>
                  <a:rect b="b" l="l" r="r" t="t"/>
                  <a:pathLst>
                    <a:path extrusionOk="0" h="478" w="299">
                      <a:moveTo>
                        <a:pt x="245" y="1"/>
                      </a:moveTo>
                      <a:cubicBezTo>
                        <a:pt x="238" y="1"/>
                        <a:pt x="230" y="3"/>
                        <a:pt x="224" y="10"/>
                      </a:cubicBezTo>
                      <a:cubicBezTo>
                        <a:pt x="191" y="26"/>
                        <a:pt x="183" y="68"/>
                        <a:pt x="166" y="101"/>
                      </a:cubicBezTo>
                      <a:cubicBezTo>
                        <a:pt x="150" y="134"/>
                        <a:pt x="141" y="175"/>
                        <a:pt x="125" y="209"/>
                      </a:cubicBezTo>
                      <a:cubicBezTo>
                        <a:pt x="100" y="275"/>
                        <a:pt x="58" y="341"/>
                        <a:pt x="17" y="407"/>
                      </a:cubicBezTo>
                      <a:cubicBezTo>
                        <a:pt x="0" y="424"/>
                        <a:pt x="9" y="457"/>
                        <a:pt x="25" y="465"/>
                      </a:cubicBezTo>
                      <a:cubicBezTo>
                        <a:pt x="34" y="474"/>
                        <a:pt x="46" y="478"/>
                        <a:pt x="58" y="478"/>
                      </a:cubicBezTo>
                      <a:cubicBezTo>
                        <a:pt x="71" y="478"/>
                        <a:pt x="83" y="474"/>
                        <a:pt x="92" y="465"/>
                      </a:cubicBezTo>
                      <a:cubicBezTo>
                        <a:pt x="141" y="399"/>
                        <a:pt x="191" y="333"/>
                        <a:pt x="224" y="258"/>
                      </a:cubicBezTo>
                      <a:cubicBezTo>
                        <a:pt x="241" y="225"/>
                        <a:pt x="266" y="184"/>
                        <a:pt x="274" y="151"/>
                      </a:cubicBezTo>
                      <a:cubicBezTo>
                        <a:pt x="282" y="109"/>
                        <a:pt x="299" y="59"/>
                        <a:pt x="274" y="18"/>
                      </a:cubicBezTo>
                      <a:cubicBezTo>
                        <a:pt x="269" y="8"/>
                        <a:pt x="257" y="1"/>
                        <a:pt x="24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5" name="Google Shape;1755;p1"/>
                <p:cNvSpPr/>
                <p:nvPr/>
              </p:nvSpPr>
              <p:spPr>
                <a:xfrm>
                  <a:off x="635475" y="3103425"/>
                  <a:ext cx="9425" cy="16725"/>
                </a:xfrm>
                <a:custGeom>
                  <a:rect b="b" l="l" r="r" t="t"/>
                  <a:pathLst>
                    <a:path extrusionOk="0" h="669" w="377">
                      <a:moveTo>
                        <a:pt x="335" y="1"/>
                      </a:moveTo>
                      <a:cubicBezTo>
                        <a:pt x="329" y="1"/>
                        <a:pt x="324" y="2"/>
                        <a:pt x="321" y="6"/>
                      </a:cubicBezTo>
                      <a:cubicBezTo>
                        <a:pt x="288" y="56"/>
                        <a:pt x="246" y="97"/>
                        <a:pt x="221" y="147"/>
                      </a:cubicBezTo>
                      <a:cubicBezTo>
                        <a:pt x="188" y="197"/>
                        <a:pt x="163" y="246"/>
                        <a:pt x="147" y="296"/>
                      </a:cubicBezTo>
                      <a:cubicBezTo>
                        <a:pt x="122" y="346"/>
                        <a:pt x="97" y="396"/>
                        <a:pt x="72" y="445"/>
                      </a:cubicBezTo>
                      <a:cubicBezTo>
                        <a:pt x="47" y="503"/>
                        <a:pt x="22" y="561"/>
                        <a:pt x="6" y="611"/>
                      </a:cubicBezTo>
                      <a:cubicBezTo>
                        <a:pt x="0" y="643"/>
                        <a:pt x="27" y="669"/>
                        <a:pt x="53" y="669"/>
                      </a:cubicBezTo>
                      <a:cubicBezTo>
                        <a:pt x="66" y="669"/>
                        <a:pt x="80" y="661"/>
                        <a:pt x="89" y="644"/>
                      </a:cubicBezTo>
                      <a:cubicBezTo>
                        <a:pt x="114" y="603"/>
                        <a:pt x="130" y="545"/>
                        <a:pt x="155" y="495"/>
                      </a:cubicBezTo>
                      <a:cubicBezTo>
                        <a:pt x="180" y="445"/>
                        <a:pt x="205" y="387"/>
                        <a:pt x="230" y="338"/>
                      </a:cubicBezTo>
                      <a:cubicBezTo>
                        <a:pt x="254" y="288"/>
                        <a:pt x="279" y="246"/>
                        <a:pt x="304" y="197"/>
                      </a:cubicBezTo>
                      <a:cubicBezTo>
                        <a:pt x="329" y="147"/>
                        <a:pt x="354" y="89"/>
                        <a:pt x="370" y="39"/>
                      </a:cubicBezTo>
                      <a:cubicBezTo>
                        <a:pt x="377" y="20"/>
                        <a:pt x="353" y="1"/>
                        <a:pt x="33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6" name="Google Shape;1756;p1"/>
                <p:cNvSpPr/>
                <p:nvPr/>
              </p:nvSpPr>
              <p:spPr>
                <a:xfrm>
                  <a:off x="556475" y="2889725"/>
                  <a:ext cx="8950" cy="5150"/>
                </a:xfrm>
                <a:custGeom>
                  <a:rect b="b" l="l" r="r" t="t"/>
                  <a:pathLst>
                    <a:path extrusionOk="0" h="206" w="358">
                      <a:moveTo>
                        <a:pt x="50" y="0"/>
                      </a:moveTo>
                      <a:cubicBezTo>
                        <a:pt x="34" y="0"/>
                        <a:pt x="24" y="10"/>
                        <a:pt x="17" y="28"/>
                      </a:cubicBezTo>
                      <a:cubicBezTo>
                        <a:pt x="1" y="53"/>
                        <a:pt x="17" y="78"/>
                        <a:pt x="34" y="86"/>
                      </a:cubicBezTo>
                      <a:cubicBezTo>
                        <a:pt x="51" y="103"/>
                        <a:pt x="67" y="111"/>
                        <a:pt x="92" y="120"/>
                      </a:cubicBezTo>
                      <a:cubicBezTo>
                        <a:pt x="109" y="136"/>
                        <a:pt x="125" y="144"/>
                        <a:pt x="142" y="153"/>
                      </a:cubicBezTo>
                      <a:cubicBezTo>
                        <a:pt x="183" y="169"/>
                        <a:pt x="233" y="186"/>
                        <a:pt x="274" y="202"/>
                      </a:cubicBezTo>
                      <a:cubicBezTo>
                        <a:pt x="279" y="205"/>
                        <a:pt x="284" y="206"/>
                        <a:pt x="289" y="206"/>
                      </a:cubicBezTo>
                      <a:cubicBezTo>
                        <a:pt x="300" y="206"/>
                        <a:pt x="312" y="200"/>
                        <a:pt x="324" y="194"/>
                      </a:cubicBezTo>
                      <a:cubicBezTo>
                        <a:pt x="332" y="186"/>
                        <a:pt x="349" y="178"/>
                        <a:pt x="349" y="161"/>
                      </a:cubicBezTo>
                      <a:cubicBezTo>
                        <a:pt x="357" y="144"/>
                        <a:pt x="357" y="120"/>
                        <a:pt x="349" y="111"/>
                      </a:cubicBezTo>
                      <a:cubicBezTo>
                        <a:pt x="332" y="95"/>
                        <a:pt x="324" y="86"/>
                        <a:pt x="307" y="78"/>
                      </a:cubicBezTo>
                      <a:cubicBezTo>
                        <a:pt x="266" y="62"/>
                        <a:pt x="233" y="45"/>
                        <a:pt x="191" y="37"/>
                      </a:cubicBezTo>
                      <a:cubicBezTo>
                        <a:pt x="175" y="28"/>
                        <a:pt x="150" y="20"/>
                        <a:pt x="133" y="20"/>
                      </a:cubicBezTo>
                      <a:cubicBezTo>
                        <a:pt x="109" y="12"/>
                        <a:pt x="92" y="4"/>
                        <a:pt x="67" y="4"/>
                      </a:cubicBezTo>
                      <a:cubicBezTo>
                        <a:pt x="61" y="1"/>
                        <a:pt x="55" y="0"/>
                        <a:pt x="5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7" name="Google Shape;1757;p1"/>
                <p:cNvSpPr/>
                <p:nvPr/>
              </p:nvSpPr>
              <p:spPr>
                <a:xfrm>
                  <a:off x="554200" y="2857200"/>
                  <a:ext cx="13500" cy="7400"/>
                </a:xfrm>
                <a:custGeom>
                  <a:rect b="b" l="l" r="r" t="t"/>
                  <a:pathLst>
                    <a:path extrusionOk="0" h="296" w="540">
                      <a:moveTo>
                        <a:pt x="64" y="0"/>
                      </a:moveTo>
                      <a:cubicBezTo>
                        <a:pt x="46" y="0"/>
                        <a:pt x="29" y="8"/>
                        <a:pt x="17" y="20"/>
                      </a:cubicBezTo>
                      <a:cubicBezTo>
                        <a:pt x="9" y="37"/>
                        <a:pt x="1" y="70"/>
                        <a:pt x="26" y="78"/>
                      </a:cubicBezTo>
                      <a:cubicBezTo>
                        <a:pt x="59" y="111"/>
                        <a:pt x="92" y="136"/>
                        <a:pt x="125" y="153"/>
                      </a:cubicBezTo>
                      <a:cubicBezTo>
                        <a:pt x="158" y="169"/>
                        <a:pt x="191" y="194"/>
                        <a:pt x="233" y="211"/>
                      </a:cubicBezTo>
                      <a:cubicBezTo>
                        <a:pt x="307" y="244"/>
                        <a:pt x="382" y="269"/>
                        <a:pt x="456" y="294"/>
                      </a:cubicBezTo>
                      <a:cubicBezTo>
                        <a:pt x="462" y="295"/>
                        <a:pt x="468" y="296"/>
                        <a:pt x="473" y="296"/>
                      </a:cubicBezTo>
                      <a:cubicBezTo>
                        <a:pt x="500" y="296"/>
                        <a:pt x="524" y="280"/>
                        <a:pt x="531" y="252"/>
                      </a:cubicBezTo>
                      <a:cubicBezTo>
                        <a:pt x="539" y="219"/>
                        <a:pt x="523" y="186"/>
                        <a:pt x="490" y="178"/>
                      </a:cubicBezTo>
                      <a:cubicBezTo>
                        <a:pt x="349" y="136"/>
                        <a:pt x="216" y="70"/>
                        <a:pt x="84" y="4"/>
                      </a:cubicBezTo>
                      <a:cubicBezTo>
                        <a:pt x="77" y="1"/>
                        <a:pt x="70" y="0"/>
                        <a:pt x="6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8" name="Google Shape;1758;p1"/>
                <p:cNvSpPr/>
                <p:nvPr/>
              </p:nvSpPr>
              <p:spPr>
                <a:xfrm>
                  <a:off x="414375" y="2811725"/>
                  <a:ext cx="55250" cy="11725"/>
                </a:xfrm>
                <a:custGeom>
                  <a:rect b="b" l="l" r="r" t="t"/>
                  <a:pathLst>
                    <a:path extrusionOk="0" h="469" w="2210">
                      <a:moveTo>
                        <a:pt x="394" y="0"/>
                      </a:moveTo>
                      <a:cubicBezTo>
                        <a:pt x="277" y="0"/>
                        <a:pt x="162" y="10"/>
                        <a:pt x="59" y="50"/>
                      </a:cubicBezTo>
                      <a:cubicBezTo>
                        <a:pt x="9" y="66"/>
                        <a:pt x="1" y="149"/>
                        <a:pt x="59" y="157"/>
                      </a:cubicBezTo>
                      <a:cubicBezTo>
                        <a:pt x="225" y="199"/>
                        <a:pt x="407" y="190"/>
                        <a:pt x="581" y="207"/>
                      </a:cubicBezTo>
                      <a:cubicBezTo>
                        <a:pt x="763" y="224"/>
                        <a:pt x="945" y="248"/>
                        <a:pt x="1128" y="257"/>
                      </a:cubicBezTo>
                      <a:cubicBezTo>
                        <a:pt x="1451" y="282"/>
                        <a:pt x="1799" y="298"/>
                        <a:pt x="2089" y="456"/>
                      </a:cubicBezTo>
                      <a:cubicBezTo>
                        <a:pt x="2102" y="465"/>
                        <a:pt x="2115" y="468"/>
                        <a:pt x="2127" y="468"/>
                      </a:cubicBezTo>
                      <a:cubicBezTo>
                        <a:pt x="2180" y="468"/>
                        <a:pt x="2210" y="389"/>
                        <a:pt x="2155" y="348"/>
                      </a:cubicBezTo>
                      <a:cubicBezTo>
                        <a:pt x="1865" y="141"/>
                        <a:pt x="1534" y="99"/>
                        <a:pt x="1194" y="66"/>
                      </a:cubicBezTo>
                      <a:cubicBezTo>
                        <a:pt x="1003" y="41"/>
                        <a:pt x="813" y="25"/>
                        <a:pt x="631" y="8"/>
                      </a:cubicBezTo>
                      <a:cubicBezTo>
                        <a:pt x="553" y="5"/>
                        <a:pt x="473" y="0"/>
                        <a:pt x="39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9" name="Google Shape;1759;p1"/>
                <p:cNvSpPr/>
                <p:nvPr/>
              </p:nvSpPr>
              <p:spPr>
                <a:xfrm>
                  <a:off x="423975" y="2819700"/>
                  <a:ext cx="19025" cy="4075"/>
                </a:xfrm>
                <a:custGeom>
                  <a:rect b="b" l="l" r="r" t="t"/>
                  <a:pathLst>
                    <a:path extrusionOk="0" h="163" w="761">
                      <a:moveTo>
                        <a:pt x="463" y="1"/>
                      </a:moveTo>
                      <a:cubicBezTo>
                        <a:pt x="433" y="1"/>
                        <a:pt x="402" y="2"/>
                        <a:pt x="371" y="4"/>
                      </a:cubicBezTo>
                      <a:cubicBezTo>
                        <a:pt x="263" y="12"/>
                        <a:pt x="156" y="37"/>
                        <a:pt x="48" y="70"/>
                      </a:cubicBezTo>
                      <a:cubicBezTo>
                        <a:pt x="1" y="94"/>
                        <a:pt x="13" y="162"/>
                        <a:pt x="64" y="162"/>
                      </a:cubicBezTo>
                      <a:cubicBezTo>
                        <a:pt x="67" y="162"/>
                        <a:pt x="70" y="162"/>
                        <a:pt x="73" y="161"/>
                      </a:cubicBezTo>
                      <a:cubicBezTo>
                        <a:pt x="172" y="145"/>
                        <a:pt x="272" y="137"/>
                        <a:pt x="371" y="137"/>
                      </a:cubicBezTo>
                      <a:cubicBezTo>
                        <a:pt x="400" y="134"/>
                        <a:pt x="429" y="133"/>
                        <a:pt x="458" y="133"/>
                      </a:cubicBezTo>
                      <a:cubicBezTo>
                        <a:pt x="529" y="133"/>
                        <a:pt x="599" y="139"/>
                        <a:pt x="669" y="145"/>
                      </a:cubicBezTo>
                      <a:cubicBezTo>
                        <a:pt x="675" y="146"/>
                        <a:pt x="681" y="147"/>
                        <a:pt x="687" y="147"/>
                      </a:cubicBezTo>
                      <a:cubicBezTo>
                        <a:pt x="716" y="147"/>
                        <a:pt x="745" y="131"/>
                        <a:pt x="752" y="103"/>
                      </a:cubicBezTo>
                      <a:cubicBezTo>
                        <a:pt x="760" y="70"/>
                        <a:pt x="744" y="29"/>
                        <a:pt x="702" y="21"/>
                      </a:cubicBezTo>
                      <a:cubicBezTo>
                        <a:pt x="624" y="8"/>
                        <a:pt x="545" y="1"/>
                        <a:pt x="46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0" name="Google Shape;1760;p1"/>
                <p:cNvSpPr/>
                <p:nvPr/>
              </p:nvSpPr>
              <p:spPr>
                <a:xfrm>
                  <a:off x="383575" y="2821725"/>
                  <a:ext cx="17175" cy="7850"/>
                </a:xfrm>
                <a:custGeom>
                  <a:rect b="b" l="l" r="r" t="t"/>
                  <a:pathLst>
                    <a:path extrusionOk="0" h="314" w="687">
                      <a:moveTo>
                        <a:pt x="637" y="0"/>
                      </a:moveTo>
                      <a:cubicBezTo>
                        <a:pt x="631" y="0"/>
                        <a:pt x="626" y="2"/>
                        <a:pt x="620" y="6"/>
                      </a:cubicBezTo>
                      <a:cubicBezTo>
                        <a:pt x="520" y="39"/>
                        <a:pt x="421" y="80"/>
                        <a:pt x="322" y="122"/>
                      </a:cubicBezTo>
                      <a:cubicBezTo>
                        <a:pt x="230" y="172"/>
                        <a:pt x="131" y="205"/>
                        <a:pt x="32" y="254"/>
                      </a:cubicBezTo>
                      <a:cubicBezTo>
                        <a:pt x="1" y="270"/>
                        <a:pt x="20" y="313"/>
                        <a:pt x="49" y="313"/>
                      </a:cubicBezTo>
                      <a:cubicBezTo>
                        <a:pt x="51" y="313"/>
                        <a:pt x="54" y="313"/>
                        <a:pt x="56" y="312"/>
                      </a:cubicBezTo>
                      <a:cubicBezTo>
                        <a:pt x="156" y="288"/>
                        <a:pt x="255" y="246"/>
                        <a:pt x="355" y="205"/>
                      </a:cubicBezTo>
                      <a:cubicBezTo>
                        <a:pt x="454" y="172"/>
                        <a:pt x="545" y="130"/>
                        <a:pt x="645" y="89"/>
                      </a:cubicBezTo>
                      <a:cubicBezTo>
                        <a:pt x="661" y="80"/>
                        <a:pt x="686" y="64"/>
                        <a:pt x="678" y="31"/>
                      </a:cubicBezTo>
                      <a:cubicBezTo>
                        <a:pt x="671" y="18"/>
                        <a:pt x="655" y="0"/>
                        <a:pt x="63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1" name="Google Shape;1761;p1"/>
                <p:cNvSpPr/>
                <p:nvPr/>
              </p:nvSpPr>
              <p:spPr>
                <a:xfrm>
                  <a:off x="310475" y="2872900"/>
                  <a:ext cx="28975" cy="29475"/>
                </a:xfrm>
                <a:custGeom>
                  <a:rect b="b" l="l" r="r" t="t"/>
                  <a:pathLst>
                    <a:path extrusionOk="0" h="1179" w="1159">
                      <a:moveTo>
                        <a:pt x="1087" y="0"/>
                      </a:moveTo>
                      <a:cubicBezTo>
                        <a:pt x="1080" y="0"/>
                        <a:pt x="1073" y="2"/>
                        <a:pt x="1066" y="5"/>
                      </a:cubicBezTo>
                      <a:cubicBezTo>
                        <a:pt x="826" y="113"/>
                        <a:pt x="611" y="271"/>
                        <a:pt x="420" y="461"/>
                      </a:cubicBezTo>
                      <a:cubicBezTo>
                        <a:pt x="329" y="552"/>
                        <a:pt x="246" y="652"/>
                        <a:pt x="172" y="759"/>
                      </a:cubicBezTo>
                      <a:cubicBezTo>
                        <a:pt x="138" y="817"/>
                        <a:pt x="114" y="884"/>
                        <a:pt x="80" y="942"/>
                      </a:cubicBezTo>
                      <a:cubicBezTo>
                        <a:pt x="47" y="1000"/>
                        <a:pt x="22" y="1066"/>
                        <a:pt x="6" y="1124"/>
                      </a:cubicBezTo>
                      <a:cubicBezTo>
                        <a:pt x="1" y="1156"/>
                        <a:pt x="23" y="1178"/>
                        <a:pt x="46" y="1178"/>
                      </a:cubicBezTo>
                      <a:cubicBezTo>
                        <a:pt x="59" y="1178"/>
                        <a:pt x="72" y="1172"/>
                        <a:pt x="80" y="1157"/>
                      </a:cubicBezTo>
                      <a:cubicBezTo>
                        <a:pt x="114" y="1107"/>
                        <a:pt x="147" y="1049"/>
                        <a:pt x="180" y="1000"/>
                      </a:cubicBezTo>
                      <a:cubicBezTo>
                        <a:pt x="213" y="942"/>
                        <a:pt x="246" y="900"/>
                        <a:pt x="279" y="842"/>
                      </a:cubicBezTo>
                      <a:cubicBezTo>
                        <a:pt x="354" y="743"/>
                        <a:pt x="428" y="635"/>
                        <a:pt x="520" y="544"/>
                      </a:cubicBezTo>
                      <a:cubicBezTo>
                        <a:pt x="685" y="362"/>
                        <a:pt x="892" y="196"/>
                        <a:pt x="1116" y="80"/>
                      </a:cubicBezTo>
                      <a:cubicBezTo>
                        <a:pt x="1159" y="59"/>
                        <a:pt x="1128" y="0"/>
                        <a:pt x="108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2" name="Google Shape;1762;p1"/>
                <p:cNvSpPr/>
                <p:nvPr/>
              </p:nvSpPr>
              <p:spPr>
                <a:xfrm>
                  <a:off x="312475" y="2930975"/>
                  <a:ext cx="8525" cy="18400"/>
                </a:xfrm>
                <a:custGeom>
                  <a:rect b="b" l="l" r="r" t="t"/>
                  <a:pathLst>
                    <a:path extrusionOk="0" h="736" w="341">
                      <a:moveTo>
                        <a:pt x="267" y="1"/>
                      </a:moveTo>
                      <a:cubicBezTo>
                        <a:pt x="234" y="1"/>
                        <a:pt x="214" y="23"/>
                        <a:pt x="199" y="52"/>
                      </a:cubicBezTo>
                      <a:cubicBezTo>
                        <a:pt x="158" y="160"/>
                        <a:pt x="116" y="267"/>
                        <a:pt x="83" y="375"/>
                      </a:cubicBezTo>
                      <a:cubicBezTo>
                        <a:pt x="67" y="425"/>
                        <a:pt x="50" y="475"/>
                        <a:pt x="34" y="533"/>
                      </a:cubicBezTo>
                      <a:cubicBezTo>
                        <a:pt x="17" y="582"/>
                        <a:pt x="0" y="640"/>
                        <a:pt x="0" y="698"/>
                      </a:cubicBezTo>
                      <a:cubicBezTo>
                        <a:pt x="0" y="720"/>
                        <a:pt x="19" y="735"/>
                        <a:pt x="39" y="735"/>
                      </a:cubicBezTo>
                      <a:cubicBezTo>
                        <a:pt x="48" y="735"/>
                        <a:pt x="58" y="731"/>
                        <a:pt x="67" y="723"/>
                      </a:cubicBezTo>
                      <a:cubicBezTo>
                        <a:pt x="100" y="682"/>
                        <a:pt x="125" y="632"/>
                        <a:pt x="141" y="574"/>
                      </a:cubicBezTo>
                      <a:cubicBezTo>
                        <a:pt x="166" y="524"/>
                        <a:pt x="191" y="466"/>
                        <a:pt x="208" y="417"/>
                      </a:cubicBezTo>
                      <a:cubicBezTo>
                        <a:pt x="249" y="309"/>
                        <a:pt x="290" y="193"/>
                        <a:pt x="324" y="85"/>
                      </a:cubicBezTo>
                      <a:cubicBezTo>
                        <a:pt x="340" y="52"/>
                        <a:pt x="315" y="11"/>
                        <a:pt x="282" y="2"/>
                      </a:cubicBezTo>
                      <a:cubicBezTo>
                        <a:pt x="277" y="1"/>
                        <a:pt x="272" y="1"/>
                        <a:pt x="2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3" name="Google Shape;1763;p1"/>
                <p:cNvSpPr/>
                <p:nvPr/>
              </p:nvSpPr>
              <p:spPr>
                <a:xfrm>
                  <a:off x="493925" y="3164475"/>
                  <a:ext cx="2925" cy="11800"/>
                </a:xfrm>
                <a:custGeom>
                  <a:rect b="b" l="l" r="r" t="t"/>
                  <a:pathLst>
                    <a:path extrusionOk="0" h="472" w="117">
                      <a:moveTo>
                        <a:pt x="83" y="0"/>
                      </a:moveTo>
                      <a:cubicBezTo>
                        <a:pt x="67" y="0"/>
                        <a:pt x="34" y="8"/>
                        <a:pt x="34" y="33"/>
                      </a:cubicBezTo>
                      <a:cubicBezTo>
                        <a:pt x="17" y="108"/>
                        <a:pt x="9" y="174"/>
                        <a:pt x="1" y="249"/>
                      </a:cubicBezTo>
                      <a:cubicBezTo>
                        <a:pt x="1" y="282"/>
                        <a:pt x="1" y="315"/>
                        <a:pt x="1" y="348"/>
                      </a:cubicBezTo>
                      <a:cubicBezTo>
                        <a:pt x="1" y="365"/>
                        <a:pt x="1" y="381"/>
                        <a:pt x="1" y="406"/>
                      </a:cubicBezTo>
                      <a:cubicBezTo>
                        <a:pt x="9" y="423"/>
                        <a:pt x="9" y="439"/>
                        <a:pt x="25" y="456"/>
                      </a:cubicBezTo>
                      <a:cubicBezTo>
                        <a:pt x="30" y="465"/>
                        <a:pt x="42" y="471"/>
                        <a:pt x="53" y="471"/>
                      </a:cubicBezTo>
                      <a:cubicBezTo>
                        <a:pt x="63" y="471"/>
                        <a:pt x="71" y="467"/>
                        <a:pt x="75" y="456"/>
                      </a:cubicBezTo>
                      <a:cubicBezTo>
                        <a:pt x="83" y="439"/>
                        <a:pt x="92" y="423"/>
                        <a:pt x="92" y="406"/>
                      </a:cubicBezTo>
                      <a:cubicBezTo>
                        <a:pt x="92" y="389"/>
                        <a:pt x="92" y="373"/>
                        <a:pt x="92" y="356"/>
                      </a:cubicBezTo>
                      <a:cubicBezTo>
                        <a:pt x="100" y="323"/>
                        <a:pt x="100" y="290"/>
                        <a:pt x="100" y="257"/>
                      </a:cubicBezTo>
                      <a:cubicBezTo>
                        <a:pt x="100" y="191"/>
                        <a:pt x="108" y="124"/>
                        <a:pt x="117" y="58"/>
                      </a:cubicBezTo>
                      <a:cubicBezTo>
                        <a:pt x="117" y="33"/>
                        <a:pt x="108" y="8"/>
                        <a:pt x="8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4" name="Google Shape;1764;p1"/>
                <p:cNvSpPr/>
                <p:nvPr/>
              </p:nvSpPr>
              <p:spPr>
                <a:xfrm>
                  <a:off x="499325" y="3166950"/>
                  <a:ext cx="2075" cy="7525"/>
                </a:xfrm>
                <a:custGeom>
                  <a:rect b="b" l="l" r="r" t="t"/>
                  <a:pathLst>
                    <a:path extrusionOk="0" h="301" w="83">
                      <a:moveTo>
                        <a:pt x="41" y="1"/>
                      </a:moveTo>
                      <a:cubicBezTo>
                        <a:pt x="25" y="1"/>
                        <a:pt x="0" y="17"/>
                        <a:pt x="0" y="42"/>
                      </a:cubicBezTo>
                      <a:lnTo>
                        <a:pt x="0" y="158"/>
                      </a:lnTo>
                      <a:lnTo>
                        <a:pt x="0" y="216"/>
                      </a:lnTo>
                      <a:cubicBezTo>
                        <a:pt x="0" y="233"/>
                        <a:pt x="0" y="241"/>
                        <a:pt x="8" y="249"/>
                      </a:cubicBezTo>
                      <a:cubicBezTo>
                        <a:pt x="8" y="257"/>
                        <a:pt x="17" y="274"/>
                        <a:pt x="17" y="282"/>
                      </a:cubicBezTo>
                      <a:cubicBezTo>
                        <a:pt x="21" y="295"/>
                        <a:pt x="31" y="301"/>
                        <a:pt x="41" y="301"/>
                      </a:cubicBezTo>
                      <a:cubicBezTo>
                        <a:pt x="52" y="301"/>
                        <a:pt x="62" y="295"/>
                        <a:pt x="66" y="282"/>
                      </a:cubicBezTo>
                      <a:cubicBezTo>
                        <a:pt x="75" y="274"/>
                        <a:pt x="75" y="257"/>
                        <a:pt x="83" y="249"/>
                      </a:cubicBezTo>
                      <a:cubicBezTo>
                        <a:pt x="83" y="241"/>
                        <a:pt x="83" y="233"/>
                        <a:pt x="83" y="216"/>
                      </a:cubicBezTo>
                      <a:lnTo>
                        <a:pt x="83" y="158"/>
                      </a:lnTo>
                      <a:lnTo>
                        <a:pt x="83" y="42"/>
                      </a:lnTo>
                      <a:cubicBezTo>
                        <a:pt x="83" y="17"/>
                        <a:pt x="66" y="1"/>
                        <a:pt x="4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pic>
        <p:nvPicPr>
          <p:cNvPr id="1765" name="Google Shape;1765;p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397050" y="-10"/>
            <a:ext cx="746950" cy="811009"/>
          </a:xfrm>
          <a:prstGeom prst="rect">
            <a:avLst/>
          </a:prstGeom>
          <a:noFill/>
          <a:ln>
            <a:noFill/>
          </a:ln>
        </p:spPr>
      </p:pic>
      <p:sp>
        <p:nvSpPr>
          <p:cNvPr id="1766" name="Google Shape;1766;p1"/>
          <p:cNvSpPr txBox="1"/>
          <p:nvPr/>
        </p:nvSpPr>
        <p:spPr>
          <a:xfrm>
            <a:off x="2660050" y="0"/>
            <a:ext cx="3927000" cy="32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hu-HU" sz="900">
                <a:solidFill>
                  <a:srgbClr val="112338"/>
                </a:solidFill>
              </a:rPr>
              <a:t>Mátészalkai Szakképzési Centrum Gépészeti Technikum és Kollégium</a:t>
            </a:r>
            <a:endParaRPr sz="110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70" name="Shape 1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" name="Google Shape;1771;p2"/>
          <p:cNvSpPr txBox="1"/>
          <p:nvPr>
            <p:ph type="title"/>
          </p:nvPr>
        </p:nvSpPr>
        <p:spPr>
          <a:xfrm>
            <a:off x="2922701" y="352517"/>
            <a:ext cx="3226712" cy="9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r>
              <a:rPr lang="hu-HU" sz="4600"/>
              <a:t>Csapattagok</a:t>
            </a:r>
            <a:endParaRPr sz="4600"/>
          </a:p>
        </p:txBody>
      </p:sp>
      <p:sp>
        <p:nvSpPr>
          <p:cNvPr id="1772" name="Google Shape;1772;p2"/>
          <p:cNvSpPr txBox="1"/>
          <p:nvPr/>
        </p:nvSpPr>
        <p:spPr>
          <a:xfrm flipH="1">
            <a:off x="3185489" y="3319258"/>
            <a:ext cx="2517300" cy="530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500"/>
              <a:buFont typeface="Arial"/>
              <a:buNone/>
            </a:pPr>
            <a:r>
              <a:rPr b="1" i="0" lang="hu-HU" sz="2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rPr>
              <a:t>Szűcs Dominika</a:t>
            </a:r>
            <a:endParaRPr b="1" i="0" sz="2500" u="none" cap="none" strike="noStrike">
              <a:solidFill>
                <a:schemeClr val="dk1"/>
              </a:solidFill>
              <a:latin typeface="Arapey"/>
              <a:ea typeface="Arapey"/>
              <a:cs typeface="Arapey"/>
              <a:sym typeface="Arapey"/>
            </a:endParaRPr>
          </a:p>
        </p:txBody>
      </p:sp>
      <p:sp>
        <p:nvSpPr>
          <p:cNvPr id="1773" name="Google Shape;1773;p2"/>
          <p:cNvSpPr txBox="1"/>
          <p:nvPr/>
        </p:nvSpPr>
        <p:spPr>
          <a:xfrm flipH="1">
            <a:off x="5879501" y="3229161"/>
            <a:ext cx="2517300" cy="816469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500"/>
              <a:buFont typeface="Arial"/>
              <a:buNone/>
            </a:pPr>
            <a:r>
              <a:rPr b="1" i="0" lang="hu-HU" sz="2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rPr>
              <a:t>Tóth Jázmin Mária</a:t>
            </a:r>
            <a:endParaRPr b="1" i="0" sz="2500" u="none" cap="none" strike="noStrike">
              <a:solidFill>
                <a:schemeClr val="dk1"/>
              </a:solidFill>
              <a:latin typeface="Arapey"/>
              <a:ea typeface="Arapey"/>
              <a:cs typeface="Arapey"/>
              <a:sym typeface="Arapey"/>
            </a:endParaRPr>
          </a:p>
        </p:txBody>
      </p:sp>
      <p:sp>
        <p:nvSpPr>
          <p:cNvPr id="1774" name="Google Shape;1774;p2"/>
          <p:cNvSpPr txBox="1"/>
          <p:nvPr/>
        </p:nvSpPr>
        <p:spPr>
          <a:xfrm flipH="1">
            <a:off x="246856" y="3179522"/>
            <a:ext cx="3096300" cy="837164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500"/>
              <a:buFont typeface="Arial"/>
              <a:buNone/>
            </a:pPr>
            <a:r>
              <a:rPr b="1" i="0" lang="hu-HU" sz="2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rPr>
              <a:t>Tóth Leila</a:t>
            </a:r>
            <a:endParaRPr b="1" i="0" sz="2500" u="none" cap="none" strike="noStrike">
              <a:solidFill>
                <a:schemeClr val="dk1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500"/>
              <a:buFont typeface="Arial"/>
              <a:buNone/>
            </a:pPr>
            <a:r>
              <a:rPr b="1" i="0" lang="hu-HU" sz="2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rPr>
              <a:t> Anasztázia</a:t>
            </a:r>
            <a:endParaRPr b="1" i="0" sz="2500" u="none" cap="none" strike="noStrike">
              <a:solidFill>
                <a:schemeClr val="dk1"/>
              </a:solidFill>
              <a:latin typeface="Arapey"/>
              <a:ea typeface="Arapey"/>
              <a:cs typeface="Arapey"/>
              <a:sym typeface="Arapey"/>
            </a:endParaRPr>
          </a:p>
        </p:txBody>
      </p:sp>
      <p:grpSp>
        <p:nvGrpSpPr>
          <p:cNvPr id="1775" name="Google Shape;1775;p2"/>
          <p:cNvGrpSpPr/>
          <p:nvPr/>
        </p:nvGrpSpPr>
        <p:grpSpPr>
          <a:xfrm>
            <a:off x="6401785" y="1329416"/>
            <a:ext cx="1285605" cy="1776864"/>
            <a:chOff x="827185" y="683944"/>
            <a:chExt cx="2697817" cy="3848031"/>
          </a:xfrm>
        </p:grpSpPr>
        <p:sp>
          <p:nvSpPr>
            <p:cNvPr id="1776" name="Google Shape;1776;p2"/>
            <p:cNvSpPr/>
            <p:nvPr/>
          </p:nvSpPr>
          <p:spPr>
            <a:xfrm>
              <a:off x="1204202" y="3986875"/>
              <a:ext cx="2320800" cy="5451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777" name="Google Shape;1777;p2"/>
            <p:cNvGrpSpPr/>
            <p:nvPr/>
          </p:nvGrpSpPr>
          <p:grpSpPr>
            <a:xfrm>
              <a:off x="827185" y="683944"/>
              <a:ext cx="2697817" cy="3772301"/>
              <a:chOff x="3698750" y="2304000"/>
              <a:chExt cx="711750" cy="995225"/>
            </a:xfrm>
          </p:grpSpPr>
          <p:sp>
            <p:nvSpPr>
              <p:cNvPr id="1778" name="Google Shape;1778;p2"/>
              <p:cNvSpPr/>
              <p:nvPr/>
            </p:nvSpPr>
            <p:spPr>
              <a:xfrm>
                <a:off x="3822425" y="3070000"/>
                <a:ext cx="3325" cy="3350"/>
              </a:xfrm>
              <a:custGeom>
                <a:rect b="b" l="l" r="r" t="t"/>
                <a:pathLst>
                  <a:path extrusionOk="0" h="134" w="133">
                    <a:moveTo>
                      <a:pt x="133" y="1"/>
                    </a:moveTo>
                    <a:lnTo>
                      <a:pt x="133" y="1"/>
                    </a:lnTo>
                    <a:cubicBezTo>
                      <a:pt x="83" y="34"/>
                      <a:pt x="42" y="84"/>
                      <a:pt x="0" y="133"/>
                    </a:cubicBezTo>
                    <a:cubicBezTo>
                      <a:pt x="25" y="109"/>
                      <a:pt x="58" y="84"/>
                      <a:pt x="83" y="51"/>
                    </a:cubicBezTo>
                    <a:cubicBezTo>
                      <a:pt x="100" y="34"/>
                      <a:pt x="116" y="17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9" name="Google Shape;1779;p2"/>
              <p:cNvSpPr/>
              <p:nvPr/>
            </p:nvSpPr>
            <p:spPr>
              <a:xfrm>
                <a:off x="3704550" y="3055725"/>
                <a:ext cx="147300" cy="87300"/>
              </a:xfrm>
              <a:custGeom>
                <a:rect b="b" l="l" r="r" t="t"/>
                <a:pathLst>
                  <a:path extrusionOk="0" h="3492" w="5892">
                    <a:moveTo>
                      <a:pt x="5892" y="0"/>
                    </a:moveTo>
                    <a:lnTo>
                      <a:pt x="5892" y="0"/>
                    </a:lnTo>
                    <a:cubicBezTo>
                      <a:pt x="5776" y="91"/>
                      <a:pt x="5651" y="166"/>
                      <a:pt x="5519" y="224"/>
                    </a:cubicBezTo>
                    <a:cubicBezTo>
                      <a:pt x="5378" y="290"/>
                      <a:pt x="5245" y="340"/>
                      <a:pt x="5113" y="406"/>
                    </a:cubicBezTo>
                    <a:cubicBezTo>
                      <a:pt x="5113" y="414"/>
                      <a:pt x="5113" y="423"/>
                      <a:pt x="5113" y="431"/>
                    </a:cubicBezTo>
                    <a:cubicBezTo>
                      <a:pt x="5096" y="539"/>
                      <a:pt x="5005" y="638"/>
                      <a:pt x="4939" y="713"/>
                    </a:cubicBezTo>
                    <a:cubicBezTo>
                      <a:pt x="4873" y="804"/>
                      <a:pt x="4790" y="887"/>
                      <a:pt x="4699" y="953"/>
                    </a:cubicBezTo>
                    <a:cubicBezTo>
                      <a:pt x="4508" y="1102"/>
                      <a:pt x="4276" y="1210"/>
                      <a:pt x="4052" y="1309"/>
                    </a:cubicBezTo>
                    <a:cubicBezTo>
                      <a:pt x="3812" y="1425"/>
                      <a:pt x="3572" y="1525"/>
                      <a:pt x="3323" y="1616"/>
                    </a:cubicBezTo>
                    <a:cubicBezTo>
                      <a:pt x="3199" y="1666"/>
                      <a:pt x="3083" y="1707"/>
                      <a:pt x="2959" y="1740"/>
                    </a:cubicBezTo>
                    <a:cubicBezTo>
                      <a:pt x="2843" y="1782"/>
                      <a:pt x="2727" y="1815"/>
                      <a:pt x="2602" y="1815"/>
                    </a:cubicBezTo>
                    <a:cubicBezTo>
                      <a:pt x="2379" y="1856"/>
                      <a:pt x="2147" y="1856"/>
                      <a:pt x="1915" y="1873"/>
                    </a:cubicBezTo>
                    <a:cubicBezTo>
                      <a:pt x="1674" y="1889"/>
                      <a:pt x="1442" y="1956"/>
                      <a:pt x="1235" y="2080"/>
                    </a:cubicBezTo>
                    <a:cubicBezTo>
                      <a:pt x="1169" y="2113"/>
                      <a:pt x="1103" y="2154"/>
                      <a:pt x="1045" y="2204"/>
                    </a:cubicBezTo>
                    <a:cubicBezTo>
                      <a:pt x="1070" y="2221"/>
                      <a:pt x="1086" y="2262"/>
                      <a:pt x="1061" y="2287"/>
                    </a:cubicBezTo>
                    <a:cubicBezTo>
                      <a:pt x="862" y="2502"/>
                      <a:pt x="630" y="2668"/>
                      <a:pt x="357" y="2759"/>
                    </a:cubicBezTo>
                    <a:cubicBezTo>
                      <a:pt x="291" y="2776"/>
                      <a:pt x="233" y="2792"/>
                      <a:pt x="166" y="2801"/>
                    </a:cubicBezTo>
                    <a:cubicBezTo>
                      <a:pt x="142" y="2809"/>
                      <a:pt x="108" y="2817"/>
                      <a:pt x="84" y="2817"/>
                    </a:cubicBezTo>
                    <a:cubicBezTo>
                      <a:pt x="67" y="2817"/>
                      <a:pt x="17" y="2817"/>
                      <a:pt x="1" y="2826"/>
                    </a:cubicBezTo>
                    <a:cubicBezTo>
                      <a:pt x="9" y="2834"/>
                      <a:pt x="1" y="2867"/>
                      <a:pt x="1" y="2884"/>
                    </a:cubicBezTo>
                    <a:cubicBezTo>
                      <a:pt x="9" y="2917"/>
                      <a:pt x="17" y="2942"/>
                      <a:pt x="34" y="2966"/>
                    </a:cubicBezTo>
                    <a:cubicBezTo>
                      <a:pt x="59" y="3016"/>
                      <a:pt x="100" y="3058"/>
                      <a:pt x="142" y="3091"/>
                    </a:cubicBezTo>
                    <a:cubicBezTo>
                      <a:pt x="307" y="3248"/>
                      <a:pt x="548" y="3339"/>
                      <a:pt x="771" y="3397"/>
                    </a:cubicBezTo>
                    <a:cubicBezTo>
                      <a:pt x="926" y="3441"/>
                      <a:pt x="1084" y="3460"/>
                      <a:pt x="1241" y="3460"/>
                    </a:cubicBezTo>
                    <a:cubicBezTo>
                      <a:pt x="1320" y="3460"/>
                      <a:pt x="1398" y="3455"/>
                      <a:pt x="1476" y="3447"/>
                    </a:cubicBezTo>
                    <a:cubicBezTo>
                      <a:pt x="1482" y="3420"/>
                      <a:pt x="1506" y="3403"/>
                      <a:pt x="1533" y="3403"/>
                    </a:cubicBezTo>
                    <a:cubicBezTo>
                      <a:pt x="1539" y="3403"/>
                      <a:pt x="1544" y="3404"/>
                      <a:pt x="1550" y="3406"/>
                    </a:cubicBezTo>
                    <a:cubicBezTo>
                      <a:pt x="1567" y="3414"/>
                      <a:pt x="1592" y="3414"/>
                      <a:pt x="1616" y="3422"/>
                    </a:cubicBezTo>
                    <a:cubicBezTo>
                      <a:pt x="1807" y="3381"/>
                      <a:pt x="1997" y="3314"/>
                      <a:pt x="2180" y="3240"/>
                    </a:cubicBezTo>
                    <a:cubicBezTo>
                      <a:pt x="2187" y="3237"/>
                      <a:pt x="2194" y="3236"/>
                      <a:pt x="2201" y="3236"/>
                    </a:cubicBezTo>
                    <a:cubicBezTo>
                      <a:pt x="2257" y="3236"/>
                      <a:pt x="2298" y="3319"/>
                      <a:pt x="2246" y="3356"/>
                    </a:cubicBezTo>
                    <a:cubicBezTo>
                      <a:pt x="2188" y="3406"/>
                      <a:pt x="2113" y="3447"/>
                      <a:pt x="2047" y="3488"/>
                    </a:cubicBezTo>
                    <a:cubicBezTo>
                      <a:pt x="2074" y="3491"/>
                      <a:pt x="2101" y="3492"/>
                      <a:pt x="2129" y="3492"/>
                    </a:cubicBezTo>
                    <a:cubicBezTo>
                      <a:pt x="2196" y="3492"/>
                      <a:pt x="2264" y="3486"/>
                      <a:pt x="2329" y="3480"/>
                    </a:cubicBezTo>
                    <a:cubicBezTo>
                      <a:pt x="2793" y="3447"/>
                      <a:pt x="3232" y="3240"/>
                      <a:pt x="3547" y="2892"/>
                    </a:cubicBezTo>
                    <a:cubicBezTo>
                      <a:pt x="3721" y="2685"/>
                      <a:pt x="3870" y="2453"/>
                      <a:pt x="4077" y="2279"/>
                    </a:cubicBezTo>
                    <a:cubicBezTo>
                      <a:pt x="4268" y="2121"/>
                      <a:pt x="4500" y="1989"/>
                      <a:pt x="4740" y="1964"/>
                    </a:cubicBezTo>
                    <a:cubicBezTo>
                      <a:pt x="4743" y="1963"/>
                      <a:pt x="4745" y="1963"/>
                      <a:pt x="4748" y="1963"/>
                    </a:cubicBezTo>
                    <a:cubicBezTo>
                      <a:pt x="4782" y="1963"/>
                      <a:pt x="4788" y="2015"/>
                      <a:pt x="4757" y="2038"/>
                    </a:cubicBezTo>
                    <a:cubicBezTo>
                      <a:pt x="4624" y="2105"/>
                      <a:pt x="4491" y="2171"/>
                      <a:pt x="4367" y="2262"/>
                    </a:cubicBezTo>
                    <a:cubicBezTo>
                      <a:pt x="4243" y="2353"/>
                      <a:pt x="4135" y="2461"/>
                      <a:pt x="4036" y="2577"/>
                    </a:cubicBezTo>
                    <a:cubicBezTo>
                      <a:pt x="3853" y="2784"/>
                      <a:pt x="3704" y="3016"/>
                      <a:pt x="3497" y="3190"/>
                    </a:cubicBezTo>
                    <a:cubicBezTo>
                      <a:pt x="3489" y="3198"/>
                      <a:pt x="3489" y="3207"/>
                      <a:pt x="3481" y="3207"/>
                    </a:cubicBezTo>
                    <a:cubicBezTo>
                      <a:pt x="3530" y="3207"/>
                      <a:pt x="3588" y="3207"/>
                      <a:pt x="3638" y="3215"/>
                    </a:cubicBezTo>
                    <a:cubicBezTo>
                      <a:pt x="3840" y="3221"/>
                      <a:pt x="4042" y="3241"/>
                      <a:pt x="4241" y="3241"/>
                    </a:cubicBezTo>
                    <a:cubicBezTo>
                      <a:pt x="4336" y="3241"/>
                      <a:pt x="4431" y="3237"/>
                      <a:pt x="4525" y="3223"/>
                    </a:cubicBezTo>
                    <a:cubicBezTo>
                      <a:pt x="4757" y="3182"/>
                      <a:pt x="4972" y="3091"/>
                      <a:pt x="5171" y="2966"/>
                    </a:cubicBezTo>
                    <a:cubicBezTo>
                      <a:pt x="5361" y="2842"/>
                      <a:pt x="5535" y="2676"/>
                      <a:pt x="5668" y="2486"/>
                    </a:cubicBezTo>
                    <a:cubicBezTo>
                      <a:pt x="5734" y="2395"/>
                      <a:pt x="5792" y="2287"/>
                      <a:pt x="5842" y="2188"/>
                    </a:cubicBezTo>
                    <a:cubicBezTo>
                      <a:pt x="5859" y="2154"/>
                      <a:pt x="5867" y="2121"/>
                      <a:pt x="5883" y="2096"/>
                    </a:cubicBezTo>
                    <a:cubicBezTo>
                      <a:pt x="5859" y="1947"/>
                      <a:pt x="5834" y="1798"/>
                      <a:pt x="5809" y="1649"/>
                    </a:cubicBezTo>
                    <a:cubicBezTo>
                      <a:pt x="5759" y="1309"/>
                      <a:pt x="5693" y="953"/>
                      <a:pt x="5726" y="605"/>
                    </a:cubicBezTo>
                    <a:cubicBezTo>
                      <a:pt x="5743" y="390"/>
                      <a:pt x="5801" y="191"/>
                      <a:pt x="58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0" name="Google Shape;1780;p2"/>
              <p:cNvSpPr/>
              <p:nvPr/>
            </p:nvSpPr>
            <p:spPr>
              <a:xfrm>
                <a:off x="4083825" y="2514675"/>
                <a:ext cx="1275" cy="1900"/>
              </a:xfrm>
              <a:custGeom>
                <a:rect b="b" l="l" r="r" t="t"/>
                <a:pathLst>
                  <a:path extrusionOk="0" h="76" w="51">
                    <a:moveTo>
                      <a:pt x="34" y="1"/>
                    </a:moveTo>
                    <a:cubicBezTo>
                      <a:pt x="25" y="25"/>
                      <a:pt x="9" y="50"/>
                      <a:pt x="0" y="75"/>
                    </a:cubicBezTo>
                    <a:cubicBezTo>
                      <a:pt x="17" y="50"/>
                      <a:pt x="34" y="25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1" name="Google Shape;1781;p2"/>
              <p:cNvSpPr/>
              <p:nvPr/>
            </p:nvSpPr>
            <p:spPr>
              <a:xfrm>
                <a:off x="3984800" y="3184350"/>
                <a:ext cx="250" cy="225"/>
              </a:xfrm>
              <a:custGeom>
                <a:rect b="b" l="l" r="r" t="t"/>
                <a:pathLst>
                  <a:path extrusionOk="0" h="9" w="10">
                    <a:moveTo>
                      <a:pt x="1" y="0"/>
                    </a:moveTo>
                    <a:cubicBezTo>
                      <a:pt x="1" y="0"/>
                      <a:pt x="1" y="0"/>
                      <a:pt x="1" y="9"/>
                    </a:cubicBezTo>
                    <a:cubicBezTo>
                      <a:pt x="1" y="0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2" name="Google Shape;1782;p2"/>
              <p:cNvSpPr/>
              <p:nvPr/>
            </p:nvSpPr>
            <p:spPr>
              <a:xfrm>
                <a:off x="4287850" y="2504950"/>
                <a:ext cx="99650" cy="69400"/>
              </a:xfrm>
              <a:custGeom>
                <a:rect b="b" l="l" r="r" t="t"/>
                <a:pathLst>
                  <a:path extrusionOk="0" h="2776" w="3986">
                    <a:moveTo>
                      <a:pt x="1" y="0"/>
                    </a:moveTo>
                    <a:lnTo>
                      <a:pt x="1" y="0"/>
                    </a:lnTo>
                    <a:cubicBezTo>
                      <a:pt x="9" y="8"/>
                      <a:pt x="17" y="17"/>
                      <a:pt x="25" y="33"/>
                    </a:cubicBezTo>
                    <a:cubicBezTo>
                      <a:pt x="42" y="42"/>
                      <a:pt x="59" y="58"/>
                      <a:pt x="67" y="75"/>
                    </a:cubicBezTo>
                    <a:cubicBezTo>
                      <a:pt x="117" y="133"/>
                      <a:pt x="175" y="182"/>
                      <a:pt x="233" y="232"/>
                    </a:cubicBezTo>
                    <a:cubicBezTo>
                      <a:pt x="357" y="340"/>
                      <a:pt x="489" y="431"/>
                      <a:pt x="639" y="506"/>
                    </a:cubicBezTo>
                    <a:cubicBezTo>
                      <a:pt x="771" y="572"/>
                      <a:pt x="912" y="622"/>
                      <a:pt x="1053" y="663"/>
                    </a:cubicBezTo>
                    <a:cubicBezTo>
                      <a:pt x="1202" y="696"/>
                      <a:pt x="1359" y="721"/>
                      <a:pt x="1509" y="771"/>
                    </a:cubicBezTo>
                    <a:cubicBezTo>
                      <a:pt x="1641" y="820"/>
                      <a:pt x="1765" y="878"/>
                      <a:pt x="1881" y="953"/>
                    </a:cubicBezTo>
                    <a:cubicBezTo>
                      <a:pt x="1898" y="961"/>
                      <a:pt x="1915" y="970"/>
                      <a:pt x="1923" y="978"/>
                    </a:cubicBezTo>
                    <a:lnTo>
                      <a:pt x="1948" y="994"/>
                    </a:lnTo>
                    <a:cubicBezTo>
                      <a:pt x="1964" y="994"/>
                      <a:pt x="1989" y="1003"/>
                      <a:pt x="2014" y="1003"/>
                    </a:cubicBezTo>
                    <a:cubicBezTo>
                      <a:pt x="2022" y="1011"/>
                      <a:pt x="2039" y="1019"/>
                      <a:pt x="2055" y="1019"/>
                    </a:cubicBezTo>
                    <a:cubicBezTo>
                      <a:pt x="2089" y="1036"/>
                      <a:pt x="2113" y="1061"/>
                      <a:pt x="2122" y="1102"/>
                    </a:cubicBezTo>
                    <a:lnTo>
                      <a:pt x="2122" y="1119"/>
                    </a:lnTo>
                    <a:cubicBezTo>
                      <a:pt x="2147" y="1135"/>
                      <a:pt x="2180" y="1160"/>
                      <a:pt x="2205" y="1185"/>
                    </a:cubicBezTo>
                    <a:cubicBezTo>
                      <a:pt x="2271" y="1243"/>
                      <a:pt x="2329" y="1301"/>
                      <a:pt x="2379" y="1367"/>
                    </a:cubicBezTo>
                    <a:cubicBezTo>
                      <a:pt x="2428" y="1409"/>
                      <a:pt x="2470" y="1458"/>
                      <a:pt x="2503" y="1516"/>
                    </a:cubicBezTo>
                    <a:cubicBezTo>
                      <a:pt x="2503" y="1516"/>
                      <a:pt x="2503" y="1525"/>
                      <a:pt x="2503" y="1525"/>
                    </a:cubicBezTo>
                    <a:cubicBezTo>
                      <a:pt x="2586" y="1641"/>
                      <a:pt x="2652" y="1757"/>
                      <a:pt x="2710" y="1889"/>
                    </a:cubicBezTo>
                    <a:cubicBezTo>
                      <a:pt x="2768" y="2022"/>
                      <a:pt x="2818" y="2163"/>
                      <a:pt x="2859" y="2312"/>
                    </a:cubicBezTo>
                    <a:cubicBezTo>
                      <a:pt x="2876" y="2345"/>
                      <a:pt x="2884" y="2395"/>
                      <a:pt x="2901" y="2436"/>
                    </a:cubicBezTo>
                    <a:cubicBezTo>
                      <a:pt x="2917" y="2436"/>
                      <a:pt x="2925" y="2444"/>
                      <a:pt x="2934" y="2461"/>
                    </a:cubicBezTo>
                    <a:cubicBezTo>
                      <a:pt x="2967" y="2569"/>
                      <a:pt x="2992" y="2676"/>
                      <a:pt x="3041" y="2776"/>
                    </a:cubicBezTo>
                    <a:lnTo>
                      <a:pt x="3133" y="2776"/>
                    </a:lnTo>
                    <a:cubicBezTo>
                      <a:pt x="3323" y="2718"/>
                      <a:pt x="3497" y="2627"/>
                      <a:pt x="3638" y="2486"/>
                    </a:cubicBezTo>
                    <a:cubicBezTo>
                      <a:pt x="3795" y="2337"/>
                      <a:pt x="3911" y="2138"/>
                      <a:pt x="3945" y="1922"/>
                    </a:cubicBezTo>
                    <a:cubicBezTo>
                      <a:pt x="3986" y="1674"/>
                      <a:pt x="3920" y="1409"/>
                      <a:pt x="3804" y="1185"/>
                    </a:cubicBezTo>
                    <a:cubicBezTo>
                      <a:pt x="3779" y="1144"/>
                      <a:pt x="3762" y="1110"/>
                      <a:pt x="3737" y="1069"/>
                    </a:cubicBezTo>
                    <a:cubicBezTo>
                      <a:pt x="3621" y="903"/>
                      <a:pt x="3481" y="754"/>
                      <a:pt x="3323" y="630"/>
                    </a:cubicBezTo>
                    <a:cubicBezTo>
                      <a:pt x="3224" y="547"/>
                      <a:pt x="3124" y="481"/>
                      <a:pt x="3017" y="414"/>
                    </a:cubicBezTo>
                    <a:cubicBezTo>
                      <a:pt x="2925" y="356"/>
                      <a:pt x="2826" y="332"/>
                      <a:pt x="2727" y="290"/>
                    </a:cubicBezTo>
                    <a:cubicBezTo>
                      <a:pt x="2702" y="298"/>
                      <a:pt x="2685" y="298"/>
                      <a:pt x="2660" y="298"/>
                    </a:cubicBezTo>
                    <a:cubicBezTo>
                      <a:pt x="2519" y="315"/>
                      <a:pt x="2370" y="323"/>
                      <a:pt x="2229" y="332"/>
                    </a:cubicBezTo>
                    <a:cubicBezTo>
                      <a:pt x="2279" y="356"/>
                      <a:pt x="2321" y="390"/>
                      <a:pt x="2362" y="423"/>
                    </a:cubicBezTo>
                    <a:cubicBezTo>
                      <a:pt x="2453" y="481"/>
                      <a:pt x="2544" y="539"/>
                      <a:pt x="2635" y="597"/>
                    </a:cubicBezTo>
                    <a:cubicBezTo>
                      <a:pt x="2677" y="630"/>
                      <a:pt x="2735" y="671"/>
                      <a:pt x="2768" y="721"/>
                    </a:cubicBezTo>
                    <a:cubicBezTo>
                      <a:pt x="2785" y="746"/>
                      <a:pt x="2801" y="771"/>
                      <a:pt x="2801" y="787"/>
                    </a:cubicBezTo>
                    <a:cubicBezTo>
                      <a:pt x="2807" y="806"/>
                      <a:pt x="2795" y="815"/>
                      <a:pt x="2785" y="815"/>
                    </a:cubicBezTo>
                    <a:cubicBezTo>
                      <a:pt x="2781" y="815"/>
                      <a:pt x="2778" y="814"/>
                      <a:pt x="2776" y="812"/>
                    </a:cubicBezTo>
                    <a:cubicBezTo>
                      <a:pt x="2743" y="787"/>
                      <a:pt x="2718" y="754"/>
                      <a:pt x="2693" y="729"/>
                    </a:cubicBezTo>
                    <a:cubicBezTo>
                      <a:pt x="2693" y="721"/>
                      <a:pt x="2685" y="721"/>
                      <a:pt x="2685" y="713"/>
                    </a:cubicBezTo>
                    <a:cubicBezTo>
                      <a:pt x="2652" y="680"/>
                      <a:pt x="2611" y="655"/>
                      <a:pt x="2577" y="630"/>
                    </a:cubicBezTo>
                    <a:cubicBezTo>
                      <a:pt x="2495" y="572"/>
                      <a:pt x="2412" y="530"/>
                      <a:pt x="2329" y="481"/>
                    </a:cubicBezTo>
                    <a:cubicBezTo>
                      <a:pt x="2246" y="431"/>
                      <a:pt x="2155" y="365"/>
                      <a:pt x="2055" y="340"/>
                    </a:cubicBezTo>
                    <a:cubicBezTo>
                      <a:pt x="1964" y="323"/>
                      <a:pt x="1873" y="332"/>
                      <a:pt x="1782" y="323"/>
                    </a:cubicBezTo>
                    <a:cubicBezTo>
                      <a:pt x="1359" y="307"/>
                      <a:pt x="929" y="249"/>
                      <a:pt x="514" y="149"/>
                    </a:cubicBezTo>
                    <a:cubicBezTo>
                      <a:pt x="340" y="108"/>
                      <a:pt x="175" y="58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3" name="Google Shape;1783;p2"/>
              <p:cNvSpPr/>
              <p:nvPr/>
            </p:nvSpPr>
            <p:spPr>
              <a:xfrm>
                <a:off x="4338600" y="2536225"/>
                <a:ext cx="1675" cy="650"/>
              </a:xfrm>
              <a:custGeom>
                <a:rect b="b" l="l" r="r" t="t"/>
                <a:pathLst>
                  <a:path extrusionOk="0" h="26" w="67">
                    <a:moveTo>
                      <a:pt x="42" y="0"/>
                    </a:moveTo>
                    <a:cubicBezTo>
                      <a:pt x="25" y="9"/>
                      <a:pt x="17" y="17"/>
                      <a:pt x="1" y="17"/>
                    </a:cubicBezTo>
                    <a:cubicBezTo>
                      <a:pt x="9" y="17"/>
                      <a:pt x="25" y="17"/>
                      <a:pt x="34" y="25"/>
                    </a:cubicBezTo>
                    <a:cubicBezTo>
                      <a:pt x="42" y="17"/>
                      <a:pt x="50" y="17"/>
                      <a:pt x="67" y="17"/>
                    </a:cubicBezTo>
                    <a:cubicBezTo>
                      <a:pt x="59" y="9"/>
                      <a:pt x="50" y="9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4" name="Google Shape;1784;p2"/>
              <p:cNvSpPr/>
              <p:nvPr/>
            </p:nvSpPr>
            <p:spPr>
              <a:xfrm>
                <a:off x="4327000" y="2533725"/>
                <a:ext cx="4800" cy="2725"/>
              </a:xfrm>
              <a:custGeom>
                <a:rect b="b" l="l" r="r" t="t"/>
                <a:pathLst>
                  <a:path extrusionOk="0" h="109" w="192">
                    <a:moveTo>
                      <a:pt x="1" y="1"/>
                    </a:moveTo>
                    <a:cubicBezTo>
                      <a:pt x="1" y="34"/>
                      <a:pt x="9" y="67"/>
                      <a:pt x="9" y="100"/>
                    </a:cubicBezTo>
                    <a:cubicBezTo>
                      <a:pt x="75" y="100"/>
                      <a:pt x="133" y="109"/>
                      <a:pt x="191" y="109"/>
                    </a:cubicBezTo>
                    <a:cubicBezTo>
                      <a:pt x="133" y="92"/>
                      <a:pt x="75" y="75"/>
                      <a:pt x="42" y="34"/>
                    </a:cubicBezTo>
                    <a:cubicBezTo>
                      <a:pt x="42" y="34"/>
                      <a:pt x="34" y="26"/>
                      <a:pt x="34" y="17"/>
                    </a:cubicBezTo>
                    <a:cubicBezTo>
                      <a:pt x="17" y="9"/>
                      <a:pt x="9" y="9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5" name="Google Shape;1785;p2"/>
              <p:cNvSpPr/>
              <p:nvPr/>
            </p:nvSpPr>
            <p:spPr>
              <a:xfrm>
                <a:off x="4325350" y="2527300"/>
                <a:ext cx="425" cy="450"/>
              </a:xfrm>
              <a:custGeom>
                <a:rect b="b" l="l" r="r" t="t"/>
                <a:pathLst>
                  <a:path extrusionOk="0" h="18" w="17">
                    <a:moveTo>
                      <a:pt x="0" y="1"/>
                    </a:moveTo>
                    <a:cubicBezTo>
                      <a:pt x="0" y="9"/>
                      <a:pt x="0" y="18"/>
                      <a:pt x="9" y="18"/>
                    </a:cubicBezTo>
                    <a:cubicBezTo>
                      <a:pt x="9" y="18"/>
                      <a:pt x="9" y="9"/>
                      <a:pt x="17" y="9"/>
                    </a:cubicBezTo>
                    <a:cubicBezTo>
                      <a:pt x="9" y="9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6" name="Google Shape;1786;p2"/>
              <p:cNvSpPr/>
              <p:nvPr/>
            </p:nvSpPr>
            <p:spPr>
              <a:xfrm>
                <a:off x="4316450" y="2528400"/>
                <a:ext cx="7275" cy="7425"/>
              </a:xfrm>
              <a:custGeom>
                <a:rect b="b" l="l" r="r" t="t"/>
                <a:pathLst>
                  <a:path extrusionOk="0" h="297" w="291">
                    <a:moveTo>
                      <a:pt x="235" y="0"/>
                    </a:moveTo>
                    <a:cubicBezTo>
                      <a:pt x="226" y="0"/>
                      <a:pt x="215" y="3"/>
                      <a:pt x="207" y="7"/>
                    </a:cubicBezTo>
                    <a:cubicBezTo>
                      <a:pt x="149" y="23"/>
                      <a:pt x="116" y="65"/>
                      <a:pt x="83" y="114"/>
                    </a:cubicBezTo>
                    <a:cubicBezTo>
                      <a:pt x="66" y="148"/>
                      <a:pt x="50" y="172"/>
                      <a:pt x="33" y="206"/>
                    </a:cubicBezTo>
                    <a:cubicBezTo>
                      <a:pt x="25" y="222"/>
                      <a:pt x="17" y="239"/>
                      <a:pt x="0" y="255"/>
                    </a:cubicBezTo>
                    <a:cubicBezTo>
                      <a:pt x="41" y="264"/>
                      <a:pt x="75" y="272"/>
                      <a:pt x="108" y="280"/>
                    </a:cubicBezTo>
                    <a:cubicBezTo>
                      <a:pt x="174" y="288"/>
                      <a:pt x="232" y="297"/>
                      <a:pt x="290" y="297"/>
                    </a:cubicBezTo>
                    <a:cubicBezTo>
                      <a:pt x="290" y="230"/>
                      <a:pt x="282" y="164"/>
                      <a:pt x="273" y="98"/>
                    </a:cubicBezTo>
                    <a:lnTo>
                      <a:pt x="282" y="98"/>
                    </a:lnTo>
                    <a:cubicBezTo>
                      <a:pt x="273" y="81"/>
                      <a:pt x="273" y="65"/>
                      <a:pt x="265" y="40"/>
                    </a:cubicBezTo>
                    <a:cubicBezTo>
                      <a:pt x="265" y="32"/>
                      <a:pt x="265" y="15"/>
                      <a:pt x="257" y="7"/>
                    </a:cubicBezTo>
                    <a:cubicBezTo>
                      <a:pt x="253" y="3"/>
                      <a:pt x="244" y="0"/>
                      <a:pt x="2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7" name="Google Shape;1787;p2"/>
              <p:cNvSpPr/>
              <p:nvPr/>
            </p:nvSpPr>
            <p:spPr>
              <a:xfrm>
                <a:off x="4312925" y="2533725"/>
                <a:ext cx="1250" cy="450"/>
              </a:xfrm>
              <a:custGeom>
                <a:rect b="b" l="l" r="r" t="t"/>
                <a:pathLst>
                  <a:path extrusionOk="0" h="18" w="50">
                    <a:moveTo>
                      <a:pt x="50" y="1"/>
                    </a:moveTo>
                    <a:lnTo>
                      <a:pt x="50" y="1"/>
                    </a:lnTo>
                    <a:cubicBezTo>
                      <a:pt x="33" y="9"/>
                      <a:pt x="17" y="9"/>
                      <a:pt x="0" y="9"/>
                    </a:cubicBezTo>
                    <a:cubicBezTo>
                      <a:pt x="8" y="17"/>
                      <a:pt x="25" y="17"/>
                      <a:pt x="42" y="17"/>
                    </a:cubicBezTo>
                    <a:cubicBezTo>
                      <a:pt x="42" y="17"/>
                      <a:pt x="42" y="9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8" name="Google Shape;1788;p2"/>
              <p:cNvSpPr/>
              <p:nvPr/>
            </p:nvSpPr>
            <p:spPr>
              <a:xfrm>
                <a:off x="4303400" y="2532075"/>
                <a:ext cx="425" cy="450"/>
              </a:xfrm>
              <a:custGeom>
                <a:rect b="b" l="l" r="r" t="t"/>
                <a:pathLst>
                  <a:path extrusionOk="0" h="18" w="17">
                    <a:moveTo>
                      <a:pt x="0" y="1"/>
                    </a:moveTo>
                    <a:cubicBezTo>
                      <a:pt x="0" y="9"/>
                      <a:pt x="0" y="17"/>
                      <a:pt x="0" y="17"/>
                    </a:cubicBezTo>
                    <a:lnTo>
                      <a:pt x="17" y="17"/>
                    </a:lnTo>
                    <a:cubicBezTo>
                      <a:pt x="17" y="17"/>
                      <a:pt x="8" y="9"/>
                      <a:pt x="8" y="9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9" name="Google Shape;1789;p2"/>
              <p:cNvSpPr/>
              <p:nvPr/>
            </p:nvSpPr>
            <p:spPr>
              <a:xfrm>
                <a:off x="4287650" y="2524825"/>
                <a:ext cx="14100" cy="3750"/>
              </a:xfrm>
              <a:custGeom>
                <a:rect b="b" l="l" r="r" t="t"/>
                <a:pathLst>
                  <a:path extrusionOk="0" h="150" w="564">
                    <a:moveTo>
                      <a:pt x="522" y="1"/>
                    </a:moveTo>
                    <a:cubicBezTo>
                      <a:pt x="497" y="9"/>
                      <a:pt x="464" y="25"/>
                      <a:pt x="439" y="42"/>
                    </a:cubicBezTo>
                    <a:cubicBezTo>
                      <a:pt x="381" y="75"/>
                      <a:pt x="323" y="92"/>
                      <a:pt x="257" y="108"/>
                    </a:cubicBezTo>
                    <a:cubicBezTo>
                      <a:pt x="216" y="125"/>
                      <a:pt x="166" y="133"/>
                      <a:pt x="125" y="133"/>
                    </a:cubicBezTo>
                    <a:cubicBezTo>
                      <a:pt x="83" y="133"/>
                      <a:pt x="42" y="133"/>
                      <a:pt x="0" y="117"/>
                    </a:cubicBezTo>
                    <a:lnTo>
                      <a:pt x="0" y="117"/>
                    </a:lnTo>
                    <a:cubicBezTo>
                      <a:pt x="49" y="139"/>
                      <a:pt x="100" y="149"/>
                      <a:pt x="153" y="149"/>
                    </a:cubicBezTo>
                    <a:cubicBezTo>
                      <a:pt x="235" y="149"/>
                      <a:pt x="319" y="124"/>
                      <a:pt x="390" y="83"/>
                    </a:cubicBezTo>
                    <a:cubicBezTo>
                      <a:pt x="426" y="59"/>
                      <a:pt x="462" y="26"/>
                      <a:pt x="502" y="26"/>
                    </a:cubicBezTo>
                    <a:cubicBezTo>
                      <a:pt x="516" y="26"/>
                      <a:pt x="532" y="31"/>
                      <a:pt x="547" y="42"/>
                    </a:cubicBezTo>
                    <a:cubicBezTo>
                      <a:pt x="555" y="50"/>
                      <a:pt x="555" y="50"/>
                      <a:pt x="564" y="59"/>
                    </a:cubicBezTo>
                    <a:cubicBezTo>
                      <a:pt x="564" y="59"/>
                      <a:pt x="564" y="50"/>
                      <a:pt x="564" y="42"/>
                    </a:cubicBezTo>
                    <a:cubicBezTo>
                      <a:pt x="555" y="34"/>
                      <a:pt x="539" y="17"/>
                      <a:pt x="5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0" name="Google Shape;1790;p2"/>
              <p:cNvSpPr/>
              <p:nvPr/>
            </p:nvSpPr>
            <p:spPr>
              <a:xfrm>
                <a:off x="4293850" y="2527425"/>
                <a:ext cx="6675" cy="4675"/>
              </a:xfrm>
              <a:custGeom>
                <a:rect b="b" l="l" r="r" t="t"/>
                <a:pathLst>
                  <a:path extrusionOk="0" h="187" w="267">
                    <a:moveTo>
                      <a:pt x="238" y="0"/>
                    </a:moveTo>
                    <a:cubicBezTo>
                      <a:pt x="234" y="0"/>
                      <a:pt x="230" y="2"/>
                      <a:pt x="225" y="4"/>
                    </a:cubicBezTo>
                    <a:cubicBezTo>
                      <a:pt x="216" y="13"/>
                      <a:pt x="200" y="37"/>
                      <a:pt x="191" y="46"/>
                    </a:cubicBezTo>
                    <a:cubicBezTo>
                      <a:pt x="150" y="87"/>
                      <a:pt x="84" y="120"/>
                      <a:pt x="26" y="137"/>
                    </a:cubicBezTo>
                    <a:cubicBezTo>
                      <a:pt x="17" y="137"/>
                      <a:pt x="9" y="137"/>
                      <a:pt x="1" y="145"/>
                    </a:cubicBezTo>
                    <a:cubicBezTo>
                      <a:pt x="92" y="153"/>
                      <a:pt x="183" y="170"/>
                      <a:pt x="266" y="187"/>
                    </a:cubicBezTo>
                    <a:cubicBezTo>
                      <a:pt x="266" y="137"/>
                      <a:pt x="258" y="95"/>
                      <a:pt x="249" y="46"/>
                    </a:cubicBezTo>
                    <a:cubicBezTo>
                      <a:pt x="249" y="32"/>
                      <a:pt x="255" y="0"/>
                      <a:pt x="2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1" name="Google Shape;1791;p2"/>
              <p:cNvSpPr/>
              <p:nvPr/>
            </p:nvSpPr>
            <p:spPr>
              <a:xfrm>
                <a:off x="3848725" y="2310450"/>
                <a:ext cx="555575" cy="982675"/>
              </a:xfrm>
              <a:custGeom>
                <a:rect b="b" l="l" r="r" t="t"/>
                <a:pathLst>
                  <a:path extrusionOk="0" h="39307" w="22223">
                    <a:moveTo>
                      <a:pt x="16712" y="157"/>
                    </a:moveTo>
                    <a:cubicBezTo>
                      <a:pt x="16707" y="157"/>
                      <a:pt x="16701" y="157"/>
                      <a:pt x="16698" y="160"/>
                    </a:cubicBezTo>
                    <a:lnTo>
                      <a:pt x="16698" y="160"/>
                    </a:lnTo>
                    <a:cubicBezTo>
                      <a:pt x="16703" y="159"/>
                      <a:pt x="16708" y="158"/>
                      <a:pt x="16712" y="157"/>
                    </a:cubicBezTo>
                    <a:close/>
                    <a:moveTo>
                      <a:pt x="17318" y="11682"/>
                    </a:moveTo>
                    <a:lnTo>
                      <a:pt x="17318" y="11682"/>
                    </a:lnTo>
                    <a:cubicBezTo>
                      <a:pt x="17318" y="11682"/>
                      <a:pt x="17317" y="11682"/>
                      <a:pt x="17317" y="11683"/>
                    </a:cubicBezTo>
                    <a:lnTo>
                      <a:pt x="17317" y="11691"/>
                    </a:lnTo>
                    <a:cubicBezTo>
                      <a:pt x="17317" y="11688"/>
                      <a:pt x="17318" y="11685"/>
                      <a:pt x="17318" y="11682"/>
                    </a:cubicBezTo>
                    <a:close/>
                    <a:moveTo>
                      <a:pt x="3" y="33509"/>
                    </a:moveTo>
                    <a:lnTo>
                      <a:pt x="3" y="33509"/>
                    </a:lnTo>
                    <a:cubicBezTo>
                      <a:pt x="2" y="33511"/>
                      <a:pt x="1" y="33513"/>
                      <a:pt x="0" y="33515"/>
                    </a:cubicBezTo>
                    <a:cubicBezTo>
                      <a:pt x="1" y="33513"/>
                      <a:pt x="2" y="33511"/>
                      <a:pt x="3" y="33509"/>
                    </a:cubicBezTo>
                    <a:close/>
                    <a:moveTo>
                      <a:pt x="13564" y="0"/>
                    </a:moveTo>
                    <a:cubicBezTo>
                      <a:pt x="13423" y="8"/>
                      <a:pt x="13290" y="25"/>
                      <a:pt x="13149" y="50"/>
                    </a:cubicBezTo>
                    <a:cubicBezTo>
                      <a:pt x="12942" y="91"/>
                      <a:pt x="12735" y="149"/>
                      <a:pt x="12528" y="232"/>
                    </a:cubicBezTo>
                    <a:cubicBezTo>
                      <a:pt x="12404" y="282"/>
                      <a:pt x="12288" y="348"/>
                      <a:pt x="12163" y="406"/>
                    </a:cubicBezTo>
                    <a:cubicBezTo>
                      <a:pt x="12172" y="423"/>
                      <a:pt x="12172" y="439"/>
                      <a:pt x="12155" y="456"/>
                    </a:cubicBezTo>
                    <a:cubicBezTo>
                      <a:pt x="12014" y="630"/>
                      <a:pt x="11840" y="779"/>
                      <a:pt x="11650" y="895"/>
                    </a:cubicBezTo>
                    <a:cubicBezTo>
                      <a:pt x="11443" y="1019"/>
                      <a:pt x="11219" y="1077"/>
                      <a:pt x="10995" y="1152"/>
                    </a:cubicBezTo>
                    <a:cubicBezTo>
                      <a:pt x="10772" y="1218"/>
                      <a:pt x="10564" y="1317"/>
                      <a:pt x="10366" y="1433"/>
                    </a:cubicBezTo>
                    <a:cubicBezTo>
                      <a:pt x="10258" y="1491"/>
                      <a:pt x="10158" y="1549"/>
                      <a:pt x="10059" y="1607"/>
                    </a:cubicBezTo>
                    <a:cubicBezTo>
                      <a:pt x="10042" y="1624"/>
                      <a:pt x="10018" y="1641"/>
                      <a:pt x="9993" y="1657"/>
                    </a:cubicBezTo>
                    <a:cubicBezTo>
                      <a:pt x="9993" y="1674"/>
                      <a:pt x="9984" y="1690"/>
                      <a:pt x="9976" y="1707"/>
                    </a:cubicBezTo>
                    <a:cubicBezTo>
                      <a:pt x="9926" y="1864"/>
                      <a:pt x="9794" y="2013"/>
                      <a:pt x="9686" y="2113"/>
                    </a:cubicBezTo>
                    <a:cubicBezTo>
                      <a:pt x="9537" y="2262"/>
                      <a:pt x="9363" y="2386"/>
                      <a:pt x="9206" y="2519"/>
                    </a:cubicBezTo>
                    <a:cubicBezTo>
                      <a:pt x="9023" y="2668"/>
                      <a:pt x="8866" y="2834"/>
                      <a:pt x="8717" y="3008"/>
                    </a:cubicBezTo>
                    <a:cubicBezTo>
                      <a:pt x="8684" y="3057"/>
                      <a:pt x="8650" y="3099"/>
                      <a:pt x="8617" y="3149"/>
                    </a:cubicBezTo>
                    <a:cubicBezTo>
                      <a:pt x="8493" y="3480"/>
                      <a:pt x="8518" y="3861"/>
                      <a:pt x="8783" y="4126"/>
                    </a:cubicBezTo>
                    <a:cubicBezTo>
                      <a:pt x="8882" y="4234"/>
                      <a:pt x="9007" y="4317"/>
                      <a:pt x="9106" y="4416"/>
                    </a:cubicBezTo>
                    <a:cubicBezTo>
                      <a:pt x="9098" y="4292"/>
                      <a:pt x="9081" y="4168"/>
                      <a:pt x="9065" y="4043"/>
                    </a:cubicBezTo>
                    <a:cubicBezTo>
                      <a:pt x="9065" y="4021"/>
                      <a:pt x="9087" y="4008"/>
                      <a:pt x="9109" y="4008"/>
                    </a:cubicBezTo>
                    <a:cubicBezTo>
                      <a:pt x="9127" y="4008"/>
                      <a:pt x="9144" y="4016"/>
                      <a:pt x="9148" y="4035"/>
                    </a:cubicBezTo>
                    <a:cubicBezTo>
                      <a:pt x="9197" y="4242"/>
                      <a:pt x="9255" y="4441"/>
                      <a:pt x="9297" y="4648"/>
                    </a:cubicBezTo>
                    <a:cubicBezTo>
                      <a:pt x="9322" y="4739"/>
                      <a:pt x="9330" y="4839"/>
                      <a:pt x="9371" y="4922"/>
                    </a:cubicBezTo>
                    <a:cubicBezTo>
                      <a:pt x="9404" y="5004"/>
                      <a:pt x="9462" y="5079"/>
                      <a:pt x="9529" y="5137"/>
                    </a:cubicBezTo>
                    <a:cubicBezTo>
                      <a:pt x="9670" y="5278"/>
                      <a:pt x="9819" y="5402"/>
                      <a:pt x="9968" y="5526"/>
                    </a:cubicBezTo>
                    <a:cubicBezTo>
                      <a:pt x="9984" y="5543"/>
                      <a:pt x="10009" y="5560"/>
                      <a:pt x="10034" y="5576"/>
                    </a:cubicBezTo>
                    <a:cubicBezTo>
                      <a:pt x="10034" y="5576"/>
                      <a:pt x="10042" y="5576"/>
                      <a:pt x="10051" y="5568"/>
                    </a:cubicBezTo>
                    <a:lnTo>
                      <a:pt x="10059" y="5568"/>
                    </a:lnTo>
                    <a:cubicBezTo>
                      <a:pt x="10009" y="5460"/>
                      <a:pt x="9968" y="5352"/>
                      <a:pt x="9935" y="5245"/>
                    </a:cubicBezTo>
                    <a:cubicBezTo>
                      <a:pt x="9868" y="5021"/>
                      <a:pt x="9852" y="4797"/>
                      <a:pt x="9860" y="4565"/>
                    </a:cubicBezTo>
                    <a:cubicBezTo>
                      <a:pt x="9860" y="4532"/>
                      <a:pt x="9887" y="4516"/>
                      <a:pt x="9914" y="4516"/>
                    </a:cubicBezTo>
                    <a:cubicBezTo>
                      <a:pt x="9941" y="4516"/>
                      <a:pt x="9968" y="4532"/>
                      <a:pt x="9968" y="4565"/>
                    </a:cubicBezTo>
                    <a:cubicBezTo>
                      <a:pt x="9984" y="4822"/>
                      <a:pt x="10059" y="5096"/>
                      <a:pt x="10175" y="5328"/>
                    </a:cubicBezTo>
                    <a:cubicBezTo>
                      <a:pt x="10274" y="5535"/>
                      <a:pt x="10407" y="5734"/>
                      <a:pt x="10564" y="5899"/>
                    </a:cubicBezTo>
                    <a:cubicBezTo>
                      <a:pt x="10722" y="6065"/>
                      <a:pt x="10896" y="6181"/>
                      <a:pt x="11086" y="6305"/>
                    </a:cubicBezTo>
                    <a:cubicBezTo>
                      <a:pt x="11269" y="6430"/>
                      <a:pt x="11459" y="6562"/>
                      <a:pt x="11567" y="6761"/>
                    </a:cubicBezTo>
                    <a:cubicBezTo>
                      <a:pt x="11600" y="6819"/>
                      <a:pt x="11625" y="6885"/>
                      <a:pt x="11642" y="6952"/>
                    </a:cubicBezTo>
                    <a:cubicBezTo>
                      <a:pt x="11691" y="7010"/>
                      <a:pt x="11733" y="7076"/>
                      <a:pt x="11766" y="7134"/>
                    </a:cubicBezTo>
                    <a:cubicBezTo>
                      <a:pt x="11758" y="6960"/>
                      <a:pt x="11700" y="6778"/>
                      <a:pt x="11683" y="6604"/>
                    </a:cubicBezTo>
                    <a:cubicBezTo>
                      <a:pt x="11675" y="6488"/>
                      <a:pt x="11666" y="6363"/>
                      <a:pt x="11666" y="6239"/>
                    </a:cubicBezTo>
                    <a:cubicBezTo>
                      <a:pt x="11675" y="6131"/>
                      <a:pt x="11666" y="5990"/>
                      <a:pt x="11733" y="5891"/>
                    </a:cubicBezTo>
                    <a:cubicBezTo>
                      <a:pt x="11740" y="5884"/>
                      <a:pt x="11751" y="5879"/>
                      <a:pt x="11761" y="5879"/>
                    </a:cubicBezTo>
                    <a:cubicBezTo>
                      <a:pt x="11774" y="5879"/>
                      <a:pt x="11786" y="5886"/>
                      <a:pt x="11791" y="5899"/>
                    </a:cubicBezTo>
                    <a:cubicBezTo>
                      <a:pt x="11824" y="6015"/>
                      <a:pt x="11799" y="6148"/>
                      <a:pt x="11791" y="6272"/>
                    </a:cubicBezTo>
                    <a:cubicBezTo>
                      <a:pt x="11791" y="6396"/>
                      <a:pt x="11799" y="6521"/>
                      <a:pt x="11807" y="6645"/>
                    </a:cubicBezTo>
                    <a:cubicBezTo>
                      <a:pt x="11816" y="6728"/>
                      <a:pt x="11832" y="6802"/>
                      <a:pt x="11849" y="6877"/>
                    </a:cubicBezTo>
                    <a:cubicBezTo>
                      <a:pt x="11849" y="6869"/>
                      <a:pt x="11849" y="6860"/>
                      <a:pt x="11849" y="6852"/>
                    </a:cubicBezTo>
                    <a:cubicBezTo>
                      <a:pt x="11882" y="6662"/>
                      <a:pt x="11940" y="6471"/>
                      <a:pt x="11998" y="6289"/>
                    </a:cubicBezTo>
                    <a:cubicBezTo>
                      <a:pt x="12064" y="6090"/>
                      <a:pt x="12147" y="5916"/>
                      <a:pt x="12230" y="5725"/>
                    </a:cubicBezTo>
                    <a:cubicBezTo>
                      <a:pt x="12236" y="5709"/>
                      <a:pt x="12250" y="5701"/>
                      <a:pt x="12263" y="5701"/>
                    </a:cubicBezTo>
                    <a:cubicBezTo>
                      <a:pt x="12282" y="5701"/>
                      <a:pt x="12301" y="5717"/>
                      <a:pt x="12296" y="5742"/>
                    </a:cubicBezTo>
                    <a:cubicBezTo>
                      <a:pt x="12238" y="5924"/>
                      <a:pt x="12205" y="6106"/>
                      <a:pt x="12155" y="6280"/>
                    </a:cubicBezTo>
                    <a:cubicBezTo>
                      <a:pt x="12105" y="6454"/>
                      <a:pt x="12072" y="6628"/>
                      <a:pt x="12047" y="6802"/>
                    </a:cubicBezTo>
                    <a:cubicBezTo>
                      <a:pt x="12023" y="6976"/>
                      <a:pt x="12014" y="7159"/>
                      <a:pt x="12023" y="7341"/>
                    </a:cubicBezTo>
                    <a:cubicBezTo>
                      <a:pt x="12023" y="7424"/>
                      <a:pt x="12039" y="7507"/>
                      <a:pt x="12056" y="7590"/>
                    </a:cubicBezTo>
                    <a:cubicBezTo>
                      <a:pt x="12072" y="7672"/>
                      <a:pt x="12114" y="7739"/>
                      <a:pt x="12122" y="7813"/>
                    </a:cubicBezTo>
                    <a:cubicBezTo>
                      <a:pt x="12130" y="7855"/>
                      <a:pt x="12114" y="7888"/>
                      <a:pt x="12089" y="7904"/>
                    </a:cubicBezTo>
                    <a:cubicBezTo>
                      <a:pt x="12097" y="7913"/>
                      <a:pt x="12097" y="7921"/>
                      <a:pt x="12105" y="7938"/>
                    </a:cubicBezTo>
                    <a:cubicBezTo>
                      <a:pt x="12174" y="8135"/>
                      <a:pt x="12389" y="8221"/>
                      <a:pt x="12590" y="8221"/>
                    </a:cubicBezTo>
                    <a:cubicBezTo>
                      <a:pt x="12608" y="8221"/>
                      <a:pt x="12626" y="8221"/>
                      <a:pt x="12644" y="8219"/>
                    </a:cubicBezTo>
                    <a:cubicBezTo>
                      <a:pt x="12760" y="8211"/>
                      <a:pt x="12851" y="8045"/>
                      <a:pt x="12909" y="7962"/>
                    </a:cubicBezTo>
                    <a:cubicBezTo>
                      <a:pt x="12984" y="7855"/>
                      <a:pt x="13050" y="7747"/>
                      <a:pt x="13133" y="7656"/>
                    </a:cubicBezTo>
                    <a:cubicBezTo>
                      <a:pt x="13143" y="7646"/>
                      <a:pt x="13152" y="7642"/>
                      <a:pt x="13160" y="7642"/>
                    </a:cubicBezTo>
                    <a:cubicBezTo>
                      <a:pt x="13166" y="7642"/>
                      <a:pt x="13171" y="7644"/>
                      <a:pt x="13174" y="7648"/>
                    </a:cubicBezTo>
                    <a:cubicBezTo>
                      <a:pt x="13381" y="7300"/>
                      <a:pt x="13398" y="6860"/>
                      <a:pt x="13323" y="6471"/>
                    </a:cubicBezTo>
                    <a:cubicBezTo>
                      <a:pt x="13274" y="6222"/>
                      <a:pt x="13199" y="5982"/>
                      <a:pt x="13149" y="5734"/>
                    </a:cubicBezTo>
                    <a:cubicBezTo>
                      <a:pt x="13141" y="5709"/>
                      <a:pt x="13133" y="5684"/>
                      <a:pt x="13125" y="5651"/>
                    </a:cubicBezTo>
                    <a:cubicBezTo>
                      <a:pt x="13100" y="5518"/>
                      <a:pt x="13083" y="5377"/>
                      <a:pt x="13075" y="5236"/>
                    </a:cubicBezTo>
                    <a:cubicBezTo>
                      <a:pt x="13067" y="5112"/>
                      <a:pt x="13050" y="4955"/>
                      <a:pt x="13108" y="4839"/>
                    </a:cubicBezTo>
                    <a:cubicBezTo>
                      <a:pt x="13115" y="4821"/>
                      <a:pt x="13133" y="4812"/>
                      <a:pt x="13152" y="4812"/>
                    </a:cubicBezTo>
                    <a:cubicBezTo>
                      <a:pt x="13177" y="4812"/>
                      <a:pt x="13203" y="4827"/>
                      <a:pt x="13207" y="4855"/>
                    </a:cubicBezTo>
                    <a:cubicBezTo>
                      <a:pt x="13224" y="4930"/>
                      <a:pt x="13216" y="5004"/>
                      <a:pt x="13216" y="5079"/>
                    </a:cubicBezTo>
                    <a:cubicBezTo>
                      <a:pt x="13216" y="5154"/>
                      <a:pt x="13216" y="5228"/>
                      <a:pt x="13224" y="5303"/>
                    </a:cubicBezTo>
                    <a:cubicBezTo>
                      <a:pt x="13232" y="5377"/>
                      <a:pt x="13241" y="5452"/>
                      <a:pt x="13249" y="5535"/>
                    </a:cubicBezTo>
                    <a:cubicBezTo>
                      <a:pt x="13257" y="5601"/>
                      <a:pt x="13265" y="5676"/>
                      <a:pt x="13282" y="5742"/>
                    </a:cubicBezTo>
                    <a:cubicBezTo>
                      <a:pt x="13332" y="6024"/>
                      <a:pt x="13381" y="6314"/>
                      <a:pt x="13398" y="6595"/>
                    </a:cubicBezTo>
                    <a:cubicBezTo>
                      <a:pt x="13431" y="6968"/>
                      <a:pt x="13398" y="7366"/>
                      <a:pt x="13207" y="7681"/>
                    </a:cubicBezTo>
                    <a:cubicBezTo>
                      <a:pt x="13207" y="7689"/>
                      <a:pt x="13207" y="7689"/>
                      <a:pt x="13207" y="7697"/>
                    </a:cubicBezTo>
                    <a:cubicBezTo>
                      <a:pt x="13183" y="7846"/>
                      <a:pt x="13108" y="7971"/>
                      <a:pt x="13025" y="8095"/>
                    </a:cubicBezTo>
                    <a:cubicBezTo>
                      <a:pt x="13009" y="8120"/>
                      <a:pt x="12992" y="8145"/>
                      <a:pt x="12975" y="8170"/>
                    </a:cubicBezTo>
                    <a:cubicBezTo>
                      <a:pt x="12917" y="8252"/>
                      <a:pt x="12851" y="8335"/>
                      <a:pt x="12768" y="8368"/>
                    </a:cubicBezTo>
                    <a:cubicBezTo>
                      <a:pt x="12727" y="8393"/>
                      <a:pt x="12669" y="8402"/>
                      <a:pt x="12619" y="8402"/>
                    </a:cubicBezTo>
                    <a:cubicBezTo>
                      <a:pt x="12545" y="8402"/>
                      <a:pt x="12470" y="8385"/>
                      <a:pt x="12404" y="8377"/>
                    </a:cubicBezTo>
                    <a:cubicBezTo>
                      <a:pt x="12288" y="8352"/>
                      <a:pt x="12180" y="8302"/>
                      <a:pt x="12089" y="8228"/>
                    </a:cubicBezTo>
                    <a:cubicBezTo>
                      <a:pt x="11989" y="8145"/>
                      <a:pt x="11948" y="8029"/>
                      <a:pt x="11915" y="7913"/>
                    </a:cubicBezTo>
                    <a:cubicBezTo>
                      <a:pt x="11874" y="7780"/>
                      <a:pt x="11840" y="7648"/>
                      <a:pt x="11782" y="7523"/>
                    </a:cubicBezTo>
                    <a:cubicBezTo>
                      <a:pt x="11749" y="7432"/>
                      <a:pt x="11708" y="7333"/>
                      <a:pt x="11658" y="7242"/>
                    </a:cubicBezTo>
                    <a:cubicBezTo>
                      <a:pt x="11658" y="7275"/>
                      <a:pt x="11658" y="7308"/>
                      <a:pt x="11650" y="7333"/>
                    </a:cubicBezTo>
                    <a:cubicBezTo>
                      <a:pt x="11642" y="7391"/>
                      <a:pt x="11625" y="7449"/>
                      <a:pt x="11600" y="7498"/>
                    </a:cubicBezTo>
                    <a:cubicBezTo>
                      <a:pt x="11591" y="7525"/>
                      <a:pt x="11563" y="7542"/>
                      <a:pt x="11538" y="7542"/>
                    </a:cubicBezTo>
                    <a:cubicBezTo>
                      <a:pt x="11516" y="7542"/>
                      <a:pt x="11496" y="7529"/>
                      <a:pt x="11492" y="7498"/>
                    </a:cubicBezTo>
                    <a:cubicBezTo>
                      <a:pt x="11451" y="7349"/>
                      <a:pt x="11476" y="7192"/>
                      <a:pt x="11426" y="7043"/>
                    </a:cubicBezTo>
                    <a:cubicBezTo>
                      <a:pt x="11401" y="6968"/>
                      <a:pt x="11368" y="6902"/>
                      <a:pt x="11327" y="6844"/>
                    </a:cubicBezTo>
                    <a:cubicBezTo>
                      <a:pt x="11327" y="6844"/>
                      <a:pt x="11318" y="6836"/>
                      <a:pt x="11318" y="6836"/>
                    </a:cubicBezTo>
                    <a:cubicBezTo>
                      <a:pt x="11302" y="6827"/>
                      <a:pt x="11302" y="6819"/>
                      <a:pt x="11302" y="6802"/>
                    </a:cubicBezTo>
                    <a:cubicBezTo>
                      <a:pt x="11285" y="6786"/>
                      <a:pt x="11269" y="6769"/>
                      <a:pt x="11252" y="6753"/>
                    </a:cubicBezTo>
                    <a:cubicBezTo>
                      <a:pt x="11095" y="6595"/>
                      <a:pt x="10904" y="6488"/>
                      <a:pt x="10730" y="6363"/>
                    </a:cubicBezTo>
                    <a:cubicBezTo>
                      <a:pt x="10564" y="6247"/>
                      <a:pt x="10424" y="6106"/>
                      <a:pt x="10299" y="5949"/>
                    </a:cubicBezTo>
                    <a:cubicBezTo>
                      <a:pt x="10200" y="5924"/>
                      <a:pt x="10109" y="5866"/>
                      <a:pt x="10026" y="5808"/>
                    </a:cubicBezTo>
                    <a:cubicBezTo>
                      <a:pt x="9976" y="5883"/>
                      <a:pt x="9935" y="5957"/>
                      <a:pt x="9902" y="6048"/>
                    </a:cubicBezTo>
                    <a:cubicBezTo>
                      <a:pt x="9860" y="6198"/>
                      <a:pt x="9844" y="6347"/>
                      <a:pt x="9852" y="6504"/>
                    </a:cubicBezTo>
                    <a:cubicBezTo>
                      <a:pt x="9868" y="6670"/>
                      <a:pt x="9902" y="6844"/>
                      <a:pt x="9918" y="7010"/>
                    </a:cubicBezTo>
                    <a:cubicBezTo>
                      <a:pt x="9951" y="6877"/>
                      <a:pt x="9951" y="6744"/>
                      <a:pt x="9951" y="6604"/>
                    </a:cubicBezTo>
                    <a:cubicBezTo>
                      <a:pt x="9951" y="6572"/>
                      <a:pt x="9973" y="6557"/>
                      <a:pt x="9996" y="6557"/>
                    </a:cubicBezTo>
                    <a:cubicBezTo>
                      <a:pt x="10020" y="6557"/>
                      <a:pt x="10046" y="6574"/>
                      <a:pt x="10051" y="6604"/>
                    </a:cubicBezTo>
                    <a:cubicBezTo>
                      <a:pt x="10059" y="6744"/>
                      <a:pt x="10084" y="6894"/>
                      <a:pt x="10067" y="7034"/>
                    </a:cubicBezTo>
                    <a:cubicBezTo>
                      <a:pt x="10051" y="7175"/>
                      <a:pt x="9993" y="7291"/>
                      <a:pt x="9926" y="7416"/>
                    </a:cubicBezTo>
                    <a:cubicBezTo>
                      <a:pt x="9852" y="7540"/>
                      <a:pt x="9777" y="7664"/>
                      <a:pt x="9711" y="7788"/>
                    </a:cubicBezTo>
                    <a:cubicBezTo>
                      <a:pt x="9661" y="7880"/>
                      <a:pt x="9620" y="7962"/>
                      <a:pt x="9562" y="8045"/>
                    </a:cubicBezTo>
                    <a:cubicBezTo>
                      <a:pt x="9595" y="8045"/>
                      <a:pt x="9628" y="8070"/>
                      <a:pt x="9603" y="8112"/>
                    </a:cubicBezTo>
                    <a:cubicBezTo>
                      <a:pt x="9421" y="8435"/>
                      <a:pt x="9313" y="8808"/>
                      <a:pt x="9189" y="9156"/>
                    </a:cubicBezTo>
                    <a:cubicBezTo>
                      <a:pt x="9090" y="9446"/>
                      <a:pt x="8957" y="9702"/>
                      <a:pt x="8783" y="9951"/>
                    </a:cubicBezTo>
                    <a:cubicBezTo>
                      <a:pt x="8626" y="10191"/>
                      <a:pt x="8435" y="10415"/>
                      <a:pt x="8261" y="10639"/>
                    </a:cubicBezTo>
                    <a:cubicBezTo>
                      <a:pt x="8087" y="10854"/>
                      <a:pt x="7913" y="11069"/>
                      <a:pt x="7764" y="11310"/>
                    </a:cubicBezTo>
                    <a:cubicBezTo>
                      <a:pt x="7706" y="11401"/>
                      <a:pt x="7648" y="11500"/>
                      <a:pt x="7606" y="11600"/>
                    </a:cubicBezTo>
                    <a:cubicBezTo>
                      <a:pt x="7673" y="11542"/>
                      <a:pt x="7739" y="11484"/>
                      <a:pt x="7805" y="11426"/>
                    </a:cubicBezTo>
                    <a:cubicBezTo>
                      <a:pt x="7896" y="11343"/>
                      <a:pt x="7954" y="11243"/>
                      <a:pt x="8029" y="11152"/>
                    </a:cubicBezTo>
                    <a:cubicBezTo>
                      <a:pt x="8038" y="11145"/>
                      <a:pt x="8048" y="11142"/>
                      <a:pt x="8058" y="11142"/>
                    </a:cubicBezTo>
                    <a:cubicBezTo>
                      <a:pt x="8082" y="11142"/>
                      <a:pt x="8104" y="11162"/>
                      <a:pt x="8104" y="11185"/>
                    </a:cubicBezTo>
                    <a:cubicBezTo>
                      <a:pt x="8104" y="11310"/>
                      <a:pt x="8021" y="11434"/>
                      <a:pt x="7938" y="11533"/>
                    </a:cubicBezTo>
                    <a:cubicBezTo>
                      <a:pt x="7855" y="11641"/>
                      <a:pt x="7756" y="11732"/>
                      <a:pt x="7664" y="11832"/>
                    </a:cubicBezTo>
                    <a:cubicBezTo>
                      <a:pt x="7333" y="12180"/>
                      <a:pt x="7101" y="12611"/>
                      <a:pt x="6935" y="13058"/>
                    </a:cubicBezTo>
                    <a:cubicBezTo>
                      <a:pt x="6861" y="13265"/>
                      <a:pt x="6803" y="13472"/>
                      <a:pt x="6745" y="13679"/>
                    </a:cubicBezTo>
                    <a:cubicBezTo>
                      <a:pt x="6736" y="13704"/>
                      <a:pt x="6728" y="13737"/>
                      <a:pt x="6720" y="13771"/>
                    </a:cubicBezTo>
                    <a:cubicBezTo>
                      <a:pt x="6687" y="13895"/>
                      <a:pt x="6654" y="14011"/>
                      <a:pt x="6621" y="14127"/>
                    </a:cubicBezTo>
                    <a:cubicBezTo>
                      <a:pt x="6587" y="14243"/>
                      <a:pt x="6563" y="14367"/>
                      <a:pt x="6505" y="14475"/>
                    </a:cubicBezTo>
                    <a:cubicBezTo>
                      <a:pt x="6496" y="14491"/>
                      <a:pt x="6480" y="14500"/>
                      <a:pt x="6471" y="14500"/>
                    </a:cubicBezTo>
                    <a:cubicBezTo>
                      <a:pt x="6438" y="14566"/>
                      <a:pt x="6405" y="14632"/>
                      <a:pt x="6372" y="14698"/>
                    </a:cubicBezTo>
                    <a:cubicBezTo>
                      <a:pt x="6132" y="15113"/>
                      <a:pt x="5767" y="15452"/>
                      <a:pt x="5560" y="15892"/>
                    </a:cubicBezTo>
                    <a:cubicBezTo>
                      <a:pt x="5427" y="16157"/>
                      <a:pt x="5369" y="16447"/>
                      <a:pt x="5336" y="16737"/>
                    </a:cubicBezTo>
                    <a:cubicBezTo>
                      <a:pt x="5303" y="17018"/>
                      <a:pt x="5320" y="17317"/>
                      <a:pt x="5253" y="17590"/>
                    </a:cubicBezTo>
                    <a:cubicBezTo>
                      <a:pt x="5245" y="17615"/>
                      <a:pt x="5222" y="17627"/>
                      <a:pt x="5201" y="17627"/>
                    </a:cubicBezTo>
                    <a:cubicBezTo>
                      <a:pt x="5179" y="17627"/>
                      <a:pt x="5158" y="17615"/>
                      <a:pt x="5154" y="17590"/>
                    </a:cubicBezTo>
                    <a:cubicBezTo>
                      <a:pt x="5113" y="17433"/>
                      <a:pt x="5113" y="17267"/>
                      <a:pt x="5113" y="17101"/>
                    </a:cubicBezTo>
                    <a:cubicBezTo>
                      <a:pt x="5113" y="16936"/>
                      <a:pt x="5121" y="16770"/>
                      <a:pt x="5137" y="16612"/>
                    </a:cubicBezTo>
                    <a:cubicBezTo>
                      <a:pt x="5146" y="16538"/>
                      <a:pt x="5162" y="16463"/>
                      <a:pt x="5171" y="16397"/>
                    </a:cubicBezTo>
                    <a:lnTo>
                      <a:pt x="5171" y="16397"/>
                    </a:lnTo>
                    <a:cubicBezTo>
                      <a:pt x="5162" y="16414"/>
                      <a:pt x="5146" y="16438"/>
                      <a:pt x="5129" y="16463"/>
                    </a:cubicBezTo>
                    <a:cubicBezTo>
                      <a:pt x="5046" y="16596"/>
                      <a:pt x="4930" y="16720"/>
                      <a:pt x="4823" y="16836"/>
                    </a:cubicBezTo>
                    <a:cubicBezTo>
                      <a:pt x="4607" y="17043"/>
                      <a:pt x="4392" y="17250"/>
                      <a:pt x="4218" y="17491"/>
                    </a:cubicBezTo>
                    <a:cubicBezTo>
                      <a:pt x="4035" y="17731"/>
                      <a:pt x="3886" y="17996"/>
                      <a:pt x="3770" y="18278"/>
                    </a:cubicBezTo>
                    <a:cubicBezTo>
                      <a:pt x="3646" y="18560"/>
                      <a:pt x="3563" y="18850"/>
                      <a:pt x="3505" y="19148"/>
                    </a:cubicBezTo>
                    <a:cubicBezTo>
                      <a:pt x="3480" y="19305"/>
                      <a:pt x="3464" y="19463"/>
                      <a:pt x="3455" y="19628"/>
                    </a:cubicBezTo>
                    <a:cubicBezTo>
                      <a:pt x="3513" y="19529"/>
                      <a:pt x="3571" y="19430"/>
                      <a:pt x="3621" y="19330"/>
                    </a:cubicBezTo>
                    <a:cubicBezTo>
                      <a:pt x="3754" y="19082"/>
                      <a:pt x="3853" y="18808"/>
                      <a:pt x="3903" y="18535"/>
                    </a:cubicBezTo>
                    <a:cubicBezTo>
                      <a:pt x="3906" y="18510"/>
                      <a:pt x="3927" y="18499"/>
                      <a:pt x="3948" y="18499"/>
                    </a:cubicBezTo>
                    <a:cubicBezTo>
                      <a:pt x="3977" y="18499"/>
                      <a:pt x="4007" y="18518"/>
                      <a:pt x="4002" y="18551"/>
                    </a:cubicBezTo>
                    <a:cubicBezTo>
                      <a:pt x="3986" y="18866"/>
                      <a:pt x="3919" y="19156"/>
                      <a:pt x="3795" y="19438"/>
                    </a:cubicBezTo>
                    <a:cubicBezTo>
                      <a:pt x="3679" y="19695"/>
                      <a:pt x="3522" y="19935"/>
                      <a:pt x="3397" y="20183"/>
                    </a:cubicBezTo>
                    <a:cubicBezTo>
                      <a:pt x="3273" y="20424"/>
                      <a:pt x="3182" y="20681"/>
                      <a:pt x="3116" y="20946"/>
                    </a:cubicBezTo>
                    <a:cubicBezTo>
                      <a:pt x="3041" y="21203"/>
                      <a:pt x="3000" y="21468"/>
                      <a:pt x="2967" y="21733"/>
                    </a:cubicBezTo>
                    <a:cubicBezTo>
                      <a:pt x="2950" y="21865"/>
                      <a:pt x="2933" y="21998"/>
                      <a:pt x="2917" y="22131"/>
                    </a:cubicBezTo>
                    <a:cubicBezTo>
                      <a:pt x="2909" y="22197"/>
                      <a:pt x="2900" y="22271"/>
                      <a:pt x="2892" y="22338"/>
                    </a:cubicBezTo>
                    <a:cubicBezTo>
                      <a:pt x="2884" y="22404"/>
                      <a:pt x="2884" y="22454"/>
                      <a:pt x="2859" y="22503"/>
                    </a:cubicBezTo>
                    <a:cubicBezTo>
                      <a:pt x="2851" y="22520"/>
                      <a:pt x="2834" y="22528"/>
                      <a:pt x="2817" y="22528"/>
                    </a:cubicBezTo>
                    <a:cubicBezTo>
                      <a:pt x="2801" y="22528"/>
                      <a:pt x="2784" y="22520"/>
                      <a:pt x="2776" y="22503"/>
                    </a:cubicBezTo>
                    <a:cubicBezTo>
                      <a:pt x="2751" y="22462"/>
                      <a:pt x="2751" y="22412"/>
                      <a:pt x="2743" y="22371"/>
                    </a:cubicBezTo>
                    <a:cubicBezTo>
                      <a:pt x="2718" y="22470"/>
                      <a:pt x="2693" y="22578"/>
                      <a:pt x="2660" y="22686"/>
                    </a:cubicBezTo>
                    <a:cubicBezTo>
                      <a:pt x="2395" y="23589"/>
                      <a:pt x="1989" y="24459"/>
                      <a:pt x="1475" y="25246"/>
                    </a:cubicBezTo>
                    <a:cubicBezTo>
                      <a:pt x="1210" y="25652"/>
                      <a:pt x="928" y="26041"/>
                      <a:pt x="721" y="26480"/>
                    </a:cubicBezTo>
                    <a:cubicBezTo>
                      <a:pt x="614" y="26696"/>
                      <a:pt x="539" y="26920"/>
                      <a:pt x="489" y="27152"/>
                    </a:cubicBezTo>
                    <a:cubicBezTo>
                      <a:pt x="464" y="27259"/>
                      <a:pt x="448" y="27359"/>
                      <a:pt x="440" y="27466"/>
                    </a:cubicBezTo>
                    <a:cubicBezTo>
                      <a:pt x="522" y="27243"/>
                      <a:pt x="614" y="27019"/>
                      <a:pt x="730" y="26812"/>
                    </a:cubicBezTo>
                    <a:cubicBezTo>
                      <a:pt x="854" y="26588"/>
                      <a:pt x="995" y="26373"/>
                      <a:pt x="1053" y="26124"/>
                    </a:cubicBezTo>
                    <a:cubicBezTo>
                      <a:pt x="1056" y="26094"/>
                      <a:pt x="1080" y="26081"/>
                      <a:pt x="1105" y="26081"/>
                    </a:cubicBezTo>
                    <a:cubicBezTo>
                      <a:pt x="1134" y="26081"/>
                      <a:pt x="1165" y="26101"/>
                      <a:pt x="1160" y="26132"/>
                    </a:cubicBezTo>
                    <a:cubicBezTo>
                      <a:pt x="1144" y="26422"/>
                      <a:pt x="1028" y="26663"/>
                      <a:pt x="912" y="26920"/>
                    </a:cubicBezTo>
                    <a:cubicBezTo>
                      <a:pt x="696" y="27367"/>
                      <a:pt x="547" y="27839"/>
                      <a:pt x="464" y="28336"/>
                    </a:cubicBezTo>
                    <a:cubicBezTo>
                      <a:pt x="431" y="28577"/>
                      <a:pt x="406" y="28825"/>
                      <a:pt x="406" y="29074"/>
                    </a:cubicBezTo>
                    <a:lnTo>
                      <a:pt x="406" y="29182"/>
                    </a:lnTo>
                    <a:cubicBezTo>
                      <a:pt x="415" y="29223"/>
                      <a:pt x="415" y="29264"/>
                      <a:pt x="415" y="29306"/>
                    </a:cubicBezTo>
                    <a:cubicBezTo>
                      <a:pt x="498" y="29173"/>
                      <a:pt x="597" y="29049"/>
                      <a:pt x="738" y="28983"/>
                    </a:cubicBezTo>
                    <a:cubicBezTo>
                      <a:pt x="953" y="28767"/>
                      <a:pt x="1202" y="28585"/>
                      <a:pt x="1442" y="28403"/>
                    </a:cubicBezTo>
                    <a:cubicBezTo>
                      <a:pt x="1450" y="28396"/>
                      <a:pt x="1458" y="28394"/>
                      <a:pt x="1466" y="28394"/>
                    </a:cubicBezTo>
                    <a:cubicBezTo>
                      <a:pt x="1499" y="28394"/>
                      <a:pt x="1525" y="28442"/>
                      <a:pt x="1492" y="28469"/>
                    </a:cubicBezTo>
                    <a:cubicBezTo>
                      <a:pt x="1260" y="28676"/>
                      <a:pt x="1028" y="28892"/>
                      <a:pt x="812" y="29115"/>
                    </a:cubicBezTo>
                    <a:cubicBezTo>
                      <a:pt x="812" y="29124"/>
                      <a:pt x="812" y="29124"/>
                      <a:pt x="812" y="29124"/>
                    </a:cubicBezTo>
                    <a:cubicBezTo>
                      <a:pt x="730" y="29264"/>
                      <a:pt x="622" y="29389"/>
                      <a:pt x="547" y="29538"/>
                    </a:cubicBezTo>
                    <a:cubicBezTo>
                      <a:pt x="464" y="29712"/>
                      <a:pt x="406" y="29894"/>
                      <a:pt x="373" y="30085"/>
                    </a:cubicBezTo>
                    <a:cubicBezTo>
                      <a:pt x="290" y="30515"/>
                      <a:pt x="357" y="30938"/>
                      <a:pt x="357" y="31369"/>
                    </a:cubicBezTo>
                    <a:cubicBezTo>
                      <a:pt x="398" y="31576"/>
                      <a:pt x="498" y="31767"/>
                      <a:pt x="506" y="31974"/>
                    </a:cubicBezTo>
                    <a:cubicBezTo>
                      <a:pt x="514" y="32139"/>
                      <a:pt x="464" y="32289"/>
                      <a:pt x="398" y="32429"/>
                    </a:cubicBezTo>
                    <a:cubicBezTo>
                      <a:pt x="398" y="32504"/>
                      <a:pt x="406" y="32562"/>
                      <a:pt x="382" y="32628"/>
                    </a:cubicBezTo>
                    <a:cubicBezTo>
                      <a:pt x="371" y="32644"/>
                      <a:pt x="350" y="32653"/>
                      <a:pt x="329" y="32653"/>
                    </a:cubicBezTo>
                    <a:cubicBezTo>
                      <a:pt x="318" y="32653"/>
                      <a:pt x="307" y="32651"/>
                      <a:pt x="299" y="32645"/>
                    </a:cubicBezTo>
                    <a:cubicBezTo>
                      <a:pt x="282" y="32670"/>
                      <a:pt x="274" y="32686"/>
                      <a:pt x="266" y="32711"/>
                    </a:cubicBezTo>
                    <a:cubicBezTo>
                      <a:pt x="191" y="32869"/>
                      <a:pt x="133" y="33043"/>
                      <a:pt x="83" y="33217"/>
                    </a:cubicBezTo>
                    <a:cubicBezTo>
                      <a:pt x="50" y="33299"/>
                      <a:pt x="34" y="33382"/>
                      <a:pt x="9" y="33473"/>
                    </a:cubicBezTo>
                    <a:cubicBezTo>
                      <a:pt x="9" y="33481"/>
                      <a:pt x="9" y="33494"/>
                      <a:pt x="3" y="33509"/>
                    </a:cubicBezTo>
                    <a:lnTo>
                      <a:pt x="3" y="33509"/>
                    </a:lnTo>
                    <a:cubicBezTo>
                      <a:pt x="35" y="33436"/>
                      <a:pt x="68" y="33364"/>
                      <a:pt x="108" y="33299"/>
                    </a:cubicBezTo>
                    <a:cubicBezTo>
                      <a:pt x="150" y="33225"/>
                      <a:pt x="191" y="33150"/>
                      <a:pt x="232" y="33076"/>
                    </a:cubicBezTo>
                    <a:cubicBezTo>
                      <a:pt x="244" y="33058"/>
                      <a:pt x="259" y="33051"/>
                      <a:pt x="274" y="33051"/>
                    </a:cubicBezTo>
                    <a:cubicBezTo>
                      <a:pt x="300" y="33051"/>
                      <a:pt x="324" y="33074"/>
                      <a:pt x="324" y="33101"/>
                    </a:cubicBezTo>
                    <a:cubicBezTo>
                      <a:pt x="324" y="33109"/>
                      <a:pt x="324" y="33117"/>
                      <a:pt x="315" y="33117"/>
                    </a:cubicBezTo>
                    <a:cubicBezTo>
                      <a:pt x="315" y="33134"/>
                      <a:pt x="307" y="33142"/>
                      <a:pt x="299" y="33159"/>
                    </a:cubicBezTo>
                    <a:cubicBezTo>
                      <a:pt x="257" y="33266"/>
                      <a:pt x="208" y="33382"/>
                      <a:pt x="174" y="33498"/>
                    </a:cubicBezTo>
                    <a:cubicBezTo>
                      <a:pt x="125" y="33631"/>
                      <a:pt x="92" y="33772"/>
                      <a:pt x="83" y="33913"/>
                    </a:cubicBezTo>
                    <a:cubicBezTo>
                      <a:pt x="67" y="34161"/>
                      <a:pt x="125" y="34393"/>
                      <a:pt x="249" y="34608"/>
                    </a:cubicBezTo>
                    <a:cubicBezTo>
                      <a:pt x="373" y="34824"/>
                      <a:pt x="556" y="35006"/>
                      <a:pt x="746" y="35172"/>
                    </a:cubicBezTo>
                    <a:cubicBezTo>
                      <a:pt x="788" y="35205"/>
                      <a:pt x="829" y="35230"/>
                      <a:pt x="879" y="35263"/>
                    </a:cubicBezTo>
                    <a:cubicBezTo>
                      <a:pt x="804" y="35114"/>
                      <a:pt x="746" y="34965"/>
                      <a:pt x="696" y="34807"/>
                    </a:cubicBezTo>
                    <a:cubicBezTo>
                      <a:pt x="691" y="34783"/>
                      <a:pt x="713" y="34767"/>
                      <a:pt x="735" y="34767"/>
                    </a:cubicBezTo>
                    <a:cubicBezTo>
                      <a:pt x="749" y="34767"/>
                      <a:pt x="764" y="34774"/>
                      <a:pt x="771" y="34791"/>
                    </a:cubicBezTo>
                    <a:cubicBezTo>
                      <a:pt x="829" y="34965"/>
                      <a:pt x="912" y="35130"/>
                      <a:pt x="1020" y="35288"/>
                    </a:cubicBezTo>
                    <a:cubicBezTo>
                      <a:pt x="1044" y="35338"/>
                      <a:pt x="1078" y="35379"/>
                      <a:pt x="1111" y="35429"/>
                    </a:cubicBezTo>
                    <a:cubicBezTo>
                      <a:pt x="1194" y="35487"/>
                      <a:pt x="1276" y="35561"/>
                      <a:pt x="1334" y="35644"/>
                    </a:cubicBezTo>
                    <a:cubicBezTo>
                      <a:pt x="1351" y="35661"/>
                      <a:pt x="1351" y="35686"/>
                      <a:pt x="1343" y="35702"/>
                    </a:cubicBezTo>
                    <a:cubicBezTo>
                      <a:pt x="1467" y="35777"/>
                      <a:pt x="1599" y="35835"/>
                      <a:pt x="1757" y="35860"/>
                    </a:cubicBezTo>
                    <a:cubicBezTo>
                      <a:pt x="1981" y="35893"/>
                      <a:pt x="2196" y="35934"/>
                      <a:pt x="2411" y="36000"/>
                    </a:cubicBezTo>
                    <a:cubicBezTo>
                      <a:pt x="2685" y="36083"/>
                      <a:pt x="3025" y="36224"/>
                      <a:pt x="3165" y="36498"/>
                    </a:cubicBezTo>
                    <a:cubicBezTo>
                      <a:pt x="3176" y="36481"/>
                      <a:pt x="3194" y="36469"/>
                      <a:pt x="3214" y="36469"/>
                    </a:cubicBezTo>
                    <a:cubicBezTo>
                      <a:pt x="3225" y="36469"/>
                      <a:pt x="3237" y="36472"/>
                      <a:pt x="3248" y="36481"/>
                    </a:cubicBezTo>
                    <a:cubicBezTo>
                      <a:pt x="3348" y="36547"/>
                      <a:pt x="3397" y="36663"/>
                      <a:pt x="3447" y="36779"/>
                    </a:cubicBezTo>
                    <a:cubicBezTo>
                      <a:pt x="3497" y="36895"/>
                      <a:pt x="3538" y="37011"/>
                      <a:pt x="3596" y="37119"/>
                    </a:cubicBezTo>
                    <a:cubicBezTo>
                      <a:pt x="3654" y="37218"/>
                      <a:pt x="3729" y="37310"/>
                      <a:pt x="3812" y="37384"/>
                    </a:cubicBezTo>
                    <a:cubicBezTo>
                      <a:pt x="3895" y="37459"/>
                      <a:pt x="3994" y="37542"/>
                      <a:pt x="4102" y="37550"/>
                    </a:cubicBezTo>
                    <a:cubicBezTo>
                      <a:pt x="4108" y="37550"/>
                      <a:pt x="4114" y="37550"/>
                      <a:pt x="4120" y="37550"/>
                    </a:cubicBezTo>
                    <a:cubicBezTo>
                      <a:pt x="4379" y="37550"/>
                      <a:pt x="4292" y="37198"/>
                      <a:pt x="4276" y="37036"/>
                    </a:cubicBezTo>
                    <a:cubicBezTo>
                      <a:pt x="4251" y="36738"/>
                      <a:pt x="4243" y="36440"/>
                      <a:pt x="4226" y="36141"/>
                    </a:cubicBezTo>
                    <a:cubicBezTo>
                      <a:pt x="4226" y="36114"/>
                      <a:pt x="4252" y="36096"/>
                      <a:pt x="4277" y="36096"/>
                    </a:cubicBezTo>
                    <a:cubicBezTo>
                      <a:pt x="4298" y="36096"/>
                      <a:pt x="4318" y="36107"/>
                      <a:pt x="4325" y="36133"/>
                    </a:cubicBezTo>
                    <a:cubicBezTo>
                      <a:pt x="4375" y="36431"/>
                      <a:pt x="4433" y="36721"/>
                      <a:pt x="4475" y="37020"/>
                    </a:cubicBezTo>
                    <a:cubicBezTo>
                      <a:pt x="4491" y="37119"/>
                      <a:pt x="4516" y="37235"/>
                      <a:pt x="4516" y="37351"/>
                    </a:cubicBezTo>
                    <a:cubicBezTo>
                      <a:pt x="4557" y="37359"/>
                      <a:pt x="4591" y="37376"/>
                      <a:pt x="4632" y="37392"/>
                    </a:cubicBezTo>
                    <a:cubicBezTo>
                      <a:pt x="4698" y="37426"/>
                      <a:pt x="4765" y="37459"/>
                      <a:pt x="4831" y="37492"/>
                    </a:cubicBezTo>
                    <a:cubicBezTo>
                      <a:pt x="4955" y="37550"/>
                      <a:pt x="5088" y="37591"/>
                      <a:pt x="5220" y="37600"/>
                    </a:cubicBezTo>
                    <a:cubicBezTo>
                      <a:pt x="5235" y="37600"/>
                      <a:pt x="5250" y="37601"/>
                      <a:pt x="5265" y="37601"/>
                    </a:cubicBezTo>
                    <a:cubicBezTo>
                      <a:pt x="5511" y="37601"/>
                      <a:pt x="5720" y="37473"/>
                      <a:pt x="5900" y="37301"/>
                    </a:cubicBezTo>
                    <a:cubicBezTo>
                      <a:pt x="5974" y="37218"/>
                      <a:pt x="6107" y="37119"/>
                      <a:pt x="6090" y="36995"/>
                    </a:cubicBezTo>
                    <a:cubicBezTo>
                      <a:pt x="6074" y="36862"/>
                      <a:pt x="5966" y="36738"/>
                      <a:pt x="5900" y="36630"/>
                    </a:cubicBezTo>
                    <a:cubicBezTo>
                      <a:pt x="5726" y="36373"/>
                      <a:pt x="5543" y="36116"/>
                      <a:pt x="5361" y="35868"/>
                    </a:cubicBezTo>
                    <a:cubicBezTo>
                      <a:pt x="5330" y="35824"/>
                      <a:pt x="5374" y="35776"/>
                      <a:pt x="5419" y="35776"/>
                    </a:cubicBezTo>
                    <a:cubicBezTo>
                      <a:pt x="5433" y="35776"/>
                      <a:pt x="5448" y="35781"/>
                      <a:pt x="5461" y="35793"/>
                    </a:cubicBezTo>
                    <a:cubicBezTo>
                      <a:pt x="5676" y="36025"/>
                      <a:pt x="5883" y="36266"/>
                      <a:pt x="6082" y="36522"/>
                    </a:cubicBezTo>
                    <a:cubicBezTo>
                      <a:pt x="6132" y="36580"/>
                      <a:pt x="6181" y="36647"/>
                      <a:pt x="6223" y="36721"/>
                    </a:cubicBezTo>
                    <a:cubicBezTo>
                      <a:pt x="6223" y="36713"/>
                      <a:pt x="6231" y="36705"/>
                      <a:pt x="6231" y="36688"/>
                    </a:cubicBezTo>
                    <a:cubicBezTo>
                      <a:pt x="6256" y="36564"/>
                      <a:pt x="6256" y="36448"/>
                      <a:pt x="6215" y="36324"/>
                    </a:cubicBezTo>
                    <a:cubicBezTo>
                      <a:pt x="6140" y="36100"/>
                      <a:pt x="5958" y="35884"/>
                      <a:pt x="5784" y="35735"/>
                    </a:cubicBezTo>
                    <a:cubicBezTo>
                      <a:pt x="5593" y="35570"/>
                      <a:pt x="5361" y="35478"/>
                      <a:pt x="5137" y="35387"/>
                    </a:cubicBezTo>
                    <a:cubicBezTo>
                      <a:pt x="5021" y="35346"/>
                      <a:pt x="4905" y="35304"/>
                      <a:pt x="4806" y="35246"/>
                    </a:cubicBezTo>
                    <a:cubicBezTo>
                      <a:pt x="4698" y="35188"/>
                      <a:pt x="4607" y="35122"/>
                      <a:pt x="4516" y="35048"/>
                    </a:cubicBezTo>
                    <a:cubicBezTo>
                      <a:pt x="4488" y="35020"/>
                      <a:pt x="4518" y="34975"/>
                      <a:pt x="4553" y="34975"/>
                    </a:cubicBezTo>
                    <a:cubicBezTo>
                      <a:pt x="4560" y="34975"/>
                      <a:pt x="4567" y="34977"/>
                      <a:pt x="4574" y="34981"/>
                    </a:cubicBezTo>
                    <a:cubicBezTo>
                      <a:pt x="4715" y="35056"/>
                      <a:pt x="4864" y="35106"/>
                      <a:pt x="5021" y="35155"/>
                    </a:cubicBezTo>
                    <a:cubicBezTo>
                      <a:pt x="4939" y="34907"/>
                      <a:pt x="5038" y="34617"/>
                      <a:pt x="5137" y="34393"/>
                    </a:cubicBezTo>
                    <a:cubicBezTo>
                      <a:pt x="5336" y="33929"/>
                      <a:pt x="5701" y="33565"/>
                      <a:pt x="5991" y="33159"/>
                    </a:cubicBezTo>
                    <a:cubicBezTo>
                      <a:pt x="6281" y="32736"/>
                      <a:pt x="6463" y="32247"/>
                      <a:pt x="6455" y="31733"/>
                    </a:cubicBezTo>
                    <a:cubicBezTo>
                      <a:pt x="6455" y="31693"/>
                      <a:pt x="6480" y="31674"/>
                      <a:pt x="6507" y="31674"/>
                    </a:cubicBezTo>
                    <a:cubicBezTo>
                      <a:pt x="6536" y="31674"/>
                      <a:pt x="6567" y="31695"/>
                      <a:pt x="6571" y="31733"/>
                    </a:cubicBezTo>
                    <a:cubicBezTo>
                      <a:pt x="6596" y="31941"/>
                      <a:pt x="6596" y="32156"/>
                      <a:pt x="6563" y="32363"/>
                    </a:cubicBezTo>
                    <a:cubicBezTo>
                      <a:pt x="6645" y="32206"/>
                      <a:pt x="6736" y="32057"/>
                      <a:pt x="6819" y="31899"/>
                    </a:cubicBezTo>
                    <a:cubicBezTo>
                      <a:pt x="6819" y="31891"/>
                      <a:pt x="6828" y="31891"/>
                      <a:pt x="6828" y="31883"/>
                    </a:cubicBezTo>
                    <a:lnTo>
                      <a:pt x="6836" y="31858"/>
                    </a:lnTo>
                    <a:cubicBezTo>
                      <a:pt x="6902" y="31576"/>
                      <a:pt x="6902" y="31269"/>
                      <a:pt x="6869" y="30979"/>
                    </a:cubicBezTo>
                    <a:cubicBezTo>
                      <a:pt x="6844" y="30673"/>
                      <a:pt x="6786" y="30366"/>
                      <a:pt x="6728" y="30068"/>
                    </a:cubicBezTo>
                    <a:cubicBezTo>
                      <a:pt x="6723" y="30033"/>
                      <a:pt x="6751" y="30010"/>
                      <a:pt x="6780" y="30010"/>
                    </a:cubicBezTo>
                    <a:cubicBezTo>
                      <a:pt x="6799" y="30010"/>
                      <a:pt x="6818" y="30020"/>
                      <a:pt x="6828" y="30043"/>
                    </a:cubicBezTo>
                    <a:cubicBezTo>
                      <a:pt x="6910" y="30308"/>
                      <a:pt x="7002" y="30573"/>
                      <a:pt x="7051" y="30855"/>
                    </a:cubicBezTo>
                    <a:cubicBezTo>
                      <a:pt x="7068" y="30938"/>
                      <a:pt x="7084" y="31021"/>
                      <a:pt x="7093" y="31112"/>
                    </a:cubicBezTo>
                    <a:cubicBezTo>
                      <a:pt x="7101" y="31062"/>
                      <a:pt x="7118" y="31021"/>
                      <a:pt x="7126" y="30971"/>
                    </a:cubicBezTo>
                    <a:cubicBezTo>
                      <a:pt x="7192" y="30582"/>
                      <a:pt x="7200" y="30167"/>
                      <a:pt x="7093" y="29778"/>
                    </a:cubicBezTo>
                    <a:cubicBezTo>
                      <a:pt x="7043" y="29596"/>
                      <a:pt x="6968" y="29414"/>
                      <a:pt x="6861" y="29248"/>
                    </a:cubicBezTo>
                    <a:cubicBezTo>
                      <a:pt x="6745" y="29074"/>
                      <a:pt x="6596" y="28925"/>
                      <a:pt x="6447" y="28776"/>
                    </a:cubicBezTo>
                    <a:cubicBezTo>
                      <a:pt x="6165" y="28486"/>
                      <a:pt x="5949" y="28104"/>
                      <a:pt x="5593" y="27897"/>
                    </a:cubicBezTo>
                    <a:cubicBezTo>
                      <a:pt x="5494" y="27831"/>
                      <a:pt x="5386" y="27781"/>
                      <a:pt x="5287" y="27723"/>
                    </a:cubicBezTo>
                    <a:lnTo>
                      <a:pt x="5287" y="27723"/>
                    </a:lnTo>
                    <a:cubicBezTo>
                      <a:pt x="5336" y="27765"/>
                      <a:pt x="5378" y="27814"/>
                      <a:pt x="5411" y="27864"/>
                    </a:cubicBezTo>
                    <a:cubicBezTo>
                      <a:pt x="5419" y="27872"/>
                      <a:pt x="5419" y="27872"/>
                      <a:pt x="5419" y="27881"/>
                    </a:cubicBezTo>
                    <a:cubicBezTo>
                      <a:pt x="5431" y="27911"/>
                      <a:pt x="5394" y="27946"/>
                      <a:pt x="5361" y="27946"/>
                    </a:cubicBezTo>
                    <a:cubicBezTo>
                      <a:pt x="5349" y="27946"/>
                      <a:pt x="5337" y="27941"/>
                      <a:pt x="5328" y="27930"/>
                    </a:cubicBezTo>
                    <a:cubicBezTo>
                      <a:pt x="5204" y="27781"/>
                      <a:pt x="5013" y="27732"/>
                      <a:pt x="4831" y="27674"/>
                    </a:cubicBezTo>
                    <a:cubicBezTo>
                      <a:pt x="4781" y="27657"/>
                      <a:pt x="4723" y="27640"/>
                      <a:pt x="4673" y="27616"/>
                    </a:cubicBezTo>
                    <a:cubicBezTo>
                      <a:pt x="4632" y="27607"/>
                      <a:pt x="4591" y="27591"/>
                      <a:pt x="4549" y="27574"/>
                    </a:cubicBezTo>
                    <a:cubicBezTo>
                      <a:pt x="4499" y="27549"/>
                      <a:pt x="4458" y="27524"/>
                      <a:pt x="4417" y="27500"/>
                    </a:cubicBezTo>
                    <a:cubicBezTo>
                      <a:pt x="4375" y="27466"/>
                      <a:pt x="4325" y="27442"/>
                      <a:pt x="4309" y="27392"/>
                    </a:cubicBezTo>
                    <a:cubicBezTo>
                      <a:pt x="4294" y="27354"/>
                      <a:pt x="4314" y="27308"/>
                      <a:pt x="4356" y="27308"/>
                    </a:cubicBezTo>
                    <a:cubicBezTo>
                      <a:pt x="4360" y="27308"/>
                      <a:pt x="4363" y="27308"/>
                      <a:pt x="4367" y="27309"/>
                    </a:cubicBezTo>
                    <a:cubicBezTo>
                      <a:pt x="4417" y="27317"/>
                      <a:pt x="4458" y="27359"/>
                      <a:pt x="4508" y="27375"/>
                    </a:cubicBezTo>
                    <a:cubicBezTo>
                      <a:pt x="4549" y="27392"/>
                      <a:pt x="4591" y="27417"/>
                      <a:pt x="4640" y="27433"/>
                    </a:cubicBezTo>
                    <a:cubicBezTo>
                      <a:pt x="4731" y="27475"/>
                      <a:pt x="4831" y="27500"/>
                      <a:pt x="4922" y="27533"/>
                    </a:cubicBezTo>
                    <a:cubicBezTo>
                      <a:pt x="4963" y="27549"/>
                      <a:pt x="4997" y="27566"/>
                      <a:pt x="5030" y="27574"/>
                    </a:cubicBezTo>
                    <a:cubicBezTo>
                      <a:pt x="4930" y="27508"/>
                      <a:pt x="4839" y="27425"/>
                      <a:pt x="4765" y="27309"/>
                    </a:cubicBezTo>
                    <a:cubicBezTo>
                      <a:pt x="4752" y="27284"/>
                      <a:pt x="4776" y="27255"/>
                      <a:pt x="4800" y="27255"/>
                    </a:cubicBezTo>
                    <a:cubicBezTo>
                      <a:pt x="4808" y="27255"/>
                      <a:pt x="4816" y="27259"/>
                      <a:pt x="4823" y="27268"/>
                    </a:cubicBezTo>
                    <a:cubicBezTo>
                      <a:pt x="4955" y="27433"/>
                      <a:pt x="5146" y="27516"/>
                      <a:pt x="5328" y="27599"/>
                    </a:cubicBezTo>
                    <a:cubicBezTo>
                      <a:pt x="5527" y="27682"/>
                      <a:pt x="5717" y="27765"/>
                      <a:pt x="5883" y="27897"/>
                    </a:cubicBezTo>
                    <a:cubicBezTo>
                      <a:pt x="6049" y="28030"/>
                      <a:pt x="6181" y="28204"/>
                      <a:pt x="6314" y="28361"/>
                    </a:cubicBezTo>
                    <a:cubicBezTo>
                      <a:pt x="6463" y="28527"/>
                      <a:pt x="6621" y="28676"/>
                      <a:pt x="6778" y="28834"/>
                    </a:cubicBezTo>
                    <a:cubicBezTo>
                      <a:pt x="7076" y="29132"/>
                      <a:pt x="7275" y="29480"/>
                      <a:pt x="7366" y="29894"/>
                    </a:cubicBezTo>
                    <a:cubicBezTo>
                      <a:pt x="7457" y="30317"/>
                      <a:pt x="7424" y="30756"/>
                      <a:pt x="7333" y="31178"/>
                    </a:cubicBezTo>
                    <a:cubicBezTo>
                      <a:pt x="7275" y="31410"/>
                      <a:pt x="7200" y="31634"/>
                      <a:pt x="7118" y="31858"/>
                    </a:cubicBezTo>
                    <a:cubicBezTo>
                      <a:pt x="7084" y="31924"/>
                      <a:pt x="7060" y="31990"/>
                      <a:pt x="7026" y="32065"/>
                    </a:cubicBezTo>
                    <a:cubicBezTo>
                      <a:pt x="7010" y="32139"/>
                      <a:pt x="6977" y="32222"/>
                      <a:pt x="6944" y="32297"/>
                    </a:cubicBezTo>
                    <a:cubicBezTo>
                      <a:pt x="6844" y="32521"/>
                      <a:pt x="6703" y="32728"/>
                      <a:pt x="6554" y="32927"/>
                    </a:cubicBezTo>
                    <a:cubicBezTo>
                      <a:pt x="6480" y="33034"/>
                      <a:pt x="6405" y="33134"/>
                      <a:pt x="6331" y="33233"/>
                    </a:cubicBezTo>
                    <a:cubicBezTo>
                      <a:pt x="6297" y="33283"/>
                      <a:pt x="6273" y="33333"/>
                      <a:pt x="6248" y="33391"/>
                    </a:cubicBezTo>
                    <a:cubicBezTo>
                      <a:pt x="6248" y="33391"/>
                      <a:pt x="6248" y="33399"/>
                      <a:pt x="6239" y="33407"/>
                    </a:cubicBezTo>
                    <a:cubicBezTo>
                      <a:pt x="6148" y="33614"/>
                      <a:pt x="6132" y="33855"/>
                      <a:pt x="6123" y="34078"/>
                    </a:cubicBezTo>
                    <a:cubicBezTo>
                      <a:pt x="6115" y="34310"/>
                      <a:pt x="6132" y="34542"/>
                      <a:pt x="6132" y="34774"/>
                    </a:cubicBezTo>
                    <a:cubicBezTo>
                      <a:pt x="6132" y="34799"/>
                      <a:pt x="6123" y="34832"/>
                      <a:pt x="6099" y="34849"/>
                    </a:cubicBezTo>
                    <a:cubicBezTo>
                      <a:pt x="6145" y="34855"/>
                      <a:pt x="6192" y="34860"/>
                      <a:pt x="6239" y="34860"/>
                    </a:cubicBezTo>
                    <a:cubicBezTo>
                      <a:pt x="6259" y="34860"/>
                      <a:pt x="6278" y="34859"/>
                      <a:pt x="6297" y="34857"/>
                    </a:cubicBezTo>
                    <a:cubicBezTo>
                      <a:pt x="6678" y="34849"/>
                      <a:pt x="7051" y="34758"/>
                      <a:pt x="7416" y="34683"/>
                    </a:cubicBezTo>
                    <a:cubicBezTo>
                      <a:pt x="7761" y="34616"/>
                      <a:pt x="8105" y="34548"/>
                      <a:pt x="8450" y="34548"/>
                    </a:cubicBezTo>
                    <a:cubicBezTo>
                      <a:pt x="8487" y="34548"/>
                      <a:pt x="8523" y="34549"/>
                      <a:pt x="8559" y="34550"/>
                    </a:cubicBezTo>
                    <a:cubicBezTo>
                      <a:pt x="8949" y="34559"/>
                      <a:pt x="9322" y="34633"/>
                      <a:pt x="9711" y="34666"/>
                    </a:cubicBezTo>
                    <a:cubicBezTo>
                      <a:pt x="9835" y="34675"/>
                      <a:pt x="9968" y="34675"/>
                      <a:pt x="10092" y="34675"/>
                    </a:cubicBezTo>
                    <a:cubicBezTo>
                      <a:pt x="10100" y="34658"/>
                      <a:pt x="10109" y="34650"/>
                      <a:pt x="10125" y="34650"/>
                    </a:cubicBezTo>
                    <a:cubicBezTo>
                      <a:pt x="10134" y="34642"/>
                      <a:pt x="10150" y="34633"/>
                      <a:pt x="10167" y="34633"/>
                    </a:cubicBezTo>
                    <a:cubicBezTo>
                      <a:pt x="10158" y="34584"/>
                      <a:pt x="10183" y="34542"/>
                      <a:pt x="10225" y="34526"/>
                    </a:cubicBezTo>
                    <a:cubicBezTo>
                      <a:pt x="10258" y="34517"/>
                      <a:pt x="10291" y="34509"/>
                      <a:pt x="10316" y="34501"/>
                    </a:cubicBezTo>
                    <a:cubicBezTo>
                      <a:pt x="10432" y="34393"/>
                      <a:pt x="10564" y="34277"/>
                      <a:pt x="10622" y="34136"/>
                    </a:cubicBezTo>
                    <a:cubicBezTo>
                      <a:pt x="10656" y="34070"/>
                      <a:pt x="10664" y="33995"/>
                      <a:pt x="10664" y="33929"/>
                    </a:cubicBezTo>
                    <a:cubicBezTo>
                      <a:pt x="10656" y="33863"/>
                      <a:pt x="10647" y="33788"/>
                      <a:pt x="10631" y="33722"/>
                    </a:cubicBezTo>
                    <a:cubicBezTo>
                      <a:pt x="10614" y="33681"/>
                      <a:pt x="10589" y="33639"/>
                      <a:pt x="10564" y="33606"/>
                    </a:cubicBezTo>
                    <a:cubicBezTo>
                      <a:pt x="10457" y="33457"/>
                      <a:pt x="10316" y="33341"/>
                      <a:pt x="10216" y="33192"/>
                    </a:cubicBezTo>
                    <a:cubicBezTo>
                      <a:pt x="10204" y="33204"/>
                      <a:pt x="10187" y="33210"/>
                      <a:pt x="10171" y="33210"/>
                    </a:cubicBezTo>
                    <a:cubicBezTo>
                      <a:pt x="10154" y="33210"/>
                      <a:pt x="10138" y="33204"/>
                      <a:pt x="10125" y="33192"/>
                    </a:cubicBezTo>
                    <a:cubicBezTo>
                      <a:pt x="10009" y="33092"/>
                      <a:pt x="9943" y="32943"/>
                      <a:pt x="9877" y="32811"/>
                    </a:cubicBezTo>
                    <a:cubicBezTo>
                      <a:pt x="9810" y="32678"/>
                      <a:pt x="9744" y="32545"/>
                      <a:pt x="9686" y="32413"/>
                    </a:cubicBezTo>
                    <a:cubicBezTo>
                      <a:pt x="9562" y="32164"/>
                      <a:pt x="9429" y="31907"/>
                      <a:pt x="9338" y="31642"/>
                    </a:cubicBezTo>
                    <a:cubicBezTo>
                      <a:pt x="9330" y="31609"/>
                      <a:pt x="9322" y="31576"/>
                      <a:pt x="9313" y="31543"/>
                    </a:cubicBezTo>
                    <a:cubicBezTo>
                      <a:pt x="9131" y="31377"/>
                      <a:pt x="9007" y="31153"/>
                      <a:pt x="8907" y="30938"/>
                    </a:cubicBezTo>
                    <a:cubicBezTo>
                      <a:pt x="8783" y="30673"/>
                      <a:pt x="8684" y="30391"/>
                      <a:pt x="8617" y="30101"/>
                    </a:cubicBezTo>
                    <a:cubicBezTo>
                      <a:pt x="8606" y="30117"/>
                      <a:pt x="8588" y="30125"/>
                      <a:pt x="8571" y="30125"/>
                    </a:cubicBezTo>
                    <a:cubicBezTo>
                      <a:pt x="8551" y="30125"/>
                      <a:pt x="8531" y="30115"/>
                      <a:pt x="8518" y="30093"/>
                    </a:cubicBezTo>
                    <a:cubicBezTo>
                      <a:pt x="8443" y="29977"/>
                      <a:pt x="8402" y="29828"/>
                      <a:pt x="8377" y="29687"/>
                    </a:cubicBezTo>
                    <a:cubicBezTo>
                      <a:pt x="8344" y="29538"/>
                      <a:pt x="8327" y="29389"/>
                      <a:pt x="8311" y="29240"/>
                    </a:cubicBezTo>
                    <a:cubicBezTo>
                      <a:pt x="8278" y="28941"/>
                      <a:pt x="8269" y="28635"/>
                      <a:pt x="8261" y="28328"/>
                    </a:cubicBezTo>
                    <a:cubicBezTo>
                      <a:pt x="8261" y="28278"/>
                      <a:pt x="8261" y="28220"/>
                      <a:pt x="8253" y="28171"/>
                    </a:cubicBezTo>
                    <a:cubicBezTo>
                      <a:pt x="8170" y="27988"/>
                      <a:pt x="8104" y="27806"/>
                      <a:pt x="8046" y="27624"/>
                    </a:cubicBezTo>
                    <a:cubicBezTo>
                      <a:pt x="7847" y="27060"/>
                      <a:pt x="7731" y="26464"/>
                      <a:pt x="7689" y="25876"/>
                    </a:cubicBezTo>
                    <a:cubicBezTo>
                      <a:pt x="7673" y="25577"/>
                      <a:pt x="7673" y="25271"/>
                      <a:pt x="7698" y="24972"/>
                    </a:cubicBezTo>
                    <a:cubicBezTo>
                      <a:pt x="7714" y="24674"/>
                      <a:pt x="7772" y="24393"/>
                      <a:pt x="7838" y="24103"/>
                    </a:cubicBezTo>
                    <a:cubicBezTo>
                      <a:pt x="7842" y="24084"/>
                      <a:pt x="7861" y="24075"/>
                      <a:pt x="7880" y="24075"/>
                    </a:cubicBezTo>
                    <a:cubicBezTo>
                      <a:pt x="7903" y="24075"/>
                      <a:pt x="7926" y="24088"/>
                      <a:pt x="7921" y="24111"/>
                    </a:cubicBezTo>
                    <a:cubicBezTo>
                      <a:pt x="7880" y="24442"/>
                      <a:pt x="7872" y="24774"/>
                      <a:pt x="7863" y="25097"/>
                    </a:cubicBezTo>
                    <a:cubicBezTo>
                      <a:pt x="7855" y="25677"/>
                      <a:pt x="7913" y="26257"/>
                      <a:pt x="8037" y="26812"/>
                    </a:cubicBezTo>
                    <a:cubicBezTo>
                      <a:pt x="8095" y="27060"/>
                      <a:pt x="8162" y="27309"/>
                      <a:pt x="8244" y="27549"/>
                    </a:cubicBezTo>
                    <a:cubicBezTo>
                      <a:pt x="8244" y="27176"/>
                      <a:pt x="8244" y="26804"/>
                      <a:pt x="8236" y="26431"/>
                    </a:cubicBezTo>
                    <a:cubicBezTo>
                      <a:pt x="8236" y="26398"/>
                      <a:pt x="8261" y="26381"/>
                      <a:pt x="8287" y="26381"/>
                    </a:cubicBezTo>
                    <a:cubicBezTo>
                      <a:pt x="8313" y="26381"/>
                      <a:pt x="8340" y="26398"/>
                      <a:pt x="8344" y="26431"/>
                    </a:cubicBezTo>
                    <a:cubicBezTo>
                      <a:pt x="8394" y="27027"/>
                      <a:pt x="8460" y="27624"/>
                      <a:pt x="8493" y="28220"/>
                    </a:cubicBezTo>
                    <a:cubicBezTo>
                      <a:pt x="8518" y="28295"/>
                      <a:pt x="8543" y="28370"/>
                      <a:pt x="8559" y="28444"/>
                    </a:cubicBezTo>
                    <a:cubicBezTo>
                      <a:pt x="8576" y="28328"/>
                      <a:pt x="8576" y="28204"/>
                      <a:pt x="8559" y="28088"/>
                    </a:cubicBezTo>
                    <a:cubicBezTo>
                      <a:pt x="8554" y="28052"/>
                      <a:pt x="8583" y="28026"/>
                      <a:pt x="8610" y="28026"/>
                    </a:cubicBezTo>
                    <a:cubicBezTo>
                      <a:pt x="8627" y="28026"/>
                      <a:pt x="8644" y="28037"/>
                      <a:pt x="8650" y="28063"/>
                    </a:cubicBezTo>
                    <a:cubicBezTo>
                      <a:pt x="8725" y="28345"/>
                      <a:pt x="8725" y="28618"/>
                      <a:pt x="8725" y="28908"/>
                    </a:cubicBezTo>
                    <a:cubicBezTo>
                      <a:pt x="8717" y="29364"/>
                      <a:pt x="8783" y="29828"/>
                      <a:pt x="8916" y="30275"/>
                    </a:cubicBezTo>
                    <a:cubicBezTo>
                      <a:pt x="8982" y="30491"/>
                      <a:pt x="9073" y="30706"/>
                      <a:pt x="9164" y="30913"/>
                    </a:cubicBezTo>
                    <a:cubicBezTo>
                      <a:pt x="9197" y="30971"/>
                      <a:pt x="9222" y="31021"/>
                      <a:pt x="9247" y="31079"/>
                    </a:cubicBezTo>
                    <a:cubicBezTo>
                      <a:pt x="9239" y="30714"/>
                      <a:pt x="9313" y="30350"/>
                      <a:pt x="9388" y="29993"/>
                    </a:cubicBezTo>
                    <a:cubicBezTo>
                      <a:pt x="9392" y="29971"/>
                      <a:pt x="9411" y="29960"/>
                      <a:pt x="9431" y="29960"/>
                    </a:cubicBezTo>
                    <a:cubicBezTo>
                      <a:pt x="9455" y="29960"/>
                      <a:pt x="9479" y="29975"/>
                      <a:pt x="9479" y="30002"/>
                    </a:cubicBezTo>
                    <a:cubicBezTo>
                      <a:pt x="9429" y="30532"/>
                      <a:pt x="9380" y="31095"/>
                      <a:pt x="9570" y="31609"/>
                    </a:cubicBezTo>
                    <a:cubicBezTo>
                      <a:pt x="9661" y="31866"/>
                      <a:pt x="9802" y="32106"/>
                      <a:pt x="9918" y="32355"/>
                    </a:cubicBezTo>
                    <a:cubicBezTo>
                      <a:pt x="9976" y="32463"/>
                      <a:pt x="10026" y="32579"/>
                      <a:pt x="10084" y="32686"/>
                    </a:cubicBezTo>
                    <a:cubicBezTo>
                      <a:pt x="10084" y="32603"/>
                      <a:pt x="10092" y="32512"/>
                      <a:pt x="10100" y="32429"/>
                    </a:cubicBezTo>
                    <a:cubicBezTo>
                      <a:pt x="10108" y="32400"/>
                      <a:pt x="10131" y="32386"/>
                      <a:pt x="10153" y="32386"/>
                    </a:cubicBezTo>
                    <a:cubicBezTo>
                      <a:pt x="10181" y="32386"/>
                      <a:pt x="10208" y="32406"/>
                      <a:pt x="10208" y="32438"/>
                    </a:cubicBezTo>
                    <a:cubicBezTo>
                      <a:pt x="10200" y="32661"/>
                      <a:pt x="10250" y="32902"/>
                      <a:pt x="10390" y="33076"/>
                    </a:cubicBezTo>
                    <a:cubicBezTo>
                      <a:pt x="10473" y="33167"/>
                      <a:pt x="10564" y="33250"/>
                      <a:pt x="10647" y="33341"/>
                    </a:cubicBezTo>
                    <a:cubicBezTo>
                      <a:pt x="10722" y="33415"/>
                      <a:pt x="10788" y="33507"/>
                      <a:pt x="10838" y="33598"/>
                    </a:cubicBezTo>
                    <a:cubicBezTo>
                      <a:pt x="10946" y="33780"/>
                      <a:pt x="11004" y="33979"/>
                      <a:pt x="11037" y="34186"/>
                    </a:cubicBezTo>
                    <a:cubicBezTo>
                      <a:pt x="11045" y="34194"/>
                      <a:pt x="11062" y="34211"/>
                      <a:pt x="11053" y="34227"/>
                    </a:cubicBezTo>
                    <a:cubicBezTo>
                      <a:pt x="11053" y="34244"/>
                      <a:pt x="11045" y="34252"/>
                      <a:pt x="11045" y="34269"/>
                    </a:cubicBezTo>
                    <a:cubicBezTo>
                      <a:pt x="11053" y="34393"/>
                      <a:pt x="11062" y="34542"/>
                      <a:pt x="11012" y="34666"/>
                    </a:cubicBezTo>
                    <a:cubicBezTo>
                      <a:pt x="11037" y="34932"/>
                      <a:pt x="11120" y="35197"/>
                      <a:pt x="11227" y="35429"/>
                    </a:cubicBezTo>
                    <a:cubicBezTo>
                      <a:pt x="11318" y="35619"/>
                      <a:pt x="11426" y="35802"/>
                      <a:pt x="11534" y="35976"/>
                    </a:cubicBezTo>
                    <a:cubicBezTo>
                      <a:pt x="11584" y="36067"/>
                      <a:pt x="11633" y="36166"/>
                      <a:pt x="11683" y="36257"/>
                    </a:cubicBezTo>
                    <a:cubicBezTo>
                      <a:pt x="11724" y="36348"/>
                      <a:pt x="11782" y="36448"/>
                      <a:pt x="11799" y="36556"/>
                    </a:cubicBezTo>
                    <a:cubicBezTo>
                      <a:pt x="11805" y="36586"/>
                      <a:pt x="11785" y="36607"/>
                      <a:pt x="11761" y="36607"/>
                    </a:cubicBezTo>
                    <a:cubicBezTo>
                      <a:pt x="11752" y="36607"/>
                      <a:pt x="11742" y="36604"/>
                      <a:pt x="11733" y="36597"/>
                    </a:cubicBezTo>
                    <a:lnTo>
                      <a:pt x="11733" y="36597"/>
                    </a:lnTo>
                    <a:cubicBezTo>
                      <a:pt x="11774" y="36771"/>
                      <a:pt x="11807" y="36945"/>
                      <a:pt x="11832" y="37127"/>
                    </a:cubicBezTo>
                    <a:cubicBezTo>
                      <a:pt x="11882" y="37450"/>
                      <a:pt x="11865" y="37765"/>
                      <a:pt x="11865" y="38088"/>
                    </a:cubicBezTo>
                    <a:cubicBezTo>
                      <a:pt x="11865" y="38354"/>
                      <a:pt x="11915" y="38660"/>
                      <a:pt x="12155" y="38818"/>
                    </a:cubicBezTo>
                    <a:cubicBezTo>
                      <a:pt x="12271" y="38892"/>
                      <a:pt x="12412" y="38934"/>
                      <a:pt x="12553" y="38975"/>
                    </a:cubicBezTo>
                    <a:cubicBezTo>
                      <a:pt x="12661" y="39016"/>
                      <a:pt x="12785" y="39050"/>
                      <a:pt x="12893" y="39108"/>
                    </a:cubicBezTo>
                    <a:cubicBezTo>
                      <a:pt x="12926" y="39116"/>
                      <a:pt x="12959" y="39124"/>
                      <a:pt x="12992" y="39124"/>
                    </a:cubicBezTo>
                    <a:cubicBezTo>
                      <a:pt x="13009" y="39126"/>
                      <a:pt x="13027" y="39126"/>
                      <a:pt x="13043" y="39126"/>
                    </a:cubicBezTo>
                    <a:cubicBezTo>
                      <a:pt x="13115" y="39126"/>
                      <a:pt x="13182" y="39114"/>
                      <a:pt x="13249" y="39108"/>
                    </a:cubicBezTo>
                    <a:cubicBezTo>
                      <a:pt x="13307" y="39100"/>
                      <a:pt x="13364" y="39094"/>
                      <a:pt x="13421" y="39094"/>
                    </a:cubicBezTo>
                    <a:cubicBezTo>
                      <a:pt x="13543" y="39094"/>
                      <a:pt x="13661" y="39119"/>
                      <a:pt x="13763" y="39199"/>
                    </a:cubicBezTo>
                    <a:cubicBezTo>
                      <a:pt x="13771" y="39199"/>
                      <a:pt x="13771" y="39199"/>
                      <a:pt x="13779" y="39207"/>
                    </a:cubicBezTo>
                    <a:cubicBezTo>
                      <a:pt x="13796" y="39215"/>
                      <a:pt x="13812" y="39215"/>
                      <a:pt x="13837" y="39224"/>
                    </a:cubicBezTo>
                    <a:cubicBezTo>
                      <a:pt x="13879" y="39248"/>
                      <a:pt x="13912" y="39265"/>
                      <a:pt x="13953" y="39273"/>
                    </a:cubicBezTo>
                    <a:cubicBezTo>
                      <a:pt x="14044" y="39298"/>
                      <a:pt x="14135" y="39306"/>
                      <a:pt x="14227" y="39306"/>
                    </a:cubicBezTo>
                    <a:cubicBezTo>
                      <a:pt x="14309" y="39298"/>
                      <a:pt x="14401" y="39282"/>
                      <a:pt x="14475" y="39240"/>
                    </a:cubicBezTo>
                    <a:cubicBezTo>
                      <a:pt x="14541" y="39207"/>
                      <a:pt x="14657" y="39149"/>
                      <a:pt x="14682" y="39074"/>
                    </a:cubicBezTo>
                    <a:cubicBezTo>
                      <a:pt x="14707" y="38992"/>
                      <a:pt x="14583" y="38876"/>
                      <a:pt x="14533" y="38818"/>
                    </a:cubicBezTo>
                    <a:cubicBezTo>
                      <a:pt x="14459" y="38710"/>
                      <a:pt x="14376" y="38610"/>
                      <a:pt x="14293" y="38503"/>
                    </a:cubicBezTo>
                    <a:cubicBezTo>
                      <a:pt x="14135" y="38296"/>
                      <a:pt x="13986" y="38080"/>
                      <a:pt x="13862" y="37856"/>
                    </a:cubicBezTo>
                    <a:cubicBezTo>
                      <a:pt x="13837" y="37819"/>
                      <a:pt x="13868" y="37786"/>
                      <a:pt x="13903" y="37786"/>
                    </a:cubicBezTo>
                    <a:cubicBezTo>
                      <a:pt x="13914" y="37786"/>
                      <a:pt x="13926" y="37790"/>
                      <a:pt x="13937" y="37798"/>
                    </a:cubicBezTo>
                    <a:cubicBezTo>
                      <a:pt x="14135" y="37989"/>
                      <a:pt x="14326" y="38196"/>
                      <a:pt x="14500" y="38420"/>
                    </a:cubicBezTo>
                    <a:cubicBezTo>
                      <a:pt x="14575" y="38511"/>
                      <a:pt x="14649" y="38602"/>
                      <a:pt x="14732" y="38702"/>
                    </a:cubicBezTo>
                    <a:cubicBezTo>
                      <a:pt x="14798" y="38784"/>
                      <a:pt x="14873" y="38859"/>
                      <a:pt x="14906" y="38967"/>
                    </a:cubicBezTo>
                    <a:cubicBezTo>
                      <a:pt x="14906" y="38983"/>
                      <a:pt x="14914" y="39008"/>
                      <a:pt x="14914" y="39025"/>
                    </a:cubicBezTo>
                    <a:cubicBezTo>
                      <a:pt x="14947" y="39016"/>
                      <a:pt x="14981" y="39008"/>
                      <a:pt x="15014" y="39008"/>
                    </a:cubicBezTo>
                    <a:cubicBezTo>
                      <a:pt x="15105" y="38983"/>
                      <a:pt x="15204" y="38967"/>
                      <a:pt x="15295" y="38925"/>
                    </a:cubicBezTo>
                    <a:cubicBezTo>
                      <a:pt x="15461" y="38851"/>
                      <a:pt x="15362" y="38619"/>
                      <a:pt x="15287" y="38503"/>
                    </a:cubicBezTo>
                    <a:cubicBezTo>
                      <a:pt x="15188" y="38337"/>
                      <a:pt x="15039" y="38188"/>
                      <a:pt x="14906" y="38055"/>
                    </a:cubicBezTo>
                    <a:cubicBezTo>
                      <a:pt x="14765" y="37931"/>
                      <a:pt x="14624" y="37815"/>
                      <a:pt x="14541" y="37641"/>
                    </a:cubicBezTo>
                    <a:cubicBezTo>
                      <a:pt x="14519" y="37591"/>
                      <a:pt x="14553" y="37552"/>
                      <a:pt x="14593" y="37552"/>
                    </a:cubicBezTo>
                    <a:cubicBezTo>
                      <a:pt x="14612" y="37552"/>
                      <a:pt x="14633" y="37561"/>
                      <a:pt x="14649" y="37583"/>
                    </a:cubicBezTo>
                    <a:cubicBezTo>
                      <a:pt x="14715" y="37666"/>
                      <a:pt x="14823" y="37724"/>
                      <a:pt x="14906" y="37790"/>
                    </a:cubicBezTo>
                    <a:cubicBezTo>
                      <a:pt x="14997" y="37865"/>
                      <a:pt x="15088" y="37939"/>
                      <a:pt x="15171" y="38022"/>
                    </a:cubicBezTo>
                    <a:cubicBezTo>
                      <a:pt x="15337" y="38180"/>
                      <a:pt x="15494" y="38354"/>
                      <a:pt x="15577" y="38569"/>
                    </a:cubicBezTo>
                    <a:cubicBezTo>
                      <a:pt x="15585" y="38586"/>
                      <a:pt x="15585" y="38602"/>
                      <a:pt x="15594" y="38619"/>
                    </a:cubicBezTo>
                    <a:cubicBezTo>
                      <a:pt x="15660" y="38511"/>
                      <a:pt x="15726" y="38403"/>
                      <a:pt x="15726" y="38262"/>
                    </a:cubicBezTo>
                    <a:cubicBezTo>
                      <a:pt x="15726" y="38039"/>
                      <a:pt x="15594" y="37840"/>
                      <a:pt x="15445" y="37691"/>
                    </a:cubicBezTo>
                    <a:cubicBezTo>
                      <a:pt x="15295" y="37542"/>
                      <a:pt x="15113" y="37417"/>
                      <a:pt x="14947" y="37285"/>
                    </a:cubicBezTo>
                    <a:cubicBezTo>
                      <a:pt x="14798" y="37160"/>
                      <a:pt x="14657" y="37020"/>
                      <a:pt x="14533" y="36879"/>
                    </a:cubicBezTo>
                    <a:cubicBezTo>
                      <a:pt x="14276" y="36597"/>
                      <a:pt x="14061" y="36282"/>
                      <a:pt x="13887" y="35942"/>
                    </a:cubicBezTo>
                    <a:cubicBezTo>
                      <a:pt x="13713" y="35603"/>
                      <a:pt x="13572" y="35238"/>
                      <a:pt x="13464" y="34874"/>
                    </a:cubicBezTo>
                    <a:cubicBezTo>
                      <a:pt x="13406" y="34658"/>
                      <a:pt x="13357" y="34435"/>
                      <a:pt x="13323" y="34203"/>
                    </a:cubicBezTo>
                    <a:cubicBezTo>
                      <a:pt x="13307" y="34194"/>
                      <a:pt x="13299" y="34186"/>
                      <a:pt x="13299" y="34169"/>
                    </a:cubicBezTo>
                    <a:cubicBezTo>
                      <a:pt x="13299" y="34120"/>
                      <a:pt x="13299" y="34070"/>
                      <a:pt x="13299" y="34012"/>
                    </a:cubicBezTo>
                    <a:cubicBezTo>
                      <a:pt x="13282" y="33913"/>
                      <a:pt x="13282" y="33813"/>
                      <a:pt x="13282" y="33714"/>
                    </a:cubicBezTo>
                    <a:cubicBezTo>
                      <a:pt x="13282" y="33697"/>
                      <a:pt x="13290" y="33681"/>
                      <a:pt x="13307" y="33672"/>
                    </a:cubicBezTo>
                    <a:cubicBezTo>
                      <a:pt x="13315" y="33523"/>
                      <a:pt x="13323" y="33374"/>
                      <a:pt x="13323" y="33225"/>
                    </a:cubicBezTo>
                    <a:cubicBezTo>
                      <a:pt x="13323" y="32918"/>
                      <a:pt x="13307" y="32612"/>
                      <a:pt x="13232" y="32313"/>
                    </a:cubicBezTo>
                    <a:cubicBezTo>
                      <a:pt x="13158" y="31999"/>
                      <a:pt x="13009" y="31692"/>
                      <a:pt x="12901" y="31369"/>
                    </a:cubicBezTo>
                    <a:cubicBezTo>
                      <a:pt x="12826" y="31162"/>
                      <a:pt x="12768" y="30946"/>
                      <a:pt x="12768" y="30723"/>
                    </a:cubicBezTo>
                    <a:cubicBezTo>
                      <a:pt x="12760" y="30714"/>
                      <a:pt x="12760" y="30698"/>
                      <a:pt x="12760" y="30689"/>
                    </a:cubicBezTo>
                    <a:cubicBezTo>
                      <a:pt x="12702" y="30466"/>
                      <a:pt x="12652" y="30234"/>
                      <a:pt x="12603" y="30010"/>
                    </a:cubicBezTo>
                    <a:cubicBezTo>
                      <a:pt x="12487" y="29438"/>
                      <a:pt x="12404" y="28858"/>
                      <a:pt x="12337" y="28270"/>
                    </a:cubicBezTo>
                    <a:cubicBezTo>
                      <a:pt x="12313" y="28030"/>
                      <a:pt x="12296" y="27790"/>
                      <a:pt x="12279" y="27549"/>
                    </a:cubicBezTo>
                    <a:cubicBezTo>
                      <a:pt x="12255" y="27127"/>
                      <a:pt x="12238" y="26704"/>
                      <a:pt x="12238" y="26282"/>
                    </a:cubicBezTo>
                    <a:cubicBezTo>
                      <a:pt x="12238" y="25867"/>
                      <a:pt x="12230" y="25453"/>
                      <a:pt x="12313" y="25039"/>
                    </a:cubicBezTo>
                    <a:cubicBezTo>
                      <a:pt x="12316" y="25018"/>
                      <a:pt x="12330" y="25009"/>
                      <a:pt x="12345" y="25009"/>
                    </a:cubicBezTo>
                    <a:cubicBezTo>
                      <a:pt x="12366" y="25009"/>
                      <a:pt x="12391" y="25026"/>
                      <a:pt x="12395" y="25055"/>
                    </a:cubicBezTo>
                    <a:cubicBezTo>
                      <a:pt x="12429" y="25519"/>
                      <a:pt x="12404" y="25983"/>
                      <a:pt x="12412" y="26456"/>
                    </a:cubicBezTo>
                    <a:cubicBezTo>
                      <a:pt x="12420" y="27069"/>
                      <a:pt x="12470" y="27690"/>
                      <a:pt x="12536" y="28303"/>
                    </a:cubicBezTo>
                    <a:cubicBezTo>
                      <a:pt x="12561" y="28510"/>
                      <a:pt x="12586" y="28709"/>
                      <a:pt x="12611" y="28908"/>
                    </a:cubicBezTo>
                    <a:cubicBezTo>
                      <a:pt x="12669" y="29322"/>
                      <a:pt x="12735" y="29728"/>
                      <a:pt x="12818" y="30143"/>
                    </a:cubicBezTo>
                    <a:cubicBezTo>
                      <a:pt x="12859" y="30341"/>
                      <a:pt x="12901" y="30540"/>
                      <a:pt x="12942" y="30739"/>
                    </a:cubicBezTo>
                    <a:cubicBezTo>
                      <a:pt x="12967" y="30847"/>
                      <a:pt x="12992" y="30955"/>
                      <a:pt x="13017" y="31062"/>
                    </a:cubicBezTo>
                    <a:cubicBezTo>
                      <a:pt x="13025" y="31112"/>
                      <a:pt x="13033" y="31162"/>
                      <a:pt x="13033" y="31211"/>
                    </a:cubicBezTo>
                    <a:cubicBezTo>
                      <a:pt x="13050" y="31253"/>
                      <a:pt x="13067" y="31294"/>
                      <a:pt x="13083" y="31327"/>
                    </a:cubicBezTo>
                    <a:cubicBezTo>
                      <a:pt x="13091" y="31336"/>
                      <a:pt x="13091" y="31344"/>
                      <a:pt x="13100" y="31352"/>
                    </a:cubicBezTo>
                    <a:cubicBezTo>
                      <a:pt x="13100" y="31344"/>
                      <a:pt x="13100" y="31327"/>
                      <a:pt x="13100" y="31319"/>
                    </a:cubicBezTo>
                    <a:lnTo>
                      <a:pt x="13100" y="31303"/>
                    </a:lnTo>
                    <a:cubicBezTo>
                      <a:pt x="13025" y="31245"/>
                      <a:pt x="13033" y="31137"/>
                      <a:pt x="13033" y="31046"/>
                    </a:cubicBezTo>
                    <a:cubicBezTo>
                      <a:pt x="13042" y="30946"/>
                      <a:pt x="13058" y="30839"/>
                      <a:pt x="13091" y="30739"/>
                    </a:cubicBezTo>
                    <a:cubicBezTo>
                      <a:pt x="13149" y="30540"/>
                      <a:pt x="13249" y="30350"/>
                      <a:pt x="13348" y="30167"/>
                    </a:cubicBezTo>
                    <a:cubicBezTo>
                      <a:pt x="13531" y="29828"/>
                      <a:pt x="13754" y="29397"/>
                      <a:pt x="13572" y="29016"/>
                    </a:cubicBezTo>
                    <a:cubicBezTo>
                      <a:pt x="13555" y="28976"/>
                      <a:pt x="13585" y="28944"/>
                      <a:pt x="13616" y="28944"/>
                    </a:cubicBezTo>
                    <a:cubicBezTo>
                      <a:pt x="13630" y="28944"/>
                      <a:pt x="13645" y="28951"/>
                      <a:pt x="13655" y="28966"/>
                    </a:cubicBezTo>
                    <a:cubicBezTo>
                      <a:pt x="13738" y="29090"/>
                      <a:pt x="13771" y="29231"/>
                      <a:pt x="13779" y="29364"/>
                    </a:cubicBezTo>
                    <a:cubicBezTo>
                      <a:pt x="13829" y="29190"/>
                      <a:pt x="13821" y="29008"/>
                      <a:pt x="13796" y="28817"/>
                    </a:cubicBezTo>
                    <a:cubicBezTo>
                      <a:pt x="13763" y="28560"/>
                      <a:pt x="13729" y="28295"/>
                      <a:pt x="13713" y="28030"/>
                    </a:cubicBezTo>
                    <a:cubicBezTo>
                      <a:pt x="13705" y="27922"/>
                      <a:pt x="13696" y="27806"/>
                      <a:pt x="13696" y="27698"/>
                    </a:cubicBezTo>
                    <a:cubicBezTo>
                      <a:pt x="13680" y="27740"/>
                      <a:pt x="13655" y="27781"/>
                      <a:pt x="13638" y="27831"/>
                    </a:cubicBezTo>
                    <a:cubicBezTo>
                      <a:pt x="13632" y="27851"/>
                      <a:pt x="13614" y="27860"/>
                      <a:pt x="13596" y="27860"/>
                    </a:cubicBezTo>
                    <a:cubicBezTo>
                      <a:pt x="13571" y="27860"/>
                      <a:pt x="13546" y="27841"/>
                      <a:pt x="13555" y="27806"/>
                    </a:cubicBezTo>
                    <a:cubicBezTo>
                      <a:pt x="13622" y="27566"/>
                      <a:pt x="13696" y="27317"/>
                      <a:pt x="13779" y="27085"/>
                    </a:cubicBezTo>
                    <a:cubicBezTo>
                      <a:pt x="13821" y="26961"/>
                      <a:pt x="13862" y="26828"/>
                      <a:pt x="13903" y="26704"/>
                    </a:cubicBezTo>
                    <a:cubicBezTo>
                      <a:pt x="13937" y="26613"/>
                      <a:pt x="13970" y="26522"/>
                      <a:pt x="13995" y="26422"/>
                    </a:cubicBezTo>
                    <a:cubicBezTo>
                      <a:pt x="13995" y="26414"/>
                      <a:pt x="14003" y="26398"/>
                      <a:pt x="14003" y="26389"/>
                    </a:cubicBezTo>
                    <a:cubicBezTo>
                      <a:pt x="14144" y="25917"/>
                      <a:pt x="14193" y="25436"/>
                      <a:pt x="14185" y="24948"/>
                    </a:cubicBezTo>
                    <a:cubicBezTo>
                      <a:pt x="14185" y="24915"/>
                      <a:pt x="14208" y="24898"/>
                      <a:pt x="14232" y="24898"/>
                    </a:cubicBezTo>
                    <a:cubicBezTo>
                      <a:pt x="14250" y="24898"/>
                      <a:pt x="14269" y="24909"/>
                      <a:pt x="14276" y="24931"/>
                    </a:cubicBezTo>
                    <a:cubicBezTo>
                      <a:pt x="14417" y="25412"/>
                      <a:pt x="14318" y="25925"/>
                      <a:pt x="14185" y="26398"/>
                    </a:cubicBezTo>
                    <a:cubicBezTo>
                      <a:pt x="14177" y="26447"/>
                      <a:pt x="14160" y="26497"/>
                      <a:pt x="14144" y="26547"/>
                    </a:cubicBezTo>
                    <a:cubicBezTo>
                      <a:pt x="14177" y="26505"/>
                      <a:pt x="14210" y="26464"/>
                      <a:pt x="14243" y="26414"/>
                    </a:cubicBezTo>
                    <a:cubicBezTo>
                      <a:pt x="14326" y="26306"/>
                      <a:pt x="14401" y="26199"/>
                      <a:pt x="14467" y="26083"/>
                    </a:cubicBezTo>
                    <a:cubicBezTo>
                      <a:pt x="14608" y="25842"/>
                      <a:pt x="14724" y="25594"/>
                      <a:pt x="14807" y="25337"/>
                    </a:cubicBezTo>
                    <a:cubicBezTo>
                      <a:pt x="14906" y="25047"/>
                      <a:pt x="14972" y="24740"/>
                      <a:pt x="15014" y="24434"/>
                    </a:cubicBezTo>
                    <a:cubicBezTo>
                      <a:pt x="15030" y="24285"/>
                      <a:pt x="15047" y="24136"/>
                      <a:pt x="15055" y="23987"/>
                    </a:cubicBezTo>
                    <a:cubicBezTo>
                      <a:pt x="15063" y="23912"/>
                      <a:pt x="15063" y="23829"/>
                      <a:pt x="15072" y="23755"/>
                    </a:cubicBezTo>
                    <a:cubicBezTo>
                      <a:pt x="15072" y="23688"/>
                      <a:pt x="15080" y="23622"/>
                      <a:pt x="15097" y="23556"/>
                    </a:cubicBezTo>
                    <a:cubicBezTo>
                      <a:pt x="15097" y="23547"/>
                      <a:pt x="15105" y="23539"/>
                      <a:pt x="15105" y="23531"/>
                    </a:cubicBezTo>
                    <a:cubicBezTo>
                      <a:pt x="15109" y="23506"/>
                      <a:pt x="15130" y="23494"/>
                      <a:pt x="15151" y="23494"/>
                    </a:cubicBezTo>
                    <a:cubicBezTo>
                      <a:pt x="15173" y="23494"/>
                      <a:pt x="15196" y="23506"/>
                      <a:pt x="15204" y="23531"/>
                    </a:cubicBezTo>
                    <a:cubicBezTo>
                      <a:pt x="15246" y="23663"/>
                      <a:pt x="15229" y="23821"/>
                      <a:pt x="15229" y="23962"/>
                    </a:cubicBezTo>
                    <a:cubicBezTo>
                      <a:pt x="15221" y="24094"/>
                      <a:pt x="15213" y="24235"/>
                      <a:pt x="15204" y="24376"/>
                    </a:cubicBezTo>
                    <a:lnTo>
                      <a:pt x="15196" y="24426"/>
                    </a:lnTo>
                    <a:cubicBezTo>
                      <a:pt x="15221" y="24368"/>
                      <a:pt x="15246" y="24301"/>
                      <a:pt x="15262" y="24243"/>
                    </a:cubicBezTo>
                    <a:cubicBezTo>
                      <a:pt x="15362" y="23962"/>
                      <a:pt x="15387" y="23680"/>
                      <a:pt x="15362" y="23390"/>
                    </a:cubicBezTo>
                    <a:cubicBezTo>
                      <a:pt x="15345" y="23083"/>
                      <a:pt x="15287" y="22785"/>
                      <a:pt x="15246" y="22495"/>
                    </a:cubicBezTo>
                    <a:cubicBezTo>
                      <a:pt x="15221" y="22338"/>
                      <a:pt x="15196" y="22189"/>
                      <a:pt x="15171" y="22031"/>
                    </a:cubicBezTo>
                    <a:cubicBezTo>
                      <a:pt x="15155" y="21890"/>
                      <a:pt x="15130" y="21733"/>
                      <a:pt x="15146" y="21584"/>
                    </a:cubicBezTo>
                    <a:cubicBezTo>
                      <a:pt x="15151" y="21561"/>
                      <a:pt x="15175" y="21548"/>
                      <a:pt x="15199" y="21548"/>
                    </a:cubicBezTo>
                    <a:cubicBezTo>
                      <a:pt x="15219" y="21548"/>
                      <a:pt x="15238" y="21557"/>
                      <a:pt x="15246" y="21575"/>
                    </a:cubicBezTo>
                    <a:cubicBezTo>
                      <a:pt x="15320" y="21716"/>
                      <a:pt x="15337" y="21882"/>
                      <a:pt x="15362" y="22039"/>
                    </a:cubicBezTo>
                    <a:lnTo>
                      <a:pt x="15370" y="22106"/>
                    </a:lnTo>
                    <a:cubicBezTo>
                      <a:pt x="15370" y="21990"/>
                      <a:pt x="15378" y="21874"/>
                      <a:pt x="15378" y="21758"/>
                    </a:cubicBezTo>
                    <a:cubicBezTo>
                      <a:pt x="15387" y="21575"/>
                      <a:pt x="15395" y="21393"/>
                      <a:pt x="15403" y="21211"/>
                    </a:cubicBezTo>
                    <a:cubicBezTo>
                      <a:pt x="15411" y="21120"/>
                      <a:pt x="15420" y="21029"/>
                      <a:pt x="15436" y="20946"/>
                    </a:cubicBezTo>
                    <a:cubicBezTo>
                      <a:pt x="15445" y="20913"/>
                      <a:pt x="15445" y="20871"/>
                      <a:pt x="15453" y="20838"/>
                    </a:cubicBezTo>
                    <a:cubicBezTo>
                      <a:pt x="15461" y="20813"/>
                      <a:pt x="15461" y="20797"/>
                      <a:pt x="15469" y="20780"/>
                    </a:cubicBezTo>
                    <a:cubicBezTo>
                      <a:pt x="15478" y="20755"/>
                      <a:pt x="15486" y="20730"/>
                      <a:pt x="15503" y="20705"/>
                    </a:cubicBezTo>
                    <a:cubicBezTo>
                      <a:pt x="15516" y="20688"/>
                      <a:pt x="15538" y="20677"/>
                      <a:pt x="15560" y="20677"/>
                    </a:cubicBezTo>
                    <a:cubicBezTo>
                      <a:pt x="15579" y="20677"/>
                      <a:pt x="15599" y="20686"/>
                      <a:pt x="15610" y="20705"/>
                    </a:cubicBezTo>
                    <a:cubicBezTo>
                      <a:pt x="15643" y="20780"/>
                      <a:pt x="15643" y="20871"/>
                      <a:pt x="15643" y="20954"/>
                    </a:cubicBezTo>
                    <a:cubicBezTo>
                      <a:pt x="15652" y="21045"/>
                      <a:pt x="15643" y="21136"/>
                      <a:pt x="15635" y="21227"/>
                    </a:cubicBezTo>
                    <a:cubicBezTo>
                      <a:pt x="15627" y="21401"/>
                      <a:pt x="15610" y="21584"/>
                      <a:pt x="15602" y="21758"/>
                    </a:cubicBezTo>
                    <a:cubicBezTo>
                      <a:pt x="15577" y="22122"/>
                      <a:pt x="15536" y="22487"/>
                      <a:pt x="15503" y="22851"/>
                    </a:cubicBezTo>
                    <a:cubicBezTo>
                      <a:pt x="15503" y="22868"/>
                      <a:pt x="15494" y="22876"/>
                      <a:pt x="15486" y="22893"/>
                    </a:cubicBezTo>
                    <a:cubicBezTo>
                      <a:pt x="15511" y="23067"/>
                      <a:pt x="15536" y="23249"/>
                      <a:pt x="15536" y="23431"/>
                    </a:cubicBezTo>
                    <a:cubicBezTo>
                      <a:pt x="15536" y="23730"/>
                      <a:pt x="15486" y="24028"/>
                      <a:pt x="15387" y="24301"/>
                    </a:cubicBezTo>
                    <a:cubicBezTo>
                      <a:pt x="15320" y="24492"/>
                      <a:pt x="15229" y="24666"/>
                      <a:pt x="15130" y="24832"/>
                    </a:cubicBezTo>
                    <a:cubicBezTo>
                      <a:pt x="15063" y="25155"/>
                      <a:pt x="14972" y="25470"/>
                      <a:pt x="14840" y="25768"/>
                    </a:cubicBezTo>
                    <a:cubicBezTo>
                      <a:pt x="14740" y="25967"/>
                      <a:pt x="14633" y="26166"/>
                      <a:pt x="14500" y="26348"/>
                    </a:cubicBezTo>
                    <a:cubicBezTo>
                      <a:pt x="14384" y="26505"/>
                      <a:pt x="14243" y="26696"/>
                      <a:pt x="14061" y="26787"/>
                    </a:cubicBezTo>
                    <a:cubicBezTo>
                      <a:pt x="14019" y="26903"/>
                      <a:pt x="13978" y="27011"/>
                      <a:pt x="13937" y="27127"/>
                    </a:cubicBezTo>
                    <a:cubicBezTo>
                      <a:pt x="13903" y="27201"/>
                      <a:pt x="13879" y="27276"/>
                      <a:pt x="13845" y="27350"/>
                    </a:cubicBezTo>
                    <a:cubicBezTo>
                      <a:pt x="13852" y="27346"/>
                      <a:pt x="13859" y="27344"/>
                      <a:pt x="13866" y="27344"/>
                    </a:cubicBezTo>
                    <a:cubicBezTo>
                      <a:pt x="13885" y="27344"/>
                      <a:pt x="13903" y="27361"/>
                      <a:pt x="13903" y="27392"/>
                    </a:cubicBezTo>
                    <a:cubicBezTo>
                      <a:pt x="13903" y="27773"/>
                      <a:pt x="13945" y="28162"/>
                      <a:pt x="13986" y="28552"/>
                    </a:cubicBezTo>
                    <a:cubicBezTo>
                      <a:pt x="13986" y="28552"/>
                      <a:pt x="13995" y="28560"/>
                      <a:pt x="13995" y="28568"/>
                    </a:cubicBezTo>
                    <a:cubicBezTo>
                      <a:pt x="13995" y="28568"/>
                      <a:pt x="13995" y="28560"/>
                      <a:pt x="14003" y="28560"/>
                    </a:cubicBezTo>
                    <a:cubicBezTo>
                      <a:pt x="14028" y="28560"/>
                      <a:pt x="14028" y="28593"/>
                      <a:pt x="14003" y="28593"/>
                    </a:cubicBezTo>
                    <a:lnTo>
                      <a:pt x="13995" y="28593"/>
                    </a:lnTo>
                    <a:cubicBezTo>
                      <a:pt x="14011" y="28676"/>
                      <a:pt x="14019" y="28767"/>
                      <a:pt x="14036" y="28858"/>
                    </a:cubicBezTo>
                    <a:cubicBezTo>
                      <a:pt x="14044" y="28900"/>
                      <a:pt x="14044" y="28941"/>
                      <a:pt x="14044" y="28983"/>
                    </a:cubicBezTo>
                    <a:cubicBezTo>
                      <a:pt x="14135" y="29554"/>
                      <a:pt x="14276" y="30118"/>
                      <a:pt x="14450" y="30673"/>
                    </a:cubicBezTo>
                    <a:cubicBezTo>
                      <a:pt x="14550" y="30996"/>
                      <a:pt x="14666" y="31327"/>
                      <a:pt x="14732" y="31659"/>
                    </a:cubicBezTo>
                    <a:cubicBezTo>
                      <a:pt x="14773" y="31825"/>
                      <a:pt x="14798" y="31982"/>
                      <a:pt x="14807" y="32148"/>
                    </a:cubicBezTo>
                    <a:cubicBezTo>
                      <a:pt x="14823" y="32313"/>
                      <a:pt x="14823" y="32504"/>
                      <a:pt x="14765" y="32661"/>
                    </a:cubicBezTo>
                    <a:cubicBezTo>
                      <a:pt x="14751" y="32690"/>
                      <a:pt x="14718" y="32713"/>
                      <a:pt x="14687" y="32713"/>
                    </a:cubicBezTo>
                    <a:cubicBezTo>
                      <a:pt x="14683" y="32713"/>
                      <a:pt x="14678" y="32712"/>
                      <a:pt x="14674" y="32711"/>
                    </a:cubicBezTo>
                    <a:cubicBezTo>
                      <a:pt x="14666" y="32744"/>
                      <a:pt x="14657" y="32777"/>
                      <a:pt x="14657" y="32811"/>
                    </a:cubicBezTo>
                    <a:cubicBezTo>
                      <a:pt x="14657" y="32819"/>
                      <a:pt x="14649" y="32835"/>
                      <a:pt x="14649" y="32844"/>
                    </a:cubicBezTo>
                    <a:cubicBezTo>
                      <a:pt x="14715" y="32893"/>
                      <a:pt x="14682" y="32985"/>
                      <a:pt x="14616" y="33018"/>
                    </a:cubicBezTo>
                    <a:cubicBezTo>
                      <a:pt x="14583" y="33183"/>
                      <a:pt x="14541" y="33357"/>
                      <a:pt x="14525" y="33523"/>
                    </a:cubicBezTo>
                    <a:cubicBezTo>
                      <a:pt x="14500" y="33722"/>
                      <a:pt x="14500" y="33921"/>
                      <a:pt x="14533" y="34120"/>
                    </a:cubicBezTo>
                    <a:cubicBezTo>
                      <a:pt x="14533" y="34037"/>
                      <a:pt x="14541" y="33962"/>
                      <a:pt x="14558" y="33879"/>
                    </a:cubicBezTo>
                    <a:cubicBezTo>
                      <a:pt x="14565" y="33850"/>
                      <a:pt x="14590" y="33837"/>
                      <a:pt x="14615" y="33837"/>
                    </a:cubicBezTo>
                    <a:cubicBezTo>
                      <a:pt x="14647" y="33837"/>
                      <a:pt x="14679" y="33859"/>
                      <a:pt x="14674" y="33896"/>
                    </a:cubicBezTo>
                    <a:cubicBezTo>
                      <a:pt x="14666" y="34020"/>
                      <a:pt x="14682" y="34136"/>
                      <a:pt x="14724" y="34252"/>
                    </a:cubicBezTo>
                    <a:cubicBezTo>
                      <a:pt x="14765" y="34352"/>
                      <a:pt x="14823" y="34443"/>
                      <a:pt x="14856" y="34542"/>
                    </a:cubicBezTo>
                    <a:cubicBezTo>
                      <a:pt x="14923" y="34716"/>
                      <a:pt x="14914" y="34898"/>
                      <a:pt x="14914" y="35081"/>
                    </a:cubicBezTo>
                    <a:cubicBezTo>
                      <a:pt x="14923" y="35048"/>
                      <a:pt x="14923" y="35014"/>
                      <a:pt x="14931" y="34981"/>
                    </a:cubicBezTo>
                    <a:cubicBezTo>
                      <a:pt x="14956" y="34733"/>
                      <a:pt x="15014" y="34443"/>
                      <a:pt x="14923" y="34203"/>
                    </a:cubicBezTo>
                    <a:cubicBezTo>
                      <a:pt x="14906" y="34175"/>
                      <a:pt x="14934" y="34150"/>
                      <a:pt x="14962" y="34150"/>
                    </a:cubicBezTo>
                    <a:cubicBezTo>
                      <a:pt x="14976" y="34150"/>
                      <a:pt x="14989" y="34156"/>
                      <a:pt x="14997" y="34169"/>
                    </a:cubicBezTo>
                    <a:cubicBezTo>
                      <a:pt x="15055" y="34285"/>
                      <a:pt x="15105" y="34401"/>
                      <a:pt x="15113" y="34526"/>
                    </a:cubicBezTo>
                    <a:cubicBezTo>
                      <a:pt x="15130" y="34658"/>
                      <a:pt x="15130" y="34799"/>
                      <a:pt x="15121" y="34932"/>
                    </a:cubicBezTo>
                    <a:cubicBezTo>
                      <a:pt x="15105" y="35197"/>
                      <a:pt x="15088" y="35462"/>
                      <a:pt x="15072" y="35719"/>
                    </a:cubicBezTo>
                    <a:cubicBezTo>
                      <a:pt x="15055" y="35942"/>
                      <a:pt x="15022" y="36183"/>
                      <a:pt x="15097" y="36398"/>
                    </a:cubicBezTo>
                    <a:cubicBezTo>
                      <a:pt x="15146" y="36580"/>
                      <a:pt x="15287" y="36705"/>
                      <a:pt x="15453" y="36779"/>
                    </a:cubicBezTo>
                    <a:cubicBezTo>
                      <a:pt x="15544" y="36812"/>
                      <a:pt x="15635" y="36829"/>
                      <a:pt x="15735" y="36837"/>
                    </a:cubicBezTo>
                    <a:cubicBezTo>
                      <a:pt x="15776" y="36846"/>
                      <a:pt x="15826" y="36846"/>
                      <a:pt x="15875" y="36846"/>
                    </a:cubicBezTo>
                    <a:cubicBezTo>
                      <a:pt x="15900" y="36846"/>
                      <a:pt x="15917" y="36854"/>
                      <a:pt x="15942" y="36854"/>
                    </a:cubicBezTo>
                    <a:cubicBezTo>
                      <a:pt x="15958" y="36862"/>
                      <a:pt x="15975" y="36862"/>
                      <a:pt x="15991" y="36862"/>
                    </a:cubicBezTo>
                    <a:cubicBezTo>
                      <a:pt x="15991" y="36862"/>
                      <a:pt x="15991" y="36854"/>
                      <a:pt x="15991" y="36846"/>
                    </a:cubicBezTo>
                    <a:cubicBezTo>
                      <a:pt x="15975" y="36754"/>
                      <a:pt x="15991" y="36655"/>
                      <a:pt x="16000" y="36580"/>
                    </a:cubicBezTo>
                    <a:cubicBezTo>
                      <a:pt x="16008" y="36431"/>
                      <a:pt x="16033" y="36282"/>
                      <a:pt x="16091" y="36150"/>
                    </a:cubicBezTo>
                    <a:cubicBezTo>
                      <a:pt x="16101" y="36122"/>
                      <a:pt x="16124" y="36111"/>
                      <a:pt x="16146" y="36111"/>
                    </a:cubicBezTo>
                    <a:cubicBezTo>
                      <a:pt x="16178" y="36111"/>
                      <a:pt x="16208" y="36135"/>
                      <a:pt x="16199" y="36174"/>
                    </a:cubicBezTo>
                    <a:cubicBezTo>
                      <a:pt x="16182" y="36216"/>
                      <a:pt x="16174" y="36249"/>
                      <a:pt x="16165" y="36282"/>
                    </a:cubicBezTo>
                    <a:cubicBezTo>
                      <a:pt x="16149" y="36390"/>
                      <a:pt x="16149" y="36498"/>
                      <a:pt x="16149" y="36605"/>
                    </a:cubicBezTo>
                    <a:cubicBezTo>
                      <a:pt x="16149" y="36647"/>
                      <a:pt x="16157" y="36688"/>
                      <a:pt x="16157" y="36721"/>
                    </a:cubicBezTo>
                    <a:cubicBezTo>
                      <a:pt x="16157" y="36754"/>
                      <a:pt x="16157" y="36796"/>
                      <a:pt x="16165" y="36821"/>
                    </a:cubicBezTo>
                    <a:cubicBezTo>
                      <a:pt x="16174" y="36829"/>
                      <a:pt x="16182" y="36829"/>
                      <a:pt x="16190" y="36837"/>
                    </a:cubicBezTo>
                    <a:cubicBezTo>
                      <a:pt x="16215" y="36862"/>
                      <a:pt x="16281" y="36870"/>
                      <a:pt x="16315" y="36879"/>
                    </a:cubicBezTo>
                    <a:cubicBezTo>
                      <a:pt x="16511" y="36942"/>
                      <a:pt x="16708" y="36964"/>
                      <a:pt x="16910" y="36964"/>
                    </a:cubicBezTo>
                    <a:cubicBezTo>
                      <a:pt x="16946" y="36964"/>
                      <a:pt x="16982" y="36963"/>
                      <a:pt x="17019" y="36962"/>
                    </a:cubicBezTo>
                    <a:cubicBezTo>
                      <a:pt x="17143" y="36953"/>
                      <a:pt x="17259" y="36945"/>
                      <a:pt x="17375" y="36928"/>
                    </a:cubicBezTo>
                    <a:cubicBezTo>
                      <a:pt x="17483" y="36920"/>
                      <a:pt x="17590" y="36912"/>
                      <a:pt x="17690" y="36879"/>
                    </a:cubicBezTo>
                    <a:cubicBezTo>
                      <a:pt x="17897" y="36812"/>
                      <a:pt x="17922" y="36605"/>
                      <a:pt x="17872" y="36415"/>
                    </a:cubicBezTo>
                    <a:cubicBezTo>
                      <a:pt x="17847" y="36307"/>
                      <a:pt x="17798" y="36199"/>
                      <a:pt x="17748" y="36100"/>
                    </a:cubicBezTo>
                    <a:cubicBezTo>
                      <a:pt x="17706" y="36009"/>
                      <a:pt x="17640" y="35884"/>
                      <a:pt x="17648" y="35777"/>
                    </a:cubicBezTo>
                    <a:cubicBezTo>
                      <a:pt x="17648" y="35737"/>
                      <a:pt x="17687" y="35701"/>
                      <a:pt x="17725" y="35701"/>
                    </a:cubicBezTo>
                    <a:cubicBezTo>
                      <a:pt x="17743" y="35701"/>
                      <a:pt x="17760" y="35709"/>
                      <a:pt x="17773" y="35727"/>
                    </a:cubicBezTo>
                    <a:cubicBezTo>
                      <a:pt x="17822" y="35785"/>
                      <a:pt x="17856" y="35868"/>
                      <a:pt x="17897" y="35934"/>
                    </a:cubicBezTo>
                    <a:cubicBezTo>
                      <a:pt x="17938" y="36000"/>
                      <a:pt x="17980" y="36067"/>
                      <a:pt x="18013" y="36133"/>
                    </a:cubicBezTo>
                    <a:cubicBezTo>
                      <a:pt x="18079" y="36274"/>
                      <a:pt x="18129" y="36415"/>
                      <a:pt x="18129" y="36572"/>
                    </a:cubicBezTo>
                    <a:cubicBezTo>
                      <a:pt x="18129" y="36630"/>
                      <a:pt x="18121" y="36680"/>
                      <a:pt x="18112" y="36730"/>
                    </a:cubicBezTo>
                    <a:cubicBezTo>
                      <a:pt x="18179" y="36672"/>
                      <a:pt x="18237" y="36605"/>
                      <a:pt x="18286" y="36531"/>
                    </a:cubicBezTo>
                    <a:cubicBezTo>
                      <a:pt x="18402" y="36382"/>
                      <a:pt x="18469" y="36183"/>
                      <a:pt x="18427" y="36000"/>
                    </a:cubicBezTo>
                    <a:cubicBezTo>
                      <a:pt x="18378" y="35785"/>
                      <a:pt x="18179" y="35644"/>
                      <a:pt x="18038" y="35495"/>
                    </a:cubicBezTo>
                    <a:cubicBezTo>
                      <a:pt x="17955" y="35404"/>
                      <a:pt x="17872" y="35321"/>
                      <a:pt x="17798" y="35230"/>
                    </a:cubicBezTo>
                    <a:cubicBezTo>
                      <a:pt x="17715" y="35139"/>
                      <a:pt x="17640" y="35039"/>
                      <a:pt x="17557" y="34948"/>
                    </a:cubicBezTo>
                    <a:cubicBezTo>
                      <a:pt x="17549" y="34932"/>
                      <a:pt x="17549" y="34923"/>
                      <a:pt x="17549" y="34915"/>
                    </a:cubicBezTo>
                    <a:cubicBezTo>
                      <a:pt x="17491" y="34840"/>
                      <a:pt x="17433" y="34766"/>
                      <a:pt x="17383" y="34691"/>
                    </a:cubicBezTo>
                    <a:cubicBezTo>
                      <a:pt x="17110" y="34277"/>
                      <a:pt x="16886" y="33846"/>
                      <a:pt x="16721" y="33382"/>
                    </a:cubicBezTo>
                    <a:cubicBezTo>
                      <a:pt x="16547" y="32927"/>
                      <a:pt x="16422" y="32438"/>
                      <a:pt x="16414" y="31949"/>
                    </a:cubicBezTo>
                    <a:cubicBezTo>
                      <a:pt x="16409" y="31912"/>
                      <a:pt x="16441" y="31890"/>
                      <a:pt x="16472" y="31890"/>
                    </a:cubicBezTo>
                    <a:cubicBezTo>
                      <a:pt x="16495" y="31890"/>
                      <a:pt x="16518" y="31903"/>
                      <a:pt x="16522" y="31932"/>
                    </a:cubicBezTo>
                    <a:cubicBezTo>
                      <a:pt x="16547" y="32032"/>
                      <a:pt x="16571" y="32123"/>
                      <a:pt x="16588" y="32222"/>
                    </a:cubicBezTo>
                    <a:cubicBezTo>
                      <a:pt x="16588" y="32181"/>
                      <a:pt x="16588" y="32139"/>
                      <a:pt x="16588" y="32106"/>
                    </a:cubicBezTo>
                    <a:cubicBezTo>
                      <a:pt x="16596" y="31916"/>
                      <a:pt x="16605" y="31725"/>
                      <a:pt x="16613" y="31535"/>
                    </a:cubicBezTo>
                    <a:cubicBezTo>
                      <a:pt x="16613" y="31402"/>
                      <a:pt x="16621" y="31269"/>
                      <a:pt x="16621" y="31137"/>
                    </a:cubicBezTo>
                    <a:cubicBezTo>
                      <a:pt x="16605" y="31120"/>
                      <a:pt x="16596" y="31095"/>
                      <a:pt x="16613" y="31079"/>
                    </a:cubicBezTo>
                    <a:cubicBezTo>
                      <a:pt x="16621" y="31071"/>
                      <a:pt x="16621" y="31062"/>
                      <a:pt x="16629" y="31054"/>
                    </a:cubicBezTo>
                    <a:cubicBezTo>
                      <a:pt x="16629" y="31021"/>
                      <a:pt x="16629" y="30988"/>
                      <a:pt x="16629" y="30946"/>
                    </a:cubicBezTo>
                    <a:cubicBezTo>
                      <a:pt x="16646" y="30764"/>
                      <a:pt x="16663" y="30565"/>
                      <a:pt x="16712" y="30391"/>
                    </a:cubicBezTo>
                    <a:cubicBezTo>
                      <a:pt x="16716" y="30375"/>
                      <a:pt x="16729" y="30366"/>
                      <a:pt x="16741" y="30366"/>
                    </a:cubicBezTo>
                    <a:cubicBezTo>
                      <a:pt x="16754" y="30366"/>
                      <a:pt x="16766" y="30375"/>
                      <a:pt x="16770" y="30391"/>
                    </a:cubicBezTo>
                    <a:cubicBezTo>
                      <a:pt x="16787" y="30482"/>
                      <a:pt x="16803" y="30573"/>
                      <a:pt x="16812" y="30673"/>
                    </a:cubicBezTo>
                    <a:cubicBezTo>
                      <a:pt x="16895" y="30408"/>
                      <a:pt x="16919" y="30118"/>
                      <a:pt x="16928" y="29853"/>
                    </a:cubicBezTo>
                    <a:cubicBezTo>
                      <a:pt x="16936" y="29637"/>
                      <a:pt x="16936" y="29422"/>
                      <a:pt x="16928" y="29215"/>
                    </a:cubicBezTo>
                    <a:cubicBezTo>
                      <a:pt x="16919" y="29198"/>
                      <a:pt x="16919" y="29190"/>
                      <a:pt x="16919" y="29173"/>
                    </a:cubicBezTo>
                    <a:cubicBezTo>
                      <a:pt x="16928" y="29165"/>
                      <a:pt x="16928" y="29157"/>
                      <a:pt x="16928" y="29148"/>
                    </a:cubicBezTo>
                    <a:lnTo>
                      <a:pt x="16928" y="29140"/>
                    </a:lnTo>
                    <a:cubicBezTo>
                      <a:pt x="16919" y="28892"/>
                      <a:pt x="16886" y="28651"/>
                      <a:pt x="16845" y="28403"/>
                    </a:cubicBezTo>
                    <a:cubicBezTo>
                      <a:pt x="16845" y="28364"/>
                      <a:pt x="16874" y="28333"/>
                      <a:pt x="16903" y="28333"/>
                    </a:cubicBezTo>
                    <a:cubicBezTo>
                      <a:pt x="16918" y="28333"/>
                      <a:pt x="16933" y="28342"/>
                      <a:pt x="16944" y="28361"/>
                    </a:cubicBezTo>
                    <a:cubicBezTo>
                      <a:pt x="16953" y="28386"/>
                      <a:pt x="16969" y="28411"/>
                      <a:pt x="16977" y="28436"/>
                    </a:cubicBezTo>
                    <a:cubicBezTo>
                      <a:pt x="16977" y="28328"/>
                      <a:pt x="16977" y="28204"/>
                      <a:pt x="16977" y="28096"/>
                    </a:cubicBezTo>
                    <a:cubicBezTo>
                      <a:pt x="16977" y="27450"/>
                      <a:pt x="17002" y="26804"/>
                      <a:pt x="17052" y="26166"/>
                    </a:cubicBezTo>
                    <a:cubicBezTo>
                      <a:pt x="17077" y="25842"/>
                      <a:pt x="17110" y="25511"/>
                      <a:pt x="17151" y="25188"/>
                    </a:cubicBezTo>
                    <a:cubicBezTo>
                      <a:pt x="17185" y="24873"/>
                      <a:pt x="17218" y="24550"/>
                      <a:pt x="17325" y="24252"/>
                    </a:cubicBezTo>
                    <a:cubicBezTo>
                      <a:pt x="17342" y="24219"/>
                      <a:pt x="17367" y="24210"/>
                      <a:pt x="17383" y="24210"/>
                    </a:cubicBezTo>
                    <a:cubicBezTo>
                      <a:pt x="17392" y="24194"/>
                      <a:pt x="17392" y="24177"/>
                      <a:pt x="17392" y="24161"/>
                    </a:cubicBezTo>
                    <a:cubicBezTo>
                      <a:pt x="17450" y="23622"/>
                      <a:pt x="17450" y="23075"/>
                      <a:pt x="17474" y="22537"/>
                    </a:cubicBezTo>
                    <a:cubicBezTo>
                      <a:pt x="17450" y="22520"/>
                      <a:pt x="17433" y="22495"/>
                      <a:pt x="17441" y="22454"/>
                    </a:cubicBezTo>
                    <a:cubicBezTo>
                      <a:pt x="17458" y="22404"/>
                      <a:pt x="17474" y="22346"/>
                      <a:pt x="17491" y="22288"/>
                    </a:cubicBezTo>
                    <a:cubicBezTo>
                      <a:pt x="17499" y="22089"/>
                      <a:pt x="17516" y="21882"/>
                      <a:pt x="17541" y="21675"/>
                    </a:cubicBezTo>
                    <a:cubicBezTo>
                      <a:pt x="17566" y="21542"/>
                      <a:pt x="17582" y="21410"/>
                      <a:pt x="17607" y="21277"/>
                    </a:cubicBezTo>
                    <a:cubicBezTo>
                      <a:pt x="17640" y="21145"/>
                      <a:pt x="17682" y="21012"/>
                      <a:pt x="17723" y="20879"/>
                    </a:cubicBezTo>
                    <a:cubicBezTo>
                      <a:pt x="17726" y="20863"/>
                      <a:pt x="17738" y="20855"/>
                      <a:pt x="17750" y="20855"/>
                    </a:cubicBezTo>
                    <a:cubicBezTo>
                      <a:pt x="17767" y="20855"/>
                      <a:pt x="17786" y="20871"/>
                      <a:pt x="17781" y="20896"/>
                    </a:cubicBezTo>
                    <a:cubicBezTo>
                      <a:pt x="17740" y="21161"/>
                      <a:pt x="17731" y="21435"/>
                      <a:pt x="17723" y="21700"/>
                    </a:cubicBezTo>
                    <a:cubicBezTo>
                      <a:pt x="17814" y="21476"/>
                      <a:pt x="17897" y="21252"/>
                      <a:pt x="17980" y="21029"/>
                    </a:cubicBezTo>
                    <a:cubicBezTo>
                      <a:pt x="18278" y="20183"/>
                      <a:pt x="18411" y="19280"/>
                      <a:pt x="18278" y="18386"/>
                    </a:cubicBezTo>
                    <a:cubicBezTo>
                      <a:pt x="18212" y="17938"/>
                      <a:pt x="18063" y="17516"/>
                      <a:pt x="17938" y="17085"/>
                    </a:cubicBezTo>
                    <a:cubicBezTo>
                      <a:pt x="17922" y="17035"/>
                      <a:pt x="17905" y="16985"/>
                      <a:pt x="17897" y="16936"/>
                    </a:cubicBezTo>
                    <a:cubicBezTo>
                      <a:pt x="17889" y="16944"/>
                      <a:pt x="17889" y="16952"/>
                      <a:pt x="17880" y="16960"/>
                    </a:cubicBezTo>
                    <a:cubicBezTo>
                      <a:pt x="17870" y="16981"/>
                      <a:pt x="17852" y="16990"/>
                      <a:pt x="17834" y="16990"/>
                    </a:cubicBezTo>
                    <a:cubicBezTo>
                      <a:pt x="17809" y="16990"/>
                      <a:pt x="17782" y="16973"/>
                      <a:pt x="17773" y="16944"/>
                    </a:cubicBezTo>
                    <a:cubicBezTo>
                      <a:pt x="17731" y="16828"/>
                      <a:pt x="17748" y="16695"/>
                      <a:pt x="17740" y="16579"/>
                    </a:cubicBezTo>
                    <a:cubicBezTo>
                      <a:pt x="17740" y="16472"/>
                      <a:pt x="17740" y="16364"/>
                      <a:pt x="17731" y="16256"/>
                    </a:cubicBezTo>
                    <a:cubicBezTo>
                      <a:pt x="17731" y="16240"/>
                      <a:pt x="17731" y="16231"/>
                      <a:pt x="17731" y="16215"/>
                    </a:cubicBezTo>
                    <a:cubicBezTo>
                      <a:pt x="17715" y="15974"/>
                      <a:pt x="17665" y="15742"/>
                      <a:pt x="17566" y="15519"/>
                    </a:cubicBezTo>
                    <a:cubicBezTo>
                      <a:pt x="17466" y="15287"/>
                      <a:pt x="17375" y="15071"/>
                      <a:pt x="17367" y="14814"/>
                    </a:cubicBezTo>
                    <a:cubicBezTo>
                      <a:pt x="17358" y="14732"/>
                      <a:pt x="17367" y="14657"/>
                      <a:pt x="17375" y="14582"/>
                    </a:cubicBezTo>
                    <a:lnTo>
                      <a:pt x="17375" y="14582"/>
                    </a:lnTo>
                    <a:cubicBezTo>
                      <a:pt x="17284" y="14814"/>
                      <a:pt x="17193" y="15055"/>
                      <a:pt x="17027" y="15245"/>
                    </a:cubicBezTo>
                    <a:cubicBezTo>
                      <a:pt x="17018" y="15255"/>
                      <a:pt x="17005" y="15259"/>
                      <a:pt x="16993" y="15259"/>
                    </a:cubicBezTo>
                    <a:cubicBezTo>
                      <a:pt x="16961" y="15259"/>
                      <a:pt x="16928" y="15233"/>
                      <a:pt x="16928" y="15204"/>
                    </a:cubicBezTo>
                    <a:cubicBezTo>
                      <a:pt x="16944" y="14914"/>
                      <a:pt x="17077" y="14640"/>
                      <a:pt x="17185" y="14375"/>
                    </a:cubicBezTo>
                    <a:cubicBezTo>
                      <a:pt x="17292" y="14119"/>
                      <a:pt x="17408" y="13862"/>
                      <a:pt x="17450" y="13588"/>
                    </a:cubicBezTo>
                    <a:cubicBezTo>
                      <a:pt x="17491" y="13323"/>
                      <a:pt x="17416" y="13050"/>
                      <a:pt x="17375" y="12785"/>
                    </a:cubicBezTo>
                    <a:cubicBezTo>
                      <a:pt x="17358" y="12693"/>
                      <a:pt x="17350" y="12602"/>
                      <a:pt x="17342" y="12503"/>
                    </a:cubicBezTo>
                    <a:cubicBezTo>
                      <a:pt x="17330" y="12515"/>
                      <a:pt x="17313" y="12523"/>
                      <a:pt x="17299" y="12523"/>
                    </a:cubicBezTo>
                    <a:cubicBezTo>
                      <a:pt x="17293" y="12523"/>
                      <a:pt x="17288" y="12522"/>
                      <a:pt x="17284" y="12519"/>
                    </a:cubicBezTo>
                    <a:cubicBezTo>
                      <a:pt x="17168" y="12495"/>
                      <a:pt x="17110" y="12287"/>
                      <a:pt x="17093" y="12188"/>
                    </a:cubicBezTo>
                    <a:cubicBezTo>
                      <a:pt x="17093" y="12180"/>
                      <a:pt x="17093" y="12180"/>
                      <a:pt x="17093" y="12180"/>
                    </a:cubicBezTo>
                    <a:cubicBezTo>
                      <a:pt x="17085" y="12171"/>
                      <a:pt x="17077" y="12171"/>
                      <a:pt x="17069" y="12163"/>
                    </a:cubicBezTo>
                    <a:cubicBezTo>
                      <a:pt x="17052" y="12122"/>
                      <a:pt x="17052" y="12072"/>
                      <a:pt x="17069" y="12022"/>
                    </a:cubicBezTo>
                    <a:cubicBezTo>
                      <a:pt x="17069" y="11948"/>
                      <a:pt x="17069" y="11865"/>
                      <a:pt x="17077" y="11782"/>
                    </a:cubicBezTo>
                    <a:cubicBezTo>
                      <a:pt x="17093" y="11641"/>
                      <a:pt x="17135" y="11509"/>
                      <a:pt x="17201" y="11393"/>
                    </a:cubicBezTo>
                    <a:cubicBezTo>
                      <a:pt x="17267" y="11268"/>
                      <a:pt x="17358" y="11169"/>
                      <a:pt x="17450" y="11078"/>
                    </a:cubicBezTo>
                    <a:cubicBezTo>
                      <a:pt x="17458" y="11069"/>
                      <a:pt x="17469" y="11066"/>
                      <a:pt x="17479" y="11066"/>
                    </a:cubicBezTo>
                    <a:cubicBezTo>
                      <a:pt x="17507" y="11066"/>
                      <a:pt x="17534" y="11095"/>
                      <a:pt x="17516" y="11119"/>
                    </a:cubicBezTo>
                    <a:cubicBezTo>
                      <a:pt x="17402" y="11282"/>
                      <a:pt x="17344" y="11486"/>
                      <a:pt x="17318" y="11682"/>
                    </a:cubicBezTo>
                    <a:lnTo>
                      <a:pt x="17318" y="11682"/>
                    </a:lnTo>
                    <a:cubicBezTo>
                      <a:pt x="17475" y="11541"/>
                      <a:pt x="17649" y="11417"/>
                      <a:pt x="17764" y="11243"/>
                    </a:cubicBezTo>
                    <a:cubicBezTo>
                      <a:pt x="17864" y="11078"/>
                      <a:pt x="17914" y="10887"/>
                      <a:pt x="17914" y="10705"/>
                    </a:cubicBezTo>
                    <a:cubicBezTo>
                      <a:pt x="17914" y="10605"/>
                      <a:pt x="17897" y="10506"/>
                      <a:pt x="17864" y="10415"/>
                    </a:cubicBezTo>
                    <a:cubicBezTo>
                      <a:pt x="17839" y="10340"/>
                      <a:pt x="17806" y="10266"/>
                      <a:pt x="17781" y="10183"/>
                    </a:cubicBezTo>
                    <a:lnTo>
                      <a:pt x="17748" y="10183"/>
                    </a:lnTo>
                    <a:cubicBezTo>
                      <a:pt x="17176" y="10133"/>
                      <a:pt x="16654" y="9943"/>
                      <a:pt x="16124" y="9735"/>
                    </a:cubicBezTo>
                    <a:cubicBezTo>
                      <a:pt x="15859" y="9636"/>
                      <a:pt x="15602" y="9528"/>
                      <a:pt x="15353" y="9404"/>
                    </a:cubicBezTo>
                    <a:cubicBezTo>
                      <a:pt x="15121" y="9288"/>
                      <a:pt x="14889" y="9164"/>
                      <a:pt x="14707" y="8965"/>
                    </a:cubicBezTo>
                    <a:cubicBezTo>
                      <a:pt x="14694" y="8952"/>
                      <a:pt x="14706" y="8935"/>
                      <a:pt x="14720" y="8935"/>
                    </a:cubicBezTo>
                    <a:cubicBezTo>
                      <a:pt x="14724" y="8935"/>
                      <a:pt x="14728" y="8936"/>
                      <a:pt x="14732" y="8940"/>
                    </a:cubicBezTo>
                    <a:cubicBezTo>
                      <a:pt x="14964" y="9131"/>
                      <a:pt x="15262" y="9255"/>
                      <a:pt x="15527" y="9371"/>
                    </a:cubicBezTo>
                    <a:cubicBezTo>
                      <a:pt x="15784" y="9479"/>
                      <a:pt x="16041" y="9570"/>
                      <a:pt x="16298" y="9661"/>
                    </a:cubicBezTo>
                    <a:cubicBezTo>
                      <a:pt x="16555" y="9752"/>
                      <a:pt x="16812" y="9851"/>
                      <a:pt x="17077" y="9918"/>
                    </a:cubicBezTo>
                    <a:cubicBezTo>
                      <a:pt x="17342" y="9992"/>
                      <a:pt x="17607" y="10034"/>
                      <a:pt x="17880" y="10050"/>
                    </a:cubicBezTo>
                    <a:cubicBezTo>
                      <a:pt x="18013" y="10059"/>
                      <a:pt x="18146" y="10067"/>
                      <a:pt x="18278" y="10067"/>
                    </a:cubicBezTo>
                    <a:cubicBezTo>
                      <a:pt x="18411" y="10067"/>
                      <a:pt x="18543" y="10059"/>
                      <a:pt x="18676" y="10059"/>
                    </a:cubicBezTo>
                    <a:cubicBezTo>
                      <a:pt x="18717" y="10059"/>
                      <a:pt x="18726" y="10117"/>
                      <a:pt x="18684" y="10125"/>
                    </a:cubicBezTo>
                    <a:cubicBezTo>
                      <a:pt x="18626" y="10141"/>
                      <a:pt x="18568" y="10150"/>
                      <a:pt x="18510" y="10166"/>
                    </a:cubicBezTo>
                    <a:cubicBezTo>
                      <a:pt x="18543" y="10183"/>
                      <a:pt x="18593" y="10191"/>
                      <a:pt x="18626" y="10199"/>
                    </a:cubicBezTo>
                    <a:cubicBezTo>
                      <a:pt x="18663" y="10204"/>
                      <a:pt x="18703" y="10206"/>
                      <a:pt x="18743" y="10206"/>
                    </a:cubicBezTo>
                    <a:cubicBezTo>
                      <a:pt x="18784" y="10206"/>
                      <a:pt x="18825" y="10204"/>
                      <a:pt x="18866" y="10199"/>
                    </a:cubicBezTo>
                    <a:cubicBezTo>
                      <a:pt x="18941" y="10199"/>
                      <a:pt x="19024" y="10183"/>
                      <a:pt x="19107" y="10166"/>
                    </a:cubicBezTo>
                    <a:cubicBezTo>
                      <a:pt x="19148" y="10158"/>
                      <a:pt x="19190" y="10150"/>
                      <a:pt x="19231" y="10133"/>
                    </a:cubicBezTo>
                    <a:cubicBezTo>
                      <a:pt x="19265" y="10126"/>
                      <a:pt x="19298" y="10114"/>
                      <a:pt x="19327" y="10114"/>
                    </a:cubicBezTo>
                    <a:cubicBezTo>
                      <a:pt x="19334" y="10114"/>
                      <a:pt x="19341" y="10115"/>
                      <a:pt x="19347" y="10117"/>
                    </a:cubicBezTo>
                    <a:cubicBezTo>
                      <a:pt x="19372" y="10117"/>
                      <a:pt x="19380" y="10133"/>
                      <a:pt x="19372" y="10150"/>
                    </a:cubicBezTo>
                    <a:cubicBezTo>
                      <a:pt x="19347" y="10191"/>
                      <a:pt x="19297" y="10216"/>
                      <a:pt x="19256" y="10241"/>
                    </a:cubicBezTo>
                    <a:cubicBezTo>
                      <a:pt x="19223" y="10266"/>
                      <a:pt x="19190" y="10282"/>
                      <a:pt x="19148" y="10291"/>
                    </a:cubicBezTo>
                    <a:cubicBezTo>
                      <a:pt x="19155" y="10318"/>
                      <a:pt x="19151" y="10334"/>
                      <a:pt x="19168" y="10334"/>
                    </a:cubicBezTo>
                    <a:cubicBezTo>
                      <a:pt x="19171" y="10334"/>
                      <a:pt x="19176" y="10333"/>
                      <a:pt x="19181" y="10332"/>
                    </a:cubicBezTo>
                    <a:cubicBezTo>
                      <a:pt x="19239" y="10324"/>
                      <a:pt x="19306" y="10299"/>
                      <a:pt x="19364" y="10282"/>
                    </a:cubicBezTo>
                    <a:cubicBezTo>
                      <a:pt x="19480" y="10241"/>
                      <a:pt x="19604" y="10191"/>
                      <a:pt x="19712" y="10125"/>
                    </a:cubicBezTo>
                    <a:cubicBezTo>
                      <a:pt x="19786" y="10075"/>
                      <a:pt x="19844" y="10017"/>
                      <a:pt x="19894" y="9951"/>
                    </a:cubicBezTo>
                    <a:cubicBezTo>
                      <a:pt x="19886" y="9943"/>
                      <a:pt x="19877" y="9918"/>
                      <a:pt x="19886" y="9893"/>
                    </a:cubicBezTo>
                    <a:cubicBezTo>
                      <a:pt x="19894" y="9851"/>
                      <a:pt x="19902" y="9802"/>
                      <a:pt x="19910" y="9760"/>
                    </a:cubicBezTo>
                    <a:cubicBezTo>
                      <a:pt x="19927" y="9711"/>
                      <a:pt x="19935" y="9669"/>
                      <a:pt x="19944" y="9628"/>
                    </a:cubicBezTo>
                    <a:cubicBezTo>
                      <a:pt x="19944" y="9545"/>
                      <a:pt x="19927" y="9470"/>
                      <a:pt x="19894" y="9404"/>
                    </a:cubicBezTo>
                    <a:cubicBezTo>
                      <a:pt x="19861" y="9338"/>
                      <a:pt x="19811" y="9272"/>
                      <a:pt x="19736" y="9247"/>
                    </a:cubicBezTo>
                    <a:cubicBezTo>
                      <a:pt x="19712" y="9238"/>
                      <a:pt x="19678" y="9238"/>
                      <a:pt x="19645" y="9230"/>
                    </a:cubicBezTo>
                    <a:cubicBezTo>
                      <a:pt x="19612" y="9238"/>
                      <a:pt x="19575" y="9240"/>
                      <a:pt x="19538" y="9240"/>
                    </a:cubicBezTo>
                    <a:cubicBezTo>
                      <a:pt x="19500" y="9240"/>
                      <a:pt x="19463" y="9238"/>
                      <a:pt x="19430" y="9238"/>
                    </a:cubicBezTo>
                    <a:cubicBezTo>
                      <a:pt x="19330" y="9230"/>
                      <a:pt x="19223" y="9222"/>
                      <a:pt x="19123" y="9214"/>
                    </a:cubicBezTo>
                    <a:cubicBezTo>
                      <a:pt x="18916" y="9180"/>
                      <a:pt x="18717" y="9139"/>
                      <a:pt x="18527" y="9073"/>
                    </a:cubicBezTo>
                    <a:lnTo>
                      <a:pt x="18518" y="9073"/>
                    </a:lnTo>
                    <a:cubicBezTo>
                      <a:pt x="18510" y="9073"/>
                      <a:pt x="18502" y="9064"/>
                      <a:pt x="18494" y="9064"/>
                    </a:cubicBezTo>
                    <a:cubicBezTo>
                      <a:pt x="18336" y="9040"/>
                      <a:pt x="18170" y="9015"/>
                      <a:pt x="18005" y="8990"/>
                    </a:cubicBezTo>
                    <a:cubicBezTo>
                      <a:pt x="17715" y="8940"/>
                      <a:pt x="17416" y="8890"/>
                      <a:pt x="17135" y="8791"/>
                    </a:cubicBezTo>
                    <a:cubicBezTo>
                      <a:pt x="16853" y="8692"/>
                      <a:pt x="16588" y="8551"/>
                      <a:pt x="16331" y="8393"/>
                    </a:cubicBezTo>
                    <a:cubicBezTo>
                      <a:pt x="15958" y="8161"/>
                      <a:pt x="15436" y="7846"/>
                      <a:pt x="15411" y="7366"/>
                    </a:cubicBezTo>
                    <a:cubicBezTo>
                      <a:pt x="15411" y="7349"/>
                      <a:pt x="15411" y="7341"/>
                      <a:pt x="15411" y="7324"/>
                    </a:cubicBezTo>
                    <a:cubicBezTo>
                      <a:pt x="15370" y="7399"/>
                      <a:pt x="15345" y="7465"/>
                      <a:pt x="15329" y="7548"/>
                    </a:cubicBezTo>
                    <a:cubicBezTo>
                      <a:pt x="15332" y="7541"/>
                      <a:pt x="15339" y="7537"/>
                      <a:pt x="15347" y="7537"/>
                    </a:cubicBezTo>
                    <a:cubicBezTo>
                      <a:pt x="15356" y="7537"/>
                      <a:pt x="15365" y="7543"/>
                      <a:pt x="15370" y="7556"/>
                    </a:cubicBezTo>
                    <a:cubicBezTo>
                      <a:pt x="15469" y="7904"/>
                      <a:pt x="15635" y="8211"/>
                      <a:pt x="15900" y="8451"/>
                    </a:cubicBezTo>
                    <a:cubicBezTo>
                      <a:pt x="16025" y="8576"/>
                      <a:pt x="16165" y="8675"/>
                      <a:pt x="16315" y="8758"/>
                    </a:cubicBezTo>
                    <a:cubicBezTo>
                      <a:pt x="16464" y="8849"/>
                      <a:pt x="16629" y="8890"/>
                      <a:pt x="16779" y="8982"/>
                    </a:cubicBezTo>
                    <a:cubicBezTo>
                      <a:pt x="16812" y="8998"/>
                      <a:pt x="16795" y="9048"/>
                      <a:pt x="16762" y="9048"/>
                    </a:cubicBezTo>
                    <a:cubicBezTo>
                      <a:pt x="16754" y="9048"/>
                      <a:pt x="16746" y="9048"/>
                      <a:pt x="16739" y="9048"/>
                    </a:cubicBezTo>
                    <a:cubicBezTo>
                      <a:pt x="16564" y="9048"/>
                      <a:pt x="16391" y="8961"/>
                      <a:pt x="16240" y="8882"/>
                    </a:cubicBezTo>
                    <a:cubicBezTo>
                      <a:pt x="16083" y="8791"/>
                      <a:pt x="15933" y="8675"/>
                      <a:pt x="15817" y="8534"/>
                    </a:cubicBezTo>
                    <a:cubicBezTo>
                      <a:pt x="15569" y="8277"/>
                      <a:pt x="15378" y="7946"/>
                      <a:pt x="15320" y="7590"/>
                    </a:cubicBezTo>
                    <a:cubicBezTo>
                      <a:pt x="15312" y="7614"/>
                      <a:pt x="15312" y="7631"/>
                      <a:pt x="15312" y="7656"/>
                    </a:cubicBezTo>
                    <a:cubicBezTo>
                      <a:pt x="15304" y="7730"/>
                      <a:pt x="15312" y="7797"/>
                      <a:pt x="15312" y="7871"/>
                    </a:cubicBezTo>
                    <a:cubicBezTo>
                      <a:pt x="15320" y="7929"/>
                      <a:pt x="15320" y="8012"/>
                      <a:pt x="15304" y="8070"/>
                    </a:cubicBezTo>
                    <a:cubicBezTo>
                      <a:pt x="15304" y="8089"/>
                      <a:pt x="15288" y="8099"/>
                      <a:pt x="15271" y="8099"/>
                    </a:cubicBezTo>
                    <a:cubicBezTo>
                      <a:pt x="15258" y="8099"/>
                      <a:pt x="15245" y="8093"/>
                      <a:pt x="15237" y="8078"/>
                    </a:cubicBezTo>
                    <a:cubicBezTo>
                      <a:pt x="15196" y="8012"/>
                      <a:pt x="15171" y="7921"/>
                      <a:pt x="15163" y="7846"/>
                    </a:cubicBezTo>
                    <a:cubicBezTo>
                      <a:pt x="15155" y="7772"/>
                      <a:pt x="15155" y="7689"/>
                      <a:pt x="15163" y="7614"/>
                    </a:cubicBezTo>
                    <a:cubicBezTo>
                      <a:pt x="15171" y="7457"/>
                      <a:pt x="15229" y="7324"/>
                      <a:pt x="15320" y="7200"/>
                    </a:cubicBezTo>
                    <a:cubicBezTo>
                      <a:pt x="15411" y="7092"/>
                      <a:pt x="15527" y="7001"/>
                      <a:pt x="15660" y="6943"/>
                    </a:cubicBezTo>
                    <a:cubicBezTo>
                      <a:pt x="15735" y="6910"/>
                      <a:pt x="15809" y="6885"/>
                      <a:pt x="15884" y="6860"/>
                    </a:cubicBezTo>
                    <a:cubicBezTo>
                      <a:pt x="15958" y="6844"/>
                      <a:pt x="16041" y="6844"/>
                      <a:pt x="16116" y="6844"/>
                    </a:cubicBezTo>
                    <a:cubicBezTo>
                      <a:pt x="16118" y="6843"/>
                      <a:pt x="16120" y="6843"/>
                      <a:pt x="16122" y="6843"/>
                    </a:cubicBezTo>
                    <a:cubicBezTo>
                      <a:pt x="16150" y="6843"/>
                      <a:pt x="16155" y="6894"/>
                      <a:pt x="16124" y="6902"/>
                    </a:cubicBezTo>
                    <a:cubicBezTo>
                      <a:pt x="16049" y="6918"/>
                      <a:pt x="15983" y="6952"/>
                      <a:pt x="15917" y="6976"/>
                    </a:cubicBezTo>
                    <a:cubicBezTo>
                      <a:pt x="15842" y="6993"/>
                      <a:pt x="15776" y="7026"/>
                      <a:pt x="15710" y="7059"/>
                    </a:cubicBezTo>
                    <a:cubicBezTo>
                      <a:pt x="15693" y="7068"/>
                      <a:pt x="15677" y="7076"/>
                      <a:pt x="15660" y="7084"/>
                    </a:cubicBezTo>
                    <a:cubicBezTo>
                      <a:pt x="15723" y="7065"/>
                      <a:pt x="15789" y="7057"/>
                      <a:pt x="15856" y="7057"/>
                    </a:cubicBezTo>
                    <a:cubicBezTo>
                      <a:pt x="15965" y="7057"/>
                      <a:pt x="16078" y="7078"/>
                      <a:pt x="16190" y="7109"/>
                    </a:cubicBezTo>
                    <a:cubicBezTo>
                      <a:pt x="16298" y="7117"/>
                      <a:pt x="16406" y="7142"/>
                      <a:pt x="16505" y="7175"/>
                    </a:cubicBezTo>
                    <a:cubicBezTo>
                      <a:pt x="16679" y="7242"/>
                      <a:pt x="16853" y="7324"/>
                      <a:pt x="17002" y="7449"/>
                    </a:cubicBezTo>
                    <a:cubicBezTo>
                      <a:pt x="17773" y="7764"/>
                      <a:pt x="18593" y="7946"/>
                      <a:pt x="19430" y="7962"/>
                    </a:cubicBezTo>
                    <a:cubicBezTo>
                      <a:pt x="19712" y="7962"/>
                      <a:pt x="20010" y="7962"/>
                      <a:pt x="20292" y="7929"/>
                    </a:cubicBezTo>
                    <a:lnTo>
                      <a:pt x="20325" y="7929"/>
                    </a:lnTo>
                    <a:cubicBezTo>
                      <a:pt x="20490" y="7904"/>
                      <a:pt x="20656" y="7871"/>
                      <a:pt x="20814" y="7822"/>
                    </a:cubicBezTo>
                    <a:cubicBezTo>
                      <a:pt x="21021" y="7764"/>
                      <a:pt x="21211" y="7656"/>
                      <a:pt x="21369" y="7490"/>
                    </a:cubicBezTo>
                    <a:cubicBezTo>
                      <a:pt x="21443" y="7416"/>
                      <a:pt x="21501" y="7324"/>
                      <a:pt x="21543" y="7233"/>
                    </a:cubicBezTo>
                    <a:cubicBezTo>
                      <a:pt x="21559" y="7184"/>
                      <a:pt x="21576" y="7134"/>
                      <a:pt x="21584" y="7084"/>
                    </a:cubicBezTo>
                    <a:cubicBezTo>
                      <a:pt x="21584" y="7076"/>
                      <a:pt x="21584" y="7076"/>
                      <a:pt x="21584" y="7076"/>
                    </a:cubicBezTo>
                    <a:cubicBezTo>
                      <a:pt x="21510" y="7059"/>
                      <a:pt x="21468" y="6993"/>
                      <a:pt x="21460" y="6927"/>
                    </a:cubicBezTo>
                    <a:cubicBezTo>
                      <a:pt x="21452" y="6918"/>
                      <a:pt x="21452" y="6910"/>
                      <a:pt x="21443" y="6902"/>
                    </a:cubicBezTo>
                    <a:cubicBezTo>
                      <a:pt x="21427" y="6852"/>
                      <a:pt x="21435" y="6769"/>
                      <a:pt x="21452" y="6703"/>
                    </a:cubicBezTo>
                    <a:cubicBezTo>
                      <a:pt x="21443" y="6686"/>
                      <a:pt x="21435" y="6670"/>
                      <a:pt x="21427" y="6662"/>
                    </a:cubicBezTo>
                    <a:cubicBezTo>
                      <a:pt x="21382" y="6617"/>
                      <a:pt x="21313" y="6606"/>
                      <a:pt x="21246" y="6606"/>
                    </a:cubicBezTo>
                    <a:cubicBezTo>
                      <a:pt x="21213" y="6606"/>
                      <a:pt x="21181" y="6609"/>
                      <a:pt x="21153" y="6612"/>
                    </a:cubicBezTo>
                    <a:cubicBezTo>
                      <a:pt x="21112" y="6612"/>
                      <a:pt x="21095" y="6570"/>
                      <a:pt x="21112" y="6537"/>
                    </a:cubicBezTo>
                    <a:cubicBezTo>
                      <a:pt x="21021" y="6529"/>
                      <a:pt x="20938" y="6512"/>
                      <a:pt x="20863" y="6463"/>
                    </a:cubicBezTo>
                    <a:cubicBezTo>
                      <a:pt x="20598" y="6322"/>
                      <a:pt x="20590" y="5999"/>
                      <a:pt x="20714" y="5758"/>
                    </a:cubicBezTo>
                    <a:cubicBezTo>
                      <a:pt x="20722" y="5742"/>
                      <a:pt x="20739" y="5734"/>
                      <a:pt x="20747" y="5734"/>
                    </a:cubicBezTo>
                    <a:cubicBezTo>
                      <a:pt x="20752" y="5720"/>
                      <a:pt x="20768" y="5712"/>
                      <a:pt x="20782" y="5712"/>
                    </a:cubicBezTo>
                    <a:cubicBezTo>
                      <a:pt x="20795" y="5712"/>
                      <a:pt x="20805" y="5718"/>
                      <a:pt x="20805" y="5734"/>
                    </a:cubicBezTo>
                    <a:cubicBezTo>
                      <a:pt x="20805" y="5742"/>
                      <a:pt x="20814" y="5742"/>
                      <a:pt x="20814" y="5750"/>
                    </a:cubicBezTo>
                    <a:cubicBezTo>
                      <a:pt x="20822" y="5758"/>
                      <a:pt x="20830" y="5783"/>
                      <a:pt x="20830" y="5808"/>
                    </a:cubicBezTo>
                    <a:cubicBezTo>
                      <a:pt x="20882" y="5926"/>
                      <a:pt x="21014" y="5959"/>
                      <a:pt x="21156" y="5959"/>
                    </a:cubicBezTo>
                    <a:cubicBezTo>
                      <a:pt x="21284" y="5959"/>
                      <a:pt x="21419" y="5932"/>
                      <a:pt x="21510" y="5916"/>
                    </a:cubicBezTo>
                    <a:cubicBezTo>
                      <a:pt x="21650" y="5891"/>
                      <a:pt x="21791" y="5850"/>
                      <a:pt x="21932" y="5800"/>
                    </a:cubicBezTo>
                    <a:cubicBezTo>
                      <a:pt x="21990" y="5775"/>
                      <a:pt x="22056" y="5758"/>
                      <a:pt x="22114" y="5734"/>
                    </a:cubicBezTo>
                    <a:cubicBezTo>
                      <a:pt x="22139" y="5725"/>
                      <a:pt x="22164" y="5717"/>
                      <a:pt x="22181" y="5700"/>
                    </a:cubicBezTo>
                    <a:cubicBezTo>
                      <a:pt x="22197" y="5684"/>
                      <a:pt x="22206" y="5667"/>
                      <a:pt x="22222" y="5651"/>
                    </a:cubicBezTo>
                    <a:lnTo>
                      <a:pt x="22214" y="5651"/>
                    </a:lnTo>
                    <a:cubicBezTo>
                      <a:pt x="22206" y="5634"/>
                      <a:pt x="22197" y="5618"/>
                      <a:pt x="22181" y="5601"/>
                    </a:cubicBezTo>
                    <a:cubicBezTo>
                      <a:pt x="22098" y="5535"/>
                      <a:pt x="21990" y="5493"/>
                      <a:pt x="21891" y="5444"/>
                    </a:cubicBezTo>
                    <a:cubicBezTo>
                      <a:pt x="21800" y="5402"/>
                      <a:pt x="21708" y="5352"/>
                      <a:pt x="21617" y="5294"/>
                    </a:cubicBezTo>
                    <a:cubicBezTo>
                      <a:pt x="21534" y="5261"/>
                      <a:pt x="21452" y="5203"/>
                      <a:pt x="21369" y="5170"/>
                    </a:cubicBezTo>
                    <a:cubicBezTo>
                      <a:pt x="21261" y="5129"/>
                      <a:pt x="21153" y="5087"/>
                      <a:pt x="21046" y="5046"/>
                    </a:cubicBezTo>
                    <a:cubicBezTo>
                      <a:pt x="20830" y="4963"/>
                      <a:pt x="20623" y="4872"/>
                      <a:pt x="20416" y="4772"/>
                    </a:cubicBezTo>
                    <a:cubicBezTo>
                      <a:pt x="20068" y="4607"/>
                      <a:pt x="19720" y="4416"/>
                      <a:pt x="19446" y="4151"/>
                    </a:cubicBezTo>
                    <a:cubicBezTo>
                      <a:pt x="19388" y="4143"/>
                      <a:pt x="19339" y="4118"/>
                      <a:pt x="19297" y="4093"/>
                    </a:cubicBezTo>
                    <a:cubicBezTo>
                      <a:pt x="19223" y="4052"/>
                      <a:pt x="19165" y="4010"/>
                      <a:pt x="19098" y="3969"/>
                    </a:cubicBezTo>
                    <a:cubicBezTo>
                      <a:pt x="18982" y="3886"/>
                      <a:pt x="18866" y="3787"/>
                      <a:pt x="18775" y="3671"/>
                    </a:cubicBezTo>
                    <a:cubicBezTo>
                      <a:pt x="18692" y="3579"/>
                      <a:pt x="18634" y="3480"/>
                      <a:pt x="18576" y="3372"/>
                    </a:cubicBezTo>
                    <a:cubicBezTo>
                      <a:pt x="18576" y="3376"/>
                      <a:pt x="18574" y="3378"/>
                      <a:pt x="18570" y="3378"/>
                    </a:cubicBezTo>
                    <a:cubicBezTo>
                      <a:pt x="18566" y="3378"/>
                      <a:pt x="18560" y="3376"/>
                      <a:pt x="18552" y="3372"/>
                    </a:cubicBezTo>
                    <a:cubicBezTo>
                      <a:pt x="18469" y="3323"/>
                      <a:pt x="18411" y="3240"/>
                      <a:pt x="18353" y="3157"/>
                    </a:cubicBezTo>
                    <a:cubicBezTo>
                      <a:pt x="18286" y="3074"/>
                      <a:pt x="18228" y="2999"/>
                      <a:pt x="18179" y="2908"/>
                    </a:cubicBezTo>
                    <a:cubicBezTo>
                      <a:pt x="18071" y="2734"/>
                      <a:pt x="17980" y="2552"/>
                      <a:pt x="17905" y="2361"/>
                    </a:cubicBezTo>
                    <a:cubicBezTo>
                      <a:pt x="17905" y="2351"/>
                      <a:pt x="17912" y="2344"/>
                      <a:pt x="17918" y="2344"/>
                    </a:cubicBezTo>
                    <a:cubicBezTo>
                      <a:pt x="17923" y="2344"/>
                      <a:pt x="17927" y="2347"/>
                      <a:pt x="17930" y="2353"/>
                    </a:cubicBezTo>
                    <a:cubicBezTo>
                      <a:pt x="18013" y="2535"/>
                      <a:pt x="18112" y="2709"/>
                      <a:pt x="18220" y="2875"/>
                    </a:cubicBezTo>
                    <a:cubicBezTo>
                      <a:pt x="18278" y="2958"/>
                      <a:pt x="18336" y="3041"/>
                      <a:pt x="18402" y="3124"/>
                    </a:cubicBezTo>
                    <a:cubicBezTo>
                      <a:pt x="18444" y="3173"/>
                      <a:pt x="18494" y="3223"/>
                      <a:pt x="18535" y="3281"/>
                    </a:cubicBezTo>
                    <a:cubicBezTo>
                      <a:pt x="18494" y="3157"/>
                      <a:pt x="18460" y="3024"/>
                      <a:pt x="18460" y="2883"/>
                    </a:cubicBezTo>
                    <a:cubicBezTo>
                      <a:pt x="18460" y="2867"/>
                      <a:pt x="18469" y="2859"/>
                      <a:pt x="18477" y="2859"/>
                    </a:cubicBezTo>
                    <a:cubicBezTo>
                      <a:pt x="18485" y="2850"/>
                      <a:pt x="18485" y="2842"/>
                      <a:pt x="18485" y="2842"/>
                    </a:cubicBezTo>
                    <a:cubicBezTo>
                      <a:pt x="18477" y="2801"/>
                      <a:pt x="18469" y="2751"/>
                      <a:pt x="18460" y="2709"/>
                    </a:cubicBezTo>
                    <a:cubicBezTo>
                      <a:pt x="18436" y="2519"/>
                      <a:pt x="18427" y="2320"/>
                      <a:pt x="18452" y="2129"/>
                    </a:cubicBezTo>
                    <a:cubicBezTo>
                      <a:pt x="18452" y="2121"/>
                      <a:pt x="18452" y="2121"/>
                      <a:pt x="18452" y="2113"/>
                    </a:cubicBezTo>
                    <a:cubicBezTo>
                      <a:pt x="18436" y="2088"/>
                      <a:pt x="18419" y="2055"/>
                      <a:pt x="18402" y="2022"/>
                    </a:cubicBezTo>
                    <a:cubicBezTo>
                      <a:pt x="18344" y="1922"/>
                      <a:pt x="18278" y="1839"/>
                      <a:pt x="18212" y="1748"/>
                    </a:cubicBezTo>
                    <a:cubicBezTo>
                      <a:pt x="18137" y="1649"/>
                      <a:pt x="18071" y="1558"/>
                      <a:pt x="17996" y="1458"/>
                    </a:cubicBezTo>
                    <a:cubicBezTo>
                      <a:pt x="17977" y="1426"/>
                      <a:pt x="18014" y="1393"/>
                      <a:pt x="18047" y="1393"/>
                    </a:cubicBezTo>
                    <a:cubicBezTo>
                      <a:pt x="18056" y="1393"/>
                      <a:pt x="18064" y="1395"/>
                      <a:pt x="18071" y="1400"/>
                    </a:cubicBezTo>
                    <a:cubicBezTo>
                      <a:pt x="18104" y="1433"/>
                      <a:pt x="18137" y="1458"/>
                      <a:pt x="18170" y="1491"/>
                    </a:cubicBezTo>
                    <a:cubicBezTo>
                      <a:pt x="18104" y="1375"/>
                      <a:pt x="18046" y="1259"/>
                      <a:pt x="17980" y="1143"/>
                    </a:cubicBezTo>
                    <a:cubicBezTo>
                      <a:pt x="17922" y="1061"/>
                      <a:pt x="17864" y="969"/>
                      <a:pt x="17798" y="878"/>
                    </a:cubicBezTo>
                    <a:cubicBezTo>
                      <a:pt x="17748" y="812"/>
                      <a:pt x="17698" y="737"/>
                      <a:pt x="17690" y="655"/>
                    </a:cubicBezTo>
                    <a:cubicBezTo>
                      <a:pt x="17599" y="597"/>
                      <a:pt x="17516" y="547"/>
                      <a:pt x="17416" y="505"/>
                    </a:cubicBezTo>
                    <a:cubicBezTo>
                      <a:pt x="17292" y="456"/>
                      <a:pt x="17168" y="414"/>
                      <a:pt x="17044" y="373"/>
                    </a:cubicBezTo>
                    <a:cubicBezTo>
                      <a:pt x="16928" y="340"/>
                      <a:pt x="16770" y="331"/>
                      <a:pt x="16679" y="249"/>
                    </a:cubicBezTo>
                    <a:cubicBezTo>
                      <a:pt x="16654" y="224"/>
                      <a:pt x="16663" y="182"/>
                      <a:pt x="16696" y="166"/>
                    </a:cubicBezTo>
                    <a:cubicBezTo>
                      <a:pt x="16696" y="163"/>
                      <a:pt x="16697" y="161"/>
                      <a:pt x="16698" y="160"/>
                    </a:cubicBezTo>
                    <a:lnTo>
                      <a:pt x="16698" y="160"/>
                    </a:lnTo>
                    <a:cubicBezTo>
                      <a:pt x="16653" y="167"/>
                      <a:pt x="16608" y="175"/>
                      <a:pt x="16563" y="182"/>
                    </a:cubicBezTo>
                    <a:cubicBezTo>
                      <a:pt x="16472" y="207"/>
                      <a:pt x="16373" y="240"/>
                      <a:pt x="16281" y="290"/>
                    </a:cubicBezTo>
                    <a:cubicBezTo>
                      <a:pt x="16257" y="298"/>
                      <a:pt x="16232" y="315"/>
                      <a:pt x="16199" y="331"/>
                    </a:cubicBezTo>
                    <a:cubicBezTo>
                      <a:pt x="16190" y="348"/>
                      <a:pt x="16174" y="356"/>
                      <a:pt x="16165" y="373"/>
                    </a:cubicBezTo>
                    <a:cubicBezTo>
                      <a:pt x="16153" y="392"/>
                      <a:pt x="16136" y="401"/>
                      <a:pt x="16118" y="401"/>
                    </a:cubicBezTo>
                    <a:cubicBezTo>
                      <a:pt x="16112" y="401"/>
                      <a:pt x="16105" y="400"/>
                      <a:pt x="16099" y="398"/>
                    </a:cubicBezTo>
                    <a:cubicBezTo>
                      <a:pt x="16074" y="414"/>
                      <a:pt x="16041" y="423"/>
                      <a:pt x="16016" y="439"/>
                    </a:cubicBezTo>
                    <a:cubicBezTo>
                      <a:pt x="16000" y="446"/>
                      <a:pt x="15984" y="450"/>
                      <a:pt x="15969" y="450"/>
                    </a:cubicBezTo>
                    <a:cubicBezTo>
                      <a:pt x="15916" y="450"/>
                      <a:pt x="15877" y="408"/>
                      <a:pt x="15884" y="356"/>
                    </a:cubicBezTo>
                    <a:cubicBezTo>
                      <a:pt x="15685" y="323"/>
                      <a:pt x="15494" y="265"/>
                      <a:pt x="15304" y="232"/>
                    </a:cubicBezTo>
                    <a:cubicBezTo>
                      <a:pt x="15196" y="207"/>
                      <a:pt x="15097" y="199"/>
                      <a:pt x="14989" y="191"/>
                    </a:cubicBezTo>
                    <a:lnTo>
                      <a:pt x="14881" y="191"/>
                    </a:lnTo>
                    <a:cubicBezTo>
                      <a:pt x="14906" y="240"/>
                      <a:pt x="14931" y="290"/>
                      <a:pt x="14947" y="340"/>
                    </a:cubicBezTo>
                    <a:cubicBezTo>
                      <a:pt x="14964" y="365"/>
                      <a:pt x="14939" y="389"/>
                      <a:pt x="14914" y="398"/>
                    </a:cubicBezTo>
                    <a:cubicBezTo>
                      <a:pt x="14910" y="399"/>
                      <a:pt x="14905" y="400"/>
                      <a:pt x="14901" y="400"/>
                    </a:cubicBezTo>
                    <a:cubicBezTo>
                      <a:pt x="14881" y="400"/>
                      <a:pt x="14863" y="385"/>
                      <a:pt x="14856" y="365"/>
                    </a:cubicBezTo>
                    <a:cubicBezTo>
                      <a:pt x="14823" y="298"/>
                      <a:pt x="14790" y="232"/>
                      <a:pt x="14749" y="166"/>
                    </a:cubicBezTo>
                    <a:cubicBezTo>
                      <a:pt x="14740" y="166"/>
                      <a:pt x="14732" y="166"/>
                      <a:pt x="14724" y="157"/>
                    </a:cubicBezTo>
                    <a:lnTo>
                      <a:pt x="14724" y="157"/>
                    </a:lnTo>
                    <a:cubicBezTo>
                      <a:pt x="14732" y="174"/>
                      <a:pt x="14732" y="182"/>
                      <a:pt x="14740" y="199"/>
                    </a:cubicBezTo>
                    <a:cubicBezTo>
                      <a:pt x="14749" y="207"/>
                      <a:pt x="14749" y="215"/>
                      <a:pt x="14749" y="232"/>
                    </a:cubicBezTo>
                    <a:cubicBezTo>
                      <a:pt x="14749" y="249"/>
                      <a:pt x="14749" y="273"/>
                      <a:pt x="14749" y="290"/>
                    </a:cubicBezTo>
                    <a:lnTo>
                      <a:pt x="14740" y="282"/>
                    </a:lnTo>
                    <a:cubicBezTo>
                      <a:pt x="14734" y="312"/>
                      <a:pt x="14715" y="333"/>
                      <a:pt x="14689" y="333"/>
                    </a:cubicBezTo>
                    <a:cubicBezTo>
                      <a:pt x="14680" y="333"/>
                      <a:pt x="14669" y="330"/>
                      <a:pt x="14657" y="323"/>
                    </a:cubicBezTo>
                    <a:cubicBezTo>
                      <a:pt x="14641" y="315"/>
                      <a:pt x="14624" y="298"/>
                      <a:pt x="14616" y="273"/>
                    </a:cubicBezTo>
                    <a:cubicBezTo>
                      <a:pt x="14459" y="207"/>
                      <a:pt x="14301" y="133"/>
                      <a:pt x="14127" y="91"/>
                    </a:cubicBezTo>
                    <a:cubicBezTo>
                      <a:pt x="13970" y="41"/>
                      <a:pt x="13804" y="17"/>
                      <a:pt x="136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2" name="Google Shape;1792;p2"/>
              <p:cNvSpPr/>
              <p:nvPr/>
            </p:nvSpPr>
            <p:spPr>
              <a:xfrm>
                <a:off x="4283700" y="2522750"/>
                <a:ext cx="875" cy="2100"/>
              </a:xfrm>
              <a:custGeom>
                <a:rect b="b" l="l" r="r" t="t"/>
                <a:pathLst>
                  <a:path extrusionOk="0" h="84" w="35">
                    <a:moveTo>
                      <a:pt x="1" y="1"/>
                    </a:moveTo>
                    <a:lnTo>
                      <a:pt x="1" y="1"/>
                    </a:lnTo>
                    <a:cubicBezTo>
                      <a:pt x="9" y="34"/>
                      <a:pt x="9" y="59"/>
                      <a:pt x="26" y="84"/>
                    </a:cubicBezTo>
                    <a:cubicBezTo>
                      <a:pt x="26" y="75"/>
                      <a:pt x="26" y="67"/>
                      <a:pt x="34" y="59"/>
                    </a:cubicBezTo>
                    <a:lnTo>
                      <a:pt x="34" y="50"/>
                    </a:lnTo>
                    <a:cubicBezTo>
                      <a:pt x="17" y="42"/>
                      <a:pt x="9" y="17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3" name="Google Shape;1793;p2"/>
              <p:cNvSpPr/>
              <p:nvPr/>
            </p:nvSpPr>
            <p:spPr>
              <a:xfrm>
                <a:off x="4272525" y="2519450"/>
                <a:ext cx="10600" cy="9125"/>
              </a:xfrm>
              <a:custGeom>
                <a:rect b="b" l="l" r="r" t="t"/>
                <a:pathLst>
                  <a:path extrusionOk="0" h="365" w="424">
                    <a:moveTo>
                      <a:pt x="315" y="0"/>
                    </a:moveTo>
                    <a:cubicBezTo>
                      <a:pt x="307" y="0"/>
                      <a:pt x="299" y="8"/>
                      <a:pt x="291" y="17"/>
                    </a:cubicBezTo>
                    <a:cubicBezTo>
                      <a:pt x="257" y="42"/>
                      <a:pt x="224" y="66"/>
                      <a:pt x="191" y="91"/>
                    </a:cubicBezTo>
                    <a:cubicBezTo>
                      <a:pt x="133" y="141"/>
                      <a:pt x="67" y="191"/>
                      <a:pt x="1" y="216"/>
                    </a:cubicBezTo>
                    <a:cubicBezTo>
                      <a:pt x="141" y="282"/>
                      <a:pt x="282" y="332"/>
                      <a:pt x="423" y="365"/>
                    </a:cubicBezTo>
                    <a:cubicBezTo>
                      <a:pt x="398" y="340"/>
                      <a:pt x="373" y="307"/>
                      <a:pt x="365" y="274"/>
                    </a:cubicBezTo>
                    <a:cubicBezTo>
                      <a:pt x="332" y="207"/>
                      <a:pt x="340" y="133"/>
                      <a:pt x="332" y="58"/>
                    </a:cubicBezTo>
                    <a:cubicBezTo>
                      <a:pt x="332" y="42"/>
                      <a:pt x="332" y="17"/>
                      <a:pt x="324" y="8"/>
                    </a:cubicBezTo>
                    <a:lnTo>
                      <a:pt x="32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4" name="Google Shape;1794;p2"/>
              <p:cNvSpPr/>
              <p:nvPr/>
            </p:nvSpPr>
            <p:spPr>
              <a:xfrm>
                <a:off x="4269000" y="2522550"/>
                <a:ext cx="2525" cy="1475"/>
              </a:xfrm>
              <a:custGeom>
                <a:rect b="b" l="l" r="r" t="t"/>
                <a:pathLst>
                  <a:path extrusionOk="0" h="59" w="101">
                    <a:moveTo>
                      <a:pt x="1" y="0"/>
                    </a:moveTo>
                    <a:lnTo>
                      <a:pt x="1" y="0"/>
                    </a:lnTo>
                    <a:cubicBezTo>
                      <a:pt x="17" y="17"/>
                      <a:pt x="34" y="34"/>
                      <a:pt x="50" y="58"/>
                    </a:cubicBezTo>
                    <a:lnTo>
                      <a:pt x="75" y="58"/>
                    </a:lnTo>
                    <a:cubicBezTo>
                      <a:pt x="84" y="42"/>
                      <a:pt x="92" y="34"/>
                      <a:pt x="100" y="25"/>
                    </a:cubicBezTo>
                    <a:cubicBezTo>
                      <a:pt x="67" y="25"/>
                      <a:pt x="34" y="17"/>
                      <a:pt x="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5" name="Google Shape;1795;p2"/>
              <p:cNvSpPr/>
              <p:nvPr/>
            </p:nvSpPr>
            <p:spPr>
              <a:xfrm>
                <a:off x="4248900" y="2501625"/>
                <a:ext cx="11225" cy="14725"/>
              </a:xfrm>
              <a:custGeom>
                <a:rect b="b" l="l" r="r" t="t"/>
                <a:pathLst>
                  <a:path extrusionOk="0" h="589" w="449">
                    <a:moveTo>
                      <a:pt x="175" y="1"/>
                    </a:moveTo>
                    <a:cubicBezTo>
                      <a:pt x="134" y="34"/>
                      <a:pt x="109" y="83"/>
                      <a:pt x="84" y="125"/>
                    </a:cubicBezTo>
                    <a:cubicBezTo>
                      <a:pt x="51" y="175"/>
                      <a:pt x="34" y="233"/>
                      <a:pt x="9" y="291"/>
                    </a:cubicBezTo>
                    <a:cubicBezTo>
                      <a:pt x="9" y="299"/>
                      <a:pt x="1" y="307"/>
                      <a:pt x="1" y="307"/>
                    </a:cubicBezTo>
                    <a:cubicBezTo>
                      <a:pt x="92" y="382"/>
                      <a:pt x="200" y="440"/>
                      <a:pt x="299" y="498"/>
                    </a:cubicBezTo>
                    <a:cubicBezTo>
                      <a:pt x="349" y="531"/>
                      <a:pt x="399" y="556"/>
                      <a:pt x="448" y="589"/>
                    </a:cubicBezTo>
                    <a:cubicBezTo>
                      <a:pt x="424" y="547"/>
                      <a:pt x="415" y="498"/>
                      <a:pt x="407" y="456"/>
                    </a:cubicBezTo>
                    <a:cubicBezTo>
                      <a:pt x="407" y="431"/>
                      <a:pt x="407" y="398"/>
                      <a:pt x="407" y="373"/>
                    </a:cubicBezTo>
                    <a:cubicBezTo>
                      <a:pt x="407" y="365"/>
                      <a:pt x="415" y="349"/>
                      <a:pt x="415" y="332"/>
                    </a:cubicBezTo>
                    <a:lnTo>
                      <a:pt x="415" y="332"/>
                    </a:lnTo>
                    <a:cubicBezTo>
                      <a:pt x="399" y="340"/>
                      <a:pt x="366" y="349"/>
                      <a:pt x="357" y="349"/>
                    </a:cubicBezTo>
                    <a:cubicBezTo>
                      <a:pt x="324" y="357"/>
                      <a:pt x="299" y="365"/>
                      <a:pt x="274" y="365"/>
                    </a:cubicBezTo>
                    <a:cubicBezTo>
                      <a:pt x="216" y="357"/>
                      <a:pt x="192" y="299"/>
                      <a:pt x="183" y="257"/>
                    </a:cubicBezTo>
                    <a:cubicBezTo>
                      <a:pt x="175" y="208"/>
                      <a:pt x="183" y="158"/>
                      <a:pt x="183" y="108"/>
                    </a:cubicBezTo>
                    <a:cubicBezTo>
                      <a:pt x="183" y="67"/>
                      <a:pt x="192" y="34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6" name="Google Shape;1796;p2"/>
              <p:cNvSpPr/>
              <p:nvPr/>
            </p:nvSpPr>
            <p:spPr>
              <a:xfrm>
                <a:off x="4255125" y="2501200"/>
                <a:ext cx="225" cy="650"/>
              </a:xfrm>
              <a:custGeom>
                <a:rect b="b" l="l" r="r" t="t"/>
                <a:pathLst>
                  <a:path extrusionOk="0" h="26" w="9">
                    <a:moveTo>
                      <a:pt x="1" y="1"/>
                    </a:moveTo>
                    <a:cubicBezTo>
                      <a:pt x="1" y="9"/>
                      <a:pt x="9" y="18"/>
                      <a:pt x="9" y="26"/>
                    </a:cubicBezTo>
                    <a:cubicBezTo>
                      <a:pt x="9" y="18"/>
                      <a:pt x="9" y="9"/>
                      <a:pt x="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7" name="Google Shape;1797;p2"/>
              <p:cNvSpPr/>
              <p:nvPr/>
            </p:nvSpPr>
            <p:spPr>
              <a:xfrm>
                <a:off x="4255950" y="2507225"/>
                <a:ext cx="1075" cy="650"/>
              </a:xfrm>
              <a:custGeom>
                <a:rect b="b" l="l" r="r" t="t"/>
                <a:pathLst>
                  <a:path extrusionOk="0" h="26" w="43">
                    <a:moveTo>
                      <a:pt x="1" y="0"/>
                    </a:moveTo>
                    <a:cubicBezTo>
                      <a:pt x="1" y="0"/>
                      <a:pt x="1" y="9"/>
                      <a:pt x="1" y="17"/>
                    </a:cubicBezTo>
                    <a:cubicBezTo>
                      <a:pt x="1" y="17"/>
                      <a:pt x="9" y="25"/>
                      <a:pt x="9" y="25"/>
                    </a:cubicBezTo>
                    <a:cubicBezTo>
                      <a:pt x="17" y="25"/>
                      <a:pt x="26" y="17"/>
                      <a:pt x="34" y="17"/>
                    </a:cubicBezTo>
                    <a:lnTo>
                      <a:pt x="42" y="17"/>
                    </a:lnTo>
                    <a:cubicBezTo>
                      <a:pt x="26" y="17"/>
                      <a:pt x="17" y="9"/>
                      <a:pt x="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8" name="Google Shape;1798;p2"/>
              <p:cNvSpPr/>
              <p:nvPr/>
            </p:nvSpPr>
            <p:spPr>
              <a:xfrm>
                <a:off x="4061650" y="3023400"/>
                <a:ext cx="1075" cy="7075"/>
              </a:xfrm>
              <a:custGeom>
                <a:rect b="b" l="l" r="r" t="t"/>
                <a:pathLst>
                  <a:path extrusionOk="0" h="283" w="43">
                    <a:moveTo>
                      <a:pt x="42" y="1"/>
                    </a:moveTo>
                    <a:cubicBezTo>
                      <a:pt x="34" y="9"/>
                      <a:pt x="17" y="17"/>
                      <a:pt x="1" y="26"/>
                    </a:cubicBezTo>
                    <a:cubicBezTo>
                      <a:pt x="1" y="108"/>
                      <a:pt x="9" y="191"/>
                      <a:pt x="17" y="282"/>
                    </a:cubicBezTo>
                    <a:cubicBezTo>
                      <a:pt x="26" y="183"/>
                      <a:pt x="34" y="92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9" name="Google Shape;1799;p2"/>
              <p:cNvSpPr/>
              <p:nvPr/>
            </p:nvSpPr>
            <p:spPr>
              <a:xfrm>
                <a:off x="4381675" y="2480300"/>
                <a:ext cx="19725" cy="23425"/>
              </a:xfrm>
              <a:custGeom>
                <a:rect b="b" l="l" r="r" t="t"/>
                <a:pathLst>
                  <a:path extrusionOk="0" h="937" w="789">
                    <a:moveTo>
                      <a:pt x="763" y="0"/>
                    </a:moveTo>
                    <a:cubicBezTo>
                      <a:pt x="763" y="0"/>
                      <a:pt x="755" y="8"/>
                      <a:pt x="755" y="8"/>
                    </a:cubicBezTo>
                    <a:cubicBezTo>
                      <a:pt x="747" y="33"/>
                      <a:pt x="738" y="58"/>
                      <a:pt x="730" y="83"/>
                    </a:cubicBezTo>
                    <a:cubicBezTo>
                      <a:pt x="689" y="166"/>
                      <a:pt x="614" y="199"/>
                      <a:pt x="531" y="232"/>
                    </a:cubicBezTo>
                    <a:cubicBezTo>
                      <a:pt x="490" y="249"/>
                      <a:pt x="440" y="265"/>
                      <a:pt x="399" y="274"/>
                    </a:cubicBezTo>
                    <a:cubicBezTo>
                      <a:pt x="390" y="448"/>
                      <a:pt x="283" y="630"/>
                      <a:pt x="183" y="754"/>
                    </a:cubicBezTo>
                    <a:cubicBezTo>
                      <a:pt x="134" y="820"/>
                      <a:pt x="67" y="878"/>
                      <a:pt x="1" y="928"/>
                    </a:cubicBezTo>
                    <a:cubicBezTo>
                      <a:pt x="9" y="928"/>
                      <a:pt x="18" y="928"/>
                      <a:pt x="26" y="936"/>
                    </a:cubicBezTo>
                    <a:cubicBezTo>
                      <a:pt x="274" y="887"/>
                      <a:pt x="523" y="787"/>
                      <a:pt x="672" y="572"/>
                    </a:cubicBezTo>
                    <a:cubicBezTo>
                      <a:pt x="714" y="514"/>
                      <a:pt x="747" y="448"/>
                      <a:pt x="763" y="381"/>
                    </a:cubicBezTo>
                    <a:cubicBezTo>
                      <a:pt x="788" y="307"/>
                      <a:pt x="780" y="232"/>
                      <a:pt x="772" y="158"/>
                    </a:cubicBezTo>
                    <a:cubicBezTo>
                      <a:pt x="772" y="108"/>
                      <a:pt x="772" y="50"/>
                      <a:pt x="7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0" name="Google Shape;1800;p2"/>
              <p:cNvSpPr/>
              <p:nvPr/>
            </p:nvSpPr>
            <p:spPr>
              <a:xfrm>
                <a:off x="4394125" y="2477600"/>
                <a:ext cx="2700" cy="2100"/>
              </a:xfrm>
              <a:custGeom>
                <a:rect b="b" l="l" r="r" t="t"/>
                <a:pathLst>
                  <a:path extrusionOk="0" h="84" w="108">
                    <a:moveTo>
                      <a:pt x="108" y="0"/>
                    </a:moveTo>
                    <a:cubicBezTo>
                      <a:pt x="75" y="25"/>
                      <a:pt x="33" y="34"/>
                      <a:pt x="0" y="42"/>
                    </a:cubicBezTo>
                    <a:cubicBezTo>
                      <a:pt x="8" y="67"/>
                      <a:pt x="17" y="83"/>
                      <a:pt x="25" y="83"/>
                    </a:cubicBezTo>
                    <a:cubicBezTo>
                      <a:pt x="50" y="83"/>
                      <a:pt x="83" y="34"/>
                      <a:pt x="100" y="17"/>
                    </a:cubicBezTo>
                    <a:cubicBezTo>
                      <a:pt x="100" y="17"/>
                      <a:pt x="100" y="9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1" name="Google Shape;1801;p2"/>
              <p:cNvSpPr/>
              <p:nvPr/>
            </p:nvSpPr>
            <p:spPr>
              <a:xfrm>
                <a:off x="4401775" y="2464975"/>
                <a:ext cx="1900" cy="1475"/>
              </a:xfrm>
              <a:custGeom>
                <a:rect b="b" l="l" r="r" t="t"/>
                <a:pathLst>
                  <a:path extrusionOk="0" h="59" w="76">
                    <a:moveTo>
                      <a:pt x="75" y="0"/>
                    </a:moveTo>
                    <a:lnTo>
                      <a:pt x="75" y="0"/>
                    </a:lnTo>
                    <a:cubicBezTo>
                      <a:pt x="50" y="8"/>
                      <a:pt x="26" y="17"/>
                      <a:pt x="1" y="25"/>
                    </a:cubicBezTo>
                    <a:cubicBezTo>
                      <a:pt x="26" y="33"/>
                      <a:pt x="34" y="41"/>
                      <a:pt x="42" y="58"/>
                    </a:cubicBezTo>
                    <a:cubicBezTo>
                      <a:pt x="59" y="41"/>
                      <a:pt x="67" y="17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2" name="Google Shape;1802;p2"/>
              <p:cNvSpPr/>
              <p:nvPr/>
            </p:nvSpPr>
            <p:spPr>
              <a:xfrm>
                <a:off x="4368625" y="2457500"/>
                <a:ext cx="35875" cy="5775"/>
              </a:xfrm>
              <a:custGeom>
                <a:rect b="b" l="l" r="r" t="t"/>
                <a:pathLst>
                  <a:path extrusionOk="0" h="231" w="1435">
                    <a:moveTo>
                      <a:pt x="1426" y="1"/>
                    </a:moveTo>
                    <a:cubicBezTo>
                      <a:pt x="1368" y="26"/>
                      <a:pt x="1302" y="42"/>
                      <a:pt x="1244" y="50"/>
                    </a:cubicBezTo>
                    <a:cubicBezTo>
                      <a:pt x="1062" y="100"/>
                      <a:pt x="863" y="125"/>
                      <a:pt x="672" y="158"/>
                    </a:cubicBezTo>
                    <a:cubicBezTo>
                      <a:pt x="573" y="173"/>
                      <a:pt x="461" y="194"/>
                      <a:pt x="351" y="194"/>
                    </a:cubicBezTo>
                    <a:cubicBezTo>
                      <a:pt x="277" y="194"/>
                      <a:pt x="203" y="185"/>
                      <a:pt x="134" y="158"/>
                    </a:cubicBezTo>
                    <a:cubicBezTo>
                      <a:pt x="84" y="133"/>
                      <a:pt x="42" y="108"/>
                      <a:pt x="9" y="67"/>
                    </a:cubicBezTo>
                    <a:cubicBezTo>
                      <a:pt x="9" y="84"/>
                      <a:pt x="9" y="92"/>
                      <a:pt x="1" y="108"/>
                    </a:cubicBezTo>
                    <a:cubicBezTo>
                      <a:pt x="100" y="150"/>
                      <a:pt x="192" y="183"/>
                      <a:pt x="291" y="208"/>
                    </a:cubicBezTo>
                    <a:cubicBezTo>
                      <a:pt x="379" y="223"/>
                      <a:pt x="468" y="230"/>
                      <a:pt x="558" y="230"/>
                    </a:cubicBezTo>
                    <a:cubicBezTo>
                      <a:pt x="855" y="230"/>
                      <a:pt x="1154" y="154"/>
                      <a:pt x="1434" y="59"/>
                    </a:cubicBezTo>
                    <a:cubicBezTo>
                      <a:pt x="1434" y="42"/>
                      <a:pt x="1426" y="26"/>
                      <a:pt x="1426" y="17"/>
                    </a:cubicBezTo>
                    <a:cubicBezTo>
                      <a:pt x="1426" y="9"/>
                      <a:pt x="1426" y="9"/>
                      <a:pt x="14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3" name="Google Shape;1803;p2"/>
              <p:cNvSpPr/>
              <p:nvPr/>
            </p:nvSpPr>
            <p:spPr>
              <a:xfrm>
                <a:off x="4276250" y="2470025"/>
                <a:ext cx="125150" cy="43075"/>
              </a:xfrm>
              <a:custGeom>
                <a:rect b="b" l="l" r="r" t="t"/>
                <a:pathLst>
                  <a:path extrusionOk="0" h="1723" w="5006">
                    <a:moveTo>
                      <a:pt x="4682" y="212"/>
                    </a:moveTo>
                    <a:cubicBezTo>
                      <a:pt x="4690" y="270"/>
                      <a:pt x="4690" y="328"/>
                      <a:pt x="4674" y="378"/>
                    </a:cubicBezTo>
                    <a:cubicBezTo>
                      <a:pt x="4657" y="345"/>
                      <a:pt x="4632" y="312"/>
                      <a:pt x="4599" y="295"/>
                    </a:cubicBezTo>
                    <a:cubicBezTo>
                      <a:pt x="4599" y="270"/>
                      <a:pt x="4599" y="237"/>
                      <a:pt x="4591" y="212"/>
                    </a:cubicBezTo>
                    <a:close/>
                    <a:moveTo>
                      <a:pt x="4102" y="867"/>
                    </a:moveTo>
                    <a:cubicBezTo>
                      <a:pt x="4120" y="879"/>
                      <a:pt x="4143" y="887"/>
                      <a:pt x="4167" y="887"/>
                    </a:cubicBezTo>
                    <a:cubicBezTo>
                      <a:pt x="4175" y="887"/>
                      <a:pt x="4184" y="886"/>
                      <a:pt x="4193" y="883"/>
                    </a:cubicBezTo>
                    <a:lnTo>
                      <a:pt x="4193" y="883"/>
                    </a:lnTo>
                    <a:cubicBezTo>
                      <a:pt x="4119" y="925"/>
                      <a:pt x="4044" y="966"/>
                      <a:pt x="3969" y="999"/>
                    </a:cubicBezTo>
                    <a:cubicBezTo>
                      <a:pt x="4011" y="958"/>
                      <a:pt x="4061" y="917"/>
                      <a:pt x="4102" y="867"/>
                    </a:cubicBezTo>
                    <a:close/>
                    <a:moveTo>
                      <a:pt x="2760" y="1381"/>
                    </a:moveTo>
                    <a:lnTo>
                      <a:pt x="2760" y="1381"/>
                    </a:lnTo>
                    <a:cubicBezTo>
                      <a:pt x="2635" y="1414"/>
                      <a:pt x="2511" y="1430"/>
                      <a:pt x="2379" y="1430"/>
                    </a:cubicBezTo>
                    <a:lnTo>
                      <a:pt x="2362" y="1430"/>
                    </a:lnTo>
                    <a:cubicBezTo>
                      <a:pt x="2495" y="1422"/>
                      <a:pt x="2627" y="1405"/>
                      <a:pt x="2760" y="1381"/>
                    </a:cubicBezTo>
                    <a:close/>
                    <a:moveTo>
                      <a:pt x="4629" y="0"/>
                    </a:moveTo>
                    <a:cubicBezTo>
                      <a:pt x="4437" y="0"/>
                      <a:pt x="4248" y="27"/>
                      <a:pt x="4069" y="80"/>
                    </a:cubicBezTo>
                    <a:cubicBezTo>
                      <a:pt x="4003" y="105"/>
                      <a:pt x="3969" y="179"/>
                      <a:pt x="4003" y="237"/>
                    </a:cubicBezTo>
                    <a:cubicBezTo>
                      <a:pt x="4127" y="461"/>
                      <a:pt x="3994" y="726"/>
                      <a:pt x="3812" y="867"/>
                    </a:cubicBezTo>
                    <a:cubicBezTo>
                      <a:pt x="3597" y="1041"/>
                      <a:pt x="3298" y="1091"/>
                      <a:pt x="3025" y="1149"/>
                    </a:cubicBezTo>
                    <a:cubicBezTo>
                      <a:pt x="2702" y="1207"/>
                      <a:pt x="2370" y="1256"/>
                      <a:pt x="2047" y="1281"/>
                    </a:cubicBezTo>
                    <a:cubicBezTo>
                      <a:pt x="1898" y="1289"/>
                      <a:pt x="1741" y="1306"/>
                      <a:pt x="1591" y="1314"/>
                    </a:cubicBezTo>
                    <a:cubicBezTo>
                      <a:pt x="1509" y="1289"/>
                      <a:pt x="1426" y="1265"/>
                      <a:pt x="1343" y="1231"/>
                    </a:cubicBezTo>
                    <a:cubicBezTo>
                      <a:pt x="953" y="1099"/>
                      <a:pt x="564" y="966"/>
                      <a:pt x="175" y="825"/>
                    </a:cubicBezTo>
                    <a:cubicBezTo>
                      <a:pt x="165" y="823"/>
                      <a:pt x="154" y="821"/>
                      <a:pt x="144" y="821"/>
                    </a:cubicBezTo>
                    <a:cubicBezTo>
                      <a:pt x="95" y="821"/>
                      <a:pt x="46" y="852"/>
                      <a:pt x="26" y="900"/>
                    </a:cubicBezTo>
                    <a:cubicBezTo>
                      <a:pt x="1" y="958"/>
                      <a:pt x="26" y="1016"/>
                      <a:pt x="75" y="1057"/>
                    </a:cubicBezTo>
                    <a:cubicBezTo>
                      <a:pt x="639" y="1480"/>
                      <a:pt x="1351" y="1629"/>
                      <a:pt x="2039" y="1687"/>
                    </a:cubicBezTo>
                    <a:cubicBezTo>
                      <a:pt x="2246" y="1707"/>
                      <a:pt x="2461" y="1722"/>
                      <a:pt x="2677" y="1722"/>
                    </a:cubicBezTo>
                    <a:cubicBezTo>
                      <a:pt x="3186" y="1722"/>
                      <a:pt x="3697" y="1637"/>
                      <a:pt x="4110" y="1323"/>
                    </a:cubicBezTo>
                    <a:cubicBezTo>
                      <a:pt x="4251" y="1223"/>
                      <a:pt x="4367" y="1099"/>
                      <a:pt x="4467" y="958"/>
                    </a:cubicBezTo>
                    <a:cubicBezTo>
                      <a:pt x="4732" y="751"/>
                      <a:pt x="5005" y="436"/>
                      <a:pt x="4873" y="88"/>
                    </a:cubicBezTo>
                    <a:lnTo>
                      <a:pt x="4873" y="80"/>
                    </a:lnTo>
                    <a:cubicBezTo>
                      <a:pt x="4856" y="30"/>
                      <a:pt x="4823" y="5"/>
                      <a:pt x="4773" y="5"/>
                    </a:cubicBezTo>
                    <a:cubicBezTo>
                      <a:pt x="4725" y="2"/>
                      <a:pt x="4677" y="0"/>
                      <a:pt x="462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4" name="Google Shape;1804;p2"/>
              <p:cNvSpPr/>
              <p:nvPr/>
            </p:nvSpPr>
            <p:spPr>
              <a:xfrm>
                <a:off x="4232950" y="2386825"/>
                <a:ext cx="41475" cy="34400"/>
              </a:xfrm>
              <a:custGeom>
                <a:rect b="b" l="l" r="r" t="t"/>
                <a:pathLst>
                  <a:path extrusionOk="0" h="1376" w="1659">
                    <a:moveTo>
                      <a:pt x="930" y="0"/>
                    </a:moveTo>
                    <a:cubicBezTo>
                      <a:pt x="891" y="0"/>
                      <a:pt x="860" y="18"/>
                      <a:pt x="846" y="52"/>
                    </a:cubicBezTo>
                    <a:cubicBezTo>
                      <a:pt x="830" y="85"/>
                      <a:pt x="846" y="143"/>
                      <a:pt x="879" y="160"/>
                    </a:cubicBezTo>
                    <a:cubicBezTo>
                      <a:pt x="954" y="201"/>
                      <a:pt x="1037" y="218"/>
                      <a:pt x="1120" y="259"/>
                    </a:cubicBezTo>
                    <a:cubicBezTo>
                      <a:pt x="1144" y="276"/>
                      <a:pt x="1178" y="292"/>
                      <a:pt x="1202" y="309"/>
                    </a:cubicBezTo>
                    <a:cubicBezTo>
                      <a:pt x="1153" y="292"/>
                      <a:pt x="1103" y="276"/>
                      <a:pt x="1053" y="268"/>
                    </a:cubicBezTo>
                    <a:cubicBezTo>
                      <a:pt x="979" y="234"/>
                      <a:pt x="896" y="218"/>
                      <a:pt x="813" y="218"/>
                    </a:cubicBezTo>
                    <a:cubicBezTo>
                      <a:pt x="796" y="217"/>
                      <a:pt x="778" y="217"/>
                      <a:pt x="761" y="217"/>
                    </a:cubicBezTo>
                    <a:cubicBezTo>
                      <a:pt x="597" y="217"/>
                      <a:pt x="408" y="252"/>
                      <a:pt x="266" y="334"/>
                    </a:cubicBezTo>
                    <a:cubicBezTo>
                      <a:pt x="109" y="425"/>
                      <a:pt x="1" y="607"/>
                      <a:pt x="67" y="790"/>
                    </a:cubicBezTo>
                    <a:cubicBezTo>
                      <a:pt x="88" y="846"/>
                      <a:pt x="134" y="884"/>
                      <a:pt x="187" y="884"/>
                    </a:cubicBezTo>
                    <a:cubicBezTo>
                      <a:pt x="197" y="884"/>
                      <a:pt x="207" y="883"/>
                      <a:pt x="216" y="881"/>
                    </a:cubicBezTo>
                    <a:cubicBezTo>
                      <a:pt x="266" y="864"/>
                      <a:pt x="299" y="848"/>
                      <a:pt x="341" y="831"/>
                    </a:cubicBezTo>
                    <a:cubicBezTo>
                      <a:pt x="349" y="839"/>
                      <a:pt x="357" y="839"/>
                      <a:pt x="366" y="839"/>
                    </a:cubicBezTo>
                    <a:lnTo>
                      <a:pt x="424" y="856"/>
                    </a:lnTo>
                    <a:cubicBezTo>
                      <a:pt x="548" y="881"/>
                      <a:pt x="656" y="939"/>
                      <a:pt x="772" y="980"/>
                    </a:cubicBezTo>
                    <a:cubicBezTo>
                      <a:pt x="856" y="1007"/>
                      <a:pt x="944" y="1026"/>
                      <a:pt x="1033" y="1026"/>
                    </a:cubicBezTo>
                    <a:cubicBezTo>
                      <a:pt x="1084" y="1026"/>
                      <a:pt x="1135" y="1020"/>
                      <a:pt x="1186" y="1005"/>
                    </a:cubicBezTo>
                    <a:cubicBezTo>
                      <a:pt x="1202" y="1013"/>
                      <a:pt x="1211" y="1013"/>
                      <a:pt x="1227" y="1013"/>
                    </a:cubicBezTo>
                    <a:cubicBezTo>
                      <a:pt x="1260" y="1022"/>
                      <a:pt x="1294" y="1030"/>
                      <a:pt x="1335" y="1038"/>
                    </a:cubicBezTo>
                    <a:cubicBezTo>
                      <a:pt x="1335" y="1055"/>
                      <a:pt x="1335" y="1071"/>
                      <a:pt x="1327" y="1088"/>
                    </a:cubicBezTo>
                    <a:cubicBezTo>
                      <a:pt x="1318" y="1162"/>
                      <a:pt x="1277" y="1237"/>
                      <a:pt x="1294" y="1312"/>
                    </a:cubicBezTo>
                    <a:cubicBezTo>
                      <a:pt x="1299" y="1353"/>
                      <a:pt x="1341" y="1376"/>
                      <a:pt x="1381" y="1376"/>
                    </a:cubicBezTo>
                    <a:cubicBezTo>
                      <a:pt x="1404" y="1376"/>
                      <a:pt x="1427" y="1368"/>
                      <a:pt x="1443" y="1353"/>
                    </a:cubicBezTo>
                    <a:cubicBezTo>
                      <a:pt x="1459" y="1336"/>
                      <a:pt x="1468" y="1320"/>
                      <a:pt x="1476" y="1295"/>
                    </a:cubicBezTo>
                    <a:cubicBezTo>
                      <a:pt x="1484" y="1303"/>
                      <a:pt x="1492" y="1307"/>
                      <a:pt x="1502" y="1307"/>
                    </a:cubicBezTo>
                    <a:cubicBezTo>
                      <a:pt x="1511" y="1307"/>
                      <a:pt x="1521" y="1303"/>
                      <a:pt x="1534" y="1295"/>
                    </a:cubicBezTo>
                    <a:cubicBezTo>
                      <a:pt x="1567" y="1262"/>
                      <a:pt x="1584" y="1212"/>
                      <a:pt x="1600" y="1171"/>
                    </a:cubicBezTo>
                    <a:cubicBezTo>
                      <a:pt x="1617" y="1121"/>
                      <a:pt x="1633" y="1071"/>
                      <a:pt x="1642" y="1022"/>
                    </a:cubicBezTo>
                    <a:cubicBezTo>
                      <a:pt x="1658" y="922"/>
                      <a:pt x="1650" y="823"/>
                      <a:pt x="1642" y="723"/>
                    </a:cubicBezTo>
                    <a:cubicBezTo>
                      <a:pt x="1642" y="698"/>
                      <a:pt x="1617" y="682"/>
                      <a:pt x="1600" y="682"/>
                    </a:cubicBezTo>
                    <a:cubicBezTo>
                      <a:pt x="1600" y="632"/>
                      <a:pt x="1592" y="582"/>
                      <a:pt x="1575" y="533"/>
                    </a:cubicBezTo>
                    <a:cubicBezTo>
                      <a:pt x="1542" y="442"/>
                      <a:pt x="1492" y="367"/>
                      <a:pt x="1434" y="292"/>
                    </a:cubicBezTo>
                    <a:cubicBezTo>
                      <a:pt x="1376" y="218"/>
                      <a:pt x="1294" y="160"/>
                      <a:pt x="1211" y="110"/>
                    </a:cubicBezTo>
                    <a:cubicBezTo>
                      <a:pt x="1178" y="94"/>
                      <a:pt x="1136" y="69"/>
                      <a:pt x="1095" y="52"/>
                    </a:cubicBezTo>
                    <a:cubicBezTo>
                      <a:pt x="1053" y="27"/>
                      <a:pt x="1004" y="11"/>
                      <a:pt x="954" y="2"/>
                    </a:cubicBezTo>
                    <a:cubicBezTo>
                      <a:pt x="946" y="1"/>
                      <a:pt x="937" y="0"/>
                      <a:pt x="930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5" name="Google Shape;1805;p2"/>
              <p:cNvSpPr/>
              <p:nvPr/>
            </p:nvSpPr>
            <p:spPr>
              <a:xfrm>
                <a:off x="4257000" y="2384175"/>
                <a:ext cx="4775" cy="3750"/>
              </a:xfrm>
              <a:custGeom>
                <a:rect b="b" l="l" r="r" t="t"/>
                <a:pathLst>
                  <a:path extrusionOk="0" h="150" w="191">
                    <a:moveTo>
                      <a:pt x="58" y="1"/>
                    </a:moveTo>
                    <a:cubicBezTo>
                      <a:pt x="58" y="1"/>
                      <a:pt x="50" y="1"/>
                      <a:pt x="42" y="9"/>
                    </a:cubicBezTo>
                    <a:cubicBezTo>
                      <a:pt x="33" y="9"/>
                      <a:pt x="33" y="9"/>
                      <a:pt x="25" y="17"/>
                    </a:cubicBezTo>
                    <a:cubicBezTo>
                      <a:pt x="0" y="26"/>
                      <a:pt x="0" y="50"/>
                      <a:pt x="17" y="75"/>
                    </a:cubicBezTo>
                    <a:cubicBezTo>
                      <a:pt x="25" y="84"/>
                      <a:pt x="33" y="92"/>
                      <a:pt x="50" y="100"/>
                    </a:cubicBezTo>
                    <a:cubicBezTo>
                      <a:pt x="58" y="100"/>
                      <a:pt x="66" y="108"/>
                      <a:pt x="75" y="117"/>
                    </a:cubicBezTo>
                    <a:cubicBezTo>
                      <a:pt x="83" y="125"/>
                      <a:pt x="91" y="125"/>
                      <a:pt x="100" y="142"/>
                    </a:cubicBezTo>
                    <a:cubicBezTo>
                      <a:pt x="100" y="142"/>
                      <a:pt x="108" y="150"/>
                      <a:pt x="116" y="150"/>
                    </a:cubicBezTo>
                    <a:lnTo>
                      <a:pt x="133" y="150"/>
                    </a:lnTo>
                    <a:cubicBezTo>
                      <a:pt x="149" y="150"/>
                      <a:pt x="166" y="150"/>
                      <a:pt x="174" y="142"/>
                    </a:cubicBezTo>
                    <a:cubicBezTo>
                      <a:pt x="191" y="125"/>
                      <a:pt x="191" y="117"/>
                      <a:pt x="191" y="100"/>
                    </a:cubicBezTo>
                    <a:cubicBezTo>
                      <a:pt x="191" y="84"/>
                      <a:pt x="191" y="67"/>
                      <a:pt x="174" y="59"/>
                    </a:cubicBezTo>
                    <a:lnTo>
                      <a:pt x="182" y="59"/>
                    </a:lnTo>
                    <a:cubicBezTo>
                      <a:pt x="158" y="42"/>
                      <a:pt x="141" y="26"/>
                      <a:pt x="116" y="17"/>
                    </a:cubicBezTo>
                    <a:cubicBezTo>
                      <a:pt x="100" y="9"/>
                      <a:pt x="83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6" name="Google Shape;1806;p2"/>
              <p:cNvSpPr/>
              <p:nvPr/>
            </p:nvSpPr>
            <p:spPr>
              <a:xfrm>
                <a:off x="4300700" y="2365325"/>
                <a:ext cx="13075" cy="24825"/>
              </a:xfrm>
              <a:custGeom>
                <a:rect b="b" l="l" r="r" t="t"/>
                <a:pathLst>
                  <a:path extrusionOk="0" h="993" w="523">
                    <a:moveTo>
                      <a:pt x="365" y="1"/>
                    </a:moveTo>
                    <a:cubicBezTo>
                      <a:pt x="323" y="1"/>
                      <a:pt x="274" y="42"/>
                      <a:pt x="274" y="92"/>
                    </a:cubicBezTo>
                    <a:cubicBezTo>
                      <a:pt x="274" y="142"/>
                      <a:pt x="282" y="200"/>
                      <a:pt x="282" y="249"/>
                    </a:cubicBezTo>
                    <a:lnTo>
                      <a:pt x="282" y="291"/>
                    </a:lnTo>
                    <a:cubicBezTo>
                      <a:pt x="257" y="307"/>
                      <a:pt x="241" y="324"/>
                      <a:pt x="232" y="349"/>
                    </a:cubicBezTo>
                    <a:cubicBezTo>
                      <a:pt x="224" y="390"/>
                      <a:pt x="224" y="432"/>
                      <a:pt x="224" y="473"/>
                    </a:cubicBezTo>
                    <a:cubicBezTo>
                      <a:pt x="216" y="465"/>
                      <a:pt x="216" y="456"/>
                      <a:pt x="207" y="448"/>
                    </a:cubicBezTo>
                    <a:cubicBezTo>
                      <a:pt x="185" y="414"/>
                      <a:pt x="150" y="395"/>
                      <a:pt x="114" y="395"/>
                    </a:cubicBezTo>
                    <a:cubicBezTo>
                      <a:pt x="98" y="395"/>
                      <a:pt x="82" y="399"/>
                      <a:pt x="67" y="407"/>
                    </a:cubicBezTo>
                    <a:cubicBezTo>
                      <a:pt x="17" y="440"/>
                      <a:pt x="0" y="506"/>
                      <a:pt x="25" y="556"/>
                    </a:cubicBezTo>
                    <a:cubicBezTo>
                      <a:pt x="67" y="630"/>
                      <a:pt x="125" y="705"/>
                      <a:pt x="183" y="763"/>
                    </a:cubicBezTo>
                    <a:cubicBezTo>
                      <a:pt x="241" y="829"/>
                      <a:pt x="290" y="904"/>
                      <a:pt x="348" y="962"/>
                    </a:cubicBezTo>
                    <a:cubicBezTo>
                      <a:pt x="368" y="982"/>
                      <a:pt x="395" y="993"/>
                      <a:pt x="421" y="993"/>
                    </a:cubicBezTo>
                    <a:cubicBezTo>
                      <a:pt x="439" y="993"/>
                      <a:pt x="456" y="988"/>
                      <a:pt x="473" y="978"/>
                    </a:cubicBezTo>
                    <a:cubicBezTo>
                      <a:pt x="514" y="954"/>
                      <a:pt x="522" y="912"/>
                      <a:pt x="514" y="862"/>
                    </a:cubicBezTo>
                    <a:cubicBezTo>
                      <a:pt x="506" y="780"/>
                      <a:pt x="489" y="697"/>
                      <a:pt x="481" y="606"/>
                    </a:cubicBezTo>
                    <a:cubicBezTo>
                      <a:pt x="481" y="572"/>
                      <a:pt x="473" y="539"/>
                      <a:pt x="473" y="506"/>
                    </a:cubicBezTo>
                    <a:cubicBezTo>
                      <a:pt x="464" y="473"/>
                      <a:pt x="464" y="440"/>
                      <a:pt x="456" y="407"/>
                    </a:cubicBezTo>
                    <a:cubicBezTo>
                      <a:pt x="464" y="299"/>
                      <a:pt x="464" y="200"/>
                      <a:pt x="456" y="92"/>
                    </a:cubicBezTo>
                    <a:cubicBezTo>
                      <a:pt x="456" y="42"/>
                      <a:pt x="423" y="1"/>
                      <a:pt x="36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7" name="Google Shape;1807;p2"/>
              <p:cNvSpPr/>
              <p:nvPr/>
            </p:nvSpPr>
            <p:spPr>
              <a:xfrm>
                <a:off x="4306475" y="2388475"/>
                <a:ext cx="96975" cy="76300"/>
              </a:xfrm>
              <a:custGeom>
                <a:rect b="b" l="l" r="r" t="t"/>
                <a:pathLst>
                  <a:path extrusionOk="0" h="3052" w="3879">
                    <a:moveTo>
                      <a:pt x="43" y="1"/>
                    </a:moveTo>
                    <a:cubicBezTo>
                      <a:pt x="21" y="1"/>
                      <a:pt x="0" y="20"/>
                      <a:pt x="18" y="44"/>
                    </a:cubicBezTo>
                    <a:cubicBezTo>
                      <a:pt x="581" y="1204"/>
                      <a:pt x="1832" y="1743"/>
                      <a:pt x="2926" y="2281"/>
                    </a:cubicBezTo>
                    <a:cubicBezTo>
                      <a:pt x="3092" y="2364"/>
                      <a:pt x="3249" y="2439"/>
                      <a:pt x="3415" y="2530"/>
                    </a:cubicBezTo>
                    <a:cubicBezTo>
                      <a:pt x="3481" y="2571"/>
                      <a:pt x="3556" y="2613"/>
                      <a:pt x="3622" y="2662"/>
                    </a:cubicBezTo>
                    <a:cubicBezTo>
                      <a:pt x="3655" y="2687"/>
                      <a:pt x="3688" y="2712"/>
                      <a:pt x="3713" y="2737"/>
                    </a:cubicBezTo>
                    <a:cubicBezTo>
                      <a:pt x="3688" y="2737"/>
                      <a:pt x="3672" y="2745"/>
                      <a:pt x="3647" y="2753"/>
                    </a:cubicBezTo>
                    <a:cubicBezTo>
                      <a:pt x="3589" y="2762"/>
                      <a:pt x="3539" y="2778"/>
                      <a:pt x="3490" y="2787"/>
                    </a:cubicBezTo>
                    <a:cubicBezTo>
                      <a:pt x="3382" y="2811"/>
                      <a:pt x="3282" y="2820"/>
                      <a:pt x="3175" y="2820"/>
                    </a:cubicBezTo>
                    <a:cubicBezTo>
                      <a:pt x="3067" y="2820"/>
                      <a:pt x="2959" y="2811"/>
                      <a:pt x="2860" y="2803"/>
                    </a:cubicBezTo>
                    <a:cubicBezTo>
                      <a:pt x="2776" y="2790"/>
                      <a:pt x="2687" y="2762"/>
                      <a:pt x="2605" y="2762"/>
                    </a:cubicBezTo>
                    <a:cubicBezTo>
                      <a:pt x="2581" y="2762"/>
                      <a:pt x="2559" y="2765"/>
                      <a:pt x="2537" y="2770"/>
                    </a:cubicBezTo>
                    <a:cubicBezTo>
                      <a:pt x="2479" y="2787"/>
                      <a:pt x="2470" y="2861"/>
                      <a:pt x="2504" y="2903"/>
                    </a:cubicBezTo>
                    <a:cubicBezTo>
                      <a:pt x="2578" y="2977"/>
                      <a:pt x="2711" y="3002"/>
                      <a:pt x="2818" y="3019"/>
                    </a:cubicBezTo>
                    <a:cubicBezTo>
                      <a:pt x="2934" y="3043"/>
                      <a:pt x="3050" y="3052"/>
                      <a:pt x="3175" y="3052"/>
                    </a:cubicBezTo>
                    <a:cubicBezTo>
                      <a:pt x="3291" y="3052"/>
                      <a:pt x="3407" y="3035"/>
                      <a:pt x="3514" y="3019"/>
                    </a:cubicBezTo>
                    <a:cubicBezTo>
                      <a:pt x="3572" y="3010"/>
                      <a:pt x="3630" y="2994"/>
                      <a:pt x="3680" y="2985"/>
                    </a:cubicBezTo>
                    <a:cubicBezTo>
                      <a:pt x="3713" y="2977"/>
                      <a:pt x="3746" y="2969"/>
                      <a:pt x="3771" y="2952"/>
                    </a:cubicBezTo>
                    <a:cubicBezTo>
                      <a:pt x="3804" y="2936"/>
                      <a:pt x="3813" y="2911"/>
                      <a:pt x="3838" y="2886"/>
                    </a:cubicBezTo>
                    <a:cubicBezTo>
                      <a:pt x="3854" y="2869"/>
                      <a:pt x="3862" y="2836"/>
                      <a:pt x="3854" y="2811"/>
                    </a:cubicBezTo>
                    <a:cubicBezTo>
                      <a:pt x="3871" y="2795"/>
                      <a:pt x="3879" y="2787"/>
                      <a:pt x="3879" y="2770"/>
                    </a:cubicBezTo>
                    <a:cubicBezTo>
                      <a:pt x="3846" y="2480"/>
                      <a:pt x="3490" y="2323"/>
                      <a:pt x="3266" y="2207"/>
                    </a:cubicBezTo>
                    <a:cubicBezTo>
                      <a:pt x="2959" y="2049"/>
                      <a:pt x="2653" y="1900"/>
                      <a:pt x="2338" y="1751"/>
                    </a:cubicBezTo>
                    <a:cubicBezTo>
                      <a:pt x="1783" y="1469"/>
                      <a:pt x="1219" y="1171"/>
                      <a:pt x="747" y="765"/>
                    </a:cubicBezTo>
                    <a:cubicBezTo>
                      <a:pt x="490" y="550"/>
                      <a:pt x="250" y="293"/>
                      <a:pt x="68" y="11"/>
                    </a:cubicBezTo>
                    <a:cubicBezTo>
                      <a:pt x="61" y="4"/>
                      <a:pt x="52" y="1"/>
                      <a:pt x="43" y="1"/>
                    </a:cubicBezTo>
                    <a:close/>
                  </a:path>
                </a:pathLst>
              </a:custGeom>
              <a:solidFill>
                <a:srgbClr val="FFF9E0">
                  <a:alpha val="2156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8" name="Google Shape;1808;p2"/>
              <p:cNvSpPr/>
              <p:nvPr/>
            </p:nvSpPr>
            <p:spPr>
              <a:xfrm>
                <a:off x="4346275" y="2487750"/>
                <a:ext cx="12025" cy="7325"/>
              </a:xfrm>
              <a:custGeom>
                <a:rect b="b" l="l" r="r" t="t"/>
                <a:pathLst>
                  <a:path extrusionOk="0" h="293" w="481">
                    <a:moveTo>
                      <a:pt x="398" y="0"/>
                    </a:moveTo>
                    <a:cubicBezTo>
                      <a:pt x="365" y="0"/>
                      <a:pt x="332" y="9"/>
                      <a:pt x="307" y="17"/>
                    </a:cubicBezTo>
                    <a:cubicBezTo>
                      <a:pt x="282" y="25"/>
                      <a:pt x="249" y="34"/>
                      <a:pt x="224" y="42"/>
                    </a:cubicBezTo>
                    <a:cubicBezTo>
                      <a:pt x="199" y="50"/>
                      <a:pt x="174" y="58"/>
                      <a:pt x="149" y="75"/>
                    </a:cubicBezTo>
                    <a:cubicBezTo>
                      <a:pt x="116" y="83"/>
                      <a:pt x="83" y="92"/>
                      <a:pt x="50" y="108"/>
                    </a:cubicBezTo>
                    <a:cubicBezTo>
                      <a:pt x="50" y="108"/>
                      <a:pt x="42" y="116"/>
                      <a:pt x="33" y="125"/>
                    </a:cubicBezTo>
                    <a:cubicBezTo>
                      <a:pt x="25" y="125"/>
                      <a:pt x="17" y="133"/>
                      <a:pt x="17" y="141"/>
                    </a:cubicBezTo>
                    <a:cubicBezTo>
                      <a:pt x="8" y="166"/>
                      <a:pt x="0" y="183"/>
                      <a:pt x="0" y="208"/>
                    </a:cubicBezTo>
                    <a:cubicBezTo>
                      <a:pt x="8" y="232"/>
                      <a:pt x="17" y="249"/>
                      <a:pt x="33" y="266"/>
                    </a:cubicBezTo>
                    <a:cubicBezTo>
                      <a:pt x="50" y="282"/>
                      <a:pt x="75" y="290"/>
                      <a:pt x="100" y="290"/>
                    </a:cubicBezTo>
                    <a:cubicBezTo>
                      <a:pt x="106" y="292"/>
                      <a:pt x="112" y="293"/>
                      <a:pt x="118" y="293"/>
                    </a:cubicBezTo>
                    <a:cubicBezTo>
                      <a:pt x="142" y="293"/>
                      <a:pt x="162" y="281"/>
                      <a:pt x="182" y="274"/>
                    </a:cubicBezTo>
                    <a:cubicBezTo>
                      <a:pt x="199" y="266"/>
                      <a:pt x="207" y="257"/>
                      <a:pt x="224" y="257"/>
                    </a:cubicBezTo>
                    <a:cubicBezTo>
                      <a:pt x="249" y="241"/>
                      <a:pt x="274" y="232"/>
                      <a:pt x="298" y="216"/>
                    </a:cubicBezTo>
                    <a:cubicBezTo>
                      <a:pt x="323" y="199"/>
                      <a:pt x="348" y="191"/>
                      <a:pt x="373" y="174"/>
                    </a:cubicBezTo>
                    <a:cubicBezTo>
                      <a:pt x="390" y="166"/>
                      <a:pt x="406" y="150"/>
                      <a:pt x="423" y="141"/>
                    </a:cubicBezTo>
                    <a:cubicBezTo>
                      <a:pt x="428" y="131"/>
                      <a:pt x="433" y="124"/>
                      <a:pt x="432" y="124"/>
                    </a:cubicBezTo>
                    <a:lnTo>
                      <a:pt x="432" y="124"/>
                    </a:lnTo>
                    <a:cubicBezTo>
                      <a:pt x="432" y="124"/>
                      <a:pt x="429" y="127"/>
                      <a:pt x="423" y="133"/>
                    </a:cubicBezTo>
                    <a:cubicBezTo>
                      <a:pt x="431" y="125"/>
                      <a:pt x="431" y="125"/>
                      <a:pt x="431" y="125"/>
                    </a:cubicBezTo>
                    <a:cubicBezTo>
                      <a:pt x="439" y="116"/>
                      <a:pt x="448" y="108"/>
                      <a:pt x="456" y="100"/>
                    </a:cubicBezTo>
                    <a:cubicBezTo>
                      <a:pt x="481" y="58"/>
                      <a:pt x="439" y="0"/>
                      <a:pt x="3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9" name="Google Shape;1809;p2"/>
              <p:cNvSpPr/>
              <p:nvPr/>
            </p:nvSpPr>
            <p:spPr>
              <a:xfrm>
                <a:off x="4346275" y="2482975"/>
                <a:ext cx="5825" cy="4600"/>
              </a:xfrm>
              <a:custGeom>
                <a:rect b="b" l="l" r="r" t="t"/>
                <a:pathLst>
                  <a:path extrusionOk="0" h="184" w="233">
                    <a:moveTo>
                      <a:pt x="149" y="1"/>
                    </a:moveTo>
                    <a:cubicBezTo>
                      <a:pt x="141" y="1"/>
                      <a:pt x="133" y="9"/>
                      <a:pt x="133" y="9"/>
                    </a:cubicBezTo>
                    <a:cubicBezTo>
                      <a:pt x="116" y="17"/>
                      <a:pt x="108" y="26"/>
                      <a:pt x="91" y="34"/>
                    </a:cubicBezTo>
                    <a:cubicBezTo>
                      <a:pt x="83" y="34"/>
                      <a:pt x="66" y="42"/>
                      <a:pt x="50" y="42"/>
                    </a:cubicBezTo>
                    <a:cubicBezTo>
                      <a:pt x="42" y="51"/>
                      <a:pt x="33" y="51"/>
                      <a:pt x="25" y="59"/>
                    </a:cubicBezTo>
                    <a:cubicBezTo>
                      <a:pt x="25" y="67"/>
                      <a:pt x="17" y="67"/>
                      <a:pt x="8" y="75"/>
                    </a:cubicBezTo>
                    <a:cubicBezTo>
                      <a:pt x="8" y="84"/>
                      <a:pt x="8" y="92"/>
                      <a:pt x="0" y="92"/>
                    </a:cubicBezTo>
                    <a:cubicBezTo>
                      <a:pt x="0" y="100"/>
                      <a:pt x="0" y="117"/>
                      <a:pt x="0" y="125"/>
                    </a:cubicBezTo>
                    <a:cubicBezTo>
                      <a:pt x="0" y="125"/>
                      <a:pt x="0" y="133"/>
                      <a:pt x="8" y="142"/>
                    </a:cubicBezTo>
                    <a:cubicBezTo>
                      <a:pt x="8" y="150"/>
                      <a:pt x="17" y="158"/>
                      <a:pt x="25" y="167"/>
                    </a:cubicBezTo>
                    <a:cubicBezTo>
                      <a:pt x="33" y="175"/>
                      <a:pt x="50" y="183"/>
                      <a:pt x="75" y="183"/>
                    </a:cubicBezTo>
                    <a:lnTo>
                      <a:pt x="108" y="183"/>
                    </a:lnTo>
                    <a:cubicBezTo>
                      <a:pt x="116" y="175"/>
                      <a:pt x="124" y="175"/>
                      <a:pt x="133" y="167"/>
                    </a:cubicBezTo>
                    <a:cubicBezTo>
                      <a:pt x="141" y="167"/>
                      <a:pt x="149" y="158"/>
                      <a:pt x="158" y="158"/>
                    </a:cubicBezTo>
                    <a:cubicBezTo>
                      <a:pt x="174" y="142"/>
                      <a:pt x="199" y="125"/>
                      <a:pt x="216" y="109"/>
                    </a:cubicBezTo>
                    <a:cubicBezTo>
                      <a:pt x="224" y="100"/>
                      <a:pt x="232" y="84"/>
                      <a:pt x="232" y="67"/>
                    </a:cubicBezTo>
                    <a:cubicBezTo>
                      <a:pt x="232" y="51"/>
                      <a:pt x="224" y="26"/>
                      <a:pt x="216" y="17"/>
                    </a:cubicBezTo>
                    <a:cubicBezTo>
                      <a:pt x="199" y="9"/>
                      <a:pt x="182" y="1"/>
                      <a:pt x="1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0" name="Google Shape;1810;p2"/>
              <p:cNvSpPr/>
              <p:nvPr/>
            </p:nvSpPr>
            <p:spPr>
              <a:xfrm>
                <a:off x="4361800" y="2481325"/>
                <a:ext cx="5000" cy="4050"/>
              </a:xfrm>
              <a:custGeom>
                <a:rect b="b" l="l" r="r" t="t"/>
                <a:pathLst>
                  <a:path extrusionOk="0" h="162" w="200">
                    <a:moveTo>
                      <a:pt x="125" y="1"/>
                    </a:moveTo>
                    <a:cubicBezTo>
                      <a:pt x="117" y="1"/>
                      <a:pt x="108" y="1"/>
                      <a:pt x="92" y="9"/>
                    </a:cubicBezTo>
                    <a:cubicBezTo>
                      <a:pt x="83" y="17"/>
                      <a:pt x="67" y="25"/>
                      <a:pt x="50" y="34"/>
                    </a:cubicBezTo>
                    <a:cubicBezTo>
                      <a:pt x="50" y="42"/>
                      <a:pt x="42" y="42"/>
                      <a:pt x="42" y="42"/>
                    </a:cubicBezTo>
                    <a:cubicBezTo>
                      <a:pt x="42" y="42"/>
                      <a:pt x="42" y="50"/>
                      <a:pt x="42" y="50"/>
                    </a:cubicBezTo>
                    <a:cubicBezTo>
                      <a:pt x="34" y="50"/>
                      <a:pt x="25" y="59"/>
                      <a:pt x="25" y="59"/>
                    </a:cubicBezTo>
                    <a:cubicBezTo>
                      <a:pt x="17" y="67"/>
                      <a:pt x="9" y="75"/>
                      <a:pt x="9" y="83"/>
                    </a:cubicBezTo>
                    <a:cubicBezTo>
                      <a:pt x="9" y="92"/>
                      <a:pt x="9" y="92"/>
                      <a:pt x="9" y="92"/>
                    </a:cubicBezTo>
                    <a:cubicBezTo>
                      <a:pt x="1" y="100"/>
                      <a:pt x="1" y="108"/>
                      <a:pt x="1" y="117"/>
                    </a:cubicBezTo>
                    <a:cubicBezTo>
                      <a:pt x="1" y="125"/>
                      <a:pt x="9" y="141"/>
                      <a:pt x="25" y="150"/>
                    </a:cubicBezTo>
                    <a:cubicBezTo>
                      <a:pt x="25" y="150"/>
                      <a:pt x="34" y="158"/>
                      <a:pt x="42" y="158"/>
                    </a:cubicBezTo>
                    <a:lnTo>
                      <a:pt x="50" y="158"/>
                    </a:lnTo>
                    <a:cubicBezTo>
                      <a:pt x="56" y="158"/>
                      <a:pt x="65" y="162"/>
                      <a:pt x="73" y="162"/>
                    </a:cubicBezTo>
                    <a:cubicBezTo>
                      <a:pt x="77" y="162"/>
                      <a:pt x="81" y="161"/>
                      <a:pt x="83" y="158"/>
                    </a:cubicBezTo>
                    <a:lnTo>
                      <a:pt x="92" y="158"/>
                    </a:lnTo>
                    <a:cubicBezTo>
                      <a:pt x="92" y="158"/>
                      <a:pt x="100" y="150"/>
                      <a:pt x="100" y="150"/>
                    </a:cubicBezTo>
                    <a:cubicBezTo>
                      <a:pt x="117" y="150"/>
                      <a:pt x="133" y="141"/>
                      <a:pt x="150" y="133"/>
                    </a:cubicBezTo>
                    <a:cubicBezTo>
                      <a:pt x="158" y="133"/>
                      <a:pt x="166" y="125"/>
                      <a:pt x="175" y="117"/>
                    </a:cubicBezTo>
                    <a:cubicBezTo>
                      <a:pt x="183" y="108"/>
                      <a:pt x="183" y="108"/>
                      <a:pt x="183" y="100"/>
                    </a:cubicBezTo>
                    <a:cubicBezTo>
                      <a:pt x="191" y="92"/>
                      <a:pt x="199" y="83"/>
                      <a:pt x="199" y="67"/>
                    </a:cubicBezTo>
                    <a:cubicBezTo>
                      <a:pt x="199" y="59"/>
                      <a:pt x="191" y="50"/>
                      <a:pt x="191" y="42"/>
                    </a:cubicBezTo>
                    <a:cubicBezTo>
                      <a:pt x="191" y="34"/>
                      <a:pt x="183" y="25"/>
                      <a:pt x="175" y="17"/>
                    </a:cubicBezTo>
                    <a:cubicBezTo>
                      <a:pt x="175" y="9"/>
                      <a:pt x="166" y="9"/>
                      <a:pt x="1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1" name="Google Shape;1811;p2"/>
              <p:cNvSpPr/>
              <p:nvPr/>
            </p:nvSpPr>
            <p:spPr>
              <a:xfrm>
                <a:off x="4230675" y="2482875"/>
                <a:ext cx="153450" cy="81625"/>
              </a:xfrm>
              <a:custGeom>
                <a:rect b="b" l="l" r="r" t="t"/>
                <a:pathLst>
                  <a:path extrusionOk="0" h="3265" w="6138">
                    <a:moveTo>
                      <a:pt x="643" y="1"/>
                    </a:moveTo>
                    <a:cubicBezTo>
                      <a:pt x="532" y="1"/>
                      <a:pt x="421" y="19"/>
                      <a:pt x="316" y="63"/>
                    </a:cubicBezTo>
                    <a:cubicBezTo>
                      <a:pt x="158" y="137"/>
                      <a:pt x="9" y="287"/>
                      <a:pt x="1" y="469"/>
                    </a:cubicBezTo>
                    <a:cubicBezTo>
                      <a:pt x="1" y="485"/>
                      <a:pt x="9" y="502"/>
                      <a:pt x="17" y="510"/>
                    </a:cubicBezTo>
                    <a:cubicBezTo>
                      <a:pt x="42" y="734"/>
                      <a:pt x="158" y="966"/>
                      <a:pt x="283" y="1140"/>
                    </a:cubicBezTo>
                    <a:cubicBezTo>
                      <a:pt x="440" y="1380"/>
                      <a:pt x="647" y="1587"/>
                      <a:pt x="879" y="1745"/>
                    </a:cubicBezTo>
                    <a:cubicBezTo>
                      <a:pt x="1409" y="2101"/>
                      <a:pt x="2039" y="2300"/>
                      <a:pt x="2644" y="2457"/>
                    </a:cubicBezTo>
                    <a:cubicBezTo>
                      <a:pt x="2967" y="2540"/>
                      <a:pt x="3282" y="2607"/>
                      <a:pt x="3605" y="2664"/>
                    </a:cubicBezTo>
                    <a:cubicBezTo>
                      <a:pt x="3829" y="2706"/>
                      <a:pt x="4069" y="2756"/>
                      <a:pt x="4260" y="2896"/>
                    </a:cubicBezTo>
                    <a:cubicBezTo>
                      <a:pt x="4260" y="2896"/>
                      <a:pt x="4260" y="2905"/>
                      <a:pt x="4260" y="2905"/>
                    </a:cubicBezTo>
                    <a:cubicBezTo>
                      <a:pt x="4243" y="2963"/>
                      <a:pt x="4268" y="2996"/>
                      <a:pt x="4309" y="3012"/>
                    </a:cubicBezTo>
                    <a:cubicBezTo>
                      <a:pt x="4293" y="3037"/>
                      <a:pt x="4284" y="3054"/>
                      <a:pt x="4276" y="3079"/>
                    </a:cubicBezTo>
                    <a:cubicBezTo>
                      <a:pt x="4239" y="3152"/>
                      <a:pt x="4300" y="3232"/>
                      <a:pt x="4361" y="3232"/>
                    </a:cubicBezTo>
                    <a:cubicBezTo>
                      <a:pt x="4369" y="3232"/>
                      <a:pt x="4376" y="3231"/>
                      <a:pt x="4384" y="3228"/>
                    </a:cubicBezTo>
                    <a:cubicBezTo>
                      <a:pt x="4406" y="3250"/>
                      <a:pt x="4439" y="3265"/>
                      <a:pt x="4473" y="3265"/>
                    </a:cubicBezTo>
                    <a:cubicBezTo>
                      <a:pt x="4491" y="3265"/>
                      <a:pt x="4508" y="3261"/>
                      <a:pt x="4525" y="3253"/>
                    </a:cubicBezTo>
                    <a:cubicBezTo>
                      <a:pt x="4707" y="3162"/>
                      <a:pt x="4815" y="2954"/>
                      <a:pt x="4782" y="2747"/>
                    </a:cubicBezTo>
                    <a:cubicBezTo>
                      <a:pt x="4748" y="2557"/>
                      <a:pt x="4591" y="2399"/>
                      <a:pt x="4400" y="2358"/>
                    </a:cubicBezTo>
                    <a:lnTo>
                      <a:pt x="4384" y="2350"/>
                    </a:lnTo>
                    <a:cubicBezTo>
                      <a:pt x="4218" y="2308"/>
                      <a:pt x="4019" y="2317"/>
                      <a:pt x="3854" y="2308"/>
                    </a:cubicBezTo>
                    <a:cubicBezTo>
                      <a:pt x="3820" y="2300"/>
                      <a:pt x="3796" y="2300"/>
                      <a:pt x="3762" y="2300"/>
                    </a:cubicBezTo>
                    <a:cubicBezTo>
                      <a:pt x="3530" y="2225"/>
                      <a:pt x="3290" y="2167"/>
                      <a:pt x="3050" y="2109"/>
                    </a:cubicBezTo>
                    <a:cubicBezTo>
                      <a:pt x="2511" y="1993"/>
                      <a:pt x="1956" y="1877"/>
                      <a:pt x="1443" y="1679"/>
                    </a:cubicBezTo>
                    <a:cubicBezTo>
                      <a:pt x="1418" y="1670"/>
                      <a:pt x="1401" y="1662"/>
                      <a:pt x="1385" y="1654"/>
                    </a:cubicBezTo>
                    <a:cubicBezTo>
                      <a:pt x="1235" y="1579"/>
                      <a:pt x="1095" y="1513"/>
                      <a:pt x="954" y="1422"/>
                    </a:cubicBezTo>
                    <a:cubicBezTo>
                      <a:pt x="896" y="1380"/>
                      <a:pt x="829" y="1331"/>
                      <a:pt x="771" y="1273"/>
                    </a:cubicBezTo>
                    <a:cubicBezTo>
                      <a:pt x="713" y="1215"/>
                      <a:pt x="655" y="1165"/>
                      <a:pt x="589" y="1115"/>
                    </a:cubicBezTo>
                    <a:cubicBezTo>
                      <a:pt x="575" y="1105"/>
                      <a:pt x="563" y="1101"/>
                      <a:pt x="551" y="1101"/>
                    </a:cubicBezTo>
                    <a:cubicBezTo>
                      <a:pt x="542" y="1101"/>
                      <a:pt x="533" y="1103"/>
                      <a:pt x="523" y="1107"/>
                    </a:cubicBezTo>
                    <a:cubicBezTo>
                      <a:pt x="457" y="1024"/>
                      <a:pt x="390" y="941"/>
                      <a:pt x="332" y="850"/>
                    </a:cubicBezTo>
                    <a:cubicBezTo>
                      <a:pt x="241" y="717"/>
                      <a:pt x="191" y="577"/>
                      <a:pt x="125" y="436"/>
                    </a:cubicBezTo>
                    <a:cubicBezTo>
                      <a:pt x="216" y="336"/>
                      <a:pt x="324" y="270"/>
                      <a:pt x="457" y="237"/>
                    </a:cubicBezTo>
                    <a:cubicBezTo>
                      <a:pt x="508" y="223"/>
                      <a:pt x="561" y="217"/>
                      <a:pt x="615" y="217"/>
                    </a:cubicBezTo>
                    <a:cubicBezTo>
                      <a:pt x="750" y="217"/>
                      <a:pt x="887" y="256"/>
                      <a:pt x="1012" y="303"/>
                    </a:cubicBezTo>
                    <a:cubicBezTo>
                      <a:pt x="1202" y="369"/>
                      <a:pt x="1393" y="469"/>
                      <a:pt x="1592" y="543"/>
                    </a:cubicBezTo>
                    <a:cubicBezTo>
                      <a:pt x="1782" y="626"/>
                      <a:pt x="1981" y="701"/>
                      <a:pt x="2180" y="767"/>
                    </a:cubicBezTo>
                    <a:cubicBezTo>
                      <a:pt x="2586" y="908"/>
                      <a:pt x="3008" y="966"/>
                      <a:pt x="3431" y="1024"/>
                    </a:cubicBezTo>
                    <a:cubicBezTo>
                      <a:pt x="3737" y="1067"/>
                      <a:pt x="4043" y="1092"/>
                      <a:pt x="4352" y="1092"/>
                    </a:cubicBezTo>
                    <a:cubicBezTo>
                      <a:pt x="4462" y="1092"/>
                      <a:pt x="4572" y="1088"/>
                      <a:pt x="4682" y="1082"/>
                    </a:cubicBezTo>
                    <a:cubicBezTo>
                      <a:pt x="5138" y="1049"/>
                      <a:pt x="5618" y="991"/>
                      <a:pt x="6041" y="809"/>
                    </a:cubicBezTo>
                    <a:cubicBezTo>
                      <a:pt x="6138" y="764"/>
                      <a:pt x="6087" y="612"/>
                      <a:pt x="5998" y="612"/>
                    </a:cubicBezTo>
                    <a:cubicBezTo>
                      <a:pt x="5988" y="612"/>
                      <a:pt x="5977" y="614"/>
                      <a:pt x="5966" y="618"/>
                    </a:cubicBezTo>
                    <a:cubicBezTo>
                      <a:pt x="5552" y="775"/>
                      <a:pt x="5146" y="916"/>
                      <a:pt x="4707" y="958"/>
                    </a:cubicBezTo>
                    <a:cubicBezTo>
                      <a:pt x="4545" y="976"/>
                      <a:pt x="4382" y="986"/>
                      <a:pt x="4217" y="986"/>
                    </a:cubicBezTo>
                    <a:cubicBezTo>
                      <a:pt x="3943" y="986"/>
                      <a:pt x="3667" y="960"/>
                      <a:pt x="3398" y="908"/>
                    </a:cubicBezTo>
                    <a:cubicBezTo>
                      <a:pt x="3182" y="867"/>
                      <a:pt x="2984" y="800"/>
                      <a:pt x="2776" y="734"/>
                    </a:cubicBezTo>
                    <a:cubicBezTo>
                      <a:pt x="2561" y="659"/>
                      <a:pt x="2346" y="593"/>
                      <a:pt x="2130" y="519"/>
                    </a:cubicBezTo>
                    <a:cubicBezTo>
                      <a:pt x="1931" y="444"/>
                      <a:pt x="1724" y="369"/>
                      <a:pt x="1525" y="278"/>
                    </a:cubicBezTo>
                    <a:cubicBezTo>
                      <a:pt x="1335" y="195"/>
                      <a:pt x="1136" y="96"/>
                      <a:pt x="937" y="38"/>
                    </a:cubicBezTo>
                    <a:cubicBezTo>
                      <a:pt x="840" y="15"/>
                      <a:pt x="741" y="1"/>
                      <a:pt x="643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2" name="Google Shape;1812;p2"/>
              <p:cNvSpPr/>
              <p:nvPr/>
            </p:nvSpPr>
            <p:spPr>
              <a:xfrm>
                <a:off x="4247250" y="2500925"/>
                <a:ext cx="13900" cy="16225"/>
              </a:xfrm>
              <a:custGeom>
                <a:rect b="b" l="l" r="r" t="t"/>
                <a:pathLst>
                  <a:path extrusionOk="0" h="649" w="556">
                    <a:moveTo>
                      <a:pt x="177" y="0"/>
                    </a:moveTo>
                    <a:cubicBezTo>
                      <a:pt x="163" y="0"/>
                      <a:pt x="148" y="8"/>
                      <a:pt x="142" y="20"/>
                    </a:cubicBezTo>
                    <a:cubicBezTo>
                      <a:pt x="125" y="37"/>
                      <a:pt x="108" y="53"/>
                      <a:pt x="100" y="70"/>
                    </a:cubicBezTo>
                    <a:cubicBezTo>
                      <a:pt x="84" y="87"/>
                      <a:pt x="75" y="103"/>
                      <a:pt x="67" y="120"/>
                    </a:cubicBezTo>
                    <a:cubicBezTo>
                      <a:pt x="50" y="161"/>
                      <a:pt x="42" y="203"/>
                      <a:pt x="26" y="244"/>
                    </a:cubicBezTo>
                    <a:cubicBezTo>
                      <a:pt x="9" y="335"/>
                      <a:pt x="1" y="468"/>
                      <a:pt x="108" y="493"/>
                    </a:cubicBezTo>
                    <a:cubicBezTo>
                      <a:pt x="119" y="496"/>
                      <a:pt x="128" y="498"/>
                      <a:pt x="136" y="498"/>
                    </a:cubicBezTo>
                    <a:cubicBezTo>
                      <a:pt x="148" y="498"/>
                      <a:pt x="160" y="494"/>
                      <a:pt x="175" y="484"/>
                    </a:cubicBezTo>
                    <a:cubicBezTo>
                      <a:pt x="191" y="509"/>
                      <a:pt x="224" y="526"/>
                      <a:pt x="249" y="542"/>
                    </a:cubicBezTo>
                    <a:cubicBezTo>
                      <a:pt x="281" y="605"/>
                      <a:pt x="349" y="648"/>
                      <a:pt x="415" y="648"/>
                    </a:cubicBezTo>
                    <a:cubicBezTo>
                      <a:pt x="454" y="648"/>
                      <a:pt x="492" y="634"/>
                      <a:pt x="523" y="600"/>
                    </a:cubicBezTo>
                    <a:cubicBezTo>
                      <a:pt x="556" y="575"/>
                      <a:pt x="556" y="517"/>
                      <a:pt x="531" y="484"/>
                    </a:cubicBezTo>
                    <a:cubicBezTo>
                      <a:pt x="523" y="476"/>
                      <a:pt x="514" y="468"/>
                      <a:pt x="506" y="468"/>
                    </a:cubicBezTo>
                    <a:cubicBezTo>
                      <a:pt x="514" y="418"/>
                      <a:pt x="498" y="377"/>
                      <a:pt x="465" y="343"/>
                    </a:cubicBezTo>
                    <a:cubicBezTo>
                      <a:pt x="441" y="320"/>
                      <a:pt x="410" y="309"/>
                      <a:pt x="378" y="309"/>
                    </a:cubicBezTo>
                    <a:cubicBezTo>
                      <a:pt x="343" y="309"/>
                      <a:pt x="308" y="322"/>
                      <a:pt x="282" y="343"/>
                    </a:cubicBezTo>
                    <a:cubicBezTo>
                      <a:pt x="274" y="343"/>
                      <a:pt x="274" y="335"/>
                      <a:pt x="266" y="335"/>
                    </a:cubicBezTo>
                    <a:lnTo>
                      <a:pt x="266" y="327"/>
                    </a:lnTo>
                    <a:cubicBezTo>
                      <a:pt x="266" y="327"/>
                      <a:pt x="266" y="319"/>
                      <a:pt x="266" y="319"/>
                    </a:cubicBezTo>
                    <a:cubicBezTo>
                      <a:pt x="258" y="310"/>
                      <a:pt x="258" y="302"/>
                      <a:pt x="258" y="302"/>
                    </a:cubicBezTo>
                    <a:cubicBezTo>
                      <a:pt x="258" y="294"/>
                      <a:pt x="258" y="285"/>
                      <a:pt x="249" y="277"/>
                    </a:cubicBezTo>
                    <a:cubicBezTo>
                      <a:pt x="249" y="269"/>
                      <a:pt x="249" y="269"/>
                      <a:pt x="249" y="269"/>
                    </a:cubicBezTo>
                    <a:lnTo>
                      <a:pt x="249" y="261"/>
                    </a:lnTo>
                    <a:lnTo>
                      <a:pt x="249" y="244"/>
                    </a:lnTo>
                    <a:cubicBezTo>
                      <a:pt x="258" y="219"/>
                      <a:pt x="258" y="194"/>
                      <a:pt x="266" y="178"/>
                    </a:cubicBezTo>
                    <a:cubicBezTo>
                      <a:pt x="266" y="145"/>
                      <a:pt x="266" y="120"/>
                      <a:pt x="266" y="87"/>
                    </a:cubicBezTo>
                    <a:cubicBezTo>
                      <a:pt x="274" y="53"/>
                      <a:pt x="241" y="20"/>
                      <a:pt x="208" y="12"/>
                    </a:cubicBezTo>
                    <a:cubicBezTo>
                      <a:pt x="200" y="12"/>
                      <a:pt x="200" y="4"/>
                      <a:pt x="191" y="4"/>
                    </a:cubicBezTo>
                    <a:cubicBezTo>
                      <a:pt x="187" y="1"/>
                      <a:pt x="182" y="0"/>
                      <a:pt x="1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3" name="Google Shape;1813;p2"/>
              <p:cNvSpPr/>
              <p:nvPr/>
            </p:nvSpPr>
            <p:spPr>
              <a:xfrm>
                <a:off x="4270050" y="2519850"/>
                <a:ext cx="13900" cy="9350"/>
              </a:xfrm>
              <a:custGeom>
                <a:rect b="b" l="l" r="r" t="t"/>
                <a:pathLst>
                  <a:path extrusionOk="0" h="374" w="556">
                    <a:moveTo>
                      <a:pt x="388" y="0"/>
                    </a:moveTo>
                    <a:cubicBezTo>
                      <a:pt x="372" y="0"/>
                      <a:pt x="356" y="9"/>
                      <a:pt x="340" y="26"/>
                    </a:cubicBezTo>
                    <a:cubicBezTo>
                      <a:pt x="340" y="26"/>
                      <a:pt x="332" y="26"/>
                      <a:pt x="332" y="34"/>
                    </a:cubicBezTo>
                    <a:lnTo>
                      <a:pt x="332" y="34"/>
                    </a:lnTo>
                    <a:cubicBezTo>
                      <a:pt x="328" y="37"/>
                      <a:pt x="323" y="42"/>
                      <a:pt x="323" y="42"/>
                    </a:cubicBezTo>
                    <a:lnTo>
                      <a:pt x="298" y="59"/>
                    </a:lnTo>
                    <a:cubicBezTo>
                      <a:pt x="290" y="75"/>
                      <a:pt x="282" y="84"/>
                      <a:pt x="274" y="92"/>
                    </a:cubicBezTo>
                    <a:lnTo>
                      <a:pt x="249" y="108"/>
                    </a:lnTo>
                    <a:cubicBezTo>
                      <a:pt x="232" y="117"/>
                      <a:pt x="216" y="125"/>
                      <a:pt x="207" y="142"/>
                    </a:cubicBezTo>
                    <a:cubicBezTo>
                      <a:pt x="158" y="183"/>
                      <a:pt x="108" y="208"/>
                      <a:pt x="50" y="216"/>
                    </a:cubicBezTo>
                    <a:cubicBezTo>
                      <a:pt x="0" y="233"/>
                      <a:pt x="8" y="316"/>
                      <a:pt x="66" y="316"/>
                    </a:cubicBezTo>
                    <a:cubicBezTo>
                      <a:pt x="100" y="316"/>
                      <a:pt x="141" y="307"/>
                      <a:pt x="174" y="299"/>
                    </a:cubicBezTo>
                    <a:cubicBezTo>
                      <a:pt x="182" y="316"/>
                      <a:pt x="199" y="332"/>
                      <a:pt x="224" y="340"/>
                    </a:cubicBezTo>
                    <a:cubicBezTo>
                      <a:pt x="298" y="365"/>
                      <a:pt x="373" y="374"/>
                      <a:pt x="447" y="374"/>
                    </a:cubicBezTo>
                    <a:cubicBezTo>
                      <a:pt x="514" y="374"/>
                      <a:pt x="555" y="282"/>
                      <a:pt x="505" y="233"/>
                    </a:cubicBezTo>
                    <a:cubicBezTo>
                      <a:pt x="497" y="224"/>
                      <a:pt x="489" y="224"/>
                      <a:pt x="481" y="216"/>
                    </a:cubicBezTo>
                    <a:cubicBezTo>
                      <a:pt x="481" y="208"/>
                      <a:pt x="481" y="208"/>
                      <a:pt x="472" y="200"/>
                    </a:cubicBezTo>
                    <a:cubicBezTo>
                      <a:pt x="464" y="191"/>
                      <a:pt x="464" y="183"/>
                      <a:pt x="456" y="175"/>
                    </a:cubicBezTo>
                    <a:cubicBezTo>
                      <a:pt x="456" y="175"/>
                      <a:pt x="456" y="166"/>
                      <a:pt x="456" y="166"/>
                    </a:cubicBezTo>
                    <a:cubicBezTo>
                      <a:pt x="447" y="158"/>
                      <a:pt x="447" y="150"/>
                      <a:pt x="447" y="142"/>
                    </a:cubicBezTo>
                    <a:lnTo>
                      <a:pt x="447" y="125"/>
                    </a:lnTo>
                    <a:cubicBezTo>
                      <a:pt x="447" y="125"/>
                      <a:pt x="447" y="117"/>
                      <a:pt x="447" y="117"/>
                    </a:cubicBezTo>
                    <a:cubicBezTo>
                      <a:pt x="456" y="108"/>
                      <a:pt x="456" y="100"/>
                      <a:pt x="456" y="92"/>
                    </a:cubicBezTo>
                    <a:cubicBezTo>
                      <a:pt x="472" y="59"/>
                      <a:pt x="447" y="17"/>
                      <a:pt x="414" y="9"/>
                    </a:cubicBezTo>
                    <a:cubicBezTo>
                      <a:pt x="406" y="3"/>
                      <a:pt x="397" y="0"/>
                      <a:pt x="38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4" name="Google Shape;1814;p2"/>
              <p:cNvSpPr/>
              <p:nvPr/>
            </p:nvSpPr>
            <p:spPr>
              <a:xfrm>
                <a:off x="4292400" y="2526475"/>
                <a:ext cx="9775" cy="6550"/>
              </a:xfrm>
              <a:custGeom>
                <a:rect b="b" l="l" r="r" t="t"/>
                <a:pathLst>
                  <a:path extrusionOk="0" h="262" w="391">
                    <a:moveTo>
                      <a:pt x="299" y="1"/>
                    </a:moveTo>
                    <a:cubicBezTo>
                      <a:pt x="274" y="1"/>
                      <a:pt x="249" y="17"/>
                      <a:pt x="233" y="26"/>
                    </a:cubicBezTo>
                    <a:cubicBezTo>
                      <a:pt x="208" y="34"/>
                      <a:pt x="183" y="51"/>
                      <a:pt x="167" y="67"/>
                    </a:cubicBezTo>
                    <a:cubicBezTo>
                      <a:pt x="167" y="67"/>
                      <a:pt x="158" y="75"/>
                      <a:pt x="158" y="75"/>
                    </a:cubicBezTo>
                    <a:lnTo>
                      <a:pt x="150" y="75"/>
                    </a:lnTo>
                    <a:cubicBezTo>
                      <a:pt x="150" y="75"/>
                      <a:pt x="142" y="75"/>
                      <a:pt x="142" y="84"/>
                    </a:cubicBezTo>
                    <a:cubicBezTo>
                      <a:pt x="100" y="92"/>
                      <a:pt x="75" y="109"/>
                      <a:pt x="42" y="125"/>
                    </a:cubicBezTo>
                    <a:cubicBezTo>
                      <a:pt x="17" y="142"/>
                      <a:pt x="1" y="175"/>
                      <a:pt x="9" y="200"/>
                    </a:cubicBezTo>
                    <a:cubicBezTo>
                      <a:pt x="17" y="233"/>
                      <a:pt x="42" y="249"/>
                      <a:pt x="75" y="249"/>
                    </a:cubicBezTo>
                    <a:cubicBezTo>
                      <a:pt x="100" y="249"/>
                      <a:pt x="133" y="249"/>
                      <a:pt x="158" y="241"/>
                    </a:cubicBezTo>
                    <a:cubicBezTo>
                      <a:pt x="167" y="249"/>
                      <a:pt x="183" y="258"/>
                      <a:pt x="191" y="258"/>
                    </a:cubicBezTo>
                    <a:cubicBezTo>
                      <a:pt x="200" y="260"/>
                      <a:pt x="209" y="261"/>
                      <a:pt x="218" y="261"/>
                    </a:cubicBezTo>
                    <a:cubicBezTo>
                      <a:pt x="267" y="261"/>
                      <a:pt x="314" y="226"/>
                      <a:pt x="349" y="191"/>
                    </a:cubicBezTo>
                    <a:cubicBezTo>
                      <a:pt x="365" y="158"/>
                      <a:pt x="390" y="133"/>
                      <a:pt x="390" y="92"/>
                    </a:cubicBezTo>
                    <a:cubicBezTo>
                      <a:pt x="382" y="42"/>
                      <a:pt x="349" y="1"/>
                      <a:pt x="2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5" name="Google Shape;1815;p2"/>
              <p:cNvSpPr/>
              <p:nvPr/>
            </p:nvSpPr>
            <p:spPr>
              <a:xfrm>
                <a:off x="4315600" y="2527675"/>
                <a:ext cx="9775" cy="9800"/>
              </a:xfrm>
              <a:custGeom>
                <a:rect b="b" l="l" r="r" t="t"/>
                <a:pathLst>
                  <a:path extrusionOk="0" h="392" w="391">
                    <a:moveTo>
                      <a:pt x="195" y="0"/>
                    </a:moveTo>
                    <a:cubicBezTo>
                      <a:pt x="163" y="0"/>
                      <a:pt x="137" y="15"/>
                      <a:pt x="117" y="36"/>
                    </a:cubicBezTo>
                    <a:cubicBezTo>
                      <a:pt x="92" y="61"/>
                      <a:pt x="84" y="85"/>
                      <a:pt x="67" y="119"/>
                    </a:cubicBezTo>
                    <a:cubicBezTo>
                      <a:pt x="67" y="127"/>
                      <a:pt x="67" y="143"/>
                      <a:pt x="67" y="152"/>
                    </a:cubicBezTo>
                    <a:cubicBezTo>
                      <a:pt x="26" y="193"/>
                      <a:pt x="1" y="268"/>
                      <a:pt x="42" y="326"/>
                    </a:cubicBezTo>
                    <a:cubicBezTo>
                      <a:pt x="59" y="359"/>
                      <a:pt x="92" y="375"/>
                      <a:pt x="133" y="384"/>
                    </a:cubicBezTo>
                    <a:cubicBezTo>
                      <a:pt x="158" y="392"/>
                      <a:pt x="183" y="392"/>
                      <a:pt x="216" y="392"/>
                    </a:cubicBezTo>
                    <a:cubicBezTo>
                      <a:pt x="249" y="384"/>
                      <a:pt x="274" y="384"/>
                      <a:pt x="307" y="367"/>
                    </a:cubicBezTo>
                    <a:cubicBezTo>
                      <a:pt x="341" y="342"/>
                      <a:pt x="357" y="317"/>
                      <a:pt x="374" y="284"/>
                    </a:cubicBezTo>
                    <a:cubicBezTo>
                      <a:pt x="390" y="226"/>
                      <a:pt x="374" y="152"/>
                      <a:pt x="324" y="119"/>
                    </a:cubicBezTo>
                    <a:cubicBezTo>
                      <a:pt x="324" y="102"/>
                      <a:pt x="316" y="77"/>
                      <a:pt x="307" y="61"/>
                    </a:cubicBezTo>
                    <a:cubicBezTo>
                      <a:pt x="291" y="27"/>
                      <a:pt x="249" y="3"/>
                      <a:pt x="216" y="3"/>
                    </a:cubicBezTo>
                    <a:cubicBezTo>
                      <a:pt x="209" y="1"/>
                      <a:pt x="202" y="0"/>
                      <a:pt x="19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6" name="Google Shape;1816;p2"/>
              <p:cNvSpPr/>
              <p:nvPr/>
            </p:nvSpPr>
            <p:spPr>
              <a:xfrm>
                <a:off x="4239600" y="2378325"/>
                <a:ext cx="33375" cy="11350"/>
              </a:xfrm>
              <a:custGeom>
                <a:rect b="b" l="l" r="r" t="t"/>
                <a:pathLst>
                  <a:path extrusionOk="0" h="454" w="1335">
                    <a:moveTo>
                      <a:pt x="511" y="1"/>
                    </a:moveTo>
                    <a:cubicBezTo>
                      <a:pt x="506" y="1"/>
                      <a:pt x="502" y="1"/>
                      <a:pt x="497" y="3"/>
                    </a:cubicBezTo>
                    <a:cubicBezTo>
                      <a:pt x="414" y="11"/>
                      <a:pt x="332" y="28"/>
                      <a:pt x="257" y="44"/>
                    </a:cubicBezTo>
                    <a:cubicBezTo>
                      <a:pt x="216" y="52"/>
                      <a:pt x="174" y="61"/>
                      <a:pt x="141" y="77"/>
                    </a:cubicBezTo>
                    <a:cubicBezTo>
                      <a:pt x="100" y="86"/>
                      <a:pt x="58" y="102"/>
                      <a:pt x="25" y="119"/>
                    </a:cubicBezTo>
                    <a:cubicBezTo>
                      <a:pt x="0" y="135"/>
                      <a:pt x="8" y="177"/>
                      <a:pt x="42" y="177"/>
                    </a:cubicBezTo>
                    <a:lnTo>
                      <a:pt x="50" y="177"/>
                    </a:lnTo>
                    <a:cubicBezTo>
                      <a:pt x="42" y="210"/>
                      <a:pt x="58" y="235"/>
                      <a:pt x="83" y="260"/>
                    </a:cubicBezTo>
                    <a:cubicBezTo>
                      <a:pt x="124" y="284"/>
                      <a:pt x="182" y="276"/>
                      <a:pt x="232" y="284"/>
                    </a:cubicBezTo>
                    <a:lnTo>
                      <a:pt x="390" y="284"/>
                    </a:lnTo>
                    <a:cubicBezTo>
                      <a:pt x="489" y="284"/>
                      <a:pt x="580" y="301"/>
                      <a:pt x="671" y="318"/>
                    </a:cubicBezTo>
                    <a:cubicBezTo>
                      <a:pt x="771" y="342"/>
                      <a:pt x="870" y="367"/>
                      <a:pt x="961" y="392"/>
                    </a:cubicBezTo>
                    <a:cubicBezTo>
                      <a:pt x="1047" y="414"/>
                      <a:pt x="1139" y="453"/>
                      <a:pt x="1231" y="453"/>
                    </a:cubicBezTo>
                    <a:cubicBezTo>
                      <a:pt x="1246" y="453"/>
                      <a:pt x="1261" y="452"/>
                      <a:pt x="1276" y="450"/>
                    </a:cubicBezTo>
                    <a:cubicBezTo>
                      <a:pt x="1326" y="442"/>
                      <a:pt x="1334" y="376"/>
                      <a:pt x="1301" y="342"/>
                    </a:cubicBezTo>
                    <a:cubicBezTo>
                      <a:pt x="1268" y="301"/>
                      <a:pt x="1218" y="276"/>
                      <a:pt x="1160" y="251"/>
                    </a:cubicBezTo>
                    <a:cubicBezTo>
                      <a:pt x="1110" y="226"/>
                      <a:pt x="1052" y="202"/>
                      <a:pt x="1003" y="185"/>
                    </a:cubicBezTo>
                    <a:cubicBezTo>
                      <a:pt x="903" y="144"/>
                      <a:pt x="796" y="110"/>
                      <a:pt x="696" y="94"/>
                    </a:cubicBezTo>
                    <a:cubicBezTo>
                      <a:pt x="646" y="86"/>
                      <a:pt x="605" y="77"/>
                      <a:pt x="564" y="69"/>
                    </a:cubicBezTo>
                    <a:cubicBezTo>
                      <a:pt x="564" y="61"/>
                      <a:pt x="564" y="44"/>
                      <a:pt x="564" y="36"/>
                    </a:cubicBezTo>
                    <a:cubicBezTo>
                      <a:pt x="557" y="15"/>
                      <a:pt x="533" y="1"/>
                      <a:pt x="5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7" name="Google Shape;1817;p2"/>
              <p:cNvSpPr/>
              <p:nvPr/>
            </p:nvSpPr>
            <p:spPr>
              <a:xfrm>
                <a:off x="4165025" y="2358850"/>
                <a:ext cx="41650" cy="166575"/>
              </a:xfrm>
              <a:custGeom>
                <a:rect b="b" l="l" r="r" t="t"/>
                <a:pathLst>
                  <a:path extrusionOk="0" h="6663" w="1666">
                    <a:moveTo>
                      <a:pt x="1532" y="1"/>
                    </a:moveTo>
                    <a:cubicBezTo>
                      <a:pt x="1520" y="1"/>
                      <a:pt x="1508" y="6"/>
                      <a:pt x="1500" y="19"/>
                    </a:cubicBezTo>
                    <a:cubicBezTo>
                      <a:pt x="1384" y="210"/>
                      <a:pt x="1326" y="417"/>
                      <a:pt x="1285" y="641"/>
                    </a:cubicBezTo>
                    <a:cubicBezTo>
                      <a:pt x="1276" y="674"/>
                      <a:pt x="1268" y="707"/>
                      <a:pt x="1260" y="740"/>
                    </a:cubicBezTo>
                    <a:cubicBezTo>
                      <a:pt x="1119" y="906"/>
                      <a:pt x="937" y="1039"/>
                      <a:pt x="787" y="1196"/>
                    </a:cubicBezTo>
                    <a:cubicBezTo>
                      <a:pt x="489" y="1519"/>
                      <a:pt x="390" y="1933"/>
                      <a:pt x="423" y="2356"/>
                    </a:cubicBezTo>
                    <a:cubicBezTo>
                      <a:pt x="439" y="2604"/>
                      <a:pt x="489" y="2845"/>
                      <a:pt x="539" y="3085"/>
                    </a:cubicBezTo>
                    <a:cubicBezTo>
                      <a:pt x="580" y="3325"/>
                      <a:pt x="622" y="3574"/>
                      <a:pt x="655" y="3822"/>
                    </a:cubicBezTo>
                    <a:cubicBezTo>
                      <a:pt x="705" y="4286"/>
                      <a:pt x="705" y="4759"/>
                      <a:pt x="597" y="5223"/>
                    </a:cubicBezTo>
                    <a:cubicBezTo>
                      <a:pt x="547" y="5455"/>
                      <a:pt x="464" y="5687"/>
                      <a:pt x="357" y="5894"/>
                    </a:cubicBezTo>
                    <a:cubicBezTo>
                      <a:pt x="299" y="6002"/>
                      <a:pt x="241" y="6093"/>
                      <a:pt x="174" y="6192"/>
                    </a:cubicBezTo>
                    <a:cubicBezTo>
                      <a:pt x="100" y="6283"/>
                      <a:pt x="17" y="6358"/>
                      <a:pt x="0" y="6490"/>
                    </a:cubicBezTo>
                    <a:cubicBezTo>
                      <a:pt x="0" y="6524"/>
                      <a:pt x="25" y="6565"/>
                      <a:pt x="58" y="6582"/>
                    </a:cubicBezTo>
                    <a:cubicBezTo>
                      <a:pt x="146" y="6637"/>
                      <a:pt x="245" y="6662"/>
                      <a:pt x="345" y="6662"/>
                    </a:cubicBezTo>
                    <a:cubicBezTo>
                      <a:pt x="452" y="6662"/>
                      <a:pt x="560" y="6633"/>
                      <a:pt x="655" y="6582"/>
                    </a:cubicBezTo>
                    <a:cubicBezTo>
                      <a:pt x="862" y="6474"/>
                      <a:pt x="986" y="6267"/>
                      <a:pt x="1053" y="6051"/>
                    </a:cubicBezTo>
                    <a:cubicBezTo>
                      <a:pt x="1127" y="5811"/>
                      <a:pt x="1135" y="5554"/>
                      <a:pt x="1135" y="5306"/>
                    </a:cubicBezTo>
                    <a:cubicBezTo>
                      <a:pt x="1135" y="5032"/>
                      <a:pt x="1102" y="4767"/>
                      <a:pt x="1061" y="4502"/>
                    </a:cubicBezTo>
                    <a:cubicBezTo>
                      <a:pt x="978" y="3963"/>
                      <a:pt x="837" y="3450"/>
                      <a:pt x="754" y="2911"/>
                    </a:cubicBezTo>
                    <a:cubicBezTo>
                      <a:pt x="713" y="2671"/>
                      <a:pt x="680" y="2406"/>
                      <a:pt x="721" y="2157"/>
                    </a:cubicBezTo>
                    <a:cubicBezTo>
                      <a:pt x="763" y="1909"/>
                      <a:pt x="903" y="1735"/>
                      <a:pt x="1061" y="1544"/>
                    </a:cubicBezTo>
                    <a:lnTo>
                      <a:pt x="1061" y="1552"/>
                    </a:lnTo>
                    <a:cubicBezTo>
                      <a:pt x="1202" y="1378"/>
                      <a:pt x="1318" y="1204"/>
                      <a:pt x="1376" y="989"/>
                    </a:cubicBezTo>
                    <a:cubicBezTo>
                      <a:pt x="1517" y="848"/>
                      <a:pt x="1633" y="682"/>
                      <a:pt x="1657" y="475"/>
                    </a:cubicBezTo>
                    <a:cubicBezTo>
                      <a:pt x="1666" y="417"/>
                      <a:pt x="1616" y="376"/>
                      <a:pt x="1566" y="367"/>
                    </a:cubicBezTo>
                    <a:cubicBezTo>
                      <a:pt x="1533" y="367"/>
                      <a:pt x="1508" y="376"/>
                      <a:pt x="1483" y="392"/>
                    </a:cubicBezTo>
                    <a:cubicBezTo>
                      <a:pt x="1500" y="276"/>
                      <a:pt x="1525" y="169"/>
                      <a:pt x="1575" y="61"/>
                    </a:cubicBezTo>
                    <a:cubicBezTo>
                      <a:pt x="1586" y="27"/>
                      <a:pt x="1559" y="1"/>
                      <a:pt x="1532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8" name="Google Shape;1818;p2"/>
              <p:cNvSpPr/>
              <p:nvPr/>
            </p:nvSpPr>
            <p:spPr>
              <a:xfrm>
                <a:off x="4186575" y="2406750"/>
                <a:ext cx="8100" cy="31675"/>
              </a:xfrm>
              <a:custGeom>
                <a:rect b="b" l="l" r="r" t="t"/>
                <a:pathLst>
                  <a:path extrusionOk="0" h="1267" w="324">
                    <a:moveTo>
                      <a:pt x="191" y="1"/>
                    </a:moveTo>
                    <a:cubicBezTo>
                      <a:pt x="75" y="1"/>
                      <a:pt x="58" y="175"/>
                      <a:pt x="41" y="258"/>
                    </a:cubicBezTo>
                    <a:cubicBezTo>
                      <a:pt x="25" y="357"/>
                      <a:pt x="17" y="465"/>
                      <a:pt x="8" y="573"/>
                    </a:cubicBezTo>
                    <a:cubicBezTo>
                      <a:pt x="0" y="788"/>
                      <a:pt x="8" y="1012"/>
                      <a:pt x="25" y="1235"/>
                    </a:cubicBezTo>
                    <a:cubicBezTo>
                      <a:pt x="25" y="1256"/>
                      <a:pt x="41" y="1266"/>
                      <a:pt x="58" y="1266"/>
                    </a:cubicBezTo>
                    <a:cubicBezTo>
                      <a:pt x="75" y="1266"/>
                      <a:pt x="91" y="1256"/>
                      <a:pt x="91" y="1235"/>
                    </a:cubicBezTo>
                    <a:cubicBezTo>
                      <a:pt x="108" y="1012"/>
                      <a:pt x="141" y="788"/>
                      <a:pt x="182" y="573"/>
                    </a:cubicBezTo>
                    <a:cubicBezTo>
                      <a:pt x="207" y="473"/>
                      <a:pt x="232" y="374"/>
                      <a:pt x="257" y="274"/>
                    </a:cubicBezTo>
                    <a:cubicBezTo>
                      <a:pt x="273" y="200"/>
                      <a:pt x="323" y="1"/>
                      <a:pt x="1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9" name="Google Shape;1819;p2"/>
              <p:cNvSpPr/>
              <p:nvPr/>
            </p:nvSpPr>
            <p:spPr>
              <a:xfrm>
                <a:off x="4194425" y="2411300"/>
                <a:ext cx="4175" cy="9150"/>
              </a:xfrm>
              <a:custGeom>
                <a:rect b="b" l="l" r="r" t="t"/>
                <a:pathLst>
                  <a:path extrusionOk="0" h="366" w="167">
                    <a:moveTo>
                      <a:pt x="128" y="1"/>
                    </a:moveTo>
                    <a:cubicBezTo>
                      <a:pt x="121" y="1"/>
                      <a:pt x="114" y="4"/>
                      <a:pt x="109" y="9"/>
                    </a:cubicBezTo>
                    <a:cubicBezTo>
                      <a:pt x="92" y="34"/>
                      <a:pt x="75" y="59"/>
                      <a:pt x="67" y="84"/>
                    </a:cubicBezTo>
                    <a:cubicBezTo>
                      <a:pt x="59" y="101"/>
                      <a:pt x="51" y="125"/>
                      <a:pt x="42" y="150"/>
                    </a:cubicBezTo>
                    <a:cubicBezTo>
                      <a:pt x="34" y="200"/>
                      <a:pt x="26" y="241"/>
                      <a:pt x="9" y="291"/>
                    </a:cubicBezTo>
                    <a:cubicBezTo>
                      <a:pt x="1" y="324"/>
                      <a:pt x="17" y="357"/>
                      <a:pt x="51" y="366"/>
                    </a:cubicBezTo>
                    <a:cubicBezTo>
                      <a:pt x="84" y="366"/>
                      <a:pt x="117" y="357"/>
                      <a:pt x="125" y="324"/>
                    </a:cubicBezTo>
                    <a:cubicBezTo>
                      <a:pt x="133" y="275"/>
                      <a:pt x="142" y="225"/>
                      <a:pt x="158" y="175"/>
                    </a:cubicBezTo>
                    <a:cubicBezTo>
                      <a:pt x="158" y="150"/>
                      <a:pt x="158" y="125"/>
                      <a:pt x="167" y="101"/>
                    </a:cubicBezTo>
                    <a:cubicBezTo>
                      <a:pt x="167" y="76"/>
                      <a:pt x="167" y="51"/>
                      <a:pt x="158" y="26"/>
                    </a:cubicBezTo>
                    <a:cubicBezTo>
                      <a:pt x="153" y="10"/>
                      <a:pt x="141" y="1"/>
                      <a:pt x="1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0" name="Google Shape;1820;p2"/>
              <p:cNvSpPr/>
              <p:nvPr/>
            </p:nvSpPr>
            <p:spPr>
              <a:xfrm>
                <a:off x="4200650" y="2427900"/>
                <a:ext cx="4775" cy="12500"/>
              </a:xfrm>
              <a:custGeom>
                <a:rect b="b" l="l" r="r" t="t"/>
                <a:pathLst>
                  <a:path extrusionOk="0" h="500" w="191">
                    <a:moveTo>
                      <a:pt x="141" y="1"/>
                    </a:moveTo>
                    <a:cubicBezTo>
                      <a:pt x="125" y="1"/>
                      <a:pt x="108" y="9"/>
                      <a:pt x="100" y="25"/>
                    </a:cubicBezTo>
                    <a:cubicBezTo>
                      <a:pt x="75" y="50"/>
                      <a:pt x="75" y="83"/>
                      <a:pt x="67" y="124"/>
                    </a:cubicBezTo>
                    <a:cubicBezTo>
                      <a:pt x="58" y="157"/>
                      <a:pt x="42" y="190"/>
                      <a:pt x="42" y="224"/>
                    </a:cubicBezTo>
                    <a:cubicBezTo>
                      <a:pt x="25" y="290"/>
                      <a:pt x="17" y="356"/>
                      <a:pt x="0" y="422"/>
                    </a:cubicBezTo>
                    <a:cubicBezTo>
                      <a:pt x="0" y="456"/>
                      <a:pt x="9" y="489"/>
                      <a:pt x="42" y="497"/>
                    </a:cubicBezTo>
                    <a:cubicBezTo>
                      <a:pt x="48" y="498"/>
                      <a:pt x="53" y="499"/>
                      <a:pt x="59" y="499"/>
                    </a:cubicBezTo>
                    <a:cubicBezTo>
                      <a:pt x="86" y="499"/>
                      <a:pt x="110" y="483"/>
                      <a:pt x="116" y="456"/>
                    </a:cubicBezTo>
                    <a:cubicBezTo>
                      <a:pt x="133" y="389"/>
                      <a:pt x="150" y="323"/>
                      <a:pt x="158" y="257"/>
                    </a:cubicBezTo>
                    <a:cubicBezTo>
                      <a:pt x="166" y="215"/>
                      <a:pt x="174" y="190"/>
                      <a:pt x="174" y="157"/>
                    </a:cubicBezTo>
                    <a:cubicBezTo>
                      <a:pt x="183" y="141"/>
                      <a:pt x="183" y="116"/>
                      <a:pt x="183" y="99"/>
                    </a:cubicBezTo>
                    <a:cubicBezTo>
                      <a:pt x="191" y="91"/>
                      <a:pt x="191" y="83"/>
                      <a:pt x="191" y="74"/>
                    </a:cubicBezTo>
                    <a:cubicBezTo>
                      <a:pt x="191" y="58"/>
                      <a:pt x="191" y="50"/>
                      <a:pt x="183" y="33"/>
                    </a:cubicBezTo>
                    <a:cubicBezTo>
                      <a:pt x="178" y="11"/>
                      <a:pt x="160" y="1"/>
                      <a:pt x="1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1" name="Google Shape;1821;p2"/>
              <p:cNvSpPr/>
              <p:nvPr/>
            </p:nvSpPr>
            <p:spPr>
              <a:xfrm>
                <a:off x="4139950" y="2491275"/>
                <a:ext cx="24275" cy="29900"/>
              </a:xfrm>
              <a:custGeom>
                <a:rect b="b" l="l" r="r" t="t"/>
                <a:pathLst>
                  <a:path extrusionOk="0" h="1196" w="971">
                    <a:moveTo>
                      <a:pt x="17" y="0"/>
                    </a:moveTo>
                    <a:cubicBezTo>
                      <a:pt x="9" y="33"/>
                      <a:pt x="9" y="67"/>
                      <a:pt x="1" y="100"/>
                    </a:cubicBezTo>
                    <a:cubicBezTo>
                      <a:pt x="59" y="216"/>
                      <a:pt x="109" y="340"/>
                      <a:pt x="150" y="464"/>
                    </a:cubicBezTo>
                    <a:cubicBezTo>
                      <a:pt x="208" y="638"/>
                      <a:pt x="241" y="837"/>
                      <a:pt x="349" y="986"/>
                    </a:cubicBezTo>
                    <a:cubicBezTo>
                      <a:pt x="453" y="1128"/>
                      <a:pt x="618" y="1196"/>
                      <a:pt x="789" y="1196"/>
                    </a:cubicBezTo>
                    <a:cubicBezTo>
                      <a:pt x="808" y="1196"/>
                      <a:pt x="827" y="1195"/>
                      <a:pt x="846" y="1193"/>
                    </a:cubicBezTo>
                    <a:cubicBezTo>
                      <a:pt x="887" y="1185"/>
                      <a:pt x="929" y="1177"/>
                      <a:pt x="970" y="1160"/>
                    </a:cubicBezTo>
                    <a:cubicBezTo>
                      <a:pt x="896" y="1160"/>
                      <a:pt x="821" y="1152"/>
                      <a:pt x="755" y="1135"/>
                    </a:cubicBezTo>
                    <a:cubicBezTo>
                      <a:pt x="639" y="1111"/>
                      <a:pt x="531" y="1069"/>
                      <a:pt x="440" y="995"/>
                    </a:cubicBezTo>
                    <a:cubicBezTo>
                      <a:pt x="349" y="912"/>
                      <a:pt x="299" y="787"/>
                      <a:pt x="266" y="671"/>
                    </a:cubicBezTo>
                    <a:cubicBezTo>
                      <a:pt x="233" y="539"/>
                      <a:pt x="191" y="406"/>
                      <a:pt x="142" y="282"/>
                    </a:cubicBezTo>
                    <a:cubicBezTo>
                      <a:pt x="109" y="191"/>
                      <a:pt x="67" y="10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2" name="Google Shape;1822;p2"/>
              <p:cNvSpPr/>
              <p:nvPr/>
            </p:nvSpPr>
            <p:spPr>
              <a:xfrm>
                <a:off x="4061050" y="2353100"/>
                <a:ext cx="122650" cy="162850"/>
              </a:xfrm>
              <a:custGeom>
                <a:rect b="b" l="l" r="r" t="t"/>
                <a:pathLst>
                  <a:path extrusionOk="0" h="6514" w="4906">
                    <a:moveTo>
                      <a:pt x="1483" y="1"/>
                    </a:moveTo>
                    <a:cubicBezTo>
                      <a:pt x="1433" y="158"/>
                      <a:pt x="1301" y="299"/>
                      <a:pt x="1193" y="407"/>
                    </a:cubicBezTo>
                    <a:cubicBezTo>
                      <a:pt x="1044" y="556"/>
                      <a:pt x="870" y="680"/>
                      <a:pt x="713" y="813"/>
                    </a:cubicBezTo>
                    <a:cubicBezTo>
                      <a:pt x="530" y="954"/>
                      <a:pt x="373" y="1119"/>
                      <a:pt x="224" y="1302"/>
                    </a:cubicBezTo>
                    <a:cubicBezTo>
                      <a:pt x="191" y="1343"/>
                      <a:pt x="157" y="1393"/>
                      <a:pt x="124" y="1434"/>
                    </a:cubicBezTo>
                    <a:cubicBezTo>
                      <a:pt x="0" y="1766"/>
                      <a:pt x="25" y="2155"/>
                      <a:pt x="290" y="2420"/>
                    </a:cubicBezTo>
                    <a:cubicBezTo>
                      <a:pt x="389" y="2520"/>
                      <a:pt x="514" y="2611"/>
                      <a:pt x="613" y="2710"/>
                    </a:cubicBezTo>
                    <a:cubicBezTo>
                      <a:pt x="605" y="2586"/>
                      <a:pt x="588" y="2462"/>
                      <a:pt x="580" y="2337"/>
                    </a:cubicBezTo>
                    <a:cubicBezTo>
                      <a:pt x="576" y="2310"/>
                      <a:pt x="595" y="2296"/>
                      <a:pt x="616" y="2296"/>
                    </a:cubicBezTo>
                    <a:cubicBezTo>
                      <a:pt x="633" y="2296"/>
                      <a:pt x="651" y="2306"/>
                      <a:pt x="655" y="2329"/>
                    </a:cubicBezTo>
                    <a:cubicBezTo>
                      <a:pt x="704" y="2528"/>
                      <a:pt x="762" y="2735"/>
                      <a:pt x="804" y="2942"/>
                    </a:cubicBezTo>
                    <a:cubicBezTo>
                      <a:pt x="829" y="3033"/>
                      <a:pt x="845" y="3124"/>
                      <a:pt x="878" y="3216"/>
                    </a:cubicBezTo>
                    <a:cubicBezTo>
                      <a:pt x="911" y="3298"/>
                      <a:pt x="978" y="3365"/>
                      <a:pt x="1044" y="3431"/>
                    </a:cubicBezTo>
                    <a:cubicBezTo>
                      <a:pt x="1177" y="3564"/>
                      <a:pt x="1326" y="3688"/>
                      <a:pt x="1475" y="3812"/>
                    </a:cubicBezTo>
                    <a:cubicBezTo>
                      <a:pt x="1491" y="3829"/>
                      <a:pt x="1516" y="3854"/>
                      <a:pt x="1541" y="3870"/>
                    </a:cubicBezTo>
                    <a:cubicBezTo>
                      <a:pt x="1549" y="3870"/>
                      <a:pt x="1549" y="3862"/>
                      <a:pt x="1558" y="3862"/>
                    </a:cubicBezTo>
                    <a:cubicBezTo>
                      <a:pt x="1558" y="3862"/>
                      <a:pt x="1566" y="3854"/>
                      <a:pt x="1566" y="3854"/>
                    </a:cubicBezTo>
                    <a:cubicBezTo>
                      <a:pt x="1516" y="3754"/>
                      <a:pt x="1475" y="3646"/>
                      <a:pt x="1442" y="3530"/>
                    </a:cubicBezTo>
                    <a:cubicBezTo>
                      <a:pt x="1375" y="3307"/>
                      <a:pt x="1359" y="3091"/>
                      <a:pt x="1367" y="2859"/>
                    </a:cubicBezTo>
                    <a:cubicBezTo>
                      <a:pt x="1367" y="2822"/>
                      <a:pt x="1394" y="2803"/>
                      <a:pt x="1421" y="2803"/>
                    </a:cubicBezTo>
                    <a:cubicBezTo>
                      <a:pt x="1448" y="2803"/>
                      <a:pt x="1475" y="2822"/>
                      <a:pt x="1475" y="2859"/>
                    </a:cubicBezTo>
                    <a:cubicBezTo>
                      <a:pt x="1491" y="3116"/>
                      <a:pt x="1574" y="3390"/>
                      <a:pt x="1682" y="3613"/>
                    </a:cubicBezTo>
                    <a:cubicBezTo>
                      <a:pt x="1781" y="3829"/>
                      <a:pt x="1914" y="4019"/>
                      <a:pt x="2071" y="4185"/>
                    </a:cubicBezTo>
                    <a:cubicBezTo>
                      <a:pt x="2229" y="4351"/>
                      <a:pt x="2411" y="4475"/>
                      <a:pt x="2593" y="4599"/>
                    </a:cubicBezTo>
                    <a:cubicBezTo>
                      <a:pt x="2776" y="4715"/>
                      <a:pt x="2966" y="4856"/>
                      <a:pt x="3074" y="5047"/>
                    </a:cubicBezTo>
                    <a:cubicBezTo>
                      <a:pt x="3107" y="5105"/>
                      <a:pt x="3132" y="5171"/>
                      <a:pt x="3149" y="5246"/>
                    </a:cubicBezTo>
                    <a:cubicBezTo>
                      <a:pt x="3198" y="5304"/>
                      <a:pt x="3240" y="5362"/>
                      <a:pt x="3273" y="5428"/>
                    </a:cubicBezTo>
                    <a:cubicBezTo>
                      <a:pt x="3265" y="5246"/>
                      <a:pt x="3215" y="5063"/>
                      <a:pt x="3190" y="4898"/>
                    </a:cubicBezTo>
                    <a:cubicBezTo>
                      <a:pt x="3182" y="4773"/>
                      <a:pt x="3173" y="4649"/>
                      <a:pt x="3182" y="4533"/>
                    </a:cubicBezTo>
                    <a:cubicBezTo>
                      <a:pt x="3182" y="4417"/>
                      <a:pt x="3182" y="4284"/>
                      <a:pt x="3240" y="4185"/>
                    </a:cubicBezTo>
                    <a:cubicBezTo>
                      <a:pt x="3247" y="4175"/>
                      <a:pt x="3256" y="4170"/>
                      <a:pt x="3266" y="4170"/>
                    </a:cubicBezTo>
                    <a:cubicBezTo>
                      <a:pt x="3280" y="4170"/>
                      <a:pt x="3293" y="4179"/>
                      <a:pt x="3298" y="4193"/>
                    </a:cubicBezTo>
                    <a:cubicBezTo>
                      <a:pt x="3331" y="4309"/>
                      <a:pt x="3306" y="4442"/>
                      <a:pt x="3306" y="4558"/>
                    </a:cubicBezTo>
                    <a:cubicBezTo>
                      <a:pt x="3298" y="4682"/>
                      <a:pt x="3306" y="4815"/>
                      <a:pt x="3323" y="4939"/>
                    </a:cubicBezTo>
                    <a:cubicBezTo>
                      <a:pt x="3331" y="5014"/>
                      <a:pt x="3339" y="5088"/>
                      <a:pt x="3356" y="5171"/>
                    </a:cubicBezTo>
                    <a:cubicBezTo>
                      <a:pt x="3356" y="5163"/>
                      <a:pt x="3356" y="5154"/>
                      <a:pt x="3356" y="5146"/>
                    </a:cubicBezTo>
                    <a:cubicBezTo>
                      <a:pt x="3389" y="4947"/>
                      <a:pt x="3447" y="4765"/>
                      <a:pt x="3505" y="4574"/>
                    </a:cubicBezTo>
                    <a:cubicBezTo>
                      <a:pt x="3571" y="4384"/>
                      <a:pt x="3662" y="4202"/>
                      <a:pt x="3737" y="4011"/>
                    </a:cubicBezTo>
                    <a:cubicBezTo>
                      <a:pt x="3743" y="3995"/>
                      <a:pt x="3757" y="3988"/>
                      <a:pt x="3771" y="3988"/>
                    </a:cubicBezTo>
                    <a:cubicBezTo>
                      <a:pt x="3792" y="3988"/>
                      <a:pt x="3813" y="4006"/>
                      <a:pt x="3803" y="4036"/>
                    </a:cubicBezTo>
                    <a:cubicBezTo>
                      <a:pt x="3745" y="4210"/>
                      <a:pt x="3712" y="4392"/>
                      <a:pt x="3662" y="4574"/>
                    </a:cubicBezTo>
                    <a:cubicBezTo>
                      <a:pt x="3621" y="4740"/>
                      <a:pt x="3579" y="4914"/>
                      <a:pt x="3554" y="5088"/>
                    </a:cubicBezTo>
                    <a:cubicBezTo>
                      <a:pt x="3530" y="5270"/>
                      <a:pt x="3521" y="5444"/>
                      <a:pt x="3530" y="5627"/>
                    </a:cubicBezTo>
                    <a:cubicBezTo>
                      <a:pt x="3538" y="5718"/>
                      <a:pt x="3546" y="5801"/>
                      <a:pt x="3563" y="5884"/>
                    </a:cubicBezTo>
                    <a:cubicBezTo>
                      <a:pt x="3579" y="5958"/>
                      <a:pt x="3621" y="6024"/>
                      <a:pt x="3637" y="6107"/>
                    </a:cubicBezTo>
                    <a:cubicBezTo>
                      <a:pt x="3637" y="6140"/>
                      <a:pt x="3629" y="6174"/>
                      <a:pt x="3596" y="6190"/>
                    </a:cubicBezTo>
                    <a:cubicBezTo>
                      <a:pt x="3604" y="6207"/>
                      <a:pt x="3604" y="6215"/>
                      <a:pt x="3612" y="6223"/>
                    </a:cubicBezTo>
                    <a:cubicBezTo>
                      <a:pt x="3683" y="6436"/>
                      <a:pt x="3912" y="6514"/>
                      <a:pt x="4119" y="6514"/>
                    </a:cubicBezTo>
                    <a:cubicBezTo>
                      <a:pt x="4130" y="6514"/>
                      <a:pt x="4140" y="6514"/>
                      <a:pt x="4151" y="6513"/>
                    </a:cubicBezTo>
                    <a:cubicBezTo>
                      <a:pt x="4267" y="6505"/>
                      <a:pt x="4358" y="6331"/>
                      <a:pt x="4416" y="6248"/>
                    </a:cubicBezTo>
                    <a:cubicBezTo>
                      <a:pt x="4491" y="6149"/>
                      <a:pt x="4557" y="6041"/>
                      <a:pt x="4648" y="5950"/>
                    </a:cubicBezTo>
                    <a:cubicBezTo>
                      <a:pt x="4656" y="5933"/>
                      <a:pt x="4673" y="5933"/>
                      <a:pt x="4690" y="5933"/>
                    </a:cubicBezTo>
                    <a:cubicBezTo>
                      <a:pt x="4888" y="5594"/>
                      <a:pt x="4905" y="5146"/>
                      <a:pt x="4830" y="4757"/>
                    </a:cubicBezTo>
                    <a:cubicBezTo>
                      <a:pt x="4781" y="4508"/>
                      <a:pt x="4706" y="4268"/>
                      <a:pt x="4656" y="4028"/>
                    </a:cubicBezTo>
                    <a:cubicBezTo>
                      <a:pt x="4553" y="4213"/>
                      <a:pt x="4402" y="4392"/>
                      <a:pt x="4194" y="4392"/>
                    </a:cubicBezTo>
                    <a:cubicBezTo>
                      <a:pt x="4169" y="4392"/>
                      <a:pt x="4144" y="4389"/>
                      <a:pt x="4118" y="4384"/>
                    </a:cubicBezTo>
                    <a:cubicBezTo>
                      <a:pt x="3960" y="4359"/>
                      <a:pt x="3894" y="4210"/>
                      <a:pt x="3886" y="4061"/>
                    </a:cubicBezTo>
                    <a:cubicBezTo>
                      <a:pt x="3878" y="3870"/>
                      <a:pt x="3919" y="3688"/>
                      <a:pt x="3886" y="3497"/>
                    </a:cubicBezTo>
                    <a:cubicBezTo>
                      <a:pt x="3879" y="3461"/>
                      <a:pt x="3834" y="3438"/>
                      <a:pt x="3800" y="3438"/>
                    </a:cubicBezTo>
                    <a:cubicBezTo>
                      <a:pt x="3795" y="3438"/>
                      <a:pt x="3791" y="3438"/>
                      <a:pt x="3786" y="3439"/>
                    </a:cubicBezTo>
                    <a:cubicBezTo>
                      <a:pt x="3678" y="3472"/>
                      <a:pt x="3555" y="3508"/>
                      <a:pt x="3436" y="3508"/>
                    </a:cubicBezTo>
                    <a:cubicBezTo>
                      <a:pt x="3374" y="3508"/>
                      <a:pt x="3313" y="3498"/>
                      <a:pt x="3256" y="3472"/>
                    </a:cubicBezTo>
                    <a:cubicBezTo>
                      <a:pt x="3107" y="3398"/>
                      <a:pt x="3091" y="3224"/>
                      <a:pt x="3082" y="3066"/>
                    </a:cubicBezTo>
                    <a:cubicBezTo>
                      <a:pt x="3124" y="2876"/>
                      <a:pt x="3182" y="2694"/>
                      <a:pt x="3248" y="2511"/>
                    </a:cubicBezTo>
                    <a:cubicBezTo>
                      <a:pt x="3306" y="2371"/>
                      <a:pt x="3372" y="2230"/>
                      <a:pt x="3447" y="2089"/>
                    </a:cubicBezTo>
                    <a:cubicBezTo>
                      <a:pt x="3521" y="1956"/>
                      <a:pt x="3621" y="1824"/>
                      <a:pt x="3654" y="1675"/>
                    </a:cubicBezTo>
                    <a:cubicBezTo>
                      <a:pt x="3661" y="1647"/>
                      <a:pt x="3640" y="1620"/>
                      <a:pt x="3614" y="1620"/>
                    </a:cubicBezTo>
                    <a:cubicBezTo>
                      <a:pt x="3608" y="1620"/>
                      <a:pt x="3602" y="1622"/>
                      <a:pt x="3596" y="1625"/>
                    </a:cubicBezTo>
                    <a:cubicBezTo>
                      <a:pt x="3455" y="1699"/>
                      <a:pt x="3364" y="1849"/>
                      <a:pt x="3281" y="1981"/>
                    </a:cubicBezTo>
                    <a:cubicBezTo>
                      <a:pt x="3198" y="2122"/>
                      <a:pt x="3124" y="2279"/>
                      <a:pt x="3066" y="2437"/>
                    </a:cubicBezTo>
                    <a:cubicBezTo>
                      <a:pt x="3033" y="2520"/>
                      <a:pt x="3008" y="2603"/>
                      <a:pt x="2983" y="2694"/>
                    </a:cubicBezTo>
                    <a:cubicBezTo>
                      <a:pt x="2939" y="2675"/>
                      <a:pt x="2891" y="2666"/>
                      <a:pt x="2845" y="2666"/>
                    </a:cubicBezTo>
                    <a:cubicBezTo>
                      <a:pt x="2830" y="2666"/>
                      <a:pt x="2815" y="2667"/>
                      <a:pt x="2801" y="2669"/>
                    </a:cubicBezTo>
                    <a:cubicBezTo>
                      <a:pt x="2611" y="2676"/>
                      <a:pt x="2428" y="2754"/>
                      <a:pt x="2239" y="2754"/>
                    </a:cubicBezTo>
                    <a:cubicBezTo>
                      <a:pt x="2222" y="2754"/>
                      <a:pt x="2205" y="2753"/>
                      <a:pt x="2187" y="2752"/>
                    </a:cubicBezTo>
                    <a:cubicBezTo>
                      <a:pt x="2013" y="2743"/>
                      <a:pt x="1848" y="2669"/>
                      <a:pt x="1732" y="2553"/>
                    </a:cubicBezTo>
                    <a:cubicBezTo>
                      <a:pt x="1591" y="2420"/>
                      <a:pt x="1541" y="2263"/>
                      <a:pt x="1508" y="2081"/>
                    </a:cubicBezTo>
                    <a:cubicBezTo>
                      <a:pt x="1479" y="1928"/>
                      <a:pt x="1380" y="1763"/>
                      <a:pt x="1217" y="1763"/>
                    </a:cubicBezTo>
                    <a:cubicBezTo>
                      <a:pt x="1194" y="1763"/>
                      <a:pt x="1169" y="1767"/>
                      <a:pt x="1143" y="1774"/>
                    </a:cubicBezTo>
                    <a:cubicBezTo>
                      <a:pt x="1102" y="1782"/>
                      <a:pt x="1069" y="1815"/>
                      <a:pt x="1027" y="1832"/>
                    </a:cubicBezTo>
                    <a:lnTo>
                      <a:pt x="1019" y="1832"/>
                    </a:lnTo>
                    <a:cubicBezTo>
                      <a:pt x="1011" y="1815"/>
                      <a:pt x="1011" y="1774"/>
                      <a:pt x="1011" y="1766"/>
                    </a:cubicBezTo>
                    <a:cubicBezTo>
                      <a:pt x="994" y="1658"/>
                      <a:pt x="994" y="1559"/>
                      <a:pt x="994" y="1451"/>
                    </a:cubicBezTo>
                    <a:cubicBezTo>
                      <a:pt x="994" y="1061"/>
                      <a:pt x="1110" y="680"/>
                      <a:pt x="1301" y="341"/>
                    </a:cubicBezTo>
                    <a:cubicBezTo>
                      <a:pt x="1367" y="274"/>
                      <a:pt x="1425" y="200"/>
                      <a:pt x="1483" y="117"/>
                    </a:cubicBezTo>
                    <a:cubicBezTo>
                      <a:pt x="1508" y="75"/>
                      <a:pt x="1508" y="34"/>
                      <a:pt x="1483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3" name="Google Shape;1823;p2"/>
              <p:cNvSpPr/>
              <p:nvPr/>
            </p:nvSpPr>
            <p:spPr>
              <a:xfrm>
                <a:off x="4173100" y="2447325"/>
                <a:ext cx="16175" cy="67375"/>
              </a:xfrm>
              <a:custGeom>
                <a:rect b="b" l="l" r="r" t="t"/>
                <a:pathLst>
                  <a:path extrusionOk="0" h="2695" w="647">
                    <a:moveTo>
                      <a:pt x="345" y="1"/>
                    </a:moveTo>
                    <a:cubicBezTo>
                      <a:pt x="320" y="1"/>
                      <a:pt x="296" y="13"/>
                      <a:pt x="282" y="43"/>
                    </a:cubicBezTo>
                    <a:cubicBezTo>
                      <a:pt x="282" y="51"/>
                      <a:pt x="274" y="51"/>
                      <a:pt x="274" y="51"/>
                    </a:cubicBezTo>
                    <a:cubicBezTo>
                      <a:pt x="290" y="118"/>
                      <a:pt x="299" y="192"/>
                      <a:pt x="307" y="259"/>
                    </a:cubicBezTo>
                    <a:cubicBezTo>
                      <a:pt x="357" y="549"/>
                      <a:pt x="406" y="830"/>
                      <a:pt x="431" y="1120"/>
                    </a:cubicBezTo>
                    <a:cubicBezTo>
                      <a:pt x="456" y="1485"/>
                      <a:pt x="431" y="1883"/>
                      <a:pt x="241" y="2197"/>
                    </a:cubicBezTo>
                    <a:cubicBezTo>
                      <a:pt x="241" y="2206"/>
                      <a:pt x="241" y="2214"/>
                      <a:pt x="241" y="2222"/>
                    </a:cubicBezTo>
                    <a:cubicBezTo>
                      <a:pt x="216" y="2363"/>
                      <a:pt x="141" y="2496"/>
                      <a:pt x="58" y="2612"/>
                    </a:cubicBezTo>
                    <a:cubicBezTo>
                      <a:pt x="44" y="2633"/>
                      <a:pt x="30" y="2654"/>
                      <a:pt x="11" y="2680"/>
                    </a:cubicBezTo>
                    <a:lnTo>
                      <a:pt x="11" y="2680"/>
                    </a:lnTo>
                    <a:cubicBezTo>
                      <a:pt x="13" y="2679"/>
                      <a:pt x="14" y="2678"/>
                      <a:pt x="17" y="2678"/>
                    </a:cubicBezTo>
                    <a:cubicBezTo>
                      <a:pt x="324" y="2338"/>
                      <a:pt x="506" y="1874"/>
                      <a:pt x="572" y="1435"/>
                    </a:cubicBezTo>
                    <a:cubicBezTo>
                      <a:pt x="647" y="971"/>
                      <a:pt x="597" y="507"/>
                      <a:pt x="440" y="68"/>
                    </a:cubicBezTo>
                    <a:cubicBezTo>
                      <a:pt x="425" y="28"/>
                      <a:pt x="383" y="1"/>
                      <a:pt x="345" y="1"/>
                    </a:cubicBezTo>
                    <a:close/>
                    <a:moveTo>
                      <a:pt x="11" y="2680"/>
                    </a:moveTo>
                    <a:lnTo>
                      <a:pt x="11" y="2680"/>
                    </a:lnTo>
                    <a:cubicBezTo>
                      <a:pt x="10" y="2682"/>
                      <a:pt x="9" y="2683"/>
                      <a:pt x="8" y="2685"/>
                    </a:cubicBezTo>
                    <a:lnTo>
                      <a:pt x="8" y="2685"/>
                    </a:lnTo>
                    <a:cubicBezTo>
                      <a:pt x="9" y="2683"/>
                      <a:pt x="10" y="2682"/>
                      <a:pt x="11" y="2680"/>
                    </a:cubicBezTo>
                    <a:close/>
                    <a:moveTo>
                      <a:pt x="8" y="2685"/>
                    </a:moveTo>
                    <a:lnTo>
                      <a:pt x="8" y="2685"/>
                    </a:lnTo>
                    <a:cubicBezTo>
                      <a:pt x="5" y="2688"/>
                      <a:pt x="3" y="2691"/>
                      <a:pt x="0" y="2695"/>
                    </a:cubicBezTo>
                    <a:cubicBezTo>
                      <a:pt x="4" y="2691"/>
                      <a:pt x="6" y="2688"/>
                      <a:pt x="8" y="268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4" name="Google Shape;1824;p2"/>
              <p:cNvSpPr/>
              <p:nvPr/>
            </p:nvSpPr>
            <p:spPr>
              <a:xfrm>
                <a:off x="4143675" y="2387225"/>
                <a:ext cx="5600" cy="7000"/>
              </a:xfrm>
              <a:custGeom>
                <a:rect b="b" l="l" r="r" t="t"/>
                <a:pathLst>
                  <a:path extrusionOk="0" h="280" w="224">
                    <a:moveTo>
                      <a:pt x="193" y="1"/>
                    </a:moveTo>
                    <a:cubicBezTo>
                      <a:pt x="190" y="1"/>
                      <a:pt x="186" y="1"/>
                      <a:pt x="183" y="3"/>
                    </a:cubicBezTo>
                    <a:lnTo>
                      <a:pt x="183" y="11"/>
                    </a:lnTo>
                    <a:cubicBezTo>
                      <a:pt x="117" y="78"/>
                      <a:pt x="67" y="152"/>
                      <a:pt x="9" y="235"/>
                    </a:cubicBezTo>
                    <a:cubicBezTo>
                      <a:pt x="1" y="243"/>
                      <a:pt x="9" y="268"/>
                      <a:pt x="18" y="276"/>
                    </a:cubicBezTo>
                    <a:cubicBezTo>
                      <a:pt x="22" y="279"/>
                      <a:pt x="26" y="280"/>
                      <a:pt x="31" y="280"/>
                    </a:cubicBezTo>
                    <a:cubicBezTo>
                      <a:pt x="43" y="280"/>
                      <a:pt x="55" y="272"/>
                      <a:pt x="67" y="260"/>
                    </a:cubicBezTo>
                    <a:cubicBezTo>
                      <a:pt x="117" y="185"/>
                      <a:pt x="175" y="111"/>
                      <a:pt x="216" y="28"/>
                    </a:cubicBezTo>
                    <a:cubicBezTo>
                      <a:pt x="223" y="14"/>
                      <a:pt x="208" y="1"/>
                      <a:pt x="1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5" name="Google Shape;1825;p2"/>
              <p:cNvSpPr/>
              <p:nvPr/>
            </p:nvSpPr>
            <p:spPr>
              <a:xfrm>
                <a:off x="4156500" y="2371825"/>
                <a:ext cx="10775" cy="12400"/>
              </a:xfrm>
              <a:custGeom>
                <a:rect b="b" l="l" r="r" t="t"/>
                <a:pathLst>
                  <a:path extrusionOk="0" h="496" w="431">
                    <a:moveTo>
                      <a:pt x="403" y="0"/>
                    </a:moveTo>
                    <a:cubicBezTo>
                      <a:pt x="399" y="0"/>
                      <a:pt x="395" y="2"/>
                      <a:pt x="391" y="6"/>
                    </a:cubicBezTo>
                    <a:cubicBezTo>
                      <a:pt x="308" y="56"/>
                      <a:pt x="242" y="130"/>
                      <a:pt x="184" y="205"/>
                    </a:cubicBezTo>
                    <a:cubicBezTo>
                      <a:pt x="126" y="279"/>
                      <a:pt x="76" y="354"/>
                      <a:pt x="18" y="437"/>
                    </a:cubicBezTo>
                    <a:cubicBezTo>
                      <a:pt x="1" y="466"/>
                      <a:pt x="29" y="495"/>
                      <a:pt x="55" y="495"/>
                    </a:cubicBezTo>
                    <a:cubicBezTo>
                      <a:pt x="66" y="495"/>
                      <a:pt x="77" y="490"/>
                      <a:pt x="84" y="478"/>
                    </a:cubicBezTo>
                    <a:cubicBezTo>
                      <a:pt x="142" y="404"/>
                      <a:pt x="192" y="329"/>
                      <a:pt x="250" y="254"/>
                    </a:cubicBezTo>
                    <a:cubicBezTo>
                      <a:pt x="283" y="221"/>
                      <a:pt x="308" y="188"/>
                      <a:pt x="333" y="147"/>
                    </a:cubicBezTo>
                    <a:cubicBezTo>
                      <a:pt x="366" y="114"/>
                      <a:pt x="399" y="80"/>
                      <a:pt x="424" y="39"/>
                    </a:cubicBezTo>
                    <a:cubicBezTo>
                      <a:pt x="431" y="20"/>
                      <a:pt x="417" y="0"/>
                      <a:pt x="4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6" name="Google Shape;1826;p2"/>
              <p:cNvSpPr/>
              <p:nvPr/>
            </p:nvSpPr>
            <p:spPr>
              <a:xfrm>
                <a:off x="4084225" y="2343525"/>
                <a:ext cx="65475" cy="69050"/>
              </a:xfrm>
              <a:custGeom>
                <a:rect b="b" l="l" r="r" t="t"/>
                <a:pathLst>
                  <a:path extrusionOk="0" h="2762" w="2619">
                    <a:moveTo>
                      <a:pt x="2539" y="0"/>
                    </a:moveTo>
                    <a:cubicBezTo>
                      <a:pt x="2530" y="0"/>
                      <a:pt x="2520" y="4"/>
                      <a:pt x="2512" y="11"/>
                    </a:cubicBezTo>
                    <a:lnTo>
                      <a:pt x="2503" y="11"/>
                    </a:lnTo>
                    <a:cubicBezTo>
                      <a:pt x="2288" y="177"/>
                      <a:pt x="2056" y="326"/>
                      <a:pt x="1832" y="483"/>
                    </a:cubicBezTo>
                    <a:cubicBezTo>
                      <a:pt x="1600" y="641"/>
                      <a:pt x="1368" y="806"/>
                      <a:pt x="1136" y="964"/>
                    </a:cubicBezTo>
                    <a:cubicBezTo>
                      <a:pt x="730" y="1237"/>
                      <a:pt x="299" y="1519"/>
                      <a:pt x="100" y="1991"/>
                    </a:cubicBezTo>
                    <a:cubicBezTo>
                      <a:pt x="51" y="2116"/>
                      <a:pt x="18" y="2248"/>
                      <a:pt x="9" y="2381"/>
                    </a:cubicBezTo>
                    <a:cubicBezTo>
                      <a:pt x="1" y="2505"/>
                      <a:pt x="9" y="2687"/>
                      <a:pt x="125" y="2754"/>
                    </a:cubicBezTo>
                    <a:cubicBezTo>
                      <a:pt x="136" y="2759"/>
                      <a:pt x="148" y="2762"/>
                      <a:pt x="160" y="2762"/>
                    </a:cubicBezTo>
                    <a:cubicBezTo>
                      <a:pt x="187" y="2762"/>
                      <a:pt x="216" y="2749"/>
                      <a:pt x="233" y="2720"/>
                    </a:cubicBezTo>
                    <a:cubicBezTo>
                      <a:pt x="283" y="2629"/>
                      <a:pt x="250" y="2513"/>
                      <a:pt x="258" y="2406"/>
                    </a:cubicBezTo>
                    <a:cubicBezTo>
                      <a:pt x="258" y="2298"/>
                      <a:pt x="291" y="2190"/>
                      <a:pt x="332" y="2099"/>
                    </a:cubicBezTo>
                    <a:cubicBezTo>
                      <a:pt x="415" y="1884"/>
                      <a:pt x="564" y="1718"/>
                      <a:pt x="730" y="1569"/>
                    </a:cubicBezTo>
                    <a:cubicBezTo>
                      <a:pt x="904" y="1411"/>
                      <a:pt x="1095" y="1287"/>
                      <a:pt x="1285" y="1154"/>
                    </a:cubicBezTo>
                    <a:cubicBezTo>
                      <a:pt x="1492" y="997"/>
                      <a:pt x="1700" y="840"/>
                      <a:pt x="1907" y="682"/>
                    </a:cubicBezTo>
                    <a:cubicBezTo>
                      <a:pt x="2139" y="500"/>
                      <a:pt x="2354" y="293"/>
                      <a:pt x="2578" y="102"/>
                    </a:cubicBezTo>
                    <a:cubicBezTo>
                      <a:pt x="2619" y="68"/>
                      <a:pt x="2581" y="0"/>
                      <a:pt x="253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7" name="Google Shape;1827;p2"/>
              <p:cNvSpPr/>
              <p:nvPr/>
            </p:nvSpPr>
            <p:spPr>
              <a:xfrm>
                <a:off x="4095625" y="2388425"/>
                <a:ext cx="8850" cy="10975"/>
              </a:xfrm>
              <a:custGeom>
                <a:rect b="b" l="l" r="r" t="t"/>
                <a:pathLst>
                  <a:path extrusionOk="0" h="439" w="354">
                    <a:moveTo>
                      <a:pt x="301" y="0"/>
                    </a:moveTo>
                    <a:cubicBezTo>
                      <a:pt x="295" y="0"/>
                      <a:pt x="288" y="2"/>
                      <a:pt x="282" y="5"/>
                    </a:cubicBezTo>
                    <a:cubicBezTo>
                      <a:pt x="249" y="21"/>
                      <a:pt x="224" y="54"/>
                      <a:pt x="200" y="79"/>
                    </a:cubicBezTo>
                    <a:cubicBezTo>
                      <a:pt x="166" y="112"/>
                      <a:pt x="142" y="146"/>
                      <a:pt x="125" y="179"/>
                    </a:cubicBezTo>
                    <a:cubicBezTo>
                      <a:pt x="75" y="237"/>
                      <a:pt x="42" y="303"/>
                      <a:pt x="9" y="369"/>
                    </a:cubicBezTo>
                    <a:cubicBezTo>
                      <a:pt x="1" y="394"/>
                      <a:pt x="1" y="419"/>
                      <a:pt x="26" y="436"/>
                    </a:cubicBezTo>
                    <a:cubicBezTo>
                      <a:pt x="30" y="438"/>
                      <a:pt x="36" y="439"/>
                      <a:pt x="42" y="439"/>
                    </a:cubicBezTo>
                    <a:cubicBezTo>
                      <a:pt x="58" y="439"/>
                      <a:pt x="77" y="431"/>
                      <a:pt x="84" y="419"/>
                    </a:cubicBezTo>
                    <a:cubicBezTo>
                      <a:pt x="117" y="353"/>
                      <a:pt x="158" y="286"/>
                      <a:pt x="200" y="228"/>
                    </a:cubicBezTo>
                    <a:cubicBezTo>
                      <a:pt x="224" y="204"/>
                      <a:pt x="241" y="179"/>
                      <a:pt x="266" y="154"/>
                    </a:cubicBezTo>
                    <a:cubicBezTo>
                      <a:pt x="291" y="121"/>
                      <a:pt x="316" y="96"/>
                      <a:pt x="340" y="54"/>
                    </a:cubicBezTo>
                    <a:cubicBezTo>
                      <a:pt x="354" y="27"/>
                      <a:pt x="329" y="0"/>
                      <a:pt x="3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8" name="Google Shape;1828;p2"/>
              <p:cNvSpPr/>
              <p:nvPr/>
            </p:nvSpPr>
            <p:spPr>
              <a:xfrm>
                <a:off x="4114675" y="2377900"/>
                <a:ext cx="4150" cy="4125"/>
              </a:xfrm>
              <a:custGeom>
                <a:rect b="b" l="l" r="r" t="t"/>
                <a:pathLst>
                  <a:path extrusionOk="0" h="165" w="166">
                    <a:moveTo>
                      <a:pt x="143" y="1"/>
                    </a:moveTo>
                    <a:cubicBezTo>
                      <a:pt x="140" y="1"/>
                      <a:pt x="137" y="2"/>
                      <a:pt x="134" y="3"/>
                    </a:cubicBezTo>
                    <a:lnTo>
                      <a:pt x="134" y="11"/>
                    </a:lnTo>
                    <a:cubicBezTo>
                      <a:pt x="125" y="11"/>
                      <a:pt x="109" y="20"/>
                      <a:pt x="100" y="28"/>
                    </a:cubicBezTo>
                    <a:cubicBezTo>
                      <a:pt x="92" y="36"/>
                      <a:pt x="76" y="53"/>
                      <a:pt x="67" y="61"/>
                    </a:cubicBezTo>
                    <a:cubicBezTo>
                      <a:pt x="51" y="78"/>
                      <a:pt x="26" y="94"/>
                      <a:pt x="9" y="111"/>
                    </a:cubicBezTo>
                    <a:cubicBezTo>
                      <a:pt x="1" y="127"/>
                      <a:pt x="1" y="144"/>
                      <a:pt x="9" y="152"/>
                    </a:cubicBezTo>
                    <a:cubicBezTo>
                      <a:pt x="13" y="161"/>
                      <a:pt x="22" y="165"/>
                      <a:pt x="30" y="165"/>
                    </a:cubicBezTo>
                    <a:cubicBezTo>
                      <a:pt x="38" y="165"/>
                      <a:pt x="47" y="161"/>
                      <a:pt x="51" y="152"/>
                    </a:cubicBezTo>
                    <a:cubicBezTo>
                      <a:pt x="67" y="136"/>
                      <a:pt x="84" y="111"/>
                      <a:pt x="100" y="94"/>
                    </a:cubicBezTo>
                    <a:cubicBezTo>
                      <a:pt x="117" y="86"/>
                      <a:pt x="125" y="78"/>
                      <a:pt x="134" y="61"/>
                    </a:cubicBezTo>
                    <a:lnTo>
                      <a:pt x="158" y="28"/>
                    </a:lnTo>
                    <a:cubicBezTo>
                      <a:pt x="165" y="14"/>
                      <a:pt x="155" y="1"/>
                      <a:pt x="1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9" name="Google Shape;1829;p2"/>
              <p:cNvSpPr/>
              <p:nvPr/>
            </p:nvSpPr>
            <p:spPr>
              <a:xfrm>
                <a:off x="4161300" y="2381550"/>
                <a:ext cx="15550" cy="95050"/>
              </a:xfrm>
              <a:custGeom>
                <a:rect b="b" l="l" r="r" t="t"/>
                <a:pathLst>
                  <a:path extrusionOk="0" h="3802" w="622">
                    <a:moveTo>
                      <a:pt x="502" y="1"/>
                    </a:moveTo>
                    <a:cubicBezTo>
                      <a:pt x="486" y="1"/>
                      <a:pt x="469" y="7"/>
                      <a:pt x="456" y="23"/>
                    </a:cubicBezTo>
                    <a:cubicBezTo>
                      <a:pt x="315" y="213"/>
                      <a:pt x="207" y="421"/>
                      <a:pt x="133" y="644"/>
                    </a:cubicBezTo>
                    <a:cubicBezTo>
                      <a:pt x="58" y="876"/>
                      <a:pt x="33" y="1117"/>
                      <a:pt x="25" y="1349"/>
                    </a:cubicBezTo>
                    <a:cubicBezTo>
                      <a:pt x="0" y="1879"/>
                      <a:pt x="108" y="2401"/>
                      <a:pt x="216" y="2914"/>
                    </a:cubicBezTo>
                    <a:cubicBezTo>
                      <a:pt x="240" y="3064"/>
                      <a:pt x="274" y="3213"/>
                      <a:pt x="298" y="3362"/>
                    </a:cubicBezTo>
                    <a:cubicBezTo>
                      <a:pt x="315" y="3494"/>
                      <a:pt x="307" y="3710"/>
                      <a:pt x="431" y="3793"/>
                    </a:cubicBezTo>
                    <a:cubicBezTo>
                      <a:pt x="443" y="3799"/>
                      <a:pt x="456" y="3801"/>
                      <a:pt x="468" y="3801"/>
                    </a:cubicBezTo>
                    <a:cubicBezTo>
                      <a:pt x="491" y="3801"/>
                      <a:pt x="514" y="3792"/>
                      <a:pt x="530" y="3776"/>
                    </a:cubicBezTo>
                    <a:cubicBezTo>
                      <a:pt x="622" y="3685"/>
                      <a:pt x="572" y="3528"/>
                      <a:pt x="555" y="3420"/>
                    </a:cubicBezTo>
                    <a:cubicBezTo>
                      <a:pt x="539" y="3287"/>
                      <a:pt x="514" y="3146"/>
                      <a:pt x="489" y="3014"/>
                    </a:cubicBezTo>
                    <a:cubicBezTo>
                      <a:pt x="439" y="2757"/>
                      <a:pt x="381" y="2500"/>
                      <a:pt x="340" y="2235"/>
                    </a:cubicBezTo>
                    <a:cubicBezTo>
                      <a:pt x="265" y="1771"/>
                      <a:pt x="216" y="1282"/>
                      <a:pt x="298" y="818"/>
                    </a:cubicBezTo>
                    <a:cubicBezTo>
                      <a:pt x="348" y="561"/>
                      <a:pt x="414" y="296"/>
                      <a:pt x="547" y="73"/>
                    </a:cubicBezTo>
                    <a:cubicBezTo>
                      <a:pt x="570" y="33"/>
                      <a:pt x="538" y="1"/>
                      <a:pt x="5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0" name="Google Shape;1830;p2"/>
              <p:cNvSpPr/>
              <p:nvPr/>
            </p:nvSpPr>
            <p:spPr>
              <a:xfrm>
                <a:off x="4154050" y="2417475"/>
                <a:ext cx="2100" cy="10700"/>
              </a:xfrm>
              <a:custGeom>
                <a:rect b="b" l="l" r="r" t="t"/>
                <a:pathLst>
                  <a:path extrusionOk="0" h="428" w="84">
                    <a:moveTo>
                      <a:pt x="42" y="1"/>
                    </a:moveTo>
                    <a:cubicBezTo>
                      <a:pt x="21" y="1"/>
                      <a:pt x="0" y="15"/>
                      <a:pt x="0" y="44"/>
                    </a:cubicBezTo>
                    <a:lnTo>
                      <a:pt x="0" y="226"/>
                    </a:lnTo>
                    <a:cubicBezTo>
                      <a:pt x="0" y="259"/>
                      <a:pt x="0" y="284"/>
                      <a:pt x="0" y="317"/>
                    </a:cubicBezTo>
                    <a:cubicBezTo>
                      <a:pt x="0" y="351"/>
                      <a:pt x="8" y="375"/>
                      <a:pt x="17" y="409"/>
                    </a:cubicBezTo>
                    <a:cubicBezTo>
                      <a:pt x="17" y="421"/>
                      <a:pt x="29" y="427"/>
                      <a:pt x="42" y="427"/>
                    </a:cubicBezTo>
                    <a:cubicBezTo>
                      <a:pt x="54" y="427"/>
                      <a:pt x="66" y="421"/>
                      <a:pt x="66" y="409"/>
                    </a:cubicBezTo>
                    <a:cubicBezTo>
                      <a:pt x="75" y="375"/>
                      <a:pt x="83" y="351"/>
                      <a:pt x="83" y="317"/>
                    </a:cubicBezTo>
                    <a:cubicBezTo>
                      <a:pt x="83" y="284"/>
                      <a:pt x="83" y="259"/>
                      <a:pt x="83" y="226"/>
                    </a:cubicBezTo>
                    <a:lnTo>
                      <a:pt x="83" y="44"/>
                    </a:lnTo>
                    <a:cubicBezTo>
                      <a:pt x="83" y="15"/>
                      <a:pt x="62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1" name="Google Shape;1831;p2"/>
              <p:cNvSpPr/>
              <p:nvPr/>
            </p:nvSpPr>
            <p:spPr>
              <a:xfrm>
                <a:off x="4284200" y="2347050"/>
                <a:ext cx="6175" cy="11100"/>
              </a:xfrm>
              <a:custGeom>
                <a:rect b="b" l="l" r="r" t="t"/>
                <a:pathLst>
                  <a:path extrusionOk="0" h="444" w="247">
                    <a:moveTo>
                      <a:pt x="55" y="0"/>
                    </a:moveTo>
                    <a:cubicBezTo>
                      <a:pt x="29" y="0"/>
                      <a:pt x="0" y="24"/>
                      <a:pt x="6" y="52"/>
                    </a:cubicBezTo>
                    <a:lnTo>
                      <a:pt x="72" y="251"/>
                    </a:lnTo>
                    <a:cubicBezTo>
                      <a:pt x="89" y="284"/>
                      <a:pt x="97" y="317"/>
                      <a:pt x="113" y="342"/>
                    </a:cubicBezTo>
                    <a:cubicBezTo>
                      <a:pt x="113" y="359"/>
                      <a:pt x="122" y="384"/>
                      <a:pt x="130" y="400"/>
                    </a:cubicBezTo>
                    <a:cubicBezTo>
                      <a:pt x="138" y="409"/>
                      <a:pt x="147" y="425"/>
                      <a:pt x="155" y="433"/>
                    </a:cubicBezTo>
                    <a:cubicBezTo>
                      <a:pt x="163" y="433"/>
                      <a:pt x="171" y="433"/>
                      <a:pt x="180" y="442"/>
                    </a:cubicBezTo>
                    <a:cubicBezTo>
                      <a:pt x="183" y="443"/>
                      <a:pt x="186" y="444"/>
                      <a:pt x="190" y="444"/>
                    </a:cubicBezTo>
                    <a:cubicBezTo>
                      <a:pt x="205" y="444"/>
                      <a:pt x="221" y="432"/>
                      <a:pt x="221" y="425"/>
                    </a:cubicBezTo>
                    <a:cubicBezTo>
                      <a:pt x="238" y="400"/>
                      <a:pt x="246" y="384"/>
                      <a:pt x="238" y="359"/>
                    </a:cubicBezTo>
                    <a:cubicBezTo>
                      <a:pt x="229" y="342"/>
                      <a:pt x="221" y="326"/>
                      <a:pt x="213" y="317"/>
                    </a:cubicBezTo>
                    <a:cubicBezTo>
                      <a:pt x="205" y="276"/>
                      <a:pt x="188" y="243"/>
                      <a:pt x="171" y="210"/>
                    </a:cubicBezTo>
                    <a:cubicBezTo>
                      <a:pt x="147" y="143"/>
                      <a:pt x="113" y="85"/>
                      <a:pt x="89" y="19"/>
                    </a:cubicBezTo>
                    <a:cubicBezTo>
                      <a:pt x="81" y="6"/>
                      <a:pt x="68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2" name="Google Shape;1832;p2"/>
              <p:cNvSpPr/>
              <p:nvPr/>
            </p:nvSpPr>
            <p:spPr>
              <a:xfrm>
                <a:off x="4288050" y="2345650"/>
                <a:ext cx="4100" cy="9300"/>
              </a:xfrm>
              <a:custGeom>
                <a:rect b="b" l="l" r="r" t="t"/>
                <a:pathLst>
                  <a:path extrusionOk="0" h="372" w="164">
                    <a:moveTo>
                      <a:pt x="42" y="1"/>
                    </a:moveTo>
                    <a:cubicBezTo>
                      <a:pt x="17" y="9"/>
                      <a:pt x="1" y="34"/>
                      <a:pt x="9" y="59"/>
                    </a:cubicBezTo>
                    <a:cubicBezTo>
                      <a:pt x="17" y="83"/>
                      <a:pt x="17" y="108"/>
                      <a:pt x="26" y="133"/>
                    </a:cubicBezTo>
                    <a:cubicBezTo>
                      <a:pt x="34" y="158"/>
                      <a:pt x="34" y="183"/>
                      <a:pt x="51" y="208"/>
                    </a:cubicBezTo>
                    <a:cubicBezTo>
                      <a:pt x="67" y="257"/>
                      <a:pt x="75" y="307"/>
                      <a:pt x="100" y="357"/>
                    </a:cubicBezTo>
                    <a:cubicBezTo>
                      <a:pt x="107" y="367"/>
                      <a:pt x="119" y="371"/>
                      <a:pt x="130" y="371"/>
                    </a:cubicBezTo>
                    <a:cubicBezTo>
                      <a:pt x="147" y="371"/>
                      <a:pt x="163" y="360"/>
                      <a:pt x="158" y="340"/>
                    </a:cubicBezTo>
                    <a:cubicBezTo>
                      <a:pt x="158" y="282"/>
                      <a:pt x="142" y="233"/>
                      <a:pt x="133" y="183"/>
                    </a:cubicBezTo>
                    <a:cubicBezTo>
                      <a:pt x="133" y="158"/>
                      <a:pt x="125" y="133"/>
                      <a:pt x="117" y="108"/>
                    </a:cubicBezTo>
                    <a:cubicBezTo>
                      <a:pt x="109" y="83"/>
                      <a:pt x="100" y="59"/>
                      <a:pt x="92" y="34"/>
                    </a:cubicBezTo>
                    <a:cubicBezTo>
                      <a:pt x="84" y="9"/>
                      <a:pt x="59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3" name="Google Shape;1833;p2"/>
              <p:cNvSpPr/>
              <p:nvPr/>
            </p:nvSpPr>
            <p:spPr>
              <a:xfrm>
                <a:off x="4227375" y="2356850"/>
                <a:ext cx="7900" cy="6875"/>
              </a:xfrm>
              <a:custGeom>
                <a:rect b="b" l="l" r="r" t="t"/>
                <a:pathLst>
                  <a:path extrusionOk="0" h="275" w="316">
                    <a:moveTo>
                      <a:pt x="33" y="0"/>
                    </a:moveTo>
                    <a:cubicBezTo>
                      <a:pt x="17" y="0"/>
                      <a:pt x="0" y="17"/>
                      <a:pt x="0" y="33"/>
                    </a:cubicBezTo>
                    <a:cubicBezTo>
                      <a:pt x="0" y="50"/>
                      <a:pt x="9" y="66"/>
                      <a:pt x="17" y="83"/>
                    </a:cubicBezTo>
                    <a:cubicBezTo>
                      <a:pt x="25" y="91"/>
                      <a:pt x="42" y="99"/>
                      <a:pt x="50" y="116"/>
                    </a:cubicBezTo>
                    <a:cubicBezTo>
                      <a:pt x="67" y="133"/>
                      <a:pt x="91" y="149"/>
                      <a:pt x="108" y="166"/>
                    </a:cubicBezTo>
                    <a:cubicBezTo>
                      <a:pt x="158" y="199"/>
                      <a:pt x="199" y="232"/>
                      <a:pt x="249" y="265"/>
                    </a:cubicBezTo>
                    <a:cubicBezTo>
                      <a:pt x="255" y="271"/>
                      <a:pt x="264" y="274"/>
                      <a:pt x="273" y="274"/>
                    </a:cubicBezTo>
                    <a:cubicBezTo>
                      <a:pt x="287" y="274"/>
                      <a:pt x="302" y="267"/>
                      <a:pt x="307" y="257"/>
                    </a:cubicBezTo>
                    <a:cubicBezTo>
                      <a:pt x="315" y="232"/>
                      <a:pt x="307" y="207"/>
                      <a:pt x="290" y="199"/>
                    </a:cubicBezTo>
                    <a:lnTo>
                      <a:pt x="290" y="191"/>
                    </a:lnTo>
                    <a:lnTo>
                      <a:pt x="282" y="191"/>
                    </a:lnTo>
                    <a:lnTo>
                      <a:pt x="265" y="174"/>
                    </a:lnTo>
                    <a:lnTo>
                      <a:pt x="232" y="149"/>
                    </a:lnTo>
                    <a:cubicBezTo>
                      <a:pt x="216" y="133"/>
                      <a:pt x="191" y="116"/>
                      <a:pt x="174" y="99"/>
                    </a:cubicBezTo>
                    <a:cubicBezTo>
                      <a:pt x="158" y="83"/>
                      <a:pt x="133" y="66"/>
                      <a:pt x="116" y="50"/>
                    </a:cubicBezTo>
                    <a:cubicBezTo>
                      <a:pt x="108" y="41"/>
                      <a:pt x="91" y="33"/>
                      <a:pt x="83" y="25"/>
                    </a:cubicBezTo>
                    <a:cubicBezTo>
                      <a:pt x="75" y="17"/>
                      <a:pt x="67" y="8"/>
                      <a:pt x="58" y="8"/>
                    </a:cubicBezTo>
                    <a:cubicBezTo>
                      <a:pt x="50" y="0"/>
                      <a:pt x="42" y="0"/>
                      <a:pt x="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4" name="Google Shape;1834;p2"/>
              <p:cNvSpPr/>
              <p:nvPr/>
            </p:nvSpPr>
            <p:spPr>
              <a:xfrm>
                <a:off x="4237100" y="2356050"/>
                <a:ext cx="4175" cy="5800"/>
              </a:xfrm>
              <a:custGeom>
                <a:rect b="b" l="l" r="r" t="t"/>
                <a:pathLst>
                  <a:path extrusionOk="0" h="232" w="167">
                    <a:moveTo>
                      <a:pt x="27" y="0"/>
                    </a:moveTo>
                    <a:cubicBezTo>
                      <a:pt x="14" y="0"/>
                      <a:pt x="1" y="14"/>
                      <a:pt x="1" y="32"/>
                    </a:cubicBezTo>
                    <a:lnTo>
                      <a:pt x="9" y="57"/>
                    </a:lnTo>
                    <a:cubicBezTo>
                      <a:pt x="9" y="65"/>
                      <a:pt x="17" y="73"/>
                      <a:pt x="17" y="82"/>
                    </a:cubicBezTo>
                    <a:cubicBezTo>
                      <a:pt x="26" y="90"/>
                      <a:pt x="34" y="107"/>
                      <a:pt x="42" y="123"/>
                    </a:cubicBezTo>
                    <a:cubicBezTo>
                      <a:pt x="42" y="123"/>
                      <a:pt x="42" y="131"/>
                      <a:pt x="42" y="131"/>
                    </a:cubicBezTo>
                    <a:cubicBezTo>
                      <a:pt x="42" y="131"/>
                      <a:pt x="42" y="131"/>
                      <a:pt x="50" y="140"/>
                    </a:cubicBezTo>
                    <a:cubicBezTo>
                      <a:pt x="50" y="148"/>
                      <a:pt x="50" y="148"/>
                      <a:pt x="50" y="156"/>
                    </a:cubicBezTo>
                    <a:cubicBezTo>
                      <a:pt x="59" y="173"/>
                      <a:pt x="75" y="189"/>
                      <a:pt x="84" y="206"/>
                    </a:cubicBezTo>
                    <a:cubicBezTo>
                      <a:pt x="89" y="222"/>
                      <a:pt x="105" y="231"/>
                      <a:pt x="120" y="231"/>
                    </a:cubicBezTo>
                    <a:cubicBezTo>
                      <a:pt x="128" y="231"/>
                      <a:pt x="136" y="228"/>
                      <a:pt x="142" y="223"/>
                    </a:cubicBezTo>
                    <a:cubicBezTo>
                      <a:pt x="158" y="214"/>
                      <a:pt x="166" y="189"/>
                      <a:pt x="158" y="165"/>
                    </a:cubicBezTo>
                    <a:cubicBezTo>
                      <a:pt x="150" y="148"/>
                      <a:pt x="142" y="131"/>
                      <a:pt x="125" y="115"/>
                    </a:cubicBezTo>
                    <a:cubicBezTo>
                      <a:pt x="125" y="115"/>
                      <a:pt x="117" y="107"/>
                      <a:pt x="108" y="98"/>
                    </a:cubicBezTo>
                    <a:lnTo>
                      <a:pt x="100" y="82"/>
                    </a:lnTo>
                    <a:cubicBezTo>
                      <a:pt x="92" y="73"/>
                      <a:pt x="84" y="57"/>
                      <a:pt x="75" y="49"/>
                    </a:cubicBezTo>
                    <a:cubicBezTo>
                      <a:pt x="67" y="40"/>
                      <a:pt x="67" y="32"/>
                      <a:pt x="59" y="24"/>
                    </a:cubicBezTo>
                    <a:cubicBezTo>
                      <a:pt x="50" y="24"/>
                      <a:pt x="42" y="15"/>
                      <a:pt x="42" y="7"/>
                    </a:cubicBezTo>
                    <a:cubicBezTo>
                      <a:pt x="37" y="3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5" name="Google Shape;1835;p2"/>
              <p:cNvSpPr/>
              <p:nvPr/>
            </p:nvSpPr>
            <p:spPr>
              <a:xfrm>
                <a:off x="4179325" y="2393975"/>
                <a:ext cx="18025" cy="37650"/>
              </a:xfrm>
              <a:custGeom>
                <a:rect b="b" l="l" r="r" t="t"/>
                <a:pathLst>
                  <a:path extrusionOk="0" h="1506" w="721">
                    <a:moveTo>
                      <a:pt x="517" y="1"/>
                    </a:moveTo>
                    <a:cubicBezTo>
                      <a:pt x="505" y="1"/>
                      <a:pt x="492" y="5"/>
                      <a:pt x="481" y="15"/>
                    </a:cubicBezTo>
                    <a:cubicBezTo>
                      <a:pt x="282" y="180"/>
                      <a:pt x="141" y="379"/>
                      <a:pt x="66" y="628"/>
                    </a:cubicBezTo>
                    <a:cubicBezTo>
                      <a:pt x="0" y="868"/>
                      <a:pt x="0" y="1133"/>
                      <a:pt x="66" y="1382"/>
                    </a:cubicBezTo>
                    <a:cubicBezTo>
                      <a:pt x="80" y="1441"/>
                      <a:pt x="128" y="1467"/>
                      <a:pt x="177" y="1467"/>
                    </a:cubicBezTo>
                    <a:cubicBezTo>
                      <a:pt x="218" y="1467"/>
                      <a:pt x="259" y="1449"/>
                      <a:pt x="282" y="1415"/>
                    </a:cubicBezTo>
                    <a:cubicBezTo>
                      <a:pt x="290" y="1431"/>
                      <a:pt x="307" y="1456"/>
                      <a:pt x="315" y="1473"/>
                    </a:cubicBezTo>
                    <a:cubicBezTo>
                      <a:pt x="331" y="1495"/>
                      <a:pt x="353" y="1505"/>
                      <a:pt x="374" y="1505"/>
                    </a:cubicBezTo>
                    <a:cubicBezTo>
                      <a:pt x="408" y="1505"/>
                      <a:pt x="439" y="1480"/>
                      <a:pt x="439" y="1440"/>
                    </a:cubicBezTo>
                    <a:cubicBezTo>
                      <a:pt x="456" y="1241"/>
                      <a:pt x="431" y="1042"/>
                      <a:pt x="456" y="843"/>
                    </a:cubicBezTo>
                    <a:cubicBezTo>
                      <a:pt x="489" y="636"/>
                      <a:pt x="555" y="446"/>
                      <a:pt x="663" y="272"/>
                    </a:cubicBezTo>
                    <a:cubicBezTo>
                      <a:pt x="721" y="189"/>
                      <a:pt x="646" y="98"/>
                      <a:pt x="563" y="89"/>
                    </a:cubicBezTo>
                    <a:cubicBezTo>
                      <a:pt x="589" y="45"/>
                      <a:pt x="556" y="1"/>
                      <a:pt x="517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6" name="Google Shape;1836;p2"/>
              <p:cNvSpPr/>
              <p:nvPr/>
            </p:nvSpPr>
            <p:spPr>
              <a:xfrm>
                <a:off x="4057875" y="2455200"/>
                <a:ext cx="86500" cy="115100"/>
              </a:xfrm>
              <a:custGeom>
                <a:rect b="b" l="l" r="r" t="t"/>
                <a:pathLst>
                  <a:path extrusionOk="0" h="4604" w="3460">
                    <a:moveTo>
                      <a:pt x="1613" y="0"/>
                    </a:moveTo>
                    <a:cubicBezTo>
                      <a:pt x="1560" y="0"/>
                      <a:pt x="1501" y="26"/>
                      <a:pt x="1494" y="84"/>
                    </a:cubicBezTo>
                    <a:cubicBezTo>
                      <a:pt x="1453" y="391"/>
                      <a:pt x="1502" y="689"/>
                      <a:pt x="1544" y="996"/>
                    </a:cubicBezTo>
                    <a:cubicBezTo>
                      <a:pt x="1552" y="1079"/>
                      <a:pt x="1560" y="1170"/>
                      <a:pt x="1569" y="1253"/>
                    </a:cubicBezTo>
                    <a:cubicBezTo>
                      <a:pt x="1511" y="1443"/>
                      <a:pt x="1444" y="1626"/>
                      <a:pt x="1362" y="1808"/>
                    </a:cubicBezTo>
                    <a:cubicBezTo>
                      <a:pt x="1312" y="1808"/>
                      <a:pt x="1262" y="1833"/>
                      <a:pt x="1246" y="1882"/>
                    </a:cubicBezTo>
                    <a:cubicBezTo>
                      <a:pt x="1196" y="2098"/>
                      <a:pt x="1179" y="2322"/>
                      <a:pt x="1154" y="2545"/>
                    </a:cubicBezTo>
                    <a:lnTo>
                      <a:pt x="1138" y="2587"/>
                    </a:lnTo>
                    <a:cubicBezTo>
                      <a:pt x="980" y="2835"/>
                      <a:pt x="831" y="3084"/>
                      <a:pt x="699" y="3349"/>
                    </a:cubicBezTo>
                    <a:cubicBezTo>
                      <a:pt x="558" y="3639"/>
                      <a:pt x="434" y="3937"/>
                      <a:pt x="309" y="4235"/>
                    </a:cubicBezTo>
                    <a:cubicBezTo>
                      <a:pt x="293" y="4260"/>
                      <a:pt x="284" y="4293"/>
                      <a:pt x="268" y="4327"/>
                    </a:cubicBezTo>
                    <a:cubicBezTo>
                      <a:pt x="260" y="4343"/>
                      <a:pt x="268" y="4368"/>
                      <a:pt x="268" y="4393"/>
                    </a:cubicBezTo>
                    <a:cubicBezTo>
                      <a:pt x="202" y="4434"/>
                      <a:pt x="127" y="4467"/>
                      <a:pt x="52" y="4501"/>
                    </a:cubicBezTo>
                    <a:cubicBezTo>
                      <a:pt x="1" y="4523"/>
                      <a:pt x="28" y="4604"/>
                      <a:pt x="76" y="4604"/>
                    </a:cubicBezTo>
                    <a:cubicBezTo>
                      <a:pt x="81" y="4604"/>
                      <a:pt x="88" y="4603"/>
                      <a:pt x="94" y="4600"/>
                    </a:cubicBezTo>
                    <a:cubicBezTo>
                      <a:pt x="218" y="4567"/>
                      <a:pt x="326" y="4517"/>
                      <a:pt x="434" y="4459"/>
                    </a:cubicBezTo>
                    <a:lnTo>
                      <a:pt x="442" y="4459"/>
                    </a:lnTo>
                    <a:cubicBezTo>
                      <a:pt x="690" y="4327"/>
                      <a:pt x="922" y="4153"/>
                      <a:pt x="1113" y="3945"/>
                    </a:cubicBezTo>
                    <a:cubicBezTo>
                      <a:pt x="1386" y="3631"/>
                      <a:pt x="1594" y="3258"/>
                      <a:pt x="1693" y="2852"/>
                    </a:cubicBezTo>
                    <a:cubicBezTo>
                      <a:pt x="1751" y="2620"/>
                      <a:pt x="1784" y="2380"/>
                      <a:pt x="1900" y="2164"/>
                    </a:cubicBezTo>
                    <a:cubicBezTo>
                      <a:pt x="2000" y="1974"/>
                      <a:pt x="2174" y="1824"/>
                      <a:pt x="2364" y="1725"/>
                    </a:cubicBezTo>
                    <a:cubicBezTo>
                      <a:pt x="2480" y="1675"/>
                      <a:pt x="2588" y="1626"/>
                      <a:pt x="2696" y="1568"/>
                    </a:cubicBezTo>
                    <a:cubicBezTo>
                      <a:pt x="2712" y="1592"/>
                      <a:pt x="2729" y="1609"/>
                      <a:pt x="2745" y="1634"/>
                    </a:cubicBezTo>
                    <a:cubicBezTo>
                      <a:pt x="2712" y="1659"/>
                      <a:pt x="2687" y="1684"/>
                      <a:pt x="2662" y="1708"/>
                    </a:cubicBezTo>
                    <a:cubicBezTo>
                      <a:pt x="2546" y="1816"/>
                      <a:pt x="2447" y="1916"/>
                      <a:pt x="2372" y="2048"/>
                    </a:cubicBezTo>
                    <a:cubicBezTo>
                      <a:pt x="2298" y="2181"/>
                      <a:pt x="2240" y="2313"/>
                      <a:pt x="2190" y="2454"/>
                    </a:cubicBezTo>
                    <a:cubicBezTo>
                      <a:pt x="2132" y="2587"/>
                      <a:pt x="2074" y="2728"/>
                      <a:pt x="2099" y="2877"/>
                    </a:cubicBezTo>
                    <a:cubicBezTo>
                      <a:pt x="2102" y="2897"/>
                      <a:pt x="2118" y="2907"/>
                      <a:pt x="2134" y="2907"/>
                    </a:cubicBezTo>
                    <a:cubicBezTo>
                      <a:pt x="2157" y="2907"/>
                      <a:pt x="2182" y="2889"/>
                      <a:pt x="2182" y="2860"/>
                    </a:cubicBezTo>
                    <a:cubicBezTo>
                      <a:pt x="2190" y="2728"/>
                      <a:pt x="2290" y="2595"/>
                      <a:pt x="2356" y="2487"/>
                    </a:cubicBezTo>
                    <a:cubicBezTo>
                      <a:pt x="2422" y="2371"/>
                      <a:pt x="2472" y="2255"/>
                      <a:pt x="2538" y="2148"/>
                    </a:cubicBezTo>
                    <a:cubicBezTo>
                      <a:pt x="2604" y="2048"/>
                      <a:pt x="2704" y="1965"/>
                      <a:pt x="2787" y="1874"/>
                    </a:cubicBezTo>
                    <a:cubicBezTo>
                      <a:pt x="2820" y="1849"/>
                      <a:pt x="2845" y="1824"/>
                      <a:pt x="2870" y="1800"/>
                    </a:cubicBezTo>
                    <a:cubicBezTo>
                      <a:pt x="2936" y="1882"/>
                      <a:pt x="3002" y="1965"/>
                      <a:pt x="3060" y="2048"/>
                    </a:cubicBezTo>
                    <a:cubicBezTo>
                      <a:pt x="3052" y="2073"/>
                      <a:pt x="3035" y="2098"/>
                      <a:pt x="3027" y="2123"/>
                    </a:cubicBezTo>
                    <a:lnTo>
                      <a:pt x="2944" y="2313"/>
                    </a:lnTo>
                    <a:cubicBezTo>
                      <a:pt x="2936" y="2330"/>
                      <a:pt x="2952" y="2363"/>
                      <a:pt x="2977" y="2371"/>
                    </a:cubicBezTo>
                    <a:cubicBezTo>
                      <a:pt x="2981" y="2373"/>
                      <a:pt x="2987" y="2374"/>
                      <a:pt x="2992" y="2374"/>
                    </a:cubicBezTo>
                    <a:cubicBezTo>
                      <a:pt x="3009" y="2374"/>
                      <a:pt x="3029" y="2365"/>
                      <a:pt x="3035" y="2346"/>
                    </a:cubicBezTo>
                    <a:lnTo>
                      <a:pt x="3126" y="2164"/>
                    </a:lnTo>
                    <a:cubicBezTo>
                      <a:pt x="3126" y="2156"/>
                      <a:pt x="3135" y="2148"/>
                      <a:pt x="3135" y="2139"/>
                    </a:cubicBezTo>
                    <a:cubicBezTo>
                      <a:pt x="3168" y="2181"/>
                      <a:pt x="3193" y="2222"/>
                      <a:pt x="3226" y="2264"/>
                    </a:cubicBezTo>
                    <a:cubicBezTo>
                      <a:pt x="3249" y="2298"/>
                      <a:pt x="3287" y="2314"/>
                      <a:pt x="3324" y="2314"/>
                    </a:cubicBezTo>
                    <a:cubicBezTo>
                      <a:pt x="3393" y="2314"/>
                      <a:pt x="3460" y="2261"/>
                      <a:pt x="3433" y="2181"/>
                    </a:cubicBezTo>
                    <a:lnTo>
                      <a:pt x="3425" y="2181"/>
                    </a:lnTo>
                    <a:cubicBezTo>
                      <a:pt x="3408" y="2114"/>
                      <a:pt x="3383" y="2056"/>
                      <a:pt x="3350" y="1998"/>
                    </a:cubicBezTo>
                    <a:cubicBezTo>
                      <a:pt x="3367" y="1974"/>
                      <a:pt x="3375" y="1940"/>
                      <a:pt x="3367" y="1907"/>
                    </a:cubicBezTo>
                    <a:cubicBezTo>
                      <a:pt x="3309" y="1601"/>
                      <a:pt x="3176" y="1311"/>
                      <a:pt x="3002" y="1054"/>
                    </a:cubicBezTo>
                    <a:cubicBezTo>
                      <a:pt x="2977" y="938"/>
                      <a:pt x="2919" y="838"/>
                      <a:pt x="2845" y="747"/>
                    </a:cubicBezTo>
                    <a:cubicBezTo>
                      <a:pt x="2555" y="358"/>
                      <a:pt x="2116" y="84"/>
                      <a:pt x="1635" y="2"/>
                    </a:cubicBezTo>
                    <a:cubicBezTo>
                      <a:pt x="1628" y="1"/>
                      <a:pt x="1620" y="0"/>
                      <a:pt x="1613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7" name="Google Shape;1837;p2"/>
              <p:cNvSpPr/>
              <p:nvPr/>
            </p:nvSpPr>
            <p:spPr>
              <a:xfrm>
                <a:off x="4233175" y="2547400"/>
                <a:ext cx="63200" cy="169475"/>
              </a:xfrm>
              <a:custGeom>
                <a:rect b="b" l="l" r="r" t="t"/>
                <a:pathLst>
                  <a:path extrusionOk="0" h="6779" w="2528">
                    <a:moveTo>
                      <a:pt x="0" y="1"/>
                    </a:moveTo>
                    <a:lnTo>
                      <a:pt x="0" y="1"/>
                    </a:lnTo>
                    <a:cubicBezTo>
                      <a:pt x="149" y="233"/>
                      <a:pt x="398" y="415"/>
                      <a:pt x="555" y="663"/>
                    </a:cubicBezTo>
                    <a:cubicBezTo>
                      <a:pt x="713" y="920"/>
                      <a:pt x="812" y="1235"/>
                      <a:pt x="763" y="1542"/>
                    </a:cubicBezTo>
                    <a:cubicBezTo>
                      <a:pt x="705" y="1873"/>
                      <a:pt x="481" y="2229"/>
                      <a:pt x="663" y="2519"/>
                    </a:cubicBezTo>
                    <a:cubicBezTo>
                      <a:pt x="721" y="2611"/>
                      <a:pt x="812" y="2677"/>
                      <a:pt x="895" y="2751"/>
                    </a:cubicBezTo>
                    <a:cubicBezTo>
                      <a:pt x="1144" y="2983"/>
                      <a:pt x="1301" y="3323"/>
                      <a:pt x="1260" y="3655"/>
                    </a:cubicBezTo>
                    <a:cubicBezTo>
                      <a:pt x="1227" y="3928"/>
                      <a:pt x="1069" y="4168"/>
                      <a:pt x="1003" y="4425"/>
                    </a:cubicBezTo>
                    <a:cubicBezTo>
                      <a:pt x="937" y="4699"/>
                      <a:pt x="961" y="4989"/>
                      <a:pt x="1077" y="5237"/>
                    </a:cubicBezTo>
                    <a:cubicBezTo>
                      <a:pt x="1260" y="5651"/>
                      <a:pt x="1657" y="5933"/>
                      <a:pt x="1964" y="6264"/>
                    </a:cubicBezTo>
                    <a:cubicBezTo>
                      <a:pt x="2113" y="6422"/>
                      <a:pt x="2246" y="6596"/>
                      <a:pt x="2353" y="6778"/>
                    </a:cubicBezTo>
                    <a:cubicBezTo>
                      <a:pt x="2353" y="6762"/>
                      <a:pt x="2353" y="6745"/>
                      <a:pt x="2345" y="6737"/>
                    </a:cubicBezTo>
                    <a:cubicBezTo>
                      <a:pt x="2337" y="6496"/>
                      <a:pt x="2279" y="6256"/>
                      <a:pt x="2188" y="6041"/>
                    </a:cubicBezTo>
                    <a:cubicBezTo>
                      <a:pt x="2080" y="5809"/>
                      <a:pt x="1989" y="5593"/>
                      <a:pt x="1980" y="5328"/>
                    </a:cubicBezTo>
                    <a:cubicBezTo>
                      <a:pt x="1980" y="5254"/>
                      <a:pt x="1980" y="5179"/>
                      <a:pt x="1989" y="5096"/>
                    </a:cubicBezTo>
                    <a:lnTo>
                      <a:pt x="1989" y="5096"/>
                    </a:lnTo>
                    <a:cubicBezTo>
                      <a:pt x="1898" y="5328"/>
                      <a:pt x="1807" y="5568"/>
                      <a:pt x="1649" y="5759"/>
                    </a:cubicBezTo>
                    <a:cubicBezTo>
                      <a:pt x="1639" y="5772"/>
                      <a:pt x="1625" y="5778"/>
                      <a:pt x="1611" y="5778"/>
                    </a:cubicBezTo>
                    <a:cubicBezTo>
                      <a:pt x="1581" y="5778"/>
                      <a:pt x="1550" y="5752"/>
                      <a:pt x="1550" y="5718"/>
                    </a:cubicBezTo>
                    <a:cubicBezTo>
                      <a:pt x="1566" y="5428"/>
                      <a:pt x="1691" y="5154"/>
                      <a:pt x="1807" y="4889"/>
                    </a:cubicBezTo>
                    <a:cubicBezTo>
                      <a:pt x="1906" y="4641"/>
                      <a:pt x="2030" y="4384"/>
                      <a:pt x="2072" y="4110"/>
                    </a:cubicBezTo>
                    <a:cubicBezTo>
                      <a:pt x="2113" y="3837"/>
                      <a:pt x="2030" y="3572"/>
                      <a:pt x="1989" y="3307"/>
                    </a:cubicBezTo>
                    <a:cubicBezTo>
                      <a:pt x="1972" y="3207"/>
                      <a:pt x="1964" y="3116"/>
                      <a:pt x="1956" y="3025"/>
                    </a:cubicBezTo>
                    <a:cubicBezTo>
                      <a:pt x="1944" y="3037"/>
                      <a:pt x="1931" y="3045"/>
                      <a:pt x="1916" y="3045"/>
                    </a:cubicBezTo>
                    <a:cubicBezTo>
                      <a:pt x="1910" y="3045"/>
                      <a:pt x="1904" y="3044"/>
                      <a:pt x="1898" y="3041"/>
                    </a:cubicBezTo>
                    <a:cubicBezTo>
                      <a:pt x="1782" y="3017"/>
                      <a:pt x="1724" y="2809"/>
                      <a:pt x="1707" y="2702"/>
                    </a:cubicBezTo>
                    <a:cubicBezTo>
                      <a:pt x="1707" y="2702"/>
                      <a:pt x="1707" y="2702"/>
                      <a:pt x="1707" y="2693"/>
                    </a:cubicBezTo>
                    <a:cubicBezTo>
                      <a:pt x="1699" y="2693"/>
                      <a:pt x="1691" y="2685"/>
                      <a:pt x="1691" y="2677"/>
                    </a:cubicBezTo>
                    <a:cubicBezTo>
                      <a:pt x="1666" y="2644"/>
                      <a:pt x="1674" y="2594"/>
                      <a:pt x="1691" y="2544"/>
                    </a:cubicBezTo>
                    <a:cubicBezTo>
                      <a:pt x="1682" y="2461"/>
                      <a:pt x="1682" y="2379"/>
                      <a:pt x="1699" y="2296"/>
                    </a:cubicBezTo>
                    <a:cubicBezTo>
                      <a:pt x="1715" y="2163"/>
                      <a:pt x="1757" y="2031"/>
                      <a:pt x="1815" y="1906"/>
                    </a:cubicBezTo>
                    <a:cubicBezTo>
                      <a:pt x="1881" y="1790"/>
                      <a:pt x="1972" y="1691"/>
                      <a:pt x="2072" y="1591"/>
                    </a:cubicBezTo>
                    <a:cubicBezTo>
                      <a:pt x="2077" y="1586"/>
                      <a:pt x="2084" y="1584"/>
                      <a:pt x="2091" y="1584"/>
                    </a:cubicBezTo>
                    <a:cubicBezTo>
                      <a:pt x="2117" y="1584"/>
                      <a:pt x="2149" y="1615"/>
                      <a:pt x="2130" y="1641"/>
                    </a:cubicBezTo>
                    <a:cubicBezTo>
                      <a:pt x="2014" y="1807"/>
                      <a:pt x="1956" y="2006"/>
                      <a:pt x="1931" y="2205"/>
                    </a:cubicBezTo>
                    <a:lnTo>
                      <a:pt x="1939" y="2196"/>
                    </a:lnTo>
                    <a:cubicBezTo>
                      <a:pt x="2088" y="2055"/>
                      <a:pt x="2262" y="1939"/>
                      <a:pt x="2378" y="1757"/>
                    </a:cubicBezTo>
                    <a:cubicBezTo>
                      <a:pt x="2478" y="1600"/>
                      <a:pt x="2527" y="1409"/>
                      <a:pt x="2527" y="1219"/>
                    </a:cubicBezTo>
                    <a:cubicBezTo>
                      <a:pt x="2527" y="1127"/>
                      <a:pt x="2511" y="1028"/>
                      <a:pt x="2478" y="937"/>
                    </a:cubicBezTo>
                    <a:cubicBezTo>
                      <a:pt x="2453" y="854"/>
                      <a:pt x="2420" y="779"/>
                      <a:pt x="2395" y="705"/>
                    </a:cubicBezTo>
                    <a:lnTo>
                      <a:pt x="2362" y="705"/>
                    </a:lnTo>
                    <a:cubicBezTo>
                      <a:pt x="1790" y="655"/>
                      <a:pt x="1268" y="465"/>
                      <a:pt x="738" y="257"/>
                    </a:cubicBezTo>
                    <a:cubicBezTo>
                      <a:pt x="489" y="183"/>
                      <a:pt x="257" y="83"/>
                      <a:pt x="0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8" name="Google Shape;1838;p2"/>
              <p:cNvSpPr/>
              <p:nvPr/>
            </p:nvSpPr>
            <p:spPr>
              <a:xfrm>
                <a:off x="4231725" y="2580600"/>
                <a:ext cx="18250" cy="75175"/>
              </a:xfrm>
              <a:custGeom>
                <a:rect b="b" l="l" r="r" t="t"/>
                <a:pathLst>
                  <a:path extrusionOk="0" h="3007" w="730">
                    <a:moveTo>
                      <a:pt x="254" y="1"/>
                    </a:moveTo>
                    <a:cubicBezTo>
                      <a:pt x="232" y="1"/>
                      <a:pt x="209" y="13"/>
                      <a:pt x="199" y="40"/>
                    </a:cubicBezTo>
                    <a:cubicBezTo>
                      <a:pt x="17" y="504"/>
                      <a:pt x="0" y="1009"/>
                      <a:pt x="191" y="1481"/>
                    </a:cubicBezTo>
                    <a:cubicBezTo>
                      <a:pt x="290" y="1713"/>
                      <a:pt x="431" y="1921"/>
                      <a:pt x="464" y="2186"/>
                    </a:cubicBezTo>
                    <a:cubicBezTo>
                      <a:pt x="481" y="2310"/>
                      <a:pt x="473" y="2434"/>
                      <a:pt x="464" y="2567"/>
                    </a:cubicBezTo>
                    <a:cubicBezTo>
                      <a:pt x="456" y="2691"/>
                      <a:pt x="448" y="2832"/>
                      <a:pt x="481" y="2965"/>
                    </a:cubicBezTo>
                    <a:cubicBezTo>
                      <a:pt x="490" y="2991"/>
                      <a:pt x="516" y="3006"/>
                      <a:pt x="542" y="3006"/>
                    </a:cubicBezTo>
                    <a:cubicBezTo>
                      <a:pt x="564" y="3006"/>
                      <a:pt x="585" y="2996"/>
                      <a:pt x="597" y="2973"/>
                    </a:cubicBezTo>
                    <a:cubicBezTo>
                      <a:pt x="663" y="2865"/>
                      <a:pt x="696" y="2724"/>
                      <a:pt x="713" y="2592"/>
                    </a:cubicBezTo>
                    <a:cubicBezTo>
                      <a:pt x="729" y="2467"/>
                      <a:pt x="729" y="2335"/>
                      <a:pt x="721" y="2211"/>
                    </a:cubicBezTo>
                    <a:cubicBezTo>
                      <a:pt x="696" y="1954"/>
                      <a:pt x="589" y="1730"/>
                      <a:pt x="464" y="1498"/>
                    </a:cubicBezTo>
                    <a:cubicBezTo>
                      <a:pt x="241" y="1059"/>
                      <a:pt x="174" y="545"/>
                      <a:pt x="307" y="65"/>
                    </a:cubicBezTo>
                    <a:cubicBezTo>
                      <a:pt x="317" y="25"/>
                      <a:pt x="286" y="1"/>
                      <a:pt x="2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9" name="Google Shape;1839;p2"/>
              <p:cNvSpPr/>
              <p:nvPr/>
            </p:nvSpPr>
            <p:spPr>
              <a:xfrm>
                <a:off x="4246000" y="2687375"/>
                <a:ext cx="5825" cy="12650"/>
              </a:xfrm>
              <a:custGeom>
                <a:rect b="b" l="l" r="r" t="t"/>
                <a:pathLst>
                  <a:path extrusionOk="0" h="506" w="233">
                    <a:moveTo>
                      <a:pt x="68" y="1"/>
                    </a:moveTo>
                    <a:cubicBezTo>
                      <a:pt x="62" y="1"/>
                      <a:pt x="56" y="1"/>
                      <a:pt x="51" y="3"/>
                    </a:cubicBezTo>
                    <a:cubicBezTo>
                      <a:pt x="18" y="11"/>
                      <a:pt x="1" y="44"/>
                      <a:pt x="9" y="77"/>
                    </a:cubicBezTo>
                    <a:cubicBezTo>
                      <a:pt x="34" y="143"/>
                      <a:pt x="59" y="218"/>
                      <a:pt x="84" y="284"/>
                    </a:cubicBezTo>
                    <a:cubicBezTo>
                      <a:pt x="92" y="317"/>
                      <a:pt x="100" y="351"/>
                      <a:pt x="117" y="384"/>
                    </a:cubicBezTo>
                    <a:cubicBezTo>
                      <a:pt x="125" y="425"/>
                      <a:pt x="142" y="458"/>
                      <a:pt x="167" y="491"/>
                    </a:cubicBezTo>
                    <a:cubicBezTo>
                      <a:pt x="173" y="501"/>
                      <a:pt x="185" y="506"/>
                      <a:pt x="197" y="506"/>
                    </a:cubicBezTo>
                    <a:cubicBezTo>
                      <a:pt x="215" y="506"/>
                      <a:pt x="233" y="495"/>
                      <a:pt x="233" y="475"/>
                    </a:cubicBezTo>
                    <a:cubicBezTo>
                      <a:pt x="225" y="433"/>
                      <a:pt x="225" y="400"/>
                      <a:pt x="208" y="359"/>
                    </a:cubicBezTo>
                    <a:cubicBezTo>
                      <a:pt x="200" y="326"/>
                      <a:pt x="192" y="293"/>
                      <a:pt x="183" y="251"/>
                    </a:cubicBezTo>
                    <a:cubicBezTo>
                      <a:pt x="167" y="185"/>
                      <a:pt x="142" y="110"/>
                      <a:pt x="125" y="44"/>
                    </a:cubicBezTo>
                    <a:cubicBezTo>
                      <a:pt x="118" y="17"/>
                      <a:pt x="94" y="1"/>
                      <a:pt x="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2"/>
              <p:cNvSpPr/>
              <p:nvPr/>
            </p:nvSpPr>
            <p:spPr>
              <a:xfrm>
                <a:off x="4069750" y="2533125"/>
                <a:ext cx="58625" cy="90275"/>
              </a:xfrm>
              <a:custGeom>
                <a:rect b="b" l="l" r="r" t="t"/>
                <a:pathLst>
                  <a:path extrusionOk="0" h="3611" w="2345">
                    <a:moveTo>
                      <a:pt x="2193" y="0"/>
                    </a:moveTo>
                    <a:cubicBezTo>
                      <a:pt x="2169" y="0"/>
                      <a:pt x="2146" y="17"/>
                      <a:pt x="2146" y="50"/>
                    </a:cubicBezTo>
                    <a:cubicBezTo>
                      <a:pt x="2196" y="621"/>
                      <a:pt x="1790" y="1152"/>
                      <a:pt x="1392" y="1524"/>
                    </a:cubicBezTo>
                    <a:cubicBezTo>
                      <a:pt x="1185" y="1723"/>
                      <a:pt x="936" y="1889"/>
                      <a:pt x="721" y="2080"/>
                    </a:cubicBezTo>
                    <a:cubicBezTo>
                      <a:pt x="522" y="2262"/>
                      <a:pt x="348" y="2486"/>
                      <a:pt x="224" y="2726"/>
                    </a:cubicBezTo>
                    <a:cubicBezTo>
                      <a:pt x="157" y="2858"/>
                      <a:pt x="99" y="2999"/>
                      <a:pt x="66" y="3140"/>
                    </a:cubicBezTo>
                    <a:cubicBezTo>
                      <a:pt x="41" y="3215"/>
                      <a:pt x="33" y="3298"/>
                      <a:pt x="25" y="3372"/>
                    </a:cubicBezTo>
                    <a:cubicBezTo>
                      <a:pt x="17" y="3447"/>
                      <a:pt x="0" y="3513"/>
                      <a:pt x="41" y="3579"/>
                    </a:cubicBezTo>
                    <a:cubicBezTo>
                      <a:pt x="51" y="3599"/>
                      <a:pt x="74" y="3610"/>
                      <a:pt x="95" y="3610"/>
                    </a:cubicBezTo>
                    <a:cubicBezTo>
                      <a:pt x="109" y="3610"/>
                      <a:pt x="123" y="3606"/>
                      <a:pt x="133" y="3596"/>
                    </a:cubicBezTo>
                    <a:cubicBezTo>
                      <a:pt x="182" y="3546"/>
                      <a:pt x="191" y="3496"/>
                      <a:pt x="207" y="3438"/>
                    </a:cubicBezTo>
                    <a:cubicBezTo>
                      <a:pt x="224" y="3364"/>
                      <a:pt x="249" y="3298"/>
                      <a:pt x="273" y="3223"/>
                    </a:cubicBezTo>
                    <a:cubicBezTo>
                      <a:pt x="315" y="3099"/>
                      <a:pt x="365" y="2974"/>
                      <a:pt x="423" y="2858"/>
                    </a:cubicBezTo>
                    <a:cubicBezTo>
                      <a:pt x="555" y="2610"/>
                      <a:pt x="729" y="2403"/>
                      <a:pt x="936" y="2212"/>
                    </a:cubicBezTo>
                    <a:cubicBezTo>
                      <a:pt x="1152" y="2022"/>
                      <a:pt x="1392" y="1856"/>
                      <a:pt x="1599" y="1649"/>
                    </a:cubicBezTo>
                    <a:cubicBezTo>
                      <a:pt x="1798" y="1442"/>
                      <a:pt x="1989" y="1201"/>
                      <a:pt x="2113" y="944"/>
                    </a:cubicBezTo>
                    <a:cubicBezTo>
                      <a:pt x="2254" y="663"/>
                      <a:pt x="2345" y="340"/>
                      <a:pt x="2237" y="33"/>
                    </a:cubicBezTo>
                    <a:cubicBezTo>
                      <a:pt x="2230" y="11"/>
                      <a:pt x="2211" y="0"/>
                      <a:pt x="21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1" name="Google Shape;1841;p2"/>
              <p:cNvSpPr/>
              <p:nvPr/>
            </p:nvSpPr>
            <p:spPr>
              <a:xfrm>
                <a:off x="4075125" y="2601475"/>
                <a:ext cx="25500" cy="37000"/>
              </a:xfrm>
              <a:custGeom>
                <a:rect b="b" l="l" r="r" t="t"/>
                <a:pathLst>
                  <a:path extrusionOk="0" h="1480" w="1020">
                    <a:moveTo>
                      <a:pt x="978" y="0"/>
                    </a:moveTo>
                    <a:lnTo>
                      <a:pt x="978" y="8"/>
                    </a:lnTo>
                    <a:cubicBezTo>
                      <a:pt x="829" y="25"/>
                      <a:pt x="688" y="108"/>
                      <a:pt x="580" y="199"/>
                    </a:cubicBezTo>
                    <a:cubicBezTo>
                      <a:pt x="456" y="298"/>
                      <a:pt x="348" y="423"/>
                      <a:pt x="266" y="555"/>
                    </a:cubicBezTo>
                    <a:cubicBezTo>
                      <a:pt x="92" y="820"/>
                      <a:pt x="0" y="1127"/>
                      <a:pt x="9" y="1442"/>
                    </a:cubicBezTo>
                    <a:cubicBezTo>
                      <a:pt x="9" y="1467"/>
                      <a:pt x="27" y="1479"/>
                      <a:pt x="47" y="1479"/>
                    </a:cubicBezTo>
                    <a:cubicBezTo>
                      <a:pt x="67" y="1479"/>
                      <a:pt x="87" y="1467"/>
                      <a:pt x="92" y="1442"/>
                    </a:cubicBezTo>
                    <a:cubicBezTo>
                      <a:pt x="100" y="1351"/>
                      <a:pt x="116" y="1260"/>
                      <a:pt x="141" y="1168"/>
                    </a:cubicBezTo>
                    <a:cubicBezTo>
                      <a:pt x="150" y="1160"/>
                      <a:pt x="150" y="1152"/>
                      <a:pt x="158" y="1144"/>
                    </a:cubicBezTo>
                    <a:cubicBezTo>
                      <a:pt x="158" y="1135"/>
                      <a:pt x="158" y="1135"/>
                      <a:pt x="158" y="1135"/>
                    </a:cubicBezTo>
                    <a:cubicBezTo>
                      <a:pt x="150" y="1144"/>
                      <a:pt x="150" y="1144"/>
                      <a:pt x="141" y="1152"/>
                    </a:cubicBezTo>
                    <a:cubicBezTo>
                      <a:pt x="199" y="970"/>
                      <a:pt x="282" y="796"/>
                      <a:pt x="390" y="638"/>
                    </a:cubicBezTo>
                    <a:cubicBezTo>
                      <a:pt x="464" y="522"/>
                      <a:pt x="564" y="414"/>
                      <a:pt x="672" y="323"/>
                    </a:cubicBezTo>
                    <a:cubicBezTo>
                      <a:pt x="721" y="274"/>
                      <a:pt x="771" y="232"/>
                      <a:pt x="829" y="191"/>
                    </a:cubicBezTo>
                    <a:cubicBezTo>
                      <a:pt x="879" y="149"/>
                      <a:pt x="945" y="108"/>
                      <a:pt x="995" y="58"/>
                    </a:cubicBezTo>
                    <a:cubicBezTo>
                      <a:pt x="1020" y="42"/>
                      <a:pt x="1003" y="0"/>
                      <a:pt x="9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2" name="Google Shape;1842;p2"/>
              <p:cNvSpPr/>
              <p:nvPr/>
            </p:nvSpPr>
            <p:spPr>
              <a:xfrm>
                <a:off x="4105975" y="2591450"/>
                <a:ext cx="6675" cy="6000"/>
              </a:xfrm>
              <a:custGeom>
                <a:rect b="b" l="l" r="r" t="t"/>
                <a:pathLst>
                  <a:path extrusionOk="0" h="240" w="267">
                    <a:moveTo>
                      <a:pt x="237" y="0"/>
                    </a:moveTo>
                    <a:cubicBezTo>
                      <a:pt x="234" y="0"/>
                      <a:pt x="230" y="1"/>
                      <a:pt x="225" y="3"/>
                    </a:cubicBezTo>
                    <a:cubicBezTo>
                      <a:pt x="208" y="12"/>
                      <a:pt x="192" y="28"/>
                      <a:pt x="175" y="37"/>
                    </a:cubicBezTo>
                    <a:cubicBezTo>
                      <a:pt x="150" y="53"/>
                      <a:pt x="134" y="70"/>
                      <a:pt x="117" y="86"/>
                    </a:cubicBezTo>
                    <a:lnTo>
                      <a:pt x="18" y="169"/>
                    </a:lnTo>
                    <a:cubicBezTo>
                      <a:pt x="1" y="186"/>
                      <a:pt x="1" y="211"/>
                      <a:pt x="18" y="227"/>
                    </a:cubicBezTo>
                    <a:cubicBezTo>
                      <a:pt x="26" y="235"/>
                      <a:pt x="36" y="240"/>
                      <a:pt x="47" y="240"/>
                    </a:cubicBezTo>
                    <a:cubicBezTo>
                      <a:pt x="57" y="240"/>
                      <a:pt x="67" y="235"/>
                      <a:pt x="76" y="227"/>
                    </a:cubicBezTo>
                    <a:cubicBezTo>
                      <a:pt x="109" y="194"/>
                      <a:pt x="134" y="169"/>
                      <a:pt x="167" y="136"/>
                    </a:cubicBezTo>
                    <a:cubicBezTo>
                      <a:pt x="183" y="128"/>
                      <a:pt x="200" y="111"/>
                      <a:pt x="216" y="95"/>
                    </a:cubicBezTo>
                    <a:cubicBezTo>
                      <a:pt x="233" y="78"/>
                      <a:pt x="241" y="61"/>
                      <a:pt x="258" y="45"/>
                    </a:cubicBezTo>
                    <a:cubicBezTo>
                      <a:pt x="266" y="37"/>
                      <a:pt x="266" y="20"/>
                      <a:pt x="258" y="12"/>
                    </a:cubicBezTo>
                    <a:cubicBezTo>
                      <a:pt x="252" y="6"/>
                      <a:pt x="246" y="0"/>
                      <a:pt x="2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3" name="Google Shape;1843;p2"/>
              <p:cNvSpPr/>
              <p:nvPr/>
            </p:nvSpPr>
            <p:spPr>
              <a:xfrm>
                <a:off x="4134200" y="2528800"/>
                <a:ext cx="16750" cy="38200"/>
              </a:xfrm>
              <a:custGeom>
                <a:rect b="b" l="l" r="r" t="t"/>
                <a:pathLst>
                  <a:path extrusionOk="0" h="1528" w="670">
                    <a:moveTo>
                      <a:pt x="536" y="1"/>
                    </a:moveTo>
                    <a:cubicBezTo>
                      <a:pt x="519" y="1"/>
                      <a:pt x="502" y="9"/>
                      <a:pt x="488" y="24"/>
                    </a:cubicBezTo>
                    <a:cubicBezTo>
                      <a:pt x="413" y="132"/>
                      <a:pt x="430" y="289"/>
                      <a:pt x="430" y="413"/>
                    </a:cubicBezTo>
                    <a:cubicBezTo>
                      <a:pt x="421" y="546"/>
                      <a:pt x="405" y="678"/>
                      <a:pt x="372" y="811"/>
                    </a:cubicBezTo>
                    <a:cubicBezTo>
                      <a:pt x="322" y="1026"/>
                      <a:pt x="223" y="1250"/>
                      <a:pt x="49" y="1399"/>
                    </a:cubicBezTo>
                    <a:cubicBezTo>
                      <a:pt x="0" y="1440"/>
                      <a:pt x="49" y="1527"/>
                      <a:pt x="105" y="1527"/>
                    </a:cubicBezTo>
                    <a:cubicBezTo>
                      <a:pt x="117" y="1527"/>
                      <a:pt x="128" y="1524"/>
                      <a:pt x="140" y="1515"/>
                    </a:cubicBezTo>
                    <a:cubicBezTo>
                      <a:pt x="355" y="1358"/>
                      <a:pt x="504" y="1142"/>
                      <a:pt x="587" y="894"/>
                    </a:cubicBezTo>
                    <a:cubicBezTo>
                      <a:pt x="628" y="745"/>
                      <a:pt x="645" y="596"/>
                      <a:pt x="653" y="446"/>
                    </a:cubicBezTo>
                    <a:cubicBezTo>
                      <a:pt x="662" y="306"/>
                      <a:pt x="670" y="123"/>
                      <a:pt x="570" y="16"/>
                    </a:cubicBezTo>
                    <a:cubicBezTo>
                      <a:pt x="560" y="5"/>
                      <a:pt x="548" y="1"/>
                      <a:pt x="5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2"/>
              <p:cNvSpPr/>
              <p:nvPr/>
            </p:nvSpPr>
            <p:spPr>
              <a:xfrm>
                <a:off x="3850800" y="2652225"/>
                <a:ext cx="183750" cy="496100"/>
              </a:xfrm>
              <a:custGeom>
                <a:rect b="b" l="l" r="r" t="t"/>
                <a:pathLst>
                  <a:path extrusionOk="0" h="19844" w="7350">
                    <a:moveTo>
                      <a:pt x="6662" y="0"/>
                    </a:moveTo>
                    <a:cubicBezTo>
                      <a:pt x="6653" y="33"/>
                      <a:pt x="6645" y="66"/>
                      <a:pt x="6637" y="100"/>
                    </a:cubicBezTo>
                    <a:cubicBezTo>
                      <a:pt x="6612" y="216"/>
                      <a:pt x="6579" y="332"/>
                      <a:pt x="6546" y="456"/>
                    </a:cubicBezTo>
                    <a:cubicBezTo>
                      <a:pt x="6513" y="564"/>
                      <a:pt x="6480" y="696"/>
                      <a:pt x="6430" y="796"/>
                    </a:cubicBezTo>
                    <a:cubicBezTo>
                      <a:pt x="6422" y="820"/>
                      <a:pt x="6405" y="829"/>
                      <a:pt x="6388" y="829"/>
                    </a:cubicBezTo>
                    <a:cubicBezTo>
                      <a:pt x="6364" y="895"/>
                      <a:pt x="6330" y="953"/>
                      <a:pt x="6289" y="1019"/>
                    </a:cubicBezTo>
                    <a:cubicBezTo>
                      <a:pt x="6049" y="1442"/>
                      <a:pt x="5692" y="1781"/>
                      <a:pt x="5477" y="2221"/>
                    </a:cubicBezTo>
                    <a:cubicBezTo>
                      <a:pt x="5353" y="2477"/>
                      <a:pt x="5286" y="2776"/>
                      <a:pt x="5253" y="3057"/>
                    </a:cubicBezTo>
                    <a:cubicBezTo>
                      <a:pt x="5220" y="3347"/>
                      <a:pt x="5237" y="3637"/>
                      <a:pt x="5170" y="3919"/>
                    </a:cubicBezTo>
                    <a:cubicBezTo>
                      <a:pt x="5166" y="3944"/>
                      <a:pt x="5143" y="3956"/>
                      <a:pt x="5121" y="3956"/>
                    </a:cubicBezTo>
                    <a:cubicBezTo>
                      <a:pt x="5098" y="3956"/>
                      <a:pt x="5075" y="3944"/>
                      <a:pt x="5071" y="3919"/>
                    </a:cubicBezTo>
                    <a:cubicBezTo>
                      <a:pt x="5030" y="3762"/>
                      <a:pt x="5030" y="3588"/>
                      <a:pt x="5030" y="3422"/>
                    </a:cubicBezTo>
                    <a:cubicBezTo>
                      <a:pt x="5030" y="3265"/>
                      <a:pt x="5038" y="3099"/>
                      <a:pt x="5063" y="2933"/>
                    </a:cubicBezTo>
                    <a:cubicBezTo>
                      <a:pt x="5071" y="2859"/>
                      <a:pt x="5079" y="2792"/>
                      <a:pt x="5096" y="2718"/>
                    </a:cubicBezTo>
                    <a:lnTo>
                      <a:pt x="5096" y="2718"/>
                    </a:lnTo>
                    <a:cubicBezTo>
                      <a:pt x="5079" y="2743"/>
                      <a:pt x="5071" y="2767"/>
                      <a:pt x="5054" y="2784"/>
                    </a:cubicBezTo>
                    <a:cubicBezTo>
                      <a:pt x="4963" y="2925"/>
                      <a:pt x="4856" y="3041"/>
                      <a:pt x="4740" y="3157"/>
                    </a:cubicBezTo>
                    <a:cubicBezTo>
                      <a:pt x="4532" y="3372"/>
                      <a:pt x="4317" y="3571"/>
                      <a:pt x="4135" y="3811"/>
                    </a:cubicBezTo>
                    <a:cubicBezTo>
                      <a:pt x="3961" y="4060"/>
                      <a:pt x="3803" y="4325"/>
                      <a:pt x="3687" y="4599"/>
                    </a:cubicBezTo>
                    <a:cubicBezTo>
                      <a:pt x="3571" y="4880"/>
                      <a:pt x="3480" y="5170"/>
                      <a:pt x="3430" y="5469"/>
                    </a:cubicBezTo>
                    <a:cubicBezTo>
                      <a:pt x="3397" y="5626"/>
                      <a:pt x="3389" y="5792"/>
                      <a:pt x="3372" y="5949"/>
                    </a:cubicBezTo>
                    <a:cubicBezTo>
                      <a:pt x="3430" y="5850"/>
                      <a:pt x="3488" y="5750"/>
                      <a:pt x="3546" y="5651"/>
                    </a:cubicBezTo>
                    <a:cubicBezTo>
                      <a:pt x="3671" y="5402"/>
                      <a:pt x="3770" y="5137"/>
                      <a:pt x="3820" y="4864"/>
                    </a:cubicBezTo>
                    <a:cubicBezTo>
                      <a:pt x="3828" y="4837"/>
                      <a:pt x="3851" y="4824"/>
                      <a:pt x="3875" y="4824"/>
                    </a:cubicBezTo>
                    <a:cubicBezTo>
                      <a:pt x="3901" y="4824"/>
                      <a:pt x="3928" y="4841"/>
                      <a:pt x="3928" y="4872"/>
                    </a:cubicBezTo>
                    <a:cubicBezTo>
                      <a:pt x="3903" y="5187"/>
                      <a:pt x="3836" y="5477"/>
                      <a:pt x="3712" y="5767"/>
                    </a:cubicBezTo>
                    <a:cubicBezTo>
                      <a:pt x="3604" y="6024"/>
                      <a:pt x="3447" y="6256"/>
                      <a:pt x="3323" y="6504"/>
                    </a:cubicBezTo>
                    <a:cubicBezTo>
                      <a:pt x="3198" y="6744"/>
                      <a:pt x="3107" y="7001"/>
                      <a:pt x="3033" y="7266"/>
                    </a:cubicBezTo>
                    <a:cubicBezTo>
                      <a:pt x="2966" y="7523"/>
                      <a:pt x="2917" y="7788"/>
                      <a:pt x="2884" y="8054"/>
                    </a:cubicBezTo>
                    <a:cubicBezTo>
                      <a:pt x="2867" y="8186"/>
                      <a:pt x="2850" y="8319"/>
                      <a:pt x="2842" y="8451"/>
                    </a:cubicBezTo>
                    <a:cubicBezTo>
                      <a:pt x="2834" y="8526"/>
                      <a:pt x="2826" y="8592"/>
                      <a:pt x="2817" y="8667"/>
                    </a:cubicBezTo>
                    <a:cubicBezTo>
                      <a:pt x="2809" y="8725"/>
                      <a:pt x="2809" y="8774"/>
                      <a:pt x="2776" y="8832"/>
                    </a:cubicBezTo>
                    <a:cubicBezTo>
                      <a:pt x="2768" y="8845"/>
                      <a:pt x="2753" y="8851"/>
                      <a:pt x="2739" y="8851"/>
                    </a:cubicBezTo>
                    <a:cubicBezTo>
                      <a:pt x="2724" y="8851"/>
                      <a:pt x="2710" y="8845"/>
                      <a:pt x="2701" y="8832"/>
                    </a:cubicBezTo>
                    <a:cubicBezTo>
                      <a:pt x="2676" y="8783"/>
                      <a:pt x="2668" y="8741"/>
                      <a:pt x="2668" y="8692"/>
                    </a:cubicBezTo>
                    <a:cubicBezTo>
                      <a:pt x="2643" y="8799"/>
                      <a:pt x="2610" y="8907"/>
                      <a:pt x="2577" y="9015"/>
                    </a:cubicBezTo>
                    <a:cubicBezTo>
                      <a:pt x="2312" y="9918"/>
                      <a:pt x="1906" y="10780"/>
                      <a:pt x="1392" y="11575"/>
                    </a:cubicBezTo>
                    <a:cubicBezTo>
                      <a:pt x="1135" y="11981"/>
                      <a:pt x="845" y="12370"/>
                      <a:pt x="638" y="12801"/>
                    </a:cubicBezTo>
                    <a:cubicBezTo>
                      <a:pt x="539" y="13017"/>
                      <a:pt x="456" y="13240"/>
                      <a:pt x="406" y="13472"/>
                    </a:cubicBezTo>
                    <a:cubicBezTo>
                      <a:pt x="381" y="13580"/>
                      <a:pt x="373" y="13688"/>
                      <a:pt x="365" y="13795"/>
                    </a:cubicBezTo>
                    <a:cubicBezTo>
                      <a:pt x="439" y="13563"/>
                      <a:pt x="539" y="13348"/>
                      <a:pt x="655" y="13141"/>
                    </a:cubicBezTo>
                    <a:cubicBezTo>
                      <a:pt x="771" y="12917"/>
                      <a:pt x="912" y="12693"/>
                      <a:pt x="970" y="12445"/>
                    </a:cubicBezTo>
                    <a:cubicBezTo>
                      <a:pt x="977" y="12416"/>
                      <a:pt x="1000" y="12403"/>
                      <a:pt x="1024" y="12403"/>
                    </a:cubicBezTo>
                    <a:cubicBezTo>
                      <a:pt x="1054" y="12403"/>
                      <a:pt x="1086" y="12424"/>
                      <a:pt x="1086" y="12461"/>
                    </a:cubicBezTo>
                    <a:cubicBezTo>
                      <a:pt x="1069" y="12743"/>
                      <a:pt x="953" y="12992"/>
                      <a:pt x="829" y="13240"/>
                    </a:cubicBezTo>
                    <a:cubicBezTo>
                      <a:pt x="622" y="13696"/>
                      <a:pt x="464" y="14168"/>
                      <a:pt x="390" y="14657"/>
                    </a:cubicBezTo>
                    <a:cubicBezTo>
                      <a:pt x="348" y="14897"/>
                      <a:pt x="332" y="15146"/>
                      <a:pt x="323" y="15395"/>
                    </a:cubicBezTo>
                    <a:lnTo>
                      <a:pt x="323" y="15502"/>
                    </a:lnTo>
                    <a:cubicBezTo>
                      <a:pt x="332" y="15544"/>
                      <a:pt x="340" y="15585"/>
                      <a:pt x="332" y="15627"/>
                    </a:cubicBezTo>
                    <a:cubicBezTo>
                      <a:pt x="415" y="15494"/>
                      <a:pt x="514" y="15370"/>
                      <a:pt x="655" y="15303"/>
                    </a:cubicBezTo>
                    <a:cubicBezTo>
                      <a:pt x="879" y="15096"/>
                      <a:pt x="1119" y="14906"/>
                      <a:pt x="1367" y="14723"/>
                    </a:cubicBezTo>
                    <a:cubicBezTo>
                      <a:pt x="1373" y="14719"/>
                      <a:pt x="1379" y="14717"/>
                      <a:pt x="1385" y="14717"/>
                    </a:cubicBezTo>
                    <a:cubicBezTo>
                      <a:pt x="1415" y="14717"/>
                      <a:pt x="1445" y="14762"/>
                      <a:pt x="1417" y="14790"/>
                    </a:cubicBezTo>
                    <a:cubicBezTo>
                      <a:pt x="1177" y="14997"/>
                      <a:pt x="945" y="15212"/>
                      <a:pt x="738" y="15444"/>
                    </a:cubicBezTo>
                    <a:lnTo>
                      <a:pt x="729" y="15444"/>
                    </a:lnTo>
                    <a:cubicBezTo>
                      <a:pt x="647" y="15585"/>
                      <a:pt x="539" y="15718"/>
                      <a:pt x="464" y="15858"/>
                    </a:cubicBezTo>
                    <a:cubicBezTo>
                      <a:pt x="381" y="16032"/>
                      <a:pt x="323" y="16223"/>
                      <a:pt x="290" y="16405"/>
                    </a:cubicBezTo>
                    <a:cubicBezTo>
                      <a:pt x="216" y="16836"/>
                      <a:pt x="282" y="17267"/>
                      <a:pt x="282" y="17698"/>
                    </a:cubicBezTo>
                    <a:cubicBezTo>
                      <a:pt x="315" y="17897"/>
                      <a:pt x="423" y="18087"/>
                      <a:pt x="431" y="18303"/>
                    </a:cubicBezTo>
                    <a:cubicBezTo>
                      <a:pt x="439" y="18460"/>
                      <a:pt x="381" y="18609"/>
                      <a:pt x="315" y="18758"/>
                    </a:cubicBezTo>
                    <a:cubicBezTo>
                      <a:pt x="323" y="18825"/>
                      <a:pt x="323" y="18883"/>
                      <a:pt x="299" y="18949"/>
                    </a:cubicBezTo>
                    <a:cubicBezTo>
                      <a:pt x="293" y="18971"/>
                      <a:pt x="269" y="18982"/>
                      <a:pt x="246" y="18982"/>
                    </a:cubicBezTo>
                    <a:cubicBezTo>
                      <a:pt x="235" y="18982"/>
                      <a:pt x="224" y="18979"/>
                      <a:pt x="216" y="18974"/>
                    </a:cubicBezTo>
                    <a:cubicBezTo>
                      <a:pt x="207" y="18990"/>
                      <a:pt x="199" y="19015"/>
                      <a:pt x="191" y="19032"/>
                    </a:cubicBezTo>
                    <a:cubicBezTo>
                      <a:pt x="116" y="19198"/>
                      <a:pt x="50" y="19363"/>
                      <a:pt x="0" y="19537"/>
                    </a:cubicBezTo>
                    <a:cubicBezTo>
                      <a:pt x="9" y="19570"/>
                      <a:pt x="17" y="19595"/>
                      <a:pt x="25" y="19620"/>
                    </a:cubicBezTo>
                    <a:lnTo>
                      <a:pt x="91" y="19819"/>
                    </a:lnTo>
                    <a:cubicBezTo>
                      <a:pt x="100" y="19827"/>
                      <a:pt x="100" y="19836"/>
                      <a:pt x="100" y="19844"/>
                    </a:cubicBezTo>
                    <a:cubicBezTo>
                      <a:pt x="141" y="19720"/>
                      <a:pt x="183" y="19604"/>
                      <a:pt x="224" y="19488"/>
                    </a:cubicBezTo>
                    <a:cubicBezTo>
                      <a:pt x="232" y="19463"/>
                      <a:pt x="241" y="19446"/>
                      <a:pt x="249" y="19430"/>
                    </a:cubicBezTo>
                    <a:cubicBezTo>
                      <a:pt x="696" y="18178"/>
                      <a:pt x="1293" y="16952"/>
                      <a:pt x="2279" y="16066"/>
                    </a:cubicBezTo>
                    <a:cubicBezTo>
                      <a:pt x="3012" y="15415"/>
                      <a:pt x="4003" y="14999"/>
                      <a:pt x="4965" y="14999"/>
                    </a:cubicBezTo>
                    <a:cubicBezTo>
                      <a:pt x="5447" y="14999"/>
                      <a:pt x="5923" y="15104"/>
                      <a:pt x="6355" y="15337"/>
                    </a:cubicBezTo>
                    <a:cubicBezTo>
                      <a:pt x="6198" y="14839"/>
                      <a:pt x="5808" y="14450"/>
                      <a:pt x="5336" y="14210"/>
                    </a:cubicBezTo>
                    <a:cubicBezTo>
                      <a:pt x="5104" y="14085"/>
                      <a:pt x="4847" y="14003"/>
                      <a:pt x="4590" y="13953"/>
                    </a:cubicBezTo>
                    <a:cubicBezTo>
                      <a:pt x="4574" y="13945"/>
                      <a:pt x="4566" y="13945"/>
                      <a:pt x="4549" y="13945"/>
                    </a:cubicBezTo>
                    <a:cubicBezTo>
                      <a:pt x="4326" y="13905"/>
                      <a:pt x="4102" y="13888"/>
                      <a:pt x="3878" y="13888"/>
                    </a:cubicBezTo>
                    <a:cubicBezTo>
                      <a:pt x="3309" y="13888"/>
                      <a:pt x="2736" y="13995"/>
                      <a:pt x="2171" y="14102"/>
                    </a:cubicBezTo>
                    <a:cubicBezTo>
                      <a:pt x="2146" y="13489"/>
                      <a:pt x="2295" y="12884"/>
                      <a:pt x="2585" y="12345"/>
                    </a:cubicBezTo>
                    <a:cubicBezTo>
                      <a:pt x="2817" y="11931"/>
                      <a:pt x="3149" y="11500"/>
                      <a:pt x="3049" y="11045"/>
                    </a:cubicBezTo>
                    <a:cubicBezTo>
                      <a:pt x="2975" y="10730"/>
                      <a:pt x="2710" y="10456"/>
                      <a:pt x="2734" y="10133"/>
                    </a:cubicBezTo>
                    <a:cubicBezTo>
                      <a:pt x="2768" y="9537"/>
                      <a:pt x="3654" y="9454"/>
                      <a:pt x="4027" y="8990"/>
                    </a:cubicBezTo>
                    <a:cubicBezTo>
                      <a:pt x="4276" y="8683"/>
                      <a:pt x="4276" y="8252"/>
                      <a:pt x="4367" y="7871"/>
                    </a:cubicBezTo>
                    <a:cubicBezTo>
                      <a:pt x="4508" y="7225"/>
                      <a:pt x="4963" y="6653"/>
                      <a:pt x="5560" y="6363"/>
                    </a:cubicBezTo>
                    <a:cubicBezTo>
                      <a:pt x="5800" y="6239"/>
                      <a:pt x="6098" y="6148"/>
                      <a:pt x="6231" y="5908"/>
                    </a:cubicBezTo>
                    <a:cubicBezTo>
                      <a:pt x="6380" y="5626"/>
                      <a:pt x="6248" y="5286"/>
                      <a:pt x="6107" y="4996"/>
                    </a:cubicBezTo>
                    <a:cubicBezTo>
                      <a:pt x="5891" y="4565"/>
                      <a:pt x="5634" y="4126"/>
                      <a:pt x="5610" y="3637"/>
                    </a:cubicBezTo>
                    <a:cubicBezTo>
                      <a:pt x="5560" y="2676"/>
                      <a:pt x="7349" y="845"/>
                      <a:pt x="6695" y="42"/>
                    </a:cubicBezTo>
                    <a:cubicBezTo>
                      <a:pt x="6687" y="25"/>
                      <a:pt x="6678" y="17"/>
                      <a:pt x="66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5" name="Google Shape;1845;p2"/>
              <p:cNvSpPr/>
              <p:nvPr/>
            </p:nvSpPr>
            <p:spPr>
              <a:xfrm>
                <a:off x="3914600" y="3031050"/>
                <a:ext cx="71675" cy="20975"/>
              </a:xfrm>
              <a:custGeom>
                <a:rect b="b" l="l" r="r" t="t"/>
                <a:pathLst>
                  <a:path extrusionOk="0" h="839" w="2867">
                    <a:moveTo>
                      <a:pt x="2536" y="1"/>
                    </a:moveTo>
                    <a:cubicBezTo>
                      <a:pt x="2510" y="1"/>
                      <a:pt x="2485" y="1"/>
                      <a:pt x="2461" y="1"/>
                    </a:cubicBezTo>
                    <a:cubicBezTo>
                      <a:pt x="2337" y="1"/>
                      <a:pt x="2221" y="10"/>
                      <a:pt x="2096" y="26"/>
                    </a:cubicBezTo>
                    <a:cubicBezTo>
                      <a:pt x="1848" y="51"/>
                      <a:pt x="1608" y="101"/>
                      <a:pt x="1367" y="175"/>
                    </a:cubicBezTo>
                    <a:cubicBezTo>
                      <a:pt x="1144" y="250"/>
                      <a:pt x="920" y="349"/>
                      <a:pt x="704" y="465"/>
                    </a:cubicBezTo>
                    <a:cubicBezTo>
                      <a:pt x="605" y="532"/>
                      <a:pt x="506" y="590"/>
                      <a:pt x="398" y="639"/>
                    </a:cubicBezTo>
                    <a:cubicBezTo>
                      <a:pt x="282" y="697"/>
                      <a:pt x="166" y="755"/>
                      <a:pt x="42" y="755"/>
                    </a:cubicBezTo>
                    <a:cubicBezTo>
                      <a:pt x="8" y="755"/>
                      <a:pt x="0" y="813"/>
                      <a:pt x="33" y="821"/>
                    </a:cubicBezTo>
                    <a:cubicBezTo>
                      <a:pt x="95" y="832"/>
                      <a:pt x="159" y="839"/>
                      <a:pt x="225" y="839"/>
                    </a:cubicBezTo>
                    <a:cubicBezTo>
                      <a:pt x="266" y="839"/>
                      <a:pt x="307" y="836"/>
                      <a:pt x="348" y="830"/>
                    </a:cubicBezTo>
                    <a:cubicBezTo>
                      <a:pt x="456" y="805"/>
                      <a:pt x="564" y="747"/>
                      <a:pt x="671" y="697"/>
                    </a:cubicBezTo>
                    <a:cubicBezTo>
                      <a:pt x="887" y="590"/>
                      <a:pt x="1110" y="482"/>
                      <a:pt x="1342" y="407"/>
                    </a:cubicBezTo>
                    <a:cubicBezTo>
                      <a:pt x="1574" y="333"/>
                      <a:pt x="1815" y="275"/>
                      <a:pt x="2055" y="250"/>
                    </a:cubicBezTo>
                    <a:cubicBezTo>
                      <a:pt x="2171" y="233"/>
                      <a:pt x="2295" y="225"/>
                      <a:pt x="2420" y="217"/>
                    </a:cubicBezTo>
                    <a:cubicBezTo>
                      <a:pt x="2471" y="217"/>
                      <a:pt x="2528" y="220"/>
                      <a:pt x="2584" y="220"/>
                    </a:cubicBezTo>
                    <a:cubicBezTo>
                      <a:pt x="2654" y="220"/>
                      <a:pt x="2724" y="215"/>
                      <a:pt x="2784" y="192"/>
                    </a:cubicBezTo>
                    <a:cubicBezTo>
                      <a:pt x="2842" y="167"/>
                      <a:pt x="2867" y="84"/>
                      <a:pt x="2809" y="51"/>
                    </a:cubicBezTo>
                    <a:cubicBezTo>
                      <a:pt x="2725" y="6"/>
                      <a:pt x="2626" y="1"/>
                      <a:pt x="25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6" name="Google Shape;1846;p2"/>
              <p:cNvSpPr/>
              <p:nvPr/>
            </p:nvSpPr>
            <p:spPr>
              <a:xfrm>
                <a:off x="3943175" y="3050875"/>
                <a:ext cx="17350" cy="12325"/>
              </a:xfrm>
              <a:custGeom>
                <a:rect b="b" l="l" r="r" t="t"/>
                <a:pathLst>
                  <a:path extrusionOk="0" h="493" w="694">
                    <a:moveTo>
                      <a:pt x="650" y="1"/>
                    </a:moveTo>
                    <a:cubicBezTo>
                      <a:pt x="647" y="1"/>
                      <a:pt x="643" y="2"/>
                      <a:pt x="639" y="4"/>
                    </a:cubicBezTo>
                    <a:cubicBezTo>
                      <a:pt x="605" y="12"/>
                      <a:pt x="581" y="20"/>
                      <a:pt x="547" y="37"/>
                    </a:cubicBezTo>
                    <a:cubicBezTo>
                      <a:pt x="523" y="53"/>
                      <a:pt x="498" y="70"/>
                      <a:pt x="473" y="86"/>
                    </a:cubicBezTo>
                    <a:cubicBezTo>
                      <a:pt x="423" y="120"/>
                      <a:pt x="373" y="153"/>
                      <a:pt x="332" y="186"/>
                    </a:cubicBezTo>
                    <a:lnTo>
                      <a:pt x="34" y="385"/>
                    </a:lnTo>
                    <a:cubicBezTo>
                      <a:pt x="9" y="401"/>
                      <a:pt x="1" y="434"/>
                      <a:pt x="17" y="468"/>
                    </a:cubicBezTo>
                    <a:cubicBezTo>
                      <a:pt x="28" y="484"/>
                      <a:pt x="45" y="493"/>
                      <a:pt x="63" y="493"/>
                    </a:cubicBezTo>
                    <a:cubicBezTo>
                      <a:pt x="73" y="493"/>
                      <a:pt x="83" y="490"/>
                      <a:pt x="92" y="484"/>
                    </a:cubicBezTo>
                    <a:cubicBezTo>
                      <a:pt x="191" y="418"/>
                      <a:pt x="291" y="352"/>
                      <a:pt x="390" y="285"/>
                    </a:cubicBezTo>
                    <a:cubicBezTo>
                      <a:pt x="440" y="252"/>
                      <a:pt x="489" y="219"/>
                      <a:pt x="531" y="186"/>
                    </a:cubicBezTo>
                    <a:cubicBezTo>
                      <a:pt x="556" y="169"/>
                      <a:pt x="581" y="153"/>
                      <a:pt x="605" y="136"/>
                    </a:cubicBezTo>
                    <a:cubicBezTo>
                      <a:pt x="630" y="120"/>
                      <a:pt x="655" y="95"/>
                      <a:pt x="672" y="70"/>
                    </a:cubicBezTo>
                    <a:cubicBezTo>
                      <a:pt x="694" y="48"/>
                      <a:pt x="677" y="1"/>
                      <a:pt x="6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2"/>
              <p:cNvSpPr/>
              <p:nvPr/>
            </p:nvSpPr>
            <p:spPr>
              <a:xfrm>
                <a:off x="3930125" y="2836375"/>
                <a:ext cx="48300" cy="106350"/>
              </a:xfrm>
              <a:custGeom>
                <a:rect b="b" l="l" r="r" t="t"/>
                <a:pathLst>
                  <a:path extrusionOk="0" h="4254" w="1932">
                    <a:moveTo>
                      <a:pt x="1870" y="1"/>
                    </a:moveTo>
                    <a:cubicBezTo>
                      <a:pt x="1837" y="1"/>
                      <a:pt x="1803" y="24"/>
                      <a:pt x="1799" y="66"/>
                    </a:cubicBezTo>
                    <a:cubicBezTo>
                      <a:pt x="1716" y="679"/>
                      <a:pt x="1467" y="1284"/>
                      <a:pt x="1119" y="1790"/>
                    </a:cubicBezTo>
                    <a:cubicBezTo>
                      <a:pt x="945" y="2055"/>
                      <a:pt x="730" y="2270"/>
                      <a:pt x="506" y="2494"/>
                    </a:cubicBezTo>
                    <a:cubicBezTo>
                      <a:pt x="282" y="2718"/>
                      <a:pt x="100" y="2974"/>
                      <a:pt x="34" y="3298"/>
                    </a:cubicBezTo>
                    <a:cubicBezTo>
                      <a:pt x="1" y="3463"/>
                      <a:pt x="1" y="3629"/>
                      <a:pt x="25" y="3803"/>
                    </a:cubicBezTo>
                    <a:cubicBezTo>
                      <a:pt x="42" y="3960"/>
                      <a:pt x="100" y="4151"/>
                      <a:pt x="233" y="4242"/>
                    </a:cubicBezTo>
                    <a:cubicBezTo>
                      <a:pt x="243" y="4250"/>
                      <a:pt x="254" y="4254"/>
                      <a:pt x="266" y="4254"/>
                    </a:cubicBezTo>
                    <a:cubicBezTo>
                      <a:pt x="299" y="4254"/>
                      <a:pt x="332" y="4221"/>
                      <a:pt x="332" y="4184"/>
                    </a:cubicBezTo>
                    <a:cubicBezTo>
                      <a:pt x="332" y="4176"/>
                      <a:pt x="332" y="4159"/>
                      <a:pt x="332" y="4151"/>
                    </a:cubicBezTo>
                    <a:cubicBezTo>
                      <a:pt x="365" y="4126"/>
                      <a:pt x="357" y="4060"/>
                      <a:pt x="315" y="4043"/>
                    </a:cubicBezTo>
                    <a:cubicBezTo>
                      <a:pt x="299" y="3952"/>
                      <a:pt x="266" y="3853"/>
                      <a:pt x="257" y="3761"/>
                    </a:cubicBezTo>
                    <a:cubicBezTo>
                      <a:pt x="241" y="3621"/>
                      <a:pt x="241" y="3480"/>
                      <a:pt x="274" y="3347"/>
                    </a:cubicBezTo>
                    <a:cubicBezTo>
                      <a:pt x="340" y="3041"/>
                      <a:pt x="523" y="2817"/>
                      <a:pt x="746" y="2593"/>
                    </a:cubicBezTo>
                    <a:cubicBezTo>
                      <a:pt x="1177" y="2162"/>
                      <a:pt x="1525" y="1657"/>
                      <a:pt x="1732" y="1077"/>
                    </a:cubicBezTo>
                    <a:cubicBezTo>
                      <a:pt x="1848" y="746"/>
                      <a:pt x="1906" y="406"/>
                      <a:pt x="1931" y="66"/>
                    </a:cubicBezTo>
                    <a:cubicBezTo>
                      <a:pt x="1931" y="22"/>
                      <a:pt x="1902" y="1"/>
                      <a:pt x="18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8" name="Google Shape;1848;p2"/>
              <p:cNvSpPr/>
              <p:nvPr/>
            </p:nvSpPr>
            <p:spPr>
              <a:xfrm>
                <a:off x="4001175" y="2661700"/>
                <a:ext cx="43325" cy="78125"/>
              </a:xfrm>
              <a:custGeom>
                <a:rect b="b" l="l" r="r" t="t"/>
                <a:pathLst>
                  <a:path extrusionOk="0" h="3125" w="1733">
                    <a:moveTo>
                      <a:pt x="1637" y="0"/>
                    </a:moveTo>
                    <a:cubicBezTo>
                      <a:pt x="1620" y="0"/>
                      <a:pt x="1601" y="12"/>
                      <a:pt x="1591" y="27"/>
                    </a:cubicBezTo>
                    <a:cubicBezTo>
                      <a:pt x="1558" y="60"/>
                      <a:pt x="1558" y="110"/>
                      <a:pt x="1542" y="151"/>
                    </a:cubicBezTo>
                    <a:cubicBezTo>
                      <a:pt x="1525" y="193"/>
                      <a:pt x="1508" y="234"/>
                      <a:pt x="1492" y="276"/>
                    </a:cubicBezTo>
                    <a:cubicBezTo>
                      <a:pt x="1459" y="359"/>
                      <a:pt x="1417" y="433"/>
                      <a:pt x="1368" y="508"/>
                    </a:cubicBezTo>
                    <a:cubicBezTo>
                      <a:pt x="1260" y="665"/>
                      <a:pt x="1119" y="806"/>
                      <a:pt x="986" y="947"/>
                    </a:cubicBezTo>
                    <a:cubicBezTo>
                      <a:pt x="846" y="1112"/>
                      <a:pt x="713" y="1278"/>
                      <a:pt x="614" y="1469"/>
                    </a:cubicBezTo>
                    <a:cubicBezTo>
                      <a:pt x="498" y="1701"/>
                      <a:pt x="407" y="1941"/>
                      <a:pt x="324" y="2181"/>
                    </a:cubicBezTo>
                    <a:cubicBezTo>
                      <a:pt x="216" y="2463"/>
                      <a:pt x="117" y="2753"/>
                      <a:pt x="17" y="3043"/>
                    </a:cubicBezTo>
                    <a:cubicBezTo>
                      <a:pt x="1" y="3087"/>
                      <a:pt x="43" y="3124"/>
                      <a:pt x="83" y="3124"/>
                    </a:cubicBezTo>
                    <a:cubicBezTo>
                      <a:pt x="103" y="3124"/>
                      <a:pt x="122" y="3115"/>
                      <a:pt x="133" y="3093"/>
                    </a:cubicBezTo>
                    <a:cubicBezTo>
                      <a:pt x="241" y="2836"/>
                      <a:pt x="365" y="2587"/>
                      <a:pt x="473" y="2330"/>
                    </a:cubicBezTo>
                    <a:cubicBezTo>
                      <a:pt x="580" y="2090"/>
                      <a:pt x="672" y="1842"/>
                      <a:pt x="788" y="1610"/>
                    </a:cubicBezTo>
                    <a:cubicBezTo>
                      <a:pt x="895" y="1411"/>
                      <a:pt x="1020" y="1245"/>
                      <a:pt x="1169" y="1079"/>
                    </a:cubicBezTo>
                    <a:cubicBezTo>
                      <a:pt x="1310" y="930"/>
                      <a:pt x="1459" y="781"/>
                      <a:pt x="1566" y="615"/>
                    </a:cubicBezTo>
                    <a:cubicBezTo>
                      <a:pt x="1633" y="524"/>
                      <a:pt x="1682" y="425"/>
                      <a:pt x="1707" y="317"/>
                    </a:cubicBezTo>
                    <a:cubicBezTo>
                      <a:pt x="1724" y="226"/>
                      <a:pt x="1732" y="93"/>
                      <a:pt x="1674" y="19"/>
                    </a:cubicBezTo>
                    <a:lnTo>
                      <a:pt x="1666" y="19"/>
                    </a:lnTo>
                    <a:cubicBezTo>
                      <a:pt x="1659" y="6"/>
                      <a:pt x="1649" y="0"/>
                      <a:pt x="16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9" name="Google Shape;1849;p2"/>
              <p:cNvSpPr/>
              <p:nvPr/>
            </p:nvSpPr>
            <p:spPr>
              <a:xfrm>
                <a:off x="4047150" y="2649100"/>
                <a:ext cx="4375" cy="3350"/>
              </a:xfrm>
              <a:custGeom>
                <a:rect b="b" l="l" r="r" t="t"/>
                <a:pathLst>
                  <a:path extrusionOk="0" h="134" w="175">
                    <a:moveTo>
                      <a:pt x="84" y="1"/>
                    </a:moveTo>
                    <a:cubicBezTo>
                      <a:pt x="1" y="1"/>
                      <a:pt x="1" y="133"/>
                      <a:pt x="84" y="133"/>
                    </a:cubicBezTo>
                    <a:cubicBezTo>
                      <a:pt x="175" y="133"/>
                      <a:pt x="175" y="1"/>
                      <a:pt x="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2"/>
              <p:cNvSpPr/>
              <p:nvPr/>
            </p:nvSpPr>
            <p:spPr>
              <a:xfrm>
                <a:off x="3713875" y="3061725"/>
                <a:ext cx="140875" cy="83075"/>
              </a:xfrm>
              <a:custGeom>
                <a:rect b="b" l="l" r="r" t="t"/>
                <a:pathLst>
                  <a:path extrusionOk="0" h="3323" w="5635">
                    <a:moveTo>
                      <a:pt x="5577" y="0"/>
                    </a:moveTo>
                    <a:cubicBezTo>
                      <a:pt x="5477" y="9"/>
                      <a:pt x="5428" y="266"/>
                      <a:pt x="5378" y="357"/>
                    </a:cubicBezTo>
                    <a:cubicBezTo>
                      <a:pt x="5295" y="498"/>
                      <a:pt x="5196" y="630"/>
                      <a:pt x="5080" y="754"/>
                    </a:cubicBezTo>
                    <a:cubicBezTo>
                      <a:pt x="4848" y="995"/>
                      <a:pt x="4566" y="1185"/>
                      <a:pt x="4251" y="1326"/>
                    </a:cubicBezTo>
                    <a:lnTo>
                      <a:pt x="4259" y="1326"/>
                    </a:lnTo>
                    <a:cubicBezTo>
                      <a:pt x="3646" y="1600"/>
                      <a:pt x="2975" y="1682"/>
                      <a:pt x="2320" y="1798"/>
                    </a:cubicBezTo>
                    <a:cubicBezTo>
                      <a:pt x="1658" y="1914"/>
                      <a:pt x="987" y="2072"/>
                      <a:pt x="448" y="2461"/>
                    </a:cubicBezTo>
                    <a:cubicBezTo>
                      <a:pt x="249" y="2602"/>
                      <a:pt x="67" y="2793"/>
                      <a:pt x="1" y="3025"/>
                    </a:cubicBezTo>
                    <a:cubicBezTo>
                      <a:pt x="208" y="3215"/>
                      <a:pt x="498" y="3265"/>
                      <a:pt x="779" y="3273"/>
                    </a:cubicBezTo>
                    <a:cubicBezTo>
                      <a:pt x="813" y="3274"/>
                      <a:pt x="846" y="3275"/>
                      <a:pt x="879" y="3275"/>
                    </a:cubicBezTo>
                    <a:cubicBezTo>
                      <a:pt x="1028" y="3275"/>
                      <a:pt x="1176" y="3266"/>
                      <a:pt x="1324" y="3266"/>
                    </a:cubicBezTo>
                    <a:cubicBezTo>
                      <a:pt x="1421" y="3266"/>
                      <a:pt x="1518" y="3270"/>
                      <a:pt x="1616" y="3282"/>
                    </a:cubicBezTo>
                    <a:cubicBezTo>
                      <a:pt x="1724" y="3298"/>
                      <a:pt x="1840" y="3323"/>
                      <a:pt x="1956" y="3323"/>
                    </a:cubicBezTo>
                    <a:cubicBezTo>
                      <a:pt x="2138" y="3315"/>
                      <a:pt x="2312" y="3248"/>
                      <a:pt x="2486" y="3174"/>
                    </a:cubicBezTo>
                    <a:cubicBezTo>
                      <a:pt x="2619" y="3116"/>
                      <a:pt x="2751" y="3058"/>
                      <a:pt x="2892" y="3050"/>
                    </a:cubicBezTo>
                    <a:cubicBezTo>
                      <a:pt x="2906" y="3049"/>
                      <a:pt x="2919" y="3048"/>
                      <a:pt x="2932" y="3048"/>
                    </a:cubicBezTo>
                    <a:cubicBezTo>
                      <a:pt x="3042" y="3048"/>
                      <a:pt x="3146" y="3076"/>
                      <a:pt x="3257" y="3091"/>
                    </a:cubicBezTo>
                    <a:cubicBezTo>
                      <a:pt x="3384" y="3114"/>
                      <a:pt x="3513" y="3125"/>
                      <a:pt x="3643" y="3125"/>
                    </a:cubicBezTo>
                    <a:cubicBezTo>
                      <a:pt x="4253" y="3125"/>
                      <a:pt x="4863" y="2874"/>
                      <a:pt x="5287" y="2436"/>
                    </a:cubicBezTo>
                    <a:cubicBezTo>
                      <a:pt x="5394" y="2329"/>
                      <a:pt x="5486" y="2204"/>
                      <a:pt x="5527" y="2064"/>
                    </a:cubicBezTo>
                    <a:cubicBezTo>
                      <a:pt x="5560" y="1964"/>
                      <a:pt x="5568" y="1848"/>
                      <a:pt x="5568" y="1732"/>
                    </a:cubicBezTo>
                    <a:cubicBezTo>
                      <a:pt x="5568" y="1169"/>
                      <a:pt x="5635" y="564"/>
                      <a:pt x="5577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1" name="Google Shape;1851;p2"/>
              <p:cNvSpPr/>
              <p:nvPr/>
            </p:nvSpPr>
            <p:spPr>
              <a:xfrm>
                <a:off x="4003050" y="2748325"/>
                <a:ext cx="7275" cy="29525"/>
              </a:xfrm>
              <a:custGeom>
                <a:rect b="b" l="l" r="r" t="t"/>
                <a:pathLst>
                  <a:path extrusionOk="0" h="1181" w="291">
                    <a:moveTo>
                      <a:pt x="174" y="0"/>
                    </a:moveTo>
                    <a:cubicBezTo>
                      <a:pt x="81" y="0"/>
                      <a:pt x="41" y="143"/>
                      <a:pt x="33" y="216"/>
                    </a:cubicBezTo>
                    <a:cubicBezTo>
                      <a:pt x="17" y="324"/>
                      <a:pt x="8" y="431"/>
                      <a:pt x="8" y="531"/>
                    </a:cubicBezTo>
                    <a:cubicBezTo>
                      <a:pt x="0" y="746"/>
                      <a:pt x="66" y="937"/>
                      <a:pt x="116" y="1136"/>
                    </a:cubicBezTo>
                    <a:cubicBezTo>
                      <a:pt x="124" y="1166"/>
                      <a:pt x="150" y="1181"/>
                      <a:pt x="177" y="1181"/>
                    </a:cubicBezTo>
                    <a:cubicBezTo>
                      <a:pt x="208" y="1181"/>
                      <a:pt x="240" y="1160"/>
                      <a:pt x="240" y="1119"/>
                    </a:cubicBezTo>
                    <a:cubicBezTo>
                      <a:pt x="216" y="920"/>
                      <a:pt x="249" y="713"/>
                      <a:pt x="257" y="514"/>
                    </a:cubicBezTo>
                    <a:cubicBezTo>
                      <a:pt x="257" y="415"/>
                      <a:pt x="274" y="315"/>
                      <a:pt x="282" y="208"/>
                    </a:cubicBezTo>
                    <a:cubicBezTo>
                      <a:pt x="290" y="141"/>
                      <a:pt x="282" y="9"/>
                      <a:pt x="182" y="1"/>
                    </a:cubicBezTo>
                    <a:cubicBezTo>
                      <a:pt x="180" y="0"/>
                      <a:pt x="177" y="0"/>
                      <a:pt x="1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2" name="Google Shape;1852;p2"/>
              <p:cNvSpPr/>
              <p:nvPr/>
            </p:nvSpPr>
            <p:spPr>
              <a:xfrm>
                <a:off x="4009675" y="2741450"/>
                <a:ext cx="3950" cy="6425"/>
              </a:xfrm>
              <a:custGeom>
                <a:rect b="b" l="l" r="r" t="t"/>
                <a:pathLst>
                  <a:path extrusionOk="0" h="257" w="158">
                    <a:moveTo>
                      <a:pt x="112" y="0"/>
                    </a:moveTo>
                    <a:cubicBezTo>
                      <a:pt x="100" y="0"/>
                      <a:pt x="87" y="6"/>
                      <a:pt x="83" y="19"/>
                    </a:cubicBezTo>
                    <a:cubicBezTo>
                      <a:pt x="75" y="27"/>
                      <a:pt x="75" y="35"/>
                      <a:pt x="67" y="44"/>
                    </a:cubicBezTo>
                    <a:lnTo>
                      <a:pt x="67" y="52"/>
                    </a:lnTo>
                    <a:cubicBezTo>
                      <a:pt x="67" y="52"/>
                      <a:pt x="58" y="60"/>
                      <a:pt x="58" y="68"/>
                    </a:cubicBezTo>
                    <a:cubicBezTo>
                      <a:pt x="58" y="77"/>
                      <a:pt x="50" y="93"/>
                      <a:pt x="50" y="110"/>
                    </a:cubicBezTo>
                    <a:cubicBezTo>
                      <a:pt x="33" y="126"/>
                      <a:pt x="25" y="143"/>
                      <a:pt x="9" y="168"/>
                    </a:cubicBezTo>
                    <a:cubicBezTo>
                      <a:pt x="16" y="161"/>
                      <a:pt x="17" y="160"/>
                      <a:pt x="17" y="160"/>
                    </a:cubicBezTo>
                    <a:lnTo>
                      <a:pt x="17" y="160"/>
                    </a:lnTo>
                    <a:cubicBezTo>
                      <a:pt x="9" y="168"/>
                      <a:pt x="8" y="176"/>
                      <a:pt x="0" y="184"/>
                    </a:cubicBezTo>
                    <a:cubicBezTo>
                      <a:pt x="0" y="184"/>
                      <a:pt x="0" y="193"/>
                      <a:pt x="0" y="201"/>
                    </a:cubicBezTo>
                    <a:cubicBezTo>
                      <a:pt x="0" y="218"/>
                      <a:pt x="9" y="234"/>
                      <a:pt x="25" y="242"/>
                    </a:cubicBezTo>
                    <a:cubicBezTo>
                      <a:pt x="35" y="252"/>
                      <a:pt x="47" y="257"/>
                      <a:pt x="60" y="257"/>
                    </a:cubicBezTo>
                    <a:cubicBezTo>
                      <a:pt x="80" y="257"/>
                      <a:pt x="101" y="246"/>
                      <a:pt x="116" y="226"/>
                    </a:cubicBezTo>
                    <a:cubicBezTo>
                      <a:pt x="133" y="201"/>
                      <a:pt x="141" y="168"/>
                      <a:pt x="149" y="135"/>
                    </a:cubicBezTo>
                    <a:cubicBezTo>
                      <a:pt x="158" y="110"/>
                      <a:pt x="158" y="93"/>
                      <a:pt x="158" y="77"/>
                    </a:cubicBezTo>
                    <a:cubicBezTo>
                      <a:pt x="158" y="68"/>
                      <a:pt x="158" y="52"/>
                      <a:pt x="149" y="44"/>
                    </a:cubicBezTo>
                    <a:cubicBezTo>
                      <a:pt x="149" y="35"/>
                      <a:pt x="149" y="27"/>
                      <a:pt x="141" y="19"/>
                    </a:cubicBezTo>
                    <a:cubicBezTo>
                      <a:pt x="137" y="6"/>
                      <a:pt x="125" y="0"/>
                      <a:pt x="1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2"/>
              <p:cNvSpPr/>
              <p:nvPr/>
            </p:nvSpPr>
            <p:spPr>
              <a:xfrm>
                <a:off x="3913200" y="2993725"/>
                <a:ext cx="25850" cy="7975"/>
              </a:xfrm>
              <a:custGeom>
                <a:rect b="b" l="l" r="r" t="t"/>
                <a:pathLst>
                  <a:path extrusionOk="0" h="319" w="1034">
                    <a:moveTo>
                      <a:pt x="855" y="1"/>
                    </a:moveTo>
                    <a:cubicBezTo>
                      <a:pt x="812" y="1"/>
                      <a:pt x="769" y="7"/>
                      <a:pt x="727" y="11"/>
                    </a:cubicBezTo>
                    <a:cubicBezTo>
                      <a:pt x="644" y="19"/>
                      <a:pt x="562" y="36"/>
                      <a:pt x="479" y="53"/>
                    </a:cubicBezTo>
                    <a:cubicBezTo>
                      <a:pt x="404" y="61"/>
                      <a:pt x="330" y="86"/>
                      <a:pt x="255" y="111"/>
                    </a:cubicBezTo>
                    <a:cubicBezTo>
                      <a:pt x="214" y="119"/>
                      <a:pt x="180" y="135"/>
                      <a:pt x="139" y="160"/>
                    </a:cubicBezTo>
                    <a:cubicBezTo>
                      <a:pt x="106" y="185"/>
                      <a:pt x="81" y="210"/>
                      <a:pt x="40" y="235"/>
                    </a:cubicBezTo>
                    <a:cubicBezTo>
                      <a:pt x="1" y="258"/>
                      <a:pt x="20" y="318"/>
                      <a:pt x="71" y="318"/>
                    </a:cubicBezTo>
                    <a:cubicBezTo>
                      <a:pt x="74" y="318"/>
                      <a:pt x="78" y="318"/>
                      <a:pt x="81" y="318"/>
                    </a:cubicBezTo>
                    <a:cubicBezTo>
                      <a:pt x="114" y="309"/>
                      <a:pt x="156" y="309"/>
                      <a:pt x="197" y="309"/>
                    </a:cubicBezTo>
                    <a:cubicBezTo>
                      <a:pt x="238" y="301"/>
                      <a:pt x="272" y="293"/>
                      <a:pt x="313" y="285"/>
                    </a:cubicBezTo>
                    <a:cubicBezTo>
                      <a:pt x="388" y="268"/>
                      <a:pt x="454" y="251"/>
                      <a:pt x="528" y="235"/>
                    </a:cubicBezTo>
                    <a:cubicBezTo>
                      <a:pt x="603" y="227"/>
                      <a:pt x="678" y="218"/>
                      <a:pt x="744" y="210"/>
                    </a:cubicBezTo>
                    <a:cubicBezTo>
                      <a:pt x="827" y="202"/>
                      <a:pt x="918" y="218"/>
                      <a:pt x="992" y="160"/>
                    </a:cubicBezTo>
                    <a:cubicBezTo>
                      <a:pt x="1034" y="127"/>
                      <a:pt x="1017" y="53"/>
                      <a:pt x="976" y="28"/>
                    </a:cubicBezTo>
                    <a:cubicBezTo>
                      <a:pt x="939" y="7"/>
                      <a:pt x="897" y="1"/>
                      <a:pt x="8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4" name="Google Shape;1854;p2"/>
              <p:cNvSpPr/>
              <p:nvPr/>
            </p:nvSpPr>
            <p:spPr>
              <a:xfrm>
                <a:off x="3913350" y="2975475"/>
                <a:ext cx="8875" cy="11500"/>
              </a:xfrm>
              <a:custGeom>
                <a:rect b="b" l="l" r="r" t="t"/>
                <a:pathLst>
                  <a:path extrusionOk="0" h="460" w="355">
                    <a:moveTo>
                      <a:pt x="318" y="1"/>
                    </a:moveTo>
                    <a:cubicBezTo>
                      <a:pt x="312" y="1"/>
                      <a:pt x="305" y="2"/>
                      <a:pt x="299" y="4"/>
                    </a:cubicBezTo>
                    <a:cubicBezTo>
                      <a:pt x="266" y="20"/>
                      <a:pt x="241" y="62"/>
                      <a:pt x="216" y="95"/>
                    </a:cubicBezTo>
                    <a:cubicBezTo>
                      <a:pt x="191" y="128"/>
                      <a:pt x="166" y="161"/>
                      <a:pt x="150" y="194"/>
                    </a:cubicBezTo>
                    <a:cubicBezTo>
                      <a:pt x="100" y="261"/>
                      <a:pt x="58" y="327"/>
                      <a:pt x="17" y="393"/>
                    </a:cubicBezTo>
                    <a:cubicBezTo>
                      <a:pt x="0" y="410"/>
                      <a:pt x="9" y="443"/>
                      <a:pt x="34" y="451"/>
                    </a:cubicBezTo>
                    <a:cubicBezTo>
                      <a:pt x="39" y="457"/>
                      <a:pt x="46" y="460"/>
                      <a:pt x="54" y="460"/>
                    </a:cubicBezTo>
                    <a:cubicBezTo>
                      <a:pt x="67" y="460"/>
                      <a:pt x="81" y="451"/>
                      <a:pt x="92" y="435"/>
                    </a:cubicBezTo>
                    <a:cubicBezTo>
                      <a:pt x="141" y="377"/>
                      <a:pt x="191" y="310"/>
                      <a:pt x="232" y="244"/>
                    </a:cubicBezTo>
                    <a:cubicBezTo>
                      <a:pt x="257" y="211"/>
                      <a:pt x="282" y="178"/>
                      <a:pt x="299" y="145"/>
                    </a:cubicBezTo>
                    <a:cubicBezTo>
                      <a:pt x="324" y="111"/>
                      <a:pt x="348" y="78"/>
                      <a:pt x="348" y="29"/>
                    </a:cubicBezTo>
                    <a:cubicBezTo>
                      <a:pt x="355" y="10"/>
                      <a:pt x="338" y="1"/>
                      <a:pt x="3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5" name="Google Shape;1855;p2"/>
              <p:cNvSpPr/>
              <p:nvPr/>
            </p:nvSpPr>
            <p:spPr>
              <a:xfrm>
                <a:off x="4019350" y="2698650"/>
                <a:ext cx="14775" cy="27425"/>
              </a:xfrm>
              <a:custGeom>
                <a:rect b="b" l="l" r="r" t="t"/>
                <a:pathLst>
                  <a:path extrusionOk="0" h="1097" w="591">
                    <a:moveTo>
                      <a:pt x="487" y="1"/>
                    </a:moveTo>
                    <a:cubicBezTo>
                      <a:pt x="471" y="1"/>
                      <a:pt x="456" y="5"/>
                      <a:pt x="442" y="16"/>
                    </a:cubicBezTo>
                    <a:cubicBezTo>
                      <a:pt x="359" y="65"/>
                      <a:pt x="309" y="156"/>
                      <a:pt x="259" y="239"/>
                    </a:cubicBezTo>
                    <a:cubicBezTo>
                      <a:pt x="218" y="322"/>
                      <a:pt x="185" y="397"/>
                      <a:pt x="143" y="480"/>
                    </a:cubicBezTo>
                    <a:cubicBezTo>
                      <a:pt x="110" y="571"/>
                      <a:pt x="77" y="654"/>
                      <a:pt x="52" y="745"/>
                    </a:cubicBezTo>
                    <a:cubicBezTo>
                      <a:pt x="44" y="794"/>
                      <a:pt x="44" y="836"/>
                      <a:pt x="36" y="886"/>
                    </a:cubicBezTo>
                    <a:cubicBezTo>
                      <a:pt x="27" y="927"/>
                      <a:pt x="19" y="968"/>
                      <a:pt x="11" y="1010"/>
                    </a:cubicBezTo>
                    <a:cubicBezTo>
                      <a:pt x="1" y="1061"/>
                      <a:pt x="41" y="1096"/>
                      <a:pt x="79" y="1096"/>
                    </a:cubicBezTo>
                    <a:cubicBezTo>
                      <a:pt x="103" y="1096"/>
                      <a:pt x="126" y="1083"/>
                      <a:pt x="135" y="1051"/>
                    </a:cubicBezTo>
                    <a:cubicBezTo>
                      <a:pt x="152" y="1010"/>
                      <a:pt x="168" y="968"/>
                      <a:pt x="185" y="927"/>
                    </a:cubicBezTo>
                    <a:cubicBezTo>
                      <a:pt x="201" y="886"/>
                      <a:pt x="226" y="861"/>
                      <a:pt x="243" y="828"/>
                    </a:cubicBezTo>
                    <a:cubicBezTo>
                      <a:pt x="276" y="745"/>
                      <a:pt x="317" y="670"/>
                      <a:pt x="351" y="587"/>
                    </a:cubicBezTo>
                    <a:cubicBezTo>
                      <a:pt x="392" y="513"/>
                      <a:pt x="425" y="438"/>
                      <a:pt x="467" y="372"/>
                    </a:cubicBezTo>
                    <a:cubicBezTo>
                      <a:pt x="516" y="289"/>
                      <a:pt x="574" y="214"/>
                      <a:pt x="591" y="123"/>
                    </a:cubicBezTo>
                    <a:cubicBezTo>
                      <a:pt x="591" y="82"/>
                      <a:pt x="591" y="49"/>
                      <a:pt x="549" y="16"/>
                    </a:cubicBezTo>
                    <a:lnTo>
                      <a:pt x="549" y="24"/>
                    </a:lnTo>
                    <a:cubicBezTo>
                      <a:pt x="530" y="9"/>
                      <a:pt x="508" y="1"/>
                      <a:pt x="4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2"/>
              <p:cNvSpPr/>
              <p:nvPr/>
            </p:nvSpPr>
            <p:spPr>
              <a:xfrm>
                <a:off x="4036800" y="2693650"/>
                <a:ext cx="3750" cy="5350"/>
              </a:xfrm>
              <a:custGeom>
                <a:rect b="b" l="l" r="r" t="t"/>
                <a:pathLst>
                  <a:path extrusionOk="0" h="214" w="150">
                    <a:moveTo>
                      <a:pt x="125" y="0"/>
                    </a:moveTo>
                    <a:cubicBezTo>
                      <a:pt x="117" y="0"/>
                      <a:pt x="100" y="0"/>
                      <a:pt x="83" y="8"/>
                    </a:cubicBezTo>
                    <a:cubicBezTo>
                      <a:pt x="75" y="17"/>
                      <a:pt x="67" y="33"/>
                      <a:pt x="59" y="42"/>
                    </a:cubicBezTo>
                    <a:cubicBezTo>
                      <a:pt x="59" y="50"/>
                      <a:pt x="50" y="58"/>
                      <a:pt x="42" y="66"/>
                    </a:cubicBezTo>
                    <a:lnTo>
                      <a:pt x="9" y="116"/>
                    </a:lnTo>
                    <a:cubicBezTo>
                      <a:pt x="1" y="133"/>
                      <a:pt x="1" y="149"/>
                      <a:pt x="1" y="166"/>
                    </a:cubicBezTo>
                    <a:cubicBezTo>
                      <a:pt x="9" y="182"/>
                      <a:pt x="25" y="199"/>
                      <a:pt x="42" y="207"/>
                    </a:cubicBezTo>
                    <a:cubicBezTo>
                      <a:pt x="50" y="211"/>
                      <a:pt x="59" y="214"/>
                      <a:pt x="67" y="214"/>
                    </a:cubicBezTo>
                    <a:cubicBezTo>
                      <a:pt x="75" y="214"/>
                      <a:pt x="83" y="211"/>
                      <a:pt x="92" y="207"/>
                    </a:cubicBezTo>
                    <a:cubicBezTo>
                      <a:pt x="108" y="199"/>
                      <a:pt x="117" y="182"/>
                      <a:pt x="125" y="166"/>
                    </a:cubicBezTo>
                    <a:cubicBezTo>
                      <a:pt x="133" y="149"/>
                      <a:pt x="133" y="124"/>
                      <a:pt x="141" y="108"/>
                    </a:cubicBezTo>
                    <a:lnTo>
                      <a:pt x="150" y="75"/>
                    </a:lnTo>
                    <a:cubicBezTo>
                      <a:pt x="150" y="66"/>
                      <a:pt x="150" y="50"/>
                      <a:pt x="150" y="33"/>
                    </a:cubicBezTo>
                    <a:cubicBezTo>
                      <a:pt x="150" y="33"/>
                      <a:pt x="150" y="25"/>
                      <a:pt x="150" y="17"/>
                    </a:cubicBezTo>
                    <a:cubicBezTo>
                      <a:pt x="141" y="8"/>
                      <a:pt x="133" y="8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7" name="Google Shape;1857;p2"/>
              <p:cNvSpPr/>
              <p:nvPr/>
            </p:nvSpPr>
            <p:spPr>
              <a:xfrm>
                <a:off x="3988750" y="2919200"/>
                <a:ext cx="256450" cy="376475"/>
              </a:xfrm>
              <a:custGeom>
                <a:rect b="b" l="l" r="r" t="t"/>
                <a:pathLst>
                  <a:path extrusionOk="0" h="15059" w="10258">
                    <a:moveTo>
                      <a:pt x="2509" y="0"/>
                    </a:moveTo>
                    <a:cubicBezTo>
                      <a:pt x="2475" y="0"/>
                      <a:pt x="2444" y="17"/>
                      <a:pt x="2428" y="59"/>
                    </a:cubicBezTo>
                    <a:cubicBezTo>
                      <a:pt x="2080" y="854"/>
                      <a:pt x="1964" y="1758"/>
                      <a:pt x="2121" y="2611"/>
                    </a:cubicBezTo>
                    <a:cubicBezTo>
                      <a:pt x="2047" y="2893"/>
                      <a:pt x="2072" y="3183"/>
                      <a:pt x="2105" y="3464"/>
                    </a:cubicBezTo>
                    <a:cubicBezTo>
                      <a:pt x="2146" y="3746"/>
                      <a:pt x="2171" y="4028"/>
                      <a:pt x="2155" y="4310"/>
                    </a:cubicBezTo>
                    <a:cubicBezTo>
                      <a:pt x="2146" y="4442"/>
                      <a:pt x="2130" y="4575"/>
                      <a:pt x="2088" y="4707"/>
                    </a:cubicBezTo>
                    <a:cubicBezTo>
                      <a:pt x="2055" y="4840"/>
                      <a:pt x="1997" y="4964"/>
                      <a:pt x="1947" y="5088"/>
                    </a:cubicBezTo>
                    <a:cubicBezTo>
                      <a:pt x="1831" y="5362"/>
                      <a:pt x="1840" y="5635"/>
                      <a:pt x="1856" y="5925"/>
                    </a:cubicBezTo>
                    <a:cubicBezTo>
                      <a:pt x="1873" y="6199"/>
                      <a:pt x="1898" y="6489"/>
                      <a:pt x="1749" y="6729"/>
                    </a:cubicBezTo>
                    <a:cubicBezTo>
                      <a:pt x="1757" y="6638"/>
                      <a:pt x="1765" y="6555"/>
                      <a:pt x="1765" y="6464"/>
                    </a:cubicBezTo>
                    <a:cubicBezTo>
                      <a:pt x="1765" y="6403"/>
                      <a:pt x="1713" y="6366"/>
                      <a:pt x="1662" y="6366"/>
                    </a:cubicBezTo>
                    <a:cubicBezTo>
                      <a:pt x="1623" y="6366"/>
                      <a:pt x="1585" y="6388"/>
                      <a:pt x="1575" y="6439"/>
                    </a:cubicBezTo>
                    <a:cubicBezTo>
                      <a:pt x="1525" y="6721"/>
                      <a:pt x="1483" y="7011"/>
                      <a:pt x="1409" y="7292"/>
                    </a:cubicBezTo>
                    <a:cubicBezTo>
                      <a:pt x="1334" y="7582"/>
                      <a:pt x="1243" y="7856"/>
                      <a:pt x="1127" y="8129"/>
                    </a:cubicBezTo>
                    <a:cubicBezTo>
                      <a:pt x="1011" y="8386"/>
                      <a:pt x="870" y="8643"/>
                      <a:pt x="713" y="8891"/>
                    </a:cubicBezTo>
                    <a:cubicBezTo>
                      <a:pt x="564" y="9123"/>
                      <a:pt x="390" y="9347"/>
                      <a:pt x="249" y="9587"/>
                    </a:cubicBezTo>
                    <a:cubicBezTo>
                      <a:pt x="116" y="9811"/>
                      <a:pt x="0" y="10085"/>
                      <a:pt x="17" y="10350"/>
                    </a:cubicBezTo>
                    <a:cubicBezTo>
                      <a:pt x="25" y="10482"/>
                      <a:pt x="83" y="10598"/>
                      <a:pt x="216" y="10640"/>
                    </a:cubicBezTo>
                    <a:cubicBezTo>
                      <a:pt x="266" y="10659"/>
                      <a:pt x="320" y="10666"/>
                      <a:pt x="374" y="10666"/>
                    </a:cubicBezTo>
                    <a:cubicBezTo>
                      <a:pt x="437" y="10666"/>
                      <a:pt x="502" y="10657"/>
                      <a:pt x="564" y="10648"/>
                    </a:cubicBezTo>
                    <a:cubicBezTo>
                      <a:pt x="1210" y="10524"/>
                      <a:pt x="1856" y="10449"/>
                      <a:pt x="2511" y="10408"/>
                    </a:cubicBezTo>
                    <a:cubicBezTo>
                      <a:pt x="2834" y="10383"/>
                      <a:pt x="3165" y="10358"/>
                      <a:pt x="3497" y="10341"/>
                    </a:cubicBezTo>
                    <a:cubicBezTo>
                      <a:pt x="3714" y="10330"/>
                      <a:pt x="3939" y="10311"/>
                      <a:pt x="4161" y="10311"/>
                    </a:cubicBezTo>
                    <a:cubicBezTo>
                      <a:pt x="4261" y="10311"/>
                      <a:pt x="4360" y="10315"/>
                      <a:pt x="4458" y="10325"/>
                    </a:cubicBezTo>
                    <a:cubicBezTo>
                      <a:pt x="4577" y="10331"/>
                      <a:pt x="4686" y="10361"/>
                      <a:pt x="4800" y="10361"/>
                    </a:cubicBezTo>
                    <a:cubicBezTo>
                      <a:pt x="4838" y="10361"/>
                      <a:pt x="4875" y="10358"/>
                      <a:pt x="4914" y="10350"/>
                    </a:cubicBezTo>
                    <a:cubicBezTo>
                      <a:pt x="5030" y="10333"/>
                      <a:pt x="5137" y="10267"/>
                      <a:pt x="5212" y="10176"/>
                    </a:cubicBezTo>
                    <a:cubicBezTo>
                      <a:pt x="5220" y="10167"/>
                      <a:pt x="5220" y="10167"/>
                      <a:pt x="5220" y="10167"/>
                    </a:cubicBezTo>
                    <a:cubicBezTo>
                      <a:pt x="5245" y="10590"/>
                      <a:pt x="5419" y="11004"/>
                      <a:pt x="5684" y="11327"/>
                    </a:cubicBezTo>
                    <a:cubicBezTo>
                      <a:pt x="5742" y="11402"/>
                      <a:pt x="5800" y="11476"/>
                      <a:pt x="5858" y="11551"/>
                    </a:cubicBezTo>
                    <a:cubicBezTo>
                      <a:pt x="5817" y="11584"/>
                      <a:pt x="5800" y="11634"/>
                      <a:pt x="5833" y="11684"/>
                    </a:cubicBezTo>
                    <a:cubicBezTo>
                      <a:pt x="5966" y="11882"/>
                      <a:pt x="6065" y="12106"/>
                      <a:pt x="6132" y="12338"/>
                    </a:cubicBezTo>
                    <a:cubicBezTo>
                      <a:pt x="6165" y="12612"/>
                      <a:pt x="6140" y="12910"/>
                      <a:pt x="6140" y="13175"/>
                    </a:cubicBezTo>
                    <a:cubicBezTo>
                      <a:pt x="6148" y="13465"/>
                      <a:pt x="6173" y="13747"/>
                      <a:pt x="6223" y="14020"/>
                    </a:cubicBezTo>
                    <a:cubicBezTo>
                      <a:pt x="6248" y="14136"/>
                      <a:pt x="6256" y="14269"/>
                      <a:pt x="6322" y="14368"/>
                    </a:cubicBezTo>
                    <a:cubicBezTo>
                      <a:pt x="6388" y="14476"/>
                      <a:pt x="6488" y="14526"/>
                      <a:pt x="6604" y="14559"/>
                    </a:cubicBezTo>
                    <a:cubicBezTo>
                      <a:pt x="6786" y="14617"/>
                      <a:pt x="6968" y="14666"/>
                      <a:pt x="7159" y="14708"/>
                    </a:cubicBezTo>
                    <a:cubicBezTo>
                      <a:pt x="7159" y="14749"/>
                      <a:pt x="7184" y="14782"/>
                      <a:pt x="7234" y="14799"/>
                    </a:cubicBezTo>
                    <a:cubicBezTo>
                      <a:pt x="7301" y="14813"/>
                      <a:pt x="7366" y="14822"/>
                      <a:pt x="7431" y="14822"/>
                    </a:cubicBezTo>
                    <a:cubicBezTo>
                      <a:pt x="7478" y="14822"/>
                      <a:pt x="7525" y="14818"/>
                      <a:pt x="7573" y="14807"/>
                    </a:cubicBezTo>
                    <a:cubicBezTo>
                      <a:pt x="7689" y="14799"/>
                      <a:pt x="7805" y="14782"/>
                      <a:pt x="7921" y="14782"/>
                    </a:cubicBezTo>
                    <a:cubicBezTo>
                      <a:pt x="8037" y="14791"/>
                      <a:pt x="8120" y="14824"/>
                      <a:pt x="8203" y="14898"/>
                    </a:cubicBezTo>
                    <a:cubicBezTo>
                      <a:pt x="8294" y="14981"/>
                      <a:pt x="8385" y="15039"/>
                      <a:pt x="8510" y="15056"/>
                    </a:cubicBezTo>
                    <a:cubicBezTo>
                      <a:pt x="8528" y="15058"/>
                      <a:pt x="8546" y="15058"/>
                      <a:pt x="8564" y="15058"/>
                    </a:cubicBezTo>
                    <a:cubicBezTo>
                      <a:pt x="8796" y="15058"/>
                      <a:pt x="8988" y="14914"/>
                      <a:pt x="9181" y="14791"/>
                    </a:cubicBezTo>
                    <a:cubicBezTo>
                      <a:pt x="9404" y="14658"/>
                      <a:pt x="9661" y="14600"/>
                      <a:pt x="9877" y="14459"/>
                    </a:cubicBezTo>
                    <a:cubicBezTo>
                      <a:pt x="10092" y="14310"/>
                      <a:pt x="10258" y="14070"/>
                      <a:pt x="10183" y="13805"/>
                    </a:cubicBezTo>
                    <a:cubicBezTo>
                      <a:pt x="10176" y="13764"/>
                      <a:pt x="10136" y="13734"/>
                      <a:pt x="10094" y="13734"/>
                    </a:cubicBezTo>
                    <a:cubicBezTo>
                      <a:pt x="10085" y="13734"/>
                      <a:pt x="10076" y="13735"/>
                      <a:pt x="10067" y="13738"/>
                    </a:cubicBezTo>
                    <a:cubicBezTo>
                      <a:pt x="9893" y="13788"/>
                      <a:pt x="9711" y="13830"/>
                      <a:pt x="9529" y="13871"/>
                    </a:cubicBezTo>
                    <a:cubicBezTo>
                      <a:pt x="9446" y="13888"/>
                      <a:pt x="9355" y="13912"/>
                      <a:pt x="9272" y="13929"/>
                    </a:cubicBezTo>
                    <a:cubicBezTo>
                      <a:pt x="9218" y="13942"/>
                      <a:pt x="9143" y="13977"/>
                      <a:pt x="9082" y="13977"/>
                    </a:cubicBezTo>
                    <a:cubicBezTo>
                      <a:pt x="9067" y="13977"/>
                      <a:pt x="9053" y="13975"/>
                      <a:pt x="9040" y="13970"/>
                    </a:cubicBezTo>
                    <a:cubicBezTo>
                      <a:pt x="8990" y="13954"/>
                      <a:pt x="8974" y="13896"/>
                      <a:pt x="8957" y="13854"/>
                    </a:cubicBezTo>
                    <a:cubicBezTo>
                      <a:pt x="8932" y="13780"/>
                      <a:pt x="8907" y="13714"/>
                      <a:pt x="8874" y="13656"/>
                    </a:cubicBezTo>
                    <a:cubicBezTo>
                      <a:pt x="8808" y="13523"/>
                      <a:pt x="8692" y="13415"/>
                      <a:pt x="8576" y="13324"/>
                    </a:cubicBezTo>
                    <a:cubicBezTo>
                      <a:pt x="8319" y="13125"/>
                      <a:pt x="7996" y="13042"/>
                      <a:pt x="7722" y="12877"/>
                    </a:cubicBezTo>
                    <a:cubicBezTo>
                      <a:pt x="7474" y="12736"/>
                      <a:pt x="7258" y="12537"/>
                      <a:pt x="7076" y="12313"/>
                    </a:cubicBezTo>
                    <a:cubicBezTo>
                      <a:pt x="6902" y="12098"/>
                      <a:pt x="6770" y="11849"/>
                      <a:pt x="6687" y="11584"/>
                    </a:cubicBezTo>
                    <a:cubicBezTo>
                      <a:pt x="6637" y="11427"/>
                      <a:pt x="6612" y="11261"/>
                      <a:pt x="6571" y="11104"/>
                    </a:cubicBezTo>
                    <a:cubicBezTo>
                      <a:pt x="6529" y="10954"/>
                      <a:pt x="6471" y="10814"/>
                      <a:pt x="6388" y="10681"/>
                    </a:cubicBezTo>
                    <a:cubicBezTo>
                      <a:pt x="6231" y="10424"/>
                      <a:pt x="6016" y="10217"/>
                      <a:pt x="5817" y="10002"/>
                    </a:cubicBezTo>
                    <a:cubicBezTo>
                      <a:pt x="5618" y="9778"/>
                      <a:pt x="5461" y="9538"/>
                      <a:pt x="5336" y="9264"/>
                    </a:cubicBezTo>
                    <a:cubicBezTo>
                      <a:pt x="5195" y="8949"/>
                      <a:pt x="5104" y="8610"/>
                      <a:pt x="5038" y="8278"/>
                    </a:cubicBezTo>
                    <a:cubicBezTo>
                      <a:pt x="5021" y="8179"/>
                      <a:pt x="5005" y="8079"/>
                      <a:pt x="4997" y="7988"/>
                    </a:cubicBezTo>
                    <a:cubicBezTo>
                      <a:pt x="5021" y="7963"/>
                      <a:pt x="5046" y="7930"/>
                      <a:pt x="5038" y="7881"/>
                    </a:cubicBezTo>
                    <a:cubicBezTo>
                      <a:pt x="5005" y="7756"/>
                      <a:pt x="4963" y="7632"/>
                      <a:pt x="4922" y="7499"/>
                    </a:cubicBezTo>
                    <a:cubicBezTo>
                      <a:pt x="4905" y="7417"/>
                      <a:pt x="4897" y="7334"/>
                      <a:pt x="4872" y="7243"/>
                    </a:cubicBezTo>
                    <a:cubicBezTo>
                      <a:pt x="4872" y="7218"/>
                      <a:pt x="4856" y="7193"/>
                      <a:pt x="4831" y="7185"/>
                    </a:cubicBezTo>
                    <a:cubicBezTo>
                      <a:pt x="4814" y="7118"/>
                      <a:pt x="4798" y="7052"/>
                      <a:pt x="4781" y="6986"/>
                    </a:cubicBezTo>
                    <a:cubicBezTo>
                      <a:pt x="4723" y="6679"/>
                      <a:pt x="4707" y="6373"/>
                      <a:pt x="4698" y="6058"/>
                    </a:cubicBezTo>
                    <a:cubicBezTo>
                      <a:pt x="4698" y="5925"/>
                      <a:pt x="4649" y="5793"/>
                      <a:pt x="4516" y="5743"/>
                    </a:cubicBezTo>
                    <a:cubicBezTo>
                      <a:pt x="4466" y="5726"/>
                      <a:pt x="4416" y="5722"/>
                      <a:pt x="4368" y="5722"/>
                    </a:cubicBezTo>
                    <a:cubicBezTo>
                      <a:pt x="4311" y="5722"/>
                      <a:pt x="4254" y="5728"/>
                      <a:pt x="4196" y="5728"/>
                    </a:cubicBezTo>
                    <a:cubicBezTo>
                      <a:pt x="4181" y="5728"/>
                      <a:pt x="4166" y="5727"/>
                      <a:pt x="4151" y="5726"/>
                    </a:cubicBezTo>
                    <a:cubicBezTo>
                      <a:pt x="3911" y="5693"/>
                      <a:pt x="3729" y="5494"/>
                      <a:pt x="3629" y="5287"/>
                    </a:cubicBezTo>
                    <a:cubicBezTo>
                      <a:pt x="3621" y="5262"/>
                      <a:pt x="3605" y="5237"/>
                      <a:pt x="3596" y="5204"/>
                    </a:cubicBezTo>
                    <a:cubicBezTo>
                      <a:pt x="3563" y="4972"/>
                      <a:pt x="3538" y="4740"/>
                      <a:pt x="3513" y="4508"/>
                    </a:cubicBezTo>
                    <a:cubicBezTo>
                      <a:pt x="3513" y="4475"/>
                      <a:pt x="3513" y="4442"/>
                      <a:pt x="3522" y="4409"/>
                    </a:cubicBezTo>
                    <a:cubicBezTo>
                      <a:pt x="3522" y="4326"/>
                      <a:pt x="3522" y="4227"/>
                      <a:pt x="3489" y="4152"/>
                    </a:cubicBezTo>
                    <a:cubicBezTo>
                      <a:pt x="3480" y="4011"/>
                      <a:pt x="3472" y="3870"/>
                      <a:pt x="3472" y="3730"/>
                    </a:cubicBezTo>
                    <a:cubicBezTo>
                      <a:pt x="3472" y="3605"/>
                      <a:pt x="3480" y="3481"/>
                      <a:pt x="3489" y="3357"/>
                    </a:cubicBezTo>
                    <a:cubicBezTo>
                      <a:pt x="3497" y="3241"/>
                      <a:pt x="3513" y="3100"/>
                      <a:pt x="3464" y="2984"/>
                    </a:cubicBezTo>
                    <a:cubicBezTo>
                      <a:pt x="3454" y="2956"/>
                      <a:pt x="3424" y="2941"/>
                      <a:pt x="3394" y="2941"/>
                    </a:cubicBezTo>
                    <a:cubicBezTo>
                      <a:pt x="3372" y="2941"/>
                      <a:pt x="3350" y="2949"/>
                      <a:pt x="3339" y="2967"/>
                    </a:cubicBezTo>
                    <a:cubicBezTo>
                      <a:pt x="3257" y="3067"/>
                      <a:pt x="3248" y="3208"/>
                      <a:pt x="3232" y="3332"/>
                    </a:cubicBezTo>
                    <a:cubicBezTo>
                      <a:pt x="3223" y="3456"/>
                      <a:pt x="3223" y="3589"/>
                      <a:pt x="3223" y="3713"/>
                    </a:cubicBezTo>
                    <a:cubicBezTo>
                      <a:pt x="3223" y="3829"/>
                      <a:pt x="3223" y="3945"/>
                      <a:pt x="3232" y="4061"/>
                    </a:cubicBezTo>
                    <a:cubicBezTo>
                      <a:pt x="3223" y="4061"/>
                      <a:pt x="3207" y="4069"/>
                      <a:pt x="3199" y="4069"/>
                    </a:cubicBezTo>
                    <a:cubicBezTo>
                      <a:pt x="3190" y="4078"/>
                      <a:pt x="3174" y="4078"/>
                      <a:pt x="3165" y="4078"/>
                    </a:cubicBezTo>
                    <a:cubicBezTo>
                      <a:pt x="3141" y="4069"/>
                      <a:pt x="3124" y="4036"/>
                      <a:pt x="3116" y="4020"/>
                    </a:cubicBezTo>
                    <a:cubicBezTo>
                      <a:pt x="3041" y="3895"/>
                      <a:pt x="3000" y="3754"/>
                      <a:pt x="2958" y="3622"/>
                    </a:cubicBezTo>
                    <a:cubicBezTo>
                      <a:pt x="2917" y="3473"/>
                      <a:pt x="2884" y="3324"/>
                      <a:pt x="2859" y="3183"/>
                    </a:cubicBezTo>
                    <a:cubicBezTo>
                      <a:pt x="2801" y="2876"/>
                      <a:pt x="2784" y="2570"/>
                      <a:pt x="2776" y="2263"/>
                    </a:cubicBezTo>
                    <a:cubicBezTo>
                      <a:pt x="2759" y="1890"/>
                      <a:pt x="2759" y="1526"/>
                      <a:pt x="2751" y="1161"/>
                    </a:cubicBezTo>
                    <a:cubicBezTo>
                      <a:pt x="2743" y="979"/>
                      <a:pt x="2743" y="788"/>
                      <a:pt x="2735" y="606"/>
                    </a:cubicBezTo>
                    <a:cubicBezTo>
                      <a:pt x="2726" y="432"/>
                      <a:pt x="2710" y="250"/>
                      <a:pt x="2643" y="92"/>
                    </a:cubicBezTo>
                    <a:cubicBezTo>
                      <a:pt x="2623" y="42"/>
                      <a:pt x="2563" y="0"/>
                      <a:pt x="250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8" name="Google Shape;1858;p2"/>
              <p:cNvSpPr/>
              <p:nvPr/>
            </p:nvSpPr>
            <p:spPr>
              <a:xfrm>
                <a:off x="4065400" y="2985525"/>
                <a:ext cx="2900" cy="8075"/>
              </a:xfrm>
              <a:custGeom>
                <a:rect b="b" l="l" r="r" t="t"/>
                <a:pathLst>
                  <a:path extrusionOk="0" h="323" w="116">
                    <a:moveTo>
                      <a:pt x="87" y="0"/>
                    </a:moveTo>
                    <a:cubicBezTo>
                      <a:pt x="73" y="0"/>
                      <a:pt x="58" y="9"/>
                      <a:pt x="50" y="24"/>
                    </a:cubicBezTo>
                    <a:cubicBezTo>
                      <a:pt x="41" y="66"/>
                      <a:pt x="25" y="99"/>
                      <a:pt x="17" y="140"/>
                    </a:cubicBezTo>
                    <a:cubicBezTo>
                      <a:pt x="8" y="182"/>
                      <a:pt x="8" y="231"/>
                      <a:pt x="0" y="273"/>
                    </a:cubicBezTo>
                    <a:cubicBezTo>
                      <a:pt x="0" y="298"/>
                      <a:pt x="25" y="314"/>
                      <a:pt x="41" y="323"/>
                    </a:cubicBezTo>
                    <a:cubicBezTo>
                      <a:pt x="66" y="323"/>
                      <a:pt x="91" y="306"/>
                      <a:pt x="99" y="289"/>
                    </a:cubicBezTo>
                    <a:cubicBezTo>
                      <a:pt x="99" y="240"/>
                      <a:pt x="108" y="198"/>
                      <a:pt x="116" y="157"/>
                    </a:cubicBezTo>
                    <a:cubicBezTo>
                      <a:pt x="116" y="115"/>
                      <a:pt x="116" y="74"/>
                      <a:pt x="116" y="33"/>
                    </a:cubicBezTo>
                    <a:cubicBezTo>
                      <a:pt x="116" y="11"/>
                      <a:pt x="102" y="0"/>
                      <a:pt x="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9" name="Google Shape;1859;p2"/>
              <p:cNvSpPr/>
              <p:nvPr/>
            </p:nvSpPr>
            <p:spPr>
              <a:xfrm>
                <a:off x="4079475" y="3015975"/>
                <a:ext cx="15975" cy="88875"/>
              </a:xfrm>
              <a:custGeom>
                <a:rect b="b" l="l" r="r" t="t"/>
                <a:pathLst>
                  <a:path extrusionOk="0" h="3555" w="639">
                    <a:moveTo>
                      <a:pt x="211" y="1"/>
                    </a:moveTo>
                    <a:cubicBezTo>
                      <a:pt x="184" y="1"/>
                      <a:pt x="157" y="16"/>
                      <a:pt x="150" y="49"/>
                    </a:cubicBezTo>
                    <a:cubicBezTo>
                      <a:pt x="25" y="629"/>
                      <a:pt x="0" y="1226"/>
                      <a:pt x="67" y="1822"/>
                    </a:cubicBezTo>
                    <a:cubicBezTo>
                      <a:pt x="100" y="2112"/>
                      <a:pt x="141" y="2402"/>
                      <a:pt x="208" y="2692"/>
                    </a:cubicBezTo>
                    <a:cubicBezTo>
                      <a:pt x="241" y="2833"/>
                      <a:pt x="282" y="2974"/>
                      <a:pt x="332" y="3115"/>
                    </a:cubicBezTo>
                    <a:cubicBezTo>
                      <a:pt x="357" y="3189"/>
                      <a:pt x="382" y="3264"/>
                      <a:pt x="415" y="3338"/>
                    </a:cubicBezTo>
                    <a:cubicBezTo>
                      <a:pt x="448" y="3405"/>
                      <a:pt x="489" y="3463"/>
                      <a:pt x="539" y="3529"/>
                    </a:cubicBezTo>
                    <a:cubicBezTo>
                      <a:pt x="549" y="3546"/>
                      <a:pt x="568" y="3555"/>
                      <a:pt x="587" y="3555"/>
                    </a:cubicBezTo>
                    <a:cubicBezTo>
                      <a:pt x="613" y="3555"/>
                      <a:pt x="638" y="3538"/>
                      <a:pt x="638" y="3504"/>
                    </a:cubicBezTo>
                    <a:cubicBezTo>
                      <a:pt x="622" y="3214"/>
                      <a:pt x="531" y="2932"/>
                      <a:pt x="464" y="2651"/>
                    </a:cubicBezTo>
                    <a:cubicBezTo>
                      <a:pt x="398" y="2377"/>
                      <a:pt x="348" y="2087"/>
                      <a:pt x="315" y="1806"/>
                    </a:cubicBezTo>
                    <a:cubicBezTo>
                      <a:pt x="249" y="1226"/>
                      <a:pt x="241" y="646"/>
                      <a:pt x="274" y="66"/>
                    </a:cubicBezTo>
                    <a:cubicBezTo>
                      <a:pt x="278" y="24"/>
                      <a:pt x="245" y="1"/>
                      <a:pt x="2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0" name="Google Shape;1860;p2"/>
              <p:cNvSpPr/>
              <p:nvPr/>
            </p:nvSpPr>
            <p:spPr>
              <a:xfrm>
                <a:off x="4094600" y="3043025"/>
                <a:ext cx="2925" cy="11075"/>
              </a:xfrm>
              <a:custGeom>
                <a:rect b="b" l="l" r="r" t="t"/>
                <a:pathLst>
                  <a:path extrusionOk="0" h="443" w="117">
                    <a:moveTo>
                      <a:pt x="62" y="1"/>
                    </a:moveTo>
                    <a:cubicBezTo>
                      <a:pt x="42" y="1"/>
                      <a:pt x="25" y="15"/>
                      <a:pt x="25" y="36"/>
                    </a:cubicBezTo>
                    <a:cubicBezTo>
                      <a:pt x="9" y="102"/>
                      <a:pt x="0" y="169"/>
                      <a:pt x="9" y="243"/>
                    </a:cubicBezTo>
                    <a:cubicBezTo>
                      <a:pt x="9" y="260"/>
                      <a:pt x="9" y="276"/>
                      <a:pt x="9" y="293"/>
                    </a:cubicBezTo>
                    <a:cubicBezTo>
                      <a:pt x="9" y="301"/>
                      <a:pt x="17" y="309"/>
                      <a:pt x="17" y="326"/>
                    </a:cubicBezTo>
                    <a:cubicBezTo>
                      <a:pt x="25" y="334"/>
                      <a:pt x="25" y="334"/>
                      <a:pt x="25" y="342"/>
                    </a:cubicBezTo>
                    <a:cubicBezTo>
                      <a:pt x="42" y="376"/>
                      <a:pt x="50" y="409"/>
                      <a:pt x="67" y="434"/>
                    </a:cubicBezTo>
                    <a:cubicBezTo>
                      <a:pt x="73" y="440"/>
                      <a:pt x="80" y="443"/>
                      <a:pt x="87" y="443"/>
                    </a:cubicBezTo>
                    <a:cubicBezTo>
                      <a:pt x="98" y="443"/>
                      <a:pt x="108" y="436"/>
                      <a:pt x="108" y="425"/>
                    </a:cubicBezTo>
                    <a:cubicBezTo>
                      <a:pt x="108" y="392"/>
                      <a:pt x="108" y="359"/>
                      <a:pt x="108" y="334"/>
                    </a:cubicBezTo>
                    <a:cubicBezTo>
                      <a:pt x="108" y="318"/>
                      <a:pt x="116" y="301"/>
                      <a:pt x="116" y="284"/>
                    </a:cubicBezTo>
                    <a:cubicBezTo>
                      <a:pt x="108" y="268"/>
                      <a:pt x="108" y="251"/>
                      <a:pt x="108" y="235"/>
                    </a:cubicBezTo>
                    <a:cubicBezTo>
                      <a:pt x="108" y="177"/>
                      <a:pt x="108" y="111"/>
                      <a:pt x="116" y="53"/>
                    </a:cubicBezTo>
                    <a:cubicBezTo>
                      <a:pt x="116" y="28"/>
                      <a:pt x="100" y="3"/>
                      <a:pt x="75" y="3"/>
                    </a:cubicBezTo>
                    <a:cubicBezTo>
                      <a:pt x="70" y="1"/>
                      <a:pt x="66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1" name="Google Shape;1861;p2"/>
              <p:cNvSpPr/>
              <p:nvPr/>
            </p:nvSpPr>
            <p:spPr>
              <a:xfrm>
                <a:off x="4080725" y="2997500"/>
                <a:ext cx="2075" cy="3775"/>
              </a:xfrm>
              <a:custGeom>
                <a:rect b="b" l="l" r="r" t="t"/>
                <a:pathLst>
                  <a:path extrusionOk="0" h="151" w="83">
                    <a:moveTo>
                      <a:pt x="50" y="1"/>
                    </a:moveTo>
                    <a:cubicBezTo>
                      <a:pt x="33" y="1"/>
                      <a:pt x="25" y="1"/>
                      <a:pt x="17" y="9"/>
                    </a:cubicBezTo>
                    <a:cubicBezTo>
                      <a:pt x="8" y="18"/>
                      <a:pt x="8" y="26"/>
                      <a:pt x="0" y="42"/>
                    </a:cubicBezTo>
                    <a:cubicBezTo>
                      <a:pt x="0" y="51"/>
                      <a:pt x="0" y="67"/>
                      <a:pt x="0" y="84"/>
                    </a:cubicBezTo>
                    <a:cubicBezTo>
                      <a:pt x="0" y="84"/>
                      <a:pt x="0" y="92"/>
                      <a:pt x="0" y="100"/>
                    </a:cubicBezTo>
                    <a:lnTo>
                      <a:pt x="0" y="125"/>
                    </a:lnTo>
                    <a:cubicBezTo>
                      <a:pt x="0" y="134"/>
                      <a:pt x="8" y="142"/>
                      <a:pt x="17" y="150"/>
                    </a:cubicBezTo>
                    <a:cubicBezTo>
                      <a:pt x="33" y="150"/>
                      <a:pt x="42" y="142"/>
                      <a:pt x="50" y="134"/>
                    </a:cubicBezTo>
                    <a:cubicBezTo>
                      <a:pt x="66" y="109"/>
                      <a:pt x="75" y="76"/>
                      <a:pt x="83" y="51"/>
                    </a:cubicBezTo>
                    <a:cubicBezTo>
                      <a:pt x="83" y="42"/>
                      <a:pt x="83" y="26"/>
                      <a:pt x="75" y="18"/>
                    </a:cubicBezTo>
                    <a:cubicBezTo>
                      <a:pt x="75" y="9"/>
                      <a:pt x="58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2" name="Google Shape;1862;p2"/>
              <p:cNvSpPr/>
              <p:nvPr/>
            </p:nvSpPr>
            <p:spPr>
              <a:xfrm>
                <a:off x="4121525" y="3113500"/>
                <a:ext cx="18050" cy="53900"/>
              </a:xfrm>
              <a:custGeom>
                <a:rect b="b" l="l" r="r" t="t"/>
                <a:pathLst>
                  <a:path extrusionOk="0" h="2156" w="722">
                    <a:moveTo>
                      <a:pt x="55" y="1"/>
                    </a:moveTo>
                    <a:cubicBezTo>
                      <a:pt x="31" y="1"/>
                      <a:pt x="9" y="17"/>
                      <a:pt x="9" y="51"/>
                    </a:cubicBezTo>
                    <a:cubicBezTo>
                      <a:pt x="0" y="432"/>
                      <a:pt x="25" y="796"/>
                      <a:pt x="125" y="1169"/>
                    </a:cubicBezTo>
                    <a:cubicBezTo>
                      <a:pt x="174" y="1343"/>
                      <a:pt x="232" y="1517"/>
                      <a:pt x="307" y="1691"/>
                    </a:cubicBezTo>
                    <a:cubicBezTo>
                      <a:pt x="348" y="1774"/>
                      <a:pt x="398" y="1857"/>
                      <a:pt x="440" y="1931"/>
                    </a:cubicBezTo>
                    <a:cubicBezTo>
                      <a:pt x="489" y="2014"/>
                      <a:pt x="539" y="2105"/>
                      <a:pt x="622" y="2147"/>
                    </a:cubicBezTo>
                    <a:cubicBezTo>
                      <a:pt x="631" y="2153"/>
                      <a:pt x="642" y="2155"/>
                      <a:pt x="651" y="2155"/>
                    </a:cubicBezTo>
                    <a:cubicBezTo>
                      <a:pt x="684" y="2155"/>
                      <a:pt x="713" y="2127"/>
                      <a:pt x="713" y="2089"/>
                    </a:cubicBezTo>
                    <a:cubicBezTo>
                      <a:pt x="721" y="2006"/>
                      <a:pt x="672" y="1931"/>
                      <a:pt x="638" y="1857"/>
                    </a:cubicBezTo>
                    <a:lnTo>
                      <a:pt x="638" y="1849"/>
                    </a:lnTo>
                    <a:cubicBezTo>
                      <a:pt x="605" y="1774"/>
                      <a:pt x="572" y="1691"/>
                      <a:pt x="539" y="1608"/>
                    </a:cubicBezTo>
                    <a:cubicBezTo>
                      <a:pt x="473" y="1443"/>
                      <a:pt x="406" y="1277"/>
                      <a:pt x="348" y="1103"/>
                    </a:cubicBezTo>
                    <a:cubicBezTo>
                      <a:pt x="232" y="763"/>
                      <a:pt x="141" y="407"/>
                      <a:pt x="108" y="51"/>
                    </a:cubicBezTo>
                    <a:cubicBezTo>
                      <a:pt x="104" y="17"/>
                      <a:pt x="79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3" name="Google Shape;1863;p2"/>
              <p:cNvSpPr/>
              <p:nvPr/>
            </p:nvSpPr>
            <p:spPr>
              <a:xfrm>
                <a:off x="4153425" y="3191325"/>
                <a:ext cx="9075" cy="16525"/>
              </a:xfrm>
              <a:custGeom>
                <a:rect b="b" l="l" r="r" t="t"/>
                <a:pathLst>
                  <a:path extrusionOk="0" h="661" w="363">
                    <a:moveTo>
                      <a:pt x="76" y="0"/>
                    </a:moveTo>
                    <a:cubicBezTo>
                      <a:pt x="67" y="0"/>
                      <a:pt x="58" y="1"/>
                      <a:pt x="50" y="3"/>
                    </a:cubicBezTo>
                    <a:cubicBezTo>
                      <a:pt x="25" y="20"/>
                      <a:pt x="0" y="53"/>
                      <a:pt x="17" y="86"/>
                    </a:cubicBezTo>
                    <a:cubicBezTo>
                      <a:pt x="50" y="177"/>
                      <a:pt x="83" y="268"/>
                      <a:pt x="116" y="359"/>
                    </a:cubicBezTo>
                    <a:cubicBezTo>
                      <a:pt x="149" y="451"/>
                      <a:pt x="191" y="550"/>
                      <a:pt x="241" y="633"/>
                    </a:cubicBezTo>
                    <a:cubicBezTo>
                      <a:pt x="254" y="652"/>
                      <a:pt x="273" y="661"/>
                      <a:pt x="291" y="661"/>
                    </a:cubicBezTo>
                    <a:cubicBezTo>
                      <a:pt x="327" y="661"/>
                      <a:pt x="362" y="627"/>
                      <a:pt x="357" y="583"/>
                    </a:cubicBezTo>
                    <a:cubicBezTo>
                      <a:pt x="332" y="492"/>
                      <a:pt x="299" y="401"/>
                      <a:pt x="257" y="310"/>
                    </a:cubicBezTo>
                    <a:cubicBezTo>
                      <a:pt x="224" y="219"/>
                      <a:pt x="183" y="127"/>
                      <a:pt x="141" y="28"/>
                    </a:cubicBezTo>
                    <a:cubicBezTo>
                      <a:pt x="129" y="9"/>
                      <a:pt x="102" y="0"/>
                      <a:pt x="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4" name="Google Shape;1864;p2"/>
              <p:cNvSpPr/>
              <p:nvPr/>
            </p:nvSpPr>
            <p:spPr>
              <a:xfrm>
                <a:off x="4176825" y="3231150"/>
                <a:ext cx="7475" cy="9300"/>
              </a:xfrm>
              <a:custGeom>
                <a:rect b="b" l="l" r="r" t="t"/>
                <a:pathLst>
                  <a:path extrusionOk="0" h="372" w="299">
                    <a:moveTo>
                      <a:pt x="52" y="1"/>
                    </a:moveTo>
                    <a:cubicBezTo>
                      <a:pt x="43" y="1"/>
                      <a:pt x="34" y="3"/>
                      <a:pt x="25" y="9"/>
                    </a:cubicBezTo>
                    <a:cubicBezTo>
                      <a:pt x="9" y="18"/>
                      <a:pt x="1" y="51"/>
                      <a:pt x="9" y="67"/>
                    </a:cubicBezTo>
                    <a:cubicBezTo>
                      <a:pt x="50" y="117"/>
                      <a:pt x="83" y="167"/>
                      <a:pt x="117" y="216"/>
                    </a:cubicBezTo>
                    <a:cubicBezTo>
                      <a:pt x="141" y="241"/>
                      <a:pt x="158" y="266"/>
                      <a:pt x="175" y="291"/>
                    </a:cubicBezTo>
                    <a:cubicBezTo>
                      <a:pt x="183" y="308"/>
                      <a:pt x="191" y="316"/>
                      <a:pt x="208" y="332"/>
                    </a:cubicBezTo>
                    <a:cubicBezTo>
                      <a:pt x="216" y="341"/>
                      <a:pt x="233" y="349"/>
                      <a:pt x="241" y="366"/>
                    </a:cubicBezTo>
                    <a:cubicBezTo>
                      <a:pt x="245" y="370"/>
                      <a:pt x="251" y="372"/>
                      <a:pt x="258" y="372"/>
                    </a:cubicBezTo>
                    <a:cubicBezTo>
                      <a:pt x="266" y="372"/>
                      <a:pt x="274" y="370"/>
                      <a:pt x="282" y="366"/>
                    </a:cubicBezTo>
                    <a:cubicBezTo>
                      <a:pt x="291" y="357"/>
                      <a:pt x="299" y="341"/>
                      <a:pt x="299" y="332"/>
                    </a:cubicBezTo>
                    <a:cubicBezTo>
                      <a:pt x="291" y="316"/>
                      <a:pt x="282" y="299"/>
                      <a:pt x="274" y="283"/>
                    </a:cubicBezTo>
                    <a:cubicBezTo>
                      <a:pt x="274" y="266"/>
                      <a:pt x="257" y="258"/>
                      <a:pt x="249" y="241"/>
                    </a:cubicBezTo>
                    <a:cubicBezTo>
                      <a:pt x="233" y="216"/>
                      <a:pt x="216" y="200"/>
                      <a:pt x="199" y="167"/>
                    </a:cubicBezTo>
                    <a:cubicBezTo>
                      <a:pt x="166" y="117"/>
                      <a:pt x="125" y="76"/>
                      <a:pt x="92" y="26"/>
                    </a:cubicBezTo>
                    <a:cubicBezTo>
                      <a:pt x="81" y="10"/>
                      <a:pt x="67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5" name="Google Shape;1865;p2"/>
              <p:cNvSpPr/>
              <p:nvPr/>
            </p:nvSpPr>
            <p:spPr>
              <a:xfrm>
                <a:off x="3933025" y="3069800"/>
                <a:ext cx="86200" cy="185425"/>
              </a:xfrm>
              <a:custGeom>
                <a:rect b="b" l="l" r="r" t="t"/>
                <a:pathLst>
                  <a:path extrusionOk="0" h="7417" w="3448">
                    <a:moveTo>
                      <a:pt x="3161" y="0"/>
                    </a:moveTo>
                    <a:cubicBezTo>
                      <a:pt x="3128" y="0"/>
                      <a:pt x="3094" y="21"/>
                      <a:pt x="3099" y="59"/>
                    </a:cubicBezTo>
                    <a:cubicBezTo>
                      <a:pt x="3108" y="191"/>
                      <a:pt x="3166" y="315"/>
                      <a:pt x="3191" y="448"/>
                    </a:cubicBezTo>
                    <a:cubicBezTo>
                      <a:pt x="3224" y="572"/>
                      <a:pt x="3232" y="697"/>
                      <a:pt x="3232" y="829"/>
                    </a:cubicBezTo>
                    <a:cubicBezTo>
                      <a:pt x="3232" y="1103"/>
                      <a:pt x="3174" y="1368"/>
                      <a:pt x="3099" y="1633"/>
                    </a:cubicBezTo>
                    <a:cubicBezTo>
                      <a:pt x="3075" y="1707"/>
                      <a:pt x="3041" y="1790"/>
                      <a:pt x="3017" y="1865"/>
                    </a:cubicBezTo>
                    <a:cubicBezTo>
                      <a:pt x="3025" y="1765"/>
                      <a:pt x="3033" y="1658"/>
                      <a:pt x="3033" y="1558"/>
                    </a:cubicBezTo>
                    <a:cubicBezTo>
                      <a:pt x="3033" y="1335"/>
                      <a:pt x="3008" y="1111"/>
                      <a:pt x="2959" y="887"/>
                    </a:cubicBezTo>
                    <a:cubicBezTo>
                      <a:pt x="2925" y="779"/>
                      <a:pt x="2901" y="672"/>
                      <a:pt x="2859" y="564"/>
                    </a:cubicBezTo>
                    <a:cubicBezTo>
                      <a:pt x="2818" y="448"/>
                      <a:pt x="2760" y="349"/>
                      <a:pt x="2702" y="241"/>
                    </a:cubicBezTo>
                    <a:cubicBezTo>
                      <a:pt x="2693" y="221"/>
                      <a:pt x="2676" y="213"/>
                      <a:pt x="2658" y="213"/>
                    </a:cubicBezTo>
                    <a:cubicBezTo>
                      <a:pt x="2624" y="213"/>
                      <a:pt x="2586" y="244"/>
                      <a:pt x="2602" y="282"/>
                    </a:cubicBezTo>
                    <a:cubicBezTo>
                      <a:pt x="2669" y="465"/>
                      <a:pt x="2710" y="663"/>
                      <a:pt x="2743" y="854"/>
                    </a:cubicBezTo>
                    <a:cubicBezTo>
                      <a:pt x="2785" y="1045"/>
                      <a:pt x="2801" y="1227"/>
                      <a:pt x="2809" y="1417"/>
                    </a:cubicBezTo>
                    <a:cubicBezTo>
                      <a:pt x="2818" y="1790"/>
                      <a:pt x="2760" y="2163"/>
                      <a:pt x="2627" y="2511"/>
                    </a:cubicBezTo>
                    <a:cubicBezTo>
                      <a:pt x="2602" y="2586"/>
                      <a:pt x="2569" y="2660"/>
                      <a:pt x="2528" y="2727"/>
                    </a:cubicBezTo>
                    <a:cubicBezTo>
                      <a:pt x="2522" y="2725"/>
                      <a:pt x="2516" y="2724"/>
                      <a:pt x="2510" y="2724"/>
                    </a:cubicBezTo>
                    <a:cubicBezTo>
                      <a:pt x="2489" y="2724"/>
                      <a:pt x="2468" y="2736"/>
                      <a:pt x="2461" y="2768"/>
                    </a:cubicBezTo>
                    <a:cubicBezTo>
                      <a:pt x="2453" y="2818"/>
                      <a:pt x="2437" y="2876"/>
                      <a:pt x="2420" y="2925"/>
                    </a:cubicBezTo>
                    <a:cubicBezTo>
                      <a:pt x="2155" y="3365"/>
                      <a:pt x="1757" y="3721"/>
                      <a:pt x="1285" y="3936"/>
                    </a:cubicBezTo>
                    <a:cubicBezTo>
                      <a:pt x="1086" y="4027"/>
                      <a:pt x="871" y="4094"/>
                      <a:pt x="655" y="4160"/>
                    </a:cubicBezTo>
                    <a:cubicBezTo>
                      <a:pt x="556" y="4185"/>
                      <a:pt x="448" y="4218"/>
                      <a:pt x="340" y="4243"/>
                    </a:cubicBezTo>
                    <a:cubicBezTo>
                      <a:pt x="233" y="4276"/>
                      <a:pt x="117" y="4301"/>
                      <a:pt x="34" y="4384"/>
                    </a:cubicBezTo>
                    <a:cubicBezTo>
                      <a:pt x="1" y="4417"/>
                      <a:pt x="17" y="4466"/>
                      <a:pt x="67" y="4483"/>
                    </a:cubicBezTo>
                    <a:cubicBezTo>
                      <a:pt x="92" y="4500"/>
                      <a:pt x="117" y="4500"/>
                      <a:pt x="141" y="4508"/>
                    </a:cubicBezTo>
                    <a:cubicBezTo>
                      <a:pt x="141" y="4541"/>
                      <a:pt x="166" y="4574"/>
                      <a:pt x="208" y="4574"/>
                    </a:cubicBezTo>
                    <a:lnTo>
                      <a:pt x="266" y="4574"/>
                    </a:lnTo>
                    <a:cubicBezTo>
                      <a:pt x="266" y="4574"/>
                      <a:pt x="266" y="4582"/>
                      <a:pt x="274" y="4582"/>
                    </a:cubicBezTo>
                    <a:cubicBezTo>
                      <a:pt x="771" y="4939"/>
                      <a:pt x="1310" y="5287"/>
                      <a:pt x="1724" y="5751"/>
                    </a:cubicBezTo>
                    <a:cubicBezTo>
                      <a:pt x="1823" y="5858"/>
                      <a:pt x="1898" y="5974"/>
                      <a:pt x="1931" y="6115"/>
                    </a:cubicBezTo>
                    <a:cubicBezTo>
                      <a:pt x="1956" y="6256"/>
                      <a:pt x="1923" y="6397"/>
                      <a:pt x="1865" y="6530"/>
                    </a:cubicBezTo>
                    <a:cubicBezTo>
                      <a:pt x="1799" y="6670"/>
                      <a:pt x="1716" y="6795"/>
                      <a:pt x="1616" y="6919"/>
                    </a:cubicBezTo>
                    <a:cubicBezTo>
                      <a:pt x="1542" y="7018"/>
                      <a:pt x="1434" y="7134"/>
                      <a:pt x="1475" y="7267"/>
                    </a:cubicBezTo>
                    <a:cubicBezTo>
                      <a:pt x="1517" y="7416"/>
                      <a:pt x="1683" y="7416"/>
                      <a:pt x="1807" y="7416"/>
                    </a:cubicBezTo>
                    <a:cubicBezTo>
                      <a:pt x="1939" y="7416"/>
                      <a:pt x="2072" y="7391"/>
                      <a:pt x="2188" y="7342"/>
                    </a:cubicBezTo>
                    <a:cubicBezTo>
                      <a:pt x="2437" y="7250"/>
                      <a:pt x="2652" y="7085"/>
                      <a:pt x="2793" y="6861"/>
                    </a:cubicBezTo>
                    <a:cubicBezTo>
                      <a:pt x="3091" y="6397"/>
                      <a:pt x="2992" y="5759"/>
                      <a:pt x="2611" y="5378"/>
                    </a:cubicBezTo>
                    <a:cubicBezTo>
                      <a:pt x="2379" y="5154"/>
                      <a:pt x="2080" y="5022"/>
                      <a:pt x="1782" y="4906"/>
                    </a:cubicBezTo>
                    <a:cubicBezTo>
                      <a:pt x="1765" y="4897"/>
                      <a:pt x="1757" y="4897"/>
                      <a:pt x="1741" y="4889"/>
                    </a:cubicBezTo>
                    <a:cubicBezTo>
                      <a:pt x="1732" y="4798"/>
                      <a:pt x="1699" y="4715"/>
                      <a:pt x="1649" y="4640"/>
                    </a:cubicBezTo>
                    <a:cubicBezTo>
                      <a:pt x="1649" y="4640"/>
                      <a:pt x="1649" y="4640"/>
                      <a:pt x="1658" y="4632"/>
                    </a:cubicBezTo>
                    <a:cubicBezTo>
                      <a:pt x="1782" y="4582"/>
                      <a:pt x="1890" y="4483"/>
                      <a:pt x="1956" y="4359"/>
                    </a:cubicBezTo>
                    <a:cubicBezTo>
                      <a:pt x="1973" y="4326"/>
                      <a:pt x="1973" y="4284"/>
                      <a:pt x="1964" y="4251"/>
                    </a:cubicBezTo>
                    <a:cubicBezTo>
                      <a:pt x="1997" y="4226"/>
                      <a:pt x="2039" y="4201"/>
                      <a:pt x="2072" y="4176"/>
                    </a:cubicBezTo>
                    <a:cubicBezTo>
                      <a:pt x="2147" y="4127"/>
                      <a:pt x="2130" y="4044"/>
                      <a:pt x="2080" y="4003"/>
                    </a:cubicBezTo>
                    <a:cubicBezTo>
                      <a:pt x="2296" y="3754"/>
                      <a:pt x="2478" y="3472"/>
                      <a:pt x="2553" y="3166"/>
                    </a:cubicBezTo>
                    <a:cubicBezTo>
                      <a:pt x="2627" y="3050"/>
                      <a:pt x="2693" y="2934"/>
                      <a:pt x="2751" y="2809"/>
                    </a:cubicBezTo>
                    <a:cubicBezTo>
                      <a:pt x="2975" y="2437"/>
                      <a:pt x="3174" y="2055"/>
                      <a:pt x="3306" y="1641"/>
                    </a:cubicBezTo>
                    <a:cubicBezTo>
                      <a:pt x="3398" y="1376"/>
                      <a:pt x="3447" y="1086"/>
                      <a:pt x="3439" y="796"/>
                    </a:cubicBezTo>
                    <a:cubicBezTo>
                      <a:pt x="3439" y="663"/>
                      <a:pt x="3422" y="523"/>
                      <a:pt x="3389" y="390"/>
                    </a:cubicBezTo>
                    <a:cubicBezTo>
                      <a:pt x="3356" y="266"/>
                      <a:pt x="3306" y="108"/>
                      <a:pt x="3207" y="17"/>
                    </a:cubicBezTo>
                    <a:cubicBezTo>
                      <a:pt x="3196" y="6"/>
                      <a:pt x="3178" y="0"/>
                      <a:pt x="316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6" name="Google Shape;1866;p2"/>
              <p:cNvSpPr/>
              <p:nvPr/>
            </p:nvSpPr>
            <p:spPr>
              <a:xfrm>
                <a:off x="3986975" y="3103375"/>
                <a:ext cx="4900" cy="22175"/>
              </a:xfrm>
              <a:custGeom>
                <a:rect b="b" l="l" r="r" t="t"/>
                <a:pathLst>
                  <a:path extrusionOk="0" h="887" w="196">
                    <a:moveTo>
                      <a:pt x="136" y="0"/>
                    </a:moveTo>
                    <a:cubicBezTo>
                      <a:pt x="122" y="0"/>
                      <a:pt x="108" y="7"/>
                      <a:pt x="105" y="25"/>
                    </a:cubicBezTo>
                    <a:cubicBezTo>
                      <a:pt x="80" y="157"/>
                      <a:pt x="80" y="290"/>
                      <a:pt x="63" y="422"/>
                    </a:cubicBezTo>
                    <a:cubicBezTo>
                      <a:pt x="55" y="563"/>
                      <a:pt x="30" y="696"/>
                      <a:pt x="5" y="837"/>
                    </a:cubicBezTo>
                    <a:cubicBezTo>
                      <a:pt x="0" y="866"/>
                      <a:pt x="27" y="887"/>
                      <a:pt x="52" y="887"/>
                    </a:cubicBezTo>
                    <a:cubicBezTo>
                      <a:pt x="69" y="887"/>
                      <a:pt x="85" y="877"/>
                      <a:pt x="88" y="853"/>
                    </a:cubicBezTo>
                    <a:cubicBezTo>
                      <a:pt x="113" y="721"/>
                      <a:pt x="138" y="588"/>
                      <a:pt x="154" y="447"/>
                    </a:cubicBezTo>
                    <a:cubicBezTo>
                      <a:pt x="179" y="315"/>
                      <a:pt x="196" y="166"/>
                      <a:pt x="179" y="33"/>
                    </a:cubicBezTo>
                    <a:cubicBezTo>
                      <a:pt x="179" y="14"/>
                      <a:pt x="157" y="0"/>
                      <a:pt x="1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7" name="Google Shape;1867;p2"/>
              <p:cNvSpPr/>
              <p:nvPr/>
            </p:nvSpPr>
            <p:spPr>
              <a:xfrm>
                <a:off x="3980675" y="3119525"/>
                <a:ext cx="2925" cy="8375"/>
              </a:xfrm>
              <a:custGeom>
                <a:rect b="b" l="l" r="r" t="t"/>
                <a:pathLst>
                  <a:path extrusionOk="0" h="335" w="117">
                    <a:moveTo>
                      <a:pt x="91" y="0"/>
                    </a:moveTo>
                    <a:cubicBezTo>
                      <a:pt x="75" y="0"/>
                      <a:pt x="58" y="8"/>
                      <a:pt x="50" y="25"/>
                    </a:cubicBezTo>
                    <a:cubicBezTo>
                      <a:pt x="50" y="33"/>
                      <a:pt x="42" y="50"/>
                      <a:pt x="42" y="58"/>
                    </a:cubicBezTo>
                    <a:cubicBezTo>
                      <a:pt x="42" y="66"/>
                      <a:pt x="42" y="75"/>
                      <a:pt x="33" y="91"/>
                    </a:cubicBezTo>
                    <a:cubicBezTo>
                      <a:pt x="33" y="108"/>
                      <a:pt x="25" y="133"/>
                      <a:pt x="25" y="158"/>
                    </a:cubicBezTo>
                    <a:cubicBezTo>
                      <a:pt x="17" y="199"/>
                      <a:pt x="9" y="240"/>
                      <a:pt x="0" y="282"/>
                    </a:cubicBezTo>
                    <a:cubicBezTo>
                      <a:pt x="0" y="307"/>
                      <a:pt x="9" y="332"/>
                      <a:pt x="33" y="332"/>
                    </a:cubicBezTo>
                    <a:cubicBezTo>
                      <a:pt x="38" y="334"/>
                      <a:pt x="42" y="335"/>
                      <a:pt x="47" y="335"/>
                    </a:cubicBezTo>
                    <a:cubicBezTo>
                      <a:pt x="61" y="335"/>
                      <a:pt x="77" y="325"/>
                      <a:pt x="83" y="307"/>
                    </a:cubicBezTo>
                    <a:cubicBezTo>
                      <a:pt x="91" y="257"/>
                      <a:pt x="91" y="216"/>
                      <a:pt x="100" y="174"/>
                    </a:cubicBezTo>
                    <a:cubicBezTo>
                      <a:pt x="108" y="149"/>
                      <a:pt x="108" y="124"/>
                      <a:pt x="116" y="108"/>
                    </a:cubicBezTo>
                    <a:cubicBezTo>
                      <a:pt x="116" y="100"/>
                      <a:pt x="116" y="83"/>
                      <a:pt x="116" y="75"/>
                    </a:cubicBezTo>
                    <a:cubicBezTo>
                      <a:pt x="116" y="58"/>
                      <a:pt x="116" y="50"/>
                      <a:pt x="116" y="33"/>
                    </a:cubicBezTo>
                    <a:cubicBezTo>
                      <a:pt x="116" y="17"/>
                      <a:pt x="108" y="8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8" name="Google Shape;1868;p2"/>
              <p:cNvSpPr/>
              <p:nvPr/>
            </p:nvSpPr>
            <p:spPr>
              <a:xfrm>
                <a:off x="4156125" y="2978050"/>
                <a:ext cx="40000" cy="117225"/>
              </a:xfrm>
              <a:custGeom>
                <a:rect b="b" l="l" r="r" t="t"/>
                <a:pathLst>
                  <a:path extrusionOk="0" h="4689" w="1600">
                    <a:moveTo>
                      <a:pt x="1599" y="0"/>
                    </a:moveTo>
                    <a:cubicBezTo>
                      <a:pt x="1558" y="75"/>
                      <a:pt x="1491" y="141"/>
                      <a:pt x="1409" y="216"/>
                    </a:cubicBezTo>
                    <a:cubicBezTo>
                      <a:pt x="1168" y="431"/>
                      <a:pt x="1052" y="704"/>
                      <a:pt x="1003" y="1028"/>
                    </a:cubicBezTo>
                    <a:cubicBezTo>
                      <a:pt x="961" y="1334"/>
                      <a:pt x="969" y="1649"/>
                      <a:pt x="878" y="1956"/>
                    </a:cubicBezTo>
                    <a:cubicBezTo>
                      <a:pt x="847" y="2061"/>
                      <a:pt x="770" y="2244"/>
                      <a:pt x="668" y="2244"/>
                    </a:cubicBezTo>
                    <a:cubicBezTo>
                      <a:pt x="633" y="2244"/>
                      <a:pt x="595" y="2223"/>
                      <a:pt x="555" y="2171"/>
                    </a:cubicBezTo>
                    <a:cubicBezTo>
                      <a:pt x="497" y="2080"/>
                      <a:pt x="447" y="1989"/>
                      <a:pt x="381" y="1906"/>
                    </a:cubicBezTo>
                    <a:cubicBezTo>
                      <a:pt x="348" y="1840"/>
                      <a:pt x="307" y="1782"/>
                      <a:pt x="265" y="1724"/>
                    </a:cubicBezTo>
                    <a:lnTo>
                      <a:pt x="257" y="1666"/>
                    </a:lnTo>
                    <a:cubicBezTo>
                      <a:pt x="257" y="1641"/>
                      <a:pt x="249" y="1616"/>
                      <a:pt x="232" y="1599"/>
                    </a:cubicBezTo>
                    <a:cubicBezTo>
                      <a:pt x="207" y="1560"/>
                      <a:pt x="165" y="1541"/>
                      <a:pt x="122" y="1541"/>
                    </a:cubicBezTo>
                    <a:cubicBezTo>
                      <a:pt x="94" y="1541"/>
                      <a:pt x="65" y="1549"/>
                      <a:pt x="41" y="1566"/>
                    </a:cubicBezTo>
                    <a:cubicBezTo>
                      <a:pt x="17" y="1591"/>
                      <a:pt x="0" y="1616"/>
                      <a:pt x="8" y="1657"/>
                    </a:cubicBezTo>
                    <a:cubicBezTo>
                      <a:pt x="91" y="2660"/>
                      <a:pt x="282" y="3646"/>
                      <a:pt x="555" y="4607"/>
                    </a:cubicBezTo>
                    <a:cubicBezTo>
                      <a:pt x="563" y="4632"/>
                      <a:pt x="580" y="4657"/>
                      <a:pt x="605" y="4665"/>
                    </a:cubicBezTo>
                    <a:cubicBezTo>
                      <a:pt x="624" y="4681"/>
                      <a:pt x="650" y="4689"/>
                      <a:pt x="675" y="4689"/>
                    </a:cubicBezTo>
                    <a:cubicBezTo>
                      <a:pt x="703" y="4689"/>
                      <a:pt x="732" y="4678"/>
                      <a:pt x="754" y="4657"/>
                    </a:cubicBezTo>
                    <a:cubicBezTo>
                      <a:pt x="762" y="4648"/>
                      <a:pt x="779" y="4632"/>
                      <a:pt x="787" y="4623"/>
                    </a:cubicBezTo>
                    <a:lnTo>
                      <a:pt x="795" y="4615"/>
                    </a:lnTo>
                    <a:lnTo>
                      <a:pt x="795" y="4599"/>
                    </a:lnTo>
                    <a:cubicBezTo>
                      <a:pt x="729" y="4541"/>
                      <a:pt x="729" y="4425"/>
                      <a:pt x="737" y="4342"/>
                    </a:cubicBezTo>
                    <a:cubicBezTo>
                      <a:pt x="737" y="4234"/>
                      <a:pt x="762" y="4135"/>
                      <a:pt x="787" y="4035"/>
                    </a:cubicBezTo>
                    <a:cubicBezTo>
                      <a:pt x="845" y="3828"/>
                      <a:pt x="945" y="3646"/>
                      <a:pt x="1044" y="3463"/>
                    </a:cubicBezTo>
                    <a:cubicBezTo>
                      <a:pt x="1226" y="3124"/>
                      <a:pt x="1450" y="2693"/>
                      <a:pt x="1276" y="2304"/>
                    </a:cubicBezTo>
                    <a:cubicBezTo>
                      <a:pt x="1254" y="2270"/>
                      <a:pt x="1281" y="2236"/>
                      <a:pt x="1311" y="2236"/>
                    </a:cubicBezTo>
                    <a:cubicBezTo>
                      <a:pt x="1325" y="2236"/>
                      <a:pt x="1340" y="2243"/>
                      <a:pt x="1351" y="2262"/>
                    </a:cubicBezTo>
                    <a:cubicBezTo>
                      <a:pt x="1433" y="2386"/>
                      <a:pt x="1475" y="2519"/>
                      <a:pt x="1483" y="2660"/>
                    </a:cubicBezTo>
                    <a:cubicBezTo>
                      <a:pt x="1525" y="2486"/>
                      <a:pt x="1525" y="2304"/>
                      <a:pt x="1500" y="2113"/>
                    </a:cubicBezTo>
                    <a:lnTo>
                      <a:pt x="1491" y="2113"/>
                    </a:lnTo>
                    <a:cubicBezTo>
                      <a:pt x="1458" y="1848"/>
                      <a:pt x="1425" y="1591"/>
                      <a:pt x="1409" y="1326"/>
                    </a:cubicBezTo>
                    <a:cubicBezTo>
                      <a:pt x="1400" y="1218"/>
                      <a:pt x="1392" y="1102"/>
                      <a:pt x="1392" y="986"/>
                    </a:cubicBezTo>
                    <a:cubicBezTo>
                      <a:pt x="1375" y="1036"/>
                      <a:pt x="1351" y="1077"/>
                      <a:pt x="1334" y="1127"/>
                    </a:cubicBezTo>
                    <a:cubicBezTo>
                      <a:pt x="1328" y="1146"/>
                      <a:pt x="1312" y="1154"/>
                      <a:pt x="1295" y="1154"/>
                    </a:cubicBezTo>
                    <a:cubicBezTo>
                      <a:pt x="1269" y="1154"/>
                      <a:pt x="1241" y="1133"/>
                      <a:pt x="1251" y="1102"/>
                    </a:cubicBezTo>
                    <a:cubicBezTo>
                      <a:pt x="1317" y="854"/>
                      <a:pt x="1392" y="613"/>
                      <a:pt x="1475" y="373"/>
                    </a:cubicBezTo>
                    <a:cubicBezTo>
                      <a:pt x="1516" y="249"/>
                      <a:pt x="1558" y="124"/>
                      <a:pt x="159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9" name="Google Shape;1869;p2"/>
              <p:cNvSpPr/>
              <p:nvPr/>
            </p:nvSpPr>
            <p:spPr>
              <a:xfrm>
                <a:off x="4197750" y="2904300"/>
                <a:ext cx="27575" cy="69825"/>
              </a:xfrm>
              <a:custGeom>
                <a:rect b="b" l="l" r="r" t="t"/>
                <a:pathLst>
                  <a:path extrusionOk="0" h="2793" w="1103">
                    <a:moveTo>
                      <a:pt x="1102" y="1"/>
                    </a:moveTo>
                    <a:cubicBezTo>
                      <a:pt x="1078" y="150"/>
                      <a:pt x="1053" y="291"/>
                      <a:pt x="1011" y="440"/>
                    </a:cubicBezTo>
                    <a:cubicBezTo>
                      <a:pt x="953" y="647"/>
                      <a:pt x="870" y="912"/>
                      <a:pt x="655" y="1028"/>
                    </a:cubicBezTo>
                    <a:cubicBezTo>
                      <a:pt x="607" y="1054"/>
                      <a:pt x="540" y="1069"/>
                      <a:pt x="473" y="1069"/>
                    </a:cubicBezTo>
                    <a:cubicBezTo>
                      <a:pt x="367" y="1069"/>
                      <a:pt x="260" y="1030"/>
                      <a:pt x="224" y="928"/>
                    </a:cubicBezTo>
                    <a:cubicBezTo>
                      <a:pt x="205" y="878"/>
                      <a:pt x="155" y="851"/>
                      <a:pt x="107" y="851"/>
                    </a:cubicBezTo>
                    <a:cubicBezTo>
                      <a:pt x="52" y="851"/>
                      <a:pt x="0" y="886"/>
                      <a:pt x="0" y="962"/>
                    </a:cubicBezTo>
                    <a:cubicBezTo>
                      <a:pt x="9" y="1384"/>
                      <a:pt x="25" y="1807"/>
                      <a:pt x="34" y="2229"/>
                    </a:cubicBezTo>
                    <a:cubicBezTo>
                      <a:pt x="34" y="2370"/>
                      <a:pt x="42" y="2519"/>
                      <a:pt x="25" y="2668"/>
                    </a:cubicBezTo>
                    <a:cubicBezTo>
                      <a:pt x="34" y="2652"/>
                      <a:pt x="34" y="2644"/>
                      <a:pt x="42" y="2635"/>
                    </a:cubicBezTo>
                    <a:cubicBezTo>
                      <a:pt x="174" y="2163"/>
                      <a:pt x="224" y="1682"/>
                      <a:pt x="224" y="1185"/>
                    </a:cubicBezTo>
                    <a:cubicBezTo>
                      <a:pt x="224" y="1158"/>
                      <a:pt x="246" y="1144"/>
                      <a:pt x="267" y="1144"/>
                    </a:cubicBezTo>
                    <a:cubicBezTo>
                      <a:pt x="285" y="1144"/>
                      <a:pt x="303" y="1154"/>
                      <a:pt x="307" y="1177"/>
                    </a:cubicBezTo>
                    <a:cubicBezTo>
                      <a:pt x="456" y="1649"/>
                      <a:pt x="357" y="2171"/>
                      <a:pt x="224" y="2635"/>
                    </a:cubicBezTo>
                    <a:cubicBezTo>
                      <a:pt x="208" y="2685"/>
                      <a:pt x="191" y="2743"/>
                      <a:pt x="174" y="2793"/>
                    </a:cubicBezTo>
                    <a:cubicBezTo>
                      <a:pt x="208" y="2743"/>
                      <a:pt x="249" y="2702"/>
                      <a:pt x="282" y="2660"/>
                    </a:cubicBezTo>
                    <a:cubicBezTo>
                      <a:pt x="357" y="2552"/>
                      <a:pt x="440" y="2445"/>
                      <a:pt x="506" y="2320"/>
                    </a:cubicBezTo>
                    <a:cubicBezTo>
                      <a:pt x="638" y="2088"/>
                      <a:pt x="754" y="1840"/>
                      <a:pt x="846" y="1583"/>
                    </a:cubicBezTo>
                    <a:cubicBezTo>
                      <a:pt x="945" y="1285"/>
                      <a:pt x="1003" y="986"/>
                      <a:pt x="1044" y="672"/>
                    </a:cubicBezTo>
                    <a:cubicBezTo>
                      <a:pt x="1069" y="531"/>
                      <a:pt x="1078" y="382"/>
                      <a:pt x="1094" y="233"/>
                    </a:cubicBezTo>
                    <a:cubicBezTo>
                      <a:pt x="1094" y="158"/>
                      <a:pt x="1102" y="75"/>
                      <a:pt x="1102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0" name="Google Shape;1870;p2"/>
              <p:cNvSpPr/>
              <p:nvPr/>
            </p:nvSpPr>
            <p:spPr>
              <a:xfrm>
                <a:off x="4221575" y="2831175"/>
                <a:ext cx="13475" cy="89725"/>
              </a:xfrm>
              <a:custGeom>
                <a:rect b="b" l="l" r="r" t="t"/>
                <a:pathLst>
                  <a:path extrusionOk="0" h="3589" w="539">
                    <a:moveTo>
                      <a:pt x="539" y="1"/>
                    </a:moveTo>
                    <a:cubicBezTo>
                      <a:pt x="531" y="9"/>
                      <a:pt x="531" y="17"/>
                      <a:pt x="531" y="26"/>
                    </a:cubicBezTo>
                    <a:cubicBezTo>
                      <a:pt x="506" y="84"/>
                      <a:pt x="481" y="142"/>
                      <a:pt x="439" y="191"/>
                    </a:cubicBezTo>
                    <a:cubicBezTo>
                      <a:pt x="381" y="258"/>
                      <a:pt x="315" y="291"/>
                      <a:pt x="241" y="332"/>
                    </a:cubicBezTo>
                    <a:cubicBezTo>
                      <a:pt x="0" y="465"/>
                      <a:pt x="75" y="730"/>
                      <a:pt x="116" y="945"/>
                    </a:cubicBezTo>
                    <a:cubicBezTo>
                      <a:pt x="158" y="1210"/>
                      <a:pt x="191" y="1484"/>
                      <a:pt x="207" y="1757"/>
                    </a:cubicBezTo>
                    <a:cubicBezTo>
                      <a:pt x="224" y="2080"/>
                      <a:pt x="216" y="2404"/>
                      <a:pt x="174" y="2718"/>
                    </a:cubicBezTo>
                    <a:cubicBezTo>
                      <a:pt x="183" y="2710"/>
                      <a:pt x="183" y="2702"/>
                      <a:pt x="183" y="2694"/>
                    </a:cubicBezTo>
                    <a:cubicBezTo>
                      <a:pt x="191" y="2669"/>
                      <a:pt x="212" y="2656"/>
                      <a:pt x="232" y="2656"/>
                    </a:cubicBezTo>
                    <a:cubicBezTo>
                      <a:pt x="253" y="2656"/>
                      <a:pt x="274" y="2669"/>
                      <a:pt x="282" y="2694"/>
                    </a:cubicBezTo>
                    <a:cubicBezTo>
                      <a:pt x="323" y="2826"/>
                      <a:pt x="315" y="2984"/>
                      <a:pt x="307" y="3124"/>
                    </a:cubicBezTo>
                    <a:cubicBezTo>
                      <a:pt x="307" y="3265"/>
                      <a:pt x="299" y="3398"/>
                      <a:pt x="282" y="3539"/>
                    </a:cubicBezTo>
                    <a:lnTo>
                      <a:pt x="274" y="3588"/>
                    </a:lnTo>
                    <a:cubicBezTo>
                      <a:pt x="299" y="3530"/>
                      <a:pt x="323" y="3464"/>
                      <a:pt x="348" y="3406"/>
                    </a:cubicBezTo>
                    <a:cubicBezTo>
                      <a:pt x="439" y="3124"/>
                      <a:pt x="464" y="2843"/>
                      <a:pt x="448" y="2553"/>
                    </a:cubicBezTo>
                    <a:cubicBezTo>
                      <a:pt x="423" y="2254"/>
                      <a:pt x="373" y="1956"/>
                      <a:pt x="323" y="1658"/>
                    </a:cubicBezTo>
                    <a:cubicBezTo>
                      <a:pt x="299" y="1500"/>
                      <a:pt x="274" y="1351"/>
                      <a:pt x="257" y="1202"/>
                    </a:cubicBezTo>
                    <a:cubicBezTo>
                      <a:pt x="232" y="1053"/>
                      <a:pt x="207" y="896"/>
                      <a:pt x="232" y="755"/>
                    </a:cubicBezTo>
                    <a:cubicBezTo>
                      <a:pt x="237" y="727"/>
                      <a:pt x="263" y="712"/>
                      <a:pt x="288" y="712"/>
                    </a:cubicBezTo>
                    <a:cubicBezTo>
                      <a:pt x="307" y="712"/>
                      <a:pt x="325" y="720"/>
                      <a:pt x="332" y="738"/>
                    </a:cubicBezTo>
                    <a:cubicBezTo>
                      <a:pt x="398" y="879"/>
                      <a:pt x="423" y="1053"/>
                      <a:pt x="448" y="1202"/>
                    </a:cubicBezTo>
                    <a:lnTo>
                      <a:pt x="456" y="1268"/>
                    </a:lnTo>
                    <a:cubicBezTo>
                      <a:pt x="456" y="1152"/>
                      <a:pt x="456" y="1036"/>
                      <a:pt x="456" y="929"/>
                    </a:cubicBezTo>
                    <a:cubicBezTo>
                      <a:pt x="464" y="738"/>
                      <a:pt x="481" y="556"/>
                      <a:pt x="489" y="374"/>
                    </a:cubicBezTo>
                    <a:cubicBezTo>
                      <a:pt x="489" y="282"/>
                      <a:pt x="497" y="200"/>
                      <a:pt x="514" y="108"/>
                    </a:cubicBezTo>
                    <a:cubicBezTo>
                      <a:pt x="522" y="75"/>
                      <a:pt x="531" y="34"/>
                      <a:pt x="539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1" name="Google Shape;1871;p2"/>
              <p:cNvSpPr/>
              <p:nvPr/>
            </p:nvSpPr>
            <p:spPr>
              <a:xfrm>
                <a:off x="4194850" y="2796800"/>
                <a:ext cx="61550" cy="435000"/>
              </a:xfrm>
              <a:custGeom>
                <a:rect b="b" l="l" r="r" t="t"/>
                <a:pathLst>
                  <a:path extrusionOk="0" h="17400" w="2462">
                    <a:moveTo>
                      <a:pt x="150" y="9131"/>
                    </a:moveTo>
                    <a:cubicBezTo>
                      <a:pt x="150" y="9131"/>
                      <a:pt x="150" y="9131"/>
                      <a:pt x="150" y="9132"/>
                    </a:cubicBezTo>
                    <a:lnTo>
                      <a:pt x="150" y="9132"/>
                    </a:lnTo>
                    <a:cubicBezTo>
                      <a:pt x="150" y="9132"/>
                      <a:pt x="150" y="9131"/>
                      <a:pt x="150" y="9131"/>
                    </a:cubicBezTo>
                    <a:close/>
                    <a:moveTo>
                      <a:pt x="2054" y="0"/>
                    </a:moveTo>
                    <a:cubicBezTo>
                      <a:pt x="2027" y="0"/>
                      <a:pt x="2000" y="9"/>
                      <a:pt x="1981" y="25"/>
                    </a:cubicBezTo>
                    <a:cubicBezTo>
                      <a:pt x="1716" y="249"/>
                      <a:pt x="1691" y="613"/>
                      <a:pt x="1666" y="928"/>
                    </a:cubicBezTo>
                    <a:cubicBezTo>
                      <a:pt x="1658" y="1061"/>
                      <a:pt x="1649" y="1193"/>
                      <a:pt x="1616" y="1326"/>
                    </a:cubicBezTo>
                    <a:cubicBezTo>
                      <a:pt x="1633" y="1293"/>
                      <a:pt x="1641" y="1268"/>
                      <a:pt x="1658" y="1251"/>
                    </a:cubicBezTo>
                    <a:cubicBezTo>
                      <a:pt x="1671" y="1234"/>
                      <a:pt x="1691" y="1223"/>
                      <a:pt x="1710" y="1223"/>
                    </a:cubicBezTo>
                    <a:cubicBezTo>
                      <a:pt x="1728" y="1223"/>
                      <a:pt x="1745" y="1232"/>
                      <a:pt x="1757" y="1251"/>
                    </a:cubicBezTo>
                    <a:cubicBezTo>
                      <a:pt x="1798" y="1326"/>
                      <a:pt x="1798" y="1417"/>
                      <a:pt x="1798" y="1500"/>
                    </a:cubicBezTo>
                    <a:cubicBezTo>
                      <a:pt x="1798" y="1591"/>
                      <a:pt x="1798" y="1674"/>
                      <a:pt x="1790" y="1765"/>
                    </a:cubicBezTo>
                    <a:cubicBezTo>
                      <a:pt x="1774" y="1947"/>
                      <a:pt x="1765" y="2121"/>
                      <a:pt x="1749" y="2304"/>
                    </a:cubicBezTo>
                    <a:cubicBezTo>
                      <a:pt x="1732" y="2668"/>
                      <a:pt x="1691" y="3033"/>
                      <a:pt x="1658" y="3397"/>
                    </a:cubicBezTo>
                    <a:cubicBezTo>
                      <a:pt x="1658" y="3406"/>
                      <a:pt x="1649" y="3422"/>
                      <a:pt x="1641" y="3431"/>
                    </a:cubicBezTo>
                    <a:cubicBezTo>
                      <a:pt x="1666" y="3613"/>
                      <a:pt x="1682" y="3795"/>
                      <a:pt x="1682" y="3977"/>
                    </a:cubicBezTo>
                    <a:cubicBezTo>
                      <a:pt x="1691" y="4276"/>
                      <a:pt x="1641" y="4566"/>
                      <a:pt x="1542" y="4847"/>
                    </a:cubicBezTo>
                    <a:cubicBezTo>
                      <a:pt x="1467" y="5030"/>
                      <a:pt x="1376" y="5204"/>
                      <a:pt x="1285" y="5378"/>
                    </a:cubicBezTo>
                    <a:cubicBezTo>
                      <a:pt x="1218" y="5692"/>
                      <a:pt x="1119" y="6007"/>
                      <a:pt x="986" y="6306"/>
                    </a:cubicBezTo>
                    <a:cubicBezTo>
                      <a:pt x="895" y="6513"/>
                      <a:pt x="788" y="6703"/>
                      <a:pt x="655" y="6886"/>
                    </a:cubicBezTo>
                    <a:cubicBezTo>
                      <a:pt x="539" y="7043"/>
                      <a:pt x="390" y="7234"/>
                      <a:pt x="216" y="7325"/>
                    </a:cubicBezTo>
                    <a:cubicBezTo>
                      <a:pt x="174" y="7441"/>
                      <a:pt x="133" y="7557"/>
                      <a:pt x="83" y="7673"/>
                    </a:cubicBezTo>
                    <a:cubicBezTo>
                      <a:pt x="58" y="7747"/>
                      <a:pt x="25" y="7814"/>
                      <a:pt x="0" y="7888"/>
                    </a:cubicBezTo>
                    <a:cubicBezTo>
                      <a:pt x="5" y="7887"/>
                      <a:pt x="9" y="7886"/>
                      <a:pt x="14" y="7886"/>
                    </a:cubicBezTo>
                    <a:cubicBezTo>
                      <a:pt x="36" y="7886"/>
                      <a:pt x="58" y="7902"/>
                      <a:pt x="58" y="7930"/>
                    </a:cubicBezTo>
                    <a:cubicBezTo>
                      <a:pt x="58" y="8319"/>
                      <a:pt x="100" y="8708"/>
                      <a:pt x="141" y="9090"/>
                    </a:cubicBezTo>
                    <a:cubicBezTo>
                      <a:pt x="141" y="9098"/>
                      <a:pt x="141" y="9106"/>
                      <a:pt x="141" y="9114"/>
                    </a:cubicBezTo>
                    <a:cubicBezTo>
                      <a:pt x="150" y="9106"/>
                      <a:pt x="150" y="9106"/>
                      <a:pt x="158" y="9106"/>
                    </a:cubicBezTo>
                    <a:cubicBezTo>
                      <a:pt x="174" y="9106"/>
                      <a:pt x="174" y="9139"/>
                      <a:pt x="158" y="9139"/>
                    </a:cubicBezTo>
                    <a:cubicBezTo>
                      <a:pt x="152" y="9139"/>
                      <a:pt x="150" y="9134"/>
                      <a:pt x="150" y="9132"/>
                    </a:cubicBezTo>
                    <a:lnTo>
                      <a:pt x="150" y="9132"/>
                    </a:lnTo>
                    <a:cubicBezTo>
                      <a:pt x="158" y="9223"/>
                      <a:pt x="175" y="9314"/>
                      <a:pt x="191" y="9404"/>
                    </a:cubicBezTo>
                    <a:cubicBezTo>
                      <a:pt x="191" y="9446"/>
                      <a:pt x="199" y="9479"/>
                      <a:pt x="199" y="9520"/>
                    </a:cubicBezTo>
                    <a:cubicBezTo>
                      <a:pt x="290" y="10092"/>
                      <a:pt x="423" y="10655"/>
                      <a:pt x="605" y="11211"/>
                    </a:cubicBezTo>
                    <a:cubicBezTo>
                      <a:pt x="705" y="11542"/>
                      <a:pt x="812" y="11865"/>
                      <a:pt x="887" y="12205"/>
                    </a:cubicBezTo>
                    <a:cubicBezTo>
                      <a:pt x="920" y="12362"/>
                      <a:pt x="953" y="12528"/>
                      <a:pt x="962" y="12694"/>
                    </a:cubicBezTo>
                    <a:cubicBezTo>
                      <a:pt x="970" y="12859"/>
                      <a:pt x="978" y="13042"/>
                      <a:pt x="920" y="13199"/>
                    </a:cubicBezTo>
                    <a:cubicBezTo>
                      <a:pt x="906" y="13234"/>
                      <a:pt x="875" y="13251"/>
                      <a:pt x="841" y="13251"/>
                    </a:cubicBezTo>
                    <a:cubicBezTo>
                      <a:pt x="835" y="13251"/>
                      <a:pt x="828" y="13250"/>
                      <a:pt x="821" y="13249"/>
                    </a:cubicBezTo>
                    <a:cubicBezTo>
                      <a:pt x="821" y="13282"/>
                      <a:pt x="812" y="13323"/>
                      <a:pt x="804" y="13357"/>
                    </a:cubicBezTo>
                    <a:cubicBezTo>
                      <a:pt x="804" y="13365"/>
                      <a:pt x="804" y="13373"/>
                      <a:pt x="804" y="13381"/>
                    </a:cubicBezTo>
                    <a:cubicBezTo>
                      <a:pt x="862" y="13431"/>
                      <a:pt x="837" y="13522"/>
                      <a:pt x="771" y="13555"/>
                    </a:cubicBezTo>
                    <a:cubicBezTo>
                      <a:pt x="738" y="13729"/>
                      <a:pt x="696" y="13895"/>
                      <a:pt x="680" y="14069"/>
                    </a:cubicBezTo>
                    <a:cubicBezTo>
                      <a:pt x="655" y="14268"/>
                      <a:pt x="647" y="14467"/>
                      <a:pt x="688" y="14657"/>
                    </a:cubicBezTo>
                    <a:cubicBezTo>
                      <a:pt x="680" y="14583"/>
                      <a:pt x="688" y="14500"/>
                      <a:pt x="713" y="14425"/>
                    </a:cubicBezTo>
                    <a:cubicBezTo>
                      <a:pt x="717" y="14396"/>
                      <a:pt x="741" y="14383"/>
                      <a:pt x="766" y="14383"/>
                    </a:cubicBezTo>
                    <a:cubicBezTo>
                      <a:pt x="799" y="14383"/>
                      <a:pt x="834" y="14405"/>
                      <a:pt x="829" y="14442"/>
                    </a:cubicBezTo>
                    <a:cubicBezTo>
                      <a:pt x="812" y="14558"/>
                      <a:pt x="829" y="14674"/>
                      <a:pt x="879" y="14790"/>
                    </a:cubicBezTo>
                    <a:cubicBezTo>
                      <a:pt x="920" y="14889"/>
                      <a:pt x="970" y="14989"/>
                      <a:pt x="1011" y="15088"/>
                    </a:cubicBezTo>
                    <a:cubicBezTo>
                      <a:pt x="1078" y="15254"/>
                      <a:pt x="1061" y="15436"/>
                      <a:pt x="1069" y="15618"/>
                    </a:cubicBezTo>
                    <a:cubicBezTo>
                      <a:pt x="1069" y="15585"/>
                      <a:pt x="1078" y="15552"/>
                      <a:pt x="1078" y="15519"/>
                    </a:cubicBezTo>
                    <a:cubicBezTo>
                      <a:pt x="1111" y="15279"/>
                      <a:pt x="1169" y="14989"/>
                      <a:pt x="1069" y="14749"/>
                    </a:cubicBezTo>
                    <a:cubicBezTo>
                      <a:pt x="1059" y="14716"/>
                      <a:pt x="1086" y="14694"/>
                      <a:pt x="1114" y="14694"/>
                    </a:cubicBezTo>
                    <a:cubicBezTo>
                      <a:pt x="1129" y="14694"/>
                      <a:pt x="1143" y="14701"/>
                      <a:pt x="1152" y="14715"/>
                    </a:cubicBezTo>
                    <a:cubicBezTo>
                      <a:pt x="1210" y="14831"/>
                      <a:pt x="1252" y="14939"/>
                      <a:pt x="1268" y="15072"/>
                    </a:cubicBezTo>
                    <a:cubicBezTo>
                      <a:pt x="1285" y="15204"/>
                      <a:pt x="1276" y="15337"/>
                      <a:pt x="1268" y="15478"/>
                    </a:cubicBezTo>
                    <a:cubicBezTo>
                      <a:pt x="1260" y="15734"/>
                      <a:pt x="1243" y="16000"/>
                      <a:pt x="1218" y="16265"/>
                    </a:cubicBezTo>
                    <a:cubicBezTo>
                      <a:pt x="1202" y="16488"/>
                      <a:pt x="1177" y="16720"/>
                      <a:pt x="1243" y="16944"/>
                    </a:cubicBezTo>
                    <a:cubicBezTo>
                      <a:pt x="1301" y="17118"/>
                      <a:pt x="1434" y="17251"/>
                      <a:pt x="1608" y="17317"/>
                    </a:cubicBezTo>
                    <a:cubicBezTo>
                      <a:pt x="1699" y="17350"/>
                      <a:pt x="1790" y="17375"/>
                      <a:pt x="1881" y="17383"/>
                    </a:cubicBezTo>
                    <a:cubicBezTo>
                      <a:pt x="1931" y="17383"/>
                      <a:pt x="1981" y="17383"/>
                      <a:pt x="2030" y="17392"/>
                    </a:cubicBezTo>
                    <a:cubicBezTo>
                      <a:pt x="2047" y="17392"/>
                      <a:pt x="2072" y="17392"/>
                      <a:pt x="2088" y="17400"/>
                    </a:cubicBezTo>
                    <a:cubicBezTo>
                      <a:pt x="2105" y="17392"/>
                      <a:pt x="2122" y="17392"/>
                      <a:pt x="2138" y="17392"/>
                    </a:cubicBezTo>
                    <a:cubicBezTo>
                      <a:pt x="2177" y="17382"/>
                      <a:pt x="2216" y="17378"/>
                      <a:pt x="2255" y="17378"/>
                    </a:cubicBezTo>
                    <a:cubicBezTo>
                      <a:pt x="2282" y="17378"/>
                      <a:pt x="2310" y="17380"/>
                      <a:pt x="2337" y="17383"/>
                    </a:cubicBezTo>
                    <a:lnTo>
                      <a:pt x="2354" y="17383"/>
                    </a:lnTo>
                    <a:cubicBezTo>
                      <a:pt x="2356" y="17384"/>
                      <a:pt x="2359" y="17384"/>
                      <a:pt x="2362" y="17384"/>
                    </a:cubicBezTo>
                    <a:cubicBezTo>
                      <a:pt x="2410" y="17384"/>
                      <a:pt x="2461" y="17322"/>
                      <a:pt x="2461" y="17276"/>
                    </a:cubicBezTo>
                    <a:lnTo>
                      <a:pt x="2461" y="17267"/>
                    </a:lnTo>
                    <a:cubicBezTo>
                      <a:pt x="2453" y="17110"/>
                      <a:pt x="2395" y="16961"/>
                      <a:pt x="2320" y="16828"/>
                    </a:cubicBezTo>
                    <a:cubicBezTo>
                      <a:pt x="2296" y="16778"/>
                      <a:pt x="2271" y="16737"/>
                      <a:pt x="2246" y="16687"/>
                    </a:cubicBezTo>
                    <a:cubicBezTo>
                      <a:pt x="2221" y="16654"/>
                      <a:pt x="2196" y="16613"/>
                      <a:pt x="2171" y="16580"/>
                    </a:cubicBezTo>
                    <a:cubicBezTo>
                      <a:pt x="2022" y="16348"/>
                      <a:pt x="1906" y="16116"/>
                      <a:pt x="1873" y="15834"/>
                    </a:cubicBezTo>
                    <a:cubicBezTo>
                      <a:pt x="1840" y="15552"/>
                      <a:pt x="1873" y="15254"/>
                      <a:pt x="1931" y="14972"/>
                    </a:cubicBezTo>
                    <a:cubicBezTo>
                      <a:pt x="1989" y="14715"/>
                      <a:pt x="2130" y="14409"/>
                      <a:pt x="1931" y="14177"/>
                    </a:cubicBezTo>
                    <a:cubicBezTo>
                      <a:pt x="1856" y="14086"/>
                      <a:pt x="1757" y="14011"/>
                      <a:pt x="1682" y="13912"/>
                    </a:cubicBezTo>
                    <a:cubicBezTo>
                      <a:pt x="1608" y="13821"/>
                      <a:pt x="1542" y="13713"/>
                      <a:pt x="1492" y="13605"/>
                    </a:cubicBezTo>
                    <a:cubicBezTo>
                      <a:pt x="1392" y="13381"/>
                      <a:pt x="1343" y="13141"/>
                      <a:pt x="1318" y="12901"/>
                    </a:cubicBezTo>
                    <a:cubicBezTo>
                      <a:pt x="1260" y="12337"/>
                      <a:pt x="1326" y="11766"/>
                      <a:pt x="1401" y="11202"/>
                    </a:cubicBezTo>
                    <a:cubicBezTo>
                      <a:pt x="1450" y="10887"/>
                      <a:pt x="1500" y="10581"/>
                      <a:pt x="1575" y="10274"/>
                    </a:cubicBezTo>
                    <a:cubicBezTo>
                      <a:pt x="1633" y="9993"/>
                      <a:pt x="1707" y="9686"/>
                      <a:pt x="1633" y="9404"/>
                    </a:cubicBezTo>
                    <a:cubicBezTo>
                      <a:pt x="1558" y="9139"/>
                      <a:pt x="1359" y="8949"/>
                      <a:pt x="1252" y="8708"/>
                    </a:cubicBezTo>
                    <a:cubicBezTo>
                      <a:pt x="1127" y="8443"/>
                      <a:pt x="1160" y="8145"/>
                      <a:pt x="1218" y="7872"/>
                    </a:cubicBezTo>
                    <a:cubicBezTo>
                      <a:pt x="1293" y="7582"/>
                      <a:pt x="1401" y="7300"/>
                      <a:pt x="1484" y="7018"/>
                    </a:cubicBezTo>
                    <a:cubicBezTo>
                      <a:pt x="1575" y="6720"/>
                      <a:pt x="1649" y="6422"/>
                      <a:pt x="1716" y="6123"/>
                    </a:cubicBezTo>
                    <a:cubicBezTo>
                      <a:pt x="1848" y="5510"/>
                      <a:pt x="1939" y="4889"/>
                      <a:pt x="2014" y="4276"/>
                    </a:cubicBezTo>
                    <a:cubicBezTo>
                      <a:pt x="2088" y="3654"/>
                      <a:pt x="2138" y="3033"/>
                      <a:pt x="2188" y="2420"/>
                    </a:cubicBezTo>
                    <a:cubicBezTo>
                      <a:pt x="2246" y="1790"/>
                      <a:pt x="2287" y="1152"/>
                      <a:pt x="2213" y="522"/>
                    </a:cubicBezTo>
                    <a:cubicBezTo>
                      <a:pt x="2196" y="365"/>
                      <a:pt x="2180" y="216"/>
                      <a:pt x="2146" y="67"/>
                    </a:cubicBezTo>
                    <a:cubicBezTo>
                      <a:pt x="2136" y="21"/>
                      <a:pt x="2096" y="0"/>
                      <a:pt x="2054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2" name="Google Shape;1872;p2"/>
              <p:cNvSpPr/>
              <p:nvPr/>
            </p:nvSpPr>
            <p:spPr>
              <a:xfrm>
                <a:off x="4252850" y="2838875"/>
                <a:ext cx="8100" cy="53500"/>
              </a:xfrm>
              <a:custGeom>
                <a:rect b="b" l="l" r="r" t="t"/>
                <a:pathLst>
                  <a:path extrusionOk="0" h="2140" w="324">
                    <a:moveTo>
                      <a:pt x="117" y="0"/>
                    </a:moveTo>
                    <a:cubicBezTo>
                      <a:pt x="92" y="0"/>
                      <a:pt x="64" y="19"/>
                      <a:pt x="58" y="41"/>
                    </a:cubicBezTo>
                    <a:cubicBezTo>
                      <a:pt x="42" y="124"/>
                      <a:pt x="75" y="190"/>
                      <a:pt x="92" y="264"/>
                    </a:cubicBezTo>
                    <a:cubicBezTo>
                      <a:pt x="116" y="356"/>
                      <a:pt x="133" y="447"/>
                      <a:pt x="141" y="530"/>
                    </a:cubicBezTo>
                    <a:cubicBezTo>
                      <a:pt x="141" y="712"/>
                      <a:pt x="108" y="878"/>
                      <a:pt x="75" y="1043"/>
                    </a:cubicBezTo>
                    <a:cubicBezTo>
                      <a:pt x="50" y="1209"/>
                      <a:pt x="34" y="1383"/>
                      <a:pt x="34" y="1549"/>
                    </a:cubicBezTo>
                    <a:cubicBezTo>
                      <a:pt x="25" y="1723"/>
                      <a:pt x="0" y="1897"/>
                      <a:pt x="0" y="2071"/>
                    </a:cubicBezTo>
                    <a:cubicBezTo>
                      <a:pt x="0" y="2117"/>
                      <a:pt x="36" y="2140"/>
                      <a:pt x="72" y="2140"/>
                    </a:cubicBezTo>
                    <a:cubicBezTo>
                      <a:pt x="101" y="2140"/>
                      <a:pt x="130" y="2125"/>
                      <a:pt x="141" y="2096"/>
                    </a:cubicBezTo>
                    <a:cubicBezTo>
                      <a:pt x="191" y="1922"/>
                      <a:pt x="216" y="1748"/>
                      <a:pt x="257" y="1574"/>
                    </a:cubicBezTo>
                    <a:cubicBezTo>
                      <a:pt x="290" y="1400"/>
                      <a:pt x="324" y="1209"/>
                      <a:pt x="307" y="1035"/>
                    </a:cubicBezTo>
                    <a:lnTo>
                      <a:pt x="299" y="1035"/>
                    </a:lnTo>
                    <a:cubicBezTo>
                      <a:pt x="282" y="853"/>
                      <a:pt x="249" y="679"/>
                      <a:pt x="232" y="505"/>
                    </a:cubicBezTo>
                    <a:cubicBezTo>
                      <a:pt x="224" y="422"/>
                      <a:pt x="216" y="339"/>
                      <a:pt x="208" y="248"/>
                    </a:cubicBezTo>
                    <a:cubicBezTo>
                      <a:pt x="199" y="173"/>
                      <a:pt x="199" y="82"/>
                      <a:pt x="150" y="16"/>
                    </a:cubicBezTo>
                    <a:cubicBezTo>
                      <a:pt x="141" y="5"/>
                      <a:pt x="129" y="0"/>
                      <a:pt x="1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3" name="Google Shape;1873;p2"/>
              <p:cNvSpPr/>
              <p:nvPr/>
            </p:nvSpPr>
            <p:spPr>
              <a:xfrm>
                <a:off x="4261350" y="2893275"/>
                <a:ext cx="2300" cy="9175"/>
              </a:xfrm>
              <a:custGeom>
                <a:rect b="b" l="l" r="r" t="t"/>
                <a:pathLst>
                  <a:path extrusionOk="0" h="367" w="92">
                    <a:moveTo>
                      <a:pt x="46" y="0"/>
                    </a:moveTo>
                    <a:cubicBezTo>
                      <a:pt x="35" y="0"/>
                      <a:pt x="25" y="7"/>
                      <a:pt x="25" y="19"/>
                    </a:cubicBezTo>
                    <a:cubicBezTo>
                      <a:pt x="0" y="118"/>
                      <a:pt x="0" y="218"/>
                      <a:pt x="0" y="317"/>
                    </a:cubicBezTo>
                    <a:cubicBezTo>
                      <a:pt x="0" y="342"/>
                      <a:pt x="17" y="367"/>
                      <a:pt x="42" y="367"/>
                    </a:cubicBezTo>
                    <a:cubicBezTo>
                      <a:pt x="66" y="367"/>
                      <a:pt x="91" y="342"/>
                      <a:pt x="91" y="317"/>
                    </a:cubicBezTo>
                    <a:cubicBezTo>
                      <a:pt x="91" y="218"/>
                      <a:pt x="91" y="118"/>
                      <a:pt x="66" y="19"/>
                    </a:cubicBezTo>
                    <a:cubicBezTo>
                      <a:pt x="66" y="7"/>
                      <a:pt x="56" y="0"/>
                      <a:pt x="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4" name="Google Shape;1874;p2"/>
              <p:cNvSpPr/>
              <p:nvPr/>
            </p:nvSpPr>
            <p:spPr>
              <a:xfrm>
                <a:off x="4142450" y="2956475"/>
                <a:ext cx="6450" cy="29025"/>
              </a:xfrm>
              <a:custGeom>
                <a:rect b="b" l="l" r="r" t="t"/>
                <a:pathLst>
                  <a:path extrusionOk="0" h="1161" w="258">
                    <a:moveTo>
                      <a:pt x="113" y="1"/>
                    </a:moveTo>
                    <a:cubicBezTo>
                      <a:pt x="98" y="1"/>
                      <a:pt x="85" y="8"/>
                      <a:pt x="75" y="18"/>
                    </a:cubicBezTo>
                    <a:cubicBezTo>
                      <a:pt x="33" y="51"/>
                      <a:pt x="33" y="93"/>
                      <a:pt x="25" y="142"/>
                    </a:cubicBezTo>
                    <a:cubicBezTo>
                      <a:pt x="0" y="209"/>
                      <a:pt x="17" y="291"/>
                      <a:pt x="17" y="366"/>
                    </a:cubicBezTo>
                    <a:cubicBezTo>
                      <a:pt x="25" y="449"/>
                      <a:pt x="33" y="523"/>
                      <a:pt x="42" y="606"/>
                    </a:cubicBezTo>
                    <a:cubicBezTo>
                      <a:pt x="50" y="772"/>
                      <a:pt x="83" y="929"/>
                      <a:pt x="108" y="1095"/>
                    </a:cubicBezTo>
                    <a:cubicBezTo>
                      <a:pt x="112" y="1138"/>
                      <a:pt x="147" y="1160"/>
                      <a:pt x="180" y="1160"/>
                    </a:cubicBezTo>
                    <a:cubicBezTo>
                      <a:pt x="211" y="1160"/>
                      <a:pt x="240" y="1140"/>
                      <a:pt x="240" y="1095"/>
                    </a:cubicBezTo>
                    <a:cubicBezTo>
                      <a:pt x="240" y="913"/>
                      <a:pt x="257" y="722"/>
                      <a:pt x="249" y="540"/>
                    </a:cubicBezTo>
                    <a:cubicBezTo>
                      <a:pt x="249" y="449"/>
                      <a:pt x="240" y="349"/>
                      <a:pt x="232" y="258"/>
                    </a:cubicBezTo>
                    <a:cubicBezTo>
                      <a:pt x="232" y="209"/>
                      <a:pt x="224" y="167"/>
                      <a:pt x="207" y="117"/>
                    </a:cubicBezTo>
                    <a:cubicBezTo>
                      <a:pt x="191" y="76"/>
                      <a:pt x="183" y="35"/>
                      <a:pt x="141" y="10"/>
                    </a:cubicBezTo>
                    <a:cubicBezTo>
                      <a:pt x="132" y="3"/>
                      <a:pt x="122" y="1"/>
                      <a:pt x="1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5" name="Google Shape;1875;p2"/>
              <p:cNvSpPr/>
              <p:nvPr/>
            </p:nvSpPr>
            <p:spPr>
              <a:xfrm>
                <a:off x="4132925" y="2952975"/>
                <a:ext cx="3125" cy="9775"/>
              </a:xfrm>
              <a:custGeom>
                <a:rect b="b" l="l" r="r" t="t"/>
                <a:pathLst>
                  <a:path extrusionOk="0" h="391" w="125">
                    <a:moveTo>
                      <a:pt x="61" y="1"/>
                    </a:moveTo>
                    <a:cubicBezTo>
                      <a:pt x="48" y="1"/>
                      <a:pt x="33" y="9"/>
                      <a:pt x="25" y="25"/>
                    </a:cubicBezTo>
                    <a:cubicBezTo>
                      <a:pt x="17" y="50"/>
                      <a:pt x="17" y="75"/>
                      <a:pt x="8" y="108"/>
                    </a:cubicBezTo>
                    <a:cubicBezTo>
                      <a:pt x="8" y="133"/>
                      <a:pt x="8" y="158"/>
                      <a:pt x="8" y="183"/>
                    </a:cubicBezTo>
                    <a:cubicBezTo>
                      <a:pt x="8" y="208"/>
                      <a:pt x="0" y="233"/>
                      <a:pt x="0" y="257"/>
                    </a:cubicBezTo>
                    <a:cubicBezTo>
                      <a:pt x="0" y="282"/>
                      <a:pt x="0" y="307"/>
                      <a:pt x="0" y="332"/>
                    </a:cubicBezTo>
                    <a:cubicBezTo>
                      <a:pt x="0" y="357"/>
                      <a:pt x="25" y="390"/>
                      <a:pt x="58" y="390"/>
                    </a:cubicBezTo>
                    <a:cubicBezTo>
                      <a:pt x="91" y="390"/>
                      <a:pt x="124" y="365"/>
                      <a:pt x="124" y="332"/>
                    </a:cubicBezTo>
                    <a:cubicBezTo>
                      <a:pt x="124" y="307"/>
                      <a:pt x="124" y="282"/>
                      <a:pt x="124" y="257"/>
                    </a:cubicBezTo>
                    <a:cubicBezTo>
                      <a:pt x="124" y="233"/>
                      <a:pt x="116" y="208"/>
                      <a:pt x="116" y="183"/>
                    </a:cubicBezTo>
                    <a:cubicBezTo>
                      <a:pt x="108" y="158"/>
                      <a:pt x="108" y="133"/>
                      <a:pt x="108" y="108"/>
                    </a:cubicBezTo>
                    <a:cubicBezTo>
                      <a:pt x="108" y="75"/>
                      <a:pt x="100" y="50"/>
                      <a:pt x="91" y="25"/>
                    </a:cubicBezTo>
                    <a:cubicBezTo>
                      <a:pt x="87" y="9"/>
                      <a:pt x="75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6" name="Google Shape;1876;p2"/>
              <p:cNvSpPr/>
              <p:nvPr/>
            </p:nvSpPr>
            <p:spPr>
              <a:xfrm>
                <a:off x="4159300" y="2864150"/>
                <a:ext cx="16725" cy="37225"/>
              </a:xfrm>
              <a:custGeom>
                <a:rect b="b" l="l" r="r" t="t"/>
                <a:pathLst>
                  <a:path extrusionOk="0" h="1489" w="669">
                    <a:moveTo>
                      <a:pt x="462" y="0"/>
                    </a:moveTo>
                    <a:cubicBezTo>
                      <a:pt x="415" y="0"/>
                      <a:pt x="367" y="41"/>
                      <a:pt x="362" y="99"/>
                    </a:cubicBezTo>
                    <a:cubicBezTo>
                      <a:pt x="345" y="206"/>
                      <a:pt x="337" y="322"/>
                      <a:pt x="304" y="430"/>
                    </a:cubicBezTo>
                    <a:cubicBezTo>
                      <a:pt x="279" y="538"/>
                      <a:pt x="229" y="637"/>
                      <a:pt x="196" y="745"/>
                    </a:cubicBezTo>
                    <a:cubicBezTo>
                      <a:pt x="113" y="960"/>
                      <a:pt x="30" y="1184"/>
                      <a:pt x="6" y="1416"/>
                    </a:cubicBezTo>
                    <a:cubicBezTo>
                      <a:pt x="1" y="1465"/>
                      <a:pt x="37" y="1488"/>
                      <a:pt x="74" y="1488"/>
                    </a:cubicBezTo>
                    <a:cubicBezTo>
                      <a:pt x="99" y="1488"/>
                      <a:pt x="125" y="1478"/>
                      <a:pt x="138" y="1457"/>
                    </a:cubicBezTo>
                    <a:cubicBezTo>
                      <a:pt x="287" y="1242"/>
                      <a:pt x="370" y="993"/>
                      <a:pt x="453" y="761"/>
                    </a:cubicBezTo>
                    <a:cubicBezTo>
                      <a:pt x="536" y="546"/>
                      <a:pt x="668" y="264"/>
                      <a:pt x="536" y="49"/>
                    </a:cubicBezTo>
                    <a:cubicBezTo>
                      <a:pt x="517" y="15"/>
                      <a:pt x="490" y="0"/>
                      <a:pt x="4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7" name="Google Shape;1877;p2"/>
              <p:cNvSpPr/>
              <p:nvPr/>
            </p:nvSpPr>
            <p:spPr>
              <a:xfrm>
                <a:off x="4155900" y="2870500"/>
                <a:ext cx="5200" cy="15025"/>
              </a:xfrm>
              <a:custGeom>
                <a:rect b="b" l="l" r="r" t="t"/>
                <a:pathLst>
                  <a:path extrusionOk="0" h="601" w="208">
                    <a:moveTo>
                      <a:pt x="163" y="1"/>
                    </a:moveTo>
                    <a:cubicBezTo>
                      <a:pt x="151" y="1"/>
                      <a:pt x="139" y="6"/>
                      <a:pt x="133" y="19"/>
                    </a:cubicBezTo>
                    <a:cubicBezTo>
                      <a:pt x="67" y="176"/>
                      <a:pt x="34" y="350"/>
                      <a:pt x="1" y="524"/>
                    </a:cubicBezTo>
                    <a:cubicBezTo>
                      <a:pt x="1" y="557"/>
                      <a:pt x="9" y="590"/>
                      <a:pt x="42" y="599"/>
                    </a:cubicBezTo>
                    <a:cubicBezTo>
                      <a:pt x="47" y="600"/>
                      <a:pt x="51" y="600"/>
                      <a:pt x="56" y="600"/>
                    </a:cubicBezTo>
                    <a:cubicBezTo>
                      <a:pt x="86" y="600"/>
                      <a:pt x="117" y="579"/>
                      <a:pt x="117" y="557"/>
                    </a:cubicBezTo>
                    <a:cubicBezTo>
                      <a:pt x="158" y="383"/>
                      <a:pt x="208" y="217"/>
                      <a:pt x="208" y="43"/>
                    </a:cubicBezTo>
                    <a:cubicBezTo>
                      <a:pt x="208" y="17"/>
                      <a:pt x="185" y="1"/>
                      <a:pt x="1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8" name="Google Shape;1878;p2"/>
              <p:cNvSpPr/>
              <p:nvPr/>
            </p:nvSpPr>
            <p:spPr>
              <a:xfrm>
                <a:off x="4170200" y="2849625"/>
                <a:ext cx="3550" cy="2700"/>
              </a:xfrm>
              <a:custGeom>
                <a:rect b="b" l="l" r="r" t="t"/>
                <a:pathLst>
                  <a:path extrusionOk="0" h="108" w="142">
                    <a:moveTo>
                      <a:pt x="75" y="0"/>
                    </a:moveTo>
                    <a:cubicBezTo>
                      <a:pt x="0" y="0"/>
                      <a:pt x="0" y="108"/>
                      <a:pt x="75" y="108"/>
                    </a:cubicBezTo>
                    <a:cubicBezTo>
                      <a:pt x="141" y="108"/>
                      <a:pt x="141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9" name="Google Shape;1879;p2"/>
              <p:cNvSpPr/>
              <p:nvPr/>
            </p:nvSpPr>
            <p:spPr>
              <a:xfrm>
                <a:off x="4282475" y="2771925"/>
                <a:ext cx="8300" cy="34275"/>
              </a:xfrm>
              <a:custGeom>
                <a:rect b="b" l="l" r="r" t="t"/>
                <a:pathLst>
                  <a:path extrusionOk="0" h="1371" w="332">
                    <a:moveTo>
                      <a:pt x="60" y="1"/>
                    </a:moveTo>
                    <a:cubicBezTo>
                      <a:pt x="29" y="1"/>
                      <a:pt x="0" y="21"/>
                      <a:pt x="0" y="59"/>
                    </a:cubicBezTo>
                    <a:cubicBezTo>
                      <a:pt x="0" y="117"/>
                      <a:pt x="17" y="167"/>
                      <a:pt x="33" y="217"/>
                    </a:cubicBezTo>
                    <a:cubicBezTo>
                      <a:pt x="42" y="275"/>
                      <a:pt x="50" y="324"/>
                      <a:pt x="66" y="382"/>
                    </a:cubicBezTo>
                    <a:cubicBezTo>
                      <a:pt x="91" y="482"/>
                      <a:pt x="108" y="581"/>
                      <a:pt x="124" y="681"/>
                    </a:cubicBezTo>
                    <a:cubicBezTo>
                      <a:pt x="141" y="780"/>
                      <a:pt x="158" y="888"/>
                      <a:pt x="166" y="987"/>
                    </a:cubicBezTo>
                    <a:cubicBezTo>
                      <a:pt x="174" y="1103"/>
                      <a:pt x="199" y="1211"/>
                      <a:pt x="199" y="1327"/>
                    </a:cubicBezTo>
                    <a:cubicBezTo>
                      <a:pt x="203" y="1356"/>
                      <a:pt x="226" y="1370"/>
                      <a:pt x="249" y="1370"/>
                    </a:cubicBezTo>
                    <a:cubicBezTo>
                      <a:pt x="272" y="1370"/>
                      <a:pt x="294" y="1356"/>
                      <a:pt x="298" y="1327"/>
                    </a:cubicBezTo>
                    <a:cubicBezTo>
                      <a:pt x="298" y="1211"/>
                      <a:pt x="323" y="1103"/>
                      <a:pt x="323" y="987"/>
                    </a:cubicBezTo>
                    <a:cubicBezTo>
                      <a:pt x="332" y="871"/>
                      <a:pt x="332" y="755"/>
                      <a:pt x="315" y="647"/>
                    </a:cubicBezTo>
                    <a:lnTo>
                      <a:pt x="323" y="647"/>
                    </a:lnTo>
                    <a:cubicBezTo>
                      <a:pt x="315" y="531"/>
                      <a:pt x="298" y="424"/>
                      <a:pt x="265" y="316"/>
                    </a:cubicBezTo>
                    <a:cubicBezTo>
                      <a:pt x="249" y="258"/>
                      <a:pt x="232" y="208"/>
                      <a:pt x="199" y="159"/>
                    </a:cubicBezTo>
                    <a:cubicBezTo>
                      <a:pt x="174" y="109"/>
                      <a:pt x="149" y="51"/>
                      <a:pt x="108" y="18"/>
                    </a:cubicBezTo>
                    <a:cubicBezTo>
                      <a:pt x="94" y="6"/>
                      <a:pt x="77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0" name="Google Shape;1880;p2"/>
              <p:cNvSpPr/>
              <p:nvPr/>
            </p:nvSpPr>
            <p:spPr>
              <a:xfrm>
                <a:off x="4275425" y="2749725"/>
                <a:ext cx="2725" cy="5250"/>
              </a:xfrm>
              <a:custGeom>
                <a:rect b="b" l="l" r="r" t="t"/>
                <a:pathLst>
                  <a:path extrusionOk="0" h="210" w="109">
                    <a:moveTo>
                      <a:pt x="59" y="0"/>
                    </a:moveTo>
                    <a:cubicBezTo>
                      <a:pt x="48" y="0"/>
                      <a:pt x="38" y="7"/>
                      <a:pt x="34" y="19"/>
                    </a:cubicBezTo>
                    <a:cubicBezTo>
                      <a:pt x="25" y="36"/>
                      <a:pt x="25" y="44"/>
                      <a:pt x="17" y="52"/>
                    </a:cubicBezTo>
                    <a:cubicBezTo>
                      <a:pt x="17" y="61"/>
                      <a:pt x="17" y="69"/>
                      <a:pt x="17" y="85"/>
                    </a:cubicBezTo>
                    <a:cubicBezTo>
                      <a:pt x="9" y="102"/>
                      <a:pt x="9" y="127"/>
                      <a:pt x="1" y="143"/>
                    </a:cubicBezTo>
                    <a:cubicBezTo>
                      <a:pt x="1" y="152"/>
                      <a:pt x="1" y="160"/>
                      <a:pt x="1" y="177"/>
                    </a:cubicBezTo>
                    <a:cubicBezTo>
                      <a:pt x="9" y="185"/>
                      <a:pt x="9" y="193"/>
                      <a:pt x="17" y="193"/>
                    </a:cubicBezTo>
                    <a:cubicBezTo>
                      <a:pt x="25" y="210"/>
                      <a:pt x="42" y="210"/>
                      <a:pt x="59" y="210"/>
                    </a:cubicBezTo>
                    <a:cubicBezTo>
                      <a:pt x="67" y="210"/>
                      <a:pt x="83" y="210"/>
                      <a:pt x="92" y="193"/>
                    </a:cubicBezTo>
                    <a:cubicBezTo>
                      <a:pt x="108" y="185"/>
                      <a:pt x="108" y="160"/>
                      <a:pt x="108" y="143"/>
                    </a:cubicBezTo>
                    <a:cubicBezTo>
                      <a:pt x="108" y="127"/>
                      <a:pt x="100" y="102"/>
                      <a:pt x="100" y="85"/>
                    </a:cubicBezTo>
                    <a:cubicBezTo>
                      <a:pt x="92" y="69"/>
                      <a:pt x="92" y="61"/>
                      <a:pt x="92" y="52"/>
                    </a:cubicBezTo>
                    <a:cubicBezTo>
                      <a:pt x="92" y="44"/>
                      <a:pt x="83" y="36"/>
                      <a:pt x="83" y="19"/>
                    </a:cubicBezTo>
                    <a:cubicBezTo>
                      <a:pt x="79" y="7"/>
                      <a:pt x="69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1" name="Google Shape;1881;p2"/>
              <p:cNvSpPr/>
              <p:nvPr/>
            </p:nvSpPr>
            <p:spPr>
              <a:xfrm>
                <a:off x="4281900" y="2738050"/>
                <a:ext cx="26475" cy="82800"/>
              </a:xfrm>
              <a:custGeom>
                <a:rect b="b" l="l" r="r" t="t"/>
                <a:pathLst>
                  <a:path extrusionOk="0" h="3312" w="1059">
                    <a:moveTo>
                      <a:pt x="81" y="1"/>
                    </a:moveTo>
                    <a:cubicBezTo>
                      <a:pt x="34" y="1"/>
                      <a:pt x="0" y="51"/>
                      <a:pt x="7" y="97"/>
                    </a:cubicBezTo>
                    <a:cubicBezTo>
                      <a:pt x="23" y="163"/>
                      <a:pt x="48" y="238"/>
                      <a:pt x="81" y="296"/>
                    </a:cubicBezTo>
                    <a:cubicBezTo>
                      <a:pt x="106" y="362"/>
                      <a:pt x="147" y="420"/>
                      <a:pt x="189" y="486"/>
                    </a:cubicBezTo>
                    <a:cubicBezTo>
                      <a:pt x="255" y="602"/>
                      <a:pt x="321" y="718"/>
                      <a:pt x="379" y="834"/>
                    </a:cubicBezTo>
                    <a:cubicBezTo>
                      <a:pt x="504" y="1074"/>
                      <a:pt x="603" y="1323"/>
                      <a:pt x="686" y="1588"/>
                    </a:cubicBezTo>
                    <a:cubicBezTo>
                      <a:pt x="769" y="1853"/>
                      <a:pt x="827" y="2118"/>
                      <a:pt x="852" y="2400"/>
                    </a:cubicBezTo>
                    <a:cubicBezTo>
                      <a:pt x="868" y="2682"/>
                      <a:pt x="868" y="2972"/>
                      <a:pt x="802" y="3253"/>
                    </a:cubicBezTo>
                    <a:cubicBezTo>
                      <a:pt x="792" y="3288"/>
                      <a:pt x="821" y="3311"/>
                      <a:pt x="850" y="3311"/>
                    </a:cubicBezTo>
                    <a:cubicBezTo>
                      <a:pt x="868" y="3311"/>
                      <a:pt x="887" y="3301"/>
                      <a:pt x="893" y="3278"/>
                    </a:cubicBezTo>
                    <a:cubicBezTo>
                      <a:pt x="993" y="2988"/>
                      <a:pt x="1059" y="2707"/>
                      <a:pt x="1059" y="2400"/>
                    </a:cubicBezTo>
                    <a:cubicBezTo>
                      <a:pt x="1051" y="2110"/>
                      <a:pt x="1009" y="1812"/>
                      <a:pt x="926" y="1538"/>
                    </a:cubicBezTo>
                    <a:lnTo>
                      <a:pt x="926" y="1530"/>
                    </a:lnTo>
                    <a:cubicBezTo>
                      <a:pt x="852" y="1257"/>
                      <a:pt x="736" y="992"/>
                      <a:pt x="611" y="735"/>
                    </a:cubicBezTo>
                    <a:cubicBezTo>
                      <a:pt x="545" y="602"/>
                      <a:pt x="479" y="478"/>
                      <a:pt x="404" y="354"/>
                    </a:cubicBezTo>
                    <a:cubicBezTo>
                      <a:pt x="330" y="229"/>
                      <a:pt x="247" y="88"/>
                      <a:pt x="123" y="14"/>
                    </a:cubicBezTo>
                    <a:cubicBezTo>
                      <a:pt x="108" y="5"/>
                      <a:pt x="94" y="1"/>
                      <a:pt x="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2" name="Google Shape;1882;p2"/>
              <p:cNvSpPr/>
              <p:nvPr/>
            </p:nvSpPr>
            <p:spPr>
              <a:xfrm>
                <a:off x="4277075" y="2722550"/>
                <a:ext cx="4175" cy="7400"/>
              </a:xfrm>
              <a:custGeom>
                <a:rect b="b" l="l" r="r" t="t"/>
                <a:pathLst>
                  <a:path extrusionOk="0" h="296" w="167">
                    <a:moveTo>
                      <a:pt x="36" y="1"/>
                    </a:moveTo>
                    <a:cubicBezTo>
                      <a:pt x="22" y="1"/>
                      <a:pt x="9" y="9"/>
                      <a:pt x="9" y="21"/>
                    </a:cubicBezTo>
                    <a:cubicBezTo>
                      <a:pt x="1" y="62"/>
                      <a:pt x="1" y="95"/>
                      <a:pt x="9" y="128"/>
                    </a:cubicBezTo>
                    <a:cubicBezTo>
                      <a:pt x="9" y="170"/>
                      <a:pt x="26" y="211"/>
                      <a:pt x="34" y="244"/>
                    </a:cubicBezTo>
                    <a:cubicBezTo>
                      <a:pt x="48" y="273"/>
                      <a:pt x="75" y="296"/>
                      <a:pt x="104" y="296"/>
                    </a:cubicBezTo>
                    <a:cubicBezTo>
                      <a:pt x="108" y="296"/>
                      <a:pt x="112" y="295"/>
                      <a:pt x="117" y="294"/>
                    </a:cubicBezTo>
                    <a:cubicBezTo>
                      <a:pt x="150" y="278"/>
                      <a:pt x="166" y="244"/>
                      <a:pt x="158" y="211"/>
                    </a:cubicBezTo>
                    <a:cubicBezTo>
                      <a:pt x="150" y="178"/>
                      <a:pt x="142" y="137"/>
                      <a:pt x="117" y="95"/>
                    </a:cubicBezTo>
                    <a:cubicBezTo>
                      <a:pt x="109" y="87"/>
                      <a:pt x="100" y="70"/>
                      <a:pt x="92" y="54"/>
                    </a:cubicBezTo>
                    <a:cubicBezTo>
                      <a:pt x="92" y="46"/>
                      <a:pt x="84" y="37"/>
                      <a:pt x="75" y="29"/>
                    </a:cubicBezTo>
                    <a:cubicBezTo>
                      <a:pt x="67" y="21"/>
                      <a:pt x="59" y="12"/>
                      <a:pt x="51" y="4"/>
                    </a:cubicBezTo>
                    <a:cubicBezTo>
                      <a:pt x="46" y="2"/>
                      <a:pt x="41" y="1"/>
                      <a:pt x="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3" name="Google Shape;1883;p2"/>
              <p:cNvSpPr/>
              <p:nvPr/>
            </p:nvSpPr>
            <p:spPr>
              <a:xfrm>
                <a:off x="4322850" y="2415025"/>
                <a:ext cx="14125" cy="13500"/>
              </a:xfrm>
              <a:custGeom>
                <a:rect b="b" l="l" r="r" t="t"/>
                <a:pathLst>
                  <a:path extrusionOk="0" h="540" w="565">
                    <a:moveTo>
                      <a:pt x="64" y="1"/>
                    </a:moveTo>
                    <a:cubicBezTo>
                      <a:pt x="46" y="1"/>
                      <a:pt x="28" y="10"/>
                      <a:pt x="17" y="26"/>
                    </a:cubicBezTo>
                    <a:cubicBezTo>
                      <a:pt x="1" y="43"/>
                      <a:pt x="1" y="84"/>
                      <a:pt x="17" y="101"/>
                    </a:cubicBezTo>
                    <a:cubicBezTo>
                      <a:pt x="51" y="134"/>
                      <a:pt x="92" y="167"/>
                      <a:pt x="117" y="200"/>
                    </a:cubicBezTo>
                    <a:cubicBezTo>
                      <a:pt x="125" y="208"/>
                      <a:pt x="133" y="217"/>
                      <a:pt x="142" y="233"/>
                    </a:cubicBezTo>
                    <a:cubicBezTo>
                      <a:pt x="150" y="242"/>
                      <a:pt x="158" y="250"/>
                      <a:pt x="167" y="258"/>
                    </a:cubicBezTo>
                    <a:cubicBezTo>
                      <a:pt x="183" y="275"/>
                      <a:pt x="200" y="291"/>
                      <a:pt x="216" y="308"/>
                    </a:cubicBezTo>
                    <a:cubicBezTo>
                      <a:pt x="249" y="341"/>
                      <a:pt x="291" y="374"/>
                      <a:pt x="324" y="399"/>
                    </a:cubicBezTo>
                    <a:cubicBezTo>
                      <a:pt x="341" y="415"/>
                      <a:pt x="349" y="424"/>
                      <a:pt x="365" y="432"/>
                    </a:cubicBezTo>
                    <a:cubicBezTo>
                      <a:pt x="374" y="440"/>
                      <a:pt x="382" y="449"/>
                      <a:pt x="390" y="457"/>
                    </a:cubicBezTo>
                    <a:cubicBezTo>
                      <a:pt x="399" y="465"/>
                      <a:pt x="407" y="465"/>
                      <a:pt x="415" y="473"/>
                    </a:cubicBezTo>
                    <a:cubicBezTo>
                      <a:pt x="415" y="473"/>
                      <a:pt x="423" y="482"/>
                      <a:pt x="423" y="482"/>
                    </a:cubicBezTo>
                    <a:cubicBezTo>
                      <a:pt x="423" y="490"/>
                      <a:pt x="423" y="490"/>
                      <a:pt x="432" y="498"/>
                    </a:cubicBezTo>
                    <a:cubicBezTo>
                      <a:pt x="432" y="498"/>
                      <a:pt x="444" y="517"/>
                      <a:pt x="442" y="517"/>
                    </a:cubicBezTo>
                    <a:cubicBezTo>
                      <a:pt x="442" y="517"/>
                      <a:pt x="441" y="516"/>
                      <a:pt x="440" y="515"/>
                    </a:cubicBezTo>
                    <a:lnTo>
                      <a:pt x="440" y="515"/>
                    </a:lnTo>
                    <a:cubicBezTo>
                      <a:pt x="452" y="531"/>
                      <a:pt x="471" y="540"/>
                      <a:pt x="490" y="540"/>
                    </a:cubicBezTo>
                    <a:cubicBezTo>
                      <a:pt x="508" y="540"/>
                      <a:pt x="527" y="531"/>
                      <a:pt x="539" y="515"/>
                    </a:cubicBezTo>
                    <a:cubicBezTo>
                      <a:pt x="564" y="482"/>
                      <a:pt x="556" y="449"/>
                      <a:pt x="556" y="415"/>
                    </a:cubicBezTo>
                    <a:cubicBezTo>
                      <a:pt x="548" y="415"/>
                      <a:pt x="548" y="407"/>
                      <a:pt x="548" y="399"/>
                    </a:cubicBezTo>
                    <a:cubicBezTo>
                      <a:pt x="548" y="391"/>
                      <a:pt x="548" y="382"/>
                      <a:pt x="539" y="374"/>
                    </a:cubicBezTo>
                    <a:cubicBezTo>
                      <a:pt x="539" y="366"/>
                      <a:pt x="531" y="349"/>
                      <a:pt x="523" y="341"/>
                    </a:cubicBezTo>
                    <a:cubicBezTo>
                      <a:pt x="490" y="291"/>
                      <a:pt x="448" y="258"/>
                      <a:pt x="399" y="217"/>
                    </a:cubicBezTo>
                    <a:cubicBezTo>
                      <a:pt x="349" y="184"/>
                      <a:pt x="299" y="142"/>
                      <a:pt x="241" y="109"/>
                    </a:cubicBezTo>
                    <a:cubicBezTo>
                      <a:pt x="216" y="92"/>
                      <a:pt x="191" y="84"/>
                      <a:pt x="167" y="68"/>
                    </a:cubicBezTo>
                    <a:cubicBezTo>
                      <a:pt x="142" y="51"/>
                      <a:pt x="117" y="26"/>
                      <a:pt x="92" y="10"/>
                    </a:cubicBezTo>
                    <a:cubicBezTo>
                      <a:pt x="83" y="4"/>
                      <a:pt x="73" y="1"/>
                      <a:pt x="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4" name="Google Shape;1884;p2"/>
              <p:cNvSpPr/>
              <p:nvPr/>
            </p:nvSpPr>
            <p:spPr>
              <a:xfrm>
                <a:off x="4339650" y="2433200"/>
                <a:ext cx="8700" cy="6725"/>
              </a:xfrm>
              <a:custGeom>
                <a:rect b="b" l="l" r="r" t="t"/>
                <a:pathLst>
                  <a:path extrusionOk="0" h="269" w="348">
                    <a:moveTo>
                      <a:pt x="67" y="0"/>
                    </a:moveTo>
                    <a:cubicBezTo>
                      <a:pt x="50" y="0"/>
                      <a:pt x="29" y="8"/>
                      <a:pt x="17" y="20"/>
                    </a:cubicBezTo>
                    <a:cubicBezTo>
                      <a:pt x="8" y="36"/>
                      <a:pt x="0" y="70"/>
                      <a:pt x="25" y="86"/>
                    </a:cubicBezTo>
                    <a:cubicBezTo>
                      <a:pt x="66" y="119"/>
                      <a:pt x="108" y="152"/>
                      <a:pt x="157" y="186"/>
                    </a:cubicBezTo>
                    <a:cubicBezTo>
                      <a:pt x="207" y="227"/>
                      <a:pt x="249" y="268"/>
                      <a:pt x="315" y="268"/>
                    </a:cubicBezTo>
                    <a:cubicBezTo>
                      <a:pt x="331" y="268"/>
                      <a:pt x="348" y="252"/>
                      <a:pt x="348" y="235"/>
                    </a:cubicBezTo>
                    <a:cubicBezTo>
                      <a:pt x="323" y="177"/>
                      <a:pt x="273" y="136"/>
                      <a:pt x="224" y="103"/>
                    </a:cubicBezTo>
                    <a:cubicBezTo>
                      <a:pt x="174" y="70"/>
                      <a:pt x="124" y="36"/>
                      <a:pt x="83" y="3"/>
                    </a:cubicBezTo>
                    <a:cubicBezTo>
                      <a:pt x="78" y="1"/>
                      <a:pt x="73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5" name="Google Shape;1885;p2"/>
              <p:cNvSpPr/>
              <p:nvPr/>
            </p:nvSpPr>
            <p:spPr>
              <a:xfrm>
                <a:off x="4161500" y="2311675"/>
                <a:ext cx="82925" cy="11725"/>
              </a:xfrm>
              <a:custGeom>
                <a:rect b="b" l="l" r="r" t="t"/>
                <a:pathLst>
                  <a:path extrusionOk="0" h="469" w="3317">
                    <a:moveTo>
                      <a:pt x="778" y="1"/>
                    </a:moveTo>
                    <a:cubicBezTo>
                      <a:pt x="536" y="1"/>
                      <a:pt x="225" y="8"/>
                      <a:pt x="42" y="191"/>
                    </a:cubicBezTo>
                    <a:cubicBezTo>
                      <a:pt x="0" y="233"/>
                      <a:pt x="34" y="299"/>
                      <a:pt x="92" y="307"/>
                    </a:cubicBezTo>
                    <a:cubicBezTo>
                      <a:pt x="105" y="308"/>
                      <a:pt x="119" y="309"/>
                      <a:pt x="132" y="309"/>
                    </a:cubicBezTo>
                    <a:cubicBezTo>
                      <a:pt x="244" y="309"/>
                      <a:pt x="362" y="281"/>
                      <a:pt x="473" y="266"/>
                    </a:cubicBezTo>
                    <a:cubicBezTo>
                      <a:pt x="566" y="260"/>
                      <a:pt x="660" y="254"/>
                      <a:pt x="754" y="254"/>
                    </a:cubicBezTo>
                    <a:cubicBezTo>
                      <a:pt x="793" y="254"/>
                      <a:pt x="832" y="255"/>
                      <a:pt x="870" y="258"/>
                    </a:cubicBezTo>
                    <a:cubicBezTo>
                      <a:pt x="1127" y="266"/>
                      <a:pt x="1392" y="291"/>
                      <a:pt x="1658" y="291"/>
                    </a:cubicBezTo>
                    <a:cubicBezTo>
                      <a:pt x="1862" y="291"/>
                      <a:pt x="2065" y="266"/>
                      <a:pt x="2269" y="266"/>
                    </a:cubicBezTo>
                    <a:cubicBezTo>
                      <a:pt x="2331" y="266"/>
                      <a:pt x="2392" y="268"/>
                      <a:pt x="2453" y="274"/>
                    </a:cubicBezTo>
                    <a:cubicBezTo>
                      <a:pt x="2577" y="282"/>
                      <a:pt x="2710" y="307"/>
                      <a:pt x="2826" y="340"/>
                    </a:cubicBezTo>
                    <a:cubicBezTo>
                      <a:pt x="2950" y="374"/>
                      <a:pt x="3074" y="432"/>
                      <a:pt x="3190" y="465"/>
                    </a:cubicBezTo>
                    <a:cubicBezTo>
                      <a:pt x="3198" y="467"/>
                      <a:pt x="3206" y="469"/>
                      <a:pt x="3214" y="469"/>
                    </a:cubicBezTo>
                    <a:cubicBezTo>
                      <a:pt x="3276" y="469"/>
                      <a:pt x="3317" y="385"/>
                      <a:pt x="3265" y="340"/>
                    </a:cubicBezTo>
                    <a:cubicBezTo>
                      <a:pt x="3066" y="166"/>
                      <a:pt x="2768" y="75"/>
                      <a:pt x="2511" y="34"/>
                    </a:cubicBezTo>
                    <a:cubicBezTo>
                      <a:pt x="2420" y="21"/>
                      <a:pt x="2330" y="16"/>
                      <a:pt x="2240" y="16"/>
                    </a:cubicBezTo>
                    <a:cubicBezTo>
                      <a:pt x="2052" y="16"/>
                      <a:pt x="1865" y="37"/>
                      <a:pt x="1674" y="42"/>
                    </a:cubicBezTo>
                    <a:cubicBezTo>
                      <a:pt x="1392" y="42"/>
                      <a:pt x="1119" y="9"/>
                      <a:pt x="837" y="1"/>
                    </a:cubicBezTo>
                    <a:cubicBezTo>
                      <a:pt x="818" y="1"/>
                      <a:pt x="798" y="1"/>
                      <a:pt x="778" y="1"/>
                    </a:cubicBezTo>
                    <a:close/>
                  </a:path>
                </a:pathLst>
              </a:custGeom>
              <a:solidFill>
                <a:srgbClr val="FFF9E0">
                  <a:alpha val="2156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6" name="Google Shape;1886;p2"/>
              <p:cNvSpPr/>
              <p:nvPr/>
            </p:nvSpPr>
            <p:spPr>
              <a:xfrm>
                <a:off x="4227775" y="232282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62" y="0"/>
                    </a:moveTo>
                    <a:cubicBezTo>
                      <a:pt x="40" y="0"/>
                      <a:pt x="16" y="15"/>
                      <a:pt x="9" y="35"/>
                    </a:cubicBezTo>
                    <a:cubicBezTo>
                      <a:pt x="1" y="68"/>
                      <a:pt x="17" y="93"/>
                      <a:pt x="51" y="102"/>
                    </a:cubicBezTo>
                    <a:cubicBezTo>
                      <a:pt x="75" y="110"/>
                      <a:pt x="109" y="118"/>
                      <a:pt x="142" y="135"/>
                    </a:cubicBezTo>
                    <a:cubicBezTo>
                      <a:pt x="175" y="143"/>
                      <a:pt x="191" y="151"/>
                      <a:pt x="225" y="168"/>
                    </a:cubicBezTo>
                    <a:cubicBezTo>
                      <a:pt x="249" y="176"/>
                      <a:pt x="274" y="193"/>
                      <a:pt x="307" y="209"/>
                    </a:cubicBezTo>
                    <a:cubicBezTo>
                      <a:pt x="324" y="218"/>
                      <a:pt x="332" y="218"/>
                      <a:pt x="349" y="218"/>
                    </a:cubicBezTo>
                    <a:cubicBezTo>
                      <a:pt x="341" y="218"/>
                      <a:pt x="357" y="226"/>
                      <a:pt x="357" y="226"/>
                    </a:cubicBezTo>
                    <a:cubicBezTo>
                      <a:pt x="374" y="234"/>
                      <a:pt x="390" y="234"/>
                      <a:pt x="407" y="234"/>
                    </a:cubicBezTo>
                    <a:cubicBezTo>
                      <a:pt x="432" y="234"/>
                      <a:pt x="457" y="209"/>
                      <a:pt x="448" y="193"/>
                    </a:cubicBezTo>
                    <a:lnTo>
                      <a:pt x="440" y="193"/>
                    </a:lnTo>
                    <a:cubicBezTo>
                      <a:pt x="440" y="176"/>
                      <a:pt x="423" y="160"/>
                      <a:pt x="415" y="143"/>
                    </a:cubicBezTo>
                    <a:cubicBezTo>
                      <a:pt x="407" y="143"/>
                      <a:pt x="407" y="143"/>
                      <a:pt x="407" y="135"/>
                    </a:cubicBezTo>
                    <a:lnTo>
                      <a:pt x="399" y="126"/>
                    </a:lnTo>
                    <a:cubicBezTo>
                      <a:pt x="399" y="126"/>
                      <a:pt x="390" y="118"/>
                      <a:pt x="390" y="118"/>
                    </a:cubicBezTo>
                    <a:cubicBezTo>
                      <a:pt x="382" y="110"/>
                      <a:pt x="382" y="110"/>
                      <a:pt x="374" y="102"/>
                    </a:cubicBezTo>
                    <a:cubicBezTo>
                      <a:pt x="357" y="93"/>
                      <a:pt x="341" y="85"/>
                      <a:pt x="324" y="77"/>
                    </a:cubicBezTo>
                    <a:cubicBezTo>
                      <a:pt x="307" y="68"/>
                      <a:pt x="291" y="60"/>
                      <a:pt x="266" y="52"/>
                    </a:cubicBezTo>
                    <a:cubicBezTo>
                      <a:pt x="208" y="27"/>
                      <a:pt x="142" y="10"/>
                      <a:pt x="75" y="2"/>
                    </a:cubicBezTo>
                    <a:cubicBezTo>
                      <a:pt x="71" y="1"/>
                      <a:pt x="66" y="0"/>
                      <a:pt x="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7" name="Google Shape;1887;p2"/>
              <p:cNvSpPr/>
              <p:nvPr/>
            </p:nvSpPr>
            <p:spPr>
              <a:xfrm>
                <a:off x="4259475" y="2321950"/>
                <a:ext cx="5200" cy="3025"/>
              </a:xfrm>
              <a:custGeom>
                <a:rect b="b" l="l" r="r" t="t"/>
                <a:pathLst>
                  <a:path extrusionOk="0" h="121" w="208">
                    <a:moveTo>
                      <a:pt x="48" y="0"/>
                    </a:moveTo>
                    <a:cubicBezTo>
                      <a:pt x="40" y="0"/>
                      <a:pt x="31" y="4"/>
                      <a:pt x="25" y="4"/>
                    </a:cubicBezTo>
                    <a:cubicBezTo>
                      <a:pt x="17" y="12"/>
                      <a:pt x="9" y="21"/>
                      <a:pt x="1" y="37"/>
                    </a:cubicBezTo>
                    <a:cubicBezTo>
                      <a:pt x="1" y="54"/>
                      <a:pt x="9" y="79"/>
                      <a:pt x="34" y="87"/>
                    </a:cubicBezTo>
                    <a:cubicBezTo>
                      <a:pt x="75" y="95"/>
                      <a:pt x="125" y="112"/>
                      <a:pt x="166" y="120"/>
                    </a:cubicBezTo>
                    <a:cubicBezTo>
                      <a:pt x="183" y="120"/>
                      <a:pt x="199" y="120"/>
                      <a:pt x="208" y="103"/>
                    </a:cubicBezTo>
                    <a:cubicBezTo>
                      <a:pt x="208" y="87"/>
                      <a:pt x="208" y="70"/>
                      <a:pt x="191" y="62"/>
                    </a:cubicBezTo>
                    <a:cubicBezTo>
                      <a:pt x="150" y="37"/>
                      <a:pt x="100" y="21"/>
                      <a:pt x="59" y="4"/>
                    </a:cubicBezTo>
                    <a:cubicBezTo>
                      <a:pt x="56" y="1"/>
                      <a:pt x="52" y="0"/>
                      <a:pt x="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8" name="Google Shape;1888;p2"/>
              <p:cNvSpPr/>
              <p:nvPr/>
            </p:nvSpPr>
            <p:spPr>
              <a:xfrm>
                <a:off x="4264850" y="2318725"/>
                <a:ext cx="23025" cy="14100"/>
              </a:xfrm>
              <a:custGeom>
                <a:rect b="b" l="l" r="r" t="t"/>
                <a:pathLst>
                  <a:path extrusionOk="0" h="564" w="921">
                    <a:moveTo>
                      <a:pt x="67" y="0"/>
                    </a:moveTo>
                    <a:cubicBezTo>
                      <a:pt x="1" y="0"/>
                      <a:pt x="1" y="92"/>
                      <a:pt x="67" y="100"/>
                    </a:cubicBezTo>
                    <a:cubicBezTo>
                      <a:pt x="208" y="116"/>
                      <a:pt x="332" y="183"/>
                      <a:pt x="448" y="257"/>
                    </a:cubicBezTo>
                    <a:cubicBezTo>
                      <a:pt x="506" y="299"/>
                      <a:pt x="556" y="332"/>
                      <a:pt x="606" y="382"/>
                    </a:cubicBezTo>
                    <a:cubicBezTo>
                      <a:pt x="655" y="423"/>
                      <a:pt x="697" y="489"/>
                      <a:pt x="747" y="522"/>
                    </a:cubicBezTo>
                    <a:cubicBezTo>
                      <a:pt x="771" y="547"/>
                      <a:pt x="796" y="564"/>
                      <a:pt x="829" y="564"/>
                    </a:cubicBezTo>
                    <a:cubicBezTo>
                      <a:pt x="863" y="564"/>
                      <a:pt x="887" y="547"/>
                      <a:pt x="904" y="522"/>
                    </a:cubicBezTo>
                    <a:cubicBezTo>
                      <a:pt x="912" y="506"/>
                      <a:pt x="921" y="481"/>
                      <a:pt x="912" y="456"/>
                    </a:cubicBezTo>
                    <a:cubicBezTo>
                      <a:pt x="912" y="456"/>
                      <a:pt x="904" y="440"/>
                      <a:pt x="904" y="440"/>
                    </a:cubicBezTo>
                    <a:cubicBezTo>
                      <a:pt x="896" y="423"/>
                      <a:pt x="896" y="398"/>
                      <a:pt x="887" y="382"/>
                    </a:cubicBezTo>
                    <a:cubicBezTo>
                      <a:pt x="879" y="365"/>
                      <a:pt x="863" y="348"/>
                      <a:pt x="854" y="340"/>
                    </a:cubicBezTo>
                    <a:cubicBezTo>
                      <a:pt x="796" y="266"/>
                      <a:pt x="713" y="191"/>
                      <a:pt x="631" y="141"/>
                    </a:cubicBezTo>
                    <a:cubicBezTo>
                      <a:pt x="465" y="34"/>
                      <a:pt x="266" y="0"/>
                      <a:pt x="67" y="0"/>
                    </a:cubicBezTo>
                    <a:close/>
                  </a:path>
                </a:pathLst>
              </a:custGeom>
              <a:solidFill>
                <a:srgbClr val="FFF9E0">
                  <a:alpha val="2156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9" name="Google Shape;1889;p2"/>
              <p:cNvSpPr/>
              <p:nvPr/>
            </p:nvSpPr>
            <p:spPr>
              <a:xfrm>
                <a:off x="4368025" y="2448775"/>
                <a:ext cx="37725" cy="17850"/>
              </a:xfrm>
              <a:custGeom>
                <a:rect b="b" l="l" r="r" t="t"/>
                <a:pathLst>
                  <a:path extrusionOk="0" h="714" w="1509">
                    <a:moveTo>
                      <a:pt x="1301" y="1"/>
                    </a:moveTo>
                    <a:cubicBezTo>
                      <a:pt x="1267" y="1"/>
                      <a:pt x="1231" y="13"/>
                      <a:pt x="1210" y="35"/>
                    </a:cubicBezTo>
                    <a:cubicBezTo>
                      <a:pt x="1193" y="60"/>
                      <a:pt x="1177" y="93"/>
                      <a:pt x="1177" y="118"/>
                    </a:cubicBezTo>
                    <a:cubicBezTo>
                      <a:pt x="1086" y="143"/>
                      <a:pt x="994" y="167"/>
                      <a:pt x="903" y="201"/>
                    </a:cubicBezTo>
                    <a:cubicBezTo>
                      <a:pt x="804" y="234"/>
                      <a:pt x="696" y="267"/>
                      <a:pt x="588" y="283"/>
                    </a:cubicBezTo>
                    <a:cubicBezTo>
                      <a:pt x="489" y="308"/>
                      <a:pt x="390" y="325"/>
                      <a:pt x="282" y="325"/>
                    </a:cubicBezTo>
                    <a:cubicBezTo>
                      <a:pt x="216" y="325"/>
                      <a:pt x="191" y="391"/>
                      <a:pt x="224" y="441"/>
                    </a:cubicBezTo>
                    <a:lnTo>
                      <a:pt x="166" y="441"/>
                    </a:lnTo>
                    <a:cubicBezTo>
                      <a:pt x="33" y="449"/>
                      <a:pt x="0" y="648"/>
                      <a:pt x="133" y="673"/>
                    </a:cubicBezTo>
                    <a:cubicBezTo>
                      <a:pt x="251" y="700"/>
                      <a:pt x="371" y="713"/>
                      <a:pt x="490" y="713"/>
                    </a:cubicBezTo>
                    <a:cubicBezTo>
                      <a:pt x="662" y="713"/>
                      <a:pt x="833" y="685"/>
                      <a:pt x="994" y="631"/>
                    </a:cubicBezTo>
                    <a:cubicBezTo>
                      <a:pt x="1094" y="623"/>
                      <a:pt x="1193" y="607"/>
                      <a:pt x="1284" y="557"/>
                    </a:cubicBezTo>
                    <a:cubicBezTo>
                      <a:pt x="1359" y="524"/>
                      <a:pt x="1425" y="466"/>
                      <a:pt x="1467" y="399"/>
                    </a:cubicBezTo>
                    <a:cubicBezTo>
                      <a:pt x="1508" y="317"/>
                      <a:pt x="1508" y="217"/>
                      <a:pt x="1442" y="159"/>
                    </a:cubicBezTo>
                    <a:cubicBezTo>
                      <a:pt x="1434" y="118"/>
                      <a:pt x="1409" y="76"/>
                      <a:pt x="1384" y="35"/>
                    </a:cubicBezTo>
                    <a:cubicBezTo>
                      <a:pt x="1364" y="11"/>
                      <a:pt x="1333" y="1"/>
                      <a:pt x="1301" y="1"/>
                    </a:cubicBezTo>
                    <a:close/>
                  </a:path>
                </a:pathLst>
              </a:custGeom>
              <a:solidFill>
                <a:srgbClr val="FFF9E0">
                  <a:alpha val="2156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0" name="Google Shape;1890;p2"/>
              <p:cNvSpPr/>
              <p:nvPr/>
            </p:nvSpPr>
            <p:spPr>
              <a:xfrm>
                <a:off x="4287850" y="2504950"/>
                <a:ext cx="67350" cy="25075"/>
              </a:xfrm>
              <a:custGeom>
                <a:rect b="b" l="l" r="r" t="t"/>
                <a:pathLst>
                  <a:path extrusionOk="0" h="1003" w="2694">
                    <a:moveTo>
                      <a:pt x="1" y="0"/>
                    </a:moveTo>
                    <a:lnTo>
                      <a:pt x="1" y="0"/>
                    </a:lnTo>
                    <a:cubicBezTo>
                      <a:pt x="9" y="8"/>
                      <a:pt x="17" y="17"/>
                      <a:pt x="25" y="25"/>
                    </a:cubicBezTo>
                    <a:cubicBezTo>
                      <a:pt x="42" y="42"/>
                      <a:pt x="59" y="58"/>
                      <a:pt x="67" y="75"/>
                    </a:cubicBezTo>
                    <a:cubicBezTo>
                      <a:pt x="117" y="124"/>
                      <a:pt x="175" y="182"/>
                      <a:pt x="224" y="224"/>
                    </a:cubicBezTo>
                    <a:cubicBezTo>
                      <a:pt x="349" y="332"/>
                      <a:pt x="489" y="431"/>
                      <a:pt x="639" y="506"/>
                    </a:cubicBezTo>
                    <a:cubicBezTo>
                      <a:pt x="771" y="572"/>
                      <a:pt x="912" y="622"/>
                      <a:pt x="1053" y="655"/>
                    </a:cubicBezTo>
                    <a:cubicBezTo>
                      <a:pt x="1202" y="696"/>
                      <a:pt x="1359" y="721"/>
                      <a:pt x="1509" y="771"/>
                    </a:cubicBezTo>
                    <a:cubicBezTo>
                      <a:pt x="1633" y="820"/>
                      <a:pt x="1765" y="878"/>
                      <a:pt x="1881" y="953"/>
                    </a:cubicBezTo>
                    <a:cubicBezTo>
                      <a:pt x="1898" y="961"/>
                      <a:pt x="1915" y="970"/>
                      <a:pt x="1923" y="978"/>
                    </a:cubicBezTo>
                    <a:lnTo>
                      <a:pt x="1948" y="994"/>
                    </a:lnTo>
                    <a:cubicBezTo>
                      <a:pt x="1964" y="994"/>
                      <a:pt x="1989" y="994"/>
                      <a:pt x="2006" y="1003"/>
                    </a:cubicBezTo>
                    <a:cubicBezTo>
                      <a:pt x="2031" y="994"/>
                      <a:pt x="2055" y="986"/>
                      <a:pt x="2080" y="978"/>
                    </a:cubicBezTo>
                    <a:cubicBezTo>
                      <a:pt x="2229" y="903"/>
                      <a:pt x="2370" y="804"/>
                      <a:pt x="2536" y="762"/>
                    </a:cubicBezTo>
                    <a:cubicBezTo>
                      <a:pt x="2586" y="746"/>
                      <a:pt x="2644" y="729"/>
                      <a:pt x="2693" y="729"/>
                    </a:cubicBezTo>
                    <a:cubicBezTo>
                      <a:pt x="2693" y="721"/>
                      <a:pt x="2685" y="713"/>
                      <a:pt x="2685" y="713"/>
                    </a:cubicBezTo>
                    <a:cubicBezTo>
                      <a:pt x="2652" y="680"/>
                      <a:pt x="2611" y="655"/>
                      <a:pt x="2577" y="630"/>
                    </a:cubicBezTo>
                    <a:cubicBezTo>
                      <a:pt x="2495" y="572"/>
                      <a:pt x="2412" y="522"/>
                      <a:pt x="2329" y="481"/>
                    </a:cubicBezTo>
                    <a:cubicBezTo>
                      <a:pt x="2246" y="423"/>
                      <a:pt x="2155" y="356"/>
                      <a:pt x="2055" y="340"/>
                    </a:cubicBezTo>
                    <a:cubicBezTo>
                      <a:pt x="1964" y="323"/>
                      <a:pt x="1873" y="332"/>
                      <a:pt x="1782" y="323"/>
                    </a:cubicBezTo>
                    <a:cubicBezTo>
                      <a:pt x="1351" y="307"/>
                      <a:pt x="929" y="240"/>
                      <a:pt x="514" y="149"/>
                    </a:cubicBezTo>
                    <a:cubicBezTo>
                      <a:pt x="340" y="108"/>
                      <a:pt x="175" y="58"/>
                      <a:pt x="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1" name="Google Shape;1891;p2"/>
              <p:cNvSpPr/>
              <p:nvPr/>
            </p:nvSpPr>
            <p:spPr>
              <a:xfrm>
                <a:off x="4343575" y="2512200"/>
                <a:ext cx="37725" cy="19475"/>
              </a:xfrm>
              <a:custGeom>
                <a:rect b="b" l="l" r="r" t="t"/>
                <a:pathLst>
                  <a:path extrusionOk="0" h="779" w="1509">
                    <a:moveTo>
                      <a:pt x="498" y="0"/>
                    </a:moveTo>
                    <a:cubicBezTo>
                      <a:pt x="473" y="8"/>
                      <a:pt x="456" y="8"/>
                      <a:pt x="431" y="8"/>
                    </a:cubicBezTo>
                    <a:cubicBezTo>
                      <a:pt x="290" y="25"/>
                      <a:pt x="141" y="33"/>
                      <a:pt x="0" y="42"/>
                    </a:cubicBezTo>
                    <a:cubicBezTo>
                      <a:pt x="50" y="66"/>
                      <a:pt x="92" y="100"/>
                      <a:pt x="133" y="133"/>
                    </a:cubicBezTo>
                    <a:cubicBezTo>
                      <a:pt x="224" y="191"/>
                      <a:pt x="315" y="249"/>
                      <a:pt x="406" y="307"/>
                    </a:cubicBezTo>
                    <a:cubicBezTo>
                      <a:pt x="448" y="340"/>
                      <a:pt x="506" y="381"/>
                      <a:pt x="539" y="431"/>
                    </a:cubicBezTo>
                    <a:cubicBezTo>
                      <a:pt x="597" y="431"/>
                      <a:pt x="647" y="439"/>
                      <a:pt x="696" y="448"/>
                    </a:cubicBezTo>
                    <a:cubicBezTo>
                      <a:pt x="986" y="497"/>
                      <a:pt x="1227" y="696"/>
                      <a:pt x="1508" y="779"/>
                    </a:cubicBezTo>
                    <a:cubicBezTo>
                      <a:pt x="1392" y="613"/>
                      <a:pt x="1252" y="464"/>
                      <a:pt x="1094" y="340"/>
                    </a:cubicBezTo>
                    <a:cubicBezTo>
                      <a:pt x="995" y="257"/>
                      <a:pt x="895" y="191"/>
                      <a:pt x="788" y="124"/>
                    </a:cubicBezTo>
                    <a:cubicBezTo>
                      <a:pt x="696" y="66"/>
                      <a:pt x="597" y="42"/>
                      <a:pt x="498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2" name="Google Shape;1892;p2"/>
              <p:cNvSpPr/>
              <p:nvPr/>
            </p:nvSpPr>
            <p:spPr>
              <a:xfrm>
                <a:off x="4183875" y="2437200"/>
                <a:ext cx="2500" cy="10600"/>
              </a:xfrm>
              <a:custGeom>
                <a:rect b="b" l="l" r="r" t="t"/>
                <a:pathLst>
                  <a:path extrusionOk="0" h="424" w="100">
                    <a:moveTo>
                      <a:pt x="33" y="1"/>
                    </a:moveTo>
                    <a:cubicBezTo>
                      <a:pt x="17" y="1"/>
                      <a:pt x="0" y="17"/>
                      <a:pt x="0" y="34"/>
                    </a:cubicBezTo>
                    <a:cubicBezTo>
                      <a:pt x="0" y="150"/>
                      <a:pt x="9" y="266"/>
                      <a:pt x="17" y="382"/>
                    </a:cubicBezTo>
                    <a:cubicBezTo>
                      <a:pt x="17" y="407"/>
                      <a:pt x="33" y="423"/>
                      <a:pt x="58" y="423"/>
                    </a:cubicBezTo>
                    <a:cubicBezTo>
                      <a:pt x="75" y="423"/>
                      <a:pt x="100" y="407"/>
                      <a:pt x="100" y="382"/>
                    </a:cubicBezTo>
                    <a:cubicBezTo>
                      <a:pt x="91" y="266"/>
                      <a:pt x="83" y="150"/>
                      <a:pt x="75" y="34"/>
                    </a:cubicBezTo>
                    <a:cubicBezTo>
                      <a:pt x="75" y="17"/>
                      <a:pt x="58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3" name="Google Shape;1893;p2"/>
              <p:cNvSpPr/>
              <p:nvPr/>
            </p:nvSpPr>
            <p:spPr>
              <a:xfrm>
                <a:off x="4182000" y="2335075"/>
                <a:ext cx="11625" cy="8575"/>
              </a:xfrm>
              <a:custGeom>
                <a:rect b="b" l="l" r="r" t="t"/>
                <a:pathLst>
                  <a:path extrusionOk="0" h="343" w="465">
                    <a:moveTo>
                      <a:pt x="85" y="0"/>
                    </a:moveTo>
                    <a:cubicBezTo>
                      <a:pt x="67" y="0"/>
                      <a:pt x="50" y="3"/>
                      <a:pt x="34" y="9"/>
                    </a:cubicBezTo>
                    <a:cubicBezTo>
                      <a:pt x="9" y="18"/>
                      <a:pt x="1" y="51"/>
                      <a:pt x="17" y="67"/>
                    </a:cubicBezTo>
                    <a:cubicBezTo>
                      <a:pt x="50" y="100"/>
                      <a:pt x="84" y="109"/>
                      <a:pt x="117" y="134"/>
                    </a:cubicBezTo>
                    <a:lnTo>
                      <a:pt x="125" y="134"/>
                    </a:lnTo>
                    <a:cubicBezTo>
                      <a:pt x="158" y="150"/>
                      <a:pt x="191" y="175"/>
                      <a:pt x="224" y="192"/>
                    </a:cubicBezTo>
                    <a:cubicBezTo>
                      <a:pt x="233" y="200"/>
                      <a:pt x="241" y="208"/>
                      <a:pt x="241" y="208"/>
                    </a:cubicBezTo>
                    <a:cubicBezTo>
                      <a:pt x="241" y="208"/>
                      <a:pt x="249" y="216"/>
                      <a:pt x="249" y="216"/>
                    </a:cubicBezTo>
                    <a:cubicBezTo>
                      <a:pt x="249" y="216"/>
                      <a:pt x="258" y="216"/>
                      <a:pt x="258" y="225"/>
                    </a:cubicBezTo>
                    <a:cubicBezTo>
                      <a:pt x="274" y="233"/>
                      <a:pt x="291" y="250"/>
                      <a:pt x="307" y="258"/>
                    </a:cubicBezTo>
                    <a:cubicBezTo>
                      <a:pt x="332" y="283"/>
                      <a:pt x="365" y="332"/>
                      <a:pt x="407" y="341"/>
                    </a:cubicBezTo>
                    <a:cubicBezTo>
                      <a:pt x="410" y="342"/>
                      <a:pt x="413" y="343"/>
                      <a:pt x="417" y="343"/>
                    </a:cubicBezTo>
                    <a:cubicBezTo>
                      <a:pt x="434" y="343"/>
                      <a:pt x="456" y="328"/>
                      <a:pt x="456" y="308"/>
                    </a:cubicBezTo>
                    <a:cubicBezTo>
                      <a:pt x="465" y="258"/>
                      <a:pt x="423" y="208"/>
                      <a:pt x="398" y="175"/>
                    </a:cubicBezTo>
                    <a:cubicBezTo>
                      <a:pt x="365" y="142"/>
                      <a:pt x="332" y="109"/>
                      <a:pt x="291" y="84"/>
                    </a:cubicBezTo>
                    <a:cubicBezTo>
                      <a:pt x="258" y="51"/>
                      <a:pt x="216" y="34"/>
                      <a:pt x="175" y="18"/>
                    </a:cubicBezTo>
                    <a:cubicBezTo>
                      <a:pt x="144" y="7"/>
                      <a:pt x="113" y="0"/>
                      <a:pt x="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4" name="Google Shape;1894;p2"/>
              <p:cNvSpPr/>
              <p:nvPr/>
            </p:nvSpPr>
            <p:spPr>
              <a:xfrm>
                <a:off x="4184500" y="2329500"/>
                <a:ext cx="10800" cy="4625"/>
              </a:xfrm>
              <a:custGeom>
                <a:rect b="b" l="l" r="r" t="t"/>
                <a:pathLst>
                  <a:path extrusionOk="0" h="185" w="432">
                    <a:moveTo>
                      <a:pt x="66" y="0"/>
                    </a:moveTo>
                    <a:cubicBezTo>
                      <a:pt x="42" y="0"/>
                      <a:pt x="17" y="9"/>
                      <a:pt x="8" y="33"/>
                    </a:cubicBezTo>
                    <a:cubicBezTo>
                      <a:pt x="0" y="58"/>
                      <a:pt x="17" y="83"/>
                      <a:pt x="42" y="91"/>
                    </a:cubicBezTo>
                    <a:cubicBezTo>
                      <a:pt x="91" y="108"/>
                      <a:pt x="149" y="133"/>
                      <a:pt x="199" y="141"/>
                    </a:cubicBezTo>
                    <a:cubicBezTo>
                      <a:pt x="257" y="158"/>
                      <a:pt x="307" y="166"/>
                      <a:pt x="365" y="183"/>
                    </a:cubicBezTo>
                    <a:cubicBezTo>
                      <a:pt x="369" y="184"/>
                      <a:pt x="374" y="185"/>
                      <a:pt x="378" y="185"/>
                    </a:cubicBezTo>
                    <a:cubicBezTo>
                      <a:pt x="400" y="185"/>
                      <a:pt x="424" y="169"/>
                      <a:pt x="431" y="141"/>
                    </a:cubicBezTo>
                    <a:cubicBezTo>
                      <a:pt x="431" y="116"/>
                      <a:pt x="423" y="91"/>
                      <a:pt x="390" y="83"/>
                    </a:cubicBezTo>
                    <a:lnTo>
                      <a:pt x="232" y="33"/>
                    </a:lnTo>
                    <a:cubicBezTo>
                      <a:pt x="174" y="25"/>
                      <a:pt x="124" y="17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5" name="Google Shape;1895;p2"/>
              <p:cNvSpPr/>
              <p:nvPr/>
            </p:nvSpPr>
            <p:spPr>
              <a:xfrm>
                <a:off x="4107650" y="2336200"/>
                <a:ext cx="43575" cy="22775"/>
              </a:xfrm>
              <a:custGeom>
                <a:rect b="b" l="l" r="r" t="t"/>
                <a:pathLst>
                  <a:path extrusionOk="0" h="911" w="1743">
                    <a:moveTo>
                      <a:pt x="1684" y="0"/>
                    </a:moveTo>
                    <a:cubicBezTo>
                      <a:pt x="1678" y="0"/>
                      <a:pt x="1672" y="2"/>
                      <a:pt x="1666" y="6"/>
                    </a:cubicBezTo>
                    <a:cubicBezTo>
                      <a:pt x="1500" y="97"/>
                      <a:pt x="1326" y="147"/>
                      <a:pt x="1144" y="155"/>
                    </a:cubicBezTo>
                    <a:cubicBezTo>
                      <a:pt x="978" y="171"/>
                      <a:pt x="821" y="196"/>
                      <a:pt x="671" y="254"/>
                    </a:cubicBezTo>
                    <a:cubicBezTo>
                      <a:pt x="531" y="321"/>
                      <a:pt x="398" y="395"/>
                      <a:pt x="282" y="495"/>
                    </a:cubicBezTo>
                    <a:cubicBezTo>
                      <a:pt x="224" y="544"/>
                      <a:pt x="158" y="602"/>
                      <a:pt x="108" y="660"/>
                    </a:cubicBezTo>
                    <a:cubicBezTo>
                      <a:pt x="58" y="718"/>
                      <a:pt x="0" y="776"/>
                      <a:pt x="0" y="851"/>
                    </a:cubicBezTo>
                    <a:cubicBezTo>
                      <a:pt x="0" y="887"/>
                      <a:pt x="32" y="910"/>
                      <a:pt x="62" y="910"/>
                    </a:cubicBezTo>
                    <a:cubicBezTo>
                      <a:pt x="66" y="910"/>
                      <a:pt x="71" y="910"/>
                      <a:pt x="75" y="909"/>
                    </a:cubicBezTo>
                    <a:cubicBezTo>
                      <a:pt x="149" y="901"/>
                      <a:pt x="199" y="834"/>
                      <a:pt x="249" y="793"/>
                    </a:cubicBezTo>
                    <a:cubicBezTo>
                      <a:pt x="299" y="743"/>
                      <a:pt x="348" y="685"/>
                      <a:pt x="406" y="635"/>
                    </a:cubicBezTo>
                    <a:cubicBezTo>
                      <a:pt x="522" y="536"/>
                      <a:pt x="655" y="453"/>
                      <a:pt x="796" y="387"/>
                    </a:cubicBezTo>
                    <a:cubicBezTo>
                      <a:pt x="945" y="321"/>
                      <a:pt x="1102" y="304"/>
                      <a:pt x="1260" y="271"/>
                    </a:cubicBezTo>
                    <a:cubicBezTo>
                      <a:pt x="1417" y="238"/>
                      <a:pt x="1566" y="163"/>
                      <a:pt x="1707" y="72"/>
                    </a:cubicBezTo>
                    <a:cubicBezTo>
                      <a:pt x="1742" y="51"/>
                      <a:pt x="1718" y="0"/>
                      <a:pt x="16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6" name="Google Shape;1896;p2"/>
              <p:cNvSpPr/>
              <p:nvPr/>
            </p:nvSpPr>
            <p:spPr>
              <a:xfrm>
                <a:off x="4103700" y="2360250"/>
                <a:ext cx="9350" cy="11200"/>
              </a:xfrm>
              <a:custGeom>
                <a:rect b="b" l="l" r="r" t="t"/>
                <a:pathLst>
                  <a:path extrusionOk="0" h="448" w="374">
                    <a:moveTo>
                      <a:pt x="327" y="1"/>
                    </a:moveTo>
                    <a:cubicBezTo>
                      <a:pt x="316" y="1"/>
                      <a:pt x="303" y="5"/>
                      <a:pt x="291" y="13"/>
                    </a:cubicBezTo>
                    <a:cubicBezTo>
                      <a:pt x="233" y="63"/>
                      <a:pt x="175" y="121"/>
                      <a:pt x="125" y="187"/>
                    </a:cubicBezTo>
                    <a:cubicBezTo>
                      <a:pt x="84" y="253"/>
                      <a:pt x="34" y="320"/>
                      <a:pt x="9" y="403"/>
                    </a:cubicBezTo>
                    <a:cubicBezTo>
                      <a:pt x="1" y="419"/>
                      <a:pt x="17" y="436"/>
                      <a:pt x="26" y="444"/>
                    </a:cubicBezTo>
                    <a:cubicBezTo>
                      <a:pt x="32" y="446"/>
                      <a:pt x="38" y="447"/>
                      <a:pt x="44" y="447"/>
                    </a:cubicBezTo>
                    <a:cubicBezTo>
                      <a:pt x="59" y="447"/>
                      <a:pt x="69" y="440"/>
                      <a:pt x="75" y="427"/>
                    </a:cubicBezTo>
                    <a:cubicBezTo>
                      <a:pt x="117" y="369"/>
                      <a:pt x="158" y="303"/>
                      <a:pt x="200" y="245"/>
                    </a:cubicBezTo>
                    <a:cubicBezTo>
                      <a:pt x="258" y="187"/>
                      <a:pt x="299" y="129"/>
                      <a:pt x="357" y="79"/>
                    </a:cubicBezTo>
                    <a:cubicBezTo>
                      <a:pt x="374" y="63"/>
                      <a:pt x="374" y="30"/>
                      <a:pt x="357" y="13"/>
                    </a:cubicBezTo>
                    <a:cubicBezTo>
                      <a:pt x="349" y="5"/>
                      <a:pt x="338" y="1"/>
                      <a:pt x="3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7" name="Google Shape;1897;p2"/>
              <p:cNvSpPr/>
              <p:nvPr/>
            </p:nvSpPr>
            <p:spPr>
              <a:xfrm>
                <a:off x="4138500" y="2354375"/>
                <a:ext cx="21775" cy="30825"/>
              </a:xfrm>
              <a:custGeom>
                <a:rect b="b" l="l" r="r" t="t"/>
                <a:pathLst>
                  <a:path extrusionOk="0" h="1233" w="871">
                    <a:moveTo>
                      <a:pt x="797" y="1"/>
                    </a:moveTo>
                    <a:cubicBezTo>
                      <a:pt x="789" y="1"/>
                      <a:pt x="780" y="3"/>
                      <a:pt x="771" y="8"/>
                    </a:cubicBezTo>
                    <a:cubicBezTo>
                      <a:pt x="556" y="132"/>
                      <a:pt x="365" y="298"/>
                      <a:pt x="241" y="513"/>
                    </a:cubicBezTo>
                    <a:cubicBezTo>
                      <a:pt x="175" y="613"/>
                      <a:pt x="125" y="729"/>
                      <a:pt x="92" y="845"/>
                    </a:cubicBezTo>
                    <a:cubicBezTo>
                      <a:pt x="59" y="952"/>
                      <a:pt x="1" y="1110"/>
                      <a:pt x="75" y="1209"/>
                    </a:cubicBezTo>
                    <a:cubicBezTo>
                      <a:pt x="85" y="1224"/>
                      <a:pt x="100" y="1233"/>
                      <a:pt x="116" y="1233"/>
                    </a:cubicBezTo>
                    <a:cubicBezTo>
                      <a:pt x="128" y="1233"/>
                      <a:pt x="140" y="1228"/>
                      <a:pt x="150" y="1218"/>
                    </a:cubicBezTo>
                    <a:cubicBezTo>
                      <a:pt x="225" y="1143"/>
                      <a:pt x="225" y="1010"/>
                      <a:pt x="249" y="911"/>
                    </a:cubicBezTo>
                    <a:cubicBezTo>
                      <a:pt x="283" y="803"/>
                      <a:pt x="324" y="696"/>
                      <a:pt x="374" y="596"/>
                    </a:cubicBezTo>
                    <a:cubicBezTo>
                      <a:pt x="490" y="406"/>
                      <a:pt x="639" y="223"/>
                      <a:pt x="821" y="99"/>
                    </a:cubicBezTo>
                    <a:cubicBezTo>
                      <a:pt x="870" y="71"/>
                      <a:pt x="842" y="1"/>
                      <a:pt x="7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8" name="Google Shape;1898;p2"/>
              <p:cNvSpPr/>
              <p:nvPr/>
            </p:nvSpPr>
            <p:spPr>
              <a:xfrm>
                <a:off x="4150175" y="2366375"/>
                <a:ext cx="7000" cy="13250"/>
              </a:xfrm>
              <a:custGeom>
                <a:rect b="b" l="l" r="r" t="t"/>
                <a:pathLst>
                  <a:path extrusionOk="0" h="530" w="280">
                    <a:moveTo>
                      <a:pt x="230" y="0"/>
                    </a:moveTo>
                    <a:lnTo>
                      <a:pt x="230" y="8"/>
                    </a:lnTo>
                    <a:cubicBezTo>
                      <a:pt x="224" y="7"/>
                      <a:pt x="218" y="6"/>
                      <a:pt x="213" y="6"/>
                    </a:cubicBezTo>
                    <a:cubicBezTo>
                      <a:pt x="188" y="6"/>
                      <a:pt x="170" y="21"/>
                      <a:pt x="163" y="42"/>
                    </a:cubicBezTo>
                    <a:cubicBezTo>
                      <a:pt x="130" y="116"/>
                      <a:pt x="97" y="182"/>
                      <a:pt x="81" y="257"/>
                    </a:cubicBezTo>
                    <a:cubicBezTo>
                      <a:pt x="56" y="332"/>
                      <a:pt x="23" y="406"/>
                      <a:pt x="6" y="481"/>
                    </a:cubicBezTo>
                    <a:cubicBezTo>
                      <a:pt x="0" y="509"/>
                      <a:pt x="25" y="529"/>
                      <a:pt x="50" y="529"/>
                    </a:cubicBezTo>
                    <a:cubicBezTo>
                      <a:pt x="61" y="529"/>
                      <a:pt x="73" y="525"/>
                      <a:pt x="81" y="514"/>
                    </a:cubicBezTo>
                    <a:cubicBezTo>
                      <a:pt x="122" y="448"/>
                      <a:pt x="147" y="365"/>
                      <a:pt x="180" y="298"/>
                    </a:cubicBezTo>
                    <a:cubicBezTo>
                      <a:pt x="213" y="224"/>
                      <a:pt x="238" y="149"/>
                      <a:pt x="263" y="75"/>
                    </a:cubicBezTo>
                    <a:cubicBezTo>
                      <a:pt x="279" y="42"/>
                      <a:pt x="255" y="8"/>
                      <a:pt x="2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9" name="Google Shape;1899;p2"/>
              <p:cNvSpPr/>
              <p:nvPr/>
            </p:nvSpPr>
            <p:spPr>
              <a:xfrm>
                <a:off x="4144100" y="2443225"/>
                <a:ext cx="2500" cy="1675"/>
              </a:xfrm>
              <a:custGeom>
                <a:rect b="b" l="l" r="r" t="t"/>
                <a:pathLst>
                  <a:path extrusionOk="0" h="67" w="100">
                    <a:moveTo>
                      <a:pt x="50" y="0"/>
                    </a:moveTo>
                    <a:cubicBezTo>
                      <a:pt x="1" y="0"/>
                      <a:pt x="1" y="66"/>
                      <a:pt x="50" y="66"/>
                    </a:cubicBezTo>
                    <a:cubicBezTo>
                      <a:pt x="100" y="66"/>
                      <a:pt x="100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0" name="Google Shape;1900;p2"/>
              <p:cNvSpPr/>
              <p:nvPr/>
            </p:nvSpPr>
            <p:spPr>
              <a:xfrm>
                <a:off x="4155275" y="2434850"/>
                <a:ext cx="3775" cy="9000"/>
              </a:xfrm>
              <a:custGeom>
                <a:rect b="b" l="l" r="r" t="t"/>
                <a:pathLst>
                  <a:path extrusionOk="0" h="360" w="151">
                    <a:moveTo>
                      <a:pt x="94" y="0"/>
                    </a:moveTo>
                    <a:cubicBezTo>
                      <a:pt x="80" y="0"/>
                      <a:pt x="65" y="8"/>
                      <a:pt x="59" y="20"/>
                    </a:cubicBezTo>
                    <a:cubicBezTo>
                      <a:pt x="51" y="37"/>
                      <a:pt x="42" y="45"/>
                      <a:pt x="42" y="62"/>
                    </a:cubicBezTo>
                    <a:cubicBezTo>
                      <a:pt x="42" y="70"/>
                      <a:pt x="42" y="78"/>
                      <a:pt x="34" y="86"/>
                    </a:cubicBezTo>
                    <a:lnTo>
                      <a:pt x="26" y="153"/>
                    </a:lnTo>
                    <a:cubicBezTo>
                      <a:pt x="17" y="194"/>
                      <a:pt x="9" y="244"/>
                      <a:pt x="1" y="285"/>
                    </a:cubicBezTo>
                    <a:cubicBezTo>
                      <a:pt x="1" y="302"/>
                      <a:pt x="1" y="318"/>
                      <a:pt x="9" y="327"/>
                    </a:cubicBezTo>
                    <a:cubicBezTo>
                      <a:pt x="17" y="343"/>
                      <a:pt x="26" y="352"/>
                      <a:pt x="42" y="360"/>
                    </a:cubicBezTo>
                    <a:cubicBezTo>
                      <a:pt x="67" y="360"/>
                      <a:pt x="109" y="352"/>
                      <a:pt x="109" y="318"/>
                    </a:cubicBezTo>
                    <a:cubicBezTo>
                      <a:pt x="117" y="277"/>
                      <a:pt x="125" y="227"/>
                      <a:pt x="133" y="186"/>
                    </a:cubicBezTo>
                    <a:cubicBezTo>
                      <a:pt x="133" y="161"/>
                      <a:pt x="142" y="144"/>
                      <a:pt x="142" y="120"/>
                    </a:cubicBezTo>
                    <a:cubicBezTo>
                      <a:pt x="142" y="111"/>
                      <a:pt x="142" y="95"/>
                      <a:pt x="150" y="86"/>
                    </a:cubicBezTo>
                    <a:cubicBezTo>
                      <a:pt x="150" y="70"/>
                      <a:pt x="150" y="62"/>
                      <a:pt x="142" y="45"/>
                    </a:cubicBezTo>
                    <a:cubicBezTo>
                      <a:pt x="142" y="20"/>
                      <a:pt x="133" y="4"/>
                      <a:pt x="109" y="4"/>
                    </a:cubicBezTo>
                    <a:cubicBezTo>
                      <a:pt x="104" y="1"/>
                      <a:pt x="99" y="0"/>
                      <a:pt x="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1" name="Google Shape;1901;p2"/>
              <p:cNvSpPr/>
              <p:nvPr/>
            </p:nvSpPr>
            <p:spPr>
              <a:xfrm>
                <a:off x="4250150" y="2397300"/>
                <a:ext cx="13075" cy="17500"/>
              </a:xfrm>
              <a:custGeom>
                <a:rect b="b" l="l" r="r" t="t"/>
                <a:pathLst>
                  <a:path extrusionOk="0" h="700" w="523">
                    <a:moveTo>
                      <a:pt x="248" y="1"/>
                    </a:moveTo>
                    <a:cubicBezTo>
                      <a:pt x="194" y="1"/>
                      <a:pt x="139" y="25"/>
                      <a:pt x="100" y="64"/>
                    </a:cubicBezTo>
                    <a:cubicBezTo>
                      <a:pt x="59" y="105"/>
                      <a:pt x="34" y="163"/>
                      <a:pt x="17" y="230"/>
                    </a:cubicBezTo>
                    <a:cubicBezTo>
                      <a:pt x="9" y="288"/>
                      <a:pt x="1" y="346"/>
                      <a:pt x="1" y="412"/>
                    </a:cubicBezTo>
                    <a:cubicBezTo>
                      <a:pt x="1" y="462"/>
                      <a:pt x="9" y="503"/>
                      <a:pt x="34" y="545"/>
                    </a:cubicBezTo>
                    <a:cubicBezTo>
                      <a:pt x="50" y="586"/>
                      <a:pt x="75" y="627"/>
                      <a:pt x="108" y="652"/>
                    </a:cubicBezTo>
                    <a:cubicBezTo>
                      <a:pt x="145" y="683"/>
                      <a:pt x="187" y="700"/>
                      <a:pt x="229" y="700"/>
                    </a:cubicBezTo>
                    <a:cubicBezTo>
                      <a:pt x="244" y="700"/>
                      <a:pt x="259" y="698"/>
                      <a:pt x="274" y="694"/>
                    </a:cubicBezTo>
                    <a:cubicBezTo>
                      <a:pt x="398" y="685"/>
                      <a:pt x="465" y="545"/>
                      <a:pt x="490" y="453"/>
                    </a:cubicBezTo>
                    <a:cubicBezTo>
                      <a:pt x="523" y="337"/>
                      <a:pt x="514" y="213"/>
                      <a:pt x="448" y="114"/>
                    </a:cubicBezTo>
                    <a:cubicBezTo>
                      <a:pt x="407" y="64"/>
                      <a:pt x="357" y="23"/>
                      <a:pt x="299" y="6"/>
                    </a:cubicBezTo>
                    <a:lnTo>
                      <a:pt x="291" y="6"/>
                    </a:lnTo>
                    <a:cubicBezTo>
                      <a:pt x="277" y="2"/>
                      <a:pt x="263" y="1"/>
                      <a:pt x="2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2" name="Google Shape;1902;p2"/>
              <p:cNvSpPr/>
              <p:nvPr/>
            </p:nvSpPr>
            <p:spPr>
              <a:xfrm>
                <a:off x="4241800" y="2390725"/>
                <a:ext cx="13975" cy="10100"/>
              </a:xfrm>
              <a:custGeom>
                <a:rect b="b" l="l" r="r" t="t"/>
                <a:pathLst>
                  <a:path extrusionOk="0" h="404" w="559">
                    <a:moveTo>
                      <a:pt x="490" y="0"/>
                    </a:moveTo>
                    <a:cubicBezTo>
                      <a:pt x="485" y="0"/>
                      <a:pt x="480" y="1"/>
                      <a:pt x="476" y="4"/>
                    </a:cubicBezTo>
                    <a:cubicBezTo>
                      <a:pt x="459" y="4"/>
                      <a:pt x="442" y="12"/>
                      <a:pt x="426" y="12"/>
                    </a:cubicBezTo>
                    <a:cubicBezTo>
                      <a:pt x="401" y="20"/>
                      <a:pt x="376" y="29"/>
                      <a:pt x="343" y="29"/>
                    </a:cubicBezTo>
                    <a:cubicBezTo>
                      <a:pt x="293" y="45"/>
                      <a:pt x="244" y="70"/>
                      <a:pt x="202" y="95"/>
                    </a:cubicBezTo>
                    <a:cubicBezTo>
                      <a:pt x="111" y="161"/>
                      <a:pt x="45" y="244"/>
                      <a:pt x="12" y="344"/>
                    </a:cubicBezTo>
                    <a:cubicBezTo>
                      <a:pt x="0" y="377"/>
                      <a:pt x="31" y="404"/>
                      <a:pt x="60" y="404"/>
                    </a:cubicBezTo>
                    <a:cubicBezTo>
                      <a:pt x="74" y="404"/>
                      <a:pt x="87" y="398"/>
                      <a:pt x="94" y="385"/>
                    </a:cubicBezTo>
                    <a:cubicBezTo>
                      <a:pt x="136" y="302"/>
                      <a:pt x="202" y="244"/>
                      <a:pt x="277" y="203"/>
                    </a:cubicBezTo>
                    <a:cubicBezTo>
                      <a:pt x="285" y="194"/>
                      <a:pt x="293" y="194"/>
                      <a:pt x="310" y="186"/>
                    </a:cubicBezTo>
                    <a:cubicBezTo>
                      <a:pt x="318" y="178"/>
                      <a:pt x="326" y="178"/>
                      <a:pt x="326" y="178"/>
                    </a:cubicBezTo>
                    <a:cubicBezTo>
                      <a:pt x="351" y="170"/>
                      <a:pt x="368" y="161"/>
                      <a:pt x="393" y="153"/>
                    </a:cubicBezTo>
                    <a:cubicBezTo>
                      <a:pt x="451" y="145"/>
                      <a:pt x="534" y="136"/>
                      <a:pt x="558" y="70"/>
                    </a:cubicBezTo>
                    <a:cubicBezTo>
                      <a:pt x="558" y="54"/>
                      <a:pt x="550" y="20"/>
                      <a:pt x="534" y="12"/>
                    </a:cubicBezTo>
                    <a:cubicBezTo>
                      <a:pt x="516" y="6"/>
                      <a:pt x="503" y="0"/>
                      <a:pt x="4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3" name="Google Shape;1903;p2"/>
              <p:cNvSpPr/>
              <p:nvPr/>
            </p:nvSpPr>
            <p:spPr>
              <a:xfrm>
                <a:off x="4242075" y="2388125"/>
                <a:ext cx="7700" cy="5000"/>
              </a:xfrm>
              <a:custGeom>
                <a:rect b="b" l="l" r="r" t="t"/>
                <a:pathLst>
                  <a:path extrusionOk="0" h="200" w="308">
                    <a:moveTo>
                      <a:pt x="216" y="0"/>
                    </a:moveTo>
                    <a:cubicBezTo>
                      <a:pt x="183" y="8"/>
                      <a:pt x="150" y="33"/>
                      <a:pt x="117" y="50"/>
                    </a:cubicBezTo>
                    <a:cubicBezTo>
                      <a:pt x="83" y="75"/>
                      <a:pt x="50" y="100"/>
                      <a:pt x="25" y="124"/>
                    </a:cubicBezTo>
                    <a:cubicBezTo>
                      <a:pt x="1" y="141"/>
                      <a:pt x="1" y="166"/>
                      <a:pt x="17" y="182"/>
                    </a:cubicBezTo>
                    <a:cubicBezTo>
                      <a:pt x="27" y="193"/>
                      <a:pt x="41" y="200"/>
                      <a:pt x="53" y="200"/>
                    </a:cubicBezTo>
                    <a:cubicBezTo>
                      <a:pt x="61" y="200"/>
                      <a:pt x="69" y="197"/>
                      <a:pt x="75" y="191"/>
                    </a:cubicBezTo>
                    <a:cubicBezTo>
                      <a:pt x="100" y="174"/>
                      <a:pt x="133" y="158"/>
                      <a:pt x="158" y="141"/>
                    </a:cubicBezTo>
                    <a:lnTo>
                      <a:pt x="175" y="141"/>
                    </a:lnTo>
                    <a:cubicBezTo>
                      <a:pt x="183" y="141"/>
                      <a:pt x="191" y="133"/>
                      <a:pt x="199" y="133"/>
                    </a:cubicBezTo>
                    <a:cubicBezTo>
                      <a:pt x="208" y="133"/>
                      <a:pt x="216" y="124"/>
                      <a:pt x="216" y="124"/>
                    </a:cubicBezTo>
                    <a:cubicBezTo>
                      <a:pt x="224" y="124"/>
                      <a:pt x="233" y="124"/>
                      <a:pt x="233" y="116"/>
                    </a:cubicBezTo>
                    <a:lnTo>
                      <a:pt x="241" y="116"/>
                    </a:lnTo>
                    <a:cubicBezTo>
                      <a:pt x="257" y="108"/>
                      <a:pt x="266" y="108"/>
                      <a:pt x="274" y="100"/>
                    </a:cubicBezTo>
                    <a:cubicBezTo>
                      <a:pt x="299" y="91"/>
                      <a:pt x="307" y="66"/>
                      <a:pt x="307" y="50"/>
                    </a:cubicBezTo>
                    <a:cubicBezTo>
                      <a:pt x="299" y="25"/>
                      <a:pt x="291" y="8"/>
                      <a:pt x="2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4" name="Google Shape;1904;p2"/>
              <p:cNvSpPr/>
              <p:nvPr/>
            </p:nvSpPr>
            <p:spPr>
              <a:xfrm>
                <a:off x="4290550" y="2408150"/>
                <a:ext cx="2725" cy="15075"/>
              </a:xfrm>
              <a:custGeom>
                <a:rect b="b" l="l" r="r" t="t"/>
                <a:pathLst>
                  <a:path extrusionOk="0" h="603" w="109">
                    <a:moveTo>
                      <a:pt x="43" y="0"/>
                    </a:moveTo>
                    <a:cubicBezTo>
                      <a:pt x="26" y="0"/>
                      <a:pt x="9" y="13"/>
                      <a:pt x="9" y="36"/>
                    </a:cubicBezTo>
                    <a:cubicBezTo>
                      <a:pt x="17" y="127"/>
                      <a:pt x="17" y="218"/>
                      <a:pt x="17" y="309"/>
                    </a:cubicBezTo>
                    <a:cubicBezTo>
                      <a:pt x="17" y="359"/>
                      <a:pt x="9" y="401"/>
                      <a:pt x="9" y="442"/>
                    </a:cubicBezTo>
                    <a:cubicBezTo>
                      <a:pt x="9" y="467"/>
                      <a:pt x="9" y="492"/>
                      <a:pt x="9" y="517"/>
                    </a:cubicBezTo>
                    <a:cubicBezTo>
                      <a:pt x="9" y="541"/>
                      <a:pt x="0" y="566"/>
                      <a:pt x="17" y="583"/>
                    </a:cubicBezTo>
                    <a:cubicBezTo>
                      <a:pt x="21" y="596"/>
                      <a:pt x="31" y="603"/>
                      <a:pt x="42" y="603"/>
                    </a:cubicBezTo>
                    <a:cubicBezTo>
                      <a:pt x="50" y="603"/>
                      <a:pt x="59" y="599"/>
                      <a:pt x="67" y="591"/>
                    </a:cubicBezTo>
                    <a:cubicBezTo>
                      <a:pt x="100" y="558"/>
                      <a:pt x="100" y="500"/>
                      <a:pt x="100" y="459"/>
                    </a:cubicBezTo>
                    <a:cubicBezTo>
                      <a:pt x="108" y="409"/>
                      <a:pt x="108" y="359"/>
                      <a:pt x="108" y="309"/>
                    </a:cubicBezTo>
                    <a:cubicBezTo>
                      <a:pt x="100" y="218"/>
                      <a:pt x="91" y="119"/>
                      <a:pt x="75" y="28"/>
                    </a:cubicBezTo>
                    <a:cubicBezTo>
                      <a:pt x="71" y="9"/>
                      <a:pt x="57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5" name="Google Shape;1905;p2"/>
              <p:cNvSpPr/>
              <p:nvPr/>
            </p:nvSpPr>
            <p:spPr>
              <a:xfrm>
                <a:off x="4293025" y="2415600"/>
                <a:ext cx="2725" cy="7025"/>
              </a:xfrm>
              <a:custGeom>
                <a:rect b="b" l="l" r="r" t="t"/>
                <a:pathLst>
                  <a:path extrusionOk="0" h="281" w="109">
                    <a:moveTo>
                      <a:pt x="43" y="1"/>
                    </a:moveTo>
                    <a:cubicBezTo>
                      <a:pt x="40" y="1"/>
                      <a:pt x="37" y="2"/>
                      <a:pt x="34" y="3"/>
                    </a:cubicBezTo>
                    <a:cubicBezTo>
                      <a:pt x="9" y="11"/>
                      <a:pt x="1" y="28"/>
                      <a:pt x="9" y="45"/>
                    </a:cubicBezTo>
                    <a:cubicBezTo>
                      <a:pt x="9" y="78"/>
                      <a:pt x="17" y="119"/>
                      <a:pt x="17" y="152"/>
                    </a:cubicBezTo>
                    <a:cubicBezTo>
                      <a:pt x="17" y="161"/>
                      <a:pt x="17" y="169"/>
                      <a:pt x="26" y="185"/>
                    </a:cubicBezTo>
                    <a:cubicBezTo>
                      <a:pt x="26" y="194"/>
                      <a:pt x="26" y="202"/>
                      <a:pt x="26" y="219"/>
                    </a:cubicBezTo>
                    <a:cubicBezTo>
                      <a:pt x="34" y="227"/>
                      <a:pt x="34" y="235"/>
                      <a:pt x="34" y="243"/>
                    </a:cubicBezTo>
                    <a:cubicBezTo>
                      <a:pt x="42" y="252"/>
                      <a:pt x="42" y="260"/>
                      <a:pt x="50" y="268"/>
                    </a:cubicBezTo>
                    <a:cubicBezTo>
                      <a:pt x="50" y="277"/>
                      <a:pt x="57" y="281"/>
                      <a:pt x="64" y="281"/>
                    </a:cubicBezTo>
                    <a:cubicBezTo>
                      <a:pt x="71" y="281"/>
                      <a:pt x="79" y="277"/>
                      <a:pt x="84" y="268"/>
                    </a:cubicBezTo>
                    <a:cubicBezTo>
                      <a:pt x="92" y="260"/>
                      <a:pt x="92" y="252"/>
                      <a:pt x="100" y="243"/>
                    </a:cubicBezTo>
                    <a:cubicBezTo>
                      <a:pt x="100" y="235"/>
                      <a:pt x="100" y="219"/>
                      <a:pt x="100" y="210"/>
                    </a:cubicBezTo>
                    <a:cubicBezTo>
                      <a:pt x="100" y="194"/>
                      <a:pt x="108" y="185"/>
                      <a:pt x="108" y="177"/>
                    </a:cubicBezTo>
                    <a:cubicBezTo>
                      <a:pt x="108" y="169"/>
                      <a:pt x="100" y="161"/>
                      <a:pt x="100" y="152"/>
                    </a:cubicBezTo>
                    <a:cubicBezTo>
                      <a:pt x="100" y="111"/>
                      <a:pt x="84" y="69"/>
                      <a:pt x="75" y="28"/>
                    </a:cubicBezTo>
                    <a:cubicBezTo>
                      <a:pt x="69" y="14"/>
                      <a:pt x="56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6" name="Google Shape;1906;p2"/>
              <p:cNvSpPr/>
              <p:nvPr/>
            </p:nvSpPr>
            <p:spPr>
              <a:xfrm>
                <a:off x="4363875" y="2444050"/>
                <a:ext cx="3550" cy="2925"/>
              </a:xfrm>
              <a:custGeom>
                <a:rect b="b" l="l" r="r" t="t"/>
                <a:pathLst>
                  <a:path extrusionOk="0" h="117" w="142">
                    <a:moveTo>
                      <a:pt x="17" y="0"/>
                    </a:moveTo>
                    <a:cubicBezTo>
                      <a:pt x="9" y="8"/>
                      <a:pt x="9" y="8"/>
                      <a:pt x="9" y="17"/>
                    </a:cubicBezTo>
                    <a:cubicBezTo>
                      <a:pt x="0" y="17"/>
                      <a:pt x="0" y="25"/>
                      <a:pt x="0" y="33"/>
                    </a:cubicBezTo>
                    <a:cubicBezTo>
                      <a:pt x="0" y="33"/>
                      <a:pt x="0" y="33"/>
                      <a:pt x="0" y="42"/>
                    </a:cubicBezTo>
                    <a:cubicBezTo>
                      <a:pt x="0" y="50"/>
                      <a:pt x="0" y="58"/>
                      <a:pt x="0" y="66"/>
                    </a:cubicBezTo>
                    <a:cubicBezTo>
                      <a:pt x="9" y="75"/>
                      <a:pt x="17" y="75"/>
                      <a:pt x="17" y="83"/>
                    </a:cubicBezTo>
                    <a:cubicBezTo>
                      <a:pt x="17" y="83"/>
                      <a:pt x="25" y="83"/>
                      <a:pt x="25" y="91"/>
                    </a:cubicBezTo>
                    <a:cubicBezTo>
                      <a:pt x="25" y="91"/>
                      <a:pt x="25" y="83"/>
                      <a:pt x="25" y="83"/>
                    </a:cubicBezTo>
                    <a:cubicBezTo>
                      <a:pt x="25" y="91"/>
                      <a:pt x="34" y="91"/>
                      <a:pt x="42" y="91"/>
                    </a:cubicBezTo>
                    <a:cubicBezTo>
                      <a:pt x="42" y="91"/>
                      <a:pt x="50" y="91"/>
                      <a:pt x="50" y="100"/>
                    </a:cubicBezTo>
                    <a:cubicBezTo>
                      <a:pt x="58" y="100"/>
                      <a:pt x="67" y="108"/>
                      <a:pt x="75" y="108"/>
                    </a:cubicBezTo>
                    <a:cubicBezTo>
                      <a:pt x="83" y="116"/>
                      <a:pt x="92" y="116"/>
                      <a:pt x="92" y="116"/>
                    </a:cubicBezTo>
                    <a:lnTo>
                      <a:pt x="116" y="116"/>
                    </a:lnTo>
                    <a:cubicBezTo>
                      <a:pt x="116" y="116"/>
                      <a:pt x="116" y="108"/>
                      <a:pt x="125" y="108"/>
                    </a:cubicBezTo>
                    <a:cubicBezTo>
                      <a:pt x="125" y="108"/>
                      <a:pt x="133" y="108"/>
                      <a:pt x="133" y="100"/>
                    </a:cubicBezTo>
                    <a:cubicBezTo>
                      <a:pt x="141" y="100"/>
                      <a:pt x="141" y="91"/>
                      <a:pt x="141" y="91"/>
                    </a:cubicBezTo>
                    <a:cubicBezTo>
                      <a:pt x="141" y="83"/>
                      <a:pt x="141" y="75"/>
                      <a:pt x="141" y="75"/>
                    </a:cubicBezTo>
                    <a:cubicBezTo>
                      <a:pt x="141" y="58"/>
                      <a:pt x="141" y="50"/>
                      <a:pt x="133" y="42"/>
                    </a:cubicBezTo>
                    <a:cubicBezTo>
                      <a:pt x="116" y="25"/>
                      <a:pt x="100" y="17"/>
                      <a:pt x="83" y="8"/>
                    </a:cubicBezTo>
                    <a:cubicBezTo>
                      <a:pt x="75" y="0"/>
                      <a:pt x="75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7" name="Google Shape;1907;p2"/>
              <p:cNvSpPr/>
              <p:nvPr/>
            </p:nvSpPr>
            <p:spPr>
              <a:xfrm>
                <a:off x="4367175" y="2440925"/>
                <a:ext cx="2925" cy="1900"/>
              </a:xfrm>
              <a:custGeom>
                <a:rect b="b" l="l" r="r" t="t"/>
                <a:pathLst>
                  <a:path extrusionOk="0" h="76" w="117">
                    <a:moveTo>
                      <a:pt x="42" y="1"/>
                    </a:moveTo>
                    <a:cubicBezTo>
                      <a:pt x="42" y="1"/>
                      <a:pt x="34" y="1"/>
                      <a:pt x="26" y="9"/>
                    </a:cubicBezTo>
                    <a:lnTo>
                      <a:pt x="9" y="9"/>
                    </a:lnTo>
                    <a:cubicBezTo>
                      <a:pt x="9" y="9"/>
                      <a:pt x="1" y="17"/>
                      <a:pt x="1" y="26"/>
                    </a:cubicBezTo>
                    <a:cubicBezTo>
                      <a:pt x="1" y="34"/>
                      <a:pt x="1" y="42"/>
                      <a:pt x="9" y="42"/>
                    </a:cubicBezTo>
                    <a:cubicBezTo>
                      <a:pt x="9" y="42"/>
                      <a:pt x="9" y="51"/>
                      <a:pt x="18" y="51"/>
                    </a:cubicBezTo>
                    <a:lnTo>
                      <a:pt x="26" y="51"/>
                    </a:lnTo>
                    <a:lnTo>
                      <a:pt x="42" y="59"/>
                    </a:lnTo>
                    <a:lnTo>
                      <a:pt x="76" y="75"/>
                    </a:lnTo>
                    <a:lnTo>
                      <a:pt x="92" y="75"/>
                    </a:lnTo>
                    <a:cubicBezTo>
                      <a:pt x="100" y="67"/>
                      <a:pt x="100" y="67"/>
                      <a:pt x="109" y="59"/>
                    </a:cubicBezTo>
                    <a:cubicBezTo>
                      <a:pt x="117" y="59"/>
                      <a:pt x="117" y="42"/>
                      <a:pt x="117" y="34"/>
                    </a:cubicBezTo>
                    <a:cubicBezTo>
                      <a:pt x="117" y="26"/>
                      <a:pt x="117" y="17"/>
                      <a:pt x="109" y="9"/>
                    </a:cubicBezTo>
                    <a:cubicBezTo>
                      <a:pt x="100" y="1"/>
                      <a:pt x="100" y="1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8" name="Google Shape;1908;p2"/>
              <p:cNvSpPr/>
              <p:nvPr/>
            </p:nvSpPr>
            <p:spPr>
              <a:xfrm>
                <a:off x="4377550" y="2486300"/>
                <a:ext cx="4575" cy="5750"/>
              </a:xfrm>
              <a:custGeom>
                <a:rect b="b" l="l" r="r" t="t"/>
                <a:pathLst>
                  <a:path extrusionOk="0" h="230" w="183">
                    <a:moveTo>
                      <a:pt x="149" y="0"/>
                    </a:moveTo>
                    <a:cubicBezTo>
                      <a:pt x="133" y="0"/>
                      <a:pt x="116" y="0"/>
                      <a:pt x="108" y="9"/>
                    </a:cubicBezTo>
                    <a:lnTo>
                      <a:pt x="100" y="9"/>
                    </a:lnTo>
                    <a:cubicBezTo>
                      <a:pt x="91" y="17"/>
                      <a:pt x="91" y="17"/>
                      <a:pt x="91" y="17"/>
                    </a:cubicBezTo>
                    <a:cubicBezTo>
                      <a:pt x="87" y="21"/>
                      <a:pt x="85" y="23"/>
                      <a:pt x="83" y="26"/>
                    </a:cubicBezTo>
                    <a:lnTo>
                      <a:pt x="83" y="26"/>
                    </a:lnTo>
                    <a:cubicBezTo>
                      <a:pt x="75" y="34"/>
                      <a:pt x="67" y="42"/>
                      <a:pt x="67" y="50"/>
                    </a:cubicBezTo>
                    <a:cubicBezTo>
                      <a:pt x="50" y="58"/>
                      <a:pt x="50" y="75"/>
                      <a:pt x="42" y="83"/>
                    </a:cubicBezTo>
                    <a:cubicBezTo>
                      <a:pt x="33" y="92"/>
                      <a:pt x="25" y="100"/>
                      <a:pt x="25" y="108"/>
                    </a:cubicBezTo>
                    <a:cubicBezTo>
                      <a:pt x="17" y="125"/>
                      <a:pt x="9" y="133"/>
                      <a:pt x="9" y="150"/>
                    </a:cubicBezTo>
                    <a:cubicBezTo>
                      <a:pt x="9" y="158"/>
                      <a:pt x="0" y="158"/>
                      <a:pt x="0" y="166"/>
                    </a:cubicBezTo>
                    <a:cubicBezTo>
                      <a:pt x="0" y="174"/>
                      <a:pt x="0" y="174"/>
                      <a:pt x="9" y="183"/>
                    </a:cubicBezTo>
                    <a:cubicBezTo>
                      <a:pt x="9" y="199"/>
                      <a:pt x="17" y="208"/>
                      <a:pt x="25" y="216"/>
                    </a:cubicBezTo>
                    <a:cubicBezTo>
                      <a:pt x="40" y="226"/>
                      <a:pt x="54" y="230"/>
                      <a:pt x="69" y="230"/>
                    </a:cubicBezTo>
                    <a:cubicBezTo>
                      <a:pt x="79" y="230"/>
                      <a:pt x="89" y="228"/>
                      <a:pt x="100" y="224"/>
                    </a:cubicBezTo>
                    <a:cubicBezTo>
                      <a:pt x="116" y="216"/>
                      <a:pt x="125" y="199"/>
                      <a:pt x="141" y="191"/>
                    </a:cubicBezTo>
                    <a:cubicBezTo>
                      <a:pt x="141" y="183"/>
                      <a:pt x="149" y="174"/>
                      <a:pt x="158" y="158"/>
                    </a:cubicBezTo>
                    <a:cubicBezTo>
                      <a:pt x="158" y="158"/>
                      <a:pt x="166" y="150"/>
                      <a:pt x="166" y="141"/>
                    </a:cubicBezTo>
                    <a:cubicBezTo>
                      <a:pt x="166" y="133"/>
                      <a:pt x="174" y="125"/>
                      <a:pt x="183" y="116"/>
                    </a:cubicBezTo>
                    <a:cubicBezTo>
                      <a:pt x="183" y="100"/>
                      <a:pt x="183" y="92"/>
                      <a:pt x="183" y="83"/>
                    </a:cubicBezTo>
                    <a:cubicBezTo>
                      <a:pt x="183" y="75"/>
                      <a:pt x="183" y="75"/>
                      <a:pt x="183" y="67"/>
                    </a:cubicBezTo>
                    <a:cubicBezTo>
                      <a:pt x="183" y="58"/>
                      <a:pt x="183" y="42"/>
                      <a:pt x="183" y="34"/>
                    </a:cubicBezTo>
                    <a:cubicBezTo>
                      <a:pt x="174" y="25"/>
                      <a:pt x="166" y="9"/>
                      <a:pt x="1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2"/>
              <p:cNvSpPr/>
              <p:nvPr/>
            </p:nvSpPr>
            <p:spPr>
              <a:xfrm>
                <a:off x="4373600" y="2492725"/>
                <a:ext cx="4600" cy="3750"/>
              </a:xfrm>
              <a:custGeom>
                <a:rect b="b" l="l" r="r" t="t"/>
                <a:pathLst>
                  <a:path extrusionOk="0" h="150" w="184">
                    <a:moveTo>
                      <a:pt x="109" y="0"/>
                    </a:moveTo>
                    <a:cubicBezTo>
                      <a:pt x="100" y="9"/>
                      <a:pt x="92" y="9"/>
                      <a:pt x="84" y="17"/>
                    </a:cubicBezTo>
                    <a:cubicBezTo>
                      <a:pt x="84" y="17"/>
                      <a:pt x="84" y="25"/>
                      <a:pt x="75" y="25"/>
                    </a:cubicBezTo>
                    <a:cubicBezTo>
                      <a:pt x="75" y="25"/>
                      <a:pt x="67" y="33"/>
                      <a:pt x="59" y="33"/>
                    </a:cubicBezTo>
                    <a:cubicBezTo>
                      <a:pt x="51" y="42"/>
                      <a:pt x="42" y="50"/>
                      <a:pt x="34" y="58"/>
                    </a:cubicBezTo>
                    <a:cubicBezTo>
                      <a:pt x="34" y="67"/>
                      <a:pt x="34" y="67"/>
                      <a:pt x="34" y="67"/>
                    </a:cubicBezTo>
                    <a:cubicBezTo>
                      <a:pt x="34" y="67"/>
                      <a:pt x="26" y="75"/>
                      <a:pt x="26" y="75"/>
                    </a:cubicBezTo>
                    <a:cubicBezTo>
                      <a:pt x="17" y="75"/>
                      <a:pt x="17" y="83"/>
                      <a:pt x="9" y="91"/>
                    </a:cubicBezTo>
                    <a:cubicBezTo>
                      <a:pt x="1" y="100"/>
                      <a:pt x="1" y="108"/>
                      <a:pt x="1" y="125"/>
                    </a:cubicBezTo>
                    <a:cubicBezTo>
                      <a:pt x="9" y="141"/>
                      <a:pt x="26" y="141"/>
                      <a:pt x="34" y="149"/>
                    </a:cubicBezTo>
                    <a:cubicBezTo>
                      <a:pt x="42" y="149"/>
                      <a:pt x="51" y="149"/>
                      <a:pt x="67" y="141"/>
                    </a:cubicBezTo>
                    <a:lnTo>
                      <a:pt x="92" y="141"/>
                    </a:lnTo>
                    <a:cubicBezTo>
                      <a:pt x="100" y="141"/>
                      <a:pt x="100" y="141"/>
                      <a:pt x="109" y="133"/>
                    </a:cubicBezTo>
                    <a:cubicBezTo>
                      <a:pt x="117" y="133"/>
                      <a:pt x="125" y="125"/>
                      <a:pt x="125" y="125"/>
                    </a:cubicBezTo>
                    <a:cubicBezTo>
                      <a:pt x="142" y="116"/>
                      <a:pt x="150" y="108"/>
                      <a:pt x="167" y="91"/>
                    </a:cubicBezTo>
                    <a:cubicBezTo>
                      <a:pt x="175" y="83"/>
                      <a:pt x="183" y="67"/>
                      <a:pt x="183" y="58"/>
                    </a:cubicBezTo>
                    <a:cubicBezTo>
                      <a:pt x="183" y="42"/>
                      <a:pt x="175" y="25"/>
                      <a:pt x="167" y="17"/>
                    </a:cubicBezTo>
                    <a:cubicBezTo>
                      <a:pt x="158" y="9"/>
                      <a:pt x="142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0" name="Google Shape;1910;p2"/>
              <p:cNvSpPr/>
              <p:nvPr/>
            </p:nvSpPr>
            <p:spPr>
              <a:xfrm>
                <a:off x="4372775" y="2485875"/>
                <a:ext cx="4375" cy="3850"/>
              </a:xfrm>
              <a:custGeom>
                <a:rect b="b" l="l" r="r" t="t"/>
                <a:pathLst>
                  <a:path extrusionOk="0" h="154" w="175">
                    <a:moveTo>
                      <a:pt x="133" y="1"/>
                    </a:moveTo>
                    <a:cubicBezTo>
                      <a:pt x="125" y="1"/>
                      <a:pt x="117" y="1"/>
                      <a:pt x="108" y="9"/>
                    </a:cubicBezTo>
                    <a:cubicBezTo>
                      <a:pt x="92" y="26"/>
                      <a:pt x="75" y="42"/>
                      <a:pt x="50" y="51"/>
                    </a:cubicBezTo>
                    <a:cubicBezTo>
                      <a:pt x="42" y="59"/>
                      <a:pt x="34" y="67"/>
                      <a:pt x="26" y="75"/>
                    </a:cubicBezTo>
                    <a:cubicBezTo>
                      <a:pt x="17" y="92"/>
                      <a:pt x="17" y="100"/>
                      <a:pt x="9" y="109"/>
                    </a:cubicBezTo>
                    <a:cubicBezTo>
                      <a:pt x="1" y="125"/>
                      <a:pt x="1" y="133"/>
                      <a:pt x="9" y="142"/>
                    </a:cubicBezTo>
                    <a:cubicBezTo>
                      <a:pt x="15" y="148"/>
                      <a:pt x="21" y="153"/>
                      <a:pt x="27" y="153"/>
                    </a:cubicBezTo>
                    <a:cubicBezTo>
                      <a:pt x="29" y="153"/>
                      <a:pt x="31" y="152"/>
                      <a:pt x="34" y="150"/>
                    </a:cubicBezTo>
                    <a:lnTo>
                      <a:pt x="50" y="142"/>
                    </a:lnTo>
                    <a:cubicBezTo>
                      <a:pt x="59" y="142"/>
                      <a:pt x="67" y="142"/>
                      <a:pt x="75" y="133"/>
                    </a:cubicBezTo>
                    <a:cubicBezTo>
                      <a:pt x="75" y="133"/>
                      <a:pt x="84" y="125"/>
                      <a:pt x="84" y="125"/>
                    </a:cubicBezTo>
                    <a:cubicBezTo>
                      <a:pt x="92" y="125"/>
                      <a:pt x="100" y="117"/>
                      <a:pt x="100" y="117"/>
                    </a:cubicBezTo>
                    <a:cubicBezTo>
                      <a:pt x="125" y="100"/>
                      <a:pt x="142" y="84"/>
                      <a:pt x="158" y="67"/>
                    </a:cubicBezTo>
                    <a:cubicBezTo>
                      <a:pt x="166" y="59"/>
                      <a:pt x="175" y="42"/>
                      <a:pt x="175" y="34"/>
                    </a:cubicBezTo>
                    <a:cubicBezTo>
                      <a:pt x="175" y="26"/>
                      <a:pt x="166" y="17"/>
                      <a:pt x="158" y="9"/>
                    </a:cubicBezTo>
                    <a:cubicBezTo>
                      <a:pt x="158" y="1"/>
                      <a:pt x="142" y="1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1" name="Google Shape;1911;p2"/>
              <p:cNvSpPr/>
              <p:nvPr/>
            </p:nvSpPr>
            <p:spPr>
              <a:xfrm>
                <a:off x="4273350" y="2449950"/>
                <a:ext cx="3750" cy="4475"/>
              </a:xfrm>
              <a:custGeom>
                <a:rect b="b" l="l" r="r" t="t"/>
                <a:pathLst>
                  <a:path extrusionOk="0" h="179" w="150">
                    <a:moveTo>
                      <a:pt x="106" y="1"/>
                    </a:moveTo>
                    <a:cubicBezTo>
                      <a:pt x="102" y="1"/>
                      <a:pt x="97" y="2"/>
                      <a:pt x="92" y="4"/>
                    </a:cubicBezTo>
                    <a:cubicBezTo>
                      <a:pt x="84" y="4"/>
                      <a:pt x="75" y="13"/>
                      <a:pt x="75" y="21"/>
                    </a:cubicBezTo>
                    <a:cubicBezTo>
                      <a:pt x="67" y="29"/>
                      <a:pt x="50" y="46"/>
                      <a:pt x="50" y="54"/>
                    </a:cubicBezTo>
                    <a:cubicBezTo>
                      <a:pt x="42" y="62"/>
                      <a:pt x="42" y="62"/>
                      <a:pt x="34" y="71"/>
                    </a:cubicBezTo>
                    <a:cubicBezTo>
                      <a:pt x="34" y="79"/>
                      <a:pt x="26" y="87"/>
                      <a:pt x="26" y="96"/>
                    </a:cubicBezTo>
                    <a:cubicBezTo>
                      <a:pt x="26" y="96"/>
                      <a:pt x="17" y="104"/>
                      <a:pt x="17" y="112"/>
                    </a:cubicBezTo>
                    <a:cubicBezTo>
                      <a:pt x="9" y="120"/>
                      <a:pt x="9" y="129"/>
                      <a:pt x="9" y="137"/>
                    </a:cubicBezTo>
                    <a:cubicBezTo>
                      <a:pt x="1" y="154"/>
                      <a:pt x="9" y="162"/>
                      <a:pt x="17" y="170"/>
                    </a:cubicBezTo>
                    <a:cubicBezTo>
                      <a:pt x="26" y="170"/>
                      <a:pt x="26" y="178"/>
                      <a:pt x="34" y="178"/>
                    </a:cubicBezTo>
                    <a:cubicBezTo>
                      <a:pt x="42" y="178"/>
                      <a:pt x="50" y="170"/>
                      <a:pt x="50" y="162"/>
                    </a:cubicBezTo>
                    <a:cubicBezTo>
                      <a:pt x="59" y="162"/>
                      <a:pt x="67" y="162"/>
                      <a:pt x="67" y="154"/>
                    </a:cubicBezTo>
                    <a:cubicBezTo>
                      <a:pt x="75" y="154"/>
                      <a:pt x="75" y="145"/>
                      <a:pt x="75" y="145"/>
                    </a:cubicBezTo>
                    <a:cubicBezTo>
                      <a:pt x="75" y="145"/>
                      <a:pt x="84" y="137"/>
                      <a:pt x="92" y="129"/>
                    </a:cubicBezTo>
                    <a:cubicBezTo>
                      <a:pt x="92" y="129"/>
                      <a:pt x="100" y="120"/>
                      <a:pt x="108" y="112"/>
                    </a:cubicBezTo>
                    <a:cubicBezTo>
                      <a:pt x="117" y="96"/>
                      <a:pt x="125" y="79"/>
                      <a:pt x="142" y="62"/>
                    </a:cubicBezTo>
                    <a:cubicBezTo>
                      <a:pt x="150" y="46"/>
                      <a:pt x="142" y="13"/>
                      <a:pt x="125" y="4"/>
                    </a:cubicBezTo>
                    <a:cubicBezTo>
                      <a:pt x="119" y="4"/>
                      <a:pt x="114" y="1"/>
                      <a:pt x="1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2" name="Google Shape;1912;p2"/>
              <p:cNvSpPr/>
              <p:nvPr/>
            </p:nvSpPr>
            <p:spPr>
              <a:xfrm>
                <a:off x="4197125" y="2459975"/>
                <a:ext cx="5675" cy="9600"/>
              </a:xfrm>
              <a:custGeom>
                <a:rect b="b" l="l" r="r" t="t"/>
                <a:pathLst>
                  <a:path extrusionOk="0" h="384" w="227">
                    <a:moveTo>
                      <a:pt x="194" y="1"/>
                    </a:moveTo>
                    <a:cubicBezTo>
                      <a:pt x="188" y="1"/>
                      <a:pt x="181" y="3"/>
                      <a:pt x="175" y="9"/>
                    </a:cubicBezTo>
                    <a:cubicBezTo>
                      <a:pt x="117" y="51"/>
                      <a:pt x="75" y="101"/>
                      <a:pt x="42" y="167"/>
                    </a:cubicBezTo>
                    <a:cubicBezTo>
                      <a:pt x="25" y="200"/>
                      <a:pt x="17" y="225"/>
                      <a:pt x="9" y="266"/>
                    </a:cubicBezTo>
                    <a:cubicBezTo>
                      <a:pt x="1" y="283"/>
                      <a:pt x="9" y="299"/>
                      <a:pt x="9" y="316"/>
                    </a:cubicBezTo>
                    <a:cubicBezTo>
                      <a:pt x="9" y="341"/>
                      <a:pt x="9" y="357"/>
                      <a:pt x="17" y="374"/>
                    </a:cubicBezTo>
                    <a:cubicBezTo>
                      <a:pt x="22" y="379"/>
                      <a:pt x="29" y="384"/>
                      <a:pt x="37" y="384"/>
                    </a:cubicBezTo>
                    <a:cubicBezTo>
                      <a:pt x="42" y="384"/>
                      <a:pt x="47" y="381"/>
                      <a:pt x="50" y="374"/>
                    </a:cubicBezTo>
                    <a:cubicBezTo>
                      <a:pt x="59" y="366"/>
                      <a:pt x="67" y="349"/>
                      <a:pt x="67" y="333"/>
                    </a:cubicBezTo>
                    <a:cubicBezTo>
                      <a:pt x="75" y="316"/>
                      <a:pt x="83" y="308"/>
                      <a:pt x="83" y="291"/>
                    </a:cubicBezTo>
                    <a:cubicBezTo>
                      <a:pt x="100" y="258"/>
                      <a:pt x="100" y="233"/>
                      <a:pt x="117" y="200"/>
                    </a:cubicBezTo>
                    <a:cubicBezTo>
                      <a:pt x="133" y="142"/>
                      <a:pt x="175" y="92"/>
                      <a:pt x="208" y="43"/>
                    </a:cubicBezTo>
                    <a:cubicBezTo>
                      <a:pt x="226" y="24"/>
                      <a:pt x="212" y="1"/>
                      <a:pt x="1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2"/>
              <p:cNvSpPr/>
              <p:nvPr/>
            </p:nvSpPr>
            <p:spPr>
              <a:xfrm>
                <a:off x="4200450" y="2463250"/>
                <a:ext cx="2925" cy="6100"/>
              </a:xfrm>
              <a:custGeom>
                <a:rect b="b" l="l" r="r" t="t"/>
                <a:pathLst>
                  <a:path extrusionOk="0" h="244" w="117">
                    <a:moveTo>
                      <a:pt x="82" y="1"/>
                    </a:moveTo>
                    <a:cubicBezTo>
                      <a:pt x="69" y="1"/>
                      <a:pt x="57" y="14"/>
                      <a:pt x="50" y="28"/>
                    </a:cubicBezTo>
                    <a:cubicBezTo>
                      <a:pt x="42" y="61"/>
                      <a:pt x="25" y="86"/>
                      <a:pt x="17" y="119"/>
                    </a:cubicBezTo>
                    <a:cubicBezTo>
                      <a:pt x="17" y="135"/>
                      <a:pt x="8" y="152"/>
                      <a:pt x="8" y="168"/>
                    </a:cubicBezTo>
                    <a:cubicBezTo>
                      <a:pt x="8" y="177"/>
                      <a:pt x="8" y="177"/>
                      <a:pt x="8" y="177"/>
                    </a:cubicBezTo>
                    <a:cubicBezTo>
                      <a:pt x="0" y="193"/>
                      <a:pt x="0" y="193"/>
                      <a:pt x="8" y="202"/>
                    </a:cubicBezTo>
                    <a:lnTo>
                      <a:pt x="8" y="226"/>
                    </a:lnTo>
                    <a:cubicBezTo>
                      <a:pt x="8" y="235"/>
                      <a:pt x="17" y="243"/>
                      <a:pt x="25" y="243"/>
                    </a:cubicBezTo>
                    <a:cubicBezTo>
                      <a:pt x="42" y="243"/>
                      <a:pt x="50" y="243"/>
                      <a:pt x="50" y="235"/>
                    </a:cubicBezTo>
                    <a:cubicBezTo>
                      <a:pt x="58" y="226"/>
                      <a:pt x="58" y="218"/>
                      <a:pt x="66" y="210"/>
                    </a:cubicBezTo>
                    <a:cubicBezTo>
                      <a:pt x="66" y="202"/>
                      <a:pt x="75" y="193"/>
                      <a:pt x="75" y="185"/>
                    </a:cubicBezTo>
                    <a:cubicBezTo>
                      <a:pt x="75" y="168"/>
                      <a:pt x="83" y="152"/>
                      <a:pt x="83" y="135"/>
                    </a:cubicBezTo>
                    <a:cubicBezTo>
                      <a:pt x="91" y="110"/>
                      <a:pt x="108" y="77"/>
                      <a:pt x="116" y="44"/>
                    </a:cubicBezTo>
                    <a:cubicBezTo>
                      <a:pt x="116" y="28"/>
                      <a:pt x="108" y="3"/>
                      <a:pt x="91" y="3"/>
                    </a:cubicBezTo>
                    <a:cubicBezTo>
                      <a:pt x="88" y="1"/>
                      <a:pt x="85" y="1"/>
                      <a:pt x="8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4" name="Google Shape;1914;p2"/>
              <p:cNvSpPr/>
              <p:nvPr/>
            </p:nvSpPr>
            <p:spPr>
              <a:xfrm>
                <a:off x="4223025" y="2480250"/>
                <a:ext cx="9300" cy="16175"/>
              </a:xfrm>
              <a:custGeom>
                <a:rect b="b" l="l" r="r" t="t"/>
                <a:pathLst>
                  <a:path extrusionOk="0" h="647" w="372">
                    <a:moveTo>
                      <a:pt x="340" y="1"/>
                    </a:moveTo>
                    <a:cubicBezTo>
                      <a:pt x="337" y="1"/>
                      <a:pt x="334" y="1"/>
                      <a:pt x="332" y="2"/>
                    </a:cubicBezTo>
                    <a:lnTo>
                      <a:pt x="332" y="10"/>
                    </a:lnTo>
                    <a:cubicBezTo>
                      <a:pt x="232" y="77"/>
                      <a:pt x="141" y="168"/>
                      <a:pt x="83" y="276"/>
                    </a:cubicBezTo>
                    <a:cubicBezTo>
                      <a:pt x="50" y="334"/>
                      <a:pt x="25" y="392"/>
                      <a:pt x="17" y="450"/>
                    </a:cubicBezTo>
                    <a:cubicBezTo>
                      <a:pt x="9" y="483"/>
                      <a:pt x="0" y="516"/>
                      <a:pt x="0" y="549"/>
                    </a:cubicBezTo>
                    <a:cubicBezTo>
                      <a:pt x="9" y="574"/>
                      <a:pt x="9" y="615"/>
                      <a:pt x="25" y="640"/>
                    </a:cubicBezTo>
                    <a:cubicBezTo>
                      <a:pt x="33" y="644"/>
                      <a:pt x="42" y="646"/>
                      <a:pt x="49" y="646"/>
                    </a:cubicBezTo>
                    <a:cubicBezTo>
                      <a:pt x="56" y="646"/>
                      <a:pt x="62" y="644"/>
                      <a:pt x="67" y="640"/>
                    </a:cubicBezTo>
                    <a:cubicBezTo>
                      <a:pt x="83" y="624"/>
                      <a:pt x="91" y="590"/>
                      <a:pt x="100" y="566"/>
                    </a:cubicBezTo>
                    <a:cubicBezTo>
                      <a:pt x="108" y="541"/>
                      <a:pt x="116" y="516"/>
                      <a:pt x="125" y="483"/>
                    </a:cubicBezTo>
                    <a:cubicBezTo>
                      <a:pt x="133" y="433"/>
                      <a:pt x="149" y="375"/>
                      <a:pt x="174" y="317"/>
                    </a:cubicBezTo>
                    <a:cubicBezTo>
                      <a:pt x="216" y="218"/>
                      <a:pt x="282" y="118"/>
                      <a:pt x="357" y="35"/>
                    </a:cubicBezTo>
                    <a:cubicBezTo>
                      <a:pt x="371" y="28"/>
                      <a:pt x="360" y="1"/>
                      <a:pt x="3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5" name="Google Shape;1915;p2"/>
              <p:cNvSpPr/>
              <p:nvPr/>
            </p:nvSpPr>
            <p:spPr>
              <a:xfrm>
                <a:off x="4286400" y="2536000"/>
                <a:ext cx="8325" cy="2525"/>
              </a:xfrm>
              <a:custGeom>
                <a:rect b="b" l="l" r="r" t="t"/>
                <a:pathLst>
                  <a:path extrusionOk="0" h="101" w="333">
                    <a:moveTo>
                      <a:pt x="42" y="1"/>
                    </a:moveTo>
                    <a:cubicBezTo>
                      <a:pt x="9" y="1"/>
                      <a:pt x="1" y="59"/>
                      <a:pt x="34" y="67"/>
                    </a:cubicBezTo>
                    <a:lnTo>
                      <a:pt x="42" y="67"/>
                    </a:lnTo>
                    <a:cubicBezTo>
                      <a:pt x="83" y="76"/>
                      <a:pt x="125" y="84"/>
                      <a:pt x="166" y="92"/>
                    </a:cubicBezTo>
                    <a:cubicBezTo>
                      <a:pt x="191" y="92"/>
                      <a:pt x="216" y="100"/>
                      <a:pt x="233" y="100"/>
                    </a:cubicBezTo>
                    <a:lnTo>
                      <a:pt x="299" y="100"/>
                    </a:lnTo>
                    <a:cubicBezTo>
                      <a:pt x="324" y="100"/>
                      <a:pt x="332" y="59"/>
                      <a:pt x="307" y="51"/>
                    </a:cubicBezTo>
                    <a:cubicBezTo>
                      <a:pt x="282" y="42"/>
                      <a:pt x="266" y="34"/>
                      <a:pt x="241" y="34"/>
                    </a:cubicBezTo>
                    <a:cubicBezTo>
                      <a:pt x="224" y="26"/>
                      <a:pt x="199" y="26"/>
                      <a:pt x="183" y="18"/>
                    </a:cubicBezTo>
                    <a:cubicBezTo>
                      <a:pt x="133" y="9"/>
                      <a:pt x="92" y="9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2"/>
              <p:cNvSpPr/>
              <p:nvPr/>
            </p:nvSpPr>
            <p:spPr>
              <a:xfrm>
                <a:off x="4300550" y="2542375"/>
                <a:ext cx="19425" cy="3425"/>
              </a:xfrm>
              <a:custGeom>
                <a:rect b="b" l="l" r="r" t="t"/>
                <a:pathLst>
                  <a:path extrusionOk="0" h="137" w="777">
                    <a:moveTo>
                      <a:pt x="338" y="1"/>
                    </a:moveTo>
                    <a:cubicBezTo>
                      <a:pt x="236" y="1"/>
                      <a:pt x="135" y="15"/>
                      <a:pt x="39" y="36"/>
                    </a:cubicBezTo>
                    <a:cubicBezTo>
                      <a:pt x="0" y="44"/>
                      <a:pt x="6" y="111"/>
                      <a:pt x="42" y="111"/>
                    </a:cubicBezTo>
                    <a:cubicBezTo>
                      <a:pt x="44" y="111"/>
                      <a:pt x="46" y="111"/>
                      <a:pt x="48" y="111"/>
                    </a:cubicBezTo>
                    <a:lnTo>
                      <a:pt x="48" y="119"/>
                    </a:lnTo>
                    <a:cubicBezTo>
                      <a:pt x="116" y="109"/>
                      <a:pt x="184" y="105"/>
                      <a:pt x="252" y="105"/>
                    </a:cubicBezTo>
                    <a:cubicBezTo>
                      <a:pt x="300" y="105"/>
                      <a:pt x="348" y="107"/>
                      <a:pt x="396" y="111"/>
                    </a:cubicBezTo>
                    <a:cubicBezTo>
                      <a:pt x="454" y="111"/>
                      <a:pt x="512" y="111"/>
                      <a:pt x="561" y="119"/>
                    </a:cubicBezTo>
                    <a:cubicBezTo>
                      <a:pt x="595" y="127"/>
                      <a:pt x="619" y="127"/>
                      <a:pt x="653" y="127"/>
                    </a:cubicBezTo>
                    <a:cubicBezTo>
                      <a:pt x="667" y="132"/>
                      <a:pt x="684" y="137"/>
                      <a:pt x="701" y="137"/>
                    </a:cubicBezTo>
                    <a:cubicBezTo>
                      <a:pt x="713" y="137"/>
                      <a:pt x="725" y="134"/>
                      <a:pt x="735" y="127"/>
                    </a:cubicBezTo>
                    <a:cubicBezTo>
                      <a:pt x="760" y="119"/>
                      <a:pt x="777" y="94"/>
                      <a:pt x="752" y="69"/>
                    </a:cubicBezTo>
                    <a:cubicBezTo>
                      <a:pt x="719" y="36"/>
                      <a:pt x="644" y="19"/>
                      <a:pt x="586" y="19"/>
                    </a:cubicBezTo>
                    <a:cubicBezTo>
                      <a:pt x="528" y="3"/>
                      <a:pt x="462" y="3"/>
                      <a:pt x="404" y="3"/>
                    </a:cubicBezTo>
                    <a:cubicBezTo>
                      <a:pt x="382" y="1"/>
                      <a:pt x="360" y="1"/>
                      <a:pt x="3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7" name="Google Shape;1917;p2"/>
              <p:cNvSpPr/>
              <p:nvPr/>
            </p:nvSpPr>
            <p:spPr>
              <a:xfrm>
                <a:off x="4360150" y="2490225"/>
                <a:ext cx="2300" cy="2525"/>
              </a:xfrm>
              <a:custGeom>
                <a:rect b="b" l="l" r="r" t="t"/>
                <a:pathLst>
                  <a:path extrusionOk="0" h="101" w="92">
                    <a:moveTo>
                      <a:pt x="50" y="1"/>
                    </a:moveTo>
                    <a:cubicBezTo>
                      <a:pt x="50" y="1"/>
                      <a:pt x="50" y="9"/>
                      <a:pt x="50" y="9"/>
                    </a:cubicBezTo>
                    <a:lnTo>
                      <a:pt x="33" y="17"/>
                    </a:lnTo>
                    <a:lnTo>
                      <a:pt x="17" y="26"/>
                    </a:lnTo>
                    <a:cubicBezTo>
                      <a:pt x="9" y="26"/>
                      <a:pt x="9" y="34"/>
                      <a:pt x="0" y="42"/>
                    </a:cubicBezTo>
                    <a:cubicBezTo>
                      <a:pt x="0" y="42"/>
                      <a:pt x="0" y="51"/>
                      <a:pt x="0" y="59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5"/>
                      <a:pt x="9" y="84"/>
                      <a:pt x="9" y="92"/>
                    </a:cubicBezTo>
                    <a:cubicBezTo>
                      <a:pt x="17" y="92"/>
                      <a:pt x="17" y="92"/>
                      <a:pt x="25" y="100"/>
                    </a:cubicBezTo>
                    <a:lnTo>
                      <a:pt x="42" y="100"/>
                    </a:lnTo>
                    <a:cubicBezTo>
                      <a:pt x="50" y="100"/>
                      <a:pt x="67" y="92"/>
                      <a:pt x="75" y="75"/>
                    </a:cubicBezTo>
                    <a:lnTo>
                      <a:pt x="83" y="59"/>
                    </a:lnTo>
                    <a:lnTo>
                      <a:pt x="91" y="51"/>
                    </a:lnTo>
                    <a:cubicBezTo>
                      <a:pt x="91" y="42"/>
                      <a:pt x="91" y="42"/>
                      <a:pt x="91" y="42"/>
                    </a:cubicBezTo>
                    <a:lnTo>
                      <a:pt x="91" y="34"/>
                    </a:lnTo>
                    <a:cubicBezTo>
                      <a:pt x="91" y="26"/>
                      <a:pt x="91" y="26"/>
                      <a:pt x="91" y="17"/>
                    </a:cubicBezTo>
                    <a:cubicBezTo>
                      <a:pt x="91" y="17"/>
                      <a:pt x="91" y="9"/>
                      <a:pt x="91" y="9"/>
                    </a:cubicBezTo>
                    <a:cubicBezTo>
                      <a:pt x="83" y="9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8" name="Google Shape;1918;p2"/>
              <p:cNvSpPr/>
              <p:nvPr/>
            </p:nvSpPr>
            <p:spPr>
              <a:xfrm>
                <a:off x="4361600" y="2493350"/>
                <a:ext cx="3550" cy="3000"/>
              </a:xfrm>
              <a:custGeom>
                <a:rect b="b" l="l" r="r" t="t"/>
                <a:pathLst>
                  <a:path extrusionOk="0" h="120" w="142">
                    <a:moveTo>
                      <a:pt x="100" y="0"/>
                    </a:moveTo>
                    <a:cubicBezTo>
                      <a:pt x="91" y="0"/>
                      <a:pt x="83" y="0"/>
                      <a:pt x="75" y="8"/>
                    </a:cubicBezTo>
                    <a:cubicBezTo>
                      <a:pt x="75" y="8"/>
                      <a:pt x="67" y="8"/>
                      <a:pt x="58" y="17"/>
                    </a:cubicBezTo>
                    <a:lnTo>
                      <a:pt x="50" y="17"/>
                    </a:lnTo>
                    <a:lnTo>
                      <a:pt x="25" y="42"/>
                    </a:lnTo>
                    <a:cubicBezTo>
                      <a:pt x="17" y="42"/>
                      <a:pt x="9" y="50"/>
                      <a:pt x="9" y="58"/>
                    </a:cubicBezTo>
                    <a:cubicBezTo>
                      <a:pt x="9" y="58"/>
                      <a:pt x="0" y="66"/>
                      <a:pt x="0" y="66"/>
                    </a:cubicBezTo>
                    <a:cubicBezTo>
                      <a:pt x="0" y="75"/>
                      <a:pt x="0" y="83"/>
                      <a:pt x="0" y="91"/>
                    </a:cubicBezTo>
                    <a:cubicBezTo>
                      <a:pt x="0" y="91"/>
                      <a:pt x="9" y="100"/>
                      <a:pt x="9" y="100"/>
                    </a:cubicBezTo>
                    <a:cubicBezTo>
                      <a:pt x="17" y="108"/>
                      <a:pt x="17" y="108"/>
                      <a:pt x="25" y="116"/>
                    </a:cubicBezTo>
                    <a:lnTo>
                      <a:pt x="42" y="116"/>
                    </a:lnTo>
                    <a:cubicBezTo>
                      <a:pt x="42" y="119"/>
                      <a:pt x="43" y="120"/>
                      <a:pt x="44" y="120"/>
                    </a:cubicBezTo>
                    <a:cubicBezTo>
                      <a:pt x="47" y="120"/>
                      <a:pt x="53" y="116"/>
                      <a:pt x="58" y="116"/>
                    </a:cubicBezTo>
                    <a:cubicBezTo>
                      <a:pt x="67" y="116"/>
                      <a:pt x="75" y="116"/>
                      <a:pt x="75" y="108"/>
                    </a:cubicBezTo>
                    <a:cubicBezTo>
                      <a:pt x="83" y="100"/>
                      <a:pt x="100" y="91"/>
                      <a:pt x="108" y="83"/>
                    </a:cubicBezTo>
                    <a:cubicBezTo>
                      <a:pt x="108" y="83"/>
                      <a:pt x="108" y="83"/>
                      <a:pt x="116" y="75"/>
                    </a:cubicBezTo>
                    <a:cubicBezTo>
                      <a:pt x="116" y="75"/>
                      <a:pt x="125" y="66"/>
                      <a:pt x="125" y="66"/>
                    </a:cubicBezTo>
                    <a:cubicBezTo>
                      <a:pt x="125" y="58"/>
                      <a:pt x="133" y="50"/>
                      <a:pt x="133" y="42"/>
                    </a:cubicBezTo>
                    <a:cubicBezTo>
                      <a:pt x="141" y="17"/>
                      <a:pt x="125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2"/>
              <p:cNvSpPr/>
              <p:nvPr/>
            </p:nvSpPr>
            <p:spPr>
              <a:xfrm>
                <a:off x="4348550" y="2496250"/>
                <a:ext cx="2925" cy="2075"/>
              </a:xfrm>
              <a:custGeom>
                <a:rect b="b" l="l" r="r" t="t"/>
                <a:pathLst>
                  <a:path extrusionOk="0" h="83" w="117">
                    <a:moveTo>
                      <a:pt x="58" y="0"/>
                    </a:moveTo>
                    <a:cubicBezTo>
                      <a:pt x="0" y="0"/>
                      <a:pt x="0" y="83"/>
                      <a:pt x="58" y="83"/>
                    </a:cubicBezTo>
                    <a:cubicBezTo>
                      <a:pt x="116" y="83"/>
                      <a:pt x="116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0" name="Google Shape;1920;p2"/>
              <p:cNvSpPr/>
              <p:nvPr/>
            </p:nvSpPr>
            <p:spPr>
              <a:xfrm>
                <a:off x="4288475" y="2388175"/>
                <a:ext cx="3750" cy="7225"/>
              </a:xfrm>
              <a:custGeom>
                <a:rect b="b" l="l" r="r" t="t"/>
                <a:pathLst>
                  <a:path extrusionOk="0" h="289" w="150">
                    <a:moveTo>
                      <a:pt x="34" y="1"/>
                    </a:moveTo>
                    <a:cubicBezTo>
                      <a:pt x="27" y="1"/>
                      <a:pt x="20" y="3"/>
                      <a:pt x="17" y="6"/>
                    </a:cubicBezTo>
                    <a:cubicBezTo>
                      <a:pt x="0" y="15"/>
                      <a:pt x="0" y="31"/>
                      <a:pt x="0" y="48"/>
                    </a:cubicBezTo>
                    <a:cubicBezTo>
                      <a:pt x="17" y="81"/>
                      <a:pt x="34" y="122"/>
                      <a:pt x="42" y="156"/>
                    </a:cubicBezTo>
                    <a:cubicBezTo>
                      <a:pt x="50" y="172"/>
                      <a:pt x="50" y="197"/>
                      <a:pt x="58" y="214"/>
                    </a:cubicBezTo>
                    <a:cubicBezTo>
                      <a:pt x="58" y="222"/>
                      <a:pt x="58" y="230"/>
                      <a:pt x="67" y="238"/>
                    </a:cubicBezTo>
                    <a:cubicBezTo>
                      <a:pt x="67" y="255"/>
                      <a:pt x="75" y="263"/>
                      <a:pt x="83" y="272"/>
                    </a:cubicBezTo>
                    <a:cubicBezTo>
                      <a:pt x="92" y="288"/>
                      <a:pt x="100" y="288"/>
                      <a:pt x="116" y="288"/>
                    </a:cubicBezTo>
                    <a:cubicBezTo>
                      <a:pt x="125" y="288"/>
                      <a:pt x="141" y="280"/>
                      <a:pt x="141" y="263"/>
                    </a:cubicBezTo>
                    <a:cubicBezTo>
                      <a:pt x="150" y="247"/>
                      <a:pt x="150" y="238"/>
                      <a:pt x="150" y="222"/>
                    </a:cubicBezTo>
                    <a:cubicBezTo>
                      <a:pt x="141" y="214"/>
                      <a:pt x="141" y="197"/>
                      <a:pt x="141" y="189"/>
                    </a:cubicBezTo>
                    <a:cubicBezTo>
                      <a:pt x="133" y="172"/>
                      <a:pt x="125" y="147"/>
                      <a:pt x="116" y="131"/>
                    </a:cubicBezTo>
                    <a:cubicBezTo>
                      <a:pt x="100" y="89"/>
                      <a:pt x="75" y="48"/>
                      <a:pt x="58" y="15"/>
                    </a:cubicBezTo>
                    <a:cubicBezTo>
                      <a:pt x="54" y="5"/>
                      <a:pt x="43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1" name="Google Shape;1921;p2"/>
              <p:cNvSpPr/>
              <p:nvPr/>
            </p:nvSpPr>
            <p:spPr>
              <a:xfrm>
                <a:off x="4290750" y="2388650"/>
                <a:ext cx="2100" cy="4550"/>
              </a:xfrm>
              <a:custGeom>
                <a:rect b="b" l="l" r="r" t="t"/>
                <a:pathLst>
                  <a:path extrusionOk="0" h="182" w="84">
                    <a:moveTo>
                      <a:pt x="30" y="1"/>
                    </a:moveTo>
                    <a:cubicBezTo>
                      <a:pt x="26" y="1"/>
                      <a:pt x="22" y="2"/>
                      <a:pt x="17" y="4"/>
                    </a:cubicBezTo>
                    <a:cubicBezTo>
                      <a:pt x="9" y="4"/>
                      <a:pt x="1" y="21"/>
                      <a:pt x="1" y="37"/>
                    </a:cubicBezTo>
                    <a:cubicBezTo>
                      <a:pt x="9" y="62"/>
                      <a:pt x="17" y="87"/>
                      <a:pt x="25" y="103"/>
                    </a:cubicBezTo>
                    <a:lnTo>
                      <a:pt x="25" y="112"/>
                    </a:lnTo>
                    <a:cubicBezTo>
                      <a:pt x="34" y="128"/>
                      <a:pt x="42" y="153"/>
                      <a:pt x="50" y="178"/>
                    </a:cubicBezTo>
                    <a:cubicBezTo>
                      <a:pt x="56" y="178"/>
                      <a:pt x="61" y="182"/>
                      <a:pt x="67" y="182"/>
                    </a:cubicBezTo>
                    <a:cubicBezTo>
                      <a:pt x="70" y="182"/>
                      <a:pt x="72" y="181"/>
                      <a:pt x="75" y="178"/>
                    </a:cubicBezTo>
                    <a:cubicBezTo>
                      <a:pt x="83" y="178"/>
                      <a:pt x="83" y="170"/>
                      <a:pt x="83" y="161"/>
                    </a:cubicBezTo>
                    <a:lnTo>
                      <a:pt x="75" y="87"/>
                    </a:lnTo>
                    <a:cubicBezTo>
                      <a:pt x="67" y="62"/>
                      <a:pt x="59" y="45"/>
                      <a:pt x="50" y="21"/>
                    </a:cubicBezTo>
                    <a:cubicBezTo>
                      <a:pt x="50" y="8"/>
                      <a:pt x="41" y="1"/>
                      <a:pt x="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2"/>
              <p:cNvSpPr/>
              <p:nvPr/>
            </p:nvSpPr>
            <p:spPr>
              <a:xfrm>
                <a:off x="4178475" y="2348450"/>
                <a:ext cx="30075" cy="64100"/>
              </a:xfrm>
              <a:custGeom>
                <a:rect b="b" l="l" r="r" t="t"/>
                <a:pathLst>
                  <a:path extrusionOk="0" h="2564" w="1203">
                    <a:moveTo>
                      <a:pt x="1000" y="0"/>
                    </a:moveTo>
                    <a:cubicBezTo>
                      <a:pt x="987" y="0"/>
                      <a:pt x="973" y="7"/>
                      <a:pt x="962" y="21"/>
                    </a:cubicBezTo>
                    <a:cubicBezTo>
                      <a:pt x="929" y="71"/>
                      <a:pt x="921" y="145"/>
                      <a:pt x="904" y="203"/>
                    </a:cubicBezTo>
                    <a:cubicBezTo>
                      <a:pt x="887" y="278"/>
                      <a:pt x="871" y="344"/>
                      <a:pt x="854" y="419"/>
                    </a:cubicBezTo>
                    <a:cubicBezTo>
                      <a:pt x="813" y="560"/>
                      <a:pt x="771" y="701"/>
                      <a:pt x="713" y="841"/>
                    </a:cubicBezTo>
                    <a:cubicBezTo>
                      <a:pt x="614" y="1082"/>
                      <a:pt x="498" y="1314"/>
                      <a:pt x="357" y="1529"/>
                    </a:cubicBezTo>
                    <a:cubicBezTo>
                      <a:pt x="365" y="1488"/>
                      <a:pt x="382" y="1438"/>
                      <a:pt x="399" y="1397"/>
                    </a:cubicBezTo>
                    <a:cubicBezTo>
                      <a:pt x="457" y="1256"/>
                      <a:pt x="523" y="1115"/>
                      <a:pt x="589" y="974"/>
                    </a:cubicBezTo>
                    <a:cubicBezTo>
                      <a:pt x="647" y="841"/>
                      <a:pt x="730" y="701"/>
                      <a:pt x="763" y="551"/>
                    </a:cubicBezTo>
                    <a:cubicBezTo>
                      <a:pt x="769" y="521"/>
                      <a:pt x="739" y="490"/>
                      <a:pt x="709" y="490"/>
                    </a:cubicBezTo>
                    <a:cubicBezTo>
                      <a:pt x="699" y="490"/>
                      <a:pt x="689" y="493"/>
                      <a:pt x="680" y="502"/>
                    </a:cubicBezTo>
                    <a:cubicBezTo>
                      <a:pt x="581" y="618"/>
                      <a:pt x="506" y="767"/>
                      <a:pt x="440" y="899"/>
                    </a:cubicBezTo>
                    <a:cubicBezTo>
                      <a:pt x="365" y="1049"/>
                      <a:pt x="299" y="1198"/>
                      <a:pt x="241" y="1355"/>
                    </a:cubicBezTo>
                    <a:cubicBezTo>
                      <a:pt x="191" y="1488"/>
                      <a:pt x="158" y="1612"/>
                      <a:pt x="125" y="1745"/>
                    </a:cubicBezTo>
                    <a:cubicBezTo>
                      <a:pt x="125" y="1662"/>
                      <a:pt x="117" y="1579"/>
                      <a:pt x="109" y="1496"/>
                    </a:cubicBezTo>
                    <a:cubicBezTo>
                      <a:pt x="105" y="1481"/>
                      <a:pt x="90" y="1474"/>
                      <a:pt x="75" y="1474"/>
                    </a:cubicBezTo>
                    <a:cubicBezTo>
                      <a:pt x="57" y="1474"/>
                      <a:pt x="38" y="1483"/>
                      <a:pt x="34" y="1496"/>
                    </a:cubicBezTo>
                    <a:cubicBezTo>
                      <a:pt x="1" y="1662"/>
                      <a:pt x="1" y="1844"/>
                      <a:pt x="1" y="2010"/>
                    </a:cubicBezTo>
                    <a:cubicBezTo>
                      <a:pt x="1" y="2184"/>
                      <a:pt x="9" y="2349"/>
                      <a:pt x="9" y="2523"/>
                    </a:cubicBezTo>
                    <a:cubicBezTo>
                      <a:pt x="9" y="2551"/>
                      <a:pt x="28" y="2564"/>
                      <a:pt x="48" y="2564"/>
                    </a:cubicBezTo>
                    <a:cubicBezTo>
                      <a:pt x="70" y="2564"/>
                      <a:pt x="92" y="2549"/>
                      <a:pt x="92" y="2523"/>
                    </a:cubicBezTo>
                    <a:lnTo>
                      <a:pt x="109" y="2333"/>
                    </a:lnTo>
                    <a:cubicBezTo>
                      <a:pt x="114" y="2335"/>
                      <a:pt x="121" y="2336"/>
                      <a:pt x="127" y="2336"/>
                    </a:cubicBezTo>
                    <a:cubicBezTo>
                      <a:pt x="150" y="2336"/>
                      <a:pt x="175" y="2323"/>
                      <a:pt x="175" y="2291"/>
                    </a:cubicBezTo>
                    <a:cubicBezTo>
                      <a:pt x="191" y="2084"/>
                      <a:pt x="241" y="1877"/>
                      <a:pt x="307" y="1670"/>
                    </a:cubicBezTo>
                    <a:cubicBezTo>
                      <a:pt x="316" y="1678"/>
                      <a:pt x="326" y="1682"/>
                      <a:pt x="336" y="1682"/>
                    </a:cubicBezTo>
                    <a:cubicBezTo>
                      <a:pt x="347" y="1682"/>
                      <a:pt x="357" y="1678"/>
                      <a:pt x="365" y="1670"/>
                    </a:cubicBezTo>
                    <a:cubicBezTo>
                      <a:pt x="564" y="1430"/>
                      <a:pt x="730" y="1181"/>
                      <a:pt x="846" y="899"/>
                    </a:cubicBezTo>
                    <a:cubicBezTo>
                      <a:pt x="904" y="759"/>
                      <a:pt x="954" y="618"/>
                      <a:pt x="995" y="469"/>
                    </a:cubicBezTo>
                    <a:cubicBezTo>
                      <a:pt x="1012" y="394"/>
                      <a:pt x="1028" y="319"/>
                      <a:pt x="1037" y="245"/>
                    </a:cubicBezTo>
                    <a:cubicBezTo>
                      <a:pt x="1037" y="237"/>
                      <a:pt x="1045" y="237"/>
                      <a:pt x="1045" y="228"/>
                    </a:cubicBezTo>
                    <a:cubicBezTo>
                      <a:pt x="1045" y="237"/>
                      <a:pt x="1045" y="237"/>
                      <a:pt x="1045" y="245"/>
                    </a:cubicBezTo>
                    <a:cubicBezTo>
                      <a:pt x="1045" y="261"/>
                      <a:pt x="1053" y="286"/>
                      <a:pt x="1053" y="303"/>
                    </a:cubicBezTo>
                    <a:cubicBezTo>
                      <a:pt x="1061" y="344"/>
                      <a:pt x="1061" y="377"/>
                      <a:pt x="1061" y="411"/>
                    </a:cubicBezTo>
                    <a:cubicBezTo>
                      <a:pt x="1070" y="444"/>
                      <a:pt x="1070" y="485"/>
                      <a:pt x="1070" y="518"/>
                    </a:cubicBezTo>
                    <a:cubicBezTo>
                      <a:pt x="1070" y="560"/>
                      <a:pt x="1070" y="609"/>
                      <a:pt x="1095" y="643"/>
                    </a:cubicBezTo>
                    <a:cubicBezTo>
                      <a:pt x="1105" y="653"/>
                      <a:pt x="1118" y="660"/>
                      <a:pt x="1133" y="660"/>
                    </a:cubicBezTo>
                    <a:cubicBezTo>
                      <a:pt x="1142" y="660"/>
                      <a:pt x="1151" y="657"/>
                      <a:pt x="1161" y="651"/>
                    </a:cubicBezTo>
                    <a:cubicBezTo>
                      <a:pt x="1194" y="618"/>
                      <a:pt x="1202" y="560"/>
                      <a:pt x="1202" y="510"/>
                    </a:cubicBezTo>
                    <a:cubicBezTo>
                      <a:pt x="1194" y="460"/>
                      <a:pt x="1194" y="411"/>
                      <a:pt x="1186" y="369"/>
                    </a:cubicBezTo>
                    <a:cubicBezTo>
                      <a:pt x="1177" y="328"/>
                      <a:pt x="1169" y="278"/>
                      <a:pt x="1153" y="237"/>
                    </a:cubicBezTo>
                    <a:cubicBezTo>
                      <a:pt x="1138" y="207"/>
                      <a:pt x="1116" y="151"/>
                      <a:pt x="1077" y="151"/>
                    </a:cubicBezTo>
                    <a:cubicBezTo>
                      <a:pt x="1072" y="151"/>
                      <a:pt x="1067" y="152"/>
                      <a:pt x="1061" y="154"/>
                    </a:cubicBezTo>
                    <a:lnTo>
                      <a:pt x="1053" y="154"/>
                    </a:lnTo>
                    <a:cubicBezTo>
                      <a:pt x="1053" y="112"/>
                      <a:pt x="1053" y="71"/>
                      <a:pt x="1037" y="29"/>
                    </a:cubicBezTo>
                    <a:cubicBezTo>
                      <a:pt x="1032" y="11"/>
                      <a:pt x="1017" y="0"/>
                      <a:pt x="10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3" name="Google Shape;1923;p2"/>
              <p:cNvSpPr/>
              <p:nvPr/>
            </p:nvSpPr>
            <p:spPr>
              <a:xfrm>
                <a:off x="4208525" y="2354550"/>
                <a:ext cx="2300" cy="6300"/>
              </a:xfrm>
              <a:custGeom>
                <a:rect b="b" l="l" r="r" t="t"/>
                <a:pathLst>
                  <a:path extrusionOk="0" h="252" w="92">
                    <a:moveTo>
                      <a:pt x="50" y="1"/>
                    </a:moveTo>
                    <a:cubicBezTo>
                      <a:pt x="25" y="1"/>
                      <a:pt x="9" y="26"/>
                      <a:pt x="9" y="42"/>
                    </a:cubicBezTo>
                    <a:cubicBezTo>
                      <a:pt x="9" y="75"/>
                      <a:pt x="0" y="109"/>
                      <a:pt x="9" y="133"/>
                    </a:cubicBezTo>
                    <a:cubicBezTo>
                      <a:pt x="9" y="150"/>
                      <a:pt x="9" y="167"/>
                      <a:pt x="9" y="183"/>
                    </a:cubicBezTo>
                    <a:cubicBezTo>
                      <a:pt x="9" y="191"/>
                      <a:pt x="9" y="200"/>
                      <a:pt x="17" y="208"/>
                    </a:cubicBezTo>
                    <a:cubicBezTo>
                      <a:pt x="17" y="216"/>
                      <a:pt x="25" y="225"/>
                      <a:pt x="25" y="233"/>
                    </a:cubicBezTo>
                    <a:cubicBezTo>
                      <a:pt x="29" y="245"/>
                      <a:pt x="40" y="251"/>
                      <a:pt x="50" y="251"/>
                    </a:cubicBezTo>
                    <a:cubicBezTo>
                      <a:pt x="60" y="251"/>
                      <a:pt x="71" y="245"/>
                      <a:pt x="75" y="233"/>
                    </a:cubicBezTo>
                    <a:cubicBezTo>
                      <a:pt x="75" y="225"/>
                      <a:pt x="83" y="216"/>
                      <a:pt x="83" y="208"/>
                    </a:cubicBezTo>
                    <a:cubicBezTo>
                      <a:pt x="83" y="200"/>
                      <a:pt x="83" y="191"/>
                      <a:pt x="83" y="183"/>
                    </a:cubicBezTo>
                    <a:cubicBezTo>
                      <a:pt x="83" y="167"/>
                      <a:pt x="91" y="150"/>
                      <a:pt x="91" y="133"/>
                    </a:cubicBezTo>
                    <a:cubicBezTo>
                      <a:pt x="91" y="109"/>
                      <a:pt x="91" y="75"/>
                      <a:pt x="91" y="42"/>
                    </a:cubicBezTo>
                    <a:cubicBezTo>
                      <a:pt x="91" y="26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4" name="Google Shape;1924;p2"/>
              <p:cNvSpPr/>
              <p:nvPr/>
            </p:nvSpPr>
            <p:spPr>
              <a:xfrm>
                <a:off x="4274800" y="2490575"/>
                <a:ext cx="10600" cy="4850"/>
              </a:xfrm>
              <a:custGeom>
                <a:rect b="b" l="l" r="r" t="t"/>
                <a:pathLst>
                  <a:path extrusionOk="0" h="194" w="424">
                    <a:moveTo>
                      <a:pt x="33" y="0"/>
                    </a:moveTo>
                    <a:cubicBezTo>
                      <a:pt x="22" y="0"/>
                      <a:pt x="9" y="8"/>
                      <a:pt x="9" y="20"/>
                    </a:cubicBezTo>
                    <a:cubicBezTo>
                      <a:pt x="1" y="37"/>
                      <a:pt x="9" y="45"/>
                      <a:pt x="17" y="53"/>
                    </a:cubicBezTo>
                    <a:cubicBezTo>
                      <a:pt x="75" y="95"/>
                      <a:pt x="125" y="128"/>
                      <a:pt x="183" y="153"/>
                    </a:cubicBezTo>
                    <a:cubicBezTo>
                      <a:pt x="216" y="161"/>
                      <a:pt x="249" y="177"/>
                      <a:pt x="282" y="186"/>
                    </a:cubicBezTo>
                    <a:cubicBezTo>
                      <a:pt x="299" y="186"/>
                      <a:pt x="315" y="194"/>
                      <a:pt x="332" y="194"/>
                    </a:cubicBezTo>
                    <a:lnTo>
                      <a:pt x="382" y="194"/>
                    </a:lnTo>
                    <a:cubicBezTo>
                      <a:pt x="407" y="194"/>
                      <a:pt x="415" y="186"/>
                      <a:pt x="423" y="161"/>
                    </a:cubicBezTo>
                    <a:cubicBezTo>
                      <a:pt x="423" y="161"/>
                      <a:pt x="423" y="153"/>
                      <a:pt x="423" y="153"/>
                    </a:cubicBezTo>
                    <a:cubicBezTo>
                      <a:pt x="423" y="136"/>
                      <a:pt x="415" y="119"/>
                      <a:pt x="407" y="111"/>
                    </a:cubicBezTo>
                    <a:cubicBezTo>
                      <a:pt x="373" y="103"/>
                      <a:pt x="340" y="95"/>
                      <a:pt x="307" y="86"/>
                    </a:cubicBezTo>
                    <a:cubicBezTo>
                      <a:pt x="282" y="78"/>
                      <a:pt x="249" y="70"/>
                      <a:pt x="224" y="61"/>
                    </a:cubicBezTo>
                    <a:cubicBezTo>
                      <a:pt x="158" y="45"/>
                      <a:pt x="100" y="20"/>
                      <a:pt x="42" y="3"/>
                    </a:cubicBezTo>
                    <a:cubicBezTo>
                      <a:pt x="40" y="1"/>
                      <a:pt x="36" y="0"/>
                      <a:pt x="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2"/>
              <p:cNvSpPr/>
              <p:nvPr/>
            </p:nvSpPr>
            <p:spPr>
              <a:xfrm>
                <a:off x="4289500" y="2494125"/>
                <a:ext cx="3975" cy="2150"/>
              </a:xfrm>
              <a:custGeom>
                <a:rect b="b" l="l" r="r" t="t"/>
                <a:pathLst>
                  <a:path extrusionOk="0" h="86" w="159">
                    <a:moveTo>
                      <a:pt x="33" y="0"/>
                    </a:moveTo>
                    <a:cubicBezTo>
                      <a:pt x="20" y="0"/>
                      <a:pt x="8" y="14"/>
                      <a:pt x="1" y="27"/>
                    </a:cubicBezTo>
                    <a:cubicBezTo>
                      <a:pt x="1" y="44"/>
                      <a:pt x="9" y="60"/>
                      <a:pt x="26" y="60"/>
                    </a:cubicBezTo>
                    <a:cubicBezTo>
                      <a:pt x="34" y="69"/>
                      <a:pt x="42" y="69"/>
                      <a:pt x="51" y="69"/>
                    </a:cubicBezTo>
                    <a:cubicBezTo>
                      <a:pt x="59" y="69"/>
                      <a:pt x="67" y="69"/>
                      <a:pt x="75" y="77"/>
                    </a:cubicBezTo>
                    <a:lnTo>
                      <a:pt x="84" y="77"/>
                    </a:lnTo>
                    <a:cubicBezTo>
                      <a:pt x="100" y="77"/>
                      <a:pt x="117" y="85"/>
                      <a:pt x="142" y="85"/>
                    </a:cubicBezTo>
                    <a:cubicBezTo>
                      <a:pt x="150" y="85"/>
                      <a:pt x="158" y="77"/>
                      <a:pt x="158" y="69"/>
                    </a:cubicBezTo>
                    <a:cubicBezTo>
                      <a:pt x="158" y="60"/>
                      <a:pt x="158" y="52"/>
                      <a:pt x="150" y="44"/>
                    </a:cubicBezTo>
                    <a:cubicBezTo>
                      <a:pt x="150" y="44"/>
                      <a:pt x="142" y="44"/>
                      <a:pt x="142" y="35"/>
                    </a:cubicBezTo>
                    <a:lnTo>
                      <a:pt x="125" y="35"/>
                    </a:lnTo>
                    <a:cubicBezTo>
                      <a:pt x="117" y="35"/>
                      <a:pt x="109" y="27"/>
                      <a:pt x="100" y="27"/>
                    </a:cubicBezTo>
                    <a:cubicBezTo>
                      <a:pt x="92" y="19"/>
                      <a:pt x="84" y="11"/>
                      <a:pt x="75" y="11"/>
                    </a:cubicBezTo>
                    <a:cubicBezTo>
                      <a:pt x="59" y="11"/>
                      <a:pt x="51" y="2"/>
                      <a:pt x="42" y="2"/>
                    </a:cubicBezTo>
                    <a:cubicBezTo>
                      <a:pt x="39" y="1"/>
                      <a:pt x="36" y="0"/>
                      <a:pt x="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6" name="Google Shape;1926;p2"/>
              <p:cNvSpPr/>
              <p:nvPr/>
            </p:nvSpPr>
            <p:spPr>
              <a:xfrm>
                <a:off x="3698750" y="2304000"/>
                <a:ext cx="711750" cy="995225"/>
              </a:xfrm>
              <a:custGeom>
                <a:rect b="b" l="l" r="r" t="t"/>
                <a:pathLst>
                  <a:path extrusionOk="0" h="39809" w="28470">
                    <a:moveTo>
                      <a:pt x="28221" y="6141"/>
                    </a:moveTo>
                    <a:cubicBezTo>
                      <a:pt x="28221" y="6149"/>
                      <a:pt x="28221" y="6149"/>
                      <a:pt x="28221" y="6157"/>
                    </a:cubicBezTo>
                    <a:cubicBezTo>
                      <a:pt x="28229" y="6174"/>
                      <a:pt x="28229" y="6182"/>
                      <a:pt x="28229" y="6199"/>
                    </a:cubicBezTo>
                    <a:cubicBezTo>
                      <a:pt x="27949" y="6294"/>
                      <a:pt x="27650" y="6370"/>
                      <a:pt x="27353" y="6370"/>
                    </a:cubicBezTo>
                    <a:cubicBezTo>
                      <a:pt x="27263" y="6370"/>
                      <a:pt x="27174" y="6363"/>
                      <a:pt x="27086" y="6348"/>
                    </a:cubicBezTo>
                    <a:cubicBezTo>
                      <a:pt x="26987" y="6323"/>
                      <a:pt x="26895" y="6290"/>
                      <a:pt x="26804" y="6248"/>
                    </a:cubicBezTo>
                    <a:cubicBezTo>
                      <a:pt x="26804" y="6232"/>
                      <a:pt x="26804" y="6224"/>
                      <a:pt x="26804" y="6207"/>
                    </a:cubicBezTo>
                    <a:cubicBezTo>
                      <a:pt x="26837" y="6248"/>
                      <a:pt x="26887" y="6273"/>
                      <a:pt x="26937" y="6298"/>
                    </a:cubicBezTo>
                    <a:cubicBezTo>
                      <a:pt x="27003" y="6325"/>
                      <a:pt x="27075" y="6334"/>
                      <a:pt x="27148" y="6334"/>
                    </a:cubicBezTo>
                    <a:cubicBezTo>
                      <a:pt x="27258" y="6334"/>
                      <a:pt x="27371" y="6313"/>
                      <a:pt x="27475" y="6298"/>
                    </a:cubicBezTo>
                    <a:cubicBezTo>
                      <a:pt x="27666" y="6265"/>
                      <a:pt x="27857" y="6240"/>
                      <a:pt x="28039" y="6190"/>
                    </a:cubicBezTo>
                    <a:cubicBezTo>
                      <a:pt x="28097" y="6182"/>
                      <a:pt x="28163" y="6166"/>
                      <a:pt x="28221" y="6141"/>
                    </a:cubicBezTo>
                    <a:close/>
                    <a:moveTo>
                      <a:pt x="28205" y="6439"/>
                    </a:moveTo>
                    <a:lnTo>
                      <a:pt x="28205" y="6439"/>
                    </a:lnTo>
                    <a:cubicBezTo>
                      <a:pt x="28196" y="6456"/>
                      <a:pt x="28180" y="6480"/>
                      <a:pt x="28171" y="6497"/>
                    </a:cubicBezTo>
                    <a:cubicBezTo>
                      <a:pt x="28163" y="6480"/>
                      <a:pt x="28147" y="6472"/>
                      <a:pt x="28130" y="6464"/>
                    </a:cubicBezTo>
                    <a:cubicBezTo>
                      <a:pt x="28155" y="6456"/>
                      <a:pt x="28180" y="6447"/>
                      <a:pt x="28205" y="6439"/>
                    </a:cubicBezTo>
                    <a:close/>
                    <a:moveTo>
                      <a:pt x="27923" y="6944"/>
                    </a:moveTo>
                    <a:cubicBezTo>
                      <a:pt x="27923" y="6953"/>
                      <a:pt x="27915" y="6961"/>
                      <a:pt x="27915" y="6961"/>
                    </a:cubicBezTo>
                    <a:cubicBezTo>
                      <a:pt x="27906" y="6978"/>
                      <a:pt x="27865" y="7027"/>
                      <a:pt x="27848" y="7027"/>
                    </a:cubicBezTo>
                    <a:cubicBezTo>
                      <a:pt x="27840" y="7027"/>
                      <a:pt x="27832" y="7011"/>
                      <a:pt x="27823" y="6986"/>
                    </a:cubicBezTo>
                    <a:cubicBezTo>
                      <a:pt x="27857" y="6978"/>
                      <a:pt x="27890" y="6969"/>
                      <a:pt x="27923" y="6944"/>
                    </a:cubicBezTo>
                    <a:close/>
                    <a:moveTo>
                      <a:pt x="28080" y="7052"/>
                    </a:moveTo>
                    <a:cubicBezTo>
                      <a:pt x="28089" y="7102"/>
                      <a:pt x="28089" y="7160"/>
                      <a:pt x="28097" y="7210"/>
                    </a:cubicBezTo>
                    <a:cubicBezTo>
                      <a:pt x="28097" y="7284"/>
                      <a:pt x="28105" y="7359"/>
                      <a:pt x="28089" y="7433"/>
                    </a:cubicBezTo>
                    <a:cubicBezTo>
                      <a:pt x="28064" y="7500"/>
                      <a:pt x="28031" y="7566"/>
                      <a:pt x="27989" y="7624"/>
                    </a:cubicBezTo>
                    <a:cubicBezTo>
                      <a:pt x="27840" y="7839"/>
                      <a:pt x="27600" y="7947"/>
                      <a:pt x="27351" y="7988"/>
                    </a:cubicBezTo>
                    <a:cubicBezTo>
                      <a:pt x="27343" y="7988"/>
                      <a:pt x="27335" y="7980"/>
                      <a:pt x="27326" y="7980"/>
                    </a:cubicBezTo>
                    <a:cubicBezTo>
                      <a:pt x="27393" y="7930"/>
                      <a:pt x="27451" y="7872"/>
                      <a:pt x="27500" y="7806"/>
                    </a:cubicBezTo>
                    <a:cubicBezTo>
                      <a:pt x="27600" y="7682"/>
                      <a:pt x="27716" y="7500"/>
                      <a:pt x="27716" y="7326"/>
                    </a:cubicBezTo>
                    <a:cubicBezTo>
                      <a:pt x="27765" y="7317"/>
                      <a:pt x="27807" y="7301"/>
                      <a:pt x="27848" y="7284"/>
                    </a:cubicBezTo>
                    <a:cubicBezTo>
                      <a:pt x="27931" y="7259"/>
                      <a:pt x="28006" y="7218"/>
                      <a:pt x="28047" y="7135"/>
                    </a:cubicBezTo>
                    <a:cubicBezTo>
                      <a:pt x="28064" y="7110"/>
                      <a:pt x="28072" y="7085"/>
                      <a:pt x="28072" y="7060"/>
                    </a:cubicBezTo>
                    <a:cubicBezTo>
                      <a:pt x="28080" y="7060"/>
                      <a:pt x="28080" y="7052"/>
                      <a:pt x="28080" y="7052"/>
                    </a:cubicBezTo>
                    <a:close/>
                    <a:moveTo>
                      <a:pt x="22181" y="7906"/>
                    </a:moveTo>
                    <a:cubicBezTo>
                      <a:pt x="22198" y="7939"/>
                      <a:pt x="22198" y="7980"/>
                      <a:pt x="22189" y="8013"/>
                    </a:cubicBezTo>
                    <a:cubicBezTo>
                      <a:pt x="22189" y="8063"/>
                      <a:pt x="22189" y="8113"/>
                      <a:pt x="22198" y="8162"/>
                    </a:cubicBezTo>
                    <a:cubicBezTo>
                      <a:pt x="22206" y="8212"/>
                      <a:pt x="22222" y="8262"/>
                      <a:pt x="22280" y="8270"/>
                    </a:cubicBezTo>
                    <a:lnTo>
                      <a:pt x="22314" y="8270"/>
                    </a:lnTo>
                    <a:cubicBezTo>
                      <a:pt x="22347" y="8287"/>
                      <a:pt x="22380" y="8295"/>
                      <a:pt x="22413" y="8312"/>
                    </a:cubicBezTo>
                    <a:cubicBezTo>
                      <a:pt x="22413" y="8328"/>
                      <a:pt x="22421" y="8345"/>
                      <a:pt x="22421" y="8361"/>
                    </a:cubicBezTo>
                    <a:cubicBezTo>
                      <a:pt x="22421" y="8411"/>
                      <a:pt x="22438" y="8452"/>
                      <a:pt x="22454" y="8494"/>
                    </a:cubicBezTo>
                    <a:cubicBezTo>
                      <a:pt x="22405" y="8461"/>
                      <a:pt x="22355" y="8436"/>
                      <a:pt x="22314" y="8411"/>
                    </a:cubicBezTo>
                    <a:cubicBezTo>
                      <a:pt x="22206" y="8353"/>
                      <a:pt x="22106" y="8287"/>
                      <a:pt x="22007" y="8212"/>
                    </a:cubicBezTo>
                    <a:cubicBezTo>
                      <a:pt x="22015" y="8212"/>
                      <a:pt x="22015" y="8204"/>
                      <a:pt x="22024" y="8196"/>
                    </a:cubicBezTo>
                    <a:cubicBezTo>
                      <a:pt x="22040" y="8138"/>
                      <a:pt x="22057" y="8088"/>
                      <a:pt x="22090" y="8030"/>
                    </a:cubicBezTo>
                    <a:cubicBezTo>
                      <a:pt x="22115" y="7988"/>
                      <a:pt x="22148" y="7939"/>
                      <a:pt x="22181" y="7906"/>
                    </a:cubicBezTo>
                    <a:close/>
                    <a:moveTo>
                      <a:pt x="23275" y="8610"/>
                    </a:moveTo>
                    <a:cubicBezTo>
                      <a:pt x="23275" y="8618"/>
                      <a:pt x="23275" y="8618"/>
                      <a:pt x="23275" y="8618"/>
                    </a:cubicBezTo>
                    <a:cubicBezTo>
                      <a:pt x="23283" y="8635"/>
                      <a:pt x="23291" y="8660"/>
                      <a:pt x="23291" y="8676"/>
                    </a:cubicBezTo>
                    <a:cubicBezTo>
                      <a:pt x="23299" y="8751"/>
                      <a:pt x="23291" y="8817"/>
                      <a:pt x="23316" y="8892"/>
                    </a:cubicBezTo>
                    <a:cubicBezTo>
                      <a:pt x="23333" y="8925"/>
                      <a:pt x="23357" y="8958"/>
                      <a:pt x="23382" y="8983"/>
                    </a:cubicBezTo>
                    <a:cubicBezTo>
                      <a:pt x="23233" y="8950"/>
                      <a:pt x="23092" y="8900"/>
                      <a:pt x="22952" y="8834"/>
                    </a:cubicBezTo>
                    <a:cubicBezTo>
                      <a:pt x="23026" y="8809"/>
                      <a:pt x="23084" y="8759"/>
                      <a:pt x="23150" y="8709"/>
                    </a:cubicBezTo>
                    <a:cubicBezTo>
                      <a:pt x="23184" y="8684"/>
                      <a:pt x="23208" y="8660"/>
                      <a:pt x="23242" y="8635"/>
                    </a:cubicBezTo>
                    <a:cubicBezTo>
                      <a:pt x="23250" y="8626"/>
                      <a:pt x="23266" y="8618"/>
                      <a:pt x="23275" y="8610"/>
                    </a:cubicBezTo>
                    <a:close/>
                    <a:moveTo>
                      <a:pt x="24053" y="8941"/>
                    </a:moveTo>
                    <a:cubicBezTo>
                      <a:pt x="24062" y="8950"/>
                      <a:pt x="24062" y="8974"/>
                      <a:pt x="24062" y="8983"/>
                    </a:cubicBezTo>
                    <a:cubicBezTo>
                      <a:pt x="24070" y="9032"/>
                      <a:pt x="24070" y="9074"/>
                      <a:pt x="24078" y="9124"/>
                    </a:cubicBezTo>
                    <a:cubicBezTo>
                      <a:pt x="23987" y="9107"/>
                      <a:pt x="23896" y="9099"/>
                      <a:pt x="23813" y="9082"/>
                    </a:cubicBezTo>
                    <a:cubicBezTo>
                      <a:pt x="23821" y="9082"/>
                      <a:pt x="23830" y="9074"/>
                      <a:pt x="23838" y="9074"/>
                    </a:cubicBezTo>
                    <a:cubicBezTo>
                      <a:pt x="23888" y="9057"/>
                      <a:pt x="23954" y="9024"/>
                      <a:pt x="24004" y="8983"/>
                    </a:cubicBezTo>
                    <a:cubicBezTo>
                      <a:pt x="24004" y="8974"/>
                      <a:pt x="24012" y="8966"/>
                      <a:pt x="24020" y="8958"/>
                    </a:cubicBezTo>
                    <a:cubicBezTo>
                      <a:pt x="24029" y="8950"/>
                      <a:pt x="24045" y="8950"/>
                      <a:pt x="24053" y="8941"/>
                    </a:cubicBezTo>
                    <a:close/>
                    <a:moveTo>
                      <a:pt x="24951" y="8981"/>
                    </a:moveTo>
                    <a:cubicBezTo>
                      <a:pt x="24961" y="8981"/>
                      <a:pt x="24969" y="8983"/>
                      <a:pt x="24973" y="8991"/>
                    </a:cubicBezTo>
                    <a:cubicBezTo>
                      <a:pt x="24981" y="8991"/>
                      <a:pt x="24981" y="9008"/>
                      <a:pt x="24981" y="9024"/>
                    </a:cubicBezTo>
                    <a:cubicBezTo>
                      <a:pt x="24981" y="9041"/>
                      <a:pt x="24990" y="9057"/>
                      <a:pt x="24990" y="9082"/>
                    </a:cubicBezTo>
                    <a:cubicBezTo>
                      <a:pt x="24998" y="9146"/>
                      <a:pt x="25006" y="9209"/>
                      <a:pt x="25006" y="9273"/>
                    </a:cubicBezTo>
                    <a:lnTo>
                      <a:pt x="25006" y="9273"/>
                    </a:lnTo>
                    <a:lnTo>
                      <a:pt x="24824" y="9264"/>
                    </a:lnTo>
                    <a:cubicBezTo>
                      <a:pt x="24791" y="9248"/>
                      <a:pt x="24749" y="9240"/>
                      <a:pt x="24716" y="9231"/>
                    </a:cubicBezTo>
                    <a:cubicBezTo>
                      <a:pt x="24725" y="9215"/>
                      <a:pt x="24741" y="9198"/>
                      <a:pt x="24749" y="9182"/>
                    </a:cubicBezTo>
                    <a:cubicBezTo>
                      <a:pt x="24766" y="9157"/>
                      <a:pt x="24774" y="9124"/>
                      <a:pt x="24799" y="9090"/>
                    </a:cubicBezTo>
                    <a:cubicBezTo>
                      <a:pt x="24824" y="9041"/>
                      <a:pt x="24865" y="8999"/>
                      <a:pt x="24923" y="8983"/>
                    </a:cubicBezTo>
                    <a:cubicBezTo>
                      <a:pt x="24932" y="8983"/>
                      <a:pt x="24942" y="8981"/>
                      <a:pt x="24951" y="8981"/>
                    </a:cubicBezTo>
                    <a:close/>
                    <a:moveTo>
                      <a:pt x="23573" y="8046"/>
                    </a:moveTo>
                    <a:cubicBezTo>
                      <a:pt x="23739" y="8096"/>
                      <a:pt x="23913" y="8146"/>
                      <a:pt x="24087" y="8187"/>
                    </a:cubicBezTo>
                    <a:cubicBezTo>
                      <a:pt x="24501" y="8287"/>
                      <a:pt x="24923" y="8345"/>
                      <a:pt x="25346" y="8361"/>
                    </a:cubicBezTo>
                    <a:cubicBezTo>
                      <a:pt x="25437" y="8378"/>
                      <a:pt x="25537" y="8361"/>
                      <a:pt x="25628" y="8386"/>
                    </a:cubicBezTo>
                    <a:cubicBezTo>
                      <a:pt x="25727" y="8403"/>
                      <a:pt x="25810" y="8469"/>
                      <a:pt x="25893" y="8519"/>
                    </a:cubicBezTo>
                    <a:cubicBezTo>
                      <a:pt x="25976" y="8568"/>
                      <a:pt x="26067" y="8618"/>
                      <a:pt x="26141" y="8668"/>
                    </a:cubicBezTo>
                    <a:cubicBezTo>
                      <a:pt x="26183" y="8693"/>
                      <a:pt x="26216" y="8726"/>
                      <a:pt x="26249" y="8759"/>
                    </a:cubicBezTo>
                    <a:cubicBezTo>
                      <a:pt x="26282" y="8784"/>
                      <a:pt x="26307" y="8825"/>
                      <a:pt x="26340" y="8850"/>
                    </a:cubicBezTo>
                    <a:cubicBezTo>
                      <a:pt x="26345" y="8852"/>
                      <a:pt x="26349" y="8853"/>
                      <a:pt x="26353" y="8853"/>
                    </a:cubicBezTo>
                    <a:cubicBezTo>
                      <a:pt x="26365" y="8853"/>
                      <a:pt x="26373" y="8846"/>
                      <a:pt x="26373" y="8834"/>
                    </a:cubicBezTo>
                    <a:cubicBezTo>
                      <a:pt x="26349" y="8751"/>
                      <a:pt x="26266" y="8684"/>
                      <a:pt x="26199" y="8635"/>
                    </a:cubicBezTo>
                    <a:cubicBezTo>
                      <a:pt x="26117" y="8577"/>
                      <a:pt x="26017" y="8519"/>
                      <a:pt x="25934" y="8461"/>
                    </a:cubicBezTo>
                    <a:cubicBezTo>
                      <a:pt x="25885" y="8428"/>
                      <a:pt x="25843" y="8394"/>
                      <a:pt x="25793" y="8370"/>
                    </a:cubicBezTo>
                    <a:cubicBezTo>
                      <a:pt x="25934" y="8361"/>
                      <a:pt x="26083" y="8353"/>
                      <a:pt x="26224" y="8345"/>
                    </a:cubicBezTo>
                    <a:cubicBezTo>
                      <a:pt x="26249" y="8336"/>
                      <a:pt x="26266" y="8336"/>
                      <a:pt x="26291" y="8336"/>
                    </a:cubicBezTo>
                    <a:cubicBezTo>
                      <a:pt x="26390" y="8370"/>
                      <a:pt x="26489" y="8394"/>
                      <a:pt x="26581" y="8452"/>
                    </a:cubicBezTo>
                    <a:cubicBezTo>
                      <a:pt x="26688" y="8519"/>
                      <a:pt x="26788" y="8593"/>
                      <a:pt x="26887" y="8668"/>
                    </a:cubicBezTo>
                    <a:cubicBezTo>
                      <a:pt x="27078" y="8825"/>
                      <a:pt x="27252" y="9008"/>
                      <a:pt x="27368" y="9223"/>
                    </a:cubicBezTo>
                    <a:cubicBezTo>
                      <a:pt x="27492" y="9447"/>
                      <a:pt x="27550" y="9712"/>
                      <a:pt x="27509" y="9969"/>
                    </a:cubicBezTo>
                    <a:cubicBezTo>
                      <a:pt x="27475" y="10184"/>
                      <a:pt x="27368" y="10375"/>
                      <a:pt x="27210" y="10524"/>
                    </a:cubicBezTo>
                    <a:cubicBezTo>
                      <a:pt x="27061" y="10665"/>
                      <a:pt x="26887" y="10756"/>
                      <a:pt x="26697" y="10814"/>
                    </a:cubicBezTo>
                    <a:lnTo>
                      <a:pt x="26663" y="10814"/>
                    </a:lnTo>
                    <a:cubicBezTo>
                      <a:pt x="26655" y="10814"/>
                      <a:pt x="26647" y="10814"/>
                      <a:pt x="26639" y="10822"/>
                    </a:cubicBezTo>
                    <a:lnTo>
                      <a:pt x="26614" y="10822"/>
                    </a:lnTo>
                    <a:cubicBezTo>
                      <a:pt x="26614" y="10822"/>
                      <a:pt x="26614" y="10822"/>
                      <a:pt x="26605" y="10814"/>
                    </a:cubicBezTo>
                    <a:cubicBezTo>
                      <a:pt x="26564" y="10714"/>
                      <a:pt x="26539" y="10607"/>
                      <a:pt x="26506" y="10499"/>
                    </a:cubicBezTo>
                    <a:cubicBezTo>
                      <a:pt x="26498" y="10482"/>
                      <a:pt x="26481" y="10474"/>
                      <a:pt x="26465" y="10474"/>
                    </a:cubicBezTo>
                    <a:cubicBezTo>
                      <a:pt x="26456" y="10433"/>
                      <a:pt x="26440" y="10391"/>
                      <a:pt x="26431" y="10350"/>
                    </a:cubicBezTo>
                    <a:cubicBezTo>
                      <a:pt x="26382" y="10201"/>
                      <a:pt x="26332" y="10060"/>
                      <a:pt x="26274" y="9927"/>
                    </a:cubicBezTo>
                    <a:cubicBezTo>
                      <a:pt x="26216" y="9803"/>
                      <a:pt x="26150" y="9679"/>
                      <a:pt x="26075" y="9563"/>
                    </a:cubicBezTo>
                    <a:cubicBezTo>
                      <a:pt x="26075" y="9563"/>
                      <a:pt x="26067" y="9554"/>
                      <a:pt x="26067" y="9554"/>
                    </a:cubicBezTo>
                    <a:cubicBezTo>
                      <a:pt x="26034" y="9496"/>
                      <a:pt x="26001" y="9447"/>
                      <a:pt x="25951" y="9405"/>
                    </a:cubicBezTo>
                    <a:cubicBezTo>
                      <a:pt x="25893" y="9339"/>
                      <a:pt x="25835" y="9281"/>
                      <a:pt x="25769" y="9223"/>
                    </a:cubicBezTo>
                    <a:cubicBezTo>
                      <a:pt x="25744" y="9198"/>
                      <a:pt x="25719" y="9173"/>
                      <a:pt x="25686" y="9157"/>
                    </a:cubicBezTo>
                    <a:lnTo>
                      <a:pt x="25686" y="9140"/>
                    </a:lnTo>
                    <a:cubicBezTo>
                      <a:pt x="25686" y="9099"/>
                      <a:pt x="25653" y="9074"/>
                      <a:pt x="25619" y="9057"/>
                    </a:cubicBezTo>
                    <a:cubicBezTo>
                      <a:pt x="25586" y="9049"/>
                      <a:pt x="25553" y="9032"/>
                      <a:pt x="25512" y="9032"/>
                    </a:cubicBezTo>
                    <a:cubicBezTo>
                      <a:pt x="25512" y="9024"/>
                      <a:pt x="25503" y="9024"/>
                      <a:pt x="25495" y="9016"/>
                    </a:cubicBezTo>
                    <a:cubicBezTo>
                      <a:pt x="25479" y="9008"/>
                      <a:pt x="25470" y="8999"/>
                      <a:pt x="25454" y="8991"/>
                    </a:cubicBezTo>
                    <a:cubicBezTo>
                      <a:pt x="25329" y="8916"/>
                      <a:pt x="25205" y="8858"/>
                      <a:pt x="25073" y="8817"/>
                    </a:cubicBezTo>
                    <a:cubicBezTo>
                      <a:pt x="24923" y="8759"/>
                      <a:pt x="24774" y="8734"/>
                      <a:pt x="24625" y="8701"/>
                    </a:cubicBezTo>
                    <a:cubicBezTo>
                      <a:pt x="24476" y="8668"/>
                      <a:pt x="24335" y="8610"/>
                      <a:pt x="24203" y="8544"/>
                    </a:cubicBezTo>
                    <a:cubicBezTo>
                      <a:pt x="24062" y="8469"/>
                      <a:pt x="23921" y="8378"/>
                      <a:pt x="23797" y="8270"/>
                    </a:cubicBezTo>
                    <a:cubicBezTo>
                      <a:pt x="23739" y="8220"/>
                      <a:pt x="23689" y="8171"/>
                      <a:pt x="23639" y="8113"/>
                    </a:cubicBezTo>
                    <a:cubicBezTo>
                      <a:pt x="23623" y="8104"/>
                      <a:pt x="23606" y="8088"/>
                      <a:pt x="23589" y="8071"/>
                    </a:cubicBezTo>
                    <a:cubicBezTo>
                      <a:pt x="23581" y="8063"/>
                      <a:pt x="23581" y="8055"/>
                      <a:pt x="23573" y="8046"/>
                    </a:cubicBezTo>
                    <a:close/>
                    <a:moveTo>
                      <a:pt x="14567" y="28777"/>
                    </a:moveTo>
                    <a:lnTo>
                      <a:pt x="14567" y="28777"/>
                    </a:lnTo>
                    <a:cubicBezTo>
                      <a:pt x="14550" y="28868"/>
                      <a:pt x="14542" y="28967"/>
                      <a:pt x="14533" y="29058"/>
                    </a:cubicBezTo>
                    <a:cubicBezTo>
                      <a:pt x="14525" y="28967"/>
                      <a:pt x="14525" y="28884"/>
                      <a:pt x="14517" y="28802"/>
                    </a:cubicBezTo>
                    <a:cubicBezTo>
                      <a:pt x="14533" y="28802"/>
                      <a:pt x="14550" y="28785"/>
                      <a:pt x="14567" y="28777"/>
                    </a:cubicBezTo>
                    <a:close/>
                    <a:moveTo>
                      <a:pt x="5088" y="30641"/>
                    </a:moveTo>
                    <a:lnTo>
                      <a:pt x="5088" y="30641"/>
                    </a:lnTo>
                    <a:cubicBezTo>
                      <a:pt x="5071" y="30657"/>
                      <a:pt x="5055" y="30682"/>
                      <a:pt x="5030" y="30699"/>
                    </a:cubicBezTo>
                    <a:cubicBezTo>
                      <a:pt x="5005" y="30724"/>
                      <a:pt x="4980" y="30749"/>
                      <a:pt x="4947" y="30773"/>
                    </a:cubicBezTo>
                    <a:cubicBezTo>
                      <a:pt x="4989" y="30724"/>
                      <a:pt x="5038" y="30682"/>
                      <a:pt x="5088" y="30641"/>
                    </a:cubicBezTo>
                    <a:close/>
                    <a:moveTo>
                      <a:pt x="19944" y="29870"/>
                    </a:moveTo>
                    <a:cubicBezTo>
                      <a:pt x="20002" y="30185"/>
                      <a:pt x="20076" y="30492"/>
                      <a:pt x="20168" y="30790"/>
                    </a:cubicBezTo>
                    <a:cubicBezTo>
                      <a:pt x="20267" y="31121"/>
                      <a:pt x="20375" y="31445"/>
                      <a:pt x="20458" y="31784"/>
                    </a:cubicBezTo>
                    <a:cubicBezTo>
                      <a:pt x="20507" y="31967"/>
                      <a:pt x="20549" y="32157"/>
                      <a:pt x="20574" y="32348"/>
                    </a:cubicBezTo>
                    <a:cubicBezTo>
                      <a:pt x="20582" y="32422"/>
                      <a:pt x="20582" y="32505"/>
                      <a:pt x="20590" y="32580"/>
                    </a:cubicBezTo>
                    <a:cubicBezTo>
                      <a:pt x="20574" y="32729"/>
                      <a:pt x="20532" y="32878"/>
                      <a:pt x="20499" y="33027"/>
                    </a:cubicBezTo>
                    <a:cubicBezTo>
                      <a:pt x="20333" y="32961"/>
                      <a:pt x="20159" y="32919"/>
                      <a:pt x="19994" y="32853"/>
                    </a:cubicBezTo>
                    <a:cubicBezTo>
                      <a:pt x="19803" y="32770"/>
                      <a:pt x="19654" y="32654"/>
                      <a:pt x="19554" y="32472"/>
                    </a:cubicBezTo>
                    <a:cubicBezTo>
                      <a:pt x="19447" y="32290"/>
                      <a:pt x="19372" y="32083"/>
                      <a:pt x="19314" y="31875"/>
                    </a:cubicBezTo>
                    <a:cubicBezTo>
                      <a:pt x="19273" y="31693"/>
                      <a:pt x="19256" y="31503"/>
                      <a:pt x="19240" y="31320"/>
                    </a:cubicBezTo>
                    <a:cubicBezTo>
                      <a:pt x="19240" y="31295"/>
                      <a:pt x="19240" y="31271"/>
                      <a:pt x="19248" y="31246"/>
                    </a:cubicBezTo>
                    <a:cubicBezTo>
                      <a:pt x="19256" y="31138"/>
                      <a:pt x="19289" y="31030"/>
                      <a:pt x="19322" y="30931"/>
                    </a:cubicBezTo>
                    <a:cubicBezTo>
                      <a:pt x="19372" y="30798"/>
                      <a:pt x="19438" y="30674"/>
                      <a:pt x="19505" y="30550"/>
                    </a:cubicBezTo>
                    <a:cubicBezTo>
                      <a:pt x="19521" y="30550"/>
                      <a:pt x="19538" y="30550"/>
                      <a:pt x="19554" y="30533"/>
                    </a:cubicBezTo>
                    <a:cubicBezTo>
                      <a:pt x="19654" y="30442"/>
                      <a:pt x="19712" y="30326"/>
                      <a:pt x="19770" y="30210"/>
                    </a:cubicBezTo>
                    <a:cubicBezTo>
                      <a:pt x="19836" y="30102"/>
                      <a:pt x="19894" y="29986"/>
                      <a:pt x="19944" y="29870"/>
                    </a:cubicBezTo>
                    <a:close/>
                    <a:moveTo>
                      <a:pt x="6124" y="30069"/>
                    </a:moveTo>
                    <a:lnTo>
                      <a:pt x="6124" y="30069"/>
                    </a:lnTo>
                    <a:cubicBezTo>
                      <a:pt x="6041" y="30260"/>
                      <a:pt x="5983" y="30459"/>
                      <a:pt x="5958" y="30674"/>
                    </a:cubicBezTo>
                    <a:cubicBezTo>
                      <a:pt x="5933" y="31022"/>
                      <a:pt x="5999" y="31370"/>
                      <a:pt x="6049" y="31718"/>
                    </a:cubicBezTo>
                    <a:cubicBezTo>
                      <a:pt x="6074" y="31867"/>
                      <a:pt x="6091" y="32016"/>
                      <a:pt x="6115" y="32165"/>
                    </a:cubicBezTo>
                    <a:cubicBezTo>
                      <a:pt x="6107" y="32190"/>
                      <a:pt x="6091" y="32223"/>
                      <a:pt x="6082" y="32257"/>
                    </a:cubicBezTo>
                    <a:cubicBezTo>
                      <a:pt x="6033" y="32356"/>
                      <a:pt x="5975" y="32464"/>
                      <a:pt x="5908" y="32555"/>
                    </a:cubicBezTo>
                    <a:cubicBezTo>
                      <a:pt x="5776" y="32745"/>
                      <a:pt x="5602" y="32903"/>
                      <a:pt x="5403" y="33035"/>
                    </a:cubicBezTo>
                    <a:cubicBezTo>
                      <a:pt x="5212" y="33160"/>
                      <a:pt x="4989" y="33251"/>
                      <a:pt x="4757" y="33284"/>
                    </a:cubicBezTo>
                    <a:cubicBezTo>
                      <a:pt x="4655" y="33301"/>
                      <a:pt x="4552" y="33308"/>
                      <a:pt x="4449" y="33308"/>
                    </a:cubicBezTo>
                    <a:cubicBezTo>
                      <a:pt x="4258" y="33308"/>
                      <a:pt x="4066" y="33286"/>
                      <a:pt x="3878" y="33276"/>
                    </a:cubicBezTo>
                    <a:lnTo>
                      <a:pt x="3713" y="33276"/>
                    </a:lnTo>
                    <a:cubicBezTo>
                      <a:pt x="3721" y="33276"/>
                      <a:pt x="3729" y="33267"/>
                      <a:pt x="3737" y="33259"/>
                    </a:cubicBezTo>
                    <a:cubicBezTo>
                      <a:pt x="3945" y="33085"/>
                      <a:pt x="4094" y="32853"/>
                      <a:pt x="4268" y="32646"/>
                    </a:cubicBezTo>
                    <a:cubicBezTo>
                      <a:pt x="4367" y="32530"/>
                      <a:pt x="4483" y="32422"/>
                      <a:pt x="4607" y="32331"/>
                    </a:cubicBezTo>
                    <a:cubicBezTo>
                      <a:pt x="4723" y="32240"/>
                      <a:pt x="4864" y="32174"/>
                      <a:pt x="4997" y="32099"/>
                    </a:cubicBezTo>
                    <a:cubicBezTo>
                      <a:pt x="5028" y="32084"/>
                      <a:pt x="5015" y="32032"/>
                      <a:pt x="4987" y="32032"/>
                    </a:cubicBezTo>
                    <a:cubicBezTo>
                      <a:pt x="4985" y="32032"/>
                      <a:pt x="4982" y="32032"/>
                      <a:pt x="4980" y="32033"/>
                    </a:cubicBezTo>
                    <a:cubicBezTo>
                      <a:pt x="4732" y="32058"/>
                      <a:pt x="4500" y="32190"/>
                      <a:pt x="4317" y="32339"/>
                    </a:cubicBezTo>
                    <a:cubicBezTo>
                      <a:pt x="4110" y="32522"/>
                      <a:pt x="3961" y="32754"/>
                      <a:pt x="3779" y="32953"/>
                    </a:cubicBezTo>
                    <a:cubicBezTo>
                      <a:pt x="3472" y="33301"/>
                      <a:pt x="3033" y="33508"/>
                      <a:pt x="2561" y="33549"/>
                    </a:cubicBezTo>
                    <a:cubicBezTo>
                      <a:pt x="2470" y="33557"/>
                      <a:pt x="2379" y="33557"/>
                      <a:pt x="2279" y="33557"/>
                    </a:cubicBezTo>
                    <a:cubicBezTo>
                      <a:pt x="2354" y="33516"/>
                      <a:pt x="2420" y="33475"/>
                      <a:pt x="2486" y="33425"/>
                    </a:cubicBezTo>
                    <a:cubicBezTo>
                      <a:pt x="2530" y="33389"/>
                      <a:pt x="2491" y="33303"/>
                      <a:pt x="2442" y="33303"/>
                    </a:cubicBezTo>
                    <a:cubicBezTo>
                      <a:pt x="2435" y="33303"/>
                      <a:pt x="2428" y="33305"/>
                      <a:pt x="2420" y="33309"/>
                    </a:cubicBezTo>
                    <a:cubicBezTo>
                      <a:pt x="2229" y="33383"/>
                      <a:pt x="2047" y="33450"/>
                      <a:pt x="1848" y="33491"/>
                    </a:cubicBezTo>
                    <a:cubicBezTo>
                      <a:pt x="1824" y="33483"/>
                      <a:pt x="1807" y="33475"/>
                      <a:pt x="1782" y="33475"/>
                    </a:cubicBezTo>
                    <a:cubicBezTo>
                      <a:pt x="1775" y="33471"/>
                      <a:pt x="1768" y="33469"/>
                      <a:pt x="1761" y="33469"/>
                    </a:cubicBezTo>
                    <a:cubicBezTo>
                      <a:pt x="1738" y="33469"/>
                      <a:pt x="1720" y="33488"/>
                      <a:pt x="1708" y="33508"/>
                    </a:cubicBezTo>
                    <a:cubicBezTo>
                      <a:pt x="1628" y="33519"/>
                      <a:pt x="1547" y="33525"/>
                      <a:pt x="1466" y="33525"/>
                    </a:cubicBezTo>
                    <a:cubicBezTo>
                      <a:pt x="1312" y="33525"/>
                      <a:pt x="1156" y="33504"/>
                      <a:pt x="1003" y="33466"/>
                    </a:cubicBezTo>
                    <a:cubicBezTo>
                      <a:pt x="780" y="33408"/>
                      <a:pt x="548" y="33317"/>
                      <a:pt x="374" y="33160"/>
                    </a:cubicBezTo>
                    <a:cubicBezTo>
                      <a:pt x="332" y="33118"/>
                      <a:pt x="299" y="33077"/>
                      <a:pt x="266" y="33035"/>
                    </a:cubicBezTo>
                    <a:cubicBezTo>
                      <a:pt x="258" y="33011"/>
                      <a:pt x="241" y="32977"/>
                      <a:pt x="241" y="32953"/>
                    </a:cubicBezTo>
                    <a:cubicBezTo>
                      <a:pt x="241" y="32936"/>
                      <a:pt x="241" y="32895"/>
                      <a:pt x="241" y="32895"/>
                    </a:cubicBezTo>
                    <a:cubicBezTo>
                      <a:pt x="258" y="32886"/>
                      <a:pt x="299" y="32886"/>
                      <a:pt x="316" y="32886"/>
                    </a:cubicBezTo>
                    <a:cubicBezTo>
                      <a:pt x="349" y="32878"/>
                      <a:pt x="374" y="32878"/>
                      <a:pt x="407" y="32870"/>
                    </a:cubicBezTo>
                    <a:cubicBezTo>
                      <a:pt x="465" y="32861"/>
                      <a:pt x="531" y="32845"/>
                      <a:pt x="589" y="32820"/>
                    </a:cubicBezTo>
                    <a:cubicBezTo>
                      <a:pt x="862" y="32737"/>
                      <a:pt x="1094" y="32563"/>
                      <a:pt x="1293" y="32356"/>
                    </a:cubicBezTo>
                    <a:cubicBezTo>
                      <a:pt x="1318" y="32323"/>
                      <a:pt x="1310" y="32290"/>
                      <a:pt x="1277" y="32273"/>
                    </a:cubicBezTo>
                    <a:cubicBezTo>
                      <a:pt x="1343" y="32223"/>
                      <a:pt x="1401" y="32182"/>
                      <a:pt x="1467" y="32141"/>
                    </a:cubicBezTo>
                    <a:cubicBezTo>
                      <a:pt x="1674" y="32025"/>
                      <a:pt x="1906" y="31950"/>
                      <a:pt x="2147" y="31942"/>
                    </a:cubicBezTo>
                    <a:cubicBezTo>
                      <a:pt x="2379" y="31925"/>
                      <a:pt x="2611" y="31925"/>
                      <a:pt x="2843" y="31884"/>
                    </a:cubicBezTo>
                    <a:cubicBezTo>
                      <a:pt x="2959" y="31884"/>
                      <a:pt x="3075" y="31842"/>
                      <a:pt x="3191" y="31809"/>
                    </a:cubicBezTo>
                    <a:cubicBezTo>
                      <a:pt x="3315" y="31776"/>
                      <a:pt x="3439" y="31735"/>
                      <a:pt x="3555" y="31685"/>
                    </a:cubicBezTo>
                    <a:cubicBezTo>
                      <a:pt x="3804" y="31594"/>
                      <a:pt x="4044" y="31486"/>
                      <a:pt x="4284" y="31378"/>
                    </a:cubicBezTo>
                    <a:cubicBezTo>
                      <a:pt x="4508" y="31271"/>
                      <a:pt x="4740" y="31171"/>
                      <a:pt x="4939" y="31022"/>
                    </a:cubicBezTo>
                    <a:cubicBezTo>
                      <a:pt x="5022" y="30947"/>
                      <a:pt x="5105" y="30873"/>
                      <a:pt x="5179" y="30782"/>
                    </a:cubicBezTo>
                    <a:cubicBezTo>
                      <a:pt x="5245" y="30707"/>
                      <a:pt x="5328" y="30599"/>
                      <a:pt x="5345" y="30500"/>
                    </a:cubicBezTo>
                    <a:cubicBezTo>
                      <a:pt x="5345" y="30492"/>
                      <a:pt x="5345" y="30483"/>
                      <a:pt x="5345" y="30475"/>
                    </a:cubicBezTo>
                    <a:cubicBezTo>
                      <a:pt x="5477" y="30409"/>
                      <a:pt x="5618" y="30359"/>
                      <a:pt x="5751" y="30293"/>
                    </a:cubicBezTo>
                    <a:cubicBezTo>
                      <a:pt x="5883" y="30235"/>
                      <a:pt x="6016" y="30160"/>
                      <a:pt x="6124" y="30069"/>
                    </a:cubicBezTo>
                    <a:close/>
                    <a:moveTo>
                      <a:pt x="19521" y="32812"/>
                    </a:moveTo>
                    <a:lnTo>
                      <a:pt x="19521" y="32812"/>
                    </a:lnTo>
                    <a:cubicBezTo>
                      <a:pt x="19612" y="32903"/>
                      <a:pt x="19720" y="32977"/>
                      <a:pt x="19844" y="33035"/>
                    </a:cubicBezTo>
                    <a:cubicBezTo>
                      <a:pt x="19952" y="33085"/>
                      <a:pt x="20068" y="33127"/>
                      <a:pt x="20176" y="33160"/>
                    </a:cubicBezTo>
                    <a:cubicBezTo>
                      <a:pt x="20267" y="33193"/>
                      <a:pt x="20350" y="33226"/>
                      <a:pt x="20441" y="33259"/>
                    </a:cubicBezTo>
                    <a:cubicBezTo>
                      <a:pt x="20391" y="33458"/>
                      <a:pt x="20350" y="33649"/>
                      <a:pt x="20325" y="33856"/>
                    </a:cubicBezTo>
                    <a:cubicBezTo>
                      <a:pt x="20308" y="34063"/>
                      <a:pt x="20308" y="34270"/>
                      <a:pt x="20358" y="34477"/>
                    </a:cubicBezTo>
                    <a:cubicBezTo>
                      <a:pt x="20350" y="34477"/>
                      <a:pt x="20342" y="34485"/>
                      <a:pt x="20333" y="34494"/>
                    </a:cubicBezTo>
                    <a:lnTo>
                      <a:pt x="20134" y="34494"/>
                    </a:lnTo>
                    <a:cubicBezTo>
                      <a:pt x="20043" y="34494"/>
                      <a:pt x="19960" y="34477"/>
                      <a:pt x="19869" y="34461"/>
                    </a:cubicBezTo>
                    <a:cubicBezTo>
                      <a:pt x="19737" y="34427"/>
                      <a:pt x="19596" y="34378"/>
                      <a:pt x="19472" y="34311"/>
                    </a:cubicBezTo>
                    <a:cubicBezTo>
                      <a:pt x="19463" y="34303"/>
                      <a:pt x="19463" y="34287"/>
                      <a:pt x="19463" y="34270"/>
                    </a:cubicBezTo>
                    <a:cubicBezTo>
                      <a:pt x="19505" y="34104"/>
                      <a:pt x="19530" y="33922"/>
                      <a:pt x="19546" y="33748"/>
                    </a:cubicBezTo>
                    <a:cubicBezTo>
                      <a:pt x="19571" y="33508"/>
                      <a:pt x="19571" y="33259"/>
                      <a:pt x="19546" y="33011"/>
                    </a:cubicBezTo>
                    <a:cubicBezTo>
                      <a:pt x="19538" y="32944"/>
                      <a:pt x="19530" y="32878"/>
                      <a:pt x="19521" y="32812"/>
                    </a:cubicBezTo>
                    <a:close/>
                    <a:moveTo>
                      <a:pt x="19654" y="258"/>
                    </a:moveTo>
                    <a:cubicBezTo>
                      <a:pt x="19820" y="266"/>
                      <a:pt x="19985" y="299"/>
                      <a:pt x="20151" y="341"/>
                    </a:cubicBezTo>
                    <a:cubicBezTo>
                      <a:pt x="20317" y="391"/>
                      <a:pt x="20474" y="457"/>
                      <a:pt x="20632" y="531"/>
                    </a:cubicBezTo>
                    <a:cubicBezTo>
                      <a:pt x="20648" y="548"/>
                      <a:pt x="20665" y="565"/>
                      <a:pt x="20681" y="581"/>
                    </a:cubicBezTo>
                    <a:cubicBezTo>
                      <a:pt x="20689" y="587"/>
                      <a:pt x="20698" y="590"/>
                      <a:pt x="20706" y="590"/>
                    </a:cubicBezTo>
                    <a:cubicBezTo>
                      <a:pt x="20733" y="590"/>
                      <a:pt x="20758" y="565"/>
                      <a:pt x="20764" y="540"/>
                    </a:cubicBezTo>
                    <a:cubicBezTo>
                      <a:pt x="20772" y="523"/>
                      <a:pt x="20772" y="507"/>
                      <a:pt x="20764" y="482"/>
                    </a:cubicBezTo>
                    <a:cubicBezTo>
                      <a:pt x="20772" y="473"/>
                      <a:pt x="20764" y="457"/>
                      <a:pt x="20756" y="449"/>
                    </a:cubicBezTo>
                    <a:cubicBezTo>
                      <a:pt x="20756" y="440"/>
                      <a:pt x="20748" y="424"/>
                      <a:pt x="20748" y="407"/>
                    </a:cubicBezTo>
                    <a:lnTo>
                      <a:pt x="20748" y="407"/>
                    </a:lnTo>
                    <a:cubicBezTo>
                      <a:pt x="20756" y="415"/>
                      <a:pt x="20764" y="424"/>
                      <a:pt x="20772" y="424"/>
                    </a:cubicBezTo>
                    <a:cubicBezTo>
                      <a:pt x="20814" y="482"/>
                      <a:pt x="20847" y="548"/>
                      <a:pt x="20872" y="614"/>
                    </a:cubicBezTo>
                    <a:cubicBezTo>
                      <a:pt x="20886" y="636"/>
                      <a:pt x="20901" y="657"/>
                      <a:pt x="20926" y="657"/>
                    </a:cubicBezTo>
                    <a:cubicBezTo>
                      <a:pt x="20930" y="657"/>
                      <a:pt x="20934" y="657"/>
                      <a:pt x="20938" y="656"/>
                    </a:cubicBezTo>
                    <a:cubicBezTo>
                      <a:pt x="20963" y="647"/>
                      <a:pt x="20980" y="614"/>
                      <a:pt x="20971" y="589"/>
                    </a:cubicBezTo>
                    <a:cubicBezTo>
                      <a:pt x="20955" y="540"/>
                      <a:pt x="20930" y="490"/>
                      <a:pt x="20905" y="440"/>
                    </a:cubicBezTo>
                    <a:cubicBezTo>
                      <a:pt x="20938" y="440"/>
                      <a:pt x="20980" y="440"/>
                      <a:pt x="21013" y="449"/>
                    </a:cubicBezTo>
                    <a:cubicBezTo>
                      <a:pt x="21112" y="449"/>
                      <a:pt x="21220" y="465"/>
                      <a:pt x="21319" y="482"/>
                    </a:cubicBezTo>
                    <a:cubicBezTo>
                      <a:pt x="21518" y="515"/>
                      <a:pt x="21709" y="573"/>
                      <a:pt x="21908" y="606"/>
                    </a:cubicBezTo>
                    <a:cubicBezTo>
                      <a:pt x="21901" y="658"/>
                      <a:pt x="21935" y="699"/>
                      <a:pt x="21990" y="699"/>
                    </a:cubicBezTo>
                    <a:cubicBezTo>
                      <a:pt x="22005" y="699"/>
                      <a:pt x="22022" y="696"/>
                      <a:pt x="22040" y="689"/>
                    </a:cubicBezTo>
                    <a:cubicBezTo>
                      <a:pt x="22065" y="681"/>
                      <a:pt x="22090" y="664"/>
                      <a:pt x="22123" y="647"/>
                    </a:cubicBezTo>
                    <a:cubicBezTo>
                      <a:pt x="22129" y="651"/>
                      <a:pt x="22137" y="652"/>
                      <a:pt x="22146" y="652"/>
                    </a:cubicBezTo>
                    <a:cubicBezTo>
                      <a:pt x="22162" y="652"/>
                      <a:pt x="22179" y="647"/>
                      <a:pt x="22189" y="631"/>
                    </a:cubicBezTo>
                    <a:cubicBezTo>
                      <a:pt x="22198" y="614"/>
                      <a:pt x="22214" y="606"/>
                      <a:pt x="22222" y="589"/>
                    </a:cubicBezTo>
                    <a:cubicBezTo>
                      <a:pt x="22247" y="573"/>
                      <a:pt x="22280" y="556"/>
                      <a:pt x="22305" y="540"/>
                    </a:cubicBezTo>
                    <a:cubicBezTo>
                      <a:pt x="22396" y="498"/>
                      <a:pt x="22488" y="465"/>
                      <a:pt x="22587" y="440"/>
                    </a:cubicBezTo>
                    <a:cubicBezTo>
                      <a:pt x="22637" y="424"/>
                      <a:pt x="22686" y="415"/>
                      <a:pt x="22736" y="407"/>
                    </a:cubicBezTo>
                    <a:lnTo>
                      <a:pt x="22736" y="407"/>
                    </a:lnTo>
                    <a:cubicBezTo>
                      <a:pt x="22728" y="415"/>
                      <a:pt x="22720" y="415"/>
                      <a:pt x="22711" y="415"/>
                    </a:cubicBezTo>
                    <a:cubicBezTo>
                      <a:pt x="22686" y="440"/>
                      <a:pt x="22678" y="473"/>
                      <a:pt x="22703" y="498"/>
                    </a:cubicBezTo>
                    <a:cubicBezTo>
                      <a:pt x="22786" y="589"/>
                      <a:pt x="22952" y="598"/>
                      <a:pt x="23068" y="631"/>
                    </a:cubicBezTo>
                    <a:cubicBezTo>
                      <a:pt x="23192" y="664"/>
                      <a:pt x="23316" y="705"/>
                      <a:pt x="23440" y="763"/>
                    </a:cubicBezTo>
                    <a:cubicBezTo>
                      <a:pt x="23531" y="805"/>
                      <a:pt x="23623" y="855"/>
                      <a:pt x="23714" y="904"/>
                    </a:cubicBezTo>
                    <a:cubicBezTo>
                      <a:pt x="23722" y="995"/>
                      <a:pt x="23772" y="1062"/>
                      <a:pt x="23821" y="1136"/>
                    </a:cubicBezTo>
                    <a:cubicBezTo>
                      <a:pt x="23879" y="1219"/>
                      <a:pt x="23946" y="1310"/>
                      <a:pt x="23995" y="1401"/>
                    </a:cubicBezTo>
                    <a:cubicBezTo>
                      <a:pt x="24070" y="1509"/>
                      <a:pt x="24128" y="1625"/>
                      <a:pt x="24186" y="1741"/>
                    </a:cubicBezTo>
                    <a:cubicBezTo>
                      <a:pt x="24161" y="1716"/>
                      <a:pt x="24128" y="1683"/>
                      <a:pt x="24095" y="1658"/>
                    </a:cubicBezTo>
                    <a:cubicBezTo>
                      <a:pt x="24085" y="1650"/>
                      <a:pt x="24073" y="1646"/>
                      <a:pt x="24061" y="1646"/>
                    </a:cubicBezTo>
                    <a:cubicBezTo>
                      <a:pt x="24027" y="1646"/>
                      <a:pt x="23995" y="1679"/>
                      <a:pt x="24020" y="1716"/>
                    </a:cubicBezTo>
                    <a:cubicBezTo>
                      <a:pt x="24087" y="1816"/>
                      <a:pt x="24161" y="1907"/>
                      <a:pt x="24236" y="1998"/>
                    </a:cubicBezTo>
                    <a:cubicBezTo>
                      <a:pt x="24302" y="2089"/>
                      <a:pt x="24368" y="2180"/>
                      <a:pt x="24426" y="2271"/>
                    </a:cubicBezTo>
                    <a:cubicBezTo>
                      <a:pt x="24443" y="2305"/>
                      <a:pt x="24459" y="2338"/>
                      <a:pt x="24476" y="2371"/>
                    </a:cubicBezTo>
                    <a:cubicBezTo>
                      <a:pt x="24476" y="2371"/>
                      <a:pt x="24468" y="2379"/>
                      <a:pt x="24468" y="2379"/>
                    </a:cubicBezTo>
                    <a:cubicBezTo>
                      <a:pt x="24451" y="2578"/>
                      <a:pt x="24451" y="2769"/>
                      <a:pt x="24484" y="2967"/>
                    </a:cubicBezTo>
                    <a:cubicBezTo>
                      <a:pt x="24493" y="3009"/>
                      <a:pt x="24493" y="3050"/>
                      <a:pt x="24501" y="3092"/>
                    </a:cubicBezTo>
                    <a:cubicBezTo>
                      <a:pt x="24501" y="3100"/>
                      <a:pt x="24501" y="3108"/>
                      <a:pt x="24501" y="3108"/>
                    </a:cubicBezTo>
                    <a:cubicBezTo>
                      <a:pt x="24493" y="3117"/>
                      <a:pt x="24476" y="3125"/>
                      <a:pt x="24476" y="3141"/>
                    </a:cubicBezTo>
                    <a:cubicBezTo>
                      <a:pt x="24484" y="3282"/>
                      <a:pt x="24509" y="3415"/>
                      <a:pt x="24559" y="3539"/>
                    </a:cubicBezTo>
                    <a:cubicBezTo>
                      <a:pt x="24517" y="3481"/>
                      <a:pt x="24468" y="3431"/>
                      <a:pt x="24426" y="3373"/>
                    </a:cubicBezTo>
                    <a:cubicBezTo>
                      <a:pt x="24360" y="3299"/>
                      <a:pt x="24302" y="3216"/>
                      <a:pt x="24244" y="3133"/>
                    </a:cubicBezTo>
                    <a:cubicBezTo>
                      <a:pt x="24128" y="2967"/>
                      <a:pt x="24029" y="2793"/>
                      <a:pt x="23946" y="2611"/>
                    </a:cubicBezTo>
                    <a:cubicBezTo>
                      <a:pt x="23946" y="2605"/>
                      <a:pt x="23942" y="2602"/>
                      <a:pt x="23938" y="2602"/>
                    </a:cubicBezTo>
                    <a:cubicBezTo>
                      <a:pt x="23932" y="2602"/>
                      <a:pt x="23924" y="2609"/>
                      <a:pt x="23929" y="2619"/>
                    </a:cubicBezTo>
                    <a:cubicBezTo>
                      <a:pt x="23995" y="2810"/>
                      <a:pt x="24087" y="2992"/>
                      <a:pt x="24194" y="3166"/>
                    </a:cubicBezTo>
                    <a:cubicBezTo>
                      <a:pt x="24244" y="3249"/>
                      <a:pt x="24302" y="3332"/>
                      <a:pt x="24368" y="3415"/>
                    </a:cubicBezTo>
                    <a:cubicBezTo>
                      <a:pt x="24426" y="3489"/>
                      <a:pt x="24493" y="3581"/>
                      <a:pt x="24575" y="3630"/>
                    </a:cubicBezTo>
                    <a:cubicBezTo>
                      <a:pt x="24580" y="3634"/>
                      <a:pt x="24584" y="3636"/>
                      <a:pt x="24588" y="3636"/>
                    </a:cubicBezTo>
                    <a:cubicBezTo>
                      <a:pt x="24592" y="3636"/>
                      <a:pt x="24596" y="3634"/>
                      <a:pt x="24600" y="3630"/>
                    </a:cubicBezTo>
                    <a:cubicBezTo>
                      <a:pt x="24650" y="3738"/>
                      <a:pt x="24716" y="3837"/>
                      <a:pt x="24791" y="3929"/>
                    </a:cubicBezTo>
                    <a:cubicBezTo>
                      <a:pt x="24882" y="4045"/>
                      <a:pt x="24998" y="4144"/>
                      <a:pt x="25122" y="4227"/>
                    </a:cubicBezTo>
                    <a:cubicBezTo>
                      <a:pt x="25180" y="4268"/>
                      <a:pt x="25247" y="4310"/>
                      <a:pt x="25313" y="4351"/>
                    </a:cubicBezTo>
                    <a:cubicBezTo>
                      <a:pt x="25363" y="4376"/>
                      <a:pt x="25412" y="4401"/>
                      <a:pt x="25462" y="4409"/>
                    </a:cubicBezTo>
                    <a:cubicBezTo>
                      <a:pt x="25744" y="4674"/>
                      <a:pt x="26092" y="4865"/>
                      <a:pt x="26431" y="5030"/>
                    </a:cubicBezTo>
                    <a:cubicBezTo>
                      <a:pt x="26639" y="5130"/>
                      <a:pt x="26854" y="5221"/>
                      <a:pt x="27061" y="5304"/>
                    </a:cubicBezTo>
                    <a:cubicBezTo>
                      <a:pt x="27169" y="5345"/>
                      <a:pt x="27285" y="5387"/>
                      <a:pt x="27393" y="5428"/>
                    </a:cubicBezTo>
                    <a:cubicBezTo>
                      <a:pt x="27475" y="5461"/>
                      <a:pt x="27550" y="5519"/>
                      <a:pt x="27633" y="5552"/>
                    </a:cubicBezTo>
                    <a:cubicBezTo>
                      <a:pt x="27724" y="5610"/>
                      <a:pt x="27815" y="5660"/>
                      <a:pt x="27915" y="5702"/>
                    </a:cubicBezTo>
                    <a:cubicBezTo>
                      <a:pt x="28006" y="5751"/>
                      <a:pt x="28122" y="5793"/>
                      <a:pt x="28196" y="5859"/>
                    </a:cubicBezTo>
                    <a:cubicBezTo>
                      <a:pt x="28213" y="5876"/>
                      <a:pt x="28221" y="5892"/>
                      <a:pt x="28238" y="5909"/>
                    </a:cubicBezTo>
                    <a:cubicBezTo>
                      <a:pt x="28221" y="5925"/>
                      <a:pt x="28213" y="5942"/>
                      <a:pt x="28196" y="5958"/>
                    </a:cubicBezTo>
                    <a:cubicBezTo>
                      <a:pt x="28180" y="5975"/>
                      <a:pt x="28155" y="5983"/>
                      <a:pt x="28130" y="5992"/>
                    </a:cubicBezTo>
                    <a:cubicBezTo>
                      <a:pt x="28072" y="6008"/>
                      <a:pt x="28006" y="6033"/>
                      <a:pt x="27948" y="6058"/>
                    </a:cubicBezTo>
                    <a:cubicBezTo>
                      <a:pt x="27807" y="6108"/>
                      <a:pt x="27666" y="6141"/>
                      <a:pt x="27525" y="6166"/>
                    </a:cubicBezTo>
                    <a:cubicBezTo>
                      <a:pt x="27435" y="6181"/>
                      <a:pt x="27299" y="6208"/>
                      <a:pt x="27171" y="6208"/>
                    </a:cubicBezTo>
                    <a:cubicBezTo>
                      <a:pt x="27030" y="6208"/>
                      <a:pt x="26898" y="6175"/>
                      <a:pt x="26846" y="6058"/>
                    </a:cubicBezTo>
                    <a:cubicBezTo>
                      <a:pt x="26854" y="6033"/>
                      <a:pt x="26846" y="6016"/>
                      <a:pt x="26829" y="6000"/>
                    </a:cubicBezTo>
                    <a:cubicBezTo>
                      <a:pt x="26829" y="6000"/>
                      <a:pt x="26821" y="5992"/>
                      <a:pt x="26821" y="5992"/>
                    </a:cubicBezTo>
                    <a:cubicBezTo>
                      <a:pt x="26821" y="5974"/>
                      <a:pt x="26807" y="5966"/>
                      <a:pt x="26792" y="5966"/>
                    </a:cubicBezTo>
                    <a:cubicBezTo>
                      <a:pt x="26779" y="5966"/>
                      <a:pt x="26767" y="5972"/>
                      <a:pt x="26763" y="5983"/>
                    </a:cubicBezTo>
                    <a:cubicBezTo>
                      <a:pt x="26755" y="5992"/>
                      <a:pt x="26746" y="6000"/>
                      <a:pt x="26738" y="6016"/>
                    </a:cubicBezTo>
                    <a:cubicBezTo>
                      <a:pt x="26605" y="6248"/>
                      <a:pt x="26614" y="6580"/>
                      <a:pt x="26879" y="6721"/>
                    </a:cubicBezTo>
                    <a:cubicBezTo>
                      <a:pt x="26962" y="6762"/>
                      <a:pt x="27045" y="6779"/>
                      <a:pt x="27127" y="6787"/>
                    </a:cubicBezTo>
                    <a:cubicBezTo>
                      <a:pt x="27111" y="6820"/>
                      <a:pt x="27127" y="6862"/>
                      <a:pt x="27169" y="6862"/>
                    </a:cubicBezTo>
                    <a:cubicBezTo>
                      <a:pt x="27192" y="6859"/>
                      <a:pt x="27217" y="6858"/>
                      <a:pt x="27244" y="6858"/>
                    </a:cubicBezTo>
                    <a:cubicBezTo>
                      <a:pt x="27315" y="6858"/>
                      <a:pt x="27394" y="6869"/>
                      <a:pt x="27442" y="6911"/>
                    </a:cubicBezTo>
                    <a:cubicBezTo>
                      <a:pt x="27451" y="6920"/>
                      <a:pt x="27459" y="6936"/>
                      <a:pt x="27467" y="6953"/>
                    </a:cubicBezTo>
                    <a:cubicBezTo>
                      <a:pt x="27451" y="7027"/>
                      <a:pt x="27442" y="7102"/>
                      <a:pt x="27459" y="7152"/>
                    </a:cubicBezTo>
                    <a:cubicBezTo>
                      <a:pt x="27459" y="7160"/>
                      <a:pt x="27467" y="7168"/>
                      <a:pt x="27467" y="7176"/>
                    </a:cubicBezTo>
                    <a:cubicBezTo>
                      <a:pt x="27484" y="7243"/>
                      <a:pt x="27525" y="7309"/>
                      <a:pt x="27600" y="7334"/>
                    </a:cubicBezTo>
                    <a:cubicBezTo>
                      <a:pt x="27591" y="7384"/>
                      <a:pt x="27575" y="7433"/>
                      <a:pt x="27558" y="7483"/>
                    </a:cubicBezTo>
                    <a:cubicBezTo>
                      <a:pt x="27517" y="7574"/>
                      <a:pt x="27459" y="7665"/>
                      <a:pt x="27384" y="7740"/>
                    </a:cubicBezTo>
                    <a:cubicBezTo>
                      <a:pt x="27235" y="7906"/>
                      <a:pt x="27045" y="8013"/>
                      <a:pt x="26829" y="8080"/>
                    </a:cubicBezTo>
                    <a:lnTo>
                      <a:pt x="26813" y="8080"/>
                    </a:lnTo>
                    <a:cubicBezTo>
                      <a:pt x="26655" y="8129"/>
                      <a:pt x="26489" y="8162"/>
                      <a:pt x="26324" y="8179"/>
                    </a:cubicBezTo>
                    <a:cubicBezTo>
                      <a:pt x="26315" y="8179"/>
                      <a:pt x="26307" y="8179"/>
                      <a:pt x="26299" y="8187"/>
                    </a:cubicBezTo>
                    <a:cubicBezTo>
                      <a:pt x="26106" y="8209"/>
                      <a:pt x="25909" y="8217"/>
                      <a:pt x="25715" y="8217"/>
                    </a:cubicBezTo>
                    <a:cubicBezTo>
                      <a:pt x="25619" y="8217"/>
                      <a:pt x="25523" y="8215"/>
                      <a:pt x="25429" y="8212"/>
                    </a:cubicBezTo>
                    <a:cubicBezTo>
                      <a:pt x="24592" y="8196"/>
                      <a:pt x="23772" y="8013"/>
                      <a:pt x="23001" y="7698"/>
                    </a:cubicBezTo>
                    <a:cubicBezTo>
                      <a:pt x="22860" y="7582"/>
                      <a:pt x="22686" y="7491"/>
                      <a:pt x="22512" y="7433"/>
                    </a:cubicBezTo>
                    <a:cubicBezTo>
                      <a:pt x="22405" y="7392"/>
                      <a:pt x="22297" y="7367"/>
                      <a:pt x="22189" y="7359"/>
                    </a:cubicBezTo>
                    <a:cubicBezTo>
                      <a:pt x="22082" y="7328"/>
                      <a:pt x="21971" y="7307"/>
                      <a:pt x="21863" y="7307"/>
                    </a:cubicBezTo>
                    <a:cubicBezTo>
                      <a:pt x="21796" y="7307"/>
                      <a:pt x="21731" y="7315"/>
                      <a:pt x="21667" y="7334"/>
                    </a:cubicBezTo>
                    <a:cubicBezTo>
                      <a:pt x="21684" y="7326"/>
                      <a:pt x="21700" y="7317"/>
                      <a:pt x="21717" y="7309"/>
                    </a:cubicBezTo>
                    <a:cubicBezTo>
                      <a:pt x="21783" y="7276"/>
                      <a:pt x="21850" y="7243"/>
                      <a:pt x="21916" y="7226"/>
                    </a:cubicBezTo>
                    <a:cubicBezTo>
                      <a:pt x="21982" y="7201"/>
                      <a:pt x="22057" y="7168"/>
                      <a:pt x="22123" y="7152"/>
                    </a:cubicBezTo>
                    <a:cubicBezTo>
                      <a:pt x="22154" y="7144"/>
                      <a:pt x="22156" y="7093"/>
                      <a:pt x="22122" y="7093"/>
                    </a:cubicBezTo>
                    <a:cubicBezTo>
                      <a:pt x="22120" y="7093"/>
                      <a:pt x="22117" y="7093"/>
                      <a:pt x="22115" y="7094"/>
                    </a:cubicBezTo>
                    <a:cubicBezTo>
                      <a:pt x="22040" y="7094"/>
                      <a:pt x="21966" y="7094"/>
                      <a:pt x="21883" y="7110"/>
                    </a:cubicBezTo>
                    <a:cubicBezTo>
                      <a:pt x="21808" y="7135"/>
                      <a:pt x="21734" y="7160"/>
                      <a:pt x="21659" y="7193"/>
                    </a:cubicBezTo>
                    <a:cubicBezTo>
                      <a:pt x="21535" y="7251"/>
                      <a:pt x="21419" y="7342"/>
                      <a:pt x="21328" y="7450"/>
                    </a:cubicBezTo>
                    <a:cubicBezTo>
                      <a:pt x="21228" y="7574"/>
                      <a:pt x="21170" y="7707"/>
                      <a:pt x="21162" y="7864"/>
                    </a:cubicBezTo>
                    <a:cubicBezTo>
                      <a:pt x="21154" y="7939"/>
                      <a:pt x="21154" y="8022"/>
                      <a:pt x="21170" y="8096"/>
                    </a:cubicBezTo>
                    <a:cubicBezTo>
                      <a:pt x="21178" y="8171"/>
                      <a:pt x="21195" y="8270"/>
                      <a:pt x="21236" y="8328"/>
                    </a:cubicBezTo>
                    <a:cubicBezTo>
                      <a:pt x="21244" y="8343"/>
                      <a:pt x="21257" y="8349"/>
                      <a:pt x="21271" y="8349"/>
                    </a:cubicBezTo>
                    <a:cubicBezTo>
                      <a:pt x="21289" y="8349"/>
                      <a:pt x="21306" y="8338"/>
                      <a:pt x="21311" y="8320"/>
                    </a:cubicBezTo>
                    <a:cubicBezTo>
                      <a:pt x="21328" y="8262"/>
                      <a:pt x="21319" y="8187"/>
                      <a:pt x="21319" y="8121"/>
                    </a:cubicBezTo>
                    <a:cubicBezTo>
                      <a:pt x="21319" y="8046"/>
                      <a:pt x="21311" y="7980"/>
                      <a:pt x="21311" y="7906"/>
                    </a:cubicBezTo>
                    <a:cubicBezTo>
                      <a:pt x="21311" y="7889"/>
                      <a:pt x="21319" y="7864"/>
                      <a:pt x="21319" y="7848"/>
                    </a:cubicBezTo>
                    <a:cubicBezTo>
                      <a:pt x="21386" y="8196"/>
                      <a:pt x="21576" y="8527"/>
                      <a:pt x="21816" y="8792"/>
                    </a:cubicBezTo>
                    <a:cubicBezTo>
                      <a:pt x="21941" y="8925"/>
                      <a:pt x="22082" y="9041"/>
                      <a:pt x="22247" y="9132"/>
                    </a:cubicBezTo>
                    <a:cubicBezTo>
                      <a:pt x="22385" y="9208"/>
                      <a:pt x="22559" y="9299"/>
                      <a:pt x="22722" y="9299"/>
                    </a:cubicBezTo>
                    <a:cubicBezTo>
                      <a:pt x="22735" y="9299"/>
                      <a:pt x="22748" y="9299"/>
                      <a:pt x="22761" y="9298"/>
                    </a:cubicBezTo>
                    <a:cubicBezTo>
                      <a:pt x="22794" y="9298"/>
                      <a:pt x="22811" y="9256"/>
                      <a:pt x="22778" y="9231"/>
                    </a:cubicBezTo>
                    <a:cubicBezTo>
                      <a:pt x="22637" y="9148"/>
                      <a:pt x="22463" y="9099"/>
                      <a:pt x="22314" y="9016"/>
                    </a:cubicBezTo>
                    <a:cubicBezTo>
                      <a:pt x="22164" y="8925"/>
                      <a:pt x="22024" y="8825"/>
                      <a:pt x="21899" y="8709"/>
                    </a:cubicBezTo>
                    <a:cubicBezTo>
                      <a:pt x="21634" y="8461"/>
                      <a:pt x="21468" y="8154"/>
                      <a:pt x="21369" y="7814"/>
                    </a:cubicBezTo>
                    <a:cubicBezTo>
                      <a:pt x="21364" y="7799"/>
                      <a:pt x="21355" y="7793"/>
                      <a:pt x="21345" y="7793"/>
                    </a:cubicBezTo>
                    <a:cubicBezTo>
                      <a:pt x="21340" y="7793"/>
                      <a:pt x="21334" y="7795"/>
                      <a:pt x="21328" y="7798"/>
                    </a:cubicBezTo>
                    <a:cubicBezTo>
                      <a:pt x="21344" y="7723"/>
                      <a:pt x="21369" y="7649"/>
                      <a:pt x="21410" y="7582"/>
                    </a:cubicBezTo>
                    <a:cubicBezTo>
                      <a:pt x="21410" y="7591"/>
                      <a:pt x="21410" y="7607"/>
                      <a:pt x="21419" y="7616"/>
                    </a:cubicBezTo>
                    <a:cubicBezTo>
                      <a:pt x="21435" y="8104"/>
                      <a:pt x="21957" y="8419"/>
                      <a:pt x="22330" y="8643"/>
                    </a:cubicBezTo>
                    <a:cubicBezTo>
                      <a:pt x="22587" y="8800"/>
                      <a:pt x="22852" y="8950"/>
                      <a:pt x="23134" y="9041"/>
                    </a:cubicBezTo>
                    <a:cubicBezTo>
                      <a:pt x="23415" y="9140"/>
                      <a:pt x="23714" y="9198"/>
                      <a:pt x="24012" y="9240"/>
                    </a:cubicBezTo>
                    <a:cubicBezTo>
                      <a:pt x="24169" y="9264"/>
                      <a:pt x="24335" y="9289"/>
                      <a:pt x="24501" y="9322"/>
                    </a:cubicBezTo>
                    <a:lnTo>
                      <a:pt x="24526" y="9322"/>
                    </a:lnTo>
                    <a:cubicBezTo>
                      <a:pt x="24725" y="9389"/>
                      <a:pt x="24923" y="9430"/>
                      <a:pt x="25122" y="9463"/>
                    </a:cubicBezTo>
                    <a:cubicBezTo>
                      <a:pt x="25230" y="9480"/>
                      <a:pt x="25329" y="9488"/>
                      <a:pt x="25437" y="9488"/>
                    </a:cubicBezTo>
                    <a:cubicBezTo>
                      <a:pt x="25461" y="9492"/>
                      <a:pt x="25489" y="9494"/>
                      <a:pt x="25519" y="9494"/>
                    </a:cubicBezTo>
                    <a:cubicBezTo>
                      <a:pt x="25561" y="9494"/>
                      <a:pt x="25605" y="9490"/>
                      <a:pt x="25644" y="9480"/>
                    </a:cubicBezTo>
                    <a:cubicBezTo>
                      <a:pt x="25677" y="9488"/>
                      <a:pt x="25711" y="9496"/>
                      <a:pt x="25744" y="9505"/>
                    </a:cubicBezTo>
                    <a:cubicBezTo>
                      <a:pt x="25810" y="9530"/>
                      <a:pt x="25860" y="9596"/>
                      <a:pt x="25893" y="9662"/>
                    </a:cubicBezTo>
                    <a:cubicBezTo>
                      <a:pt x="25934" y="9728"/>
                      <a:pt x="25943" y="9803"/>
                      <a:pt x="25943" y="9886"/>
                    </a:cubicBezTo>
                    <a:cubicBezTo>
                      <a:pt x="25943" y="9927"/>
                      <a:pt x="25926" y="9969"/>
                      <a:pt x="25918" y="10010"/>
                    </a:cubicBezTo>
                    <a:cubicBezTo>
                      <a:pt x="25901" y="10051"/>
                      <a:pt x="25893" y="10101"/>
                      <a:pt x="25885" y="10151"/>
                    </a:cubicBezTo>
                    <a:cubicBezTo>
                      <a:pt x="25876" y="10176"/>
                      <a:pt x="25885" y="10192"/>
                      <a:pt x="25901" y="10209"/>
                    </a:cubicBezTo>
                    <a:cubicBezTo>
                      <a:pt x="25843" y="10275"/>
                      <a:pt x="25785" y="10333"/>
                      <a:pt x="25711" y="10375"/>
                    </a:cubicBezTo>
                    <a:cubicBezTo>
                      <a:pt x="25603" y="10449"/>
                      <a:pt x="25479" y="10491"/>
                      <a:pt x="25363" y="10532"/>
                    </a:cubicBezTo>
                    <a:cubicBezTo>
                      <a:pt x="25305" y="10549"/>
                      <a:pt x="25247" y="10582"/>
                      <a:pt x="25189" y="10590"/>
                    </a:cubicBezTo>
                    <a:cubicBezTo>
                      <a:pt x="25183" y="10591"/>
                      <a:pt x="25178" y="10592"/>
                      <a:pt x="25174" y="10592"/>
                    </a:cubicBezTo>
                    <a:cubicBezTo>
                      <a:pt x="25155" y="10592"/>
                      <a:pt x="25154" y="10576"/>
                      <a:pt x="25147" y="10549"/>
                    </a:cubicBezTo>
                    <a:cubicBezTo>
                      <a:pt x="25189" y="10532"/>
                      <a:pt x="25230" y="10515"/>
                      <a:pt x="25263" y="10499"/>
                    </a:cubicBezTo>
                    <a:cubicBezTo>
                      <a:pt x="25296" y="10474"/>
                      <a:pt x="25346" y="10449"/>
                      <a:pt x="25371" y="10408"/>
                    </a:cubicBezTo>
                    <a:cubicBezTo>
                      <a:pt x="25379" y="10391"/>
                      <a:pt x="25371" y="10366"/>
                      <a:pt x="25354" y="10366"/>
                    </a:cubicBezTo>
                    <a:cubicBezTo>
                      <a:pt x="25313" y="10366"/>
                      <a:pt x="25271" y="10383"/>
                      <a:pt x="25230" y="10391"/>
                    </a:cubicBezTo>
                    <a:cubicBezTo>
                      <a:pt x="25189" y="10399"/>
                      <a:pt x="25147" y="10408"/>
                      <a:pt x="25106" y="10416"/>
                    </a:cubicBezTo>
                    <a:cubicBezTo>
                      <a:pt x="25023" y="10433"/>
                      <a:pt x="24948" y="10449"/>
                      <a:pt x="24865" y="10457"/>
                    </a:cubicBezTo>
                    <a:cubicBezTo>
                      <a:pt x="24831" y="10461"/>
                      <a:pt x="24798" y="10463"/>
                      <a:pt x="24766" y="10463"/>
                    </a:cubicBezTo>
                    <a:cubicBezTo>
                      <a:pt x="24719" y="10463"/>
                      <a:pt x="24674" y="10459"/>
                      <a:pt x="24625" y="10449"/>
                    </a:cubicBezTo>
                    <a:cubicBezTo>
                      <a:pt x="24592" y="10449"/>
                      <a:pt x="24542" y="10441"/>
                      <a:pt x="24509" y="10416"/>
                    </a:cubicBezTo>
                    <a:cubicBezTo>
                      <a:pt x="24567" y="10408"/>
                      <a:pt x="24633" y="10391"/>
                      <a:pt x="24683" y="10375"/>
                    </a:cubicBezTo>
                    <a:cubicBezTo>
                      <a:pt x="24725" y="10366"/>
                      <a:pt x="24716" y="10317"/>
                      <a:pt x="24675" y="10308"/>
                    </a:cubicBezTo>
                    <a:cubicBezTo>
                      <a:pt x="24542" y="10308"/>
                      <a:pt x="24410" y="10317"/>
                      <a:pt x="24277" y="10317"/>
                    </a:cubicBezTo>
                    <a:cubicBezTo>
                      <a:pt x="24145" y="10317"/>
                      <a:pt x="24012" y="10308"/>
                      <a:pt x="23879" y="10300"/>
                    </a:cubicBezTo>
                    <a:cubicBezTo>
                      <a:pt x="23606" y="10283"/>
                      <a:pt x="23341" y="10242"/>
                      <a:pt x="23076" y="10176"/>
                    </a:cubicBezTo>
                    <a:cubicBezTo>
                      <a:pt x="22811" y="10101"/>
                      <a:pt x="22554" y="10010"/>
                      <a:pt x="22297" y="9911"/>
                    </a:cubicBezTo>
                    <a:cubicBezTo>
                      <a:pt x="22040" y="9819"/>
                      <a:pt x="21775" y="9728"/>
                      <a:pt x="21526" y="9621"/>
                    </a:cubicBezTo>
                    <a:cubicBezTo>
                      <a:pt x="21253" y="9505"/>
                      <a:pt x="20963" y="9380"/>
                      <a:pt x="20731" y="9198"/>
                    </a:cubicBezTo>
                    <a:cubicBezTo>
                      <a:pt x="20727" y="9194"/>
                      <a:pt x="20723" y="9193"/>
                      <a:pt x="20719" y="9193"/>
                    </a:cubicBezTo>
                    <a:cubicBezTo>
                      <a:pt x="20705" y="9193"/>
                      <a:pt x="20693" y="9210"/>
                      <a:pt x="20706" y="9223"/>
                    </a:cubicBezTo>
                    <a:cubicBezTo>
                      <a:pt x="20888" y="9422"/>
                      <a:pt x="21120" y="9538"/>
                      <a:pt x="21352" y="9654"/>
                    </a:cubicBezTo>
                    <a:cubicBezTo>
                      <a:pt x="21601" y="9778"/>
                      <a:pt x="21858" y="9886"/>
                      <a:pt x="22123" y="9993"/>
                    </a:cubicBezTo>
                    <a:cubicBezTo>
                      <a:pt x="22653" y="10192"/>
                      <a:pt x="23175" y="10391"/>
                      <a:pt x="23747" y="10433"/>
                    </a:cubicBezTo>
                    <a:cubicBezTo>
                      <a:pt x="23755" y="10433"/>
                      <a:pt x="23763" y="10441"/>
                      <a:pt x="23780" y="10441"/>
                    </a:cubicBezTo>
                    <a:cubicBezTo>
                      <a:pt x="23805" y="10515"/>
                      <a:pt x="23838" y="10590"/>
                      <a:pt x="23863" y="10673"/>
                    </a:cubicBezTo>
                    <a:cubicBezTo>
                      <a:pt x="23888" y="10764"/>
                      <a:pt x="23904" y="10855"/>
                      <a:pt x="23913" y="10955"/>
                    </a:cubicBezTo>
                    <a:cubicBezTo>
                      <a:pt x="23913" y="11145"/>
                      <a:pt x="23863" y="11336"/>
                      <a:pt x="23763" y="11493"/>
                    </a:cubicBezTo>
                    <a:cubicBezTo>
                      <a:pt x="23648" y="11675"/>
                      <a:pt x="23474" y="11791"/>
                      <a:pt x="23317" y="11931"/>
                    </a:cubicBezTo>
                    <a:lnTo>
                      <a:pt x="23317" y="11931"/>
                    </a:lnTo>
                    <a:cubicBezTo>
                      <a:pt x="23343" y="11735"/>
                      <a:pt x="23401" y="11532"/>
                      <a:pt x="23507" y="11377"/>
                    </a:cubicBezTo>
                    <a:cubicBezTo>
                      <a:pt x="23526" y="11346"/>
                      <a:pt x="23501" y="11319"/>
                      <a:pt x="23474" y="11319"/>
                    </a:cubicBezTo>
                    <a:cubicBezTo>
                      <a:pt x="23465" y="11319"/>
                      <a:pt x="23457" y="11322"/>
                      <a:pt x="23449" y="11327"/>
                    </a:cubicBezTo>
                    <a:cubicBezTo>
                      <a:pt x="23349" y="11427"/>
                      <a:pt x="23258" y="11526"/>
                      <a:pt x="23200" y="11642"/>
                    </a:cubicBezTo>
                    <a:cubicBezTo>
                      <a:pt x="23134" y="11767"/>
                      <a:pt x="23092" y="11899"/>
                      <a:pt x="23076" y="12032"/>
                    </a:cubicBezTo>
                    <a:cubicBezTo>
                      <a:pt x="23068" y="12115"/>
                      <a:pt x="23068" y="12197"/>
                      <a:pt x="23068" y="12280"/>
                    </a:cubicBezTo>
                    <a:cubicBezTo>
                      <a:pt x="23051" y="12330"/>
                      <a:pt x="23043" y="12380"/>
                      <a:pt x="23068" y="12413"/>
                    </a:cubicBezTo>
                    <a:cubicBezTo>
                      <a:pt x="23076" y="12421"/>
                      <a:pt x="23076" y="12429"/>
                      <a:pt x="23084" y="12429"/>
                    </a:cubicBezTo>
                    <a:cubicBezTo>
                      <a:pt x="23084" y="12438"/>
                      <a:pt x="23084" y="12438"/>
                      <a:pt x="23092" y="12438"/>
                    </a:cubicBezTo>
                    <a:cubicBezTo>
                      <a:pt x="23109" y="12545"/>
                      <a:pt x="23167" y="12753"/>
                      <a:pt x="23283" y="12777"/>
                    </a:cubicBezTo>
                    <a:cubicBezTo>
                      <a:pt x="23299" y="12777"/>
                      <a:pt x="23324" y="12777"/>
                      <a:pt x="23341" y="12761"/>
                    </a:cubicBezTo>
                    <a:cubicBezTo>
                      <a:pt x="23341" y="12852"/>
                      <a:pt x="23357" y="12943"/>
                      <a:pt x="23374" y="13043"/>
                    </a:cubicBezTo>
                    <a:cubicBezTo>
                      <a:pt x="23415" y="13308"/>
                      <a:pt x="23490" y="13573"/>
                      <a:pt x="23449" y="13846"/>
                    </a:cubicBezTo>
                    <a:cubicBezTo>
                      <a:pt x="23407" y="14120"/>
                      <a:pt x="23283" y="14377"/>
                      <a:pt x="23184" y="14625"/>
                    </a:cubicBezTo>
                    <a:cubicBezTo>
                      <a:pt x="23076" y="14890"/>
                      <a:pt x="22943" y="15164"/>
                      <a:pt x="22927" y="15454"/>
                    </a:cubicBezTo>
                    <a:cubicBezTo>
                      <a:pt x="22927" y="15488"/>
                      <a:pt x="22958" y="15514"/>
                      <a:pt x="22988" y="15514"/>
                    </a:cubicBezTo>
                    <a:cubicBezTo>
                      <a:pt x="23002" y="15514"/>
                      <a:pt x="23016" y="15508"/>
                      <a:pt x="23026" y="15495"/>
                    </a:cubicBezTo>
                    <a:cubicBezTo>
                      <a:pt x="23192" y="15304"/>
                      <a:pt x="23283" y="15064"/>
                      <a:pt x="23374" y="14832"/>
                    </a:cubicBezTo>
                    <a:lnTo>
                      <a:pt x="23374" y="14832"/>
                    </a:lnTo>
                    <a:cubicBezTo>
                      <a:pt x="23366" y="14907"/>
                      <a:pt x="23357" y="14990"/>
                      <a:pt x="23366" y="15064"/>
                    </a:cubicBezTo>
                    <a:cubicBezTo>
                      <a:pt x="23374" y="15321"/>
                      <a:pt x="23465" y="15545"/>
                      <a:pt x="23565" y="15777"/>
                    </a:cubicBezTo>
                    <a:cubicBezTo>
                      <a:pt x="23664" y="15992"/>
                      <a:pt x="23714" y="16224"/>
                      <a:pt x="23730" y="16464"/>
                    </a:cubicBezTo>
                    <a:cubicBezTo>
                      <a:pt x="23739" y="16589"/>
                      <a:pt x="23739" y="16713"/>
                      <a:pt x="23747" y="16829"/>
                    </a:cubicBezTo>
                    <a:cubicBezTo>
                      <a:pt x="23747" y="16953"/>
                      <a:pt x="23730" y="17086"/>
                      <a:pt x="23772" y="17202"/>
                    </a:cubicBezTo>
                    <a:cubicBezTo>
                      <a:pt x="23781" y="17225"/>
                      <a:pt x="23809" y="17241"/>
                      <a:pt x="23836" y="17241"/>
                    </a:cubicBezTo>
                    <a:cubicBezTo>
                      <a:pt x="23857" y="17241"/>
                      <a:pt x="23877" y="17232"/>
                      <a:pt x="23888" y="17210"/>
                    </a:cubicBezTo>
                    <a:cubicBezTo>
                      <a:pt x="23888" y="17202"/>
                      <a:pt x="23888" y="17194"/>
                      <a:pt x="23896" y="17185"/>
                    </a:cubicBezTo>
                    <a:cubicBezTo>
                      <a:pt x="23904" y="17235"/>
                      <a:pt x="23921" y="17285"/>
                      <a:pt x="23937" y="17334"/>
                    </a:cubicBezTo>
                    <a:cubicBezTo>
                      <a:pt x="24062" y="17774"/>
                      <a:pt x="24211" y="18188"/>
                      <a:pt x="24277" y="18644"/>
                    </a:cubicBezTo>
                    <a:cubicBezTo>
                      <a:pt x="24418" y="19538"/>
                      <a:pt x="24277" y="20433"/>
                      <a:pt x="23979" y="21287"/>
                    </a:cubicBezTo>
                    <a:cubicBezTo>
                      <a:pt x="23896" y="21510"/>
                      <a:pt x="23813" y="21734"/>
                      <a:pt x="23722" y="21949"/>
                    </a:cubicBezTo>
                    <a:cubicBezTo>
                      <a:pt x="23730" y="21684"/>
                      <a:pt x="23739" y="21411"/>
                      <a:pt x="23780" y="21146"/>
                    </a:cubicBezTo>
                    <a:cubicBezTo>
                      <a:pt x="23785" y="21121"/>
                      <a:pt x="23766" y="21105"/>
                      <a:pt x="23749" y="21105"/>
                    </a:cubicBezTo>
                    <a:cubicBezTo>
                      <a:pt x="23737" y="21105"/>
                      <a:pt x="23725" y="21112"/>
                      <a:pt x="23722" y="21129"/>
                    </a:cubicBezTo>
                    <a:cubicBezTo>
                      <a:pt x="23681" y="21262"/>
                      <a:pt x="23639" y="21394"/>
                      <a:pt x="23606" y="21535"/>
                    </a:cubicBezTo>
                    <a:cubicBezTo>
                      <a:pt x="23581" y="21659"/>
                      <a:pt x="23565" y="21792"/>
                      <a:pt x="23548" y="21925"/>
                    </a:cubicBezTo>
                    <a:cubicBezTo>
                      <a:pt x="23515" y="22132"/>
                      <a:pt x="23498" y="22339"/>
                      <a:pt x="23490" y="22546"/>
                    </a:cubicBezTo>
                    <a:cubicBezTo>
                      <a:pt x="23473" y="22596"/>
                      <a:pt x="23457" y="22654"/>
                      <a:pt x="23440" y="22712"/>
                    </a:cubicBezTo>
                    <a:cubicBezTo>
                      <a:pt x="23432" y="22745"/>
                      <a:pt x="23449" y="22778"/>
                      <a:pt x="23473" y="22786"/>
                    </a:cubicBezTo>
                    <a:cubicBezTo>
                      <a:pt x="23449" y="23333"/>
                      <a:pt x="23449" y="23872"/>
                      <a:pt x="23391" y="24410"/>
                    </a:cubicBezTo>
                    <a:lnTo>
                      <a:pt x="23391" y="24460"/>
                    </a:lnTo>
                    <a:cubicBezTo>
                      <a:pt x="23366" y="24460"/>
                      <a:pt x="23341" y="24468"/>
                      <a:pt x="23333" y="24501"/>
                    </a:cubicBezTo>
                    <a:cubicBezTo>
                      <a:pt x="23217" y="24800"/>
                      <a:pt x="23184" y="25123"/>
                      <a:pt x="23150" y="25438"/>
                    </a:cubicBezTo>
                    <a:cubicBezTo>
                      <a:pt x="23109" y="25761"/>
                      <a:pt x="23076" y="26092"/>
                      <a:pt x="23051" y="26415"/>
                    </a:cubicBezTo>
                    <a:cubicBezTo>
                      <a:pt x="23001" y="27062"/>
                      <a:pt x="22976" y="27700"/>
                      <a:pt x="22976" y="28346"/>
                    </a:cubicBezTo>
                    <a:cubicBezTo>
                      <a:pt x="22976" y="28462"/>
                      <a:pt x="22976" y="28578"/>
                      <a:pt x="22976" y="28694"/>
                    </a:cubicBezTo>
                    <a:cubicBezTo>
                      <a:pt x="22968" y="28661"/>
                      <a:pt x="22952" y="28636"/>
                      <a:pt x="22943" y="28611"/>
                    </a:cubicBezTo>
                    <a:cubicBezTo>
                      <a:pt x="22933" y="28595"/>
                      <a:pt x="22919" y="28589"/>
                      <a:pt x="22905" y="28589"/>
                    </a:cubicBezTo>
                    <a:cubicBezTo>
                      <a:pt x="22875" y="28589"/>
                      <a:pt x="22846" y="28619"/>
                      <a:pt x="22852" y="28652"/>
                    </a:cubicBezTo>
                    <a:cubicBezTo>
                      <a:pt x="22885" y="28901"/>
                      <a:pt x="22918" y="29141"/>
                      <a:pt x="22927" y="29398"/>
                    </a:cubicBezTo>
                    <a:lnTo>
                      <a:pt x="22927" y="29406"/>
                    </a:lnTo>
                    <a:cubicBezTo>
                      <a:pt x="22927" y="29415"/>
                      <a:pt x="22927" y="29423"/>
                      <a:pt x="22927" y="29431"/>
                    </a:cubicBezTo>
                    <a:cubicBezTo>
                      <a:pt x="22918" y="29440"/>
                      <a:pt x="22927" y="29456"/>
                      <a:pt x="22927" y="29464"/>
                    </a:cubicBezTo>
                    <a:cubicBezTo>
                      <a:pt x="22935" y="29680"/>
                      <a:pt x="22935" y="29887"/>
                      <a:pt x="22927" y="30102"/>
                    </a:cubicBezTo>
                    <a:cubicBezTo>
                      <a:pt x="22918" y="30376"/>
                      <a:pt x="22894" y="30666"/>
                      <a:pt x="22811" y="30931"/>
                    </a:cubicBezTo>
                    <a:cubicBezTo>
                      <a:pt x="22802" y="30831"/>
                      <a:pt x="22794" y="30732"/>
                      <a:pt x="22769" y="30641"/>
                    </a:cubicBezTo>
                    <a:cubicBezTo>
                      <a:pt x="22765" y="30628"/>
                      <a:pt x="22753" y="30622"/>
                      <a:pt x="22740" y="30622"/>
                    </a:cubicBezTo>
                    <a:cubicBezTo>
                      <a:pt x="22728" y="30622"/>
                      <a:pt x="22715" y="30628"/>
                      <a:pt x="22711" y="30641"/>
                    </a:cubicBezTo>
                    <a:cubicBezTo>
                      <a:pt x="22662" y="30815"/>
                      <a:pt x="22645" y="31022"/>
                      <a:pt x="22637" y="31204"/>
                    </a:cubicBezTo>
                    <a:cubicBezTo>
                      <a:pt x="22628" y="31237"/>
                      <a:pt x="22628" y="31279"/>
                      <a:pt x="22628" y="31312"/>
                    </a:cubicBezTo>
                    <a:cubicBezTo>
                      <a:pt x="22620" y="31320"/>
                      <a:pt x="22620" y="31329"/>
                      <a:pt x="22612" y="31329"/>
                    </a:cubicBezTo>
                    <a:cubicBezTo>
                      <a:pt x="22595" y="31353"/>
                      <a:pt x="22604" y="31378"/>
                      <a:pt x="22628" y="31395"/>
                    </a:cubicBezTo>
                    <a:cubicBezTo>
                      <a:pt x="22620" y="31527"/>
                      <a:pt x="22612" y="31660"/>
                      <a:pt x="22612" y="31793"/>
                    </a:cubicBezTo>
                    <a:cubicBezTo>
                      <a:pt x="22604" y="31983"/>
                      <a:pt x="22595" y="32174"/>
                      <a:pt x="22595" y="32356"/>
                    </a:cubicBezTo>
                    <a:lnTo>
                      <a:pt x="22595" y="32480"/>
                    </a:lnTo>
                    <a:lnTo>
                      <a:pt x="22529" y="32190"/>
                    </a:lnTo>
                    <a:cubicBezTo>
                      <a:pt x="22522" y="32161"/>
                      <a:pt x="22498" y="32148"/>
                      <a:pt x="22475" y="32148"/>
                    </a:cubicBezTo>
                    <a:cubicBezTo>
                      <a:pt x="22444" y="32148"/>
                      <a:pt x="22413" y="32170"/>
                      <a:pt x="22413" y="32207"/>
                    </a:cubicBezTo>
                    <a:cubicBezTo>
                      <a:pt x="22430" y="32696"/>
                      <a:pt x="22554" y="33176"/>
                      <a:pt x="22720" y="33640"/>
                    </a:cubicBezTo>
                    <a:cubicBezTo>
                      <a:pt x="22894" y="34096"/>
                      <a:pt x="23109" y="34535"/>
                      <a:pt x="23382" y="34941"/>
                    </a:cubicBezTo>
                    <a:cubicBezTo>
                      <a:pt x="23440" y="35024"/>
                      <a:pt x="23490" y="35090"/>
                      <a:pt x="23548" y="35165"/>
                    </a:cubicBezTo>
                    <a:cubicBezTo>
                      <a:pt x="23548" y="35181"/>
                      <a:pt x="23556" y="35190"/>
                      <a:pt x="23565" y="35198"/>
                    </a:cubicBezTo>
                    <a:cubicBezTo>
                      <a:pt x="23639" y="35297"/>
                      <a:pt x="23714" y="35397"/>
                      <a:pt x="23797" y="35488"/>
                    </a:cubicBezTo>
                    <a:cubicBezTo>
                      <a:pt x="23871" y="35579"/>
                      <a:pt x="23954" y="35662"/>
                      <a:pt x="24037" y="35753"/>
                    </a:cubicBezTo>
                    <a:cubicBezTo>
                      <a:pt x="24178" y="35902"/>
                      <a:pt x="24377" y="36043"/>
                      <a:pt x="24426" y="36258"/>
                    </a:cubicBezTo>
                    <a:cubicBezTo>
                      <a:pt x="24468" y="36441"/>
                      <a:pt x="24401" y="36640"/>
                      <a:pt x="24294" y="36789"/>
                    </a:cubicBezTo>
                    <a:cubicBezTo>
                      <a:pt x="24244" y="36863"/>
                      <a:pt x="24178" y="36930"/>
                      <a:pt x="24111" y="36988"/>
                    </a:cubicBezTo>
                    <a:cubicBezTo>
                      <a:pt x="24128" y="36938"/>
                      <a:pt x="24136" y="36888"/>
                      <a:pt x="24128" y="36830"/>
                    </a:cubicBezTo>
                    <a:cubicBezTo>
                      <a:pt x="24128" y="36681"/>
                      <a:pt x="24087" y="36532"/>
                      <a:pt x="24012" y="36391"/>
                    </a:cubicBezTo>
                    <a:cubicBezTo>
                      <a:pt x="23979" y="36325"/>
                      <a:pt x="23937" y="36258"/>
                      <a:pt x="23896" y="36192"/>
                    </a:cubicBezTo>
                    <a:cubicBezTo>
                      <a:pt x="23855" y="36126"/>
                      <a:pt x="23821" y="36043"/>
                      <a:pt x="23772" y="35985"/>
                    </a:cubicBezTo>
                    <a:cubicBezTo>
                      <a:pt x="23759" y="35969"/>
                      <a:pt x="23743" y="35963"/>
                      <a:pt x="23726" y="35963"/>
                    </a:cubicBezTo>
                    <a:cubicBezTo>
                      <a:pt x="23690" y="35963"/>
                      <a:pt x="23653" y="35995"/>
                      <a:pt x="23647" y="36035"/>
                    </a:cubicBezTo>
                    <a:cubicBezTo>
                      <a:pt x="23647" y="36142"/>
                      <a:pt x="23705" y="36267"/>
                      <a:pt x="23747" y="36358"/>
                    </a:cubicBezTo>
                    <a:cubicBezTo>
                      <a:pt x="23797" y="36466"/>
                      <a:pt x="23846" y="36565"/>
                      <a:pt x="23871" y="36673"/>
                    </a:cubicBezTo>
                    <a:cubicBezTo>
                      <a:pt x="23921" y="36863"/>
                      <a:pt x="23896" y="37070"/>
                      <a:pt x="23689" y="37137"/>
                    </a:cubicBezTo>
                    <a:cubicBezTo>
                      <a:pt x="23589" y="37178"/>
                      <a:pt x="23482" y="37186"/>
                      <a:pt x="23374" y="37195"/>
                    </a:cubicBezTo>
                    <a:cubicBezTo>
                      <a:pt x="23258" y="37203"/>
                      <a:pt x="23142" y="37211"/>
                      <a:pt x="23018" y="37220"/>
                    </a:cubicBezTo>
                    <a:cubicBezTo>
                      <a:pt x="22981" y="37221"/>
                      <a:pt x="22945" y="37222"/>
                      <a:pt x="22909" y="37222"/>
                    </a:cubicBezTo>
                    <a:cubicBezTo>
                      <a:pt x="22707" y="37222"/>
                      <a:pt x="22510" y="37200"/>
                      <a:pt x="22314" y="37137"/>
                    </a:cubicBezTo>
                    <a:cubicBezTo>
                      <a:pt x="22272" y="37128"/>
                      <a:pt x="22189" y="37112"/>
                      <a:pt x="22173" y="37079"/>
                    </a:cubicBezTo>
                    <a:cubicBezTo>
                      <a:pt x="22156" y="37054"/>
                      <a:pt x="22164" y="37004"/>
                      <a:pt x="22156" y="36979"/>
                    </a:cubicBezTo>
                    <a:cubicBezTo>
                      <a:pt x="22156" y="36946"/>
                      <a:pt x="22156" y="36905"/>
                      <a:pt x="22156" y="36863"/>
                    </a:cubicBezTo>
                    <a:cubicBezTo>
                      <a:pt x="22148" y="36722"/>
                      <a:pt x="22148" y="36573"/>
                      <a:pt x="22198" y="36441"/>
                    </a:cubicBezTo>
                    <a:cubicBezTo>
                      <a:pt x="22212" y="36396"/>
                      <a:pt x="22180" y="36369"/>
                      <a:pt x="22146" y="36369"/>
                    </a:cubicBezTo>
                    <a:cubicBezTo>
                      <a:pt x="22123" y="36369"/>
                      <a:pt x="22100" y="36381"/>
                      <a:pt x="22090" y="36408"/>
                    </a:cubicBezTo>
                    <a:cubicBezTo>
                      <a:pt x="22032" y="36548"/>
                      <a:pt x="22015" y="36689"/>
                      <a:pt x="21999" y="36838"/>
                    </a:cubicBezTo>
                    <a:cubicBezTo>
                      <a:pt x="21990" y="36921"/>
                      <a:pt x="21974" y="37029"/>
                      <a:pt x="21990" y="37120"/>
                    </a:cubicBezTo>
                    <a:cubicBezTo>
                      <a:pt x="21957" y="37120"/>
                      <a:pt x="21916" y="37104"/>
                      <a:pt x="21883" y="37104"/>
                    </a:cubicBezTo>
                    <a:cubicBezTo>
                      <a:pt x="21833" y="37104"/>
                      <a:pt x="21783" y="37104"/>
                      <a:pt x="21734" y="37095"/>
                    </a:cubicBezTo>
                    <a:cubicBezTo>
                      <a:pt x="21642" y="37087"/>
                      <a:pt x="21543" y="37070"/>
                      <a:pt x="21460" y="37037"/>
                    </a:cubicBezTo>
                    <a:cubicBezTo>
                      <a:pt x="21286" y="36971"/>
                      <a:pt x="21154" y="36838"/>
                      <a:pt x="21096" y="36656"/>
                    </a:cubicBezTo>
                    <a:cubicBezTo>
                      <a:pt x="21029" y="36441"/>
                      <a:pt x="21054" y="36200"/>
                      <a:pt x="21071" y="35977"/>
                    </a:cubicBezTo>
                    <a:cubicBezTo>
                      <a:pt x="21087" y="35720"/>
                      <a:pt x="21112" y="35455"/>
                      <a:pt x="21120" y="35190"/>
                    </a:cubicBezTo>
                    <a:cubicBezTo>
                      <a:pt x="21129" y="35057"/>
                      <a:pt x="21137" y="34924"/>
                      <a:pt x="21120" y="34784"/>
                    </a:cubicBezTo>
                    <a:cubicBezTo>
                      <a:pt x="21104" y="34659"/>
                      <a:pt x="21062" y="34543"/>
                      <a:pt x="20996" y="34427"/>
                    </a:cubicBezTo>
                    <a:cubicBezTo>
                      <a:pt x="20991" y="34414"/>
                      <a:pt x="20979" y="34408"/>
                      <a:pt x="20967" y="34408"/>
                    </a:cubicBezTo>
                    <a:cubicBezTo>
                      <a:pt x="20941" y="34408"/>
                      <a:pt x="20910" y="34433"/>
                      <a:pt x="20922" y="34461"/>
                    </a:cubicBezTo>
                    <a:cubicBezTo>
                      <a:pt x="21013" y="34701"/>
                      <a:pt x="20955" y="34991"/>
                      <a:pt x="20930" y="35239"/>
                    </a:cubicBezTo>
                    <a:cubicBezTo>
                      <a:pt x="20922" y="35272"/>
                      <a:pt x="20922" y="35306"/>
                      <a:pt x="20922" y="35339"/>
                    </a:cubicBezTo>
                    <a:cubicBezTo>
                      <a:pt x="20913" y="35156"/>
                      <a:pt x="20930" y="34974"/>
                      <a:pt x="20864" y="34800"/>
                    </a:cubicBezTo>
                    <a:cubicBezTo>
                      <a:pt x="20822" y="34701"/>
                      <a:pt x="20764" y="34610"/>
                      <a:pt x="20723" y="34510"/>
                    </a:cubicBezTo>
                    <a:cubicBezTo>
                      <a:pt x="20681" y="34394"/>
                      <a:pt x="20665" y="34278"/>
                      <a:pt x="20673" y="34154"/>
                    </a:cubicBezTo>
                    <a:cubicBezTo>
                      <a:pt x="20678" y="34117"/>
                      <a:pt x="20646" y="34095"/>
                      <a:pt x="20614" y="34095"/>
                    </a:cubicBezTo>
                    <a:cubicBezTo>
                      <a:pt x="20589" y="34095"/>
                      <a:pt x="20564" y="34108"/>
                      <a:pt x="20557" y="34137"/>
                    </a:cubicBezTo>
                    <a:cubicBezTo>
                      <a:pt x="20540" y="34220"/>
                      <a:pt x="20532" y="34295"/>
                      <a:pt x="20532" y="34378"/>
                    </a:cubicBezTo>
                    <a:cubicBezTo>
                      <a:pt x="20499" y="34187"/>
                      <a:pt x="20499" y="33980"/>
                      <a:pt x="20524" y="33781"/>
                    </a:cubicBezTo>
                    <a:cubicBezTo>
                      <a:pt x="20549" y="33615"/>
                      <a:pt x="20582" y="33441"/>
                      <a:pt x="20615" y="33276"/>
                    </a:cubicBezTo>
                    <a:cubicBezTo>
                      <a:pt x="20681" y="33243"/>
                      <a:pt x="20714" y="33151"/>
                      <a:pt x="20648" y="33102"/>
                    </a:cubicBezTo>
                    <a:cubicBezTo>
                      <a:pt x="20656" y="33093"/>
                      <a:pt x="20656" y="33085"/>
                      <a:pt x="20656" y="33077"/>
                    </a:cubicBezTo>
                    <a:cubicBezTo>
                      <a:pt x="20665" y="33035"/>
                      <a:pt x="20665" y="33002"/>
                      <a:pt x="20673" y="32969"/>
                    </a:cubicBezTo>
                    <a:cubicBezTo>
                      <a:pt x="20679" y="32971"/>
                      <a:pt x="20685" y="32971"/>
                      <a:pt x="20691" y="32971"/>
                    </a:cubicBezTo>
                    <a:cubicBezTo>
                      <a:pt x="20722" y="32971"/>
                      <a:pt x="20757" y="32954"/>
                      <a:pt x="20764" y="32919"/>
                    </a:cubicBezTo>
                    <a:cubicBezTo>
                      <a:pt x="20822" y="32762"/>
                      <a:pt x="20822" y="32571"/>
                      <a:pt x="20814" y="32406"/>
                    </a:cubicBezTo>
                    <a:cubicBezTo>
                      <a:pt x="20797" y="32248"/>
                      <a:pt x="20772" y="32083"/>
                      <a:pt x="20739" y="31917"/>
                    </a:cubicBezTo>
                    <a:cubicBezTo>
                      <a:pt x="20665" y="31585"/>
                      <a:pt x="20557" y="31254"/>
                      <a:pt x="20449" y="30931"/>
                    </a:cubicBezTo>
                    <a:cubicBezTo>
                      <a:pt x="20275" y="30376"/>
                      <a:pt x="20143" y="29812"/>
                      <a:pt x="20052" y="29241"/>
                    </a:cubicBezTo>
                    <a:cubicBezTo>
                      <a:pt x="20043" y="29199"/>
                      <a:pt x="20043" y="29166"/>
                      <a:pt x="20035" y="29125"/>
                    </a:cubicBezTo>
                    <a:cubicBezTo>
                      <a:pt x="20027" y="29034"/>
                      <a:pt x="20010" y="28942"/>
                      <a:pt x="20002" y="28851"/>
                    </a:cubicBezTo>
                    <a:lnTo>
                      <a:pt x="20010" y="28851"/>
                    </a:lnTo>
                    <a:cubicBezTo>
                      <a:pt x="20027" y="28851"/>
                      <a:pt x="20027" y="28818"/>
                      <a:pt x="20010" y="28818"/>
                    </a:cubicBezTo>
                    <a:cubicBezTo>
                      <a:pt x="20002" y="28818"/>
                      <a:pt x="19994" y="28826"/>
                      <a:pt x="19994" y="28826"/>
                    </a:cubicBezTo>
                    <a:cubicBezTo>
                      <a:pt x="19994" y="28818"/>
                      <a:pt x="19994" y="28818"/>
                      <a:pt x="19994" y="28810"/>
                    </a:cubicBezTo>
                    <a:cubicBezTo>
                      <a:pt x="19944" y="28429"/>
                      <a:pt x="19911" y="28031"/>
                      <a:pt x="19911" y="27650"/>
                    </a:cubicBezTo>
                    <a:cubicBezTo>
                      <a:pt x="19911" y="27618"/>
                      <a:pt x="19891" y="27606"/>
                      <a:pt x="19866" y="27606"/>
                    </a:cubicBezTo>
                    <a:cubicBezTo>
                      <a:pt x="19859" y="27606"/>
                      <a:pt x="19852" y="27607"/>
                      <a:pt x="19844" y="27608"/>
                    </a:cubicBezTo>
                    <a:cubicBezTo>
                      <a:pt x="19878" y="27534"/>
                      <a:pt x="19911" y="27459"/>
                      <a:pt x="19936" y="27385"/>
                    </a:cubicBezTo>
                    <a:cubicBezTo>
                      <a:pt x="19977" y="27277"/>
                      <a:pt x="20027" y="27161"/>
                      <a:pt x="20068" y="27045"/>
                    </a:cubicBezTo>
                    <a:cubicBezTo>
                      <a:pt x="20242" y="26954"/>
                      <a:pt x="20391" y="26763"/>
                      <a:pt x="20507" y="26606"/>
                    </a:cubicBezTo>
                    <a:cubicBezTo>
                      <a:pt x="20632" y="26424"/>
                      <a:pt x="20748" y="26233"/>
                      <a:pt x="20839" y="26026"/>
                    </a:cubicBezTo>
                    <a:cubicBezTo>
                      <a:pt x="20971" y="25728"/>
                      <a:pt x="21071" y="25413"/>
                      <a:pt x="21137" y="25090"/>
                    </a:cubicBezTo>
                    <a:cubicBezTo>
                      <a:pt x="21228" y="24924"/>
                      <a:pt x="21319" y="24750"/>
                      <a:pt x="21386" y="24559"/>
                    </a:cubicBezTo>
                    <a:cubicBezTo>
                      <a:pt x="21493" y="24286"/>
                      <a:pt x="21543" y="23988"/>
                      <a:pt x="21535" y="23689"/>
                    </a:cubicBezTo>
                    <a:cubicBezTo>
                      <a:pt x="21535" y="23507"/>
                      <a:pt x="21518" y="23325"/>
                      <a:pt x="21493" y="23151"/>
                    </a:cubicBezTo>
                    <a:cubicBezTo>
                      <a:pt x="21502" y="23143"/>
                      <a:pt x="21510" y="23126"/>
                      <a:pt x="21510" y="23109"/>
                    </a:cubicBezTo>
                    <a:cubicBezTo>
                      <a:pt x="21543" y="22745"/>
                      <a:pt x="21584" y="22389"/>
                      <a:pt x="21601" y="22024"/>
                    </a:cubicBezTo>
                    <a:cubicBezTo>
                      <a:pt x="21618" y="21842"/>
                      <a:pt x="21626" y="21659"/>
                      <a:pt x="21642" y="21485"/>
                    </a:cubicBezTo>
                    <a:cubicBezTo>
                      <a:pt x="21642" y="21394"/>
                      <a:pt x="21651" y="21303"/>
                      <a:pt x="21651" y="21212"/>
                    </a:cubicBezTo>
                    <a:cubicBezTo>
                      <a:pt x="21642" y="21129"/>
                      <a:pt x="21651" y="21038"/>
                      <a:pt x="21609" y="20963"/>
                    </a:cubicBezTo>
                    <a:cubicBezTo>
                      <a:pt x="21598" y="20944"/>
                      <a:pt x="21580" y="20935"/>
                      <a:pt x="21563" y="20935"/>
                    </a:cubicBezTo>
                    <a:cubicBezTo>
                      <a:pt x="21543" y="20935"/>
                      <a:pt x="21523" y="20946"/>
                      <a:pt x="21510" y="20963"/>
                    </a:cubicBezTo>
                    <a:cubicBezTo>
                      <a:pt x="21460" y="21030"/>
                      <a:pt x="21452" y="21121"/>
                      <a:pt x="21435" y="21204"/>
                    </a:cubicBezTo>
                    <a:cubicBezTo>
                      <a:pt x="21419" y="21287"/>
                      <a:pt x="21410" y="21378"/>
                      <a:pt x="21410" y="21469"/>
                    </a:cubicBezTo>
                    <a:cubicBezTo>
                      <a:pt x="21402" y="21651"/>
                      <a:pt x="21386" y="21833"/>
                      <a:pt x="21377" y="22024"/>
                    </a:cubicBezTo>
                    <a:cubicBezTo>
                      <a:pt x="21377" y="22132"/>
                      <a:pt x="21377" y="22248"/>
                      <a:pt x="21377" y="22364"/>
                    </a:cubicBezTo>
                    <a:lnTo>
                      <a:pt x="21369" y="22297"/>
                    </a:lnTo>
                    <a:cubicBezTo>
                      <a:pt x="21344" y="22148"/>
                      <a:pt x="21319" y="21974"/>
                      <a:pt x="21253" y="21833"/>
                    </a:cubicBezTo>
                    <a:cubicBezTo>
                      <a:pt x="21246" y="21816"/>
                      <a:pt x="21228" y="21807"/>
                      <a:pt x="21209" y="21807"/>
                    </a:cubicBezTo>
                    <a:cubicBezTo>
                      <a:pt x="21184" y="21807"/>
                      <a:pt x="21158" y="21822"/>
                      <a:pt x="21154" y="21850"/>
                    </a:cubicBezTo>
                    <a:cubicBezTo>
                      <a:pt x="21129" y="21991"/>
                      <a:pt x="21154" y="22148"/>
                      <a:pt x="21178" y="22297"/>
                    </a:cubicBezTo>
                    <a:cubicBezTo>
                      <a:pt x="21195" y="22447"/>
                      <a:pt x="21220" y="22596"/>
                      <a:pt x="21245" y="22753"/>
                    </a:cubicBezTo>
                    <a:cubicBezTo>
                      <a:pt x="21294" y="23051"/>
                      <a:pt x="21352" y="23350"/>
                      <a:pt x="21369" y="23648"/>
                    </a:cubicBezTo>
                    <a:cubicBezTo>
                      <a:pt x="21386" y="23938"/>
                      <a:pt x="21361" y="24220"/>
                      <a:pt x="21270" y="24501"/>
                    </a:cubicBezTo>
                    <a:cubicBezTo>
                      <a:pt x="21245" y="24559"/>
                      <a:pt x="21220" y="24626"/>
                      <a:pt x="21203" y="24684"/>
                    </a:cubicBezTo>
                    <a:lnTo>
                      <a:pt x="21203" y="24634"/>
                    </a:lnTo>
                    <a:cubicBezTo>
                      <a:pt x="21220" y="24493"/>
                      <a:pt x="21228" y="24361"/>
                      <a:pt x="21228" y="24220"/>
                    </a:cubicBezTo>
                    <a:cubicBezTo>
                      <a:pt x="21236" y="24079"/>
                      <a:pt x="21245" y="23921"/>
                      <a:pt x="21203" y="23789"/>
                    </a:cubicBezTo>
                    <a:cubicBezTo>
                      <a:pt x="21199" y="23764"/>
                      <a:pt x="21178" y="23752"/>
                      <a:pt x="21158" y="23752"/>
                    </a:cubicBezTo>
                    <a:cubicBezTo>
                      <a:pt x="21137" y="23752"/>
                      <a:pt x="21116" y="23764"/>
                      <a:pt x="21112" y="23789"/>
                    </a:cubicBezTo>
                    <a:cubicBezTo>
                      <a:pt x="21062" y="23930"/>
                      <a:pt x="21071" y="24095"/>
                      <a:pt x="21062" y="24245"/>
                    </a:cubicBezTo>
                    <a:cubicBezTo>
                      <a:pt x="21054" y="24394"/>
                      <a:pt x="21038" y="24543"/>
                      <a:pt x="21021" y="24692"/>
                    </a:cubicBezTo>
                    <a:cubicBezTo>
                      <a:pt x="20980" y="24998"/>
                      <a:pt x="20913" y="25305"/>
                      <a:pt x="20814" y="25603"/>
                    </a:cubicBezTo>
                    <a:cubicBezTo>
                      <a:pt x="20731" y="25860"/>
                      <a:pt x="20615" y="26109"/>
                      <a:pt x="20474" y="26341"/>
                    </a:cubicBezTo>
                    <a:cubicBezTo>
                      <a:pt x="20408" y="26457"/>
                      <a:pt x="20333" y="26573"/>
                      <a:pt x="20250" y="26680"/>
                    </a:cubicBezTo>
                    <a:cubicBezTo>
                      <a:pt x="20217" y="26722"/>
                      <a:pt x="20184" y="26763"/>
                      <a:pt x="20151" y="26805"/>
                    </a:cubicBezTo>
                    <a:cubicBezTo>
                      <a:pt x="20159" y="26755"/>
                      <a:pt x="20176" y="26705"/>
                      <a:pt x="20192" y="26656"/>
                    </a:cubicBezTo>
                    <a:cubicBezTo>
                      <a:pt x="20325" y="26192"/>
                      <a:pt x="20424" y="25670"/>
                      <a:pt x="20284" y="25197"/>
                    </a:cubicBezTo>
                    <a:cubicBezTo>
                      <a:pt x="20276" y="25175"/>
                      <a:pt x="20256" y="25164"/>
                      <a:pt x="20237" y="25164"/>
                    </a:cubicBezTo>
                    <a:cubicBezTo>
                      <a:pt x="20214" y="25164"/>
                      <a:pt x="20192" y="25179"/>
                      <a:pt x="20192" y="25206"/>
                    </a:cubicBezTo>
                    <a:cubicBezTo>
                      <a:pt x="20192" y="25703"/>
                      <a:pt x="20143" y="26183"/>
                      <a:pt x="20010" y="26656"/>
                    </a:cubicBezTo>
                    <a:cubicBezTo>
                      <a:pt x="19944" y="26888"/>
                      <a:pt x="19861" y="27120"/>
                      <a:pt x="19786" y="27343"/>
                    </a:cubicBezTo>
                    <a:cubicBezTo>
                      <a:pt x="19695" y="27584"/>
                      <a:pt x="19629" y="27824"/>
                      <a:pt x="19563" y="28064"/>
                    </a:cubicBezTo>
                    <a:cubicBezTo>
                      <a:pt x="19553" y="28099"/>
                      <a:pt x="19575" y="28118"/>
                      <a:pt x="19600" y="28118"/>
                    </a:cubicBezTo>
                    <a:cubicBezTo>
                      <a:pt x="19617" y="28118"/>
                      <a:pt x="19636" y="28109"/>
                      <a:pt x="19646" y="28089"/>
                    </a:cubicBezTo>
                    <a:cubicBezTo>
                      <a:pt x="19662" y="28048"/>
                      <a:pt x="19679" y="27998"/>
                      <a:pt x="19704" y="27956"/>
                    </a:cubicBezTo>
                    <a:cubicBezTo>
                      <a:pt x="19704" y="28072"/>
                      <a:pt x="19712" y="28180"/>
                      <a:pt x="19720" y="28296"/>
                    </a:cubicBezTo>
                    <a:cubicBezTo>
                      <a:pt x="19737" y="28561"/>
                      <a:pt x="19770" y="28818"/>
                      <a:pt x="19803" y="29083"/>
                    </a:cubicBezTo>
                    <a:cubicBezTo>
                      <a:pt x="19828" y="29274"/>
                      <a:pt x="19836" y="29448"/>
                      <a:pt x="19786" y="29630"/>
                    </a:cubicBezTo>
                    <a:cubicBezTo>
                      <a:pt x="19778" y="29489"/>
                      <a:pt x="19745" y="29357"/>
                      <a:pt x="19662" y="29224"/>
                    </a:cubicBezTo>
                    <a:cubicBezTo>
                      <a:pt x="19652" y="29209"/>
                      <a:pt x="19637" y="29202"/>
                      <a:pt x="19623" y="29202"/>
                    </a:cubicBezTo>
                    <a:cubicBezTo>
                      <a:pt x="19592" y="29202"/>
                      <a:pt x="19562" y="29234"/>
                      <a:pt x="19579" y="29274"/>
                    </a:cubicBezTo>
                    <a:cubicBezTo>
                      <a:pt x="19762" y="29663"/>
                      <a:pt x="19530" y="30086"/>
                      <a:pt x="19356" y="30425"/>
                    </a:cubicBezTo>
                    <a:cubicBezTo>
                      <a:pt x="19256" y="30616"/>
                      <a:pt x="19148" y="30798"/>
                      <a:pt x="19090" y="30997"/>
                    </a:cubicBezTo>
                    <a:cubicBezTo>
                      <a:pt x="19066" y="31097"/>
                      <a:pt x="19049" y="31204"/>
                      <a:pt x="19041" y="31312"/>
                    </a:cubicBezTo>
                    <a:cubicBezTo>
                      <a:pt x="19041" y="31395"/>
                      <a:pt x="19032" y="31503"/>
                      <a:pt x="19107" y="31569"/>
                    </a:cubicBezTo>
                    <a:cubicBezTo>
                      <a:pt x="19107" y="31585"/>
                      <a:pt x="19107" y="31602"/>
                      <a:pt x="19107" y="31619"/>
                    </a:cubicBezTo>
                    <a:cubicBezTo>
                      <a:pt x="19090" y="31569"/>
                      <a:pt x="19066" y="31527"/>
                      <a:pt x="19049" y="31478"/>
                    </a:cubicBezTo>
                    <a:cubicBezTo>
                      <a:pt x="19041" y="31428"/>
                      <a:pt x="19032" y="31378"/>
                      <a:pt x="19024" y="31329"/>
                    </a:cubicBezTo>
                    <a:cubicBezTo>
                      <a:pt x="18999" y="31221"/>
                      <a:pt x="18974" y="31105"/>
                      <a:pt x="18950" y="30997"/>
                    </a:cubicBezTo>
                    <a:cubicBezTo>
                      <a:pt x="18908" y="30798"/>
                      <a:pt x="18867" y="30599"/>
                      <a:pt x="18825" y="30401"/>
                    </a:cubicBezTo>
                    <a:cubicBezTo>
                      <a:pt x="18751" y="29995"/>
                      <a:pt x="18676" y="29589"/>
                      <a:pt x="18618" y="29174"/>
                    </a:cubicBezTo>
                    <a:cubicBezTo>
                      <a:pt x="18510" y="28362"/>
                      <a:pt x="18436" y="27542"/>
                      <a:pt x="18419" y="26714"/>
                    </a:cubicBezTo>
                    <a:cubicBezTo>
                      <a:pt x="18411" y="26250"/>
                      <a:pt x="18444" y="25786"/>
                      <a:pt x="18403" y="25322"/>
                    </a:cubicBezTo>
                    <a:cubicBezTo>
                      <a:pt x="18403" y="25293"/>
                      <a:pt x="18378" y="25275"/>
                      <a:pt x="18355" y="25275"/>
                    </a:cubicBezTo>
                    <a:cubicBezTo>
                      <a:pt x="18338" y="25275"/>
                      <a:pt x="18323" y="25284"/>
                      <a:pt x="18320" y="25305"/>
                    </a:cubicBezTo>
                    <a:cubicBezTo>
                      <a:pt x="18245" y="25711"/>
                      <a:pt x="18245" y="26134"/>
                      <a:pt x="18245" y="26548"/>
                    </a:cubicBezTo>
                    <a:cubicBezTo>
                      <a:pt x="18245" y="26970"/>
                      <a:pt x="18262" y="27393"/>
                      <a:pt x="18287" y="27807"/>
                    </a:cubicBezTo>
                    <a:cubicBezTo>
                      <a:pt x="18345" y="28636"/>
                      <a:pt x="18452" y="29464"/>
                      <a:pt x="18618" y="30276"/>
                    </a:cubicBezTo>
                    <a:cubicBezTo>
                      <a:pt x="18660" y="30500"/>
                      <a:pt x="18709" y="30732"/>
                      <a:pt x="18767" y="30956"/>
                    </a:cubicBezTo>
                    <a:cubicBezTo>
                      <a:pt x="18776" y="30964"/>
                      <a:pt x="18776" y="30972"/>
                      <a:pt x="18776" y="30989"/>
                    </a:cubicBezTo>
                    <a:cubicBezTo>
                      <a:pt x="18784" y="31544"/>
                      <a:pt x="19115" y="32049"/>
                      <a:pt x="19248" y="32580"/>
                    </a:cubicBezTo>
                    <a:cubicBezTo>
                      <a:pt x="19314" y="32878"/>
                      <a:pt x="19339" y="33185"/>
                      <a:pt x="19331" y="33491"/>
                    </a:cubicBezTo>
                    <a:cubicBezTo>
                      <a:pt x="19331" y="33640"/>
                      <a:pt x="19322" y="33789"/>
                      <a:pt x="19322" y="33939"/>
                    </a:cubicBezTo>
                    <a:cubicBezTo>
                      <a:pt x="19306" y="33947"/>
                      <a:pt x="19289" y="33963"/>
                      <a:pt x="19289" y="33980"/>
                    </a:cubicBezTo>
                    <a:cubicBezTo>
                      <a:pt x="19289" y="34079"/>
                      <a:pt x="19298" y="34179"/>
                      <a:pt x="19306" y="34278"/>
                    </a:cubicBezTo>
                    <a:cubicBezTo>
                      <a:pt x="19306" y="34336"/>
                      <a:pt x="19306" y="34386"/>
                      <a:pt x="19314" y="34436"/>
                    </a:cubicBezTo>
                    <a:cubicBezTo>
                      <a:pt x="19314" y="34452"/>
                      <a:pt x="19322" y="34461"/>
                      <a:pt x="19331" y="34469"/>
                    </a:cubicBezTo>
                    <a:cubicBezTo>
                      <a:pt x="19364" y="34701"/>
                      <a:pt x="19422" y="34924"/>
                      <a:pt x="19480" y="35140"/>
                    </a:cubicBezTo>
                    <a:cubicBezTo>
                      <a:pt x="19579" y="35504"/>
                      <a:pt x="19720" y="35869"/>
                      <a:pt x="19902" y="36209"/>
                    </a:cubicBezTo>
                    <a:cubicBezTo>
                      <a:pt x="20076" y="36548"/>
                      <a:pt x="20292" y="36863"/>
                      <a:pt x="20540" y="37145"/>
                    </a:cubicBezTo>
                    <a:cubicBezTo>
                      <a:pt x="20673" y="37286"/>
                      <a:pt x="20814" y="37427"/>
                      <a:pt x="20963" y="37551"/>
                    </a:cubicBezTo>
                    <a:cubicBezTo>
                      <a:pt x="21129" y="37684"/>
                      <a:pt x="21303" y="37808"/>
                      <a:pt x="21452" y="37957"/>
                    </a:cubicBezTo>
                    <a:cubicBezTo>
                      <a:pt x="21609" y="38106"/>
                      <a:pt x="21742" y="38305"/>
                      <a:pt x="21734" y="38529"/>
                    </a:cubicBezTo>
                    <a:cubicBezTo>
                      <a:pt x="21734" y="38670"/>
                      <a:pt x="21676" y="38777"/>
                      <a:pt x="21609" y="38893"/>
                    </a:cubicBezTo>
                    <a:cubicBezTo>
                      <a:pt x="21601" y="38868"/>
                      <a:pt x="21593" y="38852"/>
                      <a:pt x="21593" y="38835"/>
                    </a:cubicBezTo>
                    <a:cubicBezTo>
                      <a:pt x="21510" y="38620"/>
                      <a:pt x="21352" y="38446"/>
                      <a:pt x="21187" y="38288"/>
                    </a:cubicBezTo>
                    <a:cubicBezTo>
                      <a:pt x="21104" y="38206"/>
                      <a:pt x="21013" y="38131"/>
                      <a:pt x="20922" y="38056"/>
                    </a:cubicBezTo>
                    <a:cubicBezTo>
                      <a:pt x="20830" y="37998"/>
                      <a:pt x="20731" y="37932"/>
                      <a:pt x="20665" y="37849"/>
                    </a:cubicBezTo>
                    <a:cubicBezTo>
                      <a:pt x="20648" y="37828"/>
                      <a:pt x="20627" y="37818"/>
                      <a:pt x="20606" y="37818"/>
                    </a:cubicBezTo>
                    <a:cubicBezTo>
                      <a:pt x="20565" y="37818"/>
                      <a:pt x="20529" y="37857"/>
                      <a:pt x="20557" y="37907"/>
                    </a:cubicBezTo>
                    <a:cubicBezTo>
                      <a:pt x="20640" y="38081"/>
                      <a:pt x="20781" y="38197"/>
                      <a:pt x="20913" y="38322"/>
                    </a:cubicBezTo>
                    <a:cubicBezTo>
                      <a:pt x="21054" y="38454"/>
                      <a:pt x="21195" y="38603"/>
                      <a:pt x="21303" y="38769"/>
                    </a:cubicBezTo>
                    <a:cubicBezTo>
                      <a:pt x="21369" y="38877"/>
                      <a:pt x="21477" y="39117"/>
                      <a:pt x="21303" y="39192"/>
                    </a:cubicBezTo>
                    <a:cubicBezTo>
                      <a:pt x="21220" y="39233"/>
                      <a:pt x="21120" y="39250"/>
                      <a:pt x="21029" y="39274"/>
                    </a:cubicBezTo>
                    <a:cubicBezTo>
                      <a:pt x="20996" y="39274"/>
                      <a:pt x="20963" y="39283"/>
                      <a:pt x="20930" y="39291"/>
                    </a:cubicBezTo>
                    <a:cubicBezTo>
                      <a:pt x="20930" y="39274"/>
                      <a:pt x="20922" y="39250"/>
                      <a:pt x="20922" y="39233"/>
                    </a:cubicBezTo>
                    <a:cubicBezTo>
                      <a:pt x="20888" y="39125"/>
                      <a:pt x="20806" y="39051"/>
                      <a:pt x="20739" y="38968"/>
                    </a:cubicBezTo>
                    <a:cubicBezTo>
                      <a:pt x="20665" y="38868"/>
                      <a:pt x="20590" y="38777"/>
                      <a:pt x="20516" y="38686"/>
                    </a:cubicBezTo>
                    <a:cubicBezTo>
                      <a:pt x="20342" y="38462"/>
                      <a:pt x="20151" y="38255"/>
                      <a:pt x="19952" y="38065"/>
                    </a:cubicBezTo>
                    <a:cubicBezTo>
                      <a:pt x="19942" y="38056"/>
                      <a:pt x="19930" y="38053"/>
                      <a:pt x="19918" y="38053"/>
                    </a:cubicBezTo>
                    <a:cubicBezTo>
                      <a:pt x="19883" y="38053"/>
                      <a:pt x="19851" y="38085"/>
                      <a:pt x="19869" y="38123"/>
                    </a:cubicBezTo>
                    <a:cubicBezTo>
                      <a:pt x="20002" y="38346"/>
                      <a:pt x="20151" y="38562"/>
                      <a:pt x="20308" y="38769"/>
                    </a:cubicBezTo>
                    <a:cubicBezTo>
                      <a:pt x="20391" y="38877"/>
                      <a:pt x="20466" y="38976"/>
                      <a:pt x="20549" y="39084"/>
                    </a:cubicBezTo>
                    <a:cubicBezTo>
                      <a:pt x="20590" y="39142"/>
                      <a:pt x="20723" y="39258"/>
                      <a:pt x="20690" y="39341"/>
                    </a:cubicBezTo>
                    <a:cubicBezTo>
                      <a:pt x="20665" y="39415"/>
                      <a:pt x="20557" y="39473"/>
                      <a:pt x="20491" y="39506"/>
                    </a:cubicBezTo>
                    <a:cubicBezTo>
                      <a:pt x="20408" y="39540"/>
                      <a:pt x="20325" y="39564"/>
                      <a:pt x="20234" y="39573"/>
                    </a:cubicBezTo>
                    <a:cubicBezTo>
                      <a:pt x="20143" y="39573"/>
                      <a:pt x="20060" y="39564"/>
                      <a:pt x="19969" y="39540"/>
                    </a:cubicBezTo>
                    <a:cubicBezTo>
                      <a:pt x="19927" y="39523"/>
                      <a:pt x="19886" y="39506"/>
                      <a:pt x="19844" y="39490"/>
                    </a:cubicBezTo>
                    <a:cubicBezTo>
                      <a:pt x="19828" y="39482"/>
                      <a:pt x="19803" y="39473"/>
                      <a:pt x="19786" y="39473"/>
                    </a:cubicBezTo>
                    <a:cubicBezTo>
                      <a:pt x="19786" y="39465"/>
                      <a:pt x="19778" y="39465"/>
                      <a:pt x="19770" y="39465"/>
                    </a:cubicBezTo>
                    <a:cubicBezTo>
                      <a:pt x="19668" y="39386"/>
                      <a:pt x="19551" y="39361"/>
                      <a:pt x="19428" y="39361"/>
                    </a:cubicBezTo>
                    <a:cubicBezTo>
                      <a:pt x="19372" y="39361"/>
                      <a:pt x="19314" y="39366"/>
                      <a:pt x="19256" y="39374"/>
                    </a:cubicBezTo>
                    <a:cubicBezTo>
                      <a:pt x="19189" y="39381"/>
                      <a:pt x="19122" y="39393"/>
                      <a:pt x="19055" y="39393"/>
                    </a:cubicBezTo>
                    <a:cubicBezTo>
                      <a:pt x="19039" y="39393"/>
                      <a:pt x="19023" y="39392"/>
                      <a:pt x="19008" y="39390"/>
                    </a:cubicBezTo>
                    <a:cubicBezTo>
                      <a:pt x="18966" y="39390"/>
                      <a:pt x="18933" y="39382"/>
                      <a:pt x="18900" y="39374"/>
                    </a:cubicBezTo>
                    <a:cubicBezTo>
                      <a:pt x="18800" y="39316"/>
                      <a:pt x="18676" y="39283"/>
                      <a:pt x="18560" y="39241"/>
                    </a:cubicBezTo>
                    <a:cubicBezTo>
                      <a:pt x="18428" y="39200"/>
                      <a:pt x="18287" y="39158"/>
                      <a:pt x="18162" y="39084"/>
                    </a:cubicBezTo>
                    <a:cubicBezTo>
                      <a:pt x="17922" y="38926"/>
                      <a:pt x="17881" y="38620"/>
                      <a:pt x="17881" y="38355"/>
                    </a:cubicBezTo>
                    <a:cubicBezTo>
                      <a:pt x="17873" y="38032"/>
                      <a:pt x="17889" y="37717"/>
                      <a:pt x="17848" y="37394"/>
                    </a:cubicBezTo>
                    <a:cubicBezTo>
                      <a:pt x="17823" y="37211"/>
                      <a:pt x="17790" y="37037"/>
                      <a:pt x="17740" y="36863"/>
                    </a:cubicBezTo>
                    <a:lnTo>
                      <a:pt x="17740" y="36863"/>
                    </a:lnTo>
                    <a:cubicBezTo>
                      <a:pt x="17749" y="36870"/>
                      <a:pt x="17759" y="36873"/>
                      <a:pt x="17770" y="36873"/>
                    </a:cubicBezTo>
                    <a:cubicBezTo>
                      <a:pt x="17796" y="36873"/>
                      <a:pt x="17821" y="36852"/>
                      <a:pt x="17815" y="36822"/>
                    </a:cubicBezTo>
                    <a:cubicBezTo>
                      <a:pt x="17790" y="36714"/>
                      <a:pt x="17740" y="36623"/>
                      <a:pt x="17690" y="36524"/>
                    </a:cubicBezTo>
                    <a:cubicBezTo>
                      <a:pt x="17641" y="36432"/>
                      <a:pt x="17599" y="36333"/>
                      <a:pt x="17541" y="36242"/>
                    </a:cubicBezTo>
                    <a:cubicBezTo>
                      <a:pt x="17433" y="36068"/>
                      <a:pt x="17326" y="35886"/>
                      <a:pt x="17243" y="35695"/>
                    </a:cubicBezTo>
                    <a:cubicBezTo>
                      <a:pt x="17127" y="35463"/>
                      <a:pt x="17044" y="35198"/>
                      <a:pt x="17027" y="34933"/>
                    </a:cubicBezTo>
                    <a:cubicBezTo>
                      <a:pt x="17069" y="34808"/>
                      <a:pt x="17069" y="34659"/>
                      <a:pt x="17061" y="34535"/>
                    </a:cubicBezTo>
                    <a:cubicBezTo>
                      <a:pt x="17061" y="34519"/>
                      <a:pt x="17061" y="34510"/>
                      <a:pt x="17069" y="34502"/>
                    </a:cubicBezTo>
                    <a:cubicBezTo>
                      <a:pt x="17069" y="34477"/>
                      <a:pt x="17061" y="34461"/>
                      <a:pt x="17044" y="34452"/>
                    </a:cubicBezTo>
                    <a:cubicBezTo>
                      <a:pt x="17019" y="34245"/>
                      <a:pt x="16953" y="34046"/>
                      <a:pt x="16853" y="33864"/>
                    </a:cubicBezTo>
                    <a:cubicBezTo>
                      <a:pt x="16795" y="33773"/>
                      <a:pt x="16729" y="33682"/>
                      <a:pt x="16663" y="33607"/>
                    </a:cubicBezTo>
                    <a:cubicBezTo>
                      <a:pt x="16580" y="33516"/>
                      <a:pt x="16481" y="33433"/>
                      <a:pt x="16406" y="33342"/>
                    </a:cubicBezTo>
                    <a:cubicBezTo>
                      <a:pt x="16257" y="33168"/>
                      <a:pt x="16207" y="32928"/>
                      <a:pt x="16224" y="32704"/>
                    </a:cubicBezTo>
                    <a:cubicBezTo>
                      <a:pt x="16224" y="32672"/>
                      <a:pt x="16194" y="32653"/>
                      <a:pt x="16165" y="32653"/>
                    </a:cubicBezTo>
                    <a:cubicBezTo>
                      <a:pt x="16142" y="32653"/>
                      <a:pt x="16120" y="32666"/>
                      <a:pt x="16116" y="32696"/>
                    </a:cubicBezTo>
                    <a:cubicBezTo>
                      <a:pt x="16099" y="32779"/>
                      <a:pt x="16091" y="32870"/>
                      <a:pt x="16091" y="32953"/>
                    </a:cubicBezTo>
                    <a:cubicBezTo>
                      <a:pt x="16041" y="32837"/>
                      <a:pt x="15983" y="32729"/>
                      <a:pt x="15934" y="32613"/>
                    </a:cubicBezTo>
                    <a:cubicBezTo>
                      <a:pt x="15809" y="32373"/>
                      <a:pt x="15677" y="32132"/>
                      <a:pt x="15586" y="31875"/>
                    </a:cubicBezTo>
                    <a:cubicBezTo>
                      <a:pt x="15395" y="31362"/>
                      <a:pt x="15445" y="30798"/>
                      <a:pt x="15495" y="30268"/>
                    </a:cubicBezTo>
                    <a:cubicBezTo>
                      <a:pt x="15495" y="30241"/>
                      <a:pt x="15470" y="30226"/>
                      <a:pt x="15447" y="30226"/>
                    </a:cubicBezTo>
                    <a:cubicBezTo>
                      <a:pt x="15427" y="30226"/>
                      <a:pt x="15407" y="30237"/>
                      <a:pt x="15403" y="30260"/>
                    </a:cubicBezTo>
                    <a:cubicBezTo>
                      <a:pt x="15329" y="30616"/>
                      <a:pt x="15254" y="30981"/>
                      <a:pt x="15263" y="31345"/>
                    </a:cubicBezTo>
                    <a:cubicBezTo>
                      <a:pt x="15238" y="31287"/>
                      <a:pt x="15205" y="31237"/>
                      <a:pt x="15180" y="31179"/>
                    </a:cubicBezTo>
                    <a:cubicBezTo>
                      <a:pt x="15080" y="30972"/>
                      <a:pt x="14997" y="30757"/>
                      <a:pt x="14931" y="30533"/>
                    </a:cubicBezTo>
                    <a:cubicBezTo>
                      <a:pt x="14799" y="30094"/>
                      <a:pt x="14732" y="29630"/>
                      <a:pt x="14741" y="29166"/>
                    </a:cubicBezTo>
                    <a:cubicBezTo>
                      <a:pt x="14741" y="28884"/>
                      <a:pt x="14741" y="28611"/>
                      <a:pt x="14666" y="28329"/>
                    </a:cubicBezTo>
                    <a:cubicBezTo>
                      <a:pt x="14660" y="28303"/>
                      <a:pt x="14643" y="28293"/>
                      <a:pt x="14626" y="28293"/>
                    </a:cubicBezTo>
                    <a:cubicBezTo>
                      <a:pt x="14599" y="28293"/>
                      <a:pt x="14570" y="28319"/>
                      <a:pt x="14575" y="28354"/>
                    </a:cubicBezTo>
                    <a:cubicBezTo>
                      <a:pt x="14591" y="28470"/>
                      <a:pt x="14591" y="28594"/>
                      <a:pt x="14575" y="28710"/>
                    </a:cubicBezTo>
                    <a:cubicBezTo>
                      <a:pt x="14558" y="28636"/>
                      <a:pt x="14533" y="28561"/>
                      <a:pt x="14509" y="28487"/>
                    </a:cubicBezTo>
                    <a:cubicBezTo>
                      <a:pt x="14475" y="27890"/>
                      <a:pt x="14409" y="27294"/>
                      <a:pt x="14359" y="26697"/>
                    </a:cubicBezTo>
                    <a:cubicBezTo>
                      <a:pt x="14355" y="26664"/>
                      <a:pt x="14328" y="26647"/>
                      <a:pt x="14302" y="26647"/>
                    </a:cubicBezTo>
                    <a:cubicBezTo>
                      <a:pt x="14277" y="26647"/>
                      <a:pt x="14252" y="26664"/>
                      <a:pt x="14252" y="26697"/>
                    </a:cubicBezTo>
                    <a:cubicBezTo>
                      <a:pt x="14260" y="27070"/>
                      <a:pt x="14260" y="27443"/>
                      <a:pt x="14260" y="27816"/>
                    </a:cubicBezTo>
                    <a:cubicBezTo>
                      <a:pt x="14177" y="27575"/>
                      <a:pt x="14111" y="27327"/>
                      <a:pt x="14053" y="27078"/>
                    </a:cubicBezTo>
                    <a:cubicBezTo>
                      <a:pt x="13929" y="26515"/>
                      <a:pt x="13871" y="25935"/>
                      <a:pt x="13879" y="25363"/>
                    </a:cubicBezTo>
                    <a:cubicBezTo>
                      <a:pt x="13887" y="25032"/>
                      <a:pt x="13895" y="24700"/>
                      <a:pt x="13937" y="24377"/>
                    </a:cubicBezTo>
                    <a:cubicBezTo>
                      <a:pt x="13937" y="24354"/>
                      <a:pt x="13913" y="24338"/>
                      <a:pt x="13891" y="24338"/>
                    </a:cubicBezTo>
                    <a:cubicBezTo>
                      <a:pt x="13874" y="24338"/>
                      <a:pt x="13858" y="24347"/>
                      <a:pt x="13854" y="24369"/>
                    </a:cubicBezTo>
                    <a:cubicBezTo>
                      <a:pt x="13788" y="24659"/>
                      <a:pt x="13730" y="24940"/>
                      <a:pt x="13705" y="25239"/>
                    </a:cubicBezTo>
                    <a:cubicBezTo>
                      <a:pt x="13688" y="25537"/>
                      <a:pt x="13688" y="25844"/>
                      <a:pt x="13705" y="26142"/>
                    </a:cubicBezTo>
                    <a:cubicBezTo>
                      <a:pt x="13746" y="26730"/>
                      <a:pt x="13862" y="27327"/>
                      <a:pt x="14053" y="27890"/>
                    </a:cubicBezTo>
                    <a:cubicBezTo>
                      <a:pt x="14119" y="28064"/>
                      <a:pt x="14185" y="28255"/>
                      <a:pt x="14268" y="28429"/>
                    </a:cubicBezTo>
                    <a:cubicBezTo>
                      <a:pt x="14268" y="28487"/>
                      <a:pt x="14268" y="28545"/>
                      <a:pt x="14277" y="28594"/>
                    </a:cubicBezTo>
                    <a:cubicBezTo>
                      <a:pt x="14285" y="28901"/>
                      <a:pt x="14293" y="29208"/>
                      <a:pt x="14326" y="29506"/>
                    </a:cubicBezTo>
                    <a:cubicBezTo>
                      <a:pt x="14335" y="29655"/>
                      <a:pt x="14359" y="29804"/>
                      <a:pt x="14393" y="29953"/>
                    </a:cubicBezTo>
                    <a:cubicBezTo>
                      <a:pt x="14417" y="30094"/>
                      <a:pt x="14451" y="30235"/>
                      <a:pt x="14533" y="30359"/>
                    </a:cubicBezTo>
                    <a:cubicBezTo>
                      <a:pt x="14547" y="30377"/>
                      <a:pt x="14567" y="30385"/>
                      <a:pt x="14587" y="30385"/>
                    </a:cubicBezTo>
                    <a:cubicBezTo>
                      <a:pt x="14604" y="30385"/>
                      <a:pt x="14621" y="30379"/>
                      <a:pt x="14633" y="30367"/>
                    </a:cubicBezTo>
                    <a:cubicBezTo>
                      <a:pt x="14699" y="30657"/>
                      <a:pt x="14790" y="30939"/>
                      <a:pt x="14923" y="31204"/>
                    </a:cubicBezTo>
                    <a:cubicBezTo>
                      <a:pt x="15022" y="31411"/>
                      <a:pt x="15147" y="31643"/>
                      <a:pt x="15321" y="31809"/>
                    </a:cubicBezTo>
                    <a:cubicBezTo>
                      <a:pt x="15329" y="31842"/>
                      <a:pt x="15345" y="31875"/>
                      <a:pt x="15354" y="31900"/>
                    </a:cubicBezTo>
                    <a:cubicBezTo>
                      <a:pt x="15437" y="32174"/>
                      <a:pt x="15577" y="32422"/>
                      <a:pt x="15702" y="32679"/>
                    </a:cubicBezTo>
                    <a:cubicBezTo>
                      <a:pt x="15760" y="32812"/>
                      <a:pt x="15826" y="32944"/>
                      <a:pt x="15892" y="33077"/>
                    </a:cubicBezTo>
                    <a:cubicBezTo>
                      <a:pt x="15959" y="33209"/>
                      <a:pt x="16025" y="33359"/>
                      <a:pt x="16141" y="33458"/>
                    </a:cubicBezTo>
                    <a:cubicBezTo>
                      <a:pt x="16152" y="33469"/>
                      <a:pt x="16167" y="33474"/>
                      <a:pt x="16182" y="33474"/>
                    </a:cubicBezTo>
                    <a:cubicBezTo>
                      <a:pt x="16200" y="33474"/>
                      <a:pt x="16218" y="33467"/>
                      <a:pt x="16232" y="33458"/>
                    </a:cubicBezTo>
                    <a:cubicBezTo>
                      <a:pt x="16331" y="33607"/>
                      <a:pt x="16472" y="33715"/>
                      <a:pt x="16580" y="33864"/>
                    </a:cubicBezTo>
                    <a:cubicBezTo>
                      <a:pt x="16605" y="33905"/>
                      <a:pt x="16630" y="33947"/>
                      <a:pt x="16646" y="33988"/>
                    </a:cubicBezTo>
                    <a:cubicBezTo>
                      <a:pt x="16663" y="34055"/>
                      <a:pt x="16671" y="34121"/>
                      <a:pt x="16679" y="34195"/>
                    </a:cubicBezTo>
                    <a:cubicBezTo>
                      <a:pt x="16679" y="34262"/>
                      <a:pt x="16671" y="34336"/>
                      <a:pt x="16638" y="34394"/>
                    </a:cubicBezTo>
                    <a:cubicBezTo>
                      <a:pt x="16580" y="34543"/>
                      <a:pt x="16447" y="34659"/>
                      <a:pt x="16331" y="34759"/>
                    </a:cubicBezTo>
                    <a:cubicBezTo>
                      <a:pt x="16307" y="34775"/>
                      <a:pt x="16273" y="34784"/>
                      <a:pt x="16249" y="34792"/>
                    </a:cubicBezTo>
                    <a:cubicBezTo>
                      <a:pt x="16199" y="34808"/>
                      <a:pt x="16174" y="34850"/>
                      <a:pt x="16182" y="34891"/>
                    </a:cubicBezTo>
                    <a:cubicBezTo>
                      <a:pt x="16166" y="34900"/>
                      <a:pt x="16149" y="34908"/>
                      <a:pt x="16141" y="34908"/>
                    </a:cubicBezTo>
                    <a:cubicBezTo>
                      <a:pt x="16124" y="34916"/>
                      <a:pt x="16116" y="34924"/>
                      <a:pt x="16108" y="34933"/>
                    </a:cubicBezTo>
                    <a:cubicBezTo>
                      <a:pt x="16056" y="34936"/>
                      <a:pt x="16003" y="34938"/>
                      <a:pt x="15950" y="34938"/>
                    </a:cubicBezTo>
                    <a:cubicBezTo>
                      <a:pt x="15875" y="34938"/>
                      <a:pt x="15799" y="34934"/>
                      <a:pt x="15727" y="34924"/>
                    </a:cubicBezTo>
                    <a:cubicBezTo>
                      <a:pt x="15345" y="34900"/>
                      <a:pt x="14964" y="34817"/>
                      <a:pt x="14575" y="34808"/>
                    </a:cubicBezTo>
                    <a:cubicBezTo>
                      <a:pt x="14553" y="34808"/>
                      <a:pt x="14532" y="34808"/>
                      <a:pt x="14510" y="34808"/>
                    </a:cubicBezTo>
                    <a:cubicBezTo>
                      <a:pt x="14150" y="34808"/>
                      <a:pt x="13791" y="34871"/>
                      <a:pt x="13440" y="34949"/>
                    </a:cubicBezTo>
                    <a:cubicBezTo>
                      <a:pt x="13067" y="35024"/>
                      <a:pt x="12694" y="35115"/>
                      <a:pt x="12313" y="35123"/>
                    </a:cubicBezTo>
                    <a:cubicBezTo>
                      <a:pt x="12247" y="35123"/>
                      <a:pt x="12180" y="35123"/>
                      <a:pt x="12114" y="35115"/>
                    </a:cubicBezTo>
                    <a:cubicBezTo>
                      <a:pt x="12139" y="35090"/>
                      <a:pt x="12147" y="35065"/>
                      <a:pt x="12147" y="35032"/>
                    </a:cubicBezTo>
                    <a:cubicBezTo>
                      <a:pt x="12147" y="34800"/>
                      <a:pt x="12131" y="34577"/>
                      <a:pt x="12139" y="34345"/>
                    </a:cubicBezTo>
                    <a:cubicBezTo>
                      <a:pt x="12147" y="34121"/>
                      <a:pt x="12164" y="33872"/>
                      <a:pt x="12255" y="33665"/>
                    </a:cubicBezTo>
                    <a:cubicBezTo>
                      <a:pt x="12263" y="33665"/>
                      <a:pt x="12263" y="33657"/>
                      <a:pt x="12263" y="33649"/>
                    </a:cubicBezTo>
                    <a:cubicBezTo>
                      <a:pt x="12288" y="33599"/>
                      <a:pt x="12313" y="33541"/>
                      <a:pt x="12346" y="33491"/>
                    </a:cubicBezTo>
                    <a:cubicBezTo>
                      <a:pt x="12421" y="33392"/>
                      <a:pt x="12504" y="33292"/>
                      <a:pt x="12570" y="33193"/>
                    </a:cubicBezTo>
                    <a:cubicBezTo>
                      <a:pt x="12719" y="32986"/>
                      <a:pt x="12860" y="32787"/>
                      <a:pt x="12959" y="32555"/>
                    </a:cubicBezTo>
                    <a:cubicBezTo>
                      <a:pt x="12992" y="32480"/>
                      <a:pt x="13025" y="32406"/>
                      <a:pt x="13042" y="32323"/>
                    </a:cubicBezTo>
                    <a:cubicBezTo>
                      <a:pt x="13075" y="32257"/>
                      <a:pt x="13100" y="32190"/>
                      <a:pt x="13133" y="32116"/>
                    </a:cubicBezTo>
                    <a:cubicBezTo>
                      <a:pt x="13216" y="31892"/>
                      <a:pt x="13291" y="31668"/>
                      <a:pt x="13340" y="31436"/>
                    </a:cubicBezTo>
                    <a:cubicBezTo>
                      <a:pt x="13440" y="31022"/>
                      <a:pt x="13473" y="30583"/>
                      <a:pt x="13382" y="30152"/>
                    </a:cubicBezTo>
                    <a:cubicBezTo>
                      <a:pt x="13291" y="29746"/>
                      <a:pt x="13092" y="29390"/>
                      <a:pt x="12793" y="29092"/>
                    </a:cubicBezTo>
                    <a:cubicBezTo>
                      <a:pt x="12636" y="28942"/>
                      <a:pt x="12479" y="28793"/>
                      <a:pt x="12330" y="28619"/>
                    </a:cubicBezTo>
                    <a:cubicBezTo>
                      <a:pt x="12197" y="28462"/>
                      <a:pt x="12064" y="28296"/>
                      <a:pt x="11899" y="28164"/>
                    </a:cubicBezTo>
                    <a:cubicBezTo>
                      <a:pt x="11733" y="28023"/>
                      <a:pt x="11542" y="27948"/>
                      <a:pt x="11344" y="27857"/>
                    </a:cubicBezTo>
                    <a:cubicBezTo>
                      <a:pt x="11161" y="27774"/>
                      <a:pt x="10971" y="27691"/>
                      <a:pt x="10838" y="27526"/>
                    </a:cubicBezTo>
                    <a:cubicBezTo>
                      <a:pt x="10832" y="27517"/>
                      <a:pt x="10824" y="27514"/>
                      <a:pt x="10816" y="27514"/>
                    </a:cubicBezTo>
                    <a:cubicBezTo>
                      <a:pt x="10792" y="27514"/>
                      <a:pt x="10768" y="27544"/>
                      <a:pt x="10780" y="27575"/>
                    </a:cubicBezTo>
                    <a:cubicBezTo>
                      <a:pt x="10855" y="27683"/>
                      <a:pt x="10946" y="27766"/>
                      <a:pt x="11045" y="27840"/>
                    </a:cubicBezTo>
                    <a:cubicBezTo>
                      <a:pt x="11012" y="27824"/>
                      <a:pt x="10979" y="27807"/>
                      <a:pt x="10946" y="27799"/>
                    </a:cubicBezTo>
                    <a:cubicBezTo>
                      <a:pt x="10846" y="27758"/>
                      <a:pt x="10747" y="27733"/>
                      <a:pt x="10656" y="27691"/>
                    </a:cubicBezTo>
                    <a:cubicBezTo>
                      <a:pt x="10614" y="27675"/>
                      <a:pt x="10565" y="27658"/>
                      <a:pt x="10523" y="27633"/>
                    </a:cubicBezTo>
                    <a:cubicBezTo>
                      <a:pt x="10474" y="27617"/>
                      <a:pt x="10432" y="27584"/>
                      <a:pt x="10382" y="27575"/>
                    </a:cubicBezTo>
                    <a:cubicBezTo>
                      <a:pt x="10378" y="27575"/>
                      <a:pt x="10374" y="27574"/>
                      <a:pt x="10370" y="27574"/>
                    </a:cubicBezTo>
                    <a:cubicBezTo>
                      <a:pt x="10327" y="27574"/>
                      <a:pt x="10302" y="27613"/>
                      <a:pt x="10324" y="27658"/>
                    </a:cubicBezTo>
                    <a:cubicBezTo>
                      <a:pt x="10341" y="27700"/>
                      <a:pt x="10391" y="27733"/>
                      <a:pt x="10432" y="27758"/>
                    </a:cubicBezTo>
                    <a:cubicBezTo>
                      <a:pt x="10474" y="27791"/>
                      <a:pt x="10515" y="27816"/>
                      <a:pt x="10565" y="27832"/>
                    </a:cubicBezTo>
                    <a:cubicBezTo>
                      <a:pt x="10656" y="27874"/>
                      <a:pt x="10747" y="27898"/>
                      <a:pt x="10846" y="27932"/>
                    </a:cubicBezTo>
                    <a:cubicBezTo>
                      <a:pt x="11029" y="27990"/>
                      <a:pt x="11219" y="28039"/>
                      <a:pt x="11344" y="28188"/>
                    </a:cubicBezTo>
                    <a:cubicBezTo>
                      <a:pt x="11354" y="28201"/>
                      <a:pt x="11366" y="28206"/>
                      <a:pt x="11379" y="28206"/>
                    </a:cubicBezTo>
                    <a:cubicBezTo>
                      <a:pt x="11416" y="28206"/>
                      <a:pt x="11451" y="28159"/>
                      <a:pt x="11426" y="28122"/>
                    </a:cubicBezTo>
                    <a:cubicBezTo>
                      <a:pt x="11393" y="28072"/>
                      <a:pt x="11344" y="28031"/>
                      <a:pt x="11302" y="27990"/>
                    </a:cubicBezTo>
                    <a:lnTo>
                      <a:pt x="11302" y="27990"/>
                    </a:lnTo>
                    <a:cubicBezTo>
                      <a:pt x="11402" y="28039"/>
                      <a:pt x="11509" y="28097"/>
                      <a:pt x="11609" y="28155"/>
                    </a:cubicBezTo>
                    <a:cubicBezTo>
                      <a:pt x="11965" y="28362"/>
                      <a:pt x="12180" y="28744"/>
                      <a:pt x="12462" y="29034"/>
                    </a:cubicBezTo>
                    <a:cubicBezTo>
                      <a:pt x="12603" y="29191"/>
                      <a:pt x="12760" y="29332"/>
                      <a:pt x="12876" y="29514"/>
                    </a:cubicBezTo>
                    <a:cubicBezTo>
                      <a:pt x="12984" y="29680"/>
                      <a:pt x="13059" y="29854"/>
                      <a:pt x="13108" y="30044"/>
                    </a:cubicBezTo>
                    <a:cubicBezTo>
                      <a:pt x="13216" y="30434"/>
                      <a:pt x="13208" y="30840"/>
                      <a:pt x="13141" y="31229"/>
                    </a:cubicBezTo>
                    <a:cubicBezTo>
                      <a:pt x="13133" y="31279"/>
                      <a:pt x="13117" y="31329"/>
                      <a:pt x="13108" y="31370"/>
                    </a:cubicBezTo>
                    <a:cubicBezTo>
                      <a:pt x="13100" y="31287"/>
                      <a:pt x="13083" y="31196"/>
                      <a:pt x="13067" y="31113"/>
                    </a:cubicBezTo>
                    <a:cubicBezTo>
                      <a:pt x="13017" y="30840"/>
                      <a:pt x="12926" y="30575"/>
                      <a:pt x="12843" y="30301"/>
                    </a:cubicBezTo>
                    <a:cubicBezTo>
                      <a:pt x="12833" y="30278"/>
                      <a:pt x="12814" y="30268"/>
                      <a:pt x="12795" y="30268"/>
                    </a:cubicBezTo>
                    <a:cubicBezTo>
                      <a:pt x="12767" y="30268"/>
                      <a:pt x="12739" y="30291"/>
                      <a:pt x="12744" y="30326"/>
                    </a:cubicBezTo>
                    <a:cubicBezTo>
                      <a:pt x="12802" y="30633"/>
                      <a:pt x="12860" y="30931"/>
                      <a:pt x="12885" y="31237"/>
                    </a:cubicBezTo>
                    <a:cubicBezTo>
                      <a:pt x="12918" y="31527"/>
                      <a:pt x="12918" y="31834"/>
                      <a:pt x="12851" y="32124"/>
                    </a:cubicBezTo>
                    <a:cubicBezTo>
                      <a:pt x="12851" y="32124"/>
                      <a:pt x="12851" y="32132"/>
                      <a:pt x="12851" y="32141"/>
                    </a:cubicBezTo>
                    <a:cubicBezTo>
                      <a:pt x="12843" y="32149"/>
                      <a:pt x="12843" y="32149"/>
                      <a:pt x="12835" y="32157"/>
                    </a:cubicBezTo>
                    <a:cubicBezTo>
                      <a:pt x="12752" y="32315"/>
                      <a:pt x="12669" y="32472"/>
                      <a:pt x="12578" y="32621"/>
                    </a:cubicBezTo>
                    <a:cubicBezTo>
                      <a:pt x="12611" y="32414"/>
                      <a:pt x="12611" y="32199"/>
                      <a:pt x="12586" y="31991"/>
                    </a:cubicBezTo>
                    <a:cubicBezTo>
                      <a:pt x="12582" y="31953"/>
                      <a:pt x="12552" y="31932"/>
                      <a:pt x="12523" y="31932"/>
                    </a:cubicBezTo>
                    <a:cubicBezTo>
                      <a:pt x="12496" y="31932"/>
                      <a:pt x="12470" y="31951"/>
                      <a:pt x="12470" y="31991"/>
                    </a:cubicBezTo>
                    <a:cubicBezTo>
                      <a:pt x="12479" y="32505"/>
                      <a:pt x="12296" y="32994"/>
                      <a:pt x="12006" y="33417"/>
                    </a:cubicBezTo>
                    <a:cubicBezTo>
                      <a:pt x="11716" y="33823"/>
                      <a:pt x="11352" y="34187"/>
                      <a:pt x="11153" y="34651"/>
                    </a:cubicBezTo>
                    <a:cubicBezTo>
                      <a:pt x="11054" y="34875"/>
                      <a:pt x="10954" y="35165"/>
                      <a:pt x="11037" y="35413"/>
                    </a:cubicBezTo>
                    <a:cubicBezTo>
                      <a:pt x="10880" y="35364"/>
                      <a:pt x="10730" y="35314"/>
                      <a:pt x="10590" y="35239"/>
                    </a:cubicBezTo>
                    <a:cubicBezTo>
                      <a:pt x="10583" y="35235"/>
                      <a:pt x="10575" y="35233"/>
                      <a:pt x="10568" y="35233"/>
                    </a:cubicBezTo>
                    <a:cubicBezTo>
                      <a:pt x="10534" y="35233"/>
                      <a:pt x="10504" y="35278"/>
                      <a:pt x="10532" y="35306"/>
                    </a:cubicBezTo>
                    <a:cubicBezTo>
                      <a:pt x="10623" y="35380"/>
                      <a:pt x="10714" y="35446"/>
                      <a:pt x="10822" y="35504"/>
                    </a:cubicBezTo>
                    <a:cubicBezTo>
                      <a:pt x="10929" y="35562"/>
                      <a:pt x="11037" y="35604"/>
                      <a:pt x="11153" y="35645"/>
                    </a:cubicBezTo>
                    <a:cubicBezTo>
                      <a:pt x="11385" y="35736"/>
                      <a:pt x="11609" y="35828"/>
                      <a:pt x="11799" y="35993"/>
                    </a:cubicBezTo>
                    <a:cubicBezTo>
                      <a:pt x="11973" y="36142"/>
                      <a:pt x="12156" y="36358"/>
                      <a:pt x="12230" y="36582"/>
                    </a:cubicBezTo>
                    <a:cubicBezTo>
                      <a:pt x="12272" y="36706"/>
                      <a:pt x="12272" y="36822"/>
                      <a:pt x="12247" y="36946"/>
                    </a:cubicBezTo>
                    <a:cubicBezTo>
                      <a:pt x="12247" y="36954"/>
                      <a:pt x="12247" y="36963"/>
                      <a:pt x="12238" y="36971"/>
                    </a:cubicBezTo>
                    <a:cubicBezTo>
                      <a:pt x="12197" y="36905"/>
                      <a:pt x="12147" y="36838"/>
                      <a:pt x="12106" y="36780"/>
                    </a:cubicBezTo>
                    <a:cubicBezTo>
                      <a:pt x="11907" y="36524"/>
                      <a:pt x="11700" y="36283"/>
                      <a:pt x="11476" y="36051"/>
                    </a:cubicBezTo>
                    <a:cubicBezTo>
                      <a:pt x="11464" y="36039"/>
                      <a:pt x="11449" y="36034"/>
                      <a:pt x="11434" y="36034"/>
                    </a:cubicBezTo>
                    <a:cubicBezTo>
                      <a:pt x="11389" y="36034"/>
                      <a:pt x="11345" y="36082"/>
                      <a:pt x="11377" y="36126"/>
                    </a:cubicBezTo>
                    <a:cubicBezTo>
                      <a:pt x="11559" y="36374"/>
                      <a:pt x="11741" y="36631"/>
                      <a:pt x="11915" y="36888"/>
                    </a:cubicBezTo>
                    <a:cubicBezTo>
                      <a:pt x="11990" y="36996"/>
                      <a:pt x="12089" y="37112"/>
                      <a:pt x="12106" y="37244"/>
                    </a:cubicBezTo>
                    <a:cubicBezTo>
                      <a:pt x="12122" y="37369"/>
                      <a:pt x="11990" y="37476"/>
                      <a:pt x="11915" y="37559"/>
                    </a:cubicBezTo>
                    <a:cubicBezTo>
                      <a:pt x="11743" y="37724"/>
                      <a:pt x="11526" y="37859"/>
                      <a:pt x="11278" y="37859"/>
                    </a:cubicBezTo>
                    <a:cubicBezTo>
                      <a:pt x="11264" y="37859"/>
                      <a:pt x="11250" y="37858"/>
                      <a:pt x="11236" y="37858"/>
                    </a:cubicBezTo>
                    <a:cubicBezTo>
                      <a:pt x="11103" y="37849"/>
                      <a:pt x="10971" y="37808"/>
                      <a:pt x="10855" y="37750"/>
                    </a:cubicBezTo>
                    <a:cubicBezTo>
                      <a:pt x="10780" y="37717"/>
                      <a:pt x="10714" y="37684"/>
                      <a:pt x="10648" y="37650"/>
                    </a:cubicBezTo>
                    <a:cubicBezTo>
                      <a:pt x="10614" y="37634"/>
                      <a:pt x="10573" y="37617"/>
                      <a:pt x="10532" y="37601"/>
                    </a:cubicBezTo>
                    <a:cubicBezTo>
                      <a:pt x="10532" y="37493"/>
                      <a:pt x="10507" y="37377"/>
                      <a:pt x="10490" y="37278"/>
                    </a:cubicBezTo>
                    <a:cubicBezTo>
                      <a:pt x="10449" y="36979"/>
                      <a:pt x="10391" y="36681"/>
                      <a:pt x="10341" y="36383"/>
                    </a:cubicBezTo>
                    <a:cubicBezTo>
                      <a:pt x="10337" y="36361"/>
                      <a:pt x="10317" y="36350"/>
                      <a:pt x="10296" y="36350"/>
                    </a:cubicBezTo>
                    <a:cubicBezTo>
                      <a:pt x="10270" y="36350"/>
                      <a:pt x="10242" y="36367"/>
                      <a:pt x="10242" y="36399"/>
                    </a:cubicBezTo>
                    <a:cubicBezTo>
                      <a:pt x="10258" y="36698"/>
                      <a:pt x="10266" y="36996"/>
                      <a:pt x="10291" y="37294"/>
                    </a:cubicBezTo>
                    <a:cubicBezTo>
                      <a:pt x="10307" y="37448"/>
                      <a:pt x="10395" y="37808"/>
                      <a:pt x="10143" y="37808"/>
                    </a:cubicBezTo>
                    <a:cubicBezTo>
                      <a:pt x="10137" y="37808"/>
                      <a:pt x="10131" y="37808"/>
                      <a:pt x="10126" y="37808"/>
                    </a:cubicBezTo>
                    <a:cubicBezTo>
                      <a:pt x="10010" y="37800"/>
                      <a:pt x="9910" y="37717"/>
                      <a:pt x="9827" y="37642"/>
                    </a:cubicBezTo>
                    <a:cubicBezTo>
                      <a:pt x="9744" y="37568"/>
                      <a:pt x="9678" y="37476"/>
                      <a:pt x="9620" y="37377"/>
                    </a:cubicBezTo>
                    <a:cubicBezTo>
                      <a:pt x="9554" y="37269"/>
                      <a:pt x="9512" y="37153"/>
                      <a:pt x="9463" y="37037"/>
                    </a:cubicBezTo>
                    <a:cubicBezTo>
                      <a:pt x="9421" y="36921"/>
                      <a:pt x="9363" y="36805"/>
                      <a:pt x="9264" y="36731"/>
                    </a:cubicBezTo>
                    <a:cubicBezTo>
                      <a:pt x="9252" y="36725"/>
                      <a:pt x="9241" y="36722"/>
                      <a:pt x="9231" y="36722"/>
                    </a:cubicBezTo>
                    <a:cubicBezTo>
                      <a:pt x="9213" y="36722"/>
                      <a:pt x="9197" y="36731"/>
                      <a:pt x="9181" y="36747"/>
                    </a:cubicBezTo>
                    <a:cubicBezTo>
                      <a:pt x="9040" y="36482"/>
                      <a:pt x="8700" y="36341"/>
                      <a:pt x="8427" y="36258"/>
                    </a:cubicBezTo>
                    <a:cubicBezTo>
                      <a:pt x="8212" y="36192"/>
                      <a:pt x="7996" y="36151"/>
                      <a:pt x="7772" y="36118"/>
                    </a:cubicBezTo>
                    <a:cubicBezTo>
                      <a:pt x="7615" y="36093"/>
                      <a:pt x="7482" y="36035"/>
                      <a:pt x="7358" y="35960"/>
                    </a:cubicBezTo>
                    <a:cubicBezTo>
                      <a:pt x="7367" y="35944"/>
                      <a:pt x="7367" y="35919"/>
                      <a:pt x="7358" y="35902"/>
                    </a:cubicBezTo>
                    <a:cubicBezTo>
                      <a:pt x="7292" y="35819"/>
                      <a:pt x="7209" y="35745"/>
                      <a:pt x="7126" y="35687"/>
                    </a:cubicBezTo>
                    <a:cubicBezTo>
                      <a:pt x="7093" y="35637"/>
                      <a:pt x="7060" y="35596"/>
                      <a:pt x="7035" y="35546"/>
                    </a:cubicBezTo>
                    <a:cubicBezTo>
                      <a:pt x="6936" y="35388"/>
                      <a:pt x="6845" y="35223"/>
                      <a:pt x="6787" y="35049"/>
                    </a:cubicBezTo>
                    <a:cubicBezTo>
                      <a:pt x="6780" y="35032"/>
                      <a:pt x="6765" y="35025"/>
                      <a:pt x="6751" y="35025"/>
                    </a:cubicBezTo>
                    <a:cubicBezTo>
                      <a:pt x="6730" y="35025"/>
                      <a:pt x="6710" y="35041"/>
                      <a:pt x="6720" y="35065"/>
                    </a:cubicBezTo>
                    <a:cubicBezTo>
                      <a:pt x="6762" y="35223"/>
                      <a:pt x="6820" y="35372"/>
                      <a:pt x="6894" y="35521"/>
                    </a:cubicBezTo>
                    <a:cubicBezTo>
                      <a:pt x="6853" y="35488"/>
                      <a:pt x="6803" y="35455"/>
                      <a:pt x="6762" y="35422"/>
                    </a:cubicBezTo>
                    <a:cubicBezTo>
                      <a:pt x="6571" y="35264"/>
                      <a:pt x="6389" y="35082"/>
                      <a:pt x="6265" y="34866"/>
                    </a:cubicBezTo>
                    <a:cubicBezTo>
                      <a:pt x="6140" y="34651"/>
                      <a:pt x="6082" y="34419"/>
                      <a:pt x="6099" y="34162"/>
                    </a:cubicBezTo>
                    <a:cubicBezTo>
                      <a:pt x="6124" y="33897"/>
                      <a:pt x="6231" y="33624"/>
                      <a:pt x="6339" y="33375"/>
                    </a:cubicBezTo>
                    <a:cubicBezTo>
                      <a:pt x="6357" y="33340"/>
                      <a:pt x="6325" y="33305"/>
                      <a:pt x="6292" y="33305"/>
                    </a:cubicBezTo>
                    <a:cubicBezTo>
                      <a:pt x="6279" y="33305"/>
                      <a:pt x="6266" y="33311"/>
                      <a:pt x="6256" y="33325"/>
                    </a:cubicBezTo>
                    <a:cubicBezTo>
                      <a:pt x="6165" y="33475"/>
                      <a:pt x="6082" y="33615"/>
                      <a:pt x="6024" y="33773"/>
                    </a:cubicBezTo>
                    <a:cubicBezTo>
                      <a:pt x="6024" y="33756"/>
                      <a:pt x="6024" y="33740"/>
                      <a:pt x="6033" y="33731"/>
                    </a:cubicBezTo>
                    <a:cubicBezTo>
                      <a:pt x="6091" y="33466"/>
                      <a:pt x="6173" y="33209"/>
                      <a:pt x="6281" y="32961"/>
                    </a:cubicBezTo>
                    <a:cubicBezTo>
                      <a:pt x="6289" y="32944"/>
                      <a:pt x="6306" y="32919"/>
                      <a:pt x="6314" y="32903"/>
                    </a:cubicBezTo>
                    <a:cubicBezTo>
                      <a:pt x="6323" y="32908"/>
                      <a:pt x="6333" y="32911"/>
                      <a:pt x="6343" y="32911"/>
                    </a:cubicBezTo>
                    <a:cubicBezTo>
                      <a:pt x="6364" y="32911"/>
                      <a:pt x="6386" y="32900"/>
                      <a:pt x="6397" y="32878"/>
                    </a:cubicBezTo>
                    <a:cubicBezTo>
                      <a:pt x="6422" y="32820"/>
                      <a:pt x="6422" y="32754"/>
                      <a:pt x="6414" y="32687"/>
                    </a:cubicBezTo>
                    <a:cubicBezTo>
                      <a:pt x="6480" y="32538"/>
                      <a:pt x="6538" y="32389"/>
                      <a:pt x="6530" y="32232"/>
                    </a:cubicBezTo>
                    <a:cubicBezTo>
                      <a:pt x="6513" y="32025"/>
                      <a:pt x="6414" y="31834"/>
                      <a:pt x="6381" y="31627"/>
                    </a:cubicBezTo>
                    <a:cubicBezTo>
                      <a:pt x="6381" y="31196"/>
                      <a:pt x="6314" y="30765"/>
                      <a:pt x="6389" y="30334"/>
                    </a:cubicBezTo>
                    <a:cubicBezTo>
                      <a:pt x="6422" y="30152"/>
                      <a:pt x="6480" y="29961"/>
                      <a:pt x="6563" y="29796"/>
                    </a:cubicBezTo>
                    <a:cubicBezTo>
                      <a:pt x="6637" y="29647"/>
                      <a:pt x="6745" y="29522"/>
                      <a:pt x="6828" y="29382"/>
                    </a:cubicBezTo>
                    <a:cubicBezTo>
                      <a:pt x="6828" y="29373"/>
                      <a:pt x="6828" y="29373"/>
                      <a:pt x="6828" y="29373"/>
                    </a:cubicBezTo>
                    <a:cubicBezTo>
                      <a:pt x="7043" y="29141"/>
                      <a:pt x="7275" y="28926"/>
                      <a:pt x="7507" y="28719"/>
                    </a:cubicBezTo>
                    <a:cubicBezTo>
                      <a:pt x="7542" y="28698"/>
                      <a:pt x="7512" y="28647"/>
                      <a:pt x="7477" y="28647"/>
                    </a:cubicBezTo>
                    <a:cubicBezTo>
                      <a:pt x="7471" y="28647"/>
                      <a:pt x="7464" y="28649"/>
                      <a:pt x="7458" y="28652"/>
                    </a:cubicBezTo>
                    <a:cubicBezTo>
                      <a:pt x="7217" y="28835"/>
                      <a:pt x="6969" y="29025"/>
                      <a:pt x="6753" y="29241"/>
                    </a:cubicBezTo>
                    <a:cubicBezTo>
                      <a:pt x="6613" y="29307"/>
                      <a:pt x="6513" y="29423"/>
                      <a:pt x="6430" y="29556"/>
                    </a:cubicBezTo>
                    <a:cubicBezTo>
                      <a:pt x="6439" y="29514"/>
                      <a:pt x="6430" y="29481"/>
                      <a:pt x="6422" y="29440"/>
                    </a:cubicBezTo>
                    <a:lnTo>
                      <a:pt x="6422" y="29324"/>
                    </a:lnTo>
                    <a:cubicBezTo>
                      <a:pt x="6430" y="29083"/>
                      <a:pt x="6447" y="28835"/>
                      <a:pt x="6488" y="28586"/>
                    </a:cubicBezTo>
                    <a:cubicBezTo>
                      <a:pt x="6563" y="28097"/>
                      <a:pt x="6720" y="27625"/>
                      <a:pt x="6927" y="27178"/>
                    </a:cubicBezTo>
                    <a:cubicBezTo>
                      <a:pt x="7052" y="26921"/>
                      <a:pt x="7168" y="26680"/>
                      <a:pt x="7184" y="26390"/>
                    </a:cubicBezTo>
                    <a:cubicBezTo>
                      <a:pt x="7184" y="26354"/>
                      <a:pt x="7154" y="26335"/>
                      <a:pt x="7124" y="26335"/>
                    </a:cubicBezTo>
                    <a:cubicBezTo>
                      <a:pt x="7100" y="26335"/>
                      <a:pt x="7076" y="26348"/>
                      <a:pt x="7068" y="26374"/>
                    </a:cubicBezTo>
                    <a:cubicBezTo>
                      <a:pt x="7010" y="26631"/>
                      <a:pt x="6869" y="26846"/>
                      <a:pt x="6745" y="27070"/>
                    </a:cubicBezTo>
                    <a:cubicBezTo>
                      <a:pt x="6629" y="27277"/>
                      <a:pt x="6538" y="27501"/>
                      <a:pt x="6455" y="27724"/>
                    </a:cubicBezTo>
                    <a:cubicBezTo>
                      <a:pt x="6463" y="27617"/>
                      <a:pt x="6480" y="27517"/>
                      <a:pt x="6505" y="27410"/>
                    </a:cubicBezTo>
                    <a:cubicBezTo>
                      <a:pt x="6555" y="27178"/>
                      <a:pt x="6637" y="26946"/>
                      <a:pt x="6737" y="26738"/>
                    </a:cubicBezTo>
                    <a:cubicBezTo>
                      <a:pt x="6944" y="26299"/>
                      <a:pt x="7234" y="25910"/>
                      <a:pt x="7491" y="25504"/>
                    </a:cubicBezTo>
                    <a:cubicBezTo>
                      <a:pt x="8004" y="24717"/>
                      <a:pt x="8410" y="23847"/>
                      <a:pt x="8676" y="22944"/>
                    </a:cubicBezTo>
                    <a:cubicBezTo>
                      <a:pt x="8709" y="22836"/>
                      <a:pt x="8734" y="22728"/>
                      <a:pt x="8758" y="22621"/>
                    </a:cubicBezTo>
                    <a:cubicBezTo>
                      <a:pt x="8767" y="22670"/>
                      <a:pt x="8767" y="22720"/>
                      <a:pt x="8792" y="22761"/>
                    </a:cubicBezTo>
                    <a:cubicBezTo>
                      <a:pt x="8800" y="22778"/>
                      <a:pt x="8816" y="22786"/>
                      <a:pt x="8833" y="22786"/>
                    </a:cubicBezTo>
                    <a:cubicBezTo>
                      <a:pt x="8850" y="22786"/>
                      <a:pt x="8866" y="22778"/>
                      <a:pt x="8874" y="22761"/>
                    </a:cubicBezTo>
                    <a:cubicBezTo>
                      <a:pt x="8899" y="22712"/>
                      <a:pt x="8899" y="22654"/>
                      <a:pt x="8908" y="22596"/>
                    </a:cubicBezTo>
                    <a:cubicBezTo>
                      <a:pt x="8916" y="22529"/>
                      <a:pt x="8924" y="22455"/>
                      <a:pt x="8932" y="22380"/>
                    </a:cubicBezTo>
                    <a:cubicBezTo>
                      <a:pt x="8949" y="22248"/>
                      <a:pt x="8966" y="22123"/>
                      <a:pt x="8982" y="21991"/>
                    </a:cubicBezTo>
                    <a:cubicBezTo>
                      <a:pt x="9015" y="21717"/>
                      <a:pt x="9065" y="21452"/>
                      <a:pt x="9131" y="21195"/>
                    </a:cubicBezTo>
                    <a:cubicBezTo>
                      <a:pt x="9198" y="20939"/>
                      <a:pt x="9289" y="20673"/>
                      <a:pt x="9413" y="20433"/>
                    </a:cubicBezTo>
                    <a:cubicBezTo>
                      <a:pt x="9537" y="20185"/>
                      <a:pt x="9695" y="19953"/>
                      <a:pt x="9811" y="19696"/>
                    </a:cubicBezTo>
                    <a:cubicBezTo>
                      <a:pt x="9935" y="19406"/>
                      <a:pt x="10001" y="19116"/>
                      <a:pt x="10018" y="18809"/>
                    </a:cubicBezTo>
                    <a:cubicBezTo>
                      <a:pt x="10023" y="18776"/>
                      <a:pt x="9992" y="18757"/>
                      <a:pt x="9964" y="18757"/>
                    </a:cubicBezTo>
                    <a:cubicBezTo>
                      <a:pt x="9942" y="18757"/>
                      <a:pt x="9922" y="18768"/>
                      <a:pt x="9918" y="18793"/>
                    </a:cubicBezTo>
                    <a:cubicBezTo>
                      <a:pt x="9869" y="19066"/>
                      <a:pt x="9769" y="19340"/>
                      <a:pt x="9637" y="19580"/>
                    </a:cubicBezTo>
                    <a:cubicBezTo>
                      <a:pt x="9587" y="19688"/>
                      <a:pt x="9529" y="19787"/>
                      <a:pt x="9471" y="19878"/>
                    </a:cubicBezTo>
                    <a:cubicBezTo>
                      <a:pt x="9479" y="19721"/>
                      <a:pt x="9496" y="19563"/>
                      <a:pt x="9521" y="19398"/>
                    </a:cubicBezTo>
                    <a:cubicBezTo>
                      <a:pt x="9579" y="19108"/>
                      <a:pt x="9662" y="18809"/>
                      <a:pt x="9786" y="18536"/>
                    </a:cubicBezTo>
                    <a:cubicBezTo>
                      <a:pt x="9902" y="18254"/>
                      <a:pt x="10051" y="17989"/>
                      <a:pt x="10233" y="17740"/>
                    </a:cubicBezTo>
                    <a:cubicBezTo>
                      <a:pt x="10407" y="17500"/>
                      <a:pt x="10623" y="17301"/>
                      <a:pt x="10838" y="17086"/>
                    </a:cubicBezTo>
                    <a:cubicBezTo>
                      <a:pt x="10946" y="16978"/>
                      <a:pt x="11062" y="16854"/>
                      <a:pt x="11145" y="16713"/>
                    </a:cubicBezTo>
                    <a:cubicBezTo>
                      <a:pt x="11161" y="16696"/>
                      <a:pt x="11178" y="16672"/>
                      <a:pt x="11186" y="16647"/>
                    </a:cubicBezTo>
                    <a:lnTo>
                      <a:pt x="11186" y="16647"/>
                    </a:lnTo>
                    <a:cubicBezTo>
                      <a:pt x="11178" y="16721"/>
                      <a:pt x="11161" y="16788"/>
                      <a:pt x="11153" y="16862"/>
                    </a:cubicBezTo>
                    <a:cubicBezTo>
                      <a:pt x="11136" y="17028"/>
                      <a:pt x="11128" y="17194"/>
                      <a:pt x="11128" y="17351"/>
                    </a:cubicBezTo>
                    <a:cubicBezTo>
                      <a:pt x="11128" y="17517"/>
                      <a:pt x="11128" y="17682"/>
                      <a:pt x="11170" y="17848"/>
                    </a:cubicBezTo>
                    <a:cubicBezTo>
                      <a:pt x="11174" y="17873"/>
                      <a:pt x="11194" y="17885"/>
                      <a:pt x="11216" y="17885"/>
                    </a:cubicBezTo>
                    <a:cubicBezTo>
                      <a:pt x="11238" y="17885"/>
                      <a:pt x="11261" y="17873"/>
                      <a:pt x="11269" y="17848"/>
                    </a:cubicBezTo>
                    <a:cubicBezTo>
                      <a:pt x="11335" y="17566"/>
                      <a:pt x="11319" y="17268"/>
                      <a:pt x="11352" y="16986"/>
                    </a:cubicBezTo>
                    <a:cubicBezTo>
                      <a:pt x="11385" y="16705"/>
                      <a:pt x="11443" y="16406"/>
                      <a:pt x="11576" y="16150"/>
                    </a:cubicBezTo>
                    <a:cubicBezTo>
                      <a:pt x="11783" y="15710"/>
                      <a:pt x="12147" y="15371"/>
                      <a:pt x="12388" y="14948"/>
                    </a:cubicBezTo>
                    <a:cubicBezTo>
                      <a:pt x="12421" y="14882"/>
                      <a:pt x="12454" y="14824"/>
                      <a:pt x="12487" y="14758"/>
                    </a:cubicBezTo>
                    <a:cubicBezTo>
                      <a:pt x="12504" y="14749"/>
                      <a:pt x="12512" y="14749"/>
                      <a:pt x="12520" y="14725"/>
                    </a:cubicBezTo>
                    <a:cubicBezTo>
                      <a:pt x="12578" y="14625"/>
                      <a:pt x="12603" y="14493"/>
                      <a:pt x="12636" y="14377"/>
                    </a:cubicBezTo>
                    <a:cubicBezTo>
                      <a:pt x="12669" y="14261"/>
                      <a:pt x="12702" y="14145"/>
                      <a:pt x="12735" y="14029"/>
                    </a:cubicBezTo>
                    <a:cubicBezTo>
                      <a:pt x="12802" y="13788"/>
                      <a:pt x="12868" y="13548"/>
                      <a:pt x="12951" y="13316"/>
                    </a:cubicBezTo>
                    <a:cubicBezTo>
                      <a:pt x="13117" y="12860"/>
                      <a:pt x="13349" y="12438"/>
                      <a:pt x="13680" y="12081"/>
                    </a:cubicBezTo>
                    <a:cubicBezTo>
                      <a:pt x="13771" y="11982"/>
                      <a:pt x="13871" y="11891"/>
                      <a:pt x="13953" y="11783"/>
                    </a:cubicBezTo>
                    <a:cubicBezTo>
                      <a:pt x="14036" y="11692"/>
                      <a:pt x="14119" y="11568"/>
                      <a:pt x="14119" y="11443"/>
                    </a:cubicBezTo>
                    <a:cubicBezTo>
                      <a:pt x="14119" y="11415"/>
                      <a:pt x="14096" y="11399"/>
                      <a:pt x="14074" y="11399"/>
                    </a:cubicBezTo>
                    <a:cubicBezTo>
                      <a:pt x="14063" y="11399"/>
                      <a:pt x="14053" y="11402"/>
                      <a:pt x="14045" y="11410"/>
                    </a:cubicBezTo>
                    <a:cubicBezTo>
                      <a:pt x="13970" y="11501"/>
                      <a:pt x="13904" y="11601"/>
                      <a:pt x="13821" y="11684"/>
                    </a:cubicBezTo>
                    <a:cubicBezTo>
                      <a:pt x="13755" y="11742"/>
                      <a:pt x="13688" y="11791"/>
                      <a:pt x="13622" y="11849"/>
                    </a:cubicBezTo>
                    <a:cubicBezTo>
                      <a:pt x="13672" y="11750"/>
                      <a:pt x="13721" y="11659"/>
                      <a:pt x="13779" y="11559"/>
                    </a:cubicBezTo>
                    <a:cubicBezTo>
                      <a:pt x="13929" y="11327"/>
                      <a:pt x="14103" y="11112"/>
                      <a:pt x="14277" y="10888"/>
                    </a:cubicBezTo>
                    <a:cubicBezTo>
                      <a:pt x="14451" y="10665"/>
                      <a:pt x="14641" y="10449"/>
                      <a:pt x="14799" y="10209"/>
                    </a:cubicBezTo>
                    <a:cubicBezTo>
                      <a:pt x="14973" y="9960"/>
                      <a:pt x="15105" y="9695"/>
                      <a:pt x="15205" y="9414"/>
                    </a:cubicBezTo>
                    <a:cubicBezTo>
                      <a:pt x="15329" y="9066"/>
                      <a:pt x="15437" y="8693"/>
                      <a:pt x="15619" y="8370"/>
                    </a:cubicBezTo>
                    <a:cubicBezTo>
                      <a:pt x="15644" y="8328"/>
                      <a:pt x="15611" y="8295"/>
                      <a:pt x="15577" y="8295"/>
                    </a:cubicBezTo>
                    <a:cubicBezTo>
                      <a:pt x="15635" y="8220"/>
                      <a:pt x="15677" y="8129"/>
                      <a:pt x="15727" y="8046"/>
                    </a:cubicBezTo>
                    <a:cubicBezTo>
                      <a:pt x="15793" y="7922"/>
                      <a:pt x="15867" y="7798"/>
                      <a:pt x="15942" y="7674"/>
                    </a:cubicBezTo>
                    <a:cubicBezTo>
                      <a:pt x="16008" y="7549"/>
                      <a:pt x="16066" y="7425"/>
                      <a:pt x="16083" y="7292"/>
                    </a:cubicBezTo>
                    <a:cubicBezTo>
                      <a:pt x="16099" y="7143"/>
                      <a:pt x="16075" y="7002"/>
                      <a:pt x="16066" y="6853"/>
                    </a:cubicBezTo>
                    <a:cubicBezTo>
                      <a:pt x="16062" y="6824"/>
                      <a:pt x="16037" y="6810"/>
                      <a:pt x="16013" y="6810"/>
                    </a:cubicBezTo>
                    <a:cubicBezTo>
                      <a:pt x="15990" y="6810"/>
                      <a:pt x="15967" y="6824"/>
                      <a:pt x="15967" y="6853"/>
                    </a:cubicBezTo>
                    <a:cubicBezTo>
                      <a:pt x="15967" y="6994"/>
                      <a:pt x="15967" y="7135"/>
                      <a:pt x="15934" y="7268"/>
                    </a:cubicBezTo>
                    <a:cubicBezTo>
                      <a:pt x="15917" y="7102"/>
                      <a:pt x="15884" y="6928"/>
                      <a:pt x="15867" y="6754"/>
                    </a:cubicBezTo>
                    <a:cubicBezTo>
                      <a:pt x="15859" y="6605"/>
                      <a:pt x="15876" y="6456"/>
                      <a:pt x="15917" y="6306"/>
                    </a:cubicBezTo>
                    <a:cubicBezTo>
                      <a:pt x="15950" y="6215"/>
                      <a:pt x="15992" y="6141"/>
                      <a:pt x="16041" y="6058"/>
                    </a:cubicBezTo>
                    <a:cubicBezTo>
                      <a:pt x="16124" y="6124"/>
                      <a:pt x="16215" y="6174"/>
                      <a:pt x="16315" y="6199"/>
                    </a:cubicBezTo>
                    <a:cubicBezTo>
                      <a:pt x="16439" y="6364"/>
                      <a:pt x="16580" y="6497"/>
                      <a:pt x="16746" y="6621"/>
                    </a:cubicBezTo>
                    <a:cubicBezTo>
                      <a:pt x="16920" y="6746"/>
                      <a:pt x="17119" y="6845"/>
                      <a:pt x="17268" y="7002"/>
                    </a:cubicBezTo>
                    <a:cubicBezTo>
                      <a:pt x="17284" y="7019"/>
                      <a:pt x="17301" y="7044"/>
                      <a:pt x="17317" y="7060"/>
                    </a:cubicBezTo>
                    <a:cubicBezTo>
                      <a:pt x="17317" y="7069"/>
                      <a:pt x="17326" y="7085"/>
                      <a:pt x="17334" y="7094"/>
                    </a:cubicBezTo>
                    <a:lnTo>
                      <a:pt x="17342" y="7094"/>
                    </a:lnTo>
                    <a:cubicBezTo>
                      <a:pt x="17392" y="7160"/>
                      <a:pt x="17425" y="7226"/>
                      <a:pt x="17450" y="7301"/>
                    </a:cubicBezTo>
                    <a:cubicBezTo>
                      <a:pt x="17491" y="7442"/>
                      <a:pt x="17475" y="7599"/>
                      <a:pt x="17508" y="7748"/>
                    </a:cubicBezTo>
                    <a:cubicBezTo>
                      <a:pt x="17516" y="7779"/>
                      <a:pt x="17536" y="7792"/>
                      <a:pt x="17558" y="7792"/>
                    </a:cubicBezTo>
                    <a:cubicBezTo>
                      <a:pt x="17583" y="7792"/>
                      <a:pt x="17611" y="7775"/>
                      <a:pt x="17624" y="7748"/>
                    </a:cubicBezTo>
                    <a:cubicBezTo>
                      <a:pt x="17657" y="7674"/>
                      <a:pt x="17674" y="7582"/>
                      <a:pt x="17682" y="7491"/>
                    </a:cubicBezTo>
                    <a:cubicBezTo>
                      <a:pt x="17732" y="7582"/>
                      <a:pt x="17773" y="7682"/>
                      <a:pt x="17806" y="7773"/>
                    </a:cubicBezTo>
                    <a:cubicBezTo>
                      <a:pt x="17856" y="7897"/>
                      <a:pt x="17897" y="8030"/>
                      <a:pt x="17931" y="8162"/>
                    </a:cubicBezTo>
                    <a:cubicBezTo>
                      <a:pt x="17964" y="8278"/>
                      <a:pt x="18013" y="8403"/>
                      <a:pt x="18104" y="8486"/>
                    </a:cubicBezTo>
                    <a:cubicBezTo>
                      <a:pt x="18196" y="8560"/>
                      <a:pt x="18303" y="8602"/>
                      <a:pt x="18419" y="8626"/>
                    </a:cubicBezTo>
                    <a:cubicBezTo>
                      <a:pt x="18486" y="8641"/>
                      <a:pt x="18564" y="8655"/>
                      <a:pt x="18639" y="8655"/>
                    </a:cubicBezTo>
                    <a:cubicBezTo>
                      <a:pt x="18694" y="8655"/>
                      <a:pt x="18747" y="8647"/>
                      <a:pt x="18792" y="8626"/>
                    </a:cubicBezTo>
                    <a:cubicBezTo>
                      <a:pt x="18900" y="8568"/>
                      <a:pt x="18974" y="8444"/>
                      <a:pt x="19049" y="8345"/>
                    </a:cubicBezTo>
                    <a:cubicBezTo>
                      <a:pt x="19132" y="8220"/>
                      <a:pt x="19206" y="8096"/>
                      <a:pt x="19231" y="7955"/>
                    </a:cubicBezTo>
                    <a:cubicBezTo>
                      <a:pt x="19231" y="7947"/>
                      <a:pt x="19231" y="7939"/>
                      <a:pt x="19223" y="7930"/>
                    </a:cubicBezTo>
                    <a:cubicBezTo>
                      <a:pt x="19422" y="7616"/>
                      <a:pt x="19447" y="7218"/>
                      <a:pt x="19422" y="6853"/>
                    </a:cubicBezTo>
                    <a:cubicBezTo>
                      <a:pt x="19397" y="6563"/>
                      <a:pt x="19347" y="6282"/>
                      <a:pt x="19298" y="5992"/>
                    </a:cubicBezTo>
                    <a:cubicBezTo>
                      <a:pt x="19273" y="5851"/>
                      <a:pt x="19256" y="5702"/>
                      <a:pt x="19240" y="5552"/>
                    </a:cubicBezTo>
                    <a:cubicBezTo>
                      <a:pt x="19240" y="5478"/>
                      <a:pt x="19231" y="5403"/>
                      <a:pt x="19231" y="5337"/>
                    </a:cubicBezTo>
                    <a:cubicBezTo>
                      <a:pt x="19231" y="5262"/>
                      <a:pt x="19248" y="5180"/>
                      <a:pt x="19231" y="5105"/>
                    </a:cubicBezTo>
                    <a:cubicBezTo>
                      <a:pt x="19221" y="5080"/>
                      <a:pt x="19194" y="5064"/>
                      <a:pt x="19168" y="5064"/>
                    </a:cubicBezTo>
                    <a:cubicBezTo>
                      <a:pt x="19150" y="5064"/>
                      <a:pt x="19134" y="5072"/>
                      <a:pt x="19124" y="5088"/>
                    </a:cubicBezTo>
                    <a:cubicBezTo>
                      <a:pt x="19074" y="5213"/>
                      <a:pt x="19082" y="5362"/>
                      <a:pt x="19090" y="5486"/>
                    </a:cubicBezTo>
                    <a:cubicBezTo>
                      <a:pt x="19099" y="5627"/>
                      <a:pt x="19124" y="5768"/>
                      <a:pt x="19148" y="5909"/>
                    </a:cubicBezTo>
                    <a:cubicBezTo>
                      <a:pt x="19198" y="6182"/>
                      <a:pt x="19289" y="6447"/>
                      <a:pt x="19339" y="6721"/>
                    </a:cubicBezTo>
                    <a:cubicBezTo>
                      <a:pt x="19414" y="7110"/>
                      <a:pt x="19397" y="7558"/>
                      <a:pt x="19198" y="7897"/>
                    </a:cubicBezTo>
                    <a:cubicBezTo>
                      <a:pt x="19182" y="7897"/>
                      <a:pt x="19165" y="7897"/>
                      <a:pt x="19157" y="7914"/>
                    </a:cubicBezTo>
                    <a:cubicBezTo>
                      <a:pt x="19066" y="8005"/>
                      <a:pt x="18999" y="8113"/>
                      <a:pt x="18925" y="8212"/>
                    </a:cubicBezTo>
                    <a:cubicBezTo>
                      <a:pt x="18867" y="8295"/>
                      <a:pt x="18776" y="8469"/>
                      <a:pt x="18660" y="8477"/>
                    </a:cubicBezTo>
                    <a:cubicBezTo>
                      <a:pt x="18650" y="8478"/>
                      <a:pt x="18640" y="8478"/>
                      <a:pt x="18630" y="8478"/>
                    </a:cubicBezTo>
                    <a:cubicBezTo>
                      <a:pt x="18422" y="8478"/>
                      <a:pt x="18192" y="8393"/>
                      <a:pt x="18121" y="8187"/>
                    </a:cubicBezTo>
                    <a:cubicBezTo>
                      <a:pt x="18113" y="8179"/>
                      <a:pt x="18113" y="8171"/>
                      <a:pt x="18113" y="8154"/>
                    </a:cubicBezTo>
                    <a:cubicBezTo>
                      <a:pt x="18138" y="8138"/>
                      <a:pt x="18154" y="8104"/>
                      <a:pt x="18146" y="8071"/>
                    </a:cubicBezTo>
                    <a:cubicBezTo>
                      <a:pt x="18129" y="7997"/>
                      <a:pt x="18088" y="7922"/>
                      <a:pt x="18071" y="7848"/>
                    </a:cubicBezTo>
                    <a:cubicBezTo>
                      <a:pt x="18055" y="7765"/>
                      <a:pt x="18046" y="7682"/>
                      <a:pt x="18038" y="7591"/>
                    </a:cubicBezTo>
                    <a:cubicBezTo>
                      <a:pt x="18030" y="7408"/>
                      <a:pt x="18038" y="7234"/>
                      <a:pt x="18063" y="7052"/>
                    </a:cubicBezTo>
                    <a:cubicBezTo>
                      <a:pt x="18088" y="6878"/>
                      <a:pt x="18129" y="6704"/>
                      <a:pt x="18171" y="6538"/>
                    </a:cubicBezTo>
                    <a:cubicBezTo>
                      <a:pt x="18220" y="6356"/>
                      <a:pt x="18262" y="6174"/>
                      <a:pt x="18312" y="6000"/>
                    </a:cubicBezTo>
                    <a:cubicBezTo>
                      <a:pt x="18322" y="5970"/>
                      <a:pt x="18301" y="5952"/>
                      <a:pt x="18280" y="5952"/>
                    </a:cubicBezTo>
                    <a:cubicBezTo>
                      <a:pt x="18266" y="5952"/>
                      <a:pt x="18252" y="5959"/>
                      <a:pt x="18245" y="5975"/>
                    </a:cubicBezTo>
                    <a:cubicBezTo>
                      <a:pt x="18171" y="6166"/>
                      <a:pt x="18080" y="6348"/>
                      <a:pt x="18013" y="6538"/>
                    </a:cubicBezTo>
                    <a:cubicBezTo>
                      <a:pt x="17955" y="6729"/>
                      <a:pt x="17897" y="6911"/>
                      <a:pt x="17873" y="7110"/>
                    </a:cubicBezTo>
                    <a:cubicBezTo>
                      <a:pt x="17864" y="7118"/>
                      <a:pt x="17864" y="7127"/>
                      <a:pt x="17864" y="7135"/>
                    </a:cubicBezTo>
                    <a:cubicBezTo>
                      <a:pt x="17848" y="7060"/>
                      <a:pt x="17839" y="6978"/>
                      <a:pt x="17831" y="6903"/>
                    </a:cubicBezTo>
                    <a:cubicBezTo>
                      <a:pt x="17815" y="6779"/>
                      <a:pt x="17806" y="6654"/>
                      <a:pt x="17815" y="6522"/>
                    </a:cubicBezTo>
                    <a:cubicBezTo>
                      <a:pt x="17815" y="6406"/>
                      <a:pt x="17839" y="6273"/>
                      <a:pt x="17806" y="6157"/>
                    </a:cubicBezTo>
                    <a:cubicBezTo>
                      <a:pt x="17801" y="6143"/>
                      <a:pt x="17788" y="6134"/>
                      <a:pt x="17775" y="6134"/>
                    </a:cubicBezTo>
                    <a:cubicBezTo>
                      <a:pt x="17765" y="6134"/>
                      <a:pt x="17755" y="6139"/>
                      <a:pt x="17748" y="6149"/>
                    </a:cubicBezTo>
                    <a:cubicBezTo>
                      <a:pt x="17690" y="6248"/>
                      <a:pt x="17690" y="6381"/>
                      <a:pt x="17690" y="6497"/>
                    </a:cubicBezTo>
                    <a:cubicBezTo>
                      <a:pt x="17682" y="6621"/>
                      <a:pt x="17690" y="6737"/>
                      <a:pt x="17707" y="6862"/>
                    </a:cubicBezTo>
                    <a:cubicBezTo>
                      <a:pt x="17723" y="7027"/>
                      <a:pt x="17773" y="7210"/>
                      <a:pt x="17790" y="7392"/>
                    </a:cubicBezTo>
                    <a:cubicBezTo>
                      <a:pt x="17748" y="7326"/>
                      <a:pt x="17707" y="7268"/>
                      <a:pt x="17657" y="7210"/>
                    </a:cubicBezTo>
                    <a:cubicBezTo>
                      <a:pt x="17641" y="7135"/>
                      <a:pt x="17616" y="7077"/>
                      <a:pt x="17583" y="7011"/>
                    </a:cubicBezTo>
                    <a:cubicBezTo>
                      <a:pt x="17475" y="6820"/>
                      <a:pt x="17284" y="6688"/>
                      <a:pt x="17102" y="6563"/>
                    </a:cubicBezTo>
                    <a:cubicBezTo>
                      <a:pt x="16920" y="6439"/>
                      <a:pt x="16737" y="6315"/>
                      <a:pt x="16588" y="6157"/>
                    </a:cubicBezTo>
                    <a:cubicBezTo>
                      <a:pt x="16423" y="5983"/>
                      <a:pt x="16298" y="5793"/>
                      <a:pt x="16199" y="5586"/>
                    </a:cubicBezTo>
                    <a:cubicBezTo>
                      <a:pt x="16083" y="5354"/>
                      <a:pt x="16000" y="5080"/>
                      <a:pt x="15992" y="4823"/>
                    </a:cubicBezTo>
                    <a:cubicBezTo>
                      <a:pt x="15988" y="4786"/>
                      <a:pt x="15961" y="4767"/>
                      <a:pt x="15935" y="4767"/>
                    </a:cubicBezTo>
                    <a:cubicBezTo>
                      <a:pt x="15909" y="4767"/>
                      <a:pt x="15884" y="4786"/>
                      <a:pt x="15884" y="4823"/>
                    </a:cubicBezTo>
                    <a:cubicBezTo>
                      <a:pt x="15876" y="5055"/>
                      <a:pt x="15892" y="5271"/>
                      <a:pt x="15959" y="5494"/>
                    </a:cubicBezTo>
                    <a:cubicBezTo>
                      <a:pt x="15992" y="5610"/>
                      <a:pt x="16033" y="5718"/>
                      <a:pt x="16083" y="5818"/>
                    </a:cubicBezTo>
                    <a:cubicBezTo>
                      <a:pt x="16075" y="5826"/>
                      <a:pt x="16075" y="5826"/>
                      <a:pt x="16066" y="5826"/>
                    </a:cubicBezTo>
                    <a:cubicBezTo>
                      <a:pt x="16066" y="5826"/>
                      <a:pt x="16058" y="5834"/>
                      <a:pt x="16058" y="5834"/>
                    </a:cubicBezTo>
                    <a:cubicBezTo>
                      <a:pt x="16033" y="5818"/>
                      <a:pt x="16008" y="5793"/>
                      <a:pt x="15983" y="5776"/>
                    </a:cubicBezTo>
                    <a:cubicBezTo>
                      <a:pt x="15843" y="5652"/>
                      <a:pt x="15693" y="5528"/>
                      <a:pt x="15553" y="5395"/>
                    </a:cubicBezTo>
                    <a:cubicBezTo>
                      <a:pt x="15486" y="5329"/>
                      <a:pt x="15428" y="5262"/>
                      <a:pt x="15387" y="5180"/>
                    </a:cubicBezTo>
                    <a:cubicBezTo>
                      <a:pt x="15354" y="5088"/>
                      <a:pt x="15337" y="4997"/>
                      <a:pt x="15321" y="4906"/>
                    </a:cubicBezTo>
                    <a:cubicBezTo>
                      <a:pt x="15271" y="4699"/>
                      <a:pt x="15213" y="4492"/>
                      <a:pt x="15171" y="4293"/>
                    </a:cubicBezTo>
                    <a:cubicBezTo>
                      <a:pt x="15164" y="4270"/>
                      <a:pt x="15144" y="4260"/>
                      <a:pt x="15126" y="4260"/>
                    </a:cubicBezTo>
                    <a:cubicBezTo>
                      <a:pt x="15104" y="4260"/>
                      <a:pt x="15084" y="4274"/>
                      <a:pt x="15089" y="4301"/>
                    </a:cubicBezTo>
                    <a:cubicBezTo>
                      <a:pt x="15105" y="4426"/>
                      <a:pt x="15113" y="4550"/>
                      <a:pt x="15130" y="4674"/>
                    </a:cubicBezTo>
                    <a:cubicBezTo>
                      <a:pt x="15022" y="4575"/>
                      <a:pt x="14906" y="4484"/>
                      <a:pt x="14799" y="4384"/>
                    </a:cubicBezTo>
                    <a:cubicBezTo>
                      <a:pt x="14542" y="4119"/>
                      <a:pt x="14517" y="3730"/>
                      <a:pt x="14641" y="3398"/>
                    </a:cubicBezTo>
                    <a:cubicBezTo>
                      <a:pt x="14674" y="3357"/>
                      <a:pt x="14707" y="3307"/>
                      <a:pt x="14741" y="3266"/>
                    </a:cubicBezTo>
                    <a:cubicBezTo>
                      <a:pt x="14881" y="3083"/>
                      <a:pt x="15047" y="2918"/>
                      <a:pt x="15221" y="2777"/>
                    </a:cubicBezTo>
                    <a:cubicBezTo>
                      <a:pt x="15387" y="2644"/>
                      <a:pt x="15553" y="2520"/>
                      <a:pt x="15702" y="2371"/>
                    </a:cubicBezTo>
                    <a:cubicBezTo>
                      <a:pt x="15826" y="2247"/>
                      <a:pt x="15975" y="2081"/>
                      <a:pt x="16017" y="1907"/>
                    </a:cubicBezTo>
                    <a:cubicBezTo>
                      <a:pt x="16041" y="1890"/>
                      <a:pt x="16058" y="1882"/>
                      <a:pt x="16083" y="1865"/>
                    </a:cubicBezTo>
                    <a:cubicBezTo>
                      <a:pt x="16182" y="1799"/>
                      <a:pt x="16282" y="1741"/>
                      <a:pt x="16381" y="1683"/>
                    </a:cubicBezTo>
                    <a:cubicBezTo>
                      <a:pt x="16588" y="1567"/>
                      <a:pt x="16795" y="1468"/>
                      <a:pt x="17019" y="1401"/>
                    </a:cubicBezTo>
                    <a:cubicBezTo>
                      <a:pt x="17243" y="1335"/>
                      <a:pt x="17467" y="1277"/>
                      <a:pt x="17665" y="1153"/>
                    </a:cubicBezTo>
                    <a:cubicBezTo>
                      <a:pt x="17856" y="1029"/>
                      <a:pt x="18030" y="879"/>
                      <a:pt x="18179" y="714"/>
                    </a:cubicBezTo>
                    <a:cubicBezTo>
                      <a:pt x="18196" y="697"/>
                      <a:pt x="18196" y="672"/>
                      <a:pt x="18187" y="656"/>
                    </a:cubicBezTo>
                    <a:cubicBezTo>
                      <a:pt x="18303" y="598"/>
                      <a:pt x="18428" y="540"/>
                      <a:pt x="18552" y="490"/>
                    </a:cubicBezTo>
                    <a:cubicBezTo>
                      <a:pt x="18751" y="407"/>
                      <a:pt x="18958" y="341"/>
                      <a:pt x="19173" y="299"/>
                    </a:cubicBezTo>
                    <a:cubicBezTo>
                      <a:pt x="19306" y="275"/>
                      <a:pt x="19447" y="266"/>
                      <a:pt x="19588" y="258"/>
                    </a:cubicBezTo>
                    <a:close/>
                    <a:moveTo>
                      <a:pt x="22338" y="0"/>
                    </a:moveTo>
                    <a:cubicBezTo>
                      <a:pt x="22323" y="0"/>
                      <a:pt x="22307" y="8"/>
                      <a:pt x="22297" y="26"/>
                    </a:cubicBezTo>
                    <a:cubicBezTo>
                      <a:pt x="22239" y="117"/>
                      <a:pt x="22181" y="208"/>
                      <a:pt x="22131" y="299"/>
                    </a:cubicBezTo>
                    <a:cubicBezTo>
                      <a:pt x="22115" y="333"/>
                      <a:pt x="22098" y="357"/>
                      <a:pt x="22082" y="391"/>
                    </a:cubicBezTo>
                    <a:cubicBezTo>
                      <a:pt x="22082" y="357"/>
                      <a:pt x="22082" y="333"/>
                      <a:pt x="22073" y="299"/>
                    </a:cubicBezTo>
                    <a:cubicBezTo>
                      <a:pt x="22073" y="258"/>
                      <a:pt x="22073" y="217"/>
                      <a:pt x="22065" y="183"/>
                    </a:cubicBezTo>
                    <a:cubicBezTo>
                      <a:pt x="22065" y="134"/>
                      <a:pt x="22057" y="67"/>
                      <a:pt x="22015" y="34"/>
                    </a:cubicBezTo>
                    <a:cubicBezTo>
                      <a:pt x="22007" y="26"/>
                      <a:pt x="21995" y="22"/>
                      <a:pt x="21981" y="22"/>
                    </a:cubicBezTo>
                    <a:cubicBezTo>
                      <a:pt x="21968" y="22"/>
                      <a:pt x="21953" y="26"/>
                      <a:pt x="21941" y="34"/>
                    </a:cubicBezTo>
                    <a:cubicBezTo>
                      <a:pt x="21908" y="67"/>
                      <a:pt x="21891" y="134"/>
                      <a:pt x="21891" y="183"/>
                    </a:cubicBezTo>
                    <a:cubicBezTo>
                      <a:pt x="21891" y="225"/>
                      <a:pt x="21899" y="266"/>
                      <a:pt x="21899" y="316"/>
                    </a:cubicBezTo>
                    <a:cubicBezTo>
                      <a:pt x="21908" y="333"/>
                      <a:pt x="21908" y="357"/>
                      <a:pt x="21916" y="382"/>
                    </a:cubicBezTo>
                    <a:lnTo>
                      <a:pt x="21899" y="366"/>
                    </a:lnTo>
                    <a:cubicBezTo>
                      <a:pt x="21883" y="357"/>
                      <a:pt x="21874" y="349"/>
                      <a:pt x="21858" y="341"/>
                    </a:cubicBezTo>
                    <a:cubicBezTo>
                      <a:pt x="21841" y="333"/>
                      <a:pt x="21825" y="333"/>
                      <a:pt x="21808" y="333"/>
                    </a:cubicBezTo>
                    <a:cubicBezTo>
                      <a:pt x="21775" y="333"/>
                      <a:pt x="21742" y="366"/>
                      <a:pt x="21758" y="399"/>
                    </a:cubicBezTo>
                    <a:cubicBezTo>
                      <a:pt x="21758" y="415"/>
                      <a:pt x="21767" y="424"/>
                      <a:pt x="21775" y="440"/>
                    </a:cubicBezTo>
                    <a:cubicBezTo>
                      <a:pt x="21634" y="382"/>
                      <a:pt x="21485" y="341"/>
                      <a:pt x="21344" y="316"/>
                    </a:cubicBezTo>
                    <a:cubicBezTo>
                      <a:pt x="21236" y="299"/>
                      <a:pt x="21129" y="283"/>
                      <a:pt x="21021" y="275"/>
                    </a:cubicBezTo>
                    <a:cubicBezTo>
                      <a:pt x="20971" y="275"/>
                      <a:pt x="20911" y="264"/>
                      <a:pt x="20853" y="264"/>
                    </a:cubicBezTo>
                    <a:cubicBezTo>
                      <a:pt x="20825" y="264"/>
                      <a:pt x="20797" y="266"/>
                      <a:pt x="20772" y="275"/>
                    </a:cubicBezTo>
                    <a:cubicBezTo>
                      <a:pt x="20764" y="266"/>
                      <a:pt x="20756" y="250"/>
                      <a:pt x="20748" y="241"/>
                    </a:cubicBezTo>
                    <a:cubicBezTo>
                      <a:pt x="20723" y="208"/>
                      <a:pt x="20690" y="167"/>
                      <a:pt x="20640" y="159"/>
                    </a:cubicBezTo>
                    <a:cubicBezTo>
                      <a:pt x="20615" y="159"/>
                      <a:pt x="20598" y="175"/>
                      <a:pt x="20607" y="200"/>
                    </a:cubicBezTo>
                    <a:cubicBezTo>
                      <a:pt x="20590" y="183"/>
                      <a:pt x="20582" y="175"/>
                      <a:pt x="20574" y="167"/>
                    </a:cubicBezTo>
                    <a:cubicBezTo>
                      <a:pt x="20540" y="117"/>
                      <a:pt x="20499" y="84"/>
                      <a:pt x="20441" y="76"/>
                    </a:cubicBezTo>
                    <a:cubicBezTo>
                      <a:pt x="20438" y="75"/>
                      <a:pt x="20435" y="75"/>
                      <a:pt x="20432" y="75"/>
                    </a:cubicBezTo>
                    <a:cubicBezTo>
                      <a:pt x="20402" y="75"/>
                      <a:pt x="20375" y="112"/>
                      <a:pt x="20375" y="142"/>
                    </a:cubicBezTo>
                    <a:cubicBezTo>
                      <a:pt x="20383" y="200"/>
                      <a:pt x="20416" y="233"/>
                      <a:pt x="20449" y="275"/>
                    </a:cubicBezTo>
                    <a:cubicBezTo>
                      <a:pt x="20458" y="283"/>
                      <a:pt x="20458" y="283"/>
                      <a:pt x="20458" y="291"/>
                    </a:cubicBezTo>
                    <a:lnTo>
                      <a:pt x="20482" y="316"/>
                    </a:lnTo>
                    <a:cubicBezTo>
                      <a:pt x="20259" y="192"/>
                      <a:pt x="19994" y="142"/>
                      <a:pt x="19737" y="109"/>
                    </a:cubicBezTo>
                    <a:cubicBezTo>
                      <a:pt x="19641" y="84"/>
                      <a:pt x="19542" y="74"/>
                      <a:pt x="19442" y="74"/>
                    </a:cubicBezTo>
                    <a:cubicBezTo>
                      <a:pt x="19341" y="74"/>
                      <a:pt x="19240" y="84"/>
                      <a:pt x="19140" y="101"/>
                    </a:cubicBezTo>
                    <a:cubicBezTo>
                      <a:pt x="18916" y="117"/>
                      <a:pt x="18701" y="150"/>
                      <a:pt x="18494" y="200"/>
                    </a:cubicBezTo>
                    <a:cubicBezTo>
                      <a:pt x="18452" y="208"/>
                      <a:pt x="18461" y="266"/>
                      <a:pt x="18494" y="283"/>
                    </a:cubicBezTo>
                    <a:cubicBezTo>
                      <a:pt x="18494" y="283"/>
                      <a:pt x="18486" y="283"/>
                      <a:pt x="18477" y="291"/>
                    </a:cubicBezTo>
                    <a:cubicBezTo>
                      <a:pt x="18262" y="374"/>
                      <a:pt x="18055" y="473"/>
                      <a:pt x="17864" y="589"/>
                    </a:cubicBezTo>
                    <a:cubicBezTo>
                      <a:pt x="17757" y="656"/>
                      <a:pt x="17657" y="714"/>
                      <a:pt x="17566" y="780"/>
                    </a:cubicBezTo>
                    <a:cubicBezTo>
                      <a:pt x="17475" y="846"/>
                      <a:pt x="17375" y="913"/>
                      <a:pt x="17301" y="1004"/>
                    </a:cubicBezTo>
                    <a:cubicBezTo>
                      <a:pt x="17270" y="1034"/>
                      <a:pt x="17296" y="1079"/>
                      <a:pt x="17333" y="1079"/>
                    </a:cubicBezTo>
                    <a:cubicBezTo>
                      <a:pt x="17336" y="1079"/>
                      <a:pt x="17339" y="1079"/>
                      <a:pt x="17342" y="1078"/>
                    </a:cubicBezTo>
                    <a:cubicBezTo>
                      <a:pt x="17435" y="1057"/>
                      <a:pt x="17515" y="1011"/>
                      <a:pt x="17599" y="967"/>
                    </a:cubicBezTo>
                    <a:lnTo>
                      <a:pt x="17599" y="967"/>
                    </a:lnTo>
                    <a:cubicBezTo>
                      <a:pt x="17575" y="981"/>
                      <a:pt x="17553" y="994"/>
                      <a:pt x="17533" y="1004"/>
                    </a:cubicBezTo>
                    <a:cubicBezTo>
                      <a:pt x="17317" y="1111"/>
                      <a:pt x="17085" y="1161"/>
                      <a:pt x="16862" y="1236"/>
                    </a:cubicBezTo>
                    <a:cubicBezTo>
                      <a:pt x="16646" y="1302"/>
                      <a:pt x="16431" y="1410"/>
                      <a:pt x="16249" y="1534"/>
                    </a:cubicBezTo>
                    <a:cubicBezTo>
                      <a:pt x="16157" y="1600"/>
                      <a:pt x="16066" y="1667"/>
                      <a:pt x="15975" y="1733"/>
                    </a:cubicBezTo>
                    <a:cubicBezTo>
                      <a:pt x="15892" y="1807"/>
                      <a:pt x="15785" y="1874"/>
                      <a:pt x="15727" y="1973"/>
                    </a:cubicBezTo>
                    <a:cubicBezTo>
                      <a:pt x="15710" y="1990"/>
                      <a:pt x="15718" y="2023"/>
                      <a:pt x="15743" y="2031"/>
                    </a:cubicBezTo>
                    <a:cubicBezTo>
                      <a:pt x="15735" y="2039"/>
                      <a:pt x="15727" y="2048"/>
                      <a:pt x="15718" y="2056"/>
                    </a:cubicBezTo>
                    <a:cubicBezTo>
                      <a:pt x="15652" y="2131"/>
                      <a:pt x="15577" y="2205"/>
                      <a:pt x="15495" y="2271"/>
                    </a:cubicBezTo>
                    <a:cubicBezTo>
                      <a:pt x="15329" y="2404"/>
                      <a:pt x="15155" y="2528"/>
                      <a:pt x="14989" y="2669"/>
                    </a:cubicBezTo>
                    <a:cubicBezTo>
                      <a:pt x="14815" y="2818"/>
                      <a:pt x="14666" y="2992"/>
                      <a:pt x="14542" y="3183"/>
                    </a:cubicBezTo>
                    <a:cubicBezTo>
                      <a:pt x="14475" y="3274"/>
                      <a:pt x="14417" y="3373"/>
                      <a:pt x="14376" y="3481"/>
                    </a:cubicBezTo>
                    <a:cubicBezTo>
                      <a:pt x="14335" y="3581"/>
                      <a:pt x="14277" y="3680"/>
                      <a:pt x="14268" y="3796"/>
                    </a:cubicBezTo>
                    <a:cubicBezTo>
                      <a:pt x="14268" y="3820"/>
                      <a:pt x="14294" y="3839"/>
                      <a:pt x="14317" y="3839"/>
                    </a:cubicBezTo>
                    <a:cubicBezTo>
                      <a:pt x="14327" y="3839"/>
                      <a:pt x="14336" y="3836"/>
                      <a:pt x="14343" y="3829"/>
                    </a:cubicBezTo>
                    <a:cubicBezTo>
                      <a:pt x="14359" y="3804"/>
                      <a:pt x="14376" y="3788"/>
                      <a:pt x="14384" y="3763"/>
                    </a:cubicBezTo>
                    <a:lnTo>
                      <a:pt x="14384" y="3763"/>
                    </a:lnTo>
                    <a:cubicBezTo>
                      <a:pt x="14368" y="3970"/>
                      <a:pt x="14401" y="4177"/>
                      <a:pt x="14517" y="4368"/>
                    </a:cubicBezTo>
                    <a:cubicBezTo>
                      <a:pt x="14641" y="4567"/>
                      <a:pt x="14848" y="4674"/>
                      <a:pt x="15006" y="4848"/>
                    </a:cubicBezTo>
                    <a:cubicBezTo>
                      <a:pt x="15163" y="5039"/>
                      <a:pt x="15171" y="5279"/>
                      <a:pt x="15263" y="5494"/>
                    </a:cubicBezTo>
                    <a:cubicBezTo>
                      <a:pt x="15270" y="5509"/>
                      <a:pt x="15285" y="5516"/>
                      <a:pt x="15301" y="5516"/>
                    </a:cubicBezTo>
                    <a:cubicBezTo>
                      <a:pt x="15320" y="5516"/>
                      <a:pt x="15341" y="5505"/>
                      <a:pt x="15345" y="5486"/>
                    </a:cubicBezTo>
                    <a:cubicBezTo>
                      <a:pt x="15345" y="5478"/>
                      <a:pt x="15345" y="5478"/>
                      <a:pt x="15345" y="5470"/>
                    </a:cubicBezTo>
                    <a:cubicBezTo>
                      <a:pt x="15354" y="5478"/>
                      <a:pt x="15362" y="5494"/>
                      <a:pt x="15370" y="5503"/>
                    </a:cubicBezTo>
                    <a:cubicBezTo>
                      <a:pt x="15519" y="5644"/>
                      <a:pt x="15677" y="5784"/>
                      <a:pt x="15834" y="5909"/>
                    </a:cubicBezTo>
                    <a:cubicBezTo>
                      <a:pt x="15851" y="5925"/>
                      <a:pt x="15876" y="5942"/>
                      <a:pt x="15892" y="5958"/>
                    </a:cubicBezTo>
                    <a:cubicBezTo>
                      <a:pt x="15843" y="6033"/>
                      <a:pt x="15801" y="6108"/>
                      <a:pt x="15768" y="6182"/>
                    </a:cubicBezTo>
                    <a:cubicBezTo>
                      <a:pt x="15702" y="6331"/>
                      <a:pt x="15669" y="6489"/>
                      <a:pt x="15660" y="6663"/>
                    </a:cubicBezTo>
                    <a:cubicBezTo>
                      <a:pt x="15660" y="6978"/>
                      <a:pt x="15743" y="7284"/>
                      <a:pt x="15743" y="7599"/>
                    </a:cubicBezTo>
                    <a:cubicBezTo>
                      <a:pt x="15743" y="7607"/>
                      <a:pt x="15735" y="7616"/>
                      <a:pt x="15727" y="7624"/>
                    </a:cubicBezTo>
                    <a:cubicBezTo>
                      <a:pt x="15702" y="7665"/>
                      <a:pt x="15677" y="7707"/>
                      <a:pt x="15644" y="7756"/>
                    </a:cubicBezTo>
                    <a:cubicBezTo>
                      <a:pt x="15638" y="7754"/>
                      <a:pt x="15631" y="7752"/>
                      <a:pt x="15623" y="7752"/>
                    </a:cubicBezTo>
                    <a:cubicBezTo>
                      <a:pt x="15608" y="7752"/>
                      <a:pt x="15591" y="7759"/>
                      <a:pt x="15586" y="7781"/>
                    </a:cubicBezTo>
                    <a:cubicBezTo>
                      <a:pt x="15461" y="8022"/>
                      <a:pt x="15354" y="8262"/>
                      <a:pt x="15263" y="8510"/>
                    </a:cubicBezTo>
                    <a:cubicBezTo>
                      <a:pt x="15213" y="8635"/>
                      <a:pt x="15163" y="8759"/>
                      <a:pt x="15122" y="8892"/>
                    </a:cubicBezTo>
                    <a:cubicBezTo>
                      <a:pt x="15089" y="9008"/>
                      <a:pt x="15031" y="9148"/>
                      <a:pt x="15047" y="9281"/>
                    </a:cubicBezTo>
                    <a:cubicBezTo>
                      <a:pt x="15047" y="9289"/>
                      <a:pt x="15047" y="9289"/>
                      <a:pt x="15055" y="9298"/>
                    </a:cubicBezTo>
                    <a:cubicBezTo>
                      <a:pt x="14939" y="9563"/>
                      <a:pt x="14815" y="9819"/>
                      <a:pt x="14649" y="10051"/>
                    </a:cubicBezTo>
                    <a:cubicBezTo>
                      <a:pt x="14509" y="10259"/>
                      <a:pt x="14351" y="10449"/>
                      <a:pt x="14194" y="10648"/>
                    </a:cubicBezTo>
                    <a:lnTo>
                      <a:pt x="14194" y="10640"/>
                    </a:lnTo>
                    <a:cubicBezTo>
                      <a:pt x="14194" y="10631"/>
                      <a:pt x="14185" y="10615"/>
                      <a:pt x="14185" y="10598"/>
                    </a:cubicBezTo>
                    <a:cubicBezTo>
                      <a:pt x="14177" y="10598"/>
                      <a:pt x="14177" y="10590"/>
                      <a:pt x="14177" y="10582"/>
                    </a:cubicBezTo>
                    <a:cubicBezTo>
                      <a:pt x="14169" y="10573"/>
                      <a:pt x="14169" y="10565"/>
                      <a:pt x="14161" y="10557"/>
                    </a:cubicBezTo>
                    <a:cubicBezTo>
                      <a:pt x="14161" y="10557"/>
                      <a:pt x="14152" y="10549"/>
                      <a:pt x="14152" y="10549"/>
                    </a:cubicBezTo>
                    <a:cubicBezTo>
                      <a:pt x="14148" y="10546"/>
                      <a:pt x="14142" y="10545"/>
                      <a:pt x="14136" y="10545"/>
                    </a:cubicBezTo>
                    <a:cubicBezTo>
                      <a:pt x="14120" y="10545"/>
                      <a:pt x="14103" y="10553"/>
                      <a:pt x="14103" y="10565"/>
                    </a:cubicBezTo>
                    <a:cubicBezTo>
                      <a:pt x="14103" y="10582"/>
                      <a:pt x="14094" y="10590"/>
                      <a:pt x="14103" y="10598"/>
                    </a:cubicBezTo>
                    <a:cubicBezTo>
                      <a:pt x="14103" y="10607"/>
                      <a:pt x="14103" y="10615"/>
                      <a:pt x="14103" y="10623"/>
                    </a:cubicBezTo>
                    <a:cubicBezTo>
                      <a:pt x="14111" y="10640"/>
                      <a:pt x="14111" y="10648"/>
                      <a:pt x="14119" y="10665"/>
                    </a:cubicBezTo>
                    <a:cubicBezTo>
                      <a:pt x="14119" y="10673"/>
                      <a:pt x="14119" y="10681"/>
                      <a:pt x="14119" y="10681"/>
                    </a:cubicBezTo>
                    <a:cubicBezTo>
                      <a:pt x="14119" y="10689"/>
                      <a:pt x="14119" y="10689"/>
                      <a:pt x="14119" y="10689"/>
                    </a:cubicBezTo>
                    <a:lnTo>
                      <a:pt x="14119" y="10698"/>
                    </a:lnTo>
                    <a:cubicBezTo>
                      <a:pt x="14119" y="10714"/>
                      <a:pt x="14119" y="10723"/>
                      <a:pt x="14119" y="10739"/>
                    </a:cubicBezTo>
                    <a:cubicBezTo>
                      <a:pt x="14111" y="10714"/>
                      <a:pt x="14103" y="10689"/>
                      <a:pt x="14086" y="10673"/>
                    </a:cubicBezTo>
                    <a:cubicBezTo>
                      <a:pt x="14080" y="10661"/>
                      <a:pt x="14069" y="10653"/>
                      <a:pt x="14058" y="10653"/>
                    </a:cubicBezTo>
                    <a:cubicBezTo>
                      <a:pt x="14053" y="10653"/>
                      <a:pt x="14049" y="10654"/>
                      <a:pt x="14045" y="10656"/>
                    </a:cubicBezTo>
                    <a:cubicBezTo>
                      <a:pt x="14036" y="10656"/>
                      <a:pt x="14020" y="10665"/>
                      <a:pt x="14020" y="10681"/>
                    </a:cubicBezTo>
                    <a:cubicBezTo>
                      <a:pt x="14011" y="10698"/>
                      <a:pt x="14011" y="10706"/>
                      <a:pt x="14011" y="10723"/>
                    </a:cubicBezTo>
                    <a:cubicBezTo>
                      <a:pt x="14011" y="10719"/>
                      <a:pt x="14011" y="10717"/>
                      <a:pt x="14010" y="10717"/>
                    </a:cubicBezTo>
                    <a:cubicBezTo>
                      <a:pt x="14008" y="10717"/>
                      <a:pt x="14003" y="10733"/>
                      <a:pt x="14003" y="10739"/>
                    </a:cubicBezTo>
                    <a:cubicBezTo>
                      <a:pt x="14003" y="10739"/>
                      <a:pt x="14003" y="10747"/>
                      <a:pt x="14011" y="10756"/>
                    </a:cubicBezTo>
                    <a:lnTo>
                      <a:pt x="14011" y="10772"/>
                    </a:lnTo>
                    <a:cubicBezTo>
                      <a:pt x="14003" y="10781"/>
                      <a:pt x="14003" y="10797"/>
                      <a:pt x="14003" y="10805"/>
                    </a:cubicBezTo>
                    <a:lnTo>
                      <a:pt x="14003" y="10822"/>
                    </a:lnTo>
                    <a:cubicBezTo>
                      <a:pt x="14003" y="10839"/>
                      <a:pt x="14003" y="10855"/>
                      <a:pt x="14011" y="10880"/>
                    </a:cubicBezTo>
                    <a:cubicBezTo>
                      <a:pt x="13871" y="11054"/>
                      <a:pt x="13746" y="11228"/>
                      <a:pt x="13630" y="11419"/>
                    </a:cubicBezTo>
                    <a:cubicBezTo>
                      <a:pt x="13506" y="11626"/>
                      <a:pt x="13398" y="11858"/>
                      <a:pt x="13357" y="12090"/>
                    </a:cubicBezTo>
                    <a:cubicBezTo>
                      <a:pt x="13249" y="12214"/>
                      <a:pt x="13150" y="12347"/>
                      <a:pt x="13067" y="12479"/>
                    </a:cubicBezTo>
                    <a:cubicBezTo>
                      <a:pt x="12802" y="12902"/>
                      <a:pt x="12628" y="13382"/>
                      <a:pt x="12520" y="13863"/>
                    </a:cubicBezTo>
                    <a:cubicBezTo>
                      <a:pt x="12487" y="14004"/>
                      <a:pt x="12462" y="14136"/>
                      <a:pt x="12437" y="14277"/>
                    </a:cubicBezTo>
                    <a:cubicBezTo>
                      <a:pt x="12429" y="14352"/>
                      <a:pt x="12412" y="14426"/>
                      <a:pt x="12404" y="14501"/>
                    </a:cubicBezTo>
                    <a:cubicBezTo>
                      <a:pt x="12263" y="14840"/>
                      <a:pt x="11998" y="15139"/>
                      <a:pt x="11783" y="15420"/>
                    </a:cubicBezTo>
                    <a:cubicBezTo>
                      <a:pt x="11634" y="15611"/>
                      <a:pt x="11484" y="15810"/>
                      <a:pt x="11377" y="16025"/>
                    </a:cubicBezTo>
                    <a:cubicBezTo>
                      <a:pt x="11344" y="16092"/>
                      <a:pt x="11319" y="16150"/>
                      <a:pt x="11294" y="16216"/>
                    </a:cubicBezTo>
                    <a:cubicBezTo>
                      <a:pt x="11284" y="16209"/>
                      <a:pt x="11272" y="16206"/>
                      <a:pt x="11260" y="16206"/>
                    </a:cubicBezTo>
                    <a:cubicBezTo>
                      <a:pt x="11241" y="16206"/>
                      <a:pt x="11221" y="16215"/>
                      <a:pt x="11211" y="16241"/>
                    </a:cubicBezTo>
                    <a:cubicBezTo>
                      <a:pt x="11112" y="16514"/>
                      <a:pt x="10888" y="16738"/>
                      <a:pt x="10689" y="16937"/>
                    </a:cubicBezTo>
                    <a:cubicBezTo>
                      <a:pt x="10474" y="17152"/>
                      <a:pt x="10258" y="17359"/>
                      <a:pt x="10068" y="17600"/>
                    </a:cubicBezTo>
                    <a:cubicBezTo>
                      <a:pt x="9695" y="18080"/>
                      <a:pt x="9421" y="18660"/>
                      <a:pt x="9314" y="19265"/>
                    </a:cubicBezTo>
                    <a:cubicBezTo>
                      <a:pt x="9256" y="19563"/>
                      <a:pt x="9214" y="19886"/>
                      <a:pt x="9272" y="20193"/>
                    </a:cubicBezTo>
                    <a:cubicBezTo>
                      <a:pt x="9247" y="20226"/>
                      <a:pt x="9231" y="20267"/>
                      <a:pt x="9206" y="20309"/>
                    </a:cubicBezTo>
                    <a:cubicBezTo>
                      <a:pt x="8974" y="20740"/>
                      <a:pt x="8841" y="21220"/>
                      <a:pt x="8775" y="21701"/>
                    </a:cubicBezTo>
                    <a:cubicBezTo>
                      <a:pt x="8750" y="21825"/>
                      <a:pt x="8717" y="21941"/>
                      <a:pt x="8692" y="22057"/>
                    </a:cubicBezTo>
                    <a:cubicBezTo>
                      <a:pt x="8634" y="22289"/>
                      <a:pt x="8568" y="22521"/>
                      <a:pt x="8502" y="22753"/>
                    </a:cubicBezTo>
                    <a:cubicBezTo>
                      <a:pt x="8361" y="23201"/>
                      <a:pt x="8195" y="23648"/>
                      <a:pt x="7996" y="24079"/>
                    </a:cubicBezTo>
                    <a:cubicBezTo>
                      <a:pt x="7797" y="24510"/>
                      <a:pt x="7574" y="24924"/>
                      <a:pt x="7317" y="25330"/>
                    </a:cubicBezTo>
                    <a:cubicBezTo>
                      <a:pt x="7060" y="25736"/>
                      <a:pt x="6770" y="26125"/>
                      <a:pt x="6546" y="26564"/>
                    </a:cubicBezTo>
                    <a:cubicBezTo>
                      <a:pt x="6323" y="27020"/>
                      <a:pt x="6132" y="27617"/>
                      <a:pt x="6314" y="28122"/>
                    </a:cubicBezTo>
                    <a:cubicBezTo>
                      <a:pt x="6314" y="28130"/>
                      <a:pt x="6314" y="28130"/>
                      <a:pt x="6323" y="28139"/>
                    </a:cubicBezTo>
                    <a:cubicBezTo>
                      <a:pt x="6265" y="28354"/>
                      <a:pt x="6231" y="28570"/>
                      <a:pt x="6207" y="28785"/>
                    </a:cubicBezTo>
                    <a:cubicBezTo>
                      <a:pt x="6190" y="28835"/>
                      <a:pt x="6182" y="28884"/>
                      <a:pt x="6173" y="28926"/>
                    </a:cubicBezTo>
                    <a:cubicBezTo>
                      <a:pt x="6157" y="29017"/>
                      <a:pt x="6157" y="29108"/>
                      <a:pt x="6149" y="29208"/>
                    </a:cubicBezTo>
                    <a:cubicBezTo>
                      <a:pt x="6149" y="29299"/>
                      <a:pt x="6157" y="29390"/>
                      <a:pt x="6157" y="29489"/>
                    </a:cubicBezTo>
                    <a:cubicBezTo>
                      <a:pt x="6165" y="29556"/>
                      <a:pt x="6173" y="29630"/>
                      <a:pt x="6182" y="29696"/>
                    </a:cubicBezTo>
                    <a:cubicBezTo>
                      <a:pt x="6140" y="29771"/>
                      <a:pt x="6082" y="29837"/>
                      <a:pt x="6016" y="29895"/>
                    </a:cubicBezTo>
                    <a:cubicBezTo>
                      <a:pt x="5850" y="30036"/>
                      <a:pt x="5635" y="30119"/>
                      <a:pt x="5436" y="30202"/>
                    </a:cubicBezTo>
                    <a:cubicBezTo>
                      <a:pt x="5245" y="30285"/>
                      <a:pt x="5063" y="30376"/>
                      <a:pt x="4914" y="30525"/>
                    </a:cubicBezTo>
                    <a:cubicBezTo>
                      <a:pt x="4815" y="30624"/>
                      <a:pt x="4699" y="30782"/>
                      <a:pt x="4690" y="30939"/>
                    </a:cubicBezTo>
                    <a:cubicBezTo>
                      <a:pt x="4508" y="31039"/>
                      <a:pt x="4317" y="31121"/>
                      <a:pt x="4135" y="31204"/>
                    </a:cubicBezTo>
                    <a:cubicBezTo>
                      <a:pt x="3903" y="31312"/>
                      <a:pt x="3679" y="31403"/>
                      <a:pt x="3439" y="31494"/>
                    </a:cubicBezTo>
                    <a:cubicBezTo>
                      <a:pt x="3356" y="31527"/>
                      <a:pt x="3273" y="31561"/>
                      <a:pt x="3191" y="31594"/>
                    </a:cubicBezTo>
                    <a:cubicBezTo>
                      <a:pt x="3091" y="31619"/>
                      <a:pt x="2992" y="31643"/>
                      <a:pt x="2892" y="31668"/>
                    </a:cubicBezTo>
                    <a:cubicBezTo>
                      <a:pt x="2594" y="31726"/>
                      <a:pt x="2296" y="31693"/>
                      <a:pt x="1998" y="31735"/>
                    </a:cubicBezTo>
                    <a:cubicBezTo>
                      <a:pt x="1757" y="31759"/>
                      <a:pt x="1525" y="31842"/>
                      <a:pt x="1326" y="31975"/>
                    </a:cubicBezTo>
                    <a:cubicBezTo>
                      <a:pt x="1136" y="32091"/>
                      <a:pt x="912" y="32273"/>
                      <a:pt x="862" y="32497"/>
                    </a:cubicBezTo>
                    <a:cubicBezTo>
                      <a:pt x="854" y="32505"/>
                      <a:pt x="854" y="32513"/>
                      <a:pt x="862" y="32522"/>
                    </a:cubicBezTo>
                    <a:cubicBezTo>
                      <a:pt x="722" y="32588"/>
                      <a:pt x="581" y="32629"/>
                      <a:pt x="440" y="32663"/>
                    </a:cubicBezTo>
                    <a:cubicBezTo>
                      <a:pt x="316" y="32696"/>
                      <a:pt x="133" y="32671"/>
                      <a:pt x="59" y="32803"/>
                    </a:cubicBezTo>
                    <a:cubicBezTo>
                      <a:pt x="1" y="32919"/>
                      <a:pt x="50" y="33077"/>
                      <a:pt x="117" y="33176"/>
                    </a:cubicBezTo>
                    <a:cubicBezTo>
                      <a:pt x="266" y="33400"/>
                      <a:pt x="548" y="33541"/>
                      <a:pt x="796" y="33624"/>
                    </a:cubicBezTo>
                    <a:cubicBezTo>
                      <a:pt x="1004" y="33697"/>
                      <a:pt x="1227" y="33738"/>
                      <a:pt x="1454" y="33738"/>
                    </a:cubicBezTo>
                    <a:cubicBezTo>
                      <a:pt x="1508" y="33738"/>
                      <a:pt x="1562" y="33736"/>
                      <a:pt x="1616" y="33731"/>
                    </a:cubicBezTo>
                    <a:cubicBezTo>
                      <a:pt x="1741" y="33723"/>
                      <a:pt x="1865" y="33698"/>
                      <a:pt x="1989" y="33665"/>
                    </a:cubicBezTo>
                    <a:cubicBezTo>
                      <a:pt x="2147" y="33711"/>
                      <a:pt x="2308" y="33733"/>
                      <a:pt x="2469" y="33733"/>
                    </a:cubicBezTo>
                    <a:cubicBezTo>
                      <a:pt x="2689" y="33733"/>
                      <a:pt x="2909" y="33692"/>
                      <a:pt x="3124" y="33615"/>
                    </a:cubicBezTo>
                    <a:cubicBezTo>
                      <a:pt x="3215" y="33582"/>
                      <a:pt x="3298" y="33541"/>
                      <a:pt x="3381" y="33499"/>
                    </a:cubicBezTo>
                    <a:cubicBezTo>
                      <a:pt x="3497" y="33491"/>
                      <a:pt x="3688" y="33483"/>
                      <a:pt x="3713" y="33483"/>
                    </a:cubicBezTo>
                    <a:cubicBezTo>
                      <a:pt x="3870" y="33491"/>
                      <a:pt x="4019" y="33508"/>
                      <a:pt x="4168" y="33524"/>
                    </a:cubicBezTo>
                    <a:cubicBezTo>
                      <a:pt x="4272" y="33534"/>
                      <a:pt x="4376" y="33540"/>
                      <a:pt x="4479" y="33540"/>
                    </a:cubicBezTo>
                    <a:cubicBezTo>
                      <a:pt x="4647" y="33540"/>
                      <a:pt x="4813" y="33524"/>
                      <a:pt x="4972" y="33483"/>
                    </a:cubicBezTo>
                    <a:cubicBezTo>
                      <a:pt x="5436" y="33359"/>
                      <a:pt x="5825" y="33060"/>
                      <a:pt x="6082" y="32671"/>
                    </a:cubicBezTo>
                    <a:cubicBezTo>
                      <a:pt x="6115" y="32621"/>
                      <a:pt x="6149" y="32571"/>
                      <a:pt x="6173" y="32522"/>
                    </a:cubicBezTo>
                    <a:cubicBezTo>
                      <a:pt x="6182" y="32555"/>
                      <a:pt x="6190" y="32588"/>
                      <a:pt x="6198" y="32629"/>
                    </a:cubicBezTo>
                    <a:cubicBezTo>
                      <a:pt x="6198" y="32629"/>
                      <a:pt x="6198" y="32638"/>
                      <a:pt x="6198" y="32638"/>
                    </a:cubicBezTo>
                    <a:cubicBezTo>
                      <a:pt x="6149" y="32745"/>
                      <a:pt x="6082" y="32853"/>
                      <a:pt x="6041" y="32953"/>
                    </a:cubicBezTo>
                    <a:cubicBezTo>
                      <a:pt x="5933" y="33201"/>
                      <a:pt x="5842" y="33458"/>
                      <a:pt x="5792" y="33723"/>
                    </a:cubicBezTo>
                    <a:cubicBezTo>
                      <a:pt x="5734" y="33963"/>
                      <a:pt x="5685" y="34253"/>
                      <a:pt x="5759" y="34502"/>
                    </a:cubicBezTo>
                    <a:cubicBezTo>
                      <a:pt x="5767" y="34530"/>
                      <a:pt x="5787" y="34542"/>
                      <a:pt x="5806" y="34542"/>
                    </a:cubicBezTo>
                    <a:cubicBezTo>
                      <a:pt x="5828" y="34542"/>
                      <a:pt x="5850" y="34528"/>
                      <a:pt x="5859" y="34502"/>
                    </a:cubicBezTo>
                    <a:cubicBezTo>
                      <a:pt x="5875" y="34477"/>
                      <a:pt x="5883" y="34436"/>
                      <a:pt x="5892" y="34403"/>
                    </a:cubicBezTo>
                    <a:cubicBezTo>
                      <a:pt x="5900" y="34585"/>
                      <a:pt x="5950" y="34759"/>
                      <a:pt x="6033" y="34916"/>
                    </a:cubicBezTo>
                    <a:cubicBezTo>
                      <a:pt x="6149" y="35165"/>
                      <a:pt x="6339" y="35380"/>
                      <a:pt x="6546" y="35554"/>
                    </a:cubicBezTo>
                    <a:cubicBezTo>
                      <a:pt x="6654" y="35645"/>
                      <a:pt x="6762" y="35728"/>
                      <a:pt x="6878" y="35803"/>
                    </a:cubicBezTo>
                    <a:cubicBezTo>
                      <a:pt x="6952" y="35852"/>
                      <a:pt x="7027" y="35894"/>
                      <a:pt x="7101" y="35927"/>
                    </a:cubicBezTo>
                    <a:cubicBezTo>
                      <a:pt x="7101" y="35935"/>
                      <a:pt x="7101" y="35935"/>
                      <a:pt x="7110" y="35935"/>
                    </a:cubicBezTo>
                    <a:cubicBezTo>
                      <a:pt x="7234" y="36084"/>
                      <a:pt x="7358" y="36225"/>
                      <a:pt x="7549" y="36292"/>
                    </a:cubicBezTo>
                    <a:cubicBezTo>
                      <a:pt x="7648" y="36325"/>
                      <a:pt x="7756" y="36341"/>
                      <a:pt x="7864" y="36358"/>
                    </a:cubicBezTo>
                    <a:cubicBezTo>
                      <a:pt x="7971" y="36374"/>
                      <a:pt x="8079" y="36399"/>
                      <a:pt x="8187" y="36424"/>
                    </a:cubicBezTo>
                    <a:cubicBezTo>
                      <a:pt x="8502" y="36507"/>
                      <a:pt x="8891" y="36631"/>
                      <a:pt x="9007" y="36971"/>
                    </a:cubicBezTo>
                    <a:cubicBezTo>
                      <a:pt x="9024" y="37027"/>
                      <a:pt x="9067" y="37052"/>
                      <a:pt x="9110" y="37052"/>
                    </a:cubicBezTo>
                    <a:cubicBezTo>
                      <a:pt x="9150" y="37052"/>
                      <a:pt x="9190" y="37031"/>
                      <a:pt x="9214" y="36996"/>
                    </a:cubicBezTo>
                    <a:cubicBezTo>
                      <a:pt x="9222" y="37046"/>
                      <a:pt x="9239" y="37087"/>
                      <a:pt x="9247" y="37128"/>
                    </a:cubicBezTo>
                    <a:cubicBezTo>
                      <a:pt x="9272" y="37244"/>
                      <a:pt x="9314" y="37352"/>
                      <a:pt x="9363" y="37460"/>
                    </a:cubicBezTo>
                    <a:cubicBezTo>
                      <a:pt x="9471" y="37650"/>
                      <a:pt x="9628" y="37841"/>
                      <a:pt x="9827" y="37957"/>
                    </a:cubicBezTo>
                    <a:cubicBezTo>
                      <a:pt x="9914" y="38011"/>
                      <a:pt x="10020" y="38044"/>
                      <a:pt x="10125" y="38044"/>
                    </a:cubicBezTo>
                    <a:cubicBezTo>
                      <a:pt x="10229" y="38044"/>
                      <a:pt x="10333" y="38011"/>
                      <a:pt x="10416" y="37932"/>
                    </a:cubicBezTo>
                    <a:cubicBezTo>
                      <a:pt x="10449" y="37907"/>
                      <a:pt x="10474" y="37866"/>
                      <a:pt x="10490" y="37833"/>
                    </a:cubicBezTo>
                    <a:cubicBezTo>
                      <a:pt x="10540" y="37866"/>
                      <a:pt x="10590" y="37899"/>
                      <a:pt x="10639" y="37924"/>
                    </a:cubicBezTo>
                    <a:cubicBezTo>
                      <a:pt x="10755" y="37990"/>
                      <a:pt x="10880" y="38040"/>
                      <a:pt x="11004" y="38073"/>
                    </a:cubicBezTo>
                    <a:cubicBezTo>
                      <a:pt x="11094" y="38096"/>
                      <a:pt x="11185" y="38108"/>
                      <a:pt x="11274" y="38108"/>
                    </a:cubicBezTo>
                    <a:cubicBezTo>
                      <a:pt x="11439" y="38108"/>
                      <a:pt x="11599" y="38068"/>
                      <a:pt x="11750" y="37982"/>
                    </a:cubicBezTo>
                    <a:cubicBezTo>
                      <a:pt x="11857" y="37924"/>
                      <a:pt x="11948" y="37849"/>
                      <a:pt x="12040" y="37766"/>
                    </a:cubicBezTo>
                    <a:cubicBezTo>
                      <a:pt x="12131" y="37684"/>
                      <a:pt x="12222" y="37592"/>
                      <a:pt x="12280" y="37485"/>
                    </a:cubicBezTo>
                    <a:cubicBezTo>
                      <a:pt x="12321" y="37418"/>
                      <a:pt x="12338" y="37352"/>
                      <a:pt x="12338" y="37286"/>
                    </a:cubicBezTo>
                    <a:cubicBezTo>
                      <a:pt x="12470" y="37087"/>
                      <a:pt x="12520" y="36814"/>
                      <a:pt x="12454" y="36582"/>
                    </a:cubicBezTo>
                    <a:cubicBezTo>
                      <a:pt x="12379" y="36325"/>
                      <a:pt x="12205" y="36093"/>
                      <a:pt x="12023" y="35910"/>
                    </a:cubicBezTo>
                    <a:cubicBezTo>
                      <a:pt x="11824" y="35720"/>
                      <a:pt x="11592" y="35604"/>
                      <a:pt x="11335" y="35513"/>
                    </a:cubicBezTo>
                    <a:cubicBezTo>
                      <a:pt x="11286" y="35496"/>
                      <a:pt x="11236" y="35480"/>
                      <a:pt x="11186" y="35463"/>
                    </a:cubicBezTo>
                    <a:cubicBezTo>
                      <a:pt x="11286" y="35463"/>
                      <a:pt x="11385" y="35438"/>
                      <a:pt x="11484" y="35413"/>
                    </a:cubicBezTo>
                    <a:cubicBezTo>
                      <a:pt x="11592" y="35388"/>
                      <a:pt x="11708" y="35364"/>
                      <a:pt x="11816" y="35330"/>
                    </a:cubicBezTo>
                    <a:cubicBezTo>
                      <a:pt x="11849" y="35322"/>
                      <a:pt x="11874" y="35297"/>
                      <a:pt x="11882" y="35272"/>
                    </a:cubicBezTo>
                    <a:cubicBezTo>
                      <a:pt x="12007" y="35302"/>
                      <a:pt x="12140" y="35314"/>
                      <a:pt x="12277" y="35314"/>
                    </a:cubicBezTo>
                    <a:cubicBezTo>
                      <a:pt x="12593" y="35314"/>
                      <a:pt x="12922" y="35250"/>
                      <a:pt x="13183" y="35198"/>
                    </a:cubicBezTo>
                    <a:cubicBezTo>
                      <a:pt x="13581" y="35115"/>
                      <a:pt x="13970" y="35024"/>
                      <a:pt x="14376" y="35016"/>
                    </a:cubicBezTo>
                    <a:cubicBezTo>
                      <a:pt x="14394" y="35015"/>
                      <a:pt x="14412" y="35015"/>
                      <a:pt x="14430" y="35015"/>
                    </a:cubicBezTo>
                    <a:cubicBezTo>
                      <a:pt x="14826" y="35015"/>
                      <a:pt x="15222" y="35100"/>
                      <a:pt x="15619" y="35140"/>
                    </a:cubicBezTo>
                    <a:cubicBezTo>
                      <a:pt x="15732" y="35149"/>
                      <a:pt x="15849" y="35156"/>
                      <a:pt x="15966" y="35156"/>
                    </a:cubicBezTo>
                    <a:cubicBezTo>
                      <a:pt x="16062" y="35156"/>
                      <a:pt x="16160" y="35151"/>
                      <a:pt x="16257" y="35140"/>
                    </a:cubicBezTo>
                    <a:cubicBezTo>
                      <a:pt x="16431" y="35123"/>
                      <a:pt x="16663" y="35082"/>
                      <a:pt x="16812" y="34966"/>
                    </a:cubicBezTo>
                    <a:cubicBezTo>
                      <a:pt x="16812" y="34991"/>
                      <a:pt x="16812" y="35024"/>
                      <a:pt x="16820" y="35049"/>
                    </a:cubicBezTo>
                    <a:cubicBezTo>
                      <a:pt x="16829" y="35065"/>
                      <a:pt x="16845" y="35082"/>
                      <a:pt x="16862" y="35090"/>
                    </a:cubicBezTo>
                    <a:cubicBezTo>
                      <a:pt x="16878" y="35297"/>
                      <a:pt x="16928" y="35504"/>
                      <a:pt x="17011" y="35703"/>
                    </a:cubicBezTo>
                    <a:cubicBezTo>
                      <a:pt x="17094" y="35910"/>
                      <a:pt x="17201" y="36109"/>
                      <a:pt x="17317" y="36300"/>
                    </a:cubicBezTo>
                    <a:cubicBezTo>
                      <a:pt x="17375" y="36391"/>
                      <a:pt x="17433" y="36490"/>
                      <a:pt x="17500" y="36582"/>
                    </a:cubicBezTo>
                    <a:cubicBezTo>
                      <a:pt x="17516" y="36598"/>
                      <a:pt x="17533" y="36623"/>
                      <a:pt x="17549" y="36640"/>
                    </a:cubicBezTo>
                    <a:cubicBezTo>
                      <a:pt x="17632" y="37112"/>
                      <a:pt x="17665" y="37592"/>
                      <a:pt x="17641" y="38065"/>
                    </a:cubicBezTo>
                    <a:cubicBezTo>
                      <a:pt x="17624" y="38529"/>
                      <a:pt x="17624" y="39076"/>
                      <a:pt x="18096" y="39324"/>
                    </a:cubicBezTo>
                    <a:cubicBezTo>
                      <a:pt x="18220" y="39390"/>
                      <a:pt x="18353" y="39432"/>
                      <a:pt x="18486" y="39473"/>
                    </a:cubicBezTo>
                    <a:cubicBezTo>
                      <a:pt x="18604" y="39518"/>
                      <a:pt x="18742" y="39575"/>
                      <a:pt x="18871" y="39575"/>
                    </a:cubicBezTo>
                    <a:cubicBezTo>
                      <a:pt x="18886" y="39575"/>
                      <a:pt x="18901" y="39574"/>
                      <a:pt x="18916" y="39573"/>
                    </a:cubicBezTo>
                    <a:cubicBezTo>
                      <a:pt x="18966" y="39581"/>
                      <a:pt x="19024" y="39589"/>
                      <a:pt x="19082" y="39589"/>
                    </a:cubicBezTo>
                    <a:cubicBezTo>
                      <a:pt x="19093" y="39590"/>
                      <a:pt x="19104" y="39590"/>
                      <a:pt x="19115" y="39590"/>
                    </a:cubicBezTo>
                    <a:cubicBezTo>
                      <a:pt x="19214" y="39590"/>
                      <a:pt x="19315" y="39569"/>
                      <a:pt x="19413" y="39569"/>
                    </a:cubicBezTo>
                    <a:cubicBezTo>
                      <a:pt x="19461" y="39569"/>
                      <a:pt x="19509" y="39574"/>
                      <a:pt x="19554" y="39589"/>
                    </a:cubicBezTo>
                    <a:cubicBezTo>
                      <a:pt x="19621" y="39614"/>
                      <a:pt x="19670" y="39672"/>
                      <a:pt x="19728" y="39689"/>
                    </a:cubicBezTo>
                    <a:cubicBezTo>
                      <a:pt x="19828" y="39763"/>
                      <a:pt x="19969" y="39788"/>
                      <a:pt x="20085" y="39805"/>
                    </a:cubicBezTo>
                    <a:cubicBezTo>
                      <a:pt x="20111" y="39807"/>
                      <a:pt x="20138" y="39808"/>
                      <a:pt x="20165" y="39808"/>
                    </a:cubicBezTo>
                    <a:cubicBezTo>
                      <a:pt x="20322" y="39808"/>
                      <a:pt x="20481" y="39768"/>
                      <a:pt x="20615" y="39697"/>
                    </a:cubicBezTo>
                    <a:cubicBezTo>
                      <a:pt x="20706" y="39647"/>
                      <a:pt x="20789" y="39589"/>
                      <a:pt x="20855" y="39506"/>
                    </a:cubicBezTo>
                    <a:cubicBezTo>
                      <a:pt x="20922" y="39506"/>
                      <a:pt x="21004" y="39498"/>
                      <a:pt x="21071" y="39490"/>
                    </a:cubicBezTo>
                    <a:cubicBezTo>
                      <a:pt x="21187" y="39465"/>
                      <a:pt x="21303" y="39440"/>
                      <a:pt x="21410" y="39390"/>
                    </a:cubicBezTo>
                    <a:cubicBezTo>
                      <a:pt x="21526" y="39341"/>
                      <a:pt x="21584" y="39241"/>
                      <a:pt x="21609" y="39134"/>
                    </a:cubicBezTo>
                    <a:cubicBezTo>
                      <a:pt x="21758" y="39034"/>
                      <a:pt x="21883" y="38885"/>
                      <a:pt x="21941" y="38728"/>
                    </a:cubicBezTo>
                    <a:cubicBezTo>
                      <a:pt x="22015" y="38520"/>
                      <a:pt x="21966" y="38305"/>
                      <a:pt x="21874" y="38114"/>
                    </a:cubicBezTo>
                    <a:cubicBezTo>
                      <a:pt x="21684" y="37725"/>
                      <a:pt x="21278" y="37510"/>
                      <a:pt x="20963" y="37228"/>
                    </a:cubicBezTo>
                    <a:cubicBezTo>
                      <a:pt x="20391" y="36698"/>
                      <a:pt x="19994" y="36002"/>
                      <a:pt x="19737" y="35264"/>
                    </a:cubicBezTo>
                    <a:cubicBezTo>
                      <a:pt x="19662" y="35049"/>
                      <a:pt x="19604" y="34833"/>
                      <a:pt x="19546" y="34618"/>
                    </a:cubicBezTo>
                    <a:cubicBezTo>
                      <a:pt x="19530" y="34577"/>
                      <a:pt x="19521" y="34527"/>
                      <a:pt x="19513" y="34485"/>
                    </a:cubicBezTo>
                    <a:lnTo>
                      <a:pt x="19513" y="34485"/>
                    </a:lnTo>
                    <a:cubicBezTo>
                      <a:pt x="19646" y="34560"/>
                      <a:pt x="19786" y="34618"/>
                      <a:pt x="19936" y="34651"/>
                    </a:cubicBezTo>
                    <a:cubicBezTo>
                      <a:pt x="20052" y="34668"/>
                      <a:pt x="20159" y="34676"/>
                      <a:pt x="20275" y="34676"/>
                    </a:cubicBezTo>
                    <a:cubicBezTo>
                      <a:pt x="20325" y="34676"/>
                      <a:pt x="20375" y="34668"/>
                      <a:pt x="20416" y="34635"/>
                    </a:cubicBezTo>
                    <a:cubicBezTo>
                      <a:pt x="20474" y="34784"/>
                      <a:pt x="20557" y="34916"/>
                      <a:pt x="20690" y="34991"/>
                    </a:cubicBezTo>
                    <a:cubicBezTo>
                      <a:pt x="20698" y="35040"/>
                      <a:pt x="20698" y="35090"/>
                      <a:pt x="20698" y="35148"/>
                    </a:cubicBezTo>
                    <a:cubicBezTo>
                      <a:pt x="20698" y="35264"/>
                      <a:pt x="20681" y="35397"/>
                      <a:pt x="20714" y="35521"/>
                    </a:cubicBezTo>
                    <a:cubicBezTo>
                      <a:pt x="20729" y="35566"/>
                      <a:pt x="20771" y="35597"/>
                      <a:pt x="20821" y="35597"/>
                    </a:cubicBezTo>
                    <a:cubicBezTo>
                      <a:pt x="20827" y="35597"/>
                      <a:pt x="20833" y="35596"/>
                      <a:pt x="20839" y="35596"/>
                    </a:cubicBezTo>
                    <a:cubicBezTo>
                      <a:pt x="20855" y="35596"/>
                      <a:pt x="20872" y="35587"/>
                      <a:pt x="20888" y="35571"/>
                    </a:cubicBezTo>
                    <a:lnTo>
                      <a:pt x="20888" y="35571"/>
                    </a:lnTo>
                    <a:cubicBezTo>
                      <a:pt x="20872" y="35736"/>
                      <a:pt x="20855" y="35910"/>
                      <a:pt x="20847" y="36076"/>
                    </a:cubicBezTo>
                    <a:cubicBezTo>
                      <a:pt x="20822" y="36316"/>
                      <a:pt x="20814" y="36573"/>
                      <a:pt x="20905" y="36797"/>
                    </a:cubicBezTo>
                    <a:cubicBezTo>
                      <a:pt x="20988" y="36996"/>
                      <a:pt x="21145" y="37145"/>
                      <a:pt x="21336" y="37236"/>
                    </a:cubicBezTo>
                    <a:cubicBezTo>
                      <a:pt x="21444" y="37286"/>
                      <a:pt x="21560" y="37311"/>
                      <a:pt x="21676" y="37327"/>
                    </a:cubicBezTo>
                    <a:cubicBezTo>
                      <a:pt x="21717" y="37333"/>
                      <a:pt x="21762" y="37339"/>
                      <a:pt x="21805" y="37339"/>
                    </a:cubicBezTo>
                    <a:cubicBezTo>
                      <a:pt x="21823" y="37339"/>
                      <a:pt x="21841" y="37338"/>
                      <a:pt x="21858" y="37336"/>
                    </a:cubicBezTo>
                    <a:cubicBezTo>
                      <a:pt x="21924" y="37336"/>
                      <a:pt x="21974" y="37311"/>
                      <a:pt x="22040" y="37294"/>
                    </a:cubicBezTo>
                    <a:cubicBezTo>
                      <a:pt x="22057" y="37286"/>
                      <a:pt x="22073" y="37269"/>
                      <a:pt x="22082" y="37261"/>
                    </a:cubicBezTo>
                    <a:cubicBezTo>
                      <a:pt x="22181" y="37336"/>
                      <a:pt x="22322" y="37369"/>
                      <a:pt x="22438" y="37394"/>
                    </a:cubicBezTo>
                    <a:cubicBezTo>
                      <a:pt x="22570" y="37427"/>
                      <a:pt x="22720" y="37443"/>
                      <a:pt x="22852" y="37443"/>
                    </a:cubicBezTo>
                    <a:cubicBezTo>
                      <a:pt x="23001" y="37443"/>
                      <a:pt x="23150" y="37435"/>
                      <a:pt x="23299" y="37427"/>
                    </a:cubicBezTo>
                    <a:cubicBezTo>
                      <a:pt x="23432" y="37418"/>
                      <a:pt x="23565" y="37410"/>
                      <a:pt x="23697" y="37377"/>
                    </a:cubicBezTo>
                    <a:cubicBezTo>
                      <a:pt x="23772" y="37360"/>
                      <a:pt x="23838" y="37327"/>
                      <a:pt x="23896" y="37286"/>
                    </a:cubicBezTo>
                    <a:cubicBezTo>
                      <a:pt x="23913" y="37302"/>
                      <a:pt x="23937" y="37311"/>
                      <a:pt x="23954" y="37311"/>
                    </a:cubicBezTo>
                    <a:cubicBezTo>
                      <a:pt x="23962" y="37312"/>
                      <a:pt x="23970" y="37312"/>
                      <a:pt x="23978" y="37312"/>
                    </a:cubicBezTo>
                    <a:cubicBezTo>
                      <a:pt x="24086" y="37312"/>
                      <a:pt x="24192" y="37215"/>
                      <a:pt x="24269" y="37153"/>
                    </a:cubicBezTo>
                    <a:cubicBezTo>
                      <a:pt x="24352" y="37079"/>
                      <a:pt x="24426" y="36996"/>
                      <a:pt x="24493" y="36905"/>
                    </a:cubicBezTo>
                    <a:cubicBezTo>
                      <a:pt x="24633" y="36722"/>
                      <a:pt x="24700" y="36482"/>
                      <a:pt x="24667" y="36250"/>
                    </a:cubicBezTo>
                    <a:cubicBezTo>
                      <a:pt x="24625" y="36002"/>
                      <a:pt x="24451" y="35828"/>
                      <a:pt x="24269" y="35662"/>
                    </a:cubicBezTo>
                    <a:cubicBezTo>
                      <a:pt x="24178" y="35571"/>
                      <a:pt x="24078" y="35480"/>
                      <a:pt x="23979" y="35397"/>
                    </a:cubicBezTo>
                    <a:cubicBezTo>
                      <a:pt x="23896" y="35330"/>
                      <a:pt x="23813" y="35264"/>
                      <a:pt x="23730" y="35198"/>
                    </a:cubicBezTo>
                    <a:cubicBezTo>
                      <a:pt x="23266" y="34527"/>
                      <a:pt x="22918" y="33765"/>
                      <a:pt x="22711" y="32977"/>
                    </a:cubicBezTo>
                    <a:cubicBezTo>
                      <a:pt x="22703" y="32953"/>
                      <a:pt x="22703" y="32919"/>
                      <a:pt x="22695" y="32895"/>
                    </a:cubicBezTo>
                    <a:cubicBezTo>
                      <a:pt x="22711" y="32721"/>
                      <a:pt x="22744" y="32547"/>
                      <a:pt x="22761" y="32373"/>
                    </a:cubicBezTo>
                    <a:cubicBezTo>
                      <a:pt x="22778" y="32182"/>
                      <a:pt x="22786" y="31983"/>
                      <a:pt x="22794" y="31793"/>
                    </a:cubicBezTo>
                    <a:cubicBezTo>
                      <a:pt x="22802" y="31602"/>
                      <a:pt x="22811" y="31411"/>
                      <a:pt x="22819" y="31221"/>
                    </a:cubicBezTo>
                    <a:cubicBezTo>
                      <a:pt x="22894" y="31097"/>
                      <a:pt x="22960" y="30964"/>
                      <a:pt x="23001" y="30823"/>
                    </a:cubicBezTo>
                    <a:cubicBezTo>
                      <a:pt x="23059" y="30599"/>
                      <a:pt x="23084" y="30359"/>
                      <a:pt x="23101" y="30127"/>
                    </a:cubicBezTo>
                    <a:cubicBezTo>
                      <a:pt x="23109" y="29879"/>
                      <a:pt x="23109" y="29630"/>
                      <a:pt x="23101" y="29382"/>
                    </a:cubicBezTo>
                    <a:cubicBezTo>
                      <a:pt x="23101" y="29324"/>
                      <a:pt x="23092" y="29266"/>
                      <a:pt x="23092" y="29208"/>
                    </a:cubicBezTo>
                    <a:cubicBezTo>
                      <a:pt x="23134" y="28984"/>
                      <a:pt x="23134" y="28760"/>
                      <a:pt x="23134" y="28536"/>
                    </a:cubicBezTo>
                    <a:cubicBezTo>
                      <a:pt x="23142" y="28205"/>
                      <a:pt x="23150" y="27882"/>
                      <a:pt x="23167" y="27550"/>
                    </a:cubicBezTo>
                    <a:cubicBezTo>
                      <a:pt x="23208" y="26904"/>
                      <a:pt x="23266" y="26258"/>
                      <a:pt x="23341" y="25612"/>
                    </a:cubicBezTo>
                    <a:cubicBezTo>
                      <a:pt x="23349" y="25520"/>
                      <a:pt x="23366" y="25429"/>
                      <a:pt x="23374" y="25330"/>
                    </a:cubicBezTo>
                    <a:cubicBezTo>
                      <a:pt x="23507" y="25106"/>
                      <a:pt x="23565" y="24849"/>
                      <a:pt x="23606" y="24593"/>
                    </a:cubicBezTo>
                    <a:cubicBezTo>
                      <a:pt x="23647" y="24319"/>
                      <a:pt x="23672" y="24046"/>
                      <a:pt x="23689" y="23772"/>
                    </a:cubicBezTo>
                    <a:cubicBezTo>
                      <a:pt x="23705" y="23358"/>
                      <a:pt x="23697" y="22952"/>
                      <a:pt x="23705" y="22538"/>
                    </a:cubicBezTo>
                    <a:cubicBezTo>
                      <a:pt x="23772" y="22413"/>
                      <a:pt x="23830" y="22289"/>
                      <a:pt x="23888" y="22157"/>
                    </a:cubicBezTo>
                    <a:cubicBezTo>
                      <a:pt x="23987" y="21949"/>
                      <a:pt x="24078" y="21742"/>
                      <a:pt x="24153" y="21535"/>
                    </a:cubicBezTo>
                    <a:cubicBezTo>
                      <a:pt x="24319" y="21104"/>
                      <a:pt x="24443" y="20665"/>
                      <a:pt x="24517" y="20218"/>
                    </a:cubicBezTo>
                    <a:cubicBezTo>
                      <a:pt x="24584" y="19762"/>
                      <a:pt x="24600" y="19306"/>
                      <a:pt x="24542" y="18851"/>
                    </a:cubicBezTo>
                    <a:cubicBezTo>
                      <a:pt x="24484" y="18395"/>
                      <a:pt x="24360" y="17964"/>
                      <a:pt x="24211" y="17533"/>
                    </a:cubicBezTo>
                    <a:cubicBezTo>
                      <a:pt x="24128" y="17301"/>
                      <a:pt x="24045" y="17061"/>
                      <a:pt x="23987" y="16821"/>
                    </a:cubicBezTo>
                    <a:cubicBezTo>
                      <a:pt x="23979" y="16788"/>
                      <a:pt x="23971" y="16763"/>
                      <a:pt x="23962" y="16738"/>
                    </a:cubicBezTo>
                    <a:cubicBezTo>
                      <a:pt x="23971" y="16663"/>
                      <a:pt x="23971" y="16589"/>
                      <a:pt x="23962" y="16514"/>
                    </a:cubicBezTo>
                    <a:cubicBezTo>
                      <a:pt x="23962" y="16336"/>
                      <a:pt x="23939" y="16158"/>
                      <a:pt x="23891" y="15980"/>
                    </a:cubicBezTo>
                    <a:lnTo>
                      <a:pt x="23891" y="15980"/>
                    </a:lnTo>
                    <a:cubicBezTo>
                      <a:pt x="23940" y="16045"/>
                      <a:pt x="23989" y="16110"/>
                      <a:pt x="24045" y="16166"/>
                    </a:cubicBezTo>
                    <a:cubicBezTo>
                      <a:pt x="24103" y="16224"/>
                      <a:pt x="24161" y="16290"/>
                      <a:pt x="24236" y="16315"/>
                    </a:cubicBezTo>
                    <a:cubicBezTo>
                      <a:pt x="24242" y="16318"/>
                      <a:pt x="24249" y="16319"/>
                      <a:pt x="24255" y="16319"/>
                    </a:cubicBezTo>
                    <a:cubicBezTo>
                      <a:pt x="24292" y="16319"/>
                      <a:pt x="24310" y="16277"/>
                      <a:pt x="24310" y="16241"/>
                    </a:cubicBezTo>
                    <a:cubicBezTo>
                      <a:pt x="24294" y="16174"/>
                      <a:pt x="24244" y="16108"/>
                      <a:pt x="24203" y="16050"/>
                    </a:cubicBezTo>
                    <a:cubicBezTo>
                      <a:pt x="24161" y="15992"/>
                      <a:pt x="24111" y="15934"/>
                      <a:pt x="24062" y="15868"/>
                    </a:cubicBezTo>
                    <a:cubicBezTo>
                      <a:pt x="23971" y="15744"/>
                      <a:pt x="23888" y="15619"/>
                      <a:pt x="23813" y="15478"/>
                    </a:cubicBezTo>
                    <a:cubicBezTo>
                      <a:pt x="23788" y="15429"/>
                      <a:pt x="23772" y="15387"/>
                      <a:pt x="23755" y="15338"/>
                    </a:cubicBezTo>
                    <a:lnTo>
                      <a:pt x="23755" y="15338"/>
                    </a:lnTo>
                    <a:cubicBezTo>
                      <a:pt x="23763" y="15346"/>
                      <a:pt x="23772" y="15354"/>
                      <a:pt x="23788" y="15362"/>
                    </a:cubicBezTo>
                    <a:cubicBezTo>
                      <a:pt x="23805" y="15379"/>
                      <a:pt x="23821" y="15387"/>
                      <a:pt x="23838" y="15404"/>
                    </a:cubicBezTo>
                    <a:cubicBezTo>
                      <a:pt x="23855" y="15412"/>
                      <a:pt x="23871" y="15429"/>
                      <a:pt x="23896" y="15429"/>
                    </a:cubicBezTo>
                    <a:cubicBezTo>
                      <a:pt x="23904" y="15429"/>
                      <a:pt x="23913" y="15429"/>
                      <a:pt x="23929" y="15437"/>
                    </a:cubicBezTo>
                    <a:cubicBezTo>
                      <a:pt x="23946" y="15437"/>
                      <a:pt x="23962" y="15412"/>
                      <a:pt x="23954" y="15396"/>
                    </a:cubicBezTo>
                    <a:cubicBezTo>
                      <a:pt x="23954" y="15379"/>
                      <a:pt x="23946" y="15371"/>
                      <a:pt x="23937" y="15354"/>
                    </a:cubicBezTo>
                    <a:cubicBezTo>
                      <a:pt x="23937" y="15346"/>
                      <a:pt x="23929" y="15329"/>
                      <a:pt x="23913" y="15313"/>
                    </a:cubicBezTo>
                    <a:cubicBezTo>
                      <a:pt x="23896" y="15304"/>
                      <a:pt x="23879" y="15288"/>
                      <a:pt x="23863" y="15280"/>
                    </a:cubicBezTo>
                    <a:cubicBezTo>
                      <a:pt x="23830" y="15255"/>
                      <a:pt x="23797" y="15230"/>
                      <a:pt x="23763" y="15197"/>
                    </a:cubicBezTo>
                    <a:cubicBezTo>
                      <a:pt x="23747" y="15180"/>
                      <a:pt x="23722" y="15164"/>
                      <a:pt x="23697" y="15147"/>
                    </a:cubicBezTo>
                    <a:cubicBezTo>
                      <a:pt x="23697" y="15147"/>
                      <a:pt x="23697" y="15147"/>
                      <a:pt x="23697" y="15139"/>
                    </a:cubicBezTo>
                    <a:lnTo>
                      <a:pt x="23714" y="15155"/>
                    </a:lnTo>
                    <a:cubicBezTo>
                      <a:pt x="23739" y="15172"/>
                      <a:pt x="23763" y="15188"/>
                      <a:pt x="23788" y="15205"/>
                    </a:cubicBezTo>
                    <a:cubicBezTo>
                      <a:pt x="23797" y="15213"/>
                      <a:pt x="23805" y="15222"/>
                      <a:pt x="23821" y="15230"/>
                    </a:cubicBezTo>
                    <a:cubicBezTo>
                      <a:pt x="23830" y="15238"/>
                      <a:pt x="23846" y="15238"/>
                      <a:pt x="23855" y="15246"/>
                    </a:cubicBezTo>
                    <a:cubicBezTo>
                      <a:pt x="23862" y="15251"/>
                      <a:pt x="23870" y="15253"/>
                      <a:pt x="23877" y="15253"/>
                    </a:cubicBezTo>
                    <a:cubicBezTo>
                      <a:pt x="23909" y="15253"/>
                      <a:pt x="23931" y="15214"/>
                      <a:pt x="23904" y="15180"/>
                    </a:cubicBezTo>
                    <a:cubicBezTo>
                      <a:pt x="23896" y="15172"/>
                      <a:pt x="23888" y="15164"/>
                      <a:pt x="23879" y="15155"/>
                    </a:cubicBezTo>
                    <a:cubicBezTo>
                      <a:pt x="23863" y="15147"/>
                      <a:pt x="23855" y="15130"/>
                      <a:pt x="23838" y="15122"/>
                    </a:cubicBezTo>
                    <a:cubicBezTo>
                      <a:pt x="23821" y="15106"/>
                      <a:pt x="23797" y="15089"/>
                      <a:pt x="23772" y="15072"/>
                    </a:cubicBezTo>
                    <a:cubicBezTo>
                      <a:pt x="23739" y="15048"/>
                      <a:pt x="23714" y="15031"/>
                      <a:pt x="23681" y="15006"/>
                    </a:cubicBezTo>
                    <a:cubicBezTo>
                      <a:pt x="23664" y="14840"/>
                      <a:pt x="23656" y="14675"/>
                      <a:pt x="23623" y="14509"/>
                    </a:cubicBezTo>
                    <a:cubicBezTo>
                      <a:pt x="23614" y="14484"/>
                      <a:pt x="23589" y="14476"/>
                      <a:pt x="23565" y="14476"/>
                    </a:cubicBezTo>
                    <a:cubicBezTo>
                      <a:pt x="23565" y="14435"/>
                      <a:pt x="23565" y="14393"/>
                      <a:pt x="23565" y="14352"/>
                    </a:cubicBezTo>
                    <a:cubicBezTo>
                      <a:pt x="23565" y="14352"/>
                      <a:pt x="23565" y="14343"/>
                      <a:pt x="23565" y="14335"/>
                    </a:cubicBezTo>
                    <a:cubicBezTo>
                      <a:pt x="23614" y="14194"/>
                      <a:pt x="23664" y="14045"/>
                      <a:pt x="23681" y="13888"/>
                    </a:cubicBezTo>
                    <a:cubicBezTo>
                      <a:pt x="23714" y="13614"/>
                      <a:pt x="23639" y="13341"/>
                      <a:pt x="23573" y="13076"/>
                    </a:cubicBezTo>
                    <a:cubicBezTo>
                      <a:pt x="23507" y="12786"/>
                      <a:pt x="23457" y="12487"/>
                      <a:pt x="23457" y="12189"/>
                    </a:cubicBezTo>
                    <a:cubicBezTo>
                      <a:pt x="23457" y="12156"/>
                      <a:pt x="23430" y="12139"/>
                      <a:pt x="23402" y="12139"/>
                    </a:cubicBezTo>
                    <a:cubicBezTo>
                      <a:pt x="23374" y="12139"/>
                      <a:pt x="23345" y="12156"/>
                      <a:pt x="23341" y="12189"/>
                    </a:cubicBezTo>
                    <a:cubicBezTo>
                      <a:pt x="23333" y="12289"/>
                      <a:pt x="23333" y="12396"/>
                      <a:pt x="23333" y="12496"/>
                    </a:cubicBezTo>
                    <a:cubicBezTo>
                      <a:pt x="23324" y="12463"/>
                      <a:pt x="23316" y="12438"/>
                      <a:pt x="23316" y="12413"/>
                    </a:cubicBezTo>
                    <a:cubicBezTo>
                      <a:pt x="23299" y="12338"/>
                      <a:pt x="23299" y="12264"/>
                      <a:pt x="23299" y="12189"/>
                    </a:cubicBezTo>
                    <a:cubicBezTo>
                      <a:pt x="23299" y="12189"/>
                      <a:pt x="23299" y="12181"/>
                      <a:pt x="23308" y="12181"/>
                    </a:cubicBezTo>
                    <a:cubicBezTo>
                      <a:pt x="23374" y="12098"/>
                      <a:pt x="23449" y="12023"/>
                      <a:pt x="23531" y="11957"/>
                    </a:cubicBezTo>
                    <a:cubicBezTo>
                      <a:pt x="23689" y="11816"/>
                      <a:pt x="23855" y="11675"/>
                      <a:pt x="23946" y="11477"/>
                    </a:cubicBezTo>
                    <a:cubicBezTo>
                      <a:pt x="24029" y="11303"/>
                      <a:pt x="24070" y="11104"/>
                      <a:pt x="24062" y="10905"/>
                    </a:cubicBezTo>
                    <a:cubicBezTo>
                      <a:pt x="24053" y="10814"/>
                      <a:pt x="24037" y="10723"/>
                      <a:pt x="24004" y="10631"/>
                    </a:cubicBezTo>
                    <a:cubicBezTo>
                      <a:pt x="23979" y="10565"/>
                      <a:pt x="23937" y="10507"/>
                      <a:pt x="23896" y="10449"/>
                    </a:cubicBezTo>
                    <a:lnTo>
                      <a:pt x="23896" y="10449"/>
                    </a:lnTo>
                    <a:cubicBezTo>
                      <a:pt x="23957" y="10452"/>
                      <a:pt x="24017" y="10454"/>
                      <a:pt x="24078" y="10454"/>
                    </a:cubicBezTo>
                    <a:cubicBezTo>
                      <a:pt x="24183" y="10454"/>
                      <a:pt x="24288" y="10448"/>
                      <a:pt x="24393" y="10433"/>
                    </a:cubicBezTo>
                    <a:cubicBezTo>
                      <a:pt x="24443" y="10598"/>
                      <a:pt x="24675" y="10607"/>
                      <a:pt x="24824" y="10607"/>
                    </a:cubicBezTo>
                    <a:cubicBezTo>
                      <a:pt x="24907" y="10607"/>
                      <a:pt x="24981" y="10598"/>
                      <a:pt x="25064" y="10573"/>
                    </a:cubicBezTo>
                    <a:cubicBezTo>
                      <a:pt x="25064" y="10590"/>
                      <a:pt x="25064" y="10598"/>
                      <a:pt x="25064" y="10607"/>
                    </a:cubicBezTo>
                    <a:cubicBezTo>
                      <a:pt x="25064" y="10640"/>
                      <a:pt x="25081" y="10673"/>
                      <a:pt x="25097" y="10689"/>
                    </a:cubicBezTo>
                    <a:cubicBezTo>
                      <a:pt x="25123" y="10711"/>
                      <a:pt x="25154" y="10719"/>
                      <a:pt x="25185" y="10719"/>
                    </a:cubicBezTo>
                    <a:cubicBezTo>
                      <a:pt x="25225" y="10719"/>
                      <a:pt x="25268" y="10707"/>
                      <a:pt x="25305" y="10698"/>
                    </a:cubicBezTo>
                    <a:cubicBezTo>
                      <a:pt x="25454" y="10648"/>
                      <a:pt x="25611" y="10598"/>
                      <a:pt x="25752" y="10524"/>
                    </a:cubicBezTo>
                    <a:cubicBezTo>
                      <a:pt x="25876" y="10449"/>
                      <a:pt x="26001" y="10366"/>
                      <a:pt x="26083" y="10242"/>
                    </a:cubicBezTo>
                    <a:cubicBezTo>
                      <a:pt x="26117" y="10201"/>
                      <a:pt x="26141" y="10151"/>
                      <a:pt x="26158" y="10101"/>
                    </a:cubicBezTo>
                    <a:cubicBezTo>
                      <a:pt x="26216" y="10267"/>
                      <a:pt x="26241" y="10441"/>
                      <a:pt x="26282" y="10607"/>
                    </a:cubicBezTo>
                    <a:cubicBezTo>
                      <a:pt x="26315" y="10706"/>
                      <a:pt x="26349" y="10822"/>
                      <a:pt x="26423" y="10897"/>
                    </a:cubicBezTo>
                    <a:cubicBezTo>
                      <a:pt x="26448" y="10921"/>
                      <a:pt x="26473" y="10946"/>
                      <a:pt x="26506" y="10955"/>
                    </a:cubicBezTo>
                    <a:cubicBezTo>
                      <a:pt x="26520" y="10989"/>
                      <a:pt x="26551" y="11006"/>
                      <a:pt x="26580" y="11006"/>
                    </a:cubicBezTo>
                    <a:cubicBezTo>
                      <a:pt x="26586" y="11006"/>
                      <a:pt x="26592" y="11006"/>
                      <a:pt x="26597" y="11004"/>
                    </a:cubicBezTo>
                    <a:cubicBezTo>
                      <a:pt x="27078" y="10938"/>
                      <a:pt x="27542" y="10565"/>
                      <a:pt x="27658" y="10093"/>
                    </a:cubicBezTo>
                    <a:cubicBezTo>
                      <a:pt x="27799" y="9513"/>
                      <a:pt x="27475" y="8950"/>
                      <a:pt x="27053" y="8585"/>
                    </a:cubicBezTo>
                    <a:cubicBezTo>
                      <a:pt x="26929" y="8477"/>
                      <a:pt x="26804" y="8378"/>
                      <a:pt x="26672" y="8303"/>
                    </a:cubicBezTo>
                    <a:cubicBezTo>
                      <a:pt x="26663" y="8295"/>
                      <a:pt x="26647" y="8287"/>
                      <a:pt x="26639" y="8278"/>
                    </a:cubicBezTo>
                    <a:cubicBezTo>
                      <a:pt x="26730" y="8262"/>
                      <a:pt x="26829" y="8237"/>
                      <a:pt x="26920" y="8204"/>
                    </a:cubicBezTo>
                    <a:cubicBezTo>
                      <a:pt x="27003" y="8171"/>
                      <a:pt x="27078" y="8138"/>
                      <a:pt x="27152" y="8096"/>
                    </a:cubicBezTo>
                    <a:cubicBezTo>
                      <a:pt x="27177" y="8088"/>
                      <a:pt x="27194" y="8088"/>
                      <a:pt x="27210" y="8080"/>
                    </a:cubicBezTo>
                    <a:lnTo>
                      <a:pt x="27310" y="8080"/>
                    </a:lnTo>
                    <a:cubicBezTo>
                      <a:pt x="27310" y="8080"/>
                      <a:pt x="27318" y="8088"/>
                      <a:pt x="27326" y="8088"/>
                    </a:cubicBezTo>
                    <a:cubicBezTo>
                      <a:pt x="27335" y="8088"/>
                      <a:pt x="27351" y="8080"/>
                      <a:pt x="27359" y="8071"/>
                    </a:cubicBezTo>
                    <a:cubicBezTo>
                      <a:pt x="27359" y="8071"/>
                      <a:pt x="27368" y="8063"/>
                      <a:pt x="27368" y="8063"/>
                    </a:cubicBezTo>
                    <a:cubicBezTo>
                      <a:pt x="27641" y="8038"/>
                      <a:pt x="27898" y="7922"/>
                      <a:pt x="28064" y="7698"/>
                    </a:cubicBezTo>
                    <a:cubicBezTo>
                      <a:pt x="28155" y="7566"/>
                      <a:pt x="28196" y="7417"/>
                      <a:pt x="28229" y="7268"/>
                    </a:cubicBezTo>
                    <a:cubicBezTo>
                      <a:pt x="28254" y="7185"/>
                      <a:pt x="28246" y="7094"/>
                      <a:pt x="28238" y="7011"/>
                    </a:cubicBezTo>
                    <a:cubicBezTo>
                      <a:pt x="28229" y="6928"/>
                      <a:pt x="28229" y="6837"/>
                      <a:pt x="28171" y="6779"/>
                    </a:cubicBezTo>
                    <a:lnTo>
                      <a:pt x="28163" y="6779"/>
                    </a:lnTo>
                    <a:cubicBezTo>
                      <a:pt x="28188" y="6754"/>
                      <a:pt x="28205" y="6729"/>
                      <a:pt x="28238" y="6704"/>
                    </a:cubicBezTo>
                    <a:cubicBezTo>
                      <a:pt x="28296" y="6646"/>
                      <a:pt x="28354" y="6580"/>
                      <a:pt x="28387" y="6505"/>
                    </a:cubicBezTo>
                    <a:cubicBezTo>
                      <a:pt x="28403" y="6464"/>
                      <a:pt x="28412" y="6431"/>
                      <a:pt x="28420" y="6398"/>
                    </a:cubicBezTo>
                    <a:cubicBezTo>
                      <a:pt x="28470" y="6306"/>
                      <a:pt x="28461" y="6190"/>
                      <a:pt x="28453" y="6091"/>
                    </a:cubicBezTo>
                    <a:cubicBezTo>
                      <a:pt x="28437" y="5975"/>
                      <a:pt x="28395" y="5867"/>
                      <a:pt x="28312" y="5776"/>
                    </a:cubicBezTo>
                    <a:cubicBezTo>
                      <a:pt x="28229" y="5685"/>
                      <a:pt x="28105" y="5644"/>
                      <a:pt x="27997" y="5594"/>
                    </a:cubicBezTo>
                    <a:cubicBezTo>
                      <a:pt x="27898" y="5544"/>
                      <a:pt x="27807" y="5511"/>
                      <a:pt x="27699" y="5470"/>
                    </a:cubicBezTo>
                    <a:cubicBezTo>
                      <a:pt x="27641" y="5395"/>
                      <a:pt x="27533" y="5362"/>
                      <a:pt x="27451" y="5329"/>
                    </a:cubicBezTo>
                    <a:cubicBezTo>
                      <a:pt x="27351" y="5287"/>
                      <a:pt x="27252" y="5246"/>
                      <a:pt x="27144" y="5204"/>
                    </a:cubicBezTo>
                    <a:cubicBezTo>
                      <a:pt x="26929" y="5122"/>
                      <a:pt x="26713" y="5039"/>
                      <a:pt x="26506" y="4948"/>
                    </a:cubicBezTo>
                    <a:cubicBezTo>
                      <a:pt x="26158" y="4790"/>
                      <a:pt x="25843" y="4608"/>
                      <a:pt x="25545" y="4393"/>
                    </a:cubicBezTo>
                    <a:cubicBezTo>
                      <a:pt x="25545" y="4376"/>
                      <a:pt x="25553" y="4359"/>
                      <a:pt x="25545" y="4351"/>
                    </a:cubicBezTo>
                    <a:cubicBezTo>
                      <a:pt x="25512" y="4293"/>
                      <a:pt x="25454" y="4252"/>
                      <a:pt x="25396" y="4219"/>
                    </a:cubicBezTo>
                    <a:cubicBezTo>
                      <a:pt x="25338" y="4185"/>
                      <a:pt x="25280" y="4144"/>
                      <a:pt x="25230" y="4103"/>
                    </a:cubicBezTo>
                    <a:cubicBezTo>
                      <a:pt x="25114" y="4028"/>
                      <a:pt x="25015" y="3937"/>
                      <a:pt x="24915" y="3837"/>
                    </a:cubicBezTo>
                    <a:cubicBezTo>
                      <a:pt x="24824" y="3738"/>
                      <a:pt x="24741" y="3630"/>
                      <a:pt x="24675" y="3506"/>
                    </a:cubicBezTo>
                    <a:cubicBezTo>
                      <a:pt x="24675" y="3506"/>
                      <a:pt x="24675" y="3498"/>
                      <a:pt x="24675" y="3498"/>
                    </a:cubicBezTo>
                    <a:cubicBezTo>
                      <a:pt x="24683" y="3448"/>
                      <a:pt x="24667" y="3407"/>
                      <a:pt x="24658" y="3365"/>
                    </a:cubicBezTo>
                    <a:cubicBezTo>
                      <a:pt x="24650" y="3332"/>
                      <a:pt x="24642" y="3299"/>
                      <a:pt x="24633" y="3266"/>
                    </a:cubicBezTo>
                    <a:cubicBezTo>
                      <a:pt x="24642" y="3266"/>
                      <a:pt x="24650" y="3257"/>
                      <a:pt x="24650" y="3257"/>
                    </a:cubicBezTo>
                    <a:lnTo>
                      <a:pt x="24700" y="3224"/>
                    </a:lnTo>
                    <a:lnTo>
                      <a:pt x="24725" y="3208"/>
                    </a:lnTo>
                    <a:cubicBezTo>
                      <a:pt x="24733" y="3208"/>
                      <a:pt x="24733" y="3208"/>
                      <a:pt x="24741" y="3199"/>
                    </a:cubicBezTo>
                    <a:cubicBezTo>
                      <a:pt x="24741" y="3199"/>
                      <a:pt x="24749" y="3191"/>
                      <a:pt x="24749" y="3191"/>
                    </a:cubicBezTo>
                    <a:lnTo>
                      <a:pt x="24749" y="3183"/>
                    </a:lnTo>
                    <a:cubicBezTo>
                      <a:pt x="24758" y="3175"/>
                      <a:pt x="24766" y="3166"/>
                      <a:pt x="24758" y="3150"/>
                    </a:cubicBezTo>
                    <a:cubicBezTo>
                      <a:pt x="24749" y="3141"/>
                      <a:pt x="24741" y="3125"/>
                      <a:pt x="24725" y="3125"/>
                    </a:cubicBezTo>
                    <a:cubicBezTo>
                      <a:pt x="24725" y="3125"/>
                      <a:pt x="24716" y="3133"/>
                      <a:pt x="24708" y="3133"/>
                    </a:cubicBezTo>
                    <a:cubicBezTo>
                      <a:pt x="24700" y="3133"/>
                      <a:pt x="24691" y="3133"/>
                      <a:pt x="24683" y="3141"/>
                    </a:cubicBezTo>
                    <a:cubicBezTo>
                      <a:pt x="24675" y="3141"/>
                      <a:pt x="24667" y="3150"/>
                      <a:pt x="24658" y="3158"/>
                    </a:cubicBezTo>
                    <a:cubicBezTo>
                      <a:pt x="24642" y="3166"/>
                      <a:pt x="24633" y="3175"/>
                      <a:pt x="24617" y="3183"/>
                    </a:cubicBezTo>
                    <a:cubicBezTo>
                      <a:pt x="24617" y="3175"/>
                      <a:pt x="24609" y="3166"/>
                      <a:pt x="24609" y="3158"/>
                    </a:cubicBezTo>
                    <a:lnTo>
                      <a:pt x="24617" y="3150"/>
                    </a:lnTo>
                    <a:cubicBezTo>
                      <a:pt x="24617" y="3133"/>
                      <a:pt x="24625" y="3125"/>
                      <a:pt x="24633" y="3108"/>
                    </a:cubicBezTo>
                    <a:cubicBezTo>
                      <a:pt x="24642" y="3100"/>
                      <a:pt x="24642" y="3092"/>
                      <a:pt x="24650" y="3083"/>
                    </a:cubicBezTo>
                    <a:cubicBezTo>
                      <a:pt x="24650" y="3083"/>
                      <a:pt x="24650" y="3083"/>
                      <a:pt x="24650" y="3075"/>
                    </a:cubicBezTo>
                    <a:cubicBezTo>
                      <a:pt x="24667" y="3067"/>
                      <a:pt x="24675" y="3050"/>
                      <a:pt x="24683" y="3042"/>
                    </a:cubicBezTo>
                    <a:lnTo>
                      <a:pt x="24691" y="3042"/>
                    </a:lnTo>
                    <a:cubicBezTo>
                      <a:pt x="24700" y="3034"/>
                      <a:pt x="24708" y="3034"/>
                      <a:pt x="24716" y="3025"/>
                    </a:cubicBezTo>
                    <a:lnTo>
                      <a:pt x="24725" y="3025"/>
                    </a:lnTo>
                    <a:cubicBezTo>
                      <a:pt x="24725" y="3025"/>
                      <a:pt x="24733" y="3017"/>
                      <a:pt x="24741" y="3017"/>
                    </a:cubicBezTo>
                    <a:cubicBezTo>
                      <a:pt x="24749" y="3009"/>
                      <a:pt x="24766" y="3009"/>
                      <a:pt x="24774" y="3001"/>
                    </a:cubicBezTo>
                    <a:lnTo>
                      <a:pt x="24783" y="3001"/>
                    </a:lnTo>
                    <a:cubicBezTo>
                      <a:pt x="24791" y="2992"/>
                      <a:pt x="24799" y="2992"/>
                      <a:pt x="24799" y="2984"/>
                    </a:cubicBezTo>
                    <a:cubicBezTo>
                      <a:pt x="24816" y="2967"/>
                      <a:pt x="24824" y="2934"/>
                      <a:pt x="24807" y="2918"/>
                    </a:cubicBezTo>
                    <a:cubicBezTo>
                      <a:pt x="24799" y="2901"/>
                      <a:pt x="24783" y="2893"/>
                      <a:pt x="24766" y="2885"/>
                    </a:cubicBezTo>
                    <a:cubicBezTo>
                      <a:pt x="24749" y="2876"/>
                      <a:pt x="24741" y="2876"/>
                      <a:pt x="24725" y="2876"/>
                    </a:cubicBezTo>
                    <a:cubicBezTo>
                      <a:pt x="24700" y="2876"/>
                      <a:pt x="24675" y="2885"/>
                      <a:pt x="24642" y="2893"/>
                    </a:cubicBezTo>
                    <a:cubicBezTo>
                      <a:pt x="24617" y="2909"/>
                      <a:pt x="24592" y="2926"/>
                      <a:pt x="24567" y="2951"/>
                    </a:cubicBezTo>
                    <a:cubicBezTo>
                      <a:pt x="24542" y="2810"/>
                      <a:pt x="24534" y="2662"/>
                      <a:pt x="24526" y="2522"/>
                    </a:cubicBezTo>
                    <a:lnTo>
                      <a:pt x="24526" y="2522"/>
                    </a:lnTo>
                    <a:cubicBezTo>
                      <a:pt x="24527" y="2529"/>
                      <a:pt x="24534" y="2537"/>
                      <a:pt x="24534" y="2545"/>
                    </a:cubicBezTo>
                    <a:cubicBezTo>
                      <a:pt x="24567" y="2644"/>
                      <a:pt x="24592" y="2769"/>
                      <a:pt x="24675" y="2818"/>
                    </a:cubicBezTo>
                    <a:cubicBezTo>
                      <a:pt x="24684" y="2824"/>
                      <a:pt x="24694" y="2827"/>
                      <a:pt x="24703" y="2827"/>
                    </a:cubicBezTo>
                    <a:cubicBezTo>
                      <a:pt x="24720" y="2827"/>
                      <a:pt x="24736" y="2818"/>
                      <a:pt x="24741" y="2802"/>
                    </a:cubicBezTo>
                    <a:cubicBezTo>
                      <a:pt x="24807" y="2719"/>
                      <a:pt x="24766" y="2586"/>
                      <a:pt x="24733" y="2495"/>
                    </a:cubicBezTo>
                    <a:cubicBezTo>
                      <a:pt x="24691" y="2387"/>
                      <a:pt x="24642" y="2288"/>
                      <a:pt x="24575" y="2189"/>
                    </a:cubicBezTo>
                    <a:cubicBezTo>
                      <a:pt x="24526" y="2114"/>
                      <a:pt x="24468" y="2039"/>
                      <a:pt x="24401" y="1973"/>
                    </a:cubicBezTo>
                    <a:cubicBezTo>
                      <a:pt x="24418" y="1957"/>
                      <a:pt x="24426" y="1932"/>
                      <a:pt x="24418" y="1907"/>
                    </a:cubicBezTo>
                    <a:cubicBezTo>
                      <a:pt x="24352" y="1716"/>
                      <a:pt x="24244" y="1534"/>
                      <a:pt x="24128" y="1368"/>
                    </a:cubicBezTo>
                    <a:cubicBezTo>
                      <a:pt x="24070" y="1285"/>
                      <a:pt x="24012" y="1203"/>
                      <a:pt x="23946" y="1120"/>
                    </a:cubicBezTo>
                    <a:cubicBezTo>
                      <a:pt x="23921" y="1087"/>
                      <a:pt x="23888" y="1045"/>
                      <a:pt x="23855" y="1012"/>
                    </a:cubicBezTo>
                    <a:lnTo>
                      <a:pt x="23855" y="1012"/>
                    </a:lnTo>
                    <a:cubicBezTo>
                      <a:pt x="23937" y="1070"/>
                      <a:pt x="24020" y="1128"/>
                      <a:pt x="24103" y="1203"/>
                    </a:cubicBezTo>
                    <a:cubicBezTo>
                      <a:pt x="24111" y="1208"/>
                      <a:pt x="24120" y="1211"/>
                      <a:pt x="24129" y="1211"/>
                    </a:cubicBezTo>
                    <a:cubicBezTo>
                      <a:pt x="24159" y="1211"/>
                      <a:pt x="24189" y="1183"/>
                      <a:pt x="24169" y="1145"/>
                    </a:cubicBezTo>
                    <a:cubicBezTo>
                      <a:pt x="24020" y="904"/>
                      <a:pt x="23788" y="697"/>
                      <a:pt x="23531" y="573"/>
                    </a:cubicBezTo>
                    <a:cubicBezTo>
                      <a:pt x="23457" y="531"/>
                      <a:pt x="23374" y="490"/>
                      <a:pt x="23283" y="465"/>
                    </a:cubicBezTo>
                    <a:cubicBezTo>
                      <a:pt x="23324" y="449"/>
                      <a:pt x="23349" y="399"/>
                      <a:pt x="23308" y="366"/>
                    </a:cubicBezTo>
                    <a:cubicBezTo>
                      <a:pt x="23225" y="291"/>
                      <a:pt x="23126" y="241"/>
                      <a:pt x="23010" y="225"/>
                    </a:cubicBezTo>
                    <a:cubicBezTo>
                      <a:pt x="23026" y="217"/>
                      <a:pt x="23034" y="217"/>
                      <a:pt x="23043" y="217"/>
                    </a:cubicBezTo>
                    <a:cubicBezTo>
                      <a:pt x="23109" y="200"/>
                      <a:pt x="23167" y="192"/>
                      <a:pt x="23225" y="183"/>
                    </a:cubicBezTo>
                    <a:cubicBezTo>
                      <a:pt x="23283" y="167"/>
                      <a:pt x="23341" y="167"/>
                      <a:pt x="23391" y="117"/>
                    </a:cubicBezTo>
                    <a:cubicBezTo>
                      <a:pt x="23415" y="92"/>
                      <a:pt x="23407" y="51"/>
                      <a:pt x="23382" y="34"/>
                    </a:cubicBezTo>
                    <a:cubicBezTo>
                      <a:pt x="23350" y="16"/>
                      <a:pt x="23316" y="10"/>
                      <a:pt x="23280" y="10"/>
                    </a:cubicBezTo>
                    <a:cubicBezTo>
                      <a:pt x="23251" y="10"/>
                      <a:pt x="23221" y="14"/>
                      <a:pt x="23192" y="18"/>
                    </a:cubicBezTo>
                    <a:cubicBezTo>
                      <a:pt x="23126" y="18"/>
                      <a:pt x="23051" y="26"/>
                      <a:pt x="22985" y="34"/>
                    </a:cubicBezTo>
                    <a:cubicBezTo>
                      <a:pt x="22860" y="59"/>
                      <a:pt x="22744" y="84"/>
                      <a:pt x="22628" y="125"/>
                    </a:cubicBezTo>
                    <a:cubicBezTo>
                      <a:pt x="22645" y="109"/>
                      <a:pt x="22662" y="84"/>
                      <a:pt x="22662" y="59"/>
                    </a:cubicBezTo>
                    <a:cubicBezTo>
                      <a:pt x="22662" y="34"/>
                      <a:pt x="22645" y="9"/>
                      <a:pt x="22628" y="9"/>
                    </a:cubicBezTo>
                    <a:cubicBezTo>
                      <a:pt x="22621" y="8"/>
                      <a:pt x="22614" y="7"/>
                      <a:pt x="22607" y="7"/>
                    </a:cubicBezTo>
                    <a:cubicBezTo>
                      <a:pt x="22575" y="7"/>
                      <a:pt x="22548" y="22"/>
                      <a:pt x="22521" y="43"/>
                    </a:cubicBezTo>
                    <a:cubicBezTo>
                      <a:pt x="22496" y="59"/>
                      <a:pt x="22471" y="84"/>
                      <a:pt x="22446" y="101"/>
                    </a:cubicBezTo>
                    <a:cubicBezTo>
                      <a:pt x="22396" y="142"/>
                      <a:pt x="22355" y="183"/>
                      <a:pt x="22305" y="233"/>
                    </a:cubicBezTo>
                    <a:cubicBezTo>
                      <a:pt x="22297" y="241"/>
                      <a:pt x="22289" y="250"/>
                      <a:pt x="22280" y="250"/>
                    </a:cubicBezTo>
                    <a:cubicBezTo>
                      <a:pt x="22314" y="192"/>
                      <a:pt x="22347" y="134"/>
                      <a:pt x="22380" y="76"/>
                    </a:cubicBezTo>
                    <a:cubicBezTo>
                      <a:pt x="22403" y="36"/>
                      <a:pt x="22371" y="0"/>
                      <a:pt x="223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7" name="Google Shape;1927;p2"/>
              <p:cNvSpPr/>
              <p:nvPr/>
            </p:nvSpPr>
            <p:spPr>
              <a:xfrm>
                <a:off x="4330575" y="2547200"/>
                <a:ext cx="15925" cy="5825"/>
              </a:xfrm>
              <a:custGeom>
                <a:rect b="b" l="l" r="r" t="t"/>
                <a:pathLst>
                  <a:path extrusionOk="0" h="233" w="637">
                    <a:moveTo>
                      <a:pt x="123" y="0"/>
                    </a:moveTo>
                    <a:cubicBezTo>
                      <a:pt x="106" y="0"/>
                      <a:pt x="98" y="9"/>
                      <a:pt x="81" y="9"/>
                    </a:cubicBezTo>
                    <a:lnTo>
                      <a:pt x="48" y="9"/>
                    </a:lnTo>
                    <a:cubicBezTo>
                      <a:pt x="46" y="8"/>
                      <a:pt x="43" y="8"/>
                      <a:pt x="41" y="8"/>
                    </a:cubicBezTo>
                    <a:cubicBezTo>
                      <a:pt x="6" y="8"/>
                      <a:pt x="0" y="68"/>
                      <a:pt x="32" y="83"/>
                    </a:cubicBezTo>
                    <a:cubicBezTo>
                      <a:pt x="48" y="100"/>
                      <a:pt x="65" y="116"/>
                      <a:pt x="90" y="133"/>
                    </a:cubicBezTo>
                    <a:cubicBezTo>
                      <a:pt x="114" y="149"/>
                      <a:pt x="139" y="158"/>
                      <a:pt x="164" y="174"/>
                    </a:cubicBezTo>
                    <a:cubicBezTo>
                      <a:pt x="214" y="191"/>
                      <a:pt x="264" y="199"/>
                      <a:pt x="305" y="207"/>
                    </a:cubicBezTo>
                    <a:cubicBezTo>
                      <a:pt x="355" y="216"/>
                      <a:pt x="413" y="224"/>
                      <a:pt x="462" y="232"/>
                    </a:cubicBezTo>
                    <a:cubicBezTo>
                      <a:pt x="520" y="232"/>
                      <a:pt x="612" y="216"/>
                      <a:pt x="628" y="149"/>
                    </a:cubicBezTo>
                    <a:cubicBezTo>
                      <a:pt x="636" y="91"/>
                      <a:pt x="595" y="50"/>
                      <a:pt x="545" y="50"/>
                    </a:cubicBezTo>
                    <a:cubicBezTo>
                      <a:pt x="533" y="46"/>
                      <a:pt x="523" y="46"/>
                      <a:pt x="512" y="46"/>
                    </a:cubicBezTo>
                    <a:cubicBezTo>
                      <a:pt x="502" y="46"/>
                      <a:pt x="491" y="46"/>
                      <a:pt x="479" y="42"/>
                    </a:cubicBezTo>
                    <a:lnTo>
                      <a:pt x="380" y="42"/>
                    </a:lnTo>
                    <a:cubicBezTo>
                      <a:pt x="371" y="42"/>
                      <a:pt x="371" y="34"/>
                      <a:pt x="371" y="34"/>
                    </a:cubicBezTo>
                    <a:lnTo>
                      <a:pt x="355" y="34"/>
                    </a:lnTo>
                    <a:cubicBezTo>
                      <a:pt x="338" y="34"/>
                      <a:pt x="322" y="34"/>
                      <a:pt x="305" y="25"/>
                    </a:cubicBezTo>
                    <a:lnTo>
                      <a:pt x="280" y="25"/>
                    </a:lnTo>
                    <a:cubicBezTo>
                      <a:pt x="255" y="17"/>
                      <a:pt x="230" y="17"/>
                      <a:pt x="214" y="17"/>
                    </a:cubicBezTo>
                    <a:cubicBezTo>
                      <a:pt x="181" y="9"/>
                      <a:pt x="156" y="0"/>
                      <a:pt x="1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8" name="Google Shape;1928;p2"/>
              <p:cNvSpPr/>
              <p:nvPr/>
            </p:nvSpPr>
            <p:spPr>
              <a:xfrm>
                <a:off x="4337575" y="2544225"/>
                <a:ext cx="4975" cy="2800"/>
              </a:xfrm>
              <a:custGeom>
                <a:rect b="b" l="l" r="r" t="t"/>
                <a:pathLst>
                  <a:path extrusionOk="0" h="112" w="199">
                    <a:moveTo>
                      <a:pt x="91" y="3"/>
                    </a:moveTo>
                    <a:cubicBezTo>
                      <a:pt x="94" y="6"/>
                      <a:pt x="97" y="8"/>
                      <a:pt x="101" y="9"/>
                    </a:cubicBezTo>
                    <a:lnTo>
                      <a:pt x="101" y="9"/>
                    </a:lnTo>
                    <a:cubicBezTo>
                      <a:pt x="98" y="7"/>
                      <a:pt x="96" y="3"/>
                      <a:pt x="91" y="3"/>
                    </a:cubicBezTo>
                    <a:close/>
                    <a:moveTo>
                      <a:pt x="37" y="0"/>
                    </a:moveTo>
                    <a:cubicBezTo>
                      <a:pt x="25" y="0"/>
                      <a:pt x="15" y="8"/>
                      <a:pt x="8" y="20"/>
                    </a:cubicBezTo>
                    <a:cubicBezTo>
                      <a:pt x="0" y="37"/>
                      <a:pt x="0" y="61"/>
                      <a:pt x="17" y="70"/>
                    </a:cubicBezTo>
                    <a:lnTo>
                      <a:pt x="25" y="70"/>
                    </a:lnTo>
                    <a:cubicBezTo>
                      <a:pt x="42" y="78"/>
                      <a:pt x="50" y="86"/>
                      <a:pt x="66" y="95"/>
                    </a:cubicBezTo>
                    <a:cubicBezTo>
                      <a:pt x="75" y="95"/>
                      <a:pt x="83" y="103"/>
                      <a:pt x="100" y="103"/>
                    </a:cubicBezTo>
                    <a:cubicBezTo>
                      <a:pt x="100" y="103"/>
                      <a:pt x="108" y="111"/>
                      <a:pt x="116" y="111"/>
                    </a:cubicBezTo>
                    <a:lnTo>
                      <a:pt x="158" y="111"/>
                    </a:lnTo>
                    <a:cubicBezTo>
                      <a:pt x="166" y="111"/>
                      <a:pt x="174" y="103"/>
                      <a:pt x="182" y="95"/>
                    </a:cubicBezTo>
                    <a:cubicBezTo>
                      <a:pt x="199" y="86"/>
                      <a:pt x="199" y="61"/>
                      <a:pt x="191" y="53"/>
                    </a:cubicBezTo>
                    <a:cubicBezTo>
                      <a:pt x="182" y="37"/>
                      <a:pt x="166" y="28"/>
                      <a:pt x="149" y="20"/>
                    </a:cubicBezTo>
                    <a:lnTo>
                      <a:pt x="149" y="20"/>
                    </a:lnTo>
                    <a:cubicBezTo>
                      <a:pt x="158" y="28"/>
                      <a:pt x="158" y="28"/>
                      <a:pt x="158" y="28"/>
                    </a:cubicBezTo>
                    <a:cubicBezTo>
                      <a:pt x="158" y="28"/>
                      <a:pt x="149" y="20"/>
                      <a:pt x="141" y="20"/>
                    </a:cubicBezTo>
                    <a:cubicBezTo>
                      <a:pt x="133" y="12"/>
                      <a:pt x="133" y="12"/>
                      <a:pt x="124" y="12"/>
                    </a:cubicBezTo>
                    <a:cubicBezTo>
                      <a:pt x="119" y="12"/>
                      <a:pt x="109" y="12"/>
                      <a:pt x="101" y="9"/>
                    </a:cubicBezTo>
                    <a:lnTo>
                      <a:pt x="101" y="9"/>
                    </a:lnTo>
                    <a:cubicBezTo>
                      <a:pt x="101" y="9"/>
                      <a:pt x="102" y="10"/>
                      <a:pt x="102" y="10"/>
                    </a:cubicBezTo>
                    <a:lnTo>
                      <a:pt x="102" y="10"/>
                    </a:lnTo>
                    <a:cubicBezTo>
                      <a:pt x="80" y="3"/>
                      <a:pt x="65" y="3"/>
                      <a:pt x="50" y="3"/>
                    </a:cubicBezTo>
                    <a:cubicBezTo>
                      <a:pt x="45" y="1"/>
                      <a:pt x="41" y="0"/>
                      <a:pt x="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9" name="Google Shape;1929;p2"/>
              <p:cNvSpPr/>
              <p:nvPr/>
            </p:nvSpPr>
            <p:spPr>
              <a:xfrm>
                <a:off x="4338600" y="2555900"/>
                <a:ext cx="3550" cy="3750"/>
              </a:xfrm>
              <a:custGeom>
                <a:rect b="b" l="l" r="r" t="t"/>
                <a:pathLst>
                  <a:path extrusionOk="0" h="150" w="142">
                    <a:moveTo>
                      <a:pt x="100" y="0"/>
                    </a:moveTo>
                    <a:cubicBezTo>
                      <a:pt x="92" y="0"/>
                      <a:pt x="92" y="9"/>
                      <a:pt x="83" y="9"/>
                    </a:cubicBezTo>
                    <a:cubicBezTo>
                      <a:pt x="75" y="17"/>
                      <a:pt x="59" y="33"/>
                      <a:pt x="50" y="42"/>
                    </a:cubicBezTo>
                    <a:cubicBezTo>
                      <a:pt x="42" y="42"/>
                      <a:pt x="34" y="50"/>
                      <a:pt x="25" y="58"/>
                    </a:cubicBezTo>
                    <a:cubicBezTo>
                      <a:pt x="25" y="58"/>
                      <a:pt x="17" y="67"/>
                      <a:pt x="9" y="75"/>
                    </a:cubicBezTo>
                    <a:cubicBezTo>
                      <a:pt x="9" y="83"/>
                      <a:pt x="1" y="91"/>
                      <a:pt x="1" y="100"/>
                    </a:cubicBezTo>
                    <a:cubicBezTo>
                      <a:pt x="1" y="116"/>
                      <a:pt x="1" y="125"/>
                      <a:pt x="9" y="133"/>
                    </a:cubicBezTo>
                    <a:cubicBezTo>
                      <a:pt x="17" y="141"/>
                      <a:pt x="34" y="149"/>
                      <a:pt x="42" y="149"/>
                    </a:cubicBezTo>
                    <a:cubicBezTo>
                      <a:pt x="50" y="149"/>
                      <a:pt x="67" y="141"/>
                      <a:pt x="75" y="133"/>
                    </a:cubicBezTo>
                    <a:cubicBezTo>
                      <a:pt x="75" y="125"/>
                      <a:pt x="83" y="125"/>
                      <a:pt x="92" y="116"/>
                    </a:cubicBezTo>
                    <a:cubicBezTo>
                      <a:pt x="100" y="108"/>
                      <a:pt x="100" y="100"/>
                      <a:pt x="108" y="91"/>
                    </a:cubicBezTo>
                    <a:cubicBezTo>
                      <a:pt x="117" y="75"/>
                      <a:pt x="125" y="58"/>
                      <a:pt x="133" y="50"/>
                    </a:cubicBezTo>
                    <a:cubicBezTo>
                      <a:pt x="141" y="42"/>
                      <a:pt x="141" y="33"/>
                      <a:pt x="141" y="25"/>
                    </a:cubicBezTo>
                    <a:cubicBezTo>
                      <a:pt x="133" y="17"/>
                      <a:pt x="133" y="9"/>
                      <a:pt x="125" y="9"/>
                    </a:cubicBezTo>
                    <a:cubicBezTo>
                      <a:pt x="125" y="0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0" name="Google Shape;1930;p2"/>
              <p:cNvSpPr/>
              <p:nvPr/>
            </p:nvSpPr>
            <p:spPr>
              <a:xfrm>
                <a:off x="4256150" y="2481525"/>
                <a:ext cx="2925" cy="2100"/>
              </a:xfrm>
              <a:custGeom>
                <a:rect b="b" l="l" r="r" t="t"/>
                <a:pathLst>
                  <a:path extrusionOk="0" h="84" w="117">
                    <a:moveTo>
                      <a:pt x="26" y="1"/>
                    </a:moveTo>
                    <a:cubicBezTo>
                      <a:pt x="18" y="9"/>
                      <a:pt x="9" y="9"/>
                      <a:pt x="9" y="17"/>
                    </a:cubicBezTo>
                    <a:cubicBezTo>
                      <a:pt x="1" y="26"/>
                      <a:pt x="1" y="34"/>
                      <a:pt x="9" y="42"/>
                    </a:cubicBezTo>
                    <a:cubicBezTo>
                      <a:pt x="9" y="51"/>
                      <a:pt x="18" y="59"/>
                      <a:pt x="26" y="59"/>
                    </a:cubicBezTo>
                    <a:cubicBezTo>
                      <a:pt x="34" y="59"/>
                      <a:pt x="51" y="67"/>
                      <a:pt x="59" y="67"/>
                    </a:cubicBezTo>
                    <a:lnTo>
                      <a:pt x="76" y="75"/>
                    </a:lnTo>
                    <a:cubicBezTo>
                      <a:pt x="84" y="75"/>
                      <a:pt x="84" y="75"/>
                      <a:pt x="92" y="84"/>
                    </a:cubicBezTo>
                    <a:cubicBezTo>
                      <a:pt x="100" y="84"/>
                      <a:pt x="109" y="84"/>
                      <a:pt x="117" y="75"/>
                    </a:cubicBezTo>
                    <a:cubicBezTo>
                      <a:pt x="117" y="67"/>
                      <a:pt x="117" y="59"/>
                      <a:pt x="109" y="51"/>
                    </a:cubicBezTo>
                    <a:cubicBezTo>
                      <a:pt x="109" y="42"/>
                      <a:pt x="100" y="42"/>
                      <a:pt x="92" y="34"/>
                    </a:cubicBezTo>
                    <a:lnTo>
                      <a:pt x="92" y="42"/>
                    </a:lnTo>
                    <a:cubicBezTo>
                      <a:pt x="92" y="34"/>
                      <a:pt x="84" y="34"/>
                      <a:pt x="76" y="26"/>
                    </a:cubicBezTo>
                    <a:cubicBezTo>
                      <a:pt x="67" y="17"/>
                      <a:pt x="59" y="17"/>
                      <a:pt x="51" y="9"/>
                    </a:cubicBezTo>
                    <a:cubicBezTo>
                      <a:pt x="42" y="1"/>
                      <a:pt x="34" y="1"/>
                      <a:pt x="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1" name="Google Shape;1931;p2"/>
              <p:cNvSpPr/>
              <p:nvPr/>
            </p:nvSpPr>
            <p:spPr>
              <a:xfrm>
                <a:off x="4098525" y="2480300"/>
                <a:ext cx="7900" cy="21625"/>
              </a:xfrm>
              <a:custGeom>
                <a:rect b="b" l="l" r="r" t="t"/>
                <a:pathLst>
                  <a:path extrusionOk="0" h="865" w="316">
                    <a:moveTo>
                      <a:pt x="191" y="0"/>
                    </a:moveTo>
                    <a:lnTo>
                      <a:pt x="200" y="8"/>
                    </a:lnTo>
                    <a:cubicBezTo>
                      <a:pt x="197" y="8"/>
                      <a:pt x="194" y="7"/>
                      <a:pt x="191" y="7"/>
                    </a:cubicBezTo>
                    <a:cubicBezTo>
                      <a:pt x="161" y="7"/>
                      <a:pt x="135" y="44"/>
                      <a:pt x="158" y="66"/>
                    </a:cubicBezTo>
                    <a:cubicBezTo>
                      <a:pt x="175" y="75"/>
                      <a:pt x="175" y="100"/>
                      <a:pt x="175" y="124"/>
                    </a:cubicBezTo>
                    <a:cubicBezTo>
                      <a:pt x="183" y="158"/>
                      <a:pt x="183" y="191"/>
                      <a:pt x="183" y="224"/>
                    </a:cubicBezTo>
                    <a:cubicBezTo>
                      <a:pt x="183" y="282"/>
                      <a:pt x="175" y="340"/>
                      <a:pt x="158" y="398"/>
                    </a:cubicBezTo>
                    <a:cubicBezTo>
                      <a:pt x="150" y="464"/>
                      <a:pt x="133" y="522"/>
                      <a:pt x="108" y="580"/>
                    </a:cubicBezTo>
                    <a:cubicBezTo>
                      <a:pt x="84" y="638"/>
                      <a:pt x="50" y="696"/>
                      <a:pt x="26" y="746"/>
                    </a:cubicBezTo>
                    <a:cubicBezTo>
                      <a:pt x="17" y="771"/>
                      <a:pt x="1" y="804"/>
                      <a:pt x="9" y="829"/>
                    </a:cubicBezTo>
                    <a:cubicBezTo>
                      <a:pt x="15" y="854"/>
                      <a:pt x="31" y="865"/>
                      <a:pt x="50" y="865"/>
                    </a:cubicBezTo>
                    <a:cubicBezTo>
                      <a:pt x="55" y="865"/>
                      <a:pt x="61" y="864"/>
                      <a:pt x="67" y="862"/>
                    </a:cubicBezTo>
                    <a:cubicBezTo>
                      <a:pt x="125" y="854"/>
                      <a:pt x="175" y="779"/>
                      <a:pt x="200" y="729"/>
                    </a:cubicBezTo>
                    <a:cubicBezTo>
                      <a:pt x="266" y="622"/>
                      <a:pt x="307" y="489"/>
                      <a:pt x="316" y="356"/>
                    </a:cubicBezTo>
                    <a:cubicBezTo>
                      <a:pt x="316" y="282"/>
                      <a:pt x="307" y="216"/>
                      <a:pt x="299" y="141"/>
                    </a:cubicBezTo>
                    <a:cubicBezTo>
                      <a:pt x="282" y="83"/>
                      <a:pt x="258" y="17"/>
                      <a:pt x="1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2" name="Google Shape;1932;p2"/>
              <p:cNvSpPr/>
              <p:nvPr/>
            </p:nvSpPr>
            <p:spPr>
              <a:xfrm>
                <a:off x="4107850" y="2490225"/>
                <a:ext cx="2500" cy="6050"/>
              </a:xfrm>
              <a:custGeom>
                <a:rect b="b" l="l" r="r" t="t"/>
                <a:pathLst>
                  <a:path extrusionOk="0" h="242" w="100">
                    <a:moveTo>
                      <a:pt x="67" y="1"/>
                    </a:moveTo>
                    <a:cubicBezTo>
                      <a:pt x="50" y="1"/>
                      <a:pt x="34" y="17"/>
                      <a:pt x="34" y="34"/>
                    </a:cubicBezTo>
                    <a:cubicBezTo>
                      <a:pt x="34" y="42"/>
                      <a:pt x="34" y="51"/>
                      <a:pt x="34" y="59"/>
                    </a:cubicBezTo>
                    <a:cubicBezTo>
                      <a:pt x="34" y="67"/>
                      <a:pt x="34" y="67"/>
                      <a:pt x="34" y="75"/>
                    </a:cubicBezTo>
                    <a:cubicBezTo>
                      <a:pt x="25" y="92"/>
                      <a:pt x="25" y="109"/>
                      <a:pt x="17" y="125"/>
                    </a:cubicBezTo>
                    <a:cubicBezTo>
                      <a:pt x="17" y="142"/>
                      <a:pt x="17" y="158"/>
                      <a:pt x="9" y="167"/>
                    </a:cubicBezTo>
                    <a:cubicBezTo>
                      <a:pt x="9" y="175"/>
                      <a:pt x="1" y="183"/>
                      <a:pt x="1" y="191"/>
                    </a:cubicBezTo>
                    <a:cubicBezTo>
                      <a:pt x="1" y="200"/>
                      <a:pt x="1" y="208"/>
                      <a:pt x="1" y="225"/>
                    </a:cubicBezTo>
                    <a:cubicBezTo>
                      <a:pt x="1" y="235"/>
                      <a:pt x="7" y="242"/>
                      <a:pt x="16" y="242"/>
                    </a:cubicBezTo>
                    <a:cubicBezTo>
                      <a:pt x="21" y="242"/>
                      <a:pt x="27" y="239"/>
                      <a:pt x="34" y="233"/>
                    </a:cubicBezTo>
                    <a:cubicBezTo>
                      <a:pt x="34" y="225"/>
                      <a:pt x="42" y="216"/>
                      <a:pt x="50" y="208"/>
                    </a:cubicBezTo>
                    <a:cubicBezTo>
                      <a:pt x="50" y="200"/>
                      <a:pt x="59" y="191"/>
                      <a:pt x="59" y="183"/>
                    </a:cubicBezTo>
                    <a:cubicBezTo>
                      <a:pt x="67" y="167"/>
                      <a:pt x="75" y="158"/>
                      <a:pt x="75" y="142"/>
                    </a:cubicBezTo>
                    <a:cubicBezTo>
                      <a:pt x="92" y="100"/>
                      <a:pt x="92" y="67"/>
                      <a:pt x="100" y="34"/>
                    </a:cubicBezTo>
                    <a:cubicBezTo>
                      <a:pt x="100" y="17"/>
                      <a:pt x="83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3" name="Google Shape;1933;p2"/>
              <p:cNvSpPr/>
              <p:nvPr/>
            </p:nvSpPr>
            <p:spPr>
              <a:xfrm>
                <a:off x="4119875" y="2493900"/>
                <a:ext cx="11200" cy="30975"/>
              </a:xfrm>
              <a:custGeom>
                <a:rect b="b" l="l" r="r" t="t"/>
                <a:pathLst>
                  <a:path extrusionOk="0" h="1239" w="448">
                    <a:moveTo>
                      <a:pt x="379" y="1"/>
                    </a:moveTo>
                    <a:cubicBezTo>
                      <a:pt x="369" y="1"/>
                      <a:pt x="361" y="7"/>
                      <a:pt x="365" y="20"/>
                    </a:cubicBezTo>
                    <a:cubicBezTo>
                      <a:pt x="381" y="136"/>
                      <a:pt x="315" y="252"/>
                      <a:pt x="257" y="351"/>
                    </a:cubicBezTo>
                    <a:cubicBezTo>
                      <a:pt x="207" y="442"/>
                      <a:pt x="149" y="533"/>
                      <a:pt x="100" y="633"/>
                    </a:cubicBezTo>
                    <a:cubicBezTo>
                      <a:pt x="58" y="732"/>
                      <a:pt x="33" y="832"/>
                      <a:pt x="17" y="939"/>
                    </a:cubicBezTo>
                    <a:cubicBezTo>
                      <a:pt x="8" y="1030"/>
                      <a:pt x="0" y="1155"/>
                      <a:pt x="66" y="1229"/>
                    </a:cubicBezTo>
                    <a:cubicBezTo>
                      <a:pt x="73" y="1236"/>
                      <a:pt x="80" y="1238"/>
                      <a:pt x="88" y="1238"/>
                    </a:cubicBezTo>
                    <a:cubicBezTo>
                      <a:pt x="100" y="1238"/>
                      <a:pt x="111" y="1231"/>
                      <a:pt x="116" y="1221"/>
                    </a:cubicBezTo>
                    <a:cubicBezTo>
                      <a:pt x="141" y="1180"/>
                      <a:pt x="149" y="1130"/>
                      <a:pt x="158" y="1080"/>
                    </a:cubicBezTo>
                    <a:cubicBezTo>
                      <a:pt x="158" y="1030"/>
                      <a:pt x="166" y="972"/>
                      <a:pt x="174" y="914"/>
                    </a:cubicBezTo>
                    <a:cubicBezTo>
                      <a:pt x="199" y="815"/>
                      <a:pt x="232" y="707"/>
                      <a:pt x="282" y="616"/>
                    </a:cubicBezTo>
                    <a:cubicBezTo>
                      <a:pt x="323" y="517"/>
                      <a:pt x="381" y="426"/>
                      <a:pt x="414" y="326"/>
                    </a:cubicBezTo>
                    <a:cubicBezTo>
                      <a:pt x="448" y="218"/>
                      <a:pt x="448" y="119"/>
                      <a:pt x="406" y="20"/>
                    </a:cubicBezTo>
                    <a:cubicBezTo>
                      <a:pt x="402" y="7"/>
                      <a:pt x="390" y="1"/>
                      <a:pt x="37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4" name="Google Shape;1934;p2"/>
              <p:cNvSpPr/>
              <p:nvPr/>
            </p:nvSpPr>
            <p:spPr>
              <a:xfrm>
                <a:off x="4127325" y="2513650"/>
                <a:ext cx="2925" cy="6050"/>
              </a:xfrm>
              <a:custGeom>
                <a:rect b="b" l="l" r="r" t="t"/>
                <a:pathLst>
                  <a:path extrusionOk="0" h="242" w="117">
                    <a:moveTo>
                      <a:pt x="83" y="0"/>
                    </a:moveTo>
                    <a:lnTo>
                      <a:pt x="83" y="8"/>
                    </a:lnTo>
                    <a:cubicBezTo>
                      <a:pt x="77" y="6"/>
                      <a:pt x="71" y="5"/>
                      <a:pt x="66" y="5"/>
                    </a:cubicBezTo>
                    <a:cubicBezTo>
                      <a:pt x="51" y="5"/>
                      <a:pt x="40" y="15"/>
                      <a:pt x="34" y="33"/>
                    </a:cubicBezTo>
                    <a:cubicBezTo>
                      <a:pt x="25" y="50"/>
                      <a:pt x="25" y="58"/>
                      <a:pt x="17" y="75"/>
                    </a:cubicBezTo>
                    <a:cubicBezTo>
                      <a:pt x="9" y="91"/>
                      <a:pt x="9" y="108"/>
                      <a:pt x="9" y="124"/>
                    </a:cubicBezTo>
                    <a:cubicBezTo>
                      <a:pt x="9" y="141"/>
                      <a:pt x="0" y="158"/>
                      <a:pt x="0" y="174"/>
                    </a:cubicBezTo>
                    <a:cubicBezTo>
                      <a:pt x="0" y="182"/>
                      <a:pt x="0" y="191"/>
                      <a:pt x="0" y="199"/>
                    </a:cubicBezTo>
                    <a:cubicBezTo>
                      <a:pt x="0" y="207"/>
                      <a:pt x="0" y="216"/>
                      <a:pt x="9" y="224"/>
                    </a:cubicBezTo>
                    <a:cubicBezTo>
                      <a:pt x="9" y="234"/>
                      <a:pt x="21" y="241"/>
                      <a:pt x="35" y="241"/>
                    </a:cubicBezTo>
                    <a:cubicBezTo>
                      <a:pt x="43" y="241"/>
                      <a:pt x="52" y="238"/>
                      <a:pt x="58" y="232"/>
                    </a:cubicBezTo>
                    <a:cubicBezTo>
                      <a:pt x="58" y="224"/>
                      <a:pt x="58" y="216"/>
                      <a:pt x="67" y="207"/>
                    </a:cubicBezTo>
                    <a:cubicBezTo>
                      <a:pt x="67" y="199"/>
                      <a:pt x="67" y="191"/>
                      <a:pt x="67" y="182"/>
                    </a:cubicBezTo>
                    <a:lnTo>
                      <a:pt x="75" y="158"/>
                    </a:lnTo>
                    <a:cubicBezTo>
                      <a:pt x="75" y="158"/>
                      <a:pt x="75" y="158"/>
                      <a:pt x="75" y="149"/>
                    </a:cubicBezTo>
                    <a:cubicBezTo>
                      <a:pt x="83" y="133"/>
                      <a:pt x="92" y="116"/>
                      <a:pt x="92" y="100"/>
                    </a:cubicBezTo>
                    <a:cubicBezTo>
                      <a:pt x="100" y="83"/>
                      <a:pt x="100" y="66"/>
                      <a:pt x="108" y="58"/>
                    </a:cubicBezTo>
                    <a:cubicBezTo>
                      <a:pt x="116" y="33"/>
                      <a:pt x="100" y="8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5" name="Google Shape;1935;p2"/>
              <p:cNvSpPr/>
              <p:nvPr/>
            </p:nvSpPr>
            <p:spPr>
              <a:xfrm>
                <a:off x="4283925" y="2574225"/>
                <a:ext cx="3550" cy="6850"/>
              </a:xfrm>
              <a:custGeom>
                <a:rect b="b" l="l" r="r" t="t"/>
                <a:pathLst>
                  <a:path extrusionOk="0" h="274" w="142">
                    <a:moveTo>
                      <a:pt x="80" y="1"/>
                    </a:moveTo>
                    <a:cubicBezTo>
                      <a:pt x="71" y="1"/>
                      <a:pt x="62" y="5"/>
                      <a:pt x="58" y="13"/>
                    </a:cubicBezTo>
                    <a:cubicBezTo>
                      <a:pt x="58" y="13"/>
                      <a:pt x="50" y="21"/>
                      <a:pt x="50" y="21"/>
                    </a:cubicBezTo>
                    <a:cubicBezTo>
                      <a:pt x="42" y="30"/>
                      <a:pt x="42" y="38"/>
                      <a:pt x="42" y="46"/>
                    </a:cubicBezTo>
                    <a:cubicBezTo>
                      <a:pt x="42" y="54"/>
                      <a:pt x="33" y="63"/>
                      <a:pt x="33" y="63"/>
                    </a:cubicBezTo>
                    <a:cubicBezTo>
                      <a:pt x="33" y="88"/>
                      <a:pt x="33" y="104"/>
                      <a:pt x="25" y="129"/>
                    </a:cubicBezTo>
                    <a:cubicBezTo>
                      <a:pt x="25" y="137"/>
                      <a:pt x="25" y="146"/>
                      <a:pt x="25" y="154"/>
                    </a:cubicBezTo>
                    <a:cubicBezTo>
                      <a:pt x="25" y="162"/>
                      <a:pt x="25" y="162"/>
                      <a:pt x="25" y="170"/>
                    </a:cubicBezTo>
                    <a:cubicBezTo>
                      <a:pt x="17" y="187"/>
                      <a:pt x="17" y="204"/>
                      <a:pt x="8" y="220"/>
                    </a:cubicBezTo>
                    <a:cubicBezTo>
                      <a:pt x="0" y="237"/>
                      <a:pt x="17" y="262"/>
                      <a:pt x="33" y="262"/>
                    </a:cubicBezTo>
                    <a:lnTo>
                      <a:pt x="33" y="270"/>
                    </a:lnTo>
                    <a:cubicBezTo>
                      <a:pt x="38" y="272"/>
                      <a:pt x="42" y="273"/>
                      <a:pt x="47" y="273"/>
                    </a:cubicBezTo>
                    <a:cubicBezTo>
                      <a:pt x="59" y="273"/>
                      <a:pt x="71" y="265"/>
                      <a:pt x="83" y="253"/>
                    </a:cubicBezTo>
                    <a:cubicBezTo>
                      <a:pt x="100" y="220"/>
                      <a:pt x="116" y="179"/>
                      <a:pt x="133" y="146"/>
                    </a:cubicBezTo>
                    <a:cubicBezTo>
                      <a:pt x="133" y="137"/>
                      <a:pt x="133" y="129"/>
                      <a:pt x="133" y="121"/>
                    </a:cubicBezTo>
                    <a:cubicBezTo>
                      <a:pt x="133" y="112"/>
                      <a:pt x="141" y="104"/>
                      <a:pt x="141" y="96"/>
                    </a:cubicBezTo>
                    <a:cubicBezTo>
                      <a:pt x="141" y="88"/>
                      <a:pt x="133" y="79"/>
                      <a:pt x="133" y="71"/>
                    </a:cubicBezTo>
                    <a:cubicBezTo>
                      <a:pt x="133" y="46"/>
                      <a:pt x="124" y="30"/>
                      <a:pt x="108" y="13"/>
                    </a:cubicBezTo>
                    <a:cubicBezTo>
                      <a:pt x="100" y="5"/>
                      <a:pt x="89" y="1"/>
                      <a:pt x="8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6" name="Google Shape;1936;p2"/>
              <p:cNvSpPr/>
              <p:nvPr/>
            </p:nvSpPr>
            <p:spPr>
              <a:xfrm>
                <a:off x="4253475" y="2570350"/>
                <a:ext cx="8500" cy="34950"/>
              </a:xfrm>
              <a:custGeom>
                <a:rect b="b" l="l" r="r" t="t"/>
                <a:pathLst>
                  <a:path extrusionOk="0" h="1398" w="340">
                    <a:moveTo>
                      <a:pt x="115" y="1"/>
                    </a:moveTo>
                    <a:cubicBezTo>
                      <a:pt x="98" y="1"/>
                      <a:pt x="82" y="9"/>
                      <a:pt x="75" y="27"/>
                    </a:cubicBezTo>
                    <a:cubicBezTo>
                      <a:pt x="50" y="143"/>
                      <a:pt x="17" y="259"/>
                      <a:pt x="25" y="375"/>
                    </a:cubicBezTo>
                    <a:cubicBezTo>
                      <a:pt x="33" y="499"/>
                      <a:pt x="67" y="607"/>
                      <a:pt x="100" y="723"/>
                    </a:cubicBezTo>
                    <a:cubicBezTo>
                      <a:pt x="125" y="831"/>
                      <a:pt x="100" y="939"/>
                      <a:pt x="83" y="1046"/>
                    </a:cubicBezTo>
                    <a:cubicBezTo>
                      <a:pt x="58" y="1154"/>
                      <a:pt x="0" y="1270"/>
                      <a:pt x="25" y="1369"/>
                    </a:cubicBezTo>
                    <a:cubicBezTo>
                      <a:pt x="25" y="1388"/>
                      <a:pt x="44" y="1397"/>
                      <a:pt x="64" y="1397"/>
                    </a:cubicBezTo>
                    <a:cubicBezTo>
                      <a:pt x="70" y="1397"/>
                      <a:pt x="77" y="1396"/>
                      <a:pt x="83" y="1394"/>
                    </a:cubicBezTo>
                    <a:cubicBezTo>
                      <a:pt x="174" y="1345"/>
                      <a:pt x="224" y="1212"/>
                      <a:pt x="265" y="1121"/>
                    </a:cubicBezTo>
                    <a:cubicBezTo>
                      <a:pt x="315" y="1005"/>
                      <a:pt x="340" y="889"/>
                      <a:pt x="323" y="765"/>
                    </a:cubicBezTo>
                    <a:cubicBezTo>
                      <a:pt x="315" y="640"/>
                      <a:pt x="265" y="524"/>
                      <a:pt x="224" y="408"/>
                    </a:cubicBezTo>
                    <a:cubicBezTo>
                      <a:pt x="191" y="292"/>
                      <a:pt x="158" y="160"/>
                      <a:pt x="158" y="44"/>
                    </a:cubicBezTo>
                    <a:cubicBezTo>
                      <a:pt x="158" y="16"/>
                      <a:pt x="136" y="1"/>
                      <a:pt x="1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7" name="Google Shape;1937;p2"/>
              <p:cNvSpPr/>
              <p:nvPr/>
            </p:nvSpPr>
            <p:spPr>
              <a:xfrm>
                <a:off x="4246000" y="2590800"/>
                <a:ext cx="2100" cy="9500"/>
              </a:xfrm>
              <a:custGeom>
                <a:rect b="b" l="l" r="r" t="t"/>
                <a:pathLst>
                  <a:path extrusionOk="0" h="380" w="84">
                    <a:moveTo>
                      <a:pt x="42" y="0"/>
                    </a:moveTo>
                    <a:cubicBezTo>
                      <a:pt x="24" y="0"/>
                      <a:pt x="5" y="13"/>
                      <a:pt x="1" y="38"/>
                    </a:cubicBezTo>
                    <a:cubicBezTo>
                      <a:pt x="1" y="96"/>
                      <a:pt x="1" y="145"/>
                      <a:pt x="1" y="195"/>
                    </a:cubicBezTo>
                    <a:cubicBezTo>
                      <a:pt x="1" y="228"/>
                      <a:pt x="1" y="253"/>
                      <a:pt x="1" y="278"/>
                    </a:cubicBezTo>
                    <a:cubicBezTo>
                      <a:pt x="1" y="295"/>
                      <a:pt x="1" y="303"/>
                      <a:pt x="1" y="319"/>
                    </a:cubicBezTo>
                    <a:cubicBezTo>
                      <a:pt x="1" y="336"/>
                      <a:pt x="1" y="344"/>
                      <a:pt x="9" y="361"/>
                    </a:cubicBezTo>
                    <a:cubicBezTo>
                      <a:pt x="18" y="373"/>
                      <a:pt x="30" y="380"/>
                      <a:pt x="42" y="380"/>
                    </a:cubicBezTo>
                    <a:cubicBezTo>
                      <a:pt x="55" y="380"/>
                      <a:pt x="67" y="373"/>
                      <a:pt x="76" y="361"/>
                    </a:cubicBezTo>
                    <a:cubicBezTo>
                      <a:pt x="84" y="344"/>
                      <a:pt x="84" y="336"/>
                      <a:pt x="84" y="319"/>
                    </a:cubicBezTo>
                    <a:cubicBezTo>
                      <a:pt x="84" y="303"/>
                      <a:pt x="84" y="295"/>
                      <a:pt x="84" y="278"/>
                    </a:cubicBezTo>
                    <a:cubicBezTo>
                      <a:pt x="84" y="253"/>
                      <a:pt x="84" y="228"/>
                      <a:pt x="84" y="195"/>
                    </a:cubicBezTo>
                    <a:cubicBezTo>
                      <a:pt x="84" y="145"/>
                      <a:pt x="84" y="96"/>
                      <a:pt x="84" y="38"/>
                    </a:cubicBezTo>
                    <a:cubicBezTo>
                      <a:pt x="80" y="13"/>
                      <a:pt x="61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8" name="Google Shape;1938;p2"/>
              <p:cNvSpPr/>
              <p:nvPr/>
            </p:nvSpPr>
            <p:spPr>
              <a:xfrm>
                <a:off x="4181600" y="2556025"/>
                <a:ext cx="5250" cy="10650"/>
              </a:xfrm>
              <a:custGeom>
                <a:rect b="b" l="l" r="r" t="t"/>
                <a:pathLst>
                  <a:path extrusionOk="0" h="426" w="210">
                    <a:moveTo>
                      <a:pt x="150" y="1"/>
                    </a:moveTo>
                    <a:cubicBezTo>
                      <a:pt x="141" y="1"/>
                      <a:pt x="132" y="4"/>
                      <a:pt x="124" y="12"/>
                    </a:cubicBezTo>
                    <a:cubicBezTo>
                      <a:pt x="83" y="53"/>
                      <a:pt x="50" y="103"/>
                      <a:pt x="33" y="153"/>
                    </a:cubicBezTo>
                    <a:cubicBezTo>
                      <a:pt x="17" y="178"/>
                      <a:pt x="8" y="202"/>
                      <a:pt x="8" y="236"/>
                    </a:cubicBezTo>
                    <a:cubicBezTo>
                      <a:pt x="0" y="252"/>
                      <a:pt x="0" y="269"/>
                      <a:pt x="0" y="285"/>
                    </a:cubicBezTo>
                    <a:cubicBezTo>
                      <a:pt x="0" y="302"/>
                      <a:pt x="0" y="310"/>
                      <a:pt x="8" y="327"/>
                    </a:cubicBezTo>
                    <a:cubicBezTo>
                      <a:pt x="8" y="360"/>
                      <a:pt x="17" y="385"/>
                      <a:pt x="42" y="410"/>
                    </a:cubicBezTo>
                    <a:cubicBezTo>
                      <a:pt x="45" y="421"/>
                      <a:pt x="52" y="425"/>
                      <a:pt x="60" y="425"/>
                    </a:cubicBezTo>
                    <a:cubicBezTo>
                      <a:pt x="69" y="425"/>
                      <a:pt x="78" y="419"/>
                      <a:pt x="83" y="410"/>
                    </a:cubicBezTo>
                    <a:cubicBezTo>
                      <a:pt x="91" y="393"/>
                      <a:pt x="91" y="376"/>
                      <a:pt x="91" y="368"/>
                    </a:cubicBezTo>
                    <a:lnTo>
                      <a:pt x="100" y="343"/>
                    </a:lnTo>
                    <a:cubicBezTo>
                      <a:pt x="100" y="343"/>
                      <a:pt x="100" y="335"/>
                      <a:pt x="100" y="335"/>
                    </a:cubicBezTo>
                    <a:cubicBezTo>
                      <a:pt x="100" y="335"/>
                      <a:pt x="100" y="335"/>
                      <a:pt x="100" y="327"/>
                    </a:cubicBezTo>
                    <a:cubicBezTo>
                      <a:pt x="108" y="318"/>
                      <a:pt x="116" y="302"/>
                      <a:pt x="116" y="294"/>
                    </a:cubicBezTo>
                    <a:lnTo>
                      <a:pt x="116" y="285"/>
                    </a:lnTo>
                    <a:cubicBezTo>
                      <a:pt x="116" y="278"/>
                      <a:pt x="116" y="277"/>
                      <a:pt x="116" y="270"/>
                    </a:cubicBezTo>
                    <a:cubicBezTo>
                      <a:pt x="116" y="270"/>
                      <a:pt x="116" y="252"/>
                      <a:pt x="116" y="252"/>
                    </a:cubicBezTo>
                    <a:cubicBezTo>
                      <a:pt x="116" y="244"/>
                      <a:pt x="124" y="236"/>
                      <a:pt x="124" y="227"/>
                    </a:cubicBezTo>
                    <a:cubicBezTo>
                      <a:pt x="141" y="169"/>
                      <a:pt x="158" y="120"/>
                      <a:pt x="191" y="62"/>
                    </a:cubicBezTo>
                    <a:cubicBezTo>
                      <a:pt x="210" y="36"/>
                      <a:pt x="180" y="1"/>
                      <a:pt x="1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9" name="Google Shape;1939;p2"/>
              <p:cNvSpPr/>
              <p:nvPr/>
            </p:nvSpPr>
            <p:spPr>
              <a:xfrm>
                <a:off x="4187400" y="2559825"/>
                <a:ext cx="2925" cy="7600"/>
              </a:xfrm>
              <a:custGeom>
                <a:rect b="b" l="l" r="r" t="t"/>
                <a:pathLst>
                  <a:path extrusionOk="0" h="304" w="117">
                    <a:moveTo>
                      <a:pt x="83" y="1"/>
                    </a:moveTo>
                    <a:cubicBezTo>
                      <a:pt x="58" y="1"/>
                      <a:pt x="42" y="9"/>
                      <a:pt x="33" y="34"/>
                    </a:cubicBezTo>
                    <a:cubicBezTo>
                      <a:pt x="17" y="75"/>
                      <a:pt x="8" y="117"/>
                      <a:pt x="0" y="158"/>
                    </a:cubicBezTo>
                    <a:cubicBezTo>
                      <a:pt x="0" y="183"/>
                      <a:pt x="0" y="200"/>
                      <a:pt x="0" y="216"/>
                    </a:cubicBezTo>
                    <a:cubicBezTo>
                      <a:pt x="0" y="241"/>
                      <a:pt x="8" y="266"/>
                      <a:pt x="17" y="291"/>
                    </a:cubicBezTo>
                    <a:cubicBezTo>
                      <a:pt x="21" y="299"/>
                      <a:pt x="31" y="303"/>
                      <a:pt x="42" y="303"/>
                    </a:cubicBezTo>
                    <a:cubicBezTo>
                      <a:pt x="52" y="303"/>
                      <a:pt x="62" y="299"/>
                      <a:pt x="66" y="291"/>
                    </a:cubicBezTo>
                    <a:cubicBezTo>
                      <a:pt x="75" y="274"/>
                      <a:pt x="75" y="266"/>
                      <a:pt x="75" y="258"/>
                    </a:cubicBezTo>
                    <a:cubicBezTo>
                      <a:pt x="83" y="241"/>
                      <a:pt x="83" y="233"/>
                      <a:pt x="83" y="216"/>
                    </a:cubicBezTo>
                    <a:lnTo>
                      <a:pt x="91" y="216"/>
                    </a:lnTo>
                    <a:cubicBezTo>
                      <a:pt x="91" y="216"/>
                      <a:pt x="91" y="208"/>
                      <a:pt x="91" y="208"/>
                    </a:cubicBezTo>
                    <a:lnTo>
                      <a:pt x="91" y="200"/>
                    </a:lnTo>
                    <a:cubicBezTo>
                      <a:pt x="91" y="191"/>
                      <a:pt x="91" y="183"/>
                      <a:pt x="100" y="166"/>
                    </a:cubicBezTo>
                    <a:cubicBezTo>
                      <a:pt x="100" y="166"/>
                      <a:pt x="100" y="158"/>
                      <a:pt x="100" y="150"/>
                    </a:cubicBezTo>
                    <a:lnTo>
                      <a:pt x="100" y="142"/>
                    </a:lnTo>
                    <a:lnTo>
                      <a:pt x="100" y="133"/>
                    </a:lnTo>
                    <a:cubicBezTo>
                      <a:pt x="100" y="133"/>
                      <a:pt x="100" y="133"/>
                      <a:pt x="100" y="125"/>
                    </a:cubicBezTo>
                    <a:cubicBezTo>
                      <a:pt x="100" y="125"/>
                      <a:pt x="100" y="117"/>
                      <a:pt x="100" y="117"/>
                    </a:cubicBezTo>
                    <a:cubicBezTo>
                      <a:pt x="108" y="92"/>
                      <a:pt x="108" y="75"/>
                      <a:pt x="116" y="59"/>
                    </a:cubicBezTo>
                    <a:cubicBezTo>
                      <a:pt x="116" y="34"/>
                      <a:pt x="108" y="9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0" name="Google Shape;1940;p2"/>
              <p:cNvSpPr/>
              <p:nvPr/>
            </p:nvSpPr>
            <p:spPr>
              <a:xfrm>
                <a:off x="4211300" y="2562050"/>
                <a:ext cx="4900" cy="18250"/>
              </a:xfrm>
              <a:custGeom>
                <a:rect b="b" l="l" r="r" t="t"/>
                <a:pathLst>
                  <a:path extrusionOk="0" h="730" w="196">
                    <a:moveTo>
                      <a:pt x="87" y="1"/>
                    </a:moveTo>
                    <a:cubicBezTo>
                      <a:pt x="58" y="1"/>
                      <a:pt x="27" y="27"/>
                      <a:pt x="38" y="61"/>
                    </a:cubicBezTo>
                    <a:cubicBezTo>
                      <a:pt x="72" y="160"/>
                      <a:pt x="80" y="268"/>
                      <a:pt x="72" y="376"/>
                    </a:cubicBezTo>
                    <a:cubicBezTo>
                      <a:pt x="72" y="434"/>
                      <a:pt x="55" y="483"/>
                      <a:pt x="47" y="533"/>
                    </a:cubicBezTo>
                    <a:cubicBezTo>
                      <a:pt x="30" y="583"/>
                      <a:pt x="14" y="641"/>
                      <a:pt x="5" y="691"/>
                    </a:cubicBezTo>
                    <a:cubicBezTo>
                      <a:pt x="0" y="716"/>
                      <a:pt x="18" y="729"/>
                      <a:pt x="37" y="729"/>
                    </a:cubicBezTo>
                    <a:cubicBezTo>
                      <a:pt x="49" y="729"/>
                      <a:pt x="62" y="725"/>
                      <a:pt x="72" y="715"/>
                    </a:cubicBezTo>
                    <a:cubicBezTo>
                      <a:pt x="163" y="641"/>
                      <a:pt x="188" y="492"/>
                      <a:pt x="188" y="376"/>
                    </a:cubicBezTo>
                    <a:cubicBezTo>
                      <a:pt x="196" y="251"/>
                      <a:pt x="171" y="135"/>
                      <a:pt x="121" y="19"/>
                    </a:cubicBezTo>
                    <a:cubicBezTo>
                      <a:pt x="113" y="6"/>
                      <a:pt x="101" y="1"/>
                      <a:pt x="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1" name="Google Shape;1941;p2"/>
              <p:cNvSpPr/>
              <p:nvPr/>
            </p:nvSpPr>
            <p:spPr>
              <a:xfrm>
                <a:off x="4276675" y="2829400"/>
                <a:ext cx="5200" cy="22425"/>
              </a:xfrm>
              <a:custGeom>
                <a:rect b="b" l="l" r="r" t="t"/>
                <a:pathLst>
                  <a:path extrusionOk="0" h="897" w="208">
                    <a:moveTo>
                      <a:pt x="113" y="0"/>
                    </a:moveTo>
                    <a:cubicBezTo>
                      <a:pt x="89" y="0"/>
                      <a:pt x="63" y="17"/>
                      <a:pt x="50" y="47"/>
                    </a:cubicBezTo>
                    <a:cubicBezTo>
                      <a:pt x="0" y="171"/>
                      <a:pt x="25" y="320"/>
                      <a:pt x="33" y="453"/>
                    </a:cubicBezTo>
                    <a:cubicBezTo>
                      <a:pt x="42" y="519"/>
                      <a:pt x="50" y="585"/>
                      <a:pt x="58" y="652"/>
                    </a:cubicBezTo>
                    <a:cubicBezTo>
                      <a:pt x="75" y="726"/>
                      <a:pt x="83" y="793"/>
                      <a:pt x="91" y="859"/>
                    </a:cubicBezTo>
                    <a:cubicBezTo>
                      <a:pt x="91" y="884"/>
                      <a:pt x="110" y="896"/>
                      <a:pt x="128" y="896"/>
                    </a:cubicBezTo>
                    <a:cubicBezTo>
                      <a:pt x="145" y="896"/>
                      <a:pt x="162" y="884"/>
                      <a:pt x="158" y="859"/>
                    </a:cubicBezTo>
                    <a:cubicBezTo>
                      <a:pt x="158" y="793"/>
                      <a:pt x="149" y="726"/>
                      <a:pt x="158" y="660"/>
                    </a:cubicBezTo>
                    <a:cubicBezTo>
                      <a:pt x="166" y="585"/>
                      <a:pt x="166" y="519"/>
                      <a:pt x="174" y="453"/>
                    </a:cubicBezTo>
                    <a:cubicBezTo>
                      <a:pt x="174" y="320"/>
                      <a:pt x="207" y="171"/>
                      <a:pt x="166" y="47"/>
                    </a:cubicBezTo>
                    <a:cubicBezTo>
                      <a:pt x="158" y="15"/>
                      <a:pt x="136" y="0"/>
                      <a:pt x="1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2" name="Google Shape;1942;p2"/>
              <p:cNvSpPr/>
              <p:nvPr/>
            </p:nvSpPr>
            <p:spPr>
              <a:xfrm>
                <a:off x="4280200" y="2816475"/>
                <a:ext cx="2500" cy="1900"/>
              </a:xfrm>
              <a:custGeom>
                <a:rect b="b" l="l" r="r" t="t"/>
                <a:pathLst>
                  <a:path extrusionOk="0" h="76" w="100">
                    <a:moveTo>
                      <a:pt x="50" y="0"/>
                    </a:moveTo>
                    <a:cubicBezTo>
                      <a:pt x="0" y="0"/>
                      <a:pt x="0" y="75"/>
                      <a:pt x="50" y="75"/>
                    </a:cubicBezTo>
                    <a:cubicBezTo>
                      <a:pt x="99" y="75"/>
                      <a:pt x="99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3" name="Google Shape;1943;p2"/>
              <p:cNvSpPr/>
              <p:nvPr/>
            </p:nvSpPr>
            <p:spPr>
              <a:xfrm>
                <a:off x="4223225" y="2825125"/>
                <a:ext cx="3125" cy="18450"/>
              </a:xfrm>
              <a:custGeom>
                <a:rect b="b" l="l" r="r" t="t"/>
                <a:pathLst>
                  <a:path extrusionOk="0" h="738" w="125">
                    <a:moveTo>
                      <a:pt x="63" y="0"/>
                    </a:moveTo>
                    <a:cubicBezTo>
                      <a:pt x="50" y="0"/>
                      <a:pt x="38" y="7"/>
                      <a:pt x="34" y="19"/>
                    </a:cubicBezTo>
                    <a:cubicBezTo>
                      <a:pt x="1" y="69"/>
                      <a:pt x="1" y="127"/>
                      <a:pt x="1" y="185"/>
                    </a:cubicBezTo>
                    <a:cubicBezTo>
                      <a:pt x="1" y="243"/>
                      <a:pt x="9" y="301"/>
                      <a:pt x="9" y="359"/>
                    </a:cubicBezTo>
                    <a:cubicBezTo>
                      <a:pt x="9" y="475"/>
                      <a:pt x="17" y="591"/>
                      <a:pt x="25" y="707"/>
                    </a:cubicBezTo>
                    <a:cubicBezTo>
                      <a:pt x="25" y="727"/>
                      <a:pt x="42" y="738"/>
                      <a:pt x="60" y="738"/>
                    </a:cubicBezTo>
                    <a:cubicBezTo>
                      <a:pt x="77" y="738"/>
                      <a:pt x="96" y="727"/>
                      <a:pt x="100" y="707"/>
                    </a:cubicBezTo>
                    <a:cubicBezTo>
                      <a:pt x="100" y="591"/>
                      <a:pt x="117" y="475"/>
                      <a:pt x="117" y="359"/>
                    </a:cubicBezTo>
                    <a:cubicBezTo>
                      <a:pt x="117" y="301"/>
                      <a:pt x="125" y="243"/>
                      <a:pt x="125" y="185"/>
                    </a:cubicBezTo>
                    <a:cubicBezTo>
                      <a:pt x="125" y="135"/>
                      <a:pt x="125" y="69"/>
                      <a:pt x="92" y="19"/>
                    </a:cubicBezTo>
                    <a:cubicBezTo>
                      <a:pt x="88" y="7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4" name="Google Shape;1944;p2"/>
              <p:cNvSpPr/>
              <p:nvPr/>
            </p:nvSpPr>
            <p:spPr>
              <a:xfrm>
                <a:off x="4221350" y="2856900"/>
                <a:ext cx="2925" cy="11800"/>
              </a:xfrm>
              <a:custGeom>
                <a:rect b="b" l="l" r="r" t="t"/>
                <a:pathLst>
                  <a:path extrusionOk="0" h="472" w="117">
                    <a:moveTo>
                      <a:pt x="47" y="0"/>
                    </a:moveTo>
                    <a:cubicBezTo>
                      <a:pt x="38" y="0"/>
                      <a:pt x="30" y="4"/>
                      <a:pt x="26" y="16"/>
                    </a:cubicBezTo>
                    <a:cubicBezTo>
                      <a:pt x="1" y="148"/>
                      <a:pt x="26" y="289"/>
                      <a:pt x="34" y="430"/>
                    </a:cubicBezTo>
                    <a:cubicBezTo>
                      <a:pt x="34" y="455"/>
                      <a:pt x="51" y="471"/>
                      <a:pt x="76" y="471"/>
                    </a:cubicBezTo>
                    <a:cubicBezTo>
                      <a:pt x="92" y="471"/>
                      <a:pt x="117" y="455"/>
                      <a:pt x="117" y="430"/>
                    </a:cubicBezTo>
                    <a:cubicBezTo>
                      <a:pt x="109" y="364"/>
                      <a:pt x="109" y="289"/>
                      <a:pt x="100" y="223"/>
                    </a:cubicBezTo>
                    <a:cubicBezTo>
                      <a:pt x="100" y="148"/>
                      <a:pt x="92" y="82"/>
                      <a:pt x="67" y="16"/>
                    </a:cubicBezTo>
                    <a:cubicBezTo>
                      <a:pt x="67" y="7"/>
                      <a:pt x="57" y="0"/>
                      <a:pt x="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5" name="Google Shape;1945;p2"/>
              <p:cNvSpPr/>
              <p:nvPr/>
            </p:nvSpPr>
            <p:spPr>
              <a:xfrm>
                <a:off x="4211425" y="2906025"/>
                <a:ext cx="6025" cy="33975"/>
              </a:xfrm>
              <a:custGeom>
                <a:rect b="b" l="l" r="r" t="t"/>
                <a:pathLst>
                  <a:path extrusionOk="0" h="1359" w="241">
                    <a:moveTo>
                      <a:pt x="77" y="1"/>
                    </a:moveTo>
                    <a:cubicBezTo>
                      <a:pt x="52" y="1"/>
                      <a:pt x="30" y="20"/>
                      <a:pt x="17" y="39"/>
                    </a:cubicBezTo>
                    <a:cubicBezTo>
                      <a:pt x="0" y="89"/>
                      <a:pt x="17" y="139"/>
                      <a:pt x="17" y="188"/>
                    </a:cubicBezTo>
                    <a:cubicBezTo>
                      <a:pt x="17" y="238"/>
                      <a:pt x="25" y="296"/>
                      <a:pt x="33" y="346"/>
                    </a:cubicBezTo>
                    <a:cubicBezTo>
                      <a:pt x="50" y="454"/>
                      <a:pt x="58" y="561"/>
                      <a:pt x="58" y="669"/>
                    </a:cubicBezTo>
                    <a:cubicBezTo>
                      <a:pt x="58" y="884"/>
                      <a:pt x="42" y="1108"/>
                      <a:pt x="17" y="1323"/>
                    </a:cubicBezTo>
                    <a:cubicBezTo>
                      <a:pt x="12" y="1346"/>
                      <a:pt x="35" y="1359"/>
                      <a:pt x="58" y="1359"/>
                    </a:cubicBezTo>
                    <a:cubicBezTo>
                      <a:pt x="77" y="1359"/>
                      <a:pt x="96" y="1350"/>
                      <a:pt x="100" y="1332"/>
                    </a:cubicBezTo>
                    <a:cubicBezTo>
                      <a:pt x="149" y="1100"/>
                      <a:pt x="216" y="884"/>
                      <a:pt x="232" y="644"/>
                    </a:cubicBezTo>
                    <a:cubicBezTo>
                      <a:pt x="241" y="528"/>
                      <a:pt x="241" y="412"/>
                      <a:pt x="224" y="296"/>
                    </a:cubicBezTo>
                    <a:cubicBezTo>
                      <a:pt x="216" y="197"/>
                      <a:pt x="183" y="64"/>
                      <a:pt x="100" y="6"/>
                    </a:cubicBezTo>
                    <a:cubicBezTo>
                      <a:pt x="92" y="2"/>
                      <a:pt x="85" y="1"/>
                      <a:pt x="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6" name="Google Shape;1946;p2"/>
              <p:cNvSpPr/>
              <p:nvPr/>
            </p:nvSpPr>
            <p:spPr>
              <a:xfrm>
                <a:off x="4206450" y="2880275"/>
                <a:ext cx="3550" cy="10175"/>
              </a:xfrm>
              <a:custGeom>
                <a:rect b="b" l="l" r="r" t="t"/>
                <a:pathLst>
                  <a:path extrusionOk="0" h="407" w="142">
                    <a:moveTo>
                      <a:pt x="116" y="0"/>
                    </a:moveTo>
                    <a:cubicBezTo>
                      <a:pt x="100" y="0"/>
                      <a:pt x="83" y="9"/>
                      <a:pt x="75" y="17"/>
                    </a:cubicBezTo>
                    <a:cubicBezTo>
                      <a:pt x="42" y="67"/>
                      <a:pt x="25" y="125"/>
                      <a:pt x="17" y="183"/>
                    </a:cubicBezTo>
                    <a:cubicBezTo>
                      <a:pt x="0" y="241"/>
                      <a:pt x="0" y="299"/>
                      <a:pt x="0" y="357"/>
                    </a:cubicBezTo>
                    <a:cubicBezTo>
                      <a:pt x="0" y="382"/>
                      <a:pt x="17" y="406"/>
                      <a:pt x="42" y="406"/>
                    </a:cubicBezTo>
                    <a:cubicBezTo>
                      <a:pt x="67" y="406"/>
                      <a:pt x="83" y="382"/>
                      <a:pt x="92" y="357"/>
                    </a:cubicBezTo>
                    <a:cubicBezTo>
                      <a:pt x="92" y="307"/>
                      <a:pt x="100" y="257"/>
                      <a:pt x="108" y="199"/>
                    </a:cubicBezTo>
                    <a:cubicBezTo>
                      <a:pt x="125" y="150"/>
                      <a:pt x="133" y="92"/>
                      <a:pt x="141" y="34"/>
                    </a:cubicBezTo>
                    <a:cubicBezTo>
                      <a:pt x="141" y="25"/>
                      <a:pt x="125" y="9"/>
                      <a:pt x="11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7" name="Google Shape;1947;p2"/>
              <p:cNvSpPr/>
              <p:nvPr/>
            </p:nvSpPr>
            <p:spPr>
              <a:xfrm>
                <a:off x="4233250" y="2788400"/>
                <a:ext cx="4075" cy="16475"/>
              </a:xfrm>
              <a:custGeom>
                <a:rect b="b" l="l" r="r" t="t"/>
                <a:pathLst>
                  <a:path extrusionOk="0" h="659" w="163">
                    <a:moveTo>
                      <a:pt x="93" y="0"/>
                    </a:moveTo>
                    <a:cubicBezTo>
                      <a:pt x="79" y="0"/>
                      <a:pt x="65" y="11"/>
                      <a:pt x="55" y="30"/>
                    </a:cubicBezTo>
                    <a:cubicBezTo>
                      <a:pt x="39" y="71"/>
                      <a:pt x="39" y="121"/>
                      <a:pt x="30" y="171"/>
                    </a:cubicBezTo>
                    <a:cubicBezTo>
                      <a:pt x="30" y="212"/>
                      <a:pt x="22" y="262"/>
                      <a:pt x="22" y="312"/>
                    </a:cubicBezTo>
                    <a:cubicBezTo>
                      <a:pt x="22" y="403"/>
                      <a:pt x="14" y="502"/>
                      <a:pt x="6" y="593"/>
                    </a:cubicBezTo>
                    <a:cubicBezTo>
                      <a:pt x="1" y="635"/>
                      <a:pt x="35" y="658"/>
                      <a:pt x="68" y="658"/>
                    </a:cubicBezTo>
                    <a:cubicBezTo>
                      <a:pt x="95" y="658"/>
                      <a:pt x="122" y="643"/>
                      <a:pt x="130" y="610"/>
                    </a:cubicBezTo>
                    <a:lnTo>
                      <a:pt x="130" y="618"/>
                    </a:lnTo>
                    <a:cubicBezTo>
                      <a:pt x="146" y="510"/>
                      <a:pt x="155" y="411"/>
                      <a:pt x="163" y="312"/>
                    </a:cubicBezTo>
                    <a:cubicBezTo>
                      <a:pt x="163" y="262"/>
                      <a:pt x="163" y="220"/>
                      <a:pt x="155" y="171"/>
                    </a:cubicBezTo>
                    <a:cubicBezTo>
                      <a:pt x="155" y="113"/>
                      <a:pt x="146" y="63"/>
                      <a:pt x="122" y="22"/>
                    </a:cubicBezTo>
                    <a:cubicBezTo>
                      <a:pt x="114" y="7"/>
                      <a:pt x="104" y="0"/>
                      <a:pt x="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8" name="Google Shape;1948;p2"/>
              <p:cNvSpPr/>
              <p:nvPr/>
            </p:nvSpPr>
            <p:spPr>
              <a:xfrm>
                <a:off x="4026850" y="2693575"/>
                <a:ext cx="12475" cy="37850"/>
              </a:xfrm>
              <a:custGeom>
                <a:rect b="b" l="l" r="r" t="t"/>
                <a:pathLst>
                  <a:path extrusionOk="0" h="1514" w="499">
                    <a:moveTo>
                      <a:pt x="442" y="0"/>
                    </a:moveTo>
                    <a:cubicBezTo>
                      <a:pt x="430" y="0"/>
                      <a:pt x="417" y="4"/>
                      <a:pt x="407" y="11"/>
                    </a:cubicBezTo>
                    <a:cubicBezTo>
                      <a:pt x="316" y="103"/>
                      <a:pt x="274" y="252"/>
                      <a:pt x="233" y="359"/>
                    </a:cubicBezTo>
                    <a:cubicBezTo>
                      <a:pt x="183" y="484"/>
                      <a:pt x="142" y="608"/>
                      <a:pt x="117" y="732"/>
                    </a:cubicBezTo>
                    <a:cubicBezTo>
                      <a:pt x="84" y="857"/>
                      <a:pt x="59" y="989"/>
                      <a:pt x="51" y="1113"/>
                    </a:cubicBezTo>
                    <a:cubicBezTo>
                      <a:pt x="34" y="1238"/>
                      <a:pt x="1" y="1395"/>
                      <a:pt x="84" y="1495"/>
                    </a:cubicBezTo>
                    <a:cubicBezTo>
                      <a:pt x="96" y="1507"/>
                      <a:pt x="113" y="1513"/>
                      <a:pt x="128" y="1513"/>
                    </a:cubicBezTo>
                    <a:cubicBezTo>
                      <a:pt x="144" y="1513"/>
                      <a:pt x="158" y="1507"/>
                      <a:pt x="167" y="1495"/>
                    </a:cubicBezTo>
                    <a:cubicBezTo>
                      <a:pt x="249" y="1412"/>
                      <a:pt x="241" y="1254"/>
                      <a:pt x="249" y="1147"/>
                    </a:cubicBezTo>
                    <a:cubicBezTo>
                      <a:pt x="266" y="1022"/>
                      <a:pt x="283" y="898"/>
                      <a:pt x="307" y="774"/>
                    </a:cubicBezTo>
                    <a:cubicBezTo>
                      <a:pt x="332" y="649"/>
                      <a:pt x="365" y="533"/>
                      <a:pt x="399" y="409"/>
                    </a:cubicBezTo>
                    <a:cubicBezTo>
                      <a:pt x="432" y="293"/>
                      <a:pt x="490" y="169"/>
                      <a:pt x="498" y="53"/>
                    </a:cubicBezTo>
                    <a:cubicBezTo>
                      <a:pt x="498" y="19"/>
                      <a:pt x="470" y="0"/>
                      <a:pt x="4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9" name="Google Shape;1949;p2"/>
              <p:cNvSpPr/>
              <p:nvPr/>
            </p:nvSpPr>
            <p:spPr>
              <a:xfrm>
                <a:off x="4033900" y="2719325"/>
                <a:ext cx="3550" cy="14025"/>
              </a:xfrm>
              <a:custGeom>
                <a:rect b="b" l="l" r="r" t="t"/>
                <a:pathLst>
                  <a:path extrusionOk="0" h="561" w="142">
                    <a:moveTo>
                      <a:pt x="92" y="1"/>
                    </a:moveTo>
                    <a:cubicBezTo>
                      <a:pt x="59" y="1"/>
                      <a:pt x="42" y="25"/>
                      <a:pt x="42" y="50"/>
                    </a:cubicBezTo>
                    <a:cubicBezTo>
                      <a:pt x="34" y="133"/>
                      <a:pt x="25" y="216"/>
                      <a:pt x="17" y="299"/>
                    </a:cubicBezTo>
                    <a:cubicBezTo>
                      <a:pt x="9" y="373"/>
                      <a:pt x="1" y="456"/>
                      <a:pt x="17" y="539"/>
                    </a:cubicBezTo>
                    <a:cubicBezTo>
                      <a:pt x="21" y="555"/>
                      <a:pt x="32" y="561"/>
                      <a:pt x="44" y="561"/>
                    </a:cubicBezTo>
                    <a:cubicBezTo>
                      <a:pt x="59" y="561"/>
                      <a:pt x="75" y="552"/>
                      <a:pt x="83" y="539"/>
                    </a:cubicBezTo>
                    <a:cubicBezTo>
                      <a:pt x="108" y="465"/>
                      <a:pt x="117" y="373"/>
                      <a:pt x="125" y="299"/>
                    </a:cubicBezTo>
                    <a:cubicBezTo>
                      <a:pt x="133" y="216"/>
                      <a:pt x="133" y="133"/>
                      <a:pt x="141" y="50"/>
                    </a:cubicBezTo>
                    <a:cubicBezTo>
                      <a:pt x="141" y="25"/>
                      <a:pt x="117" y="1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0" name="Google Shape;1950;p2"/>
              <p:cNvSpPr/>
              <p:nvPr/>
            </p:nvSpPr>
            <p:spPr>
              <a:xfrm>
                <a:off x="4040750" y="2723675"/>
                <a:ext cx="3950" cy="15225"/>
              </a:xfrm>
              <a:custGeom>
                <a:rect b="b" l="l" r="r" t="t"/>
                <a:pathLst>
                  <a:path extrusionOk="0" h="609" w="158">
                    <a:moveTo>
                      <a:pt x="99" y="1"/>
                    </a:moveTo>
                    <a:cubicBezTo>
                      <a:pt x="66" y="1"/>
                      <a:pt x="50" y="25"/>
                      <a:pt x="50" y="50"/>
                    </a:cubicBezTo>
                    <a:cubicBezTo>
                      <a:pt x="41" y="141"/>
                      <a:pt x="25" y="233"/>
                      <a:pt x="25" y="315"/>
                    </a:cubicBezTo>
                    <a:cubicBezTo>
                      <a:pt x="17" y="407"/>
                      <a:pt x="0" y="489"/>
                      <a:pt x="17" y="581"/>
                    </a:cubicBezTo>
                    <a:cubicBezTo>
                      <a:pt x="21" y="600"/>
                      <a:pt x="36" y="609"/>
                      <a:pt x="51" y="609"/>
                    </a:cubicBezTo>
                    <a:cubicBezTo>
                      <a:pt x="69" y="609"/>
                      <a:pt x="87" y="598"/>
                      <a:pt x="91" y="581"/>
                    </a:cubicBezTo>
                    <a:cubicBezTo>
                      <a:pt x="124" y="498"/>
                      <a:pt x="124" y="407"/>
                      <a:pt x="133" y="315"/>
                    </a:cubicBezTo>
                    <a:cubicBezTo>
                      <a:pt x="141" y="233"/>
                      <a:pt x="149" y="141"/>
                      <a:pt x="157" y="50"/>
                    </a:cubicBezTo>
                    <a:cubicBezTo>
                      <a:pt x="157" y="25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1" name="Google Shape;1951;p2"/>
              <p:cNvSpPr/>
              <p:nvPr/>
            </p:nvSpPr>
            <p:spPr>
              <a:xfrm>
                <a:off x="4154675" y="2905100"/>
                <a:ext cx="4150" cy="21450"/>
              </a:xfrm>
              <a:custGeom>
                <a:rect b="b" l="l" r="r" t="t"/>
                <a:pathLst>
                  <a:path extrusionOk="0" h="858" w="166">
                    <a:moveTo>
                      <a:pt x="118" y="0"/>
                    </a:moveTo>
                    <a:cubicBezTo>
                      <a:pt x="106" y="0"/>
                      <a:pt x="92" y="6"/>
                      <a:pt x="83" y="18"/>
                    </a:cubicBezTo>
                    <a:lnTo>
                      <a:pt x="91" y="18"/>
                    </a:lnTo>
                    <a:cubicBezTo>
                      <a:pt x="58" y="76"/>
                      <a:pt x="41" y="151"/>
                      <a:pt x="33" y="217"/>
                    </a:cubicBezTo>
                    <a:cubicBezTo>
                      <a:pt x="25" y="275"/>
                      <a:pt x="17" y="341"/>
                      <a:pt x="8" y="408"/>
                    </a:cubicBezTo>
                    <a:cubicBezTo>
                      <a:pt x="0" y="540"/>
                      <a:pt x="8" y="681"/>
                      <a:pt x="17" y="814"/>
                    </a:cubicBezTo>
                    <a:cubicBezTo>
                      <a:pt x="17" y="843"/>
                      <a:pt x="37" y="857"/>
                      <a:pt x="58" y="857"/>
                    </a:cubicBezTo>
                    <a:cubicBezTo>
                      <a:pt x="79" y="857"/>
                      <a:pt x="99" y="843"/>
                      <a:pt x="99" y="814"/>
                    </a:cubicBezTo>
                    <a:cubicBezTo>
                      <a:pt x="99" y="681"/>
                      <a:pt x="108" y="549"/>
                      <a:pt x="124" y="424"/>
                    </a:cubicBezTo>
                    <a:cubicBezTo>
                      <a:pt x="133" y="358"/>
                      <a:pt x="141" y="292"/>
                      <a:pt x="149" y="225"/>
                    </a:cubicBezTo>
                    <a:cubicBezTo>
                      <a:pt x="157" y="167"/>
                      <a:pt x="166" y="101"/>
                      <a:pt x="157" y="35"/>
                    </a:cubicBezTo>
                    <a:cubicBezTo>
                      <a:pt x="157" y="14"/>
                      <a:pt x="138" y="0"/>
                      <a:pt x="11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2" name="Google Shape;1952;p2"/>
              <p:cNvSpPr/>
              <p:nvPr/>
            </p:nvSpPr>
            <p:spPr>
              <a:xfrm>
                <a:off x="4160775" y="2868750"/>
                <a:ext cx="25200" cy="54225"/>
              </a:xfrm>
              <a:custGeom>
                <a:rect b="b" l="l" r="r" t="t"/>
                <a:pathLst>
                  <a:path extrusionOk="0" h="2169" w="1008">
                    <a:moveTo>
                      <a:pt x="861" y="1"/>
                    </a:moveTo>
                    <a:cubicBezTo>
                      <a:pt x="836" y="1"/>
                      <a:pt x="810" y="18"/>
                      <a:pt x="800" y="47"/>
                    </a:cubicBezTo>
                    <a:cubicBezTo>
                      <a:pt x="767" y="122"/>
                      <a:pt x="759" y="221"/>
                      <a:pt x="734" y="304"/>
                    </a:cubicBezTo>
                    <a:cubicBezTo>
                      <a:pt x="717" y="403"/>
                      <a:pt x="684" y="495"/>
                      <a:pt x="651" y="586"/>
                    </a:cubicBezTo>
                    <a:cubicBezTo>
                      <a:pt x="585" y="768"/>
                      <a:pt x="485" y="934"/>
                      <a:pt x="394" y="1099"/>
                    </a:cubicBezTo>
                    <a:cubicBezTo>
                      <a:pt x="203" y="1423"/>
                      <a:pt x="46" y="1754"/>
                      <a:pt x="5" y="2127"/>
                    </a:cubicBezTo>
                    <a:cubicBezTo>
                      <a:pt x="0" y="2154"/>
                      <a:pt x="22" y="2168"/>
                      <a:pt x="46" y="2168"/>
                    </a:cubicBezTo>
                    <a:cubicBezTo>
                      <a:pt x="67" y="2168"/>
                      <a:pt x="88" y="2158"/>
                      <a:pt x="96" y="2135"/>
                    </a:cubicBezTo>
                    <a:cubicBezTo>
                      <a:pt x="179" y="1754"/>
                      <a:pt x="452" y="1447"/>
                      <a:pt x="643" y="1124"/>
                    </a:cubicBezTo>
                    <a:cubicBezTo>
                      <a:pt x="750" y="959"/>
                      <a:pt x="833" y="785"/>
                      <a:pt x="899" y="602"/>
                    </a:cubicBezTo>
                    <a:cubicBezTo>
                      <a:pt x="957" y="437"/>
                      <a:pt x="1007" y="196"/>
                      <a:pt x="908" y="31"/>
                    </a:cubicBezTo>
                    <a:cubicBezTo>
                      <a:pt x="897" y="10"/>
                      <a:pt x="880" y="1"/>
                      <a:pt x="8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3" name="Google Shape;1953;p2"/>
              <p:cNvSpPr/>
              <p:nvPr/>
            </p:nvSpPr>
            <p:spPr>
              <a:xfrm>
                <a:off x="4167675" y="2842675"/>
                <a:ext cx="6075" cy="29150"/>
              </a:xfrm>
              <a:custGeom>
                <a:rect b="b" l="l" r="r" t="t"/>
                <a:pathLst>
                  <a:path extrusionOk="0" h="1166" w="243">
                    <a:moveTo>
                      <a:pt x="130" y="0"/>
                    </a:moveTo>
                    <a:cubicBezTo>
                      <a:pt x="107" y="0"/>
                      <a:pt x="82" y="20"/>
                      <a:pt x="77" y="46"/>
                    </a:cubicBezTo>
                    <a:cubicBezTo>
                      <a:pt x="68" y="137"/>
                      <a:pt x="85" y="220"/>
                      <a:pt x="85" y="303"/>
                    </a:cubicBezTo>
                    <a:cubicBezTo>
                      <a:pt x="93" y="394"/>
                      <a:pt x="93" y="477"/>
                      <a:pt x="85" y="568"/>
                    </a:cubicBezTo>
                    <a:cubicBezTo>
                      <a:pt x="77" y="742"/>
                      <a:pt x="60" y="916"/>
                      <a:pt x="10" y="1090"/>
                    </a:cubicBezTo>
                    <a:cubicBezTo>
                      <a:pt x="0" y="1135"/>
                      <a:pt x="39" y="1165"/>
                      <a:pt x="76" y="1165"/>
                    </a:cubicBezTo>
                    <a:cubicBezTo>
                      <a:pt x="101" y="1165"/>
                      <a:pt x="125" y="1153"/>
                      <a:pt x="135" y="1123"/>
                    </a:cubicBezTo>
                    <a:lnTo>
                      <a:pt x="126" y="1123"/>
                    </a:lnTo>
                    <a:cubicBezTo>
                      <a:pt x="184" y="941"/>
                      <a:pt x="226" y="759"/>
                      <a:pt x="234" y="568"/>
                    </a:cubicBezTo>
                    <a:cubicBezTo>
                      <a:pt x="242" y="477"/>
                      <a:pt x="234" y="386"/>
                      <a:pt x="226" y="295"/>
                    </a:cubicBezTo>
                    <a:cubicBezTo>
                      <a:pt x="217" y="204"/>
                      <a:pt x="209" y="112"/>
                      <a:pt x="159" y="21"/>
                    </a:cubicBezTo>
                    <a:cubicBezTo>
                      <a:pt x="153" y="6"/>
                      <a:pt x="142" y="0"/>
                      <a:pt x="1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4" name="Google Shape;1954;p2"/>
              <p:cNvSpPr/>
              <p:nvPr/>
            </p:nvSpPr>
            <p:spPr>
              <a:xfrm>
                <a:off x="4189225" y="2818400"/>
                <a:ext cx="7300" cy="33525"/>
              </a:xfrm>
              <a:custGeom>
                <a:rect b="b" l="l" r="r" t="t"/>
                <a:pathLst>
                  <a:path extrusionOk="0" h="1341" w="292">
                    <a:moveTo>
                      <a:pt x="217" y="0"/>
                    </a:moveTo>
                    <a:cubicBezTo>
                      <a:pt x="201" y="0"/>
                      <a:pt x="184" y="10"/>
                      <a:pt x="176" y="31"/>
                    </a:cubicBezTo>
                    <a:cubicBezTo>
                      <a:pt x="143" y="131"/>
                      <a:pt x="151" y="238"/>
                      <a:pt x="143" y="329"/>
                    </a:cubicBezTo>
                    <a:cubicBezTo>
                      <a:pt x="126" y="437"/>
                      <a:pt x="118" y="545"/>
                      <a:pt x="109" y="653"/>
                    </a:cubicBezTo>
                    <a:cubicBezTo>
                      <a:pt x="85" y="868"/>
                      <a:pt x="51" y="1075"/>
                      <a:pt x="10" y="1282"/>
                    </a:cubicBezTo>
                    <a:cubicBezTo>
                      <a:pt x="0" y="1317"/>
                      <a:pt x="26" y="1340"/>
                      <a:pt x="52" y="1340"/>
                    </a:cubicBezTo>
                    <a:cubicBezTo>
                      <a:pt x="69" y="1340"/>
                      <a:pt x="86" y="1330"/>
                      <a:pt x="93" y="1307"/>
                    </a:cubicBezTo>
                    <a:cubicBezTo>
                      <a:pt x="167" y="1100"/>
                      <a:pt x="217" y="893"/>
                      <a:pt x="250" y="677"/>
                    </a:cubicBezTo>
                    <a:cubicBezTo>
                      <a:pt x="267" y="570"/>
                      <a:pt x="275" y="462"/>
                      <a:pt x="283" y="354"/>
                    </a:cubicBezTo>
                    <a:cubicBezTo>
                      <a:pt x="283" y="255"/>
                      <a:pt x="292" y="131"/>
                      <a:pt x="259" y="31"/>
                    </a:cubicBezTo>
                    <a:cubicBezTo>
                      <a:pt x="250" y="10"/>
                      <a:pt x="234" y="0"/>
                      <a:pt x="2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5" name="Google Shape;1955;p2"/>
              <p:cNvSpPr/>
              <p:nvPr/>
            </p:nvSpPr>
            <p:spPr>
              <a:xfrm>
                <a:off x="3984200" y="2714000"/>
                <a:ext cx="9450" cy="44225"/>
              </a:xfrm>
              <a:custGeom>
                <a:rect b="b" l="l" r="r" t="t"/>
                <a:pathLst>
                  <a:path extrusionOk="0" h="1769" w="378">
                    <a:moveTo>
                      <a:pt x="318" y="1"/>
                    </a:moveTo>
                    <a:cubicBezTo>
                      <a:pt x="297" y="1"/>
                      <a:pt x="275" y="12"/>
                      <a:pt x="265" y="40"/>
                    </a:cubicBezTo>
                    <a:cubicBezTo>
                      <a:pt x="174" y="321"/>
                      <a:pt x="75" y="595"/>
                      <a:pt x="42" y="893"/>
                    </a:cubicBezTo>
                    <a:cubicBezTo>
                      <a:pt x="17" y="1158"/>
                      <a:pt x="0" y="1506"/>
                      <a:pt x="174" y="1738"/>
                    </a:cubicBezTo>
                    <a:cubicBezTo>
                      <a:pt x="191" y="1758"/>
                      <a:pt x="219" y="1769"/>
                      <a:pt x="245" y="1769"/>
                    </a:cubicBezTo>
                    <a:cubicBezTo>
                      <a:pt x="284" y="1769"/>
                      <a:pt x="320" y="1746"/>
                      <a:pt x="315" y="1697"/>
                    </a:cubicBezTo>
                    <a:cubicBezTo>
                      <a:pt x="307" y="1564"/>
                      <a:pt x="265" y="1423"/>
                      <a:pt x="249" y="1291"/>
                    </a:cubicBezTo>
                    <a:cubicBezTo>
                      <a:pt x="232" y="1158"/>
                      <a:pt x="232" y="1026"/>
                      <a:pt x="249" y="893"/>
                    </a:cubicBezTo>
                    <a:cubicBezTo>
                      <a:pt x="265" y="620"/>
                      <a:pt x="315" y="338"/>
                      <a:pt x="373" y="64"/>
                    </a:cubicBezTo>
                    <a:cubicBezTo>
                      <a:pt x="378" y="25"/>
                      <a:pt x="348" y="1"/>
                      <a:pt x="3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6" name="Google Shape;1956;p2"/>
              <p:cNvSpPr/>
              <p:nvPr/>
            </p:nvSpPr>
            <p:spPr>
              <a:xfrm>
                <a:off x="3993725" y="2747075"/>
                <a:ext cx="3550" cy="19300"/>
              </a:xfrm>
              <a:custGeom>
                <a:rect b="b" l="l" r="r" t="t"/>
                <a:pathLst>
                  <a:path extrusionOk="0" h="772" w="142">
                    <a:moveTo>
                      <a:pt x="54" y="1"/>
                    </a:moveTo>
                    <a:cubicBezTo>
                      <a:pt x="27" y="1"/>
                      <a:pt x="0" y="17"/>
                      <a:pt x="0" y="51"/>
                    </a:cubicBezTo>
                    <a:cubicBezTo>
                      <a:pt x="9" y="167"/>
                      <a:pt x="9" y="283"/>
                      <a:pt x="17" y="399"/>
                    </a:cubicBezTo>
                    <a:cubicBezTo>
                      <a:pt x="17" y="515"/>
                      <a:pt x="17" y="639"/>
                      <a:pt x="50" y="747"/>
                    </a:cubicBezTo>
                    <a:cubicBezTo>
                      <a:pt x="54" y="763"/>
                      <a:pt x="69" y="771"/>
                      <a:pt x="83" y="771"/>
                    </a:cubicBezTo>
                    <a:cubicBezTo>
                      <a:pt x="98" y="771"/>
                      <a:pt x="112" y="763"/>
                      <a:pt x="116" y="747"/>
                    </a:cubicBezTo>
                    <a:cubicBezTo>
                      <a:pt x="141" y="631"/>
                      <a:pt x="125" y="515"/>
                      <a:pt x="125" y="399"/>
                    </a:cubicBezTo>
                    <a:cubicBezTo>
                      <a:pt x="116" y="283"/>
                      <a:pt x="116" y="167"/>
                      <a:pt x="108" y="51"/>
                    </a:cubicBezTo>
                    <a:cubicBezTo>
                      <a:pt x="108" y="17"/>
                      <a:pt x="81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7" name="Google Shape;1957;p2"/>
              <p:cNvSpPr/>
              <p:nvPr/>
            </p:nvSpPr>
            <p:spPr>
              <a:xfrm>
                <a:off x="3951675" y="2784100"/>
                <a:ext cx="7900" cy="16100"/>
              </a:xfrm>
              <a:custGeom>
                <a:rect b="b" l="l" r="r" t="t"/>
                <a:pathLst>
                  <a:path extrusionOk="0" h="644" w="316">
                    <a:moveTo>
                      <a:pt x="249" y="1"/>
                    </a:moveTo>
                    <a:cubicBezTo>
                      <a:pt x="224" y="1"/>
                      <a:pt x="205" y="17"/>
                      <a:pt x="191" y="44"/>
                    </a:cubicBezTo>
                    <a:lnTo>
                      <a:pt x="91" y="318"/>
                    </a:lnTo>
                    <a:cubicBezTo>
                      <a:pt x="67" y="359"/>
                      <a:pt x="58" y="409"/>
                      <a:pt x="42" y="450"/>
                    </a:cubicBezTo>
                    <a:cubicBezTo>
                      <a:pt x="25" y="500"/>
                      <a:pt x="9" y="542"/>
                      <a:pt x="0" y="591"/>
                    </a:cubicBezTo>
                    <a:cubicBezTo>
                      <a:pt x="0" y="616"/>
                      <a:pt x="17" y="633"/>
                      <a:pt x="42" y="641"/>
                    </a:cubicBezTo>
                    <a:cubicBezTo>
                      <a:pt x="45" y="642"/>
                      <a:pt x="48" y="643"/>
                      <a:pt x="51" y="643"/>
                    </a:cubicBezTo>
                    <a:cubicBezTo>
                      <a:pt x="64" y="643"/>
                      <a:pt x="78" y="630"/>
                      <a:pt x="91" y="616"/>
                    </a:cubicBezTo>
                    <a:cubicBezTo>
                      <a:pt x="116" y="575"/>
                      <a:pt x="133" y="525"/>
                      <a:pt x="158" y="484"/>
                    </a:cubicBezTo>
                    <a:cubicBezTo>
                      <a:pt x="174" y="434"/>
                      <a:pt x="191" y="392"/>
                      <a:pt x="207" y="351"/>
                    </a:cubicBezTo>
                    <a:cubicBezTo>
                      <a:pt x="241" y="260"/>
                      <a:pt x="274" y="169"/>
                      <a:pt x="307" y="78"/>
                    </a:cubicBezTo>
                    <a:cubicBezTo>
                      <a:pt x="315" y="44"/>
                      <a:pt x="299" y="11"/>
                      <a:pt x="265" y="3"/>
                    </a:cubicBezTo>
                    <a:cubicBezTo>
                      <a:pt x="260" y="2"/>
                      <a:pt x="254" y="1"/>
                      <a:pt x="2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8" name="Google Shape;1958;p2"/>
              <p:cNvSpPr/>
              <p:nvPr/>
            </p:nvSpPr>
            <p:spPr>
              <a:xfrm>
                <a:off x="3959125" y="2784725"/>
                <a:ext cx="4575" cy="14050"/>
              </a:xfrm>
              <a:custGeom>
                <a:rect b="b" l="l" r="r" t="t"/>
                <a:pathLst>
                  <a:path extrusionOk="0" h="562" w="183">
                    <a:moveTo>
                      <a:pt x="124" y="1"/>
                    </a:moveTo>
                    <a:cubicBezTo>
                      <a:pt x="97" y="1"/>
                      <a:pt x="74" y="15"/>
                      <a:pt x="67" y="36"/>
                    </a:cubicBezTo>
                    <a:cubicBezTo>
                      <a:pt x="59" y="119"/>
                      <a:pt x="42" y="202"/>
                      <a:pt x="25" y="285"/>
                    </a:cubicBezTo>
                    <a:cubicBezTo>
                      <a:pt x="17" y="326"/>
                      <a:pt x="9" y="367"/>
                      <a:pt x="9" y="409"/>
                    </a:cubicBezTo>
                    <a:cubicBezTo>
                      <a:pt x="1" y="434"/>
                      <a:pt x="1" y="450"/>
                      <a:pt x="1" y="475"/>
                    </a:cubicBezTo>
                    <a:cubicBezTo>
                      <a:pt x="1" y="492"/>
                      <a:pt x="1" y="517"/>
                      <a:pt x="9" y="541"/>
                    </a:cubicBezTo>
                    <a:cubicBezTo>
                      <a:pt x="9" y="555"/>
                      <a:pt x="21" y="561"/>
                      <a:pt x="35" y="561"/>
                    </a:cubicBezTo>
                    <a:cubicBezTo>
                      <a:pt x="47" y="561"/>
                      <a:pt x="59" y="557"/>
                      <a:pt x="67" y="550"/>
                    </a:cubicBezTo>
                    <a:cubicBezTo>
                      <a:pt x="83" y="508"/>
                      <a:pt x="100" y="475"/>
                      <a:pt x="108" y="434"/>
                    </a:cubicBezTo>
                    <a:cubicBezTo>
                      <a:pt x="117" y="392"/>
                      <a:pt x="133" y="351"/>
                      <a:pt x="133" y="309"/>
                    </a:cubicBezTo>
                    <a:cubicBezTo>
                      <a:pt x="150" y="235"/>
                      <a:pt x="166" y="152"/>
                      <a:pt x="175" y="69"/>
                    </a:cubicBezTo>
                    <a:cubicBezTo>
                      <a:pt x="183" y="36"/>
                      <a:pt x="175" y="11"/>
                      <a:pt x="141" y="3"/>
                    </a:cubicBezTo>
                    <a:cubicBezTo>
                      <a:pt x="136" y="1"/>
                      <a:pt x="130" y="1"/>
                      <a:pt x="1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9" name="Google Shape;1959;p2"/>
              <p:cNvSpPr/>
              <p:nvPr/>
            </p:nvSpPr>
            <p:spPr>
              <a:xfrm>
                <a:off x="4015875" y="2844250"/>
                <a:ext cx="18050" cy="87450"/>
              </a:xfrm>
              <a:custGeom>
                <a:rect b="b" l="l" r="r" t="t"/>
                <a:pathLst>
                  <a:path extrusionOk="0" h="3498" w="722">
                    <a:moveTo>
                      <a:pt x="195" y="0"/>
                    </a:moveTo>
                    <a:cubicBezTo>
                      <a:pt x="173" y="0"/>
                      <a:pt x="154" y="11"/>
                      <a:pt x="150" y="33"/>
                    </a:cubicBezTo>
                    <a:cubicBezTo>
                      <a:pt x="67" y="447"/>
                      <a:pt x="1" y="845"/>
                      <a:pt x="17" y="1267"/>
                    </a:cubicBezTo>
                    <a:cubicBezTo>
                      <a:pt x="17" y="1466"/>
                      <a:pt x="34" y="1673"/>
                      <a:pt x="67" y="1872"/>
                    </a:cubicBezTo>
                    <a:cubicBezTo>
                      <a:pt x="100" y="2071"/>
                      <a:pt x="158" y="2287"/>
                      <a:pt x="266" y="2461"/>
                    </a:cubicBezTo>
                    <a:cubicBezTo>
                      <a:pt x="281" y="2479"/>
                      <a:pt x="303" y="2488"/>
                      <a:pt x="323" y="2488"/>
                    </a:cubicBezTo>
                    <a:cubicBezTo>
                      <a:pt x="349" y="2488"/>
                      <a:pt x="373" y="2475"/>
                      <a:pt x="382" y="2452"/>
                    </a:cubicBezTo>
                    <a:cubicBezTo>
                      <a:pt x="398" y="2593"/>
                      <a:pt x="415" y="2742"/>
                      <a:pt x="440" y="2883"/>
                    </a:cubicBezTo>
                    <a:cubicBezTo>
                      <a:pt x="456" y="2983"/>
                      <a:pt x="473" y="3082"/>
                      <a:pt x="498" y="3181"/>
                    </a:cubicBezTo>
                    <a:cubicBezTo>
                      <a:pt x="523" y="3281"/>
                      <a:pt x="539" y="3388"/>
                      <a:pt x="597" y="3471"/>
                    </a:cubicBezTo>
                    <a:cubicBezTo>
                      <a:pt x="608" y="3489"/>
                      <a:pt x="627" y="3498"/>
                      <a:pt x="645" y="3498"/>
                    </a:cubicBezTo>
                    <a:cubicBezTo>
                      <a:pt x="669" y="3498"/>
                      <a:pt x="692" y="3483"/>
                      <a:pt x="697" y="3455"/>
                    </a:cubicBezTo>
                    <a:cubicBezTo>
                      <a:pt x="722" y="3372"/>
                      <a:pt x="705" y="3281"/>
                      <a:pt x="697" y="3190"/>
                    </a:cubicBezTo>
                    <a:cubicBezTo>
                      <a:pt x="688" y="3090"/>
                      <a:pt x="672" y="2999"/>
                      <a:pt x="664" y="2900"/>
                    </a:cubicBezTo>
                    <a:cubicBezTo>
                      <a:pt x="639" y="2701"/>
                      <a:pt x="606" y="2502"/>
                      <a:pt x="581" y="2303"/>
                    </a:cubicBezTo>
                    <a:cubicBezTo>
                      <a:pt x="539" y="1914"/>
                      <a:pt x="514" y="1508"/>
                      <a:pt x="572" y="1118"/>
                    </a:cubicBezTo>
                    <a:cubicBezTo>
                      <a:pt x="577" y="1079"/>
                      <a:pt x="544" y="1051"/>
                      <a:pt x="513" y="1051"/>
                    </a:cubicBezTo>
                    <a:cubicBezTo>
                      <a:pt x="491" y="1051"/>
                      <a:pt x="471" y="1063"/>
                      <a:pt x="465" y="1093"/>
                    </a:cubicBezTo>
                    <a:cubicBezTo>
                      <a:pt x="365" y="1491"/>
                      <a:pt x="340" y="1881"/>
                      <a:pt x="374" y="2287"/>
                    </a:cubicBezTo>
                    <a:lnTo>
                      <a:pt x="374" y="2295"/>
                    </a:lnTo>
                    <a:cubicBezTo>
                      <a:pt x="349" y="2146"/>
                      <a:pt x="316" y="1997"/>
                      <a:pt x="282" y="1839"/>
                    </a:cubicBezTo>
                    <a:cubicBezTo>
                      <a:pt x="249" y="1649"/>
                      <a:pt x="233" y="1450"/>
                      <a:pt x="224" y="1251"/>
                    </a:cubicBezTo>
                    <a:cubicBezTo>
                      <a:pt x="208" y="853"/>
                      <a:pt x="216" y="447"/>
                      <a:pt x="249" y="49"/>
                    </a:cubicBezTo>
                    <a:cubicBezTo>
                      <a:pt x="249" y="17"/>
                      <a:pt x="221" y="0"/>
                      <a:pt x="19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0" name="Google Shape;1960;p2"/>
              <p:cNvSpPr/>
              <p:nvPr/>
            </p:nvSpPr>
            <p:spPr>
              <a:xfrm>
                <a:off x="4034725" y="2908900"/>
                <a:ext cx="3750" cy="22150"/>
              </a:xfrm>
              <a:custGeom>
                <a:rect b="b" l="l" r="r" t="t"/>
                <a:pathLst>
                  <a:path extrusionOk="0" h="886" w="150">
                    <a:moveTo>
                      <a:pt x="60" y="1"/>
                    </a:moveTo>
                    <a:cubicBezTo>
                      <a:pt x="30" y="1"/>
                      <a:pt x="1" y="20"/>
                      <a:pt x="1" y="57"/>
                    </a:cubicBezTo>
                    <a:cubicBezTo>
                      <a:pt x="9" y="189"/>
                      <a:pt x="17" y="314"/>
                      <a:pt x="17" y="446"/>
                    </a:cubicBezTo>
                    <a:cubicBezTo>
                      <a:pt x="17" y="579"/>
                      <a:pt x="26" y="703"/>
                      <a:pt x="26" y="836"/>
                    </a:cubicBezTo>
                    <a:cubicBezTo>
                      <a:pt x="26" y="869"/>
                      <a:pt x="50" y="885"/>
                      <a:pt x="76" y="885"/>
                    </a:cubicBezTo>
                    <a:cubicBezTo>
                      <a:pt x="102" y="885"/>
                      <a:pt x="129" y="869"/>
                      <a:pt x="133" y="836"/>
                    </a:cubicBezTo>
                    <a:cubicBezTo>
                      <a:pt x="142" y="703"/>
                      <a:pt x="150" y="579"/>
                      <a:pt x="150" y="446"/>
                    </a:cubicBezTo>
                    <a:cubicBezTo>
                      <a:pt x="142" y="314"/>
                      <a:pt x="133" y="189"/>
                      <a:pt x="125" y="57"/>
                    </a:cubicBezTo>
                    <a:cubicBezTo>
                      <a:pt x="121" y="20"/>
                      <a:pt x="90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1" name="Google Shape;1961;p2"/>
              <p:cNvSpPr/>
              <p:nvPr/>
            </p:nvSpPr>
            <p:spPr>
              <a:xfrm>
                <a:off x="4070975" y="2892025"/>
                <a:ext cx="2925" cy="19450"/>
              </a:xfrm>
              <a:custGeom>
                <a:rect b="b" l="l" r="r" t="t"/>
                <a:pathLst>
                  <a:path extrusionOk="0" h="778" w="117">
                    <a:moveTo>
                      <a:pt x="59" y="1"/>
                    </a:moveTo>
                    <a:cubicBezTo>
                      <a:pt x="38" y="1"/>
                      <a:pt x="17" y="15"/>
                      <a:pt x="17" y="44"/>
                    </a:cubicBezTo>
                    <a:cubicBezTo>
                      <a:pt x="9" y="160"/>
                      <a:pt x="9" y="284"/>
                      <a:pt x="1" y="409"/>
                    </a:cubicBezTo>
                    <a:cubicBezTo>
                      <a:pt x="1" y="525"/>
                      <a:pt x="9" y="641"/>
                      <a:pt x="34" y="765"/>
                    </a:cubicBezTo>
                    <a:cubicBezTo>
                      <a:pt x="38" y="773"/>
                      <a:pt x="48" y="777"/>
                      <a:pt x="59" y="777"/>
                    </a:cubicBezTo>
                    <a:cubicBezTo>
                      <a:pt x="69" y="777"/>
                      <a:pt x="79" y="773"/>
                      <a:pt x="84" y="765"/>
                    </a:cubicBezTo>
                    <a:cubicBezTo>
                      <a:pt x="108" y="641"/>
                      <a:pt x="117" y="525"/>
                      <a:pt x="108" y="409"/>
                    </a:cubicBezTo>
                    <a:cubicBezTo>
                      <a:pt x="108" y="284"/>
                      <a:pt x="100" y="160"/>
                      <a:pt x="100" y="44"/>
                    </a:cubicBezTo>
                    <a:cubicBezTo>
                      <a:pt x="100" y="15"/>
                      <a:pt x="79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2" name="Google Shape;1962;p2"/>
              <p:cNvSpPr/>
              <p:nvPr/>
            </p:nvSpPr>
            <p:spPr>
              <a:xfrm>
                <a:off x="4081350" y="2893400"/>
                <a:ext cx="2900" cy="16125"/>
              </a:xfrm>
              <a:custGeom>
                <a:rect b="b" l="l" r="r" t="t"/>
                <a:pathLst>
                  <a:path extrusionOk="0" h="645" w="116">
                    <a:moveTo>
                      <a:pt x="60" y="0"/>
                    </a:moveTo>
                    <a:cubicBezTo>
                      <a:pt x="33" y="0"/>
                      <a:pt x="4" y="17"/>
                      <a:pt x="0" y="47"/>
                    </a:cubicBezTo>
                    <a:cubicBezTo>
                      <a:pt x="0" y="147"/>
                      <a:pt x="0" y="246"/>
                      <a:pt x="0" y="345"/>
                    </a:cubicBezTo>
                    <a:cubicBezTo>
                      <a:pt x="0" y="387"/>
                      <a:pt x="8" y="437"/>
                      <a:pt x="8" y="486"/>
                    </a:cubicBezTo>
                    <a:lnTo>
                      <a:pt x="17" y="486"/>
                    </a:lnTo>
                    <a:cubicBezTo>
                      <a:pt x="17" y="536"/>
                      <a:pt x="25" y="586"/>
                      <a:pt x="50" y="627"/>
                    </a:cubicBezTo>
                    <a:cubicBezTo>
                      <a:pt x="54" y="639"/>
                      <a:pt x="65" y="645"/>
                      <a:pt x="76" y="645"/>
                    </a:cubicBezTo>
                    <a:cubicBezTo>
                      <a:pt x="89" y="645"/>
                      <a:pt x="103" y="637"/>
                      <a:pt x="108" y="619"/>
                    </a:cubicBezTo>
                    <a:cubicBezTo>
                      <a:pt x="116" y="577"/>
                      <a:pt x="116" y="528"/>
                      <a:pt x="108" y="478"/>
                    </a:cubicBezTo>
                    <a:cubicBezTo>
                      <a:pt x="108" y="437"/>
                      <a:pt x="108" y="387"/>
                      <a:pt x="108" y="337"/>
                    </a:cubicBezTo>
                    <a:cubicBezTo>
                      <a:pt x="99" y="246"/>
                      <a:pt x="99" y="147"/>
                      <a:pt x="108" y="47"/>
                    </a:cubicBezTo>
                    <a:cubicBezTo>
                      <a:pt x="108" y="15"/>
                      <a:pt x="84" y="0"/>
                      <a:pt x="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3" name="Google Shape;1963;p2"/>
              <p:cNvSpPr/>
              <p:nvPr/>
            </p:nvSpPr>
            <p:spPr>
              <a:xfrm>
                <a:off x="4137675" y="2892475"/>
                <a:ext cx="3550" cy="22250"/>
              </a:xfrm>
              <a:custGeom>
                <a:rect b="b" l="l" r="r" t="t"/>
                <a:pathLst>
                  <a:path extrusionOk="0" h="890" w="142">
                    <a:moveTo>
                      <a:pt x="52" y="1"/>
                    </a:moveTo>
                    <a:cubicBezTo>
                      <a:pt x="31" y="1"/>
                      <a:pt x="9" y="16"/>
                      <a:pt x="9" y="43"/>
                    </a:cubicBezTo>
                    <a:cubicBezTo>
                      <a:pt x="1" y="150"/>
                      <a:pt x="1" y="258"/>
                      <a:pt x="9" y="366"/>
                    </a:cubicBezTo>
                    <a:cubicBezTo>
                      <a:pt x="9" y="474"/>
                      <a:pt x="9" y="581"/>
                      <a:pt x="9" y="689"/>
                    </a:cubicBezTo>
                    <a:cubicBezTo>
                      <a:pt x="9" y="706"/>
                      <a:pt x="9" y="722"/>
                      <a:pt x="17" y="730"/>
                    </a:cubicBezTo>
                    <a:cubicBezTo>
                      <a:pt x="17" y="772"/>
                      <a:pt x="17" y="805"/>
                      <a:pt x="26" y="846"/>
                    </a:cubicBezTo>
                    <a:cubicBezTo>
                      <a:pt x="26" y="875"/>
                      <a:pt x="48" y="890"/>
                      <a:pt x="71" y="890"/>
                    </a:cubicBezTo>
                    <a:cubicBezTo>
                      <a:pt x="94" y="890"/>
                      <a:pt x="117" y="875"/>
                      <a:pt x="117" y="846"/>
                    </a:cubicBezTo>
                    <a:cubicBezTo>
                      <a:pt x="108" y="805"/>
                      <a:pt x="108" y="772"/>
                      <a:pt x="108" y="730"/>
                    </a:cubicBezTo>
                    <a:cubicBezTo>
                      <a:pt x="117" y="722"/>
                      <a:pt x="125" y="706"/>
                      <a:pt x="125" y="697"/>
                    </a:cubicBezTo>
                    <a:cubicBezTo>
                      <a:pt x="133" y="581"/>
                      <a:pt x="142" y="474"/>
                      <a:pt x="142" y="358"/>
                    </a:cubicBezTo>
                    <a:cubicBezTo>
                      <a:pt x="133" y="250"/>
                      <a:pt x="117" y="142"/>
                      <a:pt x="92" y="34"/>
                    </a:cubicBezTo>
                    <a:cubicBezTo>
                      <a:pt x="88" y="12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4" name="Google Shape;1964;p2"/>
              <p:cNvSpPr/>
              <p:nvPr/>
            </p:nvSpPr>
            <p:spPr>
              <a:xfrm>
                <a:off x="4184900" y="3258825"/>
                <a:ext cx="3750" cy="8825"/>
              </a:xfrm>
              <a:custGeom>
                <a:rect b="b" l="l" r="r" t="t"/>
                <a:pathLst>
                  <a:path extrusionOk="0" h="353" w="150">
                    <a:moveTo>
                      <a:pt x="43" y="1"/>
                    </a:moveTo>
                    <a:cubicBezTo>
                      <a:pt x="20" y="1"/>
                      <a:pt x="1" y="18"/>
                      <a:pt x="1" y="46"/>
                    </a:cubicBezTo>
                    <a:cubicBezTo>
                      <a:pt x="1" y="95"/>
                      <a:pt x="17" y="137"/>
                      <a:pt x="34" y="187"/>
                    </a:cubicBezTo>
                    <a:cubicBezTo>
                      <a:pt x="34" y="203"/>
                      <a:pt x="42" y="228"/>
                      <a:pt x="42" y="245"/>
                    </a:cubicBezTo>
                    <a:cubicBezTo>
                      <a:pt x="42" y="245"/>
                      <a:pt x="42" y="253"/>
                      <a:pt x="42" y="261"/>
                    </a:cubicBezTo>
                    <a:lnTo>
                      <a:pt x="42" y="269"/>
                    </a:lnTo>
                    <a:cubicBezTo>
                      <a:pt x="50" y="278"/>
                      <a:pt x="50" y="294"/>
                      <a:pt x="50" y="303"/>
                    </a:cubicBezTo>
                    <a:cubicBezTo>
                      <a:pt x="50" y="327"/>
                      <a:pt x="75" y="352"/>
                      <a:pt x="100" y="352"/>
                    </a:cubicBezTo>
                    <a:cubicBezTo>
                      <a:pt x="125" y="352"/>
                      <a:pt x="150" y="336"/>
                      <a:pt x="150" y="303"/>
                    </a:cubicBezTo>
                    <a:cubicBezTo>
                      <a:pt x="150" y="253"/>
                      <a:pt x="150" y="203"/>
                      <a:pt x="133" y="153"/>
                    </a:cubicBezTo>
                    <a:cubicBezTo>
                      <a:pt x="125" y="104"/>
                      <a:pt x="117" y="54"/>
                      <a:pt x="75" y="13"/>
                    </a:cubicBezTo>
                    <a:cubicBezTo>
                      <a:pt x="65" y="5"/>
                      <a:pt x="53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5" name="Google Shape;1965;p2"/>
              <p:cNvSpPr/>
              <p:nvPr/>
            </p:nvSpPr>
            <p:spPr>
              <a:xfrm>
                <a:off x="4177025" y="3260250"/>
                <a:ext cx="3775" cy="6825"/>
              </a:xfrm>
              <a:custGeom>
                <a:rect b="b" l="l" r="r" t="t"/>
                <a:pathLst>
                  <a:path extrusionOk="0" h="273" w="151">
                    <a:moveTo>
                      <a:pt x="30" y="0"/>
                    </a:moveTo>
                    <a:cubicBezTo>
                      <a:pt x="18" y="0"/>
                      <a:pt x="6" y="6"/>
                      <a:pt x="1" y="22"/>
                    </a:cubicBezTo>
                    <a:cubicBezTo>
                      <a:pt x="1" y="30"/>
                      <a:pt x="1" y="38"/>
                      <a:pt x="1" y="55"/>
                    </a:cubicBezTo>
                    <a:cubicBezTo>
                      <a:pt x="1" y="63"/>
                      <a:pt x="1" y="72"/>
                      <a:pt x="1" y="88"/>
                    </a:cubicBezTo>
                    <a:cubicBezTo>
                      <a:pt x="9" y="105"/>
                      <a:pt x="9" y="121"/>
                      <a:pt x="17" y="138"/>
                    </a:cubicBezTo>
                    <a:cubicBezTo>
                      <a:pt x="26" y="171"/>
                      <a:pt x="42" y="204"/>
                      <a:pt x="51" y="237"/>
                    </a:cubicBezTo>
                    <a:cubicBezTo>
                      <a:pt x="57" y="258"/>
                      <a:pt x="75" y="273"/>
                      <a:pt x="95" y="273"/>
                    </a:cubicBezTo>
                    <a:cubicBezTo>
                      <a:pt x="100" y="273"/>
                      <a:pt x="104" y="272"/>
                      <a:pt x="109" y="270"/>
                    </a:cubicBezTo>
                    <a:cubicBezTo>
                      <a:pt x="133" y="262"/>
                      <a:pt x="150" y="237"/>
                      <a:pt x="142" y="212"/>
                    </a:cubicBezTo>
                    <a:cubicBezTo>
                      <a:pt x="133" y="179"/>
                      <a:pt x="117" y="146"/>
                      <a:pt x="109" y="113"/>
                    </a:cubicBezTo>
                    <a:cubicBezTo>
                      <a:pt x="100" y="96"/>
                      <a:pt x="92" y="80"/>
                      <a:pt x="92" y="63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38"/>
                      <a:pt x="75" y="38"/>
                      <a:pt x="67" y="30"/>
                    </a:cubicBezTo>
                    <a:cubicBezTo>
                      <a:pt x="67" y="22"/>
                      <a:pt x="59" y="14"/>
                      <a:pt x="51" y="5"/>
                    </a:cubicBezTo>
                    <a:cubicBezTo>
                      <a:pt x="45" y="2"/>
                      <a:pt x="37" y="0"/>
                      <a:pt x="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6" name="Google Shape;1966;p2"/>
              <p:cNvSpPr/>
              <p:nvPr/>
            </p:nvSpPr>
            <p:spPr>
              <a:xfrm>
                <a:off x="4130425" y="3175225"/>
                <a:ext cx="6425" cy="12500"/>
              </a:xfrm>
              <a:custGeom>
                <a:rect b="b" l="l" r="r" t="t"/>
                <a:pathLst>
                  <a:path extrusionOk="0" h="500" w="257">
                    <a:moveTo>
                      <a:pt x="34" y="1"/>
                    </a:moveTo>
                    <a:cubicBezTo>
                      <a:pt x="17" y="1"/>
                      <a:pt x="1" y="17"/>
                      <a:pt x="1" y="34"/>
                    </a:cubicBezTo>
                    <a:cubicBezTo>
                      <a:pt x="1" y="125"/>
                      <a:pt x="26" y="208"/>
                      <a:pt x="59" y="291"/>
                    </a:cubicBezTo>
                    <a:cubicBezTo>
                      <a:pt x="92" y="374"/>
                      <a:pt x="133" y="465"/>
                      <a:pt x="224" y="498"/>
                    </a:cubicBezTo>
                    <a:cubicBezTo>
                      <a:pt x="227" y="499"/>
                      <a:pt x="229" y="500"/>
                      <a:pt x="231" y="500"/>
                    </a:cubicBezTo>
                    <a:cubicBezTo>
                      <a:pt x="245" y="500"/>
                      <a:pt x="256" y="479"/>
                      <a:pt x="249" y="465"/>
                    </a:cubicBezTo>
                    <a:cubicBezTo>
                      <a:pt x="241" y="432"/>
                      <a:pt x="216" y="399"/>
                      <a:pt x="200" y="365"/>
                    </a:cubicBezTo>
                    <a:cubicBezTo>
                      <a:pt x="175" y="332"/>
                      <a:pt x="158" y="291"/>
                      <a:pt x="142" y="258"/>
                    </a:cubicBezTo>
                    <a:lnTo>
                      <a:pt x="133" y="258"/>
                    </a:lnTo>
                    <a:cubicBezTo>
                      <a:pt x="100" y="191"/>
                      <a:pt x="84" y="117"/>
                      <a:pt x="75" y="34"/>
                    </a:cubicBezTo>
                    <a:cubicBezTo>
                      <a:pt x="75" y="17"/>
                      <a:pt x="59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7" name="Google Shape;1967;p2"/>
              <p:cNvSpPr/>
              <p:nvPr/>
            </p:nvSpPr>
            <p:spPr>
              <a:xfrm>
                <a:off x="4135200" y="3172950"/>
                <a:ext cx="3125" cy="7075"/>
              </a:xfrm>
              <a:custGeom>
                <a:rect b="b" l="l" r="r" t="t"/>
                <a:pathLst>
                  <a:path extrusionOk="0" h="283" w="125">
                    <a:moveTo>
                      <a:pt x="33" y="1"/>
                    </a:moveTo>
                    <a:cubicBezTo>
                      <a:pt x="9" y="9"/>
                      <a:pt x="0" y="26"/>
                      <a:pt x="0" y="50"/>
                    </a:cubicBezTo>
                    <a:cubicBezTo>
                      <a:pt x="9" y="92"/>
                      <a:pt x="17" y="125"/>
                      <a:pt x="25" y="166"/>
                    </a:cubicBezTo>
                    <a:cubicBezTo>
                      <a:pt x="33" y="183"/>
                      <a:pt x="42" y="200"/>
                      <a:pt x="50" y="216"/>
                    </a:cubicBezTo>
                    <a:cubicBezTo>
                      <a:pt x="58" y="241"/>
                      <a:pt x="67" y="258"/>
                      <a:pt x="83" y="274"/>
                    </a:cubicBezTo>
                    <a:cubicBezTo>
                      <a:pt x="86" y="280"/>
                      <a:pt x="92" y="283"/>
                      <a:pt x="99" y="283"/>
                    </a:cubicBezTo>
                    <a:cubicBezTo>
                      <a:pt x="111" y="283"/>
                      <a:pt x="125" y="274"/>
                      <a:pt x="125" y="258"/>
                    </a:cubicBezTo>
                    <a:cubicBezTo>
                      <a:pt x="116" y="233"/>
                      <a:pt x="116" y="216"/>
                      <a:pt x="108" y="200"/>
                    </a:cubicBezTo>
                    <a:cubicBezTo>
                      <a:pt x="108" y="183"/>
                      <a:pt x="100" y="166"/>
                      <a:pt x="91" y="150"/>
                    </a:cubicBezTo>
                    <a:cubicBezTo>
                      <a:pt x="83" y="108"/>
                      <a:pt x="83" y="84"/>
                      <a:pt x="83" y="42"/>
                    </a:cubicBezTo>
                    <a:cubicBezTo>
                      <a:pt x="75" y="17"/>
                      <a:pt x="58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8" name="Google Shape;1968;p2"/>
              <p:cNvSpPr/>
              <p:nvPr/>
            </p:nvSpPr>
            <p:spPr>
              <a:xfrm>
                <a:off x="4172675" y="3149925"/>
                <a:ext cx="2725" cy="8150"/>
              </a:xfrm>
              <a:custGeom>
                <a:rect b="b" l="l" r="r" t="t"/>
                <a:pathLst>
                  <a:path extrusionOk="0" h="326" w="109">
                    <a:moveTo>
                      <a:pt x="51" y="0"/>
                    </a:moveTo>
                    <a:cubicBezTo>
                      <a:pt x="38" y="0"/>
                      <a:pt x="26" y="6"/>
                      <a:pt x="17" y="19"/>
                    </a:cubicBezTo>
                    <a:cubicBezTo>
                      <a:pt x="17" y="19"/>
                      <a:pt x="17" y="27"/>
                      <a:pt x="9" y="27"/>
                    </a:cubicBezTo>
                    <a:cubicBezTo>
                      <a:pt x="9" y="44"/>
                      <a:pt x="9" y="52"/>
                      <a:pt x="9" y="60"/>
                    </a:cubicBezTo>
                    <a:cubicBezTo>
                      <a:pt x="9" y="68"/>
                      <a:pt x="9" y="77"/>
                      <a:pt x="9" y="85"/>
                    </a:cubicBezTo>
                    <a:cubicBezTo>
                      <a:pt x="1" y="110"/>
                      <a:pt x="1" y="126"/>
                      <a:pt x="1" y="151"/>
                    </a:cubicBezTo>
                    <a:cubicBezTo>
                      <a:pt x="1" y="193"/>
                      <a:pt x="1" y="234"/>
                      <a:pt x="1" y="276"/>
                    </a:cubicBezTo>
                    <a:cubicBezTo>
                      <a:pt x="1" y="300"/>
                      <a:pt x="26" y="325"/>
                      <a:pt x="51" y="325"/>
                    </a:cubicBezTo>
                    <a:cubicBezTo>
                      <a:pt x="84" y="325"/>
                      <a:pt x="109" y="300"/>
                      <a:pt x="109" y="276"/>
                    </a:cubicBezTo>
                    <a:cubicBezTo>
                      <a:pt x="109" y="234"/>
                      <a:pt x="109" y="193"/>
                      <a:pt x="100" y="151"/>
                    </a:cubicBezTo>
                    <a:cubicBezTo>
                      <a:pt x="100" y="126"/>
                      <a:pt x="100" y="110"/>
                      <a:pt x="100" y="85"/>
                    </a:cubicBezTo>
                    <a:cubicBezTo>
                      <a:pt x="100" y="77"/>
                      <a:pt x="100" y="68"/>
                      <a:pt x="100" y="60"/>
                    </a:cubicBezTo>
                    <a:cubicBezTo>
                      <a:pt x="100" y="52"/>
                      <a:pt x="92" y="44"/>
                      <a:pt x="92" y="35"/>
                    </a:cubicBezTo>
                    <a:cubicBezTo>
                      <a:pt x="92" y="27"/>
                      <a:pt x="84" y="19"/>
                      <a:pt x="84" y="19"/>
                    </a:cubicBezTo>
                    <a:cubicBezTo>
                      <a:pt x="75" y="6"/>
                      <a:pt x="63" y="0"/>
                      <a:pt x="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9" name="Google Shape;1969;p2"/>
              <p:cNvSpPr/>
              <p:nvPr/>
            </p:nvSpPr>
            <p:spPr>
              <a:xfrm>
                <a:off x="4177250" y="3150750"/>
                <a:ext cx="2100" cy="9700"/>
              </a:xfrm>
              <a:custGeom>
                <a:rect b="b" l="l" r="r" t="t"/>
                <a:pathLst>
                  <a:path extrusionOk="0" h="388" w="84">
                    <a:moveTo>
                      <a:pt x="42" y="0"/>
                    </a:moveTo>
                    <a:cubicBezTo>
                      <a:pt x="31" y="0"/>
                      <a:pt x="21" y="6"/>
                      <a:pt x="17" y="19"/>
                    </a:cubicBezTo>
                    <a:cubicBezTo>
                      <a:pt x="17" y="44"/>
                      <a:pt x="8" y="69"/>
                      <a:pt x="8" y="102"/>
                    </a:cubicBezTo>
                    <a:cubicBezTo>
                      <a:pt x="8" y="127"/>
                      <a:pt x="0" y="151"/>
                      <a:pt x="0" y="185"/>
                    </a:cubicBezTo>
                    <a:cubicBezTo>
                      <a:pt x="0" y="234"/>
                      <a:pt x="0" y="292"/>
                      <a:pt x="0" y="350"/>
                    </a:cubicBezTo>
                    <a:cubicBezTo>
                      <a:pt x="0" y="375"/>
                      <a:pt x="21" y="388"/>
                      <a:pt x="42" y="388"/>
                    </a:cubicBezTo>
                    <a:cubicBezTo>
                      <a:pt x="62" y="388"/>
                      <a:pt x="83" y="375"/>
                      <a:pt x="83" y="350"/>
                    </a:cubicBezTo>
                    <a:cubicBezTo>
                      <a:pt x="83" y="292"/>
                      <a:pt x="83" y="234"/>
                      <a:pt x="83" y="185"/>
                    </a:cubicBezTo>
                    <a:cubicBezTo>
                      <a:pt x="83" y="151"/>
                      <a:pt x="75" y="127"/>
                      <a:pt x="75" y="102"/>
                    </a:cubicBezTo>
                    <a:cubicBezTo>
                      <a:pt x="75" y="69"/>
                      <a:pt x="66" y="44"/>
                      <a:pt x="66" y="19"/>
                    </a:cubicBezTo>
                    <a:cubicBezTo>
                      <a:pt x="62" y="6"/>
                      <a:pt x="52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0" name="Google Shape;1970;p2"/>
              <p:cNvSpPr/>
              <p:nvPr/>
            </p:nvSpPr>
            <p:spPr>
              <a:xfrm>
                <a:off x="4079050" y="2956700"/>
                <a:ext cx="5200" cy="16275"/>
              </a:xfrm>
              <a:custGeom>
                <a:rect b="b" l="l" r="r" t="t"/>
                <a:pathLst>
                  <a:path extrusionOk="0" h="651" w="208">
                    <a:moveTo>
                      <a:pt x="59" y="1"/>
                    </a:moveTo>
                    <a:cubicBezTo>
                      <a:pt x="34" y="1"/>
                      <a:pt x="17" y="26"/>
                      <a:pt x="17" y="50"/>
                    </a:cubicBezTo>
                    <a:cubicBezTo>
                      <a:pt x="9" y="125"/>
                      <a:pt x="1" y="200"/>
                      <a:pt x="1" y="282"/>
                    </a:cubicBezTo>
                    <a:cubicBezTo>
                      <a:pt x="1" y="357"/>
                      <a:pt x="1" y="440"/>
                      <a:pt x="34" y="514"/>
                    </a:cubicBezTo>
                    <a:cubicBezTo>
                      <a:pt x="42" y="535"/>
                      <a:pt x="57" y="543"/>
                      <a:pt x="71" y="543"/>
                    </a:cubicBezTo>
                    <a:cubicBezTo>
                      <a:pt x="86" y="543"/>
                      <a:pt x="100" y="535"/>
                      <a:pt x="109" y="523"/>
                    </a:cubicBezTo>
                    <a:cubicBezTo>
                      <a:pt x="109" y="556"/>
                      <a:pt x="117" y="589"/>
                      <a:pt x="125" y="622"/>
                    </a:cubicBezTo>
                    <a:cubicBezTo>
                      <a:pt x="131" y="641"/>
                      <a:pt x="147" y="650"/>
                      <a:pt x="161" y="650"/>
                    </a:cubicBezTo>
                    <a:cubicBezTo>
                      <a:pt x="166" y="650"/>
                      <a:pt x="171" y="649"/>
                      <a:pt x="175" y="647"/>
                    </a:cubicBezTo>
                    <a:cubicBezTo>
                      <a:pt x="200" y="647"/>
                      <a:pt x="208" y="622"/>
                      <a:pt x="208" y="597"/>
                    </a:cubicBezTo>
                    <a:cubicBezTo>
                      <a:pt x="183" y="506"/>
                      <a:pt x="183" y="407"/>
                      <a:pt x="191" y="307"/>
                    </a:cubicBezTo>
                    <a:cubicBezTo>
                      <a:pt x="191" y="282"/>
                      <a:pt x="167" y="266"/>
                      <a:pt x="142" y="266"/>
                    </a:cubicBezTo>
                    <a:cubicBezTo>
                      <a:pt x="125" y="266"/>
                      <a:pt x="117" y="274"/>
                      <a:pt x="109" y="282"/>
                    </a:cubicBezTo>
                    <a:lnTo>
                      <a:pt x="109" y="274"/>
                    </a:lnTo>
                    <a:cubicBezTo>
                      <a:pt x="100" y="200"/>
                      <a:pt x="100" y="125"/>
                      <a:pt x="100" y="50"/>
                    </a:cubicBezTo>
                    <a:cubicBezTo>
                      <a:pt x="100" y="26"/>
                      <a:pt x="84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1" name="Google Shape;1971;p2"/>
              <p:cNvSpPr/>
              <p:nvPr/>
            </p:nvSpPr>
            <p:spPr>
              <a:xfrm>
                <a:off x="4190500" y="2793825"/>
                <a:ext cx="3550" cy="7200"/>
              </a:xfrm>
              <a:custGeom>
                <a:rect b="b" l="l" r="r" t="t"/>
                <a:pathLst>
                  <a:path extrusionOk="0" h="288" w="142">
                    <a:moveTo>
                      <a:pt x="35" y="0"/>
                    </a:moveTo>
                    <a:cubicBezTo>
                      <a:pt x="31" y="0"/>
                      <a:pt x="28" y="1"/>
                      <a:pt x="25" y="3"/>
                    </a:cubicBezTo>
                    <a:cubicBezTo>
                      <a:pt x="9" y="3"/>
                      <a:pt x="0" y="20"/>
                      <a:pt x="0" y="37"/>
                    </a:cubicBezTo>
                    <a:cubicBezTo>
                      <a:pt x="0" y="70"/>
                      <a:pt x="0" y="103"/>
                      <a:pt x="0" y="136"/>
                    </a:cubicBezTo>
                    <a:cubicBezTo>
                      <a:pt x="0" y="153"/>
                      <a:pt x="0" y="177"/>
                      <a:pt x="9" y="194"/>
                    </a:cubicBezTo>
                    <a:lnTo>
                      <a:pt x="17" y="244"/>
                    </a:lnTo>
                    <a:cubicBezTo>
                      <a:pt x="24" y="271"/>
                      <a:pt x="53" y="287"/>
                      <a:pt x="78" y="287"/>
                    </a:cubicBezTo>
                    <a:cubicBezTo>
                      <a:pt x="83" y="287"/>
                      <a:pt x="87" y="286"/>
                      <a:pt x="92" y="285"/>
                    </a:cubicBezTo>
                    <a:cubicBezTo>
                      <a:pt x="125" y="277"/>
                      <a:pt x="141" y="244"/>
                      <a:pt x="133" y="219"/>
                    </a:cubicBezTo>
                    <a:cubicBezTo>
                      <a:pt x="125" y="202"/>
                      <a:pt x="125" y="186"/>
                      <a:pt x="125" y="169"/>
                    </a:cubicBezTo>
                    <a:cubicBezTo>
                      <a:pt x="116" y="153"/>
                      <a:pt x="116" y="144"/>
                      <a:pt x="108" y="128"/>
                    </a:cubicBezTo>
                    <a:cubicBezTo>
                      <a:pt x="108" y="128"/>
                      <a:pt x="108" y="128"/>
                      <a:pt x="108" y="119"/>
                    </a:cubicBezTo>
                    <a:cubicBezTo>
                      <a:pt x="108" y="119"/>
                      <a:pt x="100" y="119"/>
                      <a:pt x="100" y="111"/>
                    </a:cubicBezTo>
                    <a:cubicBezTo>
                      <a:pt x="100" y="111"/>
                      <a:pt x="100" y="103"/>
                      <a:pt x="100" y="103"/>
                    </a:cubicBezTo>
                    <a:cubicBezTo>
                      <a:pt x="100" y="103"/>
                      <a:pt x="92" y="95"/>
                      <a:pt x="92" y="95"/>
                    </a:cubicBezTo>
                    <a:cubicBezTo>
                      <a:pt x="92" y="86"/>
                      <a:pt x="92" y="78"/>
                      <a:pt x="83" y="70"/>
                    </a:cubicBezTo>
                    <a:cubicBezTo>
                      <a:pt x="83" y="53"/>
                      <a:pt x="75" y="37"/>
                      <a:pt x="67" y="20"/>
                    </a:cubicBezTo>
                    <a:cubicBezTo>
                      <a:pt x="61" y="8"/>
                      <a:pt x="46" y="0"/>
                      <a:pt x="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2" name="Google Shape;1972;p2"/>
              <p:cNvSpPr/>
              <p:nvPr/>
            </p:nvSpPr>
            <p:spPr>
              <a:xfrm>
                <a:off x="4199000" y="2796450"/>
                <a:ext cx="3325" cy="10525"/>
              </a:xfrm>
              <a:custGeom>
                <a:rect b="b" l="l" r="r" t="t"/>
                <a:pathLst>
                  <a:path extrusionOk="0" h="421" w="133">
                    <a:moveTo>
                      <a:pt x="56" y="1"/>
                    </a:moveTo>
                    <a:cubicBezTo>
                      <a:pt x="44" y="1"/>
                      <a:pt x="33" y="7"/>
                      <a:pt x="25" y="23"/>
                    </a:cubicBezTo>
                    <a:cubicBezTo>
                      <a:pt x="17" y="31"/>
                      <a:pt x="8" y="56"/>
                      <a:pt x="0" y="72"/>
                    </a:cubicBezTo>
                    <a:lnTo>
                      <a:pt x="0" y="105"/>
                    </a:lnTo>
                    <a:lnTo>
                      <a:pt x="0" y="197"/>
                    </a:lnTo>
                    <a:cubicBezTo>
                      <a:pt x="8" y="246"/>
                      <a:pt x="8" y="304"/>
                      <a:pt x="17" y="362"/>
                    </a:cubicBezTo>
                    <a:cubicBezTo>
                      <a:pt x="17" y="395"/>
                      <a:pt x="42" y="420"/>
                      <a:pt x="75" y="420"/>
                    </a:cubicBezTo>
                    <a:cubicBezTo>
                      <a:pt x="108" y="420"/>
                      <a:pt x="133" y="395"/>
                      <a:pt x="133" y="362"/>
                    </a:cubicBezTo>
                    <a:cubicBezTo>
                      <a:pt x="133" y="304"/>
                      <a:pt x="124" y="246"/>
                      <a:pt x="124" y="197"/>
                    </a:cubicBezTo>
                    <a:cubicBezTo>
                      <a:pt x="124" y="180"/>
                      <a:pt x="124" y="172"/>
                      <a:pt x="116" y="163"/>
                    </a:cubicBezTo>
                    <a:lnTo>
                      <a:pt x="124" y="163"/>
                    </a:lnTo>
                    <a:lnTo>
                      <a:pt x="124" y="155"/>
                    </a:lnTo>
                    <a:cubicBezTo>
                      <a:pt x="116" y="139"/>
                      <a:pt x="116" y="122"/>
                      <a:pt x="116" y="114"/>
                    </a:cubicBezTo>
                    <a:cubicBezTo>
                      <a:pt x="116" y="97"/>
                      <a:pt x="116" y="81"/>
                      <a:pt x="108" y="64"/>
                    </a:cubicBezTo>
                    <a:cubicBezTo>
                      <a:pt x="108" y="48"/>
                      <a:pt x="100" y="31"/>
                      <a:pt x="91" y="23"/>
                    </a:cubicBezTo>
                    <a:cubicBezTo>
                      <a:pt x="82" y="9"/>
                      <a:pt x="69" y="1"/>
                      <a:pt x="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3" name="Google Shape;1973;p2"/>
              <p:cNvSpPr/>
              <p:nvPr/>
            </p:nvSpPr>
            <p:spPr>
              <a:xfrm>
                <a:off x="3864050" y="3002750"/>
                <a:ext cx="4700" cy="30775"/>
              </a:xfrm>
              <a:custGeom>
                <a:rect b="b" l="l" r="r" t="t"/>
                <a:pathLst>
                  <a:path extrusionOk="0" h="1231" w="188">
                    <a:moveTo>
                      <a:pt x="139" y="1"/>
                    </a:moveTo>
                    <a:cubicBezTo>
                      <a:pt x="121" y="1"/>
                      <a:pt x="104" y="10"/>
                      <a:pt x="100" y="31"/>
                    </a:cubicBezTo>
                    <a:cubicBezTo>
                      <a:pt x="67" y="222"/>
                      <a:pt x="42" y="421"/>
                      <a:pt x="25" y="611"/>
                    </a:cubicBezTo>
                    <a:cubicBezTo>
                      <a:pt x="17" y="711"/>
                      <a:pt x="9" y="810"/>
                      <a:pt x="9" y="910"/>
                    </a:cubicBezTo>
                    <a:cubicBezTo>
                      <a:pt x="9" y="1001"/>
                      <a:pt x="1" y="1100"/>
                      <a:pt x="17" y="1200"/>
                    </a:cubicBezTo>
                    <a:cubicBezTo>
                      <a:pt x="21" y="1220"/>
                      <a:pt x="40" y="1231"/>
                      <a:pt x="59" y="1231"/>
                    </a:cubicBezTo>
                    <a:cubicBezTo>
                      <a:pt x="77" y="1231"/>
                      <a:pt x="96" y="1220"/>
                      <a:pt x="100" y="1200"/>
                    </a:cubicBezTo>
                    <a:cubicBezTo>
                      <a:pt x="108" y="1108"/>
                      <a:pt x="108" y="1009"/>
                      <a:pt x="117" y="918"/>
                    </a:cubicBezTo>
                    <a:cubicBezTo>
                      <a:pt x="117" y="818"/>
                      <a:pt x="125" y="727"/>
                      <a:pt x="133" y="628"/>
                    </a:cubicBezTo>
                    <a:cubicBezTo>
                      <a:pt x="141" y="429"/>
                      <a:pt x="158" y="238"/>
                      <a:pt x="183" y="40"/>
                    </a:cubicBezTo>
                    <a:cubicBezTo>
                      <a:pt x="187" y="16"/>
                      <a:pt x="163" y="1"/>
                      <a:pt x="1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4" name="Google Shape;1974;p2"/>
              <p:cNvSpPr/>
              <p:nvPr/>
            </p:nvSpPr>
            <p:spPr>
              <a:xfrm>
                <a:off x="4233175" y="2964525"/>
                <a:ext cx="3950" cy="30475"/>
              </a:xfrm>
              <a:custGeom>
                <a:rect b="b" l="l" r="r" t="t"/>
                <a:pathLst>
                  <a:path extrusionOk="0" h="1219" w="158">
                    <a:moveTo>
                      <a:pt x="72" y="1"/>
                    </a:moveTo>
                    <a:cubicBezTo>
                      <a:pt x="58" y="1"/>
                      <a:pt x="46" y="7"/>
                      <a:pt x="42" y="19"/>
                    </a:cubicBezTo>
                    <a:cubicBezTo>
                      <a:pt x="0" y="94"/>
                      <a:pt x="0" y="201"/>
                      <a:pt x="0" y="284"/>
                    </a:cubicBezTo>
                    <a:cubicBezTo>
                      <a:pt x="0" y="384"/>
                      <a:pt x="9" y="483"/>
                      <a:pt x="9" y="591"/>
                    </a:cubicBezTo>
                    <a:cubicBezTo>
                      <a:pt x="17" y="790"/>
                      <a:pt x="25" y="989"/>
                      <a:pt x="17" y="1187"/>
                    </a:cubicBezTo>
                    <a:cubicBezTo>
                      <a:pt x="17" y="1208"/>
                      <a:pt x="35" y="1218"/>
                      <a:pt x="54" y="1218"/>
                    </a:cubicBezTo>
                    <a:cubicBezTo>
                      <a:pt x="73" y="1218"/>
                      <a:pt x="91" y="1208"/>
                      <a:pt x="91" y="1187"/>
                    </a:cubicBezTo>
                    <a:cubicBezTo>
                      <a:pt x="116" y="989"/>
                      <a:pt x="133" y="790"/>
                      <a:pt x="149" y="591"/>
                    </a:cubicBezTo>
                    <a:cubicBezTo>
                      <a:pt x="149" y="491"/>
                      <a:pt x="158" y="392"/>
                      <a:pt x="158" y="293"/>
                    </a:cubicBezTo>
                    <a:cubicBezTo>
                      <a:pt x="149" y="210"/>
                      <a:pt x="149" y="94"/>
                      <a:pt x="108" y="19"/>
                    </a:cubicBezTo>
                    <a:cubicBezTo>
                      <a:pt x="100" y="7"/>
                      <a:pt x="85" y="1"/>
                      <a:pt x="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5" name="Google Shape;1975;p2"/>
              <p:cNvSpPr/>
              <p:nvPr/>
            </p:nvSpPr>
            <p:spPr>
              <a:xfrm>
                <a:off x="4239175" y="2969250"/>
                <a:ext cx="3550" cy="12325"/>
              </a:xfrm>
              <a:custGeom>
                <a:rect b="b" l="l" r="r" t="t"/>
                <a:pathLst>
                  <a:path extrusionOk="0" h="493" w="142">
                    <a:moveTo>
                      <a:pt x="79" y="1"/>
                    </a:moveTo>
                    <a:cubicBezTo>
                      <a:pt x="67" y="1"/>
                      <a:pt x="56" y="9"/>
                      <a:pt x="50" y="21"/>
                    </a:cubicBezTo>
                    <a:cubicBezTo>
                      <a:pt x="42" y="37"/>
                      <a:pt x="34" y="54"/>
                      <a:pt x="25" y="70"/>
                    </a:cubicBezTo>
                    <a:cubicBezTo>
                      <a:pt x="25" y="87"/>
                      <a:pt x="25" y="112"/>
                      <a:pt x="17" y="128"/>
                    </a:cubicBezTo>
                    <a:cubicBezTo>
                      <a:pt x="17" y="162"/>
                      <a:pt x="17" y="195"/>
                      <a:pt x="17" y="228"/>
                    </a:cubicBezTo>
                    <a:cubicBezTo>
                      <a:pt x="9" y="294"/>
                      <a:pt x="9" y="360"/>
                      <a:pt x="1" y="435"/>
                    </a:cubicBezTo>
                    <a:cubicBezTo>
                      <a:pt x="1" y="468"/>
                      <a:pt x="34" y="493"/>
                      <a:pt x="67" y="493"/>
                    </a:cubicBezTo>
                    <a:cubicBezTo>
                      <a:pt x="100" y="493"/>
                      <a:pt x="125" y="468"/>
                      <a:pt x="133" y="435"/>
                    </a:cubicBezTo>
                    <a:cubicBezTo>
                      <a:pt x="133" y="369"/>
                      <a:pt x="141" y="302"/>
                      <a:pt x="141" y="236"/>
                    </a:cubicBezTo>
                    <a:cubicBezTo>
                      <a:pt x="141" y="203"/>
                      <a:pt x="141" y="170"/>
                      <a:pt x="141" y="137"/>
                    </a:cubicBezTo>
                    <a:cubicBezTo>
                      <a:pt x="141" y="120"/>
                      <a:pt x="141" y="104"/>
                      <a:pt x="141" y="87"/>
                    </a:cubicBezTo>
                    <a:cubicBezTo>
                      <a:pt x="141" y="70"/>
                      <a:pt x="133" y="46"/>
                      <a:pt x="125" y="29"/>
                    </a:cubicBezTo>
                    <a:cubicBezTo>
                      <a:pt x="117" y="12"/>
                      <a:pt x="108" y="4"/>
                      <a:pt x="92" y="4"/>
                    </a:cubicBezTo>
                    <a:cubicBezTo>
                      <a:pt x="87" y="2"/>
                      <a:pt x="83" y="1"/>
                      <a:pt x="7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6" name="Google Shape;1976;p2"/>
              <p:cNvSpPr/>
              <p:nvPr/>
            </p:nvSpPr>
            <p:spPr>
              <a:xfrm>
                <a:off x="4269900" y="2924650"/>
                <a:ext cx="6175" cy="24475"/>
              </a:xfrm>
              <a:custGeom>
                <a:rect b="b" l="l" r="r" t="t"/>
                <a:pathLst>
                  <a:path extrusionOk="0" h="979" w="247">
                    <a:moveTo>
                      <a:pt x="198" y="1"/>
                    </a:moveTo>
                    <a:cubicBezTo>
                      <a:pt x="190" y="1"/>
                      <a:pt x="184" y="3"/>
                      <a:pt x="180" y="7"/>
                    </a:cubicBezTo>
                    <a:cubicBezTo>
                      <a:pt x="139" y="23"/>
                      <a:pt x="139" y="56"/>
                      <a:pt x="130" y="90"/>
                    </a:cubicBezTo>
                    <a:cubicBezTo>
                      <a:pt x="122" y="131"/>
                      <a:pt x="114" y="172"/>
                      <a:pt x="106" y="214"/>
                    </a:cubicBezTo>
                    <a:cubicBezTo>
                      <a:pt x="97" y="288"/>
                      <a:pt x="81" y="371"/>
                      <a:pt x="72" y="446"/>
                    </a:cubicBezTo>
                    <a:cubicBezTo>
                      <a:pt x="56" y="603"/>
                      <a:pt x="31" y="769"/>
                      <a:pt x="6" y="926"/>
                    </a:cubicBezTo>
                    <a:cubicBezTo>
                      <a:pt x="1" y="957"/>
                      <a:pt x="31" y="978"/>
                      <a:pt x="56" y="978"/>
                    </a:cubicBezTo>
                    <a:cubicBezTo>
                      <a:pt x="72" y="978"/>
                      <a:pt x="86" y="970"/>
                      <a:pt x="89" y="951"/>
                    </a:cubicBezTo>
                    <a:cubicBezTo>
                      <a:pt x="114" y="786"/>
                      <a:pt x="147" y="628"/>
                      <a:pt x="180" y="462"/>
                    </a:cubicBezTo>
                    <a:cubicBezTo>
                      <a:pt x="197" y="388"/>
                      <a:pt x="205" y="305"/>
                      <a:pt x="222" y="230"/>
                    </a:cubicBezTo>
                    <a:cubicBezTo>
                      <a:pt x="230" y="189"/>
                      <a:pt x="238" y="148"/>
                      <a:pt x="238" y="106"/>
                    </a:cubicBezTo>
                    <a:cubicBezTo>
                      <a:pt x="246" y="73"/>
                      <a:pt x="246" y="40"/>
                      <a:pt x="222" y="7"/>
                    </a:cubicBezTo>
                    <a:cubicBezTo>
                      <a:pt x="213" y="3"/>
                      <a:pt x="205" y="1"/>
                      <a:pt x="1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7" name="Google Shape;1977;p2"/>
              <p:cNvSpPr/>
              <p:nvPr/>
            </p:nvSpPr>
            <p:spPr>
              <a:xfrm>
                <a:off x="4274600" y="2907450"/>
                <a:ext cx="2925" cy="7450"/>
              </a:xfrm>
              <a:custGeom>
                <a:rect b="b" l="l" r="r" t="t"/>
                <a:pathLst>
                  <a:path extrusionOk="0" h="298" w="117">
                    <a:moveTo>
                      <a:pt x="81" y="0"/>
                    </a:moveTo>
                    <a:cubicBezTo>
                      <a:pt x="76" y="0"/>
                      <a:pt x="72" y="2"/>
                      <a:pt x="67" y="7"/>
                    </a:cubicBezTo>
                    <a:cubicBezTo>
                      <a:pt x="50" y="7"/>
                      <a:pt x="50" y="15"/>
                      <a:pt x="42" y="32"/>
                    </a:cubicBezTo>
                    <a:cubicBezTo>
                      <a:pt x="34" y="40"/>
                      <a:pt x="25" y="57"/>
                      <a:pt x="25" y="65"/>
                    </a:cubicBezTo>
                    <a:cubicBezTo>
                      <a:pt x="17" y="82"/>
                      <a:pt x="9" y="107"/>
                      <a:pt x="9" y="123"/>
                    </a:cubicBezTo>
                    <a:cubicBezTo>
                      <a:pt x="0" y="165"/>
                      <a:pt x="0" y="206"/>
                      <a:pt x="0" y="247"/>
                    </a:cubicBezTo>
                    <a:cubicBezTo>
                      <a:pt x="9" y="264"/>
                      <a:pt x="9" y="272"/>
                      <a:pt x="17" y="289"/>
                    </a:cubicBezTo>
                    <a:lnTo>
                      <a:pt x="25" y="281"/>
                    </a:lnTo>
                    <a:cubicBezTo>
                      <a:pt x="34" y="289"/>
                      <a:pt x="50" y="297"/>
                      <a:pt x="58" y="297"/>
                    </a:cubicBezTo>
                    <a:cubicBezTo>
                      <a:pt x="83" y="297"/>
                      <a:pt x="116" y="272"/>
                      <a:pt x="116" y="247"/>
                    </a:cubicBezTo>
                    <a:cubicBezTo>
                      <a:pt x="108" y="206"/>
                      <a:pt x="108" y="173"/>
                      <a:pt x="108" y="131"/>
                    </a:cubicBezTo>
                    <a:cubicBezTo>
                      <a:pt x="108" y="115"/>
                      <a:pt x="108" y="98"/>
                      <a:pt x="116" y="82"/>
                    </a:cubicBezTo>
                    <a:cubicBezTo>
                      <a:pt x="116" y="73"/>
                      <a:pt x="116" y="73"/>
                      <a:pt x="116" y="65"/>
                    </a:cubicBezTo>
                    <a:cubicBezTo>
                      <a:pt x="116" y="57"/>
                      <a:pt x="116" y="57"/>
                      <a:pt x="116" y="57"/>
                    </a:cubicBezTo>
                    <a:cubicBezTo>
                      <a:pt x="116" y="40"/>
                      <a:pt x="108" y="32"/>
                      <a:pt x="108" y="24"/>
                    </a:cubicBezTo>
                    <a:cubicBezTo>
                      <a:pt x="102" y="12"/>
                      <a:pt x="92" y="0"/>
                      <a:pt x="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8" name="Google Shape;1978;p2"/>
              <p:cNvSpPr/>
              <p:nvPr/>
            </p:nvSpPr>
            <p:spPr>
              <a:xfrm>
                <a:off x="4276675" y="2896025"/>
                <a:ext cx="2100" cy="1475"/>
              </a:xfrm>
              <a:custGeom>
                <a:rect b="b" l="l" r="r" t="t"/>
                <a:pathLst>
                  <a:path extrusionOk="0" h="59" w="84">
                    <a:moveTo>
                      <a:pt x="42" y="0"/>
                    </a:moveTo>
                    <a:cubicBezTo>
                      <a:pt x="0" y="0"/>
                      <a:pt x="0" y="58"/>
                      <a:pt x="42" y="58"/>
                    </a:cubicBezTo>
                    <a:cubicBezTo>
                      <a:pt x="83" y="58"/>
                      <a:pt x="83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9" name="Google Shape;1979;p2"/>
              <p:cNvSpPr/>
              <p:nvPr/>
            </p:nvSpPr>
            <p:spPr>
              <a:xfrm>
                <a:off x="4260100" y="2917350"/>
                <a:ext cx="3550" cy="18675"/>
              </a:xfrm>
              <a:custGeom>
                <a:rect b="b" l="l" r="r" t="t"/>
                <a:pathLst>
                  <a:path extrusionOk="0" h="747" w="142">
                    <a:moveTo>
                      <a:pt x="92" y="1"/>
                    </a:moveTo>
                    <a:cubicBezTo>
                      <a:pt x="67" y="1"/>
                      <a:pt x="50" y="17"/>
                      <a:pt x="50" y="42"/>
                    </a:cubicBezTo>
                    <a:cubicBezTo>
                      <a:pt x="34" y="158"/>
                      <a:pt x="25" y="274"/>
                      <a:pt x="17" y="382"/>
                    </a:cubicBezTo>
                    <a:cubicBezTo>
                      <a:pt x="9" y="498"/>
                      <a:pt x="0" y="614"/>
                      <a:pt x="25" y="721"/>
                    </a:cubicBezTo>
                    <a:cubicBezTo>
                      <a:pt x="29" y="738"/>
                      <a:pt x="44" y="746"/>
                      <a:pt x="57" y="746"/>
                    </a:cubicBezTo>
                    <a:cubicBezTo>
                      <a:pt x="71" y="746"/>
                      <a:pt x="83" y="738"/>
                      <a:pt x="83" y="721"/>
                    </a:cubicBezTo>
                    <a:cubicBezTo>
                      <a:pt x="108" y="614"/>
                      <a:pt x="108" y="498"/>
                      <a:pt x="116" y="382"/>
                    </a:cubicBezTo>
                    <a:cubicBezTo>
                      <a:pt x="116" y="274"/>
                      <a:pt x="133" y="158"/>
                      <a:pt x="141" y="42"/>
                    </a:cubicBezTo>
                    <a:cubicBezTo>
                      <a:pt x="141" y="17"/>
                      <a:pt x="116" y="1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0" name="Google Shape;1980;p2"/>
              <p:cNvSpPr/>
              <p:nvPr/>
            </p:nvSpPr>
            <p:spPr>
              <a:xfrm>
                <a:off x="4163150" y="3086175"/>
                <a:ext cx="9975" cy="38325"/>
              </a:xfrm>
              <a:custGeom>
                <a:rect b="b" l="l" r="r" t="t"/>
                <a:pathLst>
                  <a:path extrusionOk="0" h="1533" w="399">
                    <a:moveTo>
                      <a:pt x="117" y="0"/>
                    </a:moveTo>
                    <a:cubicBezTo>
                      <a:pt x="1" y="17"/>
                      <a:pt x="67" y="224"/>
                      <a:pt x="75" y="290"/>
                    </a:cubicBezTo>
                    <a:cubicBezTo>
                      <a:pt x="100" y="423"/>
                      <a:pt x="133" y="547"/>
                      <a:pt x="158" y="680"/>
                    </a:cubicBezTo>
                    <a:cubicBezTo>
                      <a:pt x="183" y="812"/>
                      <a:pt x="208" y="945"/>
                      <a:pt x="224" y="1077"/>
                    </a:cubicBezTo>
                    <a:cubicBezTo>
                      <a:pt x="233" y="1218"/>
                      <a:pt x="266" y="1342"/>
                      <a:pt x="266" y="1483"/>
                    </a:cubicBezTo>
                    <a:cubicBezTo>
                      <a:pt x="266" y="1516"/>
                      <a:pt x="291" y="1533"/>
                      <a:pt x="316" y="1533"/>
                    </a:cubicBezTo>
                    <a:cubicBezTo>
                      <a:pt x="340" y="1533"/>
                      <a:pt x="365" y="1516"/>
                      <a:pt x="365" y="1483"/>
                    </a:cubicBezTo>
                    <a:cubicBezTo>
                      <a:pt x="382" y="1351"/>
                      <a:pt x="398" y="1218"/>
                      <a:pt x="398" y="1077"/>
                    </a:cubicBezTo>
                    <a:cubicBezTo>
                      <a:pt x="398" y="945"/>
                      <a:pt x="390" y="812"/>
                      <a:pt x="374" y="680"/>
                    </a:cubicBezTo>
                    <a:cubicBezTo>
                      <a:pt x="349" y="547"/>
                      <a:pt x="332" y="414"/>
                      <a:pt x="291" y="282"/>
                    </a:cubicBezTo>
                    <a:cubicBezTo>
                      <a:pt x="274" y="216"/>
                      <a:pt x="249" y="158"/>
                      <a:pt x="224" y="100"/>
                    </a:cubicBezTo>
                    <a:cubicBezTo>
                      <a:pt x="200" y="58"/>
                      <a:pt x="175" y="0"/>
                      <a:pt x="1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1" name="Google Shape;1981;p2"/>
              <p:cNvSpPr/>
              <p:nvPr/>
            </p:nvSpPr>
            <p:spPr>
              <a:xfrm>
                <a:off x="4157150" y="3080900"/>
                <a:ext cx="5100" cy="22000"/>
              </a:xfrm>
              <a:custGeom>
                <a:rect b="b" l="l" r="r" t="t"/>
                <a:pathLst>
                  <a:path extrusionOk="0" h="880" w="204">
                    <a:moveTo>
                      <a:pt x="51" y="1"/>
                    </a:moveTo>
                    <a:cubicBezTo>
                      <a:pt x="38" y="1"/>
                      <a:pt x="25" y="7"/>
                      <a:pt x="25" y="21"/>
                    </a:cubicBezTo>
                    <a:cubicBezTo>
                      <a:pt x="0" y="153"/>
                      <a:pt x="34" y="294"/>
                      <a:pt x="50" y="418"/>
                    </a:cubicBezTo>
                    <a:cubicBezTo>
                      <a:pt x="67" y="559"/>
                      <a:pt x="83" y="692"/>
                      <a:pt x="100" y="833"/>
                    </a:cubicBezTo>
                    <a:cubicBezTo>
                      <a:pt x="104" y="863"/>
                      <a:pt x="133" y="879"/>
                      <a:pt x="158" y="879"/>
                    </a:cubicBezTo>
                    <a:cubicBezTo>
                      <a:pt x="182" y="879"/>
                      <a:pt x="203" y="865"/>
                      <a:pt x="199" y="833"/>
                    </a:cubicBezTo>
                    <a:cubicBezTo>
                      <a:pt x="191" y="692"/>
                      <a:pt x="183" y="551"/>
                      <a:pt x="166" y="410"/>
                    </a:cubicBezTo>
                    <a:cubicBezTo>
                      <a:pt x="158" y="277"/>
                      <a:pt x="141" y="128"/>
                      <a:pt x="75" y="12"/>
                    </a:cubicBezTo>
                    <a:cubicBezTo>
                      <a:pt x="71" y="5"/>
                      <a:pt x="61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2" name="Google Shape;1982;p2"/>
              <p:cNvSpPr/>
              <p:nvPr/>
            </p:nvSpPr>
            <p:spPr>
              <a:xfrm>
                <a:off x="4151550" y="3060325"/>
                <a:ext cx="5525" cy="17800"/>
              </a:xfrm>
              <a:custGeom>
                <a:rect b="b" l="l" r="r" t="t"/>
                <a:pathLst>
                  <a:path extrusionOk="0" h="712" w="221">
                    <a:moveTo>
                      <a:pt x="32" y="1"/>
                    </a:moveTo>
                    <a:cubicBezTo>
                      <a:pt x="16" y="1"/>
                      <a:pt x="1" y="12"/>
                      <a:pt x="1" y="32"/>
                    </a:cubicBezTo>
                    <a:cubicBezTo>
                      <a:pt x="9" y="81"/>
                      <a:pt x="26" y="131"/>
                      <a:pt x="34" y="189"/>
                    </a:cubicBezTo>
                    <a:cubicBezTo>
                      <a:pt x="42" y="214"/>
                      <a:pt x="50" y="239"/>
                      <a:pt x="50" y="264"/>
                    </a:cubicBezTo>
                    <a:cubicBezTo>
                      <a:pt x="59" y="288"/>
                      <a:pt x="59" y="322"/>
                      <a:pt x="59" y="346"/>
                    </a:cubicBezTo>
                    <a:cubicBezTo>
                      <a:pt x="84" y="446"/>
                      <a:pt x="100" y="554"/>
                      <a:pt x="108" y="661"/>
                    </a:cubicBezTo>
                    <a:cubicBezTo>
                      <a:pt x="113" y="694"/>
                      <a:pt x="142" y="711"/>
                      <a:pt x="169" y="711"/>
                    </a:cubicBezTo>
                    <a:cubicBezTo>
                      <a:pt x="195" y="711"/>
                      <a:pt x="220" y="694"/>
                      <a:pt x="216" y="661"/>
                    </a:cubicBezTo>
                    <a:cubicBezTo>
                      <a:pt x="216" y="545"/>
                      <a:pt x="208" y="429"/>
                      <a:pt x="183" y="322"/>
                    </a:cubicBezTo>
                    <a:cubicBezTo>
                      <a:pt x="175" y="297"/>
                      <a:pt x="166" y="272"/>
                      <a:pt x="158" y="247"/>
                    </a:cubicBezTo>
                    <a:cubicBezTo>
                      <a:pt x="150" y="222"/>
                      <a:pt x="142" y="197"/>
                      <a:pt x="133" y="164"/>
                    </a:cubicBezTo>
                    <a:cubicBezTo>
                      <a:pt x="108" y="114"/>
                      <a:pt x="92" y="65"/>
                      <a:pt x="59" y="15"/>
                    </a:cubicBezTo>
                    <a:cubicBezTo>
                      <a:pt x="52" y="5"/>
                      <a:pt x="42" y="1"/>
                      <a:pt x="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3" name="Google Shape;1983;p2"/>
              <p:cNvSpPr/>
              <p:nvPr/>
            </p:nvSpPr>
            <p:spPr>
              <a:xfrm>
                <a:off x="4178700" y="2925150"/>
                <a:ext cx="5400" cy="14800"/>
              </a:xfrm>
              <a:custGeom>
                <a:rect b="b" l="l" r="r" t="t"/>
                <a:pathLst>
                  <a:path extrusionOk="0" h="592" w="216">
                    <a:moveTo>
                      <a:pt x="177" y="1"/>
                    </a:moveTo>
                    <a:cubicBezTo>
                      <a:pt x="165" y="1"/>
                      <a:pt x="153" y="10"/>
                      <a:pt x="149" y="28"/>
                    </a:cubicBezTo>
                    <a:cubicBezTo>
                      <a:pt x="116" y="111"/>
                      <a:pt x="100" y="194"/>
                      <a:pt x="83" y="285"/>
                    </a:cubicBezTo>
                    <a:cubicBezTo>
                      <a:pt x="66" y="368"/>
                      <a:pt x="42" y="459"/>
                      <a:pt x="8" y="542"/>
                    </a:cubicBezTo>
                    <a:cubicBezTo>
                      <a:pt x="0" y="558"/>
                      <a:pt x="17" y="583"/>
                      <a:pt x="33" y="592"/>
                    </a:cubicBezTo>
                    <a:cubicBezTo>
                      <a:pt x="58" y="592"/>
                      <a:pt x="75" y="583"/>
                      <a:pt x="83" y="558"/>
                    </a:cubicBezTo>
                    <a:cubicBezTo>
                      <a:pt x="116" y="476"/>
                      <a:pt x="149" y="393"/>
                      <a:pt x="174" y="302"/>
                    </a:cubicBezTo>
                    <a:cubicBezTo>
                      <a:pt x="199" y="219"/>
                      <a:pt x="216" y="128"/>
                      <a:pt x="207" y="36"/>
                    </a:cubicBezTo>
                    <a:cubicBezTo>
                      <a:pt x="207" y="14"/>
                      <a:pt x="192" y="1"/>
                      <a:pt x="1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4" name="Google Shape;1984;p2"/>
              <p:cNvSpPr/>
              <p:nvPr/>
            </p:nvSpPr>
            <p:spPr>
              <a:xfrm>
                <a:off x="4189250" y="2929375"/>
                <a:ext cx="2925" cy="14725"/>
              </a:xfrm>
              <a:custGeom>
                <a:rect b="b" l="l" r="r" t="t"/>
                <a:pathLst>
                  <a:path extrusionOk="0" h="589" w="117">
                    <a:moveTo>
                      <a:pt x="59" y="0"/>
                    </a:moveTo>
                    <a:cubicBezTo>
                      <a:pt x="44" y="0"/>
                      <a:pt x="30" y="8"/>
                      <a:pt x="26" y="25"/>
                    </a:cubicBezTo>
                    <a:cubicBezTo>
                      <a:pt x="9" y="108"/>
                      <a:pt x="9" y="199"/>
                      <a:pt x="1" y="282"/>
                    </a:cubicBezTo>
                    <a:cubicBezTo>
                      <a:pt x="1" y="365"/>
                      <a:pt x="1" y="447"/>
                      <a:pt x="1" y="539"/>
                    </a:cubicBezTo>
                    <a:cubicBezTo>
                      <a:pt x="1" y="572"/>
                      <a:pt x="30" y="588"/>
                      <a:pt x="59" y="588"/>
                    </a:cubicBezTo>
                    <a:cubicBezTo>
                      <a:pt x="88" y="588"/>
                      <a:pt x="117" y="572"/>
                      <a:pt x="117" y="539"/>
                    </a:cubicBezTo>
                    <a:cubicBezTo>
                      <a:pt x="117" y="447"/>
                      <a:pt x="117" y="365"/>
                      <a:pt x="117" y="282"/>
                    </a:cubicBezTo>
                    <a:cubicBezTo>
                      <a:pt x="108" y="199"/>
                      <a:pt x="117" y="108"/>
                      <a:pt x="92" y="25"/>
                    </a:cubicBezTo>
                    <a:cubicBezTo>
                      <a:pt x="88" y="8"/>
                      <a:pt x="73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5" name="Google Shape;1985;p2"/>
              <p:cNvSpPr/>
              <p:nvPr/>
            </p:nvSpPr>
            <p:spPr>
              <a:xfrm>
                <a:off x="4288900" y="2761050"/>
                <a:ext cx="9750" cy="52600"/>
              </a:xfrm>
              <a:custGeom>
                <a:rect b="b" l="l" r="r" t="t"/>
                <a:pathLst>
                  <a:path extrusionOk="0" h="2104" w="390">
                    <a:moveTo>
                      <a:pt x="63" y="0"/>
                    </a:moveTo>
                    <a:cubicBezTo>
                      <a:pt x="34" y="0"/>
                      <a:pt x="8" y="25"/>
                      <a:pt x="8" y="55"/>
                    </a:cubicBezTo>
                    <a:cubicBezTo>
                      <a:pt x="0" y="130"/>
                      <a:pt x="17" y="212"/>
                      <a:pt x="25" y="287"/>
                    </a:cubicBezTo>
                    <a:cubicBezTo>
                      <a:pt x="41" y="370"/>
                      <a:pt x="58" y="453"/>
                      <a:pt x="75" y="536"/>
                    </a:cubicBezTo>
                    <a:cubicBezTo>
                      <a:pt x="108" y="701"/>
                      <a:pt x="141" y="867"/>
                      <a:pt x="157" y="1033"/>
                    </a:cubicBezTo>
                    <a:cubicBezTo>
                      <a:pt x="166" y="1198"/>
                      <a:pt x="174" y="1364"/>
                      <a:pt x="182" y="1530"/>
                    </a:cubicBezTo>
                    <a:cubicBezTo>
                      <a:pt x="182" y="1704"/>
                      <a:pt x="191" y="1878"/>
                      <a:pt x="166" y="2052"/>
                    </a:cubicBezTo>
                    <a:cubicBezTo>
                      <a:pt x="161" y="2082"/>
                      <a:pt x="187" y="2104"/>
                      <a:pt x="212" y="2104"/>
                    </a:cubicBezTo>
                    <a:cubicBezTo>
                      <a:pt x="228" y="2104"/>
                      <a:pt x="242" y="2096"/>
                      <a:pt x="249" y="2077"/>
                    </a:cubicBezTo>
                    <a:cubicBezTo>
                      <a:pt x="290" y="1903"/>
                      <a:pt x="340" y="1737"/>
                      <a:pt x="365" y="1555"/>
                    </a:cubicBezTo>
                    <a:cubicBezTo>
                      <a:pt x="381" y="1381"/>
                      <a:pt x="389" y="1198"/>
                      <a:pt x="373" y="1016"/>
                    </a:cubicBezTo>
                    <a:cubicBezTo>
                      <a:pt x="365" y="842"/>
                      <a:pt x="340" y="668"/>
                      <a:pt x="307" y="502"/>
                    </a:cubicBezTo>
                    <a:cubicBezTo>
                      <a:pt x="273" y="337"/>
                      <a:pt x="215" y="138"/>
                      <a:pt x="99" y="14"/>
                    </a:cubicBezTo>
                    <a:cubicBezTo>
                      <a:pt x="88" y="4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6" name="Google Shape;1986;p2"/>
              <p:cNvSpPr/>
              <p:nvPr/>
            </p:nvSpPr>
            <p:spPr>
              <a:xfrm>
                <a:off x="4281650" y="2735075"/>
                <a:ext cx="2925" cy="8100"/>
              </a:xfrm>
              <a:custGeom>
                <a:rect b="b" l="l" r="r" t="t"/>
                <a:pathLst>
                  <a:path extrusionOk="0" h="324" w="117">
                    <a:moveTo>
                      <a:pt x="58" y="0"/>
                    </a:moveTo>
                    <a:cubicBezTo>
                      <a:pt x="50" y="0"/>
                      <a:pt x="33" y="9"/>
                      <a:pt x="25" y="17"/>
                    </a:cubicBezTo>
                    <a:cubicBezTo>
                      <a:pt x="17" y="25"/>
                      <a:pt x="17" y="33"/>
                      <a:pt x="17" y="50"/>
                    </a:cubicBezTo>
                    <a:cubicBezTo>
                      <a:pt x="17" y="58"/>
                      <a:pt x="8" y="58"/>
                      <a:pt x="8" y="67"/>
                    </a:cubicBezTo>
                    <a:cubicBezTo>
                      <a:pt x="8" y="91"/>
                      <a:pt x="8" y="108"/>
                      <a:pt x="8" y="133"/>
                    </a:cubicBezTo>
                    <a:cubicBezTo>
                      <a:pt x="0" y="183"/>
                      <a:pt x="0" y="224"/>
                      <a:pt x="0" y="265"/>
                    </a:cubicBezTo>
                    <a:cubicBezTo>
                      <a:pt x="0" y="299"/>
                      <a:pt x="33" y="323"/>
                      <a:pt x="58" y="323"/>
                    </a:cubicBezTo>
                    <a:cubicBezTo>
                      <a:pt x="91" y="323"/>
                      <a:pt x="116" y="299"/>
                      <a:pt x="116" y="265"/>
                    </a:cubicBezTo>
                    <a:cubicBezTo>
                      <a:pt x="116" y="224"/>
                      <a:pt x="116" y="174"/>
                      <a:pt x="116" y="133"/>
                    </a:cubicBezTo>
                    <a:cubicBezTo>
                      <a:pt x="116" y="108"/>
                      <a:pt x="108" y="91"/>
                      <a:pt x="108" y="67"/>
                    </a:cubicBezTo>
                    <a:cubicBezTo>
                      <a:pt x="108" y="67"/>
                      <a:pt x="108" y="58"/>
                      <a:pt x="108" y="50"/>
                    </a:cubicBezTo>
                    <a:cubicBezTo>
                      <a:pt x="108" y="42"/>
                      <a:pt x="99" y="25"/>
                      <a:pt x="91" y="17"/>
                    </a:cubicBezTo>
                    <a:cubicBezTo>
                      <a:pt x="83" y="9"/>
                      <a:pt x="75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7" name="Google Shape;1987;p2"/>
              <p:cNvSpPr/>
              <p:nvPr/>
            </p:nvSpPr>
            <p:spPr>
              <a:xfrm>
                <a:off x="4109100" y="2548075"/>
                <a:ext cx="19900" cy="41025"/>
              </a:xfrm>
              <a:custGeom>
                <a:rect b="b" l="l" r="r" t="t"/>
                <a:pathLst>
                  <a:path extrusionOk="0" h="1641" w="796">
                    <a:moveTo>
                      <a:pt x="633" y="1"/>
                    </a:moveTo>
                    <a:cubicBezTo>
                      <a:pt x="599" y="1"/>
                      <a:pt x="561" y="31"/>
                      <a:pt x="572" y="65"/>
                    </a:cubicBezTo>
                    <a:cubicBezTo>
                      <a:pt x="671" y="363"/>
                      <a:pt x="348" y="628"/>
                      <a:pt x="191" y="835"/>
                    </a:cubicBezTo>
                    <a:cubicBezTo>
                      <a:pt x="100" y="951"/>
                      <a:pt x="33" y="1084"/>
                      <a:pt x="17" y="1233"/>
                    </a:cubicBezTo>
                    <a:cubicBezTo>
                      <a:pt x="0" y="1366"/>
                      <a:pt x="0" y="1548"/>
                      <a:pt x="116" y="1631"/>
                    </a:cubicBezTo>
                    <a:cubicBezTo>
                      <a:pt x="126" y="1638"/>
                      <a:pt x="136" y="1641"/>
                      <a:pt x="147" y="1641"/>
                    </a:cubicBezTo>
                    <a:cubicBezTo>
                      <a:pt x="174" y="1641"/>
                      <a:pt x="201" y="1621"/>
                      <a:pt x="207" y="1598"/>
                    </a:cubicBezTo>
                    <a:cubicBezTo>
                      <a:pt x="224" y="1531"/>
                      <a:pt x="199" y="1457"/>
                      <a:pt x="199" y="1382"/>
                    </a:cubicBezTo>
                    <a:cubicBezTo>
                      <a:pt x="191" y="1308"/>
                      <a:pt x="199" y="1241"/>
                      <a:pt x="224" y="1167"/>
                    </a:cubicBezTo>
                    <a:cubicBezTo>
                      <a:pt x="265" y="1026"/>
                      <a:pt x="365" y="910"/>
                      <a:pt x="464" y="794"/>
                    </a:cubicBezTo>
                    <a:cubicBezTo>
                      <a:pt x="647" y="578"/>
                      <a:pt x="796" y="313"/>
                      <a:pt x="671" y="23"/>
                    </a:cubicBezTo>
                    <a:cubicBezTo>
                      <a:pt x="663" y="7"/>
                      <a:pt x="649" y="1"/>
                      <a:pt x="6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8" name="Google Shape;1988;p2"/>
              <p:cNvSpPr/>
              <p:nvPr/>
            </p:nvSpPr>
            <p:spPr>
              <a:xfrm>
                <a:off x="4119875" y="2567950"/>
                <a:ext cx="6425" cy="12675"/>
              </a:xfrm>
              <a:custGeom>
                <a:rect b="b" l="l" r="r" t="t"/>
                <a:pathLst>
                  <a:path extrusionOk="0" h="507" w="257">
                    <a:moveTo>
                      <a:pt x="202" y="1"/>
                    </a:moveTo>
                    <a:cubicBezTo>
                      <a:pt x="182" y="1"/>
                      <a:pt x="161" y="14"/>
                      <a:pt x="149" y="32"/>
                    </a:cubicBezTo>
                    <a:cubicBezTo>
                      <a:pt x="108" y="98"/>
                      <a:pt x="66" y="165"/>
                      <a:pt x="42" y="239"/>
                    </a:cubicBezTo>
                    <a:cubicBezTo>
                      <a:pt x="25" y="314"/>
                      <a:pt x="0" y="388"/>
                      <a:pt x="8" y="471"/>
                    </a:cubicBezTo>
                    <a:cubicBezTo>
                      <a:pt x="8" y="494"/>
                      <a:pt x="26" y="507"/>
                      <a:pt x="44" y="507"/>
                    </a:cubicBezTo>
                    <a:cubicBezTo>
                      <a:pt x="60" y="507"/>
                      <a:pt x="75" y="498"/>
                      <a:pt x="83" y="479"/>
                    </a:cubicBezTo>
                    <a:cubicBezTo>
                      <a:pt x="108" y="413"/>
                      <a:pt x="116" y="339"/>
                      <a:pt x="149" y="272"/>
                    </a:cubicBezTo>
                    <a:cubicBezTo>
                      <a:pt x="174" y="206"/>
                      <a:pt x="207" y="148"/>
                      <a:pt x="240" y="90"/>
                    </a:cubicBezTo>
                    <a:cubicBezTo>
                      <a:pt x="257" y="65"/>
                      <a:pt x="249" y="24"/>
                      <a:pt x="224" y="7"/>
                    </a:cubicBezTo>
                    <a:cubicBezTo>
                      <a:pt x="217" y="3"/>
                      <a:pt x="209" y="1"/>
                      <a:pt x="2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9" name="Google Shape;1989;p2"/>
              <p:cNvSpPr/>
              <p:nvPr/>
            </p:nvSpPr>
            <p:spPr>
              <a:xfrm>
                <a:off x="4108050" y="2560225"/>
                <a:ext cx="6275" cy="14825"/>
              </a:xfrm>
              <a:custGeom>
                <a:rect b="b" l="l" r="r" t="t"/>
                <a:pathLst>
                  <a:path extrusionOk="0" h="593" w="251">
                    <a:moveTo>
                      <a:pt x="195" y="1"/>
                    </a:moveTo>
                    <a:cubicBezTo>
                      <a:pt x="176" y="1"/>
                      <a:pt x="157" y="11"/>
                      <a:pt x="150" y="34"/>
                    </a:cubicBezTo>
                    <a:cubicBezTo>
                      <a:pt x="125" y="117"/>
                      <a:pt x="92" y="200"/>
                      <a:pt x="75" y="291"/>
                    </a:cubicBezTo>
                    <a:cubicBezTo>
                      <a:pt x="51" y="374"/>
                      <a:pt x="17" y="457"/>
                      <a:pt x="1" y="548"/>
                    </a:cubicBezTo>
                    <a:cubicBezTo>
                      <a:pt x="1" y="570"/>
                      <a:pt x="23" y="592"/>
                      <a:pt x="43" y="592"/>
                    </a:cubicBezTo>
                    <a:cubicBezTo>
                      <a:pt x="52" y="592"/>
                      <a:pt x="62" y="587"/>
                      <a:pt x="67" y="573"/>
                    </a:cubicBezTo>
                    <a:cubicBezTo>
                      <a:pt x="100" y="490"/>
                      <a:pt x="125" y="407"/>
                      <a:pt x="158" y="316"/>
                    </a:cubicBezTo>
                    <a:cubicBezTo>
                      <a:pt x="191" y="233"/>
                      <a:pt x="208" y="142"/>
                      <a:pt x="241" y="51"/>
                    </a:cubicBezTo>
                    <a:cubicBezTo>
                      <a:pt x="251" y="22"/>
                      <a:pt x="223" y="1"/>
                      <a:pt x="1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0" name="Google Shape;1990;p2"/>
              <p:cNvSpPr/>
              <p:nvPr/>
            </p:nvSpPr>
            <p:spPr>
              <a:xfrm>
                <a:off x="4261375" y="2629300"/>
                <a:ext cx="8075" cy="35100"/>
              </a:xfrm>
              <a:custGeom>
                <a:rect b="b" l="l" r="r" t="t"/>
                <a:pathLst>
                  <a:path extrusionOk="0" h="1404" w="323">
                    <a:moveTo>
                      <a:pt x="69" y="1"/>
                    </a:moveTo>
                    <a:cubicBezTo>
                      <a:pt x="33" y="1"/>
                      <a:pt x="0" y="48"/>
                      <a:pt x="32" y="80"/>
                    </a:cubicBezTo>
                    <a:cubicBezTo>
                      <a:pt x="99" y="155"/>
                      <a:pt x="90" y="263"/>
                      <a:pt x="99" y="354"/>
                    </a:cubicBezTo>
                    <a:cubicBezTo>
                      <a:pt x="107" y="461"/>
                      <a:pt x="107" y="561"/>
                      <a:pt x="107" y="660"/>
                    </a:cubicBezTo>
                    <a:cubicBezTo>
                      <a:pt x="115" y="876"/>
                      <a:pt x="90" y="1083"/>
                      <a:pt x="65" y="1290"/>
                    </a:cubicBezTo>
                    <a:cubicBezTo>
                      <a:pt x="54" y="1350"/>
                      <a:pt x="105" y="1403"/>
                      <a:pt x="155" y="1403"/>
                    </a:cubicBezTo>
                    <a:cubicBezTo>
                      <a:pt x="181" y="1403"/>
                      <a:pt x="206" y="1390"/>
                      <a:pt x="223" y="1356"/>
                    </a:cubicBezTo>
                    <a:cubicBezTo>
                      <a:pt x="256" y="1307"/>
                      <a:pt x="281" y="1257"/>
                      <a:pt x="289" y="1191"/>
                    </a:cubicBezTo>
                    <a:cubicBezTo>
                      <a:pt x="306" y="1124"/>
                      <a:pt x="314" y="1066"/>
                      <a:pt x="314" y="1000"/>
                    </a:cubicBezTo>
                    <a:cubicBezTo>
                      <a:pt x="322" y="876"/>
                      <a:pt x="322" y="751"/>
                      <a:pt x="306" y="627"/>
                    </a:cubicBezTo>
                    <a:cubicBezTo>
                      <a:pt x="273" y="412"/>
                      <a:pt x="273" y="171"/>
                      <a:pt x="99" y="14"/>
                    </a:cubicBezTo>
                    <a:cubicBezTo>
                      <a:pt x="89" y="5"/>
                      <a:pt x="79" y="1"/>
                      <a:pt x="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1" name="Google Shape;1991;p2"/>
              <p:cNvSpPr/>
              <p:nvPr/>
            </p:nvSpPr>
            <p:spPr>
              <a:xfrm>
                <a:off x="4257600" y="2644800"/>
                <a:ext cx="3550" cy="17375"/>
              </a:xfrm>
              <a:custGeom>
                <a:rect b="b" l="l" r="r" t="t"/>
                <a:pathLst>
                  <a:path extrusionOk="0" h="695" w="142">
                    <a:moveTo>
                      <a:pt x="71" y="1"/>
                    </a:moveTo>
                    <a:cubicBezTo>
                      <a:pt x="44" y="1"/>
                      <a:pt x="18" y="20"/>
                      <a:pt x="18" y="57"/>
                    </a:cubicBezTo>
                    <a:cubicBezTo>
                      <a:pt x="9" y="156"/>
                      <a:pt x="9" y="256"/>
                      <a:pt x="9" y="363"/>
                    </a:cubicBezTo>
                    <a:cubicBezTo>
                      <a:pt x="9" y="463"/>
                      <a:pt x="1" y="571"/>
                      <a:pt x="34" y="670"/>
                    </a:cubicBezTo>
                    <a:cubicBezTo>
                      <a:pt x="38" y="687"/>
                      <a:pt x="53" y="695"/>
                      <a:pt x="68" y="695"/>
                    </a:cubicBezTo>
                    <a:cubicBezTo>
                      <a:pt x="84" y="695"/>
                      <a:pt x="100" y="687"/>
                      <a:pt x="109" y="670"/>
                    </a:cubicBezTo>
                    <a:cubicBezTo>
                      <a:pt x="142" y="571"/>
                      <a:pt x="134" y="463"/>
                      <a:pt x="134" y="363"/>
                    </a:cubicBezTo>
                    <a:cubicBezTo>
                      <a:pt x="134" y="256"/>
                      <a:pt x="125" y="156"/>
                      <a:pt x="125" y="57"/>
                    </a:cubicBezTo>
                    <a:cubicBezTo>
                      <a:pt x="125" y="20"/>
                      <a:pt x="98" y="1"/>
                      <a:pt x="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2" name="Google Shape;1992;p2"/>
              <p:cNvSpPr/>
              <p:nvPr/>
            </p:nvSpPr>
            <p:spPr>
              <a:xfrm>
                <a:off x="4033275" y="2590900"/>
                <a:ext cx="35275" cy="51675"/>
              </a:xfrm>
              <a:custGeom>
                <a:rect b="b" l="l" r="r" t="t"/>
                <a:pathLst>
                  <a:path extrusionOk="0" h="2067" w="1411">
                    <a:moveTo>
                      <a:pt x="1352" y="0"/>
                    </a:moveTo>
                    <a:cubicBezTo>
                      <a:pt x="1340" y="0"/>
                      <a:pt x="1328" y="5"/>
                      <a:pt x="1318" y="17"/>
                    </a:cubicBezTo>
                    <a:cubicBezTo>
                      <a:pt x="1111" y="357"/>
                      <a:pt x="722" y="539"/>
                      <a:pt x="440" y="813"/>
                    </a:cubicBezTo>
                    <a:cubicBezTo>
                      <a:pt x="299" y="953"/>
                      <a:pt x="183" y="1119"/>
                      <a:pt x="117" y="1318"/>
                    </a:cubicBezTo>
                    <a:cubicBezTo>
                      <a:pt x="42" y="1533"/>
                      <a:pt x="1" y="1832"/>
                      <a:pt x="117" y="2039"/>
                    </a:cubicBezTo>
                    <a:cubicBezTo>
                      <a:pt x="126" y="2056"/>
                      <a:pt x="146" y="2067"/>
                      <a:pt x="165" y="2067"/>
                    </a:cubicBezTo>
                    <a:cubicBezTo>
                      <a:pt x="183" y="2067"/>
                      <a:pt x="200" y="2058"/>
                      <a:pt x="208" y="2039"/>
                    </a:cubicBezTo>
                    <a:cubicBezTo>
                      <a:pt x="266" y="1931"/>
                      <a:pt x="266" y="1823"/>
                      <a:pt x="266" y="1699"/>
                    </a:cubicBezTo>
                    <a:cubicBezTo>
                      <a:pt x="274" y="1583"/>
                      <a:pt x="291" y="1459"/>
                      <a:pt x="324" y="1343"/>
                    </a:cubicBezTo>
                    <a:cubicBezTo>
                      <a:pt x="390" y="1169"/>
                      <a:pt x="514" y="1020"/>
                      <a:pt x="647" y="895"/>
                    </a:cubicBezTo>
                    <a:cubicBezTo>
                      <a:pt x="912" y="630"/>
                      <a:pt x="1219" y="407"/>
                      <a:pt x="1393" y="67"/>
                    </a:cubicBezTo>
                    <a:cubicBezTo>
                      <a:pt x="1410" y="31"/>
                      <a:pt x="1382" y="0"/>
                      <a:pt x="13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3" name="Google Shape;1993;p2"/>
              <p:cNvSpPr/>
              <p:nvPr/>
            </p:nvSpPr>
            <p:spPr>
              <a:xfrm>
                <a:off x="4046125" y="2625075"/>
                <a:ext cx="8100" cy="14100"/>
              </a:xfrm>
              <a:custGeom>
                <a:rect b="b" l="l" r="r" t="t"/>
                <a:pathLst>
                  <a:path extrusionOk="0" h="564" w="324">
                    <a:moveTo>
                      <a:pt x="250" y="1"/>
                    </a:moveTo>
                    <a:cubicBezTo>
                      <a:pt x="229" y="1"/>
                      <a:pt x="210" y="12"/>
                      <a:pt x="199" y="34"/>
                    </a:cubicBezTo>
                    <a:cubicBezTo>
                      <a:pt x="150" y="100"/>
                      <a:pt x="100" y="175"/>
                      <a:pt x="67" y="258"/>
                    </a:cubicBezTo>
                    <a:cubicBezTo>
                      <a:pt x="50" y="299"/>
                      <a:pt x="34" y="340"/>
                      <a:pt x="25" y="382"/>
                    </a:cubicBezTo>
                    <a:cubicBezTo>
                      <a:pt x="17" y="407"/>
                      <a:pt x="9" y="432"/>
                      <a:pt x="9" y="456"/>
                    </a:cubicBezTo>
                    <a:cubicBezTo>
                      <a:pt x="0" y="481"/>
                      <a:pt x="9" y="506"/>
                      <a:pt x="9" y="531"/>
                    </a:cubicBezTo>
                    <a:cubicBezTo>
                      <a:pt x="13" y="553"/>
                      <a:pt x="31" y="563"/>
                      <a:pt x="50" y="563"/>
                    </a:cubicBezTo>
                    <a:cubicBezTo>
                      <a:pt x="67" y="563"/>
                      <a:pt x="84" y="555"/>
                      <a:pt x="92" y="539"/>
                    </a:cubicBezTo>
                    <a:cubicBezTo>
                      <a:pt x="100" y="523"/>
                      <a:pt x="116" y="506"/>
                      <a:pt x="125" y="490"/>
                    </a:cubicBezTo>
                    <a:cubicBezTo>
                      <a:pt x="133" y="465"/>
                      <a:pt x="141" y="440"/>
                      <a:pt x="150" y="423"/>
                    </a:cubicBezTo>
                    <a:cubicBezTo>
                      <a:pt x="158" y="382"/>
                      <a:pt x="174" y="340"/>
                      <a:pt x="191" y="307"/>
                    </a:cubicBezTo>
                    <a:cubicBezTo>
                      <a:pt x="224" y="241"/>
                      <a:pt x="266" y="166"/>
                      <a:pt x="307" y="100"/>
                    </a:cubicBezTo>
                    <a:cubicBezTo>
                      <a:pt x="324" y="67"/>
                      <a:pt x="315" y="26"/>
                      <a:pt x="282" y="9"/>
                    </a:cubicBezTo>
                    <a:cubicBezTo>
                      <a:pt x="271" y="3"/>
                      <a:pt x="260" y="1"/>
                      <a:pt x="2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4" name="Google Shape;1994;p2"/>
              <p:cNvSpPr/>
              <p:nvPr/>
            </p:nvSpPr>
            <p:spPr>
              <a:xfrm>
                <a:off x="4005525" y="2830400"/>
                <a:ext cx="5400" cy="20075"/>
              </a:xfrm>
              <a:custGeom>
                <a:rect b="b" l="l" r="r" t="t"/>
                <a:pathLst>
                  <a:path extrusionOk="0" h="803" w="216">
                    <a:moveTo>
                      <a:pt x="60" y="1"/>
                    </a:moveTo>
                    <a:cubicBezTo>
                      <a:pt x="45" y="1"/>
                      <a:pt x="30" y="12"/>
                      <a:pt x="25" y="32"/>
                    </a:cubicBezTo>
                    <a:cubicBezTo>
                      <a:pt x="1" y="90"/>
                      <a:pt x="25" y="156"/>
                      <a:pt x="34" y="222"/>
                    </a:cubicBezTo>
                    <a:cubicBezTo>
                      <a:pt x="42" y="280"/>
                      <a:pt x="59" y="338"/>
                      <a:pt x="67" y="396"/>
                    </a:cubicBezTo>
                    <a:cubicBezTo>
                      <a:pt x="83" y="512"/>
                      <a:pt x="100" y="637"/>
                      <a:pt x="108" y="753"/>
                    </a:cubicBezTo>
                    <a:cubicBezTo>
                      <a:pt x="112" y="786"/>
                      <a:pt x="139" y="802"/>
                      <a:pt x="165" y="802"/>
                    </a:cubicBezTo>
                    <a:cubicBezTo>
                      <a:pt x="191" y="802"/>
                      <a:pt x="216" y="786"/>
                      <a:pt x="216" y="753"/>
                    </a:cubicBezTo>
                    <a:cubicBezTo>
                      <a:pt x="216" y="628"/>
                      <a:pt x="216" y="496"/>
                      <a:pt x="199" y="371"/>
                    </a:cubicBezTo>
                    <a:cubicBezTo>
                      <a:pt x="191" y="313"/>
                      <a:pt x="183" y="247"/>
                      <a:pt x="166" y="181"/>
                    </a:cubicBezTo>
                    <a:cubicBezTo>
                      <a:pt x="150" y="123"/>
                      <a:pt x="141" y="57"/>
                      <a:pt x="92" y="15"/>
                    </a:cubicBezTo>
                    <a:cubicBezTo>
                      <a:pt x="82" y="5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5" name="Google Shape;1995;p2"/>
              <p:cNvSpPr/>
              <p:nvPr/>
            </p:nvSpPr>
            <p:spPr>
              <a:xfrm>
                <a:off x="4005725" y="2823725"/>
                <a:ext cx="250" cy="225"/>
              </a:xfrm>
              <a:custGeom>
                <a:rect b="b" l="l" r="r" t="t"/>
                <a:pathLst>
                  <a:path extrusionOk="0" h="9" w="10">
                    <a:moveTo>
                      <a:pt x="9" y="0"/>
                    </a:moveTo>
                    <a:cubicBezTo>
                      <a:pt x="9" y="0"/>
                      <a:pt x="1" y="9"/>
                      <a:pt x="9" y="9"/>
                    </a:cubicBezTo>
                    <a:cubicBezTo>
                      <a:pt x="9" y="9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6" name="Google Shape;1996;p2"/>
              <p:cNvSpPr/>
              <p:nvPr/>
            </p:nvSpPr>
            <p:spPr>
              <a:xfrm>
                <a:off x="4038875" y="2870125"/>
                <a:ext cx="3550" cy="9800"/>
              </a:xfrm>
              <a:custGeom>
                <a:rect b="b" l="l" r="r" t="t"/>
                <a:pathLst>
                  <a:path extrusionOk="0" h="392" w="142">
                    <a:moveTo>
                      <a:pt x="92" y="0"/>
                    </a:moveTo>
                    <a:cubicBezTo>
                      <a:pt x="67" y="0"/>
                      <a:pt x="42" y="17"/>
                      <a:pt x="34" y="42"/>
                    </a:cubicBezTo>
                    <a:cubicBezTo>
                      <a:pt x="17" y="83"/>
                      <a:pt x="9" y="141"/>
                      <a:pt x="0" y="191"/>
                    </a:cubicBezTo>
                    <a:cubicBezTo>
                      <a:pt x="0" y="241"/>
                      <a:pt x="0" y="282"/>
                      <a:pt x="9" y="332"/>
                    </a:cubicBezTo>
                    <a:cubicBezTo>
                      <a:pt x="9" y="361"/>
                      <a:pt x="29" y="391"/>
                      <a:pt x="57" y="391"/>
                    </a:cubicBezTo>
                    <a:cubicBezTo>
                      <a:pt x="60" y="391"/>
                      <a:pt x="63" y="391"/>
                      <a:pt x="67" y="390"/>
                    </a:cubicBezTo>
                    <a:cubicBezTo>
                      <a:pt x="100" y="390"/>
                      <a:pt x="133" y="365"/>
                      <a:pt x="125" y="332"/>
                    </a:cubicBezTo>
                    <a:cubicBezTo>
                      <a:pt x="125" y="290"/>
                      <a:pt x="116" y="241"/>
                      <a:pt x="125" y="191"/>
                    </a:cubicBezTo>
                    <a:cubicBezTo>
                      <a:pt x="125" y="141"/>
                      <a:pt x="133" y="100"/>
                      <a:pt x="133" y="50"/>
                    </a:cubicBezTo>
                    <a:lnTo>
                      <a:pt x="141" y="50"/>
                    </a:lnTo>
                    <a:cubicBezTo>
                      <a:pt x="141" y="25"/>
                      <a:pt x="116" y="0"/>
                      <a:pt x="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7" name="Google Shape;1997;p2"/>
              <p:cNvSpPr/>
              <p:nvPr/>
            </p:nvSpPr>
            <p:spPr>
              <a:xfrm>
                <a:off x="4131050" y="2865125"/>
                <a:ext cx="3750" cy="12975"/>
              </a:xfrm>
              <a:custGeom>
                <a:rect b="b" l="l" r="r" t="t"/>
                <a:pathLst>
                  <a:path extrusionOk="0" h="519" w="150">
                    <a:moveTo>
                      <a:pt x="76" y="1"/>
                    </a:moveTo>
                    <a:cubicBezTo>
                      <a:pt x="62" y="1"/>
                      <a:pt x="47" y="8"/>
                      <a:pt x="42" y="18"/>
                    </a:cubicBezTo>
                    <a:cubicBezTo>
                      <a:pt x="17" y="51"/>
                      <a:pt x="17" y="93"/>
                      <a:pt x="17" y="134"/>
                    </a:cubicBezTo>
                    <a:cubicBezTo>
                      <a:pt x="17" y="167"/>
                      <a:pt x="17" y="209"/>
                      <a:pt x="17" y="250"/>
                    </a:cubicBezTo>
                    <a:cubicBezTo>
                      <a:pt x="17" y="325"/>
                      <a:pt x="17" y="399"/>
                      <a:pt x="1" y="474"/>
                    </a:cubicBezTo>
                    <a:cubicBezTo>
                      <a:pt x="1" y="502"/>
                      <a:pt x="29" y="519"/>
                      <a:pt x="55" y="519"/>
                    </a:cubicBezTo>
                    <a:cubicBezTo>
                      <a:pt x="76" y="519"/>
                      <a:pt x="96" y="508"/>
                      <a:pt x="100" y="482"/>
                    </a:cubicBezTo>
                    <a:cubicBezTo>
                      <a:pt x="117" y="408"/>
                      <a:pt x="133" y="325"/>
                      <a:pt x="133" y="242"/>
                    </a:cubicBezTo>
                    <a:cubicBezTo>
                      <a:pt x="141" y="167"/>
                      <a:pt x="150" y="76"/>
                      <a:pt x="100" y="10"/>
                    </a:cubicBezTo>
                    <a:cubicBezTo>
                      <a:pt x="94" y="4"/>
                      <a:pt x="85" y="1"/>
                      <a:pt x="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8" name="Google Shape;1998;p2"/>
              <p:cNvSpPr/>
              <p:nvPr/>
            </p:nvSpPr>
            <p:spPr>
              <a:xfrm>
                <a:off x="4141200" y="2853500"/>
                <a:ext cx="3125" cy="11675"/>
              </a:xfrm>
              <a:custGeom>
                <a:rect b="b" l="l" r="r" t="t"/>
                <a:pathLst>
                  <a:path extrusionOk="0" h="467" w="125">
                    <a:moveTo>
                      <a:pt x="79" y="0"/>
                    </a:moveTo>
                    <a:cubicBezTo>
                      <a:pt x="59" y="0"/>
                      <a:pt x="40" y="15"/>
                      <a:pt x="34" y="36"/>
                    </a:cubicBezTo>
                    <a:cubicBezTo>
                      <a:pt x="25" y="102"/>
                      <a:pt x="17" y="160"/>
                      <a:pt x="9" y="226"/>
                    </a:cubicBezTo>
                    <a:cubicBezTo>
                      <a:pt x="1" y="293"/>
                      <a:pt x="1" y="351"/>
                      <a:pt x="9" y="417"/>
                    </a:cubicBezTo>
                    <a:cubicBezTo>
                      <a:pt x="9" y="442"/>
                      <a:pt x="25" y="467"/>
                      <a:pt x="59" y="467"/>
                    </a:cubicBezTo>
                    <a:cubicBezTo>
                      <a:pt x="83" y="467"/>
                      <a:pt x="108" y="442"/>
                      <a:pt x="108" y="417"/>
                    </a:cubicBezTo>
                    <a:cubicBezTo>
                      <a:pt x="108" y="351"/>
                      <a:pt x="108" y="293"/>
                      <a:pt x="108" y="235"/>
                    </a:cubicBezTo>
                    <a:cubicBezTo>
                      <a:pt x="108" y="177"/>
                      <a:pt x="117" y="119"/>
                      <a:pt x="125" y="61"/>
                    </a:cubicBezTo>
                    <a:cubicBezTo>
                      <a:pt x="125" y="36"/>
                      <a:pt x="117" y="11"/>
                      <a:pt x="92" y="3"/>
                    </a:cubicBezTo>
                    <a:cubicBezTo>
                      <a:pt x="87" y="1"/>
                      <a:pt x="83" y="0"/>
                      <a:pt x="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2"/>
              <p:cNvSpPr/>
              <p:nvPr/>
            </p:nvSpPr>
            <p:spPr>
              <a:xfrm>
                <a:off x="3997850" y="3099550"/>
                <a:ext cx="7700" cy="27600"/>
              </a:xfrm>
              <a:custGeom>
                <a:rect b="b" l="l" r="r" t="t"/>
                <a:pathLst>
                  <a:path extrusionOk="0" h="1104" w="308">
                    <a:moveTo>
                      <a:pt x="219" y="0"/>
                    </a:moveTo>
                    <a:cubicBezTo>
                      <a:pt x="207" y="0"/>
                      <a:pt x="197" y="6"/>
                      <a:pt x="192" y="12"/>
                    </a:cubicBezTo>
                    <a:cubicBezTo>
                      <a:pt x="158" y="45"/>
                      <a:pt x="158" y="87"/>
                      <a:pt x="158" y="128"/>
                    </a:cubicBezTo>
                    <a:cubicBezTo>
                      <a:pt x="150" y="169"/>
                      <a:pt x="150" y="219"/>
                      <a:pt x="150" y="261"/>
                    </a:cubicBezTo>
                    <a:cubicBezTo>
                      <a:pt x="150" y="343"/>
                      <a:pt x="150" y="435"/>
                      <a:pt x="134" y="517"/>
                    </a:cubicBezTo>
                    <a:cubicBezTo>
                      <a:pt x="117" y="700"/>
                      <a:pt x="76" y="874"/>
                      <a:pt x="18" y="1039"/>
                    </a:cubicBezTo>
                    <a:cubicBezTo>
                      <a:pt x="1" y="1073"/>
                      <a:pt x="37" y="1103"/>
                      <a:pt x="71" y="1103"/>
                    </a:cubicBezTo>
                    <a:cubicBezTo>
                      <a:pt x="86" y="1103"/>
                      <a:pt x="101" y="1097"/>
                      <a:pt x="109" y="1081"/>
                    </a:cubicBezTo>
                    <a:cubicBezTo>
                      <a:pt x="192" y="907"/>
                      <a:pt x="258" y="733"/>
                      <a:pt x="283" y="542"/>
                    </a:cubicBezTo>
                    <a:cubicBezTo>
                      <a:pt x="299" y="443"/>
                      <a:pt x="308" y="352"/>
                      <a:pt x="308" y="261"/>
                    </a:cubicBezTo>
                    <a:cubicBezTo>
                      <a:pt x="308" y="186"/>
                      <a:pt x="308" y="53"/>
                      <a:pt x="233" y="4"/>
                    </a:cubicBezTo>
                    <a:cubicBezTo>
                      <a:pt x="228" y="1"/>
                      <a:pt x="223" y="0"/>
                      <a:pt x="2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2"/>
              <p:cNvSpPr/>
              <p:nvPr/>
            </p:nvSpPr>
            <p:spPr>
              <a:xfrm>
                <a:off x="3999300" y="3074975"/>
                <a:ext cx="4800" cy="11275"/>
              </a:xfrm>
              <a:custGeom>
                <a:rect b="b" l="l" r="r" t="t"/>
                <a:pathLst>
                  <a:path extrusionOk="0" h="451" w="192">
                    <a:moveTo>
                      <a:pt x="29" y="0"/>
                    </a:moveTo>
                    <a:cubicBezTo>
                      <a:pt x="15" y="0"/>
                      <a:pt x="1" y="10"/>
                      <a:pt x="1" y="26"/>
                    </a:cubicBezTo>
                    <a:cubicBezTo>
                      <a:pt x="1" y="42"/>
                      <a:pt x="1" y="59"/>
                      <a:pt x="1" y="75"/>
                    </a:cubicBezTo>
                    <a:cubicBezTo>
                      <a:pt x="1" y="92"/>
                      <a:pt x="9" y="108"/>
                      <a:pt x="9" y="125"/>
                    </a:cubicBezTo>
                    <a:cubicBezTo>
                      <a:pt x="18" y="158"/>
                      <a:pt x="26" y="191"/>
                      <a:pt x="34" y="224"/>
                    </a:cubicBezTo>
                    <a:lnTo>
                      <a:pt x="26" y="224"/>
                    </a:lnTo>
                    <a:cubicBezTo>
                      <a:pt x="42" y="282"/>
                      <a:pt x="67" y="349"/>
                      <a:pt x="84" y="407"/>
                    </a:cubicBezTo>
                    <a:cubicBezTo>
                      <a:pt x="91" y="434"/>
                      <a:pt x="115" y="450"/>
                      <a:pt x="137" y="450"/>
                    </a:cubicBezTo>
                    <a:cubicBezTo>
                      <a:pt x="141" y="450"/>
                      <a:pt x="146" y="450"/>
                      <a:pt x="150" y="448"/>
                    </a:cubicBezTo>
                    <a:cubicBezTo>
                      <a:pt x="175" y="440"/>
                      <a:pt x="192" y="407"/>
                      <a:pt x="183" y="382"/>
                    </a:cubicBezTo>
                    <a:cubicBezTo>
                      <a:pt x="167" y="316"/>
                      <a:pt x="150" y="258"/>
                      <a:pt x="134" y="191"/>
                    </a:cubicBezTo>
                    <a:cubicBezTo>
                      <a:pt x="125" y="166"/>
                      <a:pt x="109" y="133"/>
                      <a:pt x="100" y="108"/>
                    </a:cubicBezTo>
                    <a:cubicBezTo>
                      <a:pt x="92" y="92"/>
                      <a:pt x="84" y="75"/>
                      <a:pt x="76" y="59"/>
                    </a:cubicBezTo>
                    <a:cubicBezTo>
                      <a:pt x="76" y="42"/>
                      <a:pt x="59" y="26"/>
                      <a:pt x="51" y="9"/>
                    </a:cubicBezTo>
                    <a:cubicBezTo>
                      <a:pt x="45" y="3"/>
                      <a:pt x="37" y="0"/>
                      <a:pt x="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1" name="Google Shape;2001;p2"/>
              <p:cNvSpPr/>
              <p:nvPr/>
            </p:nvSpPr>
            <p:spPr>
              <a:xfrm>
                <a:off x="4003050" y="3059750"/>
                <a:ext cx="3950" cy="13175"/>
              </a:xfrm>
              <a:custGeom>
                <a:rect b="b" l="l" r="r" t="t"/>
                <a:pathLst>
                  <a:path extrusionOk="0" h="527" w="158">
                    <a:moveTo>
                      <a:pt x="32" y="0"/>
                    </a:moveTo>
                    <a:cubicBezTo>
                      <a:pt x="16" y="0"/>
                      <a:pt x="0" y="11"/>
                      <a:pt x="0" y="30"/>
                    </a:cubicBezTo>
                    <a:cubicBezTo>
                      <a:pt x="17" y="187"/>
                      <a:pt x="50" y="345"/>
                      <a:pt x="75" y="494"/>
                    </a:cubicBezTo>
                    <a:cubicBezTo>
                      <a:pt x="83" y="519"/>
                      <a:pt x="108" y="527"/>
                      <a:pt x="124" y="527"/>
                    </a:cubicBezTo>
                    <a:cubicBezTo>
                      <a:pt x="149" y="519"/>
                      <a:pt x="158" y="494"/>
                      <a:pt x="149" y="477"/>
                    </a:cubicBezTo>
                    <a:cubicBezTo>
                      <a:pt x="124" y="320"/>
                      <a:pt x="108" y="171"/>
                      <a:pt x="66" y="21"/>
                    </a:cubicBezTo>
                    <a:cubicBezTo>
                      <a:pt x="59" y="7"/>
                      <a:pt x="45" y="0"/>
                      <a:pt x="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2" name="Google Shape;2002;p2"/>
              <p:cNvSpPr/>
              <p:nvPr/>
            </p:nvSpPr>
            <p:spPr>
              <a:xfrm>
                <a:off x="3962725" y="3152350"/>
                <a:ext cx="5125" cy="13925"/>
              </a:xfrm>
              <a:custGeom>
                <a:rect b="b" l="l" r="r" t="t"/>
                <a:pathLst>
                  <a:path extrusionOk="0" h="557" w="205">
                    <a:moveTo>
                      <a:pt x="148" y="1"/>
                    </a:moveTo>
                    <a:cubicBezTo>
                      <a:pt x="137" y="1"/>
                      <a:pt x="127" y="4"/>
                      <a:pt x="122" y="13"/>
                    </a:cubicBezTo>
                    <a:cubicBezTo>
                      <a:pt x="105" y="29"/>
                      <a:pt x="97" y="54"/>
                      <a:pt x="89" y="71"/>
                    </a:cubicBezTo>
                    <a:cubicBezTo>
                      <a:pt x="80" y="96"/>
                      <a:pt x="72" y="121"/>
                      <a:pt x="72" y="137"/>
                    </a:cubicBezTo>
                    <a:cubicBezTo>
                      <a:pt x="64" y="179"/>
                      <a:pt x="55" y="220"/>
                      <a:pt x="47" y="261"/>
                    </a:cubicBezTo>
                    <a:cubicBezTo>
                      <a:pt x="31" y="344"/>
                      <a:pt x="22" y="427"/>
                      <a:pt x="6" y="510"/>
                    </a:cubicBezTo>
                    <a:cubicBezTo>
                      <a:pt x="1" y="539"/>
                      <a:pt x="24" y="557"/>
                      <a:pt x="46" y="557"/>
                    </a:cubicBezTo>
                    <a:cubicBezTo>
                      <a:pt x="62" y="557"/>
                      <a:pt x="77" y="547"/>
                      <a:pt x="80" y="527"/>
                    </a:cubicBezTo>
                    <a:lnTo>
                      <a:pt x="80" y="535"/>
                    </a:lnTo>
                    <a:cubicBezTo>
                      <a:pt x="105" y="452"/>
                      <a:pt x="130" y="369"/>
                      <a:pt x="155" y="286"/>
                    </a:cubicBezTo>
                    <a:cubicBezTo>
                      <a:pt x="163" y="253"/>
                      <a:pt x="180" y="212"/>
                      <a:pt x="180" y="170"/>
                    </a:cubicBezTo>
                    <a:cubicBezTo>
                      <a:pt x="188" y="129"/>
                      <a:pt x="205" y="79"/>
                      <a:pt x="196" y="29"/>
                    </a:cubicBezTo>
                    <a:cubicBezTo>
                      <a:pt x="191" y="13"/>
                      <a:pt x="168" y="1"/>
                      <a:pt x="1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3" name="Google Shape;2003;p2"/>
              <p:cNvSpPr/>
              <p:nvPr/>
            </p:nvSpPr>
            <p:spPr>
              <a:xfrm>
                <a:off x="3969475" y="3155325"/>
                <a:ext cx="4375" cy="12325"/>
              </a:xfrm>
              <a:custGeom>
                <a:rect b="b" l="l" r="r" t="t"/>
                <a:pathLst>
                  <a:path extrusionOk="0" h="493" w="175">
                    <a:moveTo>
                      <a:pt x="135" y="0"/>
                    </a:moveTo>
                    <a:cubicBezTo>
                      <a:pt x="125" y="0"/>
                      <a:pt x="115" y="5"/>
                      <a:pt x="109" y="18"/>
                    </a:cubicBezTo>
                    <a:cubicBezTo>
                      <a:pt x="75" y="84"/>
                      <a:pt x="59" y="151"/>
                      <a:pt x="51" y="225"/>
                    </a:cubicBezTo>
                    <a:cubicBezTo>
                      <a:pt x="34" y="292"/>
                      <a:pt x="17" y="366"/>
                      <a:pt x="9" y="432"/>
                    </a:cubicBezTo>
                    <a:cubicBezTo>
                      <a:pt x="1" y="457"/>
                      <a:pt x="9" y="482"/>
                      <a:pt x="42" y="490"/>
                    </a:cubicBezTo>
                    <a:cubicBezTo>
                      <a:pt x="45" y="492"/>
                      <a:pt x="49" y="493"/>
                      <a:pt x="52" y="493"/>
                    </a:cubicBezTo>
                    <a:cubicBezTo>
                      <a:pt x="70" y="493"/>
                      <a:pt x="93" y="478"/>
                      <a:pt x="100" y="457"/>
                    </a:cubicBezTo>
                    <a:cubicBezTo>
                      <a:pt x="117" y="391"/>
                      <a:pt x="125" y="316"/>
                      <a:pt x="142" y="250"/>
                    </a:cubicBezTo>
                    <a:cubicBezTo>
                      <a:pt x="158" y="176"/>
                      <a:pt x="175" y="109"/>
                      <a:pt x="167" y="35"/>
                    </a:cubicBezTo>
                    <a:cubicBezTo>
                      <a:pt x="167" y="14"/>
                      <a:pt x="151" y="0"/>
                      <a:pt x="1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4" name="Google Shape;2004;p2"/>
              <p:cNvSpPr/>
              <p:nvPr/>
            </p:nvSpPr>
            <p:spPr>
              <a:xfrm>
                <a:off x="3874825" y="3144500"/>
                <a:ext cx="6725" cy="26500"/>
              </a:xfrm>
              <a:custGeom>
                <a:rect b="b" l="l" r="r" t="t"/>
                <a:pathLst>
                  <a:path extrusionOk="0" h="1060" w="269">
                    <a:moveTo>
                      <a:pt x="202" y="1"/>
                    </a:moveTo>
                    <a:cubicBezTo>
                      <a:pt x="186" y="1"/>
                      <a:pt x="172" y="9"/>
                      <a:pt x="166" y="29"/>
                    </a:cubicBezTo>
                    <a:lnTo>
                      <a:pt x="158" y="29"/>
                    </a:lnTo>
                    <a:cubicBezTo>
                      <a:pt x="83" y="203"/>
                      <a:pt x="25" y="385"/>
                      <a:pt x="9" y="575"/>
                    </a:cubicBezTo>
                    <a:cubicBezTo>
                      <a:pt x="0" y="667"/>
                      <a:pt x="0" y="758"/>
                      <a:pt x="9" y="849"/>
                    </a:cubicBezTo>
                    <a:cubicBezTo>
                      <a:pt x="17" y="940"/>
                      <a:pt x="42" y="1023"/>
                      <a:pt x="133" y="1056"/>
                    </a:cubicBezTo>
                    <a:cubicBezTo>
                      <a:pt x="142" y="1059"/>
                      <a:pt x="150" y="1060"/>
                      <a:pt x="158" y="1060"/>
                    </a:cubicBezTo>
                    <a:cubicBezTo>
                      <a:pt x="224" y="1060"/>
                      <a:pt x="252" y="976"/>
                      <a:pt x="208" y="932"/>
                    </a:cubicBezTo>
                    <a:cubicBezTo>
                      <a:pt x="199" y="915"/>
                      <a:pt x="199" y="882"/>
                      <a:pt x="191" y="865"/>
                    </a:cubicBezTo>
                    <a:cubicBezTo>
                      <a:pt x="191" y="832"/>
                      <a:pt x="191" y="799"/>
                      <a:pt x="191" y="766"/>
                    </a:cubicBezTo>
                    <a:cubicBezTo>
                      <a:pt x="183" y="683"/>
                      <a:pt x="183" y="609"/>
                      <a:pt x="183" y="534"/>
                    </a:cubicBezTo>
                    <a:cubicBezTo>
                      <a:pt x="191" y="377"/>
                      <a:pt x="216" y="219"/>
                      <a:pt x="257" y="70"/>
                    </a:cubicBezTo>
                    <a:cubicBezTo>
                      <a:pt x="268" y="32"/>
                      <a:pt x="232" y="1"/>
                      <a:pt x="2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5" name="Google Shape;2005;p2"/>
              <p:cNvSpPr/>
              <p:nvPr/>
            </p:nvSpPr>
            <p:spPr>
              <a:xfrm>
                <a:off x="3883925" y="3152625"/>
                <a:ext cx="4625" cy="16000"/>
              </a:xfrm>
              <a:custGeom>
                <a:rect b="b" l="l" r="r" t="t"/>
                <a:pathLst>
                  <a:path extrusionOk="0" h="640" w="185">
                    <a:moveTo>
                      <a:pt x="121" y="1"/>
                    </a:moveTo>
                    <a:cubicBezTo>
                      <a:pt x="99" y="1"/>
                      <a:pt x="77" y="13"/>
                      <a:pt x="67" y="43"/>
                    </a:cubicBezTo>
                    <a:cubicBezTo>
                      <a:pt x="42" y="134"/>
                      <a:pt x="26" y="234"/>
                      <a:pt x="9" y="325"/>
                    </a:cubicBezTo>
                    <a:cubicBezTo>
                      <a:pt x="9" y="375"/>
                      <a:pt x="1" y="424"/>
                      <a:pt x="1" y="474"/>
                    </a:cubicBezTo>
                    <a:cubicBezTo>
                      <a:pt x="1" y="524"/>
                      <a:pt x="1" y="574"/>
                      <a:pt x="26" y="615"/>
                    </a:cubicBezTo>
                    <a:cubicBezTo>
                      <a:pt x="34" y="632"/>
                      <a:pt x="49" y="640"/>
                      <a:pt x="63" y="640"/>
                    </a:cubicBezTo>
                    <a:cubicBezTo>
                      <a:pt x="78" y="640"/>
                      <a:pt x="92" y="632"/>
                      <a:pt x="100" y="615"/>
                    </a:cubicBezTo>
                    <a:cubicBezTo>
                      <a:pt x="125" y="574"/>
                      <a:pt x="125" y="532"/>
                      <a:pt x="125" y="482"/>
                    </a:cubicBezTo>
                    <a:cubicBezTo>
                      <a:pt x="133" y="433"/>
                      <a:pt x="133" y="391"/>
                      <a:pt x="142" y="342"/>
                    </a:cubicBezTo>
                    <a:cubicBezTo>
                      <a:pt x="150" y="250"/>
                      <a:pt x="158" y="159"/>
                      <a:pt x="175" y="68"/>
                    </a:cubicBezTo>
                    <a:cubicBezTo>
                      <a:pt x="185" y="28"/>
                      <a:pt x="153" y="1"/>
                      <a:pt x="1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6" name="Google Shape;2006;p2"/>
              <p:cNvSpPr/>
              <p:nvPr/>
            </p:nvSpPr>
            <p:spPr>
              <a:xfrm>
                <a:off x="3910375" y="3153825"/>
                <a:ext cx="22175" cy="21900"/>
              </a:xfrm>
              <a:custGeom>
                <a:rect b="b" l="l" r="r" t="t"/>
                <a:pathLst>
                  <a:path extrusionOk="0" h="876" w="887">
                    <a:moveTo>
                      <a:pt x="841" y="0"/>
                    </a:moveTo>
                    <a:cubicBezTo>
                      <a:pt x="825" y="0"/>
                      <a:pt x="809" y="7"/>
                      <a:pt x="799" y="20"/>
                    </a:cubicBezTo>
                    <a:cubicBezTo>
                      <a:pt x="749" y="95"/>
                      <a:pt x="724" y="186"/>
                      <a:pt x="675" y="269"/>
                    </a:cubicBezTo>
                    <a:cubicBezTo>
                      <a:pt x="625" y="343"/>
                      <a:pt x="575" y="418"/>
                      <a:pt x="509" y="484"/>
                    </a:cubicBezTo>
                    <a:cubicBezTo>
                      <a:pt x="385" y="617"/>
                      <a:pt x="219" y="724"/>
                      <a:pt x="53" y="791"/>
                    </a:cubicBezTo>
                    <a:cubicBezTo>
                      <a:pt x="0" y="806"/>
                      <a:pt x="16" y="876"/>
                      <a:pt x="63" y="876"/>
                    </a:cubicBezTo>
                    <a:cubicBezTo>
                      <a:pt x="68" y="876"/>
                      <a:pt x="73" y="875"/>
                      <a:pt x="78" y="873"/>
                    </a:cubicBezTo>
                    <a:cubicBezTo>
                      <a:pt x="277" y="824"/>
                      <a:pt x="451" y="716"/>
                      <a:pt x="592" y="567"/>
                    </a:cubicBezTo>
                    <a:cubicBezTo>
                      <a:pt x="666" y="492"/>
                      <a:pt x="724" y="418"/>
                      <a:pt x="782" y="327"/>
                    </a:cubicBezTo>
                    <a:cubicBezTo>
                      <a:pt x="832" y="236"/>
                      <a:pt x="882" y="144"/>
                      <a:pt x="882" y="45"/>
                    </a:cubicBezTo>
                    <a:cubicBezTo>
                      <a:pt x="887" y="15"/>
                      <a:pt x="865" y="0"/>
                      <a:pt x="8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7" name="Google Shape;2007;p2"/>
              <p:cNvSpPr/>
              <p:nvPr/>
            </p:nvSpPr>
            <p:spPr>
              <a:xfrm>
                <a:off x="3931375" y="3159975"/>
                <a:ext cx="5775" cy="8500"/>
              </a:xfrm>
              <a:custGeom>
                <a:rect b="b" l="l" r="r" t="t"/>
                <a:pathLst>
                  <a:path extrusionOk="0" h="340" w="231">
                    <a:moveTo>
                      <a:pt x="203" y="1"/>
                    </a:moveTo>
                    <a:cubicBezTo>
                      <a:pt x="199" y="1"/>
                      <a:pt x="195" y="2"/>
                      <a:pt x="191" y="6"/>
                    </a:cubicBezTo>
                    <a:cubicBezTo>
                      <a:pt x="166" y="23"/>
                      <a:pt x="141" y="39"/>
                      <a:pt x="125" y="56"/>
                    </a:cubicBezTo>
                    <a:cubicBezTo>
                      <a:pt x="100" y="81"/>
                      <a:pt x="83" y="106"/>
                      <a:pt x="67" y="130"/>
                    </a:cubicBezTo>
                    <a:cubicBezTo>
                      <a:pt x="42" y="180"/>
                      <a:pt x="17" y="238"/>
                      <a:pt x="9" y="288"/>
                    </a:cubicBezTo>
                    <a:cubicBezTo>
                      <a:pt x="0" y="313"/>
                      <a:pt x="17" y="329"/>
                      <a:pt x="33" y="338"/>
                    </a:cubicBezTo>
                    <a:cubicBezTo>
                      <a:pt x="36" y="339"/>
                      <a:pt x="40" y="340"/>
                      <a:pt x="43" y="340"/>
                    </a:cubicBezTo>
                    <a:cubicBezTo>
                      <a:pt x="58" y="340"/>
                      <a:pt x="75" y="326"/>
                      <a:pt x="75" y="313"/>
                    </a:cubicBezTo>
                    <a:cubicBezTo>
                      <a:pt x="91" y="263"/>
                      <a:pt x="108" y="213"/>
                      <a:pt x="133" y="172"/>
                    </a:cubicBezTo>
                    <a:cubicBezTo>
                      <a:pt x="149" y="147"/>
                      <a:pt x="166" y="122"/>
                      <a:pt x="174" y="106"/>
                    </a:cubicBezTo>
                    <a:cubicBezTo>
                      <a:pt x="191" y="81"/>
                      <a:pt x="207" y="64"/>
                      <a:pt x="224" y="39"/>
                    </a:cubicBezTo>
                    <a:cubicBezTo>
                      <a:pt x="230" y="20"/>
                      <a:pt x="217" y="1"/>
                      <a:pt x="20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8" name="Google Shape;2008;p2"/>
              <p:cNvSpPr/>
              <p:nvPr/>
            </p:nvSpPr>
            <p:spPr>
              <a:xfrm>
                <a:off x="3939450" y="3156625"/>
                <a:ext cx="3550" cy="7250"/>
              </a:xfrm>
              <a:custGeom>
                <a:rect b="b" l="l" r="r" t="t"/>
                <a:pathLst>
                  <a:path extrusionOk="0" h="290" w="142">
                    <a:moveTo>
                      <a:pt x="114" y="1"/>
                    </a:moveTo>
                    <a:cubicBezTo>
                      <a:pt x="104" y="1"/>
                      <a:pt x="95" y="5"/>
                      <a:pt x="92" y="16"/>
                    </a:cubicBezTo>
                    <a:cubicBezTo>
                      <a:pt x="75" y="32"/>
                      <a:pt x="67" y="49"/>
                      <a:pt x="58" y="66"/>
                    </a:cubicBezTo>
                    <a:cubicBezTo>
                      <a:pt x="50" y="82"/>
                      <a:pt x="50" y="107"/>
                      <a:pt x="42" y="124"/>
                    </a:cubicBezTo>
                    <a:cubicBezTo>
                      <a:pt x="34" y="157"/>
                      <a:pt x="17" y="198"/>
                      <a:pt x="9" y="231"/>
                    </a:cubicBezTo>
                    <a:cubicBezTo>
                      <a:pt x="0" y="256"/>
                      <a:pt x="17" y="281"/>
                      <a:pt x="34" y="289"/>
                    </a:cubicBezTo>
                    <a:lnTo>
                      <a:pt x="34" y="281"/>
                    </a:lnTo>
                    <a:cubicBezTo>
                      <a:pt x="40" y="283"/>
                      <a:pt x="46" y="284"/>
                      <a:pt x="52" y="284"/>
                    </a:cubicBezTo>
                    <a:cubicBezTo>
                      <a:pt x="70" y="284"/>
                      <a:pt x="85" y="275"/>
                      <a:pt x="92" y="256"/>
                    </a:cubicBezTo>
                    <a:lnTo>
                      <a:pt x="125" y="148"/>
                    </a:lnTo>
                    <a:cubicBezTo>
                      <a:pt x="125" y="124"/>
                      <a:pt x="133" y="107"/>
                      <a:pt x="141" y="90"/>
                    </a:cubicBezTo>
                    <a:cubicBezTo>
                      <a:pt x="141" y="74"/>
                      <a:pt x="141" y="49"/>
                      <a:pt x="141" y="24"/>
                    </a:cubicBezTo>
                    <a:cubicBezTo>
                      <a:pt x="141" y="10"/>
                      <a:pt x="127" y="1"/>
                      <a:pt x="1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9" name="Google Shape;2009;p2"/>
              <p:cNvSpPr/>
              <p:nvPr/>
            </p:nvSpPr>
            <p:spPr>
              <a:xfrm>
                <a:off x="3990575" y="3029700"/>
                <a:ext cx="13525" cy="14450"/>
              </a:xfrm>
              <a:custGeom>
                <a:rect b="b" l="l" r="r" t="t"/>
                <a:pathLst>
                  <a:path extrusionOk="0" h="578" w="541">
                    <a:moveTo>
                      <a:pt x="58" y="0"/>
                    </a:moveTo>
                    <a:cubicBezTo>
                      <a:pt x="24" y="0"/>
                      <a:pt x="0" y="51"/>
                      <a:pt x="35" y="72"/>
                    </a:cubicBezTo>
                    <a:cubicBezTo>
                      <a:pt x="135" y="138"/>
                      <a:pt x="217" y="213"/>
                      <a:pt x="284" y="304"/>
                    </a:cubicBezTo>
                    <a:cubicBezTo>
                      <a:pt x="317" y="345"/>
                      <a:pt x="350" y="395"/>
                      <a:pt x="375" y="445"/>
                    </a:cubicBezTo>
                    <a:cubicBezTo>
                      <a:pt x="391" y="470"/>
                      <a:pt x="408" y="486"/>
                      <a:pt x="425" y="511"/>
                    </a:cubicBezTo>
                    <a:cubicBezTo>
                      <a:pt x="441" y="536"/>
                      <a:pt x="458" y="577"/>
                      <a:pt x="483" y="577"/>
                    </a:cubicBezTo>
                    <a:cubicBezTo>
                      <a:pt x="499" y="577"/>
                      <a:pt x="516" y="577"/>
                      <a:pt x="524" y="561"/>
                    </a:cubicBezTo>
                    <a:cubicBezTo>
                      <a:pt x="541" y="536"/>
                      <a:pt x="524" y="503"/>
                      <a:pt x="516" y="470"/>
                    </a:cubicBezTo>
                    <a:cubicBezTo>
                      <a:pt x="499" y="445"/>
                      <a:pt x="491" y="412"/>
                      <a:pt x="474" y="387"/>
                    </a:cubicBezTo>
                    <a:cubicBezTo>
                      <a:pt x="441" y="337"/>
                      <a:pt x="400" y="287"/>
                      <a:pt x="358" y="238"/>
                    </a:cubicBezTo>
                    <a:cubicBezTo>
                      <a:pt x="275" y="146"/>
                      <a:pt x="184" y="64"/>
                      <a:pt x="77" y="6"/>
                    </a:cubicBezTo>
                    <a:cubicBezTo>
                      <a:pt x="70" y="2"/>
                      <a:pt x="64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0" name="Google Shape;2010;p2"/>
              <p:cNvSpPr/>
              <p:nvPr/>
            </p:nvSpPr>
            <p:spPr>
              <a:xfrm>
                <a:off x="3985225" y="3030125"/>
                <a:ext cx="7225" cy="8525"/>
              </a:xfrm>
              <a:custGeom>
                <a:rect b="b" l="l" r="r" t="t"/>
                <a:pathLst>
                  <a:path extrusionOk="0" h="341" w="289">
                    <a:moveTo>
                      <a:pt x="54" y="1"/>
                    </a:moveTo>
                    <a:cubicBezTo>
                      <a:pt x="44" y="1"/>
                      <a:pt x="34" y="5"/>
                      <a:pt x="25" y="13"/>
                    </a:cubicBezTo>
                    <a:cubicBezTo>
                      <a:pt x="9" y="22"/>
                      <a:pt x="1" y="55"/>
                      <a:pt x="9" y="71"/>
                    </a:cubicBezTo>
                    <a:cubicBezTo>
                      <a:pt x="50" y="121"/>
                      <a:pt x="83" y="163"/>
                      <a:pt x="117" y="212"/>
                    </a:cubicBezTo>
                    <a:cubicBezTo>
                      <a:pt x="133" y="229"/>
                      <a:pt x="150" y="254"/>
                      <a:pt x="166" y="279"/>
                    </a:cubicBezTo>
                    <a:cubicBezTo>
                      <a:pt x="175" y="287"/>
                      <a:pt x="183" y="295"/>
                      <a:pt x="191" y="303"/>
                    </a:cubicBezTo>
                    <a:cubicBezTo>
                      <a:pt x="208" y="320"/>
                      <a:pt x="216" y="328"/>
                      <a:pt x="233" y="337"/>
                    </a:cubicBezTo>
                    <a:cubicBezTo>
                      <a:pt x="237" y="340"/>
                      <a:pt x="242" y="341"/>
                      <a:pt x="247" y="341"/>
                    </a:cubicBezTo>
                    <a:cubicBezTo>
                      <a:pt x="268" y="341"/>
                      <a:pt x="289" y="315"/>
                      <a:pt x="282" y="295"/>
                    </a:cubicBezTo>
                    <a:cubicBezTo>
                      <a:pt x="274" y="279"/>
                      <a:pt x="266" y="270"/>
                      <a:pt x="266" y="254"/>
                    </a:cubicBezTo>
                    <a:cubicBezTo>
                      <a:pt x="257" y="245"/>
                      <a:pt x="249" y="229"/>
                      <a:pt x="241" y="221"/>
                    </a:cubicBezTo>
                    <a:cubicBezTo>
                      <a:pt x="224" y="196"/>
                      <a:pt x="208" y="171"/>
                      <a:pt x="191" y="154"/>
                    </a:cubicBezTo>
                    <a:cubicBezTo>
                      <a:pt x="158" y="105"/>
                      <a:pt x="117" y="63"/>
                      <a:pt x="83" y="13"/>
                    </a:cubicBezTo>
                    <a:cubicBezTo>
                      <a:pt x="75" y="5"/>
                      <a:pt x="65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1" name="Google Shape;2011;p2"/>
              <p:cNvSpPr/>
              <p:nvPr/>
            </p:nvSpPr>
            <p:spPr>
              <a:xfrm>
                <a:off x="4256925" y="3180200"/>
                <a:ext cx="17075" cy="7650"/>
              </a:xfrm>
              <a:custGeom>
                <a:rect b="b" l="l" r="r" t="t"/>
                <a:pathLst>
                  <a:path extrusionOk="0" h="306" w="683">
                    <a:moveTo>
                      <a:pt x="605" y="0"/>
                    </a:moveTo>
                    <a:cubicBezTo>
                      <a:pt x="593" y="0"/>
                      <a:pt x="582" y="1"/>
                      <a:pt x="575" y="1"/>
                    </a:cubicBezTo>
                    <a:cubicBezTo>
                      <a:pt x="475" y="17"/>
                      <a:pt x="384" y="42"/>
                      <a:pt x="293" y="75"/>
                    </a:cubicBezTo>
                    <a:cubicBezTo>
                      <a:pt x="194" y="117"/>
                      <a:pt x="111" y="175"/>
                      <a:pt x="28" y="241"/>
                    </a:cubicBezTo>
                    <a:cubicBezTo>
                      <a:pt x="0" y="262"/>
                      <a:pt x="24" y="305"/>
                      <a:pt x="52" y="305"/>
                    </a:cubicBezTo>
                    <a:cubicBezTo>
                      <a:pt x="58" y="305"/>
                      <a:pt x="64" y="303"/>
                      <a:pt x="69" y="299"/>
                    </a:cubicBezTo>
                    <a:cubicBezTo>
                      <a:pt x="227" y="191"/>
                      <a:pt x="401" y="125"/>
                      <a:pt x="591" y="92"/>
                    </a:cubicBezTo>
                    <a:cubicBezTo>
                      <a:pt x="616" y="84"/>
                      <a:pt x="683" y="75"/>
                      <a:pt x="674" y="34"/>
                    </a:cubicBezTo>
                    <a:cubicBezTo>
                      <a:pt x="674" y="4"/>
                      <a:pt x="636" y="0"/>
                      <a:pt x="6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2" name="Google Shape;2012;p2"/>
              <p:cNvSpPr/>
              <p:nvPr/>
            </p:nvSpPr>
            <p:spPr>
              <a:xfrm>
                <a:off x="4261350" y="3175225"/>
                <a:ext cx="7050" cy="4250"/>
              </a:xfrm>
              <a:custGeom>
                <a:rect b="b" l="l" r="r" t="t"/>
                <a:pathLst>
                  <a:path extrusionOk="0" h="170" w="282">
                    <a:moveTo>
                      <a:pt x="224" y="1"/>
                    </a:moveTo>
                    <a:cubicBezTo>
                      <a:pt x="207" y="1"/>
                      <a:pt x="199" y="1"/>
                      <a:pt x="182" y="9"/>
                    </a:cubicBezTo>
                    <a:cubicBezTo>
                      <a:pt x="166" y="9"/>
                      <a:pt x="141" y="17"/>
                      <a:pt x="124" y="26"/>
                    </a:cubicBezTo>
                    <a:cubicBezTo>
                      <a:pt x="83" y="42"/>
                      <a:pt x="50" y="67"/>
                      <a:pt x="17" y="92"/>
                    </a:cubicBezTo>
                    <a:cubicBezTo>
                      <a:pt x="0" y="109"/>
                      <a:pt x="0" y="133"/>
                      <a:pt x="17" y="150"/>
                    </a:cubicBezTo>
                    <a:cubicBezTo>
                      <a:pt x="23" y="162"/>
                      <a:pt x="42" y="170"/>
                      <a:pt x="59" y="170"/>
                    </a:cubicBezTo>
                    <a:cubicBezTo>
                      <a:pt x="65" y="170"/>
                      <a:pt x="70" y="169"/>
                      <a:pt x="75" y="167"/>
                    </a:cubicBezTo>
                    <a:cubicBezTo>
                      <a:pt x="83" y="150"/>
                      <a:pt x="100" y="142"/>
                      <a:pt x="116" y="133"/>
                    </a:cubicBezTo>
                    <a:cubicBezTo>
                      <a:pt x="124" y="133"/>
                      <a:pt x="133" y="125"/>
                      <a:pt x="141" y="125"/>
                    </a:cubicBezTo>
                    <a:cubicBezTo>
                      <a:pt x="141" y="117"/>
                      <a:pt x="149" y="117"/>
                      <a:pt x="149" y="117"/>
                    </a:cubicBezTo>
                    <a:lnTo>
                      <a:pt x="158" y="117"/>
                    </a:lnTo>
                    <a:cubicBezTo>
                      <a:pt x="174" y="109"/>
                      <a:pt x="199" y="100"/>
                      <a:pt x="216" y="92"/>
                    </a:cubicBezTo>
                    <a:cubicBezTo>
                      <a:pt x="224" y="92"/>
                      <a:pt x="224" y="84"/>
                      <a:pt x="232" y="84"/>
                    </a:cubicBezTo>
                    <a:cubicBezTo>
                      <a:pt x="240" y="84"/>
                      <a:pt x="249" y="75"/>
                      <a:pt x="265" y="67"/>
                    </a:cubicBezTo>
                    <a:cubicBezTo>
                      <a:pt x="274" y="59"/>
                      <a:pt x="282" y="51"/>
                      <a:pt x="282" y="34"/>
                    </a:cubicBezTo>
                    <a:cubicBezTo>
                      <a:pt x="282" y="17"/>
                      <a:pt x="265" y="9"/>
                      <a:pt x="2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3" name="Google Shape;2013;p2"/>
              <p:cNvSpPr/>
              <p:nvPr/>
            </p:nvSpPr>
            <p:spPr>
              <a:xfrm>
                <a:off x="3926575" y="3181575"/>
                <a:ext cx="22850" cy="5500"/>
              </a:xfrm>
              <a:custGeom>
                <a:rect b="b" l="l" r="r" t="t"/>
                <a:pathLst>
                  <a:path extrusionOk="0" h="220" w="914">
                    <a:moveTo>
                      <a:pt x="533" y="0"/>
                    </a:moveTo>
                    <a:cubicBezTo>
                      <a:pt x="510" y="0"/>
                      <a:pt x="488" y="1"/>
                      <a:pt x="466" y="4"/>
                    </a:cubicBezTo>
                    <a:cubicBezTo>
                      <a:pt x="308" y="12"/>
                      <a:pt x="167" y="45"/>
                      <a:pt x="35" y="136"/>
                    </a:cubicBezTo>
                    <a:cubicBezTo>
                      <a:pt x="1" y="164"/>
                      <a:pt x="23" y="219"/>
                      <a:pt x="60" y="219"/>
                    </a:cubicBezTo>
                    <a:cubicBezTo>
                      <a:pt x="67" y="219"/>
                      <a:pt x="76" y="217"/>
                      <a:pt x="85" y="211"/>
                    </a:cubicBezTo>
                    <a:cubicBezTo>
                      <a:pt x="201" y="136"/>
                      <a:pt x="341" y="111"/>
                      <a:pt x="482" y="103"/>
                    </a:cubicBezTo>
                    <a:cubicBezTo>
                      <a:pt x="557" y="103"/>
                      <a:pt x="631" y="111"/>
                      <a:pt x="698" y="120"/>
                    </a:cubicBezTo>
                    <a:cubicBezTo>
                      <a:pt x="734" y="124"/>
                      <a:pt x="773" y="131"/>
                      <a:pt x="810" y="131"/>
                    </a:cubicBezTo>
                    <a:cubicBezTo>
                      <a:pt x="841" y="131"/>
                      <a:pt x="870" y="127"/>
                      <a:pt x="897" y="111"/>
                    </a:cubicBezTo>
                    <a:cubicBezTo>
                      <a:pt x="913" y="103"/>
                      <a:pt x="913" y="78"/>
                      <a:pt x="905" y="70"/>
                    </a:cubicBezTo>
                    <a:cubicBezTo>
                      <a:pt x="855" y="12"/>
                      <a:pt x="764" y="12"/>
                      <a:pt x="698" y="4"/>
                    </a:cubicBezTo>
                    <a:lnTo>
                      <a:pt x="698" y="12"/>
                    </a:lnTo>
                    <a:cubicBezTo>
                      <a:pt x="645" y="6"/>
                      <a:pt x="588" y="0"/>
                      <a:pt x="5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4" name="Google Shape;2014;p2"/>
              <p:cNvSpPr/>
              <p:nvPr/>
            </p:nvSpPr>
            <p:spPr>
              <a:xfrm>
                <a:off x="3941325" y="3178500"/>
                <a:ext cx="4775" cy="1950"/>
              </a:xfrm>
              <a:custGeom>
                <a:rect b="b" l="l" r="r" t="t"/>
                <a:pathLst>
                  <a:path extrusionOk="0" h="78" w="191">
                    <a:moveTo>
                      <a:pt x="32" y="0"/>
                    </a:moveTo>
                    <a:cubicBezTo>
                      <a:pt x="17" y="0"/>
                      <a:pt x="0" y="15"/>
                      <a:pt x="0" y="36"/>
                    </a:cubicBezTo>
                    <a:cubicBezTo>
                      <a:pt x="0" y="52"/>
                      <a:pt x="17" y="69"/>
                      <a:pt x="33" y="69"/>
                    </a:cubicBezTo>
                    <a:cubicBezTo>
                      <a:pt x="75" y="77"/>
                      <a:pt x="124" y="77"/>
                      <a:pt x="166" y="77"/>
                    </a:cubicBezTo>
                    <a:cubicBezTo>
                      <a:pt x="174" y="77"/>
                      <a:pt x="182" y="69"/>
                      <a:pt x="182" y="60"/>
                    </a:cubicBezTo>
                    <a:cubicBezTo>
                      <a:pt x="191" y="52"/>
                      <a:pt x="182" y="44"/>
                      <a:pt x="174" y="36"/>
                    </a:cubicBezTo>
                    <a:cubicBezTo>
                      <a:pt x="124" y="27"/>
                      <a:pt x="83" y="11"/>
                      <a:pt x="41" y="2"/>
                    </a:cubicBezTo>
                    <a:cubicBezTo>
                      <a:pt x="39" y="1"/>
                      <a:pt x="35" y="0"/>
                      <a:pt x="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5" name="Google Shape;2015;p2"/>
              <p:cNvSpPr/>
              <p:nvPr/>
            </p:nvSpPr>
            <p:spPr>
              <a:xfrm>
                <a:off x="3978450" y="2983400"/>
                <a:ext cx="18400" cy="15375"/>
              </a:xfrm>
              <a:custGeom>
                <a:rect b="b" l="l" r="r" t="t"/>
                <a:pathLst>
                  <a:path extrusionOk="0" h="615" w="736">
                    <a:moveTo>
                      <a:pt x="64" y="1"/>
                    </a:moveTo>
                    <a:cubicBezTo>
                      <a:pt x="13" y="1"/>
                      <a:pt x="1" y="69"/>
                      <a:pt x="48" y="84"/>
                    </a:cubicBezTo>
                    <a:cubicBezTo>
                      <a:pt x="180" y="126"/>
                      <a:pt x="296" y="200"/>
                      <a:pt x="404" y="292"/>
                    </a:cubicBezTo>
                    <a:cubicBezTo>
                      <a:pt x="454" y="333"/>
                      <a:pt x="495" y="383"/>
                      <a:pt x="537" y="432"/>
                    </a:cubicBezTo>
                    <a:cubicBezTo>
                      <a:pt x="562" y="466"/>
                      <a:pt x="578" y="490"/>
                      <a:pt x="603" y="524"/>
                    </a:cubicBezTo>
                    <a:cubicBezTo>
                      <a:pt x="620" y="548"/>
                      <a:pt x="636" y="582"/>
                      <a:pt x="669" y="606"/>
                    </a:cubicBezTo>
                    <a:cubicBezTo>
                      <a:pt x="677" y="612"/>
                      <a:pt x="687" y="614"/>
                      <a:pt x="696" y="614"/>
                    </a:cubicBezTo>
                    <a:cubicBezTo>
                      <a:pt x="716" y="614"/>
                      <a:pt x="736" y="602"/>
                      <a:pt x="736" y="573"/>
                    </a:cubicBezTo>
                    <a:cubicBezTo>
                      <a:pt x="736" y="499"/>
                      <a:pt x="686" y="424"/>
                      <a:pt x="644" y="366"/>
                    </a:cubicBezTo>
                    <a:cubicBezTo>
                      <a:pt x="595" y="308"/>
                      <a:pt x="545" y="250"/>
                      <a:pt x="479" y="200"/>
                    </a:cubicBezTo>
                    <a:cubicBezTo>
                      <a:pt x="363" y="109"/>
                      <a:pt x="222" y="35"/>
                      <a:pt x="73" y="2"/>
                    </a:cubicBezTo>
                    <a:cubicBezTo>
                      <a:pt x="70" y="1"/>
                      <a:pt x="67" y="1"/>
                      <a:pt x="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6" name="Google Shape;2016;p2"/>
              <p:cNvSpPr/>
              <p:nvPr/>
            </p:nvSpPr>
            <p:spPr>
              <a:xfrm>
                <a:off x="3910450" y="2916050"/>
                <a:ext cx="7075" cy="14425"/>
              </a:xfrm>
              <a:custGeom>
                <a:rect b="b" l="l" r="r" t="t"/>
                <a:pathLst>
                  <a:path extrusionOk="0" h="577" w="283">
                    <a:moveTo>
                      <a:pt x="253" y="0"/>
                    </a:moveTo>
                    <a:cubicBezTo>
                      <a:pt x="242" y="0"/>
                      <a:pt x="231" y="4"/>
                      <a:pt x="224" y="11"/>
                    </a:cubicBezTo>
                    <a:cubicBezTo>
                      <a:pt x="166" y="86"/>
                      <a:pt x="133" y="177"/>
                      <a:pt x="100" y="260"/>
                    </a:cubicBezTo>
                    <a:cubicBezTo>
                      <a:pt x="67" y="342"/>
                      <a:pt x="42" y="425"/>
                      <a:pt x="9" y="516"/>
                    </a:cubicBezTo>
                    <a:cubicBezTo>
                      <a:pt x="0" y="541"/>
                      <a:pt x="17" y="566"/>
                      <a:pt x="42" y="574"/>
                    </a:cubicBezTo>
                    <a:cubicBezTo>
                      <a:pt x="46" y="576"/>
                      <a:pt x="51" y="577"/>
                      <a:pt x="55" y="577"/>
                    </a:cubicBezTo>
                    <a:cubicBezTo>
                      <a:pt x="75" y="577"/>
                      <a:pt x="93" y="562"/>
                      <a:pt x="100" y="541"/>
                    </a:cubicBezTo>
                    <a:cubicBezTo>
                      <a:pt x="133" y="458"/>
                      <a:pt x="174" y="376"/>
                      <a:pt x="208" y="285"/>
                    </a:cubicBezTo>
                    <a:cubicBezTo>
                      <a:pt x="232" y="202"/>
                      <a:pt x="266" y="119"/>
                      <a:pt x="282" y="28"/>
                    </a:cubicBezTo>
                    <a:cubicBezTo>
                      <a:pt x="282" y="8"/>
                      <a:pt x="268" y="0"/>
                      <a:pt x="2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7" name="Google Shape;2017;p2"/>
              <p:cNvSpPr/>
              <p:nvPr/>
            </p:nvSpPr>
            <p:spPr>
              <a:xfrm>
                <a:off x="3920600" y="2893850"/>
                <a:ext cx="2300" cy="4475"/>
              </a:xfrm>
              <a:custGeom>
                <a:rect b="b" l="l" r="r" t="t"/>
                <a:pathLst>
                  <a:path extrusionOk="0" h="179" w="92">
                    <a:moveTo>
                      <a:pt x="61" y="1"/>
                    </a:moveTo>
                    <a:cubicBezTo>
                      <a:pt x="47" y="1"/>
                      <a:pt x="34" y="9"/>
                      <a:pt x="34" y="21"/>
                    </a:cubicBezTo>
                    <a:cubicBezTo>
                      <a:pt x="25" y="62"/>
                      <a:pt x="17" y="95"/>
                      <a:pt x="9" y="129"/>
                    </a:cubicBezTo>
                    <a:cubicBezTo>
                      <a:pt x="0" y="145"/>
                      <a:pt x="9" y="170"/>
                      <a:pt x="34" y="178"/>
                    </a:cubicBezTo>
                    <a:cubicBezTo>
                      <a:pt x="42" y="178"/>
                      <a:pt x="50" y="178"/>
                      <a:pt x="58" y="170"/>
                    </a:cubicBezTo>
                    <a:cubicBezTo>
                      <a:pt x="67" y="170"/>
                      <a:pt x="75" y="162"/>
                      <a:pt x="75" y="153"/>
                    </a:cubicBezTo>
                    <a:lnTo>
                      <a:pt x="92" y="46"/>
                    </a:lnTo>
                    <a:cubicBezTo>
                      <a:pt x="92" y="37"/>
                      <a:pt x="92" y="29"/>
                      <a:pt x="92" y="21"/>
                    </a:cubicBezTo>
                    <a:cubicBezTo>
                      <a:pt x="83" y="13"/>
                      <a:pt x="75" y="4"/>
                      <a:pt x="75" y="4"/>
                    </a:cubicBezTo>
                    <a:cubicBezTo>
                      <a:pt x="71" y="2"/>
                      <a:pt x="66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8" name="Google Shape;2018;p2"/>
              <p:cNvSpPr/>
              <p:nvPr/>
            </p:nvSpPr>
            <p:spPr>
              <a:xfrm>
                <a:off x="3932200" y="2876925"/>
                <a:ext cx="3950" cy="10825"/>
              </a:xfrm>
              <a:custGeom>
                <a:rect b="b" l="l" r="r" t="t"/>
                <a:pathLst>
                  <a:path extrusionOk="0" h="433" w="158">
                    <a:moveTo>
                      <a:pt x="119" y="1"/>
                    </a:moveTo>
                    <a:cubicBezTo>
                      <a:pt x="108" y="1"/>
                      <a:pt x="98" y="6"/>
                      <a:pt x="92" y="18"/>
                    </a:cubicBezTo>
                    <a:cubicBezTo>
                      <a:pt x="83" y="35"/>
                      <a:pt x="75" y="52"/>
                      <a:pt x="75" y="68"/>
                    </a:cubicBezTo>
                    <a:cubicBezTo>
                      <a:pt x="67" y="85"/>
                      <a:pt x="67" y="93"/>
                      <a:pt x="67" y="110"/>
                    </a:cubicBezTo>
                    <a:cubicBezTo>
                      <a:pt x="58" y="134"/>
                      <a:pt x="50" y="168"/>
                      <a:pt x="42" y="201"/>
                    </a:cubicBezTo>
                    <a:cubicBezTo>
                      <a:pt x="25" y="250"/>
                      <a:pt x="17" y="317"/>
                      <a:pt x="9" y="375"/>
                    </a:cubicBezTo>
                    <a:cubicBezTo>
                      <a:pt x="0" y="400"/>
                      <a:pt x="17" y="424"/>
                      <a:pt x="42" y="433"/>
                    </a:cubicBezTo>
                    <a:cubicBezTo>
                      <a:pt x="67" y="433"/>
                      <a:pt x="92" y="424"/>
                      <a:pt x="100" y="400"/>
                    </a:cubicBezTo>
                    <a:cubicBezTo>
                      <a:pt x="116" y="333"/>
                      <a:pt x="125" y="275"/>
                      <a:pt x="133" y="217"/>
                    </a:cubicBezTo>
                    <a:cubicBezTo>
                      <a:pt x="141" y="159"/>
                      <a:pt x="158" y="101"/>
                      <a:pt x="158" y="43"/>
                    </a:cubicBezTo>
                    <a:cubicBezTo>
                      <a:pt x="158" y="17"/>
                      <a:pt x="138" y="1"/>
                      <a:pt x="1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9" name="Google Shape;2019;p2"/>
              <p:cNvSpPr/>
              <p:nvPr/>
            </p:nvSpPr>
            <p:spPr>
              <a:xfrm>
                <a:off x="3998475" y="2795650"/>
                <a:ext cx="7725" cy="20350"/>
              </a:xfrm>
              <a:custGeom>
                <a:rect b="b" l="l" r="r" t="t"/>
                <a:pathLst>
                  <a:path extrusionOk="0" h="814" w="309">
                    <a:moveTo>
                      <a:pt x="247" y="1"/>
                    </a:moveTo>
                    <a:cubicBezTo>
                      <a:pt x="235" y="1"/>
                      <a:pt x="224" y="7"/>
                      <a:pt x="216" y="22"/>
                    </a:cubicBezTo>
                    <a:cubicBezTo>
                      <a:pt x="158" y="146"/>
                      <a:pt x="100" y="270"/>
                      <a:pt x="67" y="394"/>
                    </a:cubicBezTo>
                    <a:cubicBezTo>
                      <a:pt x="26" y="510"/>
                      <a:pt x="1" y="659"/>
                      <a:pt x="17" y="784"/>
                    </a:cubicBezTo>
                    <a:cubicBezTo>
                      <a:pt x="17" y="802"/>
                      <a:pt x="30" y="813"/>
                      <a:pt x="45" y="813"/>
                    </a:cubicBezTo>
                    <a:cubicBezTo>
                      <a:pt x="56" y="813"/>
                      <a:pt x="68" y="807"/>
                      <a:pt x="75" y="792"/>
                    </a:cubicBezTo>
                    <a:cubicBezTo>
                      <a:pt x="92" y="734"/>
                      <a:pt x="109" y="668"/>
                      <a:pt x="117" y="610"/>
                    </a:cubicBezTo>
                    <a:cubicBezTo>
                      <a:pt x="133" y="552"/>
                      <a:pt x="150" y="485"/>
                      <a:pt x="167" y="427"/>
                    </a:cubicBezTo>
                    <a:cubicBezTo>
                      <a:pt x="200" y="303"/>
                      <a:pt x="241" y="187"/>
                      <a:pt x="291" y="71"/>
                    </a:cubicBezTo>
                    <a:cubicBezTo>
                      <a:pt x="308" y="36"/>
                      <a:pt x="276" y="1"/>
                      <a:pt x="2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0" name="Google Shape;2020;p2"/>
              <p:cNvSpPr/>
              <p:nvPr/>
            </p:nvSpPr>
            <p:spPr>
              <a:xfrm>
                <a:off x="4151150" y="2821650"/>
                <a:ext cx="225" cy="225"/>
              </a:xfrm>
              <a:custGeom>
                <a:rect b="b" l="l" r="r" t="t"/>
                <a:pathLst>
                  <a:path extrusionOk="0" h="9" w="9">
                    <a:moveTo>
                      <a:pt x="8" y="1"/>
                    </a:moveTo>
                    <a:cubicBezTo>
                      <a:pt x="0" y="1"/>
                      <a:pt x="0" y="9"/>
                      <a:pt x="8" y="9"/>
                    </a:cubicBezTo>
                    <a:cubicBezTo>
                      <a:pt x="8" y="9"/>
                      <a:pt x="8" y="1"/>
                      <a:pt x="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1" name="Google Shape;2021;p2"/>
              <p:cNvSpPr/>
              <p:nvPr/>
            </p:nvSpPr>
            <p:spPr>
              <a:xfrm>
                <a:off x="4153225" y="2762650"/>
                <a:ext cx="9550" cy="20825"/>
              </a:xfrm>
              <a:custGeom>
                <a:rect b="b" l="l" r="r" t="t"/>
                <a:pathLst>
                  <a:path extrusionOk="0" h="833" w="382">
                    <a:moveTo>
                      <a:pt x="62" y="1"/>
                    </a:moveTo>
                    <a:cubicBezTo>
                      <a:pt x="55" y="1"/>
                      <a:pt x="48" y="3"/>
                      <a:pt x="41" y="8"/>
                    </a:cubicBezTo>
                    <a:cubicBezTo>
                      <a:pt x="17" y="24"/>
                      <a:pt x="0" y="57"/>
                      <a:pt x="17" y="82"/>
                    </a:cubicBezTo>
                    <a:cubicBezTo>
                      <a:pt x="83" y="182"/>
                      <a:pt x="124" y="298"/>
                      <a:pt x="141" y="414"/>
                    </a:cubicBezTo>
                    <a:cubicBezTo>
                      <a:pt x="141" y="472"/>
                      <a:pt x="141" y="538"/>
                      <a:pt x="141" y="596"/>
                    </a:cubicBezTo>
                    <a:cubicBezTo>
                      <a:pt x="141" y="621"/>
                      <a:pt x="141" y="654"/>
                      <a:pt x="133" y="679"/>
                    </a:cubicBezTo>
                    <a:cubicBezTo>
                      <a:pt x="133" y="695"/>
                      <a:pt x="124" y="712"/>
                      <a:pt x="124" y="737"/>
                    </a:cubicBezTo>
                    <a:cubicBezTo>
                      <a:pt x="124" y="753"/>
                      <a:pt x="133" y="770"/>
                      <a:pt x="133" y="786"/>
                    </a:cubicBezTo>
                    <a:cubicBezTo>
                      <a:pt x="138" y="813"/>
                      <a:pt x="167" y="833"/>
                      <a:pt x="196" y="833"/>
                    </a:cubicBezTo>
                    <a:cubicBezTo>
                      <a:pt x="212" y="833"/>
                      <a:pt x="228" y="826"/>
                      <a:pt x="240" y="811"/>
                    </a:cubicBezTo>
                    <a:cubicBezTo>
                      <a:pt x="257" y="795"/>
                      <a:pt x="273" y="786"/>
                      <a:pt x="282" y="762"/>
                    </a:cubicBezTo>
                    <a:cubicBezTo>
                      <a:pt x="282" y="745"/>
                      <a:pt x="290" y="728"/>
                      <a:pt x="290" y="712"/>
                    </a:cubicBezTo>
                    <a:cubicBezTo>
                      <a:pt x="290" y="687"/>
                      <a:pt x="298" y="654"/>
                      <a:pt x="298" y="621"/>
                    </a:cubicBezTo>
                    <a:cubicBezTo>
                      <a:pt x="302" y="636"/>
                      <a:pt x="313" y="643"/>
                      <a:pt x="326" y="643"/>
                    </a:cubicBezTo>
                    <a:cubicBezTo>
                      <a:pt x="340" y="643"/>
                      <a:pt x="356" y="634"/>
                      <a:pt x="365" y="621"/>
                    </a:cubicBezTo>
                    <a:cubicBezTo>
                      <a:pt x="373" y="604"/>
                      <a:pt x="381" y="579"/>
                      <a:pt x="381" y="563"/>
                    </a:cubicBezTo>
                    <a:cubicBezTo>
                      <a:pt x="381" y="538"/>
                      <a:pt x="381" y="521"/>
                      <a:pt x="381" y="496"/>
                    </a:cubicBezTo>
                    <a:cubicBezTo>
                      <a:pt x="381" y="463"/>
                      <a:pt x="381" y="422"/>
                      <a:pt x="381" y="380"/>
                    </a:cubicBezTo>
                    <a:cubicBezTo>
                      <a:pt x="373" y="306"/>
                      <a:pt x="356" y="223"/>
                      <a:pt x="331" y="148"/>
                    </a:cubicBezTo>
                    <a:cubicBezTo>
                      <a:pt x="325" y="125"/>
                      <a:pt x="308" y="115"/>
                      <a:pt x="290" y="115"/>
                    </a:cubicBezTo>
                    <a:cubicBezTo>
                      <a:pt x="263" y="115"/>
                      <a:pt x="235" y="138"/>
                      <a:pt x="240" y="173"/>
                    </a:cubicBezTo>
                    <a:cubicBezTo>
                      <a:pt x="265" y="248"/>
                      <a:pt x="273" y="314"/>
                      <a:pt x="282" y="389"/>
                    </a:cubicBezTo>
                    <a:cubicBezTo>
                      <a:pt x="249" y="264"/>
                      <a:pt x="191" y="132"/>
                      <a:pt x="116" y="32"/>
                    </a:cubicBezTo>
                    <a:cubicBezTo>
                      <a:pt x="98" y="14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2" name="Google Shape;2022;p2"/>
              <p:cNvSpPr/>
              <p:nvPr/>
            </p:nvSpPr>
            <p:spPr>
              <a:xfrm>
                <a:off x="3835450" y="3099550"/>
                <a:ext cx="14550" cy="17100"/>
              </a:xfrm>
              <a:custGeom>
                <a:rect b="b" l="l" r="r" t="t"/>
                <a:pathLst>
                  <a:path extrusionOk="0" h="684" w="582">
                    <a:moveTo>
                      <a:pt x="539" y="0"/>
                    </a:moveTo>
                    <a:cubicBezTo>
                      <a:pt x="530" y="0"/>
                      <a:pt x="520" y="4"/>
                      <a:pt x="515" y="12"/>
                    </a:cubicBezTo>
                    <a:cubicBezTo>
                      <a:pt x="473" y="62"/>
                      <a:pt x="440" y="120"/>
                      <a:pt x="407" y="178"/>
                    </a:cubicBezTo>
                    <a:cubicBezTo>
                      <a:pt x="374" y="227"/>
                      <a:pt x="333" y="277"/>
                      <a:pt x="299" y="335"/>
                    </a:cubicBezTo>
                    <a:cubicBezTo>
                      <a:pt x="217" y="435"/>
                      <a:pt x="134" y="526"/>
                      <a:pt x="34" y="609"/>
                    </a:cubicBezTo>
                    <a:cubicBezTo>
                      <a:pt x="1" y="635"/>
                      <a:pt x="27" y="684"/>
                      <a:pt x="60" y="684"/>
                    </a:cubicBezTo>
                    <a:cubicBezTo>
                      <a:pt x="68" y="684"/>
                      <a:pt x="76" y="681"/>
                      <a:pt x="84" y="675"/>
                    </a:cubicBezTo>
                    <a:cubicBezTo>
                      <a:pt x="192" y="600"/>
                      <a:pt x="299" y="509"/>
                      <a:pt x="382" y="401"/>
                    </a:cubicBezTo>
                    <a:cubicBezTo>
                      <a:pt x="473" y="294"/>
                      <a:pt x="565" y="178"/>
                      <a:pt x="581" y="37"/>
                    </a:cubicBezTo>
                    <a:cubicBezTo>
                      <a:pt x="581" y="15"/>
                      <a:pt x="559" y="0"/>
                      <a:pt x="5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3" name="Google Shape;2023;p2"/>
              <p:cNvSpPr/>
              <p:nvPr/>
            </p:nvSpPr>
            <p:spPr>
              <a:xfrm>
                <a:off x="3762750" y="3119900"/>
                <a:ext cx="18250" cy="12400"/>
              </a:xfrm>
              <a:custGeom>
                <a:rect b="b" l="l" r="r" t="t"/>
                <a:pathLst>
                  <a:path extrusionOk="0" h="496" w="730">
                    <a:moveTo>
                      <a:pt x="688" y="0"/>
                    </a:moveTo>
                    <a:cubicBezTo>
                      <a:pt x="686" y="0"/>
                      <a:pt x="683" y="1"/>
                      <a:pt x="680" y="2"/>
                    </a:cubicBezTo>
                    <a:lnTo>
                      <a:pt x="672" y="2"/>
                    </a:lnTo>
                    <a:cubicBezTo>
                      <a:pt x="647" y="2"/>
                      <a:pt x="622" y="10"/>
                      <a:pt x="589" y="27"/>
                    </a:cubicBezTo>
                    <a:cubicBezTo>
                      <a:pt x="564" y="35"/>
                      <a:pt x="531" y="51"/>
                      <a:pt x="506" y="68"/>
                    </a:cubicBezTo>
                    <a:cubicBezTo>
                      <a:pt x="457" y="109"/>
                      <a:pt x="407" y="143"/>
                      <a:pt x="349" y="176"/>
                    </a:cubicBezTo>
                    <a:cubicBezTo>
                      <a:pt x="249" y="250"/>
                      <a:pt x="150" y="317"/>
                      <a:pt x="42" y="375"/>
                    </a:cubicBezTo>
                    <a:cubicBezTo>
                      <a:pt x="9" y="391"/>
                      <a:pt x="1" y="424"/>
                      <a:pt x="17" y="457"/>
                    </a:cubicBezTo>
                    <a:cubicBezTo>
                      <a:pt x="24" y="477"/>
                      <a:pt x="45" y="496"/>
                      <a:pt x="66" y="496"/>
                    </a:cubicBezTo>
                    <a:cubicBezTo>
                      <a:pt x="72" y="496"/>
                      <a:pt x="78" y="494"/>
                      <a:pt x="84" y="491"/>
                    </a:cubicBezTo>
                    <a:cubicBezTo>
                      <a:pt x="208" y="441"/>
                      <a:pt x="324" y="391"/>
                      <a:pt x="440" y="325"/>
                    </a:cubicBezTo>
                    <a:cubicBezTo>
                      <a:pt x="490" y="292"/>
                      <a:pt x="548" y="250"/>
                      <a:pt x="597" y="209"/>
                    </a:cubicBezTo>
                    <a:cubicBezTo>
                      <a:pt x="622" y="192"/>
                      <a:pt x="647" y="167"/>
                      <a:pt x="672" y="143"/>
                    </a:cubicBezTo>
                    <a:cubicBezTo>
                      <a:pt x="689" y="118"/>
                      <a:pt x="713" y="85"/>
                      <a:pt x="722" y="60"/>
                    </a:cubicBezTo>
                    <a:cubicBezTo>
                      <a:pt x="729" y="30"/>
                      <a:pt x="710" y="0"/>
                      <a:pt x="6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4" name="Google Shape;2024;p2"/>
              <p:cNvSpPr/>
              <p:nvPr/>
            </p:nvSpPr>
            <p:spPr>
              <a:xfrm>
                <a:off x="3720500" y="3135250"/>
                <a:ext cx="8525" cy="1900"/>
              </a:xfrm>
              <a:custGeom>
                <a:rect b="b" l="l" r="r" t="t"/>
                <a:pathLst>
                  <a:path extrusionOk="0" h="76" w="341">
                    <a:moveTo>
                      <a:pt x="42" y="1"/>
                    </a:moveTo>
                    <a:cubicBezTo>
                      <a:pt x="26" y="1"/>
                      <a:pt x="9" y="17"/>
                      <a:pt x="9" y="34"/>
                    </a:cubicBezTo>
                    <a:cubicBezTo>
                      <a:pt x="1" y="51"/>
                      <a:pt x="9" y="67"/>
                      <a:pt x="26" y="67"/>
                    </a:cubicBezTo>
                    <a:cubicBezTo>
                      <a:pt x="50" y="75"/>
                      <a:pt x="75" y="75"/>
                      <a:pt x="100" y="75"/>
                    </a:cubicBezTo>
                    <a:lnTo>
                      <a:pt x="175" y="75"/>
                    </a:lnTo>
                    <a:cubicBezTo>
                      <a:pt x="224" y="75"/>
                      <a:pt x="274" y="67"/>
                      <a:pt x="316" y="59"/>
                    </a:cubicBezTo>
                    <a:cubicBezTo>
                      <a:pt x="340" y="51"/>
                      <a:pt x="340" y="17"/>
                      <a:pt x="316" y="17"/>
                    </a:cubicBezTo>
                    <a:cubicBezTo>
                      <a:pt x="224" y="17"/>
                      <a:pt x="133" y="17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5" name="Google Shape;2025;p2"/>
              <p:cNvSpPr/>
              <p:nvPr/>
            </p:nvSpPr>
            <p:spPr>
              <a:xfrm>
                <a:off x="3868200" y="3059050"/>
                <a:ext cx="8025" cy="26475"/>
              </a:xfrm>
              <a:custGeom>
                <a:rect b="b" l="l" r="r" t="t"/>
                <a:pathLst>
                  <a:path extrusionOk="0" h="1059" w="321">
                    <a:moveTo>
                      <a:pt x="221" y="0"/>
                    </a:moveTo>
                    <a:cubicBezTo>
                      <a:pt x="204" y="0"/>
                      <a:pt x="186" y="8"/>
                      <a:pt x="174" y="25"/>
                    </a:cubicBezTo>
                    <a:cubicBezTo>
                      <a:pt x="83" y="174"/>
                      <a:pt x="33" y="323"/>
                      <a:pt x="17" y="497"/>
                    </a:cubicBezTo>
                    <a:cubicBezTo>
                      <a:pt x="0" y="663"/>
                      <a:pt x="25" y="853"/>
                      <a:pt x="91" y="1002"/>
                    </a:cubicBezTo>
                    <a:cubicBezTo>
                      <a:pt x="111" y="1042"/>
                      <a:pt x="145" y="1058"/>
                      <a:pt x="180" y="1058"/>
                    </a:cubicBezTo>
                    <a:cubicBezTo>
                      <a:pt x="248" y="1058"/>
                      <a:pt x="320" y="996"/>
                      <a:pt x="299" y="919"/>
                    </a:cubicBezTo>
                    <a:cubicBezTo>
                      <a:pt x="274" y="845"/>
                      <a:pt x="249" y="770"/>
                      <a:pt x="232" y="696"/>
                    </a:cubicBezTo>
                    <a:cubicBezTo>
                      <a:pt x="224" y="629"/>
                      <a:pt x="216" y="563"/>
                      <a:pt x="216" y="497"/>
                    </a:cubicBezTo>
                    <a:cubicBezTo>
                      <a:pt x="216" y="356"/>
                      <a:pt x="232" y="207"/>
                      <a:pt x="274" y="66"/>
                    </a:cubicBezTo>
                    <a:cubicBezTo>
                      <a:pt x="290" y="28"/>
                      <a:pt x="256" y="0"/>
                      <a:pt x="2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6" name="Google Shape;2026;p2"/>
              <p:cNvSpPr/>
              <p:nvPr/>
            </p:nvSpPr>
            <p:spPr>
              <a:xfrm>
                <a:off x="3876900" y="3071000"/>
                <a:ext cx="3550" cy="8025"/>
              </a:xfrm>
              <a:custGeom>
                <a:rect b="b" l="l" r="r" t="t"/>
                <a:pathLst>
                  <a:path extrusionOk="0" h="321" w="142">
                    <a:moveTo>
                      <a:pt x="55" y="0"/>
                    </a:moveTo>
                    <a:cubicBezTo>
                      <a:pt x="51" y="0"/>
                      <a:pt x="46" y="1"/>
                      <a:pt x="42" y="2"/>
                    </a:cubicBezTo>
                    <a:cubicBezTo>
                      <a:pt x="17" y="11"/>
                      <a:pt x="0" y="35"/>
                      <a:pt x="9" y="60"/>
                    </a:cubicBezTo>
                    <a:cubicBezTo>
                      <a:pt x="17" y="102"/>
                      <a:pt x="25" y="143"/>
                      <a:pt x="33" y="185"/>
                    </a:cubicBezTo>
                    <a:cubicBezTo>
                      <a:pt x="42" y="201"/>
                      <a:pt x="42" y="226"/>
                      <a:pt x="50" y="243"/>
                    </a:cubicBezTo>
                    <a:cubicBezTo>
                      <a:pt x="58" y="267"/>
                      <a:pt x="67" y="284"/>
                      <a:pt x="75" y="309"/>
                    </a:cubicBezTo>
                    <a:cubicBezTo>
                      <a:pt x="81" y="315"/>
                      <a:pt x="91" y="321"/>
                      <a:pt x="99" y="321"/>
                    </a:cubicBezTo>
                    <a:cubicBezTo>
                      <a:pt x="102" y="321"/>
                      <a:pt x="106" y="320"/>
                      <a:pt x="108" y="317"/>
                    </a:cubicBezTo>
                    <a:cubicBezTo>
                      <a:pt x="125" y="317"/>
                      <a:pt x="133" y="309"/>
                      <a:pt x="133" y="301"/>
                    </a:cubicBezTo>
                    <a:cubicBezTo>
                      <a:pt x="141" y="276"/>
                      <a:pt x="141" y="251"/>
                      <a:pt x="141" y="226"/>
                    </a:cubicBezTo>
                    <a:cubicBezTo>
                      <a:pt x="133" y="201"/>
                      <a:pt x="133" y="185"/>
                      <a:pt x="125" y="160"/>
                    </a:cubicBezTo>
                    <a:cubicBezTo>
                      <a:pt x="116" y="118"/>
                      <a:pt x="108" y="77"/>
                      <a:pt x="100" y="35"/>
                    </a:cubicBezTo>
                    <a:cubicBezTo>
                      <a:pt x="100" y="15"/>
                      <a:pt x="77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7" name="Google Shape;2027;p2"/>
              <p:cNvSpPr/>
              <p:nvPr/>
            </p:nvSpPr>
            <p:spPr>
              <a:xfrm>
                <a:off x="3930750" y="2994400"/>
                <a:ext cx="9975" cy="3800"/>
              </a:xfrm>
              <a:custGeom>
                <a:rect b="b" l="l" r="r" t="t"/>
                <a:pathLst>
                  <a:path extrusionOk="0" h="152" w="399">
                    <a:moveTo>
                      <a:pt x="141" y="1"/>
                    </a:moveTo>
                    <a:cubicBezTo>
                      <a:pt x="133" y="1"/>
                      <a:pt x="125" y="9"/>
                      <a:pt x="116" y="9"/>
                    </a:cubicBezTo>
                    <a:lnTo>
                      <a:pt x="108" y="9"/>
                    </a:lnTo>
                    <a:cubicBezTo>
                      <a:pt x="75" y="9"/>
                      <a:pt x="42" y="9"/>
                      <a:pt x="17" y="34"/>
                    </a:cubicBezTo>
                    <a:cubicBezTo>
                      <a:pt x="9" y="50"/>
                      <a:pt x="0" y="67"/>
                      <a:pt x="17" y="84"/>
                    </a:cubicBezTo>
                    <a:cubicBezTo>
                      <a:pt x="25" y="92"/>
                      <a:pt x="42" y="100"/>
                      <a:pt x="58" y="108"/>
                    </a:cubicBezTo>
                    <a:lnTo>
                      <a:pt x="100" y="108"/>
                    </a:lnTo>
                    <a:cubicBezTo>
                      <a:pt x="100" y="108"/>
                      <a:pt x="107" y="112"/>
                      <a:pt x="110" y="112"/>
                    </a:cubicBezTo>
                    <a:cubicBezTo>
                      <a:pt x="111" y="112"/>
                      <a:pt x="111" y="111"/>
                      <a:pt x="108" y="108"/>
                    </a:cubicBezTo>
                    <a:lnTo>
                      <a:pt x="108" y="108"/>
                    </a:lnTo>
                    <a:cubicBezTo>
                      <a:pt x="125" y="117"/>
                      <a:pt x="133" y="117"/>
                      <a:pt x="141" y="117"/>
                    </a:cubicBezTo>
                    <a:cubicBezTo>
                      <a:pt x="158" y="125"/>
                      <a:pt x="166" y="125"/>
                      <a:pt x="174" y="125"/>
                    </a:cubicBezTo>
                    <a:lnTo>
                      <a:pt x="224" y="125"/>
                    </a:lnTo>
                    <a:cubicBezTo>
                      <a:pt x="232" y="125"/>
                      <a:pt x="232" y="133"/>
                      <a:pt x="241" y="133"/>
                    </a:cubicBezTo>
                    <a:cubicBezTo>
                      <a:pt x="266" y="133"/>
                      <a:pt x="290" y="142"/>
                      <a:pt x="315" y="150"/>
                    </a:cubicBezTo>
                    <a:cubicBezTo>
                      <a:pt x="321" y="151"/>
                      <a:pt x="327" y="152"/>
                      <a:pt x="332" y="152"/>
                    </a:cubicBezTo>
                    <a:cubicBezTo>
                      <a:pt x="359" y="152"/>
                      <a:pt x="383" y="136"/>
                      <a:pt x="390" y="108"/>
                    </a:cubicBezTo>
                    <a:cubicBezTo>
                      <a:pt x="398" y="75"/>
                      <a:pt x="382" y="50"/>
                      <a:pt x="348" y="42"/>
                    </a:cubicBezTo>
                    <a:cubicBezTo>
                      <a:pt x="290" y="26"/>
                      <a:pt x="241" y="9"/>
                      <a:pt x="183" y="9"/>
                    </a:cubicBezTo>
                    <a:cubicBezTo>
                      <a:pt x="174" y="9"/>
                      <a:pt x="158" y="1"/>
                      <a:pt x="1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8" name="Google Shape;2028;p2"/>
              <p:cNvSpPr/>
              <p:nvPr/>
            </p:nvSpPr>
            <p:spPr>
              <a:xfrm>
                <a:off x="3933850" y="2987700"/>
                <a:ext cx="4175" cy="2800"/>
              </a:xfrm>
              <a:custGeom>
                <a:rect b="b" l="l" r="r" t="t"/>
                <a:pathLst>
                  <a:path extrusionOk="0" h="112" w="167">
                    <a:moveTo>
                      <a:pt x="113" y="0"/>
                    </a:moveTo>
                    <a:cubicBezTo>
                      <a:pt x="109" y="0"/>
                      <a:pt x="105" y="1"/>
                      <a:pt x="100" y="4"/>
                    </a:cubicBezTo>
                    <a:cubicBezTo>
                      <a:pt x="84" y="4"/>
                      <a:pt x="75" y="12"/>
                      <a:pt x="59" y="12"/>
                    </a:cubicBezTo>
                    <a:cubicBezTo>
                      <a:pt x="50" y="12"/>
                      <a:pt x="50" y="12"/>
                      <a:pt x="42" y="20"/>
                    </a:cubicBezTo>
                    <a:cubicBezTo>
                      <a:pt x="34" y="20"/>
                      <a:pt x="26" y="20"/>
                      <a:pt x="17" y="28"/>
                    </a:cubicBezTo>
                    <a:cubicBezTo>
                      <a:pt x="1" y="28"/>
                      <a:pt x="1" y="45"/>
                      <a:pt x="1" y="53"/>
                    </a:cubicBezTo>
                    <a:cubicBezTo>
                      <a:pt x="1" y="70"/>
                      <a:pt x="1" y="78"/>
                      <a:pt x="17" y="86"/>
                    </a:cubicBezTo>
                    <a:cubicBezTo>
                      <a:pt x="26" y="86"/>
                      <a:pt x="34" y="95"/>
                      <a:pt x="42" y="95"/>
                    </a:cubicBezTo>
                    <a:cubicBezTo>
                      <a:pt x="42" y="95"/>
                      <a:pt x="50" y="95"/>
                      <a:pt x="59" y="103"/>
                    </a:cubicBezTo>
                    <a:cubicBezTo>
                      <a:pt x="75" y="103"/>
                      <a:pt x="84" y="103"/>
                      <a:pt x="100" y="111"/>
                    </a:cubicBezTo>
                    <a:cubicBezTo>
                      <a:pt x="117" y="111"/>
                      <a:pt x="142" y="111"/>
                      <a:pt x="150" y="95"/>
                    </a:cubicBezTo>
                    <a:cubicBezTo>
                      <a:pt x="158" y="86"/>
                      <a:pt x="166" y="70"/>
                      <a:pt x="166" y="53"/>
                    </a:cubicBezTo>
                    <a:cubicBezTo>
                      <a:pt x="166" y="45"/>
                      <a:pt x="166" y="28"/>
                      <a:pt x="150" y="20"/>
                    </a:cubicBezTo>
                    <a:cubicBezTo>
                      <a:pt x="138" y="8"/>
                      <a:pt x="126" y="0"/>
                      <a:pt x="1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9" name="Google Shape;2029;p2"/>
              <p:cNvSpPr/>
              <p:nvPr/>
            </p:nvSpPr>
            <p:spPr>
              <a:xfrm>
                <a:off x="4205800" y="2739950"/>
                <a:ext cx="7300" cy="16675"/>
              </a:xfrm>
              <a:custGeom>
                <a:rect b="b" l="l" r="r" t="t"/>
                <a:pathLst>
                  <a:path extrusionOk="0" h="667" w="292">
                    <a:moveTo>
                      <a:pt x="65" y="0"/>
                    </a:moveTo>
                    <a:cubicBezTo>
                      <a:pt x="33" y="0"/>
                      <a:pt x="1" y="35"/>
                      <a:pt x="18" y="70"/>
                    </a:cubicBezTo>
                    <a:cubicBezTo>
                      <a:pt x="68" y="162"/>
                      <a:pt x="101" y="253"/>
                      <a:pt x="126" y="352"/>
                    </a:cubicBezTo>
                    <a:cubicBezTo>
                      <a:pt x="134" y="394"/>
                      <a:pt x="142" y="443"/>
                      <a:pt x="151" y="493"/>
                    </a:cubicBezTo>
                    <a:cubicBezTo>
                      <a:pt x="159" y="543"/>
                      <a:pt x="159" y="592"/>
                      <a:pt x="184" y="642"/>
                    </a:cubicBezTo>
                    <a:cubicBezTo>
                      <a:pt x="191" y="660"/>
                      <a:pt x="205" y="667"/>
                      <a:pt x="220" y="667"/>
                    </a:cubicBezTo>
                    <a:cubicBezTo>
                      <a:pt x="240" y="667"/>
                      <a:pt x="262" y="653"/>
                      <a:pt x="267" y="634"/>
                    </a:cubicBezTo>
                    <a:cubicBezTo>
                      <a:pt x="292" y="576"/>
                      <a:pt x="275" y="518"/>
                      <a:pt x="267" y="468"/>
                    </a:cubicBezTo>
                    <a:cubicBezTo>
                      <a:pt x="258" y="418"/>
                      <a:pt x="250" y="360"/>
                      <a:pt x="234" y="311"/>
                    </a:cubicBezTo>
                    <a:cubicBezTo>
                      <a:pt x="200" y="211"/>
                      <a:pt x="159" y="112"/>
                      <a:pt x="101" y="21"/>
                    </a:cubicBezTo>
                    <a:cubicBezTo>
                      <a:pt x="91" y="6"/>
                      <a:pt x="78" y="0"/>
                      <a:pt x="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0" name="Google Shape;2030;p2"/>
              <p:cNvSpPr/>
              <p:nvPr/>
            </p:nvSpPr>
            <p:spPr>
              <a:xfrm>
                <a:off x="4212450" y="2737150"/>
                <a:ext cx="3350" cy="10575"/>
              </a:xfrm>
              <a:custGeom>
                <a:rect b="b" l="l" r="r" t="t"/>
                <a:pathLst>
                  <a:path extrusionOk="0" h="423" w="134">
                    <a:moveTo>
                      <a:pt x="59" y="0"/>
                    </a:moveTo>
                    <a:cubicBezTo>
                      <a:pt x="34" y="8"/>
                      <a:pt x="1" y="25"/>
                      <a:pt x="1" y="58"/>
                    </a:cubicBezTo>
                    <a:cubicBezTo>
                      <a:pt x="9" y="116"/>
                      <a:pt x="9" y="174"/>
                      <a:pt x="9" y="224"/>
                    </a:cubicBezTo>
                    <a:cubicBezTo>
                      <a:pt x="17" y="257"/>
                      <a:pt x="17" y="282"/>
                      <a:pt x="17" y="307"/>
                    </a:cubicBezTo>
                    <a:cubicBezTo>
                      <a:pt x="17" y="323"/>
                      <a:pt x="17" y="340"/>
                      <a:pt x="26" y="356"/>
                    </a:cubicBezTo>
                    <a:cubicBezTo>
                      <a:pt x="26" y="373"/>
                      <a:pt x="34" y="390"/>
                      <a:pt x="42" y="406"/>
                    </a:cubicBezTo>
                    <a:cubicBezTo>
                      <a:pt x="50" y="414"/>
                      <a:pt x="67" y="423"/>
                      <a:pt x="75" y="423"/>
                    </a:cubicBezTo>
                    <a:cubicBezTo>
                      <a:pt x="92" y="414"/>
                      <a:pt x="100" y="406"/>
                      <a:pt x="108" y="390"/>
                    </a:cubicBezTo>
                    <a:cubicBezTo>
                      <a:pt x="133" y="340"/>
                      <a:pt x="125" y="282"/>
                      <a:pt x="125" y="224"/>
                    </a:cubicBezTo>
                    <a:cubicBezTo>
                      <a:pt x="125" y="166"/>
                      <a:pt x="117" y="116"/>
                      <a:pt x="117" y="58"/>
                    </a:cubicBezTo>
                    <a:cubicBezTo>
                      <a:pt x="117" y="33"/>
                      <a:pt x="92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1" name="Google Shape;2031;p2"/>
              <p:cNvSpPr/>
              <p:nvPr/>
            </p:nvSpPr>
            <p:spPr>
              <a:xfrm>
                <a:off x="4222400" y="2730300"/>
                <a:ext cx="3125" cy="14175"/>
              </a:xfrm>
              <a:custGeom>
                <a:rect b="b" l="l" r="r" t="t"/>
                <a:pathLst>
                  <a:path extrusionOk="0" h="567" w="125">
                    <a:moveTo>
                      <a:pt x="67" y="1"/>
                    </a:moveTo>
                    <a:cubicBezTo>
                      <a:pt x="34" y="1"/>
                      <a:pt x="9" y="26"/>
                      <a:pt x="9" y="59"/>
                    </a:cubicBezTo>
                    <a:cubicBezTo>
                      <a:pt x="0" y="142"/>
                      <a:pt x="0" y="216"/>
                      <a:pt x="0" y="299"/>
                    </a:cubicBezTo>
                    <a:cubicBezTo>
                      <a:pt x="0" y="316"/>
                      <a:pt x="0" y="340"/>
                      <a:pt x="9" y="357"/>
                    </a:cubicBezTo>
                    <a:lnTo>
                      <a:pt x="0" y="357"/>
                    </a:lnTo>
                    <a:cubicBezTo>
                      <a:pt x="9" y="382"/>
                      <a:pt x="17" y="398"/>
                      <a:pt x="17" y="423"/>
                    </a:cubicBezTo>
                    <a:cubicBezTo>
                      <a:pt x="25" y="465"/>
                      <a:pt x="34" y="498"/>
                      <a:pt x="42" y="539"/>
                    </a:cubicBezTo>
                    <a:cubicBezTo>
                      <a:pt x="46" y="558"/>
                      <a:pt x="61" y="567"/>
                      <a:pt x="77" y="567"/>
                    </a:cubicBezTo>
                    <a:cubicBezTo>
                      <a:pt x="96" y="567"/>
                      <a:pt x="116" y="554"/>
                      <a:pt x="116" y="531"/>
                    </a:cubicBezTo>
                    <a:cubicBezTo>
                      <a:pt x="116" y="490"/>
                      <a:pt x="116" y="448"/>
                      <a:pt x="116" y="407"/>
                    </a:cubicBezTo>
                    <a:cubicBezTo>
                      <a:pt x="116" y="390"/>
                      <a:pt x="116" y="374"/>
                      <a:pt x="125" y="357"/>
                    </a:cubicBezTo>
                    <a:cubicBezTo>
                      <a:pt x="125" y="340"/>
                      <a:pt x="125" y="316"/>
                      <a:pt x="125" y="291"/>
                    </a:cubicBezTo>
                    <a:cubicBezTo>
                      <a:pt x="125" y="216"/>
                      <a:pt x="116" y="133"/>
                      <a:pt x="125" y="59"/>
                    </a:cubicBezTo>
                    <a:cubicBezTo>
                      <a:pt x="125" y="2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2" name="Google Shape;2032;p2"/>
              <p:cNvSpPr/>
              <p:nvPr/>
            </p:nvSpPr>
            <p:spPr>
              <a:xfrm>
                <a:off x="4242075" y="2401525"/>
                <a:ext cx="5400" cy="7750"/>
              </a:xfrm>
              <a:custGeom>
                <a:rect b="b" l="l" r="r" t="t"/>
                <a:pathLst>
                  <a:path extrusionOk="0" h="310" w="216">
                    <a:moveTo>
                      <a:pt x="195" y="1"/>
                    </a:moveTo>
                    <a:cubicBezTo>
                      <a:pt x="194" y="1"/>
                      <a:pt x="192" y="2"/>
                      <a:pt x="191" y="3"/>
                    </a:cubicBezTo>
                    <a:cubicBezTo>
                      <a:pt x="175" y="11"/>
                      <a:pt x="166" y="11"/>
                      <a:pt x="150" y="19"/>
                    </a:cubicBezTo>
                    <a:cubicBezTo>
                      <a:pt x="141" y="28"/>
                      <a:pt x="133" y="36"/>
                      <a:pt x="125" y="52"/>
                    </a:cubicBezTo>
                    <a:cubicBezTo>
                      <a:pt x="100" y="69"/>
                      <a:pt x="83" y="94"/>
                      <a:pt x="75" y="119"/>
                    </a:cubicBezTo>
                    <a:cubicBezTo>
                      <a:pt x="42" y="160"/>
                      <a:pt x="25" y="210"/>
                      <a:pt x="9" y="260"/>
                    </a:cubicBezTo>
                    <a:cubicBezTo>
                      <a:pt x="1" y="276"/>
                      <a:pt x="17" y="301"/>
                      <a:pt x="34" y="309"/>
                    </a:cubicBezTo>
                    <a:cubicBezTo>
                      <a:pt x="42" y="309"/>
                      <a:pt x="67" y="309"/>
                      <a:pt x="75" y="293"/>
                    </a:cubicBezTo>
                    <a:cubicBezTo>
                      <a:pt x="92" y="243"/>
                      <a:pt x="117" y="202"/>
                      <a:pt x="141" y="160"/>
                    </a:cubicBezTo>
                    <a:cubicBezTo>
                      <a:pt x="158" y="144"/>
                      <a:pt x="175" y="119"/>
                      <a:pt x="183" y="102"/>
                    </a:cubicBezTo>
                    <a:cubicBezTo>
                      <a:pt x="199" y="77"/>
                      <a:pt x="208" y="52"/>
                      <a:pt x="216" y="28"/>
                    </a:cubicBezTo>
                    <a:cubicBezTo>
                      <a:pt x="216" y="20"/>
                      <a:pt x="204" y="1"/>
                      <a:pt x="1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3" name="Google Shape;2033;p2"/>
              <p:cNvSpPr/>
              <p:nvPr/>
            </p:nvSpPr>
            <p:spPr>
              <a:xfrm>
                <a:off x="4252425" y="2416825"/>
                <a:ext cx="9300" cy="5775"/>
              </a:xfrm>
              <a:custGeom>
                <a:rect b="b" l="l" r="r" t="t"/>
                <a:pathLst>
                  <a:path extrusionOk="0" h="231" w="372">
                    <a:moveTo>
                      <a:pt x="318" y="0"/>
                    </a:moveTo>
                    <a:cubicBezTo>
                      <a:pt x="312" y="0"/>
                      <a:pt x="306" y="1"/>
                      <a:pt x="299" y="4"/>
                    </a:cubicBezTo>
                    <a:lnTo>
                      <a:pt x="299" y="12"/>
                    </a:lnTo>
                    <a:cubicBezTo>
                      <a:pt x="291" y="20"/>
                      <a:pt x="274" y="20"/>
                      <a:pt x="266" y="37"/>
                    </a:cubicBezTo>
                    <a:lnTo>
                      <a:pt x="249" y="37"/>
                    </a:lnTo>
                    <a:cubicBezTo>
                      <a:pt x="241" y="45"/>
                      <a:pt x="241" y="54"/>
                      <a:pt x="233" y="54"/>
                    </a:cubicBezTo>
                    <a:lnTo>
                      <a:pt x="233" y="62"/>
                    </a:lnTo>
                    <a:lnTo>
                      <a:pt x="225" y="62"/>
                    </a:lnTo>
                    <a:cubicBezTo>
                      <a:pt x="216" y="70"/>
                      <a:pt x="208" y="70"/>
                      <a:pt x="208" y="70"/>
                    </a:cubicBezTo>
                    <a:cubicBezTo>
                      <a:pt x="200" y="78"/>
                      <a:pt x="183" y="87"/>
                      <a:pt x="175" y="95"/>
                    </a:cubicBezTo>
                    <a:cubicBezTo>
                      <a:pt x="125" y="120"/>
                      <a:pt x="84" y="145"/>
                      <a:pt x="34" y="161"/>
                    </a:cubicBezTo>
                    <a:cubicBezTo>
                      <a:pt x="17" y="161"/>
                      <a:pt x="1" y="186"/>
                      <a:pt x="9" y="203"/>
                    </a:cubicBezTo>
                    <a:cubicBezTo>
                      <a:pt x="15" y="221"/>
                      <a:pt x="26" y="231"/>
                      <a:pt x="42" y="231"/>
                    </a:cubicBezTo>
                    <a:cubicBezTo>
                      <a:pt x="47" y="231"/>
                      <a:pt x="53" y="230"/>
                      <a:pt x="59" y="228"/>
                    </a:cubicBezTo>
                    <a:cubicBezTo>
                      <a:pt x="109" y="219"/>
                      <a:pt x="167" y="203"/>
                      <a:pt x="216" y="178"/>
                    </a:cubicBezTo>
                    <a:cubicBezTo>
                      <a:pt x="274" y="145"/>
                      <a:pt x="324" y="112"/>
                      <a:pt x="357" y="62"/>
                    </a:cubicBezTo>
                    <a:cubicBezTo>
                      <a:pt x="371" y="34"/>
                      <a:pt x="350" y="0"/>
                      <a:pt x="31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4" name="Google Shape;2034;p2"/>
              <p:cNvSpPr/>
              <p:nvPr/>
            </p:nvSpPr>
            <p:spPr>
              <a:xfrm>
                <a:off x="4351850" y="2487750"/>
                <a:ext cx="250" cy="425"/>
              </a:xfrm>
              <a:custGeom>
                <a:rect b="b" l="l" r="r" t="t"/>
                <a:pathLst>
                  <a:path extrusionOk="0" h="17" w="10">
                    <a:moveTo>
                      <a:pt x="9" y="0"/>
                    </a:moveTo>
                    <a:lnTo>
                      <a:pt x="6" y="7"/>
                    </a:lnTo>
                    <a:lnTo>
                      <a:pt x="6" y="7"/>
                    </a:lnTo>
                    <a:cubicBezTo>
                      <a:pt x="9" y="5"/>
                      <a:pt x="9" y="0"/>
                      <a:pt x="9" y="0"/>
                    </a:cubicBezTo>
                    <a:close/>
                    <a:moveTo>
                      <a:pt x="6" y="7"/>
                    </a:moveTo>
                    <a:cubicBezTo>
                      <a:pt x="4" y="8"/>
                      <a:pt x="3" y="9"/>
                      <a:pt x="1" y="9"/>
                    </a:cubicBezTo>
                    <a:lnTo>
                      <a:pt x="1" y="17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5" name="Google Shape;2035;p2"/>
              <p:cNvSpPr/>
              <p:nvPr/>
            </p:nvSpPr>
            <p:spPr>
              <a:xfrm>
                <a:off x="4351025" y="2485100"/>
                <a:ext cx="6875" cy="5975"/>
              </a:xfrm>
              <a:custGeom>
                <a:rect b="b" l="l" r="r" t="t"/>
                <a:pathLst>
                  <a:path extrusionOk="0" h="239" w="275">
                    <a:moveTo>
                      <a:pt x="184" y="1"/>
                    </a:moveTo>
                    <a:cubicBezTo>
                      <a:pt x="175" y="1"/>
                      <a:pt x="166" y="3"/>
                      <a:pt x="158" y="7"/>
                    </a:cubicBezTo>
                    <a:cubicBezTo>
                      <a:pt x="150" y="7"/>
                      <a:pt x="142" y="15"/>
                      <a:pt x="133" y="15"/>
                    </a:cubicBezTo>
                    <a:cubicBezTo>
                      <a:pt x="125" y="24"/>
                      <a:pt x="117" y="32"/>
                      <a:pt x="108" y="32"/>
                    </a:cubicBezTo>
                    <a:cubicBezTo>
                      <a:pt x="100" y="40"/>
                      <a:pt x="92" y="48"/>
                      <a:pt x="84" y="57"/>
                    </a:cubicBezTo>
                    <a:cubicBezTo>
                      <a:pt x="75" y="65"/>
                      <a:pt x="75" y="73"/>
                      <a:pt x="67" y="82"/>
                    </a:cubicBezTo>
                    <a:cubicBezTo>
                      <a:pt x="59" y="82"/>
                      <a:pt x="59" y="90"/>
                      <a:pt x="50" y="90"/>
                    </a:cubicBezTo>
                    <a:cubicBezTo>
                      <a:pt x="42" y="98"/>
                      <a:pt x="42" y="106"/>
                      <a:pt x="34" y="115"/>
                    </a:cubicBezTo>
                    <a:cubicBezTo>
                      <a:pt x="34" y="115"/>
                      <a:pt x="34" y="123"/>
                      <a:pt x="34" y="123"/>
                    </a:cubicBezTo>
                    <a:lnTo>
                      <a:pt x="26" y="123"/>
                    </a:lnTo>
                    <a:cubicBezTo>
                      <a:pt x="26" y="123"/>
                      <a:pt x="26" y="131"/>
                      <a:pt x="26" y="131"/>
                    </a:cubicBezTo>
                    <a:cubicBezTo>
                      <a:pt x="17" y="140"/>
                      <a:pt x="9" y="156"/>
                      <a:pt x="9" y="164"/>
                    </a:cubicBezTo>
                    <a:cubicBezTo>
                      <a:pt x="1" y="181"/>
                      <a:pt x="9" y="198"/>
                      <a:pt x="9" y="206"/>
                    </a:cubicBezTo>
                    <a:cubicBezTo>
                      <a:pt x="17" y="214"/>
                      <a:pt x="26" y="222"/>
                      <a:pt x="34" y="231"/>
                    </a:cubicBezTo>
                    <a:cubicBezTo>
                      <a:pt x="42" y="231"/>
                      <a:pt x="50" y="239"/>
                      <a:pt x="59" y="239"/>
                    </a:cubicBezTo>
                    <a:lnTo>
                      <a:pt x="84" y="239"/>
                    </a:lnTo>
                    <a:cubicBezTo>
                      <a:pt x="84" y="239"/>
                      <a:pt x="92" y="239"/>
                      <a:pt x="92" y="231"/>
                    </a:cubicBezTo>
                    <a:cubicBezTo>
                      <a:pt x="117" y="231"/>
                      <a:pt x="142" y="222"/>
                      <a:pt x="158" y="214"/>
                    </a:cubicBezTo>
                    <a:cubicBezTo>
                      <a:pt x="166" y="214"/>
                      <a:pt x="183" y="206"/>
                      <a:pt x="191" y="198"/>
                    </a:cubicBezTo>
                    <a:cubicBezTo>
                      <a:pt x="200" y="198"/>
                      <a:pt x="200" y="198"/>
                      <a:pt x="208" y="189"/>
                    </a:cubicBezTo>
                    <a:cubicBezTo>
                      <a:pt x="216" y="189"/>
                      <a:pt x="224" y="181"/>
                      <a:pt x="233" y="173"/>
                    </a:cubicBezTo>
                    <a:cubicBezTo>
                      <a:pt x="249" y="164"/>
                      <a:pt x="258" y="148"/>
                      <a:pt x="258" y="140"/>
                    </a:cubicBezTo>
                    <a:cubicBezTo>
                      <a:pt x="266" y="131"/>
                      <a:pt x="266" y="123"/>
                      <a:pt x="274" y="115"/>
                    </a:cubicBezTo>
                    <a:cubicBezTo>
                      <a:pt x="274" y="98"/>
                      <a:pt x="274" y="82"/>
                      <a:pt x="274" y="65"/>
                    </a:cubicBezTo>
                    <a:cubicBezTo>
                      <a:pt x="266" y="48"/>
                      <a:pt x="258" y="32"/>
                      <a:pt x="249" y="24"/>
                    </a:cubicBezTo>
                    <a:cubicBezTo>
                      <a:pt x="241" y="15"/>
                      <a:pt x="224" y="7"/>
                      <a:pt x="216" y="7"/>
                    </a:cubicBezTo>
                    <a:cubicBezTo>
                      <a:pt x="204" y="3"/>
                      <a:pt x="193" y="1"/>
                      <a:pt x="1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6" name="Google Shape;2036;p2"/>
              <p:cNvSpPr/>
              <p:nvPr/>
            </p:nvSpPr>
            <p:spPr>
              <a:xfrm>
                <a:off x="4362425" y="2482150"/>
                <a:ext cx="3325" cy="2725"/>
              </a:xfrm>
              <a:custGeom>
                <a:rect b="b" l="l" r="r" t="t"/>
                <a:pathLst>
                  <a:path extrusionOk="0" h="109" w="133">
                    <a:moveTo>
                      <a:pt x="67" y="1"/>
                    </a:moveTo>
                    <a:cubicBezTo>
                      <a:pt x="0" y="1"/>
                      <a:pt x="0" y="108"/>
                      <a:pt x="67" y="108"/>
                    </a:cubicBezTo>
                    <a:cubicBezTo>
                      <a:pt x="133" y="108"/>
                      <a:pt x="133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7" name="Google Shape;2037;p2"/>
              <p:cNvSpPr/>
              <p:nvPr/>
            </p:nvSpPr>
            <p:spPr>
              <a:xfrm>
                <a:off x="4337350" y="2493950"/>
                <a:ext cx="2725" cy="2100"/>
              </a:xfrm>
              <a:custGeom>
                <a:rect b="b" l="l" r="r" t="t"/>
                <a:pathLst>
                  <a:path extrusionOk="0" h="84" w="109">
                    <a:moveTo>
                      <a:pt x="59" y="1"/>
                    </a:moveTo>
                    <a:cubicBezTo>
                      <a:pt x="1" y="1"/>
                      <a:pt x="1" y="84"/>
                      <a:pt x="59" y="84"/>
                    </a:cubicBezTo>
                    <a:cubicBezTo>
                      <a:pt x="109" y="84"/>
                      <a:pt x="109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8" name="Google Shape;2038;p2"/>
              <p:cNvSpPr/>
              <p:nvPr/>
            </p:nvSpPr>
            <p:spPr>
              <a:xfrm>
                <a:off x="4185125" y="3124075"/>
                <a:ext cx="24650" cy="42275"/>
              </a:xfrm>
              <a:custGeom>
                <a:rect b="b" l="l" r="r" t="t"/>
                <a:pathLst>
                  <a:path extrusionOk="0" h="1691" w="986">
                    <a:moveTo>
                      <a:pt x="58" y="0"/>
                    </a:moveTo>
                    <a:cubicBezTo>
                      <a:pt x="75" y="75"/>
                      <a:pt x="83" y="141"/>
                      <a:pt x="91" y="208"/>
                    </a:cubicBezTo>
                    <a:cubicBezTo>
                      <a:pt x="116" y="456"/>
                      <a:pt x="116" y="705"/>
                      <a:pt x="91" y="945"/>
                    </a:cubicBezTo>
                    <a:cubicBezTo>
                      <a:pt x="75" y="1119"/>
                      <a:pt x="50" y="1301"/>
                      <a:pt x="0" y="1467"/>
                    </a:cubicBezTo>
                    <a:cubicBezTo>
                      <a:pt x="8" y="1484"/>
                      <a:pt x="8" y="1500"/>
                      <a:pt x="8" y="1508"/>
                    </a:cubicBezTo>
                    <a:cubicBezTo>
                      <a:pt x="141" y="1575"/>
                      <a:pt x="273" y="1624"/>
                      <a:pt x="414" y="1658"/>
                    </a:cubicBezTo>
                    <a:cubicBezTo>
                      <a:pt x="497" y="1674"/>
                      <a:pt x="588" y="1682"/>
                      <a:pt x="671" y="1691"/>
                    </a:cubicBezTo>
                    <a:lnTo>
                      <a:pt x="862" y="1691"/>
                    </a:lnTo>
                    <a:cubicBezTo>
                      <a:pt x="870" y="1691"/>
                      <a:pt x="870" y="1691"/>
                      <a:pt x="870" y="1682"/>
                    </a:cubicBezTo>
                    <a:cubicBezTo>
                      <a:pt x="878" y="1682"/>
                      <a:pt x="895" y="1674"/>
                      <a:pt x="903" y="1674"/>
                    </a:cubicBezTo>
                    <a:cubicBezTo>
                      <a:pt x="853" y="1467"/>
                      <a:pt x="845" y="1260"/>
                      <a:pt x="870" y="1053"/>
                    </a:cubicBezTo>
                    <a:cubicBezTo>
                      <a:pt x="887" y="846"/>
                      <a:pt x="936" y="647"/>
                      <a:pt x="986" y="456"/>
                    </a:cubicBezTo>
                    <a:cubicBezTo>
                      <a:pt x="895" y="423"/>
                      <a:pt x="804" y="390"/>
                      <a:pt x="721" y="357"/>
                    </a:cubicBezTo>
                    <a:cubicBezTo>
                      <a:pt x="605" y="324"/>
                      <a:pt x="497" y="282"/>
                      <a:pt x="389" y="232"/>
                    </a:cubicBezTo>
                    <a:cubicBezTo>
                      <a:pt x="265" y="174"/>
                      <a:pt x="149" y="100"/>
                      <a:pt x="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39" name="Google Shape;2039;p2"/>
          <p:cNvGrpSpPr/>
          <p:nvPr/>
        </p:nvGrpSpPr>
        <p:grpSpPr>
          <a:xfrm>
            <a:off x="1197642" y="1568539"/>
            <a:ext cx="1254255" cy="1299240"/>
            <a:chOff x="1341825" y="3295222"/>
            <a:chExt cx="1254255" cy="1299240"/>
          </a:xfrm>
        </p:grpSpPr>
        <p:sp>
          <p:nvSpPr>
            <p:cNvPr id="2040" name="Google Shape;2040;p2"/>
            <p:cNvSpPr/>
            <p:nvPr/>
          </p:nvSpPr>
          <p:spPr>
            <a:xfrm>
              <a:off x="1341825" y="3295222"/>
              <a:ext cx="1159412" cy="1298369"/>
            </a:xfrm>
            <a:custGeom>
              <a:rect b="b" l="l" r="r" t="t"/>
              <a:pathLst>
                <a:path extrusionOk="0" h="35562" w="31756">
                  <a:moveTo>
                    <a:pt x="21433" y="0"/>
                  </a:moveTo>
                  <a:cubicBezTo>
                    <a:pt x="21408" y="0"/>
                    <a:pt x="21393" y="9"/>
                    <a:pt x="21387" y="28"/>
                  </a:cubicBezTo>
                  <a:cubicBezTo>
                    <a:pt x="21272" y="370"/>
                    <a:pt x="22102" y="5422"/>
                    <a:pt x="22102" y="5422"/>
                  </a:cubicBezTo>
                  <a:cubicBezTo>
                    <a:pt x="21985" y="5882"/>
                    <a:pt x="17534" y="6795"/>
                    <a:pt x="17534" y="6795"/>
                  </a:cubicBezTo>
                  <a:lnTo>
                    <a:pt x="17470" y="6764"/>
                  </a:lnTo>
                  <a:cubicBezTo>
                    <a:pt x="17500" y="6727"/>
                    <a:pt x="17497" y="6699"/>
                    <a:pt x="17463" y="6681"/>
                  </a:cubicBezTo>
                  <a:cubicBezTo>
                    <a:pt x="17030" y="6464"/>
                    <a:pt x="13266" y="2649"/>
                    <a:pt x="12786" y="2649"/>
                  </a:cubicBezTo>
                  <a:cubicBezTo>
                    <a:pt x="12760" y="2649"/>
                    <a:pt x="12744" y="2660"/>
                    <a:pt x="12738" y="2684"/>
                  </a:cubicBezTo>
                  <a:cubicBezTo>
                    <a:pt x="12649" y="3029"/>
                    <a:pt x="12442" y="6542"/>
                    <a:pt x="12498" y="8146"/>
                  </a:cubicBezTo>
                  <a:cubicBezTo>
                    <a:pt x="12433" y="8932"/>
                    <a:pt x="12396" y="9534"/>
                    <a:pt x="12396" y="9534"/>
                  </a:cubicBezTo>
                  <a:cubicBezTo>
                    <a:pt x="12356" y="10292"/>
                    <a:pt x="12251" y="10925"/>
                    <a:pt x="12091" y="11458"/>
                  </a:cubicBezTo>
                  <a:lnTo>
                    <a:pt x="10764" y="11051"/>
                  </a:lnTo>
                  <a:cubicBezTo>
                    <a:pt x="10754" y="11048"/>
                    <a:pt x="10745" y="11047"/>
                    <a:pt x="10736" y="11047"/>
                  </a:cubicBezTo>
                  <a:cubicBezTo>
                    <a:pt x="10648" y="11047"/>
                    <a:pt x="10614" y="11184"/>
                    <a:pt x="10715" y="11215"/>
                  </a:cubicBezTo>
                  <a:lnTo>
                    <a:pt x="12038" y="11622"/>
                  </a:lnTo>
                  <a:cubicBezTo>
                    <a:pt x="11924" y="11973"/>
                    <a:pt x="11764" y="12310"/>
                    <a:pt x="11563" y="12624"/>
                  </a:cubicBezTo>
                  <a:lnTo>
                    <a:pt x="10292" y="12476"/>
                  </a:lnTo>
                  <a:cubicBezTo>
                    <a:pt x="10287" y="12475"/>
                    <a:pt x="10283" y="12475"/>
                    <a:pt x="10278" y="12475"/>
                  </a:cubicBezTo>
                  <a:cubicBezTo>
                    <a:pt x="10177" y="12475"/>
                    <a:pt x="10165" y="12631"/>
                    <a:pt x="10271" y="12646"/>
                  </a:cubicBezTo>
                  <a:lnTo>
                    <a:pt x="11449" y="12781"/>
                  </a:lnTo>
                  <a:cubicBezTo>
                    <a:pt x="11128" y="13210"/>
                    <a:pt x="10709" y="13556"/>
                    <a:pt x="10225" y="13784"/>
                  </a:cubicBezTo>
                  <a:lnTo>
                    <a:pt x="10166" y="13787"/>
                  </a:lnTo>
                  <a:cubicBezTo>
                    <a:pt x="10126" y="13787"/>
                    <a:pt x="10095" y="13812"/>
                    <a:pt x="10086" y="13849"/>
                  </a:cubicBezTo>
                  <a:cubicBezTo>
                    <a:pt x="8248" y="14660"/>
                    <a:pt x="5647" y="14234"/>
                    <a:pt x="3488" y="15246"/>
                  </a:cubicBezTo>
                  <a:cubicBezTo>
                    <a:pt x="0" y="16877"/>
                    <a:pt x="1820" y="29026"/>
                    <a:pt x="3384" y="29924"/>
                  </a:cubicBezTo>
                  <a:cubicBezTo>
                    <a:pt x="3748" y="31815"/>
                    <a:pt x="4374" y="33872"/>
                    <a:pt x="5345" y="34883"/>
                  </a:cubicBezTo>
                  <a:cubicBezTo>
                    <a:pt x="5814" y="35372"/>
                    <a:pt x="6594" y="35561"/>
                    <a:pt x="7568" y="35561"/>
                  </a:cubicBezTo>
                  <a:cubicBezTo>
                    <a:pt x="10862" y="35561"/>
                    <a:pt x="16367" y="33388"/>
                    <a:pt x="19474" y="33255"/>
                  </a:cubicBezTo>
                  <a:cubicBezTo>
                    <a:pt x="19514" y="33253"/>
                    <a:pt x="19556" y="33252"/>
                    <a:pt x="19599" y="33252"/>
                  </a:cubicBezTo>
                  <a:cubicBezTo>
                    <a:pt x="20997" y="33252"/>
                    <a:pt x="23983" y="34100"/>
                    <a:pt x="25401" y="34100"/>
                  </a:cubicBezTo>
                  <a:cubicBezTo>
                    <a:pt x="26139" y="34100"/>
                    <a:pt x="26453" y="33870"/>
                    <a:pt x="25896" y="33172"/>
                  </a:cubicBezTo>
                  <a:cubicBezTo>
                    <a:pt x="24993" y="32034"/>
                    <a:pt x="23438" y="31253"/>
                    <a:pt x="20725" y="31253"/>
                  </a:cubicBezTo>
                  <a:cubicBezTo>
                    <a:pt x="20128" y="31253"/>
                    <a:pt x="19476" y="31290"/>
                    <a:pt x="18762" y="31370"/>
                  </a:cubicBezTo>
                  <a:cubicBezTo>
                    <a:pt x="16384" y="31639"/>
                    <a:pt x="14114" y="32749"/>
                    <a:pt x="8655" y="33542"/>
                  </a:cubicBezTo>
                  <a:cubicBezTo>
                    <a:pt x="8512" y="33562"/>
                    <a:pt x="8375" y="33572"/>
                    <a:pt x="8244" y="33572"/>
                  </a:cubicBezTo>
                  <a:cubicBezTo>
                    <a:pt x="6484" y="33572"/>
                    <a:pt x="5642" y="31795"/>
                    <a:pt x="5243" y="29890"/>
                  </a:cubicBezTo>
                  <a:cubicBezTo>
                    <a:pt x="7325" y="29828"/>
                    <a:pt x="10983" y="29794"/>
                    <a:pt x="14638" y="29776"/>
                  </a:cubicBezTo>
                  <a:lnTo>
                    <a:pt x="14638" y="29776"/>
                  </a:lnTo>
                  <a:cubicBezTo>
                    <a:pt x="14543" y="30032"/>
                    <a:pt x="14484" y="30214"/>
                    <a:pt x="14506" y="30229"/>
                  </a:cubicBezTo>
                  <a:cubicBezTo>
                    <a:pt x="14583" y="30282"/>
                    <a:pt x="17871" y="30427"/>
                    <a:pt x="18469" y="30454"/>
                  </a:cubicBezTo>
                  <a:cubicBezTo>
                    <a:pt x="18472" y="30464"/>
                    <a:pt x="18475" y="30470"/>
                    <a:pt x="18478" y="30482"/>
                  </a:cubicBezTo>
                  <a:cubicBezTo>
                    <a:pt x="18493" y="30521"/>
                    <a:pt x="18525" y="30538"/>
                    <a:pt x="18557" y="30538"/>
                  </a:cubicBezTo>
                  <a:cubicBezTo>
                    <a:pt x="18606" y="30538"/>
                    <a:pt x="18657" y="30497"/>
                    <a:pt x="18642" y="30433"/>
                  </a:cubicBezTo>
                  <a:cubicBezTo>
                    <a:pt x="18623" y="30365"/>
                    <a:pt x="18586" y="30303"/>
                    <a:pt x="18534" y="30254"/>
                  </a:cubicBezTo>
                  <a:cubicBezTo>
                    <a:pt x="18515" y="30149"/>
                    <a:pt x="18487" y="30044"/>
                    <a:pt x="18453" y="29942"/>
                  </a:cubicBezTo>
                  <a:cubicBezTo>
                    <a:pt x="18466" y="29942"/>
                    <a:pt x="18475" y="29939"/>
                    <a:pt x="18484" y="29936"/>
                  </a:cubicBezTo>
                  <a:cubicBezTo>
                    <a:pt x="18527" y="29915"/>
                    <a:pt x="18543" y="29862"/>
                    <a:pt x="18521" y="29819"/>
                  </a:cubicBezTo>
                  <a:cubicBezTo>
                    <a:pt x="18512" y="29801"/>
                    <a:pt x="18503" y="29782"/>
                    <a:pt x="18490" y="29760"/>
                  </a:cubicBezTo>
                  <a:cubicBezTo>
                    <a:pt x="19610" y="29757"/>
                    <a:pt x="20671" y="29757"/>
                    <a:pt x="21615" y="29757"/>
                  </a:cubicBezTo>
                  <a:cubicBezTo>
                    <a:pt x="22856" y="30340"/>
                    <a:pt x="24002" y="30539"/>
                    <a:pt x="24860" y="30539"/>
                  </a:cubicBezTo>
                  <a:cubicBezTo>
                    <a:pt x="24955" y="30539"/>
                    <a:pt x="25046" y="30536"/>
                    <a:pt x="25134" y="30531"/>
                  </a:cubicBezTo>
                  <a:cubicBezTo>
                    <a:pt x="25159" y="30553"/>
                    <a:pt x="25183" y="30578"/>
                    <a:pt x="25205" y="30602"/>
                  </a:cubicBezTo>
                  <a:cubicBezTo>
                    <a:pt x="25223" y="30618"/>
                    <a:pt x="25245" y="30627"/>
                    <a:pt x="25267" y="30627"/>
                  </a:cubicBezTo>
                  <a:cubicBezTo>
                    <a:pt x="25268" y="30627"/>
                    <a:pt x="25270" y="30627"/>
                    <a:pt x="25271" y="30627"/>
                  </a:cubicBezTo>
                  <a:cubicBezTo>
                    <a:pt x="25330" y="30627"/>
                    <a:pt x="25371" y="30567"/>
                    <a:pt x="25350" y="30513"/>
                  </a:cubicBezTo>
                  <a:cubicBezTo>
                    <a:pt x="26158" y="30433"/>
                    <a:pt x="26562" y="30158"/>
                    <a:pt x="26300" y="29945"/>
                  </a:cubicBezTo>
                  <a:cubicBezTo>
                    <a:pt x="26232" y="29887"/>
                    <a:pt x="26158" y="29831"/>
                    <a:pt x="26078" y="29773"/>
                  </a:cubicBezTo>
                  <a:cubicBezTo>
                    <a:pt x="31574" y="29548"/>
                    <a:pt x="31559" y="20020"/>
                    <a:pt x="30470" y="13281"/>
                  </a:cubicBezTo>
                  <a:lnTo>
                    <a:pt x="30470" y="13281"/>
                  </a:lnTo>
                  <a:lnTo>
                    <a:pt x="31633" y="13334"/>
                  </a:lnTo>
                  <a:lnTo>
                    <a:pt x="31639" y="13334"/>
                  </a:lnTo>
                  <a:cubicBezTo>
                    <a:pt x="31753" y="13334"/>
                    <a:pt x="31756" y="13164"/>
                    <a:pt x="31642" y="13161"/>
                  </a:cubicBezTo>
                  <a:lnTo>
                    <a:pt x="30442" y="13108"/>
                  </a:lnTo>
                  <a:cubicBezTo>
                    <a:pt x="30377" y="12726"/>
                    <a:pt x="30313" y="12356"/>
                    <a:pt x="30242" y="11992"/>
                  </a:cubicBezTo>
                  <a:lnTo>
                    <a:pt x="31343" y="11757"/>
                  </a:lnTo>
                  <a:cubicBezTo>
                    <a:pt x="31444" y="11734"/>
                    <a:pt x="31418" y="11589"/>
                    <a:pt x="31325" y="11589"/>
                  </a:cubicBezTo>
                  <a:cubicBezTo>
                    <a:pt x="31319" y="11589"/>
                    <a:pt x="31312" y="11590"/>
                    <a:pt x="31306" y="11591"/>
                  </a:cubicBezTo>
                  <a:lnTo>
                    <a:pt x="30211" y="11825"/>
                  </a:lnTo>
                  <a:cubicBezTo>
                    <a:pt x="30155" y="11557"/>
                    <a:pt x="30103" y="11295"/>
                    <a:pt x="30047" y="11042"/>
                  </a:cubicBezTo>
                  <a:lnTo>
                    <a:pt x="30929" y="10669"/>
                  </a:lnTo>
                  <a:cubicBezTo>
                    <a:pt x="31021" y="10631"/>
                    <a:pt x="30981" y="10503"/>
                    <a:pt x="30899" y="10503"/>
                  </a:cubicBezTo>
                  <a:cubicBezTo>
                    <a:pt x="30887" y="10503"/>
                    <a:pt x="30875" y="10506"/>
                    <a:pt x="30862" y="10511"/>
                  </a:cubicBezTo>
                  <a:lnTo>
                    <a:pt x="30010" y="10869"/>
                  </a:lnTo>
                  <a:cubicBezTo>
                    <a:pt x="29541" y="8744"/>
                    <a:pt x="29002" y="7190"/>
                    <a:pt x="28613" y="6795"/>
                  </a:cubicBezTo>
                  <a:cubicBezTo>
                    <a:pt x="27842" y="6011"/>
                    <a:pt x="26914" y="5123"/>
                    <a:pt x="25991" y="4269"/>
                  </a:cubicBezTo>
                  <a:cubicBezTo>
                    <a:pt x="26010" y="4238"/>
                    <a:pt x="26007" y="4195"/>
                    <a:pt x="25982" y="4167"/>
                  </a:cubicBezTo>
                  <a:cubicBezTo>
                    <a:pt x="24822" y="2683"/>
                    <a:pt x="21851" y="0"/>
                    <a:pt x="21433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2"/>
            <p:cNvSpPr/>
            <p:nvPr/>
          </p:nvSpPr>
          <p:spPr>
            <a:xfrm>
              <a:off x="1447665" y="4220777"/>
              <a:ext cx="861501" cy="373685"/>
            </a:xfrm>
            <a:custGeom>
              <a:rect b="b" l="l" r="r" t="t"/>
              <a:pathLst>
                <a:path extrusionOk="0" h="10271" w="23679">
                  <a:moveTo>
                    <a:pt x="2141" y="0"/>
                  </a:moveTo>
                  <a:lnTo>
                    <a:pt x="2141" y="0"/>
                  </a:lnTo>
                  <a:cubicBezTo>
                    <a:pt x="2141" y="0"/>
                    <a:pt x="512" y="602"/>
                    <a:pt x="256" y="602"/>
                  </a:cubicBezTo>
                  <a:cubicBezTo>
                    <a:pt x="0" y="602"/>
                    <a:pt x="512" y="7452"/>
                    <a:pt x="2569" y="9592"/>
                  </a:cubicBezTo>
                  <a:cubicBezTo>
                    <a:pt x="3038" y="10081"/>
                    <a:pt x="3818" y="10270"/>
                    <a:pt x="4792" y="10270"/>
                  </a:cubicBezTo>
                  <a:cubicBezTo>
                    <a:pt x="8086" y="10270"/>
                    <a:pt x="13592" y="8097"/>
                    <a:pt x="16698" y="7964"/>
                  </a:cubicBezTo>
                  <a:cubicBezTo>
                    <a:pt x="16738" y="7962"/>
                    <a:pt x="16780" y="7961"/>
                    <a:pt x="16823" y="7961"/>
                  </a:cubicBezTo>
                  <a:cubicBezTo>
                    <a:pt x="18222" y="7961"/>
                    <a:pt x="21207" y="8809"/>
                    <a:pt x="22626" y="8809"/>
                  </a:cubicBezTo>
                  <a:cubicBezTo>
                    <a:pt x="23365" y="8809"/>
                    <a:pt x="23679" y="8579"/>
                    <a:pt x="23123" y="7881"/>
                  </a:cubicBezTo>
                  <a:cubicBezTo>
                    <a:pt x="22219" y="6744"/>
                    <a:pt x="20665" y="5963"/>
                    <a:pt x="17958" y="5963"/>
                  </a:cubicBezTo>
                  <a:cubicBezTo>
                    <a:pt x="17359" y="5963"/>
                    <a:pt x="16703" y="6001"/>
                    <a:pt x="15986" y="6082"/>
                  </a:cubicBezTo>
                  <a:cubicBezTo>
                    <a:pt x="13611" y="6348"/>
                    <a:pt x="11341" y="7458"/>
                    <a:pt x="5882" y="8251"/>
                  </a:cubicBezTo>
                  <a:cubicBezTo>
                    <a:pt x="5740" y="8271"/>
                    <a:pt x="5603" y="8281"/>
                    <a:pt x="5471" y="8281"/>
                  </a:cubicBezTo>
                  <a:cubicBezTo>
                    <a:pt x="1668" y="8281"/>
                    <a:pt x="2141" y="0"/>
                    <a:pt x="214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2"/>
            <p:cNvSpPr/>
            <p:nvPr/>
          </p:nvSpPr>
          <p:spPr>
            <a:xfrm>
              <a:off x="1341830" y="3325962"/>
              <a:ext cx="1254250" cy="1065316"/>
            </a:xfrm>
            <a:custGeom>
              <a:rect b="b" l="l" r="r" t="t"/>
              <a:pathLst>
                <a:path extrusionOk="0" h="29281" w="34474">
                  <a:moveTo>
                    <a:pt x="21873" y="0"/>
                  </a:moveTo>
                  <a:cubicBezTo>
                    <a:pt x="21230" y="0"/>
                    <a:pt x="22343" y="4295"/>
                    <a:pt x="22235" y="4726"/>
                  </a:cubicBezTo>
                  <a:cubicBezTo>
                    <a:pt x="22121" y="5186"/>
                    <a:pt x="17667" y="6099"/>
                    <a:pt x="17667" y="6099"/>
                  </a:cubicBezTo>
                  <a:cubicBezTo>
                    <a:pt x="17667" y="6099"/>
                    <a:pt x="13556" y="4156"/>
                    <a:pt x="13214" y="3813"/>
                  </a:cubicBezTo>
                  <a:cubicBezTo>
                    <a:pt x="13203" y="3803"/>
                    <a:pt x="13193" y="3798"/>
                    <a:pt x="13182" y="3798"/>
                  </a:cubicBezTo>
                  <a:cubicBezTo>
                    <a:pt x="12851" y="3798"/>
                    <a:pt x="12529" y="8838"/>
                    <a:pt x="12529" y="8838"/>
                  </a:cubicBezTo>
                  <a:cubicBezTo>
                    <a:pt x="12187" y="15231"/>
                    <a:pt x="7273" y="12838"/>
                    <a:pt x="3622" y="14550"/>
                  </a:cubicBezTo>
                  <a:cubicBezTo>
                    <a:pt x="1" y="16247"/>
                    <a:pt x="2101" y="29280"/>
                    <a:pt x="3695" y="29280"/>
                  </a:cubicBezTo>
                  <a:cubicBezTo>
                    <a:pt x="3708" y="29280"/>
                    <a:pt x="3722" y="29279"/>
                    <a:pt x="3736" y="29277"/>
                  </a:cubicBezTo>
                  <a:cubicBezTo>
                    <a:pt x="4913" y="29109"/>
                    <a:pt x="15828" y="29062"/>
                    <a:pt x="21865" y="29062"/>
                  </a:cubicBezTo>
                  <a:cubicBezTo>
                    <a:pt x="24034" y="29062"/>
                    <a:pt x="25574" y="29068"/>
                    <a:pt x="25804" y="29077"/>
                  </a:cubicBezTo>
                  <a:cubicBezTo>
                    <a:pt x="25872" y="29079"/>
                    <a:pt x="25940" y="29081"/>
                    <a:pt x="26007" y="29081"/>
                  </a:cubicBezTo>
                  <a:cubicBezTo>
                    <a:pt x="34473" y="29081"/>
                    <a:pt x="30356" y="7733"/>
                    <a:pt x="28743" y="6099"/>
                  </a:cubicBezTo>
                  <a:cubicBezTo>
                    <a:pt x="26488" y="3813"/>
                    <a:pt x="22920" y="618"/>
                    <a:pt x="22007" y="48"/>
                  </a:cubicBezTo>
                  <a:cubicBezTo>
                    <a:pt x="21956" y="16"/>
                    <a:pt x="21912" y="0"/>
                    <a:pt x="21873" y="0"/>
                  </a:cubicBezTo>
                  <a:close/>
                </a:path>
              </a:pathLst>
            </a:custGeom>
            <a:solidFill>
              <a:srgbClr val="DFB2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2"/>
            <p:cNvSpPr/>
            <p:nvPr/>
          </p:nvSpPr>
          <p:spPr>
            <a:xfrm>
              <a:off x="1794385" y="3397016"/>
              <a:ext cx="204251" cy="228919"/>
            </a:xfrm>
            <a:custGeom>
              <a:rect b="b" l="l" r="r" t="t"/>
              <a:pathLst>
                <a:path extrusionOk="0" h="6292" w="5614">
                  <a:moveTo>
                    <a:pt x="480" y="0"/>
                  </a:moveTo>
                  <a:cubicBezTo>
                    <a:pt x="454" y="0"/>
                    <a:pt x="438" y="11"/>
                    <a:pt x="432" y="35"/>
                  </a:cubicBezTo>
                  <a:cubicBezTo>
                    <a:pt x="319" y="484"/>
                    <a:pt x="1" y="6291"/>
                    <a:pt x="327" y="6291"/>
                  </a:cubicBezTo>
                  <a:cubicBezTo>
                    <a:pt x="330" y="6291"/>
                    <a:pt x="333" y="6291"/>
                    <a:pt x="337" y="6289"/>
                  </a:cubicBezTo>
                  <a:cubicBezTo>
                    <a:pt x="337" y="6289"/>
                    <a:pt x="5614" y="4260"/>
                    <a:pt x="5157" y="4032"/>
                  </a:cubicBezTo>
                  <a:cubicBezTo>
                    <a:pt x="4724" y="3815"/>
                    <a:pt x="960" y="0"/>
                    <a:pt x="480" y="0"/>
                  </a:cubicBezTo>
                  <a:close/>
                </a:path>
              </a:pathLst>
            </a:custGeom>
            <a:solidFill>
              <a:srgbClr val="2124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2"/>
            <p:cNvSpPr/>
            <p:nvPr/>
          </p:nvSpPr>
          <p:spPr>
            <a:xfrm>
              <a:off x="2065140" y="3632153"/>
              <a:ext cx="230665" cy="225753"/>
            </a:xfrm>
            <a:custGeom>
              <a:rect b="b" l="l" r="r" t="t"/>
              <a:pathLst>
                <a:path extrusionOk="0" h="6205" w="6340">
                  <a:moveTo>
                    <a:pt x="2686" y="1"/>
                  </a:moveTo>
                  <a:cubicBezTo>
                    <a:pt x="1788" y="1"/>
                    <a:pt x="1" y="5511"/>
                    <a:pt x="1" y="5511"/>
                  </a:cubicBezTo>
                  <a:cubicBezTo>
                    <a:pt x="261" y="6018"/>
                    <a:pt x="1206" y="6205"/>
                    <a:pt x="2278" y="6205"/>
                  </a:cubicBezTo>
                  <a:cubicBezTo>
                    <a:pt x="3954" y="6205"/>
                    <a:pt x="5940" y="5749"/>
                    <a:pt x="6092" y="5353"/>
                  </a:cubicBezTo>
                  <a:cubicBezTo>
                    <a:pt x="6339" y="4706"/>
                    <a:pt x="3625" y="308"/>
                    <a:pt x="2752" y="12"/>
                  </a:cubicBezTo>
                  <a:cubicBezTo>
                    <a:pt x="2731" y="4"/>
                    <a:pt x="2708" y="1"/>
                    <a:pt x="268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2"/>
            <p:cNvSpPr/>
            <p:nvPr/>
          </p:nvSpPr>
          <p:spPr>
            <a:xfrm>
              <a:off x="2120586" y="3300640"/>
              <a:ext cx="184168" cy="197302"/>
            </a:xfrm>
            <a:custGeom>
              <a:rect b="b" l="l" r="r" t="t"/>
              <a:pathLst>
                <a:path extrusionOk="0" h="5423" w="5062">
                  <a:moveTo>
                    <a:pt x="161" y="0"/>
                  </a:moveTo>
                  <a:cubicBezTo>
                    <a:pt x="137" y="0"/>
                    <a:pt x="121" y="9"/>
                    <a:pt x="115" y="28"/>
                  </a:cubicBezTo>
                  <a:cubicBezTo>
                    <a:pt x="1" y="370"/>
                    <a:pt x="827" y="5422"/>
                    <a:pt x="827" y="5422"/>
                  </a:cubicBezTo>
                  <a:cubicBezTo>
                    <a:pt x="827" y="5422"/>
                    <a:pt x="5062" y="4617"/>
                    <a:pt x="4710" y="4167"/>
                  </a:cubicBezTo>
                  <a:cubicBezTo>
                    <a:pt x="3550" y="2683"/>
                    <a:pt x="579" y="0"/>
                    <a:pt x="161" y="0"/>
                  </a:cubicBezTo>
                  <a:close/>
                </a:path>
              </a:pathLst>
            </a:custGeom>
            <a:solidFill>
              <a:srgbClr val="2124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2"/>
            <p:cNvSpPr/>
            <p:nvPr/>
          </p:nvSpPr>
          <p:spPr>
            <a:xfrm>
              <a:off x="1888724" y="3653982"/>
              <a:ext cx="166122" cy="58940"/>
            </a:xfrm>
            <a:custGeom>
              <a:rect b="b" l="l" r="r" t="t"/>
              <a:pathLst>
                <a:path extrusionOk="0" h="1620" w="4566">
                  <a:moveTo>
                    <a:pt x="1184" y="0"/>
                  </a:moveTo>
                  <a:cubicBezTo>
                    <a:pt x="824" y="0"/>
                    <a:pt x="463" y="27"/>
                    <a:pt x="106" y="81"/>
                  </a:cubicBezTo>
                  <a:cubicBezTo>
                    <a:pt x="1" y="98"/>
                    <a:pt x="21" y="252"/>
                    <a:pt x="118" y="252"/>
                  </a:cubicBezTo>
                  <a:cubicBezTo>
                    <a:pt x="123" y="252"/>
                    <a:pt x="128" y="251"/>
                    <a:pt x="134" y="250"/>
                  </a:cubicBezTo>
                  <a:cubicBezTo>
                    <a:pt x="146" y="248"/>
                    <a:pt x="587" y="175"/>
                    <a:pt x="1189" y="175"/>
                  </a:cubicBezTo>
                  <a:cubicBezTo>
                    <a:pt x="2232" y="175"/>
                    <a:pt x="3759" y="394"/>
                    <a:pt x="4384" y="1577"/>
                  </a:cubicBezTo>
                  <a:cubicBezTo>
                    <a:pt x="4400" y="1604"/>
                    <a:pt x="4427" y="1620"/>
                    <a:pt x="4461" y="1620"/>
                  </a:cubicBezTo>
                  <a:lnTo>
                    <a:pt x="4458" y="1620"/>
                  </a:lnTo>
                  <a:cubicBezTo>
                    <a:pt x="4460" y="1620"/>
                    <a:pt x="4461" y="1620"/>
                    <a:pt x="4462" y="1620"/>
                  </a:cubicBezTo>
                  <a:cubicBezTo>
                    <a:pt x="4525" y="1620"/>
                    <a:pt x="4566" y="1551"/>
                    <a:pt x="4535" y="1496"/>
                  </a:cubicBezTo>
                  <a:cubicBezTo>
                    <a:pt x="4100" y="676"/>
                    <a:pt x="3194" y="170"/>
                    <a:pt x="1914" y="38"/>
                  </a:cubicBezTo>
                  <a:cubicBezTo>
                    <a:pt x="1671" y="13"/>
                    <a:pt x="1428" y="0"/>
                    <a:pt x="118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2"/>
            <p:cNvSpPr/>
            <p:nvPr/>
          </p:nvSpPr>
          <p:spPr>
            <a:xfrm>
              <a:off x="2261748" y="3603884"/>
              <a:ext cx="110348" cy="85135"/>
            </a:xfrm>
            <a:custGeom>
              <a:rect b="b" l="l" r="r" t="t"/>
              <a:pathLst>
                <a:path extrusionOk="0" h="2340" w="3033">
                  <a:moveTo>
                    <a:pt x="2479" y="0"/>
                  </a:moveTo>
                  <a:cubicBezTo>
                    <a:pt x="2019" y="0"/>
                    <a:pt x="1296" y="85"/>
                    <a:pt x="744" y="542"/>
                  </a:cubicBezTo>
                  <a:cubicBezTo>
                    <a:pt x="275" y="927"/>
                    <a:pt x="28" y="1504"/>
                    <a:pt x="4" y="2254"/>
                  </a:cubicBezTo>
                  <a:cubicBezTo>
                    <a:pt x="1" y="2300"/>
                    <a:pt x="38" y="2340"/>
                    <a:pt x="87" y="2340"/>
                  </a:cubicBezTo>
                  <a:cubicBezTo>
                    <a:pt x="133" y="2340"/>
                    <a:pt x="173" y="2303"/>
                    <a:pt x="173" y="2260"/>
                  </a:cubicBezTo>
                  <a:cubicBezTo>
                    <a:pt x="195" y="1560"/>
                    <a:pt x="426" y="1026"/>
                    <a:pt x="852" y="674"/>
                  </a:cubicBezTo>
                  <a:cubicBezTo>
                    <a:pt x="1362" y="251"/>
                    <a:pt x="2055" y="174"/>
                    <a:pt x="2490" y="174"/>
                  </a:cubicBezTo>
                  <a:cubicBezTo>
                    <a:pt x="2733" y="174"/>
                    <a:pt x="2895" y="198"/>
                    <a:pt x="2900" y="199"/>
                  </a:cubicBezTo>
                  <a:cubicBezTo>
                    <a:pt x="2906" y="200"/>
                    <a:pt x="2911" y="201"/>
                    <a:pt x="2917" y="201"/>
                  </a:cubicBezTo>
                  <a:cubicBezTo>
                    <a:pt x="3016" y="201"/>
                    <a:pt x="3033" y="47"/>
                    <a:pt x="2928" y="30"/>
                  </a:cubicBezTo>
                  <a:cubicBezTo>
                    <a:pt x="2908" y="26"/>
                    <a:pt x="2734" y="0"/>
                    <a:pt x="24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2"/>
            <p:cNvSpPr/>
            <p:nvPr/>
          </p:nvSpPr>
          <p:spPr>
            <a:xfrm>
              <a:off x="1843173" y="3492919"/>
              <a:ext cx="85681" cy="98378"/>
            </a:xfrm>
            <a:custGeom>
              <a:rect b="b" l="l" r="r" t="t"/>
              <a:pathLst>
                <a:path extrusionOk="0" h="2704" w="2355">
                  <a:moveTo>
                    <a:pt x="436" y="0"/>
                  </a:moveTo>
                  <a:cubicBezTo>
                    <a:pt x="431" y="0"/>
                    <a:pt x="429" y="4"/>
                    <a:pt x="430" y="11"/>
                  </a:cubicBezTo>
                  <a:cubicBezTo>
                    <a:pt x="458" y="192"/>
                    <a:pt x="0" y="2704"/>
                    <a:pt x="399" y="2704"/>
                  </a:cubicBezTo>
                  <a:cubicBezTo>
                    <a:pt x="401" y="2704"/>
                    <a:pt x="403" y="2704"/>
                    <a:pt x="405" y="2703"/>
                  </a:cubicBezTo>
                  <a:cubicBezTo>
                    <a:pt x="815" y="2679"/>
                    <a:pt x="2355" y="1988"/>
                    <a:pt x="2355" y="1988"/>
                  </a:cubicBezTo>
                  <a:cubicBezTo>
                    <a:pt x="2355" y="1988"/>
                    <a:pt x="557" y="0"/>
                    <a:pt x="436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2"/>
            <p:cNvSpPr/>
            <p:nvPr/>
          </p:nvSpPr>
          <p:spPr>
            <a:xfrm>
              <a:off x="1859873" y="3526682"/>
              <a:ext cx="47224" cy="58685"/>
            </a:xfrm>
            <a:custGeom>
              <a:rect b="b" l="l" r="r" t="t"/>
              <a:pathLst>
                <a:path extrusionOk="0" h="1613" w="1298">
                  <a:moveTo>
                    <a:pt x="233" y="1"/>
                  </a:moveTo>
                  <a:cubicBezTo>
                    <a:pt x="172" y="1"/>
                    <a:pt x="116" y="69"/>
                    <a:pt x="159" y="135"/>
                  </a:cubicBezTo>
                  <a:cubicBezTo>
                    <a:pt x="168" y="144"/>
                    <a:pt x="807" y="1008"/>
                    <a:pt x="1038" y="1393"/>
                  </a:cubicBezTo>
                  <a:cubicBezTo>
                    <a:pt x="844" y="1291"/>
                    <a:pt x="483" y="1057"/>
                    <a:pt x="174" y="835"/>
                  </a:cubicBezTo>
                  <a:cubicBezTo>
                    <a:pt x="157" y="822"/>
                    <a:pt x="140" y="817"/>
                    <a:pt x="124" y="817"/>
                  </a:cubicBezTo>
                  <a:cubicBezTo>
                    <a:pt x="52" y="817"/>
                    <a:pt x="0" y="921"/>
                    <a:pt x="76" y="974"/>
                  </a:cubicBezTo>
                  <a:cubicBezTo>
                    <a:pt x="822" y="1510"/>
                    <a:pt x="1072" y="1612"/>
                    <a:pt x="1171" y="1612"/>
                  </a:cubicBezTo>
                  <a:cubicBezTo>
                    <a:pt x="1192" y="1612"/>
                    <a:pt x="1217" y="1603"/>
                    <a:pt x="1235" y="1587"/>
                  </a:cubicBezTo>
                  <a:cubicBezTo>
                    <a:pt x="1254" y="1572"/>
                    <a:pt x="1297" y="1523"/>
                    <a:pt x="1254" y="1433"/>
                  </a:cubicBezTo>
                  <a:cubicBezTo>
                    <a:pt x="1124" y="1146"/>
                    <a:pt x="332" y="79"/>
                    <a:pt x="298" y="33"/>
                  </a:cubicBezTo>
                  <a:cubicBezTo>
                    <a:pt x="279" y="10"/>
                    <a:pt x="255" y="1"/>
                    <a:pt x="23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2"/>
            <p:cNvSpPr/>
            <p:nvPr/>
          </p:nvSpPr>
          <p:spPr>
            <a:xfrm>
              <a:off x="2166282" y="3382245"/>
              <a:ext cx="77895" cy="87864"/>
            </a:xfrm>
            <a:custGeom>
              <a:rect b="b" l="l" r="r" t="t"/>
              <a:pathLst>
                <a:path extrusionOk="0" h="2415" w="2141">
                  <a:moveTo>
                    <a:pt x="112" y="1"/>
                  </a:moveTo>
                  <a:cubicBezTo>
                    <a:pt x="1" y="1"/>
                    <a:pt x="426" y="2414"/>
                    <a:pt x="426" y="2414"/>
                  </a:cubicBezTo>
                  <a:cubicBezTo>
                    <a:pt x="426" y="2414"/>
                    <a:pt x="2140" y="2029"/>
                    <a:pt x="2140" y="1952"/>
                  </a:cubicBezTo>
                  <a:cubicBezTo>
                    <a:pt x="2140" y="1875"/>
                    <a:pt x="244" y="80"/>
                    <a:pt x="117" y="3"/>
                  </a:cubicBezTo>
                  <a:cubicBezTo>
                    <a:pt x="115" y="1"/>
                    <a:pt x="113" y="1"/>
                    <a:pt x="112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2"/>
            <p:cNvSpPr/>
            <p:nvPr/>
          </p:nvSpPr>
          <p:spPr>
            <a:xfrm>
              <a:off x="2189748" y="3422811"/>
              <a:ext cx="27723" cy="43259"/>
            </a:xfrm>
            <a:custGeom>
              <a:rect b="b" l="l" r="r" t="t"/>
              <a:pathLst>
                <a:path extrusionOk="0" h="1189" w="762">
                  <a:moveTo>
                    <a:pt x="114" y="0"/>
                  </a:moveTo>
                  <a:cubicBezTo>
                    <a:pt x="59" y="0"/>
                    <a:pt x="1" y="53"/>
                    <a:pt x="30" y="121"/>
                  </a:cubicBezTo>
                  <a:cubicBezTo>
                    <a:pt x="67" y="214"/>
                    <a:pt x="373" y="1010"/>
                    <a:pt x="481" y="1145"/>
                  </a:cubicBezTo>
                  <a:cubicBezTo>
                    <a:pt x="499" y="1173"/>
                    <a:pt x="533" y="1188"/>
                    <a:pt x="564" y="1188"/>
                  </a:cubicBezTo>
                  <a:cubicBezTo>
                    <a:pt x="576" y="1188"/>
                    <a:pt x="586" y="1185"/>
                    <a:pt x="595" y="1182"/>
                  </a:cubicBezTo>
                  <a:cubicBezTo>
                    <a:pt x="650" y="1164"/>
                    <a:pt x="737" y="1136"/>
                    <a:pt x="761" y="146"/>
                  </a:cubicBezTo>
                  <a:cubicBezTo>
                    <a:pt x="758" y="91"/>
                    <a:pt x="716" y="63"/>
                    <a:pt x="673" y="63"/>
                  </a:cubicBezTo>
                  <a:cubicBezTo>
                    <a:pt x="633" y="63"/>
                    <a:pt x="593" y="88"/>
                    <a:pt x="589" y="140"/>
                  </a:cubicBezTo>
                  <a:cubicBezTo>
                    <a:pt x="582" y="414"/>
                    <a:pt x="564" y="723"/>
                    <a:pt x="539" y="902"/>
                  </a:cubicBezTo>
                  <a:cubicBezTo>
                    <a:pt x="441" y="695"/>
                    <a:pt x="289" y="312"/>
                    <a:pt x="191" y="60"/>
                  </a:cubicBezTo>
                  <a:cubicBezTo>
                    <a:pt x="177" y="18"/>
                    <a:pt x="146" y="0"/>
                    <a:pt x="1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2"/>
            <p:cNvSpPr/>
            <p:nvPr/>
          </p:nvSpPr>
          <p:spPr>
            <a:xfrm>
              <a:off x="2079511" y="3543454"/>
              <a:ext cx="24413" cy="23030"/>
            </a:xfrm>
            <a:custGeom>
              <a:rect b="b" l="l" r="r" t="t"/>
              <a:pathLst>
                <a:path extrusionOk="0" h="633" w="671">
                  <a:moveTo>
                    <a:pt x="90" y="0"/>
                  </a:moveTo>
                  <a:cubicBezTo>
                    <a:pt x="47" y="0"/>
                    <a:pt x="10" y="33"/>
                    <a:pt x="7" y="78"/>
                  </a:cubicBezTo>
                  <a:cubicBezTo>
                    <a:pt x="1" y="124"/>
                    <a:pt x="35" y="164"/>
                    <a:pt x="84" y="170"/>
                  </a:cubicBezTo>
                  <a:cubicBezTo>
                    <a:pt x="96" y="170"/>
                    <a:pt x="429" y="207"/>
                    <a:pt x="494" y="562"/>
                  </a:cubicBezTo>
                  <a:cubicBezTo>
                    <a:pt x="500" y="602"/>
                    <a:pt x="537" y="633"/>
                    <a:pt x="577" y="633"/>
                  </a:cubicBezTo>
                  <a:cubicBezTo>
                    <a:pt x="584" y="633"/>
                    <a:pt x="587" y="633"/>
                    <a:pt x="593" y="630"/>
                  </a:cubicBezTo>
                  <a:cubicBezTo>
                    <a:pt x="639" y="624"/>
                    <a:pt x="670" y="577"/>
                    <a:pt x="661" y="531"/>
                  </a:cubicBezTo>
                  <a:cubicBezTo>
                    <a:pt x="614" y="247"/>
                    <a:pt x="383" y="31"/>
                    <a:pt x="96" y="1"/>
                  </a:cubicBezTo>
                  <a:cubicBezTo>
                    <a:pt x="94" y="0"/>
                    <a:pt x="92" y="0"/>
                    <a:pt x="9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2"/>
            <p:cNvSpPr/>
            <p:nvPr/>
          </p:nvSpPr>
          <p:spPr>
            <a:xfrm>
              <a:off x="2123606" y="3524426"/>
              <a:ext cx="20010" cy="27942"/>
            </a:xfrm>
            <a:custGeom>
              <a:rect b="b" l="l" r="r" t="t"/>
              <a:pathLst>
                <a:path extrusionOk="0" h="768" w="550">
                  <a:moveTo>
                    <a:pt x="121" y="1"/>
                  </a:moveTo>
                  <a:cubicBezTo>
                    <a:pt x="42" y="1"/>
                    <a:pt x="0" y="113"/>
                    <a:pt x="78" y="160"/>
                  </a:cubicBezTo>
                  <a:cubicBezTo>
                    <a:pt x="81" y="163"/>
                    <a:pt x="393" y="311"/>
                    <a:pt x="331" y="669"/>
                  </a:cubicBezTo>
                  <a:cubicBezTo>
                    <a:pt x="322" y="715"/>
                    <a:pt x="352" y="758"/>
                    <a:pt x="399" y="767"/>
                  </a:cubicBezTo>
                  <a:lnTo>
                    <a:pt x="414" y="767"/>
                  </a:lnTo>
                  <a:cubicBezTo>
                    <a:pt x="454" y="767"/>
                    <a:pt x="491" y="739"/>
                    <a:pt x="500" y="699"/>
                  </a:cubicBezTo>
                  <a:cubicBezTo>
                    <a:pt x="550" y="416"/>
                    <a:pt x="408" y="132"/>
                    <a:pt x="149" y="5"/>
                  </a:cubicBezTo>
                  <a:cubicBezTo>
                    <a:pt x="139" y="2"/>
                    <a:pt x="130" y="1"/>
                    <a:pt x="1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2"/>
            <p:cNvSpPr/>
            <p:nvPr/>
          </p:nvSpPr>
          <p:spPr>
            <a:xfrm>
              <a:off x="2070779" y="3562918"/>
              <a:ext cx="20993" cy="27687"/>
            </a:xfrm>
            <a:custGeom>
              <a:rect b="b" l="l" r="r" t="t"/>
              <a:pathLst>
                <a:path extrusionOk="0" h="761" w="577">
                  <a:moveTo>
                    <a:pt x="123" y="0"/>
                  </a:moveTo>
                  <a:cubicBezTo>
                    <a:pt x="41" y="0"/>
                    <a:pt x="1" y="128"/>
                    <a:pt x="93" y="166"/>
                  </a:cubicBezTo>
                  <a:cubicBezTo>
                    <a:pt x="284" y="252"/>
                    <a:pt x="395" y="456"/>
                    <a:pt x="364" y="662"/>
                  </a:cubicBezTo>
                  <a:cubicBezTo>
                    <a:pt x="358" y="712"/>
                    <a:pt x="392" y="752"/>
                    <a:pt x="438" y="761"/>
                  </a:cubicBezTo>
                  <a:lnTo>
                    <a:pt x="450" y="761"/>
                  </a:lnTo>
                  <a:cubicBezTo>
                    <a:pt x="494" y="758"/>
                    <a:pt x="528" y="730"/>
                    <a:pt x="537" y="687"/>
                  </a:cubicBezTo>
                  <a:cubicBezTo>
                    <a:pt x="577" y="403"/>
                    <a:pt x="423" y="123"/>
                    <a:pt x="161" y="8"/>
                  </a:cubicBezTo>
                  <a:cubicBezTo>
                    <a:pt x="148" y="3"/>
                    <a:pt x="135" y="0"/>
                    <a:pt x="12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2"/>
            <p:cNvSpPr/>
            <p:nvPr/>
          </p:nvSpPr>
          <p:spPr>
            <a:xfrm>
              <a:off x="2112073" y="3541125"/>
              <a:ext cx="20229" cy="27833"/>
            </a:xfrm>
            <a:custGeom>
              <a:rect b="b" l="l" r="r" t="t"/>
              <a:pathLst>
                <a:path extrusionOk="0" h="765" w="556">
                  <a:moveTo>
                    <a:pt x="121" y="1"/>
                  </a:moveTo>
                  <a:cubicBezTo>
                    <a:pt x="43" y="1"/>
                    <a:pt x="1" y="111"/>
                    <a:pt x="80" y="160"/>
                  </a:cubicBezTo>
                  <a:cubicBezTo>
                    <a:pt x="93" y="166"/>
                    <a:pt x="395" y="311"/>
                    <a:pt x="333" y="666"/>
                  </a:cubicBezTo>
                  <a:cubicBezTo>
                    <a:pt x="324" y="712"/>
                    <a:pt x="358" y="759"/>
                    <a:pt x="404" y="765"/>
                  </a:cubicBezTo>
                  <a:lnTo>
                    <a:pt x="420" y="765"/>
                  </a:lnTo>
                  <a:cubicBezTo>
                    <a:pt x="460" y="765"/>
                    <a:pt x="494" y="737"/>
                    <a:pt x="503" y="697"/>
                  </a:cubicBezTo>
                  <a:cubicBezTo>
                    <a:pt x="555" y="413"/>
                    <a:pt x="410" y="129"/>
                    <a:pt x="151" y="6"/>
                  </a:cubicBezTo>
                  <a:cubicBezTo>
                    <a:pt x="141" y="2"/>
                    <a:pt x="130" y="1"/>
                    <a:pt x="1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2"/>
            <p:cNvSpPr/>
            <p:nvPr/>
          </p:nvSpPr>
          <p:spPr>
            <a:xfrm>
              <a:off x="2103850" y="3571213"/>
              <a:ext cx="20156" cy="27942"/>
            </a:xfrm>
            <a:custGeom>
              <a:rect b="b" l="l" r="r" t="t"/>
              <a:pathLst>
                <a:path extrusionOk="0" h="768" w="554">
                  <a:moveTo>
                    <a:pt x="121" y="1"/>
                  </a:moveTo>
                  <a:cubicBezTo>
                    <a:pt x="42" y="1"/>
                    <a:pt x="1" y="113"/>
                    <a:pt x="78" y="160"/>
                  </a:cubicBezTo>
                  <a:cubicBezTo>
                    <a:pt x="81" y="163"/>
                    <a:pt x="393" y="311"/>
                    <a:pt x="331" y="669"/>
                  </a:cubicBezTo>
                  <a:cubicBezTo>
                    <a:pt x="322" y="715"/>
                    <a:pt x="356" y="758"/>
                    <a:pt x="402" y="767"/>
                  </a:cubicBezTo>
                  <a:lnTo>
                    <a:pt x="414" y="767"/>
                  </a:lnTo>
                  <a:cubicBezTo>
                    <a:pt x="454" y="767"/>
                    <a:pt x="491" y="740"/>
                    <a:pt x="501" y="700"/>
                  </a:cubicBezTo>
                  <a:cubicBezTo>
                    <a:pt x="553" y="416"/>
                    <a:pt x="408" y="132"/>
                    <a:pt x="149" y="6"/>
                  </a:cubicBezTo>
                  <a:cubicBezTo>
                    <a:pt x="139" y="2"/>
                    <a:pt x="130" y="1"/>
                    <a:pt x="1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2"/>
            <p:cNvSpPr/>
            <p:nvPr/>
          </p:nvSpPr>
          <p:spPr>
            <a:xfrm>
              <a:off x="2147436" y="3559753"/>
              <a:ext cx="20083" cy="27942"/>
            </a:xfrm>
            <a:custGeom>
              <a:rect b="b" l="l" r="r" t="t"/>
              <a:pathLst>
                <a:path extrusionOk="0" h="768" w="552">
                  <a:moveTo>
                    <a:pt x="120" y="1"/>
                  </a:moveTo>
                  <a:cubicBezTo>
                    <a:pt x="41" y="1"/>
                    <a:pt x="0" y="113"/>
                    <a:pt x="80" y="160"/>
                  </a:cubicBezTo>
                  <a:cubicBezTo>
                    <a:pt x="92" y="166"/>
                    <a:pt x="391" y="314"/>
                    <a:pt x="333" y="669"/>
                  </a:cubicBezTo>
                  <a:cubicBezTo>
                    <a:pt x="324" y="715"/>
                    <a:pt x="354" y="759"/>
                    <a:pt x="401" y="768"/>
                  </a:cubicBezTo>
                  <a:lnTo>
                    <a:pt x="416" y="768"/>
                  </a:lnTo>
                  <a:cubicBezTo>
                    <a:pt x="456" y="768"/>
                    <a:pt x="493" y="737"/>
                    <a:pt x="499" y="697"/>
                  </a:cubicBezTo>
                  <a:cubicBezTo>
                    <a:pt x="552" y="416"/>
                    <a:pt x="410" y="132"/>
                    <a:pt x="151" y="6"/>
                  </a:cubicBezTo>
                  <a:cubicBezTo>
                    <a:pt x="140" y="2"/>
                    <a:pt x="130" y="1"/>
                    <a:pt x="12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" name="Google Shape;2058;p2"/>
            <p:cNvSpPr/>
            <p:nvPr/>
          </p:nvSpPr>
          <p:spPr>
            <a:xfrm>
              <a:off x="2149437" y="3525517"/>
              <a:ext cx="20229" cy="27833"/>
            </a:xfrm>
            <a:custGeom>
              <a:rect b="b" l="l" r="r" t="t"/>
              <a:pathLst>
                <a:path extrusionOk="0" h="765" w="556">
                  <a:moveTo>
                    <a:pt x="121" y="1"/>
                  </a:moveTo>
                  <a:cubicBezTo>
                    <a:pt x="43" y="1"/>
                    <a:pt x="1" y="111"/>
                    <a:pt x="80" y="160"/>
                  </a:cubicBezTo>
                  <a:cubicBezTo>
                    <a:pt x="93" y="167"/>
                    <a:pt x="395" y="312"/>
                    <a:pt x="333" y="666"/>
                  </a:cubicBezTo>
                  <a:cubicBezTo>
                    <a:pt x="324" y="713"/>
                    <a:pt x="358" y="759"/>
                    <a:pt x="404" y="765"/>
                  </a:cubicBezTo>
                  <a:lnTo>
                    <a:pt x="420" y="765"/>
                  </a:lnTo>
                  <a:cubicBezTo>
                    <a:pt x="460" y="765"/>
                    <a:pt x="494" y="737"/>
                    <a:pt x="503" y="700"/>
                  </a:cubicBezTo>
                  <a:cubicBezTo>
                    <a:pt x="555" y="416"/>
                    <a:pt x="414" y="130"/>
                    <a:pt x="151" y="6"/>
                  </a:cubicBezTo>
                  <a:cubicBezTo>
                    <a:pt x="141" y="3"/>
                    <a:pt x="131" y="1"/>
                    <a:pt x="1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" name="Google Shape;2059;p2"/>
            <p:cNvSpPr/>
            <p:nvPr/>
          </p:nvSpPr>
          <p:spPr>
            <a:xfrm>
              <a:off x="2136812" y="3575252"/>
              <a:ext cx="17827" cy="29943"/>
            </a:xfrm>
            <a:custGeom>
              <a:rect b="b" l="l" r="r" t="t"/>
              <a:pathLst>
                <a:path extrusionOk="0" h="823" w="490">
                  <a:moveTo>
                    <a:pt x="127" y="1"/>
                  </a:moveTo>
                  <a:cubicBezTo>
                    <a:pt x="54" y="1"/>
                    <a:pt x="0" y="101"/>
                    <a:pt x="76" y="157"/>
                  </a:cubicBezTo>
                  <a:cubicBezTo>
                    <a:pt x="79" y="160"/>
                    <a:pt x="353" y="366"/>
                    <a:pt x="224" y="706"/>
                  </a:cubicBezTo>
                  <a:cubicBezTo>
                    <a:pt x="205" y="749"/>
                    <a:pt x="227" y="798"/>
                    <a:pt x="273" y="817"/>
                  </a:cubicBezTo>
                  <a:cubicBezTo>
                    <a:pt x="282" y="820"/>
                    <a:pt x="292" y="820"/>
                    <a:pt x="304" y="823"/>
                  </a:cubicBezTo>
                  <a:cubicBezTo>
                    <a:pt x="338" y="823"/>
                    <a:pt x="372" y="798"/>
                    <a:pt x="384" y="767"/>
                  </a:cubicBezTo>
                  <a:cubicBezTo>
                    <a:pt x="489" y="499"/>
                    <a:pt x="406" y="194"/>
                    <a:pt x="178" y="18"/>
                  </a:cubicBezTo>
                  <a:cubicBezTo>
                    <a:pt x="161" y="6"/>
                    <a:pt x="143" y="1"/>
                    <a:pt x="12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" name="Google Shape;2060;p2"/>
            <p:cNvSpPr/>
            <p:nvPr/>
          </p:nvSpPr>
          <p:spPr>
            <a:xfrm>
              <a:off x="1732827" y="3702516"/>
              <a:ext cx="226008" cy="72801"/>
            </a:xfrm>
            <a:custGeom>
              <a:rect b="b" l="l" r="r" t="t"/>
              <a:pathLst>
                <a:path extrusionOk="0" h="2001" w="6212">
                  <a:moveTo>
                    <a:pt x="122" y="1"/>
                  </a:moveTo>
                  <a:cubicBezTo>
                    <a:pt x="34" y="1"/>
                    <a:pt x="0" y="138"/>
                    <a:pt x="101" y="169"/>
                  </a:cubicBezTo>
                  <a:lnTo>
                    <a:pt x="6066" y="1995"/>
                  </a:lnTo>
                  <a:cubicBezTo>
                    <a:pt x="6075" y="1998"/>
                    <a:pt x="6081" y="2001"/>
                    <a:pt x="6091" y="2001"/>
                  </a:cubicBezTo>
                  <a:cubicBezTo>
                    <a:pt x="6189" y="2001"/>
                    <a:pt x="6211" y="1859"/>
                    <a:pt x="6115" y="1831"/>
                  </a:cubicBezTo>
                  <a:lnTo>
                    <a:pt x="150" y="5"/>
                  </a:lnTo>
                  <a:cubicBezTo>
                    <a:pt x="140" y="2"/>
                    <a:pt x="131" y="1"/>
                    <a:pt x="12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" name="Google Shape;2061;p2"/>
            <p:cNvSpPr/>
            <p:nvPr/>
          </p:nvSpPr>
          <p:spPr>
            <a:xfrm>
              <a:off x="1716419" y="3754506"/>
              <a:ext cx="231975" cy="32271"/>
            </a:xfrm>
            <a:custGeom>
              <a:rect b="b" l="l" r="r" t="t"/>
              <a:pathLst>
                <a:path extrusionOk="0" h="887" w="6376">
                  <a:moveTo>
                    <a:pt x="118" y="0"/>
                  </a:moveTo>
                  <a:cubicBezTo>
                    <a:pt x="14" y="0"/>
                    <a:pt x="1" y="159"/>
                    <a:pt x="111" y="171"/>
                  </a:cubicBezTo>
                  <a:lnTo>
                    <a:pt x="6246" y="883"/>
                  </a:lnTo>
                  <a:lnTo>
                    <a:pt x="6258" y="883"/>
                  </a:lnTo>
                  <a:lnTo>
                    <a:pt x="6258" y="886"/>
                  </a:lnTo>
                  <a:cubicBezTo>
                    <a:pt x="6366" y="886"/>
                    <a:pt x="6375" y="726"/>
                    <a:pt x="6267" y="714"/>
                  </a:cubicBezTo>
                  <a:lnTo>
                    <a:pt x="130" y="1"/>
                  </a:lnTo>
                  <a:cubicBezTo>
                    <a:pt x="126" y="1"/>
                    <a:pt x="122" y="0"/>
                    <a:pt x="11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" name="Google Shape;2062;p2"/>
            <p:cNvSpPr/>
            <p:nvPr/>
          </p:nvSpPr>
          <p:spPr>
            <a:xfrm>
              <a:off x="1712344" y="3793907"/>
              <a:ext cx="226627" cy="14626"/>
            </a:xfrm>
            <a:custGeom>
              <a:rect b="b" l="l" r="r" t="t"/>
              <a:pathLst>
                <a:path extrusionOk="0" h="402" w="6229">
                  <a:moveTo>
                    <a:pt x="6139" y="1"/>
                  </a:moveTo>
                  <a:lnTo>
                    <a:pt x="115" y="229"/>
                  </a:lnTo>
                  <a:cubicBezTo>
                    <a:pt x="1" y="232"/>
                    <a:pt x="4" y="402"/>
                    <a:pt x="118" y="402"/>
                  </a:cubicBezTo>
                  <a:lnTo>
                    <a:pt x="121" y="402"/>
                  </a:lnTo>
                  <a:lnTo>
                    <a:pt x="6145" y="173"/>
                  </a:lnTo>
                  <a:cubicBezTo>
                    <a:pt x="6191" y="170"/>
                    <a:pt x="6228" y="130"/>
                    <a:pt x="6225" y="84"/>
                  </a:cubicBezTo>
                  <a:cubicBezTo>
                    <a:pt x="6222" y="38"/>
                    <a:pt x="6185" y="1"/>
                    <a:pt x="613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" name="Google Shape;2063;p2"/>
            <p:cNvSpPr/>
            <p:nvPr/>
          </p:nvSpPr>
          <p:spPr>
            <a:xfrm>
              <a:off x="2313483" y="3682760"/>
              <a:ext cx="161720" cy="70691"/>
            </a:xfrm>
            <a:custGeom>
              <a:rect b="b" l="l" r="r" t="t"/>
              <a:pathLst>
                <a:path extrusionOk="0" h="1943" w="4445">
                  <a:moveTo>
                    <a:pt x="4322" y="0"/>
                  </a:moveTo>
                  <a:cubicBezTo>
                    <a:pt x="4310" y="0"/>
                    <a:pt x="4298" y="3"/>
                    <a:pt x="4285" y="8"/>
                  </a:cubicBezTo>
                  <a:lnTo>
                    <a:pt x="90" y="1779"/>
                  </a:lnTo>
                  <a:cubicBezTo>
                    <a:pt x="0" y="1813"/>
                    <a:pt x="28" y="1942"/>
                    <a:pt x="124" y="1942"/>
                  </a:cubicBezTo>
                  <a:cubicBezTo>
                    <a:pt x="133" y="1942"/>
                    <a:pt x="145" y="1939"/>
                    <a:pt x="155" y="1936"/>
                  </a:cubicBezTo>
                  <a:lnTo>
                    <a:pt x="4352" y="166"/>
                  </a:lnTo>
                  <a:cubicBezTo>
                    <a:pt x="4444" y="128"/>
                    <a:pt x="4404" y="0"/>
                    <a:pt x="432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" name="Google Shape;2064;p2"/>
            <p:cNvSpPr/>
            <p:nvPr/>
          </p:nvSpPr>
          <p:spPr>
            <a:xfrm>
              <a:off x="2325962" y="3722235"/>
              <a:ext cx="164594" cy="39511"/>
            </a:xfrm>
            <a:custGeom>
              <a:rect b="b" l="l" r="r" t="t"/>
              <a:pathLst>
                <a:path extrusionOk="0" h="1086" w="4524">
                  <a:moveTo>
                    <a:pt x="4405" y="1"/>
                  </a:moveTo>
                  <a:cubicBezTo>
                    <a:pt x="4399" y="1"/>
                    <a:pt x="4392" y="2"/>
                    <a:pt x="4386" y="3"/>
                  </a:cubicBezTo>
                  <a:lnTo>
                    <a:pt x="105" y="916"/>
                  </a:lnTo>
                  <a:cubicBezTo>
                    <a:pt x="1" y="937"/>
                    <a:pt x="18" y="1086"/>
                    <a:pt x="120" y="1086"/>
                  </a:cubicBezTo>
                  <a:cubicBezTo>
                    <a:pt x="121" y="1086"/>
                    <a:pt x="122" y="1086"/>
                    <a:pt x="123" y="1086"/>
                  </a:cubicBezTo>
                  <a:lnTo>
                    <a:pt x="139" y="1086"/>
                  </a:lnTo>
                  <a:lnTo>
                    <a:pt x="4423" y="169"/>
                  </a:lnTo>
                  <a:cubicBezTo>
                    <a:pt x="4524" y="146"/>
                    <a:pt x="4498" y="1"/>
                    <a:pt x="440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" name="Google Shape;2065;p2"/>
            <p:cNvSpPr/>
            <p:nvPr/>
          </p:nvSpPr>
          <p:spPr>
            <a:xfrm>
              <a:off x="2330328" y="3772151"/>
              <a:ext cx="171580" cy="13607"/>
            </a:xfrm>
            <a:custGeom>
              <a:rect b="b" l="l" r="r" t="t"/>
              <a:pathLst>
                <a:path extrusionOk="0" h="374" w="4716">
                  <a:moveTo>
                    <a:pt x="90" y="0"/>
                  </a:moveTo>
                  <a:cubicBezTo>
                    <a:pt x="43" y="0"/>
                    <a:pt x="6" y="37"/>
                    <a:pt x="0" y="84"/>
                  </a:cubicBezTo>
                  <a:cubicBezTo>
                    <a:pt x="0" y="130"/>
                    <a:pt x="34" y="170"/>
                    <a:pt x="83" y="173"/>
                  </a:cubicBezTo>
                  <a:lnTo>
                    <a:pt x="4593" y="374"/>
                  </a:lnTo>
                  <a:lnTo>
                    <a:pt x="4599" y="374"/>
                  </a:lnTo>
                  <a:cubicBezTo>
                    <a:pt x="4713" y="374"/>
                    <a:pt x="4716" y="204"/>
                    <a:pt x="4602" y="201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" name="Google Shape;2066;p2"/>
            <p:cNvSpPr/>
            <p:nvPr/>
          </p:nvSpPr>
          <p:spPr>
            <a:xfrm>
              <a:off x="2049277" y="3868090"/>
              <a:ext cx="332172" cy="272723"/>
            </a:xfrm>
            <a:custGeom>
              <a:rect b="b" l="l" r="r" t="t"/>
              <a:pathLst>
                <a:path extrusionOk="0" h="7496" w="9130">
                  <a:moveTo>
                    <a:pt x="3334" y="1"/>
                  </a:moveTo>
                  <a:cubicBezTo>
                    <a:pt x="1493" y="1"/>
                    <a:pt x="1" y="1057"/>
                    <a:pt x="961" y="1357"/>
                  </a:cubicBezTo>
                  <a:cubicBezTo>
                    <a:pt x="1825" y="1629"/>
                    <a:pt x="2688" y="2122"/>
                    <a:pt x="3321" y="2489"/>
                  </a:cubicBezTo>
                  <a:cubicBezTo>
                    <a:pt x="4823" y="3433"/>
                    <a:pt x="6578" y="4898"/>
                    <a:pt x="6954" y="7424"/>
                  </a:cubicBezTo>
                  <a:cubicBezTo>
                    <a:pt x="6960" y="7464"/>
                    <a:pt x="6997" y="7495"/>
                    <a:pt x="7040" y="7495"/>
                  </a:cubicBezTo>
                  <a:lnTo>
                    <a:pt x="7053" y="7495"/>
                  </a:lnTo>
                  <a:cubicBezTo>
                    <a:pt x="7099" y="7489"/>
                    <a:pt x="7133" y="7446"/>
                    <a:pt x="7124" y="7400"/>
                  </a:cubicBezTo>
                  <a:cubicBezTo>
                    <a:pt x="6809" y="5296"/>
                    <a:pt x="5572" y="3914"/>
                    <a:pt x="4298" y="2955"/>
                  </a:cubicBezTo>
                  <a:cubicBezTo>
                    <a:pt x="4616" y="2884"/>
                    <a:pt x="4925" y="2181"/>
                    <a:pt x="4869" y="1789"/>
                  </a:cubicBezTo>
                  <a:cubicBezTo>
                    <a:pt x="4820" y="1416"/>
                    <a:pt x="5856" y="1172"/>
                    <a:pt x="6121" y="1117"/>
                  </a:cubicBezTo>
                  <a:cubicBezTo>
                    <a:pt x="7885" y="2277"/>
                    <a:pt x="8919" y="4167"/>
                    <a:pt x="8937" y="4198"/>
                  </a:cubicBezTo>
                  <a:cubicBezTo>
                    <a:pt x="8953" y="4233"/>
                    <a:pt x="8982" y="4248"/>
                    <a:pt x="9010" y="4248"/>
                  </a:cubicBezTo>
                  <a:cubicBezTo>
                    <a:pt x="9069" y="4248"/>
                    <a:pt x="9130" y="4186"/>
                    <a:pt x="9088" y="4118"/>
                  </a:cubicBezTo>
                  <a:lnTo>
                    <a:pt x="9085" y="4115"/>
                  </a:lnTo>
                  <a:cubicBezTo>
                    <a:pt x="9067" y="4081"/>
                    <a:pt x="7694" y="1561"/>
                    <a:pt x="5384" y="509"/>
                  </a:cubicBezTo>
                  <a:cubicBezTo>
                    <a:pt x="4723" y="141"/>
                    <a:pt x="4005" y="1"/>
                    <a:pt x="333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" name="Google Shape;2067;p2"/>
            <p:cNvSpPr/>
            <p:nvPr/>
          </p:nvSpPr>
          <p:spPr>
            <a:xfrm>
              <a:off x="2075545" y="3903745"/>
              <a:ext cx="80187" cy="15899"/>
            </a:xfrm>
            <a:custGeom>
              <a:rect b="b" l="l" r="r" t="t"/>
              <a:pathLst>
                <a:path extrusionOk="0" h="437" w="2204">
                  <a:moveTo>
                    <a:pt x="1070" y="0"/>
                  </a:moveTo>
                  <a:cubicBezTo>
                    <a:pt x="811" y="0"/>
                    <a:pt x="495" y="26"/>
                    <a:pt x="110" y="94"/>
                  </a:cubicBezTo>
                  <a:cubicBezTo>
                    <a:pt x="0" y="111"/>
                    <a:pt x="20" y="266"/>
                    <a:pt x="116" y="266"/>
                  </a:cubicBezTo>
                  <a:cubicBezTo>
                    <a:pt x="123" y="266"/>
                    <a:pt x="130" y="265"/>
                    <a:pt x="137" y="263"/>
                  </a:cubicBezTo>
                  <a:cubicBezTo>
                    <a:pt x="519" y="197"/>
                    <a:pt x="828" y="172"/>
                    <a:pt x="1077" y="172"/>
                  </a:cubicBezTo>
                  <a:cubicBezTo>
                    <a:pt x="1819" y="172"/>
                    <a:pt x="2021" y="395"/>
                    <a:pt x="2028" y="402"/>
                  </a:cubicBezTo>
                  <a:cubicBezTo>
                    <a:pt x="2043" y="423"/>
                    <a:pt x="2067" y="436"/>
                    <a:pt x="2094" y="436"/>
                  </a:cubicBezTo>
                  <a:lnTo>
                    <a:pt x="2094" y="436"/>
                  </a:lnTo>
                  <a:cubicBezTo>
                    <a:pt x="2164" y="435"/>
                    <a:pt x="2204" y="355"/>
                    <a:pt x="2161" y="300"/>
                  </a:cubicBezTo>
                  <a:cubicBezTo>
                    <a:pt x="2149" y="284"/>
                    <a:pt x="1923" y="0"/>
                    <a:pt x="1070" y="0"/>
                  </a:cubicBezTo>
                  <a:close/>
                  <a:moveTo>
                    <a:pt x="2094" y="436"/>
                  </a:moveTo>
                  <a:cubicBezTo>
                    <a:pt x="2094" y="436"/>
                    <a:pt x="2093" y="436"/>
                    <a:pt x="2093" y="436"/>
                  </a:cubicBezTo>
                  <a:lnTo>
                    <a:pt x="2096" y="436"/>
                  </a:lnTo>
                  <a:cubicBezTo>
                    <a:pt x="2095" y="436"/>
                    <a:pt x="2095" y="436"/>
                    <a:pt x="2094" y="436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" name="Google Shape;2068;p2"/>
            <p:cNvSpPr/>
            <p:nvPr/>
          </p:nvSpPr>
          <p:spPr>
            <a:xfrm>
              <a:off x="2080966" y="3883880"/>
              <a:ext cx="73420" cy="14990"/>
            </a:xfrm>
            <a:custGeom>
              <a:rect b="b" l="l" r="r" t="t"/>
              <a:pathLst>
                <a:path extrusionOk="0" h="412" w="2018">
                  <a:moveTo>
                    <a:pt x="1102" y="0"/>
                  </a:moveTo>
                  <a:cubicBezTo>
                    <a:pt x="790" y="0"/>
                    <a:pt x="426" y="58"/>
                    <a:pt x="78" y="251"/>
                  </a:cubicBezTo>
                  <a:cubicBezTo>
                    <a:pt x="1" y="294"/>
                    <a:pt x="32" y="411"/>
                    <a:pt x="118" y="411"/>
                  </a:cubicBezTo>
                  <a:cubicBezTo>
                    <a:pt x="133" y="411"/>
                    <a:pt x="149" y="408"/>
                    <a:pt x="161" y="399"/>
                  </a:cubicBezTo>
                  <a:cubicBezTo>
                    <a:pt x="475" y="227"/>
                    <a:pt x="810" y="175"/>
                    <a:pt x="1098" y="175"/>
                  </a:cubicBezTo>
                  <a:cubicBezTo>
                    <a:pt x="1528" y="175"/>
                    <a:pt x="1855" y="289"/>
                    <a:pt x="1861" y="291"/>
                  </a:cubicBezTo>
                  <a:cubicBezTo>
                    <a:pt x="1873" y="296"/>
                    <a:pt x="1885" y="298"/>
                    <a:pt x="1895" y="298"/>
                  </a:cubicBezTo>
                  <a:cubicBezTo>
                    <a:pt x="1980" y="298"/>
                    <a:pt x="2018" y="164"/>
                    <a:pt x="1919" y="131"/>
                  </a:cubicBezTo>
                  <a:cubicBezTo>
                    <a:pt x="1896" y="122"/>
                    <a:pt x="1554" y="0"/>
                    <a:pt x="11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" name="Google Shape;2069;p2"/>
            <p:cNvSpPr/>
            <p:nvPr/>
          </p:nvSpPr>
          <p:spPr>
            <a:xfrm>
              <a:off x="2107125" y="3780446"/>
              <a:ext cx="99033" cy="115187"/>
            </a:xfrm>
            <a:custGeom>
              <a:rect b="b" l="l" r="r" t="t"/>
              <a:pathLst>
                <a:path extrusionOk="0" h="3166" w="2722">
                  <a:moveTo>
                    <a:pt x="1083" y="1"/>
                  </a:moveTo>
                  <a:cubicBezTo>
                    <a:pt x="1083" y="1"/>
                    <a:pt x="0" y="2826"/>
                    <a:pt x="1370" y="3140"/>
                  </a:cubicBezTo>
                  <a:cubicBezTo>
                    <a:pt x="1445" y="3158"/>
                    <a:pt x="1515" y="3166"/>
                    <a:pt x="1581" y="3166"/>
                  </a:cubicBezTo>
                  <a:cubicBezTo>
                    <a:pt x="2721" y="3166"/>
                    <a:pt x="2571" y="732"/>
                    <a:pt x="2597" y="571"/>
                  </a:cubicBezTo>
                  <a:lnTo>
                    <a:pt x="2597" y="571"/>
                  </a:lnTo>
                  <a:cubicBezTo>
                    <a:pt x="2597" y="571"/>
                    <a:pt x="2288" y="955"/>
                    <a:pt x="1916" y="955"/>
                  </a:cubicBezTo>
                  <a:cubicBezTo>
                    <a:pt x="1639" y="955"/>
                    <a:pt x="1328" y="743"/>
                    <a:pt x="1083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" name="Google Shape;2070;p2"/>
            <p:cNvSpPr/>
            <p:nvPr/>
          </p:nvSpPr>
          <p:spPr>
            <a:xfrm>
              <a:off x="2159078" y="3808460"/>
              <a:ext cx="9969" cy="55047"/>
            </a:xfrm>
            <a:custGeom>
              <a:rect b="b" l="l" r="r" t="t"/>
              <a:pathLst>
                <a:path extrusionOk="0" h="1513" w="274">
                  <a:moveTo>
                    <a:pt x="169" y="1"/>
                  </a:moveTo>
                  <a:cubicBezTo>
                    <a:pt x="137" y="1"/>
                    <a:pt x="104" y="19"/>
                    <a:pt x="90" y="60"/>
                  </a:cubicBezTo>
                  <a:cubicBezTo>
                    <a:pt x="0" y="322"/>
                    <a:pt x="25" y="1319"/>
                    <a:pt x="28" y="1430"/>
                  </a:cubicBezTo>
                  <a:cubicBezTo>
                    <a:pt x="28" y="1476"/>
                    <a:pt x="65" y="1513"/>
                    <a:pt x="112" y="1513"/>
                  </a:cubicBezTo>
                  <a:lnTo>
                    <a:pt x="115" y="1513"/>
                  </a:lnTo>
                  <a:cubicBezTo>
                    <a:pt x="161" y="1510"/>
                    <a:pt x="201" y="1473"/>
                    <a:pt x="198" y="1424"/>
                  </a:cubicBezTo>
                  <a:cubicBezTo>
                    <a:pt x="192" y="1127"/>
                    <a:pt x="186" y="313"/>
                    <a:pt x="250" y="113"/>
                  </a:cubicBezTo>
                  <a:cubicBezTo>
                    <a:pt x="273" y="46"/>
                    <a:pt x="221" y="1"/>
                    <a:pt x="16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" name="Google Shape;2071;p2"/>
            <p:cNvSpPr/>
            <p:nvPr/>
          </p:nvSpPr>
          <p:spPr>
            <a:xfrm>
              <a:off x="2134011" y="3721726"/>
              <a:ext cx="91429" cy="96923"/>
            </a:xfrm>
            <a:custGeom>
              <a:rect b="b" l="l" r="r" t="t"/>
              <a:pathLst>
                <a:path extrusionOk="0" h="2664" w="2513">
                  <a:moveTo>
                    <a:pt x="1323" y="1"/>
                  </a:moveTo>
                  <a:cubicBezTo>
                    <a:pt x="1279" y="1"/>
                    <a:pt x="1241" y="36"/>
                    <a:pt x="1238" y="79"/>
                  </a:cubicBezTo>
                  <a:lnTo>
                    <a:pt x="973" y="2441"/>
                  </a:lnTo>
                  <a:cubicBezTo>
                    <a:pt x="535" y="2188"/>
                    <a:pt x="255" y="1112"/>
                    <a:pt x="181" y="692"/>
                  </a:cubicBezTo>
                  <a:cubicBezTo>
                    <a:pt x="170" y="644"/>
                    <a:pt x="133" y="623"/>
                    <a:pt x="96" y="623"/>
                  </a:cubicBezTo>
                  <a:cubicBezTo>
                    <a:pt x="48" y="623"/>
                    <a:pt x="0" y="659"/>
                    <a:pt x="11" y="720"/>
                  </a:cubicBezTo>
                  <a:cubicBezTo>
                    <a:pt x="23" y="791"/>
                    <a:pt x="326" y="2447"/>
                    <a:pt x="1016" y="2645"/>
                  </a:cubicBezTo>
                  <a:lnTo>
                    <a:pt x="1019" y="2645"/>
                  </a:lnTo>
                  <a:cubicBezTo>
                    <a:pt x="1063" y="2657"/>
                    <a:pt x="1106" y="2663"/>
                    <a:pt x="1149" y="2663"/>
                  </a:cubicBezTo>
                  <a:cubicBezTo>
                    <a:pt x="1803" y="2663"/>
                    <a:pt x="2420" y="1343"/>
                    <a:pt x="2491" y="1183"/>
                  </a:cubicBezTo>
                  <a:cubicBezTo>
                    <a:pt x="2512" y="1140"/>
                    <a:pt x="2494" y="1087"/>
                    <a:pt x="2451" y="1069"/>
                  </a:cubicBezTo>
                  <a:cubicBezTo>
                    <a:pt x="2439" y="1063"/>
                    <a:pt x="2427" y="1060"/>
                    <a:pt x="2415" y="1060"/>
                  </a:cubicBezTo>
                  <a:cubicBezTo>
                    <a:pt x="2383" y="1060"/>
                    <a:pt x="2353" y="1080"/>
                    <a:pt x="2340" y="1112"/>
                  </a:cubicBezTo>
                  <a:cubicBezTo>
                    <a:pt x="2156" y="1513"/>
                    <a:pt x="1611" y="2488"/>
                    <a:pt x="1151" y="2488"/>
                  </a:cubicBezTo>
                  <a:cubicBezTo>
                    <a:pt x="1147" y="2488"/>
                    <a:pt x="1143" y="2488"/>
                    <a:pt x="1140" y="2487"/>
                  </a:cubicBezTo>
                  <a:lnTo>
                    <a:pt x="1411" y="97"/>
                  </a:lnTo>
                  <a:cubicBezTo>
                    <a:pt x="1417" y="51"/>
                    <a:pt x="1380" y="8"/>
                    <a:pt x="1334" y="2"/>
                  </a:cubicBezTo>
                  <a:cubicBezTo>
                    <a:pt x="1330" y="1"/>
                    <a:pt x="1327" y="1"/>
                    <a:pt x="132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" name="Google Shape;2072;p2"/>
            <p:cNvSpPr/>
            <p:nvPr/>
          </p:nvSpPr>
          <p:spPr>
            <a:xfrm>
              <a:off x="2158168" y="3700624"/>
              <a:ext cx="51227" cy="23903"/>
            </a:xfrm>
            <a:custGeom>
              <a:rect b="b" l="l" r="r" t="t"/>
              <a:pathLst>
                <a:path extrusionOk="0" h="657" w="1408">
                  <a:moveTo>
                    <a:pt x="662" y="0"/>
                  </a:moveTo>
                  <a:cubicBezTo>
                    <a:pt x="303" y="0"/>
                    <a:pt x="1" y="110"/>
                    <a:pt x="1" y="110"/>
                  </a:cubicBezTo>
                  <a:cubicBezTo>
                    <a:pt x="1" y="110"/>
                    <a:pt x="621" y="625"/>
                    <a:pt x="713" y="656"/>
                  </a:cubicBezTo>
                  <a:cubicBezTo>
                    <a:pt x="716" y="656"/>
                    <a:pt x="719" y="657"/>
                    <a:pt x="723" y="657"/>
                  </a:cubicBezTo>
                  <a:cubicBezTo>
                    <a:pt x="838" y="657"/>
                    <a:pt x="1407" y="227"/>
                    <a:pt x="1407" y="227"/>
                  </a:cubicBezTo>
                  <a:cubicBezTo>
                    <a:pt x="1185" y="52"/>
                    <a:pt x="910" y="0"/>
                    <a:pt x="662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" name="Google Shape;2073;p2"/>
            <p:cNvSpPr/>
            <p:nvPr/>
          </p:nvSpPr>
          <p:spPr>
            <a:xfrm>
              <a:off x="2225402" y="4363213"/>
              <a:ext cx="65889" cy="40385"/>
            </a:xfrm>
            <a:custGeom>
              <a:rect b="b" l="l" r="r" t="t"/>
              <a:pathLst>
                <a:path extrusionOk="0" h="1110" w="1811">
                  <a:moveTo>
                    <a:pt x="124" y="0"/>
                  </a:moveTo>
                  <a:cubicBezTo>
                    <a:pt x="44" y="0"/>
                    <a:pt x="1" y="113"/>
                    <a:pt x="80" y="160"/>
                  </a:cubicBezTo>
                  <a:cubicBezTo>
                    <a:pt x="93" y="166"/>
                    <a:pt x="1354" y="755"/>
                    <a:pt x="1653" y="1082"/>
                  </a:cubicBezTo>
                  <a:cubicBezTo>
                    <a:pt x="1669" y="1100"/>
                    <a:pt x="1690" y="1110"/>
                    <a:pt x="1715" y="1110"/>
                  </a:cubicBezTo>
                  <a:cubicBezTo>
                    <a:pt x="1737" y="1110"/>
                    <a:pt x="1758" y="1103"/>
                    <a:pt x="1774" y="1088"/>
                  </a:cubicBezTo>
                  <a:cubicBezTo>
                    <a:pt x="1808" y="1057"/>
                    <a:pt x="1811" y="1002"/>
                    <a:pt x="1780" y="968"/>
                  </a:cubicBezTo>
                  <a:cubicBezTo>
                    <a:pt x="1456" y="616"/>
                    <a:pt x="207" y="30"/>
                    <a:pt x="155" y="5"/>
                  </a:cubicBezTo>
                  <a:cubicBezTo>
                    <a:pt x="144" y="2"/>
                    <a:pt x="133" y="0"/>
                    <a:pt x="124" y="0"/>
                  </a:cubicBezTo>
                  <a:close/>
                </a:path>
              </a:pathLst>
            </a:custGeom>
            <a:solidFill>
              <a:srgbClr val="FCFD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" name="Google Shape;2074;p2"/>
            <p:cNvSpPr/>
            <p:nvPr/>
          </p:nvSpPr>
          <p:spPr>
            <a:xfrm>
              <a:off x="2212705" y="4382786"/>
              <a:ext cx="57484" cy="32271"/>
            </a:xfrm>
            <a:custGeom>
              <a:rect b="b" l="l" r="r" t="t"/>
              <a:pathLst>
                <a:path extrusionOk="0" h="887" w="1580">
                  <a:moveTo>
                    <a:pt x="119" y="0"/>
                  </a:moveTo>
                  <a:cubicBezTo>
                    <a:pt x="29" y="0"/>
                    <a:pt x="1" y="142"/>
                    <a:pt x="103" y="168"/>
                  </a:cubicBezTo>
                  <a:cubicBezTo>
                    <a:pt x="112" y="171"/>
                    <a:pt x="969" y="396"/>
                    <a:pt x="1404" y="858"/>
                  </a:cubicBezTo>
                  <a:cubicBezTo>
                    <a:pt x="1420" y="874"/>
                    <a:pt x="1441" y="886"/>
                    <a:pt x="1466" y="886"/>
                  </a:cubicBezTo>
                  <a:cubicBezTo>
                    <a:pt x="1540" y="886"/>
                    <a:pt x="1580" y="797"/>
                    <a:pt x="1527" y="741"/>
                  </a:cubicBezTo>
                  <a:cubicBezTo>
                    <a:pt x="1059" y="242"/>
                    <a:pt x="183" y="13"/>
                    <a:pt x="146" y="4"/>
                  </a:cubicBezTo>
                  <a:cubicBezTo>
                    <a:pt x="136" y="1"/>
                    <a:pt x="128" y="0"/>
                    <a:pt x="119" y="0"/>
                  </a:cubicBezTo>
                  <a:close/>
                </a:path>
              </a:pathLst>
            </a:custGeom>
            <a:solidFill>
              <a:srgbClr val="FCFD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" name="Google Shape;2075;p2"/>
            <p:cNvSpPr/>
            <p:nvPr/>
          </p:nvSpPr>
          <p:spPr>
            <a:xfrm>
              <a:off x="1972002" y="4106429"/>
              <a:ext cx="342723" cy="305286"/>
            </a:xfrm>
            <a:custGeom>
              <a:rect b="b" l="l" r="r" t="t"/>
              <a:pathLst>
                <a:path extrusionOk="0" h="8391" w="9420">
                  <a:moveTo>
                    <a:pt x="3513" y="0"/>
                  </a:moveTo>
                  <a:cubicBezTo>
                    <a:pt x="3459" y="0"/>
                    <a:pt x="3404" y="49"/>
                    <a:pt x="3431" y="118"/>
                  </a:cubicBezTo>
                  <a:cubicBezTo>
                    <a:pt x="3903" y="1379"/>
                    <a:pt x="4495" y="2594"/>
                    <a:pt x="5198" y="3745"/>
                  </a:cubicBezTo>
                  <a:cubicBezTo>
                    <a:pt x="5025" y="3961"/>
                    <a:pt x="4886" y="4852"/>
                    <a:pt x="4140" y="4969"/>
                  </a:cubicBezTo>
                  <a:cubicBezTo>
                    <a:pt x="3122" y="5130"/>
                    <a:pt x="3082" y="6113"/>
                    <a:pt x="3128" y="6610"/>
                  </a:cubicBezTo>
                  <a:cubicBezTo>
                    <a:pt x="1614" y="5518"/>
                    <a:pt x="291" y="3754"/>
                    <a:pt x="174" y="1114"/>
                  </a:cubicBezTo>
                  <a:cubicBezTo>
                    <a:pt x="171" y="1066"/>
                    <a:pt x="134" y="1030"/>
                    <a:pt x="90" y="1030"/>
                  </a:cubicBezTo>
                  <a:cubicBezTo>
                    <a:pt x="88" y="1030"/>
                    <a:pt x="86" y="1030"/>
                    <a:pt x="84" y="1031"/>
                  </a:cubicBezTo>
                  <a:cubicBezTo>
                    <a:pt x="35" y="1034"/>
                    <a:pt x="1" y="1074"/>
                    <a:pt x="1" y="1120"/>
                  </a:cubicBezTo>
                  <a:cubicBezTo>
                    <a:pt x="124" y="3902"/>
                    <a:pt x="1559" y="5731"/>
                    <a:pt x="3159" y="6844"/>
                  </a:cubicBezTo>
                  <a:cubicBezTo>
                    <a:pt x="3165" y="6878"/>
                    <a:pt x="3169" y="6897"/>
                    <a:pt x="3169" y="6897"/>
                  </a:cubicBezTo>
                  <a:cubicBezTo>
                    <a:pt x="4875" y="8041"/>
                    <a:pt x="6529" y="8390"/>
                    <a:pt x="7670" y="8390"/>
                  </a:cubicBezTo>
                  <a:cubicBezTo>
                    <a:pt x="8793" y="8390"/>
                    <a:pt x="9419" y="8051"/>
                    <a:pt x="9109" y="7797"/>
                  </a:cubicBezTo>
                  <a:cubicBezTo>
                    <a:pt x="8915" y="7637"/>
                    <a:pt x="8683" y="7486"/>
                    <a:pt x="8399" y="7261"/>
                  </a:cubicBezTo>
                  <a:cubicBezTo>
                    <a:pt x="8288" y="7116"/>
                    <a:pt x="8162" y="6986"/>
                    <a:pt x="8020" y="6875"/>
                  </a:cubicBezTo>
                  <a:cubicBezTo>
                    <a:pt x="7622" y="6542"/>
                    <a:pt x="7246" y="6178"/>
                    <a:pt x="6904" y="5787"/>
                  </a:cubicBezTo>
                  <a:cubicBezTo>
                    <a:pt x="6608" y="5441"/>
                    <a:pt x="6281" y="5028"/>
                    <a:pt x="5914" y="4525"/>
                  </a:cubicBezTo>
                  <a:cubicBezTo>
                    <a:pt x="4405" y="2372"/>
                    <a:pt x="3603" y="93"/>
                    <a:pt x="3594" y="62"/>
                  </a:cubicBezTo>
                  <a:cubicBezTo>
                    <a:pt x="3580" y="19"/>
                    <a:pt x="3547" y="0"/>
                    <a:pt x="351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" name="Google Shape;2076;p2"/>
            <p:cNvSpPr/>
            <p:nvPr/>
          </p:nvSpPr>
          <p:spPr>
            <a:xfrm>
              <a:off x="1537710" y="3922154"/>
              <a:ext cx="484287" cy="486616"/>
            </a:xfrm>
            <a:custGeom>
              <a:rect b="b" l="l" r="r" t="t"/>
              <a:pathLst>
                <a:path extrusionOk="0" h="13375" w="13311">
                  <a:moveTo>
                    <a:pt x="7215" y="1"/>
                  </a:moveTo>
                  <a:cubicBezTo>
                    <a:pt x="6290" y="1"/>
                    <a:pt x="5176" y="171"/>
                    <a:pt x="3879" y="510"/>
                  </a:cubicBezTo>
                  <a:cubicBezTo>
                    <a:pt x="2586" y="858"/>
                    <a:pt x="1319" y="1296"/>
                    <a:pt x="85" y="1821"/>
                  </a:cubicBezTo>
                  <a:cubicBezTo>
                    <a:pt x="1" y="1864"/>
                    <a:pt x="41" y="1985"/>
                    <a:pt x="122" y="1985"/>
                  </a:cubicBezTo>
                  <a:cubicBezTo>
                    <a:pt x="133" y="1985"/>
                    <a:pt x="144" y="1983"/>
                    <a:pt x="156" y="1978"/>
                  </a:cubicBezTo>
                  <a:cubicBezTo>
                    <a:pt x="208" y="1954"/>
                    <a:pt x="4250" y="178"/>
                    <a:pt x="7220" y="178"/>
                  </a:cubicBezTo>
                  <a:cubicBezTo>
                    <a:pt x="8123" y="178"/>
                    <a:pt x="8926" y="342"/>
                    <a:pt x="9489" y="769"/>
                  </a:cubicBezTo>
                  <a:cubicBezTo>
                    <a:pt x="11303" y="2145"/>
                    <a:pt x="10578" y="8073"/>
                    <a:pt x="10097" y="10975"/>
                  </a:cubicBezTo>
                  <a:cubicBezTo>
                    <a:pt x="9868" y="11502"/>
                    <a:pt x="9184" y="13100"/>
                    <a:pt x="9258" y="13146"/>
                  </a:cubicBezTo>
                  <a:cubicBezTo>
                    <a:pt x="9341" y="13205"/>
                    <a:pt x="13310" y="13374"/>
                    <a:pt x="13310" y="13374"/>
                  </a:cubicBezTo>
                  <a:cubicBezTo>
                    <a:pt x="13310" y="13374"/>
                    <a:pt x="13227" y="11157"/>
                    <a:pt x="10297" y="10821"/>
                  </a:cubicBezTo>
                  <a:cubicBezTo>
                    <a:pt x="10451" y="9871"/>
                    <a:pt x="10624" y="8640"/>
                    <a:pt x="10729" y="7366"/>
                  </a:cubicBezTo>
                  <a:cubicBezTo>
                    <a:pt x="11031" y="3699"/>
                    <a:pt x="10649" y="1432"/>
                    <a:pt x="9594" y="633"/>
                  </a:cubicBezTo>
                  <a:cubicBezTo>
                    <a:pt x="9039" y="211"/>
                    <a:pt x="8243" y="1"/>
                    <a:pt x="721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" name="Google Shape;2077;p2"/>
            <p:cNvSpPr/>
            <p:nvPr/>
          </p:nvSpPr>
          <p:spPr>
            <a:xfrm>
              <a:off x="1933546" y="4379657"/>
              <a:ext cx="91939" cy="32235"/>
            </a:xfrm>
            <a:custGeom>
              <a:rect b="b" l="l" r="r" t="t"/>
              <a:pathLst>
                <a:path extrusionOk="0" h="886" w="2527">
                  <a:moveTo>
                    <a:pt x="87" y="0"/>
                  </a:moveTo>
                  <a:cubicBezTo>
                    <a:pt x="43" y="0"/>
                    <a:pt x="3" y="36"/>
                    <a:pt x="3" y="81"/>
                  </a:cubicBezTo>
                  <a:cubicBezTo>
                    <a:pt x="0" y="130"/>
                    <a:pt x="37" y="170"/>
                    <a:pt x="83" y="170"/>
                  </a:cubicBezTo>
                  <a:cubicBezTo>
                    <a:pt x="901" y="213"/>
                    <a:pt x="2236" y="429"/>
                    <a:pt x="2347" y="824"/>
                  </a:cubicBezTo>
                  <a:cubicBezTo>
                    <a:pt x="2356" y="861"/>
                    <a:pt x="2390" y="886"/>
                    <a:pt x="2430" y="886"/>
                  </a:cubicBezTo>
                  <a:cubicBezTo>
                    <a:pt x="2486" y="886"/>
                    <a:pt x="2526" y="830"/>
                    <a:pt x="2514" y="778"/>
                  </a:cubicBezTo>
                  <a:cubicBezTo>
                    <a:pt x="2329" y="136"/>
                    <a:pt x="321" y="13"/>
                    <a:pt x="93" y="1"/>
                  </a:cubicBezTo>
                  <a:cubicBezTo>
                    <a:pt x="91" y="1"/>
                    <a:pt x="89" y="0"/>
                    <a:pt x="87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" name="Google Shape;2078;p2"/>
            <p:cNvSpPr/>
            <p:nvPr/>
          </p:nvSpPr>
          <p:spPr>
            <a:xfrm>
              <a:off x="1957486" y="4355754"/>
              <a:ext cx="63815" cy="34381"/>
            </a:xfrm>
            <a:custGeom>
              <a:rect b="b" l="l" r="r" t="t"/>
              <a:pathLst>
                <a:path extrusionOk="0" h="945" w="1754">
                  <a:moveTo>
                    <a:pt x="116" y="1"/>
                  </a:moveTo>
                  <a:cubicBezTo>
                    <a:pt x="5" y="1"/>
                    <a:pt x="0" y="170"/>
                    <a:pt x="113" y="173"/>
                  </a:cubicBezTo>
                  <a:cubicBezTo>
                    <a:pt x="125" y="173"/>
                    <a:pt x="1236" y="210"/>
                    <a:pt x="1581" y="895"/>
                  </a:cubicBezTo>
                  <a:cubicBezTo>
                    <a:pt x="1594" y="926"/>
                    <a:pt x="1624" y="944"/>
                    <a:pt x="1658" y="944"/>
                  </a:cubicBezTo>
                  <a:cubicBezTo>
                    <a:pt x="1671" y="944"/>
                    <a:pt x="1683" y="941"/>
                    <a:pt x="1695" y="935"/>
                  </a:cubicBezTo>
                  <a:cubicBezTo>
                    <a:pt x="1739" y="914"/>
                    <a:pt x="1754" y="861"/>
                    <a:pt x="1735" y="818"/>
                  </a:cubicBezTo>
                  <a:cubicBezTo>
                    <a:pt x="1344" y="41"/>
                    <a:pt x="169" y="1"/>
                    <a:pt x="119" y="1"/>
                  </a:cubicBezTo>
                  <a:cubicBezTo>
                    <a:pt x="118" y="1"/>
                    <a:pt x="117" y="1"/>
                    <a:pt x="11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" name="Google Shape;2079;p2"/>
            <p:cNvSpPr/>
            <p:nvPr/>
          </p:nvSpPr>
          <p:spPr>
            <a:xfrm>
              <a:off x="1862201" y="4038722"/>
              <a:ext cx="20629" cy="30489"/>
            </a:xfrm>
            <a:custGeom>
              <a:rect b="b" l="l" r="r" t="t"/>
              <a:pathLst>
                <a:path extrusionOk="0" h="838" w="567">
                  <a:moveTo>
                    <a:pt x="123" y="0"/>
                  </a:moveTo>
                  <a:cubicBezTo>
                    <a:pt x="32" y="0"/>
                    <a:pt x="1" y="146"/>
                    <a:pt x="107" y="171"/>
                  </a:cubicBezTo>
                  <a:cubicBezTo>
                    <a:pt x="203" y="202"/>
                    <a:pt x="286" y="267"/>
                    <a:pt x="339" y="353"/>
                  </a:cubicBezTo>
                  <a:cubicBezTo>
                    <a:pt x="391" y="452"/>
                    <a:pt x="391" y="575"/>
                    <a:pt x="342" y="723"/>
                  </a:cubicBezTo>
                  <a:cubicBezTo>
                    <a:pt x="326" y="770"/>
                    <a:pt x="351" y="816"/>
                    <a:pt x="397" y="831"/>
                  </a:cubicBezTo>
                  <a:cubicBezTo>
                    <a:pt x="407" y="834"/>
                    <a:pt x="416" y="837"/>
                    <a:pt x="425" y="837"/>
                  </a:cubicBezTo>
                  <a:cubicBezTo>
                    <a:pt x="459" y="834"/>
                    <a:pt x="493" y="813"/>
                    <a:pt x="502" y="779"/>
                  </a:cubicBezTo>
                  <a:cubicBezTo>
                    <a:pt x="567" y="585"/>
                    <a:pt x="564" y="415"/>
                    <a:pt x="487" y="273"/>
                  </a:cubicBezTo>
                  <a:cubicBezTo>
                    <a:pt x="413" y="143"/>
                    <a:pt x="292" y="48"/>
                    <a:pt x="151" y="5"/>
                  </a:cubicBezTo>
                  <a:cubicBezTo>
                    <a:pt x="141" y="2"/>
                    <a:pt x="131" y="0"/>
                    <a:pt x="12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" name="Google Shape;2080;p2"/>
            <p:cNvSpPr/>
            <p:nvPr/>
          </p:nvSpPr>
          <p:spPr>
            <a:xfrm>
              <a:off x="1873916" y="4000521"/>
              <a:ext cx="20592" cy="30525"/>
            </a:xfrm>
            <a:custGeom>
              <a:rect b="b" l="l" r="r" t="t"/>
              <a:pathLst>
                <a:path extrusionOk="0" h="839" w="566">
                  <a:moveTo>
                    <a:pt x="120" y="1"/>
                  </a:moveTo>
                  <a:cubicBezTo>
                    <a:pt x="30" y="1"/>
                    <a:pt x="0" y="147"/>
                    <a:pt x="106" y="169"/>
                  </a:cubicBezTo>
                  <a:cubicBezTo>
                    <a:pt x="202" y="200"/>
                    <a:pt x="285" y="268"/>
                    <a:pt x="337" y="355"/>
                  </a:cubicBezTo>
                  <a:cubicBezTo>
                    <a:pt x="390" y="453"/>
                    <a:pt x="390" y="577"/>
                    <a:pt x="341" y="725"/>
                  </a:cubicBezTo>
                  <a:cubicBezTo>
                    <a:pt x="325" y="771"/>
                    <a:pt x="350" y="817"/>
                    <a:pt x="396" y="833"/>
                  </a:cubicBezTo>
                  <a:cubicBezTo>
                    <a:pt x="402" y="836"/>
                    <a:pt x="412" y="839"/>
                    <a:pt x="421" y="839"/>
                  </a:cubicBezTo>
                  <a:cubicBezTo>
                    <a:pt x="458" y="836"/>
                    <a:pt x="489" y="814"/>
                    <a:pt x="501" y="780"/>
                  </a:cubicBezTo>
                  <a:cubicBezTo>
                    <a:pt x="566" y="586"/>
                    <a:pt x="563" y="413"/>
                    <a:pt x="486" y="274"/>
                  </a:cubicBezTo>
                  <a:cubicBezTo>
                    <a:pt x="412" y="145"/>
                    <a:pt x="291" y="49"/>
                    <a:pt x="149" y="6"/>
                  </a:cubicBezTo>
                  <a:cubicBezTo>
                    <a:pt x="139" y="3"/>
                    <a:pt x="129" y="1"/>
                    <a:pt x="12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" name="Google Shape;2081;p2"/>
            <p:cNvSpPr/>
            <p:nvPr/>
          </p:nvSpPr>
          <p:spPr>
            <a:xfrm>
              <a:off x="1892798" y="4047926"/>
              <a:ext cx="16190" cy="32162"/>
            </a:xfrm>
            <a:custGeom>
              <a:rect b="b" l="l" r="r" t="t"/>
              <a:pathLst>
                <a:path extrusionOk="0" h="884" w="445">
                  <a:moveTo>
                    <a:pt x="100" y="1"/>
                  </a:moveTo>
                  <a:cubicBezTo>
                    <a:pt x="70" y="1"/>
                    <a:pt x="40" y="17"/>
                    <a:pt x="25" y="45"/>
                  </a:cubicBezTo>
                  <a:cubicBezTo>
                    <a:pt x="0" y="85"/>
                    <a:pt x="16" y="137"/>
                    <a:pt x="56" y="159"/>
                  </a:cubicBezTo>
                  <a:cubicBezTo>
                    <a:pt x="142" y="211"/>
                    <a:pt x="207" y="295"/>
                    <a:pt x="238" y="390"/>
                  </a:cubicBezTo>
                  <a:cubicBezTo>
                    <a:pt x="266" y="498"/>
                    <a:pt x="238" y="618"/>
                    <a:pt x="158" y="751"/>
                  </a:cubicBezTo>
                  <a:cubicBezTo>
                    <a:pt x="133" y="791"/>
                    <a:pt x="145" y="844"/>
                    <a:pt x="186" y="868"/>
                  </a:cubicBezTo>
                  <a:cubicBezTo>
                    <a:pt x="198" y="877"/>
                    <a:pt x="213" y="881"/>
                    <a:pt x="229" y="884"/>
                  </a:cubicBezTo>
                  <a:cubicBezTo>
                    <a:pt x="260" y="884"/>
                    <a:pt x="287" y="868"/>
                    <a:pt x="303" y="844"/>
                  </a:cubicBezTo>
                  <a:cubicBezTo>
                    <a:pt x="411" y="671"/>
                    <a:pt x="445" y="504"/>
                    <a:pt x="405" y="350"/>
                  </a:cubicBezTo>
                  <a:cubicBezTo>
                    <a:pt x="361" y="208"/>
                    <a:pt x="266" y="85"/>
                    <a:pt x="139" y="11"/>
                  </a:cubicBezTo>
                  <a:cubicBezTo>
                    <a:pt x="127" y="4"/>
                    <a:pt x="113" y="1"/>
                    <a:pt x="10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" name="Google Shape;2082;p2"/>
            <p:cNvSpPr/>
            <p:nvPr/>
          </p:nvSpPr>
          <p:spPr>
            <a:xfrm>
              <a:off x="1879555" y="4075868"/>
              <a:ext cx="16190" cy="32162"/>
            </a:xfrm>
            <a:custGeom>
              <a:rect b="b" l="l" r="r" t="t"/>
              <a:pathLst>
                <a:path extrusionOk="0" h="884" w="445">
                  <a:moveTo>
                    <a:pt x="100" y="1"/>
                  </a:moveTo>
                  <a:cubicBezTo>
                    <a:pt x="70" y="1"/>
                    <a:pt x="40" y="17"/>
                    <a:pt x="25" y="45"/>
                  </a:cubicBezTo>
                  <a:cubicBezTo>
                    <a:pt x="1" y="88"/>
                    <a:pt x="16" y="137"/>
                    <a:pt x="56" y="162"/>
                  </a:cubicBezTo>
                  <a:cubicBezTo>
                    <a:pt x="145" y="214"/>
                    <a:pt x="210" y="298"/>
                    <a:pt x="238" y="393"/>
                  </a:cubicBezTo>
                  <a:cubicBezTo>
                    <a:pt x="266" y="501"/>
                    <a:pt x="238" y="621"/>
                    <a:pt x="158" y="754"/>
                  </a:cubicBezTo>
                  <a:cubicBezTo>
                    <a:pt x="133" y="794"/>
                    <a:pt x="145" y="847"/>
                    <a:pt x="186" y="871"/>
                  </a:cubicBezTo>
                  <a:cubicBezTo>
                    <a:pt x="198" y="881"/>
                    <a:pt x="213" y="884"/>
                    <a:pt x="229" y="884"/>
                  </a:cubicBezTo>
                  <a:cubicBezTo>
                    <a:pt x="260" y="884"/>
                    <a:pt x="287" y="871"/>
                    <a:pt x="303" y="847"/>
                  </a:cubicBezTo>
                  <a:cubicBezTo>
                    <a:pt x="411" y="671"/>
                    <a:pt x="445" y="504"/>
                    <a:pt x="405" y="350"/>
                  </a:cubicBezTo>
                  <a:cubicBezTo>
                    <a:pt x="361" y="208"/>
                    <a:pt x="266" y="88"/>
                    <a:pt x="139" y="11"/>
                  </a:cubicBezTo>
                  <a:cubicBezTo>
                    <a:pt x="127" y="4"/>
                    <a:pt x="113" y="1"/>
                    <a:pt x="10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" name="Google Shape;2083;p2"/>
            <p:cNvSpPr/>
            <p:nvPr/>
          </p:nvSpPr>
          <p:spPr>
            <a:xfrm>
              <a:off x="1847394" y="3997428"/>
              <a:ext cx="20629" cy="30489"/>
            </a:xfrm>
            <a:custGeom>
              <a:rect b="b" l="l" r="r" t="t"/>
              <a:pathLst>
                <a:path extrusionOk="0" h="838" w="567">
                  <a:moveTo>
                    <a:pt x="122" y="0"/>
                  </a:moveTo>
                  <a:cubicBezTo>
                    <a:pt x="32" y="0"/>
                    <a:pt x="0" y="146"/>
                    <a:pt x="107" y="171"/>
                  </a:cubicBezTo>
                  <a:cubicBezTo>
                    <a:pt x="203" y="202"/>
                    <a:pt x="286" y="267"/>
                    <a:pt x="339" y="353"/>
                  </a:cubicBezTo>
                  <a:cubicBezTo>
                    <a:pt x="391" y="452"/>
                    <a:pt x="391" y="575"/>
                    <a:pt x="342" y="723"/>
                  </a:cubicBezTo>
                  <a:cubicBezTo>
                    <a:pt x="326" y="770"/>
                    <a:pt x="351" y="819"/>
                    <a:pt x="397" y="831"/>
                  </a:cubicBezTo>
                  <a:cubicBezTo>
                    <a:pt x="403" y="834"/>
                    <a:pt x="413" y="837"/>
                    <a:pt x="422" y="837"/>
                  </a:cubicBezTo>
                  <a:cubicBezTo>
                    <a:pt x="459" y="834"/>
                    <a:pt x="490" y="813"/>
                    <a:pt x="502" y="779"/>
                  </a:cubicBezTo>
                  <a:cubicBezTo>
                    <a:pt x="567" y="585"/>
                    <a:pt x="564" y="415"/>
                    <a:pt x="487" y="273"/>
                  </a:cubicBezTo>
                  <a:cubicBezTo>
                    <a:pt x="413" y="143"/>
                    <a:pt x="292" y="48"/>
                    <a:pt x="150" y="5"/>
                  </a:cubicBezTo>
                  <a:cubicBezTo>
                    <a:pt x="141" y="2"/>
                    <a:pt x="131" y="0"/>
                    <a:pt x="12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" name="Google Shape;2084;p2"/>
            <p:cNvSpPr/>
            <p:nvPr/>
          </p:nvSpPr>
          <p:spPr>
            <a:xfrm>
              <a:off x="1857763" y="3961628"/>
              <a:ext cx="20483" cy="30489"/>
            </a:xfrm>
            <a:custGeom>
              <a:rect b="b" l="l" r="r" t="t"/>
              <a:pathLst>
                <a:path extrusionOk="0" h="838" w="563">
                  <a:moveTo>
                    <a:pt x="120" y="1"/>
                  </a:moveTo>
                  <a:cubicBezTo>
                    <a:pt x="29" y="1"/>
                    <a:pt x="1" y="143"/>
                    <a:pt x="100" y="168"/>
                  </a:cubicBezTo>
                  <a:cubicBezTo>
                    <a:pt x="199" y="202"/>
                    <a:pt x="279" y="267"/>
                    <a:pt x="331" y="353"/>
                  </a:cubicBezTo>
                  <a:cubicBezTo>
                    <a:pt x="384" y="452"/>
                    <a:pt x="384" y="575"/>
                    <a:pt x="334" y="723"/>
                  </a:cubicBezTo>
                  <a:cubicBezTo>
                    <a:pt x="322" y="770"/>
                    <a:pt x="344" y="816"/>
                    <a:pt x="390" y="831"/>
                  </a:cubicBezTo>
                  <a:cubicBezTo>
                    <a:pt x="399" y="834"/>
                    <a:pt x="408" y="838"/>
                    <a:pt x="418" y="838"/>
                  </a:cubicBezTo>
                  <a:cubicBezTo>
                    <a:pt x="455" y="834"/>
                    <a:pt x="485" y="813"/>
                    <a:pt x="498" y="776"/>
                  </a:cubicBezTo>
                  <a:cubicBezTo>
                    <a:pt x="563" y="582"/>
                    <a:pt x="559" y="412"/>
                    <a:pt x="482" y="273"/>
                  </a:cubicBezTo>
                  <a:cubicBezTo>
                    <a:pt x="408" y="144"/>
                    <a:pt x="288" y="48"/>
                    <a:pt x="146" y="5"/>
                  </a:cubicBezTo>
                  <a:cubicBezTo>
                    <a:pt x="137" y="2"/>
                    <a:pt x="128" y="1"/>
                    <a:pt x="12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" name="Google Shape;2085;p2"/>
            <p:cNvSpPr/>
            <p:nvPr/>
          </p:nvSpPr>
          <p:spPr>
            <a:xfrm>
              <a:off x="1449011" y="3889701"/>
              <a:ext cx="24485" cy="26123"/>
            </a:xfrm>
            <a:custGeom>
              <a:rect b="b" l="l" r="r" t="t"/>
              <a:pathLst>
                <a:path extrusionOk="0" h="718" w="673">
                  <a:moveTo>
                    <a:pt x="582" y="1"/>
                  </a:moveTo>
                  <a:cubicBezTo>
                    <a:pt x="578" y="1"/>
                    <a:pt x="574" y="1"/>
                    <a:pt x="571" y="2"/>
                  </a:cubicBezTo>
                  <a:cubicBezTo>
                    <a:pt x="367" y="26"/>
                    <a:pt x="216" y="103"/>
                    <a:pt x="120" y="233"/>
                  </a:cubicBezTo>
                  <a:cubicBezTo>
                    <a:pt x="37" y="353"/>
                    <a:pt x="0" y="501"/>
                    <a:pt x="22" y="649"/>
                  </a:cubicBezTo>
                  <a:cubicBezTo>
                    <a:pt x="31" y="688"/>
                    <a:pt x="62" y="717"/>
                    <a:pt x="102" y="717"/>
                  </a:cubicBezTo>
                  <a:cubicBezTo>
                    <a:pt x="104" y="717"/>
                    <a:pt x="106" y="717"/>
                    <a:pt x="108" y="717"/>
                  </a:cubicBezTo>
                  <a:lnTo>
                    <a:pt x="120" y="717"/>
                  </a:lnTo>
                  <a:cubicBezTo>
                    <a:pt x="167" y="711"/>
                    <a:pt x="197" y="665"/>
                    <a:pt x="191" y="619"/>
                  </a:cubicBezTo>
                  <a:cubicBezTo>
                    <a:pt x="176" y="520"/>
                    <a:pt x="201" y="418"/>
                    <a:pt x="259" y="335"/>
                  </a:cubicBezTo>
                  <a:cubicBezTo>
                    <a:pt x="324" y="245"/>
                    <a:pt x="438" y="190"/>
                    <a:pt x="592" y="171"/>
                  </a:cubicBezTo>
                  <a:cubicBezTo>
                    <a:pt x="639" y="165"/>
                    <a:pt x="672" y="122"/>
                    <a:pt x="666" y="76"/>
                  </a:cubicBezTo>
                  <a:cubicBezTo>
                    <a:pt x="661" y="33"/>
                    <a:pt x="624" y="1"/>
                    <a:pt x="58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" name="Google Shape;2086;p2"/>
            <p:cNvSpPr/>
            <p:nvPr/>
          </p:nvSpPr>
          <p:spPr>
            <a:xfrm>
              <a:off x="1428019" y="3938235"/>
              <a:ext cx="20956" cy="30416"/>
            </a:xfrm>
            <a:custGeom>
              <a:rect b="b" l="l" r="r" t="t"/>
              <a:pathLst>
                <a:path extrusionOk="0" h="836" w="576">
                  <a:moveTo>
                    <a:pt x="449" y="0"/>
                  </a:moveTo>
                  <a:cubicBezTo>
                    <a:pt x="437" y="0"/>
                    <a:pt x="424" y="3"/>
                    <a:pt x="411" y="9"/>
                  </a:cubicBezTo>
                  <a:cubicBezTo>
                    <a:pt x="222" y="93"/>
                    <a:pt x="99" y="213"/>
                    <a:pt x="47" y="361"/>
                  </a:cubicBezTo>
                  <a:cubicBezTo>
                    <a:pt x="0" y="503"/>
                    <a:pt x="10" y="657"/>
                    <a:pt x="74" y="790"/>
                  </a:cubicBezTo>
                  <a:cubicBezTo>
                    <a:pt x="90" y="820"/>
                    <a:pt x="118" y="836"/>
                    <a:pt x="151" y="836"/>
                  </a:cubicBezTo>
                  <a:cubicBezTo>
                    <a:pt x="164" y="836"/>
                    <a:pt x="176" y="833"/>
                    <a:pt x="188" y="830"/>
                  </a:cubicBezTo>
                  <a:cubicBezTo>
                    <a:pt x="232" y="808"/>
                    <a:pt x="250" y="756"/>
                    <a:pt x="229" y="713"/>
                  </a:cubicBezTo>
                  <a:cubicBezTo>
                    <a:pt x="185" y="620"/>
                    <a:pt x="179" y="515"/>
                    <a:pt x="210" y="420"/>
                  </a:cubicBezTo>
                  <a:cubicBezTo>
                    <a:pt x="244" y="315"/>
                    <a:pt x="337" y="231"/>
                    <a:pt x="478" y="167"/>
                  </a:cubicBezTo>
                  <a:cubicBezTo>
                    <a:pt x="575" y="129"/>
                    <a:pt x="531" y="0"/>
                    <a:pt x="44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2"/>
            <p:cNvSpPr/>
            <p:nvPr/>
          </p:nvSpPr>
          <p:spPr>
            <a:xfrm>
              <a:off x="1478189" y="3857394"/>
              <a:ext cx="24376" cy="26232"/>
            </a:xfrm>
            <a:custGeom>
              <a:rect b="b" l="l" r="r" t="t"/>
              <a:pathLst>
                <a:path extrusionOk="0" h="721" w="670">
                  <a:moveTo>
                    <a:pt x="579" y="1"/>
                  </a:moveTo>
                  <a:cubicBezTo>
                    <a:pt x="575" y="1"/>
                    <a:pt x="571" y="1"/>
                    <a:pt x="568" y="1"/>
                  </a:cubicBezTo>
                  <a:cubicBezTo>
                    <a:pt x="364" y="26"/>
                    <a:pt x="213" y="103"/>
                    <a:pt x="117" y="233"/>
                  </a:cubicBezTo>
                  <a:cubicBezTo>
                    <a:pt x="34" y="356"/>
                    <a:pt x="0" y="504"/>
                    <a:pt x="19" y="652"/>
                  </a:cubicBezTo>
                  <a:cubicBezTo>
                    <a:pt x="28" y="692"/>
                    <a:pt x="62" y="720"/>
                    <a:pt x="105" y="720"/>
                  </a:cubicBezTo>
                  <a:lnTo>
                    <a:pt x="117" y="720"/>
                  </a:lnTo>
                  <a:cubicBezTo>
                    <a:pt x="167" y="711"/>
                    <a:pt x="197" y="668"/>
                    <a:pt x="188" y="621"/>
                  </a:cubicBezTo>
                  <a:cubicBezTo>
                    <a:pt x="176" y="520"/>
                    <a:pt x="200" y="418"/>
                    <a:pt x="256" y="335"/>
                  </a:cubicBezTo>
                  <a:cubicBezTo>
                    <a:pt x="321" y="245"/>
                    <a:pt x="435" y="190"/>
                    <a:pt x="589" y="171"/>
                  </a:cubicBezTo>
                  <a:cubicBezTo>
                    <a:pt x="635" y="165"/>
                    <a:pt x="669" y="125"/>
                    <a:pt x="663" y="75"/>
                  </a:cubicBezTo>
                  <a:cubicBezTo>
                    <a:pt x="660" y="33"/>
                    <a:pt x="623" y="1"/>
                    <a:pt x="5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2"/>
            <p:cNvSpPr/>
            <p:nvPr/>
          </p:nvSpPr>
          <p:spPr>
            <a:xfrm>
              <a:off x="1514062" y="3857139"/>
              <a:ext cx="29579" cy="20192"/>
            </a:xfrm>
            <a:custGeom>
              <a:rect b="b" l="l" r="r" t="t"/>
              <a:pathLst>
                <a:path extrusionOk="0" h="555" w="813">
                  <a:moveTo>
                    <a:pt x="554" y="0"/>
                  </a:moveTo>
                  <a:cubicBezTo>
                    <a:pt x="431" y="0"/>
                    <a:pt x="326" y="31"/>
                    <a:pt x="235" y="92"/>
                  </a:cubicBezTo>
                  <a:cubicBezTo>
                    <a:pt x="115" y="181"/>
                    <a:pt x="35" y="311"/>
                    <a:pt x="7" y="456"/>
                  </a:cubicBezTo>
                  <a:cubicBezTo>
                    <a:pt x="1" y="502"/>
                    <a:pt x="32" y="545"/>
                    <a:pt x="78" y="554"/>
                  </a:cubicBezTo>
                  <a:lnTo>
                    <a:pt x="94" y="554"/>
                  </a:lnTo>
                  <a:cubicBezTo>
                    <a:pt x="134" y="554"/>
                    <a:pt x="171" y="523"/>
                    <a:pt x="177" y="483"/>
                  </a:cubicBezTo>
                  <a:cubicBezTo>
                    <a:pt x="198" y="382"/>
                    <a:pt x="254" y="292"/>
                    <a:pt x="334" y="234"/>
                  </a:cubicBezTo>
                  <a:cubicBezTo>
                    <a:pt x="395" y="191"/>
                    <a:pt x="469" y="171"/>
                    <a:pt x="555" y="171"/>
                  </a:cubicBezTo>
                  <a:cubicBezTo>
                    <a:pt x="600" y="171"/>
                    <a:pt x="649" y="177"/>
                    <a:pt x="701" y="187"/>
                  </a:cubicBezTo>
                  <a:cubicBezTo>
                    <a:pt x="707" y="188"/>
                    <a:pt x="713" y="189"/>
                    <a:pt x="719" y="189"/>
                  </a:cubicBezTo>
                  <a:cubicBezTo>
                    <a:pt x="759" y="189"/>
                    <a:pt x="795" y="163"/>
                    <a:pt x="803" y="123"/>
                  </a:cubicBezTo>
                  <a:cubicBezTo>
                    <a:pt x="812" y="76"/>
                    <a:pt x="784" y="30"/>
                    <a:pt x="738" y="21"/>
                  </a:cubicBezTo>
                  <a:cubicBezTo>
                    <a:pt x="673" y="7"/>
                    <a:pt x="611" y="0"/>
                    <a:pt x="55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2"/>
            <p:cNvSpPr/>
            <p:nvPr/>
          </p:nvSpPr>
          <p:spPr>
            <a:xfrm>
              <a:off x="2389667" y="4272367"/>
              <a:ext cx="19465" cy="31034"/>
            </a:xfrm>
            <a:custGeom>
              <a:rect b="b" l="l" r="r" t="t"/>
              <a:pathLst>
                <a:path extrusionOk="0" h="853" w="535">
                  <a:moveTo>
                    <a:pt x="370" y="1"/>
                  </a:moveTo>
                  <a:cubicBezTo>
                    <a:pt x="311" y="1"/>
                    <a:pt x="253" y="63"/>
                    <a:pt x="294" y="131"/>
                  </a:cubicBezTo>
                  <a:cubicBezTo>
                    <a:pt x="343" y="220"/>
                    <a:pt x="355" y="322"/>
                    <a:pt x="334" y="421"/>
                  </a:cubicBezTo>
                  <a:cubicBezTo>
                    <a:pt x="303" y="528"/>
                    <a:pt x="217" y="618"/>
                    <a:pt x="78" y="692"/>
                  </a:cubicBezTo>
                  <a:cubicBezTo>
                    <a:pt x="1" y="732"/>
                    <a:pt x="28" y="852"/>
                    <a:pt x="118" y="852"/>
                  </a:cubicBezTo>
                  <a:cubicBezTo>
                    <a:pt x="130" y="852"/>
                    <a:pt x="146" y="849"/>
                    <a:pt x="158" y="843"/>
                  </a:cubicBezTo>
                  <a:cubicBezTo>
                    <a:pt x="340" y="747"/>
                    <a:pt x="454" y="624"/>
                    <a:pt x="497" y="470"/>
                  </a:cubicBezTo>
                  <a:cubicBezTo>
                    <a:pt x="534" y="325"/>
                    <a:pt x="513" y="174"/>
                    <a:pt x="442" y="44"/>
                  </a:cubicBezTo>
                  <a:cubicBezTo>
                    <a:pt x="423" y="13"/>
                    <a:pt x="396" y="1"/>
                    <a:pt x="3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2"/>
            <p:cNvSpPr/>
            <p:nvPr/>
          </p:nvSpPr>
          <p:spPr>
            <a:xfrm>
              <a:off x="2381590" y="4239223"/>
              <a:ext cx="19465" cy="30962"/>
            </a:xfrm>
            <a:custGeom>
              <a:rect b="b" l="l" r="r" t="t"/>
              <a:pathLst>
                <a:path extrusionOk="0" h="851" w="535">
                  <a:moveTo>
                    <a:pt x="375" y="0"/>
                  </a:moveTo>
                  <a:cubicBezTo>
                    <a:pt x="317" y="0"/>
                    <a:pt x="262" y="59"/>
                    <a:pt x="297" y="126"/>
                  </a:cubicBezTo>
                  <a:cubicBezTo>
                    <a:pt x="343" y="215"/>
                    <a:pt x="358" y="320"/>
                    <a:pt x="334" y="419"/>
                  </a:cubicBezTo>
                  <a:cubicBezTo>
                    <a:pt x="303" y="527"/>
                    <a:pt x="220" y="619"/>
                    <a:pt x="81" y="690"/>
                  </a:cubicBezTo>
                  <a:cubicBezTo>
                    <a:pt x="1" y="730"/>
                    <a:pt x="31" y="850"/>
                    <a:pt x="121" y="850"/>
                  </a:cubicBezTo>
                  <a:cubicBezTo>
                    <a:pt x="133" y="850"/>
                    <a:pt x="146" y="844"/>
                    <a:pt x="158" y="838"/>
                  </a:cubicBezTo>
                  <a:cubicBezTo>
                    <a:pt x="340" y="742"/>
                    <a:pt x="454" y="616"/>
                    <a:pt x="500" y="462"/>
                  </a:cubicBezTo>
                  <a:cubicBezTo>
                    <a:pt x="534" y="320"/>
                    <a:pt x="516" y="169"/>
                    <a:pt x="445" y="39"/>
                  </a:cubicBezTo>
                  <a:cubicBezTo>
                    <a:pt x="426" y="12"/>
                    <a:pt x="400" y="0"/>
                    <a:pt x="37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2"/>
            <p:cNvSpPr/>
            <p:nvPr/>
          </p:nvSpPr>
          <p:spPr>
            <a:xfrm>
              <a:off x="2405057" y="4231837"/>
              <a:ext cx="19319" cy="30925"/>
            </a:xfrm>
            <a:custGeom>
              <a:rect b="b" l="l" r="r" t="t"/>
              <a:pathLst>
                <a:path extrusionOk="0" h="850" w="531">
                  <a:moveTo>
                    <a:pt x="372" y="0"/>
                  </a:moveTo>
                  <a:cubicBezTo>
                    <a:pt x="314" y="0"/>
                    <a:pt x="257" y="62"/>
                    <a:pt x="293" y="128"/>
                  </a:cubicBezTo>
                  <a:cubicBezTo>
                    <a:pt x="343" y="218"/>
                    <a:pt x="355" y="322"/>
                    <a:pt x="333" y="421"/>
                  </a:cubicBezTo>
                  <a:cubicBezTo>
                    <a:pt x="302" y="529"/>
                    <a:pt x="216" y="618"/>
                    <a:pt x="77" y="689"/>
                  </a:cubicBezTo>
                  <a:cubicBezTo>
                    <a:pt x="0" y="730"/>
                    <a:pt x="28" y="850"/>
                    <a:pt x="117" y="850"/>
                  </a:cubicBezTo>
                  <a:cubicBezTo>
                    <a:pt x="130" y="850"/>
                    <a:pt x="145" y="847"/>
                    <a:pt x="158" y="841"/>
                  </a:cubicBezTo>
                  <a:cubicBezTo>
                    <a:pt x="340" y="745"/>
                    <a:pt x="454" y="618"/>
                    <a:pt x="497" y="464"/>
                  </a:cubicBezTo>
                  <a:cubicBezTo>
                    <a:pt x="531" y="322"/>
                    <a:pt x="512" y="171"/>
                    <a:pt x="441" y="42"/>
                  </a:cubicBezTo>
                  <a:cubicBezTo>
                    <a:pt x="423" y="12"/>
                    <a:pt x="397" y="0"/>
                    <a:pt x="37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2"/>
            <p:cNvSpPr/>
            <p:nvPr/>
          </p:nvSpPr>
          <p:spPr>
            <a:xfrm>
              <a:off x="2398217" y="4191199"/>
              <a:ext cx="19428" cy="31071"/>
            </a:xfrm>
            <a:custGeom>
              <a:rect b="b" l="l" r="r" t="t"/>
              <a:pathLst>
                <a:path extrusionOk="0" h="854" w="534">
                  <a:moveTo>
                    <a:pt x="375" y="1"/>
                  </a:moveTo>
                  <a:cubicBezTo>
                    <a:pt x="318" y="1"/>
                    <a:pt x="262" y="62"/>
                    <a:pt x="296" y="129"/>
                  </a:cubicBezTo>
                  <a:cubicBezTo>
                    <a:pt x="342" y="218"/>
                    <a:pt x="358" y="323"/>
                    <a:pt x="333" y="422"/>
                  </a:cubicBezTo>
                  <a:cubicBezTo>
                    <a:pt x="302" y="530"/>
                    <a:pt x="219" y="619"/>
                    <a:pt x="80" y="690"/>
                  </a:cubicBezTo>
                  <a:cubicBezTo>
                    <a:pt x="0" y="733"/>
                    <a:pt x="31" y="850"/>
                    <a:pt x="120" y="853"/>
                  </a:cubicBezTo>
                  <a:cubicBezTo>
                    <a:pt x="133" y="850"/>
                    <a:pt x="148" y="847"/>
                    <a:pt x="157" y="838"/>
                  </a:cubicBezTo>
                  <a:cubicBezTo>
                    <a:pt x="339" y="745"/>
                    <a:pt x="453" y="619"/>
                    <a:pt x="500" y="465"/>
                  </a:cubicBezTo>
                  <a:cubicBezTo>
                    <a:pt x="534" y="320"/>
                    <a:pt x="515" y="169"/>
                    <a:pt x="444" y="39"/>
                  </a:cubicBezTo>
                  <a:cubicBezTo>
                    <a:pt x="426" y="12"/>
                    <a:pt x="400" y="1"/>
                    <a:pt x="37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2"/>
            <p:cNvSpPr/>
            <p:nvPr/>
          </p:nvSpPr>
          <p:spPr>
            <a:xfrm>
              <a:off x="2425358" y="4197165"/>
              <a:ext cx="19319" cy="31143"/>
            </a:xfrm>
            <a:custGeom>
              <a:rect b="b" l="l" r="r" t="t"/>
              <a:pathLst>
                <a:path extrusionOk="0" h="856" w="531">
                  <a:moveTo>
                    <a:pt x="369" y="0"/>
                  </a:moveTo>
                  <a:cubicBezTo>
                    <a:pt x="309" y="0"/>
                    <a:pt x="249" y="66"/>
                    <a:pt x="293" y="134"/>
                  </a:cubicBezTo>
                  <a:cubicBezTo>
                    <a:pt x="343" y="224"/>
                    <a:pt x="355" y="329"/>
                    <a:pt x="334" y="427"/>
                  </a:cubicBezTo>
                  <a:cubicBezTo>
                    <a:pt x="303" y="532"/>
                    <a:pt x="216" y="625"/>
                    <a:pt x="78" y="696"/>
                  </a:cubicBezTo>
                  <a:cubicBezTo>
                    <a:pt x="0" y="736"/>
                    <a:pt x="28" y="856"/>
                    <a:pt x="118" y="856"/>
                  </a:cubicBezTo>
                  <a:cubicBezTo>
                    <a:pt x="130" y="856"/>
                    <a:pt x="145" y="853"/>
                    <a:pt x="158" y="847"/>
                  </a:cubicBezTo>
                  <a:cubicBezTo>
                    <a:pt x="340" y="751"/>
                    <a:pt x="454" y="625"/>
                    <a:pt x="497" y="470"/>
                  </a:cubicBezTo>
                  <a:cubicBezTo>
                    <a:pt x="531" y="329"/>
                    <a:pt x="512" y="177"/>
                    <a:pt x="442" y="48"/>
                  </a:cubicBezTo>
                  <a:cubicBezTo>
                    <a:pt x="424" y="14"/>
                    <a:pt x="397" y="0"/>
                    <a:pt x="36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2"/>
            <p:cNvSpPr/>
            <p:nvPr/>
          </p:nvSpPr>
          <p:spPr>
            <a:xfrm>
              <a:off x="2418518" y="4165877"/>
              <a:ext cx="19428" cy="31143"/>
            </a:xfrm>
            <a:custGeom>
              <a:rect b="b" l="l" r="r" t="t"/>
              <a:pathLst>
                <a:path extrusionOk="0" h="856" w="534">
                  <a:moveTo>
                    <a:pt x="371" y="1"/>
                  </a:moveTo>
                  <a:cubicBezTo>
                    <a:pt x="314" y="1"/>
                    <a:pt x="256" y="63"/>
                    <a:pt x="296" y="131"/>
                  </a:cubicBezTo>
                  <a:cubicBezTo>
                    <a:pt x="343" y="220"/>
                    <a:pt x="358" y="325"/>
                    <a:pt x="333" y="424"/>
                  </a:cubicBezTo>
                  <a:cubicBezTo>
                    <a:pt x="303" y="532"/>
                    <a:pt x="219" y="621"/>
                    <a:pt x="81" y="695"/>
                  </a:cubicBezTo>
                  <a:cubicBezTo>
                    <a:pt x="0" y="735"/>
                    <a:pt x="31" y="855"/>
                    <a:pt x="121" y="855"/>
                  </a:cubicBezTo>
                  <a:cubicBezTo>
                    <a:pt x="133" y="855"/>
                    <a:pt x="145" y="849"/>
                    <a:pt x="158" y="843"/>
                  </a:cubicBezTo>
                  <a:cubicBezTo>
                    <a:pt x="340" y="747"/>
                    <a:pt x="454" y="621"/>
                    <a:pt x="497" y="467"/>
                  </a:cubicBezTo>
                  <a:cubicBezTo>
                    <a:pt x="534" y="325"/>
                    <a:pt x="515" y="174"/>
                    <a:pt x="441" y="44"/>
                  </a:cubicBezTo>
                  <a:cubicBezTo>
                    <a:pt x="424" y="13"/>
                    <a:pt x="398" y="1"/>
                    <a:pt x="37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2"/>
            <p:cNvSpPr/>
            <p:nvPr/>
          </p:nvSpPr>
          <p:spPr>
            <a:xfrm>
              <a:off x="2365655" y="4285828"/>
              <a:ext cx="19465" cy="31143"/>
            </a:xfrm>
            <a:custGeom>
              <a:rect b="b" l="l" r="r" t="t"/>
              <a:pathLst>
                <a:path extrusionOk="0" h="856" w="535">
                  <a:moveTo>
                    <a:pt x="370" y="1"/>
                  </a:moveTo>
                  <a:cubicBezTo>
                    <a:pt x="311" y="1"/>
                    <a:pt x="253" y="63"/>
                    <a:pt x="294" y="131"/>
                  </a:cubicBezTo>
                  <a:cubicBezTo>
                    <a:pt x="343" y="220"/>
                    <a:pt x="355" y="325"/>
                    <a:pt x="334" y="424"/>
                  </a:cubicBezTo>
                  <a:cubicBezTo>
                    <a:pt x="303" y="532"/>
                    <a:pt x="217" y="621"/>
                    <a:pt x="81" y="695"/>
                  </a:cubicBezTo>
                  <a:cubicBezTo>
                    <a:pt x="1" y="735"/>
                    <a:pt x="28" y="856"/>
                    <a:pt x="118" y="856"/>
                  </a:cubicBezTo>
                  <a:cubicBezTo>
                    <a:pt x="133" y="856"/>
                    <a:pt x="146" y="849"/>
                    <a:pt x="158" y="843"/>
                  </a:cubicBezTo>
                  <a:cubicBezTo>
                    <a:pt x="340" y="748"/>
                    <a:pt x="454" y="621"/>
                    <a:pt x="497" y="467"/>
                  </a:cubicBezTo>
                  <a:cubicBezTo>
                    <a:pt x="534" y="325"/>
                    <a:pt x="513" y="174"/>
                    <a:pt x="442" y="44"/>
                  </a:cubicBezTo>
                  <a:cubicBezTo>
                    <a:pt x="423" y="14"/>
                    <a:pt x="396" y="1"/>
                    <a:pt x="3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2"/>
            <p:cNvSpPr/>
            <p:nvPr/>
          </p:nvSpPr>
          <p:spPr>
            <a:xfrm>
              <a:off x="1483683" y="3888355"/>
              <a:ext cx="24376" cy="26341"/>
            </a:xfrm>
            <a:custGeom>
              <a:rect b="b" l="l" r="r" t="t"/>
              <a:pathLst>
                <a:path extrusionOk="0" h="724" w="670">
                  <a:moveTo>
                    <a:pt x="579" y="1"/>
                  </a:moveTo>
                  <a:cubicBezTo>
                    <a:pt x="575" y="1"/>
                    <a:pt x="572" y="1"/>
                    <a:pt x="568" y="2"/>
                  </a:cubicBezTo>
                  <a:cubicBezTo>
                    <a:pt x="364" y="26"/>
                    <a:pt x="213" y="107"/>
                    <a:pt x="117" y="233"/>
                  </a:cubicBezTo>
                  <a:cubicBezTo>
                    <a:pt x="34" y="356"/>
                    <a:pt x="0" y="504"/>
                    <a:pt x="19" y="652"/>
                  </a:cubicBezTo>
                  <a:cubicBezTo>
                    <a:pt x="28" y="693"/>
                    <a:pt x="62" y="723"/>
                    <a:pt x="105" y="723"/>
                  </a:cubicBezTo>
                  <a:cubicBezTo>
                    <a:pt x="108" y="723"/>
                    <a:pt x="114" y="720"/>
                    <a:pt x="120" y="720"/>
                  </a:cubicBezTo>
                  <a:cubicBezTo>
                    <a:pt x="167" y="711"/>
                    <a:pt x="198" y="668"/>
                    <a:pt x="188" y="622"/>
                  </a:cubicBezTo>
                  <a:cubicBezTo>
                    <a:pt x="176" y="520"/>
                    <a:pt x="201" y="418"/>
                    <a:pt x="256" y="335"/>
                  </a:cubicBezTo>
                  <a:cubicBezTo>
                    <a:pt x="321" y="245"/>
                    <a:pt x="435" y="190"/>
                    <a:pt x="589" y="171"/>
                  </a:cubicBezTo>
                  <a:cubicBezTo>
                    <a:pt x="636" y="168"/>
                    <a:pt x="669" y="125"/>
                    <a:pt x="663" y="79"/>
                  </a:cubicBezTo>
                  <a:cubicBezTo>
                    <a:pt x="660" y="33"/>
                    <a:pt x="624" y="1"/>
                    <a:pt x="5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2"/>
            <p:cNvSpPr/>
            <p:nvPr/>
          </p:nvSpPr>
          <p:spPr>
            <a:xfrm>
              <a:off x="1519592" y="3879041"/>
              <a:ext cx="27614" cy="22084"/>
            </a:xfrm>
            <a:custGeom>
              <a:rect b="b" l="l" r="r" t="t"/>
              <a:pathLst>
                <a:path extrusionOk="0" h="607" w="759">
                  <a:moveTo>
                    <a:pt x="590" y="1"/>
                  </a:moveTo>
                  <a:cubicBezTo>
                    <a:pt x="426" y="1"/>
                    <a:pt x="291" y="45"/>
                    <a:pt x="188" y="134"/>
                  </a:cubicBezTo>
                  <a:cubicBezTo>
                    <a:pt x="80" y="233"/>
                    <a:pt x="12" y="372"/>
                    <a:pt x="0" y="520"/>
                  </a:cubicBezTo>
                  <a:cubicBezTo>
                    <a:pt x="0" y="566"/>
                    <a:pt x="34" y="606"/>
                    <a:pt x="83" y="606"/>
                  </a:cubicBezTo>
                  <a:lnTo>
                    <a:pt x="86" y="606"/>
                  </a:lnTo>
                  <a:cubicBezTo>
                    <a:pt x="133" y="606"/>
                    <a:pt x="170" y="572"/>
                    <a:pt x="173" y="526"/>
                  </a:cubicBezTo>
                  <a:cubicBezTo>
                    <a:pt x="182" y="424"/>
                    <a:pt x="228" y="332"/>
                    <a:pt x="302" y="261"/>
                  </a:cubicBezTo>
                  <a:cubicBezTo>
                    <a:pt x="371" y="202"/>
                    <a:pt x="464" y="173"/>
                    <a:pt x="581" y="173"/>
                  </a:cubicBezTo>
                  <a:cubicBezTo>
                    <a:pt x="606" y="173"/>
                    <a:pt x="633" y="175"/>
                    <a:pt x="660" y="177"/>
                  </a:cubicBezTo>
                  <a:cubicBezTo>
                    <a:pt x="662" y="178"/>
                    <a:pt x="664" y="178"/>
                    <a:pt x="666" y="178"/>
                  </a:cubicBezTo>
                  <a:cubicBezTo>
                    <a:pt x="710" y="178"/>
                    <a:pt x="750" y="145"/>
                    <a:pt x="756" y="100"/>
                  </a:cubicBezTo>
                  <a:cubicBezTo>
                    <a:pt x="759" y="51"/>
                    <a:pt x="725" y="11"/>
                    <a:pt x="679" y="5"/>
                  </a:cubicBezTo>
                  <a:cubicBezTo>
                    <a:pt x="648" y="2"/>
                    <a:pt x="618" y="1"/>
                    <a:pt x="59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2"/>
            <p:cNvSpPr/>
            <p:nvPr/>
          </p:nvSpPr>
          <p:spPr>
            <a:xfrm>
              <a:off x="1435295" y="3966649"/>
              <a:ext cx="21975" cy="29506"/>
            </a:xfrm>
            <a:custGeom>
              <a:rect b="b" l="l" r="r" t="t"/>
              <a:pathLst>
                <a:path extrusionOk="0" h="811" w="604">
                  <a:moveTo>
                    <a:pt x="482" y="0"/>
                  </a:moveTo>
                  <a:cubicBezTo>
                    <a:pt x="472" y="0"/>
                    <a:pt x="462" y="2"/>
                    <a:pt x="451" y="6"/>
                  </a:cubicBezTo>
                  <a:cubicBezTo>
                    <a:pt x="257" y="73"/>
                    <a:pt x="127" y="181"/>
                    <a:pt x="59" y="326"/>
                  </a:cubicBezTo>
                  <a:cubicBezTo>
                    <a:pt x="4" y="465"/>
                    <a:pt x="1" y="616"/>
                    <a:pt x="53" y="755"/>
                  </a:cubicBezTo>
                  <a:cubicBezTo>
                    <a:pt x="66" y="789"/>
                    <a:pt x="96" y="811"/>
                    <a:pt x="130" y="811"/>
                  </a:cubicBezTo>
                  <a:cubicBezTo>
                    <a:pt x="143" y="807"/>
                    <a:pt x="152" y="807"/>
                    <a:pt x="164" y="804"/>
                  </a:cubicBezTo>
                  <a:cubicBezTo>
                    <a:pt x="207" y="786"/>
                    <a:pt x="229" y="737"/>
                    <a:pt x="211" y="690"/>
                  </a:cubicBezTo>
                  <a:cubicBezTo>
                    <a:pt x="177" y="595"/>
                    <a:pt x="180" y="490"/>
                    <a:pt x="217" y="397"/>
                  </a:cubicBezTo>
                  <a:cubicBezTo>
                    <a:pt x="263" y="295"/>
                    <a:pt x="362" y="218"/>
                    <a:pt x="507" y="169"/>
                  </a:cubicBezTo>
                  <a:cubicBezTo>
                    <a:pt x="604" y="136"/>
                    <a:pt x="569" y="0"/>
                    <a:pt x="48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2"/>
            <p:cNvSpPr/>
            <p:nvPr/>
          </p:nvSpPr>
          <p:spPr>
            <a:xfrm>
              <a:off x="1552336" y="3852082"/>
              <a:ext cx="31471" cy="19174"/>
            </a:xfrm>
            <a:custGeom>
              <a:rect b="b" l="l" r="r" t="t"/>
              <a:pathLst>
                <a:path extrusionOk="0" h="527" w="865">
                  <a:moveTo>
                    <a:pt x="542" y="1"/>
                  </a:moveTo>
                  <a:cubicBezTo>
                    <a:pt x="437" y="1"/>
                    <a:pt x="342" y="26"/>
                    <a:pt x="260" y="76"/>
                  </a:cubicBezTo>
                  <a:cubicBezTo>
                    <a:pt x="133" y="157"/>
                    <a:pt x="47" y="283"/>
                    <a:pt x="10" y="425"/>
                  </a:cubicBezTo>
                  <a:cubicBezTo>
                    <a:pt x="1" y="471"/>
                    <a:pt x="28" y="518"/>
                    <a:pt x="75" y="527"/>
                  </a:cubicBezTo>
                  <a:lnTo>
                    <a:pt x="93" y="527"/>
                  </a:lnTo>
                  <a:cubicBezTo>
                    <a:pt x="133" y="527"/>
                    <a:pt x="167" y="499"/>
                    <a:pt x="177" y="462"/>
                  </a:cubicBezTo>
                  <a:cubicBezTo>
                    <a:pt x="204" y="363"/>
                    <a:pt x="263" y="277"/>
                    <a:pt x="349" y="221"/>
                  </a:cubicBezTo>
                  <a:cubicBezTo>
                    <a:pt x="406" y="189"/>
                    <a:pt x="471" y="172"/>
                    <a:pt x="546" y="172"/>
                  </a:cubicBezTo>
                  <a:cubicBezTo>
                    <a:pt x="599" y="172"/>
                    <a:pt x="655" y="180"/>
                    <a:pt x="716" y="197"/>
                  </a:cubicBezTo>
                  <a:cubicBezTo>
                    <a:pt x="726" y="199"/>
                    <a:pt x="735" y="201"/>
                    <a:pt x="743" y="201"/>
                  </a:cubicBezTo>
                  <a:cubicBezTo>
                    <a:pt x="834" y="201"/>
                    <a:pt x="864" y="59"/>
                    <a:pt x="763" y="33"/>
                  </a:cubicBezTo>
                  <a:cubicBezTo>
                    <a:pt x="685" y="11"/>
                    <a:pt x="611" y="1"/>
                    <a:pt x="54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2"/>
            <p:cNvSpPr/>
            <p:nvPr/>
          </p:nvSpPr>
          <p:spPr>
            <a:xfrm>
              <a:off x="1457415" y="3925938"/>
              <a:ext cx="21247" cy="29943"/>
            </a:xfrm>
            <a:custGeom>
              <a:rect b="b" l="l" r="r" t="t"/>
              <a:pathLst>
                <a:path extrusionOk="0" h="823" w="584">
                  <a:moveTo>
                    <a:pt x="464" y="1"/>
                  </a:moveTo>
                  <a:cubicBezTo>
                    <a:pt x="453" y="1"/>
                    <a:pt x="441" y="3"/>
                    <a:pt x="429" y="8"/>
                  </a:cubicBezTo>
                  <a:cubicBezTo>
                    <a:pt x="238" y="82"/>
                    <a:pt x="111" y="196"/>
                    <a:pt x="50" y="344"/>
                  </a:cubicBezTo>
                  <a:cubicBezTo>
                    <a:pt x="0" y="483"/>
                    <a:pt x="4" y="634"/>
                    <a:pt x="62" y="773"/>
                  </a:cubicBezTo>
                  <a:cubicBezTo>
                    <a:pt x="74" y="804"/>
                    <a:pt x="105" y="822"/>
                    <a:pt x="139" y="822"/>
                  </a:cubicBezTo>
                  <a:cubicBezTo>
                    <a:pt x="201" y="822"/>
                    <a:pt x="241" y="758"/>
                    <a:pt x="216" y="702"/>
                  </a:cubicBezTo>
                  <a:cubicBezTo>
                    <a:pt x="179" y="606"/>
                    <a:pt x="176" y="502"/>
                    <a:pt x="210" y="406"/>
                  </a:cubicBezTo>
                  <a:cubicBezTo>
                    <a:pt x="250" y="304"/>
                    <a:pt x="346" y="224"/>
                    <a:pt x="491" y="165"/>
                  </a:cubicBezTo>
                  <a:cubicBezTo>
                    <a:pt x="583" y="130"/>
                    <a:pt x="546" y="1"/>
                    <a:pt x="46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2"/>
            <p:cNvSpPr/>
            <p:nvPr/>
          </p:nvSpPr>
          <p:spPr>
            <a:xfrm>
              <a:off x="1827056" y="3964248"/>
              <a:ext cx="25395" cy="25722"/>
            </a:xfrm>
            <a:custGeom>
              <a:rect b="b" l="l" r="r" t="t"/>
              <a:pathLst>
                <a:path extrusionOk="0" h="707" w="698">
                  <a:moveTo>
                    <a:pt x="141" y="0"/>
                  </a:moveTo>
                  <a:cubicBezTo>
                    <a:pt x="133" y="0"/>
                    <a:pt x="125" y="0"/>
                    <a:pt x="117" y="1"/>
                  </a:cubicBezTo>
                  <a:cubicBezTo>
                    <a:pt x="1" y="4"/>
                    <a:pt x="9" y="171"/>
                    <a:pt x="115" y="171"/>
                  </a:cubicBezTo>
                  <a:cubicBezTo>
                    <a:pt x="119" y="171"/>
                    <a:pt x="123" y="171"/>
                    <a:pt x="127" y="170"/>
                  </a:cubicBezTo>
                  <a:cubicBezTo>
                    <a:pt x="228" y="170"/>
                    <a:pt x="324" y="204"/>
                    <a:pt x="401" y="272"/>
                  </a:cubicBezTo>
                  <a:cubicBezTo>
                    <a:pt x="484" y="346"/>
                    <a:pt x="524" y="463"/>
                    <a:pt x="524" y="621"/>
                  </a:cubicBezTo>
                  <a:cubicBezTo>
                    <a:pt x="524" y="667"/>
                    <a:pt x="564" y="707"/>
                    <a:pt x="611" y="707"/>
                  </a:cubicBezTo>
                  <a:cubicBezTo>
                    <a:pt x="657" y="707"/>
                    <a:pt x="697" y="667"/>
                    <a:pt x="697" y="621"/>
                  </a:cubicBezTo>
                  <a:cubicBezTo>
                    <a:pt x="697" y="417"/>
                    <a:pt x="635" y="257"/>
                    <a:pt x="518" y="146"/>
                  </a:cubicBezTo>
                  <a:cubicBezTo>
                    <a:pt x="413" y="52"/>
                    <a:pt x="280" y="0"/>
                    <a:pt x="14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2"/>
            <p:cNvSpPr/>
            <p:nvPr/>
          </p:nvSpPr>
          <p:spPr>
            <a:xfrm>
              <a:off x="1557830" y="4551962"/>
              <a:ext cx="31071" cy="17718"/>
            </a:xfrm>
            <a:custGeom>
              <a:rect b="b" l="l" r="r" t="t"/>
              <a:pathLst>
                <a:path extrusionOk="0" h="487" w="854">
                  <a:moveTo>
                    <a:pt x="127" y="0"/>
                  </a:moveTo>
                  <a:cubicBezTo>
                    <a:pt x="58" y="0"/>
                    <a:pt x="1" y="93"/>
                    <a:pt x="69" y="153"/>
                  </a:cubicBezTo>
                  <a:cubicBezTo>
                    <a:pt x="164" y="236"/>
                    <a:pt x="457" y="486"/>
                    <a:pt x="670" y="486"/>
                  </a:cubicBezTo>
                  <a:cubicBezTo>
                    <a:pt x="701" y="486"/>
                    <a:pt x="735" y="480"/>
                    <a:pt x="766" y="465"/>
                  </a:cubicBezTo>
                  <a:cubicBezTo>
                    <a:pt x="854" y="422"/>
                    <a:pt x="808" y="301"/>
                    <a:pt x="728" y="301"/>
                  </a:cubicBezTo>
                  <a:cubicBezTo>
                    <a:pt x="716" y="301"/>
                    <a:pt x="702" y="304"/>
                    <a:pt x="689" y="311"/>
                  </a:cubicBezTo>
                  <a:cubicBezTo>
                    <a:pt x="683" y="313"/>
                    <a:pt x="675" y="315"/>
                    <a:pt x="666" y="315"/>
                  </a:cubicBezTo>
                  <a:cubicBezTo>
                    <a:pt x="581" y="315"/>
                    <a:pt x="367" y="188"/>
                    <a:pt x="183" y="24"/>
                  </a:cubicBezTo>
                  <a:cubicBezTo>
                    <a:pt x="165" y="7"/>
                    <a:pt x="145" y="0"/>
                    <a:pt x="127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2"/>
            <p:cNvSpPr/>
            <p:nvPr/>
          </p:nvSpPr>
          <p:spPr>
            <a:xfrm>
              <a:off x="1551645" y="4517691"/>
              <a:ext cx="30962" cy="17682"/>
            </a:xfrm>
            <a:custGeom>
              <a:rect b="b" l="l" r="r" t="t"/>
              <a:pathLst>
                <a:path extrusionOk="0" h="486" w="851">
                  <a:moveTo>
                    <a:pt x="125" y="1"/>
                  </a:moveTo>
                  <a:cubicBezTo>
                    <a:pt x="56" y="1"/>
                    <a:pt x="1" y="91"/>
                    <a:pt x="66" y="151"/>
                  </a:cubicBezTo>
                  <a:cubicBezTo>
                    <a:pt x="162" y="238"/>
                    <a:pt x="455" y="485"/>
                    <a:pt x="667" y="485"/>
                  </a:cubicBezTo>
                  <a:cubicBezTo>
                    <a:pt x="673" y="485"/>
                    <a:pt x="679" y="485"/>
                    <a:pt x="684" y="485"/>
                  </a:cubicBezTo>
                  <a:cubicBezTo>
                    <a:pt x="712" y="485"/>
                    <a:pt x="737" y="479"/>
                    <a:pt x="763" y="466"/>
                  </a:cubicBezTo>
                  <a:cubicBezTo>
                    <a:pt x="850" y="421"/>
                    <a:pt x="806" y="301"/>
                    <a:pt x="727" y="301"/>
                  </a:cubicBezTo>
                  <a:cubicBezTo>
                    <a:pt x="714" y="301"/>
                    <a:pt x="700" y="304"/>
                    <a:pt x="686" y="312"/>
                  </a:cubicBezTo>
                  <a:cubicBezTo>
                    <a:pt x="680" y="315"/>
                    <a:pt x="672" y="316"/>
                    <a:pt x="663" y="316"/>
                  </a:cubicBezTo>
                  <a:cubicBezTo>
                    <a:pt x="578" y="316"/>
                    <a:pt x="364" y="189"/>
                    <a:pt x="183" y="25"/>
                  </a:cubicBezTo>
                  <a:cubicBezTo>
                    <a:pt x="164" y="8"/>
                    <a:pt x="144" y="1"/>
                    <a:pt x="125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2"/>
            <p:cNvSpPr/>
            <p:nvPr/>
          </p:nvSpPr>
          <p:spPr>
            <a:xfrm>
              <a:off x="1590610" y="4538028"/>
              <a:ext cx="31034" cy="17609"/>
            </a:xfrm>
            <a:custGeom>
              <a:rect b="b" l="l" r="r" t="t"/>
              <a:pathLst>
                <a:path extrusionOk="0" h="484" w="853">
                  <a:moveTo>
                    <a:pt x="124" y="0"/>
                  </a:moveTo>
                  <a:cubicBezTo>
                    <a:pt x="56" y="0"/>
                    <a:pt x="0" y="90"/>
                    <a:pt x="65" y="151"/>
                  </a:cubicBezTo>
                  <a:cubicBezTo>
                    <a:pt x="161" y="237"/>
                    <a:pt x="454" y="484"/>
                    <a:pt x="667" y="484"/>
                  </a:cubicBezTo>
                  <a:cubicBezTo>
                    <a:pt x="701" y="484"/>
                    <a:pt x="735" y="478"/>
                    <a:pt x="762" y="462"/>
                  </a:cubicBezTo>
                  <a:cubicBezTo>
                    <a:pt x="853" y="420"/>
                    <a:pt x="808" y="298"/>
                    <a:pt x="726" y="298"/>
                  </a:cubicBezTo>
                  <a:cubicBezTo>
                    <a:pt x="713" y="298"/>
                    <a:pt x="699" y="301"/>
                    <a:pt x="685" y="308"/>
                  </a:cubicBezTo>
                  <a:cubicBezTo>
                    <a:pt x="679" y="311"/>
                    <a:pt x="671" y="313"/>
                    <a:pt x="661" y="313"/>
                  </a:cubicBezTo>
                  <a:cubicBezTo>
                    <a:pt x="575" y="313"/>
                    <a:pt x="362" y="185"/>
                    <a:pt x="182" y="24"/>
                  </a:cubicBezTo>
                  <a:cubicBezTo>
                    <a:pt x="164" y="7"/>
                    <a:pt x="143" y="0"/>
                    <a:pt x="12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2"/>
            <p:cNvSpPr/>
            <p:nvPr/>
          </p:nvSpPr>
          <p:spPr>
            <a:xfrm>
              <a:off x="1612621" y="4563641"/>
              <a:ext cx="33217" cy="11097"/>
            </a:xfrm>
            <a:custGeom>
              <a:rect b="b" l="l" r="r" t="t"/>
              <a:pathLst>
                <a:path extrusionOk="0" h="305" w="913">
                  <a:moveTo>
                    <a:pt x="125" y="1"/>
                  </a:moveTo>
                  <a:cubicBezTo>
                    <a:pt x="42" y="1"/>
                    <a:pt x="0" y="127"/>
                    <a:pt x="93" y="165"/>
                  </a:cubicBezTo>
                  <a:cubicBezTo>
                    <a:pt x="188" y="205"/>
                    <a:pt x="441" y="304"/>
                    <a:pt x="638" y="304"/>
                  </a:cubicBezTo>
                  <a:cubicBezTo>
                    <a:pt x="725" y="304"/>
                    <a:pt x="802" y="286"/>
                    <a:pt x="851" y="236"/>
                  </a:cubicBezTo>
                  <a:cubicBezTo>
                    <a:pt x="913" y="175"/>
                    <a:pt x="854" y="90"/>
                    <a:pt x="789" y="90"/>
                  </a:cubicBezTo>
                  <a:cubicBezTo>
                    <a:pt x="769" y="90"/>
                    <a:pt x="749" y="97"/>
                    <a:pt x="731" y="116"/>
                  </a:cubicBezTo>
                  <a:cubicBezTo>
                    <a:pt x="718" y="129"/>
                    <a:pt x="689" y="135"/>
                    <a:pt x="650" y="135"/>
                  </a:cubicBezTo>
                  <a:cubicBezTo>
                    <a:pt x="540" y="135"/>
                    <a:pt x="344" y="87"/>
                    <a:pt x="160" y="8"/>
                  </a:cubicBezTo>
                  <a:cubicBezTo>
                    <a:pt x="148" y="3"/>
                    <a:pt x="136" y="1"/>
                    <a:pt x="125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2"/>
            <p:cNvSpPr/>
            <p:nvPr/>
          </p:nvSpPr>
          <p:spPr>
            <a:xfrm>
              <a:off x="2201063" y="4474578"/>
              <a:ext cx="32017" cy="14735"/>
            </a:xfrm>
            <a:custGeom>
              <a:rect b="b" l="l" r="r" t="t"/>
              <a:pathLst>
                <a:path extrusionOk="0" h="405" w="880">
                  <a:moveTo>
                    <a:pt x="212" y="1"/>
                  </a:moveTo>
                  <a:cubicBezTo>
                    <a:pt x="160" y="1"/>
                    <a:pt x="114" y="12"/>
                    <a:pt x="77" y="38"/>
                  </a:cubicBezTo>
                  <a:cubicBezTo>
                    <a:pt x="1" y="94"/>
                    <a:pt x="52" y="195"/>
                    <a:pt x="124" y="195"/>
                  </a:cubicBezTo>
                  <a:cubicBezTo>
                    <a:pt x="140" y="195"/>
                    <a:pt x="156" y="191"/>
                    <a:pt x="173" y="180"/>
                  </a:cubicBezTo>
                  <a:cubicBezTo>
                    <a:pt x="182" y="174"/>
                    <a:pt x="195" y="171"/>
                    <a:pt x="212" y="171"/>
                  </a:cubicBezTo>
                  <a:cubicBezTo>
                    <a:pt x="308" y="171"/>
                    <a:pt x="521" y="261"/>
                    <a:pt x="712" y="390"/>
                  </a:cubicBezTo>
                  <a:cubicBezTo>
                    <a:pt x="728" y="399"/>
                    <a:pt x="743" y="402"/>
                    <a:pt x="762" y="405"/>
                  </a:cubicBezTo>
                  <a:cubicBezTo>
                    <a:pt x="845" y="405"/>
                    <a:pt x="879" y="294"/>
                    <a:pt x="808" y="248"/>
                  </a:cubicBezTo>
                  <a:cubicBezTo>
                    <a:pt x="709" y="181"/>
                    <a:pt x="419" y="1"/>
                    <a:pt x="21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2"/>
            <p:cNvSpPr/>
            <p:nvPr/>
          </p:nvSpPr>
          <p:spPr>
            <a:xfrm>
              <a:off x="2162061" y="4480763"/>
              <a:ext cx="32053" cy="14735"/>
            </a:xfrm>
            <a:custGeom>
              <a:rect b="b" l="l" r="r" t="t"/>
              <a:pathLst>
                <a:path extrusionOk="0" h="405" w="881">
                  <a:moveTo>
                    <a:pt x="212" y="0"/>
                  </a:moveTo>
                  <a:cubicBezTo>
                    <a:pt x="160" y="0"/>
                    <a:pt x="114" y="11"/>
                    <a:pt x="76" y="38"/>
                  </a:cubicBezTo>
                  <a:cubicBezTo>
                    <a:pt x="0" y="93"/>
                    <a:pt x="52" y="196"/>
                    <a:pt x="125" y="196"/>
                  </a:cubicBezTo>
                  <a:cubicBezTo>
                    <a:pt x="141" y="196"/>
                    <a:pt x="158" y="191"/>
                    <a:pt x="174" y="179"/>
                  </a:cubicBezTo>
                  <a:cubicBezTo>
                    <a:pt x="183" y="173"/>
                    <a:pt x="197" y="170"/>
                    <a:pt x="214" y="170"/>
                  </a:cubicBezTo>
                  <a:cubicBezTo>
                    <a:pt x="310" y="170"/>
                    <a:pt x="523" y="261"/>
                    <a:pt x="714" y="389"/>
                  </a:cubicBezTo>
                  <a:cubicBezTo>
                    <a:pt x="730" y="398"/>
                    <a:pt x="745" y="405"/>
                    <a:pt x="764" y="405"/>
                  </a:cubicBezTo>
                  <a:cubicBezTo>
                    <a:pt x="847" y="402"/>
                    <a:pt x="881" y="294"/>
                    <a:pt x="810" y="247"/>
                  </a:cubicBezTo>
                  <a:cubicBezTo>
                    <a:pt x="711" y="180"/>
                    <a:pt x="421" y="0"/>
                    <a:pt x="21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2"/>
            <p:cNvSpPr/>
            <p:nvPr/>
          </p:nvSpPr>
          <p:spPr>
            <a:xfrm>
              <a:off x="2147982" y="4457515"/>
              <a:ext cx="32126" cy="14662"/>
            </a:xfrm>
            <a:custGeom>
              <a:rect b="b" l="l" r="r" t="t"/>
              <a:pathLst>
                <a:path extrusionOk="0" h="403" w="883">
                  <a:moveTo>
                    <a:pt x="216" y="1"/>
                  </a:moveTo>
                  <a:cubicBezTo>
                    <a:pt x="165" y="1"/>
                    <a:pt x="118" y="12"/>
                    <a:pt x="80" y="38"/>
                  </a:cubicBezTo>
                  <a:cubicBezTo>
                    <a:pt x="0" y="91"/>
                    <a:pt x="52" y="196"/>
                    <a:pt x="124" y="196"/>
                  </a:cubicBezTo>
                  <a:cubicBezTo>
                    <a:pt x="141" y="196"/>
                    <a:pt x="158" y="190"/>
                    <a:pt x="176" y="177"/>
                  </a:cubicBezTo>
                  <a:cubicBezTo>
                    <a:pt x="184" y="172"/>
                    <a:pt x="197" y="169"/>
                    <a:pt x="212" y="169"/>
                  </a:cubicBezTo>
                  <a:cubicBezTo>
                    <a:pt x="307" y="169"/>
                    <a:pt x="523" y="260"/>
                    <a:pt x="716" y="387"/>
                  </a:cubicBezTo>
                  <a:cubicBezTo>
                    <a:pt x="731" y="396"/>
                    <a:pt x="747" y="402"/>
                    <a:pt x="765" y="402"/>
                  </a:cubicBezTo>
                  <a:cubicBezTo>
                    <a:pt x="848" y="402"/>
                    <a:pt x="882" y="291"/>
                    <a:pt x="811" y="245"/>
                  </a:cubicBezTo>
                  <a:cubicBezTo>
                    <a:pt x="713" y="178"/>
                    <a:pt x="424" y="1"/>
                    <a:pt x="21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2"/>
            <p:cNvSpPr/>
            <p:nvPr/>
          </p:nvSpPr>
          <p:spPr>
            <a:xfrm>
              <a:off x="2110253" y="4466465"/>
              <a:ext cx="32926" cy="11642"/>
            </a:xfrm>
            <a:custGeom>
              <a:rect b="b" l="l" r="r" t="t"/>
              <a:pathLst>
                <a:path extrusionOk="0" h="320" w="905">
                  <a:moveTo>
                    <a:pt x="263" y="1"/>
                  </a:moveTo>
                  <a:cubicBezTo>
                    <a:pt x="183" y="1"/>
                    <a:pt x="113" y="18"/>
                    <a:pt x="66" y="64"/>
                  </a:cubicBezTo>
                  <a:cubicBezTo>
                    <a:pt x="1" y="123"/>
                    <a:pt x="59" y="211"/>
                    <a:pt x="127" y="211"/>
                  </a:cubicBezTo>
                  <a:cubicBezTo>
                    <a:pt x="147" y="211"/>
                    <a:pt x="167" y="204"/>
                    <a:pt x="186" y="187"/>
                  </a:cubicBezTo>
                  <a:cubicBezTo>
                    <a:pt x="198" y="175"/>
                    <a:pt x="222" y="170"/>
                    <a:pt x="255" y="170"/>
                  </a:cubicBezTo>
                  <a:cubicBezTo>
                    <a:pt x="361" y="170"/>
                    <a:pt x="562" y="226"/>
                    <a:pt x="750" y="313"/>
                  </a:cubicBezTo>
                  <a:cubicBezTo>
                    <a:pt x="763" y="316"/>
                    <a:pt x="775" y="320"/>
                    <a:pt x="787" y="320"/>
                  </a:cubicBezTo>
                  <a:cubicBezTo>
                    <a:pt x="877" y="320"/>
                    <a:pt x="905" y="196"/>
                    <a:pt x="821" y="156"/>
                  </a:cubicBezTo>
                  <a:cubicBezTo>
                    <a:pt x="726" y="112"/>
                    <a:pt x="464" y="1"/>
                    <a:pt x="26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2"/>
            <p:cNvSpPr/>
            <p:nvPr/>
          </p:nvSpPr>
          <p:spPr>
            <a:xfrm>
              <a:off x="1524103" y="4516817"/>
              <a:ext cx="26850" cy="22339"/>
            </a:xfrm>
            <a:custGeom>
              <a:rect b="b" l="l" r="r" t="t"/>
              <a:pathLst>
                <a:path extrusionOk="0" h="614" w="738">
                  <a:moveTo>
                    <a:pt x="118" y="0"/>
                  </a:moveTo>
                  <a:cubicBezTo>
                    <a:pt x="57" y="0"/>
                    <a:pt x="0" y="67"/>
                    <a:pt x="46" y="132"/>
                  </a:cubicBezTo>
                  <a:cubicBezTo>
                    <a:pt x="123" y="249"/>
                    <a:pt x="382" y="613"/>
                    <a:pt x="601" y="613"/>
                  </a:cubicBezTo>
                  <a:cubicBezTo>
                    <a:pt x="613" y="613"/>
                    <a:pt x="626" y="610"/>
                    <a:pt x="641" y="610"/>
                  </a:cubicBezTo>
                  <a:cubicBezTo>
                    <a:pt x="738" y="581"/>
                    <a:pt x="712" y="440"/>
                    <a:pt x="618" y="440"/>
                  </a:cubicBezTo>
                  <a:cubicBezTo>
                    <a:pt x="614" y="440"/>
                    <a:pt x="609" y="440"/>
                    <a:pt x="604" y="441"/>
                  </a:cubicBezTo>
                  <a:cubicBezTo>
                    <a:pt x="601" y="441"/>
                    <a:pt x="597" y="442"/>
                    <a:pt x="594" y="442"/>
                  </a:cubicBezTo>
                  <a:cubicBezTo>
                    <a:pt x="516" y="442"/>
                    <a:pt x="332" y="255"/>
                    <a:pt x="188" y="40"/>
                  </a:cubicBezTo>
                  <a:cubicBezTo>
                    <a:pt x="169" y="12"/>
                    <a:pt x="143" y="0"/>
                    <a:pt x="118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11" name="Google Shape;2111;p2"/>
          <p:cNvGrpSpPr/>
          <p:nvPr/>
        </p:nvGrpSpPr>
        <p:grpSpPr>
          <a:xfrm flipH="1">
            <a:off x="3867738" y="1484554"/>
            <a:ext cx="1088712" cy="1730067"/>
            <a:chOff x="6231435" y="2184838"/>
            <a:chExt cx="1591452" cy="2529338"/>
          </a:xfrm>
        </p:grpSpPr>
        <p:sp>
          <p:nvSpPr>
            <p:cNvPr id="2112" name="Google Shape;2112;p2"/>
            <p:cNvSpPr/>
            <p:nvPr/>
          </p:nvSpPr>
          <p:spPr>
            <a:xfrm>
              <a:off x="6354387" y="4198476"/>
              <a:ext cx="1468500" cy="5157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13" name="Google Shape;2113;p2"/>
            <p:cNvGrpSpPr/>
            <p:nvPr/>
          </p:nvGrpSpPr>
          <p:grpSpPr>
            <a:xfrm>
              <a:off x="6231435" y="2184838"/>
              <a:ext cx="1460573" cy="2423727"/>
              <a:chOff x="2220927" y="238025"/>
              <a:chExt cx="3145075" cy="5219050"/>
            </a:xfrm>
          </p:grpSpPr>
          <p:sp>
            <p:nvSpPr>
              <p:cNvPr id="2114" name="Google Shape;2114;p2"/>
              <p:cNvSpPr/>
              <p:nvPr/>
            </p:nvSpPr>
            <p:spPr>
              <a:xfrm>
                <a:off x="2254450" y="955475"/>
                <a:ext cx="152800" cy="424575"/>
              </a:xfrm>
              <a:custGeom>
                <a:rect b="b" l="l" r="r" t="t"/>
                <a:pathLst>
                  <a:path extrusionOk="0" h="16983" w="6112">
                    <a:moveTo>
                      <a:pt x="1401" y="0"/>
                    </a:moveTo>
                    <a:cubicBezTo>
                      <a:pt x="1242" y="0"/>
                      <a:pt x="1074" y="34"/>
                      <a:pt x="905" y="97"/>
                    </a:cubicBezTo>
                    <a:cubicBezTo>
                      <a:pt x="770" y="323"/>
                      <a:pt x="679" y="640"/>
                      <a:pt x="589" y="912"/>
                    </a:cubicBezTo>
                    <a:cubicBezTo>
                      <a:pt x="0" y="2723"/>
                      <a:pt x="91" y="4488"/>
                      <a:pt x="453" y="6254"/>
                    </a:cubicBezTo>
                    <a:cubicBezTo>
                      <a:pt x="453" y="5982"/>
                      <a:pt x="498" y="5710"/>
                      <a:pt x="498" y="5439"/>
                    </a:cubicBezTo>
                    <a:cubicBezTo>
                      <a:pt x="589" y="4488"/>
                      <a:pt x="815" y="3583"/>
                      <a:pt x="1087" y="2677"/>
                    </a:cubicBezTo>
                    <a:cubicBezTo>
                      <a:pt x="1127" y="2557"/>
                      <a:pt x="1246" y="2499"/>
                      <a:pt x="1364" y="2499"/>
                    </a:cubicBezTo>
                    <a:cubicBezTo>
                      <a:pt x="1511" y="2499"/>
                      <a:pt x="1655" y="2591"/>
                      <a:pt x="1630" y="2768"/>
                    </a:cubicBezTo>
                    <a:cubicBezTo>
                      <a:pt x="1449" y="4443"/>
                      <a:pt x="1494" y="6299"/>
                      <a:pt x="1766" y="7974"/>
                    </a:cubicBezTo>
                    <a:cubicBezTo>
                      <a:pt x="2037" y="9604"/>
                      <a:pt x="2535" y="11233"/>
                      <a:pt x="3259" y="12727"/>
                    </a:cubicBezTo>
                    <a:cubicBezTo>
                      <a:pt x="3938" y="14130"/>
                      <a:pt x="4844" y="15443"/>
                      <a:pt x="5840" y="16665"/>
                    </a:cubicBezTo>
                    <a:cubicBezTo>
                      <a:pt x="5930" y="16756"/>
                      <a:pt x="6021" y="16892"/>
                      <a:pt x="6111" y="16982"/>
                    </a:cubicBezTo>
                    <a:cubicBezTo>
                      <a:pt x="5840" y="16168"/>
                      <a:pt x="5613" y="15353"/>
                      <a:pt x="5432" y="14493"/>
                    </a:cubicBezTo>
                    <a:cubicBezTo>
                      <a:pt x="5297" y="13678"/>
                      <a:pt x="5206" y="12818"/>
                      <a:pt x="5115" y="11958"/>
                    </a:cubicBezTo>
                    <a:cubicBezTo>
                      <a:pt x="5025" y="11867"/>
                      <a:pt x="4934" y="11731"/>
                      <a:pt x="4844" y="11595"/>
                    </a:cubicBezTo>
                    <a:cubicBezTo>
                      <a:pt x="3214" y="8834"/>
                      <a:pt x="2399" y="5575"/>
                      <a:pt x="2580" y="2361"/>
                    </a:cubicBezTo>
                    <a:cubicBezTo>
                      <a:pt x="2580" y="1546"/>
                      <a:pt x="2626" y="550"/>
                      <a:pt x="1901" y="142"/>
                    </a:cubicBezTo>
                    <a:cubicBezTo>
                      <a:pt x="1756" y="45"/>
                      <a:pt x="1584" y="0"/>
                      <a:pt x="1401" y="0"/>
                    </a:cubicBez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5" name="Google Shape;2115;p2"/>
              <p:cNvSpPr/>
              <p:nvPr/>
            </p:nvSpPr>
            <p:spPr>
              <a:xfrm>
                <a:off x="2253300" y="267950"/>
                <a:ext cx="2238575" cy="1389475"/>
              </a:xfrm>
              <a:custGeom>
                <a:rect b="b" l="l" r="r" t="t"/>
                <a:pathLst>
                  <a:path extrusionOk="0" h="55579" w="89543">
                    <a:moveTo>
                      <a:pt x="76819" y="6751"/>
                    </a:moveTo>
                    <a:cubicBezTo>
                      <a:pt x="76816" y="6759"/>
                      <a:pt x="76813" y="6766"/>
                      <a:pt x="76810" y="6774"/>
                    </a:cubicBezTo>
                    <a:lnTo>
                      <a:pt x="76810" y="6774"/>
                    </a:lnTo>
                    <a:cubicBezTo>
                      <a:pt x="76814" y="6766"/>
                      <a:pt x="76817" y="6759"/>
                      <a:pt x="76819" y="6751"/>
                    </a:cubicBezTo>
                    <a:close/>
                    <a:moveTo>
                      <a:pt x="76810" y="6774"/>
                    </a:moveTo>
                    <a:cubicBezTo>
                      <a:pt x="76797" y="6804"/>
                      <a:pt x="76777" y="6835"/>
                      <a:pt x="76777" y="6865"/>
                    </a:cubicBezTo>
                    <a:cubicBezTo>
                      <a:pt x="76788" y="6835"/>
                      <a:pt x="76799" y="6804"/>
                      <a:pt x="76810" y="6774"/>
                    </a:cubicBezTo>
                    <a:close/>
                    <a:moveTo>
                      <a:pt x="38926" y="1"/>
                    </a:moveTo>
                    <a:cubicBezTo>
                      <a:pt x="38367" y="1"/>
                      <a:pt x="37809" y="41"/>
                      <a:pt x="37257" y="120"/>
                    </a:cubicBezTo>
                    <a:cubicBezTo>
                      <a:pt x="36442" y="210"/>
                      <a:pt x="35627" y="391"/>
                      <a:pt x="34858" y="618"/>
                    </a:cubicBezTo>
                    <a:cubicBezTo>
                      <a:pt x="34269" y="799"/>
                      <a:pt x="33636" y="1070"/>
                      <a:pt x="33047" y="1252"/>
                    </a:cubicBezTo>
                    <a:cubicBezTo>
                      <a:pt x="32956" y="1297"/>
                      <a:pt x="32911" y="1342"/>
                      <a:pt x="32866" y="1387"/>
                    </a:cubicBezTo>
                    <a:cubicBezTo>
                      <a:pt x="32775" y="1478"/>
                      <a:pt x="32640" y="1568"/>
                      <a:pt x="32504" y="1704"/>
                    </a:cubicBezTo>
                    <a:cubicBezTo>
                      <a:pt x="34269" y="1976"/>
                      <a:pt x="35808" y="3334"/>
                      <a:pt x="37257" y="4285"/>
                    </a:cubicBezTo>
                    <a:cubicBezTo>
                      <a:pt x="38208" y="4964"/>
                      <a:pt x="39249" y="5507"/>
                      <a:pt x="40381" y="5733"/>
                    </a:cubicBezTo>
                    <a:cubicBezTo>
                      <a:pt x="41467" y="5959"/>
                      <a:pt x="42553" y="5869"/>
                      <a:pt x="43595" y="6005"/>
                    </a:cubicBezTo>
                    <a:cubicBezTo>
                      <a:pt x="43912" y="6050"/>
                      <a:pt x="43912" y="6457"/>
                      <a:pt x="43685" y="6593"/>
                    </a:cubicBezTo>
                    <a:cubicBezTo>
                      <a:pt x="43046" y="6998"/>
                      <a:pt x="42306" y="7162"/>
                      <a:pt x="41539" y="7162"/>
                    </a:cubicBezTo>
                    <a:cubicBezTo>
                      <a:pt x="40078" y="7162"/>
                      <a:pt x="38521" y="6567"/>
                      <a:pt x="37393" y="5914"/>
                    </a:cubicBezTo>
                    <a:cubicBezTo>
                      <a:pt x="37166" y="5778"/>
                      <a:pt x="36940" y="5643"/>
                      <a:pt x="36759" y="5507"/>
                    </a:cubicBezTo>
                    <a:cubicBezTo>
                      <a:pt x="36125" y="5416"/>
                      <a:pt x="35446" y="5145"/>
                      <a:pt x="35039" y="5099"/>
                    </a:cubicBezTo>
                    <a:cubicBezTo>
                      <a:pt x="34787" y="5062"/>
                      <a:pt x="34534" y="5044"/>
                      <a:pt x="34283" y="5044"/>
                    </a:cubicBezTo>
                    <a:cubicBezTo>
                      <a:pt x="33318" y="5044"/>
                      <a:pt x="32370" y="5311"/>
                      <a:pt x="31508" y="5778"/>
                    </a:cubicBezTo>
                    <a:cubicBezTo>
                      <a:pt x="30512" y="6276"/>
                      <a:pt x="29652" y="7091"/>
                      <a:pt x="28973" y="7997"/>
                    </a:cubicBezTo>
                    <a:cubicBezTo>
                      <a:pt x="28746" y="8268"/>
                      <a:pt x="28565" y="8630"/>
                      <a:pt x="28384" y="8947"/>
                    </a:cubicBezTo>
                    <a:cubicBezTo>
                      <a:pt x="28339" y="8993"/>
                      <a:pt x="28339" y="9038"/>
                      <a:pt x="28294" y="9083"/>
                    </a:cubicBezTo>
                    <a:lnTo>
                      <a:pt x="28520" y="9083"/>
                    </a:lnTo>
                    <a:cubicBezTo>
                      <a:pt x="28855" y="9058"/>
                      <a:pt x="29218" y="9040"/>
                      <a:pt x="29590" y="9040"/>
                    </a:cubicBezTo>
                    <a:cubicBezTo>
                      <a:pt x="30574" y="9040"/>
                      <a:pt x="31625" y="9166"/>
                      <a:pt x="32413" y="9626"/>
                    </a:cubicBezTo>
                    <a:cubicBezTo>
                      <a:pt x="32640" y="9762"/>
                      <a:pt x="32594" y="10170"/>
                      <a:pt x="32323" y="10215"/>
                    </a:cubicBezTo>
                    <a:cubicBezTo>
                      <a:pt x="32028" y="10283"/>
                      <a:pt x="31723" y="10294"/>
                      <a:pt x="31417" y="10294"/>
                    </a:cubicBezTo>
                    <a:cubicBezTo>
                      <a:pt x="31265" y="10294"/>
                      <a:pt x="31112" y="10291"/>
                      <a:pt x="30960" y="10291"/>
                    </a:cubicBezTo>
                    <a:cubicBezTo>
                      <a:pt x="30809" y="10291"/>
                      <a:pt x="30659" y="10294"/>
                      <a:pt x="30512" y="10305"/>
                    </a:cubicBezTo>
                    <a:lnTo>
                      <a:pt x="28520" y="10305"/>
                    </a:lnTo>
                    <a:cubicBezTo>
                      <a:pt x="27343" y="10396"/>
                      <a:pt x="26076" y="10532"/>
                      <a:pt x="24989" y="11030"/>
                    </a:cubicBezTo>
                    <a:cubicBezTo>
                      <a:pt x="23903" y="11573"/>
                      <a:pt x="22997" y="12388"/>
                      <a:pt x="22047" y="13112"/>
                    </a:cubicBezTo>
                    <a:cubicBezTo>
                      <a:pt x="21096" y="13882"/>
                      <a:pt x="20100" y="14606"/>
                      <a:pt x="19104" y="15330"/>
                    </a:cubicBezTo>
                    <a:cubicBezTo>
                      <a:pt x="19647" y="15013"/>
                      <a:pt x="20191" y="14696"/>
                      <a:pt x="20689" y="14380"/>
                    </a:cubicBezTo>
                    <a:cubicBezTo>
                      <a:pt x="21685" y="13700"/>
                      <a:pt x="22590" y="12886"/>
                      <a:pt x="23676" y="12388"/>
                    </a:cubicBezTo>
                    <a:cubicBezTo>
                      <a:pt x="23743" y="12354"/>
                      <a:pt x="23812" y="12340"/>
                      <a:pt x="23880" y="12340"/>
                    </a:cubicBezTo>
                    <a:cubicBezTo>
                      <a:pt x="24182" y="12340"/>
                      <a:pt x="24450" y="12635"/>
                      <a:pt x="24265" y="12931"/>
                    </a:cubicBezTo>
                    <a:cubicBezTo>
                      <a:pt x="23586" y="14063"/>
                      <a:pt x="22454" y="14832"/>
                      <a:pt x="21413" y="15557"/>
                    </a:cubicBezTo>
                    <a:cubicBezTo>
                      <a:pt x="20281" y="16281"/>
                      <a:pt x="19104" y="16960"/>
                      <a:pt x="17927" y="17458"/>
                    </a:cubicBezTo>
                    <a:cubicBezTo>
                      <a:pt x="16841" y="17956"/>
                      <a:pt x="15800" y="18363"/>
                      <a:pt x="14668" y="18680"/>
                    </a:cubicBezTo>
                    <a:cubicBezTo>
                      <a:pt x="13898" y="18861"/>
                      <a:pt x="13084" y="19042"/>
                      <a:pt x="12314" y="19223"/>
                    </a:cubicBezTo>
                    <a:cubicBezTo>
                      <a:pt x="11907" y="19314"/>
                      <a:pt x="11454" y="19404"/>
                      <a:pt x="11046" y="19495"/>
                    </a:cubicBezTo>
                    <a:cubicBezTo>
                      <a:pt x="9824" y="19767"/>
                      <a:pt x="8692" y="20174"/>
                      <a:pt x="7606" y="20808"/>
                    </a:cubicBezTo>
                    <a:cubicBezTo>
                      <a:pt x="6565" y="21396"/>
                      <a:pt x="5614" y="22121"/>
                      <a:pt x="4709" y="22890"/>
                    </a:cubicBezTo>
                    <a:cubicBezTo>
                      <a:pt x="2898" y="24384"/>
                      <a:pt x="1359" y="26149"/>
                      <a:pt x="635" y="28413"/>
                    </a:cubicBezTo>
                    <a:cubicBezTo>
                      <a:pt x="1" y="30224"/>
                      <a:pt x="91" y="31989"/>
                      <a:pt x="499" y="33755"/>
                    </a:cubicBezTo>
                    <a:cubicBezTo>
                      <a:pt x="499" y="33483"/>
                      <a:pt x="499" y="33211"/>
                      <a:pt x="544" y="32940"/>
                    </a:cubicBezTo>
                    <a:cubicBezTo>
                      <a:pt x="589" y="31989"/>
                      <a:pt x="861" y="31084"/>
                      <a:pt x="1133" y="30178"/>
                    </a:cubicBezTo>
                    <a:cubicBezTo>
                      <a:pt x="1173" y="30058"/>
                      <a:pt x="1292" y="30000"/>
                      <a:pt x="1410" y="30000"/>
                    </a:cubicBezTo>
                    <a:cubicBezTo>
                      <a:pt x="1557" y="30000"/>
                      <a:pt x="1701" y="30092"/>
                      <a:pt x="1676" y="30269"/>
                    </a:cubicBezTo>
                    <a:cubicBezTo>
                      <a:pt x="1449" y="31944"/>
                      <a:pt x="1540" y="33755"/>
                      <a:pt x="1766" y="35475"/>
                    </a:cubicBezTo>
                    <a:cubicBezTo>
                      <a:pt x="2038" y="37105"/>
                      <a:pt x="2536" y="38734"/>
                      <a:pt x="3305" y="40228"/>
                    </a:cubicBezTo>
                    <a:cubicBezTo>
                      <a:pt x="3984" y="41631"/>
                      <a:pt x="4845" y="42944"/>
                      <a:pt x="5841" y="44121"/>
                    </a:cubicBezTo>
                    <a:cubicBezTo>
                      <a:pt x="5976" y="44257"/>
                      <a:pt x="6067" y="44348"/>
                      <a:pt x="6157" y="44483"/>
                    </a:cubicBezTo>
                    <a:cubicBezTo>
                      <a:pt x="5886" y="43669"/>
                      <a:pt x="5614" y="42854"/>
                      <a:pt x="5478" y="41994"/>
                    </a:cubicBezTo>
                    <a:cubicBezTo>
                      <a:pt x="5297" y="41133"/>
                      <a:pt x="5207" y="40228"/>
                      <a:pt x="5116" y="39323"/>
                    </a:cubicBezTo>
                    <a:cubicBezTo>
                      <a:pt x="4980" y="38372"/>
                      <a:pt x="4980" y="37331"/>
                      <a:pt x="4664" y="36426"/>
                    </a:cubicBezTo>
                    <a:cubicBezTo>
                      <a:pt x="4573" y="36184"/>
                      <a:pt x="4804" y="35983"/>
                      <a:pt x="5022" y="35983"/>
                    </a:cubicBezTo>
                    <a:cubicBezTo>
                      <a:pt x="5131" y="35983"/>
                      <a:pt x="5237" y="36033"/>
                      <a:pt x="5297" y="36154"/>
                    </a:cubicBezTo>
                    <a:cubicBezTo>
                      <a:pt x="5705" y="37105"/>
                      <a:pt x="6112" y="38055"/>
                      <a:pt x="6338" y="39096"/>
                    </a:cubicBezTo>
                    <a:cubicBezTo>
                      <a:pt x="6520" y="40002"/>
                      <a:pt x="6655" y="40907"/>
                      <a:pt x="6927" y="41813"/>
                    </a:cubicBezTo>
                    <a:cubicBezTo>
                      <a:pt x="7651" y="44710"/>
                      <a:pt x="9055" y="47426"/>
                      <a:pt x="11001" y="49644"/>
                    </a:cubicBezTo>
                    <a:cubicBezTo>
                      <a:pt x="11952" y="50776"/>
                      <a:pt x="13084" y="51772"/>
                      <a:pt x="14306" y="52587"/>
                    </a:cubicBezTo>
                    <a:cubicBezTo>
                      <a:pt x="14668" y="52858"/>
                      <a:pt x="15075" y="53130"/>
                      <a:pt x="15483" y="53356"/>
                    </a:cubicBezTo>
                    <a:cubicBezTo>
                      <a:pt x="14532" y="52270"/>
                      <a:pt x="13853" y="51002"/>
                      <a:pt x="13310" y="49689"/>
                    </a:cubicBezTo>
                    <a:cubicBezTo>
                      <a:pt x="12586" y="48014"/>
                      <a:pt x="12269" y="46294"/>
                      <a:pt x="11861" y="44529"/>
                    </a:cubicBezTo>
                    <a:cubicBezTo>
                      <a:pt x="11807" y="44284"/>
                      <a:pt x="11981" y="44138"/>
                      <a:pt x="12158" y="44138"/>
                    </a:cubicBezTo>
                    <a:cubicBezTo>
                      <a:pt x="12276" y="44138"/>
                      <a:pt x="12395" y="44203"/>
                      <a:pt x="12450" y="44348"/>
                    </a:cubicBezTo>
                    <a:cubicBezTo>
                      <a:pt x="13536" y="47290"/>
                      <a:pt x="14758" y="50323"/>
                      <a:pt x="16977" y="52587"/>
                    </a:cubicBezTo>
                    <a:cubicBezTo>
                      <a:pt x="17973" y="53628"/>
                      <a:pt x="19240" y="54397"/>
                      <a:pt x="20643" y="54759"/>
                    </a:cubicBezTo>
                    <a:cubicBezTo>
                      <a:pt x="21187" y="54941"/>
                      <a:pt x="21775" y="55031"/>
                      <a:pt x="22364" y="55122"/>
                    </a:cubicBezTo>
                    <a:cubicBezTo>
                      <a:pt x="20915" y="53537"/>
                      <a:pt x="20010" y="51364"/>
                      <a:pt x="19104" y="49463"/>
                    </a:cubicBezTo>
                    <a:cubicBezTo>
                      <a:pt x="18979" y="49181"/>
                      <a:pt x="19201" y="48942"/>
                      <a:pt x="19424" y="48942"/>
                    </a:cubicBezTo>
                    <a:cubicBezTo>
                      <a:pt x="19523" y="48942"/>
                      <a:pt x="19623" y="48989"/>
                      <a:pt x="19693" y="49101"/>
                    </a:cubicBezTo>
                    <a:cubicBezTo>
                      <a:pt x="20915" y="51138"/>
                      <a:pt x="22318" y="53130"/>
                      <a:pt x="24129" y="54669"/>
                    </a:cubicBezTo>
                    <a:cubicBezTo>
                      <a:pt x="24582" y="55031"/>
                      <a:pt x="25080" y="55393"/>
                      <a:pt x="25623" y="55529"/>
                    </a:cubicBezTo>
                    <a:cubicBezTo>
                      <a:pt x="25848" y="55564"/>
                      <a:pt x="26073" y="55578"/>
                      <a:pt x="26295" y="55578"/>
                    </a:cubicBezTo>
                    <a:cubicBezTo>
                      <a:pt x="26654" y="55578"/>
                      <a:pt x="27007" y="55540"/>
                      <a:pt x="27343" y="55484"/>
                    </a:cubicBezTo>
                    <a:cubicBezTo>
                      <a:pt x="28022" y="55393"/>
                      <a:pt x="28701" y="55303"/>
                      <a:pt x="29380" y="55167"/>
                    </a:cubicBezTo>
                    <a:cubicBezTo>
                      <a:pt x="29788" y="55122"/>
                      <a:pt x="30421" y="55076"/>
                      <a:pt x="30738" y="54759"/>
                    </a:cubicBezTo>
                    <a:cubicBezTo>
                      <a:pt x="30829" y="54624"/>
                      <a:pt x="30965" y="54578"/>
                      <a:pt x="31100" y="54533"/>
                    </a:cubicBezTo>
                    <a:cubicBezTo>
                      <a:pt x="31100" y="54397"/>
                      <a:pt x="31100" y="54261"/>
                      <a:pt x="31100" y="54126"/>
                    </a:cubicBezTo>
                    <a:cubicBezTo>
                      <a:pt x="31146" y="52360"/>
                      <a:pt x="31689" y="50730"/>
                      <a:pt x="32549" y="49191"/>
                    </a:cubicBezTo>
                    <a:cubicBezTo>
                      <a:pt x="33138" y="48105"/>
                      <a:pt x="33907" y="47064"/>
                      <a:pt x="34631" y="46023"/>
                    </a:cubicBezTo>
                    <a:lnTo>
                      <a:pt x="34631" y="46023"/>
                    </a:lnTo>
                    <a:cubicBezTo>
                      <a:pt x="34586" y="46045"/>
                      <a:pt x="34530" y="46056"/>
                      <a:pt x="34473" y="46056"/>
                    </a:cubicBezTo>
                    <a:cubicBezTo>
                      <a:pt x="34416" y="46056"/>
                      <a:pt x="34360" y="46045"/>
                      <a:pt x="34315" y="46023"/>
                    </a:cubicBezTo>
                    <a:cubicBezTo>
                      <a:pt x="32096" y="44846"/>
                      <a:pt x="30784" y="42310"/>
                      <a:pt x="30150" y="40002"/>
                    </a:cubicBezTo>
                    <a:cubicBezTo>
                      <a:pt x="29788" y="38553"/>
                      <a:pt x="29607" y="37059"/>
                      <a:pt x="29607" y="35565"/>
                    </a:cubicBezTo>
                    <a:cubicBezTo>
                      <a:pt x="29607" y="34751"/>
                      <a:pt x="29607" y="33981"/>
                      <a:pt x="29697" y="33166"/>
                    </a:cubicBezTo>
                    <a:cubicBezTo>
                      <a:pt x="29788" y="32487"/>
                      <a:pt x="29833" y="31672"/>
                      <a:pt x="30195" y="31038"/>
                    </a:cubicBezTo>
                    <a:cubicBezTo>
                      <a:pt x="30271" y="30925"/>
                      <a:pt x="30379" y="30874"/>
                      <a:pt x="30485" y="30874"/>
                    </a:cubicBezTo>
                    <a:cubicBezTo>
                      <a:pt x="30632" y="30874"/>
                      <a:pt x="30776" y="30971"/>
                      <a:pt x="30829" y="31129"/>
                    </a:cubicBezTo>
                    <a:cubicBezTo>
                      <a:pt x="31055" y="31808"/>
                      <a:pt x="30965" y="32578"/>
                      <a:pt x="30919" y="33302"/>
                    </a:cubicBezTo>
                    <a:cubicBezTo>
                      <a:pt x="30919" y="33981"/>
                      <a:pt x="30874" y="34660"/>
                      <a:pt x="30874" y="35339"/>
                    </a:cubicBezTo>
                    <a:cubicBezTo>
                      <a:pt x="30874" y="36742"/>
                      <a:pt x="30965" y="38146"/>
                      <a:pt x="31282" y="39549"/>
                    </a:cubicBezTo>
                    <a:cubicBezTo>
                      <a:pt x="31870" y="41903"/>
                      <a:pt x="33047" y="43759"/>
                      <a:pt x="34677" y="45525"/>
                    </a:cubicBezTo>
                    <a:cubicBezTo>
                      <a:pt x="34767" y="45570"/>
                      <a:pt x="34813" y="45660"/>
                      <a:pt x="34767" y="45751"/>
                    </a:cubicBezTo>
                    <a:cubicBezTo>
                      <a:pt x="34858" y="45660"/>
                      <a:pt x="34948" y="45525"/>
                      <a:pt x="35039" y="45389"/>
                    </a:cubicBezTo>
                    <a:cubicBezTo>
                      <a:pt x="35899" y="44031"/>
                      <a:pt x="36669" y="42627"/>
                      <a:pt x="36940" y="40998"/>
                    </a:cubicBezTo>
                    <a:cubicBezTo>
                      <a:pt x="36975" y="40822"/>
                      <a:pt x="37092" y="40756"/>
                      <a:pt x="37248" y="40756"/>
                    </a:cubicBezTo>
                    <a:cubicBezTo>
                      <a:pt x="37293" y="40756"/>
                      <a:pt x="37342" y="40761"/>
                      <a:pt x="37393" y="40771"/>
                    </a:cubicBezTo>
                    <a:cubicBezTo>
                      <a:pt x="37619" y="40092"/>
                      <a:pt x="37846" y="39459"/>
                      <a:pt x="38208" y="38825"/>
                    </a:cubicBezTo>
                    <a:cubicBezTo>
                      <a:pt x="39249" y="36923"/>
                      <a:pt x="41105" y="35520"/>
                      <a:pt x="43187" y="34932"/>
                    </a:cubicBezTo>
                    <a:cubicBezTo>
                      <a:pt x="43323" y="34796"/>
                      <a:pt x="43504" y="34660"/>
                      <a:pt x="43640" y="34524"/>
                    </a:cubicBezTo>
                    <a:cubicBezTo>
                      <a:pt x="44591" y="33755"/>
                      <a:pt x="45722" y="33257"/>
                      <a:pt x="46899" y="32940"/>
                    </a:cubicBezTo>
                    <a:cubicBezTo>
                      <a:pt x="48348" y="32578"/>
                      <a:pt x="49842" y="32442"/>
                      <a:pt x="51336" y="32306"/>
                    </a:cubicBezTo>
                    <a:cubicBezTo>
                      <a:pt x="52060" y="32215"/>
                      <a:pt x="52829" y="32170"/>
                      <a:pt x="53599" y="32080"/>
                    </a:cubicBezTo>
                    <a:cubicBezTo>
                      <a:pt x="54233" y="31989"/>
                      <a:pt x="54912" y="31899"/>
                      <a:pt x="55500" y="31536"/>
                    </a:cubicBezTo>
                    <a:cubicBezTo>
                      <a:pt x="55549" y="31512"/>
                      <a:pt x="55597" y="31501"/>
                      <a:pt x="55643" y="31501"/>
                    </a:cubicBezTo>
                    <a:cubicBezTo>
                      <a:pt x="55769" y="31501"/>
                      <a:pt x="55875" y="31585"/>
                      <a:pt x="55908" y="31718"/>
                    </a:cubicBezTo>
                    <a:cubicBezTo>
                      <a:pt x="56360" y="30993"/>
                      <a:pt x="57039" y="30359"/>
                      <a:pt x="57673" y="29816"/>
                    </a:cubicBezTo>
                    <a:cubicBezTo>
                      <a:pt x="58533" y="29137"/>
                      <a:pt x="59439" y="28549"/>
                      <a:pt x="60525" y="28187"/>
                    </a:cubicBezTo>
                    <a:cubicBezTo>
                      <a:pt x="61303" y="27895"/>
                      <a:pt x="62104" y="27766"/>
                      <a:pt x="62912" y="27766"/>
                    </a:cubicBezTo>
                    <a:cubicBezTo>
                      <a:pt x="63232" y="27766"/>
                      <a:pt x="63554" y="27786"/>
                      <a:pt x="63875" y="27824"/>
                    </a:cubicBezTo>
                    <a:cubicBezTo>
                      <a:pt x="64464" y="27915"/>
                      <a:pt x="65052" y="28096"/>
                      <a:pt x="65595" y="28232"/>
                    </a:cubicBezTo>
                    <a:cubicBezTo>
                      <a:pt x="65731" y="28232"/>
                      <a:pt x="65867" y="28277"/>
                      <a:pt x="66003" y="28277"/>
                    </a:cubicBezTo>
                    <a:cubicBezTo>
                      <a:pt x="66036" y="28211"/>
                      <a:pt x="66117" y="28169"/>
                      <a:pt x="66212" y="28169"/>
                    </a:cubicBezTo>
                    <a:cubicBezTo>
                      <a:pt x="66247" y="28169"/>
                      <a:pt x="66283" y="28174"/>
                      <a:pt x="66320" y="28187"/>
                    </a:cubicBezTo>
                    <a:cubicBezTo>
                      <a:pt x="66546" y="28277"/>
                      <a:pt x="66772" y="28368"/>
                      <a:pt x="67044" y="28413"/>
                    </a:cubicBezTo>
                    <a:cubicBezTo>
                      <a:pt x="67180" y="28413"/>
                      <a:pt x="67315" y="28413"/>
                      <a:pt x="67451" y="28458"/>
                    </a:cubicBezTo>
                    <a:cubicBezTo>
                      <a:pt x="67497" y="28458"/>
                      <a:pt x="67587" y="28458"/>
                      <a:pt x="67632" y="28503"/>
                    </a:cubicBezTo>
                    <a:cubicBezTo>
                      <a:pt x="68130" y="28594"/>
                      <a:pt x="68628" y="28594"/>
                      <a:pt x="69171" y="28594"/>
                    </a:cubicBezTo>
                    <a:cubicBezTo>
                      <a:pt x="69716" y="28569"/>
                      <a:pt x="70261" y="28531"/>
                      <a:pt x="70806" y="28531"/>
                    </a:cubicBezTo>
                    <a:cubicBezTo>
                      <a:pt x="71257" y="28531"/>
                      <a:pt x="71708" y="28557"/>
                      <a:pt x="72159" y="28639"/>
                    </a:cubicBezTo>
                    <a:cubicBezTo>
                      <a:pt x="72069" y="28549"/>
                      <a:pt x="72023" y="28413"/>
                      <a:pt x="72114" y="28232"/>
                    </a:cubicBezTo>
                    <a:cubicBezTo>
                      <a:pt x="72476" y="27508"/>
                      <a:pt x="72793" y="26828"/>
                      <a:pt x="73381" y="26285"/>
                    </a:cubicBezTo>
                    <a:cubicBezTo>
                      <a:pt x="74015" y="25787"/>
                      <a:pt x="74694" y="25380"/>
                      <a:pt x="75464" y="25108"/>
                    </a:cubicBezTo>
                    <a:cubicBezTo>
                      <a:pt x="76188" y="24837"/>
                      <a:pt x="76958" y="24701"/>
                      <a:pt x="77727" y="24656"/>
                    </a:cubicBezTo>
                    <a:cubicBezTo>
                      <a:pt x="78135" y="24656"/>
                      <a:pt x="78542" y="24701"/>
                      <a:pt x="78950" y="24791"/>
                    </a:cubicBezTo>
                    <a:cubicBezTo>
                      <a:pt x="79312" y="24882"/>
                      <a:pt x="79764" y="25018"/>
                      <a:pt x="80036" y="25335"/>
                    </a:cubicBezTo>
                    <a:cubicBezTo>
                      <a:pt x="80262" y="25606"/>
                      <a:pt x="80172" y="26059"/>
                      <a:pt x="79810" y="26149"/>
                    </a:cubicBezTo>
                    <a:cubicBezTo>
                      <a:pt x="79689" y="26180"/>
                      <a:pt x="79568" y="26190"/>
                      <a:pt x="79449" y="26190"/>
                    </a:cubicBezTo>
                    <a:cubicBezTo>
                      <a:pt x="79211" y="26190"/>
                      <a:pt x="78980" y="26149"/>
                      <a:pt x="78768" y="26149"/>
                    </a:cubicBezTo>
                    <a:cubicBezTo>
                      <a:pt x="78406" y="26149"/>
                      <a:pt x="78089" y="26104"/>
                      <a:pt x="77773" y="26104"/>
                    </a:cubicBezTo>
                    <a:cubicBezTo>
                      <a:pt x="77139" y="26149"/>
                      <a:pt x="76505" y="26240"/>
                      <a:pt x="75917" y="26466"/>
                    </a:cubicBezTo>
                    <a:cubicBezTo>
                      <a:pt x="75328" y="26647"/>
                      <a:pt x="74785" y="27010"/>
                      <a:pt x="74242" y="27372"/>
                    </a:cubicBezTo>
                    <a:cubicBezTo>
                      <a:pt x="73744" y="27734"/>
                      <a:pt x="73155" y="28096"/>
                      <a:pt x="72793" y="28639"/>
                    </a:cubicBezTo>
                    <a:cubicBezTo>
                      <a:pt x="72748" y="28685"/>
                      <a:pt x="72657" y="28730"/>
                      <a:pt x="72612" y="28775"/>
                    </a:cubicBezTo>
                    <a:cubicBezTo>
                      <a:pt x="73472" y="29001"/>
                      <a:pt x="74196" y="29545"/>
                      <a:pt x="74875" y="30133"/>
                    </a:cubicBezTo>
                    <a:cubicBezTo>
                      <a:pt x="74875" y="30178"/>
                      <a:pt x="74921" y="30178"/>
                      <a:pt x="74921" y="30178"/>
                    </a:cubicBezTo>
                    <a:cubicBezTo>
                      <a:pt x="75102" y="30178"/>
                      <a:pt x="75283" y="30133"/>
                      <a:pt x="75464" y="30133"/>
                    </a:cubicBezTo>
                    <a:cubicBezTo>
                      <a:pt x="75735" y="30133"/>
                      <a:pt x="76007" y="30133"/>
                      <a:pt x="76279" y="30178"/>
                    </a:cubicBezTo>
                    <a:cubicBezTo>
                      <a:pt x="76233" y="29907"/>
                      <a:pt x="76233" y="29635"/>
                      <a:pt x="76324" y="29409"/>
                    </a:cubicBezTo>
                    <a:cubicBezTo>
                      <a:pt x="76324" y="29364"/>
                      <a:pt x="76324" y="29318"/>
                      <a:pt x="76369" y="29273"/>
                    </a:cubicBezTo>
                    <a:cubicBezTo>
                      <a:pt x="76369" y="29092"/>
                      <a:pt x="76414" y="28956"/>
                      <a:pt x="76460" y="28820"/>
                    </a:cubicBezTo>
                    <a:cubicBezTo>
                      <a:pt x="76550" y="28594"/>
                      <a:pt x="76641" y="28413"/>
                      <a:pt x="76822" y="28232"/>
                    </a:cubicBezTo>
                    <a:cubicBezTo>
                      <a:pt x="76822" y="28187"/>
                      <a:pt x="76822" y="28187"/>
                      <a:pt x="76822" y="28141"/>
                    </a:cubicBezTo>
                    <a:cubicBezTo>
                      <a:pt x="76912" y="28051"/>
                      <a:pt x="77094" y="28005"/>
                      <a:pt x="77229" y="27960"/>
                    </a:cubicBezTo>
                    <a:cubicBezTo>
                      <a:pt x="77365" y="27960"/>
                      <a:pt x="77501" y="28005"/>
                      <a:pt x="77637" y="28051"/>
                    </a:cubicBezTo>
                    <a:cubicBezTo>
                      <a:pt x="77727" y="28096"/>
                      <a:pt x="77773" y="28141"/>
                      <a:pt x="77818" y="28141"/>
                    </a:cubicBezTo>
                    <a:cubicBezTo>
                      <a:pt x="78135" y="28232"/>
                      <a:pt x="78406" y="28413"/>
                      <a:pt x="78587" y="28685"/>
                    </a:cubicBezTo>
                    <a:cubicBezTo>
                      <a:pt x="79040" y="29273"/>
                      <a:pt x="79176" y="30133"/>
                      <a:pt x="78814" y="30767"/>
                    </a:cubicBezTo>
                    <a:cubicBezTo>
                      <a:pt x="78814" y="30812"/>
                      <a:pt x="78768" y="30812"/>
                      <a:pt x="78768" y="30857"/>
                    </a:cubicBezTo>
                    <a:cubicBezTo>
                      <a:pt x="78950" y="30903"/>
                      <a:pt x="79131" y="30993"/>
                      <a:pt x="79266" y="31084"/>
                    </a:cubicBezTo>
                    <a:cubicBezTo>
                      <a:pt x="80036" y="31491"/>
                      <a:pt x="80851" y="31989"/>
                      <a:pt x="81439" y="32668"/>
                    </a:cubicBezTo>
                    <a:cubicBezTo>
                      <a:pt x="81485" y="32759"/>
                      <a:pt x="81575" y="32804"/>
                      <a:pt x="81666" y="32895"/>
                    </a:cubicBezTo>
                    <a:cubicBezTo>
                      <a:pt x="81698" y="32863"/>
                      <a:pt x="81775" y="32831"/>
                      <a:pt x="81849" y="32831"/>
                    </a:cubicBezTo>
                    <a:cubicBezTo>
                      <a:pt x="81880" y="32831"/>
                      <a:pt x="81911" y="32836"/>
                      <a:pt x="81937" y="32849"/>
                    </a:cubicBezTo>
                    <a:cubicBezTo>
                      <a:pt x="83205" y="33392"/>
                      <a:pt x="84382" y="33981"/>
                      <a:pt x="85423" y="34841"/>
                    </a:cubicBezTo>
                    <a:cubicBezTo>
                      <a:pt x="85966" y="35294"/>
                      <a:pt x="86419" y="35746"/>
                      <a:pt x="86872" y="36244"/>
                    </a:cubicBezTo>
                    <a:cubicBezTo>
                      <a:pt x="87324" y="36742"/>
                      <a:pt x="87777" y="37331"/>
                      <a:pt x="87958" y="37919"/>
                    </a:cubicBezTo>
                    <a:cubicBezTo>
                      <a:pt x="87958" y="38010"/>
                      <a:pt x="87958" y="38100"/>
                      <a:pt x="87913" y="38146"/>
                    </a:cubicBezTo>
                    <a:cubicBezTo>
                      <a:pt x="88003" y="38236"/>
                      <a:pt x="88094" y="38282"/>
                      <a:pt x="88139" y="38327"/>
                    </a:cubicBezTo>
                    <a:cubicBezTo>
                      <a:pt x="88184" y="38372"/>
                      <a:pt x="88184" y="38372"/>
                      <a:pt x="88230" y="38417"/>
                    </a:cubicBezTo>
                    <a:cubicBezTo>
                      <a:pt x="88094" y="37376"/>
                      <a:pt x="88320" y="36335"/>
                      <a:pt x="88230" y="35339"/>
                    </a:cubicBezTo>
                    <a:cubicBezTo>
                      <a:pt x="88139" y="34298"/>
                      <a:pt x="87505" y="33302"/>
                      <a:pt x="87007" y="32442"/>
                    </a:cubicBezTo>
                    <a:cubicBezTo>
                      <a:pt x="86374" y="31355"/>
                      <a:pt x="85830" y="30269"/>
                      <a:pt x="85197" y="29228"/>
                    </a:cubicBezTo>
                    <a:cubicBezTo>
                      <a:pt x="85072" y="29010"/>
                      <a:pt x="85247" y="28835"/>
                      <a:pt x="85442" y="28835"/>
                    </a:cubicBezTo>
                    <a:cubicBezTo>
                      <a:pt x="85531" y="28835"/>
                      <a:pt x="85624" y="28871"/>
                      <a:pt x="85695" y="28956"/>
                    </a:cubicBezTo>
                    <a:cubicBezTo>
                      <a:pt x="86419" y="29952"/>
                      <a:pt x="87188" y="30903"/>
                      <a:pt x="87913" y="31899"/>
                    </a:cubicBezTo>
                    <a:cubicBezTo>
                      <a:pt x="88230" y="32306"/>
                      <a:pt x="88547" y="32713"/>
                      <a:pt x="88773" y="33166"/>
                    </a:cubicBezTo>
                    <a:cubicBezTo>
                      <a:pt x="89044" y="31672"/>
                      <a:pt x="88954" y="30224"/>
                      <a:pt x="88547" y="28730"/>
                    </a:cubicBezTo>
                    <a:cubicBezTo>
                      <a:pt x="87732" y="25833"/>
                      <a:pt x="85740" y="23298"/>
                      <a:pt x="83657" y="21125"/>
                    </a:cubicBezTo>
                    <a:cubicBezTo>
                      <a:pt x="83482" y="20949"/>
                      <a:pt x="83661" y="20691"/>
                      <a:pt x="83877" y="20691"/>
                    </a:cubicBezTo>
                    <a:cubicBezTo>
                      <a:pt x="83939" y="20691"/>
                      <a:pt x="84004" y="20712"/>
                      <a:pt x="84065" y="20762"/>
                    </a:cubicBezTo>
                    <a:cubicBezTo>
                      <a:pt x="86283" y="22800"/>
                      <a:pt x="88365" y="24927"/>
                      <a:pt x="89542" y="27734"/>
                    </a:cubicBezTo>
                    <a:cubicBezTo>
                      <a:pt x="89542" y="27145"/>
                      <a:pt x="89542" y="26557"/>
                      <a:pt x="89452" y="26014"/>
                    </a:cubicBezTo>
                    <a:cubicBezTo>
                      <a:pt x="89316" y="24791"/>
                      <a:pt x="88909" y="23614"/>
                      <a:pt x="88184" y="22618"/>
                    </a:cubicBezTo>
                    <a:cubicBezTo>
                      <a:pt x="87415" y="21532"/>
                      <a:pt x="86057" y="20944"/>
                      <a:pt x="84880" y="20310"/>
                    </a:cubicBezTo>
                    <a:cubicBezTo>
                      <a:pt x="83703" y="19585"/>
                      <a:pt x="82526" y="18725"/>
                      <a:pt x="81168" y="18363"/>
                    </a:cubicBezTo>
                    <a:cubicBezTo>
                      <a:pt x="80866" y="18277"/>
                      <a:pt x="80975" y="17862"/>
                      <a:pt x="81260" y="17862"/>
                    </a:cubicBezTo>
                    <a:cubicBezTo>
                      <a:pt x="81274" y="17862"/>
                      <a:pt x="81288" y="17863"/>
                      <a:pt x="81304" y="17865"/>
                    </a:cubicBezTo>
                    <a:cubicBezTo>
                      <a:pt x="81711" y="17956"/>
                      <a:pt x="82073" y="18046"/>
                      <a:pt x="82435" y="18137"/>
                    </a:cubicBezTo>
                    <a:cubicBezTo>
                      <a:pt x="82345" y="18092"/>
                      <a:pt x="82254" y="18001"/>
                      <a:pt x="82209" y="17956"/>
                    </a:cubicBezTo>
                    <a:cubicBezTo>
                      <a:pt x="81965" y="17712"/>
                      <a:pt x="82177" y="17414"/>
                      <a:pt x="82432" y="17414"/>
                    </a:cubicBezTo>
                    <a:cubicBezTo>
                      <a:pt x="82509" y="17414"/>
                      <a:pt x="82589" y="17441"/>
                      <a:pt x="82662" y="17503"/>
                    </a:cubicBezTo>
                    <a:cubicBezTo>
                      <a:pt x="83386" y="18046"/>
                      <a:pt x="84246" y="18363"/>
                      <a:pt x="85151" y="18544"/>
                    </a:cubicBezTo>
                    <a:cubicBezTo>
                      <a:pt x="85682" y="18633"/>
                      <a:pt x="86232" y="18702"/>
                      <a:pt x="86776" y="18702"/>
                    </a:cubicBezTo>
                    <a:cubicBezTo>
                      <a:pt x="87068" y="18702"/>
                      <a:pt x="87357" y="18682"/>
                      <a:pt x="87641" y="18635"/>
                    </a:cubicBezTo>
                    <a:cubicBezTo>
                      <a:pt x="88049" y="18590"/>
                      <a:pt x="88456" y="18499"/>
                      <a:pt x="88818" y="18499"/>
                    </a:cubicBezTo>
                    <a:cubicBezTo>
                      <a:pt x="88773" y="18454"/>
                      <a:pt x="88728" y="18454"/>
                      <a:pt x="88682" y="18454"/>
                    </a:cubicBezTo>
                    <a:cubicBezTo>
                      <a:pt x="88275" y="18318"/>
                      <a:pt x="87913" y="18182"/>
                      <a:pt x="87551" y="18001"/>
                    </a:cubicBezTo>
                    <a:cubicBezTo>
                      <a:pt x="86826" y="17684"/>
                      <a:pt x="86102" y="17277"/>
                      <a:pt x="85423" y="16824"/>
                    </a:cubicBezTo>
                    <a:cubicBezTo>
                      <a:pt x="84699" y="16326"/>
                      <a:pt x="84020" y="15828"/>
                      <a:pt x="83386" y="15240"/>
                    </a:cubicBezTo>
                    <a:cubicBezTo>
                      <a:pt x="82752" y="14696"/>
                      <a:pt x="82209" y="14108"/>
                      <a:pt x="81439" y="13791"/>
                    </a:cubicBezTo>
                    <a:cubicBezTo>
                      <a:pt x="80829" y="13515"/>
                      <a:pt x="80141" y="13411"/>
                      <a:pt x="79435" y="13411"/>
                    </a:cubicBezTo>
                    <a:cubicBezTo>
                      <a:pt x="78520" y="13411"/>
                      <a:pt x="77575" y="13586"/>
                      <a:pt x="76731" y="13791"/>
                    </a:cubicBezTo>
                    <a:cubicBezTo>
                      <a:pt x="75373" y="14108"/>
                      <a:pt x="73970" y="14742"/>
                      <a:pt x="73246" y="16009"/>
                    </a:cubicBezTo>
                    <a:cubicBezTo>
                      <a:pt x="73203" y="16081"/>
                      <a:pt x="73128" y="16112"/>
                      <a:pt x="73050" y="16112"/>
                    </a:cubicBezTo>
                    <a:cubicBezTo>
                      <a:pt x="72882" y="16112"/>
                      <a:pt x="72700" y="15968"/>
                      <a:pt x="72793" y="15783"/>
                    </a:cubicBezTo>
                    <a:cubicBezTo>
                      <a:pt x="73381" y="14380"/>
                      <a:pt x="74513" y="13519"/>
                      <a:pt x="75917" y="12976"/>
                    </a:cubicBezTo>
                    <a:cubicBezTo>
                      <a:pt x="76980" y="12557"/>
                      <a:pt x="78249" y="12299"/>
                      <a:pt x="79463" y="12299"/>
                    </a:cubicBezTo>
                    <a:cubicBezTo>
                      <a:pt x="79956" y="12299"/>
                      <a:pt x="80439" y="12342"/>
                      <a:pt x="80896" y="12433"/>
                    </a:cubicBezTo>
                    <a:cubicBezTo>
                      <a:pt x="82345" y="12705"/>
                      <a:pt x="83341" y="13700"/>
                      <a:pt x="84427" y="14606"/>
                    </a:cubicBezTo>
                    <a:cubicBezTo>
                      <a:pt x="84020" y="13429"/>
                      <a:pt x="83522" y="12297"/>
                      <a:pt x="82707" y="11347"/>
                    </a:cubicBezTo>
                    <a:cubicBezTo>
                      <a:pt x="81892" y="10351"/>
                      <a:pt x="80806" y="9626"/>
                      <a:pt x="79583" y="9264"/>
                    </a:cubicBezTo>
                    <a:cubicBezTo>
                      <a:pt x="79065" y="9126"/>
                      <a:pt x="78572" y="9067"/>
                      <a:pt x="78066" y="9067"/>
                    </a:cubicBezTo>
                    <a:cubicBezTo>
                      <a:pt x="77910" y="9067"/>
                      <a:pt x="77752" y="9072"/>
                      <a:pt x="77591" y="9083"/>
                    </a:cubicBezTo>
                    <a:cubicBezTo>
                      <a:pt x="77320" y="9083"/>
                      <a:pt x="77048" y="9083"/>
                      <a:pt x="76777" y="9128"/>
                    </a:cubicBezTo>
                    <a:cubicBezTo>
                      <a:pt x="76324" y="9672"/>
                      <a:pt x="75826" y="10170"/>
                      <a:pt x="75328" y="10667"/>
                    </a:cubicBezTo>
                    <a:cubicBezTo>
                      <a:pt x="74694" y="11301"/>
                      <a:pt x="74015" y="11935"/>
                      <a:pt x="73291" y="12478"/>
                    </a:cubicBezTo>
                    <a:cubicBezTo>
                      <a:pt x="73226" y="12524"/>
                      <a:pt x="73166" y="12544"/>
                      <a:pt x="73110" y="12544"/>
                    </a:cubicBezTo>
                    <a:cubicBezTo>
                      <a:pt x="72895" y="12544"/>
                      <a:pt x="72766" y="12242"/>
                      <a:pt x="72838" y="12026"/>
                    </a:cubicBezTo>
                    <a:cubicBezTo>
                      <a:pt x="73110" y="11437"/>
                      <a:pt x="73517" y="10939"/>
                      <a:pt x="73970" y="10441"/>
                    </a:cubicBezTo>
                    <a:cubicBezTo>
                      <a:pt x="73789" y="10396"/>
                      <a:pt x="73698" y="10124"/>
                      <a:pt x="73834" y="9943"/>
                    </a:cubicBezTo>
                    <a:cubicBezTo>
                      <a:pt x="74106" y="9581"/>
                      <a:pt x="74468" y="9264"/>
                      <a:pt x="74785" y="8902"/>
                    </a:cubicBezTo>
                    <a:cubicBezTo>
                      <a:pt x="75056" y="8540"/>
                      <a:pt x="75283" y="8132"/>
                      <a:pt x="75509" y="7725"/>
                    </a:cubicBezTo>
                    <a:cubicBezTo>
                      <a:pt x="75690" y="7318"/>
                      <a:pt x="75826" y="6910"/>
                      <a:pt x="75962" y="6457"/>
                    </a:cubicBezTo>
                    <a:cubicBezTo>
                      <a:pt x="76052" y="6231"/>
                      <a:pt x="76098" y="6005"/>
                      <a:pt x="76143" y="5778"/>
                    </a:cubicBezTo>
                    <a:cubicBezTo>
                      <a:pt x="76188" y="5552"/>
                      <a:pt x="76233" y="5326"/>
                      <a:pt x="76414" y="5190"/>
                    </a:cubicBezTo>
                    <a:cubicBezTo>
                      <a:pt x="76437" y="5167"/>
                      <a:pt x="76482" y="5156"/>
                      <a:pt x="76528" y="5156"/>
                    </a:cubicBezTo>
                    <a:cubicBezTo>
                      <a:pt x="76573" y="5156"/>
                      <a:pt x="76618" y="5167"/>
                      <a:pt x="76641" y="5190"/>
                    </a:cubicBezTo>
                    <a:cubicBezTo>
                      <a:pt x="76867" y="5371"/>
                      <a:pt x="76867" y="5643"/>
                      <a:pt x="76912" y="5914"/>
                    </a:cubicBezTo>
                    <a:cubicBezTo>
                      <a:pt x="76912" y="6186"/>
                      <a:pt x="76867" y="6457"/>
                      <a:pt x="76822" y="6729"/>
                    </a:cubicBezTo>
                    <a:cubicBezTo>
                      <a:pt x="76822" y="6736"/>
                      <a:pt x="76821" y="6744"/>
                      <a:pt x="76819" y="6751"/>
                    </a:cubicBezTo>
                    <a:lnTo>
                      <a:pt x="76819" y="6751"/>
                    </a:lnTo>
                    <a:cubicBezTo>
                      <a:pt x="76940" y="6419"/>
                      <a:pt x="77053" y="6058"/>
                      <a:pt x="77094" y="5733"/>
                    </a:cubicBezTo>
                    <a:cubicBezTo>
                      <a:pt x="77139" y="5371"/>
                      <a:pt x="77139" y="5009"/>
                      <a:pt x="77048" y="4647"/>
                    </a:cubicBezTo>
                    <a:cubicBezTo>
                      <a:pt x="77003" y="4466"/>
                      <a:pt x="76958" y="4239"/>
                      <a:pt x="76867" y="4058"/>
                    </a:cubicBezTo>
                    <a:cubicBezTo>
                      <a:pt x="76777" y="4149"/>
                      <a:pt x="76731" y="4239"/>
                      <a:pt x="76686" y="4330"/>
                    </a:cubicBezTo>
                    <a:cubicBezTo>
                      <a:pt x="76550" y="4556"/>
                      <a:pt x="76369" y="4783"/>
                      <a:pt x="76233" y="5009"/>
                    </a:cubicBezTo>
                    <a:cubicBezTo>
                      <a:pt x="75962" y="5462"/>
                      <a:pt x="75645" y="5959"/>
                      <a:pt x="75283" y="6367"/>
                    </a:cubicBezTo>
                    <a:cubicBezTo>
                      <a:pt x="74604" y="7136"/>
                      <a:pt x="73653" y="7680"/>
                      <a:pt x="72702" y="8087"/>
                    </a:cubicBezTo>
                    <a:cubicBezTo>
                      <a:pt x="71752" y="8540"/>
                      <a:pt x="70756" y="8947"/>
                      <a:pt x="69941" y="9581"/>
                    </a:cubicBezTo>
                    <a:cubicBezTo>
                      <a:pt x="69534" y="9898"/>
                      <a:pt x="69217" y="10260"/>
                      <a:pt x="68945" y="10713"/>
                    </a:cubicBezTo>
                    <a:cubicBezTo>
                      <a:pt x="68674" y="11120"/>
                      <a:pt x="68583" y="11573"/>
                      <a:pt x="68492" y="12026"/>
                    </a:cubicBezTo>
                    <a:cubicBezTo>
                      <a:pt x="68449" y="12178"/>
                      <a:pt x="68322" y="12247"/>
                      <a:pt x="68191" y="12247"/>
                    </a:cubicBezTo>
                    <a:cubicBezTo>
                      <a:pt x="68050" y="12247"/>
                      <a:pt x="67906" y="12167"/>
                      <a:pt x="67859" y="12026"/>
                    </a:cubicBezTo>
                    <a:cubicBezTo>
                      <a:pt x="67587" y="11165"/>
                      <a:pt x="68040" y="10215"/>
                      <a:pt x="68538" y="9536"/>
                    </a:cubicBezTo>
                    <a:cubicBezTo>
                      <a:pt x="69081" y="8811"/>
                      <a:pt x="69851" y="8268"/>
                      <a:pt x="70620" y="7816"/>
                    </a:cubicBezTo>
                    <a:cubicBezTo>
                      <a:pt x="70937" y="7634"/>
                      <a:pt x="71254" y="7499"/>
                      <a:pt x="71571" y="7318"/>
                    </a:cubicBezTo>
                    <a:cubicBezTo>
                      <a:pt x="71390" y="7227"/>
                      <a:pt x="71299" y="7001"/>
                      <a:pt x="71480" y="6865"/>
                    </a:cubicBezTo>
                    <a:cubicBezTo>
                      <a:pt x="72023" y="6367"/>
                      <a:pt x="72612" y="5914"/>
                      <a:pt x="73155" y="5462"/>
                    </a:cubicBezTo>
                    <a:cubicBezTo>
                      <a:pt x="73246" y="5326"/>
                      <a:pt x="73381" y="5235"/>
                      <a:pt x="73517" y="5099"/>
                    </a:cubicBezTo>
                    <a:cubicBezTo>
                      <a:pt x="72476" y="5099"/>
                      <a:pt x="71435" y="4828"/>
                      <a:pt x="70439" y="4647"/>
                    </a:cubicBezTo>
                    <a:cubicBezTo>
                      <a:pt x="68628" y="4239"/>
                      <a:pt x="66772" y="3741"/>
                      <a:pt x="64916" y="3606"/>
                    </a:cubicBezTo>
                    <a:cubicBezTo>
                      <a:pt x="64610" y="3582"/>
                      <a:pt x="64300" y="3569"/>
                      <a:pt x="63986" y="3569"/>
                    </a:cubicBezTo>
                    <a:cubicBezTo>
                      <a:pt x="61330" y="3569"/>
                      <a:pt x="58483" y="4452"/>
                      <a:pt x="56904" y="6639"/>
                    </a:cubicBezTo>
                    <a:cubicBezTo>
                      <a:pt x="57039" y="7363"/>
                      <a:pt x="57130" y="8087"/>
                      <a:pt x="57039" y="8811"/>
                    </a:cubicBezTo>
                    <a:cubicBezTo>
                      <a:pt x="57017" y="9038"/>
                      <a:pt x="56858" y="9151"/>
                      <a:pt x="56700" y="9151"/>
                    </a:cubicBezTo>
                    <a:cubicBezTo>
                      <a:pt x="56542" y="9151"/>
                      <a:pt x="56383" y="9038"/>
                      <a:pt x="56360" y="8811"/>
                    </a:cubicBezTo>
                    <a:cubicBezTo>
                      <a:pt x="56179" y="7408"/>
                      <a:pt x="55455" y="6005"/>
                      <a:pt x="54685" y="4783"/>
                    </a:cubicBezTo>
                    <a:cubicBezTo>
                      <a:pt x="54006" y="3787"/>
                      <a:pt x="53327" y="2655"/>
                      <a:pt x="52150" y="2112"/>
                    </a:cubicBezTo>
                    <a:cubicBezTo>
                      <a:pt x="50657" y="1387"/>
                      <a:pt x="48755" y="1568"/>
                      <a:pt x="47216" y="935"/>
                    </a:cubicBezTo>
                    <a:lnTo>
                      <a:pt x="47216" y="935"/>
                    </a:lnTo>
                    <a:cubicBezTo>
                      <a:pt x="47624" y="1840"/>
                      <a:pt x="48303" y="2564"/>
                      <a:pt x="48982" y="3379"/>
                    </a:cubicBezTo>
                    <a:cubicBezTo>
                      <a:pt x="49072" y="3424"/>
                      <a:pt x="49072" y="3560"/>
                      <a:pt x="49072" y="3651"/>
                    </a:cubicBezTo>
                    <a:cubicBezTo>
                      <a:pt x="49389" y="4103"/>
                      <a:pt x="49706" y="4511"/>
                      <a:pt x="49978" y="5009"/>
                    </a:cubicBezTo>
                    <a:cubicBezTo>
                      <a:pt x="50166" y="5291"/>
                      <a:pt x="49941" y="5530"/>
                      <a:pt x="49680" y="5530"/>
                    </a:cubicBezTo>
                    <a:cubicBezTo>
                      <a:pt x="49564" y="5530"/>
                      <a:pt x="49441" y="5482"/>
                      <a:pt x="49344" y="5371"/>
                    </a:cubicBezTo>
                    <a:cubicBezTo>
                      <a:pt x="47578" y="3017"/>
                      <a:pt x="44907" y="1161"/>
                      <a:pt x="42056" y="437"/>
                    </a:cubicBezTo>
                    <a:cubicBezTo>
                      <a:pt x="41023" y="142"/>
                      <a:pt x="39972" y="1"/>
                      <a:pt x="389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6" name="Google Shape;2116;p2"/>
              <p:cNvSpPr/>
              <p:nvPr/>
            </p:nvSpPr>
            <p:spPr>
              <a:xfrm>
                <a:off x="4516750" y="4084850"/>
                <a:ext cx="199200" cy="572675"/>
              </a:xfrm>
              <a:custGeom>
                <a:rect b="b" l="l" r="r" t="t"/>
                <a:pathLst>
                  <a:path extrusionOk="0" h="22907" w="7968">
                    <a:moveTo>
                      <a:pt x="4618" y="0"/>
                    </a:moveTo>
                    <a:cubicBezTo>
                      <a:pt x="4618" y="45"/>
                      <a:pt x="4618" y="45"/>
                      <a:pt x="4572" y="91"/>
                    </a:cubicBezTo>
                    <a:cubicBezTo>
                      <a:pt x="4256" y="543"/>
                      <a:pt x="3893" y="1041"/>
                      <a:pt x="3667" y="1539"/>
                    </a:cubicBezTo>
                    <a:cubicBezTo>
                      <a:pt x="3441" y="2128"/>
                      <a:pt x="3441" y="2626"/>
                      <a:pt x="3033" y="3124"/>
                    </a:cubicBezTo>
                    <a:cubicBezTo>
                      <a:pt x="2898" y="3214"/>
                      <a:pt x="2762" y="3260"/>
                      <a:pt x="2581" y="3260"/>
                    </a:cubicBezTo>
                    <a:cubicBezTo>
                      <a:pt x="3214" y="4935"/>
                      <a:pt x="3893" y="6609"/>
                      <a:pt x="4301" y="8375"/>
                    </a:cubicBezTo>
                    <a:cubicBezTo>
                      <a:pt x="4663" y="10050"/>
                      <a:pt x="4618" y="11725"/>
                      <a:pt x="4029" y="13355"/>
                    </a:cubicBezTo>
                    <a:cubicBezTo>
                      <a:pt x="3531" y="14758"/>
                      <a:pt x="2807" y="16025"/>
                      <a:pt x="2037" y="17293"/>
                    </a:cubicBezTo>
                    <a:cubicBezTo>
                      <a:pt x="1268" y="18560"/>
                      <a:pt x="544" y="19873"/>
                      <a:pt x="181" y="21322"/>
                    </a:cubicBezTo>
                    <a:cubicBezTo>
                      <a:pt x="181" y="21458"/>
                      <a:pt x="91" y="21548"/>
                      <a:pt x="0" y="21593"/>
                    </a:cubicBezTo>
                    <a:cubicBezTo>
                      <a:pt x="0" y="21639"/>
                      <a:pt x="46" y="21639"/>
                      <a:pt x="46" y="21684"/>
                    </a:cubicBezTo>
                    <a:cubicBezTo>
                      <a:pt x="227" y="22091"/>
                      <a:pt x="362" y="22499"/>
                      <a:pt x="453" y="22906"/>
                    </a:cubicBezTo>
                    <a:cubicBezTo>
                      <a:pt x="906" y="22635"/>
                      <a:pt x="1404" y="22454"/>
                      <a:pt x="1947" y="22363"/>
                    </a:cubicBezTo>
                    <a:cubicBezTo>
                      <a:pt x="2943" y="22227"/>
                      <a:pt x="3848" y="22137"/>
                      <a:pt x="4708" y="21548"/>
                    </a:cubicBezTo>
                    <a:cubicBezTo>
                      <a:pt x="5523" y="21005"/>
                      <a:pt x="6112" y="20190"/>
                      <a:pt x="6610" y="19375"/>
                    </a:cubicBezTo>
                    <a:cubicBezTo>
                      <a:pt x="6881" y="18923"/>
                      <a:pt x="7108" y="18425"/>
                      <a:pt x="7379" y="17972"/>
                    </a:cubicBezTo>
                    <a:cubicBezTo>
                      <a:pt x="7470" y="17791"/>
                      <a:pt x="7560" y="17610"/>
                      <a:pt x="7651" y="17429"/>
                    </a:cubicBezTo>
                    <a:cubicBezTo>
                      <a:pt x="7651" y="17067"/>
                      <a:pt x="7651" y="16614"/>
                      <a:pt x="7696" y="16252"/>
                    </a:cubicBezTo>
                    <a:cubicBezTo>
                      <a:pt x="7741" y="16116"/>
                      <a:pt x="7832" y="16025"/>
                      <a:pt x="7968" y="15980"/>
                    </a:cubicBezTo>
                    <a:cubicBezTo>
                      <a:pt x="7877" y="15890"/>
                      <a:pt x="7787" y="15799"/>
                      <a:pt x="7741" y="15709"/>
                    </a:cubicBezTo>
                    <a:cubicBezTo>
                      <a:pt x="7017" y="14758"/>
                      <a:pt x="6247" y="13762"/>
                      <a:pt x="5659" y="12721"/>
                    </a:cubicBezTo>
                    <a:cubicBezTo>
                      <a:pt x="5342" y="12178"/>
                      <a:pt x="5116" y="11634"/>
                      <a:pt x="5116" y="11001"/>
                    </a:cubicBezTo>
                    <a:cubicBezTo>
                      <a:pt x="5116" y="10412"/>
                      <a:pt x="5297" y="9778"/>
                      <a:pt x="5387" y="9190"/>
                    </a:cubicBezTo>
                    <a:cubicBezTo>
                      <a:pt x="5614" y="8239"/>
                      <a:pt x="5749" y="7243"/>
                      <a:pt x="5704" y="6247"/>
                    </a:cubicBezTo>
                    <a:cubicBezTo>
                      <a:pt x="5387" y="5749"/>
                      <a:pt x="5116" y="5251"/>
                      <a:pt x="4980" y="4708"/>
                    </a:cubicBezTo>
                    <a:cubicBezTo>
                      <a:pt x="4754" y="3803"/>
                      <a:pt x="4799" y="2943"/>
                      <a:pt x="4980" y="2037"/>
                    </a:cubicBezTo>
                    <a:cubicBezTo>
                      <a:pt x="4889" y="1856"/>
                      <a:pt x="4844" y="1630"/>
                      <a:pt x="4799" y="1404"/>
                    </a:cubicBezTo>
                    <a:cubicBezTo>
                      <a:pt x="4708" y="996"/>
                      <a:pt x="4663" y="543"/>
                      <a:pt x="4618" y="91"/>
                    </a:cubicBezTo>
                    <a:lnTo>
                      <a:pt x="461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7" name="Google Shape;2117;p2"/>
              <p:cNvSpPr/>
              <p:nvPr/>
            </p:nvSpPr>
            <p:spPr>
              <a:xfrm>
                <a:off x="2764850" y="993400"/>
                <a:ext cx="2566750" cy="4424500"/>
              </a:xfrm>
              <a:custGeom>
                <a:rect b="b" l="l" r="r" t="t"/>
                <a:pathLst>
                  <a:path extrusionOk="0" h="176980" w="102670">
                    <a:moveTo>
                      <a:pt x="42600" y="0"/>
                    </a:moveTo>
                    <a:cubicBezTo>
                      <a:pt x="41978" y="0"/>
                      <a:pt x="41352" y="88"/>
                      <a:pt x="40742" y="300"/>
                    </a:cubicBezTo>
                    <a:cubicBezTo>
                      <a:pt x="39701" y="617"/>
                      <a:pt x="38750" y="1206"/>
                      <a:pt x="37936" y="1885"/>
                    </a:cubicBezTo>
                    <a:cubicBezTo>
                      <a:pt x="37166" y="2518"/>
                      <a:pt x="36487" y="3333"/>
                      <a:pt x="35627" y="3922"/>
                    </a:cubicBezTo>
                    <a:cubicBezTo>
                      <a:pt x="35559" y="3964"/>
                      <a:pt x="35492" y="3983"/>
                      <a:pt x="35430" y="3983"/>
                    </a:cubicBezTo>
                    <a:cubicBezTo>
                      <a:pt x="35162" y="3983"/>
                      <a:pt x="34973" y="3636"/>
                      <a:pt x="35084" y="3379"/>
                    </a:cubicBezTo>
                    <a:cubicBezTo>
                      <a:pt x="35084" y="3288"/>
                      <a:pt x="35129" y="3243"/>
                      <a:pt x="35174" y="3197"/>
                    </a:cubicBezTo>
                    <a:lnTo>
                      <a:pt x="35174" y="3197"/>
                    </a:lnTo>
                    <a:cubicBezTo>
                      <a:pt x="34269" y="3967"/>
                      <a:pt x="33137" y="4193"/>
                      <a:pt x="32005" y="4420"/>
                    </a:cubicBezTo>
                    <a:cubicBezTo>
                      <a:pt x="30964" y="4601"/>
                      <a:pt x="29968" y="4691"/>
                      <a:pt x="28927" y="4827"/>
                    </a:cubicBezTo>
                    <a:cubicBezTo>
                      <a:pt x="28927" y="4918"/>
                      <a:pt x="28882" y="5008"/>
                      <a:pt x="28791" y="5054"/>
                    </a:cubicBezTo>
                    <a:cubicBezTo>
                      <a:pt x="28655" y="5144"/>
                      <a:pt x="28520" y="5235"/>
                      <a:pt x="28293" y="5235"/>
                    </a:cubicBezTo>
                    <a:lnTo>
                      <a:pt x="27976" y="5235"/>
                    </a:lnTo>
                    <a:cubicBezTo>
                      <a:pt x="27886" y="5235"/>
                      <a:pt x="27886" y="5235"/>
                      <a:pt x="27750" y="5280"/>
                    </a:cubicBezTo>
                    <a:cubicBezTo>
                      <a:pt x="27660" y="5280"/>
                      <a:pt x="27524" y="5325"/>
                      <a:pt x="27433" y="5370"/>
                    </a:cubicBezTo>
                    <a:cubicBezTo>
                      <a:pt x="27116" y="5461"/>
                      <a:pt x="26754" y="5687"/>
                      <a:pt x="26437" y="5914"/>
                    </a:cubicBezTo>
                    <a:cubicBezTo>
                      <a:pt x="25758" y="6457"/>
                      <a:pt x="25215" y="7181"/>
                      <a:pt x="24762" y="7951"/>
                    </a:cubicBezTo>
                    <a:cubicBezTo>
                      <a:pt x="24705" y="8037"/>
                      <a:pt x="24628" y="8073"/>
                      <a:pt x="24556" y="8073"/>
                    </a:cubicBezTo>
                    <a:cubicBezTo>
                      <a:pt x="24401" y="8073"/>
                      <a:pt x="24262" y="7909"/>
                      <a:pt x="24355" y="7724"/>
                    </a:cubicBezTo>
                    <a:cubicBezTo>
                      <a:pt x="24627" y="7091"/>
                      <a:pt x="24898" y="6412"/>
                      <a:pt x="25306" y="5823"/>
                    </a:cubicBezTo>
                    <a:lnTo>
                      <a:pt x="25306" y="5823"/>
                    </a:lnTo>
                    <a:cubicBezTo>
                      <a:pt x="24989" y="6004"/>
                      <a:pt x="24717" y="6140"/>
                      <a:pt x="24400" y="6321"/>
                    </a:cubicBezTo>
                    <a:cubicBezTo>
                      <a:pt x="23902" y="6638"/>
                      <a:pt x="23495" y="7000"/>
                      <a:pt x="23087" y="7408"/>
                    </a:cubicBezTo>
                    <a:cubicBezTo>
                      <a:pt x="22680" y="7770"/>
                      <a:pt x="22408" y="8268"/>
                      <a:pt x="22046" y="8675"/>
                    </a:cubicBezTo>
                    <a:cubicBezTo>
                      <a:pt x="21976" y="8745"/>
                      <a:pt x="21893" y="8776"/>
                      <a:pt x="21812" y="8776"/>
                    </a:cubicBezTo>
                    <a:cubicBezTo>
                      <a:pt x="21630" y="8776"/>
                      <a:pt x="21458" y="8622"/>
                      <a:pt x="21458" y="8403"/>
                    </a:cubicBezTo>
                    <a:cubicBezTo>
                      <a:pt x="21412" y="7996"/>
                      <a:pt x="21548" y="7589"/>
                      <a:pt x="21729" y="7181"/>
                    </a:cubicBezTo>
                    <a:lnTo>
                      <a:pt x="21729" y="7181"/>
                    </a:lnTo>
                    <a:cubicBezTo>
                      <a:pt x="20371" y="7951"/>
                      <a:pt x="19285" y="9173"/>
                      <a:pt x="18561" y="10667"/>
                    </a:cubicBezTo>
                    <a:cubicBezTo>
                      <a:pt x="17972" y="11934"/>
                      <a:pt x="17610" y="13338"/>
                      <a:pt x="17293" y="14696"/>
                    </a:cubicBezTo>
                    <a:cubicBezTo>
                      <a:pt x="17112" y="15375"/>
                      <a:pt x="16976" y="16054"/>
                      <a:pt x="16840" y="16778"/>
                    </a:cubicBezTo>
                    <a:cubicBezTo>
                      <a:pt x="16750" y="17457"/>
                      <a:pt x="16659" y="18227"/>
                      <a:pt x="16342" y="18906"/>
                    </a:cubicBezTo>
                    <a:cubicBezTo>
                      <a:pt x="16289" y="19013"/>
                      <a:pt x="16200" y="19057"/>
                      <a:pt x="16107" y="19057"/>
                    </a:cubicBezTo>
                    <a:cubicBezTo>
                      <a:pt x="15964" y="19057"/>
                      <a:pt x="15809" y="18953"/>
                      <a:pt x="15754" y="18815"/>
                    </a:cubicBezTo>
                    <a:cubicBezTo>
                      <a:pt x="15527" y="18227"/>
                      <a:pt x="15573" y="17593"/>
                      <a:pt x="15663" y="16959"/>
                    </a:cubicBezTo>
                    <a:lnTo>
                      <a:pt x="15663" y="16959"/>
                    </a:lnTo>
                    <a:cubicBezTo>
                      <a:pt x="14939" y="18227"/>
                      <a:pt x="14034" y="19404"/>
                      <a:pt x="13355" y="20717"/>
                    </a:cubicBezTo>
                    <a:cubicBezTo>
                      <a:pt x="12540" y="22210"/>
                      <a:pt x="12042" y="23795"/>
                      <a:pt x="12042" y="25560"/>
                    </a:cubicBezTo>
                    <a:cubicBezTo>
                      <a:pt x="12042" y="27416"/>
                      <a:pt x="12404" y="29318"/>
                      <a:pt x="12947" y="31128"/>
                    </a:cubicBezTo>
                    <a:cubicBezTo>
                      <a:pt x="13490" y="32849"/>
                      <a:pt x="14305" y="34478"/>
                      <a:pt x="14848" y="36199"/>
                    </a:cubicBezTo>
                    <a:cubicBezTo>
                      <a:pt x="14914" y="36460"/>
                      <a:pt x="14695" y="36651"/>
                      <a:pt x="14484" y="36651"/>
                    </a:cubicBezTo>
                    <a:cubicBezTo>
                      <a:pt x="14403" y="36651"/>
                      <a:pt x="14323" y="36623"/>
                      <a:pt x="14260" y="36561"/>
                    </a:cubicBezTo>
                    <a:cubicBezTo>
                      <a:pt x="12766" y="35067"/>
                      <a:pt x="11997" y="32849"/>
                      <a:pt x="11453" y="30857"/>
                    </a:cubicBezTo>
                    <a:cubicBezTo>
                      <a:pt x="11091" y="29725"/>
                      <a:pt x="10865" y="28503"/>
                      <a:pt x="10729" y="27281"/>
                    </a:cubicBezTo>
                    <a:cubicBezTo>
                      <a:pt x="10503" y="27416"/>
                      <a:pt x="10276" y="27507"/>
                      <a:pt x="10005" y="27597"/>
                    </a:cubicBezTo>
                    <a:cubicBezTo>
                      <a:pt x="9235" y="27779"/>
                      <a:pt x="8466" y="27869"/>
                      <a:pt x="7696" y="27960"/>
                    </a:cubicBezTo>
                    <a:cubicBezTo>
                      <a:pt x="7130" y="28044"/>
                      <a:pt x="6563" y="28108"/>
                      <a:pt x="6006" y="28108"/>
                    </a:cubicBezTo>
                    <a:cubicBezTo>
                      <a:pt x="5361" y="28108"/>
                      <a:pt x="4727" y="28021"/>
                      <a:pt x="4120" y="27779"/>
                    </a:cubicBezTo>
                    <a:cubicBezTo>
                      <a:pt x="3934" y="27832"/>
                      <a:pt x="3733" y="27854"/>
                      <a:pt x="3534" y="27854"/>
                    </a:cubicBezTo>
                    <a:cubicBezTo>
                      <a:pt x="3394" y="27854"/>
                      <a:pt x="3255" y="27843"/>
                      <a:pt x="3124" y="27824"/>
                    </a:cubicBezTo>
                    <a:lnTo>
                      <a:pt x="3124" y="27824"/>
                    </a:lnTo>
                    <a:cubicBezTo>
                      <a:pt x="4708" y="29635"/>
                      <a:pt x="4029" y="32487"/>
                      <a:pt x="3305" y="34569"/>
                    </a:cubicBezTo>
                    <a:cubicBezTo>
                      <a:pt x="2852" y="35927"/>
                      <a:pt x="2264" y="37376"/>
                      <a:pt x="2264" y="38869"/>
                    </a:cubicBezTo>
                    <a:cubicBezTo>
                      <a:pt x="2264" y="39503"/>
                      <a:pt x="2400" y="40092"/>
                      <a:pt x="2581" y="40635"/>
                    </a:cubicBezTo>
                    <a:cubicBezTo>
                      <a:pt x="3305" y="39684"/>
                      <a:pt x="4075" y="38779"/>
                      <a:pt x="3939" y="37466"/>
                    </a:cubicBezTo>
                    <a:cubicBezTo>
                      <a:pt x="3914" y="37244"/>
                      <a:pt x="4090" y="37130"/>
                      <a:pt x="4271" y="37130"/>
                    </a:cubicBezTo>
                    <a:cubicBezTo>
                      <a:pt x="4422" y="37130"/>
                      <a:pt x="4576" y="37210"/>
                      <a:pt x="4618" y="37376"/>
                    </a:cubicBezTo>
                    <a:cubicBezTo>
                      <a:pt x="5025" y="38553"/>
                      <a:pt x="4935" y="39639"/>
                      <a:pt x="4256" y="40725"/>
                    </a:cubicBezTo>
                    <a:cubicBezTo>
                      <a:pt x="3984" y="41178"/>
                      <a:pt x="3758" y="41586"/>
                      <a:pt x="3486" y="42038"/>
                    </a:cubicBezTo>
                    <a:cubicBezTo>
                      <a:pt x="3441" y="42446"/>
                      <a:pt x="3441" y="42898"/>
                      <a:pt x="3395" y="43351"/>
                    </a:cubicBezTo>
                    <a:cubicBezTo>
                      <a:pt x="3305" y="43940"/>
                      <a:pt x="3260" y="44528"/>
                      <a:pt x="3214" y="45117"/>
                    </a:cubicBezTo>
                    <a:cubicBezTo>
                      <a:pt x="3169" y="46022"/>
                      <a:pt x="3214" y="46927"/>
                      <a:pt x="3260" y="47833"/>
                    </a:cubicBezTo>
                    <a:cubicBezTo>
                      <a:pt x="3350" y="47380"/>
                      <a:pt x="3350" y="46973"/>
                      <a:pt x="3305" y="46520"/>
                    </a:cubicBezTo>
                    <a:cubicBezTo>
                      <a:pt x="3305" y="46317"/>
                      <a:pt x="3505" y="46199"/>
                      <a:pt x="3696" y="46199"/>
                    </a:cubicBezTo>
                    <a:cubicBezTo>
                      <a:pt x="3845" y="46199"/>
                      <a:pt x="3990" y="46271"/>
                      <a:pt x="4029" y="46429"/>
                    </a:cubicBezTo>
                    <a:cubicBezTo>
                      <a:pt x="4165" y="47063"/>
                      <a:pt x="4301" y="47697"/>
                      <a:pt x="4301" y="48376"/>
                    </a:cubicBezTo>
                    <a:cubicBezTo>
                      <a:pt x="4346" y="49010"/>
                      <a:pt x="4256" y="49643"/>
                      <a:pt x="4120" y="50232"/>
                    </a:cubicBezTo>
                    <a:cubicBezTo>
                      <a:pt x="3939" y="51454"/>
                      <a:pt x="3486" y="52586"/>
                      <a:pt x="3350" y="53808"/>
                    </a:cubicBezTo>
                    <a:cubicBezTo>
                      <a:pt x="3260" y="54714"/>
                      <a:pt x="3395" y="55619"/>
                      <a:pt x="3622" y="56479"/>
                    </a:cubicBezTo>
                    <a:cubicBezTo>
                      <a:pt x="3667" y="56479"/>
                      <a:pt x="3712" y="56479"/>
                      <a:pt x="3712" y="56524"/>
                    </a:cubicBezTo>
                    <a:cubicBezTo>
                      <a:pt x="4482" y="56751"/>
                      <a:pt x="4572" y="58018"/>
                      <a:pt x="4618" y="58607"/>
                    </a:cubicBezTo>
                    <a:cubicBezTo>
                      <a:pt x="4618" y="58878"/>
                      <a:pt x="4618" y="59150"/>
                      <a:pt x="4618" y="59376"/>
                    </a:cubicBezTo>
                    <a:cubicBezTo>
                      <a:pt x="4754" y="59874"/>
                      <a:pt x="4980" y="60327"/>
                      <a:pt x="4889" y="60870"/>
                    </a:cubicBezTo>
                    <a:cubicBezTo>
                      <a:pt x="4855" y="61074"/>
                      <a:pt x="4669" y="61176"/>
                      <a:pt x="4482" y="61176"/>
                    </a:cubicBezTo>
                    <a:cubicBezTo>
                      <a:pt x="4420" y="61176"/>
                      <a:pt x="4357" y="61164"/>
                      <a:pt x="4301" y="61142"/>
                    </a:cubicBezTo>
                    <a:cubicBezTo>
                      <a:pt x="4075" y="61957"/>
                      <a:pt x="3803" y="62771"/>
                      <a:pt x="3486" y="63541"/>
                    </a:cubicBezTo>
                    <a:cubicBezTo>
                      <a:pt x="2852" y="65125"/>
                      <a:pt x="2264" y="66710"/>
                      <a:pt x="1902" y="68430"/>
                    </a:cubicBezTo>
                    <a:cubicBezTo>
                      <a:pt x="1585" y="70060"/>
                      <a:pt x="1539" y="71735"/>
                      <a:pt x="1585" y="73455"/>
                    </a:cubicBezTo>
                    <a:lnTo>
                      <a:pt x="1585" y="73591"/>
                    </a:lnTo>
                    <a:cubicBezTo>
                      <a:pt x="1902" y="74270"/>
                      <a:pt x="1902" y="75175"/>
                      <a:pt x="1811" y="76035"/>
                    </a:cubicBezTo>
                    <a:cubicBezTo>
                      <a:pt x="1947" y="76805"/>
                      <a:pt x="2128" y="77620"/>
                      <a:pt x="2173" y="78434"/>
                    </a:cubicBezTo>
                    <a:cubicBezTo>
                      <a:pt x="2173" y="78641"/>
                      <a:pt x="2025" y="78745"/>
                      <a:pt x="1865" y="78745"/>
                    </a:cubicBezTo>
                    <a:cubicBezTo>
                      <a:pt x="1745" y="78745"/>
                      <a:pt x="1617" y="78687"/>
                      <a:pt x="1539" y="78570"/>
                    </a:cubicBezTo>
                    <a:cubicBezTo>
                      <a:pt x="1449" y="78480"/>
                      <a:pt x="1404" y="78389"/>
                      <a:pt x="1313" y="78299"/>
                    </a:cubicBezTo>
                    <a:cubicBezTo>
                      <a:pt x="1087" y="79340"/>
                      <a:pt x="815" y="80381"/>
                      <a:pt x="634" y="81422"/>
                    </a:cubicBezTo>
                    <a:cubicBezTo>
                      <a:pt x="362" y="82916"/>
                      <a:pt x="272" y="84365"/>
                      <a:pt x="362" y="85859"/>
                    </a:cubicBezTo>
                    <a:cubicBezTo>
                      <a:pt x="408" y="86402"/>
                      <a:pt x="453" y="86945"/>
                      <a:pt x="544" y="87534"/>
                    </a:cubicBezTo>
                    <a:cubicBezTo>
                      <a:pt x="679" y="87534"/>
                      <a:pt x="770" y="87624"/>
                      <a:pt x="860" y="87715"/>
                    </a:cubicBezTo>
                    <a:cubicBezTo>
                      <a:pt x="1358" y="88348"/>
                      <a:pt x="1313" y="89163"/>
                      <a:pt x="1087" y="89933"/>
                    </a:cubicBezTo>
                    <a:cubicBezTo>
                      <a:pt x="1132" y="90023"/>
                      <a:pt x="1132" y="90069"/>
                      <a:pt x="1132" y="90114"/>
                    </a:cubicBezTo>
                    <a:cubicBezTo>
                      <a:pt x="1177" y="90340"/>
                      <a:pt x="1041" y="90567"/>
                      <a:pt x="860" y="90657"/>
                    </a:cubicBezTo>
                    <a:cubicBezTo>
                      <a:pt x="815" y="90793"/>
                      <a:pt x="770" y="90929"/>
                      <a:pt x="725" y="91065"/>
                    </a:cubicBezTo>
                    <a:cubicBezTo>
                      <a:pt x="362" y="92106"/>
                      <a:pt x="91" y="93147"/>
                      <a:pt x="46" y="94233"/>
                    </a:cubicBezTo>
                    <a:cubicBezTo>
                      <a:pt x="0" y="94550"/>
                      <a:pt x="0" y="94867"/>
                      <a:pt x="0" y="95229"/>
                    </a:cubicBezTo>
                    <a:cubicBezTo>
                      <a:pt x="91" y="95229"/>
                      <a:pt x="181" y="95320"/>
                      <a:pt x="227" y="95410"/>
                    </a:cubicBezTo>
                    <a:cubicBezTo>
                      <a:pt x="725" y="96768"/>
                      <a:pt x="1041" y="98126"/>
                      <a:pt x="906" y="99575"/>
                    </a:cubicBezTo>
                    <a:cubicBezTo>
                      <a:pt x="906" y="99620"/>
                      <a:pt x="906" y="99620"/>
                      <a:pt x="906" y="99666"/>
                    </a:cubicBezTo>
                    <a:cubicBezTo>
                      <a:pt x="996" y="100028"/>
                      <a:pt x="1087" y="100390"/>
                      <a:pt x="1041" y="100707"/>
                    </a:cubicBezTo>
                    <a:cubicBezTo>
                      <a:pt x="1041" y="100950"/>
                      <a:pt x="859" y="101121"/>
                      <a:pt x="659" y="101121"/>
                    </a:cubicBezTo>
                    <a:cubicBezTo>
                      <a:pt x="636" y="101121"/>
                      <a:pt x="612" y="101119"/>
                      <a:pt x="589" y="101114"/>
                    </a:cubicBezTo>
                    <a:cubicBezTo>
                      <a:pt x="453" y="101884"/>
                      <a:pt x="317" y="102608"/>
                      <a:pt x="544" y="103378"/>
                    </a:cubicBezTo>
                    <a:cubicBezTo>
                      <a:pt x="951" y="104600"/>
                      <a:pt x="1811" y="105686"/>
                      <a:pt x="2535" y="106728"/>
                    </a:cubicBezTo>
                    <a:cubicBezTo>
                      <a:pt x="2898" y="107226"/>
                      <a:pt x="3260" y="107724"/>
                      <a:pt x="3531" y="108312"/>
                    </a:cubicBezTo>
                    <a:cubicBezTo>
                      <a:pt x="3758" y="108855"/>
                      <a:pt x="4029" y="109625"/>
                      <a:pt x="3803" y="110213"/>
                    </a:cubicBezTo>
                    <a:cubicBezTo>
                      <a:pt x="3737" y="110412"/>
                      <a:pt x="3573" y="110538"/>
                      <a:pt x="3384" y="110538"/>
                    </a:cubicBezTo>
                    <a:cubicBezTo>
                      <a:pt x="3315" y="110538"/>
                      <a:pt x="3242" y="110521"/>
                      <a:pt x="3169" y="110485"/>
                    </a:cubicBezTo>
                    <a:cubicBezTo>
                      <a:pt x="3169" y="111345"/>
                      <a:pt x="2988" y="112160"/>
                      <a:pt x="2943" y="112975"/>
                    </a:cubicBezTo>
                    <a:cubicBezTo>
                      <a:pt x="2898" y="114061"/>
                      <a:pt x="3033" y="115057"/>
                      <a:pt x="3350" y="116053"/>
                    </a:cubicBezTo>
                    <a:cubicBezTo>
                      <a:pt x="3531" y="116551"/>
                      <a:pt x="3712" y="117004"/>
                      <a:pt x="3984" y="117456"/>
                    </a:cubicBezTo>
                    <a:cubicBezTo>
                      <a:pt x="4210" y="117864"/>
                      <a:pt x="4437" y="118226"/>
                      <a:pt x="4663" y="118633"/>
                    </a:cubicBezTo>
                    <a:cubicBezTo>
                      <a:pt x="5161" y="119312"/>
                      <a:pt x="5523" y="119991"/>
                      <a:pt x="5749" y="120716"/>
                    </a:cubicBezTo>
                    <a:cubicBezTo>
                      <a:pt x="6021" y="121485"/>
                      <a:pt x="6112" y="122300"/>
                      <a:pt x="6021" y="123115"/>
                    </a:cubicBezTo>
                    <a:cubicBezTo>
                      <a:pt x="5931" y="123839"/>
                      <a:pt x="5659" y="124609"/>
                      <a:pt x="5795" y="125333"/>
                    </a:cubicBezTo>
                    <a:cubicBezTo>
                      <a:pt x="5885" y="126012"/>
                      <a:pt x="6519" y="126510"/>
                      <a:pt x="7017" y="126963"/>
                    </a:cubicBezTo>
                    <a:cubicBezTo>
                      <a:pt x="7515" y="127506"/>
                      <a:pt x="8013" y="128140"/>
                      <a:pt x="8420" y="128728"/>
                    </a:cubicBezTo>
                    <a:cubicBezTo>
                      <a:pt x="8828" y="129362"/>
                      <a:pt x="9190" y="129996"/>
                      <a:pt x="9416" y="130720"/>
                    </a:cubicBezTo>
                    <a:cubicBezTo>
                      <a:pt x="9688" y="131399"/>
                      <a:pt x="9914" y="132169"/>
                      <a:pt x="9733" y="132893"/>
                    </a:cubicBezTo>
                    <a:cubicBezTo>
                      <a:pt x="9705" y="133090"/>
                      <a:pt x="9536" y="133200"/>
                      <a:pt x="9359" y="133200"/>
                    </a:cubicBezTo>
                    <a:cubicBezTo>
                      <a:pt x="9251" y="133200"/>
                      <a:pt x="9140" y="133160"/>
                      <a:pt x="9054" y="133074"/>
                    </a:cubicBezTo>
                    <a:lnTo>
                      <a:pt x="9054" y="133074"/>
                    </a:lnTo>
                    <a:cubicBezTo>
                      <a:pt x="9099" y="134523"/>
                      <a:pt x="8873" y="135881"/>
                      <a:pt x="8601" y="137329"/>
                    </a:cubicBezTo>
                    <a:cubicBezTo>
                      <a:pt x="8330" y="138687"/>
                      <a:pt x="9552" y="139593"/>
                      <a:pt x="10322" y="140544"/>
                    </a:cubicBezTo>
                    <a:cubicBezTo>
                      <a:pt x="10774" y="141087"/>
                      <a:pt x="11182" y="141721"/>
                      <a:pt x="11499" y="142354"/>
                    </a:cubicBezTo>
                    <a:cubicBezTo>
                      <a:pt x="11815" y="143079"/>
                      <a:pt x="11906" y="143712"/>
                      <a:pt x="11861" y="144482"/>
                    </a:cubicBezTo>
                    <a:cubicBezTo>
                      <a:pt x="11828" y="144676"/>
                      <a:pt x="11635" y="144846"/>
                      <a:pt x="11461" y="144846"/>
                    </a:cubicBezTo>
                    <a:cubicBezTo>
                      <a:pt x="11391" y="144846"/>
                      <a:pt x="11324" y="144819"/>
                      <a:pt x="11272" y="144754"/>
                    </a:cubicBezTo>
                    <a:cubicBezTo>
                      <a:pt x="11182" y="144618"/>
                      <a:pt x="11091" y="144482"/>
                      <a:pt x="11001" y="144391"/>
                    </a:cubicBezTo>
                    <a:cubicBezTo>
                      <a:pt x="10955" y="144527"/>
                      <a:pt x="10955" y="144663"/>
                      <a:pt x="10955" y="144799"/>
                    </a:cubicBezTo>
                    <a:cubicBezTo>
                      <a:pt x="10865" y="145478"/>
                      <a:pt x="10729" y="146112"/>
                      <a:pt x="10548" y="146745"/>
                    </a:cubicBezTo>
                    <a:cubicBezTo>
                      <a:pt x="10457" y="147108"/>
                      <a:pt x="10412" y="147515"/>
                      <a:pt x="10276" y="147877"/>
                    </a:cubicBezTo>
                    <a:cubicBezTo>
                      <a:pt x="10322" y="148556"/>
                      <a:pt x="10322" y="149280"/>
                      <a:pt x="10141" y="150005"/>
                    </a:cubicBezTo>
                    <a:cubicBezTo>
                      <a:pt x="10005" y="150593"/>
                      <a:pt x="9733" y="151136"/>
                      <a:pt x="9461" y="151680"/>
                    </a:cubicBezTo>
                    <a:cubicBezTo>
                      <a:pt x="9145" y="152223"/>
                      <a:pt x="8782" y="152811"/>
                      <a:pt x="8239" y="153128"/>
                    </a:cubicBezTo>
                    <a:cubicBezTo>
                      <a:pt x="8171" y="153151"/>
                      <a:pt x="8092" y="153162"/>
                      <a:pt x="8013" y="153162"/>
                    </a:cubicBezTo>
                    <a:cubicBezTo>
                      <a:pt x="7934" y="153162"/>
                      <a:pt x="7854" y="153151"/>
                      <a:pt x="7787" y="153128"/>
                    </a:cubicBezTo>
                    <a:cubicBezTo>
                      <a:pt x="7651" y="153219"/>
                      <a:pt x="7560" y="153355"/>
                      <a:pt x="7424" y="153445"/>
                    </a:cubicBezTo>
                    <a:cubicBezTo>
                      <a:pt x="6293" y="154486"/>
                      <a:pt x="4935" y="155211"/>
                      <a:pt x="3667" y="156025"/>
                    </a:cubicBezTo>
                    <a:cubicBezTo>
                      <a:pt x="3124" y="156433"/>
                      <a:pt x="2490" y="156840"/>
                      <a:pt x="2218" y="157474"/>
                    </a:cubicBezTo>
                    <a:cubicBezTo>
                      <a:pt x="1992" y="158063"/>
                      <a:pt x="2037" y="158787"/>
                      <a:pt x="2173" y="159421"/>
                    </a:cubicBezTo>
                    <a:cubicBezTo>
                      <a:pt x="2354" y="160054"/>
                      <a:pt x="2581" y="160643"/>
                      <a:pt x="2852" y="161231"/>
                    </a:cubicBezTo>
                    <a:cubicBezTo>
                      <a:pt x="3395" y="160326"/>
                      <a:pt x="4256" y="159602"/>
                      <a:pt x="5070" y="158923"/>
                    </a:cubicBezTo>
                    <a:cubicBezTo>
                      <a:pt x="5795" y="158334"/>
                      <a:pt x="6519" y="157746"/>
                      <a:pt x="7289" y="157157"/>
                    </a:cubicBezTo>
                    <a:cubicBezTo>
                      <a:pt x="7877" y="156659"/>
                      <a:pt x="8511" y="156207"/>
                      <a:pt x="8918" y="155528"/>
                    </a:cubicBezTo>
                    <a:cubicBezTo>
                      <a:pt x="8995" y="155390"/>
                      <a:pt x="9128" y="155330"/>
                      <a:pt x="9264" y="155330"/>
                    </a:cubicBezTo>
                    <a:cubicBezTo>
                      <a:pt x="9531" y="155330"/>
                      <a:pt x="9808" y="155560"/>
                      <a:pt x="9688" y="155890"/>
                    </a:cubicBezTo>
                    <a:cubicBezTo>
                      <a:pt x="9009" y="157655"/>
                      <a:pt x="7470" y="158832"/>
                      <a:pt x="6112" y="160100"/>
                    </a:cubicBezTo>
                    <a:cubicBezTo>
                      <a:pt x="5478" y="160643"/>
                      <a:pt x="4708" y="161186"/>
                      <a:pt x="4301" y="161956"/>
                    </a:cubicBezTo>
                    <a:cubicBezTo>
                      <a:pt x="3893" y="162589"/>
                      <a:pt x="3939" y="163314"/>
                      <a:pt x="4256" y="163993"/>
                    </a:cubicBezTo>
                    <a:cubicBezTo>
                      <a:pt x="4844" y="165215"/>
                      <a:pt x="6021" y="166030"/>
                      <a:pt x="7289" y="166437"/>
                    </a:cubicBezTo>
                    <a:cubicBezTo>
                      <a:pt x="7470" y="166483"/>
                      <a:pt x="7696" y="166528"/>
                      <a:pt x="7877" y="166573"/>
                    </a:cubicBezTo>
                    <a:cubicBezTo>
                      <a:pt x="8265" y="166670"/>
                      <a:pt x="8679" y="166715"/>
                      <a:pt x="9092" y="166715"/>
                    </a:cubicBezTo>
                    <a:cubicBezTo>
                      <a:pt x="9449" y="166715"/>
                      <a:pt x="9804" y="166681"/>
                      <a:pt x="10141" y="166618"/>
                    </a:cubicBezTo>
                    <a:cubicBezTo>
                      <a:pt x="10548" y="166573"/>
                      <a:pt x="10910" y="166483"/>
                      <a:pt x="11272" y="166347"/>
                    </a:cubicBezTo>
                    <a:lnTo>
                      <a:pt x="11272" y="166256"/>
                    </a:lnTo>
                    <a:cubicBezTo>
                      <a:pt x="11363" y="165441"/>
                      <a:pt x="11770" y="164762"/>
                      <a:pt x="12087" y="164038"/>
                    </a:cubicBezTo>
                    <a:cubicBezTo>
                      <a:pt x="12223" y="163857"/>
                      <a:pt x="12313" y="163676"/>
                      <a:pt x="12404" y="163450"/>
                    </a:cubicBezTo>
                    <a:cubicBezTo>
                      <a:pt x="12902" y="162408"/>
                      <a:pt x="13309" y="161231"/>
                      <a:pt x="13581" y="160100"/>
                    </a:cubicBezTo>
                    <a:cubicBezTo>
                      <a:pt x="13622" y="159935"/>
                      <a:pt x="13776" y="159854"/>
                      <a:pt x="13928" y="159854"/>
                    </a:cubicBezTo>
                    <a:cubicBezTo>
                      <a:pt x="14108" y="159854"/>
                      <a:pt x="14285" y="159969"/>
                      <a:pt x="14260" y="160190"/>
                    </a:cubicBezTo>
                    <a:cubicBezTo>
                      <a:pt x="14215" y="161367"/>
                      <a:pt x="14034" y="162499"/>
                      <a:pt x="13671" y="163585"/>
                    </a:cubicBezTo>
                    <a:cubicBezTo>
                      <a:pt x="13671" y="163631"/>
                      <a:pt x="13671" y="163676"/>
                      <a:pt x="13626" y="163766"/>
                    </a:cubicBezTo>
                    <a:cubicBezTo>
                      <a:pt x="13355" y="164491"/>
                      <a:pt x="12947" y="165260"/>
                      <a:pt x="12811" y="166030"/>
                    </a:cubicBezTo>
                    <a:cubicBezTo>
                      <a:pt x="13083" y="166211"/>
                      <a:pt x="13219" y="166618"/>
                      <a:pt x="12947" y="166935"/>
                    </a:cubicBezTo>
                    <a:lnTo>
                      <a:pt x="12902" y="166935"/>
                    </a:lnTo>
                    <a:cubicBezTo>
                      <a:pt x="13219" y="167343"/>
                      <a:pt x="13898" y="167479"/>
                      <a:pt x="14441" y="167569"/>
                    </a:cubicBezTo>
                    <a:cubicBezTo>
                      <a:pt x="15482" y="167841"/>
                      <a:pt x="16523" y="168022"/>
                      <a:pt x="17565" y="168112"/>
                    </a:cubicBezTo>
                    <a:cubicBezTo>
                      <a:pt x="18327" y="168179"/>
                      <a:pt x="19089" y="168221"/>
                      <a:pt x="19833" y="168221"/>
                    </a:cubicBezTo>
                    <a:cubicBezTo>
                      <a:pt x="20106" y="168221"/>
                      <a:pt x="20376" y="168215"/>
                      <a:pt x="20643" y="168203"/>
                    </a:cubicBezTo>
                    <a:cubicBezTo>
                      <a:pt x="21594" y="168203"/>
                      <a:pt x="22499" y="168112"/>
                      <a:pt x="23268" y="167569"/>
                    </a:cubicBezTo>
                    <a:cubicBezTo>
                      <a:pt x="24536" y="166754"/>
                      <a:pt x="25170" y="165125"/>
                      <a:pt x="25441" y="163721"/>
                    </a:cubicBezTo>
                    <a:cubicBezTo>
                      <a:pt x="25532" y="163359"/>
                      <a:pt x="25577" y="162997"/>
                      <a:pt x="25622" y="162635"/>
                    </a:cubicBezTo>
                    <a:cubicBezTo>
                      <a:pt x="25577" y="162408"/>
                      <a:pt x="25622" y="162227"/>
                      <a:pt x="25668" y="162001"/>
                    </a:cubicBezTo>
                    <a:cubicBezTo>
                      <a:pt x="25849" y="160552"/>
                      <a:pt x="25985" y="159013"/>
                      <a:pt x="26754" y="157791"/>
                    </a:cubicBezTo>
                    <a:cubicBezTo>
                      <a:pt x="26842" y="157634"/>
                      <a:pt x="26983" y="157564"/>
                      <a:pt x="27124" y="157564"/>
                    </a:cubicBezTo>
                    <a:cubicBezTo>
                      <a:pt x="27347" y="157564"/>
                      <a:pt x="27569" y="157740"/>
                      <a:pt x="27569" y="158017"/>
                    </a:cubicBezTo>
                    <a:cubicBezTo>
                      <a:pt x="27569" y="158742"/>
                      <a:pt x="27524" y="159466"/>
                      <a:pt x="27478" y="160236"/>
                    </a:cubicBezTo>
                    <a:cubicBezTo>
                      <a:pt x="27750" y="160009"/>
                      <a:pt x="28067" y="159873"/>
                      <a:pt x="28384" y="159692"/>
                    </a:cubicBezTo>
                    <a:cubicBezTo>
                      <a:pt x="29651" y="159013"/>
                      <a:pt x="31009" y="158561"/>
                      <a:pt x="32186" y="157700"/>
                    </a:cubicBezTo>
                    <a:cubicBezTo>
                      <a:pt x="33544" y="156795"/>
                      <a:pt x="34223" y="155301"/>
                      <a:pt x="34495" y="153762"/>
                    </a:cubicBezTo>
                    <a:cubicBezTo>
                      <a:pt x="34631" y="152766"/>
                      <a:pt x="34631" y="151770"/>
                      <a:pt x="34586" y="150820"/>
                    </a:cubicBezTo>
                    <a:cubicBezTo>
                      <a:pt x="34540" y="150412"/>
                      <a:pt x="34495" y="149959"/>
                      <a:pt x="34495" y="149552"/>
                    </a:cubicBezTo>
                    <a:cubicBezTo>
                      <a:pt x="34359" y="149280"/>
                      <a:pt x="34269" y="148964"/>
                      <a:pt x="34223" y="148737"/>
                    </a:cubicBezTo>
                    <a:cubicBezTo>
                      <a:pt x="33952" y="147877"/>
                      <a:pt x="33771" y="147017"/>
                      <a:pt x="33635" y="146112"/>
                    </a:cubicBezTo>
                    <a:cubicBezTo>
                      <a:pt x="33499" y="145206"/>
                      <a:pt x="33454" y="144301"/>
                      <a:pt x="33499" y="143395"/>
                    </a:cubicBezTo>
                    <a:cubicBezTo>
                      <a:pt x="33544" y="142490"/>
                      <a:pt x="33726" y="141630"/>
                      <a:pt x="33907" y="140725"/>
                    </a:cubicBezTo>
                    <a:cubicBezTo>
                      <a:pt x="33944" y="140536"/>
                      <a:pt x="34108" y="140442"/>
                      <a:pt x="34292" y="140442"/>
                    </a:cubicBezTo>
                    <a:cubicBezTo>
                      <a:pt x="34329" y="140442"/>
                      <a:pt x="34367" y="140445"/>
                      <a:pt x="34405" y="140453"/>
                    </a:cubicBezTo>
                    <a:cubicBezTo>
                      <a:pt x="34495" y="139774"/>
                      <a:pt x="34586" y="139140"/>
                      <a:pt x="34721" y="138506"/>
                    </a:cubicBezTo>
                    <a:cubicBezTo>
                      <a:pt x="34812" y="137873"/>
                      <a:pt x="34857" y="137329"/>
                      <a:pt x="34676" y="136696"/>
                    </a:cubicBezTo>
                    <a:cubicBezTo>
                      <a:pt x="34540" y="136198"/>
                      <a:pt x="34269" y="135700"/>
                      <a:pt x="34042" y="135202"/>
                    </a:cubicBezTo>
                    <a:cubicBezTo>
                      <a:pt x="33454" y="134070"/>
                      <a:pt x="32956" y="132984"/>
                      <a:pt x="32503" y="131852"/>
                    </a:cubicBezTo>
                    <a:cubicBezTo>
                      <a:pt x="32051" y="130675"/>
                      <a:pt x="31598" y="129453"/>
                      <a:pt x="31598" y="128185"/>
                    </a:cubicBezTo>
                    <a:cubicBezTo>
                      <a:pt x="31598" y="127912"/>
                      <a:pt x="31811" y="127771"/>
                      <a:pt x="32031" y="127771"/>
                    </a:cubicBezTo>
                    <a:cubicBezTo>
                      <a:pt x="32175" y="127771"/>
                      <a:pt x="32323" y="127833"/>
                      <a:pt x="32413" y="127959"/>
                    </a:cubicBezTo>
                    <a:cubicBezTo>
                      <a:pt x="32730" y="128457"/>
                      <a:pt x="33001" y="129000"/>
                      <a:pt x="33228" y="129543"/>
                    </a:cubicBezTo>
                    <a:cubicBezTo>
                      <a:pt x="33182" y="128728"/>
                      <a:pt x="33182" y="127868"/>
                      <a:pt x="33137" y="127053"/>
                    </a:cubicBezTo>
                    <a:cubicBezTo>
                      <a:pt x="33137" y="126646"/>
                      <a:pt x="33137" y="126239"/>
                      <a:pt x="32956" y="125876"/>
                    </a:cubicBezTo>
                    <a:cubicBezTo>
                      <a:pt x="32820" y="125514"/>
                      <a:pt x="32594" y="125197"/>
                      <a:pt x="32367" y="124880"/>
                    </a:cubicBezTo>
                    <a:cubicBezTo>
                      <a:pt x="31824" y="124156"/>
                      <a:pt x="31326" y="123387"/>
                      <a:pt x="30783" y="122662"/>
                    </a:cubicBezTo>
                    <a:cubicBezTo>
                      <a:pt x="29742" y="121123"/>
                      <a:pt x="28701" y="119629"/>
                      <a:pt x="27660" y="118090"/>
                    </a:cubicBezTo>
                    <a:cubicBezTo>
                      <a:pt x="27207" y="117366"/>
                      <a:pt x="26664" y="116642"/>
                      <a:pt x="26211" y="115872"/>
                    </a:cubicBezTo>
                    <a:cubicBezTo>
                      <a:pt x="25849" y="115283"/>
                      <a:pt x="25396" y="114604"/>
                      <a:pt x="25124" y="113925"/>
                    </a:cubicBezTo>
                    <a:cubicBezTo>
                      <a:pt x="24717" y="113654"/>
                      <a:pt x="24310" y="113382"/>
                      <a:pt x="23947" y="113065"/>
                    </a:cubicBezTo>
                    <a:cubicBezTo>
                      <a:pt x="22906" y="112250"/>
                      <a:pt x="22001" y="111345"/>
                      <a:pt x="21141" y="110349"/>
                    </a:cubicBezTo>
                    <a:cubicBezTo>
                      <a:pt x="20688" y="109851"/>
                      <a:pt x="20281" y="109308"/>
                      <a:pt x="19873" y="108810"/>
                    </a:cubicBezTo>
                    <a:cubicBezTo>
                      <a:pt x="19647" y="108538"/>
                      <a:pt x="19466" y="108267"/>
                      <a:pt x="19285" y="107995"/>
                    </a:cubicBezTo>
                    <a:cubicBezTo>
                      <a:pt x="19194" y="107859"/>
                      <a:pt x="19149" y="107769"/>
                      <a:pt x="19058" y="107633"/>
                    </a:cubicBezTo>
                    <a:cubicBezTo>
                      <a:pt x="19013" y="107452"/>
                      <a:pt x="18923" y="107271"/>
                      <a:pt x="18832" y="107090"/>
                    </a:cubicBezTo>
                    <a:cubicBezTo>
                      <a:pt x="18787" y="106909"/>
                      <a:pt x="18742" y="106682"/>
                      <a:pt x="18832" y="106501"/>
                    </a:cubicBezTo>
                    <a:cubicBezTo>
                      <a:pt x="18968" y="106365"/>
                      <a:pt x="19013" y="106320"/>
                      <a:pt x="19194" y="106230"/>
                    </a:cubicBezTo>
                    <a:cubicBezTo>
                      <a:pt x="19234" y="106222"/>
                      <a:pt x="19273" y="106218"/>
                      <a:pt x="19310" y="106218"/>
                    </a:cubicBezTo>
                    <a:cubicBezTo>
                      <a:pt x="19483" y="106218"/>
                      <a:pt x="19626" y="106299"/>
                      <a:pt x="19737" y="106411"/>
                    </a:cubicBezTo>
                    <a:cubicBezTo>
                      <a:pt x="20009" y="106592"/>
                      <a:pt x="20281" y="106773"/>
                      <a:pt x="20507" y="107044"/>
                    </a:cubicBezTo>
                    <a:cubicBezTo>
                      <a:pt x="20688" y="107271"/>
                      <a:pt x="20869" y="107497"/>
                      <a:pt x="21096" y="107724"/>
                    </a:cubicBezTo>
                    <a:cubicBezTo>
                      <a:pt x="21458" y="108221"/>
                      <a:pt x="21820" y="108674"/>
                      <a:pt x="22227" y="109127"/>
                    </a:cubicBezTo>
                    <a:cubicBezTo>
                      <a:pt x="22997" y="110032"/>
                      <a:pt x="23812" y="110892"/>
                      <a:pt x="24762" y="111662"/>
                    </a:cubicBezTo>
                    <a:cubicBezTo>
                      <a:pt x="25622" y="112386"/>
                      <a:pt x="26573" y="113020"/>
                      <a:pt x="27614" y="113473"/>
                    </a:cubicBezTo>
                    <a:cubicBezTo>
                      <a:pt x="28112" y="113699"/>
                      <a:pt x="28655" y="113925"/>
                      <a:pt x="29153" y="114061"/>
                    </a:cubicBezTo>
                    <a:cubicBezTo>
                      <a:pt x="29651" y="114242"/>
                      <a:pt x="30240" y="114333"/>
                      <a:pt x="30693" y="114650"/>
                    </a:cubicBezTo>
                    <a:cubicBezTo>
                      <a:pt x="30919" y="114831"/>
                      <a:pt x="31009" y="115283"/>
                      <a:pt x="30693" y="115465"/>
                    </a:cubicBezTo>
                    <a:cubicBezTo>
                      <a:pt x="30380" y="115598"/>
                      <a:pt x="30039" y="115654"/>
                      <a:pt x="29686" y="115654"/>
                    </a:cubicBezTo>
                    <a:cubicBezTo>
                      <a:pt x="28963" y="115654"/>
                      <a:pt x="28193" y="115421"/>
                      <a:pt x="27524" y="115148"/>
                    </a:cubicBezTo>
                    <a:lnTo>
                      <a:pt x="27524" y="115148"/>
                    </a:lnTo>
                    <a:cubicBezTo>
                      <a:pt x="28067" y="115917"/>
                      <a:pt x="28610" y="116687"/>
                      <a:pt x="29153" y="117456"/>
                    </a:cubicBezTo>
                    <a:cubicBezTo>
                      <a:pt x="30195" y="118995"/>
                      <a:pt x="31281" y="120580"/>
                      <a:pt x="32322" y="122119"/>
                    </a:cubicBezTo>
                    <a:cubicBezTo>
                      <a:pt x="32820" y="122889"/>
                      <a:pt x="33363" y="123658"/>
                      <a:pt x="33861" y="124428"/>
                    </a:cubicBezTo>
                    <a:cubicBezTo>
                      <a:pt x="34314" y="125197"/>
                      <a:pt x="34450" y="125922"/>
                      <a:pt x="34405" y="126782"/>
                    </a:cubicBezTo>
                    <a:cubicBezTo>
                      <a:pt x="34359" y="128457"/>
                      <a:pt x="34269" y="130132"/>
                      <a:pt x="34178" y="131807"/>
                    </a:cubicBezTo>
                    <a:cubicBezTo>
                      <a:pt x="34676" y="132938"/>
                      <a:pt x="35219" y="133980"/>
                      <a:pt x="35672" y="135066"/>
                    </a:cubicBezTo>
                    <a:cubicBezTo>
                      <a:pt x="36170" y="136288"/>
                      <a:pt x="36215" y="137420"/>
                      <a:pt x="35898" y="138642"/>
                    </a:cubicBezTo>
                    <a:cubicBezTo>
                      <a:pt x="35582" y="139910"/>
                      <a:pt x="35174" y="141177"/>
                      <a:pt x="34812" y="142445"/>
                    </a:cubicBezTo>
                    <a:cubicBezTo>
                      <a:pt x="34857" y="142807"/>
                      <a:pt x="34903" y="143214"/>
                      <a:pt x="34903" y="143577"/>
                    </a:cubicBezTo>
                    <a:cubicBezTo>
                      <a:pt x="34993" y="144437"/>
                      <a:pt x="35084" y="145342"/>
                      <a:pt x="35265" y="146202"/>
                    </a:cubicBezTo>
                    <a:cubicBezTo>
                      <a:pt x="35400" y="147108"/>
                      <a:pt x="35672" y="147968"/>
                      <a:pt x="35944" y="148828"/>
                    </a:cubicBezTo>
                    <a:cubicBezTo>
                      <a:pt x="35944" y="148964"/>
                      <a:pt x="36034" y="149099"/>
                      <a:pt x="36080" y="149280"/>
                    </a:cubicBezTo>
                    <a:cubicBezTo>
                      <a:pt x="36170" y="149235"/>
                      <a:pt x="36261" y="149190"/>
                      <a:pt x="36351" y="149190"/>
                    </a:cubicBezTo>
                    <a:cubicBezTo>
                      <a:pt x="36442" y="149190"/>
                      <a:pt x="36532" y="149190"/>
                      <a:pt x="36623" y="149235"/>
                    </a:cubicBezTo>
                    <a:lnTo>
                      <a:pt x="36759" y="149235"/>
                    </a:lnTo>
                    <a:cubicBezTo>
                      <a:pt x="36894" y="149235"/>
                      <a:pt x="37030" y="149280"/>
                      <a:pt x="37166" y="149280"/>
                    </a:cubicBezTo>
                    <a:cubicBezTo>
                      <a:pt x="37392" y="149280"/>
                      <a:pt x="37664" y="149280"/>
                      <a:pt x="37936" y="149235"/>
                    </a:cubicBezTo>
                    <a:lnTo>
                      <a:pt x="38207" y="149235"/>
                    </a:lnTo>
                    <a:cubicBezTo>
                      <a:pt x="38388" y="149190"/>
                      <a:pt x="38479" y="149145"/>
                      <a:pt x="38660" y="149099"/>
                    </a:cubicBezTo>
                    <a:cubicBezTo>
                      <a:pt x="38886" y="149054"/>
                      <a:pt x="39113" y="148964"/>
                      <a:pt x="39339" y="148828"/>
                    </a:cubicBezTo>
                    <a:lnTo>
                      <a:pt x="39520" y="148828"/>
                    </a:lnTo>
                    <a:cubicBezTo>
                      <a:pt x="39656" y="148239"/>
                      <a:pt x="39792" y="147696"/>
                      <a:pt x="39882" y="147153"/>
                    </a:cubicBezTo>
                    <a:cubicBezTo>
                      <a:pt x="40154" y="145568"/>
                      <a:pt x="40244" y="143984"/>
                      <a:pt x="40244" y="142400"/>
                    </a:cubicBezTo>
                    <a:cubicBezTo>
                      <a:pt x="40199" y="141268"/>
                      <a:pt x="40154" y="140091"/>
                      <a:pt x="40018" y="138959"/>
                    </a:cubicBezTo>
                    <a:cubicBezTo>
                      <a:pt x="39792" y="138371"/>
                      <a:pt x="39701" y="137646"/>
                      <a:pt x="39656" y="137148"/>
                    </a:cubicBezTo>
                    <a:cubicBezTo>
                      <a:pt x="39520" y="136107"/>
                      <a:pt x="39520" y="135066"/>
                      <a:pt x="39656" y="134025"/>
                    </a:cubicBezTo>
                    <a:cubicBezTo>
                      <a:pt x="39746" y="133210"/>
                      <a:pt x="39927" y="132440"/>
                      <a:pt x="40199" y="131671"/>
                    </a:cubicBezTo>
                    <a:cubicBezTo>
                      <a:pt x="39837" y="131218"/>
                      <a:pt x="39610" y="130584"/>
                      <a:pt x="39429" y="130086"/>
                    </a:cubicBezTo>
                    <a:cubicBezTo>
                      <a:pt x="39203" y="129362"/>
                      <a:pt x="39022" y="128593"/>
                      <a:pt x="38931" y="127823"/>
                    </a:cubicBezTo>
                    <a:cubicBezTo>
                      <a:pt x="38750" y="126374"/>
                      <a:pt x="39022" y="124971"/>
                      <a:pt x="39429" y="123568"/>
                    </a:cubicBezTo>
                    <a:cubicBezTo>
                      <a:pt x="40154" y="121259"/>
                      <a:pt x="41648" y="118316"/>
                      <a:pt x="40154" y="115962"/>
                    </a:cubicBezTo>
                    <a:cubicBezTo>
                      <a:pt x="39973" y="115736"/>
                      <a:pt x="40154" y="115419"/>
                      <a:pt x="40380" y="115374"/>
                    </a:cubicBezTo>
                    <a:cubicBezTo>
                      <a:pt x="40244" y="114876"/>
                      <a:pt x="40018" y="114423"/>
                      <a:pt x="39701" y="114016"/>
                    </a:cubicBezTo>
                    <a:cubicBezTo>
                      <a:pt x="38886" y="112929"/>
                      <a:pt x="37528" y="112386"/>
                      <a:pt x="36713" y="111209"/>
                    </a:cubicBezTo>
                    <a:cubicBezTo>
                      <a:pt x="36170" y="110440"/>
                      <a:pt x="35853" y="109534"/>
                      <a:pt x="35763" y="108629"/>
                    </a:cubicBezTo>
                    <a:cubicBezTo>
                      <a:pt x="35717" y="108176"/>
                      <a:pt x="35717" y="107678"/>
                      <a:pt x="35763" y="107226"/>
                    </a:cubicBezTo>
                    <a:cubicBezTo>
                      <a:pt x="35944" y="105641"/>
                      <a:pt x="36623" y="104374"/>
                      <a:pt x="37392" y="102970"/>
                    </a:cubicBezTo>
                    <a:cubicBezTo>
                      <a:pt x="37452" y="102852"/>
                      <a:pt x="37565" y="102801"/>
                      <a:pt x="37683" y="102801"/>
                    </a:cubicBezTo>
                    <a:cubicBezTo>
                      <a:pt x="37926" y="102801"/>
                      <a:pt x="38193" y="103013"/>
                      <a:pt x="38071" y="103287"/>
                    </a:cubicBezTo>
                    <a:cubicBezTo>
                      <a:pt x="37483" y="104736"/>
                      <a:pt x="37030" y="106682"/>
                      <a:pt x="37302" y="108403"/>
                    </a:cubicBezTo>
                    <a:cubicBezTo>
                      <a:pt x="37438" y="109398"/>
                      <a:pt x="37845" y="110304"/>
                      <a:pt x="38660" y="111028"/>
                    </a:cubicBezTo>
                    <a:cubicBezTo>
                      <a:pt x="39203" y="111481"/>
                      <a:pt x="39792" y="111798"/>
                      <a:pt x="40290" y="112250"/>
                    </a:cubicBezTo>
                    <a:cubicBezTo>
                      <a:pt x="40787" y="112703"/>
                      <a:pt x="41195" y="113246"/>
                      <a:pt x="41512" y="113835"/>
                    </a:cubicBezTo>
                    <a:cubicBezTo>
                      <a:pt x="41829" y="114423"/>
                      <a:pt x="42010" y="115057"/>
                      <a:pt x="42100" y="115691"/>
                    </a:cubicBezTo>
                    <a:cubicBezTo>
                      <a:pt x="42146" y="115781"/>
                      <a:pt x="42146" y="115827"/>
                      <a:pt x="42146" y="115917"/>
                    </a:cubicBezTo>
                    <a:cubicBezTo>
                      <a:pt x="42146" y="116053"/>
                      <a:pt x="42146" y="116144"/>
                      <a:pt x="42100" y="116279"/>
                    </a:cubicBezTo>
                    <a:cubicBezTo>
                      <a:pt x="42100" y="116415"/>
                      <a:pt x="42055" y="116596"/>
                      <a:pt x="42010" y="116777"/>
                    </a:cubicBezTo>
                    <a:cubicBezTo>
                      <a:pt x="41964" y="117049"/>
                      <a:pt x="41919" y="117275"/>
                      <a:pt x="41783" y="117502"/>
                    </a:cubicBezTo>
                    <a:cubicBezTo>
                      <a:pt x="42236" y="119267"/>
                      <a:pt x="41783" y="121214"/>
                      <a:pt x="41240" y="123024"/>
                    </a:cubicBezTo>
                    <a:cubicBezTo>
                      <a:pt x="40833" y="124473"/>
                      <a:pt x="40380" y="125922"/>
                      <a:pt x="40516" y="127461"/>
                    </a:cubicBezTo>
                    <a:cubicBezTo>
                      <a:pt x="40561" y="128185"/>
                      <a:pt x="40742" y="128909"/>
                      <a:pt x="40969" y="129634"/>
                    </a:cubicBezTo>
                    <a:cubicBezTo>
                      <a:pt x="40969" y="129679"/>
                      <a:pt x="40969" y="129679"/>
                      <a:pt x="40969" y="129724"/>
                    </a:cubicBezTo>
                    <a:cubicBezTo>
                      <a:pt x="41240" y="129090"/>
                      <a:pt x="41466" y="128457"/>
                      <a:pt x="41331" y="127868"/>
                    </a:cubicBezTo>
                    <a:cubicBezTo>
                      <a:pt x="41222" y="127514"/>
                      <a:pt x="41473" y="127308"/>
                      <a:pt x="41740" y="127308"/>
                    </a:cubicBezTo>
                    <a:cubicBezTo>
                      <a:pt x="41917" y="127308"/>
                      <a:pt x="42101" y="127398"/>
                      <a:pt x="42191" y="127597"/>
                    </a:cubicBezTo>
                    <a:cubicBezTo>
                      <a:pt x="42643" y="128638"/>
                      <a:pt x="42417" y="129634"/>
                      <a:pt x="42100" y="130630"/>
                    </a:cubicBezTo>
                    <a:cubicBezTo>
                      <a:pt x="41738" y="131626"/>
                      <a:pt x="41421" y="132621"/>
                      <a:pt x="41285" y="133663"/>
                    </a:cubicBezTo>
                    <a:cubicBezTo>
                      <a:pt x="41104" y="134749"/>
                      <a:pt x="41104" y="135836"/>
                      <a:pt x="41240" y="136877"/>
                    </a:cubicBezTo>
                    <a:cubicBezTo>
                      <a:pt x="41285" y="137375"/>
                      <a:pt x="41376" y="137873"/>
                      <a:pt x="41466" y="138371"/>
                    </a:cubicBezTo>
                    <a:cubicBezTo>
                      <a:pt x="41557" y="138869"/>
                      <a:pt x="41648" y="139367"/>
                      <a:pt x="41421" y="139819"/>
                    </a:cubicBezTo>
                    <a:cubicBezTo>
                      <a:pt x="41331" y="139955"/>
                      <a:pt x="41240" y="140000"/>
                      <a:pt x="41150" y="140046"/>
                    </a:cubicBezTo>
                    <a:cubicBezTo>
                      <a:pt x="41421" y="141132"/>
                      <a:pt x="41557" y="142218"/>
                      <a:pt x="41602" y="143350"/>
                    </a:cubicBezTo>
                    <a:cubicBezTo>
                      <a:pt x="41693" y="145342"/>
                      <a:pt x="41421" y="147334"/>
                      <a:pt x="41014" y="149235"/>
                    </a:cubicBezTo>
                    <a:cubicBezTo>
                      <a:pt x="40606" y="151046"/>
                      <a:pt x="40244" y="152857"/>
                      <a:pt x="40606" y="154713"/>
                    </a:cubicBezTo>
                    <a:cubicBezTo>
                      <a:pt x="40787" y="155573"/>
                      <a:pt x="41014" y="156433"/>
                      <a:pt x="41376" y="157248"/>
                    </a:cubicBezTo>
                    <a:cubicBezTo>
                      <a:pt x="41693" y="158017"/>
                      <a:pt x="42236" y="158787"/>
                      <a:pt x="42508" y="159602"/>
                    </a:cubicBezTo>
                    <a:cubicBezTo>
                      <a:pt x="42614" y="159885"/>
                      <a:pt x="42361" y="160112"/>
                      <a:pt x="42094" y="160112"/>
                    </a:cubicBezTo>
                    <a:cubicBezTo>
                      <a:pt x="42019" y="160112"/>
                      <a:pt x="41943" y="160094"/>
                      <a:pt x="41874" y="160054"/>
                    </a:cubicBezTo>
                    <a:cubicBezTo>
                      <a:pt x="41421" y="159828"/>
                      <a:pt x="41059" y="159421"/>
                      <a:pt x="40742" y="159013"/>
                    </a:cubicBezTo>
                    <a:cubicBezTo>
                      <a:pt x="40652" y="159149"/>
                      <a:pt x="40561" y="159330"/>
                      <a:pt x="40516" y="159466"/>
                    </a:cubicBezTo>
                    <a:cubicBezTo>
                      <a:pt x="40108" y="160190"/>
                      <a:pt x="39520" y="160824"/>
                      <a:pt x="39067" y="161503"/>
                    </a:cubicBezTo>
                    <a:cubicBezTo>
                      <a:pt x="38569" y="162318"/>
                      <a:pt x="38298" y="163133"/>
                      <a:pt x="38433" y="164083"/>
                    </a:cubicBezTo>
                    <a:cubicBezTo>
                      <a:pt x="38479" y="164717"/>
                      <a:pt x="38796" y="165306"/>
                      <a:pt x="38931" y="165894"/>
                    </a:cubicBezTo>
                    <a:cubicBezTo>
                      <a:pt x="38977" y="165804"/>
                      <a:pt x="39022" y="165758"/>
                      <a:pt x="39022" y="165668"/>
                    </a:cubicBezTo>
                    <a:cubicBezTo>
                      <a:pt x="39064" y="165542"/>
                      <a:pt x="39204" y="165474"/>
                      <a:pt x="39336" y="165474"/>
                    </a:cubicBezTo>
                    <a:cubicBezTo>
                      <a:pt x="39490" y="165474"/>
                      <a:pt x="39635" y="165564"/>
                      <a:pt x="39610" y="165758"/>
                    </a:cubicBezTo>
                    <a:cubicBezTo>
                      <a:pt x="39565" y="166211"/>
                      <a:pt x="39656" y="166664"/>
                      <a:pt x="39610" y="167116"/>
                    </a:cubicBezTo>
                    <a:cubicBezTo>
                      <a:pt x="39565" y="167524"/>
                      <a:pt x="39520" y="167931"/>
                      <a:pt x="39520" y="168293"/>
                    </a:cubicBezTo>
                    <a:cubicBezTo>
                      <a:pt x="39475" y="169108"/>
                      <a:pt x="39429" y="169878"/>
                      <a:pt x="39475" y="170647"/>
                    </a:cubicBezTo>
                    <a:cubicBezTo>
                      <a:pt x="39475" y="171417"/>
                      <a:pt x="39882" y="171870"/>
                      <a:pt x="40335" y="172458"/>
                    </a:cubicBezTo>
                    <a:cubicBezTo>
                      <a:pt x="40833" y="173092"/>
                      <a:pt x="41331" y="173771"/>
                      <a:pt x="41829" y="174405"/>
                    </a:cubicBezTo>
                    <a:cubicBezTo>
                      <a:pt x="42236" y="174948"/>
                      <a:pt x="42598" y="175582"/>
                      <a:pt x="43232" y="175899"/>
                    </a:cubicBezTo>
                    <a:cubicBezTo>
                      <a:pt x="43820" y="176170"/>
                      <a:pt x="44545" y="176170"/>
                      <a:pt x="45179" y="176170"/>
                    </a:cubicBezTo>
                    <a:cubicBezTo>
                      <a:pt x="45948" y="176170"/>
                      <a:pt x="46672" y="176034"/>
                      <a:pt x="47442" y="175899"/>
                    </a:cubicBezTo>
                    <a:cubicBezTo>
                      <a:pt x="47804" y="175808"/>
                      <a:pt x="48166" y="175763"/>
                      <a:pt x="48528" y="175717"/>
                    </a:cubicBezTo>
                    <a:cubicBezTo>
                      <a:pt x="48528" y="175672"/>
                      <a:pt x="48574" y="175672"/>
                      <a:pt x="48619" y="175672"/>
                    </a:cubicBezTo>
                    <a:cubicBezTo>
                      <a:pt x="48528" y="174903"/>
                      <a:pt x="48438" y="174178"/>
                      <a:pt x="48302" y="173409"/>
                    </a:cubicBezTo>
                    <a:cubicBezTo>
                      <a:pt x="48247" y="173108"/>
                      <a:pt x="48490" y="172923"/>
                      <a:pt x="48720" y="172923"/>
                    </a:cubicBezTo>
                    <a:cubicBezTo>
                      <a:pt x="48871" y="172923"/>
                      <a:pt x="49018" y="173003"/>
                      <a:pt x="49072" y="173182"/>
                    </a:cubicBezTo>
                    <a:cubicBezTo>
                      <a:pt x="49253" y="173907"/>
                      <a:pt x="49524" y="174586"/>
                      <a:pt x="49751" y="175310"/>
                    </a:cubicBezTo>
                    <a:cubicBezTo>
                      <a:pt x="49751" y="175401"/>
                      <a:pt x="49796" y="175446"/>
                      <a:pt x="49796" y="175536"/>
                    </a:cubicBezTo>
                    <a:cubicBezTo>
                      <a:pt x="50022" y="175627"/>
                      <a:pt x="50068" y="175944"/>
                      <a:pt x="49977" y="176170"/>
                    </a:cubicBezTo>
                    <a:cubicBezTo>
                      <a:pt x="50022" y="176261"/>
                      <a:pt x="50022" y="176351"/>
                      <a:pt x="50068" y="176442"/>
                    </a:cubicBezTo>
                    <a:cubicBezTo>
                      <a:pt x="50158" y="176668"/>
                      <a:pt x="50249" y="176668"/>
                      <a:pt x="50520" y="176759"/>
                    </a:cubicBezTo>
                    <a:cubicBezTo>
                      <a:pt x="51086" y="176911"/>
                      <a:pt x="51684" y="176980"/>
                      <a:pt x="52282" y="176980"/>
                    </a:cubicBezTo>
                    <a:cubicBezTo>
                      <a:pt x="52928" y="176980"/>
                      <a:pt x="53576" y="176900"/>
                      <a:pt x="54187" y="176759"/>
                    </a:cubicBezTo>
                    <a:cubicBezTo>
                      <a:pt x="54821" y="176623"/>
                      <a:pt x="55455" y="176442"/>
                      <a:pt x="56043" y="176170"/>
                    </a:cubicBezTo>
                    <a:cubicBezTo>
                      <a:pt x="56541" y="175989"/>
                      <a:pt x="57220" y="175808"/>
                      <a:pt x="57537" y="175401"/>
                    </a:cubicBezTo>
                    <a:cubicBezTo>
                      <a:pt x="57763" y="175129"/>
                      <a:pt x="57899" y="174722"/>
                      <a:pt x="58035" y="174314"/>
                    </a:cubicBezTo>
                    <a:cubicBezTo>
                      <a:pt x="57990" y="174224"/>
                      <a:pt x="57990" y="174133"/>
                      <a:pt x="58035" y="174043"/>
                    </a:cubicBezTo>
                    <a:cubicBezTo>
                      <a:pt x="58080" y="173952"/>
                      <a:pt x="58080" y="173861"/>
                      <a:pt x="58125" y="173816"/>
                    </a:cubicBezTo>
                    <a:cubicBezTo>
                      <a:pt x="58171" y="173726"/>
                      <a:pt x="58171" y="173680"/>
                      <a:pt x="58171" y="173590"/>
                    </a:cubicBezTo>
                    <a:cubicBezTo>
                      <a:pt x="58352" y="173001"/>
                      <a:pt x="58442" y="172322"/>
                      <a:pt x="58714" y="171734"/>
                    </a:cubicBezTo>
                    <a:cubicBezTo>
                      <a:pt x="58769" y="171604"/>
                      <a:pt x="58870" y="171551"/>
                      <a:pt x="58979" y="171551"/>
                    </a:cubicBezTo>
                    <a:cubicBezTo>
                      <a:pt x="59137" y="171551"/>
                      <a:pt x="59313" y="171664"/>
                      <a:pt x="59393" y="171824"/>
                    </a:cubicBezTo>
                    <a:cubicBezTo>
                      <a:pt x="59438" y="172005"/>
                      <a:pt x="59529" y="172187"/>
                      <a:pt x="59529" y="172368"/>
                    </a:cubicBezTo>
                    <a:cubicBezTo>
                      <a:pt x="59800" y="172187"/>
                      <a:pt x="60117" y="172005"/>
                      <a:pt x="60389" y="171870"/>
                    </a:cubicBezTo>
                    <a:cubicBezTo>
                      <a:pt x="60842" y="171643"/>
                      <a:pt x="61249" y="171417"/>
                      <a:pt x="61521" y="170964"/>
                    </a:cubicBezTo>
                    <a:cubicBezTo>
                      <a:pt x="61792" y="170557"/>
                      <a:pt x="61973" y="170059"/>
                      <a:pt x="62064" y="169606"/>
                    </a:cubicBezTo>
                    <a:cubicBezTo>
                      <a:pt x="62290" y="168520"/>
                      <a:pt x="62154" y="167343"/>
                      <a:pt x="61928" y="166302"/>
                    </a:cubicBezTo>
                    <a:cubicBezTo>
                      <a:pt x="61792" y="165713"/>
                      <a:pt x="61611" y="165125"/>
                      <a:pt x="61430" y="164536"/>
                    </a:cubicBezTo>
                    <a:cubicBezTo>
                      <a:pt x="61339" y="164355"/>
                      <a:pt x="61294" y="164174"/>
                      <a:pt x="61204" y="163993"/>
                    </a:cubicBezTo>
                    <a:cubicBezTo>
                      <a:pt x="61113" y="163631"/>
                      <a:pt x="61023" y="163223"/>
                      <a:pt x="61023" y="162861"/>
                    </a:cubicBezTo>
                    <a:cubicBezTo>
                      <a:pt x="61054" y="162642"/>
                      <a:pt x="61236" y="162488"/>
                      <a:pt x="61435" y="162488"/>
                    </a:cubicBezTo>
                    <a:cubicBezTo>
                      <a:pt x="61525" y="162488"/>
                      <a:pt x="61617" y="162519"/>
                      <a:pt x="61702" y="162589"/>
                    </a:cubicBezTo>
                    <a:cubicBezTo>
                      <a:pt x="62154" y="163042"/>
                      <a:pt x="62471" y="163721"/>
                      <a:pt x="62698" y="164310"/>
                    </a:cubicBezTo>
                    <a:cubicBezTo>
                      <a:pt x="62788" y="164491"/>
                      <a:pt x="62833" y="164627"/>
                      <a:pt x="62879" y="164808"/>
                    </a:cubicBezTo>
                    <a:cubicBezTo>
                      <a:pt x="63195" y="164129"/>
                      <a:pt x="63558" y="163495"/>
                      <a:pt x="64010" y="162906"/>
                    </a:cubicBezTo>
                    <a:cubicBezTo>
                      <a:pt x="64780" y="161820"/>
                      <a:pt x="65776" y="160779"/>
                      <a:pt x="66274" y="159511"/>
                    </a:cubicBezTo>
                    <a:cubicBezTo>
                      <a:pt x="66862" y="158017"/>
                      <a:pt x="66817" y="156342"/>
                      <a:pt x="66410" y="154758"/>
                    </a:cubicBezTo>
                    <a:cubicBezTo>
                      <a:pt x="66183" y="153898"/>
                      <a:pt x="65866" y="153083"/>
                      <a:pt x="65549" y="152223"/>
                    </a:cubicBezTo>
                    <a:cubicBezTo>
                      <a:pt x="65187" y="151408"/>
                      <a:pt x="64825" y="150593"/>
                      <a:pt x="64599" y="149733"/>
                    </a:cubicBezTo>
                    <a:cubicBezTo>
                      <a:pt x="64535" y="149412"/>
                      <a:pt x="64790" y="149113"/>
                      <a:pt x="65057" y="149113"/>
                    </a:cubicBezTo>
                    <a:cubicBezTo>
                      <a:pt x="65166" y="149113"/>
                      <a:pt x="65277" y="149162"/>
                      <a:pt x="65368" y="149280"/>
                    </a:cubicBezTo>
                    <a:cubicBezTo>
                      <a:pt x="65957" y="149914"/>
                      <a:pt x="66410" y="150729"/>
                      <a:pt x="66817" y="151544"/>
                    </a:cubicBezTo>
                    <a:cubicBezTo>
                      <a:pt x="66998" y="151091"/>
                      <a:pt x="67179" y="150684"/>
                      <a:pt x="67451" y="150276"/>
                    </a:cubicBezTo>
                    <a:cubicBezTo>
                      <a:pt x="67903" y="149552"/>
                      <a:pt x="68537" y="148918"/>
                      <a:pt x="68854" y="148103"/>
                    </a:cubicBezTo>
                    <a:cubicBezTo>
                      <a:pt x="69262" y="147108"/>
                      <a:pt x="68809" y="146157"/>
                      <a:pt x="68447" y="145206"/>
                    </a:cubicBezTo>
                    <a:cubicBezTo>
                      <a:pt x="68085" y="144210"/>
                      <a:pt x="67768" y="142626"/>
                      <a:pt x="68492" y="141675"/>
                    </a:cubicBezTo>
                    <a:cubicBezTo>
                      <a:pt x="68553" y="141594"/>
                      <a:pt x="68641" y="141549"/>
                      <a:pt x="68729" y="141549"/>
                    </a:cubicBezTo>
                    <a:cubicBezTo>
                      <a:pt x="68835" y="141549"/>
                      <a:pt x="68940" y="141616"/>
                      <a:pt x="68990" y="141766"/>
                    </a:cubicBezTo>
                    <a:cubicBezTo>
                      <a:pt x="69216" y="142354"/>
                      <a:pt x="69216" y="143033"/>
                      <a:pt x="69397" y="143622"/>
                    </a:cubicBezTo>
                    <a:cubicBezTo>
                      <a:pt x="69443" y="143803"/>
                      <a:pt x="69488" y="143939"/>
                      <a:pt x="69533" y="144120"/>
                    </a:cubicBezTo>
                    <a:cubicBezTo>
                      <a:pt x="69759" y="142762"/>
                      <a:pt x="70257" y="141494"/>
                      <a:pt x="70846" y="140227"/>
                    </a:cubicBezTo>
                    <a:cubicBezTo>
                      <a:pt x="71480" y="138914"/>
                      <a:pt x="72249" y="137692"/>
                      <a:pt x="72657" y="136288"/>
                    </a:cubicBezTo>
                    <a:cubicBezTo>
                      <a:pt x="73155" y="134704"/>
                      <a:pt x="73019" y="133119"/>
                      <a:pt x="72566" y="131535"/>
                    </a:cubicBezTo>
                    <a:cubicBezTo>
                      <a:pt x="72023" y="129724"/>
                      <a:pt x="71389" y="127913"/>
                      <a:pt x="70846" y="126103"/>
                    </a:cubicBezTo>
                    <a:cubicBezTo>
                      <a:pt x="70303" y="124382"/>
                      <a:pt x="69624" y="122572"/>
                      <a:pt x="69443" y="120761"/>
                    </a:cubicBezTo>
                    <a:cubicBezTo>
                      <a:pt x="69416" y="120573"/>
                      <a:pt x="69581" y="120464"/>
                      <a:pt x="69747" y="120464"/>
                    </a:cubicBezTo>
                    <a:cubicBezTo>
                      <a:pt x="69861" y="120464"/>
                      <a:pt x="69976" y="120515"/>
                      <a:pt x="70031" y="120625"/>
                    </a:cubicBezTo>
                    <a:cubicBezTo>
                      <a:pt x="70620" y="121531"/>
                      <a:pt x="71027" y="122572"/>
                      <a:pt x="71389" y="123568"/>
                    </a:cubicBezTo>
                    <a:cubicBezTo>
                      <a:pt x="71615" y="124111"/>
                      <a:pt x="71842" y="124654"/>
                      <a:pt x="72023" y="125197"/>
                    </a:cubicBezTo>
                    <a:cubicBezTo>
                      <a:pt x="72204" y="124518"/>
                      <a:pt x="72657" y="123839"/>
                      <a:pt x="72974" y="123341"/>
                    </a:cubicBezTo>
                    <a:cubicBezTo>
                      <a:pt x="73562" y="122436"/>
                      <a:pt x="74377" y="121531"/>
                      <a:pt x="74558" y="120444"/>
                    </a:cubicBezTo>
                    <a:cubicBezTo>
                      <a:pt x="74830" y="119177"/>
                      <a:pt x="73879" y="118045"/>
                      <a:pt x="73245" y="117049"/>
                    </a:cubicBezTo>
                    <a:cubicBezTo>
                      <a:pt x="72385" y="115736"/>
                      <a:pt x="71932" y="114333"/>
                      <a:pt x="71887" y="112748"/>
                    </a:cubicBezTo>
                    <a:cubicBezTo>
                      <a:pt x="71887" y="112483"/>
                      <a:pt x="72071" y="112358"/>
                      <a:pt x="72265" y="112358"/>
                    </a:cubicBezTo>
                    <a:cubicBezTo>
                      <a:pt x="72467" y="112358"/>
                      <a:pt x="72679" y="112494"/>
                      <a:pt x="72702" y="112748"/>
                    </a:cubicBezTo>
                    <a:cubicBezTo>
                      <a:pt x="72838" y="113790"/>
                      <a:pt x="73290" y="114695"/>
                      <a:pt x="73879" y="115555"/>
                    </a:cubicBezTo>
                    <a:cubicBezTo>
                      <a:pt x="73924" y="114740"/>
                      <a:pt x="73969" y="113971"/>
                      <a:pt x="73969" y="113201"/>
                    </a:cubicBezTo>
                    <a:cubicBezTo>
                      <a:pt x="74015" y="112703"/>
                      <a:pt x="73969" y="112205"/>
                      <a:pt x="74015" y="111707"/>
                    </a:cubicBezTo>
                    <a:cubicBezTo>
                      <a:pt x="74015" y="111481"/>
                      <a:pt x="74060" y="111254"/>
                      <a:pt x="74060" y="111028"/>
                    </a:cubicBezTo>
                    <a:cubicBezTo>
                      <a:pt x="74105" y="110802"/>
                      <a:pt x="74105" y="110575"/>
                      <a:pt x="74286" y="110349"/>
                    </a:cubicBezTo>
                    <a:cubicBezTo>
                      <a:pt x="74354" y="110236"/>
                      <a:pt x="74456" y="110179"/>
                      <a:pt x="74558" y="110179"/>
                    </a:cubicBezTo>
                    <a:cubicBezTo>
                      <a:pt x="74660" y="110179"/>
                      <a:pt x="74762" y="110236"/>
                      <a:pt x="74830" y="110349"/>
                    </a:cubicBezTo>
                    <a:cubicBezTo>
                      <a:pt x="74965" y="110575"/>
                      <a:pt x="75011" y="110802"/>
                      <a:pt x="75056" y="111028"/>
                    </a:cubicBezTo>
                    <a:cubicBezTo>
                      <a:pt x="75056" y="111300"/>
                      <a:pt x="75101" y="111571"/>
                      <a:pt x="75101" y="111798"/>
                    </a:cubicBezTo>
                    <a:cubicBezTo>
                      <a:pt x="75101" y="112296"/>
                      <a:pt x="75056" y="112748"/>
                      <a:pt x="75011" y="113246"/>
                    </a:cubicBezTo>
                    <a:cubicBezTo>
                      <a:pt x="74920" y="114197"/>
                      <a:pt x="74784" y="115193"/>
                      <a:pt x="74603" y="116189"/>
                    </a:cubicBezTo>
                    <a:cubicBezTo>
                      <a:pt x="74558" y="116279"/>
                      <a:pt x="74513" y="116325"/>
                      <a:pt x="74467" y="116370"/>
                    </a:cubicBezTo>
                    <a:cubicBezTo>
                      <a:pt x="74603" y="116551"/>
                      <a:pt x="74694" y="116687"/>
                      <a:pt x="74830" y="116868"/>
                    </a:cubicBezTo>
                    <a:cubicBezTo>
                      <a:pt x="75282" y="117456"/>
                      <a:pt x="75644" y="118090"/>
                      <a:pt x="75916" y="118769"/>
                    </a:cubicBezTo>
                    <a:cubicBezTo>
                      <a:pt x="75916" y="118814"/>
                      <a:pt x="75961" y="118860"/>
                      <a:pt x="75961" y="118905"/>
                    </a:cubicBezTo>
                    <a:cubicBezTo>
                      <a:pt x="75961" y="118860"/>
                      <a:pt x="76007" y="118814"/>
                      <a:pt x="76007" y="118814"/>
                    </a:cubicBezTo>
                    <a:cubicBezTo>
                      <a:pt x="76007" y="118724"/>
                      <a:pt x="76007" y="118679"/>
                      <a:pt x="76007" y="118633"/>
                    </a:cubicBezTo>
                    <a:cubicBezTo>
                      <a:pt x="76052" y="117909"/>
                      <a:pt x="76459" y="117139"/>
                      <a:pt x="76776" y="116642"/>
                    </a:cubicBezTo>
                    <a:cubicBezTo>
                      <a:pt x="77048" y="116189"/>
                      <a:pt x="77410" y="115781"/>
                      <a:pt x="77817" y="115465"/>
                    </a:cubicBezTo>
                    <a:cubicBezTo>
                      <a:pt x="78315" y="115057"/>
                      <a:pt x="78813" y="114831"/>
                      <a:pt x="79356" y="114514"/>
                    </a:cubicBezTo>
                    <a:cubicBezTo>
                      <a:pt x="80352" y="113971"/>
                      <a:pt x="81031" y="112929"/>
                      <a:pt x="81710" y="112024"/>
                    </a:cubicBezTo>
                    <a:cubicBezTo>
                      <a:pt x="82389" y="111164"/>
                      <a:pt x="82842" y="110123"/>
                      <a:pt x="83566" y="109308"/>
                    </a:cubicBezTo>
                    <a:cubicBezTo>
                      <a:pt x="83632" y="109226"/>
                      <a:pt x="83715" y="109192"/>
                      <a:pt x="83799" y="109192"/>
                    </a:cubicBezTo>
                    <a:cubicBezTo>
                      <a:pt x="83947" y="109192"/>
                      <a:pt x="84097" y="109299"/>
                      <a:pt x="84155" y="109444"/>
                    </a:cubicBezTo>
                    <a:cubicBezTo>
                      <a:pt x="84200" y="109534"/>
                      <a:pt x="84200" y="109580"/>
                      <a:pt x="84245" y="109670"/>
                    </a:cubicBezTo>
                    <a:cubicBezTo>
                      <a:pt x="84472" y="110757"/>
                      <a:pt x="83883" y="111798"/>
                      <a:pt x="83250" y="112658"/>
                    </a:cubicBezTo>
                    <a:cubicBezTo>
                      <a:pt x="82797" y="113337"/>
                      <a:pt x="82299" y="114016"/>
                      <a:pt x="81710" y="114650"/>
                    </a:cubicBezTo>
                    <a:cubicBezTo>
                      <a:pt x="81529" y="114876"/>
                      <a:pt x="81303" y="115057"/>
                      <a:pt x="81077" y="115283"/>
                    </a:cubicBezTo>
                    <a:cubicBezTo>
                      <a:pt x="80217" y="116008"/>
                      <a:pt x="79040" y="116279"/>
                      <a:pt x="78225" y="117094"/>
                    </a:cubicBezTo>
                    <a:cubicBezTo>
                      <a:pt x="78179" y="117094"/>
                      <a:pt x="78134" y="117139"/>
                      <a:pt x="78134" y="117185"/>
                    </a:cubicBezTo>
                    <a:cubicBezTo>
                      <a:pt x="78134" y="117230"/>
                      <a:pt x="78134" y="117321"/>
                      <a:pt x="78089" y="117366"/>
                    </a:cubicBezTo>
                    <a:cubicBezTo>
                      <a:pt x="77636" y="117909"/>
                      <a:pt x="77319" y="118498"/>
                      <a:pt x="77002" y="119131"/>
                    </a:cubicBezTo>
                    <a:cubicBezTo>
                      <a:pt x="77002" y="119222"/>
                      <a:pt x="76957" y="119312"/>
                      <a:pt x="76912" y="119403"/>
                    </a:cubicBezTo>
                    <a:cubicBezTo>
                      <a:pt x="76595" y="120082"/>
                      <a:pt x="76369" y="120806"/>
                      <a:pt x="76188" y="121531"/>
                    </a:cubicBezTo>
                    <a:cubicBezTo>
                      <a:pt x="76097" y="122029"/>
                      <a:pt x="76007" y="122481"/>
                      <a:pt x="76007" y="122979"/>
                    </a:cubicBezTo>
                    <a:cubicBezTo>
                      <a:pt x="76030" y="122975"/>
                      <a:pt x="76053" y="122972"/>
                      <a:pt x="76077" y="122972"/>
                    </a:cubicBezTo>
                    <a:cubicBezTo>
                      <a:pt x="76285" y="122972"/>
                      <a:pt x="76500" y="123147"/>
                      <a:pt x="76459" y="123432"/>
                    </a:cubicBezTo>
                    <a:cubicBezTo>
                      <a:pt x="76188" y="124654"/>
                      <a:pt x="75916" y="126057"/>
                      <a:pt x="76142" y="127370"/>
                    </a:cubicBezTo>
                    <a:cubicBezTo>
                      <a:pt x="76142" y="127370"/>
                      <a:pt x="76188" y="127325"/>
                      <a:pt x="76233" y="127325"/>
                    </a:cubicBezTo>
                    <a:cubicBezTo>
                      <a:pt x="76278" y="127325"/>
                      <a:pt x="76369" y="127416"/>
                      <a:pt x="76369" y="127506"/>
                    </a:cubicBezTo>
                    <a:cubicBezTo>
                      <a:pt x="76369" y="127597"/>
                      <a:pt x="76369" y="127687"/>
                      <a:pt x="76323" y="127778"/>
                    </a:cubicBezTo>
                    <a:cubicBezTo>
                      <a:pt x="76323" y="127823"/>
                      <a:pt x="76323" y="127868"/>
                      <a:pt x="76323" y="127913"/>
                    </a:cubicBezTo>
                    <a:lnTo>
                      <a:pt x="76323" y="128004"/>
                    </a:lnTo>
                    <a:cubicBezTo>
                      <a:pt x="76323" y="128004"/>
                      <a:pt x="76323" y="128049"/>
                      <a:pt x="76323" y="128049"/>
                    </a:cubicBezTo>
                    <a:cubicBezTo>
                      <a:pt x="76369" y="128140"/>
                      <a:pt x="76369" y="128230"/>
                      <a:pt x="76414" y="128321"/>
                    </a:cubicBezTo>
                    <a:cubicBezTo>
                      <a:pt x="76731" y="129090"/>
                      <a:pt x="77319" y="129679"/>
                      <a:pt x="77727" y="130403"/>
                    </a:cubicBezTo>
                    <a:cubicBezTo>
                      <a:pt x="78089" y="131082"/>
                      <a:pt x="78451" y="132123"/>
                      <a:pt x="78270" y="132848"/>
                    </a:cubicBezTo>
                    <a:cubicBezTo>
                      <a:pt x="78212" y="132992"/>
                      <a:pt x="78062" y="133100"/>
                      <a:pt x="77926" y="133100"/>
                    </a:cubicBezTo>
                    <a:cubicBezTo>
                      <a:pt x="77849" y="133100"/>
                      <a:pt x="77776" y="133065"/>
                      <a:pt x="77727" y="132984"/>
                    </a:cubicBezTo>
                    <a:cubicBezTo>
                      <a:pt x="77410" y="132667"/>
                      <a:pt x="77319" y="132214"/>
                      <a:pt x="77093" y="131852"/>
                    </a:cubicBezTo>
                    <a:cubicBezTo>
                      <a:pt x="77002" y="131671"/>
                      <a:pt x="76867" y="131490"/>
                      <a:pt x="76776" y="131354"/>
                    </a:cubicBezTo>
                    <a:lnTo>
                      <a:pt x="76776" y="131354"/>
                    </a:lnTo>
                    <a:cubicBezTo>
                      <a:pt x="76776" y="131626"/>
                      <a:pt x="76821" y="131942"/>
                      <a:pt x="76776" y="132259"/>
                    </a:cubicBezTo>
                    <a:cubicBezTo>
                      <a:pt x="76731" y="133300"/>
                      <a:pt x="76188" y="134432"/>
                      <a:pt x="76640" y="135383"/>
                    </a:cubicBezTo>
                    <a:cubicBezTo>
                      <a:pt x="77138" y="136379"/>
                      <a:pt x="77908" y="137284"/>
                      <a:pt x="78542" y="138144"/>
                    </a:cubicBezTo>
                    <a:cubicBezTo>
                      <a:pt x="78813" y="138506"/>
                      <a:pt x="79085" y="138869"/>
                      <a:pt x="79402" y="139231"/>
                    </a:cubicBezTo>
                    <a:cubicBezTo>
                      <a:pt x="79719" y="139502"/>
                      <a:pt x="80081" y="139729"/>
                      <a:pt x="80398" y="140046"/>
                    </a:cubicBezTo>
                    <a:cubicBezTo>
                      <a:pt x="80579" y="140181"/>
                      <a:pt x="80533" y="140544"/>
                      <a:pt x="80307" y="140634"/>
                    </a:cubicBezTo>
                    <a:cubicBezTo>
                      <a:pt x="80121" y="140711"/>
                      <a:pt x="79936" y="140746"/>
                      <a:pt x="79754" y="140746"/>
                    </a:cubicBezTo>
                    <a:cubicBezTo>
                      <a:pt x="79403" y="140746"/>
                      <a:pt x="79066" y="140616"/>
                      <a:pt x="78768" y="140408"/>
                    </a:cubicBezTo>
                    <a:lnTo>
                      <a:pt x="78768" y="140408"/>
                    </a:lnTo>
                    <a:cubicBezTo>
                      <a:pt x="79040" y="141087"/>
                      <a:pt x="79040" y="141947"/>
                      <a:pt x="79040" y="142671"/>
                    </a:cubicBezTo>
                    <a:cubicBezTo>
                      <a:pt x="78994" y="143486"/>
                      <a:pt x="78632" y="144301"/>
                      <a:pt x="78677" y="145161"/>
                    </a:cubicBezTo>
                    <a:cubicBezTo>
                      <a:pt x="78723" y="145840"/>
                      <a:pt x="79221" y="146157"/>
                      <a:pt x="79764" y="146519"/>
                    </a:cubicBezTo>
                    <a:cubicBezTo>
                      <a:pt x="80398" y="146926"/>
                      <a:pt x="81122" y="147379"/>
                      <a:pt x="81167" y="148239"/>
                    </a:cubicBezTo>
                    <a:cubicBezTo>
                      <a:pt x="81167" y="148616"/>
                      <a:pt x="80856" y="148863"/>
                      <a:pt x="80528" y="148863"/>
                    </a:cubicBezTo>
                    <a:cubicBezTo>
                      <a:pt x="80423" y="148863"/>
                      <a:pt x="80316" y="148838"/>
                      <a:pt x="80217" y="148782"/>
                    </a:cubicBezTo>
                    <a:cubicBezTo>
                      <a:pt x="79900" y="148601"/>
                      <a:pt x="79628" y="148375"/>
                      <a:pt x="79356" y="148194"/>
                    </a:cubicBezTo>
                    <a:cubicBezTo>
                      <a:pt x="79130" y="148013"/>
                      <a:pt x="78904" y="147877"/>
                      <a:pt x="78723" y="147741"/>
                    </a:cubicBezTo>
                    <a:cubicBezTo>
                      <a:pt x="77863" y="148918"/>
                      <a:pt x="76957" y="150005"/>
                      <a:pt x="76052" y="151091"/>
                    </a:cubicBezTo>
                    <a:cubicBezTo>
                      <a:pt x="75554" y="151634"/>
                      <a:pt x="75101" y="152178"/>
                      <a:pt x="74648" y="152721"/>
                    </a:cubicBezTo>
                    <a:cubicBezTo>
                      <a:pt x="74241" y="153128"/>
                      <a:pt x="73788" y="153581"/>
                      <a:pt x="73517" y="154079"/>
                    </a:cubicBezTo>
                    <a:cubicBezTo>
                      <a:pt x="72974" y="154984"/>
                      <a:pt x="73155" y="156342"/>
                      <a:pt x="73426" y="157293"/>
                    </a:cubicBezTo>
                    <a:lnTo>
                      <a:pt x="73471" y="157429"/>
                    </a:lnTo>
                    <a:cubicBezTo>
                      <a:pt x="73788" y="156840"/>
                      <a:pt x="74105" y="156252"/>
                      <a:pt x="74332" y="155618"/>
                    </a:cubicBezTo>
                    <a:cubicBezTo>
                      <a:pt x="74558" y="155030"/>
                      <a:pt x="74694" y="154034"/>
                      <a:pt x="75282" y="153717"/>
                    </a:cubicBezTo>
                    <a:cubicBezTo>
                      <a:pt x="75320" y="153698"/>
                      <a:pt x="75357" y="153687"/>
                      <a:pt x="75395" y="153687"/>
                    </a:cubicBezTo>
                    <a:cubicBezTo>
                      <a:pt x="75448" y="153687"/>
                      <a:pt x="75501" y="153709"/>
                      <a:pt x="75554" y="153762"/>
                    </a:cubicBezTo>
                    <a:cubicBezTo>
                      <a:pt x="75961" y="154169"/>
                      <a:pt x="75780" y="154894"/>
                      <a:pt x="75644" y="155437"/>
                    </a:cubicBezTo>
                    <a:cubicBezTo>
                      <a:pt x="75509" y="156071"/>
                      <a:pt x="75328" y="156659"/>
                      <a:pt x="75101" y="157293"/>
                    </a:cubicBezTo>
                    <a:cubicBezTo>
                      <a:pt x="74875" y="157882"/>
                      <a:pt x="74513" y="158561"/>
                      <a:pt x="74467" y="159194"/>
                    </a:cubicBezTo>
                    <a:cubicBezTo>
                      <a:pt x="74648" y="159421"/>
                      <a:pt x="74830" y="159647"/>
                      <a:pt x="74920" y="159873"/>
                    </a:cubicBezTo>
                    <a:cubicBezTo>
                      <a:pt x="74965" y="160054"/>
                      <a:pt x="74920" y="160190"/>
                      <a:pt x="74830" y="160326"/>
                    </a:cubicBezTo>
                    <a:cubicBezTo>
                      <a:pt x="75146" y="160733"/>
                      <a:pt x="75599" y="161096"/>
                      <a:pt x="76007" y="161367"/>
                    </a:cubicBezTo>
                    <a:cubicBezTo>
                      <a:pt x="76550" y="161729"/>
                      <a:pt x="77093" y="162092"/>
                      <a:pt x="77681" y="162408"/>
                    </a:cubicBezTo>
                    <a:cubicBezTo>
                      <a:pt x="78179" y="162680"/>
                      <a:pt x="78768" y="162861"/>
                      <a:pt x="79311" y="162861"/>
                    </a:cubicBezTo>
                    <a:cubicBezTo>
                      <a:pt x="79424" y="162884"/>
                      <a:pt x="79549" y="162895"/>
                      <a:pt x="79673" y="162895"/>
                    </a:cubicBezTo>
                    <a:cubicBezTo>
                      <a:pt x="79798" y="162895"/>
                      <a:pt x="79922" y="162884"/>
                      <a:pt x="80035" y="162861"/>
                    </a:cubicBezTo>
                    <a:cubicBezTo>
                      <a:pt x="80035" y="162092"/>
                      <a:pt x="80217" y="161277"/>
                      <a:pt x="80443" y="160598"/>
                    </a:cubicBezTo>
                    <a:cubicBezTo>
                      <a:pt x="81031" y="158923"/>
                      <a:pt x="82208" y="157293"/>
                      <a:pt x="82208" y="155482"/>
                    </a:cubicBezTo>
                    <a:cubicBezTo>
                      <a:pt x="82233" y="155234"/>
                      <a:pt x="82436" y="155094"/>
                      <a:pt x="82628" y="155094"/>
                    </a:cubicBezTo>
                    <a:cubicBezTo>
                      <a:pt x="82786" y="155094"/>
                      <a:pt x="82937" y="155188"/>
                      <a:pt x="82978" y="155392"/>
                    </a:cubicBezTo>
                    <a:cubicBezTo>
                      <a:pt x="83295" y="157157"/>
                      <a:pt x="82616" y="158696"/>
                      <a:pt x="82073" y="160371"/>
                    </a:cubicBezTo>
                    <a:cubicBezTo>
                      <a:pt x="81801" y="161096"/>
                      <a:pt x="81575" y="161820"/>
                      <a:pt x="81575" y="162635"/>
                    </a:cubicBezTo>
                    <a:cubicBezTo>
                      <a:pt x="81575" y="162906"/>
                      <a:pt x="81575" y="163269"/>
                      <a:pt x="81846" y="163450"/>
                    </a:cubicBezTo>
                    <a:cubicBezTo>
                      <a:pt x="82073" y="163631"/>
                      <a:pt x="82435" y="163631"/>
                      <a:pt x="82752" y="163631"/>
                    </a:cubicBezTo>
                    <a:cubicBezTo>
                      <a:pt x="84381" y="163540"/>
                      <a:pt x="86101" y="162952"/>
                      <a:pt x="87505" y="162092"/>
                    </a:cubicBezTo>
                    <a:cubicBezTo>
                      <a:pt x="88184" y="161684"/>
                      <a:pt x="88818" y="161231"/>
                      <a:pt x="89316" y="160598"/>
                    </a:cubicBezTo>
                    <a:cubicBezTo>
                      <a:pt x="89814" y="159919"/>
                      <a:pt x="89995" y="159059"/>
                      <a:pt x="90130" y="158244"/>
                    </a:cubicBezTo>
                    <a:cubicBezTo>
                      <a:pt x="90266" y="157474"/>
                      <a:pt x="90311" y="156659"/>
                      <a:pt x="90357" y="155844"/>
                    </a:cubicBezTo>
                    <a:cubicBezTo>
                      <a:pt x="90311" y="155618"/>
                      <a:pt x="90357" y="155392"/>
                      <a:pt x="90447" y="155165"/>
                    </a:cubicBezTo>
                    <a:cubicBezTo>
                      <a:pt x="90493" y="154396"/>
                      <a:pt x="90628" y="153626"/>
                      <a:pt x="90809" y="152857"/>
                    </a:cubicBezTo>
                    <a:cubicBezTo>
                      <a:pt x="90856" y="152716"/>
                      <a:pt x="91013" y="152636"/>
                      <a:pt x="91160" y="152636"/>
                    </a:cubicBezTo>
                    <a:cubicBezTo>
                      <a:pt x="91295" y="152636"/>
                      <a:pt x="91421" y="152704"/>
                      <a:pt x="91443" y="152857"/>
                    </a:cubicBezTo>
                    <a:cubicBezTo>
                      <a:pt x="91488" y="152947"/>
                      <a:pt x="91488" y="153038"/>
                      <a:pt x="91488" y="153128"/>
                    </a:cubicBezTo>
                    <a:cubicBezTo>
                      <a:pt x="91851" y="152721"/>
                      <a:pt x="92258" y="152359"/>
                      <a:pt x="92665" y="151997"/>
                    </a:cubicBezTo>
                    <a:cubicBezTo>
                      <a:pt x="93118" y="151680"/>
                      <a:pt x="93571" y="151363"/>
                      <a:pt x="93888" y="150955"/>
                    </a:cubicBezTo>
                    <a:cubicBezTo>
                      <a:pt x="94386" y="150231"/>
                      <a:pt x="94476" y="149235"/>
                      <a:pt x="94476" y="148330"/>
                    </a:cubicBezTo>
                    <a:cubicBezTo>
                      <a:pt x="94476" y="148013"/>
                      <a:pt x="94476" y="147741"/>
                      <a:pt x="94476" y="147470"/>
                    </a:cubicBezTo>
                    <a:cubicBezTo>
                      <a:pt x="94431" y="146836"/>
                      <a:pt x="94386" y="146157"/>
                      <a:pt x="94250" y="145523"/>
                    </a:cubicBezTo>
                    <a:cubicBezTo>
                      <a:pt x="94159" y="144935"/>
                      <a:pt x="93933" y="144301"/>
                      <a:pt x="94069" y="143667"/>
                    </a:cubicBezTo>
                    <a:cubicBezTo>
                      <a:pt x="94097" y="143472"/>
                      <a:pt x="94261" y="143380"/>
                      <a:pt x="94437" y="143380"/>
                    </a:cubicBezTo>
                    <a:cubicBezTo>
                      <a:pt x="94547" y="143380"/>
                      <a:pt x="94661" y="143416"/>
                      <a:pt x="94748" y="143486"/>
                    </a:cubicBezTo>
                    <a:cubicBezTo>
                      <a:pt x="94748" y="143531"/>
                      <a:pt x="94793" y="143531"/>
                      <a:pt x="94838" y="143577"/>
                    </a:cubicBezTo>
                    <a:cubicBezTo>
                      <a:pt x="95517" y="142400"/>
                      <a:pt x="97011" y="141585"/>
                      <a:pt x="97690" y="140362"/>
                    </a:cubicBezTo>
                    <a:cubicBezTo>
                      <a:pt x="98234" y="139457"/>
                      <a:pt x="98505" y="138371"/>
                      <a:pt x="98596" y="137329"/>
                    </a:cubicBezTo>
                    <a:cubicBezTo>
                      <a:pt x="98686" y="136696"/>
                      <a:pt x="98686" y="136107"/>
                      <a:pt x="98777" y="135473"/>
                    </a:cubicBezTo>
                    <a:cubicBezTo>
                      <a:pt x="98867" y="134930"/>
                      <a:pt x="98867" y="134342"/>
                      <a:pt x="99139" y="133844"/>
                    </a:cubicBezTo>
                    <a:cubicBezTo>
                      <a:pt x="99207" y="133708"/>
                      <a:pt x="99343" y="133640"/>
                      <a:pt x="99473" y="133640"/>
                    </a:cubicBezTo>
                    <a:cubicBezTo>
                      <a:pt x="99603" y="133640"/>
                      <a:pt x="99727" y="133708"/>
                      <a:pt x="99773" y="133844"/>
                    </a:cubicBezTo>
                    <a:cubicBezTo>
                      <a:pt x="99818" y="133889"/>
                      <a:pt x="99863" y="133980"/>
                      <a:pt x="99908" y="134070"/>
                    </a:cubicBezTo>
                    <a:lnTo>
                      <a:pt x="99954" y="133934"/>
                    </a:lnTo>
                    <a:cubicBezTo>
                      <a:pt x="100225" y="133255"/>
                      <a:pt x="100542" y="132621"/>
                      <a:pt x="100814" y="131988"/>
                    </a:cubicBezTo>
                    <a:cubicBezTo>
                      <a:pt x="101357" y="130720"/>
                      <a:pt x="101810" y="129453"/>
                      <a:pt x="102036" y="128095"/>
                    </a:cubicBezTo>
                    <a:cubicBezTo>
                      <a:pt x="102398" y="125786"/>
                      <a:pt x="101946" y="123477"/>
                      <a:pt x="101900" y="121123"/>
                    </a:cubicBezTo>
                    <a:lnTo>
                      <a:pt x="101855" y="121078"/>
                    </a:lnTo>
                    <a:cubicBezTo>
                      <a:pt x="101674" y="121168"/>
                      <a:pt x="101493" y="121214"/>
                      <a:pt x="101312" y="121214"/>
                    </a:cubicBezTo>
                    <a:cubicBezTo>
                      <a:pt x="101294" y="121217"/>
                      <a:pt x="101277" y="121218"/>
                      <a:pt x="101260" y="121218"/>
                    </a:cubicBezTo>
                    <a:cubicBezTo>
                      <a:pt x="101023" y="121218"/>
                      <a:pt x="100907" y="120927"/>
                      <a:pt x="100950" y="120716"/>
                    </a:cubicBezTo>
                    <a:cubicBezTo>
                      <a:pt x="100995" y="120308"/>
                      <a:pt x="101312" y="120037"/>
                      <a:pt x="101493" y="119675"/>
                    </a:cubicBezTo>
                    <a:cubicBezTo>
                      <a:pt x="101674" y="119312"/>
                      <a:pt x="101855" y="118950"/>
                      <a:pt x="102081" y="118588"/>
                    </a:cubicBezTo>
                    <a:cubicBezTo>
                      <a:pt x="102443" y="117864"/>
                      <a:pt x="102670" y="117004"/>
                      <a:pt x="102579" y="116189"/>
                    </a:cubicBezTo>
                    <a:cubicBezTo>
                      <a:pt x="102443" y="114650"/>
                      <a:pt x="101176" y="113518"/>
                      <a:pt x="100587" y="112160"/>
                    </a:cubicBezTo>
                    <a:cubicBezTo>
                      <a:pt x="100406" y="112567"/>
                      <a:pt x="100225" y="112975"/>
                      <a:pt x="99954" y="113292"/>
                    </a:cubicBezTo>
                    <a:cubicBezTo>
                      <a:pt x="99904" y="113358"/>
                      <a:pt x="99830" y="113388"/>
                      <a:pt x="99753" y="113388"/>
                    </a:cubicBezTo>
                    <a:cubicBezTo>
                      <a:pt x="99622" y="113388"/>
                      <a:pt x="99484" y="113299"/>
                      <a:pt x="99456" y="113156"/>
                    </a:cubicBezTo>
                    <a:cubicBezTo>
                      <a:pt x="99229" y="112160"/>
                      <a:pt x="99501" y="110983"/>
                      <a:pt x="99727" y="109987"/>
                    </a:cubicBezTo>
                    <a:cubicBezTo>
                      <a:pt x="99908" y="109082"/>
                      <a:pt x="100180" y="108176"/>
                      <a:pt x="99863" y="107226"/>
                    </a:cubicBezTo>
                    <a:cubicBezTo>
                      <a:pt x="99637" y="106501"/>
                      <a:pt x="99139" y="105822"/>
                      <a:pt x="98731" y="105143"/>
                    </a:cubicBezTo>
                    <a:cubicBezTo>
                      <a:pt x="98596" y="104917"/>
                      <a:pt x="98505" y="104690"/>
                      <a:pt x="98369" y="104464"/>
                    </a:cubicBezTo>
                    <a:cubicBezTo>
                      <a:pt x="98234" y="104645"/>
                      <a:pt x="98143" y="104826"/>
                      <a:pt x="97962" y="105007"/>
                    </a:cubicBezTo>
                    <a:cubicBezTo>
                      <a:pt x="97866" y="105117"/>
                      <a:pt x="97736" y="105165"/>
                      <a:pt x="97602" y="105165"/>
                    </a:cubicBezTo>
                    <a:cubicBezTo>
                      <a:pt x="97295" y="105165"/>
                      <a:pt x="96966" y="104915"/>
                      <a:pt x="96966" y="104600"/>
                    </a:cubicBezTo>
                    <a:cubicBezTo>
                      <a:pt x="97011" y="102699"/>
                      <a:pt x="98777" y="101114"/>
                      <a:pt x="98007" y="99213"/>
                    </a:cubicBezTo>
                    <a:cubicBezTo>
                      <a:pt x="97645" y="98353"/>
                      <a:pt x="97102" y="97629"/>
                      <a:pt x="96740" y="96768"/>
                    </a:cubicBezTo>
                    <a:cubicBezTo>
                      <a:pt x="96740" y="96723"/>
                      <a:pt x="96740" y="96678"/>
                      <a:pt x="96694" y="96633"/>
                    </a:cubicBezTo>
                    <a:cubicBezTo>
                      <a:pt x="96604" y="96723"/>
                      <a:pt x="96513" y="96814"/>
                      <a:pt x="96423" y="96904"/>
                    </a:cubicBezTo>
                    <a:cubicBezTo>
                      <a:pt x="96334" y="96993"/>
                      <a:pt x="96223" y="97032"/>
                      <a:pt x="96113" y="97032"/>
                    </a:cubicBezTo>
                    <a:cubicBezTo>
                      <a:pt x="95832" y="97032"/>
                      <a:pt x="95556" y="96777"/>
                      <a:pt x="95653" y="96452"/>
                    </a:cubicBezTo>
                    <a:cubicBezTo>
                      <a:pt x="96015" y="95229"/>
                      <a:pt x="96423" y="94052"/>
                      <a:pt x="96513" y="92785"/>
                    </a:cubicBezTo>
                    <a:cubicBezTo>
                      <a:pt x="96559" y="91517"/>
                      <a:pt x="96377" y="90295"/>
                      <a:pt x="95834" y="89163"/>
                    </a:cubicBezTo>
                    <a:cubicBezTo>
                      <a:pt x="95246" y="87805"/>
                      <a:pt x="94431" y="86583"/>
                      <a:pt x="93842" y="85270"/>
                    </a:cubicBezTo>
                    <a:cubicBezTo>
                      <a:pt x="93435" y="84365"/>
                      <a:pt x="93118" y="83459"/>
                      <a:pt x="92847" y="82554"/>
                    </a:cubicBezTo>
                    <a:cubicBezTo>
                      <a:pt x="92711" y="82826"/>
                      <a:pt x="92575" y="83052"/>
                      <a:pt x="92439" y="83324"/>
                    </a:cubicBezTo>
                    <a:cubicBezTo>
                      <a:pt x="92264" y="83586"/>
                      <a:pt x="92089" y="84186"/>
                      <a:pt x="91670" y="84186"/>
                    </a:cubicBezTo>
                    <a:cubicBezTo>
                      <a:pt x="91655" y="84186"/>
                      <a:pt x="91640" y="84185"/>
                      <a:pt x="91624" y="84184"/>
                    </a:cubicBezTo>
                    <a:cubicBezTo>
                      <a:pt x="90719" y="84138"/>
                      <a:pt x="91443" y="82237"/>
                      <a:pt x="91624" y="81784"/>
                    </a:cubicBezTo>
                    <a:cubicBezTo>
                      <a:pt x="92439" y="80064"/>
                      <a:pt x="94069" y="78299"/>
                      <a:pt x="93526" y="76262"/>
                    </a:cubicBezTo>
                    <a:cubicBezTo>
                      <a:pt x="93209" y="75130"/>
                      <a:pt x="92394" y="74134"/>
                      <a:pt x="91760" y="73138"/>
                    </a:cubicBezTo>
                    <a:cubicBezTo>
                      <a:pt x="91624" y="72957"/>
                      <a:pt x="91534" y="72776"/>
                      <a:pt x="91398" y="72595"/>
                    </a:cubicBezTo>
                    <a:cubicBezTo>
                      <a:pt x="91398" y="72685"/>
                      <a:pt x="91398" y="72776"/>
                      <a:pt x="91398" y="72866"/>
                    </a:cubicBezTo>
                    <a:cubicBezTo>
                      <a:pt x="91353" y="73319"/>
                      <a:pt x="91217" y="73908"/>
                      <a:pt x="90855" y="74270"/>
                    </a:cubicBezTo>
                    <a:cubicBezTo>
                      <a:pt x="90758" y="74342"/>
                      <a:pt x="90635" y="74389"/>
                      <a:pt x="90521" y="74389"/>
                    </a:cubicBezTo>
                    <a:cubicBezTo>
                      <a:pt x="90422" y="74389"/>
                      <a:pt x="90329" y="74354"/>
                      <a:pt x="90266" y="74270"/>
                    </a:cubicBezTo>
                    <a:cubicBezTo>
                      <a:pt x="89949" y="73862"/>
                      <a:pt x="89904" y="73364"/>
                      <a:pt x="89859" y="72866"/>
                    </a:cubicBezTo>
                    <a:cubicBezTo>
                      <a:pt x="89814" y="72368"/>
                      <a:pt x="89859" y="71871"/>
                      <a:pt x="89814" y="71373"/>
                    </a:cubicBezTo>
                    <a:cubicBezTo>
                      <a:pt x="89768" y="70422"/>
                      <a:pt x="89542" y="69471"/>
                      <a:pt x="89044" y="68611"/>
                    </a:cubicBezTo>
                    <a:cubicBezTo>
                      <a:pt x="88591" y="67706"/>
                      <a:pt x="87957" y="66846"/>
                      <a:pt x="87369" y="65986"/>
                    </a:cubicBezTo>
                    <a:cubicBezTo>
                      <a:pt x="87324" y="65895"/>
                      <a:pt x="87278" y="65759"/>
                      <a:pt x="87188" y="65669"/>
                    </a:cubicBezTo>
                    <a:cubicBezTo>
                      <a:pt x="87188" y="66167"/>
                      <a:pt x="87188" y="66619"/>
                      <a:pt x="87143" y="67072"/>
                    </a:cubicBezTo>
                    <a:cubicBezTo>
                      <a:pt x="87117" y="67404"/>
                      <a:pt x="86847" y="67606"/>
                      <a:pt x="86584" y="67606"/>
                    </a:cubicBezTo>
                    <a:cubicBezTo>
                      <a:pt x="86380" y="67606"/>
                      <a:pt x="86181" y="67484"/>
                      <a:pt x="86101" y="67208"/>
                    </a:cubicBezTo>
                    <a:cubicBezTo>
                      <a:pt x="85739" y="65850"/>
                      <a:pt x="85513" y="64446"/>
                      <a:pt x="85241" y="63088"/>
                    </a:cubicBezTo>
                    <a:cubicBezTo>
                      <a:pt x="85015" y="61911"/>
                      <a:pt x="84698" y="60870"/>
                      <a:pt x="83793" y="60055"/>
                    </a:cubicBezTo>
                    <a:cubicBezTo>
                      <a:pt x="82797" y="59150"/>
                      <a:pt x="81665" y="58471"/>
                      <a:pt x="80579" y="57701"/>
                    </a:cubicBezTo>
                    <a:cubicBezTo>
                      <a:pt x="80352" y="57520"/>
                      <a:pt x="80126" y="57384"/>
                      <a:pt x="79900" y="57203"/>
                    </a:cubicBezTo>
                    <a:lnTo>
                      <a:pt x="79900" y="57203"/>
                    </a:lnTo>
                    <a:cubicBezTo>
                      <a:pt x="79945" y="57384"/>
                      <a:pt x="79809" y="57611"/>
                      <a:pt x="79583" y="57611"/>
                    </a:cubicBezTo>
                    <a:cubicBezTo>
                      <a:pt x="78361" y="57566"/>
                      <a:pt x="77274" y="56434"/>
                      <a:pt x="76595" y="55528"/>
                    </a:cubicBezTo>
                    <a:cubicBezTo>
                      <a:pt x="76188" y="55030"/>
                      <a:pt x="75916" y="54487"/>
                      <a:pt x="75554" y="53989"/>
                    </a:cubicBezTo>
                    <a:cubicBezTo>
                      <a:pt x="75192" y="53582"/>
                      <a:pt x="74784" y="53355"/>
                      <a:pt x="74286" y="53174"/>
                    </a:cubicBezTo>
                    <a:cubicBezTo>
                      <a:pt x="73698" y="53039"/>
                      <a:pt x="73109" y="52858"/>
                      <a:pt x="72611" y="52586"/>
                    </a:cubicBezTo>
                    <a:cubicBezTo>
                      <a:pt x="72113" y="52360"/>
                      <a:pt x="71706" y="52043"/>
                      <a:pt x="71299" y="51681"/>
                    </a:cubicBezTo>
                    <a:cubicBezTo>
                      <a:pt x="70891" y="51364"/>
                      <a:pt x="70529" y="50956"/>
                      <a:pt x="70167" y="50639"/>
                    </a:cubicBezTo>
                    <a:cubicBezTo>
                      <a:pt x="70167" y="50730"/>
                      <a:pt x="70167" y="50820"/>
                      <a:pt x="70122" y="50956"/>
                    </a:cubicBezTo>
                    <a:cubicBezTo>
                      <a:pt x="70043" y="51153"/>
                      <a:pt x="69861" y="51282"/>
                      <a:pt x="69666" y="51282"/>
                    </a:cubicBezTo>
                    <a:cubicBezTo>
                      <a:pt x="69637" y="51282"/>
                      <a:pt x="69608" y="51279"/>
                      <a:pt x="69578" y="51273"/>
                    </a:cubicBezTo>
                    <a:cubicBezTo>
                      <a:pt x="69035" y="51183"/>
                      <a:pt x="68718" y="50549"/>
                      <a:pt x="68537" y="50096"/>
                    </a:cubicBezTo>
                    <a:cubicBezTo>
                      <a:pt x="68356" y="49643"/>
                      <a:pt x="68220" y="49191"/>
                      <a:pt x="68039" y="48738"/>
                    </a:cubicBezTo>
                    <a:cubicBezTo>
                      <a:pt x="67722" y="47968"/>
                      <a:pt x="67360" y="47154"/>
                      <a:pt x="66545" y="46791"/>
                    </a:cubicBezTo>
                    <a:cubicBezTo>
                      <a:pt x="65821" y="46475"/>
                      <a:pt x="65006" y="46429"/>
                      <a:pt x="64237" y="46248"/>
                    </a:cubicBezTo>
                    <a:lnTo>
                      <a:pt x="64237" y="46248"/>
                    </a:lnTo>
                    <a:cubicBezTo>
                      <a:pt x="64825" y="47154"/>
                      <a:pt x="65368" y="48104"/>
                      <a:pt x="65640" y="49236"/>
                    </a:cubicBezTo>
                    <a:cubicBezTo>
                      <a:pt x="65706" y="49564"/>
                      <a:pt x="65390" y="49893"/>
                      <a:pt x="65074" y="49893"/>
                    </a:cubicBezTo>
                    <a:cubicBezTo>
                      <a:pt x="64954" y="49893"/>
                      <a:pt x="64834" y="49846"/>
                      <a:pt x="64735" y="49734"/>
                    </a:cubicBezTo>
                    <a:cubicBezTo>
                      <a:pt x="63875" y="48693"/>
                      <a:pt x="63195" y="47561"/>
                      <a:pt x="62426" y="46429"/>
                    </a:cubicBezTo>
                    <a:cubicBezTo>
                      <a:pt x="61702" y="45388"/>
                      <a:pt x="60796" y="44392"/>
                      <a:pt x="60117" y="43261"/>
                    </a:cubicBezTo>
                    <a:cubicBezTo>
                      <a:pt x="59755" y="42581"/>
                      <a:pt x="59438" y="41812"/>
                      <a:pt x="59302" y="40997"/>
                    </a:cubicBezTo>
                    <a:lnTo>
                      <a:pt x="59257" y="40997"/>
                    </a:lnTo>
                    <a:cubicBezTo>
                      <a:pt x="58940" y="40363"/>
                      <a:pt x="58940" y="39548"/>
                      <a:pt x="59031" y="38869"/>
                    </a:cubicBezTo>
                    <a:cubicBezTo>
                      <a:pt x="59121" y="38190"/>
                      <a:pt x="59348" y="37511"/>
                      <a:pt x="59665" y="36923"/>
                    </a:cubicBezTo>
                    <a:cubicBezTo>
                      <a:pt x="59755" y="36742"/>
                      <a:pt x="59846" y="36561"/>
                      <a:pt x="59936" y="36380"/>
                    </a:cubicBezTo>
                    <a:lnTo>
                      <a:pt x="59936" y="36380"/>
                    </a:lnTo>
                    <a:cubicBezTo>
                      <a:pt x="59665" y="36561"/>
                      <a:pt x="59348" y="36697"/>
                      <a:pt x="59031" y="36742"/>
                    </a:cubicBezTo>
                    <a:cubicBezTo>
                      <a:pt x="58971" y="36748"/>
                      <a:pt x="58914" y="36751"/>
                      <a:pt x="58859" y="36751"/>
                    </a:cubicBezTo>
                    <a:cubicBezTo>
                      <a:pt x="58493" y="36751"/>
                      <a:pt x="58208" y="36627"/>
                      <a:pt x="57854" y="36470"/>
                    </a:cubicBezTo>
                    <a:cubicBezTo>
                      <a:pt x="57642" y="36386"/>
                      <a:pt x="57786" y="36104"/>
                      <a:pt x="57954" y="36104"/>
                    </a:cubicBezTo>
                    <a:cubicBezTo>
                      <a:pt x="57966" y="36104"/>
                      <a:pt x="57978" y="36105"/>
                      <a:pt x="57990" y="36108"/>
                    </a:cubicBezTo>
                    <a:cubicBezTo>
                      <a:pt x="58038" y="36119"/>
                      <a:pt x="58089" y="36124"/>
                      <a:pt x="58140" y="36124"/>
                    </a:cubicBezTo>
                    <a:cubicBezTo>
                      <a:pt x="58514" y="36124"/>
                      <a:pt x="58933" y="35855"/>
                      <a:pt x="59212" y="35655"/>
                    </a:cubicBezTo>
                    <a:cubicBezTo>
                      <a:pt x="59529" y="35429"/>
                      <a:pt x="59846" y="35157"/>
                      <a:pt x="60072" y="34795"/>
                    </a:cubicBezTo>
                    <a:cubicBezTo>
                      <a:pt x="60525" y="34161"/>
                      <a:pt x="60932" y="33437"/>
                      <a:pt x="61204" y="32713"/>
                    </a:cubicBezTo>
                    <a:cubicBezTo>
                      <a:pt x="61521" y="31898"/>
                      <a:pt x="61747" y="31083"/>
                      <a:pt x="61837" y="30268"/>
                    </a:cubicBezTo>
                    <a:cubicBezTo>
                      <a:pt x="61973" y="29453"/>
                      <a:pt x="61973" y="28593"/>
                      <a:pt x="62109" y="27779"/>
                    </a:cubicBezTo>
                    <a:cubicBezTo>
                      <a:pt x="62130" y="27587"/>
                      <a:pt x="62271" y="27506"/>
                      <a:pt x="62429" y="27506"/>
                    </a:cubicBezTo>
                    <a:cubicBezTo>
                      <a:pt x="62607" y="27506"/>
                      <a:pt x="62807" y="27610"/>
                      <a:pt x="62879" y="27779"/>
                    </a:cubicBezTo>
                    <a:cubicBezTo>
                      <a:pt x="63241" y="28774"/>
                      <a:pt x="63195" y="29861"/>
                      <a:pt x="63014" y="30857"/>
                    </a:cubicBezTo>
                    <a:cubicBezTo>
                      <a:pt x="62924" y="31491"/>
                      <a:pt x="62743" y="32079"/>
                      <a:pt x="62516" y="32668"/>
                    </a:cubicBezTo>
                    <a:cubicBezTo>
                      <a:pt x="62562" y="32668"/>
                      <a:pt x="62607" y="32622"/>
                      <a:pt x="62652" y="32577"/>
                    </a:cubicBezTo>
                    <a:cubicBezTo>
                      <a:pt x="62924" y="32170"/>
                      <a:pt x="63150" y="31762"/>
                      <a:pt x="63331" y="31310"/>
                    </a:cubicBezTo>
                    <a:cubicBezTo>
                      <a:pt x="63467" y="30947"/>
                      <a:pt x="63603" y="30585"/>
                      <a:pt x="63739" y="30223"/>
                    </a:cubicBezTo>
                    <a:cubicBezTo>
                      <a:pt x="63784" y="29997"/>
                      <a:pt x="63875" y="29861"/>
                      <a:pt x="63920" y="29635"/>
                    </a:cubicBezTo>
                    <a:lnTo>
                      <a:pt x="64056" y="29091"/>
                    </a:lnTo>
                    <a:cubicBezTo>
                      <a:pt x="64095" y="28955"/>
                      <a:pt x="64200" y="28894"/>
                      <a:pt x="64308" y="28894"/>
                    </a:cubicBezTo>
                    <a:cubicBezTo>
                      <a:pt x="64452" y="28894"/>
                      <a:pt x="64599" y="29001"/>
                      <a:pt x="64599" y="29182"/>
                    </a:cubicBezTo>
                    <a:cubicBezTo>
                      <a:pt x="64689" y="29951"/>
                      <a:pt x="64508" y="30766"/>
                      <a:pt x="64191" y="31491"/>
                    </a:cubicBezTo>
                    <a:cubicBezTo>
                      <a:pt x="65233" y="30902"/>
                      <a:pt x="66274" y="30359"/>
                      <a:pt x="67134" y="29544"/>
                    </a:cubicBezTo>
                    <a:cubicBezTo>
                      <a:pt x="67677" y="29046"/>
                      <a:pt x="68130" y="28367"/>
                      <a:pt x="68356" y="27643"/>
                    </a:cubicBezTo>
                    <a:cubicBezTo>
                      <a:pt x="68266" y="27054"/>
                      <a:pt x="68130" y="26466"/>
                      <a:pt x="67994" y="25877"/>
                    </a:cubicBezTo>
                    <a:cubicBezTo>
                      <a:pt x="67541" y="24112"/>
                      <a:pt x="66545" y="22573"/>
                      <a:pt x="65640" y="20988"/>
                    </a:cubicBezTo>
                    <a:cubicBezTo>
                      <a:pt x="65548" y="20835"/>
                      <a:pt x="65663" y="20703"/>
                      <a:pt x="65803" y="20703"/>
                    </a:cubicBezTo>
                    <a:cubicBezTo>
                      <a:pt x="65870" y="20703"/>
                      <a:pt x="65943" y="20734"/>
                      <a:pt x="66002" y="20807"/>
                    </a:cubicBezTo>
                    <a:cubicBezTo>
                      <a:pt x="67270" y="22482"/>
                      <a:pt x="68673" y="23976"/>
                      <a:pt x="69307" y="26058"/>
                    </a:cubicBezTo>
                    <a:cubicBezTo>
                      <a:pt x="69488" y="26647"/>
                      <a:pt x="69624" y="27281"/>
                      <a:pt x="69714" y="27914"/>
                    </a:cubicBezTo>
                    <a:cubicBezTo>
                      <a:pt x="69895" y="27688"/>
                      <a:pt x="70122" y="27462"/>
                      <a:pt x="70303" y="27281"/>
                    </a:cubicBezTo>
                    <a:cubicBezTo>
                      <a:pt x="70257" y="27054"/>
                      <a:pt x="70257" y="26873"/>
                      <a:pt x="70212" y="26692"/>
                    </a:cubicBezTo>
                    <a:cubicBezTo>
                      <a:pt x="70212" y="26466"/>
                      <a:pt x="70167" y="26239"/>
                      <a:pt x="70167" y="26013"/>
                    </a:cubicBezTo>
                    <a:cubicBezTo>
                      <a:pt x="70076" y="25515"/>
                      <a:pt x="69986" y="25062"/>
                      <a:pt x="69850" y="24610"/>
                    </a:cubicBezTo>
                    <a:cubicBezTo>
                      <a:pt x="69805" y="24429"/>
                      <a:pt x="69895" y="24248"/>
                      <a:pt x="70076" y="24202"/>
                    </a:cubicBezTo>
                    <a:cubicBezTo>
                      <a:pt x="70100" y="24195"/>
                      <a:pt x="70124" y="24191"/>
                      <a:pt x="70149" y="24191"/>
                    </a:cubicBezTo>
                    <a:cubicBezTo>
                      <a:pt x="70270" y="24191"/>
                      <a:pt x="70401" y="24279"/>
                      <a:pt x="70438" y="24429"/>
                    </a:cubicBezTo>
                    <a:cubicBezTo>
                      <a:pt x="70620" y="24881"/>
                      <a:pt x="70755" y="25379"/>
                      <a:pt x="70846" y="25923"/>
                    </a:cubicBezTo>
                    <a:cubicBezTo>
                      <a:pt x="70891" y="26104"/>
                      <a:pt x="70891" y="26330"/>
                      <a:pt x="70891" y="26511"/>
                    </a:cubicBezTo>
                    <a:cubicBezTo>
                      <a:pt x="71344" y="26013"/>
                      <a:pt x="71706" y="25470"/>
                      <a:pt x="71978" y="24881"/>
                    </a:cubicBezTo>
                    <a:cubicBezTo>
                      <a:pt x="72611" y="23523"/>
                      <a:pt x="71887" y="22029"/>
                      <a:pt x="71434" y="20717"/>
                    </a:cubicBezTo>
                    <a:cubicBezTo>
                      <a:pt x="70936" y="19223"/>
                      <a:pt x="70393" y="17729"/>
                      <a:pt x="69805" y="16280"/>
                    </a:cubicBezTo>
                    <a:cubicBezTo>
                      <a:pt x="69715" y="16071"/>
                      <a:pt x="69921" y="15901"/>
                      <a:pt x="70124" y="15901"/>
                    </a:cubicBezTo>
                    <a:cubicBezTo>
                      <a:pt x="70228" y="15901"/>
                      <a:pt x="70332" y="15946"/>
                      <a:pt x="70393" y="16054"/>
                    </a:cubicBezTo>
                    <a:cubicBezTo>
                      <a:pt x="71208" y="17548"/>
                      <a:pt x="72023" y="19132"/>
                      <a:pt x="72702" y="20717"/>
                    </a:cubicBezTo>
                    <a:cubicBezTo>
                      <a:pt x="72792" y="20898"/>
                      <a:pt x="72883" y="21124"/>
                      <a:pt x="72974" y="21350"/>
                    </a:cubicBezTo>
                    <a:cubicBezTo>
                      <a:pt x="73109" y="20400"/>
                      <a:pt x="73155" y="19449"/>
                      <a:pt x="72974" y="18498"/>
                    </a:cubicBezTo>
                    <a:cubicBezTo>
                      <a:pt x="72657" y="16914"/>
                      <a:pt x="71751" y="15556"/>
                      <a:pt x="70710" y="14288"/>
                    </a:cubicBezTo>
                    <a:cubicBezTo>
                      <a:pt x="69624" y="13021"/>
                      <a:pt x="68492" y="11753"/>
                      <a:pt x="67315" y="10576"/>
                    </a:cubicBezTo>
                    <a:cubicBezTo>
                      <a:pt x="66047" y="9264"/>
                      <a:pt x="64735" y="7996"/>
                      <a:pt x="63241" y="7045"/>
                    </a:cubicBezTo>
                    <a:cubicBezTo>
                      <a:pt x="62929" y="6850"/>
                      <a:pt x="63121" y="6421"/>
                      <a:pt x="63411" y="6421"/>
                    </a:cubicBezTo>
                    <a:cubicBezTo>
                      <a:pt x="63458" y="6421"/>
                      <a:pt x="63507" y="6432"/>
                      <a:pt x="63558" y="6457"/>
                    </a:cubicBezTo>
                    <a:cubicBezTo>
                      <a:pt x="64101" y="6728"/>
                      <a:pt x="64599" y="7000"/>
                      <a:pt x="65052" y="7317"/>
                    </a:cubicBezTo>
                    <a:cubicBezTo>
                      <a:pt x="64825" y="7091"/>
                      <a:pt x="64554" y="6819"/>
                      <a:pt x="64282" y="6547"/>
                    </a:cubicBezTo>
                    <a:cubicBezTo>
                      <a:pt x="63512" y="5868"/>
                      <a:pt x="62698" y="5235"/>
                      <a:pt x="61837" y="4646"/>
                    </a:cubicBezTo>
                    <a:lnTo>
                      <a:pt x="61837" y="4646"/>
                    </a:lnTo>
                    <a:cubicBezTo>
                      <a:pt x="62109" y="5054"/>
                      <a:pt x="62290" y="5461"/>
                      <a:pt x="62200" y="5868"/>
                    </a:cubicBezTo>
                    <a:cubicBezTo>
                      <a:pt x="62160" y="6026"/>
                      <a:pt x="61984" y="6149"/>
                      <a:pt x="61820" y="6149"/>
                    </a:cubicBezTo>
                    <a:cubicBezTo>
                      <a:pt x="61795" y="6149"/>
                      <a:pt x="61771" y="6146"/>
                      <a:pt x="61747" y="6140"/>
                    </a:cubicBezTo>
                    <a:cubicBezTo>
                      <a:pt x="61385" y="6004"/>
                      <a:pt x="61158" y="5642"/>
                      <a:pt x="60887" y="5370"/>
                    </a:cubicBezTo>
                    <a:cubicBezTo>
                      <a:pt x="60615" y="5054"/>
                      <a:pt x="60344" y="4782"/>
                      <a:pt x="60027" y="4510"/>
                    </a:cubicBezTo>
                    <a:cubicBezTo>
                      <a:pt x="59438" y="3967"/>
                      <a:pt x="58804" y="3514"/>
                      <a:pt x="58125" y="3152"/>
                    </a:cubicBezTo>
                    <a:cubicBezTo>
                      <a:pt x="57446" y="2790"/>
                      <a:pt x="56677" y="2564"/>
                      <a:pt x="55907" y="2383"/>
                    </a:cubicBezTo>
                    <a:cubicBezTo>
                      <a:pt x="55817" y="2383"/>
                      <a:pt x="55726" y="2337"/>
                      <a:pt x="55636" y="2337"/>
                    </a:cubicBezTo>
                    <a:cubicBezTo>
                      <a:pt x="55998" y="2745"/>
                      <a:pt x="56269" y="3197"/>
                      <a:pt x="56315" y="3695"/>
                    </a:cubicBezTo>
                    <a:cubicBezTo>
                      <a:pt x="56348" y="3863"/>
                      <a:pt x="56183" y="3956"/>
                      <a:pt x="56039" y="3956"/>
                    </a:cubicBezTo>
                    <a:cubicBezTo>
                      <a:pt x="55989" y="3956"/>
                      <a:pt x="55942" y="3945"/>
                      <a:pt x="55907" y="3922"/>
                    </a:cubicBezTo>
                    <a:cubicBezTo>
                      <a:pt x="55409" y="3695"/>
                      <a:pt x="55002" y="3243"/>
                      <a:pt x="54640" y="2835"/>
                    </a:cubicBezTo>
                    <a:cubicBezTo>
                      <a:pt x="54368" y="2564"/>
                      <a:pt x="54051" y="2247"/>
                      <a:pt x="53780" y="1975"/>
                    </a:cubicBezTo>
                    <a:cubicBezTo>
                      <a:pt x="53734" y="1975"/>
                      <a:pt x="53689" y="1975"/>
                      <a:pt x="53644" y="1930"/>
                    </a:cubicBezTo>
                    <a:cubicBezTo>
                      <a:pt x="53553" y="1885"/>
                      <a:pt x="53508" y="1839"/>
                      <a:pt x="53508" y="1749"/>
                    </a:cubicBezTo>
                    <a:cubicBezTo>
                      <a:pt x="52693" y="1025"/>
                      <a:pt x="51878" y="617"/>
                      <a:pt x="50792" y="572"/>
                    </a:cubicBezTo>
                    <a:lnTo>
                      <a:pt x="50520" y="572"/>
                    </a:lnTo>
                    <a:cubicBezTo>
                      <a:pt x="50520" y="572"/>
                      <a:pt x="50520" y="617"/>
                      <a:pt x="50566" y="617"/>
                    </a:cubicBezTo>
                    <a:cubicBezTo>
                      <a:pt x="50611" y="662"/>
                      <a:pt x="50656" y="708"/>
                      <a:pt x="50701" y="708"/>
                    </a:cubicBezTo>
                    <a:cubicBezTo>
                      <a:pt x="50701" y="753"/>
                      <a:pt x="50747" y="753"/>
                      <a:pt x="50747" y="798"/>
                    </a:cubicBezTo>
                    <a:cubicBezTo>
                      <a:pt x="50747" y="798"/>
                      <a:pt x="50792" y="798"/>
                      <a:pt x="50792" y="844"/>
                    </a:cubicBezTo>
                    <a:cubicBezTo>
                      <a:pt x="50837" y="934"/>
                      <a:pt x="50882" y="1025"/>
                      <a:pt x="50837" y="1115"/>
                    </a:cubicBezTo>
                    <a:cubicBezTo>
                      <a:pt x="50804" y="1181"/>
                      <a:pt x="50722" y="1223"/>
                      <a:pt x="50645" y="1223"/>
                    </a:cubicBezTo>
                    <a:cubicBezTo>
                      <a:pt x="50617" y="1223"/>
                      <a:pt x="50590" y="1218"/>
                      <a:pt x="50566" y="1206"/>
                    </a:cubicBezTo>
                    <a:cubicBezTo>
                      <a:pt x="50520" y="1206"/>
                      <a:pt x="50430" y="1160"/>
                      <a:pt x="50384" y="1115"/>
                    </a:cubicBezTo>
                    <a:cubicBezTo>
                      <a:pt x="50294" y="1115"/>
                      <a:pt x="50249" y="1025"/>
                      <a:pt x="50203" y="979"/>
                    </a:cubicBezTo>
                    <a:cubicBezTo>
                      <a:pt x="50113" y="934"/>
                      <a:pt x="50022" y="844"/>
                      <a:pt x="49932" y="753"/>
                    </a:cubicBezTo>
                    <a:cubicBezTo>
                      <a:pt x="49886" y="708"/>
                      <a:pt x="49841" y="662"/>
                      <a:pt x="49796" y="572"/>
                    </a:cubicBezTo>
                    <a:cubicBezTo>
                      <a:pt x="49479" y="617"/>
                      <a:pt x="49207" y="617"/>
                      <a:pt x="48891" y="617"/>
                    </a:cubicBezTo>
                    <a:cubicBezTo>
                      <a:pt x="48936" y="708"/>
                      <a:pt x="48981" y="753"/>
                      <a:pt x="49026" y="844"/>
                    </a:cubicBezTo>
                    <a:cubicBezTo>
                      <a:pt x="49072" y="889"/>
                      <a:pt x="49117" y="934"/>
                      <a:pt x="49162" y="979"/>
                    </a:cubicBezTo>
                    <a:cubicBezTo>
                      <a:pt x="49162" y="1070"/>
                      <a:pt x="49207" y="1115"/>
                      <a:pt x="49253" y="1206"/>
                    </a:cubicBezTo>
                    <a:cubicBezTo>
                      <a:pt x="49253" y="1251"/>
                      <a:pt x="49298" y="1341"/>
                      <a:pt x="49343" y="1387"/>
                    </a:cubicBezTo>
                    <a:cubicBezTo>
                      <a:pt x="49343" y="1477"/>
                      <a:pt x="49389" y="1568"/>
                      <a:pt x="49389" y="1613"/>
                    </a:cubicBezTo>
                    <a:cubicBezTo>
                      <a:pt x="49389" y="1746"/>
                      <a:pt x="49291" y="1830"/>
                      <a:pt x="49186" y="1830"/>
                    </a:cubicBezTo>
                    <a:cubicBezTo>
                      <a:pt x="49148" y="1830"/>
                      <a:pt x="49108" y="1818"/>
                      <a:pt x="49072" y="1794"/>
                    </a:cubicBezTo>
                    <a:cubicBezTo>
                      <a:pt x="49026" y="1749"/>
                      <a:pt x="48936" y="1704"/>
                      <a:pt x="48891" y="1658"/>
                    </a:cubicBezTo>
                    <a:cubicBezTo>
                      <a:pt x="48845" y="1613"/>
                      <a:pt x="48800" y="1523"/>
                      <a:pt x="48755" y="1477"/>
                    </a:cubicBezTo>
                    <a:cubicBezTo>
                      <a:pt x="48709" y="1477"/>
                      <a:pt x="48709" y="1432"/>
                      <a:pt x="48709" y="1432"/>
                    </a:cubicBezTo>
                    <a:cubicBezTo>
                      <a:pt x="48664" y="1387"/>
                      <a:pt x="48664" y="1341"/>
                      <a:pt x="48619" y="1296"/>
                    </a:cubicBezTo>
                    <a:cubicBezTo>
                      <a:pt x="48574" y="1251"/>
                      <a:pt x="48574" y="1206"/>
                      <a:pt x="48528" y="1115"/>
                    </a:cubicBezTo>
                    <a:cubicBezTo>
                      <a:pt x="48438" y="979"/>
                      <a:pt x="48347" y="798"/>
                      <a:pt x="48257" y="617"/>
                    </a:cubicBezTo>
                    <a:cubicBezTo>
                      <a:pt x="47578" y="617"/>
                      <a:pt x="46944" y="527"/>
                      <a:pt x="46401" y="255"/>
                    </a:cubicBezTo>
                    <a:cubicBezTo>
                      <a:pt x="46165" y="324"/>
                      <a:pt x="45912" y="351"/>
                      <a:pt x="45653" y="351"/>
                    </a:cubicBezTo>
                    <a:cubicBezTo>
                      <a:pt x="45066" y="351"/>
                      <a:pt x="44445" y="213"/>
                      <a:pt x="43911" y="119"/>
                    </a:cubicBezTo>
                    <a:cubicBezTo>
                      <a:pt x="43480" y="44"/>
                      <a:pt x="43041" y="0"/>
                      <a:pt x="426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8" name="Google Shape;2118;p2"/>
              <p:cNvSpPr/>
              <p:nvPr/>
            </p:nvSpPr>
            <p:spPr>
              <a:xfrm>
                <a:off x="4275700" y="1894950"/>
                <a:ext cx="1150" cy="25"/>
              </a:xfrm>
              <a:custGeom>
                <a:rect b="b" l="l" r="r" t="t"/>
                <a:pathLst>
                  <a:path extrusionOk="0" h="1" w="46">
                    <a:moveTo>
                      <a:pt x="45" y="1"/>
                    </a:moveTo>
                    <a:cubicBezTo>
                      <a:pt x="45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45" y="1"/>
                      <a:pt x="45" y="1"/>
                    </a:cubicBezTo>
                    <a:close/>
                  </a:path>
                </a:pathLst>
              </a:custGeom>
              <a:solidFill>
                <a:srgbClr val="FCDEA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9" name="Google Shape;2119;p2"/>
              <p:cNvSpPr/>
              <p:nvPr/>
            </p:nvSpPr>
            <p:spPr>
              <a:xfrm>
                <a:off x="2254450" y="748525"/>
                <a:ext cx="874825" cy="908900"/>
              </a:xfrm>
              <a:custGeom>
                <a:rect b="b" l="l" r="r" t="t"/>
                <a:pathLst>
                  <a:path extrusionOk="0" h="36356" w="34993">
                    <a:moveTo>
                      <a:pt x="12268" y="0"/>
                    </a:moveTo>
                    <a:cubicBezTo>
                      <a:pt x="11861" y="91"/>
                      <a:pt x="11453" y="181"/>
                      <a:pt x="11046" y="272"/>
                    </a:cubicBezTo>
                    <a:cubicBezTo>
                      <a:pt x="9823" y="544"/>
                      <a:pt x="8646" y="951"/>
                      <a:pt x="7560" y="1585"/>
                    </a:cubicBezTo>
                    <a:cubicBezTo>
                      <a:pt x="6519" y="2173"/>
                      <a:pt x="5568" y="2898"/>
                      <a:pt x="4663" y="3667"/>
                    </a:cubicBezTo>
                    <a:cubicBezTo>
                      <a:pt x="3124" y="4980"/>
                      <a:pt x="1720" y="6474"/>
                      <a:pt x="905" y="8330"/>
                    </a:cubicBezTo>
                    <a:cubicBezTo>
                      <a:pt x="770" y="8601"/>
                      <a:pt x="679" y="8873"/>
                      <a:pt x="589" y="9190"/>
                    </a:cubicBezTo>
                    <a:cubicBezTo>
                      <a:pt x="0" y="11001"/>
                      <a:pt x="91" y="12766"/>
                      <a:pt x="453" y="14532"/>
                    </a:cubicBezTo>
                    <a:cubicBezTo>
                      <a:pt x="453" y="14260"/>
                      <a:pt x="453" y="13988"/>
                      <a:pt x="498" y="13717"/>
                    </a:cubicBezTo>
                    <a:cubicBezTo>
                      <a:pt x="543" y="12766"/>
                      <a:pt x="815" y="11861"/>
                      <a:pt x="1087" y="10955"/>
                    </a:cubicBezTo>
                    <a:cubicBezTo>
                      <a:pt x="1127" y="10835"/>
                      <a:pt x="1246" y="10777"/>
                      <a:pt x="1364" y="10777"/>
                    </a:cubicBezTo>
                    <a:cubicBezTo>
                      <a:pt x="1511" y="10777"/>
                      <a:pt x="1655" y="10869"/>
                      <a:pt x="1630" y="11046"/>
                    </a:cubicBezTo>
                    <a:cubicBezTo>
                      <a:pt x="1403" y="12721"/>
                      <a:pt x="1494" y="14532"/>
                      <a:pt x="1766" y="16252"/>
                    </a:cubicBezTo>
                    <a:cubicBezTo>
                      <a:pt x="1992" y="17882"/>
                      <a:pt x="2535" y="19511"/>
                      <a:pt x="3259" y="21005"/>
                    </a:cubicBezTo>
                    <a:cubicBezTo>
                      <a:pt x="3938" y="22408"/>
                      <a:pt x="4799" y="23721"/>
                      <a:pt x="5840" y="24898"/>
                    </a:cubicBezTo>
                    <a:cubicBezTo>
                      <a:pt x="5930" y="25034"/>
                      <a:pt x="6021" y="25125"/>
                      <a:pt x="6111" y="25260"/>
                    </a:cubicBezTo>
                    <a:cubicBezTo>
                      <a:pt x="5840" y="24446"/>
                      <a:pt x="5613" y="23631"/>
                      <a:pt x="5432" y="22771"/>
                    </a:cubicBezTo>
                    <a:cubicBezTo>
                      <a:pt x="5251" y="21956"/>
                      <a:pt x="5161" y="21096"/>
                      <a:pt x="5070" y="20236"/>
                    </a:cubicBezTo>
                    <a:cubicBezTo>
                      <a:pt x="5070" y="20190"/>
                      <a:pt x="5070" y="20145"/>
                      <a:pt x="5070" y="20100"/>
                    </a:cubicBezTo>
                    <a:cubicBezTo>
                      <a:pt x="4980" y="19149"/>
                      <a:pt x="4934" y="18108"/>
                      <a:pt x="4618" y="17203"/>
                    </a:cubicBezTo>
                    <a:cubicBezTo>
                      <a:pt x="4527" y="16961"/>
                      <a:pt x="4778" y="16760"/>
                      <a:pt x="4996" y="16760"/>
                    </a:cubicBezTo>
                    <a:cubicBezTo>
                      <a:pt x="5105" y="16760"/>
                      <a:pt x="5206" y="16810"/>
                      <a:pt x="5251" y="16931"/>
                    </a:cubicBezTo>
                    <a:cubicBezTo>
                      <a:pt x="5659" y="17882"/>
                      <a:pt x="6066" y="18832"/>
                      <a:pt x="6292" y="19873"/>
                    </a:cubicBezTo>
                    <a:cubicBezTo>
                      <a:pt x="6338" y="20100"/>
                      <a:pt x="6383" y="20371"/>
                      <a:pt x="6428" y="20598"/>
                    </a:cubicBezTo>
                    <a:cubicBezTo>
                      <a:pt x="6564" y="21277"/>
                      <a:pt x="6700" y="21956"/>
                      <a:pt x="6881" y="22590"/>
                    </a:cubicBezTo>
                    <a:cubicBezTo>
                      <a:pt x="7605" y="25487"/>
                      <a:pt x="9009" y="28203"/>
                      <a:pt x="10955" y="30421"/>
                    </a:cubicBezTo>
                    <a:cubicBezTo>
                      <a:pt x="11906" y="31553"/>
                      <a:pt x="13038" y="32549"/>
                      <a:pt x="14260" y="33364"/>
                    </a:cubicBezTo>
                    <a:cubicBezTo>
                      <a:pt x="14622" y="33635"/>
                      <a:pt x="15029" y="33907"/>
                      <a:pt x="15437" y="34133"/>
                    </a:cubicBezTo>
                    <a:cubicBezTo>
                      <a:pt x="14486" y="33047"/>
                      <a:pt x="13807" y="31779"/>
                      <a:pt x="13264" y="30466"/>
                    </a:cubicBezTo>
                    <a:cubicBezTo>
                      <a:pt x="13038" y="29923"/>
                      <a:pt x="12856" y="29380"/>
                      <a:pt x="12675" y="28791"/>
                    </a:cubicBezTo>
                    <a:cubicBezTo>
                      <a:pt x="12313" y="27660"/>
                      <a:pt x="12087" y="26483"/>
                      <a:pt x="11815" y="25306"/>
                    </a:cubicBezTo>
                    <a:cubicBezTo>
                      <a:pt x="11761" y="25061"/>
                      <a:pt x="11935" y="24915"/>
                      <a:pt x="12112" y="24915"/>
                    </a:cubicBezTo>
                    <a:cubicBezTo>
                      <a:pt x="12230" y="24915"/>
                      <a:pt x="12349" y="24980"/>
                      <a:pt x="12404" y="25125"/>
                    </a:cubicBezTo>
                    <a:cubicBezTo>
                      <a:pt x="13038" y="26800"/>
                      <a:pt x="13671" y="28474"/>
                      <a:pt x="14531" y="30059"/>
                    </a:cubicBezTo>
                    <a:cubicBezTo>
                      <a:pt x="15210" y="31281"/>
                      <a:pt x="15980" y="32413"/>
                      <a:pt x="16931" y="33364"/>
                    </a:cubicBezTo>
                    <a:cubicBezTo>
                      <a:pt x="17927" y="34405"/>
                      <a:pt x="19194" y="35174"/>
                      <a:pt x="20597" y="35536"/>
                    </a:cubicBezTo>
                    <a:cubicBezTo>
                      <a:pt x="21141" y="35718"/>
                      <a:pt x="21729" y="35808"/>
                      <a:pt x="22318" y="35899"/>
                    </a:cubicBezTo>
                    <a:cubicBezTo>
                      <a:pt x="20869" y="34314"/>
                      <a:pt x="19964" y="32141"/>
                      <a:pt x="19058" y="30240"/>
                    </a:cubicBezTo>
                    <a:cubicBezTo>
                      <a:pt x="18933" y="29958"/>
                      <a:pt x="19155" y="29719"/>
                      <a:pt x="19378" y="29719"/>
                    </a:cubicBezTo>
                    <a:cubicBezTo>
                      <a:pt x="19477" y="29719"/>
                      <a:pt x="19577" y="29766"/>
                      <a:pt x="19647" y="29878"/>
                    </a:cubicBezTo>
                    <a:cubicBezTo>
                      <a:pt x="20869" y="31915"/>
                      <a:pt x="22272" y="33907"/>
                      <a:pt x="24083" y="35446"/>
                    </a:cubicBezTo>
                    <a:cubicBezTo>
                      <a:pt x="24536" y="35808"/>
                      <a:pt x="25034" y="36170"/>
                      <a:pt x="25577" y="36306"/>
                    </a:cubicBezTo>
                    <a:cubicBezTo>
                      <a:pt x="25802" y="36341"/>
                      <a:pt x="26027" y="36355"/>
                      <a:pt x="26251" y="36355"/>
                    </a:cubicBezTo>
                    <a:cubicBezTo>
                      <a:pt x="26615" y="36355"/>
                      <a:pt x="26979" y="36317"/>
                      <a:pt x="27342" y="36261"/>
                    </a:cubicBezTo>
                    <a:cubicBezTo>
                      <a:pt x="27976" y="36170"/>
                      <a:pt x="28655" y="36080"/>
                      <a:pt x="29334" y="35944"/>
                    </a:cubicBezTo>
                    <a:cubicBezTo>
                      <a:pt x="29651" y="35899"/>
                      <a:pt x="30149" y="35853"/>
                      <a:pt x="30466" y="35672"/>
                    </a:cubicBezTo>
                    <a:cubicBezTo>
                      <a:pt x="30557" y="35627"/>
                      <a:pt x="30647" y="35582"/>
                      <a:pt x="30692" y="35536"/>
                    </a:cubicBezTo>
                    <a:cubicBezTo>
                      <a:pt x="30783" y="35401"/>
                      <a:pt x="30919" y="35355"/>
                      <a:pt x="31054" y="35310"/>
                    </a:cubicBezTo>
                    <a:cubicBezTo>
                      <a:pt x="31054" y="35174"/>
                      <a:pt x="31054" y="35038"/>
                      <a:pt x="31054" y="34903"/>
                    </a:cubicBezTo>
                    <a:cubicBezTo>
                      <a:pt x="31054" y="34767"/>
                      <a:pt x="31054" y="34676"/>
                      <a:pt x="31054" y="34586"/>
                    </a:cubicBezTo>
                    <a:cubicBezTo>
                      <a:pt x="31190" y="32911"/>
                      <a:pt x="31688" y="31417"/>
                      <a:pt x="32503" y="29968"/>
                    </a:cubicBezTo>
                    <a:cubicBezTo>
                      <a:pt x="33092" y="28927"/>
                      <a:pt x="33816" y="27931"/>
                      <a:pt x="34495" y="26935"/>
                    </a:cubicBezTo>
                    <a:lnTo>
                      <a:pt x="34585" y="26754"/>
                    </a:lnTo>
                    <a:lnTo>
                      <a:pt x="34585" y="26754"/>
                    </a:lnTo>
                    <a:cubicBezTo>
                      <a:pt x="34540" y="26800"/>
                      <a:pt x="34495" y="26800"/>
                      <a:pt x="34450" y="26800"/>
                    </a:cubicBezTo>
                    <a:cubicBezTo>
                      <a:pt x="34404" y="26800"/>
                      <a:pt x="34314" y="26800"/>
                      <a:pt x="34269" y="26754"/>
                    </a:cubicBezTo>
                    <a:cubicBezTo>
                      <a:pt x="33725" y="26483"/>
                      <a:pt x="33227" y="26166"/>
                      <a:pt x="32820" y="25713"/>
                    </a:cubicBezTo>
                    <a:cubicBezTo>
                      <a:pt x="31462" y="24446"/>
                      <a:pt x="30602" y="22544"/>
                      <a:pt x="30104" y="20779"/>
                    </a:cubicBezTo>
                    <a:cubicBezTo>
                      <a:pt x="29742" y="19330"/>
                      <a:pt x="29561" y="17791"/>
                      <a:pt x="29561" y="16297"/>
                    </a:cubicBezTo>
                    <a:cubicBezTo>
                      <a:pt x="29561" y="15528"/>
                      <a:pt x="29561" y="14713"/>
                      <a:pt x="29651" y="13943"/>
                    </a:cubicBezTo>
                    <a:cubicBezTo>
                      <a:pt x="29742" y="13264"/>
                      <a:pt x="29787" y="12404"/>
                      <a:pt x="30149" y="11815"/>
                    </a:cubicBezTo>
                    <a:cubicBezTo>
                      <a:pt x="30225" y="11702"/>
                      <a:pt x="30333" y="11651"/>
                      <a:pt x="30439" y="11651"/>
                    </a:cubicBezTo>
                    <a:cubicBezTo>
                      <a:pt x="30586" y="11651"/>
                      <a:pt x="30730" y="11748"/>
                      <a:pt x="30783" y="11906"/>
                    </a:cubicBezTo>
                    <a:cubicBezTo>
                      <a:pt x="31009" y="12540"/>
                      <a:pt x="30919" y="13355"/>
                      <a:pt x="30873" y="14034"/>
                    </a:cubicBezTo>
                    <a:cubicBezTo>
                      <a:pt x="30873" y="14758"/>
                      <a:pt x="30828" y="15437"/>
                      <a:pt x="30828" y="16116"/>
                    </a:cubicBezTo>
                    <a:cubicBezTo>
                      <a:pt x="30828" y="17519"/>
                      <a:pt x="30919" y="18923"/>
                      <a:pt x="31281" y="20281"/>
                    </a:cubicBezTo>
                    <a:cubicBezTo>
                      <a:pt x="31824" y="22635"/>
                      <a:pt x="33001" y="24536"/>
                      <a:pt x="34676" y="26256"/>
                    </a:cubicBezTo>
                    <a:cubicBezTo>
                      <a:pt x="34721" y="26347"/>
                      <a:pt x="34767" y="26437"/>
                      <a:pt x="34721" y="26528"/>
                    </a:cubicBezTo>
                    <a:cubicBezTo>
                      <a:pt x="34812" y="26392"/>
                      <a:pt x="34902" y="26302"/>
                      <a:pt x="34993" y="26166"/>
                    </a:cubicBezTo>
                    <a:lnTo>
                      <a:pt x="34993" y="26120"/>
                    </a:lnTo>
                    <a:cubicBezTo>
                      <a:pt x="34857" y="25985"/>
                      <a:pt x="34721" y="25849"/>
                      <a:pt x="34631" y="25758"/>
                    </a:cubicBezTo>
                    <a:cubicBezTo>
                      <a:pt x="32594" y="23721"/>
                      <a:pt x="31326" y="20960"/>
                      <a:pt x="31145" y="18108"/>
                    </a:cubicBezTo>
                    <a:cubicBezTo>
                      <a:pt x="30964" y="14849"/>
                      <a:pt x="32141" y="11544"/>
                      <a:pt x="31462" y="8330"/>
                    </a:cubicBezTo>
                    <a:lnTo>
                      <a:pt x="31462" y="8330"/>
                    </a:lnTo>
                    <a:cubicBezTo>
                      <a:pt x="30285" y="8466"/>
                      <a:pt x="29425" y="9643"/>
                      <a:pt x="29198" y="10820"/>
                    </a:cubicBezTo>
                    <a:cubicBezTo>
                      <a:pt x="28972" y="11951"/>
                      <a:pt x="29198" y="13174"/>
                      <a:pt x="29198" y="14351"/>
                    </a:cubicBezTo>
                    <a:cubicBezTo>
                      <a:pt x="29198" y="15165"/>
                      <a:pt x="29063" y="16071"/>
                      <a:pt x="28655" y="16795"/>
                    </a:cubicBezTo>
                    <a:cubicBezTo>
                      <a:pt x="28519" y="14441"/>
                      <a:pt x="28655" y="12042"/>
                      <a:pt x="29470" y="9778"/>
                    </a:cubicBezTo>
                    <a:cubicBezTo>
                      <a:pt x="29559" y="9513"/>
                      <a:pt x="29301" y="9305"/>
                      <a:pt x="29061" y="9305"/>
                    </a:cubicBezTo>
                    <a:cubicBezTo>
                      <a:pt x="28933" y="9305"/>
                      <a:pt x="28809" y="9365"/>
                      <a:pt x="28746" y="9507"/>
                    </a:cubicBezTo>
                    <a:cubicBezTo>
                      <a:pt x="28112" y="10910"/>
                      <a:pt x="27659" y="12313"/>
                      <a:pt x="27388" y="13807"/>
                    </a:cubicBezTo>
                    <a:cubicBezTo>
                      <a:pt x="27161" y="12947"/>
                      <a:pt x="26935" y="12042"/>
                      <a:pt x="26618" y="11182"/>
                    </a:cubicBezTo>
                    <a:cubicBezTo>
                      <a:pt x="27026" y="10503"/>
                      <a:pt x="27388" y="9778"/>
                      <a:pt x="27840" y="9099"/>
                    </a:cubicBezTo>
                    <a:cubicBezTo>
                      <a:pt x="28203" y="8511"/>
                      <a:pt x="28565" y="7922"/>
                      <a:pt x="28927" y="7334"/>
                    </a:cubicBezTo>
                    <a:cubicBezTo>
                      <a:pt x="29289" y="6745"/>
                      <a:pt x="29787" y="6021"/>
                      <a:pt x="29787" y="5342"/>
                    </a:cubicBezTo>
                    <a:cubicBezTo>
                      <a:pt x="29787" y="5025"/>
                      <a:pt x="29512" y="4845"/>
                      <a:pt x="29241" y="4845"/>
                    </a:cubicBezTo>
                    <a:cubicBezTo>
                      <a:pt x="29164" y="4845"/>
                      <a:pt x="29087" y="4859"/>
                      <a:pt x="29017" y="4889"/>
                    </a:cubicBezTo>
                    <a:cubicBezTo>
                      <a:pt x="28384" y="5161"/>
                      <a:pt x="27931" y="5976"/>
                      <a:pt x="27524" y="6519"/>
                    </a:cubicBezTo>
                    <a:cubicBezTo>
                      <a:pt x="27116" y="7153"/>
                      <a:pt x="26709" y="7787"/>
                      <a:pt x="26347" y="8466"/>
                    </a:cubicBezTo>
                    <a:cubicBezTo>
                      <a:pt x="25532" y="9778"/>
                      <a:pt x="24807" y="11136"/>
                      <a:pt x="24174" y="12540"/>
                    </a:cubicBezTo>
                    <a:cubicBezTo>
                      <a:pt x="23766" y="13445"/>
                      <a:pt x="23404" y="14396"/>
                      <a:pt x="23132" y="15346"/>
                    </a:cubicBezTo>
                    <a:cubicBezTo>
                      <a:pt x="23585" y="12630"/>
                      <a:pt x="24626" y="10005"/>
                      <a:pt x="25486" y="7470"/>
                    </a:cubicBezTo>
                    <a:cubicBezTo>
                      <a:pt x="25578" y="7196"/>
                      <a:pt x="25321" y="6983"/>
                      <a:pt x="25089" y="6983"/>
                    </a:cubicBezTo>
                    <a:cubicBezTo>
                      <a:pt x="24975" y="6983"/>
                      <a:pt x="24867" y="7034"/>
                      <a:pt x="24807" y="7153"/>
                    </a:cubicBezTo>
                    <a:cubicBezTo>
                      <a:pt x="23268" y="9959"/>
                      <a:pt x="21910" y="12857"/>
                      <a:pt x="21503" y="16071"/>
                    </a:cubicBezTo>
                    <a:cubicBezTo>
                      <a:pt x="21367" y="17157"/>
                      <a:pt x="21322" y="18244"/>
                      <a:pt x="21457" y="19330"/>
                    </a:cubicBezTo>
                    <a:cubicBezTo>
                      <a:pt x="20778" y="18877"/>
                      <a:pt x="20371" y="18017"/>
                      <a:pt x="20235" y="17157"/>
                    </a:cubicBezTo>
                    <a:cubicBezTo>
                      <a:pt x="20054" y="16161"/>
                      <a:pt x="20190" y="15075"/>
                      <a:pt x="20145" y="14034"/>
                    </a:cubicBezTo>
                    <a:cubicBezTo>
                      <a:pt x="20099" y="13355"/>
                      <a:pt x="20009" y="12630"/>
                      <a:pt x="19828" y="11951"/>
                    </a:cubicBezTo>
                    <a:cubicBezTo>
                      <a:pt x="19918" y="11634"/>
                      <a:pt x="20009" y="11318"/>
                      <a:pt x="20145" y="11001"/>
                    </a:cubicBezTo>
                    <a:cubicBezTo>
                      <a:pt x="20643" y="9914"/>
                      <a:pt x="21457" y="9009"/>
                      <a:pt x="22182" y="8103"/>
                    </a:cubicBezTo>
                    <a:cubicBezTo>
                      <a:pt x="22589" y="7651"/>
                      <a:pt x="22951" y="7198"/>
                      <a:pt x="23268" y="6745"/>
                    </a:cubicBezTo>
                    <a:cubicBezTo>
                      <a:pt x="23585" y="6293"/>
                      <a:pt x="24038" y="5614"/>
                      <a:pt x="23993" y="5070"/>
                    </a:cubicBezTo>
                    <a:cubicBezTo>
                      <a:pt x="23959" y="4835"/>
                      <a:pt x="23776" y="4625"/>
                      <a:pt x="23572" y="4625"/>
                    </a:cubicBezTo>
                    <a:cubicBezTo>
                      <a:pt x="23502" y="4625"/>
                      <a:pt x="23429" y="4650"/>
                      <a:pt x="23359" y="4708"/>
                    </a:cubicBezTo>
                    <a:cubicBezTo>
                      <a:pt x="22906" y="5025"/>
                      <a:pt x="22589" y="5659"/>
                      <a:pt x="22227" y="6112"/>
                    </a:cubicBezTo>
                    <a:cubicBezTo>
                      <a:pt x="21865" y="6610"/>
                      <a:pt x="21457" y="7062"/>
                      <a:pt x="21050" y="7560"/>
                    </a:cubicBezTo>
                    <a:cubicBezTo>
                      <a:pt x="20371" y="8420"/>
                      <a:pt x="19692" y="9280"/>
                      <a:pt x="19194" y="10276"/>
                    </a:cubicBezTo>
                    <a:cubicBezTo>
                      <a:pt x="19194" y="10276"/>
                      <a:pt x="19194" y="10231"/>
                      <a:pt x="19149" y="10186"/>
                    </a:cubicBezTo>
                    <a:cubicBezTo>
                      <a:pt x="16840" y="13038"/>
                      <a:pt x="17293" y="17157"/>
                      <a:pt x="16387" y="20688"/>
                    </a:cubicBezTo>
                    <a:cubicBezTo>
                      <a:pt x="16297" y="21005"/>
                      <a:pt x="16206" y="21277"/>
                      <a:pt x="15935" y="21458"/>
                    </a:cubicBezTo>
                    <a:cubicBezTo>
                      <a:pt x="15823" y="21536"/>
                      <a:pt x="15700" y="21570"/>
                      <a:pt x="15573" y="21570"/>
                    </a:cubicBezTo>
                    <a:cubicBezTo>
                      <a:pt x="15188" y="21570"/>
                      <a:pt x="14770" y="21255"/>
                      <a:pt x="14531" y="20915"/>
                    </a:cubicBezTo>
                    <a:cubicBezTo>
                      <a:pt x="12902" y="18696"/>
                      <a:pt x="14079" y="15573"/>
                      <a:pt x="13400" y="12902"/>
                    </a:cubicBezTo>
                    <a:cubicBezTo>
                      <a:pt x="13359" y="12899"/>
                      <a:pt x="13319" y="12898"/>
                      <a:pt x="13278" y="12898"/>
                    </a:cubicBezTo>
                    <a:cubicBezTo>
                      <a:pt x="12686" y="12898"/>
                      <a:pt x="12103" y="13202"/>
                      <a:pt x="11679" y="13626"/>
                    </a:cubicBezTo>
                    <a:cubicBezTo>
                      <a:pt x="12404" y="11499"/>
                      <a:pt x="13626" y="9371"/>
                      <a:pt x="15391" y="8013"/>
                    </a:cubicBezTo>
                    <a:cubicBezTo>
                      <a:pt x="15697" y="7784"/>
                      <a:pt x="15390" y="7328"/>
                      <a:pt x="15069" y="7328"/>
                    </a:cubicBezTo>
                    <a:cubicBezTo>
                      <a:pt x="15010" y="7328"/>
                      <a:pt x="14950" y="7344"/>
                      <a:pt x="14894" y="7379"/>
                    </a:cubicBezTo>
                    <a:cubicBezTo>
                      <a:pt x="13762" y="8013"/>
                      <a:pt x="12721" y="8782"/>
                      <a:pt x="11906" y="9824"/>
                    </a:cubicBezTo>
                    <a:cubicBezTo>
                      <a:pt x="11046" y="10910"/>
                      <a:pt x="10457" y="12178"/>
                      <a:pt x="10005" y="13490"/>
                    </a:cubicBezTo>
                    <a:cubicBezTo>
                      <a:pt x="9597" y="14622"/>
                      <a:pt x="9371" y="15844"/>
                      <a:pt x="9235" y="17021"/>
                    </a:cubicBezTo>
                    <a:cubicBezTo>
                      <a:pt x="9235" y="16614"/>
                      <a:pt x="9235" y="16207"/>
                      <a:pt x="9235" y="15799"/>
                    </a:cubicBezTo>
                    <a:cubicBezTo>
                      <a:pt x="9235" y="15211"/>
                      <a:pt x="9280" y="14577"/>
                      <a:pt x="9325" y="13943"/>
                    </a:cubicBezTo>
                    <a:cubicBezTo>
                      <a:pt x="9416" y="12721"/>
                      <a:pt x="9642" y="11499"/>
                      <a:pt x="10005" y="10322"/>
                    </a:cubicBezTo>
                    <a:cubicBezTo>
                      <a:pt x="10087" y="9965"/>
                      <a:pt x="9803" y="9741"/>
                      <a:pt x="9537" y="9741"/>
                    </a:cubicBezTo>
                    <a:cubicBezTo>
                      <a:pt x="9364" y="9741"/>
                      <a:pt x="9198" y="9836"/>
                      <a:pt x="9144" y="10050"/>
                    </a:cubicBezTo>
                    <a:cubicBezTo>
                      <a:pt x="8782" y="11318"/>
                      <a:pt x="8556" y="12585"/>
                      <a:pt x="8420" y="13853"/>
                    </a:cubicBezTo>
                    <a:cubicBezTo>
                      <a:pt x="8330" y="15120"/>
                      <a:pt x="8375" y="16478"/>
                      <a:pt x="8692" y="17700"/>
                    </a:cubicBezTo>
                    <a:cubicBezTo>
                      <a:pt x="8717" y="17850"/>
                      <a:pt x="8824" y="17917"/>
                      <a:pt x="8938" y="17917"/>
                    </a:cubicBezTo>
                    <a:cubicBezTo>
                      <a:pt x="9031" y="17917"/>
                      <a:pt x="9129" y="17872"/>
                      <a:pt x="9190" y="17791"/>
                    </a:cubicBezTo>
                    <a:lnTo>
                      <a:pt x="9190" y="17791"/>
                    </a:lnTo>
                    <a:cubicBezTo>
                      <a:pt x="9190" y="17882"/>
                      <a:pt x="9144" y="17972"/>
                      <a:pt x="9144" y="18063"/>
                    </a:cubicBezTo>
                    <a:cubicBezTo>
                      <a:pt x="9144" y="18198"/>
                      <a:pt x="9144" y="18289"/>
                      <a:pt x="9144" y="18379"/>
                    </a:cubicBezTo>
                    <a:cubicBezTo>
                      <a:pt x="9111" y="18385"/>
                      <a:pt x="9078" y="18388"/>
                      <a:pt x="9046" y="18388"/>
                    </a:cubicBezTo>
                    <a:cubicBezTo>
                      <a:pt x="8542" y="18388"/>
                      <a:pt x="8092" y="17755"/>
                      <a:pt x="7922" y="17203"/>
                    </a:cubicBezTo>
                    <a:cubicBezTo>
                      <a:pt x="6247" y="12359"/>
                      <a:pt x="8103" y="6519"/>
                      <a:pt x="12268" y="3531"/>
                    </a:cubicBezTo>
                    <a:cubicBezTo>
                      <a:pt x="13128" y="2898"/>
                      <a:pt x="14214" y="2083"/>
                      <a:pt x="13943" y="1041"/>
                    </a:cubicBezTo>
                    <a:cubicBezTo>
                      <a:pt x="13762" y="362"/>
                      <a:pt x="13038" y="46"/>
                      <a:pt x="122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0" name="Google Shape;2120;p2"/>
              <p:cNvSpPr/>
              <p:nvPr/>
            </p:nvSpPr>
            <p:spPr>
              <a:xfrm>
                <a:off x="2415150" y="1244225"/>
                <a:ext cx="225225" cy="357650"/>
              </a:xfrm>
              <a:custGeom>
                <a:rect b="b" l="l" r="r" t="t"/>
                <a:pathLst>
                  <a:path extrusionOk="0" h="14306" w="9009">
                    <a:moveTo>
                      <a:pt x="1087" y="0"/>
                    </a:moveTo>
                    <a:cubicBezTo>
                      <a:pt x="634" y="0"/>
                      <a:pt x="362" y="498"/>
                      <a:pt x="0" y="770"/>
                    </a:cubicBezTo>
                    <a:cubicBezTo>
                      <a:pt x="136" y="1449"/>
                      <a:pt x="272" y="2128"/>
                      <a:pt x="453" y="2762"/>
                    </a:cubicBezTo>
                    <a:cubicBezTo>
                      <a:pt x="1223" y="5659"/>
                      <a:pt x="2581" y="8375"/>
                      <a:pt x="4527" y="10593"/>
                    </a:cubicBezTo>
                    <a:cubicBezTo>
                      <a:pt x="5478" y="11725"/>
                      <a:pt x="6610" y="12721"/>
                      <a:pt x="7832" y="13536"/>
                    </a:cubicBezTo>
                    <a:cubicBezTo>
                      <a:pt x="8194" y="13807"/>
                      <a:pt x="8601" y="14079"/>
                      <a:pt x="9009" y="14305"/>
                    </a:cubicBezTo>
                    <a:cubicBezTo>
                      <a:pt x="8103" y="13219"/>
                      <a:pt x="7379" y="11951"/>
                      <a:pt x="6836" y="10638"/>
                    </a:cubicBezTo>
                    <a:cubicBezTo>
                      <a:pt x="6610" y="10095"/>
                      <a:pt x="6428" y="9507"/>
                      <a:pt x="6247" y="8963"/>
                    </a:cubicBezTo>
                    <a:cubicBezTo>
                      <a:pt x="5433" y="8239"/>
                      <a:pt x="4753" y="7288"/>
                      <a:pt x="4120" y="6428"/>
                    </a:cubicBezTo>
                    <a:cubicBezTo>
                      <a:pt x="3079" y="4934"/>
                      <a:pt x="2083" y="3350"/>
                      <a:pt x="1947" y="1585"/>
                    </a:cubicBezTo>
                    <a:cubicBezTo>
                      <a:pt x="1902" y="905"/>
                      <a:pt x="1766" y="0"/>
                      <a:pt x="1087" y="0"/>
                    </a:cubicBez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1" name="Google Shape;2121;p2"/>
              <p:cNvSpPr/>
              <p:nvPr/>
            </p:nvSpPr>
            <p:spPr>
              <a:xfrm>
                <a:off x="2617725" y="1388300"/>
                <a:ext cx="499100" cy="269125"/>
              </a:xfrm>
              <a:custGeom>
                <a:rect b="b" l="l" r="r" t="t"/>
                <a:pathLst>
                  <a:path extrusionOk="0" h="10765" w="19964">
                    <a:moveTo>
                      <a:pt x="18809" y="0"/>
                    </a:moveTo>
                    <a:cubicBezTo>
                      <a:pt x="18697" y="0"/>
                      <a:pt x="18583" y="24"/>
                      <a:pt x="18470" y="77"/>
                    </a:cubicBezTo>
                    <a:cubicBezTo>
                      <a:pt x="18379" y="77"/>
                      <a:pt x="18334" y="122"/>
                      <a:pt x="18289" y="167"/>
                    </a:cubicBezTo>
                    <a:cubicBezTo>
                      <a:pt x="18063" y="348"/>
                      <a:pt x="17882" y="620"/>
                      <a:pt x="17746" y="892"/>
                    </a:cubicBezTo>
                    <a:cubicBezTo>
                      <a:pt x="16569" y="2929"/>
                      <a:pt x="14894" y="4740"/>
                      <a:pt x="12676" y="5554"/>
                    </a:cubicBezTo>
                    <a:cubicBezTo>
                      <a:pt x="12042" y="5779"/>
                      <a:pt x="11358" y="5892"/>
                      <a:pt x="10674" y="5892"/>
                    </a:cubicBezTo>
                    <a:cubicBezTo>
                      <a:pt x="9011" y="5892"/>
                      <a:pt x="7345" y="5226"/>
                      <a:pt x="6383" y="3879"/>
                    </a:cubicBezTo>
                    <a:cubicBezTo>
                      <a:pt x="5942" y="3217"/>
                      <a:pt x="5500" y="2339"/>
                      <a:pt x="4722" y="2339"/>
                    </a:cubicBezTo>
                    <a:cubicBezTo>
                      <a:pt x="4702" y="2339"/>
                      <a:pt x="4683" y="2339"/>
                      <a:pt x="4663" y="2340"/>
                    </a:cubicBezTo>
                    <a:cubicBezTo>
                      <a:pt x="3531" y="2340"/>
                      <a:pt x="3305" y="4106"/>
                      <a:pt x="2309" y="4649"/>
                    </a:cubicBezTo>
                    <a:cubicBezTo>
                      <a:pt x="2068" y="4783"/>
                      <a:pt x="1811" y="4822"/>
                      <a:pt x="1548" y="4822"/>
                    </a:cubicBezTo>
                    <a:cubicBezTo>
                      <a:pt x="1366" y="4822"/>
                      <a:pt x="1181" y="4803"/>
                      <a:pt x="996" y="4785"/>
                    </a:cubicBezTo>
                    <a:cubicBezTo>
                      <a:pt x="679" y="4694"/>
                      <a:pt x="317" y="4604"/>
                      <a:pt x="0" y="4468"/>
                    </a:cubicBezTo>
                    <a:lnTo>
                      <a:pt x="0" y="4468"/>
                    </a:lnTo>
                    <a:cubicBezTo>
                      <a:pt x="679" y="5690"/>
                      <a:pt x="1449" y="6822"/>
                      <a:pt x="2400" y="7773"/>
                    </a:cubicBezTo>
                    <a:cubicBezTo>
                      <a:pt x="3441" y="8814"/>
                      <a:pt x="4663" y="9583"/>
                      <a:pt x="6066" y="9945"/>
                    </a:cubicBezTo>
                    <a:cubicBezTo>
                      <a:pt x="6655" y="10127"/>
                      <a:pt x="7198" y="10217"/>
                      <a:pt x="7787" y="10308"/>
                    </a:cubicBezTo>
                    <a:cubicBezTo>
                      <a:pt x="6338" y="8723"/>
                      <a:pt x="5433" y="6550"/>
                      <a:pt x="4573" y="4649"/>
                    </a:cubicBezTo>
                    <a:cubicBezTo>
                      <a:pt x="4447" y="4367"/>
                      <a:pt x="4647" y="4128"/>
                      <a:pt x="4857" y="4128"/>
                    </a:cubicBezTo>
                    <a:cubicBezTo>
                      <a:pt x="4951" y="4128"/>
                      <a:pt x="5046" y="4175"/>
                      <a:pt x="5116" y="4287"/>
                    </a:cubicBezTo>
                    <a:cubicBezTo>
                      <a:pt x="6338" y="6324"/>
                      <a:pt x="7741" y="8316"/>
                      <a:pt x="9552" y="9855"/>
                    </a:cubicBezTo>
                    <a:cubicBezTo>
                      <a:pt x="10005" y="10217"/>
                      <a:pt x="10503" y="10579"/>
                      <a:pt x="11046" y="10715"/>
                    </a:cubicBezTo>
                    <a:cubicBezTo>
                      <a:pt x="11271" y="10750"/>
                      <a:pt x="11496" y="10764"/>
                      <a:pt x="11720" y="10764"/>
                    </a:cubicBezTo>
                    <a:cubicBezTo>
                      <a:pt x="12084" y="10764"/>
                      <a:pt x="12448" y="10726"/>
                      <a:pt x="12811" y="10670"/>
                    </a:cubicBezTo>
                    <a:cubicBezTo>
                      <a:pt x="13490" y="10579"/>
                      <a:pt x="14169" y="10489"/>
                      <a:pt x="14803" y="10353"/>
                    </a:cubicBezTo>
                    <a:cubicBezTo>
                      <a:pt x="15120" y="10308"/>
                      <a:pt x="15618" y="10262"/>
                      <a:pt x="15935" y="10081"/>
                    </a:cubicBezTo>
                    <a:cubicBezTo>
                      <a:pt x="16252" y="9764"/>
                      <a:pt x="16433" y="9402"/>
                      <a:pt x="16569" y="8995"/>
                    </a:cubicBezTo>
                    <a:cubicBezTo>
                      <a:pt x="16705" y="8452"/>
                      <a:pt x="16795" y="7908"/>
                      <a:pt x="16886" y="7365"/>
                    </a:cubicBezTo>
                    <a:cubicBezTo>
                      <a:pt x="17203" y="6052"/>
                      <a:pt x="17791" y="4830"/>
                      <a:pt x="18606" y="3744"/>
                    </a:cubicBezTo>
                    <a:cubicBezTo>
                      <a:pt x="19149" y="3065"/>
                      <a:pt x="19828" y="2431"/>
                      <a:pt x="19964" y="1571"/>
                    </a:cubicBezTo>
                    <a:cubicBezTo>
                      <a:pt x="19964" y="1480"/>
                      <a:pt x="19964" y="1390"/>
                      <a:pt x="19964" y="1344"/>
                    </a:cubicBezTo>
                    <a:cubicBezTo>
                      <a:pt x="19964" y="1299"/>
                      <a:pt x="19964" y="1254"/>
                      <a:pt x="19964" y="1209"/>
                    </a:cubicBezTo>
                    <a:cubicBezTo>
                      <a:pt x="19888" y="604"/>
                      <a:pt x="19372" y="0"/>
                      <a:pt x="188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2" name="Google Shape;2122;p2"/>
              <p:cNvSpPr/>
              <p:nvPr/>
            </p:nvSpPr>
            <p:spPr>
              <a:xfrm>
                <a:off x="3205075" y="792500"/>
                <a:ext cx="458375" cy="323875"/>
              </a:xfrm>
              <a:custGeom>
                <a:rect b="b" l="l" r="r" t="t"/>
                <a:pathLst>
                  <a:path extrusionOk="0" h="12955" w="18335">
                    <a:moveTo>
                      <a:pt x="7851" y="1"/>
                    </a:moveTo>
                    <a:cubicBezTo>
                      <a:pt x="6088" y="1"/>
                      <a:pt x="4344" y="501"/>
                      <a:pt x="2853" y="1636"/>
                    </a:cubicBezTo>
                    <a:cubicBezTo>
                      <a:pt x="1449" y="2678"/>
                      <a:pt x="454" y="4217"/>
                      <a:pt x="137" y="5937"/>
                    </a:cubicBezTo>
                    <a:cubicBezTo>
                      <a:pt x="1" y="6797"/>
                      <a:pt x="1" y="7657"/>
                      <a:pt x="182" y="8517"/>
                    </a:cubicBezTo>
                    <a:cubicBezTo>
                      <a:pt x="272" y="8880"/>
                      <a:pt x="363" y="9287"/>
                      <a:pt x="680" y="9559"/>
                    </a:cubicBezTo>
                    <a:cubicBezTo>
                      <a:pt x="952" y="9800"/>
                      <a:pt x="1263" y="9860"/>
                      <a:pt x="1575" y="9860"/>
                    </a:cubicBezTo>
                    <a:cubicBezTo>
                      <a:pt x="1731" y="9860"/>
                      <a:pt x="1887" y="9845"/>
                      <a:pt x="2038" y="9830"/>
                    </a:cubicBezTo>
                    <a:cubicBezTo>
                      <a:pt x="2581" y="9785"/>
                      <a:pt x="3079" y="9740"/>
                      <a:pt x="3577" y="9694"/>
                    </a:cubicBezTo>
                    <a:cubicBezTo>
                      <a:pt x="3697" y="9677"/>
                      <a:pt x="3843" y="9660"/>
                      <a:pt x="3990" y="9660"/>
                    </a:cubicBezTo>
                    <a:cubicBezTo>
                      <a:pt x="4232" y="9660"/>
                      <a:pt x="4477" y="9706"/>
                      <a:pt x="4618" y="9875"/>
                    </a:cubicBezTo>
                    <a:cubicBezTo>
                      <a:pt x="4799" y="10102"/>
                      <a:pt x="4799" y="10419"/>
                      <a:pt x="4890" y="10690"/>
                    </a:cubicBezTo>
                    <a:cubicBezTo>
                      <a:pt x="4980" y="11052"/>
                      <a:pt x="5071" y="11415"/>
                      <a:pt x="5252" y="11777"/>
                    </a:cubicBezTo>
                    <a:cubicBezTo>
                      <a:pt x="5714" y="12678"/>
                      <a:pt x="6472" y="12954"/>
                      <a:pt x="7301" y="12954"/>
                    </a:cubicBezTo>
                    <a:cubicBezTo>
                      <a:pt x="8096" y="12954"/>
                      <a:pt x="8957" y="12700"/>
                      <a:pt x="9688" y="12501"/>
                    </a:cubicBezTo>
                    <a:cubicBezTo>
                      <a:pt x="10820" y="12184"/>
                      <a:pt x="11997" y="11913"/>
                      <a:pt x="13129" y="11731"/>
                    </a:cubicBezTo>
                    <a:cubicBezTo>
                      <a:pt x="14215" y="11550"/>
                      <a:pt x="15392" y="11596"/>
                      <a:pt x="16433" y="11188"/>
                    </a:cubicBezTo>
                    <a:cubicBezTo>
                      <a:pt x="16931" y="10962"/>
                      <a:pt x="17384" y="10690"/>
                      <a:pt x="17701" y="10283"/>
                    </a:cubicBezTo>
                    <a:cubicBezTo>
                      <a:pt x="17732" y="10291"/>
                      <a:pt x="17764" y="10294"/>
                      <a:pt x="17797" y="10294"/>
                    </a:cubicBezTo>
                    <a:cubicBezTo>
                      <a:pt x="17954" y="10294"/>
                      <a:pt x="18116" y="10207"/>
                      <a:pt x="18154" y="10056"/>
                    </a:cubicBezTo>
                    <a:cubicBezTo>
                      <a:pt x="18199" y="9785"/>
                      <a:pt x="18244" y="9513"/>
                      <a:pt x="18244" y="9242"/>
                    </a:cubicBezTo>
                    <a:cubicBezTo>
                      <a:pt x="18244" y="9196"/>
                      <a:pt x="18289" y="9151"/>
                      <a:pt x="18289" y="9106"/>
                    </a:cubicBezTo>
                    <a:cubicBezTo>
                      <a:pt x="18335" y="8789"/>
                      <a:pt x="18289" y="8517"/>
                      <a:pt x="18244" y="8246"/>
                    </a:cubicBezTo>
                    <a:cubicBezTo>
                      <a:pt x="17973" y="5394"/>
                      <a:pt x="15528" y="2859"/>
                      <a:pt x="13129" y="1455"/>
                    </a:cubicBezTo>
                    <a:cubicBezTo>
                      <a:pt x="11518" y="535"/>
                      <a:pt x="9674" y="1"/>
                      <a:pt x="78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3" name="Google Shape;2123;p2"/>
              <p:cNvSpPr/>
              <p:nvPr/>
            </p:nvSpPr>
            <p:spPr>
              <a:xfrm>
                <a:off x="4052225" y="848475"/>
                <a:ext cx="353625" cy="215375"/>
              </a:xfrm>
              <a:custGeom>
                <a:rect b="b" l="l" r="r" t="t"/>
                <a:pathLst>
                  <a:path extrusionOk="0" h="8615" w="14145">
                    <a:moveTo>
                      <a:pt x="8458" y="1"/>
                    </a:moveTo>
                    <a:cubicBezTo>
                      <a:pt x="6964" y="1"/>
                      <a:pt x="5490" y="424"/>
                      <a:pt x="4095" y="982"/>
                    </a:cubicBezTo>
                    <a:cubicBezTo>
                      <a:pt x="3145" y="1344"/>
                      <a:pt x="2330" y="1842"/>
                      <a:pt x="1696" y="2612"/>
                    </a:cubicBezTo>
                    <a:cubicBezTo>
                      <a:pt x="1017" y="3381"/>
                      <a:pt x="610" y="4241"/>
                      <a:pt x="157" y="5147"/>
                    </a:cubicBezTo>
                    <a:cubicBezTo>
                      <a:pt x="1" y="5428"/>
                      <a:pt x="233" y="5687"/>
                      <a:pt x="481" y="5687"/>
                    </a:cubicBezTo>
                    <a:cubicBezTo>
                      <a:pt x="592" y="5687"/>
                      <a:pt x="707" y="5635"/>
                      <a:pt x="791" y="5509"/>
                    </a:cubicBezTo>
                    <a:cubicBezTo>
                      <a:pt x="836" y="5464"/>
                      <a:pt x="881" y="5373"/>
                      <a:pt x="927" y="5328"/>
                    </a:cubicBezTo>
                    <a:cubicBezTo>
                      <a:pt x="1062" y="6188"/>
                      <a:pt x="1877" y="6550"/>
                      <a:pt x="2647" y="6867"/>
                    </a:cubicBezTo>
                    <a:cubicBezTo>
                      <a:pt x="4503" y="7636"/>
                      <a:pt x="6404" y="8180"/>
                      <a:pt x="8396" y="8587"/>
                    </a:cubicBezTo>
                    <a:cubicBezTo>
                      <a:pt x="8461" y="8606"/>
                      <a:pt x="8531" y="8615"/>
                      <a:pt x="8603" y="8615"/>
                    </a:cubicBezTo>
                    <a:cubicBezTo>
                      <a:pt x="8884" y="8615"/>
                      <a:pt x="9193" y="8477"/>
                      <a:pt x="9301" y="8225"/>
                    </a:cubicBezTo>
                    <a:cubicBezTo>
                      <a:pt x="9437" y="7863"/>
                      <a:pt x="9528" y="7546"/>
                      <a:pt x="9618" y="7138"/>
                    </a:cubicBezTo>
                    <a:cubicBezTo>
                      <a:pt x="9663" y="6822"/>
                      <a:pt x="9709" y="6414"/>
                      <a:pt x="9844" y="6097"/>
                    </a:cubicBezTo>
                    <a:cubicBezTo>
                      <a:pt x="9998" y="5765"/>
                      <a:pt x="10325" y="5692"/>
                      <a:pt x="10679" y="5692"/>
                    </a:cubicBezTo>
                    <a:cubicBezTo>
                      <a:pt x="10950" y="5692"/>
                      <a:pt x="11238" y="5735"/>
                      <a:pt x="11474" y="5735"/>
                    </a:cubicBezTo>
                    <a:cubicBezTo>
                      <a:pt x="11626" y="5745"/>
                      <a:pt x="11790" y="5753"/>
                      <a:pt x="11957" y="5753"/>
                    </a:cubicBezTo>
                    <a:cubicBezTo>
                      <a:pt x="12538" y="5753"/>
                      <a:pt x="13170" y="5659"/>
                      <a:pt x="13557" y="5237"/>
                    </a:cubicBezTo>
                    <a:cubicBezTo>
                      <a:pt x="14145" y="4694"/>
                      <a:pt x="13738" y="3426"/>
                      <a:pt x="13421" y="2838"/>
                    </a:cubicBezTo>
                    <a:lnTo>
                      <a:pt x="13466" y="2838"/>
                    </a:lnTo>
                    <a:cubicBezTo>
                      <a:pt x="12787" y="1389"/>
                      <a:pt x="11338" y="393"/>
                      <a:pt x="9799" y="122"/>
                    </a:cubicBezTo>
                    <a:cubicBezTo>
                      <a:pt x="9351" y="38"/>
                      <a:pt x="8904" y="1"/>
                      <a:pt x="84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4" name="Google Shape;2124;p2"/>
              <p:cNvSpPr/>
              <p:nvPr/>
            </p:nvSpPr>
            <p:spPr>
              <a:xfrm>
                <a:off x="3186100" y="733875"/>
                <a:ext cx="452450" cy="177025"/>
              </a:xfrm>
              <a:custGeom>
                <a:rect b="b" l="l" r="r" t="t"/>
                <a:pathLst>
                  <a:path extrusionOk="0" h="7081" w="18098">
                    <a:moveTo>
                      <a:pt x="6415" y="1"/>
                    </a:moveTo>
                    <a:cubicBezTo>
                      <a:pt x="5681" y="1"/>
                      <a:pt x="4950" y="63"/>
                      <a:pt x="4246" y="224"/>
                    </a:cubicBezTo>
                    <a:cubicBezTo>
                      <a:pt x="3974" y="315"/>
                      <a:pt x="4019" y="767"/>
                      <a:pt x="4336" y="767"/>
                    </a:cubicBezTo>
                    <a:lnTo>
                      <a:pt x="4427" y="767"/>
                    </a:lnTo>
                    <a:cubicBezTo>
                      <a:pt x="3974" y="903"/>
                      <a:pt x="3567" y="1039"/>
                      <a:pt x="3159" y="1220"/>
                    </a:cubicBezTo>
                    <a:cubicBezTo>
                      <a:pt x="1937" y="1809"/>
                      <a:pt x="262" y="2895"/>
                      <a:pt x="36" y="4389"/>
                    </a:cubicBezTo>
                    <a:cubicBezTo>
                      <a:pt x="0" y="4673"/>
                      <a:pt x="215" y="4957"/>
                      <a:pt x="485" y="4957"/>
                    </a:cubicBezTo>
                    <a:cubicBezTo>
                      <a:pt x="558" y="4957"/>
                      <a:pt x="637" y="4936"/>
                      <a:pt x="715" y="4887"/>
                    </a:cubicBezTo>
                    <a:cubicBezTo>
                      <a:pt x="1348" y="4570"/>
                      <a:pt x="1846" y="4027"/>
                      <a:pt x="2390" y="3574"/>
                    </a:cubicBezTo>
                    <a:cubicBezTo>
                      <a:pt x="2978" y="3167"/>
                      <a:pt x="3612" y="2759"/>
                      <a:pt x="4291" y="2488"/>
                    </a:cubicBezTo>
                    <a:cubicBezTo>
                      <a:pt x="5298" y="2098"/>
                      <a:pt x="6375" y="1894"/>
                      <a:pt x="7472" y="1894"/>
                    </a:cubicBezTo>
                    <a:cubicBezTo>
                      <a:pt x="7904" y="1894"/>
                      <a:pt x="8338" y="1926"/>
                      <a:pt x="8772" y="1990"/>
                    </a:cubicBezTo>
                    <a:cubicBezTo>
                      <a:pt x="12032" y="2488"/>
                      <a:pt x="15155" y="4479"/>
                      <a:pt x="17283" y="6969"/>
                    </a:cubicBezTo>
                    <a:cubicBezTo>
                      <a:pt x="17361" y="7047"/>
                      <a:pt x="17451" y="7081"/>
                      <a:pt x="17540" y="7081"/>
                    </a:cubicBezTo>
                    <a:cubicBezTo>
                      <a:pt x="17759" y="7081"/>
                      <a:pt x="17975" y="6878"/>
                      <a:pt x="18007" y="6652"/>
                    </a:cubicBezTo>
                    <a:cubicBezTo>
                      <a:pt x="18098" y="5204"/>
                      <a:pt x="16649" y="4072"/>
                      <a:pt x="15653" y="3302"/>
                    </a:cubicBezTo>
                    <a:cubicBezTo>
                      <a:pt x="15110" y="2895"/>
                      <a:pt x="14522" y="2533"/>
                      <a:pt x="13933" y="2171"/>
                    </a:cubicBezTo>
                    <a:cubicBezTo>
                      <a:pt x="13978" y="2035"/>
                      <a:pt x="13933" y="1899"/>
                      <a:pt x="13797" y="1809"/>
                    </a:cubicBezTo>
                    <a:cubicBezTo>
                      <a:pt x="12349" y="1039"/>
                      <a:pt x="10764" y="541"/>
                      <a:pt x="9135" y="224"/>
                    </a:cubicBezTo>
                    <a:cubicBezTo>
                      <a:pt x="8254" y="98"/>
                      <a:pt x="7332" y="1"/>
                      <a:pt x="64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5" name="Google Shape;2125;p2"/>
              <p:cNvSpPr/>
              <p:nvPr/>
            </p:nvSpPr>
            <p:spPr>
              <a:xfrm>
                <a:off x="4045425" y="794925"/>
                <a:ext cx="306125" cy="136850"/>
              </a:xfrm>
              <a:custGeom>
                <a:rect b="b" l="l" r="r" t="t"/>
                <a:pathLst>
                  <a:path extrusionOk="0" h="5474" w="12245">
                    <a:moveTo>
                      <a:pt x="9573" y="0"/>
                    </a:moveTo>
                    <a:cubicBezTo>
                      <a:pt x="8577" y="0"/>
                      <a:pt x="7581" y="136"/>
                      <a:pt x="6631" y="362"/>
                    </a:cubicBezTo>
                    <a:cubicBezTo>
                      <a:pt x="6631" y="272"/>
                      <a:pt x="6586" y="181"/>
                      <a:pt x="6495" y="136"/>
                    </a:cubicBezTo>
                    <a:cubicBezTo>
                      <a:pt x="6270" y="36"/>
                      <a:pt x="6017" y="5"/>
                      <a:pt x="5759" y="5"/>
                    </a:cubicBezTo>
                    <a:cubicBezTo>
                      <a:pt x="5551" y="5"/>
                      <a:pt x="5339" y="25"/>
                      <a:pt x="5137" y="46"/>
                    </a:cubicBezTo>
                    <a:cubicBezTo>
                      <a:pt x="4729" y="91"/>
                      <a:pt x="4277" y="181"/>
                      <a:pt x="3869" y="272"/>
                    </a:cubicBezTo>
                    <a:cubicBezTo>
                      <a:pt x="2964" y="453"/>
                      <a:pt x="2149" y="770"/>
                      <a:pt x="1289" y="1087"/>
                    </a:cubicBezTo>
                    <a:cubicBezTo>
                      <a:pt x="1108" y="1177"/>
                      <a:pt x="1017" y="1358"/>
                      <a:pt x="1063" y="1539"/>
                    </a:cubicBezTo>
                    <a:cubicBezTo>
                      <a:pt x="1102" y="1697"/>
                      <a:pt x="1278" y="1820"/>
                      <a:pt x="1442" y="1820"/>
                    </a:cubicBezTo>
                    <a:cubicBezTo>
                      <a:pt x="1467" y="1820"/>
                      <a:pt x="1492" y="1817"/>
                      <a:pt x="1515" y="1811"/>
                    </a:cubicBezTo>
                    <a:cubicBezTo>
                      <a:pt x="2330" y="1494"/>
                      <a:pt x="3145" y="1268"/>
                      <a:pt x="4005" y="1132"/>
                    </a:cubicBezTo>
                    <a:cubicBezTo>
                      <a:pt x="4232" y="1087"/>
                      <a:pt x="4458" y="1042"/>
                      <a:pt x="4684" y="1042"/>
                    </a:cubicBezTo>
                    <a:cubicBezTo>
                      <a:pt x="3960" y="1313"/>
                      <a:pt x="3281" y="1675"/>
                      <a:pt x="2647" y="2128"/>
                    </a:cubicBezTo>
                    <a:cubicBezTo>
                      <a:pt x="1606" y="2852"/>
                      <a:pt x="927" y="3758"/>
                      <a:pt x="203" y="4799"/>
                    </a:cubicBezTo>
                    <a:cubicBezTo>
                      <a:pt x="0" y="5136"/>
                      <a:pt x="301" y="5474"/>
                      <a:pt x="617" y="5474"/>
                    </a:cubicBezTo>
                    <a:cubicBezTo>
                      <a:pt x="725" y="5474"/>
                      <a:pt x="835" y="5434"/>
                      <a:pt x="927" y="5342"/>
                    </a:cubicBezTo>
                    <a:cubicBezTo>
                      <a:pt x="1651" y="4663"/>
                      <a:pt x="2511" y="4120"/>
                      <a:pt x="3326" y="3577"/>
                    </a:cubicBezTo>
                    <a:cubicBezTo>
                      <a:pt x="4141" y="3033"/>
                      <a:pt x="5046" y="2581"/>
                      <a:pt x="5952" y="2264"/>
                    </a:cubicBezTo>
                    <a:cubicBezTo>
                      <a:pt x="6857" y="1947"/>
                      <a:pt x="7808" y="1721"/>
                      <a:pt x="8758" y="1630"/>
                    </a:cubicBezTo>
                    <a:cubicBezTo>
                      <a:pt x="8862" y="1625"/>
                      <a:pt x="8966" y="1623"/>
                      <a:pt x="9069" y="1623"/>
                    </a:cubicBezTo>
                    <a:cubicBezTo>
                      <a:pt x="9685" y="1623"/>
                      <a:pt x="10298" y="1701"/>
                      <a:pt x="10894" y="1701"/>
                    </a:cubicBezTo>
                    <a:cubicBezTo>
                      <a:pt x="11074" y="1701"/>
                      <a:pt x="11253" y="1694"/>
                      <a:pt x="11429" y="1675"/>
                    </a:cubicBezTo>
                    <a:cubicBezTo>
                      <a:pt x="11460" y="1683"/>
                      <a:pt x="11491" y="1687"/>
                      <a:pt x="11522" y="1687"/>
                    </a:cubicBezTo>
                    <a:cubicBezTo>
                      <a:pt x="11671" y="1687"/>
                      <a:pt x="11815" y="1599"/>
                      <a:pt x="11927" y="1449"/>
                    </a:cubicBezTo>
                    <a:cubicBezTo>
                      <a:pt x="12244" y="906"/>
                      <a:pt x="11837" y="362"/>
                      <a:pt x="11293" y="181"/>
                    </a:cubicBezTo>
                    <a:cubicBezTo>
                      <a:pt x="10750" y="0"/>
                      <a:pt x="10116" y="0"/>
                      <a:pt x="95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6" name="Google Shape;2126;p2"/>
              <p:cNvSpPr/>
              <p:nvPr/>
            </p:nvSpPr>
            <p:spPr>
              <a:xfrm>
                <a:off x="3051175" y="266050"/>
                <a:ext cx="622475" cy="338700"/>
              </a:xfrm>
              <a:custGeom>
                <a:rect b="b" l="l" r="r" t="t"/>
                <a:pathLst>
                  <a:path extrusionOk="0" h="13548" w="24899">
                    <a:moveTo>
                      <a:pt x="17746" y="2505"/>
                    </a:moveTo>
                    <a:lnTo>
                      <a:pt x="17746" y="2505"/>
                    </a:lnTo>
                    <a:cubicBezTo>
                      <a:pt x="19240" y="3319"/>
                      <a:pt x="20598" y="4315"/>
                      <a:pt x="21594" y="5673"/>
                    </a:cubicBezTo>
                    <a:cubicBezTo>
                      <a:pt x="22363" y="6669"/>
                      <a:pt x="22906" y="7801"/>
                      <a:pt x="23133" y="9023"/>
                    </a:cubicBezTo>
                    <a:cubicBezTo>
                      <a:pt x="23133" y="9159"/>
                      <a:pt x="23133" y="9295"/>
                      <a:pt x="23178" y="9431"/>
                    </a:cubicBezTo>
                    <a:cubicBezTo>
                      <a:pt x="22725" y="8118"/>
                      <a:pt x="21865" y="6896"/>
                      <a:pt x="21096" y="5854"/>
                    </a:cubicBezTo>
                    <a:cubicBezTo>
                      <a:pt x="20417" y="4949"/>
                      <a:pt x="19692" y="4134"/>
                      <a:pt x="18877" y="3365"/>
                    </a:cubicBezTo>
                    <a:cubicBezTo>
                      <a:pt x="18515" y="3093"/>
                      <a:pt x="18153" y="2776"/>
                      <a:pt x="17746" y="2505"/>
                    </a:cubicBezTo>
                    <a:close/>
                    <a:moveTo>
                      <a:pt x="5620" y="1"/>
                    </a:moveTo>
                    <a:cubicBezTo>
                      <a:pt x="5226" y="1"/>
                      <a:pt x="4831" y="6"/>
                      <a:pt x="4437" y="15"/>
                    </a:cubicBezTo>
                    <a:cubicBezTo>
                      <a:pt x="3577" y="60"/>
                      <a:pt x="2626" y="105"/>
                      <a:pt x="1811" y="422"/>
                    </a:cubicBezTo>
                    <a:cubicBezTo>
                      <a:pt x="996" y="784"/>
                      <a:pt x="0" y="1463"/>
                      <a:pt x="362" y="2459"/>
                    </a:cubicBezTo>
                    <a:cubicBezTo>
                      <a:pt x="481" y="2814"/>
                      <a:pt x="804" y="3065"/>
                      <a:pt x="1184" y="3065"/>
                    </a:cubicBezTo>
                    <a:cubicBezTo>
                      <a:pt x="1241" y="3065"/>
                      <a:pt x="1299" y="3060"/>
                      <a:pt x="1358" y="3048"/>
                    </a:cubicBezTo>
                    <a:cubicBezTo>
                      <a:pt x="2943" y="2595"/>
                      <a:pt x="4527" y="2323"/>
                      <a:pt x="6202" y="2323"/>
                    </a:cubicBezTo>
                    <a:cubicBezTo>
                      <a:pt x="6298" y="2321"/>
                      <a:pt x="6394" y="2320"/>
                      <a:pt x="6490" y="2320"/>
                    </a:cubicBezTo>
                    <a:cubicBezTo>
                      <a:pt x="8024" y="2320"/>
                      <a:pt x="9557" y="2640"/>
                      <a:pt x="11091" y="2640"/>
                    </a:cubicBezTo>
                    <a:cubicBezTo>
                      <a:pt x="11272" y="2640"/>
                      <a:pt x="11408" y="2505"/>
                      <a:pt x="11499" y="2369"/>
                    </a:cubicBezTo>
                    <a:cubicBezTo>
                      <a:pt x="12585" y="2731"/>
                      <a:pt x="13626" y="3274"/>
                      <a:pt x="14577" y="3953"/>
                    </a:cubicBezTo>
                    <a:cubicBezTo>
                      <a:pt x="15618" y="4677"/>
                      <a:pt x="16659" y="5719"/>
                      <a:pt x="17157" y="6896"/>
                    </a:cubicBezTo>
                    <a:cubicBezTo>
                      <a:pt x="17217" y="7014"/>
                      <a:pt x="17320" y="7065"/>
                      <a:pt x="17428" y="7065"/>
                    </a:cubicBezTo>
                    <a:cubicBezTo>
                      <a:pt x="17651" y="7065"/>
                      <a:pt x="17897" y="6853"/>
                      <a:pt x="17836" y="6579"/>
                    </a:cubicBezTo>
                    <a:cubicBezTo>
                      <a:pt x="17610" y="5809"/>
                      <a:pt x="17429" y="5085"/>
                      <a:pt x="16976" y="4406"/>
                    </a:cubicBezTo>
                    <a:cubicBezTo>
                      <a:pt x="16750" y="4089"/>
                      <a:pt x="16523" y="3772"/>
                      <a:pt x="16297" y="3500"/>
                    </a:cubicBezTo>
                    <a:lnTo>
                      <a:pt x="16297" y="3500"/>
                    </a:lnTo>
                    <a:cubicBezTo>
                      <a:pt x="16433" y="3591"/>
                      <a:pt x="16614" y="3682"/>
                      <a:pt x="16750" y="3772"/>
                    </a:cubicBezTo>
                    <a:cubicBezTo>
                      <a:pt x="17112" y="3998"/>
                      <a:pt x="17474" y="4270"/>
                      <a:pt x="17836" y="4542"/>
                    </a:cubicBezTo>
                    <a:cubicBezTo>
                      <a:pt x="18560" y="5175"/>
                      <a:pt x="19240" y="5900"/>
                      <a:pt x="19873" y="6624"/>
                    </a:cubicBezTo>
                    <a:cubicBezTo>
                      <a:pt x="20462" y="7348"/>
                      <a:pt x="21005" y="8118"/>
                      <a:pt x="21548" y="8887"/>
                    </a:cubicBezTo>
                    <a:cubicBezTo>
                      <a:pt x="22182" y="9793"/>
                      <a:pt x="22861" y="10743"/>
                      <a:pt x="22770" y="11875"/>
                    </a:cubicBezTo>
                    <a:cubicBezTo>
                      <a:pt x="22735" y="12053"/>
                      <a:pt x="22895" y="12175"/>
                      <a:pt x="23053" y="12175"/>
                    </a:cubicBezTo>
                    <a:cubicBezTo>
                      <a:pt x="23096" y="12175"/>
                      <a:pt x="23139" y="12166"/>
                      <a:pt x="23178" y="12147"/>
                    </a:cubicBezTo>
                    <a:cubicBezTo>
                      <a:pt x="23223" y="12554"/>
                      <a:pt x="23268" y="12962"/>
                      <a:pt x="23404" y="13324"/>
                    </a:cubicBezTo>
                    <a:cubicBezTo>
                      <a:pt x="23485" y="13485"/>
                      <a:pt x="23628" y="13547"/>
                      <a:pt x="23778" y="13547"/>
                    </a:cubicBezTo>
                    <a:cubicBezTo>
                      <a:pt x="23965" y="13547"/>
                      <a:pt x="24164" y="13450"/>
                      <a:pt x="24264" y="13324"/>
                    </a:cubicBezTo>
                    <a:cubicBezTo>
                      <a:pt x="24717" y="12690"/>
                      <a:pt x="24808" y="11649"/>
                      <a:pt x="24853" y="10925"/>
                    </a:cubicBezTo>
                    <a:cubicBezTo>
                      <a:pt x="24898" y="10110"/>
                      <a:pt x="24808" y="9295"/>
                      <a:pt x="24672" y="8525"/>
                    </a:cubicBezTo>
                    <a:cubicBezTo>
                      <a:pt x="24400" y="7122"/>
                      <a:pt x="23766" y="5809"/>
                      <a:pt x="22906" y="4677"/>
                    </a:cubicBezTo>
                    <a:cubicBezTo>
                      <a:pt x="22001" y="3591"/>
                      <a:pt x="20914" y="2686"/>
                      <a:pt x="19692" y="1961"/>
                    </a:cubicBezTo>
                    <a:cubicBezTo>
                      <a:pt x="18379" y="1237"/>
                      <a:pt x="16976" y="830"/>
                      <a:pt x="15482" y="648"/>
                    </a:cubicBezTo>
                    <a:cubicBezTo>
                      <a:pt x="15471" y="647"/>
                      <a:pt x="15459" y="646"/>
                      <a:pt x="15448" y="646"/>
                    </a:cubicBezTo>
                    <a:cubicBezTo>
                      <a:pt x="15153" y="646"/>
                      <a:pt x="14996" y="1197"/>
                      <a:pt x="15301" y="1328"/>
                    </a:cubicBezTo>
                    <a:cubicBezTo>
                      <a:pt x="15709" y="1509"/>
                      <a:pt x="16161" y="1690"/>
                      <a:pt x="16569" y="1916"/>
                    </a:cubicBezTo>
                    <a:cubicBezTo>
                      <a:pt x="16486" y="1899"/>
                      <a:pt x="16403" y="1889"/>
                      <a:pt x="16320" y="1889"/>
                    </a:cubicBezTo>
                    <a:cubicBezTo>
                      <a:pt x="16177" y="1889"/>
                      <a:pt x="16033" y="1920"/>
                      <a:pt x="15890" y="2007"/>
                    </a:cubicBezTo>
                    <a:cubicBezTo>
                      <a:pt x="15618" y="2142"/>
                      <a:pt x="15573" y="2459"/>
                      <a:pt x="15618" y="2731"/>
                    </a:cubicBezTo>
                    <a:cubicBezTo>
                      <a:pt x="15618" y="2776"/>
                      <a:pt x="15618" y="2821"/>
                      <a:pt x="15663" y="2867"/>
                    </a:cubicBezTo>
                    <a:cubicBezTo>
                      <a:pt x="15573" y="2776"/>
                      <a:pt x="15437" y="2686"/>
                      <a:pt x="15346" y="2595"/>
                    </a:cubicBezTo>
                    <a:cubicBezTo>
                      <a:pt x="13988" y="1463"/>
                      <a:pt x="12223" y="784"/>
                      <a:pt x="10503" y="422"/>
                    </a:cubicBezTo>
                    <a:cubicBezTo>
                      <a:pt x="8897" y="94"/>
                      <a:pt x="7261" y="1"/>
                      <a:pt x="56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7" name="Google Shape;2127;p2"/>
              <p:cNvSpPr/>
              <p:nvPr/>
            </p:nvSpPr>
            <p:spPr>
              <a:xfrm>
                <a:off x="3680400" y="336575"/>
                <a:ext cx="164125" cy="149400"/>
              </a:xfrm>
              <a:custGeom>
                <a:rect b="b" l="l" r="r" t="t"/>
                <a:pathLst>
                  <a:path extrusionOk="0" h="5976" w="6565">
                    <a:moveTo>
                      <a:pt x="5252" y="0"/>
                    </a:moveTo>
                    <a:cubicBezTo>
                      <a:pt x="4935" y="0"/>
                      <a:pt x="4618" y="136"/>
                      <a:pt x="4347" y="227"/>
                    </a:cubicBezTo>
                    <a:cubicBezTo>
                      <a:pt x="3260" y="634"/>
                      <a:pt x="2128" y="1177"/>
                      <a:pt x="1314" y="2038"/>
                    </a:cubicBezTo>
                    <a:cubicBezTo>
                      <a:pt x="453" y="2943"/>
                      <a:pt x="182" y="4346"/>
                      <a:pt x="46" y="5568"/>
                    </a:cubicBezTo>
                    <a:cubicBezTo>
                      <a:pt x="1" y="5750"/>
                      <a:pt x="227" y="5931"/>
                      <a:pt x="408" y="5976"/>
                    </a:cubicBezTo>
                    <a:cubicBezTo>
                      <a:pt x="589" y="5976"/>
                      <a:pt x="770" y="5885"/>
                      <a:pt x="861" y="5659"/>
                    </a:cubicBezTo>
                    <a:cubicBezTo>
                      <a:pt x="1042" y="5161"/>
                      <a:pt x="1359" y="4708"/>
                      <a:pt x="1630" y="4256"/>
                    </a:cubicBezTo>
                    <a:cubicBezTo>
                      <a:pt x="1766" y="4075"/>
                      <a:pt x="1902" y="3848"/>
                      <a:pt x="2083" y="3622"/>
                    </a:cubicBezTo>
                    <a:cubicBezTo>
                      <a:pt x="2219" y="3396"/>
                      <a:pt x="2309" y="3305"/>
                      <a:pt x="2491" y="3124"/>
                    </a:cubicBezTo>
                    <a:cubicBezTo>
                      <a:pt x="3170" y="2445"/>
                      <a:pt x="4256" y="1992"/>
                      <a:pt x="5161" y="1675"/>
                    </a:cubicBezTo>
                    <a:cubicBezTo>
                      <a:pt x="5614" y="1494"/>
                      <a:pt x="6565" y="996"/>
                      <a:pt x="6203" y="363"/>
                    </a:cubicBezTo>
                    <a:cubicBezTo>
                      <a:pt x="6021" y="46"/>
                      <a:pt x="5569" y="0"/>
                      <a:pt x="52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2"/>
              <p:cNvSpPr/>
              <p:nvPr/>
            </p:nvSpPr>
            <p:spPr>
              <a:xfrm>
                <a:off x="3904925" y="406950"/>
                <a:ext cx="271200" cy="172350"/>
              </a:xfrm>
              <a:custGeom>
                <a:rect b="b" l="l" r="r" t="t"/>
                <a:pathLst>
                  <a:path extrusionOk="0" h="6894" w="10848">
                    <a:moveTo>
                      <a:pt x="9101" y="0"/>
                    </a:moveTo>
                    <a:cubicBezTo>
                      <a:pt x="8518" y="0"/>
                      <a:pt x="7932" y="185"/>
                      <a:pt x="7362" y="445"/>
                    </a:cubicBezTo>
                    <a:cubicBezTo>
                      <a:pt x="6321" y="943"/>
                      <a:pt x="5325" y="1531"/>
                      <a:pt x="4329" y="2120"/>
                    </a:cubicBezTo>
                    <a:cubicBezTo>
                      <a:pt x="3378" y="2663"/>
                      <a:pt x="2337" y="3161"/>
                      <a:pt x="1567" y="3976"/>
                    </a:cubicBezTo>
                    <a:cubicBezTo>
                      <a:pt x="843" y="4700"/>
                      <a:pt x="481" y="5470"/>
                      <a:pt x="119" y="6420"/>
                    </a:cubicBezTo>
                    <a:cubicBezTo>
                      <a:pt x="1" y="6686"/>
                      <a:pt x="248" y="6893"/>
                      <a:pt x="497" y="6893"/>
                    </a:cubicBezTo>
                    <a:cubicBezTo>
                      <a:pt x="630" y="6893"/>
                      <a:pt x="764" y="6834"/>
                      <a:pt x="843" y="6692"/>
                    </a:cubicBezTo>
                    <a:cubicBezTo>
                      <a:pt x="1703" y="5107"/>
                      <a:pt x="3604" y="4383"/>
                      <a:pt x="5144" y="3523"/>
                    </a:cubicBezTo>
                    <a:cubicBezTo>
                      <a:pt x="6004" y="3025"/>
                      <a:pt x="6864" y="2527"/>
                      <a:pt x="7724" y="2074"/>
                    </a:cubicBezTo>
                    <a:cubicBezTo>
                      <a:pt x="8131" y="1893"/>
                      <a:pt x="8539" y="1712"/>
                      <a:pt x="8946" y="1576"/>
                    </a:cubicBezTo>
                    <a:cubicBezTo>
                      <a:pt x="9173" y="1531"/>
                      <a:pt x="9354" y="1486"/>
                      <a:pt x="9580" y="1441"/>
                    </a:cubicBezTo>
                    <a:cubicBezTo>
                      <a:pt x="9670" y="1395"/>
                      <a:pt x="9670" y="1395"/>
                      <a:pt x="9670" y="1395"/>
                    </a:cubicBezTo>
                    <a:cubicBezTo>
                      <a:pt x="9806" y="1350"/>
                      <a:pt x="9942" y="1350"/>
                      <a:pt x="10078" y="1350"/>
                    </a:cubicBezTo>
                    <a:cubicBezTo>
                      <a:pt x="10621" y="1350"/>
                      <a:pt x="10847" y="626"/>
                      <a:pt x="10349" y="354"/>
                    </a:cubicBezTo>
                    <a:lnTo>
                      <a:pt x="10395" y="354"/>
                    </a:lnTo>
                    <a:cubicBezTo>
                      <a:pt x="9970" y="103"/>
                      <a:pt x="9536" y="0"/>
                      <a:pt x="91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2"/>
              <p:cNvSpPr/>
              <p:nvPr/>
            </p:nvSpPr>
            <p:spPr>
              <a:xfrm>
                <a:off x="4064350" y="473075"/>
                <a:ext cx="322250" cy="157300"/>
              </a:xfrm>
              <a:custGeom>
                <a:rect b="b" l="l" r="r" t="t"/>
                <a:pathLst>
                  <a:path extrusionOk="0" h="6292" w="12890">
                    <a:moveTo>
                      <a:pt x="4471" y="0"/>
                    </a:moveTo>
                    <a:cubicBezTo>
                      <a:pt x="4333" y="0"/>
                      <a:pt x="4196" y="6"/>
                      <a:pt x="4063" y="18"/>
                    </a:cubicBezTo>
                    <a:cubicBezTo>
                      <a:pt x="3565" y="63"/>
                      <a:pt x="3022" y="199"/>
                      <a:pt x="2660" y="516"/>
                    </a:cubicBezTo>
                    <a:cubicBezTo>
                      <a:pt x="2433" y="742"/>
                      <a:pt x="2479" y="1150"/>
                      <a:pt x="2750" y="1285"/>
                    </a:cubicBezTo>
                    <a:cubicBezTo>
                      <a:pt x="3022" y="1467"/>
                      <a:pt x="3293" y="1467"/>
                      <a:pt x="3610" y="1512"/>
                    </a:cubicBezTo>
                    <a:cubicBezTo>
                      <a:pt x="2479" y="1874"/>
                      <a:pt x="1437" y="2462"/>
                      <a:pt x="442" y="3051"/>
                    </a:cubicBezTo>
                    <a:cubicBezTo>
                      <a:pt x="1" y="3291"/>
                      <a:pt x="269" y="3851"/>
                      <a:pt x="682" y="3851"/>
                    </a:cubicBezTo>
                    <a:cubicBezTo>
                      <a:pt x="736" y="3851"/>
                      <a:pt x="792" y="3841"/>
                      <a:pt x="849" y="3821"/>
                    </a:cubicBezTo>
                    <a:cubicBezTo>
                      <a:pt x="1890" y="3368"/>
                      <a:pt x="3022" y="3096"/>
                      <a:pt x="4154" y="2915"/>
                    </a:cubicBezTo>
                    <a:cubicBezTo>
                      <a:pt x="4791" y="2832"/>
                      <a:pt x="5446" y="2749"/>
                      <a:pt x="6096" y="2749"/>
                    </a:cubicBezTo>
                    <a:cubicBezTo>
                      <a:pt x="6508" y="2749"/>
                      <a:pt x="6919" y="2782"/>
                      <a:pt x="7322" y="2870"/>
                    </a:cubicBezTo>
                    <a:cubicBezTo>
                      <a:pt x="8182" y="3051"/>
                      <a:pt x="8997" y="3368"/>
                      <a:pt x="9676" y="3911"/>
                    </a:cubicBezTo>
                    <a:cubicBezTo>
                      <a:pt x="9857" y="4002"/>
                      <a:pt x="9948" y="4092"/>
                      <a:pt x="10084" y="4228"/>
                    </a:cubicBezTo>
                    <a:cubicBezTo>
                      <a:pt x="10536" y="4726"/>
                      <a:pt x="10944" y="5269"/>
                      <a:pt x="11261" y="5903"/>
                    </a:cubicBezTo>
                    <a:cubicBezTo>
                      <a:pt x="11382" y="6177"/>
                      <a:pt x="11616" y="6292"/>
                      <a:pt x="11863" y="6292"/>
                    </a:cubicBezTo>
                    <a:cubicBezTo>
                      <a:pt x="12351" y="6292"/>
                      <a:pt x="12890" y="5840"/>
                      <a:pt x="12709" y="5269"/>
                    </a:cubicBezTo>
                    <a:cubicBezTo>
                      <a:pt x="12347" y="4137"/>
                      <a:pt x="11532" y="3187"/>
                      <a:pt x="10536" y="2462"/>
                    </a:cubicBezTo>
                    <a:cubicBezTo>
                      <a:pt x="9903" y="1919"/>
                      <a:pt x="9178" y="1376"/>
                      <a:pt x="8409" y="1014"/>
                    </a:cubicBezTo>
                    <a:cubicBezTo>
                      <a:pt x="7503" y="561"/>
                      <a:pt x="6553" y="244"/>
                      <a:pt x="5602" y="108"/>
                    </a:cubicBezTo>
                    <a:cubicBezTo>
                      <a:pt x="5238" y="42"/>
                      <a:pt x="4849" y="0"/>
                      <a:pt x="44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0" name="Google Shape;2130;p2"/>
              <p:cNvSpPr/>
              <p:nvPr/>
            </p:nvSpPr>
            <p:spPr>
              <a:xfrm>
                <a:off x="2958375" y="375425"/>
                <a:ext cx="337825" cy="129675"/>
              </a:xfrm>
              <a:custGeom>
                <a:rect b="b" l="l" r="r" t="t"/>
                <a:pathLst>
                  <a:path extrusionOk="0" h="5187" w="13513">
                    <a:moveTo>
                      <a:pt x="7434" y="0"/>
                    </a:moveTo>
                    <a:cubicBezTo>
                      <a:pt x="7028" y="0"/>
                      <a:pt x="6617" y="41"/>
                      <a:pt x="6202" y="121"/>
                    </a:cubicBezTo>
                    <a:cubicBezTo>
                      <a:pt x="4799" y="393"/>
                      <a:pt x="3350" y="981"/>
                      <a:pt x="2128" y="1660"/>
                    </a:cubicBezTo>
                    <a:cubicBezTo>
                      <a:pt x="1041" y="2204"/>
                      <a:pt x="46" y="3154"/>
                      <a:pt x="0" y="4422"/>
                    </a:cubicBezTo>
                    <a:cubicBezTo>
                      <a:pt x="0" y="4905"/>
                      <a:pt x="383" y="5186"/>
                      <a:pt x="772" y="5186"/>
                    </a:cubicBezTo>
                    <a:cubicBezTo>
                      <a:pt x="966" y="5186"/>
                      <a:pt x="1162" y="5116"/>
                      <a:pt x="1313" y="4965"/>
                    </a:cubicBezTo>
                    <a:cubicBezTo>
                      <a:pt x="2490" y="3879"/>
                      <a:pt x="3984" y="3200"/>
                      <a:pt x="5523" y="2883"/>
                    </a:cubicBezTo>
                    <a:cubicBezTo>
                      <a:pt x="6242" y="2714"/>
                      <a:pt x="6971" y="2673"/>
                      <a:pt x="7705" y="2673"/>
                    </a:cubicBezTo>
                    <a:cubicBezTo>
                      <a:pt x="8387" y="2673"/>
                      <a:pt x="9074" y="2708"/>
                      <a:pt x="9762" y="2708"/>
                    </a:cubicBezTo>
                    <a:cubicBezTo>
                      <a:pt x="9918" y="2708"/>
                      <a:pt x="10074" y="2706"/>
                      <a:pt x="10231" y="2702"/>
                    </a:cubicBezTo>
                    <a:cubicBezTo>
                      <a:pt x="10322" y="2702"/>
                      <a:pt x="10412" y="2656"/>
                      <a:pt x="10503" y="2566"/>
                    </a:cubicBezTo>
                    <a:cubicBezTo>
                      <a:pt x="11227" y="3019"/>
                      <a:pt x="11996" y="3471"/>
                      <a:pt x="12676" y="3969"/>
                    </a:cubicBezTo>
                    <a:cubicBezTo>
                      <a:pt x="12753" y="4029"/>
                      <a:pt x="12833" y="4055"/>
                      <a:pt x="12911" y="4055"/>
                    </a:cubicBezTo>
                    <a:cubicBezTo>
                      <a:pt x="13241" y="4055"/>
                      <a:pt x="13512" y="3584"/>
                      <a:pt x="13219" y="3290"/>
                    </a:cubicBezTo>
                    <a:cubicBezTo>
                      <a:pt x="12313" y="2294"/>
                      <a:pt x="11453" y="1344"/>
                      <a:pt x="10231" y="710"/>
                    </a:cubicBezTo>
                    <a:cubicBezTo>
                      <a:pt x="9338" y="232"/>
                      <a:pt x="8400" y="0"/>
                      <a:pt x="74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1" name="Google Shape;2131;p2"/>
              <p:cNvSpPr/>
              <p:nvPr/>
            </p:nvSpPr>
            <p:spPr>
              <a:xfrm>
                <a:off x="3634375" y="746750"/>
                <a:ext cx="99250" cy="170975"/>
              </a:xfrm>
              <a:custGeom>
                <a:rect b="b" l="l" r="r" t="t"/>
                <a:pathLst>
                  <a:path extrusionOk="0" h="6839" w="3970">
                    <a:moveTo>
                      <a:pt x="429" y="0"/>
                    </a:moveTo>
                    <a:cubicBezTo>
                      <a:pt x="201" y="0"/>
                      <a:pt x="0" y="267"/>
                      <a:pt x="212" y="479"/>
                    </a:cubicBezTo>
                    <a:cubicBezTo>
                      <a:pt x="982" y="1294"/>
                      <a:pt x="1525" y="2289"/>
                      <a:pt x="1887" y="3285"/>
                    </a:cubicBezTo>
                    <a:cubicBezTo>
                      <a:pt x="2068" y="3829"/>
                      <a:pt x="2204" y="4327"/>
                      <a:pt x="2340" y="4870"/>
                    </a:cubicBezTo>
                    <a:cubicBezTo>
                      <a:pt x="2430" y="5413"/>
                      <a:pt x="2430" y="6092"/>
                      <a:pt x="2747" y="6545"/>
                    </a:cubicBezTo>
                    <a:cubicBezTo>
                      <a:pt x="2867" y="6744"/>
                      <a:pt x="3048" y="6838"/>
                      <a:pt x="3229" y="6838"/>
                    </a:cubicBezTo>
                    <a:cubicBezTo>
                      <a:pt x="3459" y="6838"/>
                      <a:pt x="3687" y="6687"/>
                      <a:pt x="3788" y="6409"/>
                    </a:cubicBezTo>
                    <a:cubicBezTo>
                      <a:pt x="3969" y="5866"/>
                      <a:pt x="3743" y="5096"/>
                      <a:pt x="3607" y="4508"/>
                    </a:cubicBezTo>
                    <a:cubicBezTo>
                      <a:pt x="3426" y="3919"/>
                      <a:pt x="3200" y="3376"/>
                      <a:pt x="2928" y="2787"/>
                    </a:cubicBezTo>
                    <a:cubicBezTo>
                      <a:pt x="2385" y="1701"/>
                      <a:pt x="1570" y="796"/>
                      <a:pt x="619" y="71"/>
                    </a:cubicBezTo>
                    <a:cubicBezTo>
                      <a:pt x="560" y="21"/>
                      <a:pt x="493" y="0"/>
                      <a:pt x="42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2" name="Google Shape;2132;p2"/>
              <p:cNvSpPr/>
              <p:nvPr/>
            </p:nvSpPr>
            <p:spPr>
              <a:xfrm>
                <a:off x="3720025" y="759550"/>
                <a:ext cx="43025" cy="128075"/>
              </a:xfrm>
              <a:custGeom>
                <a:rect b="b" l="l" r="r" t="t"/>
                <a:pathLst>
                  <a:path extrusionOk="0" h="5123" w="1721">
                    <a:moveTo>
                      <a:pt x="368" y="0"/>
                    </a:moveTo>
                    <a:cubicBezTo>
                      <a:pt x="335" y="0"/>
                      <a:pt x="303" y="4"/>
                      <a:pt x="272" y="12"/>
                    </a:cubicBezTo>
                    <a:cubicBezTo>
                      <a:pt x="91" y="57"/>
                      <a:pt x="0" y="238"/>
                      <a:pt x="45" y="465"/>
                    </a:cubicBezTo>
                    <a:cubicBezTo>
                      <a:pt x="136" y="1234"/>
                      <a:pt x="272" y="2004"/>
                      <a:pt x="453" y="2773"/>
                    </a:cubicBezTo>
                    <a:cubicBezTo>
                      <a:pt x="543" y="3136"/>
                      <a:pt x="634" y="3543"/>
                      <a:pt x="724" y="3905"/>
                    </a:cubicBezTo>
                    <a:cubicBezTo>
                      <a:pt x="770" y="4086"/>
                      <a:pt x="860" y="4267"/>
                      <a:pt x="951" y="4494"/>
                    </a:cubicBezTo>
                    <a:cubicBezTo>
                      <a:pt x="1041" y="4675"/>
                      <a:pt x="1087" y="4856"/>
                      <a:pt x="1222" y="4992"/>
                    </a:cubicBezTo>
                    <a:cubicBezTo>
                      <a:pt x="1277" y="5083"/>
                      <a:pt x="1362" y="5123"/>
                      <a:pt x="1443" y="5123"/>
                    </a:cubicBezTo>
                    <a:cubicBezTo>
                      <a:pt x="1562" y="5123"/>
                      <a:pt x="1675" y="5036"/>
                      <a:pt x="1675" y="4901"/>
                    </a:cubicBezTo>
                    <a:cubicBezTo>
                      <a:pt x="1720" y="4675"/>
                      <a:pt x="1675" y="4494"/>
                      <a:pt x="1630" y="4313"/>
                    </a:cubicBezTo>
                    <a:lnTo>
                      <a:pt x="1630" y="4267"/>
                    </a:lnTo>
                    <a:cubicBezTo>
                      <a:pt x="1630" y="4086"/>
                      <a:pt x="1585" y="3860"/>
                      <a:pt x="1539" y="3679"/>
                    </a:cubicBezTo>
                    <a:cubicBezTo>
                      <a:pt x="1449" y="3317"/>
                      <a:pt x="1358" y="2909"/>
                      <a:pt x="1268" y="2547"/>
                    </a:cubicBezTo>
                    <a:cubicBezTo>
                      <a:pt x="1041" y="1777"/>
                      <a:pt x="860" y="1008"/>
                      <a:pt x="724" y="238"/>
                    </a:cubicBezTo>
                    <a:cubicBezTo>
                      <a:pt x="687" y="88"/>
                      <a:pt x="525" y="0"/>
                      <a:pt x="3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3" name="Google Shape;2133;p2"/>
              <p:cNvSpPr/>
              <p:nvPr/>
            </p:nvSpPr>
            <p:spPr>
              <a:xfrm>
                <a:off x="4036900" y="787000"/>
                <a:ext cx="19250" cy="80650"/>
              </a:xfrm>
              <a:custGeom>
                <a:rect b="b" l="l" r="r" t="t"/>
                <a:pathLst>
                  <a:path extrusionOk="0" h="3226" w="770">
                    <a:moveTo>
                      <a:pt x="408" y="0"/>
                    </a:moveTo>
                    <a:cubicBezTo>
                      <a:pt x="227" y="0"/>
                      <a:pt x="136" y="136"/>
                      <a:pt x="91" y="317"/>
                    </a:cubicBezTo>
                    <a:cubicBezTo>
                      <a:pt x="46" y="770"/>
                      <a:pt x="0" y="1223"/>
                      <a:pt x="0" y="1721"/>
                    </a:cubicBezTo>
                    <a:cubicBezTo>
                      <a:pt x="0" y="1947"/>
                      <a:pt x="0" y="2173"/>
                      <a:pt x="46" y="2400"/>
                    </a:cubicBezTo>
                    <a:cubicBezTo>
                      <a:pt x="46" y="2626"/>
                      <a:pt x="46" y="2898"/>
                      <a:pt x="181" y="3124"/>
                    </a:cubicBezTo>
                    <a:cubicBezTo>
                      <a:pt x="227" y="3192"/>
                      <a:pt x="295" y="3226"/>
                      <a:pt x="363" y="3226"/>
                    </a:cubicBezTo>
                    <a:cubicBezTo>
                      <a:pt x="430" y="3226"/>
                      <a:pt x="498" y="3192"/>
                      <a:pt x="544" y="3124"/>
                    </a:cubicBezTo>
                    <a:cubicBezTo>
                      <a:pt x="679" y="2898"/>
                      <a:pt x="679" y="2671"/>
                      <a:pt x="679" y="2445"/>
                    </a:cubicBezTo>
                    <a:cubicBezTo>
                      <a:pt x="679" y="2173"/>
                      <a:pt x="725" y="1947"/>
                      <a:pt x="725" y="1721"/>
                    </a:cubicBezTo>
                    <a:cubicBezTo>
                      <a:pt x="725" y="1223"/>
                      <a:pt x="725" y="770"/>
                      <a:pt x="725" y="317"/>
                    </a:cubicBezTo>
                    <a:cubicBezTo>
                      <a:pt x="770" y="136"/>
                      <a:pt x="589" y="0"/>
                      <a:pt x="408" y="0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4" name="Google Shape;2134;p2"/>
              <p:cNvSpPr/>
              <p:nvPr/>
            </p:nvSpPr>
            <p:spPr>
              <a:xfrm>
                <a:off x="4281350" y="1067675"/>
                <a:ext cx="195800" cy="158350"/>
              </a:xfrm>
              <a:custGeom>
                <a:rect b="b" l="l" r="r" t="t"/>
                <a:pathLst>
                  <a:path extrusionOk="0" h="6334" w="7832">
                    <a:moveTo>
                      <a:pt x="544" y="0"/>
                    </a:moveTo>
                    <a:cubicBezTo>
                      <a:pt x="136" y="0"/>
                      <a:pt x="0" y="634"/>
                      <a:pt x="453" y="724"/>
                    </a:cubicBezTo>
                    <a:cubicBezTo>
                      <a:pt x="906" y="815"/>
                      <a:pt x="1268" y="1268"/>
                      <a:pt x="1630" y="1539"/>
                    </a:cubicBezTo>
                    <a:cubicBezTo>
                      <a:pt x="2038" y="1811"/>
                      <a:pt x="2354" y="2128"/>
                      <a:pt x="2717" y="2445"/>
                    </a:cubicBezTo>
                    <a:cubicBezTo>
                      <a:pt x="3396" y="3078"/>
                      <a:pt x="4120" y="3757"/>
                      <a:pt x="4754" y="4482"/>
                    </a:cubicBezTo>
                    <a:cubicBezTo>
                      <a:pt x="5025" y="4844"/>
                      <a:pt x="5297" y="5206"/>
                      <a:pt x="5568" y="5568"/>
                    </a:cubicBezTo>
                    <a:cubicBezTo>
                      <a:pt x="5836" y="5951"/>
                      <a:pt x="6201" y="6333"/>
                      <a:pt x="6690" y="6333"/>
                    </a:cubicBezTo>
                    <a:cubicBezTo>
                      <a:pt x="6780" y="6333"/>
                      <a:pt x="6874" y="6321"/>
                      <a:pt x="6972" y="6293"/>
                    </a:cubicBezTo>
                    <a:cubicBezTo>
                      <a:pt x="7515" y="6157"/>
                      <a:pt x="7696" y="5613"/>
                      <a:pt x="7741" y="5070"/>
                    </a:cubicBezTo>
                    <a:cubicBezTo>
                      <a:pt x="7741" y="4980"/>
                      <a:pt x="7741" y="4889"/>
                      <a:pt x="7741" y="4799"/>
                    </a:cubicBezTo>
                    <a:cubicBezTo>
                      <a:pt x="7832" y="4663"/>
                      <a:pt x="7832" y="4482"/>
                      <a:pt x="7787" y="4301"/>
                    </a:cubicBezTo>
                    <a:cubicBezTo>
                      <a:pt x="7787" y="4255"/>
                      <a:pt x="7787" y="4210"/>
                      <a:pt x="7741" y="4120"/>
                    </a:cubicBezTo>
                    <a:cubicBezTo>
                      <a:pt x="7696" y="3893"/>
                      <a:pt x="7560" y="3757"/>
                      <a:pt x="7379" y="3531"/>
                    </a:cubicBezTo>
                    <a:cubicBezTo>
                      <a:pt x="7334" y="3486"/>
                      <a:pt x="7289" y="3486"/>
                      <a:pt x="7243" y="3441"/>
                    </a:cubicBezTo>
                    <a:cubicBezTo>
                      <a:pt x="7243" y="3441"/>
                      <a:pt x="7198" y="3441"/>
                      <a:pt x="7198" y="3395"/>
                    </a:cubicBezTo>
                    <a:cubicBezTo>
                      <a:pt x="6972" y="3169"/>
                      <a:pt x="6745" y="2988"/>
                      <a:pt x="6474" y="2852"/>
                    </a:cubicBezTo>
                    <a:cubicBezTo>
                      <a:pt x="6202" y="2716"/>
                      <a:pt x="5931" y="2580"/>
                      <a:pt x="5659" y="2535"/>
                    </a:cubicBezTo>
                    <a:cubicBezTo>
                      <a:pt x="5387" y="2445"/>
                      <a:pt x="5116" y="2354"/>
                      <a:pt x="4844" y="2354"/>
                    </a:cubicBezTo>
                    <a:cubicBezTo>
                      <a:pt x="4256" y="1766"/>
                      <a:pt x="3622" y="1268"/>
                      <a:pt x="2943" y="860"/>
                    </a:cubicBezTo>
                    <a:cubicBezTo>
                      <a:pt x="2581" y="634"/>
                      <a:pt x="2264" y="362"/>
                      <a:pt x="1856" y="226"/>
                    </a:cubicBezTo>
                    <a:cubicBezTo>
                      <a:pt x="1404" y="45"/>
                      <a:pt x="996" y="0"/>
                      <a:pt x="5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5" name="Google Shape;2135;p2"/>
              <p:cNvSpPr/>
              <p:nvPr/>
            </p:nvSpPr>
            <p:spPr>
              <a:xfrm>
                <a:off x="3046650" y="1439150"/>
                <a:ext cx="588875" cy="566075"/>
              </a:xfrm>
              <a:custGeom>
                <a:rect b="b" l="l" r="r" t="t"/>
                <a:pathLst>
                  <a:path extrusionOk="0" h="22643" w="23555">
                    <a:moveTo>
                      <a:pt x="4061" y="1"/>
                    </a:moveTo>
                    <a:cubicBezTo>
                      <a:pt x="4008" y="1"/>
                      <a:pt x="3952" y="11"/>
                      <a:pt x="3893" y="35"/>
                    </a:cubicBezTo>
                    <a:cubicBezTo>
                      <a:pt x="3214" y="352"/>
                      <a:pt x="2671" y="759"/>
                      <a:pt x="2218" y="1347"/>
                    </a:cubicBezTo>
                    <a:cubicBezTo>
                      <a:pt x="1766" y="1936"/>
                      <a:pt x="1449" y="2660"/>
                      <a:pt x="1222" y="3339"/>
                    </a:cubicBezTo>
                    <a:cubicBezTo>
                      <a:pt x="589" y="5014"/>
                      <a:pt x="91" y="6825"/>
                      <a:pt x="91" y="8590"/>
                    </a:cubicBezTo>
                    <a:cubicBezTo>
                      <a:pt x="0" y="12167"/>
                      <a:pt x="1947" y="15381"/>
                      <a:pt x="4391" y="17871"/>
                    </a:cubicBezTo>
                    <a:cubicBezTo>
                      <a:pt x="5116" y="18595"/>
                      <a:pt x="5885" y="19274"/>
                      <a:pt x="6655" y="19953"/>
                    </a:cubicBezTo>
                    <a:cubicBezTo>
                      <a:pt x="7470" y="20632"/>
                      <a:pt x="8239" y="21221"/>
                      <a:pt x="9280" y="21537"/>
                    </a:cubicBezTo>
                    <a:cubicBezTo>
                      <a:pt x="9326" y="21554"/>
                      <a:pt x="9370" y="21562"/>
                      <a:pt x="9413" y="21562"/>
                    </a:cubicBezTo>
                    <a:cubicBezTo>
                      <a:pt x="9714" y="21562"/>
                      <a:pt x="9937" y="21181"/>
                      <a:pt x="9778" y="20904"/>
                    </a:cubicBezTo>
                    <a:cubicBezTo>
                      <a:pt x="9733" y="20858"/>
                      <a:pt x="9688" y="20768"/>
                      <a:pt x="9688" y="20723"/>
                    </a:cubicBezTo>
                    <a:lnTo>
                      <a:pt x="9688" y="20723"/>
                    </a:lnTo>
                    <a:cubicBezTo>
                      <a:pt x="9914" y="20904"/>
                      <a:pt x="10186" y="21039"/>
                      <a:pt x="10412" y="21175"/>
                    </a:cubicBezTo>
                    <a:cubicBezTo>
                      <a:pt x="10539" y="21255"/>
                      <a:pt x="10677" y="21290"/>
                      <a:pt x="10813" y="21290"/>
                    </a:cubicBezTo>
                    <a:cubicBezTo>
                      <a:pt x="11064" y="21290"/>
                      <a:pt x="11306" y="21170"/>
                      <a:pt x="11453" y="20994"/>
                    </a:cubicBezTo>
                    <a:cubicBezTo>
                      <a:pt x="12178" y="21583"/>
                      <a:pt x="12947" y="22035"/>
                      <a:pt x="13852" y="22171"/>
                    </a:cubicBezTo>
                    <a:cubicBezTo>
                      <a:pt x="13910" y="22182"/>
                      <a:pt x="13967" y="22187"/>
                      <a:pt x="14022" y="22187"/>
                    </a:cubicBezTo>
                    <a:cubicBezTo>
                      <a:pt x="14441" y="22187"/>
                      <a:pt x="14768" y="21897"/>
                      <a:pt x="14848" y="21537"/>
                    </a:cubicBezTo>
                    <a:cubicBezTo>
                      <a:pt x="15256" y="21900"/>
                      <a:pt x="15708" y="22216"/>
                      <a:pt x="16206" y="22533"/>
                    </a:cubicBezTo>
                    <a:cubicBezTo>
                      <a:pt x="16333" y="22609"/>
                      <a:pt x="16460" y="22643"/>
                      <a:pt x="16582" y="22643"/>
                    </a:cubicBezTo>
                    <a:cubicBezTo>
                      <a:pt x="17117" y="22643"/>
                      <a:pt x="17542" y="22000"/>
                      <a:pt x="17248" y="21447"/>
                    </a:cubicBezTo>
                    <a:cubicBezTo>
                      <a:pt x="17112" y="21221"/>
                      <a:pt x="16976" y="20994"/>
                      <a:pt x="16840" y="20723"/>
                    </a:cubicBezTo>
                    <a:lnTo>
                      <a:pt x="16840" y="20723"/>
                    </a:lnTo>
                    <a:cubicBezTo>
                      <a:pt x="17519" y="21130"/>
                      <a:pt x="18289" y="21492"/>
                      <a:pt x="19058" y="21718"/>
                    </a:cubicBezTo>
                    <a:cubicBezTo>
                      <a:pt x="19143" y="21743"/>
                      <a:pt x="19225" y="21754"/>
                      <a:pt x="19302" y="21754"/>
                    </a:cubicBezTo>
                    <a:cubicBezTo>
                      <a:pt x="19511" y="21754"/>
                      <a:pt x="19683" y="21670"/>
                      <a:pt x="19783" y="21537"/>
                    </a:cubicBezTo>
                    <a:cubicBezTo>
                      <a:pt x="19918" y="21628"/>
                      <a:pt x="20054" y="21718"/>
                      <a:pt x="20145" y="21809"/>
                    </a:cubicBezTo>
                    <a:cubicBezTo>
                      <a:pt x="20264" y="21888"/>
                      <a:pt x="20383" y="21924"/>
                      <a:pt x="20498" y="21924"/>
                    </a:cubicBezTo>
                    <a:cubicBezTo>
                      <a:pt x="20646" y="21924"/>
                      <a:pt x="20787" y="21865"/>
                      <a:pt x="20914" y="21764"/>
                    </a:cubicBezTo>
                    <a:cubicBezTo>
                      <a:pt x="21005" y="21809"/>
                      <a:pt x="21050" y="21900"/>
                      <a:pt x="21095" y="21945"/>
                    </a:cubicBezTo>
                    <a:cubicBezTo>
                      <a:pt x="21263" y="22096"/>
                      <a:pt x="21449" y="22160"/>
                      <a:pt x="21627" y="22160"/>
                    </a:cubicBezTo>
                    <a:cubicBezTo>
                      <a:pt x="21928" y="22160"/>
                      <a:pt x="22204" y="21975"/>
                      <a:pt x="22318" y="21718"/>
                    </a:cubicBezTo>
                    <a:cubicBezTo>
                      <a:pt x="22351" y="21723"/>
                      <a:pt x="22383" y="21725"/>
                      <a:pt x="22416" y="21725"/>
                    </a:cubicBezTo>
                    <a:cubicBezTo>
                      <a:pt x="23014" y="21725"/>
                      <a:pt x="23555" y="20966"/>
                      <a:pt x="22997" y="20451"/>
                    </a:cubicBezTo>
                    <a:lnTo>
                      <a:pt x="22951" y="20451"/>
                    </a:lnTo>
                    <a:cubicBezTo>
                      <a:pt x="21910" y="19546"/>
                      <a:pt x="21005" y="18504"/>
                      <a:pt x="20281" y="17327"/>
                    </a:cubicBezTo>
                    <a:cubicBezTo>
                      <a:pt x="20129" y="17080"/>
                      <a:pt x="19905" y="16977"/>
                      <a:pt x="19683" y="16977"/>
                    </a:cubicBezTo>
                    <a:cubicBezTo>
                      <a:pt x="19376" y="16977"/>
                      <a:pt x="19073" y="17174"/>
                      <a:pt x="18968" y="17463"/>
                    </a:cubicBezTo>
                    <a:cubicBezTo>
                      <a:pt x="18832" y="17282"/>
                      <a:pt x="18696" y="17146"/>
                      <a:pt x="18560" y="16965"/>
                    </a:cubicBezTo>
                    <a:cubicBezTo>
                      <a:pt x="18437" y="16814"/>
                      <a:pt x="18275" y="16750"/>
                      <a:pt x="18110" y="16750"/>
                    </a:cubicBezTo>
                    <a:cubicBezTo>
                      <a:pt x="17729" y="16750"/>
                      <a:pt x="17324" y="17085"/>
                      <a:pt x="17293" y="17463"/>
                    </a:cubicBezTo>
                    <a:cubicBezTo>
                      <a:pt x="16885" y="17101"/>
                      <a:pt x="16478" y="16694"/>
                      <a:pt x="16116" y="16331"/>
                    </a:cubicBezTo>
                    <a:cubicBezTo>
                      <a:pt x="15956" y="16171"/>
                      <a:pt x="15781" y="16104"/>
                      <a:pt x="15614" y="16104"/>
                    </a:cubicBezTo>
                    <a:cubicBezTo>
                      <a:pt x="15074" y="16104"/>
                      <a:pt x="14625" y="16808"/>
                      <a:pt x="15075" y="17327"/>
                    </a:cubicBezTo>
                    <a:cubicBezTo>
                      <a:pt x="15392" y="17690"/>
                      <a:pt x="15708" y="18052"/>
                      <a:pt x="16025" y="18414"/>
                    </a:cubicBezTo>
                    <a:cubicBezTo>
                      <a:pt x="15075" y="17735"/>
                      <a:pt x="14215" y="16965"/>
                      <a:pt x="13355" y="16196"/>
                    </a:cubicBezTo>
                    <a:cubicBezTo>
                      <a:pt x="13201" y="16053"/>
                      <a:pt x="13032" y="15993"/>
                      <a:pt x="12870" y="15993"/>
                    </a:cubicBezTo>
                    <a:cubicBezTo>
                      <a:pt x="12311" y="15993"/>
                      <a:pt x="11833" y="16701"/>
                      <a:pt x="12359" y="17192"/>
                    </a:cubicBezTo>
                    <a:cubicBezTo>
                      <a:pt x="12412" y="17271"/>
                      <a:pt x="12469" y="17347"/>
                      <a:pt x="12528" y="17420"/>
                    </a:cubicBezTo>
                    <a:lnTo>
                      <a:pt x="12528" y="17420"/>
                    </a:lnTo>
                    <a:cubicBezTo>
                      <a:pt x="11586" y="16385"/>
                      <a:pt x="10745" y="15283"/>
                      <a:pt x="10005" y="14113"/>
                    </a:cubicBezTo>
                    <a:cubicBezTo>
                      <a:pt x="9861" y="13874"/>
                      <a:pt x="9650" y="13775"/>
                      <a:pt x="9441" y="13775"/>
                    </a:cubicBezTo>
                    <a:cubicBezTo>
                      <a:pt x="9057" y="13775"/>
                      <a:pt x="8678" y="14110"/>
                      <a:pt x="8737" y="14521"/>
                    </a:cubicBezTo>
                    <a:cubicBezTo>
                      <a:pt x="8194" y="13434"/>
                      <a:pt x="7741" y="12303"/>
                      <a:pt x="7289" y="11171"/>
                    </a:cubicBezTo>
                    <a:cubicBezTo>
                      <a:pt x="7184" y="10857"/>
                      <a:pt x="6896" y="10698"/>
                      <a:pt x="6616" y="10698"/>
                    </a:cubicBezTo>
                    <a:cubicBezTo>
                      <a:pt x="6290" y="10698"/>
                      <a:pt x="5976" y="10914"/>
                      <a:pt x="5976" y="11352"/>
                    </a:cubicBezTo>
                    <a:cubicBezTo>
                      <a:pt x="5976" y="12257"/>
                      <a:pt x="5976" y="13163"/>
                      <a:pt x="6112" y="14113"/>
                    </a:cubicBezTo>
                    <a:cubicBezTo>
                      <a:pt x="6202" y="14430"/>
                      <a:pt x="6293" y="14747"/>
                      <a:pt x="6383" y="15109"/>
                    </a:cubicBezTo>
                    <a:cubicBezTo>
                      <a:pt x="6157" y="14566"/>
                      <a:pt x="6021" y="14023"/>
                      <a:pt x="5885" y="13480"/>
                    </a:cubicBezTo>
                    <a:cubicBezTo>
                      <a:pt x="5704" y="12936"/>
                      <a:pt x="5614" y="12348"/>
                      <a:pt x="5568" y="11759"/>
                    </a:cubicBezTo>
                    <a:cubicBezTo>
                      <a:pt x="5523" y="11488"/>
                      <a:pt x="5478" y="11171"/>
                      <a:pt x="5432" y="10899"/>
                    </a:cubicBezTo>
                    <a:cubicBezTo>
                      <a:pt x="5432" y="10718"/>
                      <a:pt x="5432" y="10537"/>
                      <a:pt x="5387" y="10401"/>
                    </a:cubicBezTo>
                    <a:cubicBezTo>
                      <a:pt x="5342" y="10220"/>
                      <a:pt x="5297" y="10130"/>
                      <a:pt x="5251" y="9994"/>
                    </a:cubicBezTo>
                    <a:cubicBezTo>
                      <a:pt x="5184" y="9881"/>
                      <a:pt x="5070" y="9824"/>
                      <a:pt x="4957" y="9824"/>
                    </a:cubicBezTo>
                    <a:cubicBezTo>
                      <a:pt x="4844" y="9824"/>
                      <a:pt x="4731" y="9881"/>
                      <a:pt x="4663" y="9994"/>
                    </a:cubicBezTo>
                    <a:cubicBezTo>
                      <a:pt x="4391" y="10492"/>
                      <a:pt x="4437" y="11171"/>
                      <a:pt x="4482" y="11759"/>
                    </a:cubicBezTo>
                    <a:cubicBezTo>
                      <a:pt x="4572" y="12348"/>
                      <a:pt x="4663" y="12936"/>
                      <a:pt x="4799" y="13525"/>
                    </a:cubicBezTo>
                    <a:cubicBezTo>
                      <a:pt x="4844" y="13615"/>
                      <a:pt x="4889" y="13751"/>
                      <a:pt x="4935" y="13887"/>
                    </a:cubicBezTo>
                    <a:cubicBezTo>
                      <a:pt x="3576" y="11759"/>
                      <a:pt x="2626" y="9405"/>
                      <a:pt x="3531" y="6916"/>
                    </a:cubicBezTo>
                    <a:cubicBezTo>
                      <a:pt x="3618" y="6685"/>
                      <a:pt x="3447" y="6546"/>
                      <a:pt x="3265" y="6546"/>
                    </a:cubicBezTo>
                    <a:cubicBezTo>
                      <a:pt x="3161" y="6546"/>
                      <a:pt x="3054" y="6591"/>
                      <a:pt x="2988" y="6689"/>
                    </a:cubicBezTo>
                    <a:cubicBezTo>
                      <a:pt x="1766" y="8228"/>
                      <a:pt x="1766" y="10175"/>
                      <a:pt x="2309" y="11986"/>
                    </a:cubicBezTo>
                    <a:cubicBezTo>
                      <a:pt x="2037" y="11216"/>
                      <a:pt x="1811" y="10446"/>
                      <a:pt x="1766" y="9677"/>
                    </a:cubicBezTo>
                    <a:cubicBezTo>
                      <a:pt x="1585" y="7957"/>
                      <a:pt x="1947" y="6327"/>
                      <a:pt x="2309" y="4652"/>
                    </a:cubicBezTo>
                    <a:cubicBezTo>
                      <a:pt x="2626" y="3339"/>
                      <a:pt x="3079" y="1574"/>
                      <a:pt x="4255" y="714"/>
                    </a:cubicBezTo>
                    <a:cubicBezTo>
                      <a:pt x="4610" y="477"/>
                      <a:pt x="4416" y="1"/>
                      <a:pt x="40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2"/>
              <p:cNvSpPr/>
              <p:nvPr/>
            </p:nvSpPr>
            <p:spPr>
              <a:xfrm>
                <a:off x="3323750" y="977625"/>
                <a:ext cx="593200" cy="232650"/>
              </a:xfrm>
              <a:custGeom>
                <a:rect b="b" l="l" r="r" t="t"/>
                <a:pathLst>
                  <a:path extrusionOk="0" h="9306" w="23728">
                    <a:moveTo>
                      <a:pt x="21105" y="0"/>
                    </a:moveTo>
                    <a:cubicBezTo>
                      <a:pt x="20919" y="0"/>
                      <a:pt x="20736" y="9"/>
                      <a:pt x="20559" y="26"/>
                    </a:cubicBezTo>
                    <a:cubicBezTo>
                      <a:pt x="19518" y="162"/>
                      <a:pt x="18477" y="388"/>
                      <a:pt x="17526" y="841"/>
                    </a:cubicBezTo>
                    <a:cubicBezTo>
                      <a:pt x="16621" y="1248"/>
                      <a:pt x="15715" y="1746"/>
                      <a:pt x="14946" y="2335"/>
                    </a:cubicBezTo>
                    <a:cubicBezTo>
                      <a:pt x="14086" y="2923"/>
                      <a:pt x="13407" y="3693"/>
                      <a:pt x="12682" y="4417"/>
                    </a:cubicBezTo>
                    <a:cubicBezTo>
                      <a:pt x="12637" y="4417"/>
                      <a:pt x="12547" y="4462"/>
                      <a:pt x="12501" y="4462"/>
                    </a:cubicBezTo>
                    <a:cubicBezTo>
                      <a:pt x="10962" y="4824"/>
                      <a:pt x="9423" y="4734"/>
                      <a:pt x="7884" y="5005"/>
                    </a:cubicBezTo>
                    <a:cubicBezTo>
                      <a:pt x="6435" y="5232"/>
                      <a:pt x="5032" y="5639"/>
                      <a:pt x="3719" y="6273"/>
                    </a:cubicBezTo>
                    <a:cubicBezTo>
                      <a:pt x="2406" y="6952"/>
                      <a:pt x="1275" y="7767"/>
                      <a:pt x="188" y="8763"/>
                    </a:cubicBezTo>
                    <a:cubicBezTo>
                      <a:pt x="1" y="8988"/>
                      <a:pt x="186" y="9306"/>
                      <a:pt x="435" y="9306"/>
                    </a:cubicBezTo>
                    <a:cubicBezTo>
                      <a:pt x="487" y="9306"/>
                      <a:pt x="541" y="9292"/>
                      <a:pt x="596" y="9261"/>
                    </a:cubicBezTo>
                    <a:cubicBezTo>
                      <a:pt x="1863" y="8582"/>
                      <a:pt x="3266" y="7993"/>
                      <a:pt x="4670" y="7541"/>
                    </a:cubicBezTo>
                    <a:cubicBezTo>
                      <a:pt x="6028" y="7088"/>
                      <a:pt x="7386" y="6680"/>
                      <a:pt x="8834" y="6499"/>
                    </a:cubicBezTo>
                    <a:cubicBezTo>
                      <a:pt x="9514" y="6409"/>
                      <a:pt x="10238" y="6364"/>
                      <a:pt x="10962" y="6318"/>
                    </a:cubicBezTo>
                    <a:lnTo>
                      <a:pt x="10962" y="6318"/>
                    </a:lnTo>
                    <a:cubicBezTo>
                      <a:pt x="10645" y="6409"/>
                      <a:pt x="10374" y="6545"/>
                      <a:pt x="10057" y="6635"/>
                    </a:cubicBezTo>
                    <a:cubicBezTo>
                      <a:pt x="9876" y="6726"/>
                      <a:pt x="9740" y="6907"/>
                      <a:pt x="9785" y="7133"/>
                    </a:cubicBezTo>
                    <a:cubicBezTo>
                      <a:pt x="9822" y="7281"/>
                      <a:pt x="9980" y="7429"/>
                      <a:pt x="10160" y="7429"/>
                    </a:cubicBezTo>
                    <a:cubicBezTo>
                      <a:pt x="10200" y="7429"/>
                      <a:pt x="10242" y="7421"/>
                      <a:pt x="10283" y="7405"/>
                    </a:cubicBezTo>
                    <a:cubicBezTo>
                      <a:pt x="11053" y="7133"/>
                      <a:pt x="11867" y="6862"/>
                      <a:pt x="12637" y="6590"/>
                    </a:cubicBezTo>
                    <a:cubicBezTo>
                      <a:pt x="13044" y="6454"/>
                      <a:pt x="13407" y="6318"/>
                      <a:pt x="13814" y="6137"/>
                    </a:cubicBezTo>
                    <a:cubicBezTo>
                      <a:pt x="13995" y="6047"/>
                      <a:pt x="14176" y="5956"/>
                      <a:pt x="14403" y="5911"/>
                    </a:cubicBezTo>
                    <a:cubicBezTo>
                      <a:pt x="14584" y="5820"/>
                      <a:pt x="14719" y="5685"/>
                      <a:pt x="14900" y="5549"/>
                    </a:cubicBezTo>
                    <a:cubicBezTo>
                      <a:pt x="14946" y="5503"/>
                      <a:pt x="14991" y="5413"/>
                      <a:pt x="14946" y="5322"/>
                    </a:cubicBezTo>
                    <a:cubicBezTo>
                      <a:pt x="15127" y="5277"/>
                      <a:pt x="15308" y="5187"/>
                      <a:pt x="15489" y="5096"/>
                    </a:cubicBezTo>
                    <a:cubicBezTo>
                      <a:pt x="16123" y="4779"/>
                      <a:pt x="16892" y="4326"/>
                      <a:pt x="16983" y="3557"/>
                    </a:cubicBezTo>
                    <a:cubicBezTo>
                      <a:pt x="16983" y="3376"/>
                      <a:pt x="16802" y="3195"/>
                      <a:pt x="16621" y="3149"/>
                    </a:cubicBezTo>
                    <a:cubicBezTo>
                      <a:pt x="16575" y="3104"/>
                      <a:pt x="16485" y="3104"/>
                      <a:pt x="16440" y="3104"/>
                    </a:cubicBezTo>
                    <a:cubicBezTo>
                      <a:pt x="16938" y="2833"/>
                      <a:pt x="17436" y="2561"/>
                      <a:pt x="17979" y="2380"/>
                    </a:cubicBezTo>
                    <a:cubicBezTo>
                      <a:pt x="18794" y="2018"/>
                      <a:pt x="19699" y="1746"/>
                      <a:pt x="20559" y="1656"/>
                    </a:cubicBezTo>
                    <a:cubicBezTo>
                      <a:pt x="21464" y="1565"/>
                      <a:pt x="22415" y="1610"/>
                      <a:pt x="23320" y="1429"/>
                    </a:cubicBezTo>
                    <a:cubicBezTo>
                      <a:pt x="23728" y="1384"/>
                      <a:pt x="23683" y="795"/>
                      <a:pt x="23411" y="614"/>
                    </a:cubicBezTo>
                    <a:cubicBezTo>
                      <a:pt x="22785" y="172"/>
                      <a:pt x="21919" y="0"/>
                      <a:pt x="211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2"/>
              <p:cNvSpPr/>
              <p:nvPr/>
            </p:nvSpPr>
            <p:spPr>
              <a:xfrm>
                <a:off x="4096275" y="1007650"/>
                <a:ext cx="256400" cy="236125"/>
              </a:xfrm>
              <a:custGeom>
                <a:rect b="b" l="l" r="r" t="t"/>
                <a:pathLst>
                  <a:path extrusionOk="0" h="9445" w="10256">
                    <a:moveTo>
                      <a:pt x="320" y="1"/>
                    </a:moveTo>
                    <a:cubicBezTo>
                      <a:pt x="155" y="1"/>
                      <a:pt x="1" y="102"/>
                      <a:pt x="25" y="319"/>
                    </a:cubicBezTo>
                    <a:cubicBezTo>
                      <a:pt x="251" y="2809"/>
                      <a:pt x="2424" y="4031"/>
                      <a:pt x="4416" y="5027"/>
                    </a:cubicBezTo>
                    <a:cubicBezTo>
                      <a:pt x="5457" y="5570"/>
                      <a:pt x="6453" y="6158"/>
                      <a:pt x="7313" y="6973"/>
                    </a:cubicBezTo>
                    <a:cubicBezTo>
                      <a:pt x="7720" y="7381"/>
                      <a:pt x="8082" y="7788"/>
                      <a:pt x="8445" y="8196"/>
                    </a:cubicBezTo>
                    <a:cubicBezTo>
                      <a:pt x="8807" y="8603"/>
                      <a:pt x="9124" y="9146"/>
                      <a:pt x="9622" y="9373"/>
                    </a:cubicBezTo>
                    <a:cubicBezTo>
                      <a:pt x="9696" y="9422"/>
                      <a:pt x="9773" y="9445"/>
                      <a:pt x="9847" y="9445"/>
                    </a:cubicBezTo>
                    <a:cubicBezTo>
                      <a:pt x="10043" y="9445"/>
                      <a:pt x="10210" y="9286"/>
                      <a:pt x="10210" y="9056"/>
                    </a:cubicBezTo>
                    <a:cubicBezTo>
                      <a:pt x="10255" y="8512"/>
                      <a:pt x="9938" y="7969"/>
                      <a:pt x="9712" y="7517"/>
                    </a:cubicBezTo>
                    <a:cubicBezTo>
                      <a:pt x="9395" y="7064"/>
                      <a:pt x="9078" y="6611"/>
                      <a:pt x="8716" y="6249"/>
                    </a:cubicBezTo>
                    <a:cubicBezTo>
                      <a:pt x="8535" y="6068"/>
                      <a:pt x="8354" y="5887"/>
                      <a:pt x="8218" y="5751"/>
                    </a:cubicBezTo>
                    <a:cubicBezTo>
                      <a:pt x="8264" y="5661"/>
                      <a:pt x="8264" y="5525"/>
                      <a:pt x="8173" y="5434"/>
                    </a:cubicBezTo>
                    <a:cubicBezTo>
                      <a:pt x="7630" y="4710"/>
                      <a:pt x="7087" y="3986"/>
                      <a:pt x="6543" y="3261"/>
                    </a:cubicBezTo>
                    <a:cubicBezTo>
                      <a:pt x="6477" y="3195"/>
                      <a:pt x="6387" y="3153"/>
                      <a:pt x="6307" y="3153"/>
                    </a:cubicBezTo>
                    <a:cubicBezTo>
                      <a:pt x="6278" y="3153"/>
                      <a:pt x="6251" y="3159"/>
                      <a:pt x="6226" y="3171"/>
                    </a:cubicBezTo>
                    <a:cubicBezTo>
                      <a:pt x="6091" y="3261"/>
                      <a:pt x="6045" y="3397"/>
                      <a:pt x="6136" y="3533"/>
                    </a:cubicBezTo>
                    <a:cubicBezTo>
                      <a:pt x="6453" y="3986"/>
                      <a:pt x="6815" y="4438"/>
                      <a:pt x="7177" y="4936"/>
                    </a:cubicBezTo>
                    <a:cubicBezTo>
                      <a:pt x="6815" y="4665"/>
                      <a:pt x="6408" y="4393"/>
                      <a:pt x="6000" y="4167"/>
                    </a:cubicBezTo>
                    <a:cubicBezTo>
                      <a:pt x="4189" y="3171"/>
                      <a:pt x="1564" y="2356"/>
                      <a:pt x="658" y="228"/>
                    </a:cubicBezTo>
                    <a:cubicBezTo>
                      <a:pt x="616" y="80"/>
                      <a:pt x="464" y="1"/>
                      <a:pt x="3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2"/>
              <p:cNvSpPr/>
              <p:nvPr/>
            </p:nvSpPr>
            <p:spPr>
              <a:xfrm>
                <a:off x="3828650" y="1909150"/>
                <a:ext cx="193150" cy="209925"/>
              </a:xfrm>
              <a:custGeom>
                <a:rect b="b" l="l" r="r" t="t"/>
                <a:pathLst>
                  <a:path extrusionOk="0" h="8397" w="7726">
                    <a:moveTo>
                      <a:pt x="3649" y="0"/>
                    </a:moveTo>
                    <a:cubicBezTo>
                      <a:pt x="3581" y="0"/>
                      <a:pt x="3511" y="20"/>
                      <a:pt x="3441" y="67"/>
                    </a:cubicBezTo>
                    <a:cubicBezTo>
                      <a:pt x="2762" y="474"/>
                      <a:pt x="2174" y="927"/>
                      <a:pt x="1676" y="1560"/>
                    </a:cubicBezTo>
                    <a:cubicBezTo>
                      <a:pt x="1133" y="2239"/>
                      <a:pt x="725" y="2964"/>
                      <a:pt x="454" y="3779"/>
                    </a:cubicBezTo>
                    <a:cubicBezTo>
                      <a:pt x="182" y="4548"/>
                      <a:pt x="46" y="5363"/>
                      <a:pt x="1" y="6178"/>
                    </a:cubicBezTo>
                    <a:cubicBezTo>
                      <a:pt x="1" y="6993"/>
                      <a:pt x="46" y="8305"/>
                      <a:pt x="1133" y="8396"/>
                    </a:cubicBezTo>
                    <a:cubicBezTo>
                      <a:pt x="1450" y="8396"/>
                      <a:pt x="1766" y="8124"/>
                      <a:pt x="1812" y="7853"/>
                    </a:cubicBezTo>
                    <a:cubicBezTo>
                      <a:pt x="1947" y="7445"/>
                      <a:pt x="1993" y="6857"/>
                      <a:pt x="1631" y="6585"/>
                    </a:cubicBezTo>
                    <a:cubicBezTo>
                      <a:pt x="1585" y="6540"/>
                      <a:pt x="1585" y="6540"/>
                      <a:pt x="1540" y="6540"/>
                    </a:cubicBezTo>
                    <a:cubicBezTo>
                      <a:pt x="1540" y="6404"/>
                      <a:pt x="1540" y="6314"/>
                      <a:pt x="1540" y="6223"/>
                    </a:cubicBezTo>
                    <a:cubicBezTo>
                      <a:pt x="1631" y="6223"/>
                      <a:pt x="1721" y="6133"/>
                      <a:pt x="1766" y="6042"/>
                    </a:cubicBezTo>
                    <a:cubicBezTo>
                      <a:pt x="2038" y="5725"/>
                      <a:pt x="2264" y="5363"/>
                      <a:pt x="2536" y="5001"/>
                    </a:cubicBezTo>
                    <a:cubicBezTo>
                      <a:pt x="2536" y="5227"/>
                      <a:pt x="2581" y="5454"/>
                      <a:pt x="2717" y="5635"/>
                    </a:cubicBezTo>
                    <a:cubicBezTo>
                      <a:pt x="2876" y="5884"/>
                      <a:pt x="3124" y="6008"/>
                      <a:pt x="3373" y="6008"/>
                    </a:cubicBezTo>
                    <a:cubicBezTo>
                      <a:pt x="3622" y="6008"/>
                      <a:pt x="3871" y="5884"/>
                      <a:pt x="4030" y="5635"/>
                    </a:cubicBezTo>
                    <a:cubicBezTo>
                      <a:pt x="4120" y="5499"/>
                      <a:pt x="4211" y="5363"/>
                      <a:pt x="4256" y="5227"/>
                    </a:cubicBezTo>
                    <a:cubicBezTo>
                      <a:pt x="4347" y="5454"/>
                      <a:pt x="4528" y="5680"/>
                      <a:pt x="4890" y="5770"/>
                    </a:cubicBezTo>
                    <a:cubicBezTo>
                      <a:pt x="4945" y="5789"/>
                      <a:pt x="5007" y="5798"/>
                      <a:pt x="5070" y="5798"/>
                    </a:cubicBezTo>
                    <a:cubicBezTo>
                      <a:pt x="5317" y="5798"/>
                      <a:pt x="5597" y="5660"/>
                      <a:pt x="5705" y="5408"/>
                    </a:cubicBezTo>
                    <a:cubicBezTo>
                      <a:pt x="5795" y="5272"/>
                      <a:pt x="5841" y="5182"/>
                      <a:pt x="5931" y="5046"/>
                    </a:cubicBezTo>
                    <a:cubicBezTo>
                      <a:pt x="6053" y="5127"/>
                      <a:pt x="6203" y="5172"/>
                      <a:pt x="6355" y="5172"/>
                    </a:cubicBezTo>
                    <a:cubicBezTo>
                      <a:pt x="6542" y="5172"/>
                      <a:pt x="6732" y="5105"/>
                      <a:pt x="6882" y="4956"/>
                    </a:cubicBezTo>
                    <a:cubicBezTo>
                      <a:pt x="7018" y="4865"/>
                      <a:pt x="7108" y="4593"/>
                      <a:pt x="7018" y="4412"/>
                    </a:cubicBezTo>
                    <a:cubicBezTo>
                      <a:pt x="7018" y="4412"/>
                      <a:pt x="7018" y="4367"/>
                      <a:pt x="6972" y="4367"/>
                    </a:cubicBezTo>
                    <a:cubicBezTo>
                      <a:pt x="7018" y="4322"/>
                      <a:pt x="7018" y="4277"/>
                      <a:pt x="7018" y="4186"/>
                    </a:cubicBezTo>
                    <a:cubicBezTo>
                      <a:pt x="7063" y="3914"/>
                      <a:pt x="7153" y="3643"/>
                      <a:pt x="7199" y="3416"/>
                    </a:cubicBezTo>
                    <a:cubicBezTo>
                      <a:pt x="7334" y="2873"/>
                      <a:pt x="7470" y="2375"/>
                      <a:pt x="7606" y="1877"/>
                    </a:cubicBezTo>
                    <a:cubicBezTo>
                      <a:pt x="7726" y="1338"/>
                      <a:pt x="7271" y="918"/>
                      <a:pt x="6832" y="918"/>
                    </a:cubicBezTo>
                    <a:cubicBezTo>
                      <a:pt x="6607" y="918"/>
                      <a:pt x="6386" y="1028"/>
                      <a:pt x="6248" y="1289"/>
                    </a:cubicBezTo>
                    <a:cubicBezTo>
                      <a:pt x="6248" y="1289"/>
                      <a:pt x="6203" y="1334"/>
                      <a:pt x="6203" y="1379"/>
                    </a:cubicBezTo>
                    <a:cubicBezTo>
                      <a:pt x="6061" y="1124"/>
                      <a:pt x="5795" y="958"/>
                      <a:pt x="5516" y="958"/>
                    </a:cubicBezTo>
                    <a:cubicBezTo>
                      <a:pt x="5350" y="958"/>
                      <a:pt x="5178" y="1017"/>
                      <a:pt x="5026" y="1153"/>
                    </a:cubicBezTo>
                    <a:cubicBezTo>
                      <a:pt x="4935" y="927"/>
                      <a:pt x="4799" y="791"/>
                      <a:pt x="4618" y="700"/>
                    </a:cubicBezTo>
                    <a:cubicBezTo>
                      <a:pt x="4524" y="665"/>
                      <a:pt x="4429" y="648"/>
                      <a:pt x="4337" y="648"/>
                    </a:cubicBezTo>
                    <a:cubicBezTo>
                      <a:pt x="4076" y="648"/>
                      <a:pt x="3835" y="783"/>
                      <a:pt x="3668" y="1017"/>
                    </a:cubicBezTo>
                    <a:cubicBezTo>
                      <a:pt x="3170" y="1741"/>
                      <a:pt x="2672" y="2511"/>
                      <a:pt x="2174" y="3281"/>
                    </a:cubicBezTo>
                    <a:cubicBezTo>
                      <a:pt x="2083" y="3416"/>
                      <a:pt x="1993" y="3598"/>
                      <a:pt x="1902" y="3779"/>
                    </a:cubicBezTo>
                    <a:cubicBezTo>
                      <a:pt x="2310" y="2647"/>
                      <a:pt x="3034" y="1470"/>
                      <a:pt x="3939" y="700"/>
                    </a:cubicBezTo>
                    <a:cubicBezTo>
                      <a:pt x="4240" y="475"/>
                      <a:pt x="3979" y="0"/>
                      <a:pt x="36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2"/>
              <p:cNvSpPr/>
              <p:nvPr/>
            </p:nvSpPr>
            <p:spPr>
              <a:xfrm>
                <a:off x="3585350" y="1267800"/>
                <a:ext cx="1015175" cy="768000"/>
              </a:xfrm>
              <a:custGeom>
                <a:rect b="b" l="l" r="r" t="t"/>
                <a:pathLst>
                  <a:path extrusionOk="0" h="30720" w="40607">
                    <a:moveTo>
                      <a:pt x="22137" y="5349"/>
                    </a:moveTo>
                    <a:cubicBezTo>
                      <a:pt x="22997" y="6119"/>
                      <a:pt x="23857" y="6889"/>
                      <a:pt x="24672" y="7703"/>
                    </a:cubicBezTo>
                    <a:cubicBezTo>
                      <a:pt x="24491" y="7568"/>
                      <a:pt x="24309" y="7432"/>
                      <a:pt x="24128" y="7341"/>
                    </a:cubicBezTo>
                    <a:cubicBezTo>
                      <a:pt x="23857" y="7070"/>
                      <a:pt x="23585" y="6843"/>
                      <a:pt x="23314" y="6572"/>
                    </a:cubicBezTo>
                    <a:cubicBezTo>
                      <a:pt x="22861" y="6164"/>
                      <a:pt x="22363" y="5757"/>
                      <a:pt x="21774" y="5531"/>
                    </a:cubicBezTo>
                    <a:cubicBezTo>
                      <a:pt x="21910" y="5440"/>
                      <a:pt x="22046" y="5395"/>
                      <a:pt x="22137" y="5349"/>
                    </a:cubicBezTo>
                    <a:close/>
                    <a:moveTo>
                      <a:pt x="21774" y="6798"/>
                    </a:moveTo>
                    <a:lnTo>
                      <a:pt x="21774" y="6798"/>
                    </a:lnTo>
                    <a:cubicBezTo>
                      <a:pt x="22046" y="6979"/>
                      <a:pt x="22318" y="7160"/>
                      <a:pt x="22635" y="7387"/>
                    </a:cubicBezTo>
                    <a:cubicBezTo>
                      <a:pt x="22861" y="7613"/>
                      <a:pt x="23132" y="7885"/>
                      <a:pt x="23404" y="8156"/>
                    </a:cubicBezTo>
                    <a:cubicBezTo>
                      <a:pt x="23132" y="8066"/>
                      <a:pt x="22861" y="7975"/>
                      <a:pt x="22589" y="7930"/>
                    </a:cubicBezTo>
                    <a:cubicBezTo>
                      <a:pt x="22363" y="7794"/>
                      <a:pt x="22137" y="7658"/>
                      <a:pt x="21910" y="7568"/>
                    </a:cubicBezTo>
                    <a:cubicBezTo>
                      <a:pt x="21910" y="7477"/>
                      <a:pt x="21865" y="7432"/>
                      <a:pt x="21865" y="7387"/>
                    </a:cubicBezTo>
                    <a:cubicBezTo>
                      <a:pt x="21820" y="7206"/>
                      <a:pt x="21774" y="6979"/>
                      <a:pt x="21774" y="6798"/>
                    </a:cubicBezTo>
                    <a:close/>
                    <a:moveTo>
                      <a:pt x="14667" y="7115"/>
                    </a:moveTo>
                    <a:lnTo>
                      <a:pt x="14667" y="7115"/>
                    </a:lnTo>
                    <a:cubicBezTo>
                      <a:pt x="14622" y="7206"/>
                      <a:pt x="14622" y="7251"/>
                      <a:pt x="14622" y="7296"/>
                    </a:cubicBezTo>
                    <a:cubicBezTo>
                      <a:pt x="13943" y="7885"/>
                      <a:pt x="13128" y="8383"/>
                      <a:pt x="12268" y="8745"/>
                    </a:cubicBezTo>
                    <a:lnTo>
                      <a:pt x="12223" y="8745"/>
                    </a:lnTo>
                    <a:cubicBezTo>
                      <a:pt x="13128" y="8337"/>
                      <a:pt x="13943" y="7794"/>
                      <a:pt x="14667" y="7115"/>
                    </a:cubicBezTo>
                    <a:close/>
                    <a:moveTo>
                      <a:pt x="22227" y="8518"/>
                    </a:moveTo>
                    <a:lnTo>
                      <a:pt x="22227" y="8518"/>
                    </a:lnTo>
                    <a:cubicBezTo>
                      <a:pt x="22770" y="8926"/>
                      <a:pt x="23314" y="9333"/>
                      <a:pt x="23857" y="9786"/>
                    </a:cubicBezTo>
                    <a:cubicBezTo>
                      <a:pt x="23721" y="9741"/>
                      <a:pt x="23585" y="9695"/>
                      <a:pt x="23449" y="9650"/>
                    </a:cubicBezTo>
                    <a:cubicBezTo>
                      <a:pt x="23087" y="9424"/>
                      <a:pt x="22725" y="9197"/>
                      <a:pt x="22363" y="8971"/>
                    </a:cubicBezTo>
                    <a:cubicBezTo>
                      <a:pt x="22318" y="8790"/>
                      <a:pt x="22272" y="8654"/>
                      <a:pt x="22227" y="8518"/>
                    </a:cubicBezTo>
                    <a:close/>
                    <a:moveTo>
                      <a:pt x="14615" y="1"/>
                    </a:moveTo>
                    <a:cubicBezTo>
                      <a:pt x="14198" y="1"/>
                      <a:pt x="13762" y="328"/>
                      <a:pt x="13762" y="777"/>
                    </a:cubicBezTo>
                    <a:cubicBezTo>
                      <a:pt x="13400" y="823"/>
                      <a:pt x="13083" y="1004"/>
                      <a:pt x="12902" y="1275"/>
                    </a:cubicBezTo>
                    <a:cubicBezTo>
                      <a:pt x="12313" y="2045"/>
                      <a:pt x="12811" y="2950"/>
                      <a:pt x="13354" y="3584"/>
                    </a:cubicBezTo>
                    <a:cubicBezTo>
                      <a:pt x="13490" y="3720"/>
                      <a:pt x="13626" y="3856"/>
                      <a:pt x="13807" y="3991"/>
                    </a:cubicBezTo>
                    <a:cubicBezTo>
                      <a:pt x="13671" y="4037"/>
                      <a:pt x="13581" y="4082"/>
                      <a:pt x="13490" y="4127"/>
                    </a:cubicBezTo>
                    <a:cubicBezTo>
                      <a:pt x="13445" y="4172"/>
                      <a:pt x="13354" y="4218"/>
                      <a:pt x="13264" y="4263"/>
                    </a:cubicBezTo>
                    <a:cubicBezTo>
                      <a:pt x="13128" y="4354"/>
                      <a:pt x="12992" y="4399"/>
                      <a:pt x="12856" y="4489"/>
                    </a:cubicBezTo>
                    <a:cubicBezTo>
                      <a:pt x="12675" y="4625"/>
                      <a:pt x="12585" y="4806"/>
                      <a:pt x="12585" y="4987"/>
                    </a:cubicBezTo>
                    <a:cubicBezTo>
                      <a:pt x="11996" y="5259"/>
                      <a:pt x="11408" y="5531"/>
                      <a:pt x="10774" y="5847"/>
                    </a:cubicBezTo>
                    <a:cubicBezTo>
                      <a:pt x="10140" y="6119"/>
                      <a:pt x="10503" y="7070"/>
                      <a:pt x="11091" y="7070"/>
                    </a:cubicBezTo>
                    <a:cubicBezTo>
                      <a:pt x="11453" y="7070"/>
                      <a:pt x="11815" y="7070"/>
                      <a:pt x="12177" y="7024"/>
                    </a:cubicBezTo>
                    <a:lnTo>
                      <a:pt x="12177" y="7024"/>
                    </a:lnTo>
                    <a:cubicBezTo>
                      <a:pt x="11861" y="7206"/>
                      <a:pt x="11544" y="7387"/>
                      <a:pt x="11227" y="7568"/>
                    </a:cubicBezTo>
                    <a:cubicBezTo>
                      <a:pt x="10910" y="7749"/>
                      <a:pt x="10774" y="8156"/>
                      <a:pt x="10955" y="8518"/>
                    </a:cubicBezTo>
                    <a:cubicBezTo>
                      <a:pt x="11000" y="8699"/>
                      <a:pt x="11136" y="8835"/>
                      <a:pt x="11317" y="8926"/>
                    </a:cubicBezTo>
                    <a:cubicBezTo>
                      <a:pt x="10910" y="9016"/>
                      <a:pt x="10457" y="9107"/>
                      <a:pt x="10095" y="9197"/>
                    </a:cubicBezTo>
                    <a:cubicBezTo>
                      <a:pt x="9099" y="9424"/>
                      <a:pt x="8149" y="9605"/>
                      <a:pt x="7198" y="9786"/>
                    </a:cubicBezTo>
                    <a:cubicBezTo>
                      <a:pt x="6655" y="9876"/>
                      <a:pt x="6066" y="9967"/>
                      <a:pt x="5478" y="10012"/>
                    </a:cubicBezTo>
                    <a:cubicBezTo>
                      <a:pt x="4980" y="9967"/>
                      <a:pt x="4482" y="9922"/>
                      <a:pt x="3939" y="9876"/>
                    </a:cubicBezTo>
                    <a:cubicBezTo>
                      <a:pt x="3214" y="9831"/>
                      <a:pt x="2445" y="9786"/>
                      <a:pt x="1720" y="9650"/>
                    </a:cubicBezTo>
                    <a:cubicBezTo>
                      <a:pt x="1707" y="9647"/>
                      <a:pt x="1693" y="9645"/>
                      <a:pt x="1680" y="9645"/>
                    </a:cubicBezTo>
                    <a:cubicBezTo>
                      <a:pt x="1520" y="9645"/>
                      <a:pt x="1417" y="9883"/>
                      <a:pt x="1585" y="9967"/>
                    </a:cubicBezTo>
                    <a:cubicBezTo>
                      <a:pt x="1811" y="10057"/>
                      <a:pt x="1992" y="10148"/>
                      <a:pt x="2218" y="10284"/>
                    </a:cubicBezTo>
                    <a:lnTo>
                      <a:pt x="1222" y="10284"/>
                    </a:lnTo>
                    <a:cubicBezTo>
                      <a:pt x="453" y="10329"/>
                      <a:pt x="0" y="11461"/>
                      <a:pt x="815" y="11823"/>
                    </a:cubicBezTo>
                    <a:cubicBezTo>
                      <a:pt x="2429" y="12549"/>
                      <a:pt x="4151" y="12736"/>
                      <a:pt x="5884" y="12736"/>
                    </a:cubicBezTo>
                    <a:cubicBezTo>
                      <a:pt x="6096" y="12736"/>
                      <a:pt x="6307" y="12733"/>
                      <a:pt x="6519" y="12728"/>
                    </a:cubicBezTo>
                    <a:cubicBezTo>
                      <a:pt x="8375" y="12683"/>
                      <a:pt x="10276" y="12457"/>
                      <a:pt x="12042" y="11823"/>
                    </a:cubicBezTo>
                    <a:cubicBezTo>
                      <a:pt x="13445" y="11370"/>
                      <a:pt x="14803" y="10601"/>
                      <a:pt x="15889" y="9560"/>
                    </a:cubicBezTo>
                    <a:cubicBezTo>
                      <a:pt x="16116" y="9424"/>
                      <a:pt x="16297" y="9288"/>
                      <a:pt x="16478" y="9152"/>
                    </a:cubicBezTo>
                    <a:cubicBezTo>
                      <a:pt x="16569" y="9650"/>
                      <a:pt x="16840" y="10148"/>
                      <a:pt x="17338" y="10420"/>
                    </a:cubicBezTo>
                    <a:cubicBezTo>
                      <a:pt x="17440" y="10478"/>
                      <a:pt x="17552" y="10504"/>
                      <a:pt x="17664" y="10504"/>
                    </a:cubicBezTo>
                    <a:cubicBezTo>
                      <a:pt x="17899" y="10504"/>
                      <a:pt x="18135" y="10392"/>
                      <a:pt x="18289" y="10239"/>
                    </a:cubicBezTo>
                    <a:cubicBezTo>
                      <a:pt x="18334" y="10284"/>
                      <a:pt x="18425" y="10329"/>
                      <a:pt x="18470" y="10420"/>
                    </a:cubicBezTo>
                    <a:cubicBezTo>
                      <a:pt x="18572" y="10471"/>
                      <a:pt x="18693" y="10496"/>
                      <a:pt x="18814" y="10496"/>
                    </a:cubicBezTo>
                    <a:cubicBezTo>
                      <a:pt x="19015" y="10496"/>
                      <a:pt x="19217" y="10425"/>
                      <a:pt x="19330" y="10284"/>
                    </a:cubicBezTo>
                    <a:cubicBezTo>
                      <a:pt x="19375" y="10239"/>
                      <a:pt x="19420" y="10148"/>
                      <a:pt x="19466" y="10103"/>
                    </a:cubicBezTo>
                    <a:cubicBezTo>
                      <a:pt x="19602" y="10205"/>
                      <a:pt x="19737" y="10256"/>
                      <a:pt x="19892" y="10256"/>
                    </a:cubicBezTo>
                    <a:cubicBezTo>
                      <a:pt x="19944" y="10256"/>
                      <a:pt x="19998" y="10250"/>
                      <a:pt x="20054" y="10239"/>
                    </a:cubicBezTo>
                    <a:cubicBezTo>
                      <a:pt x="20416" y="10691"/>
                      <a:pt x="20824" y="11099"/>
                      <a:pt x="21276" y="11416"/>
                    </a:cubicBezTo>
                    <a:cubicBezTo>
                      <a:pt x="21276" y="11461"/>
                      <a:pt x="21322" y="11461"/>
                      <a:pt x="21322" y="11506"/>
                    </a:cubicBezTo>
                    <a:cubicBezTo>
                      <a:pt x="21436" y="11773"/>
                      <a:pt x="21679" y="11879"/>
                      <a:pt x="21915" y="11879"/>
                    </a:cubicBezTo>
                    <a:cubicBezTo>
                      <a:pt x="21959" y="11879"/>
                      <a:pt x="22003" y="11875"/>
                      <a:pt x="22046" y="11868"/>
                    </a:cubicBezTo>
                    <a:cubicBezTo>
                      <a:pt x="22227" y="11959"/>
                      <a:pt x="22408" y="12049"/>
                      <a:pt x="22589" y="12140"/>
                    </a:cubicBezTo>
                    <a:cubicBezTo>
                      <a:pt x="23540" y="12502"/>
                      <a:pt x="24491" y="12638"/>
                      <a:pt x="25215" y="13453"/>
                    </a:cubicBezTo>
                    <a:cubicBezTo>
                      <a:pt x="25532" y="13724"/>
                      <a:pt x="25758" y="14132"/>
                      <a:pt x="25894" y="14539"/>
                    </a:cubicBezTo>
                    <a:cubicBezTo>
                      <a:pt x="26120" y="14992"/>
                      <a:pt x="26165" y="15490"/>
                      <a:pt x="26618" y="15852"/>
                    </a:cubicBezTo>
                    <a:cubicBezTo>
                      <a:pt x="26715" y="15925"/>
                      <a:pt x="26825" y="15971"/>
                      <a:pt x="26941" y="15971"/>
                    </a:cubicBezTo>
                    <a:cubicBezTo>
                      <a:pt x="27042" y="15971"/>
                      <a:pt x="27147" y="15936"/>
                      <a:pt x="27252" y="15852"/>
                    </a:cubicBezTo>
                    <a:cubicBezTo>
                      <a:pt x="27478" y="15626"/>
                      <a:pt x="27614" y="15309"/>
                      <a:pt x="27614" y="14992"/>
                    </a:cubicBezTo>
                    <a:cubicBezTo>
                      <a:pt x="27705" y="15173"/>
                      <a:pt x="27750" y="15309"/>
                      <a:pt x="27795" y="15444"/>
                    </a:cubicBezTo>
                    <a:cubicBezTo>
                      <a:pt x="27931" y="15807"/>
                      <a:pt x="28067" y="16395"/>
                      <a:pt x="28338" y="16621"/>
                    </a:cubicBezTo>
                    <a:cubicBezTo>
                      <a:pt x="28424" y="16707"/>
                      <a:pt x="28540" y="16752"/>
                      <a:pt x="28652" y="16752"/>
                    </a:cubicBezTo>
                    <a:cubicBezTo>
                      <a:pt x="28778" y="16752"/>
                      <a:pt x="28900" y="16696"/>
                      <a:pt x="28972" y="16576"/>
                    </a:cubicBezTo>
                    <a:cubicBezTo>
                      <a:pt x="29153" y="16169"/>
                      <a:pt x="29017" y="15580"/>
                      <a:pt x="28882" y="15173"/>
                    </a:cubicBezTo>
                    <a:cubicBezTo>
                      <a:pt x="28746" y="14675"/>
                      <a:pt x="28565" y="14222"/>
                      <a:pt x="28338" y="13770"/>
                    </a:cubicBezTo>
                    <a:cubicBezTo>
                      <a:pt x="28293" y="13724"/>
                      <a:pt x="28248" y="13679"/>
                      <a:pt x="28248" y="13588"/>
                    </a:cubicBezTo>
                    <a:cubicBezTo>
                      <a:pt x="28248" y="13543"/>
                      <a:pt x="28248" y="13453"/>
                      <a:pt x="28248" y="13362"/>
                    </a:cubicBezTo>
                    <a:cubicBezTo>
                      <a:pt x="28248" y="13317"/>
                      <a:pt x="28203" y="13226"/>
                      <a:pt x="28203" y="13181"/>
                    </a:cubicBezTo>
                    <a:lnTo>
                      <a:pt x="28203" y="13181"/>
                    </a:lnTo>
                    <a:cubicBezTo>
                      <a:pt x="28241" y="13200"/>
                      <a:pt x="28282" y="13209"/>
                      <a:pt x="28322" y="13209"/>
                    </a:cubicBezTo>
                    <a:cubicBezTo>
                      <a:pt x="28468" y="13209"/>
                      <a:pt x="28600" y="13087"/>
                      <a:pt x="28565" y="12909"/>
                    </a:cubicBezTo>
                    <a:cubicBezTo>
                      <a:pt x="28474" y="12502"/>
                      <a:pt x="28203" y="12185"/>
                      <a:pt x="27976" y="11868"/>
                    </a:cubicBezTo>
                    <a:cubicBezTo>
                      <a:pt x="27750" y="11551"/>
                      <a:pt x="27524" y="11280"/>
                      <a:pt x="27252" y="10963"/>
                    </a:cubicBezTo>
                    <a:cubicBezTo>
                      <a:pt x="27207" y="10872"/>
                      <a:pt x="27116" y="10827"/>
                      <a:pt x="27071" y="10736"/>
                    </a:cubicBezTo>
                    <a:lnTo>
                      <a:pt x="27071" y="10736"/>
                    </a:lnTo>
                    <a:cubicBezTo>
                      <a:pt x="27342" y="11008"/>
                      <a:pt x="27659" y="11280"/>
                      <a:pt x="27931" y="11551"/>
                    </a:cubicBezTo>
                    <a:cubicBezTo>
                      <a:pt x="28293" y="12095"/>
                      <a:pt x="28701" y="12638"/>
                      <a:pt x="29063" y="13226"/>
                    </a:cubicBezTo>
                    <a:cubicBezTo>
                      <a:pt x="29131" y="13328"/>
                      <a:pt x="29249" y="13379"/>
                      <a:pt x="29362" y="13379"/>
                    </a:cubicBezTo>
                    <a:cubicBezTo>
                      <a:pt x="29399" y="13379"/>
                      <a:pt x="29436" y="13373"/>
                      <a:pt x="29470" y="13362"/>
                    </a:cubicBezTo>
                    <a:cubicBezTo>
                      <a:pt x="29515" y="13407"/>
                      <a:pt x="29561" y="13498"/>
                      <a:pt x="29606" y="13543"/>
                    </a:cubicBezTo>
                    <a:cubicBezTo>
                      <a:pt x="30194" y="14449"/>
                      <a:pt x="30511" y="15444"/>
                      <a:pt x="30873" y="16440"/>
                    </a:cubicBezTo>
                    <a:cubicBezTo>
                      <a:pt x="30692" y="17436"/>
                      <a:pt x="30511" y="18432"/>
                      <a:pt x="30240" y="19383"/>
                    </a:cubicBezTo>
                    <a:cubicBezTo>
                      <a:pt x="30194" y="18840"/>
                      <a:pt x="30194" y="18251"/>
                      <a:pt x="30240" y="17708"/>
                    </a:cubicBezTo>
                    <a:cubicBezTo>
                      <a:pt x="30240" y="17482"/>
                      <a:pt x="30058" y="17353"/>
                      <a:pt x="29882" y="17353"/>
                    </a:cubicBezTo>
                    <a:cubicBezTo>
                      <a:pt x="29740" y="17353"/>
                      <a:pt x="29601" y="17436"/>
                      <a:pt x="29561" y="17617"/>
                    </a:cubicBezTo>
                    <a:cubicBezTo>
                      <a:pt x="29515" y="17844"/>
                      <a:pt x="29470" y="18115"/>
                      <a:pt x="29425" y="18387"/>
                    </a:cubicBezTo>
                    <a:cubicBezTo>
                      <a:pt x="29380" y="18387"/>
                      <a:pt x="29289" y="18387"/>
                      <a:pt x="29199" y="18432"/>
                    </a:cubicBezTo>
                    <a:cubicBezTo>
                      <a:pt x="28519" y="18930"/>
                      <a:pt x="28474" y="20062"/>
                      <a:pt x="28248" y="20831"/>
                    </a:cubicBezTo>
                    <a:cubicBezTo>
                      <a:pt x="28067" y="21375"/>
                      <a:pt x="27795" y="21873"/>
                      <a:pt x="27524" y="22371"/>
                    </a:cubicBezTo>
                    <a:cubicBezTo>
                      <a:pt x="27524" y="22280"/>
                      <a:pt x="27569" y="22190"/>
                      <a:pt x="27569" y="22099"/>
                    </a:cubicBezTo>
                    <a:cubicBezTo>
                      <a:pt x="27659" y="20922"/>
                      <a:pt x="27569" y="19745"/>
                      <a:pt x="27297" y="18568"/>
                    </a:cubicBezTo>
                    <a:cubicBezTo>
                      <a:pt x="27262" y="18354"/>
                      <a:pt x="27128" y="18267"/>
                      <a:pt x="26984" y="18267"/>
                    </a:cubicBezTo>
                    <a:cubicBezTo>
                      <a:pt x="26763" y="18267"/>
                      <a:pt x="26518" y="18475"/>
                      <a:pt x="26573" y="18749"/>
                    </a:cubicBezTo>
                    <a:cubicBezTo>
                      <a:pt x="26709" y="19836"/>
                      <a:pt x="26709" y="20967"/>
                      <a:pt x="26618" y="22054"/>
                    </a:cubicBezTo>
                    <a:cubicBezTo>
                      <a:pt x="26528" y="22597"/>
                      <a:pt x="26437" y="23140"/>
                      <a:pt x="26347" y="23638"/>
                    </a:cubicBezTo>
                    <a:cubicBezTo>
                      <a:pt x="26301" y="23819"/>
                      <a:pt x="26256" y="24046"/>
                      <a:pt x="26211" y="24227"/>
                    </a:cubicBezTo>
                    <a:cubicBezTo>
                      <a:pt x="26211" y="24227"/>
                      <a:pt x="26186" y="24227"/>
                      <a:pt x="26173" y="24245"/>
                    </a:cubicBezTo>
                    <a:lnTo>
                      <a:pt x="26173" y="24245"/>
                    </a:lnTo>
                    <a:cubicBezTo>
                      <a:pt x="26349" y="23620"/>
                      <a:pt x="26437" y="22996"/>
                      <a:pt x="26437" y="22416"/>
                    </a:cubicBezTo>
                    <a:cubicBezTo>
                      <a:pt x="26573" y="20334"/>
                      <a:pt x="26120" y="18296"/>
                      <a:pt x="25034" y="16531"/>
                    </a:cubicBezTo>
                    <a:cubicBezTo>
                      <a:pt x="24964" y="16433"/>
                      <a:pt x="24872" y="16391"/>
                      <a:pt x="24784" y="16391"/>
                    </a:cubicBezTo>
                    <a:cubicBezTo>
                      <a:pt x="24588" y="16391"/>
                      <a:pt x="24411" y="16598"/>
                      <a:pt x="24536" y="16848"/>
                    </a:cubicBezTo>
                    <a:cubicBezTo>
                      <a:pt x="25351" y="18749"/>
                      <a:pt x="25532" y="21013"/>
                      <a:pt x="25170" y="23004"/>
                    </a:cubicBezTo>
                    <a:cubicBezTo>
                      <a:pt x="24989" y="24000"/>
                      <a:pt x="24672" y="24951"/>
                      <a:pt x="24219" y="25856"/>
                    </a:cubicBezTo>
                    <a:cubicBezTo>
                      <a:pt x="24174" y="25947"/>
                      <a:pt x="24128" y="25992"/>
                      <a:pt x="24083" y="26083"/>
                    </a:cubicBezTo>
                    <a:cubicBezTo>
                      <a:pt x="24083" y="26083"/>
                      <a:pt x="24038" y="26083"/>
                      <a:pt x="24038" y="26128"/>
                    </a:cubicBezTo>
                    <a:cubicBezTo>
                      <a:pt x="23500" y="26418"/>
                      <a:pt x="23000" y="26632"/>
                      <a:pt x="22399" y="26632"/>
                    </a:cubicBezTo>
                    <a:cubicBezTo>
                      <a:pt x="22343" y="26632"/>
                      <a:pt x="22285" y="26630"/>
                      <a:pt x="22227" y="26626"/>
                    </a:cubicBezTo>
                    <a:cubicBezTo>
                      <a:pt x="21774" y="26626"/>
                      <a:pt x="21322" y="26566"/>
                      <a:pt x="20856" y="26566"/>
                    </a:cubicBezTo>
                    <a:cubicBezTo>
                      <a:pt x="20623" y="26566"/>
                      <a:pt x="20386" y="26581"/>
                      <a:pt x="20145" y="26626"/>
                    </a:cubicBezTo>
                    <a:cubicBezTo>
                      <a:pt x="19556" y="26716"/>
                      <a:pt x="19013" y="26988"/>
                      <a:pt x="18560" y="27350"/>
                    </a:cubicBezTo>
                    <a:cubicBezTo>
                      <a:pt x="18108" y="27712"/>
                      <a:pt x="17700" y="28210"/>
                      <a:pt x="17429" y="28708"/>
                    </a:cubicBezTo>
                    <a:cubicBezTo>
                      <a:pt x="17248" y="28935"/>
                      <a:pt x="17112" y="29252"/>
                      <a:pt x="17021" y="29523"/>
                    </a:cubicBezTo>
                    <a:cubicBezTo>
                      <a:pt x="16885" y="29840"/>
                      <a:pt x="16931" y="30066"/>
                      <a:pt x="16885" y="30338"/>
                    </a:cubicBezTo>
                    <a:cubicBezTo>
                      <a:pt x="16885" y="30542"/>
                      <a:pt x="17089" y="30720"/>
                      <a:pt x="17267" y="30720"/>
                    </a:cubicBezTo>
                    <a:cubicBezTo>
                      <a:pt x="17327" y="30720"/>
                      <a:pt x="17383" y="30700"/>
                      <a:pt x="17429" y="30655"/>
                    </a:cubicBezTo>
                    <a:cubicBezTo>
                      <a:pt x="17655" y="30474"/>
                      <a:pt x="17881" y="30383"/>
                      <a:pt x="18108" y="30157"/>
                    </a:cubicBezTo>
                    <a:cubicBezTo>
                      <a:pt x="18289" y="29931"/>
                      <a:pt x="18470" y="29704"/>
                      <a:pt x="18651" y="29478"/>
                    </a:cubicBezTo>
                    <a:cubicBezTo>
                      <a:pt x="19013" y="29025"/>
                      <a:pt x="19375" y="28618"/>
                      <a:pt x="19918" y="28346"/>
                    </a:cubicBezTo>
                    <a:cubicBezTo>
                      <a:pt x="20193" y="28220"/>
                      <a:pt x="20477" y="28181"/>
                      <a:pt x="20766" y="28181"/>
                    </a:cubicBezTo>
                    <a:cubicBezTo>
                      <a:pt x="21098" y="28181"/>
                      <a:pt x="21436" y="28231"/>
                      <a:pt x="21774" y="28256"/>
                    </a:cubicBezTo>
                    <a:cubicBezTo>
                      <a:pt x="21924" y="28266"/>
                      <a:pt x="22069" y="28272"/>
                      <a:pt x="22210" y="28272"/>
                    </a:cubicBezTo>
                    <a:cubicBezTo>
                      <a:pt x="22667" y="28272"/>
                      <a:pt x="23090" y="28213"/>
                      <a:pt x="23540" y="28075"/>
                    </a:cubicBezTo>
                    <a:cubicBezTo>
                      <a:pt x="23585" y="28120"/>
                      <a:pt x="23630" y="28165"/>
                      <a:pt x="23721" y="28165"/>
                    </a:cubicBezTo>
                    <a:cubicBezTo>
                      <a:pt x="23761" y="28192"/>
                      <a:pt x="23804" y="28203"/>
                      <a:pt x="23850" y="28203"/>
                    </a:cubicBezTo>
                    <a:cubicBezTo>
                      <a:pt x="23959" y="28203"/>
                      <a:pt x="24078" y="28139"/>
                      <a:pt x="24174" y="28075"/>
                    </a:cubicBezTo>
                    <a:cubicBezTo>
                      <a:pt x="24309" y="27939"/>
                      <a:pt x="24400" y="27848"/>
                      <a:pt x="24491" y="27712"/>
                    </a:cubicBezTo>
                    <a:cubicBezTo>
                      <a:pt x="25124" y="27441"/>
                      <a:pt x="25713" y="27079"/>
                      <a:pt x="26301" y="26716"/>
                    </a:cubicBezTo>
                    <a:cubicBezTo>
                      <a:pt x="26301" y="26876"/>
                      <a:pt x="26482" y="27037"/>
                      <a:pt x="26652" y="27037"/>
                    </a:cubicBezTo>
                    <a:cubicBezTo>
                      <a:pt x="26723" y="27037"/>
                      <a:pt x="26791" y="27009"/>
                      <a:pt x="26845" y="26943"/>
                    </a:cubicBezTo>
                    <a:cubicBezTo>
                      <a:pt x="27161" y="26581"/>
                      <a:pt x="27478" y="26173"/>
                      <a:pt x="27750" y="25766"/>
                    </a:cubicBezTo>
                    <a:lnTo>
                      <a:pt x="27795" y="25766"/>
                    </a:lnTo>
                    <a:cubicBezTo>
                      <a:pt x="28338" y="25404"/>
                      <a:pt x="28927" y="25087"/>
                      <a:pt x="29425" y="24634"/>
                    </a:cubicBezTo>
                    <a:cubicBezTo>
                      <a:pt x="29923" y="24136"/>
                      <a:pt x="30104" y="23593"/>
                      <a:pt x="29878" y="22914"/>
                    </a:cubicBezTo>
                    <a:cubicBezTo>
                      <a:pt x="29878" y="22823"/>
                      <a:pt x="29787" y="22733"/>
                      <a:pt x="29742" y="22688"/>
                    </a:cubicBezTo>
                    <a:cubicBezTo>
                      <a:pt x="29787" y="22597"/>
                      <a:pt x="29832" y="22506"/>
                      <a:pt x="29878" y="22416"/>
                    </a:cubicBezTo>
                    <a:cubicBezTo>
                      <a:pt x="30059" y="22416"/>
                      <a:pt x="30240" y="22325"/>
                      <a:pt x="30375" y="22099"/>
                    </a:cubicBezTo>
                    <a:cubicBezTo>
                      <a:pt x="30692" y="21556"/>
                      <a:pt x="30964" y="20967"/>
                      <a:pt x="31190" y="20334"/>
                    </a:cubicBezTo>
                    <a:lnTo>
                      <a:pt x="31236" y="20967"/>
                    </a:lnTo>
                    <a:cubicBezTo>
                      <a:pt x="31236" y="21314"/>
                      <a:pt x="31605" y="21606"/>
                      <a:pt x="31931" y="21606"/>
                    </a:cubicBezTo>
                    <a:cubicBezTo>
                      <a:pt x="32115" y="21606"/>
                      <a:pt x="32286" y="21513"/>
                      <a:pt x="32367" y="21284"/>
                    </a:cubicBezTo>
                    <a:cubicBezTo>
                      <a:pt x="32594" y="20741"/>
                      <a:pt x="32775" y="20152"/>
                      <a:pt x="32911" y="19609"/>
                    </a:cubicBezTo>
                    <a:cubicBezTo>
                      <a:pt x="33023" y="19852"/>
                      <a:pt x="33250" y="19964"/>
                      <a:pt x="33482" y="19964"/>
                    </a:cubicBezTo>
                    <a:cubicBezTo>
                      <a:pt x="33812" y="19964"/>
                      <a:pt x="34151" y="19737"/>
                      <a:pt x="34178" y="19338"/>
                    </a:cubicBezTo>
                    <a:cubicBezTo>
                      <a:pt x="34178" y="18885"/>
                      <a:pt x="34178" y="18432"/>
                      <a:pt x="34178" y="18025"/>
                    </a:cubicBezTo>
                    <a:cubicBezTo>
                      <a:pt x="34217" y="18033"/>
                      <a:pt x="34258" y="18036"/>
                      <a:pt x="34301" y="18036"/>
                    </a:cubicBezTo>
                    <a:cubicBezTo>
                      <a:pt x="34509" y="18036"/>
                      <a:pt x="34752" y="17948"/>
                      <a:pt x="34902" y="17798"/>
                    </a:cubicBezTo>
                    <a:cubicBezTo>
                      <a:pt x="34948" y="17798"/>
                      <a:pt x="34993" y="17844"/>
                      <a:pt x="35038" y="17844"/>
                    </a:cubicBezTo>
                    <a:cubicBezTo>
                      <a:pt x="35073" y="18153"/>
                      <a:pt x="35367" y="18436"/>
                      <a:pt x="35686" y="18436"/>
                    </a:cubicBezTo>
                    <a:cubicBezTo>
                      <a:pt x="35787" y="18436"/>
                      <a:pt x="35890" y="18407"/>
                      <a:pt x="35989" y="18342"/>
                    </a:cubicBezTo>
                    <a:cubicBezTo>
                      <a:pt x="36804" y="17798"/>
                      <a:pt x="37483" y="17210"/>
                      <a:pt x="38162" y="16531"/>
                    </a:cubicBezTo>
                    <a:cubicBezTo>
                      <a:pt x="38795" y="15897"/>
                      <a:pt x="39384" y="15218"/>
                      <a:pt x="39701" y="14403"/>
                    </a:cubicBezTo>
                    <a:cubicBezTo>
                      <a:pt x="40063" y="13588"/>
                      <a:pt x="40154" y="12728"/>
                      <a:pt x="40289" y="11823"/>
                    </a:cubicBezTo>
                    <a:cubicBezTo>
                      <a:pt x="40425" y="10963"/>
                      <a:pt x="40561" y="10057"/>
                      <a:pt x="40561" y="9152"/>
                    </a:cubicBezTo>
                    <a:cubicBezTo>
                      <a:pt x="40606" y="7387"/>
                      <a:pt x="40199" y="5712"/>
                      <a:pt x="39158" y="4308"/>
                    </a:cubicBezTo>
                    <a:cubicBezTo>
                      <a:pt x="38207" y="2996"/>
                      <a:pt x="36985" y="1909"/>
                      <a:pt x="36306" y="506"/>
                    </a:cubicBezTo>
                    <a:cubicBezTo>
                      <a:pt x="36198" y="246"/>
                      <a:pt x="35955" y="131"/>
                      <a:pt x="35707" y="131"/>
                    </a:cubicBezTo>
                    <a:cubicBezTo>
                      <a:pt x="35435" y="131"/>
                      <a:pt x="35156" y="269"/>
                      <a:pt x="35038" y="506"/>
                    </a:cubicBezTo>
                    <a:cubicBezTo>
                      <a:pt x="34540" y="1366"/>
                      <a:pt x="34993" y="2226"/>
                      <a:pt x="35717" y="2769"/>
                    </a:cubicBezTo>
                    <a:lnTo>
                      <a:pt x="35853" y="2860"/>
                    </a:lnTo>
                    <a:cubicBezTo>
                      <a:pt x="35853" y="2996"/>
                      <a:pt x="35898" y="3131"/>
                      <a:pt x="36034" y="3222"/>
                    </a:cubicBezTo>
                    <a:cubicBezTo>
                      <a:pt x="36260" y="3493"/>
                      <a:pt x="36487" y="3765"/>
                      <a:pt x="36713" y="4082"/>
                    </a:cubicBezTo>
                    <a:cubicBezTo>
                      <a:pt x="36758" y="4263"/>
                      <a:pt x="36804" y="4444"/>
                      <a:pt x="36804" y="4670"/>
                    </a:cubicBezTo>
                    <a:cubicBezTo>
                      <a:pt x="36804" y="4942"/>
                      <a:pt x="36849" y="5259"/>
                      <a:pt x="36849" y="5576"/>
                    </a:cubicBezTo>
                    <a:cubicBezTo>
                      <a:pt x="36623" y="5757"/>
                      <a:pt x="36532" y="6119"/>
                      <a:pt x="36713" y="6481"/>
                    </a:cubicBezTo>
                    <a:cubicBezTo>
                      <a:pt x="36758" y="6526"/>
                      <a:pt x="36758" y="6617"/>
                      <a:pt x="36804" y="6662"/>
                    </a:cubicBezTo>
                    <a:cubicBezTo>
                      <a:pt x="36804" y="6843"/>
                      <a:pt x="36804" y="6979"/>
                      <a:pt x="36804" y="7115"/>
                    </a:cubicBezTo>
                    <a:cubicBezTo>
                      <a:pt x="36804" y="7251"/>
                      <a:pt x="36758" y="7341"/>
                      <a:pt x="36758" y="7432"/>
                    </a:cubicBezTo>
                    <a:cubicBezTo>
                      <a:pt x="36713" y="7477"/>
                      <a:pt x="36668" y="7477"/>
                      <a:pt x="36577" y="7522"/>
                    </a:cubicBezTo>
                    <a:cubicBezTo>
                      <a:pt x="36215" y="7749"/>
                      <a:pt x="36170" y="8201"/>
                      <a:pt x="36306" y="8564"/>
                    </a:cubicBezTo>
                    <a:cubicBezTo>
                      <a:pt x="36351" y="8609"/>
                      <a:pt x="36351" y="8654"/>
                      <a:pt x="36396" y="8745"/>
                    </a:cubicBezTo>
                    <a:cubicBezTo>
                      <a:pt x="36079" y="8835"/>
                      <a:pt x="35898" y="9152"/>
                      <a:pt x="36034" y="9560"/>
                    </a:cubicBezTo>
                    <a:cubicBezTo>
                      <a:pt x="36034" y="9560"/>
                      <a:pt x="36034" y="9605"/>
                      <a:pt x="36034" y="9605"/>
                    </a:cubicBezTo>
                    <a:cubicBezTo>
                      <a:pt x="36034" y="9605"/>
                      <a:pt x="36034" y="9605"/>
                      <a:pt x="36034" y="9650"/>
                    </a:cubicBezTo>
                    <a:cubicBezTo>
                      <a:pt x="35989" y="9650"/>
                      <a:pt x="35989" y="9695"/>
                      <a:pt x="35989" y="9741"/>
                    </a:cubicBezTo>
                    <a:cubicBezTo>
                      <a:pt x="35672" y="9786"/>
                      <a:pt x="35355" y="9967"/>
                      <a:pt x="35265" y="10284"/>
                    </a:cubicBezTo>
                    <a:cubicBezTo>
                      <a:pt x="35219" y="10284"/>
                      <a:pt x="35219" y="10284"/>
                      <a:pt x="35219" y="10239"/>
                    </a:cubicBezTo>
                    <a:cubicBezTo>
                      <a:pt x="35129" y="10103"/>
                      <a:pt x="35083" y="10012"/>
                      <a:pt x="34993" y="9876"/>
                    </a:cubicBezTo>
                    <a:cubicBezTo>
                      <a:pt x="34902" y="9695"/>
                      <a:pt x="34812" y="9605"/>
                      <a:pt x="34676" y="9560"/>
                    </a:cubicBezTo>
                    <a:cubicBezTo>
                      <a:pt x="34585" y="9424"/>
                      <a:pt x="34495" y="9333"/>
                      <a:pt x="34404" y="9197"/>
                    </a:cubicBezTo>
                    <a:cubicBezTo>
                      <a:pt x="34088" y="8790"/>
                      <a:pt x="33771" y="8428"/>
                      <a:pt x="33408" y="8020"/>
                    </a:cubicBezTo>
                    <a:cubicBezTo>
                      <a:pt x="33273" y="7839"/>
                      <a:pt x="33092" y="7703"/>
                      <a:pt x="32956" y="7522"/>
                    </a:cubicBezTo>
                    <a:cubicBezTo>
                      <a:pt x="32775" y="7341"/>
                      <a:pt x="32594" y="7206"/>
                      <a:pt x="32413" y="7070"/>
                    </a:cubicBezTo>
                    <a:cubicBezTo>
                      <a:pt x="32322" y="6934"/>
                      <a:pt x="32175" y="6855"/>
                      <a:pt x="32033" y="6855"/>
                    </a:cubicBezTo>
                    <a:cubicBezTo>
                      <a:pt x="31892" y="6855"/>
                      <a:pt x="31756" y="6934"/>
                      <a:pt x="31688" y="7115"/>
                    </a:cubicBezTo>
                    <a:cubicBezTo>
                      <a:pt x="31643" y="7387"/>
                      <a:pt x="31734" y="7658"/>
                      <a:pt x="31869" y="7930"/>
                    </a:cubicBezTo>
                    <a:cubicBezTo>
                      <a:pt x="31643" y="8020"/>
                      <a:pt x="31462" y="8247"/>
                      <a:pt x="31462" y="8564"/>
                    </a:cubicBezTo>
                    <a:cubicBezTo>
                      <a:pt x="31552" y="9922"/>
                      <a:pt x="31915" y="11234"/>
                      <a:pt x="32322" y="12502"/>
                    </a:cubicBezTo>
                    <a:cubicBezTo>
                      <a:pt x="32141" y="12638"/>
                      <a:pt x="32005" y="12909"/>
                      <a:pt x="32096" y="13226"/>
                    </a:cubicBezTo>
                    <a:cubicBezTo>
                      <a:pt x="32186" y="13588"/>
                      <a:pt x="32232" y="13951"/>
                      <a:pt x="32322" y="14267"/>
                    </a:cubicBezTo>
                    <a:cubicBezTo>
                      <a:pt x="32096" y="14358"/>
                      <a:pt x="31960" y="14539"/>
                      <a:pt x="31960" y="14856"/>
                    </a:cubicBezTo>
                    <a:cubicBezTo>
                      <a:pt x="31960" y="15037"/>
                      <a:pt x="31960" y="15218"/>
                      <a:pt x="31960" y="15399"/>
                    </a:cubicBezTo>
                    <a:cubicBezTo>
                      <a:pt x="31869" y="15309"/>
                      <a:pt x="31734" y="15263"/>
                      <a:pt x="31598" y="15263"/>
                    </a:cubicBezTo>
                    <a:cubicBezTo>
                      <a:pt x="31462" y="14539"/>
                      <a:pt x="31145" y="13905"/>
                      <a:pt x="30828" y="13317"/>
                    </a:cubicBezTo>
                    <a:cubicBezTo>
                      <a:pt x="30149" y="12230"/>
                      <a:pt x="29289" y="11280"/>
                      <a:pt x="28338" y="10420"/>
                    </a:cubicBezTo>
                    <a:cubicBezTo>
                      <a:pt x="27795" y="9650"/>
                      <a:pt x="27207" y="8926"/>
                      <a:pt x="26528" y="8247"/>
                    </a:cubicBezTo>
                    <a:cubicBezTo>
                      <a:pt x="25441" y="7024"/>
                      <a:pt x="24219" y="5938"/>
                      <a:pt x="22997" y="4852"/>
                    </a:cubicBezTo>
                    <a:lnTo>
                      <a:pt x="23178" y="4761"/>
                    </a:lnTo>
                    <a:cubicBezTo>
                      <a:pt x="23721" y="4444"/>
                      <a:pt x="24219" y="4082"/>
                      <a:pt x="24400" y="3493"/>
                    </a:cubicBezTo>
                    <a:cubicBezTo>
                      <a:pt x="24792" y="2474"/>
                      <a:pt x="24098" y="1422"/>
                      <a:pt x="23082" y="1422"/>
                    </a:cubicBezTo>
                    <a:cubicBezTo>
                      <a:pt x="22925" y="1422"/>
                      <a:pt x="22759" y="1447"/>
                      <a:pt x="22589" y="1502"/>
                    </a:cubicBezTo>
                    <a:cubicBezTo>
                      <a:pt x="22046" y="1728"/>
                      <a:pt x="21639" y="2135"/>
                      <a:pt x="21141" y="2407"/>
                    </a:cubicBezTo>
                    <a:cubicBezTo>
                      <a:pt x="20688" y="2679"/>
                      <a:pt x="20190" y="2860"/>
                      <a:pt x="19647" y="2950"/>
                    </a:cubicBezTo>
                    <a:cubicBezTo>
                      <a:pt x="19408" y="3003"/>
                      <a:pt x="19169" y="3025"/>
                      <a:pt x="18940" y="3025"/>
                    </a:cubicBezTo>
                    <a:cubicBezTo>
                      <a:pt x="18778" y="3025"/>
                      <a:pt x="18620" y="3014"/>
                      <a:pt x="18470" y="2996"/>
                    </a:cubicBezTo>
                    <a:cubicBezTo>
                      <a:pt x="18379" y="2950"/>
                      <a:pt x="18289" y="2905"/>
                      <a:pt x="18198" y="2905"/>
                    </a:cubicBezTo>
                    <a:lnTo>
                      <a:pt x="18017" y="2905"/>
                    </a:lnTo>
                    <a:cubicBezTo>
                      <a:pt x="17700" y="2860"/>
                      <a:pt x="17429" y="2724"/>
                      <a:pt x="17112" y="2588"/>
                    </a:cubicBezTo>
                    <a:cubicBezTo>
                      <a:pt x="16976" y="2452"/>
                      <a:pt x="16840" y="2271"/>
                      <a:pt x="16659" y="2135"/>
                    </a:cubicBezTo>
                    <a:cubicBezTo>
                      <a:pt x="16161" y="1592"/>
                      <a:pt x="15573" y="1094"/>
                      <a:pt x="15256" y="415"/>
                    </a:cubicBezTo>
                    <a:cubicBezTo>
                      <a:pt x="15118" y="123"/>
                      <a:pt x="14870" y="1"/>
                      <a:pt x="146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2"/>
              <p:cNvSpPr/>
              <p:nvPr/>
            </p:nvSpPr>
            <p:spPr>
              <a:xfrm>
                <a:off x="3316000" y="1646350"/>
                <a:ext cx="124500" cy="268750"/>
              </a:xfrm>
              <a:custGeom>
                <a:rect b="b" l="l" r="r" t="t"/>
                <a:pathLst>
                  <a:path extrusionOk="0" h="10750" w="4980">
                    <a:moveTo>
                      <a:pt x="1208" y="0"/>
                    </a:moveTo>
                    <a:cubicBezTo>
                      <a:pt x="1079" y="0"/>
                      <a:pt x="946" y="69"/>
                      <a:pt x="906" y="212"/>
                    </a:cubicBezTo>
                    <a:cubicBezTo>
                      <a:pt x="227" y="2385"/>
                      <a:pt x="0" y="4648"/>
                      <a:pt x="815" y="6866"/>
                    </a:cubicBezTo>
                    <a:cubicBezTo>
                      <a:pt x="1132" y="7772"/>
                      <a:pt x="1585" y="8632"/>
                      <a:pt x="2218" y="9356"/>
                    </a:cubicBezTo>
                    <a:cubicBezTo>
                      <a:pt x="2704" y="9963"/>
                      <a:pt x="3478" y="10750"/>
                      <a:pt x="4315" y="10750"/>
                    </a:cubicBezTo>
                    <a:cubicBezTo>
                      <a:pt x="4415" y="10750"/>
                      <a:pt x="4516" y="10739"/>
                      <a:pt x="4618" y="10714"/>
                    </a:cubicBezTo>
                    <a:cubicBezTo>
                      <a:pt x="4844" y="10669"/>
                      <a:pt x="4980" y="10397"/>
                      <a:pt x="4934" y="10171"/>
                    </a:cubicBezTo>
                    <a:cubicBezTo>
                      <a:pt x="4889" y="9945"/>
                      <a:pt x="4753" y="9854"/>
                      <a:pt x="4663" y="9673"/>
                    </a:cubicBezTo>
                    <a:lnTo>
                      <a:pt x="4663" y="9673"/>
                    </a:lnTo>
                    <a:cubicBezTo>
                      <a:pt x="4687" y="9709"/>
                      <a:pt x="4698" y="9723"/>
                      <a:pt x="4701" y="9723"/>
                    </a:cubicBezTo>
                    <a:cubicBezTo>
                      <a:pt x="4709" y="9723"/>
                      <a:pt x="4651" y="9616"/>
                      <a:pt x="4618" y="9583"/>
                    </a:cubicBezTo>
                    <a:cubicBezTo>
                      <a:pt x="4527" y="9447"/>
                      <a:pt x="4437" y="9356"/>
                      <a:pt x="4346" y="9266"/>
                    </a:cubicBezTo>
                    <a:lnTo>
                      <a:pt x="4346" y="9266"/>
                    </a:lnTo>
                    <a:cubicBezTo>
                      <a:pt x="4371" y="9282"/>
                      <a:pt x="4399" y="9290"/>
                      <a:pt x="4428" y="9290"/>
                    </a:cubicBezTo>
                    <a:cubicBezTo>
                      <a:pt x="4557" y="9290"/>
                      <a:pt x="4708" y="9142"/>
                      <a:pt x="4708" y="8994"/>
                    </a:cubicBezTo>
                    <a:cubicBezTo>
                      <a:pt x="4708" y="8858"/>
                      <a:pt x="4708" y="8677"/>
                      <a:pt x="4618" y="8541"/>
                    </a:cubicBezTo>
                    <a:cubicBezTo>
                      <a:pt x="4572" y="8360"/>
                      <a:pt x="4527" y="8225"/>
                      <a:pt x="4482" y="8089"/>
                    </a:cubicBezTo>
                    <a:cubicBezTo>
                      <a:pt x="4391" y="7772"/>
                      <a:pt x="4255" y="7500"/>
                      <a:pt x="4120" y="7229"/>
                    </a:cubicBezTo>
                    <a:cubicBezTo>
                      <a:pt x="3939" y="6640"/>
                      <a:pt x="3712" y="6052"/>
                      <a:pt x="3576" y="5418"/>
                    </a:cubicBezTo>
                    <a:cubicBezTo>
                      <a:pt x="3523" y="5223"/>
                      <a:pt x="3366" y="5139"/>
                      <a:pt x="3202" y="5139"/>
                    </a:cubicBezTo>
                    <a:cubicBezTo>
                      <a:pt x="2948" y="5139"/>
                      <a:pt x="2679" y="5341"/>
                      <a:pt x="2762" y="5644"/>
                    </a:cubicBezTo>
                    <a:cubicBezTo>
                      <a:pt x="2897" y="6278"/>
                      <a:pt x="3124" y="6912"/>
                      <a:pt x="3350" y="7500"/>
                    </a:cubicBezTo>
                    <a:cubicBezTo>
                      <a:pt x="3441" y="7817"/>
                      <a:pt x="3576" y="8179"/>
                      <a:pt x="3712" y="8451"/>
                    </a:cubicBezTo>
                    <a:cubicBezTo>
                      <a:pt x="3803" y="8587"/>
                      <a:pt x="3848" y="8722"/>
                      <a:pt x="3939" y="8858"/>
                    </a:cubicBezTo>
                    <a:cubicBezTo>
                      <a:pt x="3803" y="8722"/>
                      <a:pt x="3622" y="8587"/>
                      <a:pt x="3486" y="8406"/>
                    </a:cubicBezTo>
                    <a:cubicBezTo>
                      <a:pt x="2988" y="7817"/>
                      <a:pt x="2535" y="7048"/>
                      <a:pt x="2218" y="6278"/>
                    </a:cubicBezTo>
                    <a:cubicBezTo>
                      <a:pt x="1494" y="4422"/>
                      <a:pt x="1358" y="2294"/>
                      <a:pt x="1494" y="302"/>
                    </a:cubicBezTo>
                    <a:cubicBezTo>
                      <a:pt x="1519" y="103"/>
                      <a:pt x="1366" y="0"/>
                      <a:pt x="12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1" name="Google Shape;2141;p2"/>
              <p:cNvSpPr/>
              <p:nvPr/>
            </p:nvSpPr>
            <p:spPr>
              <a:xfrm>
                <a:off x="3176800" y="1516550"/>
                <a:ext cx="23775" cy="138550"/>
              </a:xfrm>
              <a:custGeom>
                <a:rect b="b" l="l" r="r" t="t"/>
                <a:pathLst>
                  <a:path extrusionOk="0" h="5542" w="951">
                    <a:moveTo>
                      <a:pt x="520" y="1"/>
                    </a:moveTo>
                    <a:cubicBezTo>
                      <a:pt x="403" y="1"/>
                      <a:pt x="291" y="62"/>
                      <a:pt x="272" y="198"/>
                    </a:cubicBezTo>
                    <a:cubicBezTo>
                      <a:pt x="91" y="1103"/>
                      <a:pt x="0" y="1963"/>
                      <a:pt x="0" y="2869"/>
                    </a:cubicBezTo>
                    <a:cubicBezTo>
                      <a:pt x="0" y="3276"/>
                      <a:pt x="45" y="3729"/>
                      <a:pt x="91" y="4182"/>
                    </a:cubicBezTo>
                    <a:cubicBezTo>
                      <a:pt x="136" y="4589"/>
                      <a:pt x="181" y="5087"/>
                      <a:pt x="453" y="5449"/>
                    </a:cubicBezTo>
                    <a:cubicBezTo>
                      <a:pt x="492" y="5508"/>
                      <a:pt x="566" y="5542"/>
                      <a:pt x="641" y="5542"/>
                    </a:cubicBezTo>
                    <a:cubicBezTo>
                      <a:pt x="737" y="5542"/>
                      <a:pt x="835" y="5486"/>
                      <a:pt x="860" y="5359"/>
                    </a:cubicBezTo>
                    <a:cubicBezTo>
                      <a:pt x="951" y="4997"/>
                      <a:pt x="906" y="4544"/>
                      <a:pt x="860" y="4182"/>
                    </a:cubicBezTo>
                    <a:lnTo>
                      <a:pt x="860" y="4136"/>
                    </a:lnTo>
                    <a:cubicBezTo>
                      <a:pt x="815" y="3729"/>
                      <a:pt x="770" y="3276"/>
                      <a:pt x="724" y="2869"/>
                    </a:cubicBezTo>
                    <a:cubicBezTo>
                      <a:pt x="679" y="2009"/>
                      <a:pt x="724" y="1149"/>
                      <a:pt x="815" y="289"/>
                    </a:cubicBezTo>
                    <a:cubicBezTo>
                      <a:pt x="841" y="108"/>
                      <a:pt x="675" y="1"/>
                      <a:pt x="5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2" name="Google Shape;2142;p2"/>
              <p:cNvSpPr/>
              <p:nvPr/>
            </p:nvSpPr>
            <p:spPr>
              <a:xfrm>
                <a:off x="3201700" y="1443475"/>
                <a:ext cx="36050" cy="111475"/>
              </a:xfrm>
              <a:custGeom>
                <a:rect b="b" l="l" r="r" t="t"/>
                <a:pathLst>
                  <a:path extrusionOk="0" h="4459" w="1442">
                    <a:moveTo>
                      <a:pt x="1093" y="1"/>
                    </a:moveTo>
                    <a:cubicBezTo>
                      <a:pt x="981" y="1"/>
                      <a:pt x="868" y="56"/>
                      <a:pt x="815" y="179"/>
                    </a:cubicBezTo>
                    <a:lnTo>
                      <a:pt x="860" y="224"/>
                    </a:lnTo>
                    <a:cubicBezTo>
                      <a:pt x="589" y="858"/>
                      <a:pt x="362" y="1537"/>
                      <a:pt x="226" y="2216"/>
                    </a:cubicBezTo>
                    <a:cubicBezTo>
                      <a:pt x="136" y="2578"/>
                      <a:pt x="45" y="2940"/>
                      <a:pt x="45" y="3257"/>
                    </a:cubicBezTo>
                    <a:cubicBezTo>
                      <a:pt x="0" y="3619"/>
                      <a:pt x="0" y="3981"/>
                      <a:pt x="91" y="4298"/>
                    </a:cubicBezTo>
                    <a:cubicBezTo>
                      <a:pt x="116" y="4400"/>
                      <a:pt x="213" y="4459"/>
                      <a:pt x="301" y="4459"/>
                    </a:cubicBezTo>
                    <a:cubicBezTo>
                      <a:pt x="370" y="4459"/>
                      <a:pt x="433" y="4423"/>
                      <a:pt x="453" y="4343"/>
                    </a:cubicBezTo>
                    <a:cubicBezTo>
                      <a:pt x="589" y="4072"/>
                      <a:pt x="679" y="3709"/>
                      <a:pt x="724" y="3347"/>
                    </a:cubicBezTo>
                    <a:cubicBezTo>
                      <a:pt x="815" y="3030"/>
                      <a:pt x="815" y="2714"/>
                      <a:pt x="905" y="2351"/>
                    </a:cubicBezTo>
                    <a:cubicBezTo>
                      <a:pt x="996" y="1672"/>
                      <a:pt x="1177" y="993"/>
                      <a:pt x="1358" y="360"/>
                    </a:cubicBezTo>
                    <a:cubicBezTo>
                      <a:pt x="1441" y="138"/>
                      <a:pt x="1270" y="1"/>
                      <a:pt x="10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3" name="Google Shape;2143;p2"/>
              <p:cNvSpPr/>
              <p:nvPr/>
            </p:nvSpPr>
            <p:spPr>
              <a:xfrm>
                <a:off x="4141025" y="5130625"/>
                <a:ext cx="21525" cy="88875"/>
              </a:xfrm>
              <a:custGeom>
                <a:rect b="b" l="l" r="r" t="t"/>
                <a:pathLst>
                  <a:path extrusionOk="0" h="3555" w="861">
                    <a:moveTo>
                      <a:pt x="326" y="0"/>
                    </a:moveTo>
                    <a:cubicBezTo>
                      <a:pt x="186" y="0"/>
                      <a:pt x="45" y="93"/>
                      <a:pt x="45" y="269"/>
                    </a:cubicBezTo>
                    <a:cubicBezTo>
                      <a:pt x="45" y="767"/>
                      <a:pt x="45" y="1265"/>
                      <a:pt x="45" y="1808"/>
                    </a:cubicBezTo>
                    <a:cubicBezTo>
                      <a:pt x="45" y="1899"/>
                      <a:pt x="45" y="2035"/>
                      <a:pt x="45" y="2171"/>
                    </a:cubicBezTo>
                    <a:cubicBezTo>
                      <a:pt x="45" y="2216"/>
                      <a:pt x="0" y="2306"/>
                      <a:pt x="0" y="2352"/>
                    </a:cubicBezTo>
                    <a:cubicBezTo>
                      <a:pt x="0" y="2442"/>
                      <a:pt x="45" y="2487"/>
                      <a:pt x="45" y="2578"/>
                    </a:cubicBezTo>
                    <a:cubicBezTo>
                      <a:pt x="45" y="2669"/>
                      <a:pt x="45" y="2804"/>
                      <a:pt x="45" y="2940"/>
                    </a:cubicBezTo>
                    <a:cubicBezTo>
                      <a:pt x="45" y="3076"/>
                      <a:pt x="45" y="3212"/>
                      <a:pt x="45" y="3302"/>
                    </a:cubicBezTo>
                    <a:cubicBezTo>
                      <a:pt x="74" y="3447"/>
                      <a:pt x="195" y="3554"/>
                      <a:pt x="315" y="3554"/>
                    </a:cubicBezTo>
                    <a:cubicBezTo>
                      <a:pt x="382" y="3554"/>
                      <a:pt x="449" y="3520"/>
                      <a:pt x="498" y="3438"/>
                    </a:cubicBezTo>
                    <a:cubicBezTo>
                      <a:pt x="634" y="3212"/>
                      <a:pt x="724" y="2940"/>
                      <a:pt x="770" y="2669"/>
                    </a:cubicBezTo>
                    <a:cubicBezTo>
                      <a:pt x="815" y="2623"/>
                      <a:pt x="815" y="2533"/>
                      <a:pt x="860" y="2442"/>
                    </a:cubicBezTo>
                    <a:cubicBezTo>
                      <a:pt x="860" y="2397"/>
                      <a:pt x="860" y="2306"/>
                      <a:pt x="860" y="2216"/>
                    </a:cubicBezTo>
                    <a:cubicBezTo>
                      <a:pt x="860" y="2080"/>
                      <a:pt x="860" y="1944"/>
                      <a:pt x="860" y="1808"/>
                    </a:cubicBezTo>
                    <a:cubicBezTo>
                      <a:pt x="860" y="1265"/>
                      <a:pt x="770" y="722"/>
                      <a:pt x="589" y="179"/>
                    </a:cubicBezTo>
                    <a:cubicBezTo>
                      <a:pt x="549" y="59"/>
                      <a:pt x="438" y="0"/>
                      <a:pt x="326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4" name="Google Shape;2144;p2"/>
              <p:cNvSpPr/>
              <p:nvPr/>
            </p:nvSpPr>
            <p:spPr>
              <a:xfrm>
                <a:off x="3965600" y="5195075"/>
                <a:ext cx="17000" cy="45850"/>
              </a:xfrm>
              <a:custGeom>
                <a:rect b="b" l="l" r="r" t="t"/>
                <a:pathLst>
                  <a:path extrusionOk="0" h="1834" w="680">
                    <a:moveTo>
                      <a:pt x="363" y="0"/>
                    </a:moveTo>
                    <a:cubicBezTo>
                      <a:pt x="182" y="0"/>
                      <a:pt x="0" y="136"/>
                      <a:pt x="0" y="317"/>
                    </a:cubicBezTo>
                    <a:lnTo>
                      <a:pt x="46" y="951"/>
                    </a:lnTo>
                    <a:cubicBezTo>
                      <a:pt x="46" y="1086"/>
                      <a:pt x="46" y="1177"/>
                      <a:pt x="46" y="1268"/>
                    </a:cubicBezTo>
                    <a:cubicBezTo>
                      <a:pt x="46" y="1403"/>
                      <a:pt x="91" y="1539"/>
                      <a:pt x="91" y="1630"/>
                    </a:cubicBezTo>
                    <a:cubicBezTo>
                      <a:pt x="136" y="1766"/>
                      <a:pt x="249" y="1833"/>
                      <a:pt x="357" y="1833"/>
                    </a:cubicBezTo>
                    <a:cubicBezTo>
                      <a:pt x="464" y="1833"/>
                      <a:pt x="566" y="1766"/>
                      <a:pt x="589" y="1630"/>
                    </a:cubicBezTo>
                    <a:cubicBezTo>
                      <a:pt x="634" y="1539"/>
                      <a:pt x="634" y="1403"/>
                      <a:pt x="634" y="1268"/>
                    </a:cubicBezTo>
                    <a:cubicBezTo>
                      <a:pt x="634" y="1177"/>
                      <a:pt x="634" y="1086"/>
                      <a:pt x="634" y="951"/>
                    </a:cubicBezTo>
                    <a:cubicBezTo>
                      <a:pt x="679" y="770"/>
                      <a:pt x="679" y="543"/>
                      <a:pt x="679" y="317"/>
                    </a:cubicBezTo>
                    <a:cubicBezTo>
                      <a:pt x="679" y="136"/>
                      <a:pt x="544" y="0"/>
                      <a:pt x="363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5" name="Google Shape;2145;p2"/>
              <p:cNvSpPr/>
              <p:nvPr/>
            </p:nvSpPr>
            <p:spPr>
              <a:xfrm>
                <a:off x="3427327" y="917700"/>
                <a:ext cx="96225" cy="136500"/>
              </a:xfrm>
              <a:custGeom>
                <a:rect b="b" l="l" r="r" t="t"/>
                <a:pathLst>
                  <a:path extrusionOk="0" h="5460" w="3849">
                    <a:moveTo>
                      <a:pt x="1470" y="0"/>
                    </a:moveTo>
                    <a:cubicBezTo>
                      <a:pt x="1037" y="0"/>
                      <a:pt x="599" y="195"/>
                      <a:pt x="363" y="567"/>
                    </a:cubicBezTo>
                    <a:cubicBezTo>
                      <a:pt x="46" y="974"/>
                      <a:pt x="1" y="1608"/>
                      <a:pt x="1" y="2061"/>
                    </a:cubicBezTo>
                    <a:cubicBezTo>
                      <a:pt x="1" y="3102"/>
                      <a:pt x="318" y="4234"/>
                      <a:pt x="1042" y="5003"/>
                    </a:cubicBezTo>
                    <a:cubicBezTo>
                      <a:pt x="1319" y="5308"/>
                      <a:pt x="1697" y="5460"/>
                      <a:pt x="2073" y="5460"/>
                    </a:cubicBezTo>
                    <a:cubicBezTo>
                      <a:pt x="2312" y="5460"/>
                      <a:pt x="2551" y="5398"/>
                      <a:pt x="2762" y="5275"/>
                    </a:cubicBezTo>
                    <a:cubicBezTo>
                      <a:pt x="3260" y="4958"/>
                      <a:pt x="3532" y="4415"/>
                      <a:pt x="3668" y="3872"/>
                    </a:cubicBezTo>
                    <a:cubicBezTo>
                      <a:pt x="3849" y="2830"/>
                      <a:pt x="3803" y="1472"/>
                      <a:pt x="2943" y="748"/>
                    </a:cubicBezTo>
                    <a:cubicBezTo>
                      <a:pt x="2672" y="431"/>
                      <a:pt x="2355" y="159"/>
                      <a:pt x="1902" y="69"/>
                    </a:cubicBezTo>
                    <a:cubicBezTo>
                      <a:pt x="1764" y="23"/>
                      <a:pt x="1617" y="0"/>
                      <a:pt x="14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2"/>
              <p:cNvSpPr/>
              <p:nvPr/>
            </p:nvSpPr>
            <p:spPr>
              <a:xfrm>
                <a:off x="3302852" y="845600"/>
                <a:ext cx="298800" cy="122900"/>
              </a:xfrm>
              <a:custGeom>
                <a:rect b="b" l="l" r="r" t="t"/>
                <a:pathLst>
                  <a:path extrusionOk="0" h="4916" w="11952">
                    <a:moveTo>
                      <a:pt x="5761" y="1"/>
                    </a:moveTo>
                    <a:cubicBezTo>
                      <a:pt x="4461" y="1"/>
                      <a:pt x="3181" y="529"/>
                      <a:pt x="2173" y="1369"/>
                    </a:cubicBezTo>
                    <a:cubicBezTo>
                      <a:pt x="1223" y="2093"/>
                      <a:pt x="227" y="3315"/>
                      <a:pt x="0" y="4492"/>
                    </a:cubicBezTo>
                    <a:cubicBezTo>
                      <a:pt x="0" y="4672"/>
                      <a:pt x="143" y="4908"/>
                      <a:pt x="314" y="4908"/>
                    </a:cubicBezTo>
                    <a:cubicBezTo>
                      <a:pt x="359" y="4908"/>
                      <a:pt x="406" y="4892"/>
                      <a:pt x="453" y="4854"/>
                    </a:cubicBezTo>
                    <a:cubicBezTo>
                      <a:pt x="1313" y="4220"/>
                      <a:pt x="1947" y="3315"/>
                      <a:pt x="2807" y="2681"/>
                    </a:cubicBezTo>
                    <a:cubicBezTo>
                      <a:pt x="3712" y="2048"/>
                      <a:pt x="4754" y="1595"/>
                      <a:pt x="5885" y="1595"/>
                    </a:cubicBezTo>
                    <a:cubicBezTo>
                      <a:pt x="6972" y="1640"/>
                      <a:pt x="8013" y="2183"/>
                      <a:pt x="8828" y="2817"/>
                    </a:cubicBezTo>
                    <a:cubicBezTo>
                      <a:pt x="9235" y="3134"/>
                      <a:pt x="9597" y="3496"/>
                      <a:pt x="9959" y="3904"/>
                    </a:cubicBezTo>
                    <a:cubicBezTo>
                      <a:pt x="10276" y="4311"/>
                      <a:pt x="10548" y="4809"/>
                      <a:pt x="11091" y="4899"/>
                    </a:cubicBezTo>
                    <a:cubicBezTo>
                      <a:pt x="11123" y="4910"/>
                      <a:pt x="11160" y="4916"/>
                      <a:pt x="11199" y="4916"/>
                    </a:cubicBezTo>
                    <a:cubicBezTo>
                      <a:pt x="11324" y="4916"/>
                      <a:pt x="11464" y="4857"/>
                      <a:pt x="11499" y="4718"/>
                    </a:cubicBezTo>
                    <a:cubicBezTo>
                      <a:pt x="11951" y="3632"/>
                      <a:pt x="10593" y="2319"/>
                      <a:pt x="9824" y="1685"/>
                    </a:cubicBezTo>
                    <a:cubicBezTo>
                      <a:pt x="8782" y="825"/>
                      <a:pt x="7470" y="146"/>
                      <a:pt x="6066" y="10"/>
                    </a:cubicBezTo>
                    <a:cubicBezTo>
                      <a:pt x="5965" y="4"/>
                      <a:pt x="5863" y="1"/>
                      <a:pt x="57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7" name="Google Shape;2147;p2"/>
              <p:cNvSpPr/>
              <p:nvPr/>
            </p:nvSpPr>
            <p:spPr>
              <a:xfrm>
                <a:off x="3308502" y="816625"/>
                <a:ext cx="93950" cy="39975"/>
              </a:xfrm>
              <a:custGeom>
                <a:rect b="b" l="l" r="r" t="t"/>
                <a:pathLst>
                  <a:path extrusionOk="0" h="1599" w="3758">
                    <a:moveTo>
                      <a:pt x="3034" y="0"/>
                    </a:moveTo>
                    <a:cubicBezTo>
                      <a:pt x="2017" y="0"/>
                      <a:pt x="1005" y="450"/>
                      <a:pt x="227" y="1034"/>
                    </a:cubicBezTo>
                    <a:cubicBezTo>
                      <a:pt x="91" y="1124"/>
                      <a:pt x="1" y="1305"/>
                      <a:pt x="91" y="1441"/>
                    </a:cubicBezTo>
                    <a:cubicBezTo>
                      <a:pt x="150" y="1530"/>
                      <a:pt x="267" y="1599"/>
                      <a:pt x="378" y="1599"/>
                    </a:cubicBezTo>
                    <a:cubicBezTo>
                      <a:pt x="438" y="1599"/>
                      <a:pt x="497" y="1579"/>
                      <a:pt x="544" y="1532"/>
                    </a:cubicBezTo>
                    <a:cubicBezTo>
                      <a:pt x="951" y="1260"/>
                      <a:pt x="1449" y="1034"/>
                      <a:pt x="1947" y="853"/>
                    </a:cubicBezTo>
                    <a:cubicBezTo>
                      <a:pt x="2445" y="717"/>
                      <a:pt x="2988" y="581"/>
                      <a:pt x="3532" y="490"/>
                    </a:cubicBezTo>
                    <a:cubicBezTo>
                      <a:pt x="3713" y="400"/>
                      <a:pt x="3758" y="83"/>
                      <a:pt x="3532" y="38"/>
                    </a:cubicBezTo>
                    <a:cubicBezTo>
                      <a:pt x="3366" y="12"/>
                      <a:pt x="3200" y="0"/>
                      <a:pt x="30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8" name="Google Shape;2148;p2"/>
              <p:cNvSpPr/>
              <p:nvPr/>
            </p:nvSpPr>
            <p:spPr>
              <a:xfrm>
                <a:off x="3513352" y="805100"/>
                <a:ext cx="53200" cy="41075"/>
              </a:xfrm>
              <a:custGeom>
                <a:rect b="b" l="l" r="r" t="t"/>
                <a:pathLst>
                  <a:path extrusionOk="0" h="1643" w="2128">
                    <a:moveTo>
                      <a:pt x="419" y="1"/>
                    </a:moveTo>
                    <a:cubicBezTo>
                      <a:pt x="292" y="1"/>
                      <a:pt x="151" y="61"/>
                      <a:pt x="91" y="182"/>
                    </a:cubicBezTo>
                    <a:cubicBezTo>
                      <a:pt x="0" y="363"/>
                      <a:pt x="46" y="589"/>
                      <a:pt x="227" y="680"/>
                    </a:cubicBezTo>
                    <a:cubicBezTo>
                      <a:pt x="453" y="861"/>
                      <a:pt x="679" y="997"/>
                      <a:pt x="951" y="1178"/>
                    </a:cubicBezTo>
                    <a:cubicBezTo>
                      <a:pt x="1041" y="1268"/>
                      <a:pt x="1177" y="1314"/>
                      <a:pt x="1268" y="1404"/>
                    </a:cubicBezTo>
                    <a:cubicBezTo>
                      <a:pt x="1358" y="1449"/>
                      <a:pt x="1404" y="1495"/>
                      <a:pt x="1449" y="1540"/>
                    </a:cubicBezTo>
                    <a:cubicBezTo>
                      <a:pt x="1539" y="1585"/>
                      <a:pt x="1630" y="1585"/>
                      <a:pt x="1721" y="1630"/>
                    </a:cubicBezTo>
                    <a:cubicBezTo>
                      <a:pt x="1745" y="1639"/>
                      <a:pt x="1770" y="1642"/>
                      <a:pt x="1795" y="1642"/>
                    </a:cubicBezTo>
                    <a:cubicBezTo>
                      <a:pt x="1903" y="1642"/>
                      <a:pt x="2000" y="1569"/>
                      <a:pt x="2037" y="1495"/>
                    </a:cubicBezTo>
                    <a:cubicBezTo>
                      <a:pt x="2128" y="1359"/>
                      <a:pt x="2083" y="1223"/>
                      <a:pt x="1992" y="1132"/>
                    </a:cubicBezTo>
                    <a:cubicBezTo>
                      <a:pt x="1947" y="1042"/>
                      <a:pt x="1902" y="997"/>
                      <a:pt x="1811" y="951"/>
                    </a:cubicBezTo>
                    <a:cubicBezTo>
                      <a:pt x="1766" y="906"/>
                      <a:pt x="1675" y="861"/>
                      <a:pt x="1630" y="816"/>
                    </a:cubicBezTo>
                    <a:cubicBezTo>
                      <a:pt x="1539" y="725"/>
                      <a:pt x="1404" y="635"/>
                      <a:pt x="1313" y="544"/>
                    </a:cubicBezTo>
                    <a:cubicBezTo>
                      <a:pt x="1041" y="363"/>
                      <a:pt x="815" y="227"/>
                      <a:pt x="589" y="46"/>
                    </a:cubicBezTo>
                    <a:cubicBezTo>
                      <a:pt x="544" y="16"/>
                      <a:pt x="483" y="1"/>
                      <a:pt x="4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9" name="Google Shape;2149;p2"/>
              <p:cNvSpPr/>
              <p:nvPr/>
            </p:nvSpPr>
            <p:spPr>
              <a:xfrm>
                <a:off x="4092477" y="849125"/>
                <a:ext cx="142325" cy="39575"/>
              </a:xfrm>
              <a:custGeom>
                <a:rect b="b" l="l" r="r" t="t"/>
                <a:pathLst>
                  <a:path extrusionOk="0" h="1583" w="5693">
                    <a:moveTo>
                      <a:pt x="3111" y="0"/>
                    </a:moveTo>
                    <a:cubicBezTo>
                      <a:pt x="3044" y="0"/>
                      <a:pt x="2977" y="2"/>
                      <a:pt x="2910" y="5"/>
                    </a:cubicBezTo>
                    <a:cubicBezTo>
                      <a:pt x="1914" y="5"/>
                      <a:pt x="1009" y="413"/>
                      <a:pt x="285" y="1046"/>
                    </a:cubicBezTo>
                    <a:cubicBezTo>
                      <a:pt x="1" y="1259"/>
                      <a:pt x="245" y="1583"/>
                      <a:pt x="516" y="1583"/>
                    </a:cubicBezTo>
                    <a:cubicBezTo>
                      <a:pt x="591" y="1583"/>
                      <a:pt x="668" y="1558"/>
                      <a:pt x="737" y="1499"/>
                    </a:cubicBezTo>
                    <a:cubicBezTo>
                      <a:pt x="1371" y="1001"/>
                      <a:pt x="2141" y="775"/>
                      <a:pt x="2955" y="775"/>
                    </a:cubicBezTo>
                    <a:cubicBezTo>
                      <a:pt x="3770" y="775"/>
                      <a:pt x="4495" y="1001"/>
                      <a:pt x="5219" y="1363"/>
                    </a:cubicBezTo>
                    <a:cubicBezTo>
                      <a:pt x="5249" y="1376"/>
                      <a:pt x="5281" y="1381"/>
                      <a:pt x="5312" y="1381"/>
                    </a:cubicBezTo>
                    <a:cubicBezTo>
                      <a:pt x="5510" y="1381"/>
                      <a:pt x="5692" y="1152"/>
                      <a:pt x="5536" y="956"/>
                    </a:cubicBezTo>
                    <a:cubicBezTo>
                      <a:pt x="4904" y="283"/>
                      <a:pt x="3999" y="0"/>
                      <a:pt x="31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2"/>
              <p:cNvSpPr/>
              <p:nvPr/>
            </p:nvSpPr>
            <p:spPr>
              <a:xfrm>
                <a:off x="3090077" y="1753350"/>
                <a:ext cx="93475" cy="143125"/>
              </a:xfrm>
              <a:custGeom>
                <a:rect b="b" l="l" r="r" t="t"/>
                <a:pathLst>
                  <a:path extrusionOk="0" h="5725" w="3739">
                    <a:moveTo>
                      <a:pt x="310" y="0"/>
                    </a:moveTo>
                    <a:cubicBezTo>
                      <a:pt x="151" y="0"/>
                      <a:pt x="1" y="103"/>
                      <a:pt x="1" y="323"/>
                    </a:cubicBezTo>
                    <a:cubicBezTo>
                      <a:pt x="91" y="1409"/>
                      <a:pt x="408" y="2496"/>
                      <a:pt x="997" y="3447"/>
                    </a:cubicBezTo>
                    <a:cubicBezTo>
                      <a:pt x="1268" y="3945"/>
                      <a:pt x="1585" y="4352"/>
                      <a:pt x="1947" y="4759"/>
                    </a:cubicBezTo>
                    <a:cubicBezTo>
                      <a:pt x="2355" y="5167"/>
                      <a:pt x="2807" y="5484"/>
                      <a:pt x="3351" y="5710"/>
                    </a:cubicBezTo>
                    <a:cubicBezTo>
                      <a:pt x="3375" y="5720"/>
                      <a:pt x="3399" y="5724"/>
                      <a:pt x="3422" y="5724"/>
                    </a:cubicBezTo>
                    <a:cubicBezTo>
                      <a:pt x="3612" y="5724"/>
                      <a:pt x="3739" y="5419"/>
                      <a:pt x="3577" y="5257"/>
                    </a:cubicBezTo>
                    <a:cubicBezTo>
                      <a:pt x="2898" y="4578"/>
                      <a:pt x="2174" y="3899"/>
                      <a:pt x="1676" y="3084"/>
                    </a:cubicBezTo>
                    <a:cubicBezTo>
                      <a:pt x="1133" y="2224"/>
                      <a:pt x="770" y="1274"/>
                      <a:pt x="680" y="323"/>
                    </a:cubicBezTo>
                    <a:cubicBezTo>
                      <a:pt x="657" y="114"/>
                      <a:pt x="478" y="0"/>
                      <a:pt x="3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1" name="Google Shape;2151;p2"/>
              <p:cNvSpPr/>
              <p:nvPr/>
            </p:nvSpPr>
            <p:spPr>
              <a:xfrm>
                <a:off x="4421677" y="1362550"/>
                <a:ext cx="99600" cy="151025"/>
              </a:xfrm>
              <a:custGeom>
                <a:rect b="b" l="l" r="r" t="t"/>
                <a:pathLst>
                  <a:path extrusionOk="0" h="6041" w="3984">
                    <a:moveTo>
                      <a:pt x="465" y="0"/>
                    </a:moveTo>
                    <a:cubicBezTo>
                      <a:pt x="205" y="0"/>
                      <a:pt x="0" y="204"/>
                      <a:pt x="154" y="473"/>
                    </a:cubicBezTo>
                    <a:cubicBezTo>
                      <a:pt x="426" y="926"/>
                      <a:pt x="833" y="1288"/>
                      <a:pt x="1150" y="1695"/>
                    </a:cubicBezTo>
                    <a:lnTo>
                      <a:pt x="1150" y="1741"/>
                    </a:lnTo>
                    <a:cubicBezTo>
                      <a:pt x="1512" y="2103"/>
                      <a:pt x="1784" y="2555"/>
                      <a:pt x="2100" y="3008"/>
                    </a:cubicBezTo>
                    <a:cubicBezTo>
                      <a:pt x="2644" y="3868"/>
                      <a:pt x="3142" y="4819"/>
                      <a:pt x="3413" y="5860"/>
                    </a:cubicBezTo>
                    <a:cubicBezTo>
                      <a:pt x="3449" y="5986"/>
                      <a:pt x="3550" y="6040"/>
                      <a:pt x="3655" y="6040"/>
                    </a:cubicBezTo>
                    <a:cubicBezTo>
                      <a:pt x="3814" y="6040"/>
                      <a:pt x="3984" y="5915"/>
                      <a:pt x="3956" y="5724"/>
                    </a:cubicBezTo>
                    <a:cubicBezTo>
                      <a:pt x="3685" y="4638"/>
                      <a:pt x="3368" y="3551"/>
                      <a:pt x="2780" y="2555"/>
                    </a:cubicBezTo>
                    <a:cubicBezTo>
                      <a:pt x="2508" y="2103"/>
                      <a:pt x="2191" y="1650"/>
                      <a:pt x="1874" y="1197"/>
                    </a:cubicBezTo>
                    <a:cubicBezTo>
                      <a:pt x="1512" y="745"/>
                      <a:pt x="1105" y="292"/>
                      <a:pt x="607" y="20"/>
                    </a:cubicBezTo>
                    <a:cubicBezTo>
                      <a:pt x="559" y="7"/>
                      <a:pt x="511" y="0"/>
                      <a:pt x="4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2" name="Google Shape;2152;p2"/>
              <p:cNvSpPr/>
              <p:nvPr/>
            </p:nvSpPr>
            <p:spPr>
              <a:xfrm>
                <a:off x="4312352" y="1220725"/>
                <a:ext cx="50950" cy="42800"/>
              </a:xfrm>
              <a:custGeom>
                <a:rect b="b" l="l" r="r" t="t"/>
                <a:pathLst>
                  <a:path extrusionOk="0" h="1712" w="2038">
                    <a:moveTo>
                      <a:pt x="187" y="1"/>
                    </a:moveTo>
                    <a:cubicBezTo>
                      <a:pt x="147" y="1"/>
                      <a:pt x="113" y="12"/>
                      <a:pt x="91" y="35"/>
                    </a:cubicBezTo>
                    <a:cubicBezTo>
                      <a:pt x="0" y="80"/>
                      <a:pt x="0" y="171"/>
                      <a:pt x="45" y="261"/>
                    </a:cubicBezTo>
                    <a:cubicBezTo>
                      <a:pt x="136" y="397"/>
                      <a:pt x="226" y="533"/>
                      <a:pt x="317" y="668"/>
                    </a:cubicBezTo>
                    <a:cubicBezTo>
                      <a:pt x="407" y="804"/>
                      <a:pt x="543" y="940"/>
                      <a:pt x="679" y="1076"/>
                    </a:cubicBezTo>
                    <a:cubicBezTo>
                      <a:pt x="951" y="1302"/>
                      <a:pt x="1268" y="1529"/>
                      <a:pt x="1584" y="1664"/>
                    </a:cubicBezTo>
                    <a:cubicBezTo>
                      <a:pt x="1633" y="1696"/>
                      <a:pt x="1686" y="1712"/>
                      <a:pt x="1740" y="1712"/>
                    </a:cubicBezTo>
                    <a:cubicBezTo>
                      <a:pt x="1837" y="1712"/>
                      <a:pt x="1933" y="1662"/>
                      <a:pt x="1992" y="1574"/>
                    </a:cubicBezTo>
                    <a:cubicBezTo>
                      <a:pt x="2037" y="1438"/>
                      <a:pt x="2037" y="1257"/>
                      <a:pt x="1856" y="1166"/>
                    </a:cubicBezTo>
                    <a:cubicBezTo>
                      <a:pt x="1584" y="985"/>
                      <a:pt x="1313" y="804"/>
                      <a:pt x="1041" y="623"/>
                    </a:cubicBezTo>
                    <a:cubicBezTo>
                      <a:pt x="1041" y="623"/>
                      <a:pt x="996" y="578"/>
                      <a:pt x="951" y="578"/>
                    </a:cubicBezTo>
                    <a:cubicBezTo>
                      <a:pt x="951" y="578"/>
                      <a:pt x="951" y="578"/>
                      <a:pt x="951" y="533"/>
                    </a:cubicBezTo>
                    <a:lnTo>
                      <a:pt x="905" y="533"/>
                    </a:lnTo>
                    <a:cubicBezTo>
                      <a:pt x="815" y="442"/>
                      <a:pt x="770" y="397"/>
                      <a:pt x="679" y="352"/>
                    </a:cubicBezTo>
                    <a:cubicBezTo>
                      <a:pt x="589" y="261"/>
                      <a:pt x="589" y="261"/>
                      <a:pt x="498" y="216"/>
                    </a:cubicBezTo>
                    <a:cubicBezTo>
                      <a:pt x="453" y="171"/>
                      <a:pt x="362" y="80"/>
                      <a:pt x="317" y="35"/>
                    </a:cubicBezTo>
                    <a:cubicBezTo>
                      <a:pt x="272" y="12"/>
                      <a:pt x="226" y="1"/>
                      <a:pt x="1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2"/>
              <p:cNvSpPr/>
              <p:nvPr/>
            </p:nvSpPr>
            <p:spPr>
              <a:xfrm>
                <a:off x="3164777" y="720650"/>
                <a:ext cx="259200" cy="268925"/>
              </a:xfrm>
              <a:custGeom>
                <a:rect b="b" l="l" r="r" t="t"/>
                <a:pathLst>
                  <a:path extrusionOk="0" h="10757" w="10368">
                    <a:moveTo>
                      <a:pt x="8858" y="0"/>
                    </a:moveTo>
                    <a:cubicBezTo>
                      <a:pt x="8639" y="0"/>
                      <a:pt x="8426" y="15"/>
                      <a:pt x="8239" y="29"/>
                    </a:cubicBezTo>
                    <a:cubicBezTo>
                      <a:pt x="7515" y="74"/>
                      <a:pt x="6791" y="255"/>
                      <a:pt x="6157" y="482"/>
                    </a:cubicBezTo>
                    <a:cubicBezTo>
                      <a:pt x="4844" y="934"/>
                      <a:pt x="3622" y="1749"/>
                      <a:pt x="2717" y="2790"/>
                    </a:cubicBezTo>
                    <a:cubicBezTo>
                      <a:pt x="906" y="4873"/>
                      <a:pt x="1" y="8041"/>
                      <a:pt x="1313" y="10577"/>
                    </a:cubicBezTo>
                    <a:cubicBezTo>
                      <a:pt x="1367" y="10702"/>
                      <a:pt x="1478" y="10757"/>
                      <a:pt x="1590" y="10757"/>
                    </a:cubicBezTo>
                    <a:cubicBezTo>
                      <a:pt x="1759" y="10757"/>
                      <a:pt x="1929" y="10632"/>
                      <a:pt x="1902" y="10441"/>
                    </a:cubicBezTo>
                    <a:cubicBezTo>
                      <a:pt x="1766" y="8041"/>
                      <a:pt x="2038" y="5552"/>
                      <a:pt x="3667" y="3650"/>
                    </a:cubicBezTo>
                    <a:cubicBezTo>
                      <a:pt x="4482" y="2745"/>
                      <a:pt x="5478" y="2066"/>
                      <a:pt x="6610" y="1659"/>
                    </a:cubicBezTo>
                    <a:cubicBezTo>
                      <a:pt x="7198" y="1432"/>
                      <a:pt x="7741" y="1296"/>
                      <a:pt x="8330" y="1206"/>
                    </a:cubicBezTo>
                    <a:cubicBezTo>
                      <a:pt x="8873" y="1115"/>
                      <a:pt x="9598" y="1251"/>
                      <a:pt x="10095" y="979"/>
                    </a:cubicBezTo>
                    <a:cubicBezTo>
                      <a:pt x="10277" y="844"/>
                      <a:pt x="10367" y="527"/>
                      <a:pt x="10141" y="346"/>
                    </a:cubicBezTo>
                    <a:cubicBezTo>
                      <a:pt x="9831" y="67"/>
                      <a:pt x="9331" y="0"/>
                      <a:pt x="88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4" name="Google Shape;2154;p2"/>
              <p:cNvSpPr/>
              <p:nvPr/>
            </p:nvSpPr>
            <p:spPr>
              <a:xfrm>
                <a:off x="3127427" y="735475"/>
                <a:ext cx="85725" cy="345100"/>
              </a:xfrm>
              <a:custGeom>
                <a:rect b="b" l="l" r="r" t="t"/>
                <a:pathLst>
                  <a:path extrusionOk="0" h="13804" w="3429">
                    <a:moveTo>
                      <a:pt x="2972" y="0"/>
                    </a:moveTo>
                    <a:cubicBezTo>
                      <a:pt x="2895" y="0"/>
                      <a:pt x="2820" y="34"/>
                      <a:pt x="2762" y="115"/>
                    </a:cubicBezTo>
                    <a:cubicBezTo>
                      <a:pt x="1087" y="2197"/>
                      <a:pt x="318" y="4642"/>
                      <a:pt x="91" y="7267"/>
                    </a:cubicBezTo>
                    <a:lnTo>
                      <a:pt x="136" y="7267"/>
                    </a:lnTo>
                    <a:cubicBezTo>
                      <a:pt x="46" y="8490"/>
                      <a:pt x="1" y="9802"/>
                      <a:pt x="272" y="10979"/>
                    </a:cubicBezTo>
                    <a:cubicBezTo>
                      <a:pt x="544" y="12021"/>
                      <a:pt x="1132" y="13424"/>
                      <a:pt x="2264" y="13786"/>
                    </a:cubicBezTo>
                    <a:cubicBezTo>
                      <a:pt x="2294" y="13798"/>
                      <a:pt x="2326" y="13804"/>
                      <a:pt x="2357" y="13804"/>
                    </a:cubicBezTo>
                    <a:cubicBezTo>
                      <a:pt x="2557" y="13804"/>
                      <a:pt x="2750" y="13569"/>
                      <a:pt x="2672" y="13333"/>
                    </a:cubicBezTo>
                    <a:cubicBezTo>
                      <a:pt x="2581" y="12881"/>
                      <a:pt x="2309" y="12473"/>
                      <a:pt x="2128" y="12021"/>
                    </a:cubicBezTo>
                    <a:cubicBezTo>
                      <a:pt x="1947" y="11477"/>
                      <a:pt x="1766" y="10979"/>
                      <a:pt x="1630" y="10436"/>
                    </a:cubicBezTo>
                    <a:cubicBezTo>
                      <a:pt x="1449" y="9395"/>
                      <a:pt x="1404" y="8263"/>
                      <a:pt x="1449" y="7177"/>
                    </a:cubicBezTo>
                    <a:cubicBezTo>
                      <a:pt x="1585" y="4913"/>
                      <a:pt x="1992" y="2424"/>
                      <a:pt x="3260" y="522"/>
                    </a:cubicBezTo>
                    <a:cubicBezTo>
                      <a:pt x="3429" y="286"/>
                      <a:pt x="3196" y="0"/>
                      <a:pt x="29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5" name="Google Shape;2155;p2"/>
              <p:cNvSpPr/>
              <p:nvPr/>
            </p:nvSpPr>
            <p:spPr>
              <a:xfrm>
                <a:off x="3057252" y="905550"/>
                <a:ext cx="13625" cy="65950"/>
              </a:xfrm>
              <a:custGeom>
                <a:rect b="b" l="l" r="r" t="t"/>
                <a:pathLst>
                  <a:path extrusionOk="0" h="2638" w="545">
                    <a:moveTo>
                      <a:pt x="295" y="0"/>
                    </a:moveTo>
                    <a:cubicBezTo>
                      <a:pt x="171" y="0"/>
                      <a:pt x="46" y="80"/>
                      <a:pt x="46" y="238"/>
                    </a:cubicBezTo>
                    <a:lnTo>
                      <a:pt x="1" y="238"/>
                    </a:lnTo>
                    <a:cubicBezTo>
                      <a:pt x="1" y="645"/>
                      <a:pt x="1" y="1008"/>
                      <a:pt x="1" y="1370"/>
                    </a:cubicBezTo>
                    <a:cubicBezTo>
                      <a:pt x="1" y="1551"/>
                      <a:pt x="46" y="1777"/>
                      <a:pt x="46" y="1958"/>
                    </a:cubicBezTo>
                    <a:cubicBezTo>
                      <a:pt x="46" y="2139"/>
                      <a:pt x="92" y="2320"/>
                      <a:pt x="92" y="2501"/>
                    </a:cubicBezTo>
                    <a:cubicBezTo>
                      <a:pt x="114" y="2592"/>
                      <a:pt x="193" y="2637"/>
                      <a:pt x="273" y="2637"/>
                    </a:cubicBezTo>
                    <a:cubicBezTo>
                      <a:pt x="352" y="2637"/>
                      <a:pt x="431" y="2592"/>
                      <a:pt x="454" y="2501"/>
                    </a:cubicBezTo>
                    <a:cubicBezTo>
                      <a:pt x="499" y="2320"/>
                      <a:pt x="499" y="2139"/>
                      <a:pt x="499" y="1958"/>
                    </a:cubicBezTo>
                    <a:cubicBezTo>
                      <a:pt x="499" y="1777"/>
                      <a:pt x="544" y="1551"/>
                      <a:pt x="544" y="1370"/>
                    </a:cubicBezTo>
                    <a:cubicBezTo>
                      <a:pt x="544" y="1008"/>
                      <a:pt x="544" y="600"/>
                      <a:pt x="544" y="238"/>
                    </a:cubicBezTo>
                    <a:cubicBezTo>
                      <a:pt x="544" y="80"/>
                      <a:pt x="420" y="0"/>
                      <a:pt x="29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2"/>
              <p:cNvSpPr/>
              <p:nvPr/>
            </p:nvSpPr>
            <p:spPr>
              <a:xfrm>
                <a:off x="3634727" y="756125"/>
                <a:ext cx="99325" cy="158650"/>
              </a:xfrm>
              <a:custGeom>
                <a:rect b="b" l="l" r="r" t="t"/>
                <a:pathLst>
                  <a:path extrusionOk="0" h="6346" w="3973">
                    <a:moveTo>
                      <a:pt x="370" y="1"/>
                    </a:moveTo>
                    <a:cubicBezTo>
                      <a:pt x="137" y="1"/>
                      <a:pt x="0" y="370"/>
                      <a:pt x="261" y="556"/>
                    </a:cubicBezTo>
                    <a:cubicBezTo>
                      <a:pt x="1166" y="1190"/>
                      <a:pt x="1755" y="2050"/>
                      <a:pt x="2207" y="3046"/>
                    </a:cubicBezTo>
                    <a:lnTo>
                      <a:pt x="2207" y="3001"/>
                    </a:lnTo>
                    <a:cubicBezTo>
                      <a:pt x="2434" y="3499"/>
                      <a:pt x="2569" y="3997"/>
                      <a:pt x="2660" y="4495"/>
                    </a:cubicBezTo>
                    <a:cubicBezTo>
                      <a:pt x="2705" y="4721"/>
                      <a:pt x="2750" y="4948"/>
                      <a:pt x="2750" y="5174"/>
                    </a:cubicBezTo>
                    <a:cubicBezTo>
                      <a:pt x="2796" y="5491"/>
                      <a:pt x="2750" y="5853"/>
                      <a:pt x="2932" y="6124"/>
                    </a:cubicBezTo>
                    <a:cubicBezTo>
                      <a:pt x="3040" y="6277"/>
                      <a:pt x="3181" y="6346"/>
                      <a:pt x="3322" y="6346"/>
                    </a:cubicBezTo>
                    <a:cubicBezTo>
                      <a:pt x="3475" y="6346"/>
                      <a:pt x="3629" y="6266"/>
                      <a:pt x="3746" y="6124"/>
                    </a:cubicBezTo>
                    <a:cubicBezTo>
                      <a:pt x="3973" y="5853"/>
                      <a:pt x="3882" y="5445"/>
                      <a:pt x="3882" y="5129"/>
                    </a:cubicBezTo>
                    <a:cubicBezTo>
                      <a:pt x="3837" y="4812"/>
                      <a:pt x="3792" y="4495"/>
                      <a:pt x="3701" y="4178"/>
                    </a:cubicBezTo>
                    <a:cubicBezTo>
                      <a:pt x="3565" y="3635"/>
                      <a:pt x="3339" y="3046"/>
                      <a:pt x="3022" y="2548"/>
                    </a:cubicBezTo>
                    <a:cubicBezTo>
                      <a:pt x="2434" y="1507"/>
                      <a:pt x="1528" y="647"/>
                      <a:pt x="532" y="58"/>
                    </a:cubicBezTo>
                    <a:cubicBezTo>
                      <a:pt x="476" y="18"/>
                      <a:pt x="421" y="1"/>
                      <a:pt x="3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7" name="Google Shape;2157;p2"/>
              <p:cNvSpPr/>
              <p:nvPr/>
            </p:nvSpPr>
            <p:spPr>
              <a:xfrm>
                <a:off x="3728377" y="798025"/>
                <a:ext cx="33975" cy="77325"/>
              </a:xfrm>
              <a:custGeom>
                <a:rect b="b" l="l" r="r" t="t"/>
                <a:pathLst>
                  <a:path extrusionOk="0" h="3093" w="1359">
                    <a:moveTo>
                      <a:pt x="456" y="1"/>
                    </a:moveTo>
                    <a:cubicBezTo>
                      <a:pt x="424" y="1"/>
                      <a:pt x="393" y="5"/>
                      <a:pt x="363" y="12"/>
                    </a:cubicBezTo>
                    <a:cubicBezTo>
                      <a:pt x="136" y="57"/>
                      <a:pt x="0" y="284"/>
                      <a:pt x="91" y="465"/>
                    </a:cubicBezTo>
                    <a:lnTo>
                      <a:pt x="408" y="1778"/>
                    </a:lnTo>
                    <a:cubicBezTo>
                      <a:pt x="453" y="2004"/>
                      <a:pt x="544" y="2230"/>
                      <a:pt x="634" y="2457"/>
                    </a:cubicBezTo>
                    <a:cubicBezTo>
                      <a:pt x="725" y="2638"/>
                      <a:pt x="815" y="2864"/>
                      <a:pt x="951" y="3045"/>
                    </a:cubicBezTo>
                    <a:cubicBezTo>
                      <a:pt x="999" y="3077"/>
                      <a:pt x="1053" y="3092"/>
                      <a:pt x="1104" y="3092"/>
                    </a:cubicBezTo>
                    <a:cubicBezTo>
                      <a:pt x="1198" y="3092"/>
                      <a:pt x="1284" y="3042"/>
                      <a:pt x="1313" y="2955"/>
                    </a:cubicBezTo>
                    <a:cubicBezTo>
                      <a:pt x="1358" y="2728"/>
                      <a:pt x="1313" y="2502"/>
                      <a:pt x="1313" y="2276"/>
                    </a:cubicBezTo>
                    <a:cubicBezTo>
                      <a:pt x="1268" y="2004"/>
                      <a:pt x="1223" y="1778"/>
                      <a:pt x="1177" y="1551"/>
                    </a:cubicBezTo>
                    <a:cubicBezTo>
                      <a:pt x="1042" y="1144"/>
                      <a:pt x="906" y="691"/>
                      <a:pt x="815" y="284"/>
                    </a:cubicBezTo>
                    <a:cubicBezTo>
                      <a:pt x="777" y="95"/>
                      <a:pt x="614" y="1"/>
                      <a:pt x="4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8" name="Google Shape;2158;p2"/>
              <p:cNvSpPr/>
              <p:nvPr/>
            </p:nvSpPr>
            <p:spPr>
              <a:xfrm>
                <a:off x="4019227" y="787800"/>
                <a:ext cx="47150" cy="123700"/>
              </a:xfrm>
              <a:custGeom>
                <a:rect b="b" l="l" r="r" t="t"/>
                <a:pathLst>
                  <a:path extrusionOk="0" h="4948" w="1886">
                    <a:moveTo>
                      <a:pt x="1133" y="0"/>
                    </a:moveTo>
                    <a:cubicBezTo>
                      <a:pt x="948" y="0"/>
                      <a:pt x="772" y="85"/>
                      <a:pt x="679" y="285"/>
                    </a:cubicBezTo>
                    <a:cubicBezTo>
                      <a:pt x="0" y="1689"/>
                      <a:pt x="136" y="3273"/>
                      <a:pt x="544" y="4767"/>
                    </a:cubicBezTo>
                    <a:cubicBezTo>
                      <a:pt x="580" y="4893"/>
                      <a:pt x="673" y="4947"/>
                      <a:pt x="769" y="4947"/>
                    </a:cubicBezTo>
                    <a:cubicBezTo>
                      <a:pt x="915" y="4947"/>
                      <a:pt x="1069" y="4822"/>
                      <a:pt x="1042" y="4631"/>
                    </a:cubicBezTo>
                    <a:cubicBezTo>
                      <a:pt x="861" y="3273"/>
                      <a:pt x="1313" y="2006"/>
                      <a:pt x="1766" y="738"/>
                    </a:cubicBezTo>
                    <a:cubicBezTo>
                      <a:pt x="1885" y="320"/>
                      <a:pt x="1492" y="0"/>
                      <a:pt x="1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2"/>
              <p:cNvSpPr/>
              <p:nvPr/>
            </p:nvSpPr>
            <p:spPr>
              <a:xfrm>
                <a:off x="3976227" y="812800"/>
                <a:ext cx="22650" cy="52300"/>
              </a:xfrm>
              <a:custGeom>
                <a:rect b="b" l="l" r="r" t="t"/>
                <a:pathLst>
                  <a:path extrusionOk="0" h="2092" w="906">
                    <a:moveTo>
                      <a:pt x="562" y="1"/>
                    </a:moveTo>
                    <a:cubicBezTo>
                      <a:pt x="407" y="1"/>
                      <a:pt x="266" y="118"/>
                      <a:pt x="227" y="236"/>
                    </a:cubicBezTo>
                    <a:cubicBezTo>
                      <a:pt x="136" y="462"/>
                      <a:pt x="91" y="689"/>
                      <a:pt x="45" y="915"/>
                    </a:cubicBezTo>
                    <a:cubicBezTo>
                      <a:pt x="0" y="1187"/>
                      <a:pt x="0" y="1458"/>
                      <a:pt x="45" y="1730"/>
                    </a:cubicBezTo>
                    <a:cubicBezTo>
                      <a:pt x="45" y="1820"/>
                      <a:pt x="91" y="1911"/>
                      <a:pt x="136" y="1956"/>
                    </a:cubicBezTo>
                    <a:lnTo>
                      <a:pt x="136" y="2001"/>
                    </a:lnTo>
                    <a:cubicBezTo>
                      <a:pt x="227" y="2047"/>
                      <a:pt x="317" y="2092"/>
                      <a:pt x="408" y="2092"/>
                    </a:cubicBezTo>
                    <a:cubicBezTo>
                      <a:pt x="589" y="2092"/>
                      <a:pt x="770" y="1911"/>
                      <a:pt x="770" y="1730"/>
                    </a:cubicBezTo>
                    <a:cubicBezTo>
                      <a:pt x="725" y="1504"/>
                      <a:pt x="770" y="1277"/>
                      <a:pt x="770" y="1051"/>
                    </a:cubicBezTo>
                    <a:cubicBezTo>
                      <a:pt x="770" y="960"/>
                      <a:pt x="770" y="915"/>
                      <a:pt x="770" y="870"/>
                    </a:cubicBezTo>
                    <a:cubicBezTo>
                      <a:pt x="770" y="824"/>
                      <a:pt x="770" y="824"/>
                      <a:pt x="770" y="779"/>
                    </a:cubicBezTo>
                    <a:cubicBezTo>
                      <a:pt x="815" y="643"/>
                      <a:pt x="815" y="508"/>
                      <a:pt x="860" y="417"/>
                    </a:cubicBezTo>
                    <a:cubicBezTo>
                      <a:pt x="906" y="236"/>
                      <a:pt x="815" y="55"/>
                      <a:pt x="634" y="10"/>
                    </a:cubicBezTo>
                    <a:cubicBezTo>
                      <a:pt x="610" y="4"/>
                      <a:pt x="585" y="1"/>
                      <a:pt x="5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0" name="Google Shape;2160;p2"/>
              <p:cNvSpPr/>
              <p:nvPr/>
            </p:nvSpPr>
            <p:spPr>
              <a:xfrm>
                <a:off x="3356025" y="643525"/>
                <a:ext cx="170200" cy="36075"/>
              </a:xfrm>
              <a:custGeom>
                <a:rect b="b" l="l" r="r" t="t"/>
                <a:pathLst>
                  <a:path extrusionOk="0" h="1443" w="6808">
                    <a:moveTo>
                      <a:pt x="4140" y="1"/>
                    </a:moveTo>
                    <a:cubicBezTo>
                      <a:pt x="3871" y="1"/>
                      <a:pt x="3602" y="12"/>
                      <a:pt x="3333" y="36"/>
                    </a:cubicBezTo>
                    <a:cubicBezTo>
                      <a:pt x="2338" y="126"/>
                      <a:pt x="1206" y="352"/>
                      <a:pt x="346" y="850"/>
                    </a:cubicBezTo>
                    <a:cubicBezTo>
                      <a:pt x="1" y="1023"/>
                      <a:pt x="231" y="1442"/>
                      <a:pt x="528" y="1442"/>
                    </a:cubicBezTo>
                    <a:cubicBezTo>
                      <a:pt x="542" y="1442"/>
                      <a:pt x="557" y="1441"/>
                      <a:pt x="572" y="1439"/>
                    </a:cubicBezTo>
                    <a:cubicBezTo>
                      <a:pt x="1070" y="1348"/>
                      <a:pt x="1568" y="1213"/>
                      <a:pt x="2021" y="1122"/>
                    </a:cubicBezTo>
                    <a:cubicBezTo>
                      <a:pt x="2473" y="1031"/>
                      <a:pt x="2971" y="941"/>
                      <a:pt x="3424" y="896"/>
                    </a:cubicBezTo>
                    <a:cubicBezTo>
                      <a:pt x="3789" y="879"/>
                      <a:pt x="4147" y="869"/>
                      <a:pt x="4502" y="869"/>
                    </a:cubicBezTo>
                    <a:cubicBezTo>
                      <a:pt x="5116" y="869"/>
                      <a:pt x="5719" y="900"/>
                      <a:pt x="6321" y="986"/>
                    </a:cubicBezTo>
                    <a:cubicBezTo>
                      <a:pt x="6334" y="988"/>
                      <a:pt x="6347" y="988"/>
                      <a:pt x="6360" y="988"/>
                    </a:cubicBezTo>
                    <a:cubicBezTo>
                      <a:pt x="6734" y="988"/>
                      <a:pt x="6808" y="350"/>
                      <a:pt x="6457" y="262"/>
                    </a:cubicBezTo>
                    <a:cubicBezTo>
                      <a:pt x="5685" y="94"/>
                      <a:pt x="4913" y="1"/>
                      <a:pt x="41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1" name="Google Shape;2161;p2"/>
              <p:cNvSpPr/>
              <p:nvPr/>
            </p:nvSpPr>
            <p:spPr>
              <a:xfrm>
                <a:off x="3115277" y="666200"/>
                <a:ext cx="67650" cy="79025"/>
              </a:xfrm>
              <a:custGeom>
                <a:rect b="b" l="l" r="r" t="t"/>
                <a:pathLst>
                  <a:path extrusionOk="0" h="3161" w="2706">
                    <a:moveTo>
                      <a:pt x="2401" y="1"/>
                    </a:moveTo>
                    <a:cubicBezTo>
                      <a:pt x="2350" y="1"/>
                      <a:pt x="2297" y="23"/>
                      <a:pt x="2252" y="79"/>
                    </a:cubicBezTo>
                    <a:cubicBezTo>
                      <a:pt x="1845" y="487"/>
                      <a:pt x="1437" y="985"/>
                      <a:pt x="1075" y="1437"/>
                    </a:cubicBezTo>
                    <a:cubicBezTo>
                      <a:pt x="894" y="1664"/>
                      <a:pt x="713" y="1890"/>
                      <a:pt x="532" y="2162"/>
                    </a:cubicBezTo>
                    <a:cubicBezTo>
                      <a:pt x="351" y="2388"/>
                      <a:pt x="215" y="2660"/>
                      <a:pt x="34" y="2931"/>
                    </a:cubicBezTo>
                    <a:cubicBezTo>
                      <a:pt x="0" y="3033"/>
                      <a:pt x="93" y="3160"/>
                      <a:pt x="199" y="3160"/>
                    </a:cubicBezTo>
                    <a:cubicBezTo>
                      <a:pt x="235" y="3160"/>
                      <a:pt x="272" y="3146"/>
                      <a:pt x="306" y="3112"/>
                    </a:cubicBezTo>
                    <a:cubicBezTo>
                      <a:pt x="487" y="2886"/>
                      <a:pt x="668" y="2660"/>
                      <a:pt x="849" y="2433"/>
                    </a:cubicBezTo>
                    <a:cubicBezTo>
                      <a:pt x="1030" y="2207"/>
                      <a:pt x="1211" y="1935"/>
                      <a:pt x="1392" y="1709"/>
                    </a:cubicBezTo>
                    <a:cubicBezTo>
                      <a:pt x="1754" y="1256"/>
                      <a:pt x="2162" y="804"/>
                      <a:pt x="2569" y="351"/>
                    </a:cubicBezTo>
                    <a:cubicBezTo>
                      <a:pt x="2706" y="214"/>
                      <a:pt x="2559" y="1"/>
                      <a:pt x="24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2"/>
              <p:cNvSpPr/>
              <p:nvPr/>
            </p:nvSpPr>
            <p:spPr>
              <a:xfrm>
                <a:off x="4012427" y="1151700"/>
                <a:ext cx="64550" cy="18975"/>
              </a:xfrm>
              <a:custGeom>
                <a:rect b="b" l="l" r="r" t="t"/>
                <a:pathLst>
                  <a:path extrusionOk="0" h="759" w="2582">
                    <a:moveTo>
                      <a:pt x="838" y="0"/>
                    </a:moveTo>
                    <a:cubicBezTo>
                      <a:pt x="669" y="0"/>
                      <a:pt x="499" y="12"/>
                      <a:pt x="318" y="34"/>
                    </a:cubicBezTo>
                    <a:cubicBezTo>
                      <a:pt x="137" y="80"/>
                      <a:pt x="1" y="170"/>
                      <a:pt x="1" y="351"/>
                    </a:cubicBezTo>
                    <a:cubicBezTo>
                      <a:pt x="1" y="487"/>
                      <a:pt x="137" y="623"/>
                      <a:pt x="318" y="623"/>
                    </a:cubicBezTo>
                    <a:cubicBezTo>
                      <a:pt x="635" y="623"/>
                      <a:pt x="997" y="623"/>
                      <a:pt x="1314" y="668"/>
                    </a:cubicBezTo>
                    <a:cubicBezTo>
                      <a:pt x="1495" y="668"/>
                      <a:pt x="1630" y="713"/>
                      <a:pt x="1857" y="713"/>
                    </a:cubicBezTo>
                    <a:cubicBezTo>
                      <a:pt x="1902" y="759"/>
                      <a:pt x="1993" y="759"/>
                      <a:pt x="2083" y="759"/>
                    </a:cubicBezTo>
                    <a:lnTo>
                      <a:pt x="2355" y="759"/>
                    </a:lnTo>
                    <a:cubicBezTo>
                      <a:pt x="2536" y="713"/>
                      <a:pt x="2581" y="487"/>
                      <a:pt x="2445" y="396"/>
                    </a:cubicBezTo>
                    <a:cubicBezTo>
                      <a:pt x="2174" y="125"/>
                      <a:pt x="1721" y="34"/>
                      <a:pt x="1359" y="34"/>
                    </a:cubicBezTo>
                    <a:cubicBezTo>
                      <a:pt x="1178" y="12"/>
                      <a:pt x="1008" y="0"/>
                      <a:pt x="8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3" name="Google Shape;2163;p2"/>
              <p:cNvSpPr/>
              <p:nvPr/>
            </p:nvSpPr>
            <p:spPr>
              <a:xfrm>
                <a:off x="3715927" y="1025800"/>
                <a:ext cx="50950" cy="48725"/>
              </a:xfrm>
              <a:custGeom>
                <a:rect b="b" l="l" r="r" t="t"/>
                <a:pathLst>
                  <a:path extrusionOk="0" h="1949" w="2038">
                    <a:moveTo>
                      <a:pt x="1721" y="0"/>
                    </a:moveTo>
                    <a:cubicBezTo>
                      <a:pt x="1675" y="0"/>
                      <a:pt x="1630" y="0"/>
                      <a:pt x="1585" y="45"/>
                    </a:cubicBezTo>
                    <a:cubicBezTo>
                      <a:pt x="1494" y="45"/>
                      <a:pt x="1449" y="91"/>
                      <a:pt x="1404" y="136"/>
                    </a:cubicBezTo>
                    <a:cubicBezTo>
                      <a:pt x="1313" y="181"/>
                      <a:pt x="1268" y="227"/>
                      <a:pt x="1177" y="272"/>
                    </a:cubicBezTo>
                    <a:cubicBezTo>
                      <a:pt x="1087" y="317"/>
                      <a:pt x="996" y="362"/>
                      <a:pt x="906" y="453"/>
                    </a:cubicBezTo>
                    <a:cubicBezTo>
                      <a:pt x="861" y="498"/>
                      <a:pt x="770" y="589"/>
                      <a:pt x="725" y="634"/>
                    </a:cubicBezTo>
                    <a:cubicBezTo>
                      <a:pt x="453" y="951"/>
                      <a:pt x="227" y="1268"/>
                      <a:pt x="91" y="1585"/>
                    </a:cubicBezTo>
                    <a:cubicBezTo>
                      <a:pt x="0" y="1720"/>
                      <a:pt x="46" y="1856"/>
                      <a:pt x="181" y="1901"/>
                    </a:cubicBezTo>
                    <a:cubicBezTo>
                      <a:pt x="214" y="1934"/>
                      <a:pt x="251" y="1949"/>
                      <a:pt x="291" y="1949"/>
                    </a:cubicBezTo>
                    <a:cubicBezTo>
                      <a:pt x="363" y="1949"/>
                      <a:pt x="440" y="1899"/>
                      <a:pt x="498" y="1811"/>
                    </a:cubicBezTo>
                    <a:cubicBezTo>
                      <a:pt x="544" y="1766"/>
                      <a:pt x="589" y="1675"/>
                      <a:pt x="634" y="1630"/>
                    </a:cubicBezTo>
                    <a:cubicBezTo>
                      <a:pt x="634" y="1630"/>
                      <a:pt x="679" y="1585"/>
                      <a:pt x="679" y="1585"/>
                    </a:cubicBezTo>
                    <a:cubicBezTo>
                      <a:pt x="679" y="1585"/>
                      <a:pt x="679" y="1585"/>
                      <a:pt x="679" y="1539"/>
                    </a:cubicBezTo>
                    <a:cubicBezTo>
                      <a:pt x="725" y="1494"/>
                      <a:pt x="770" y="1494"/>
                      <a:pt x="770" y="1449"/>
                    </a:cubicBezTo>
                    <a:cubicBezTo>
                      <a:pt x="906" y="1313"/>
                      <a:pt x="1042" y="1177"/>
                      <a:pt x="1132" y="1087"/>
                    </a:cubicBezTo>
                    <a:cubicBezTo>
                      <a:pt x="1223" y="1041"/>
                      <a:pt x="1268" y="951"/>
                      <a:pt x="1358" y="906"/>
                    </a:cubicBezTo>
                    <a:cubicBezTo>
                      <a:pt x="1404" y="860"/>
                      <a:pt x="1494" y="815"/>
                      <a:pt x="1540" y="724"/>
                    </a:cubicBezTo>
                    <a:cubicBezTo>
                      <a:pt x="1585" y="724"/>
                      <a:pt x="1585" y="679"/>
                      <a:pt x="1630" y="679"/>
                    </a:cubicBezTo>
                    <a:lnTo>
                      <a:pt x="1630" y="634"/>
                    </a:lnTo>
                    <a:lnTo>
                      <a:pt x="1675" y="634"/>
                    </a:lnTo>
                    <a:cubicBezTo>
                      <a:pt x="1721" y="589"/>
                      <a:pt x="1811" y="543"/>
                      <a:pt x="1856" y="498"/>
                    </a:cubicBezTo>
                    <a:cubicBezTo>
                      <a:pt x="1902" y="453"/>
                      <a:pt x="1902" y="408"/>
                      <a:pt x="1947" y="362"/>
                    </a:cubicBezTo>
                    <a:cubicBezTo>
                      <a:pt x="2038" y="227"/>
                      <a:pt x="1902" y="0"/>
                      <a:pt x="17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4" name="Google Shape;2164;p2"/>
              <p:cNvSpPr/>
              <p:nvPr/>
            </p:nvSpPr>
            <p:spPr>
              <a:xfrm>
                <a:off x="3824125" y="1039375"/>
                <a:ext cx="1175" cy="1150"/>
              </a:xfrm>
              <a:custGeom>
                <a:rect b="b" l="l" r="r" t="t"/>
                <a:pathLst>
                  <a:path extrusionOk="0" h="46" w="47">
                    <a:moveTo>
                      <a:pt x="1" y="0"/>
                    </a:moveTo>
                    <a:cubicBezTo>
                      <a:pt x="1" y="0"/>
                      <a:pt x="1" y="46"/>
                      <a:pt x="1" y="46"/>
                    </a:cubicBezTo>
                    <a:cubicBezTo>
                      <a:pt x="46" y="46"/>
                      <a:pt x="46" y="0"/>
                      <a:pt x="1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5" name="Google Shape;2165;p2"/>
              <p:cNvSpPr/>
              <p:nvPr/>
            </p:nvSpPr>
            <p:spPr>
              <a:xfrm>
                <a:off x="3230427" y="1379125"/>
                <a:ext cx="102475" cy="317500"/>
              </a:xfrm>
              <a:custGeom>
                <a:rect b="b" l="l" r="r" t="t"/>
                <a:pathLst>
                  <a:path extrusionOk="0" h="12700" w="4099">
                    <a:moveTo>
                      <a:pt x="3487" y="1"/>
                    </a:moveTo>
                    <a:cubicBezTo>
                      <a:pt x="3389" y="1"/>
                      <a:pt x="3292" y="38"/>
                      <a:pt x="3214" y="127"/>
                    </a:cubicBezTo>
                    <a:cubicBezTo>
                      <a:pt x="1766" y="1847"/>
                      <a:pt x="770" y="3839"/>
                      <a:pt x="317" y="6057"/>
                    </a:cubicBezTo>
                    <a:cubicBezTo>
                      <a:pt x="91" y="7144"/>
                      <a:pt x="0" y="8230"/>
                      <a:pt x="45" y="9362"/>
                    </a:cubicBezTo>
                    <a:cubicBezTo>
                      <a:pt x="45" y="9905"/>
                      <a:pt x="136" y="10448"/>
                      <a:pt x="226" y="10991"/>
                    </a:cubicBezTo>
                    <a:cubicBezTo>
                      <a:pt x="317" y="11535"/>
                      <a:pt x="453" y="12214"/>
                      <a:pt x="860" y="12576"/>
                    </a:cubicBezTo>
                    <a:cubicBezTo>
                      <a:pt x="976" y="12659"/>
                      <a:pt x="1099" y="12699"/>
                      <a:pt x="1214" y="12699"/>
                    </a:cubicBezTo>
                    <a:cubicBezTo>
                      <a:pt x="1412" y="12699"/>
                      <a:pt x="1589" y="12579"/>
                      <a:pt x="1675" y="12350"/>
                    </a:cubicBezTo>
                    <a:cubicBezTo>
                      <a:pt x="1856" y="11897"/>
                      <a:pt x="1675" y="11308"/>
                      <a:pt x="1630" y="10856"/>
                    </a:cubicBezTo>
                    <a:cubicBezTo>
                      <a:pt x="1539" y="10358"/>
                      <a:pt x="1494" y="9860"/>
                      <a:pt x="1449" y="9362"/>
                    </a:cubicBezTo>
                    <a:cubicBezTo>
                      <a:pt x="1403" y="8366"/>
                      <a:pt x="1449" y="7325"/>
                      <a:pt x="1585" y="6329"/>
                    </a:cubicBezTo>
                    <a:cubicBezTo>
                      <a:pt x="1947" y="4292"/>
                      <a:pt x="2716" y="2345"/>
                      <a:pt x="3893" y="625"/>
                    </a:cubicBezTo>
                    <a:cubicBezTo>
                      <a:pt x="4098" y="352"/>
                      <a:pt x="3788" y="1"/>
                      <a:pt x="34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6" name="Google Shape;2166;p2"/>
              <p:cNvSpPr/>
              <p:nvPr/>
            </p:nvSpPr>
            <p:spPr>
              <a:xfrm>
                <a:off x="3283827" y="1448025"/>
                <a:ext cx="80800" cy="116075"/>
              </a:xfrm>
              <a:custGeom>
                <a:rect b="b" l="l" r="r" t="t"/>
                <a:pathLst>
                  <a:path extrusionOk="0" h="4643" w="3232">
                    <a:moveTo>
                      <a:pt x="3002" y="0"/>
                    </a:moveTo>
                    <a:cubicBezTo>
                      <a:pt x="2966" y="0"/>
                      <a:pt x="2928" y="13"/>
                      <a:pt x="2889" y="42"/>
                    </a:cubicBezTo>
                    <a:cubicBezTo>
                      <a:pt x="2527" y="268"/>
                      <a:pt x="2255" y="540"/>
                      <a:pt x="1984" y="857"/>
                    </a:cubicBezTo>
                    <a:cubicBezTo>
                      <a:pt x="1712" y="1219"/>
                      <a:pt x="1395" y="1536"/>
                      <a:pt x="1169" y="1898"/>
                    </a:cubicBezTo>
                    <a:cubicBezTo>
                      <a:pt x="716" y="2622"/>
                      <a:pt x="354" y="3437"/>
                      <a:pt x="82" y="4252"/>
                    </a:cubicBezTo>
                    <a:cubicBezTo>
                      <a:pt x="1" y="4496"/>
                      <a:pt x="196" y="4643"/>
                      <a:pt x="395" y="4643"/>
                    </a:cubicBezTo>
                    <a:cubicBezTo>
                      <a:pt x="528" y="4643"/>
                      <a:pt x="662" y="4578"/>
                      <a:pt x="716" y="4433"/>
                    </a:cubicBezTo>
                    <a:cubicBezTo>
                      <a:pt x="988" y="3663"/>
                      <a:pt x="1350" y="2939"/>
                      <a:pt x="1802" y="2260"/>
                    </a:cubicBezTo>
                    <a:cubicBezTo>
                      <a:pt x="2029" y="1943"/>
                      <a:pt x="2210" y="1581"/>
                      <a:pt x="2436" y="1264"/>
                    </a:cubicBezTo>
                    <a:cubicBezTo>
                      <a:pt x="2708" y="947"/>
                      <a:pt x="2934" y="630"/>
                      <a:pt x="3161" y="313"/>
                    </a:cubicBezTo>
                    <a:cubicBezTo>
                      <a:pt x="3232" y="171"/>
                      <a:pt x="3135" y="0"/>
                      <a:pt x="30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7" name="Google Shape;2167;p2"/>
              <p:cNvSpPr/>
              <p:nvPr/>
            </p:nvSpPr>
            <p:spPr>
              <a:xfrm>
                <a:off x="3352652" y="1493125"/>
                <a:ext cx="46975" cy="73950"/>
              </a:xfrm>
              <a:custGeom>
                <a:rect b="b" l="l" r="r" t="t"/>
                <a:pathLst>
                  <a:path extrusionOk="0" h="2958" w="1879">
                    <a:moveTo>
                      <a:pt x="1652" y="0"/>
                    </a:moveTo>
                    <a:cubicBezTo>
                      <a:pt x="1613" y="0"/>
                      <a:pt x="1573" y="15"/>
                      <a:pt x="1539" y="49"/>
                    </a:cubicBezTo>
                    <a:cubicBezTo>
                      <a:pt x="1177" y="411"/>
                      <a:pt x="860" y="818"/>
                      <a:pt x="634" y="1271"/>
                    </a:cubicBezTo>
                    <a:cubicBezTo>
                      <a:pt x="408" y="1723"/>
                      <a:pt x="181" y="2176"/>
                      <a:pt x="0" y="2674"/>
                    </a:cubicBezTo>
                    <a:cubicBezTo>
                      <a:pt x="0" y="2810"/>
                      <a:pt x="45" y="2946"/>
                      <a:pt x="181" y="2946"/>
                    </a:cubicBezTo>
                    <a:cubicBezTo>
                      <a:pt x="206" y="2954"/>
                      <a:pt x="230" y="2958"/>
                      <a:pt x="251" y="2958"/>
                    </a:cubicBezTo>
                    <a:cubicBezTo>
                      <a:pt x="349" y="2958"/>
                      <a:pt x="416" y="2884"/>
                      <a:pt x="453" y="2810"/>
                    </a:cubicBezTo>
                    <a:cubicBezTo>
                      <a:pt x="634" y="2357"/>
                      <a:pt x="860" y="1905"/>
                      <a:pt x="1087" y="1497"/>
                    </a:cubicBezTo>
                    <a:cubicBezTo>
                      <a:pt x="1313" y="1090"/>
                      <a:pt x="1585" y="637"/>
                      <a:pt x="1811" y="230"/>
                    </a:cubicBezTo>
                    <a:cubicBezTo>
                      <a:pt x="1879" y="128"/>
                      <a:pt x="1768" y="0"/>
                      <a:pt x="16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8" name="Google Shape;2168;p2"/>
              <p:cNvSpPr/>
              <p:nvPr/>
            </p:nvSpPr>
            <p:spPr>
              <a:xfrm>
                <a:off x="3850252" y="1526700"/>
                <a:ext cx="58750" cy="36250"/>
              </a:xfrm>
              <a:custGeom>
                <a:rect b="b" l="l" r="r" t="t"/>
                <a:pathLst>
                  <a:path extrusionOk="0" h="1450" w="2350">
                    <a:moveTo>
                      <a:pt x="2124" y="0"/>
                    </a:moveTo>
                    <a:cubicBezTo>
                      <a:pt x="2101" y="0"/>
                      <a:pt x="2077" y="6"/>
                      <a:pt x="2051" y="18"/>
                    </a:cubicBezTo>
                    <a:cubicBezTo>
                      <a:pt x="1916" y="64"/>
                      <a:pt x="1735" y="109"/>
                      <a:pt x="1554" y="199"/>
                    </a:cubicBezTo>
                    <a:cubicBezTo>
                      <a:pt x="1418" y="290"/>
                      <a:pt x="1237" y="380"/>
                      <a:pt x="1101" y="471"/>
                    </a:cubicBezTo>
                    <a:cubicBezTo>
                      <a:pt x="784" y="607"/>
                      <a:pt x="512" y="833"/>
                      <a:pt x="195" y="1014"/>
                    </a:cubicBezTo>
                    <a:cubicBezTo>
                      <a:pt x="1" y="1131"/>
                      <a:pt x="141" y="1449"/>
                      <a:pt x="357" y="1449"/>
                    </a:cubicBezTo>
                    <a:cubicBezTo>
                      <a:pt x="392" y="1449"/>
                      <a:pt x="429" y="1441"/>
                      <a:pt x="467" y="1422"/>
                    </a:cubicBezTo>
                    <a:cubicBezTo>
                      <a:pt x="784" y="1241"/>
                      <a:pt x="1056" y="1105"/>
                      <a:pt x="1372" y="924"/>
                    </a:cubicBezTo>
                    <a:cubicBezTo>
                      <a:pt x="1508" y="833"/>
                      <a:pt x="1689" y="743"/>
                      <a:pt x="1825" y="652"/>
                    </a:cubicBezTo>
                    <a:cubicBezTo>
                      <a:pt x="1961" y="562"/>
                      <a:pt x="2097" y="426"/>
                      <a:pt x="2233" y="290"/>
                    </a:cubicBezTo>
                    <a:cubicBezTo>
                      <a:pt x="2349" y="212"/>
                      <a:pt x="2265" y="0"/>
                      <a:pt x="21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9" name="Google Shape;2169;p2"/>
              <p:cNvSpPr/>
              <p:nvPr/>
            </p:nvSpPr>
            <p:spPr>
              <a:xfrm>
                <a:off x="3601627" y="1479525"/>
                <a:ext cx="674525" cy="208675"/>
              </a:xfrm>
              <a:custGeom>
                <a:rect b="b" l="l" r="r" t="t"/>
                <a:pathLst>
                  <a:path extrusionOk="0" h="8347" w="26981">
                    <a:moveTo>
                      <a:pt x="16478" y="0"/>
                    </a:moveTo>
                    <a:cubicBezTo>
                      <a:pt x="15994" y="0"/>
                      <a:pt x="15736" y="342"/>
                      <a:pt x="15437" y="683"/>
                    </a:cubicBezTo>
                    <a:cubicBezTo>
                      <a:pt x="15392" y="683"/>
                      <a:pt x="15392" y="683"/>
                      <a:pt x="15392" y="728"/>
                    </a:cubicBezTo>
                    <a:cubicBezTo>
                      <a:pt x="14486" y="1362"/>
                      <a:pt x="13626" y="2086"/>
                      <a:pt x="12676" y="2630"/>
                    </a:cubicBezTo>
                    <a:cubicBezTo>
                      <a:pt x="11499" y="3309"/>
                      <a:pt x="10231" y="3626"/>
                      <a:pt x="8918" y="3761"/>
                    </a:cubicBezTo>
                    <a:cubicBezTo>
                      <a:pt x="8435" y="3792"/>
                      <a:pt x="7958" y="3802"/>
                      <a:pt x="7481" y="3802"/>
                    </a:cubicBezTo>
                    <a:cubicBezTo>
                      <a:pt x="6529" y="3802"/>
                      <a:pt x="5583" y="3761"/>
                      <a:pt x="4618" y="3761"/>
                    </a:cubicBezTo>
                    <a:cubicBezTo>
                      <a:pt x="3169" y="3761"/>
                      <a:pt x="1720" y="3852"/>
                      <a:pt x="272" y="3942"/>
                    </a:cubicBezTo>
                    <a:cubicBezTo>
                      <a:pt x="0" y="3988"/>
                      <a:pt x="0" y="4350"/>
                      <a:pt x="272" y="4395"/>
                    </a:cubicBezTo>
                    <a:cubicBezTo>
                      <a:pt x="1811" y="4531"/>
                      <a:pt x="3350" y="4667"/>
                      <a:pt x="4935" y="4712"/>
                    </a:cubicBezTo>
                    <a:cubicBezTo>
                      <a:pt x="5831" y="4712"/>
                      <a:pt x="6744" y="4761"/>
                      <a:pt x="7663" y="4761"/>
                    </a:cubicBezTo>
                    <a:cubicBezTo>
                      <a:pt x="8275" y="4761"/>
                      <a:pt x="8891" y="4739"/>
                      <a:pt x="9507" y="4667"/>
                    </a:cubicBezTo>
                    <a:cubicBezTo>
                      <a:pt x="10231" y="4576"/>
                      <a:pt x="11046" y="4395"/>
                      <a:pt x="11815" y="4078"/>
                    </a:cubicBezTo>
                    <a:lnTo>
                      <a:pt x="11815" y="4078"/>
                    </a:lnTo>
                    <a:cubicBezTo>
                      <a:pt x="11745" y="4326"/>
                      <a:pt x="11923" y="4602"/>
                      <a:pt x="12177" y="4602"/>
                    </a:cubicBezTo>
                    <a:cubicBezTo>
                      <a:pt x="12248" y="4602"/>
                      <a:pt x="12325" y="4580"/>
                      <a:pt x="12404" y="4531"/>
                    </a:cubicBezTo>
                    <a:cubicBezTo>
                      <a:pt x="12676" y="4395"/>
                      <a:pt x="12902" y="4259"/>
                      <a:pt x="13173" y="4078"/>
                    </a:cubicBezTo>
                    <a:cubicBezTo>
                      <a:pt x="13298" y="4265"/>
                      <a:pt x="13486" y="4387"/>
                      <a:pt x="13680" y="4387"/>
                    </a:cubicBezTo>
                    <a:cubicBezTo>
                      <a:pt x="13768" y="4387"/>
                      <a:pt x="13858" y="4361"/>
                      <a:pt x="13943" y="4305"/>
                    </a:cubicBezTo>
                    <a:cubicBezTo>
                      <a:pt x="14441" y="3942"/>
                      <a:pt x="15029" y="3807"/>
                      <a:pt x="15618" y="3761"/>
                    </a:cubicBezTo>
                    <a:cubicBezTo>
                      <a:pt x="15799" y="3988"/>
                      <a:pt x="15980" y="4214"/>
                      <a:pt x="16161" y="4395"/>
                    </a:cubicBezTo>
                    <a:cubicBezTo>
                      <a:pt x="16478" y="4712"/>
                      <a:pt x="16840" y="5029"/>
                      <a:pt x="17202" y="5210"/>
                    </a:cubicBezTo>
                    <a:cubicBezTo>
                      <a:pt x="17429" y="5301"/>
                      <a:pt x="17655" y="5436"/>
                      <a:pt x="17881" y="5482"/>
                    </a:cubicBezTo>
                    <a:lnTo>
                      <a:pt x="18017" y="5482"/>
                    </a:lnTo>
                    <a:cubicBezTo>
                      <a:pt x="18108" y="5482"/>
                      <a:pt x="18198" y="5527"/>
                      <a:pt x="18289" y="5527"/>
                    </a:cubicBezTo>
                    <a:cubicBezTo>
                      <a:pt x="18379" y="5527"/>
                      <a:pt x="18515" y="5527"/>
                      <a:pt x="18651" y="5482"/>
                    </a:cubicBezTo>
                    <a:cubicBezTo>
                      <a:pt x="18923" y="5436"/>
                      <a:pt x="19058" y="4984"/>
                      <a:pt x="18832" y="4803"/>
                    </a:cubicBezTo>
                    <a:lnTo>
                      <a:pt x="18832" y="4757"/>
                    </a:lnTo>
                    <a:cubicBezTo>
                      <a:pt x="18742" y="4712"/>
                      <a:pt x="18651" y="4621"/>
                      <a:pt x="18560" y="4576"/>
                    </a:cubicBezTo>
                    <a:cubicBezTo>
                      <a:pt x="18515" y="4531"/>
                      <a:pt x="18470" y="4531"/>
                      <a:pt x="18425" y="4486"/>
                    </a:cubicBezTo>
                    <a:cubicBezTo>
                      <a:pt x="18379" y="4440"/>
                      <a:pt x="18334" y="4440"/>
                      <a:pt x="18289" y="4395"/>
                    </a:cubicBezTo>
                    <a:cubicBezTo>
                      <a:pt x="18153" y="4305"/>
                      <a:pt x="17972" y="4214"/>
                      <a:pt x="17836" y="4124"/>
                    </a:cubicBezTo>
                    <a:cubicBezTo>
                      <a:pt x="17700" y="4033"/>
                      <a:pt x="17565" y="3942"/>
                      <a:pt x="17429" y="3852"/>
                    </a:cubicBezTo>
                    <a:cubicBezTo>
                      <a:pt x="17746" y="3852"/>
                      <a:pt x="18108" y="3897"/>
                      <a:pt x="18425" y="3897"/>
                    </a:cubicBezTo>
                    <a:cubicBezTo>
                      <a:pt x="18651" y="4033"/>
                      <a:pt x="18877" y="4124"/>
                      <a:pt x="19104" y="4214"/>
                    </a:cubicBezTo>
                    <a:cubicBezTo>
                      <a:pt x="19131" y="4225"/>
                      <a:pt x="19157" y="4230"/>
                      <a:pt x="19182" y="4230"/>
                    </a:cubicBezTo>
                    <a:cubicBezTo>
                      <a:pt x="19359" y="4230"/>
                      <a:pt x="19449" y="3971"/>
                      <a:pt x="19330" y="3852"/>
                    </a:cubicBezTo>
                    <a:cubicBezTo>
                      <a:pt x="19285" y="3807"/>
                      <a:pt x="19194" y="3761"/>
                      <a:pt x="19149" y="3716"/>
                    </a:cubicBezTo>
                    <a:cubicBezTo>
                      <a:pt x="19194" y="3716"/>
                      <a:pt x="19194" y="3716"/>
                      <a:pt x="19239" y="3671"/>
                    </a:cubicBezTo>
                    <a:cubicBezTo>
                      <a:pt x="19645" y="3914"/>
                      <a:pt x="20124" y="4085"/>
                      <a:pt x="20578" y="4085"/>
                    </a:cubicBezTo>
                    <a:cubicBezTo>
                      <a:pt x="20630" y="4085"/>
                      <a:pt x="20682" y="4083"/>
                      <a:pt x="20733" y="4078"/>
                    </a:cubicBezTo>
                    <a:lnTo>
                      <a:pt x="20779" y="4078"/>
                    </a:lnTo>
                    <a:cubicBezTo>
                      <a:pt x="21322" y="4440"/>
                      <a:pt x="21910" y="4667"/>
                      <a:pt x="22544" y="4893"/>
                    </a:cubicBezTo>
                    <a:cubicBezTo>
                      <a:pt x="23268" y="5165"/>
                      <a:pt x="24038" y="5391"/>
                      <a:pt x="24626" y="5934"/>
                    </a:cubicBezTo>
                    <a:cubicBezTo>
                      <a:pt x="24943" y="6251"/>
                      <a:pt x="25170" y="6613"/>
                      <a:pt x="25351" y="7021"/>
                    </a:cubicBezTo>
                    <a:cubicBezTo>
                      <a:pt x="25441" y="7247"/>
                      <a:pt x="25532" y="7428"/>
                      <a:pt x="25622" y="7609"/>
                    </a:cubicBezTo>
                    <a:cubicBezTo>
                      <a:pt x="25758" y="7881"/>
                      <a:pt x="25894" y="8017"/>
                      <a:pt x="26120" y="8198"/>
                    </a:cubicBezTo>
                    <a:cubicBezTo>
                      <a:pt x="26239" y="8301"/>
                      <a:pt x="26362" y="8347"/>
                      <a:pt x="26476" y="8347"/>
                    </a:cubicBezTo>
                    <a:cubicBezTo>
                      <a:pt x="26710" y="8347"/>
                      <a:pt x="26905" y="8155"/>
                      <a:pt x="26935" y="7881"/>
                    </a:cubicBezTo>
                    <a:cubicBezTo>
                      <a:pt x="26980" y="7609"/>
                      <a:pt x="26980" y="7428"/>
                      <a:pt x="26890" y="7157"/>
                    </a:cubicBezTo>
                    <a:cubicBezTo>
                      <a:pt x="26845" y="6885"/>
                      <a:pt x="26709" y="6659"/>
                      <a:pt x="26618" y="6432"/>
                    </a:cubicBezTo>
                    <a:cubicBezTo>
                      <a:pt x="26437" y="5980"/>
                      <a:pt x="26166" y="5617"/>
                      <a:pt x="25894" y="5255"/>
                    </a:cubicBezTo>
                    <a:cubicBezTo>
                      <a:pt x="25305" y="4576"/>
                      <a:pt x="24491" y="4124"/>
                      <a:pt x="23631" y="3852"/>
                    </a:cubicBezTo>
                    <a:cubicBezTo>
                      <a:pt x="22861" y="3580"/>
                      <a:pt x="22046" y="3399"/>
                      <a:pt x="21277" y="3173"/>
                    </a:cubicBezTo>
                    <a:cubicBezTo>
                      <a:pt x="20416" y="2856"/>
                      <a:pt x="19737" y="2177"/>
                      <a:pt x="19421" y="1317"/>
                    </a:cubicBezTo>
                    <a:cubicBezTo>
                      <a:pt x="19368" y="1194"/>
                      <a:pt x="19261" y="1139"/>
                      <a:pt x="19155" y="1139"/>
                    </a:cubicBezTo>
                    <a:cubicBezTo>
                      <a:pt x="18987" y="1139"/>
                      <a:pt x="18822" y="1276"/>
                      <a:pt x="18877" y="1498"/>
                    </a:cubicBezTo>
                    <a:cubicBezTo>
                      <a:pt x="18923" y="1679"/>
                      <a:pt x="18968" y="1860"/>
                      <a:pt x="19058" y="1996"/>
                    </a:cubicBezTo>
                    <a:cubicBezTo>
                      <a:pt x="18923" y="1951"/>
                      <a:pt x="18832" y="1860"/>
                      <a:pt x="18696" y="1770"/>
                    </a:cubicBezTo>
                    <a:cubicBezTo>
                      <a:pt x="18334" y="1453"/>
                      <a:pt x="18017" y="1181"/>
                      <a:pt x="17700" y="819"/>
                    </a:cubicBezTo>
                    <a:cubicBezTo>
                      <a:pt x="17383" y="457"/>
                      <a:pt x="17112" y="49"/>
                      <a:pt x="16569" y="4"/>
                    </a:cubicBezTo>
                    <a:cubicBezTo>
                      <a:pt x="16538" y="1"/>
                      <a:pt x="16507" y="0"/>
                      <a:pt x="164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0" name="Google Shape;2170;p2"/>
              <p:cNvSpPr/>
              <p:nvPr/>
            </p:nvSpPr>
            <p:spPr>
              <a:xfrm>
                <a:off x="4242177" y="1544350"/>
                <a:ext cx="59375" cy="66350"/>
              </a:xfrm>
              <a:custGeom>
                <a:rect b="b" l="l" r="r" t="t"/>
                <a:pathLst>
                  <a:path extrusionOk="0" h="2654" w="2375">
                    <a:moveTo>
                      <a:pt x="386" y="0"/>
                    </a:moveTo>
                    <a:cubicBezTo>
                      <a:pt x="331" y="0"/>
                      <a:pt x="277" y="11"/>
                      <a:pt x="227" y="37"/>
                    </a:cubicBezTo>
                    <a:cubicBezTo>
                      <a:pt x="46" y="172"/>
                      <a:pt x="0" y="399"/>
                      <a:pt x="91" y="580"/>
                    </a:cubicBezTo>
                    <a:cubicBezTo>
                      <a:pt x="317" y="942"/>
                      <a:pt x="544" y="1304"/>
                      <a:pt x="815" y="1666"/>
                    </a:cubicBezTo>
                    <a:cubicBezTo>
                      <a:pt x="951" y="1847"/>
                      <a:pt x="1087" y="2028"/>
                      <a:pt x="1268" y="2210"/>
                    </a:cubicBezTo>
                    <a:cubicBezTo>
                      <a:pt x="1449" y="2391"/>
                      <a:pt x="1630" y="2526"/>
                      <a:pt x="1856" y="2617"/>
                    </a:cubicBezTo>
                    <a:cubicBezTo>
                      <a:pt x="1906" y="2642"/>
                      <a:pt x="1956" y="2653"/>
                      <a:pt x="2003" y="2653"/>
                    </a:cubicBezTo>
                    <a:cubicBezTo>
                      <a:pt x="2214" y="2653"/>
                      <a:pt x="2375" y="2431"/>
                      <a:pt x="2264" y="2210"/>
                    </a:cubicBezTo>
                    <a:cubicBezTo>
                      <a:pt x="2219" y="2119"/>
                      <a:pt x="2173" y="2028"/>
                      <a:pt x="2128" y="1938"/>
                    </a:cubicBezTo>
                    <a:lnTo>
                      <a:pt x="2083" y="1938"/>
                    </a:lnTo>
                    <a:cubicBezTo>
                      <a:pt x="2037" y="1847"/>
                      <a:pt x="1947" y="1757"/>
                      <a:pt x="1902" y="1621"/>
                    </a:cubicBezTo>
                    <a:cubicBezTo>
                      <a:pt x="1721" y="1485"/>
                      <a:pt x="1585" y="1304"/>
                      <a:pt x="1449" y="1168"/>
                    </a:cubicBezTo>
                    <a:cubicBezTo>
                      <a:pt x="1404" y="1078"/>
                      <a:pt x="1358" y="987"/>
                      <a:pt x="1268" y="897"/>
                    </a:cubicBezTo>
                    <a:cubicBezTo>
                      <a:pt x="1268" y="897"/>
                      <a:pt x="1223" y="851"/>
                      <a:pt x="1223" y="851"/>
                    </a:cubicBezTo>
                    <a:cubicBezTo>
                      <a:pt x="1223" y="851"/>
                      <a:pt x="1223" y="806"/>
                      <a:pt x="1177" y="806"/>
                    </a:cubicBezTo>
                    <a:cubicBezTo>
                      <a:pt x="1177" y="761"/>
                      <a:pt x="1132" y="761"/>
                      <a:pt x="1132" y="716"/>
                    </a:cubicBezTo>
                    <a:cubicBezTo>
                      <a:pt x="996" y="535"/>
                      <a:pt x="860" y="354"/>
                      <a:pt x="770" y="172"/>
                    </a:cubicBezTo>
                    <a:cubicBezTo>
                      <a:pt x="672" y="75"/>
                      <a:pt x="527" y="0"/>
                      <a:pt x="3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1" name="Google Shape;2171;p2"/>
              <p:cNvSpPr/>
              <p:nvPr/>
            </p:nvSpPr>
            <p:spPr>
              <a:xfrm>
                <a:off x="3932077" y="1177725"/>
                <a:ext cx="285225" cy="284375"/>
              </a:xfrm>
              <a:custGeom>
                <a:rect b="b" l="l" r="r" t="t"/>
                <a:pathLst>
                  <a:path extrusionOk="0" h="11375" w="11409">
                    <a:moveTo>
                      <a:pt x="3696" y="1"/>
                    </a:moveTo>
                    <a:cubicBezTo>
                      <a:pt x="3181" y="1"/>
                      <a:pt x="2672" y="35"/>
                      <a:pt x="2174" y="125"/>
                    </a:cubicBezTo>
                    <a:cubicBezTo>
                      <a:pt x="1950" y="93"/>
                      <a:pt x="1726" y="61"/>
                      <a:pt x="1485" y="61"/>
                    </a:cubicBezTo>
                    <a:cubicBezTo>
                      <a:pt x="1386" y="61"/>
                      <a:pt x="1284" y="67"/>
                      <a:pt x="1178" y="80"/>
                    </a:cubicBezTo>
                    <a:cubicBezTo>
                      <a:pt x="680" y="216"/>
                      <a:pt x="272" y="578"/>
                      <a:pt x="137" y="1121"/>
                    </a:cubicBezTo>
                    <a:cubicBezTo>
                      <a:pt x="46" y="1347"/>
                      <a:pt x="137" y="1574"/>
                      <a:pt x="272" y="1755"/>
                    </a:cubicBezTo>
                    <a:cubicBezTo>
                      <a:pt x="272" y="1981"/>
                      <a:pt x="363" y="2207"/>
                      <a:pt x="589" y="2388"/>
                    </a:cubicBezTo>
                    <a:cubicBezTo>
                      <a:pt x="770" y="2479"/>
                      <a:pt x="951" y="2615"/>
                      <a:pt x="1087" y="2751"/>
                    </a:cubicBezTo>
                    <a:cubicBezTo>
                      <a:pt x="1087" y="2751"/>
                      <a:pt x="1087" y="2796"/>
                      <a:pt x="1087" y="2796"/>
                    </a:cubicBezTo>
                    <a:cubicBezTo>
                      <a:pt x="951" y="2977"/>
                      <a:pt x="816" y="3158"/>
                      <a:pt x="906" y="3430"/>
                    </a:cubicBezTo>
                    <a:cubicBezTo>
                      <a:pt x="1087" y="3837"/>
                      <a:pt x="1223" y="4290"/>
                      <a:pt x="1359" y="4697"/>
                    </a:cubicBezTo>
                    <a:cubicBezTo>
                      <a:pt x="1449" y="4924"/>
                      <a:pt x="1495" y="5105"/>
                      <a:pt x="1585" y="5331"/>
                    </a:cubicBezTo>
                    <a:cubicBezTo>
                      <a:pt x="1630" y="5422"/>
                      <a:pt x="1676" y="5467"/>
                      <a:pt x="1721" y="5557"/>
                    </a:cubicBezTo>
                    <a:cubicBezTo>
                      <a:pt x="1359" y="5738"/>
                      <a:pt x="861" y="5829"/>
                      <a:pt x="499" y="5919"/>
                    </a:cubicBezTo>
                    <a:cubicBezTo>
                      <a:pt x="46" y="6055"/>
                      <a:pt x="182" y="6689"/>
                      <a:pt x="589" y="6689"/>
                    </a:cubicBezTo>
                    <a:cubicBezTo>
                      <a:pt x="725" y="6689"/>
                      <a:pt x="816" y="6734"/>
                      <a:pt x="951" y="6734"/>
                    </a:cubicBezTo>
                    <a:cubicBezTo>
                      <a:pt x="951" y="6915"/>
                      <a:pt x="1087" y="7096"/>
                      <a:pt x="1268" y="7278"/>
                    </a:cubicBezTo>
                    <a:cubicBezTo>
                      <a:pt x="1495" y="7413"/>
                      <a:pt x="1721" y="7594"/>
                      <a:pt x="1947" y="7730"/>
                    </a:cubicBezTo>
                    <a:cubicBezTo>
                      <a:pt x="1766" y="7866"/>
                      <a:pt x="1630" y="8047"/>
                      <a:pt x="1495" y="8228"/>
                    </a:cubicBezTo>
                    <a:cubicBezTo>
                      <a:pt x="1359" y="8409"/>
                      <a:pt x="1178" y="8545"/>
                      <a:pt x="1042" y="8726"/>
                    </a:cubicBezTo>
                    <a:cubicBezTo>
                      <a:pt x="725" y="9043"/>
                      <a:pt x="453" y="9360"/>
                      <a:pt x="91" y="9632"/>
                    </a:cubicBezTo>
                    <a:cubicBezTo>
                      <a:pt x="1" y="9722"/>
                      <a:pt x="1" y="9948"/>
                      <a:pt x="91" y="10039"/>
                    </a:cubicBezTo>
                    <a:cubicBezTo>
                      <a:pt x="150" y="10127"/>
                      <a:pt x="246" y="10177"/>
                      <a:pt x="343" y="10177"/>
                    </a:cubicBezTo>
                    <a:cubicBezTo>
                      <a:pt x="397" y="10177"/>
                      <a:pt x="451" y="10162"/>
                      <a:pt x="499" y="10129"/>
                    </a:cubicBezTo>
                    <a:cubicBezTo>
                      <a:pt x="861" y="9903"/>
                      <a:pt x="1268" y="9586"/>
                      <a:pt x="1585" y="9269"/>
                    </a:cubicBezTo>
                    <a:cubicBezTo>
                      <a:pt x="1766" y="9088"/>
                      <a:pt x="1902" y="8952"/>
                      <a:pt x="2083" y="8771"/>
                    </a:cubicBezTo>
                    <a:cubicBezTo>
                      <a:pt x="2128" y="8636"/>
                      <a:pt x="2219" y="8545"/>
                      <a:pt x="2309" y="8455"/>
                    </a:cubicBezTo>
                    <a:cubicBezTo>
                      <a:pt x="2355" y="8319"/>
                      <a:pt x="2445" y="8183"/>
                      <a:pt x="2491" y="8092"/>
                    </a:cubicBezTo>
                    <a:lnTo>
                      <a:pt x="2491" y="8047"/>
                    </a:lnTo>
                    <a:cubicBezTo>
                      <a:pt x="2807" y="8228"/>
                      <a:pt x="3124" y="8409"/>
                      <a:pt x="3486" y="8545"/>
                    </a:cubicBezTo>
                    <a:cubicBezTo>
                      <a:pt x="3713" y="8590"/>
                      <a:pt x="3984" y="8636"/>
                      <a:pt x="4211" y="8681"/>
                    </a:cubicBezTo>
                    <a:cubicBezTo>
                      <a:pt x="4165" y="9043"/>
                      <a:pt x="4075" y="9450"/>
                      <a:pt x="4030" y="9813"/>
                    </a:cubicBezTo>
                    <a:cubicBezTo>
                      <a:pt x="3984" y="10084"/>
                      <a:pt x="3984" y="10311"/>
                      <a:pt x="3984" y="10582"/>
                    </a:cubicBezTo>
                    <a:cubicBezTo>
                      <a:pt x="4030" y="10809"/>
                      <a:pt x="4030" y="11125"/>
                      <a:pt x="4211" y="11306"/>
                    </a:cubicBezTo>
                    <a:cubicBezTo>
                      <a:pt x="4256" y="11352"/>
                      <a:pt x="4313" y="11374"/>
                      <a:pt x="4369" y="11374"/>
                    </a:cubicBezTo>
                    <a:cubicBezTo>
                      <a:pt x="4426" y="11374"/>
                      <a:pt x="4482" y="11352"/>
                      <a:pt x="4528" y="11306"/>
                    </a:cubicBezTo>
                    <a:cubicBezTo>
                      <a:pt x="4663" y="11125"/>
                      <a:pt x="4663" y="10809"/>
                      <a:pt x="4709" y="10582"/>
                    </a:cubicBezTo>
                    <a:cubicBezTo>
                      <a:pt x="4754" y="10356"/>
                      <a:pt x="4754" y="10084"/>
                      <a:pt x="4754" y="9858"/>
                    </a:cubicBezTo>
                    <a:cubicBezTo>
                      <a:pt x="4754" y="9450"/>
                      <a:pt x="4799" y="9088"/>
                      <a:pt x="4799" y="8681"/>
                    </a:cubicBezTo>
                    <a:cubicBezTo>
                      <a:pt x="4980" y="8681"/>
                      <a:pt x="5161" y="8681"/>
                      <a:pt x="5297" y="8636"/>
                    </a:cubicBezTo>
                    <a:cubicBezTo>
                      <a:pt x="5297" y="8862"/>
                      <a:pt x="5297" y="9088"/>
                      <a:pt x="5297" y="9315"/>
                    </a:cubicBezTo>
                    <a:cubicBezTo>
                      <a:pt x="5297" y="9722"/>
                      <a:pt x="5342" y="10129"/>
                      <a:pt x="5388" y="10537"/>
                    </a:cubicBezTo>
                    <a:cubicBezTo>
                      <a:pt x="5388" y="10695"/>
                      <a:pt x="5501" y="10775"/>
                      <a:pt x="5620" y="10775"/>
                    </a:cubicBezTo>
                    <a:cubicBezTo>
                      <a:pt x="5739" y="10775"/>
                      <a:pt x="5863" y="10695"/>
                      <a:pt x="5886" y="10537"/>
                    </a:cubicBezTo>
                    <a:cubicBezTo>
                      <a:pt x="5886" y="10129"/>
                      <a:pt x="5931" y="9722"/>
                      <a:pt x="5931" y="9315"/>
                    </a:cubicBezTo>
                    <a:cubicBezTo>
                      <a:pt x="5931" y="9043"/>
                      <a:pt x="5931" y="8817"/>
                      <a:pt x="5931" y="8545"/>
                    </a:cubicBezTo>
                    <a:lnTo>
                      <a:pt x="6021" y="8545"/>
                    </a:lnTo>
                    <a:cubicBezTo>
                      <a:pt x="6067" y="8500"/>
                      <a:pt x="6157" y="8500"/>
                      <a:pt x="6203" y="8500"/>
                    </a:cubicBezTo>
                    <a:cubicBezTo>
                      <a:pt x="6248" y="8636"/>
                      <a:pt x="6248" y="8817"/>
                      <a:pt x="6293" y="8952"/>
                    </a:cubicBezTo>
                    <a:cubicBezTo>
                      <a:pt x="6338" y="9088"/>
                      <a:pt x="6338" y="9224"/>
                      <a:pt x="6384" y="9360"/>
                    </a:cubicBezTo>
                    <a:cubicBezTo>
                      <a:pt x="6384" y="9496"/>
                      <a:pt x="6429" y="9632"/>
                      <a:pt x="6474" y="9767"/>
                    </a:cubicBezTo>
                    <a:cubicBezTo>
                      <a:pt x="6511" y="9879"/>
                      <a:pt x="6610" y="9960"/>
                      <a:pt x="6719" y="9960"/>
                    </a:cubicBezTo>
                    <a:cubicBezTo>
                      <a:pt x="6743" y="9960"/>
                      <a:pt x="6767" y="9956"/>
                      <a:pt x="6791" y="9948"/>
                    </a:cubicBezTo>
                    <a:cubicBezTo>
                      <a:pt x="6882" y="9948"/>
                      <a:pt x="6972" y="9858"/>
                      <a:pt x="6972" y="9722"/>
                    </a:cubicBezTo>
                    <a:cubicBezTo>
                      <a:pt x="6972" y="9541"/>
                      <a:pt x="6972" y="9405"/>
                      <a:pt x="6972" y="9224"/>
                    </a:cubicBezTo>
                    <a:cubicBezTo>
                      <a:pt x="6927" y="9088"/>
                      <a:pt x="6927" y="8952"/>
                      <a:pt x="6882" y="8817"/>
                    </a:cubicBezTo>
                    <a:cubicBezTo>
                      <a:pt x="6836" y="8636"/>
                      <a:pt x="6836" y="8500"/>
                      <a:pt x="6791" y="8319"/>
                    </a:cubicBezTo>
                    <a:cubicBezTo>
                      <a:pt x="6972" y="8228"/>
                      <a:pt x="7153" y="8183"/>
                      <a:pt x="7334" y="8047"/>
                    </a:cubicBezTo>
                    <a:cubicBezTo>
                      <a:pt x="7470" y="8364"/>
                      <a:pt x="7651" y="8636"/>
                      <a:pt x="7832" y="8907"/>
                    </a:cubicBezTo>
                    <a:cubicBezTo>
                      <a:pt x="8149" y="9360"/>
                      <a:pt x="8557" y="9903"/>
                      <a:pt x="9100" y="10129"/>
                    </a:cubicBezTo>
                    <a:cubicBezTo>
                      <a:pt x="9131" y="10142"/>
                      <a:pt x="9161" y="10148"/>
                      <a:pt x="9188" y="10148"/>
                    </a:cubicBezTo>
                    <a:cubicBezTo>
                      <a:pt x="9359" y="10148"/>
                      <a:pt x="9449" y="9930"/>
                      <a:pt x="9371" y="9813"/>
                    </a:cubicBezTo>
                    <a:cubicBezTo>
                      <a:pt x="9236" y="9541"/>
                      <a:pt x="9054" y="9360"/>
                      <a:pt x="8919" y="9179"/>
                    </a:cubicBezTo>
                    <a:cubicBezTo>
                      <a:pt x="8738" y="8952"/>
                      <a:pt x="8557" y="8771"/>
                      <a:pt x="8375" y="8545"/>
                    </a:cubicBezTo>
                    <a:cubicBezTo>
                      <a:pt x="8194" y="8273"/>
                      <a:pt x="8013" y="8002"/>
                      <a:pt x="7832" y="7730"/>
                    </a:cubicBezTo>
                    <a:cubicBezTo>
                      <a:pt x="7832" y="7685"/>
                      <a:pt x="7832" y="7685"/>
                      <a:pt x="7878" y="7685"/>
                    </a:cubicBezTo>
                    <a:cubicBezTo>
                      <a:pt x="8059" y="7504"/>
                      <a:pt x="8194" y="7323"/>
                      <a:pt x="8285" y="7096"/>
                    </a:cubicBezTo>
                    <a:cubicBezTo>
                      <a:pt x="8602" y="6734"/>
                      <a:pt x="8873" y="6327"/>
                      <a:pt x="9145" y="6010"/>
                    </a:cubicBezTo>
                    <a:cubicBezTo>
                      <a:pt x="9688" y="5376"/>
                      <a:pt x="10231" y="4788"/>
                      <a:pt x="10684" y="4109"/>
                    </a:cubicBezTo>
                    <a:cubicBezTo>
                      <a:pt x="11137" y="3565"/>
                      <a:pt x="11408" y="2886"/>
                      <a:pt x="11182" y="2162"/>
                    </a:cubicBezTo>
                    <a:cubicBezTo>
                      <a:pt x="10956" y="1574"/>
                      <a:pt x="10413" y="1166"/>
                      <a:pt x="9824" y="940"/>
                    </a:cubicBezTo>
                    <a:cubicBezTo>
                      <a:pt x="9190" y="714"/>
                      <a:pt x="8466" y="623"/>
                      <a:pt x="7787" y="487"/>
                    </a:cubicBezTo>
                    <a:cubicBezTo>
                      <a:pt x="6972" y="306"/>
                      <a:pt x="6112" y="170"/>
                      <a:pt x="5252" y="80"/>
                    </a:cubicBezTo>
                    <a:cubicBezTo>
                      <a:pt x="4731" y="35"/>
                      <a:pt x="4211" y="1"/>
                      <a:pt x="36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2" name="Google Shape;2172;p2"/>
              <p:cNvSpPr/>
              <p:nvPr/>
            </p:nvSpPr>
            <p:spPr>
              <a:xfrm>
                <a:off x="4148925" y="1369650"/>
                <a:ext cx="37075" cy="40725"/>
              </a:xfrm>
              <a:custGeom>
                <a:rect b="b" l="l" r="r" t="t"/>
                <a:pathLst>
                  <a:path extrusionOk="0" h="1629" w="1483">
                    <a:moveTo>
                      <a:pt x="206" y="1"/>
                    </a:moveTo>
                    <a:cubicBezTo>
                      <a:pt x="159" y="1"/>
                      <a:pt x="118" y="27"/>
                      <a:pt x="92" y="53"/>
                    </a:cubicBezTo>
                    <a:cubicBezTo>
                      <a:pt x="1" y="98"/>
                      <a:pt x="1" y="189"/>
                      <a:pt x="92" y="280"/>
                    </a:cubicBezTo>
                    <a:cubicBezTo>
                      <a:pt x="273" y="506"/>
                      <a:pt x="454" y="732"/>
                      <a:pt x="635" y="959"/>
                    </a:cubicBezTo>
                    <a:lnTo>
                      <a:pt x="906" y="1275"/>
                    </a:lnTo>
                    <a:cubicBezTo>
                      <a:pt x="997" y="1411"/>
                      <a:pt x="1133" y="1502"/>
                      <a:pt x="1269" y="1592"/>
                    </a:cubicBezTo>
                    <a:cubicBezTo>
                      <a:pt x="1294" y="1618"/>
                      <a:pt x="1323" y="1629"/>
                      <a:pt x="1350" y="1629"/>
                    </a:cubicBezTo>
                    <a:cubicBezTo>
                      <a:pt x="1421" y="1629"/>
                      <a:pt x="1482" y="1554"/>
                      <a:pt x="1450" y="1457"/>
                    </a:cubicBezTo>
                    <a:cubicBezTo>
                      <a:pt x="1359" y="1321"/>
                      <a:pt x="1269" y="1185"/>
                      <a:pt x="1178" y="1094"/>
                    </a:cubicBezTo>
                    <a:cubicBezTo>
                      <a:pt x="1087" y="959"/>
                      <a:pt x="997" y="868"/>
                      <a:pt x="906" y="732"/>
                    </a:cubicBezTo>
                    <a:cubicBezTo>
                      <a:pt x="680" y="506"/>
                      <a:pt x="499" y="280"/>
                      <a:pt x="318" y="53"/>
                    </a:cubicBezTo>
                    <a:cubicBezTo>
                      <a:pt x="280" y="15"/>
                      <a:pt x="241" y="1"/>
                      <a:pt x="206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3" name="Google Shape;2173;p2"/>
              <p:cNvSpPr/>
              <p:nvPr/>
            </p:nvSpPr>
            <p:spPr>
              <a:xfrm>
                <a:off x="3459977" y="1266625"/>
                <a:ext cx="98675" cy="40550"/>
              </a:xfrm>
              <a:custGeom>
                <a:rect b="b" l="l" r="r" t="t"/>
                <a:pathLst>
                  <a:path extrusionOk="0" h="1622" w="3947">
                    <a:moveTo>
                      <a:pt x="3490" y="1"/>
                    </a:moveTo>
                    <a:cubicBezTo>
                      <a:pt x="2968" y="1"/>
                      <a:pt x="2421" y="129"/>
                      <a:pt x="1909" y="326"/>
                    </a:cubicBezTo>
                    <a:cubicBezTo>
                      <a:pt x="1320" y="553"/>
                      <a:pt x="777" y="824"/>
                      <a:pt x="234" y="1141"/>
                    </a:cubicBezTo>
                    <a:cubicBezTo>
                      <a:pt x="0" y="1297"/>
                      <a:pt x="169" y="1621"/>
                      <a:pt x="394" y="1621"/>
                    </a:cubicBezTo>
                    <a:cubicBezTo>
                      <a:pt x="430" y="1621"/>
                      <a:pt x="468" y="1613"/>
                      <a:pt x="506" y="1594"/>
                    </a:cubicBezTo>
                    <a:cubicBezTo>
                      <a:pt x="1004" y="1277"/>
                      <a:pt x="1547" y="1051"/>
                      <a:pt x="2090" y="870"/>
                    </a:cubicBezTo>
                    <a:cubicBezTo>
                      <a:pt x="2679" y="689"/>
                      <a:pt x="3222" y="553"/>
                      <a:pt x="3765" y="326"/>
                    </a:cubicBezTo>
                    <a:cubicBezTo>
                      <a:pt x="3946" y="281"/>
                      <a:pt x="3946" y="9"/>
                      <a:pt x="3720" y="9"/>
                    </a:cubicBezTo>
                    <a:cubicBezTo>
                      <a:pt x="3644" y="4"/>
                      <a:pt x="3567" y="1"/>
                      <a:pt x="34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4" name="Google Shape;2174;p2"/>
              <p:cNvSpPr/>
              <p:nvPr/>
            </p:nvSpPr>
            <p:spPr>
              <a:xfrm>
                <a:off x="3223627" y="1783750"/>
                <a:ext cx="187800" cy="205825"/>
              </a:xfrm>
              <a:custGeom>
                <a:rect b="b" l="l" r="r" t="t"/>
                <a:pathLst>
                  <a:path extrusionOk="0" h="8233" w="7512">
                    <a:moveTo>
                      <a:pt x="428" y="0"/>
                    </a:moveTo>
                    <a:cubicBezTo>
                      <a:pt x="264" y="0"/>
                      <a:pt x="91" y="116"/>
                      <a:pt x="91" y="284"/>
                    </a:cubicBezTo>
                    <a:cubicBezTo>
                      <a:pt x="136" y="1235"/>
                      <a:pt x="1" y="2140"/>
                      <a:pt x="317" y="3045"/>
                    </a:cubicBezTo>
                    <a:cubicBezTo>
                      <a:pt x="589" y="3860"/>
                      <a:pt x="1132" y="4585"/>
                      <a:pt x="1766" y="5173"/>
                    </a:cubicBezTo>
                    <a:cubicBezTo>
                      <a:pt x="2445" y="5762"/>
                      <a:pt x="3260" y="6260"/>
                      <a:pt x="4075" y="6667"/>
                    </a:cubicBezTo>
                    <a:cubicBezTo>
                      <a:pt x="4754" y="6984"/>
                      <a:pt x="5569" y="7301"/>
                      <a:pt x="6021" y="7934"/>
                    </a:cubicBezTo>
                    <a:cubicBezTo>
                      <a:pt x="6189" y="8144"/>
                      <a:pt x="6408" y="8233"/>
                      <a:pt x="6618" y="8233"/>
                    </a:cubicBezTo>
                    <a:cubicBezTo>
                      <a:pt x="7089" y="8233"/>
                      <a:pt x="7511" y="7787"/>
                      <a:pt x="7198" y="7255"/>
                    </a:cubicBezTo>
                    <a:cubicBezTo>
                      <a:pt x="6791" y="6531"/>
                      <a:pt x="6067" y="6124"/>
                      <a:pt x="5342" y="5762"/>
                    </a:cubicBezTo>
                    <a:cubicBezTo>
                      <a:pt x="4527" y="5354"/>
                      <a:pt x="3713" y="4947"/>
                      <a:pt x="2943" y="4449"/>
                    </a:cubicBezTo>
                    <a:cubicBezTo>
                      <a:pt x="2309" y="3996"/>
                      <a:pt x="1766" y="3408"/>
                      <a:pt x="1449" y="2729"/>
                    </a:cubicBezTo>
                    <a:cubicBezTo>
                      <a:pt x="1042" y="1914"/>
                      <a:pt x="1087" y="963"/>
                      <a:pt x="680" y="148"/>
                    </a:cubicBezTo>
                    <a:cubicBezTo>
                      <a:pt x="628" y="44"/>
                      <a:pt x="530" y="0"/>
                      <a:pt x="4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5" name="Google Shape;2175;p2"/>
              <p:cNvSpPr/>
              <p:nvPr/>
            </p:nvSpPr>
            <p:spPr>
              <a:xfrm>
                <a:off x="3382077" y="1893325"/>
                <a:ext cx="63400" cy="80975"/>
              </a:xfrm>
              <a:custGeom>
                <a:rect b="b" l="l" r="r" t="t"/>
                <a:pathLst>
                  <a:path extrusionOk="0" h="3239" w="2536">
                    <a:moveTo>
                      <a:pt x="463" y="0"/>
                    </a:moveTo>
                    <a:cubicBezTo>
                      <a:pt x="397" y="0"/>
                      <a:pt x="332" y="20"/>
                      <a:pt x="272" y="66"/>
                    </a:cubicBezTo>
                    <a:cubicBezTo>
                      <a:pt x="91" y="156"/>
                      <a:pt x="0" y="428"/>
                      <a:pt x="136" y="609"/>
                    </a:cubicBezTo>
                    <a:cubicBezTo>
                      <a:pt x="408" y="1062"/>
                      <a:pt x="679" y="1469"/>
                      <a:pt x="951" y="1922"/>
                    </a:cubicBezTo>
                    <a:cubicBezTo>
                      <a:pt x="1222" y="2329"/>
                      <a:pt x="1494" y="2827"/>
                      <a:pt x="1901" y="3144"/>
                    </a:cubicBezTo>
                    <a:cubicBezTo>
                      <a:pt x="1985" y="3200"/>
                      <a:pt x="2069" y="3239"/>
                      <a:pt x="2153" y="3239"/>
                    </a:cubicBezTo>
                    <a:cubicBezTo>
                      <a:pt x="2205" y="3239"/>
                      <a:pt x="2257" y="3224"/>
                      <a:pt x="2309" y="3189"/>
                    </a:cubicBezTo>
                    <a:cubicBezTo>
                      <a:pt x="2445" y="3144"/>
                      <a:pt x="2535" y="2963"/>
                      <a:pt x="2490" y="2827"/>
                    </a:cubicBezTo>
                    <a:cubicBezTo>
                      <a:pt x="2309" y="2329"/>
                      <a:pt x="1992" y="1877"/>
                      <a:pt x="1720" y="1469"/>
                    </a:cubicBezTo>
                    <a:lnTo>
                      <a:pt x="815" y="202"/>
                    </a:lnTo>
                    <a:cubicBezTo>
                      <a:pt x="724" y="81"/>
                      <a:pt x="594" y="0"/>
                      <a:pt x="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6" name="Google Shape;2176;p2"/>
              <p:cNvSpPr/>
              <p:nvPr/>
            </p:nvSpPr>
            <p:spPr>
              <a:xfrm>
                <a:off x="3472102" y="1872075"/>
                <a:ext cx="115975" cy="136975"/>
              </a:xfrm>
              <a:custGeom>
                <a:rect b="b" l="l" r="r" t="t"/>
                <a:pathLst>
                  <a:path extrusionOk="0" h="5479" w="4639">
                    <a:moveTo>
                      <a:pt x="561" y="0"/>
                    </a:moveTo>
                    <a:cubicBezTo>
                      <a:pt x="247" y="0"/>
                      <a:pt x="0" y="372"/>
                      <a:pt x="247" y="689"/>
                    </a:cubicBezTo>
                    <a:cubicBezTo>
                      <a:pt x="971" y="1504"/>
                      <a:pt x="1696" y="2319"/>
                      <a:pt x="2239" y="3270"/>
                    </a:cubicBezTo>
                    <a:cubicBezTo>
                      <a:pt x="2510" y="3722"/>
                      <a:pt x="2601" y="4085"/>
                      <a:pt x="2827" y="4537"/>
                    </a:cubicBezTo>
                    <a:cubicBezTo>
                      <a:pt x="2918" y="4854"/>
                      <a:pt x="3099" y="5216"/>
                      <a:pt x="3416" y="5352"/>
                    </a:cubicBezTo>
                    <a:cubicBezTo>
                      <a:pt x="3558" y="5434"/>
                      <a:pt x="3719" y="5478"/>
                      <a:pt x="3877" y="5478"/>
                    </a:cubicBezTo>
                    <a:cubicBezTo>
                      <a:pt x="4071" y="5478"/>
                      <a:pt x="4262" y="5411"/>
                      <a:pt x="4412" y="5262"/>
                    </a:cubicBezTo>
                    <a:cubicBezTo>
                      <a:pt x="4548" y="5171"/>
                      <a:pt x="4638" y="4945"/>
                      <a:pt x="4548" y="4764"/>
                    </a:cubicBezTo>
                    <a:cubicBezTo>
                      <a:pt x="4548" y="4673"/>
                      <a:pt x="4502" y="4628"/>
                      <a:pt x="4457" y="4583"/>
                    </a:cubicBezTo>
                    <a:lnTo>
                      <a:pt x="4502" y="4583"/>
                    </a:lnTo>
                    <a:cubicBezTo>
                      <a:pt x="4502" y="4583"/>
                      <a:pt x="4412" y="4401"/>
                      <a:pt x="4366" y="4356"/>
                    </a:cubicBezTo>
                    <a:cubicBezTo>
                      <a:pt x="4321" y="4311"/>
                      <a:pt x="4231" y="4175"/>
                      <a:pt x="4231" y="4130"/>
                    </a:cubicBezTo>
                    <a:lnTo>
                      <a:pt x="4185" y="4130"/>
                    </a:lnTo>
                    <a:cubicBezTo>
                      <a:pt x="4140" y="4085"/>
                      <a:pt x="4140" y="4039"/>
                      <a:pt x="4095" y="3994"/>
                    </a:cubicBezTo>
                    <a:cubicBezTo>
                      <a:pt x="4050" y="3858"/>
                      <a:pt x="4004" y="3768"/>
                      <a:pt x="3959" y="3677"/>
                    </a:cubicBezTo>
                    <a:cubicBezTo>
                      <a:pt x="3733" y="3224"/>
                      <a:pt x="3461" y="2772"/>
                      <a:pt x="3144" y="2364"/>
                    </a:cubicBezTo>
                    <a:cubicBezTo>
                      <a:pt x="2465" y="1504"/>
                      <a:pt x="1650" y="825"/>
                      <a:pt x="835" y="101"/>
                    </a:cubicBezTo>
                    <a:cubicBezTo>
                      <a:pt x="745" y="31"/>
                      <a:pt x="650" y="0"/>
                      <a:pt x="5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7" name="Google Shape;2177;p2"/>
              <p:cNvSpPr/>
              <p:nvPr/>
            </p:nvSpPr>
            <p:spPr>
              <a:xfrm>
                <a:off x="3589177" y="1921400"/>
                <a:ext cx="27175" cy="68650"/>
              </a:xfrm>
              <a:custGeom>
                <a:rect b="b" l="l" r="r" t="t"/>
                <a:pathLst>
                  <a:path extrusionOk="0" h="2746" w="1087">
                    <a:moveTo>
                      <a:pt x="729" y="0"/>
                    </a:moveTo>
                    <a:cubicBezTo>
                      <a:pt x="646" y="0"/>
                      <a:pt x="563" y="26"/>
                      <a:pt x="498" y="74"/>
                    </a:cubicBezTo>
                    <a:cubicBezTo>
                      <a:pt x="317" y="210"/>
                      <a:pt x="272" y="437"/>
                      <a:pt x="227" y="663"/>
                    </a:cubicBezTo>
                    <a:cubicBezTo>
                      <a:pt x="136" y="799"/>
                      <a:pt x="91" y="980"/>
                      <a:pt x="91" y="1161"/>
                    </a:cubicBezTo>
                    <a:cubicBezTo>
                      <a:pt x="0" y="1523"/>
                      <a:pt x="0" y="1931"/>
                      <a:pt x="0" y="2293"/>
                    </a:cubicBezTo>
                    <a:cubicBezTo>
                      <a:pt x="0" y="2564"/>
                      <a:pt x="181" y="2745"/>
                      <a:pt x="453" y="2745"/>
                    </a:cubicBezTo>
                    <a:cubicBezTo>
                      <a:pt x="679" y="2745"/>
                      <a:pt x="860" y="2564"/>
                      <a:pt x="860" y="2338"/>
                    </a:cubicBezTo>
                    <a:cubicBezTo>
                      <a:pt x="860" y="2157"/>
                      <a:pt x="860" y="1976"/>
                      <a:pt x="906" y="1795"/>
                    </a:cubicBezTo>
                    <a:cubicBezTo>
                      <a:pt x="906" y="1704"/>
                      <a:pt x="906" y="1614"/>
                      <a:pt x="906" y="1568"/>
                    </a:cubicBezTo>
                    <a:cubicBezTo>
                      <a:pt x="906" y="1523"/>
                      <a:pt x="906" y="1523"/>
                      <a:pt x="951" y="1523"/>
                    </a:cubicBezTo>
                    <a:cubicBezTo>
                      <a:pt x="951" y="1478"/>
                      <a:pt x="951" y="1433"/>
                      <a:pt x="951" y="1387"/>
                    </a:cubicBezTo>
                    <a:cubicBezTo>
                      <a:pt x="951" y="1251"/>
                      <a:pt x="996" y="1161"/>
                      <a:pt x="996" y="1070"/>
                    </a:cubicBezTo>
                    <a:cubicBezTo>
                      <a:pt x="996" y="1025"/>
                      <a:pt x="996" y="1025"/>
                      <a:pt x="996" y="980"/>
                    </a:cubicBezTo>
                    <a:cubicBezTo>
                      <a:pt x="996" y="935"/>
                      <a:pt x="996" y="889"/>
                      <a:pt x="1041" y="889"/>
                    </a:cubicBezTo>
                    <a:lnTo>
                      <a:pt x="1087" y="618"/>
                    </a:lnTo>
                    <a:cubicBezTo>
                      <a:pt x="1087" y="572"/>
                      <a:pt x="1087" y="482"/>
                      <a:pt x="1087" y="437"/>
                    </a:cubicBezTo>
                    <a:cubicBezTo>
                      <a:pt x="1087" y="346"/>
                      <a:pt x="1087" y="301"/>
                      <a:pt x="1087" y="256"/>
                    </a:cubicBezTo>
                    <a:cubicBezTo>
                      <a:pt x="1029" y="81"/>
                      <a:pt x="878" y="0"/>
                      <a:pt x="7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8" name="Google Shape;2178;p2"/>
              <p:cNvSpPr/>
              <p:nvPr/>
            </p:nvSpPr>
            <p:spPr>
              <a:xfrm>
                <a:off x="3806452" y="1876675"/>
                <a:ext cx="125650" cy="133750"/>
              </a:xfrm>
              <a:custGeom>
                <a:rect b="b" l="l" r="r" t="t"/>
                <a:pathLst>
                  <a:path extrusionOk="0" h="5350" w="5026">
                    <a:moveTo>
                      <a:pt x="4520" y="1"/>
                    </a:moveTo>
                    <a:cubicBezTo>
                      <a:pt x="4493" y="1"/>
                      <a:pt x="4465" y="3"/>
                      <a:pt x="4437" y="7"/>
                    </a:cubicBezTo>
                    <a:cubicBezTo>
                      <a:pt x="3849" y="143"/>
                      <a:pt x="3441" y="732"/>
                      <a:pt x="3034" y="1094"/>
                    </a:cubicBezTo>
                    <a:lnTo>
                      <a:pt x="2989" y="1094"/>
                    </a:lnTo>
                    <a:cubicBezTo>
                      <a:pt x="2989" y="1094"/>
                      <a:pt x="2943" y="1139"/>
                      <a:pt x="2898" y="1139"/>
                    </a:cubicBezTo>
                    <a:lnTo>
                      <a:pt x="2943" y="1139"/>
                    </a:lnTo>
                    <a:cubicBezTo>
                      <a:pt x="2853" y="1184"/>
                      <a:pt x="2808" y="1230"/>
                      <a:pt x="2762" y="1275"/>
                    </a:cubicBezTo>
                    <a:cubicBezTo>
                      <a:pt x="2626" y="1320"/>
                      <a:pt x="2536" y="1411"/>
                      <a:pt x="2400" y="1501"/>
                    </a:cubicBezTo>
                    <a:cubicBezTo>
                      <a:pt x="2310" y="1547"/>
                      <a:pt x="2174" y="1637"/>
                      <a:pt x="2038" y="1682"/>
                    </a:cubicBezTo>
                    <a:cubicBezTo>
                      <a:pt x="1947" y="1728"/>
                      <a:pt x="1812" y="1818"/>
                      <a:pt x="1721" y="1818"/>
                    </a:cubicBezTo>
                    <a:cubicBezTo>
                      <a:pt x="1450" y="1954"/>
                      <a:pt x="1178" y="1999"/>
                      <a:pt x="906" y="2180"/>
                    </a:cubicBezTo>
                    <a:cubicBezTo>
                      <a:pt x="589" y="2361"/>
                      <a:pt x="408" y="2678"/>
                      <a:pt x="273" y="2995"/>
                    </a:cubicBezTo>
                    <a:cubicBezTo>
                      <a:pt x="46" y="3584"/>
                      <a:pt x="1" y="4308"/>
                      <a:pt x="46" y="4942"/>
                    </a:cubicBezTo>
                    <a:cubicBezTo>
                      <a:pt x="46" y="5168"/>
                      <a:pt x="182" y="5349"/>
                      <a:pt x="408" y="5349"/>
                    </a:cubicBezTo>
                    <a:cubicBezTo>
                      <a:pt x="680" y="5349"/>
                      <a:pt x="770" y="5168"/>
                      <a:pt x="816" y="4942"/>
                    </a:cubicBezTo>
                    <a:cubicBezTo>
                      <a:pt x="906" y="4399"/>
                      <a:pt x="1087" y="3855"/>
                      <a:pt x="1359" y="3357"/>
                    </a:cubicBezTo>
                    <a:cubicBezTo>
                      <a:pt x="1495" y="3176"/>
                      <a:pt x="1540" y="3176"/>
                      <a:pt x="1766" y="3086"/>
                    </a:cubicBezTo>
                    <a:cubicBezTo>
                      <a:pt x="2083" y="2995"/>
                      <a:pt x="2355" y="2905"/>
                      <a:pt x="2626" y="2769"/>
                    </a:cubicBezTo>
                    <a:cubicBezTo>
                      <a:pt x="3170" y="2543"/>
                      <a:pt x="3622" y="2271"/>
                      <a:pt x="4030" y="1909"/>
                    </a:cubicBezTo>
                    <a:cubicBezTo>
                      <a:pt x="4483" y="1547"/>
                      <a:pt x="5026" y="1049"/>
                      <a:pt x="4935" y="415"/>
                    </a:cubicBezTo>
                    <a:cubicBezTo>
                      <a:pt x="4935" y="171"/>
                      <a:pt x="4753" y="1"/>
                      <a:pt x="45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9" name="Google Shape;2179;p2"/>
              <p:cNvSpPr/>
              <p:nvPr/>
            </p:nvSpPr>
            <p:spPr>
              <a:xfrm>
                <a:off x="3952452" y="1906775"/>
                <a:ext cx="74725" cy="50450"/>
              </a:xfrm>
              <a:custGeom>
                <a:rect b="b" l="l" r="r" t="t"/>
                <a:pathLst>
                  <a:path extrusionOk="0" h="2018" w="2989">
                    <a:moveTo>
                      <a:pt x="2636" y="1"/>
                    </a:moveTo>
                    <a:cubicBezTo>
                      <a:pt x="2586" y="1"/>
                      <a:pt x="2536" y="11"/>
                      <a:pt x="2490" y="26"/>
                    </a:cubicBezTo>
                    <a:lnTo>
                      <a:pt x="2445" y="26"/>
                    </a:lnTo>
                    <a:cubicBezTo>
                      <a:pt x="2264" y="162"/>
                      <a:pt x="2083" y="252"/>
                      <a:pt x="1902" y="343"/>
                    </a:cubicBezTo>
                    <a:cubicBezTo>
                      <a:pt x="1811" y="388"/>
                      <a:pt x="1676" y="433"/>
                      <a:pt x="1585" y="478"/>
                    </a:cubicBezTo>
                    <a:cubicBezTo>
                      <a:pt x="1494" y="524"/>
                      <a:pt x="1404" y="569"/>
                      <a:pt x="1313" y="659"/>
                    </a:cubicBezTo>
                    <a:cubicBezTo>
                      <a:pt x="951" y="886"/>
                      <a:pt x="589" y="1112"/>
                      <a:pt x="227" y="1339"/>
                    </a:cubicBezTo>
                    <a:cubicBezTo>
                      <a:pt x="91" y="1429"/>
                      <a:pt x="1" y="1655"/>
                      <a:pt x="91" y="1836"/>
                    </a:cubicBezTo>
                    <a:cubicBezTo>
                      <a:pt x="182" y="1957"/>
                      <a:pt x="292" y="2018"/>
                      <a:pt x="410" y="2018"/>
                    </a:cubicBezTo>
                    <a:cubicBezTo>
                      <a:pt x="468" y="2018"/>
                      <a:pt x="529" y="2002"/>
                      <a:pt x="589" y="1972"/>
                    </a:cubicBezTo>
                    <a:cubicBezTo>
                      <a:pt x="996" y="1746"/>
                      <a:pt x="1359" y="1565"/>
                      <a:pt x="1721" y="1339"/>
                    </a:cubicBezTo>
                    <a:cubicBezTo>
                      <a:pt x="1811" y="1293"/>
                      <a:pt x="1902" y="1203"/>
                      <a:pt x="1992" y="1157"/>
                    </a:cubicBezTo>
                    <a:cubicBezTo>
                      <a:pt x="2083" y="1112"/>
                      <a:pt x="2173" y="1022"/>
                      <a:pt x="2264" y="976"/>
                    </a:cubicBezTo>
                    <a:cubicBezTo>
                      <a:pt x="2445" y="841"/>
                      <a:pt x="2626" y="705"/>
                      <a:pt x="2807" y="569"/>
                    </a:cubicBezTo>
                    <a:cubicBezTo>
                      <a:pt x="2943" y="478"/>
                      <a:pt x="2988" y="297"/>
                      <a:pt x="2898" y="162"/>
                    </a:cubicBezTo>
                    <a:cubicBezTo>
                      <a:pt x="2837" y="41"/>
                      <a:pt x="2737" y="1"/>
                      <a:pt x="26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0" name="Google Shape;2180;p2"/>
              <p:cNvSpPr/>
              <p:nvPr/>
            </p:nvSpPr>
            <p:spPr>
              <a:xfrm>
                <a:off x="4066752" y="1894250"/>
                <a:ext cx="77800" cy="72650"/>
              </a:xfrm>
              <a:custGeom>
                <a:rect b="b" l="l" r="r" t="t"/>
                <a:pathLst>
                  <a:path extrusionOk="0" h="2906" w="3112">
                    <a:moveTo>
                      <a:pt x="2803" y="0"/>
                    </a:moveTo>
                    <a:cubicBezTo>
                      <a:pt x="2741" y="0"/>
                      <a:pt x="2678" y="22"/>
                      <a:pt x="2626" y="74"/>
                    </a:cubicBezTo>
                    <a:cubicBezTo>
                      <a:pt x="2445" y="255"/>
                      <a:pt x="2264" y="527"/>
                      <a:pt x="2083" y="753"/>
                    </a:cubicBezTo>
                    <a:cubicBezTo>
                      <a:pt x="1902" y="934"/>
                      <a:pt x="1721" y="1160"/>
                      <a:pt x="1495" y="1342"/>
                    </a:cubicBezTo>
                    <a:cubicBezTo>
                      <a:pt x="1087" y="1749"/>
                      <a:pt x="680" y="2066"/>
                      <a:pt x="182" y="2337"/>
                    </a:cubicBezTo>
                    <a:cubicBezTo>
                      <a:pt x="46" y="2428"/>
                      <a:pt x="1" y="2609"/>
                      <a:pt x="91" y="2745"/>
                    </a:cubicBezTo>
                    <a:cubicBezTo>
                      <a:pt x="152" y="2866"/>
                      <a:pt x="252" y="2906"/>
                      <a:pt x="353" y="2906"/>
                    </a:cubicBezTo>
                    <a:cubicBezTo>
                      <a:pt x="403" y="2906"/>
                      <a:pt x="453" y="2896"/>
                      <a:pt x="499" y="2881"/>
                    </a:cubicBezTo>
                    <a:cubicBezTo>
                      <a:pt x="1042" y="2609"/>
                      <a:pt x="1585" y="2247"/>
                      <a:pt x="1993" y="1840"/>
                    </a:cubicBezTo>
                    <a:cubicBezTo>
                      <a:pt x="2219" y="1613"/>
                      <a:pt x="2445" y="1387"/>
                      <a:pt x="2626" y="1115"/>
                    </a:cubicBezTo>
                    <a:cubicBezTo>
                      <a:pt x="2807" y="889"/>
                      <a:pt x="2988" y="617"/>
                      <a:pt x="3079" y="300"/>
                    </a:cubicBezTo>
                    <a:cubicBezTo>
                      <a:pt x="3111" y="139"/>
                      <a:pt x="2959" y="0"/>
                      <a:pt x="28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1" name="Google Shape;2181;p2"/>
              <p:cNvSpPr/>
              <p:nvPr/>
            </p:nvSpPr>
            <p:spPr>
              <a:xfrm>
                <a:off x="4169102" y="1732600"/>
                <a:ext cx="44800" cy="100750"/>
              </a:xfrm>
              <a:custGeom>
                <a:rect b="b" l="l" r="r" t="t"/>
                <a:pathLst>
                  <a:path extrusionOk="0" h="4030" w="1792">
                    <a:moveTo>
                      <a:pt x="421" y="0"/>
                    </a:moveTo>
                    <a:cubicBezTo>
                      <a:pt x="207" y="0"/>
                      <a:pt x="1" y="203"/>
                      <a:pt x="162" y="429"/>
                    </a:cubicBezTo>
                    <a:cubicBezTo>
                      <a:pt x="479" y="927"/>
                      <a:pt x="750" y="1470"/>
                      <a:pt x="886" y="2058"/>
                    </a:cubicBezTo>
                    <a:cubicBezTo>
                      <a:pt x="977" y="2375"/>
                      <a:pt x="1022" y="2647"/>
                      <a:pt x="1022" y="2964"/>
                    </a:cubicBezTo>
                    <a:cubicBezTo>
                      <a:pt x="1067" y="3281"/>
                      <a:pt x="1067" y="3552"/>
                      <a:pt x="1158" y="3869"/>
                    </a:cubicBezTo>
                    <a:cubicBezTo>
                      <a:pt x="1183" y="3971"/>
                      <a:pt x="1266" y="4030"/>
                      <a:pt x="1349" y="4030"/>
                    </a:cubicBezTo>
                    <a:cubicBezTo>
                      <a:pt x="1415" y="4030"/>
                      <a:pt x="1480" y="3994"/>
                      <a:pt x="1520" y="3914"/>
                    </a:cubicBezTo>
                    <a:cubicBezTo>
                      <a:pt x="1792" y="3326"/>
                      <a:pt x="1656" y="2556"/>
                      <a:pt x="1520" y="1923"/>
                    </a:cubicBezTo>
                    <a:cubicBezTo>
                      <a:pt x="1339" y="1289"/>
                      <a:pt x="1067" y="655"/>
                      <a:pt x="660" y="112"/>
                    </a:cubicBezTo>
                    <a:cubicBezTo>
                      <a:pt x="595" y="34"/>
                      <a:pt x="507" y="0"/>
                      <a:pt x="4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2" name="Google Shape;2182;p2"/>
              <p:cNvSpPr/>
              <p:nvPr/>
            </p:nvSpPr>
            <p:spPr>
              <a:xfrm>
                <a:off x="3632177" y="1819150"/>
                <a:ext cx="22275" cy="92775"/>
              </a:xfrm>
              <a:custGeom>
                <a:rect b="b" l="l" r="r" t="t"/>
                <a:pathLst>
                  <a:path extrusionOk="0" h="3711" w="891">
                    <a:moveTo>
                      <a:pt x="465" y="0"/>
                    </a:moveTo>
                    <a:cubicBezTo>
                      <a:pt x="363" y="0"/>
                      <a:pt x="263" y="55"/>
                      <a:pt x="227" y="181"/>
                    </a:cubicBezTo>
                    <a:cubicBezTo>
                      <a:pt x="46" y="724"/>
                      <a:pt x="1" y="1313"/>
                      <a:pt x="1" y="1901"/>
                    </a:cubicBezTo>
                    <a:cubicBezTo>
                      <a:pt x="1" y="2490"/>
                      <a:pt x="136" y="3123"/>
                      <a:pt x="408" y="3576"/>
                    </a:cubicBezTo>
                    <a:cubicBezTo>
                      <a:pt x="471" y="3671"/>
                      <a:pt x="551" y="3710"/>
                      <a:pt x="626" y="3710"/>
                    </a:cubicBezTo>
                    <a:cubicBezTo>
                      <a:pt x="766" y="3710"/>
                      <a:pt x="890" y="3572"/>
                      <a:pt x="861" y="3395"/>
                    </a:cubicBezTo>
                    <a:cubicBezTo>
                      <a:pt x="815" y="3123"/>
                      <a:pt x="770" y="2897"/>
                      <a:pt x="725" y="2625"/>
                    </a:cubicBezTo>
                    <a:cubicBezTo>
                      <a:pt x="680" y="2354"/>
                      <a:pt x="634" y="2127"/>
                      <a:pt x="634" y="1856"/>
                    </a:cubicBezTo>
                    <a:cubicBezTo>
                      <a:pt x="589" y="1358"/>
                      <a:pt x="634" y="815"/>
                      <a:pt x="725" y="317"/>
                    </a:cubicBezTo>
                    <a:cubicBezTo>
                      <a:pt x="779" y="126"/>
                      <a:pt x="620" y="0"/>
                      <a:pt x="4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3" name="Google Shape;2183;p2"/>
              <p:cNvSpPr/>
              <p:nvPr/>
            </p:nvSpPr>
            <p:spPr>
              <a:xfrm>
                <a:off x="3103677" y="1572125"/>
                <a:ext cx="23775" cy="89675"/>
              </a:xfrm>
              <a:custGeom>
                <a:rect b="b" l="l" r="r" t="t"/>
                <a:pathLst>
                  <a:path extrusionOk="0" h="3587" w="951">
                    <a:moveTo>
                      <a:pt x="606" y="1"/>
                    </a:moveTo>
                    <a:cubicBezTo>
                      <a:pt x="485" y="1"/>
                      <a:pt x="354" y="88"/>
                      <a:pt x="317" y="238"/>
                    </a:cubicBezTo>
                    <a:cubicBezTo>
                      <a:pt x="181" y="782"/>
                      <a:pt x="91" y="1325"/>
                      <a:pt x="45" y="1868"/>
                    </a:cubicBezTo>
                    <a:cubicBezTo>
                      <a:pt x="0" y="2140"/>
                      <a:pt x="45" y="2366"/>
                      <a:pt x="45" y="2638"/>
                    </a:cubicBezTo>
                    <a:cubicBezTo>
                      <a:pt x="91" y="2955"/>
                      <a:pt x="136" y="3181"/>
                      <a:pt x="226" y="3453"/>
                    </a:cubicBezTo>
                    <a:cubicBezTo>
                      <a:pt x="264" y="3548"/>
                      <a:pt x="342" y="3587"/>
                      <a:pt x="423" y="3587"/>
                    </a:cubicBezTo>
                    <a:cubicBezTo>
                      <a:pt x="535" y="3587"/>
                      <a:pt x="653" y="3512"/>
                      <a:pt x="679" y="3407"/>
                    </a:cubicBezTo>
                    <a:cubicBezTo>
                      <a:pt x="724" y="3136"/>
                      <a:pt x="770" y="2909"/>
                      <a:pt x="770" y="2638"/>
                    </a:cubicBezTo>
                    <a:cubicBezTo>
                      <a:pt x="770" y="2411"/>
                      <a:pt x="770" y="2140"/>
                      <a:pt x="770" y="1868"/>
                    </a:cubicBezTo>
                    <a:cubicBezTo>
                      <a:pt x="770" y="1370"/>
                      <a:pt x="815" y="872"/>
                      <a:pt x="905" y="374"/>
                    </a:cubicBezTo>
                    <a:cubicBezTo>
                      <a:pt x="951" y="238"/>
                      <a:pt x="860" y="57"/>
                      <a:pt x="679" y="12"/>
                    </a:cubicBezTo>
                    <a:cubicBezTo>
                      <a:pt x="656" y="4"/>
                      <a:pt x="631" y="1"/>
                      <a:pt x="6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4" name="Google Shape;2184;p2"/>
              <p:cNvSpPr/>
              <p:nvPr/>
            </p:nvSpPr>
            <p:spPr>
              <a:xfrm>
                <a:off x="2554777" y="528650"/>
                <a:ext cx="404750" cy="364500"/>
              </a:xfrm>
              <a:custGeom>
                <a:rect b="b" l="l" r="r" t="t"/>
                <a:pathLst>
                  <a:path extrusionOk="0" h="14580" w="16190">
                    <a:moveTo>
                      <a:pt x="15908" y="1"/>
                    </a:moveTo>
                    <a:cubicBezTo>
                      <a:pt x="15824" y="1"/>
                      <a:pt x="15744" y="45"/>
                      <a:pt x="15709" y="149"/>
                    </a:cubicBezTo>
                    <a:cubicBezTo>
                      <a:pt x="14758" y="2910"/>
                      <a:pt x="12812" y="5264"/>
                      <a:pt x="10277" y="6668"/>
                    </a:cubicBezTo>
                    <a:cubicBezTo>
                      <a:pt x="7696" y="8116"/>
                      <a:pt x="4709" y="8886"/>
                      <a:pt x="2355" y="10787"/>
                    </a:cubicBezTo>
                    <a:cubicBezTo>
                      <a:pt x="1811" y="11240"/>
                      <a:pt x="1268" y="11783"/>
                      <a:pt x="816" y="12417"/>
                    </a:cubicBezTo>
                    <a:cubicBezTo>
                      <a:pt x="499" y="12915"/>
                      <a:pt x="1" y="13730"/>
                      <a:pt x="136" y="14363"/>
                    </a:cubicBezTo>
                    <a:cubicBezTo>
                      <a:pt x="170" y="14496"/>
                      <a:pt x="300" y="14580"/>
                      <a:pt x="420" y="14580"/>
                    </a:cubicBezTo>
                    <a:cubicBezTo>
                      <a:pt x="465" y="14580"/>
                      <a:pt x="508" y="14569"/>
                      <a:pt x="544" y="14544"/>
                    </a:cubicBezTo>
                    <a:cubicBezTo>
                      <a:pt x="816" y="14363"/>
                      <a:pt x="951" y="14137"/>
                      <a:pt x="1132" y="13911"/>
                    </a:cubicBezTo>
                    <a:cubicBezTo>
                      <a:pt x="1313" y="13639"/>
                      <a:pt x="1540" y="13367"/>
                      <a:pt x="1766" y="13141"/>
                    </a:cubicBezTo>
                    <a:cubicBezTo>
                      <a:pt x="2264" y="12643"/>
                      <a:pt x="2762" y="12190"/>
                      <a:pt x="3305" y="11738"/>
                    </a:cubicBezTo>
                    <a:cubicBezTo>
                      <a:pt x="4482" y="10923"/>
                      <a:pt x="5705" y="10289"/>
                      <a:pt x="7017" y="9701"/>
                    </a:cubicBezTo>
                    <a:cubicBezTo>
                      <a:pt x="8466" y="9067"/>
                      <a:pt x="9915" y="8478"/>
                      <a:pt x="11273" y="7618"/>
                    </a:cubicBezTo>
                    <a:cubicBezTo>
                      <a:pt x="12495" y="6849"/>
                      <a:pt x="13536" y="5898"/>
                      <a:pt x="14396" y="4721"/>
                    </a:cubicBezTo>
                    <a:cubicBezTo>
                      <a:pt x="15392" y="3408"/>
                      <a:pt x="15935" y="1914"/>
                      <a:pt x="16162" y="285"/>
                    </a:cubicBezTo>
                    <a:cubicBezTo>
                      <a:pt x="16190" y="117"/>
                      <a:pt x="16045" y="1"/>
                      <a:pt x="159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5" name="Google Shape;2185;p2"/>
              <p:cNvSpPr/>
              <p:nvPr/>
            </p:nvSpPr>
            <p:spPr>
              <a:xfrm>
                <a:off x="3039902" y="789850"/>
                <a:ext cx="51050" cy="85775"/>
              </a:xfrm>
              <a:custGeom>
                <a:rect b="b" l="l" r="r" t="t"/>
                <a:pathLst>
                  <a:path extrusionOk="0" h="3431" w="2042">
                    <a:moveTo>
                      <a:pt x="1849" y="0"/>
                    </a:moveTo>
                    <a:cubicBezTo>
                      <a:pt x="1811" y="0"/>
                      <a:pt x="1772" y="19"/>
                      <a:pt x="1736" y="68"/>
                    </a:cubicBezTo>
                    <a:cubicBezTo>
                      <a:pt x="967" y="928"/>
                      <a:pt x="469" y="2059"/>
                      <a:pt x="61" y="3146"/>
                    </a:cubicBezTo>
                    <a:cubicBezTo>
                      <a:pt x="0" y="3299"/>
                      <a:pt x="166" y="3431"/>
                      <a:pt x="308" y="3431"/>
                    </a:cubicBezTo>
                    <a:cubicBezTo>
                      <a:pt x="376" y="3431"/>
                      <a:pt x="439" y="3400"/>
                      <a:pt x="469" y="3327"/>
                    </a:cubicBezTo>
                    <a:cubicBezTo>
                      <a:pt x="695" y="2784"/>
                      <a:pt x="967" y="2286"/>
                      <a:pt x="1238" y="1788"/>
                    </a:cubicBezTo>
                    <a:cubicBezTo>
                      <a:pt x="1465" y="1290"/>
                      <a:pt x="1781" y="792"/>
                      <a:pt x="2008" y="249"/>
                    </a:cubicBezTo>
                    <a:cubicBezTo>
                      <a:pt x="2041" y="149"/>
                      <a:pt x="1952" y="0"/>
                      <a:pt x="18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6" name="Google Shape;2186;p2"/>
              <p:cNvSpPr/>
              <p:nvPr/>
            </p:nvSpPr>
            <p:spPr>
              <a:xfrm>
                <a:off x="2927127" y="1240225"/>
                <a:ext cx="102225" cy="252200"/>
              </a:xfrm>
              <a:custGeom>
                <a:rect b="b" l="l" r="r" t="t"/>
                <a:pathLst>
                  <a:path extrusionOk="0" h="10088" w="4089">
                    <a:moveTo>
                      <a:pt x="756" y="0"/>
                    </a:moveTo>
                    <a:cubicBezTo>
                      <a:pt x="622" y="0"/>
                      <a:pt x="491" y="60"/>
                      <a:pt x="408" y="205"/>
                    </a:cubicBezTo>
                    <a:cubicBezTo>
                      <a:pt x="0" y="975"/>
                      <a:pt x="272" y="2107"/>
                      <a:pt x="408" y="2922"/>
                    </a:cubicBezTo>
                    <a:cubicBezTo>
                      <a:pt x="543" y="3827"/>
                      <a:pt x="770" y="4778"/>
                      <a:pt x="1087" y="5683"/>
                    </a:cubicBezTo>
                    <a:cubicBezTo>
                      <a:pt x="1675" y="7267"/>
                      <a:pt x="2445" y="8716"/>
                      <a:pt x="3576" y="10029"/>
                    </a:cubicBezTo>
                    <a:cubicBezTo>
                      <a:pt x="3618" y="10070"/>
                      <a:pt x="3669" y="10088"/>
                      <a:pt x="3721" y="10088"/>
                    </a:cubicBezTo>
                    <a:cubicBezTo>
                      <a:pt x="3897" y="10088"/>
                      <a:pt x="4088" y="9886"/>
                      <a:pt x="3984" y="9712"/>
                    </a:cubicBezTo>
                    <a:cubicBezTo>
                      <a:pt x="3033" y="8399"/>
                      <a:pt x="2264" y="6905"/>
                      <a:pt x="1947" y="5366"/>
                    </a:cubicBezTo>
                    <a:cubicBezTo>
                      <a:pt x="1766" y="4506"/>
                      <a:pt x="1675" y="3646"/>
                      <a:pt x="1584" y="2740"/>
                    </a:cubicBezTo>
                    <a:cubicBezTo>
                      <a:pt x="1584" y="2333"/>
                      <a:pt x="1539" y="1926"/>
                      <a:pt x="1494" y="1518"/>
                    </a:cubicBezTo>
                    <a:cubicBezTo>
                      <a:pt x="1449" y="1065"/>
                      <a:pt x="1449" y="568"/>
                      <a:pt x="1177" y="205"/>
                    </a:cubicBezTo>
                    <a:cubicBezTo>
                      <a:pt x="1079" y="83"/>
                      <a:pt x="915" y="0"/>
                      <a:pt x="7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7" name="Google Shape;2187;p2"/>
              <p:cNvSpPr/>
              <p:nvPr/>
            </p:nvSpPr>
            <p:spPr>
              <a:xfrm>
                <a:off x="2933475" y="1145750"/>
                <a:ext cx="17000" cy="12475"/>
              </a:xfrm>
              <a:custGeom>
                <a:rect b="b" l="l" r="r" t="t"/>
                <a:pathLst>
                  <a:path extrusionOk="0" h="499" w="680">
                    <a:moveTo>
                      <a:pt x="363" y="1"/>
                    </a:moveTo>
                    <a:cubicBezTo>
                      <a:pt x="0" y="1"/>
                      <a:pt x="0" y="499"/>
                      <a:pt x="363" y="499"/>
                    </a:cubicBezTo>
                    <a:cubicBezTo>
                      <a:pt x="679" y="499"/>
                      <a:pt x="679" y="1"/>
                      <a:pt x="363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8" name="Google Shape;2188;p2"/>
              <p:cNvSpPr/>
              <p:nvPr/>
            </p:nvSpPr>
            <p:spPr>
              <a:xfrm>
                <a:off x="2903352" y="1060400"/>
                <a:ext cx="28325" cy="49450"/>
              </a:xfrm>
              <a:custGeom>
                <a:rect b="b" l="l" r="r" t="t"/>
                <a:pathLst>
                  <a:path extrusionOk="0" h="1978" w="1133">
                    <a:moveTo>
                      <a:pt x="918" y="1"/>
                    </a:moveTo>
                    <a:cubicBezTo>
                      <a:pt x="857" y="1"/>
                      <a:pt x="802" y="33"/>
                      <a:pt x="770" y="65"/>
                    </a:cubicBezTo>
                    <a:cubicBezTo>
                      <a:pt x="725" y="110"/>
                      <a:pt x="679" y="155"/>
                      <a:pt x="634" y="246"/>
                    </a:cubicBezTo>
                    <a:cubicBezTo>
                      <a:pt x="589" y="291"/>
                      <a:pt x="544" y="382"/>
                      <a:pt x="498" y="472"/>
                    </a:cubicBezTo>
                    <a:lnTo>
                      <a:pt x="363" y="834"/>
                    </a:lnTo>
                    <a:cubicBezTo>
                      <a:pt x="272" y="1061"/>
                      <a:pt x="182" y="1332"/>
                      <a:pt x="91" y="1559"/>
                    </a:cubicBezTo>
                    <a:cubicBezTo>
                      <a:pt x="0" y="1740"/>
                      <a:pt x="136" y="1966"/>
                      <a:pt x="317" y="1966"/>
                    </a:cubicBezTo>
                    <a:cubicBezTo>
                      <a:pt x="348" y="1974"/>
                      <a:pt x="378" y="1978"/>
                      <a:pt x="407" y="1978"/>
                    </a:cubicBezTo>
                    <a:cubicBezTo>
                      <a:pt x="544" y="1978"/>
                      <a:pt x="650" y="1890"/>
                      <a:pt x="725" y="1740"/>
                    </a:cubicBezTo>
                    <a:cubicBezTo>
                      <a:pt x="815" y="1513"/>
                      <a:pt x="906" y="1242"/>
                      <a:pt x="951" y="1015"/>
                    </a:cubicBezTo>
                    <a:lnTo>
                      <a:pt x="1087" y="653"/>
                    </a:lnTo>
                    <a:cubicBezTo>
                      <a:pt x="1132" y="517"/>
                      <a:pt x="1132" y="382"/>
                      <a:pt x="1132" y="201"/>
                    </a:cubicBezTo>
                    <a:cubicBezTo>
                      <a:pt x="1132" y="110"/>
                      <a:pt x="1087" y="65"/>
                      <a:pt x="996" y="20"/>
                    </a:cubicBezTo>
                    <a:cubicBezTo>
                      <a:pt x="970" y="6"/>
                      <a:pt x="943" y="1"/>
                      <a:pt x="9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9" name="Google Shape;2189;p2"/>
              <p:cNvSpPr/>
              <p:nvPr/>
            </p:nvSpPr>
            <p:spPr>
              <a:xfrm>
                <a:off x="3130827" y="550475"/>
                <a:ext cx="56600" cy="42325"/>
              </a:xfrm>
              <a:custGeom>
                <a:rect b="b" l="l" r="r" t="t"/>
                <a:pathLst>
                  <a:path extrusionOk="0" h="1693" w="2264">
                    <a:moveTo>
                      <a:pt x="386" y="0"/>
                    </a:moveTo>
                    <a:cubicBezTo>
                      <a:pt x="272" y="0"/>
                      <a:pt x="151" y="61"/>
                      <a:pt x="91" y="181"/>
                    </a:cubicBezTo>
                    <a:cubicBezTo>
                      <a:pt x="0" y="362"/>
                      <a:pt x="46" y="543"/>
                      <a:pt x="227" y="634"/>
                    </a:cubicBezTo>
                    <a:cubicBezTo>
                      <a:pt x="453" y="815"/>
                      <a:pt x="725" y="1041"/>
                      <a:pt x="996" y="1222"/>
                    </a:cubicBezTo>
                    <a:cubicBezTo>
                      <a:pt x="1042" y="1268"/>
                      <a:pt x="1132" y="1313"/>
                      <a:pt x="1177" y="1358"/>
                    </a:cubicBezTo>
                    <a:cubicBezTo>
                      <a:pt x="1268" y="1404"/>
                      <a:pt x="1313" y="1449"/>
                      <a:pt x="1404" y="1449"/>
                    </a:cubicBezTo>
                    <a:cubicBezTo>
                      <a:pt x="1449" y="1494"/>
                      <a:pt x="1540" y="1539"/>
                      <a:pt x="1585" y="1585"/>
                    </a:cubicBezTo>
                    <a:cubicBezTo>
                      <a:pt x="1675" y="1630"/>
                      <a:pt x="1766" y="1675"/>
                      <a:pt x="1856" y="1675"/>
                    </a:cubicBezTo>
                    <a:cubicBezTo>
                      <a:pt x="1893" y="1687"/>
                      <a:pt x="1926" y="1693"/>
                      <a:pt x="1957" y="1693"/>
                    </a:cubicBezTo>
                    <a:cubicBezTo>
                      <a:pt x="2041" y="1693"/>
                      <a:pt x="2107" y="1651"/>
                      <a:pt x="2173" y="1585"/>
                    </a:cubicBezTo>
                    <a:cubicBezTo>
                      <a:pt x="2219" y="1494"/>
                      <a:pt x="2264" y="1358"/>
                      <a:pt x="2173" y="1268"/>
                    </a:cubicBezTo>
                    <a:cubicBezTo>
                      <a:pt x="2128" y="1222"/>
                      <a:pt x="2083" y="1132"/>
                      <a:pt x="1992" y="1041"/>
                    </a:cubicBezTo>
                    <a:cubicBezTo>
                      <a:pt x="1947" y="996"/>
                      <a:pt x="1856" y="951"/>
                      <a:pt x="1811" y="906"/>
                    </a:cubicBezTo>
                    <a:cubicBezTo>
                      <a:pt x="1721" y="815"/>
                      <a:pt x="1675" y="770"/>
                      <a:pt x="1585" y="725"/>
                    </a:cubicBezTo>
                    <a:cubicBezTo>
                      <a:pt x="1494" y="679"/>
                      <a:pt x="1449" y="634"/>
                      <a:pt x="1404" y="589"/>
                    </a:cubicBezTo>
                    <a:lnTo>
                      <a:pt x="544" y="46"/>
                    </a:lnTo>
                    <a:cubicBezTo>
                      <a:pt x="498" y="15"/>
                      <a:pt x="443" y="0"/>
                      <a:pt x="3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0" name="Google Shape;2190;p2"/>
              <p:cNvSpPr/>
              <p:nvPr/>
            </p:nvSpPr>
            <p:spPr>
              <a:xfrm>
                <a:off x="2571752" y="1090750"/>
                <a:ext cx="35125" cy="177875"/>
              </a:xfrm>
              <a:custGeom>
                <a:rect b="b" l="l" r="r" t="t"/>
                <a:pathLst>
                  <a:path extrusionOk="0" h="7115" w="1405">
                    <a:moveTo>
                      <a:pt x="1053" y="1"/>
                    </a:moveTo>
                    <a:cubicBezTo>
                      <a:pt x="1005" y="1"/>
                      <a:pt x="956" y="11"/>
                      <a:pt x="906" y="28"/>
                    </a:cubicBezTo>
                    <a:cubicBezTo>
                      <a:pt x="634" y="164"/>
                      <a:pt x="544" y="480"/>
                      <a:pt x="499" y="752"/>
                    </a:cubicBezTo>
                    <a:cubicBezTo>
                      <a:pt x="408" y="1024"/>
                      <a:pt x="318" y="1295"/>
                      <a:pt x="272" y="1567"/>
                    </a:cubicBezTo>
                    <a:cubicBezTo>
                      <a:pt x="137" y="2155"/>
                      <a:pt x="91" y="2789"/>
                      <a:pt x="46" y="3378"/>
                    </a:cubicBezTo>
                    <a:cubicBezTo>
                      <a:pt x="1" y="4555"/>
                      <a:pt x="46" y="5777"/>
                      <a:pt x="227" y="6999"/>
                    </a:cubicBezTo>
                    <a:cubicBezTo>
                      <a:pt x="247" y="7079"/>
                      <a:pt x="328" y="7114"/>
                      <a:pt x="408" y="7114"/>
                    </a:cubicBezTo>
                    <a:cubicBezTo>
                      <a:pt x="512" y="7114"/>
                      <a:pt x="615" y="7056"/>
                      <a:pt x="589" y="6954"/>
                    </a:cubicBezTo>
                    <a:cubicBezTo>
                      <a:pt x="453" y="5732"/>
                      <a:pt x="453" y="4555"/>
                      <a:pt x="680" y="3378"/>
                    </a:cubicBezTo>
                    <a:cubicBezTo>
                      <a:pt x="770" y="2834"/>
                      <a:pt x="906" y="2246"/>
                      <a:pt x="1042" y="1703"/>
                    </a:cubicBezTo>
                    <a:cubicBezTo>
                      <a:pt x="1087" y="1431"/>
                      <a:pt x="1178" y="1160"/>
                      <a:pt x="1223" y="888"/>
                    </a:cubicBezTo>
                    <a:cubicBezTo>
                      <a:pt x="1313" y="616"/>
                      <a:pt x="1404" y="345"/>
                      <a:pt x="1268" y="118"/>
                    </a:cubicBezTo>
                    <a:cubicBezTo>
                      <a:pt x="1211" y="32"/>
                      <a:pt x="1135" y="1"/>
                      <a:pt x="10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1" name="Google Shape;2191;p2"/>
              <p:cNvSpPr/>
              <p:nvPr/>
            </p:nvSpPr>
            <p:spPr>
              <a:xfrm>
                <a:off x="2632877" y="1008825"/>
                <a:ext cx="19250" cy="14725"/>
              </a:xfrm>
              <a:custGeom>
                <a:rect b="b" l="l" r="r" t="t"/>
                <a:pathLst>
                  <a:path extrusionOk="0" h="589" w="770">
                    <a:moveTo>
                      <a:pt x="362" y="0"/>
                    </a:moveTo>
                    <a:cubicBezTo>
                      <a:pt x="0" y="0"/>
                      <a:pt x="0" y="589"/>
                      <a:pt x="362" y="589"/>
                    </a:cubicBezTo>
                    <a:cubicBezTo>
                      <a:pt x="770" y="589"/>
                      <a:pt x="770" y="0"/>
                      <a:pt x="3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2" name="Google Shape;2192;p2"/>
              <p:cNvSpPr/>
              <p:nvPr/>
            </p:nvSpPr>
            <p:spPr>
              <a:xfrm>
                <a:off x="2646452" y="1325425"/>
                <a:ext cx="80375" cy="266400"/>
              </a:xfrm>
              <a:custGeom>
                <a:rect b="b" l="l" r="r" t="t"/>
                <a:pathLst>
                  <a:path extrusionOk="0" h="10656" w="3215">
                    <a:moveTo>
                      <a:pt x="657" y="0"/>
                    </a:moveTo>
                    <a:cubicBezTo>
                      <a:pt x="566" y="0"/>
                      <a:pt x="476" y="34"/>
                      <a:pt x="408" y="102"/>
                    </a:cubicBezTo>
                    <a:cubicBezTo>
                      <a:pt x="91" y="419"/>
                      <a:pt x="46" y="872"/>
                      <a:pt x="46" y="1324"/>
                    </a:cubicBezTo>
                    <a:cubicBezTo>
                      <a:pt x="0" y="1822"/>
                      <a:pt x="46" y="2365"/>
                      <a:pt x="91" y="2863"/>
                    </a:cubicBezTo>
                    <a:cubicBezTo>
                      <a:pt x="136" y="3814"/>
                      <a:pt x="227" y="4855"/>
                      <a:pt x="408" y="5761"/>
                    </a:cubicBezTo>
                    <a:cubicBezTo>
                      <a:pt x="815" y="7481"/>
                      <a:pt x="1540" y="9201"/>
                      <a:pt x="2626" y="10559"/>
                    </a:cubicBezTo>
                    <a:cubicBezTo>
                      <a:pt x="2671" y="10627"/>
                      <a:pt x="2734" y="10655"/>
                      <a:pt x="2799" y="10655"/>
                    </a:cubicBezTo>
                    <a:cubicBezTo>
                      <a:pt x="2994" y="10655"/>
                      <a:pt x="3215" y="10401"/>
                      <a:pt x="3079" y="10197"/>
                    </a:cubicBezTo>
                    <a:cubicBezTo>
                      <a:pt x="2128" y="8703"/>
                      <a:pt x="1721" y="7119"/>
                      <a:pt x="1494" y="5398"/>
                    </a:cubicBezTo>
                    <a:cubicBezTo>
                      <a:pt x="1404" y="4493"/>
                      <a:pt x="1313" y="3588"/>
                      <a:pt x="1313" y="2682"/>
                    </a:cubicBezTo>
                    <a:cubicBezTo>
                      <a:pt x="1268" y="1958"/>
                      <a:pt x="1494" y="600"/>
                      <a:pt x="906" y="102"/>
                    </a:cubicBezTo>
                    <a:cubicBezTo>
                      <a:pt x="838" y="34"/>
                      <a:pt x="747" y="0"/>
                      <a:pt x="6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3" name="Google Shape;2193;p2"/>
              <p:cNvSpPr/>
              <p:nvPr/>
            </p:nvSpPr>
            <p:spPr>
              <a:xfrm>
                <a:off x="2673602" y="1258925"/>
                <a:ext cx="21525" cy="15875"/>
              </a:xfrm>
              <a:custGeom>
                <a:rect b="b" l="l" r="r" t="t"/>
                <a:pathLst>
                  <a:path extrusionOk="0" h="635" w="861">
                    <a:moveTo>
                      <a:pt x="408" y="1"/>
                    </a:moveTo>
                    <a:cubicBezTo>
                      <a:pt x="1" y="1"/>
                      <a:pt x="1" y="634"/>
                      <a:pt x="408" y="634"/>
                    </a:cubicBezTo>
                    <a:cubicBezTo>
                      <a:pt x="861" y="634"/>
                      <a:pt x="861" y="1"/>
                      <a:pt x="4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4" name="Google Shape;2194;p2"/>
              <p:cNvSpPr/>
              <p:nvPr/>
            </p:nvSpPr>
            <p:spPr>
              <a:xfrm>
                <a:off x="2720002" y="1233475"/>
                <a:ext cx="17000" cy="36800"/>
              </a:xfrm>
              <a:custGeom>
                <a:rect b="b" l="l" r="r" t="t"/>
                <a:pathLst>
                  <a:path extrusionOk="0" h="1472" w="680">
                    <a:moveTo>
                      <a:pt x="340" y="0"/>
                    </a:moveTo>
                    <a:cubicBezTo>
                      <a:pt x="273" y="0"/>
                      <a:pt x="205" y="23"/>
                      <a:pt x="182" y="68"/>
                    </a:cubicBezTo>
                    <a:cubicBezTo>
                      <a:pt x="137" y="158"/>
                      <a:pt x="91" y="249"/>
                      <a:pt x="91" y="340"/>
                    </a:cubicBezTo>
                    <a:cubicBezTo>
                      <a:pt x="46" y="430"/>
                      <a:pt x="46" y="521"/>
                      <a:pt x="46" y="611"/>
                    </a:cubicBezTo>
                    <a:lnTo>
                      <a:pt x="1" y="1109"/>
                    </a:lnTo>
                    <a:cubicBezTo>
                      <a:pt x="1" y="1200"/>
                      <a:pt x="46" y="1290"/>
                      <a:pt x="91" y="1335"/>
                    </a:cubicBezTo>
                    <a:cubicBezTo>
                      <a:pt x="137" y="1426"/>
                      <a:pt x="227" y="1471"/>
                      <a:pt x="318" y="1471"/>
                    </a:cubicBezTo>
                    <a:cubicBezTo>
                      <a:pt x="408" y="1471"/>
                      <a:pt x="499" y="1426"/>
                      <a:pt x="544" y="1335"/>
                    </a:cubicBezTo>
                    <a:cubicBezTo>
                      <a:pt x="635" y="1290"/>
                      <a:pt x="680" y="1200"/>
                      <a:pt x="680" y="1109"/>
                    </a:cubicBezTo>
                    <a:cubicBezTo>
                      <a:pt x="635" y="973"/>
                      <a:pt x="635" y="792"/>
                      <a:pt x="635" y="611"/>
                    </a:cubicBezTo>
                    <a:cubicBezTo>
                      <a:pt x="589" y="521"/>
                      <a:pt x="589" y="430"/>
                      <a:pt x="589" y="340"/>
                    </a:cubicBezTo>
                    <a:cubicBezTo>
                      <a:pt x="544" y="249"/>
                      <a:pt x="544" y="158"/>
                      <a:pt x="499" y="68"/>
                    </a:cubicBezTo>
                    <a:cubicBezTo>
                      <a:pt x="476" y="23"/>
                      <a:pt x="408" y="0"/>
                      <a:pt x="3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5" name="Google Shape;2195;p2"/>
              <p:cNvSpPr/>
              <p:nvPr/>
            </p:nvSpPr>
            <p:spPr>
              <a:xfrm>
                <a:off x="3837027" y="773700"/>
                <a:ext cx="23775" cy="128700"/>
              </a:xfrm>
              <a:custGeom>
                <a:rect b="b" l="l" r="r" t="t"/>
                <a:pathLst>
                  <a:path extrusionOk="0" h="5148" w="951">
                    <a:moveTo>
                      <a:pt x="506" y="1"/>
                    </a:moveTo>
                    <a:cubicBezTo>
                      <a:pt x="438" y="1"/>
                      <a:pt x="371" y="26"/>
                      <a:pt x="317" y="80"/>
                    </a:cubicBezTo>
                    <a:cubicBezTo>
                      <a:pt x="181" y="261"/>
                      <a:pt x="136" y="442"/>
                      <a:pt x="91" y="623"/>
                    </a:cubicBezTo>
                    <a:cubicBezTo>
                      <a:pt x="45" y="849"/>
                      <a:pt x="45" y="1076"/>
                      <a:pt x="45" y="1257"/>
                    </a:cubicBezTo>
                    <a:cubicBezTo>
                      <a:pt x="0" y="1709"/>
                      <a:pt x="0" y="2117"/>
                      <a:pt x="45" y="2524"/>
                    </a:cubicBezTo>
                    <a:cubicBezTo>
                      <a:pt x="45" y="2932"/>
                      <a:pt x="91" y="3339"/>
                      <a:pt x="136" y="3747"/>
                    </a:cubicBezTo>
                    <a:cubicBezTo>
                      <a:pt x="227" y="4154"/>
                      <a:pt x="362" y="4561"/>
                      <a:pt x="453" y="4969"/>
                    </a:cubicBezTo>
                    <a:cubicBezTo>
                      <a:pt x="473" y="5089"/>
                      <a:pt x="573" y="5147"/>
                      <a:pt x="678" y="5147"/>
                    </a:cubicBezTo>
                    <a:cubicBezTo>
                      <a:pt x="810" y="5147"/>
                      <a:pt x="951" y="5055"/>
                      <a:pt x="951" y="4878"/>
                    </a:cubicBezTo>
                    <a:cubicBezTo>
                      <a:pt x="860" y="4109"/>
                      <a:pt x="860" y="3294"/>
                      <a:pt x="860" y="2524"/>
                    </a:cubicBezTo>
                    <a:lnTo>
                      <a:pt x="860" y="1347"/>
                    </a:lnTo>
                    <a:cubicBezTo>
                      <a:pt x="860" y="1166"/>
                      <a:pt x="860" y="940"/>
                      <a:pt x="860" y="759"/>
                    </a:cubicBezTo>
                    <a:cubicBezTo>
                      <a:pt x="860" y="532"/>
                      <a:pt x="860" y="351"/>
                      <a:pt x="770" y="170"/>
                    </a:cubicBezTo>
                    <a:cubicBezTo>
                      <a:pt x="715" y="61"/>
                      <a:pt x="610" y="1"/>
                      <a:pt x="5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6" name="Google Shape;2196;p2"/>
              <p:cNvSpPr/>
              <p:nvPr/>
            </p:nvSpPr>
            <p:spPr>
              <a:xfrm>
                <a:off x="3885677" y="794225"/>
                <a:ext cx="17000" cy="71175"/>
              </a:xfrm>
              <a:custGeom>
                <a:rect b="b" l="l" r="r" t="t"/>
                <a:pathLst>
                  <a:path extrusionOk="0" h="2847" w="680">
                    <a:moveTo>
                      <a:pt x="471" y="0"/>
                    </a:moveTo>
                    <a:cubicBezTo>
                      <a:pt x="411" y="0"/>
                      <a:pt x="351" y="34"/>
                      <a:pt x="318" y="119"/>
                    </a:cubicBezTo>
                    <a:cubicBezTo>
                      <a:pt x="137" y="481"/>
                      <a:pt x="46" y="934"/>
                      <a:pt x="46" y="1341"/>
                    </a:cubicBezTo>
                    <a:cubicBezTo>
                      <a:pt x="1" y="1794"/>
                      <a:pt x="1" y="2201"/>
                      <a:pt x="46" y="2609"/>
                    </a:cubicBezTo>
                    <a:cubicBezTo>
                      <a:pt x="46" y="2767"/>
                      <a:pt x="159" y="2846"/>
                      <a:pt x="272" y="2846"/>
                    </a:cubicBezTo>
                    <a:cubicBezTo>
                      <a:pt x="386" y="2846"/>
                      <a:pt x="499" y="2767"/>
                      <a:pt x="499" y="2609"/>
                    </a:cubicBezTo>
                    <a:cubicBezTo>
                      <a:pt x="499" y="2201"/>
                      <a:pt x="544" y="1794"/>
                      <a:pt x="589" y="1386"/>
                    </a:cubicBezTo>
                    <a:cubicBezTo>
                      <a:pt x="589" y="1205"/>
                      <a:pt x="589" y="1024"/>
                      <a:pt x="634" y="798"/>
                    </a:cubicBezTo>
                    <a:cubicBezTo>
                      <a:pt x="634" y="617"/>
                      <a:pt x="680" y="390"/>
                      <a:pt x="680" y="209"/>
                    </a:cubicBezTo>
                    <a:cubicBezTo>
                      <a:pt x="680" y="96"/>
                      <a:pt x="573" y="0"/>
                      <a:pt x="4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7" name="Google Shape;2197;p2"/>
              <p:cNvSpPr/>
              <p:nvPr/>
            </p:nvSpPr>
            <p:spPr>
              <a:xfrm>
                <a:off x="3078277" y="449750"/>
                <a:ext cx="125000" cy="35375"/>
              </a:xfrm>
              <a:custGeom>
                <a:rect b="b" l="l" r="r" t="t"/>
                <a:pathLst>
                  <a:path extrusionOk="0" h="1415" w="5000">
                    <a:moveTo>
                      <a:pt x="3219" y="1"/>
                    </a:moveTo>
                    <a:cubicBezTo>
                      <a:pt x="2990" y="1"/>
                      <a:pt x="2765" y="19"/>
                      <a:pt x="2555" y="46"/>
                    </a:cubicBezTo>
                    <a:cubicBezTo>
                      <a:pt x="1740" y="181"/>
                      <a:pt x="1016" y="544"/>
                      <a:pt x="292" y="860"/>
                    </a:cubicBezTo>
                    <a:cubicBezTo>
                      <a:pt x="1" y="985"/>
                      <a:pt x="168" y="1415"/>
                      <a:pt x="442" y="1415"/>
                    </a:cubicBezTo>
                    <a:cubicBezTo>
                      <a:pt x="466" y="1415"/>
                      <a:pt x="492" y="1411"/>
                      <a:pt x="518" y="1404"/>
                    </a:cubicBezTo>
                    <a:cubicBezTo>
                      <a:pt x="1197" y="1177"/>
                      <a:pt x="1876" y="951"/>
                      <a:pt x="2555" y="860"/>
                    </a:cubicBezTo>
                    <a:cubicBezTo>
                      <a:pt x="2714" y="815"/>
                      <a:pt x="2883" y="804"/>
                      <a:pt x="3053" y="804"/>
                    </a:cubicBezTo>
                    <a:cubicBezTo>
                      <a:pt x="3223" y="804"/>
                      <a:pt x="3393" y="815"/>
                      <a:pt x="3551" y="815"/>
                    </a:cubicBezTo>
                    <a:cubicBezTo>
                      <a:pt x="3642" y="815"/>
                      <a:pt x="3752" y="795"/>
                      <a:pt x="3856" y="795"/>
                    </a:cubicBezTo>
                    <a:cubicBezTo>
                      <a:pt x="3908" y="795"/>
                      <a:pt x="3958" y="800"/>
                      <a:pt x="4004" y="815"/>
                    </a:cubicBezTo>
                    <a:cubicBezTo>
                      <a:pt x="4185" y="860"/>
                      <a:pt x="4366" y="906"/>
                      <a:pt x="4547" y="951"/>
                    </a:cubicBezTo>
                    <a:cubicBezTo>
                      <a:pt x="4773" y="951"/>
                      <a:pt x="5000" y="679"/>
                      <a:pt x="4773" y="498"/>
                    </a:cubicBezTo>
                    <a:cubicBezTo>
                      <a:pt x="4355" y="113"/>
                      <a:pt x="3778" y="1"/>
                      <a:pt x="32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8" name="Google Shape;2198;p2"/>
              <p:cNvSpPr/>
              <p:nvPr/>
            </p:nvSpPr>
            <p:spPr>
              <a:xfrm>
                <a:off x="3298702" y="472300"/>
                <a:ext cx="66425" cy="52600"/>
              </a:xfrm>
              <a:custGeom>
                <a:rect b="b" l="l" r="r" t="t"/>
                <a:pathLst>
                  <a:path extrusionOk="0" h="2104" w="2657">
                    <a:moveTo>
                      <a:pt x="310" y="1"/>
                    </a:moveTo>
                    <a:cubicBezTo>
                      <a:pt x="68" y="1"/>
                      <a:pt x="0" y="415"/>
                      <a:pt x="302" y="502"/>
                    </a:cubicBezTo>
                    <a:cubicBezTo>
                      <a:pt x="393" y="547"/>
                      <a:pt x="528" y="547"/>
                      <a:pt x="619" y="592"/>
                    </a:cubicBezTo>
                    <a:cubicBezTo>
                      <a:pt x="664" y="592"/>
                      <a:pt x="664" y="637"/>
                      <a:pt x="710" y="637"/>
                    </a:cubicBezTo>
                    <a:lnTo>
                      <a:pt x="755" y="637"/>
                    </a:lnTo>
                    <a:cubicBezTo>
                      <a:pt x="800" y="683"/>
                      <a:pt x="845" y="683"/>
                      <a:pt x="891" y="728"/>
                    </a:cubicBezTo>
                    <a:cubicBezTo>
                      <a:pt x="981" y="773"/>
                      <a:pt x="1072" y="819"/>
                      <a:pt x="1162" y="909"/>
                    </a:cubicBezTo>
                    <a:cubicBezTo>
                      <a:pt x="1162" y="909"/>
                      <a:pt x="1207" y="909"/>
                      <a:pt x="1207" y="954"/>
                    </a:cubicBezTo>
                    <a:cubicBezTo>
                      <a:pt x="1253" y="954"/>
                      <a:pt x="1253" y="954"/>
                      <a:pt x="1253" y="1000"/>
                    </a:cubicBezTo>
                    <a:cubicBezTo>
                      <a:pt x="1298" y="1000"/>
                      <a:pt x="1343" y="1045"/>
                      <a:pt x="1389" y="1090"/>
                    </a:cubicBezTo>
                    <a:cubicBezTo>
                      <a:pt x="1479" y="1181"/>
                      <a:pt x="1570" y="1226"/>
                      <a:pt x="1615" y="1316"/>
                    </a:cubicBezTo>
                    <a:lnTo>
                      <a:pt x="1751" y="1452"/>
                    </a:lnTo>
                    <a:cubicBezTo>
                      <a:pt x="1751" y="1452"/>
                      <a:pt x="1796" y="1498"/>
                      <a:pt x="1796" y="1498"/>
                    </a:cubicBezTo>
                    <a:cubicBezTo>
                      <a:pt x="1841" y="1543"/>
                      <a:pt x="1841" y="1543"/>
                      <a:pt x="1887" y="1588"/>
                    </a:cubicBezTo>
                    <a:cubicBezTo>
                      <a:pt x="1887" y="1588"/>
                      <a:pt x="1887" y="1633"/>
                      <a:pt x="1932" y="1633"/>
                    </a:cubicBezTo>
                    <a:cubicBezTo>
                      <a:pt x="1977" y="1679"/>
                      <a:pt x="1977" y="1724"/>
                      <a:pt x="2022" y="1769"/>
                    </a:cubicBezTo>
                    <a:cubicBezTo>
                      <a:pt x="2113" y="1905"/>
                      <a:pt x="2158" y="2041"/>
                      <a:pt x="2294" y="2086"/>
                    </a:cubicBezTo>
                    <a:cubicBezTo>
                      <a:pt x="2328" y="2097"/>
                      <a:pt x="2359" y="2103"/>
                      <a:pt x="2388" y="2103"/>
                    </a:cubicBezTo>
                    <a:cubicBezTo>
                      <a:pt x="2475" y="2103"/>
                      <a:pt x="2543" y="2052"/>
                      <a:pt x="2611" y="1950"/>
                    </a:cubicBezTo>
                    <a:cubicBezTo>
                      <a:pt x="2656" y="1814"/>
                      <a:pt x="2611" y="1679"/>
                      <a:pt x="2566" y="1543"/>
                    </a:cubicBezTo>
                    <a:cubicBezTo>
                      <a:pt x="2520" y="1498"/>
                      <a:pt x="2475" y="1407"/>
                      <a:pt x="2475" y="1316"/>
                    </a:cubicBezTo>
                    <a:cubicBezTo>
                      <a:pt x="2430" y="1316"/>
                      <a:pt x="2430" y="1271"/>
                      <a:pt x="2430" y="1271"/>
                    </a:cubicBezTo>
                    <a:cubicBezTo>
                      <a:pt x="2430" y="1239"/>
                      <a:pt x="2407" y="1207"/>
                      <a:pt x="2394" y="1207"/>
                    </a:cubicBezTo>
                    <a:cubicBezTo>
                      <a:pt x="2388" y="1207"/>
                      <a:pt x="2384" y="1213"/>
                      <a:pt x="2384" y="1226"/>
                    </a:cubicBezTo>
                    <a:cubicBezTo>
                      <a:pt x="2339" y="1135"/>
                      <a:pt x="2339" y="1045"/>
                      <a:pt x="2249" y="954"/>
                    </a:cubicBezTo>
                    <a:lnTo>
                      <a:pt x="2113" y="819"/>
                    </a:lnTo>
                    <a:cubicBezTo>
                      <a:pt x="2022" y="728"/>
                      <a:pt x="1932" y="637"/>
                      <a:pt x="1796" y="547"/>
                    </a:cubicBezTo>
                    <a:cubicBezTo>
                      <a:pt x="1389" y="230"/>
                      <a:pt x="891" y="49"/>
                      <a:pt x="347" y="4"/>
                    </a:cubicBezTo>
                    <a:cubicBezTo>
                      <a:pt x="335" y="2"/>
                      <a:pt x="322" y="1"/>
                      <a:pt x="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9" name="Google Shape;2199;p2"/>
              <p:cNvSpPr/>
              <p:nvPr/>
            </p:nvSpPr>
            <p:spPr>
              <a:xfrm>
                <a:off x="3402427" y="497050"/>
                <a:ext cx="35125" cy="69800"/>
              </a:xfrm>
              <a:custGeom>
                <a:rect b="b" l="l" r="r" t="t"/>
                <a:pathLst>
                  <a:path extrusionOk="0" h="2792" w="1405">
                    <a:moveTo>
                      <a:pt x="329" y="1"/>
                    </a:moveTo>
                    <a:cubicBezTo>
                      <a:pt x="310" y="1"/>
                      <a:pt x="291" y="4"/>
                      <a:pt x="273" y="10"/>
                    </a:cubicBezTo>
                    <a:cubicBezTo>
                      <a:pt x="92" y="55"/>
                      <a:pt x="1" y="236"/>
                      <a:pt x="46" y="417"/>
                    </a:cubicBezTo>
                    <a:cubicBezTo>
                      <a:pt x="182" y="779"/>
                      <a:pt x="273" y="1187"/>
                      <a:pt x="408" y="1594"/>
                    </a:cubicBezTo>
                    <a:cubicBezTo>
                      <a:pt x="454" y="1820"/>
                      <a:pt x="544" y="2001"/>
                      <a:pt x="680" y="2228"/>
                    </a:cubicBezTo>
                    <a:cubicBezTo>
                      <a:pt x="725" y="2318"/>
                      <a:pt x="725" y="2409"/>
                      <a:pt x="771" y="2499"/>
                    </a:cubicBezTo>
                    <a:cubicBezTo>
                      <a:pt x="861" y="2590"/>
                      <a:pt x="906" y="2635"/>
                      <a:pt x="997" y="2726"/>
                    </a:cubicBezTo>
                    <a:cubicBezTo>
                      <a:pt x="1042" y="2771"/>
                      <a:pt x="1097" y="2791"/>
                      <a:pt x="1151" y="2791"/>
                    </a:cubicBezTo>
                    <a:cubicBezTo>
                      <a:pt x="1258" y="2791"/>
                      <a:pt x="1359" y="2711"/>
                      <a:pt x="1359" y="2590"/>
                    </a:cubicBezTo>
                    <a:cubicBezTo>
                      <a:pt x="1404" y="2364"/>
                      <a:pt x="1314" y="2183"/>
                      <a:pt x="1268" y="1956"/>
                    </a:cubicBezTo>
                    <a:cubicBezTo>
                      <a:pt x="1223" y="1730"/>
                      <a:pt x="1178" y="1549"/>
                      <a:pt x="1087" y="1368"/>
                    </a:cubicBezTo>
                    <a:cubicBezTo>
                      <a:pt x="952" y="1006"/>
                      <a:pt x="771" y="598"/>
                      <a:pt x="635" y="236"/>
                    </a:cubicBezTo>
                    <a:cubicBezTo>
                      <a:pt x="596" y="118"/>
                      <a:pt x="454" y="1"/>
                      <a:pt x="3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0" name="Google Shape;2200;p2"/>
              <p:cNvSpPr/>
              <p:nvPr/>
            </p:nvSpPr>
            <p:spPr>
              <a:xfrm>
                <a:off x="3661602" y="528975"/>
                <a:ext cx="36250" cy="122250"/>
              </a:xfrm>
              <a:custGeom>
                <a:rect b="b" l="l" r="r" t="t"/>
                <a:pathLst>
                  <a:path extrusionOk="0" h="4890" w="1450">
                    <a:moveTo>
                      <a:pt x="368" y="0"/>
                    </a:moveTo>
                    <a:cubicBezTo>
                      <a:pt x="227" y="0"/>
                      <a:pt x="91" y="91"/>
                      <a:pt x="91" y="272"/>
                    </a:cubicBezTo>
                    <a:cubicBezTo>
                      <a:pt x="46" y="996"/>
                      <a:pt x="1" y="1720"/>
                      <a:pt x="46" y="2445"/>
                    </a:cubicBezTo>
                    <a:cubicBezTo>
                      <a:pt x="91" y="2807"/>
                      <a:pt x="136" y="3169"/>
                      <a:pt x="182" y="3531"/>
                    </a:cubicBezTo>
                    <a:cubicBezTo>
                      <a:pt x="227" y="3893"/>
                      <a:pt x="272" y="4346"/>
                      <a:pt x="453" y="4618"/>
                    </a:cubicBezTo>
                    <a:cubicBezTo>
                      <a:pt x="589" y="4799"/>
                      <a:pt x="770" y="4889"/>
                      <a:pt x="951" y="4889"/>
                    </a:cubicBezTo>
                    <a:cubicBezTo>
                      <a:pt x="1132" y="4844"/>
                      <a:pt x="1359" y="4708"/>
                      <a:pt x="1359" y="4527"/>
                    </a:cubicBezTo>
                    <a:cubicBezTo>
                      <a:pt x="1449" y="4120"/>
                      <a:pt x="1313" y="3757"/>
                      <a:pt x="1223" y="3350"/>
                    </a:cubicBezTo>
                    <a:cubicBezTo>
                      <a:pt x="1177" y="3033"/>
                      <a:pt x="1087" y="2671"/>
                      <a:pt x="1042" y="2354"/>
                    </a:cubicBezTo>
                    <a:cubicBezTo>
                      <a:pt x="906" y="1630"/>
                      <a:pt x="725" y="951"/>
                      <a:pt x="680" y="272"/>
                    </a:cubicBezTo>
                    <a:cubicBezTo>
                      <a:pt x="657" y="91"/>
                      <a:pt x="510" y="0"/>
                      <a:pt x="3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1" name="Google Shape;2201;p2"/>
              <p:cNvSpPr/>
              <p:nvPr/>
            </p:nvSpPr>
            <p:spPr>
              <a:xfrm>
                <a:off x="3697827" y="527700"/>
                <a:ext cx="24925" cy="106750"/>
              </a:xfrm>
              <a:custGeom>
                <a:rect b="b" l="l" r="r" t="t"/>
                <a:pathLst>
                  <a:path extrusionOk="0" h="4270" w="997">
                    <a:moveTo>
                      <a:pt x="773" y="0"/>
                    </a:moveTo>
                    <a:cubicBezTo>
                      <a:pt x="707" y="0"/>
                      <a:pt x="638" y="30"/>
                      <a:pt x="589" y="96"/>
                    </a:cubicBezTo>
                    <a:cubicBezTo>
                      <a:pt x="408" y="413"/>
                      <a:pt x="317" y="685"/>
                      <a:pt x="226" y="1002"/>
                    </a:cubicBezTo>
                    <a:cubicBezTo>
                      <a:pt x="181" y="1364"/>
                      <a:pt x="91" y="1726"/>
                      <a:pt x="45" y="2043"/>
                    </a:cubicBezTo>
                    <a:cubicBezTo>
                      <a:pt x="0" y="2722"/>
                      <a:pt x="45" y="3401"/>
                      <a:pt x="181" y="4035"/>
                    </a:cubicBezTo>
                    <a:cubicBezTo>
                      <a:pt x="202" y="4198"/>
                      <a:pt x="323" y="4269"/>
                      <a:pt x="451" y="4269"/>
                    </a:cubicBezTo>
                    <a:cubicBezTo>
                      <a:pt x="606" y="4269"/>
                      <a:pt x="770" y="4164"/>
                      <a:pt x="770" y="3990"/>
                    </a:cubicBezTo>
                    <a:cubicBezTo>
                      <a:pt x="679" y="3356"/>
                      <a:pt x="724" y="2722"/>
                      <a:pt x="770" y="2088"/>
                    </a:cubicBezTo>
                    <a:cubicBezTo>
                      <a:pt x="815" y="1771"/>
                      <a:pt x="815" y="1500"/>
                      <a:pt x="860" y="1183"/>
                    </a:cubicBezTo>
                    <a:cubicBezTo>
                      <a:pt x="951" y="866"/>
                      <a:pt x="996" y="549"/>
                      <a:pt x="996" y="232"/>
                    </a:cubicBezTo>
                    <a:cubicBezTo>
                      <a:pt x="996" y="89"/>
                      <a:pt x="887" y="0"/>
                      <a:pt x="7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2" name="Google Shape;2202;p2"/>
              <p:cNvSpPr/>
              <p:nvPr/>
            </p:nvSpPr>
            <p:spPr>
              <a:xfrm>
                <a:off x="3826827" y="460625"/>
                <a:ext cx="72150" cy="101600"/>
              </a:xfrm>
              <a:custGeom>
                <a:rect b="b" l="l" r="r" t="t"/>
                <a:pathLst>
                  <a:path extrusionOk="0" h="4064" w="2886">
                    <a:moveTo>
                      <a:pt x="2492" y="0"/>
                    </a:moveTo>
                    <a:cubicBezTo>
                      <a:pt x="2461" y="0"/>
                      <a:pt x="2430" y="6"/>
                      <a:pt x="2400" y="18"/>
                    </a:cubicBezTo>
                    <a:cubicBezTo>
                      <a:pt x="2264" y="63"/>
                      <a:pt x="2174" y="109"/>
                      <a:pt x="2083" y="154"/>
                    </a:cubicBezTo>
                    <a:cubicBezTo>
                      <a:pt x="2038" y="199"/>
                      <a:pt x="1947" y="290"/>
                      <a:pt x="1902" y="335"/>
                    </a:cubicBezTo>
                    <a:cubicBezTo>
                      <a:pt x="1766" y="471"/>
                      <a:pt x="1630" y="606"/>
                      <a:pt x="1495" y="742"/>
                    </a:cubicBezTo>
                    <a:cubicBezTo>
                      <a:pt x="1268" y="1014"/>
                      <a:pt x="1042" y="1331"/>
                      <a:pt x="861" y="1648"/>
                    </a:cubicBezTo>
                    <a:cubicBezTo>
                      <a:pt x="499" y="2281"/>
                      <a:pt x="227" y="2960"/>
                      <a:pt x="46" y="3685"/>
                    </a:cubicBezTo>
                    <a:cubicBezTo>
                      <a:pt x="1" y="3821"/>
                      <a:pt x="91" y="4002"/>
                      <a:pt x="227" y="4047"/>
                    </a:cubicBezTo>
                    <a:cubicBezTo>
                      <a:pt x="261" y="4058"/>
                      <a:pt x="301" y="4064"/>
                      <a:pt x="342" y="4064"/>
                    </a:cubicBezTo>
                    <a:cubicBezTo>
                      <a:pt x="465" y="4064"/>
                      <a:pt x="601" y="4013"/>
                      <a:pt x="635" y="3911"/>
                    </a:cubicBezTo>
                    <a:cubicBezTo>
                      <a:pt x="906" y="3277"/>
                      <a:pt x="1268" y="2689"/>
                      <a:pt x="1630" y="2146"/>
                    </a:cubicBezTo>
                    <a:cubicBezTo>
                      <a:pt x="1811" y="1829"/>
                      <a:pt x="2038" y="1602"/>
                      <a:pt x="2219" y="1331"/>
                    </a:cubicBezTo>
                    <a:cubicBezTo>
                      <a:pt x="2309" y="1195"/>
                      <a:pt x="2400" y="1104"/>
                      <a:pt x="2491" y="969"/>
                    </a:cubicBezTo>
                    <a:cubicBezTo>
                      <a:pt x="2536" y="923"/>
                      <a:pt x="2581" y="833"/>
                      <a:pt x="2626" y="788"/>
                    </a:cubicBezTo>
                    <a:cubicBezTo>
                      <a:pt x="2717" y="697"/>
                      <a:pt x="2762" y="561"/>
                      <a:pt x="2807" y="471"/>
                    </a:cubicBezTo>
                    <a:cubicBezTo>
                      <a:pt x="2886" y="235"/>
                      <a:pt x="2693" y="0"/>
                      <a:pt x="24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3" name="Google Shape;2203;p2"/>
              <p:cNvSpPr/>
              <p:nvPr/>
            </p:nvSpPr>
            <p:spPr>
              <a:xfrm>
                <a:off x="3772877" y="1357825"/>
                <a:ext cx="119625" cy="77200"/>
              </a:xfrm>
              <a:custGeom>
                <a:rect b="b" l="l" r="r" t="t"/>
                <a:pathLst>
                  <a:path extrusionOk="0" h="3088" w="4785">
                    <a:moveTo>
                      <a:pt x="4371" y="1"/>
                    </a:moveTo>
                    <a:cubicBezTo>
                      <a:pt x="4032" y="1"/>
                      <a:pt x="3625" y="240"/>
                      <a:pt x="3381" y="345"/>
                    </a:cubicBezTo>
                    <a:cubicBezTo>
                      <a:pt x="2974" y="526"/>
                      <a:pt x="2566" y="707"/>
                      <a:pt x="2204" y="934"/>
                    </a:cubicBezTo>
                    <a:cubicBezTo>
                      <a:pt x="1480" y="1386"/>
                      <a:pt x="801" y="2020"/>
                      <a:pt x="212" y="2609"/>
                    </a:cubicBezTo>
                    <a:cubicBezTo>
                      <a:pt x="0" y="2820"/>
                      <a:pt x="174" y="3087"/>
                      <a:pt x="389" y="3087"/>
                    </a:cubicBezTo>
                    <a:cubicBezTo>
                      <a:pt x="450" y="3087"/>
                      <a:pt x="515" y="3066"/>
                      <a:pt x="574" y="3016"/>
                    </a:cubicBezTo>
                    <a:cubicBezTo>
                      <a:pt x="1208" y="2428"/>
                      <a:pt x="1887" y="2020"/>
                      <a:pt x="2611" y="1613"/>
                    </a:cubicBezTo>
                    <a:cubicBezTo>
                      <a:pt x="2974" y="1386"/>
                      <a:pt x="3336" y="1205"/>
                      <a:pt x="3698" y="1069"/>
                    </a:cubicBezTo>
                    <a:cubicBezTo>
                      <a:pt x="4015" y="888"/>
                      <a:pt x="4649" y="798"/>
                      <a:pt x="4739" y="390"/>
                    </a:cubicBezTo>
                    <a:cubicBezTo>
                      <a:pt x="4784" y="255"/>
                      <a:pt x="4739" y="164"/>
                      <a:pt x="4649" y="74"/>
                    </a:cubicBezTo>
                    <a:cubicBezTo>
                      <a:pt x="4566" y="22"/>
                      <a:pt x="4471" y="1"/>
                      <a:pt x="43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4" name="Google Shape;2204;p2"/>
              <p:cNvSpPr/>
              <p:nvPr/>
            </p:nvSpPr>
            <p:spPr>
              <a:xfrm>
                <a:off x="3819877" y="1322300"/>
                <a:ext cx="82800" cy="37075"/>
              </a:xfrm>
              <a:custGeom>
                <a:rect b="b" l="l" r="r" t="t"/>
                <a:pathLst>
                  <a:path extrusionOk="0" h="1483" w="3312">
                    <a:moveTo>
                      <a:pt x="3085" y="1"/>
                    </a:moveTo>
                    <a:cubicBezTo>
                      <a:pt x="2044" y="46"/>
                      <a:pt x="1048" y="589"/>
                      <a:pt x="188" y="1132"/>
                    </a:cubicBezTo>
                    <a:cubicBezTo>
                      <a:pt x="0" y="1245"/>
                      <a:pt x="93" y="1482"/>
                      <a:pt x="259" y="1482"/>
                    </a:cubicBezTo>
                    <a:cubicBezTo>
                      <a:pt x="294" y="1482"/>
                      <a:pt x="331" y="1472"/>
                      <a:pt x="369" y="1449"/>
                    </a:cubicBezTo>
                    <a:cubicBezTo>
                      <a:pt x="1275" y="1042"/>
                      <a:pt x="2271" y="725"/>
                      <a:pt x="3176" y="272"/>
                    </a:cubicBezTo>
                    <a:cubicBezTo>
                      <a:pt x="3312" y="227"/>
                      <a:pt x="3266" y="1"/>
                      <a:pt x="3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5" name="Google Shape;2205;p2"/>
              <p:cNvSpPr/>
              <p:nvPr/>
            </p:nvSpPr>
            <p:spPr>
              <a:xfrm>
                <a:off x="4199752" y="1355725"/>
                <a:ext cx="110350" cy="142775"/>
              </a:xfrm>
              <a:custGeom>
                <a:rect b="b" l="l" r="r" t="t"/>
                <a:pathLst>
                  <a:path extrusionOk="0" h="5711" w="4414">
                    <a:moveTo>
                      <a:pt x="528" y="1"/>
                    </a:moveTo>
                    <a:cubicBezTo>
                      <a:pt x="193" y="1"/>
                      <a:pt x="1" y="483"/>
                      <a:pt x="339" y="746"/>
                    </a:cubicBezTo>
                    <a:cubicBezTo>
                      <a:pt x="1154" y="1335"/>
                      <a:pt x="1788" y="2149"/>
                      <a:pt x="2331" y="3009"/>
                    </a:cubicBezTo>
                    <a:cubicBezTo>
                      <a:pt x="2603" y="3417"/>
                      <a:pt x="2829" y="3915"/>
                      <a:pt x="3010" y="4368"/>
                    </a:cubicBezTo>
                    <a:cubicBezTo>
                      <a:pt x="3101" y="4594"/>
                      <a:pt x="3191" y="4820"/>
                      <a:pt x="3327" y="5047"/>
                    </a:cubicBezTo>
                    <a:cubicBezTo>
                      <a:pt x="3463" y="5273"/>
                      <a:pt x="3553" y="5545"/>
                      <a:pt x="3780" y="5680"/>
                    </a:cubicBezTo>
                    <a:cubicBezTo>
                      <a:pt x="3817" y="5699"/>
                      <a:pt x="3863" y="5710"/>
                      <a:pt x="3909" y="5710"/>
                    </a:cubicBezTo>
                    <a:cubicBezTo>
                      <a:pt x="3975" y="5710"/>
                      <a:pt x="4044" y="5688"/>
                      <a:pt x="4097" y="5635"/>
                    </a:cubicBezTo>
                    <a:cubicBezTo>
                      <a:pt x="4414" y="5182"/>
                      <a:pt x="4278" y="4413"/>
                      <a:pt x="4097" y="3960"/>
                    </a:cubicBezTo>
                    <a:cubicBezTo>
                      <a:pt x="3916" y="3417"/>
                      <a:pt x="3644" y="2874"/>
                      <a:pt x="3327" y="2376"/>
                    </a:cubicBezTo>
                    <a:cubicBezTo>
                      <a:pt x="2693" y="1380"/>
                      <a:pt x="1788" y="610"/>
                      <a:pt x="747" y="67"/>
                    </a:cubicBezTo>
                    <a:cubicBezTo>
                      <a:pt x="670" y="21"/>
                      <a:pt x="596" y="1"/>
                      <a:pt x="5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6" name="Google Shape;2206;p2"/>
              <p:cNvSpPr/>
              <p:nvPr/>
            </p:nvSpPr>
            <p:spPr>
              <a:xfrm>
                <a:off x="4312352" y="1416425"/>
                <a:ext cx="51450" cy="66825"/>
              </a:xfrm>
              <a:custGeom>
                <a:rect b="b" l="l" r="r" t="t"/>
                <a:pathLst>
                  <a:path extrusionOk="0" h="2673" w="2058">
                    <a:moveTo>
                      <a:pt x="308" y="1"/>
                    </a:moveTo>
                    <a:cubicBezTo>
                      <a:pt x="265" y="1"/>
                      <a:pt x="221" y="12"/>
                      <a:pt x="181" y="38"/>
                    </a:cubicBezTo>
                    <a:cubicBezTo>
                      <a:pt x="91" y="129"/>
                      <a:pt x="0" y="265"/>
                      <a:pt x="91" y="400"/>
                    </a:cubicBezTo>
                    <a:lnTo>
                      <a:pt x="815" y="1532"/>
                    </a:lnTo>
                    <a:cubicBezTo>
                      <a:pt x="951" y="1713"/>
                      <a:pt x="1086" y="1894"/>
                      <a:pt x="1222" y="2075"/>
                    </a:cubicBezTo>
                    <a:cubicBezTo>
                      <a:pt x="1358" y="2256"/>
                      <a:pt x="1494" y="2438"/>
                      <a:pt x="1675" y="2619"/>
                    </a:cubicBezTo>
                    <a:cubicBezTo>
                      <a:pt x="1712" y="2656"/>
                      <a:pt x="1760" y="2673"/>
                      <a:pt x="1808" y="2673"/>
                    </a:cubicBezTo>
                    <a:cubicBezTo>
                      <a:pt x="1933" y="2673"/>
                      <a:pt x="2057" y="2556"/>
                      <a:pt x="1992" y="2392"/>
                    </a:cubicBezTo>
                    <a:cubicBezTo>
                      <a:pt x="1947" y="2302"/>
                      <a:pt x="1901" y="2166"/>
                      <a:pt x="1856" y="2075"/>
                    </a:cubicBezTo>
                    <a:cubicBezTo>
                      <a:pt x="1811" y="1985"/>
                      <a:pt x="1720" y="1894"/>
                      <a:pt x="1675" y="1804"/>
                    </a:cubicBezTo>
                    <a:cubicBezTo>
                      <a:pt x="1584" y="1577"/>
                      <a:pt x="1449" y="1396"/>
                      <a:pt x="1358" y="1215"/>
                    </a:cubicBezTo>
                    <a:cubicBezTo>
                      <a:pt x="1086" y="853"/>
                      <a:pt x="815" y="491"/>
                      <a:pt x="543" y="129"/>
                    </a:cubicBezTo>
                    <a:cubicBezTo>
                      <a:pt x="511" y="65"/>
                      <a:pt x="411" y="1"/>
                      <a:pt x="3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7" name="Google Shape;2207;p2"/>
              <p:cNvSpPr/>
              <p:nvPr/>
            </p:nvSpPr>
            <p:spPr>
              <a:xfrm>
                <a:off x="3776627" y="2067525"/>
                <a:ext cx="152075" cy="112775"/>
              </a:xfrm>
              <a:custGeom>
                <a:rect b="b" l="l" r="r" t="t"/>
                <a:pathLst>
                  <a:path extrusionOk="0" h="4511" w="6083">
                    <a:moveTo>
                      <a:pt x="5331" y="0"/>
                    </a:moveTo>
                    <a:cubicBezTo>
                      <a:pt x="5278" y="0"/>
                      <a:pt x="5227" y="8"/>
                      <a:pt x="5178" y="24"/>
                    </a:cubicBezTo>
                    <a:cubicBezTo>
                      <a:pt x="4861" y="160"/>
                      <a:pt x="4544" y="341"/>
                      <a:pt x="4272" y="522"/>
                    </a:cubicBezTo>
                    <a:cubicBezTo>
                      <a:pt x="4001" y="658"/>
                      <a:pt x="3819" y="748"/>
                      <a:pt x="3548" y="839"/>
                    </a:cubicBezTo>
                    <a:cubicBezTo>
                      <a:pt x="3231" y="929"/>
                      <a:pt x="2869" y="975"/>
                      <a:pt x="2552" y="1020"/>
                    </a:cubicBezTo>
                    <a:cubicBezTo>
                      <a:pt x="2235" y="1110"/>
                      <a:pt x="1963" y="1201"/>
                      <a:pt x="1692" y="1382"/>
                    </a:cubicBezTo>
                    <a:cubicBezTo>
                      <a:pt x="741" y="1970"/>
                      <a:pt x="289" y="3057"/>
                      <a:pt x="62" y="4098"/>
                    </a:cubicBezTo>
                    <a:cubicBezTo>
                      <a:pt x="0" y="4315"/>
                      <a:pt x="214" y="4511"/>
                      <a:pt x="399" y="4511"/>
                    </a:cubicBezTo>
                    <a:cubicBezTo>
                      <a:pt x="484" y="4511"/>
                      <a:pt x="563" y="4470"/>
                      <a:pt x="605" y="4370"/>
                    </a:cubicBezTo>
                    <a:cubicBezTo>
                      <a:pt x="968" y="3555"/>
                      <a:pt x="1556" y="2695"/>
                      <a:pt x="2416" y="2468"/>
                    </a:cubicBezTo>
                    <a:cubicBezTo>
                      <a:pt x="2643" y="2378"/>
                      <a:pt x="2959" y="2423"/>
                      <a:pt x="3231" y="2378"/>
                    </a:cubicBezTo>
                    <a:cubicBezTo>
                      <a:pt x="3548" y="2333"/>
                      <a:pt x="3865" y="2287"/>
                      <a:pt x="4136" y="2197"/>
                    </a:cubicBezTo>
                    <a:cubicBezTo>
                      <a:pt x="4770" y="1970"/>
                      <a:pt x="5404" y="1608"/>
                      <a:pt x="5857" y="1156"/>
                    </a:cubicBezTo>
                    <a:cubicBezTo>
                      <a:pt x="6038" y="929"/>
                      <a:pt x="6083" y="612"/>
                      <a:pt x="5947" y="341"/>
                    </a:cubicBezTo>
                    <a:cubicBezTo>
                      <a:pt x="5836" y="155"/>
                      <a:pt x="5572" y="0"/>
                      <a:pt x="53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8" name="Google Shape;2208;p2"/>
              <p:cNvSpPr/>
              <p:nvPr/>
            </p:nvSpPr>
            <p:spPr>
              <a:xfrm>
                <a:off x="3909452" y="2089150"/>
                <a:ext cx="76350" cy="56875"/>
              </a:xfrm>
              <a:custGeom>
                <a:rect b="b" l="l" r="r" t="t"/>
                <a:pathLst>
                  <a:path extrusionOk="0" h="2275" w="3054">
                    <a:moveTo>
                      <a:pt x="2748" y="1"/>
                    </a:moveTo>
                    <a:cubicBezTo>
                      <a:pt x="2722" y="1"/>
                      <a:pt x="2696" y="7"/>
                      <a:pt x="2671" y="19"/>
                    </a:cubicBezTo>
                    <a:cubicBezTo>
                      <a:pt x="2219" y="245"/>
                      <a:pt x="1811" y="562"/>
                      <a:pt x="1404" y="834"/>
                    </a:cubicBezTo>
                    <a:cubicBezTo>
                      <a:pt x="996" y="1151"/>
                      <a:pt x="634" y="1422"/>
                      <a:pt x="227" y="1739"/>
                    </a:cubicBezTo>
                    <a:cubicBezTo>
                      <a:pt x="91" y="1830"/>
                      <a:pt x="0" y="1966"/>
                      <a:pt x="91" y="2147"/>
                    </a:cubicBezTo>
                    <a:cubicBezTo>
                      <a:pt x="155" y="2211"/>
                      <a:pt x="264" y="2275"/>
                      <a:pt x="371" y="2275"/>
                    </a:cubicBezTo>
                    <a:cubicBezTo>
                      <a:pt x="415" y="2275"/>
                      <a:pt x="459" y="2264"/>
                      <a:pt x="498" y="2237"/>
                    </a:cubicBezTo>
                    <a:cubicBezTo>
                      <a:pt x="906" y="1920"/>
                      <a:pt x="1313" y="1649"/>
                      <a:pt x="1721" y="1332"/>
                    </a:cubicBezTo>
                    <a:cubicBezTo>
                      <a:pt x="1947" y="1151"/>
                      <a:pt x="2128" y="1015"/>
                      <a:pt x="2354" y="834"/>
                    </a:cubicBezTo>
                    <a:cubicBezTo>
                      <a:pt x="2535" y="698"/>
                      <a:pt x="2716" y="517"/>
                      <a:pt x="2898" y="336"/>
                    </a:cubicBezTo>
                    <a:cubicBezTo>
                      <a:pt x="3054" y="219"/>
                      <a:pt x="2907" y="1"/>
                      <a:pt x="27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9" name="Google Shape;2209;p2"/>
              <p:cNvSpPr/>
              <p:nvPr/>
            </p:nvSpPr>
            <p:spPr>
              <a:xfrm>
                <a:off x="4107502" y="1992000"/>
                <a:ext cx="54350" cy="68500"/>
              </a:xfrm>
              <a:custGeom>
                <a:rect b="b" l="l" r="r" t="t"/>
                <a:pathLst>
                  <a:path extrusionOk="0" h="2740" w="2174">
                    <a:moveTo>
                      <a:pt x="758" y="1536"/>
                    </a:moveTo>
                    <a:lnTo>
                      <a:pt x="758" y="1536"/>
                    </a:lnTo>
                    <a:cubicBezTo>
                      <a:pt x="742" y="1542"/>
                      <a:pt x="725" y="1551"/>
                      <a:pt x="725" y="1551"/>
                    </a:cubicBezTo>
                    <a:cubicBezTo>
                      <a:pt x="736" y="1551"/>
                      <a:pt x="747" y="1545"/>
                      <a:pt x="758" y="1536"/>
                    </a:cubicBezTo>
                    <a:close/>
                    <a:moveTo>
                      <a:pt x="1764" y="0"/>
                    </a:moveTo>
                    <a:cubicBezTo>
                      <a:pt x="1617" y="0"/>
                      <a:pt x="1486" y="88"/>
                      <a:pt x="1449" y="238"/>
                    </a:cubicBezTo>
                    <a:cubicBezTo>
                      <a:pt x="1404" y="329"/>
                      <a:pt x="1404" y="465"/>
                      <a:pt x="1358" y="555"/>
                    </a:cubicBezTo>
                    <a:cubicBezTo>
                      <a:pt x="1358" y="555"/>
                      <a:pt x="1313" y="600"/>
                      <a:pt x="1313" y="600"/>
                    </a:cubicBezTo>
                    <a:cubicBezTo>
                      <a:pt x="1313" y="600"/>
                      <a:pt x="1313" y="646"/>
                      <a:pt x="1313" y="646"/>
                    </a:cubicBezTo>
                    <a:cubicBezTo>
                      <a:pt x="1313" y="691"/>
                      <a:pt x="1268" y="736"/>
                      <a:pt x="1268" y="781"/>
                    </a:cubicBezTo>
                    <a:cubicBezTo>
                      <a:pt x="1132" y="963"/>
                      <a:pt x="1042" y="1144"/>
                      <a:pt x="906" y="1279"/>
                    </a:cubicBezTo>
                    <a:cubicBezTo>
                      <a:pt x="906" y="1325"/>
                      <a:pt x="906" y="1325"/>
                      <a:pt x="906" y="1325"/>
                    </a:cubicBezTo>
                    <a:cubicBezTo>
                      <a:pt x="861" y="1370"/>
                      <a:pt x="861" y="1370"/>
                      <a:pt x="815" y="1415"/>
                    </a:cubicBezTo>
                    <a:cubicBezTo>
                      <a:pt x="815" y="1449"/>
                      <a:pt x="790" y="1509"/>
                      <a:pt x="758" y="1536"/>
                    </a:cubicBezTo>
                    <a:lnTo>
                      <a:pt x="758" y="1536"/>
                    </a:lnTo>
                    <a:cubicBezTo>
                      <a:pt x="766" y="1533"/>
                      <a:pt x="774" y="1531"/>
                      <a:pt x="778" y="1531"/>
                    </a:cubicBezTo>
                    <a:cubicBezTo>
                      <a:pt x="785" y="1531"/>
                      <a:pt x="785" y="1536"/>
                      <a:pt x="770" y="1551"/>
                    </a:cubicBezTo>
                    <a:lnTo>
                      <a:pt x="725" y="1551"/>
                    </a:lnTo>
                    <a:cubicBezTo>
                      <a:pt x="725" y="1551"/>
                      <a:pt x="679" y="1596"/>
                      <a:pt x="679" y="1596"/>
                    </a:cubicBezTo>
                    <a:cubicBezTo>
                      <a:pt x="634" y="1642"/>
                      <a:pt x="589" y="1687"/>
                      <a:pt x="589" y="1687"/>
                    </a:cubicBezTo>
                    <a:cubicBezTo>
                      <a:pt x="498" y="1777"/>
                      <a:pt x="408" y="1823"/>
                      <a:pt x="363" y="1913"/>
                    </a:cubicBezTo>
                    <a:cubicBezTo>
                      <a:pt x="272" y="2004"/>
                      <a:pt x="181" y="2094"/>
                      <a:pt x="136" y="2140"/>
                    </a:cubicBezTo>
                    <a:cubicBezTo>
                      <a:pt x="0" y="2230"/>
                      <a:pt x="0" y="2456"/>
                      <a:pt x="91" y="2547"/>
                    </a:cubicBezTo>
                    <a:cubicBezTo>
                      <a:pt x="128" y="2659"/>
                      <a:pt x="257" y="2740"/>
                      <a:pt x="378" y="2740"/>
                    </a:cubicBezTo>
                    <a:cubicBezTo>
                      <a:pt x="404" y="2740"/>
                      <a:pt x="429" y="2736"/>
                      <a:pt x="453" y="2728"/>
                    </a:cubicBezTo>
                    <a:cubicBezTo>
                      <a:pt x="589" y="2683"/>
                      <a:pt x="725" y="2637"/>
                      <a:pt x="815" y="2547"/>
                    </a:cubicBezTo>
                    <a:cubicBezTo>
                      <a:pt x="951" y="2502"/>
                      <a:pt x="1042" y="2411"/>
                      <a:pt x="1132" y="2321"/>
                    </a:cubicBezTo>
                    <a:cubicBezTo>
                      <a:pt x="1358" y="2140"/>
                      <a:pt x="1540" y="1958"/>
                      <a:pt x="1675" y="1732"/>
                    </a:cubicBezTo>
                    <a:cubicBezTo>
                      <a:pt x="1947" y="1325"/>
                      <a:pt x="2083" y="827"/>
                      <a:pt x="2128" y="329"/>
                    </a:cubicBezTo>
                    <a:cubicBezTo>
                      <a:pt x="2173" y="148"/>
                      <a:pt x="1992" y="12"/>
                      <a:pt x="1856" y="12"/>
                    </a:cubicBezTo>
                    <a:cubicBezTo>
                      <a:pt x="1825" y="4"/>
                      <a:pt x="1794" y="0"/>
                      <a:pt x="17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0" name="Google Shape;2210;p2"/>
              <p:cNvSpPr/>
              <p:nvPr/>
            </p:nvSpPr>
            <p:spPr>
              <a:xfrm>
                <a:off x="3301102" y="2039725"/>
                <a:ext cx="120600" cy="128475"/>
              </a:xfrm>
              <a:custGeom>
                <a:rect b="b" l="l" r="r" t="t"/>
                <a:pathLst>
                  <a:path extrusionOk="0" h="5139" w="4824">
                    <a:moveTo>
                      <a:pt x="397" y="1"/>
                    </a:moveTo>
                    <a:cubicBezTo>
                      <a:pt x="194" y="1"/>
                      <a:pt x="0" y="138"/>
                      <a:pt x="25" y="412"/>
                    </a:cubicBezTo>
                    <a:cubicBezTo>
                      <a:pt x="70" y="1589"/>
                      <a:pt x="387" y="2720"/>
                      <a:pt x="1157" y="3671"/>
                    </a:cubicBezTo>
                    <a:cubicBezTo>
                      <a:pt x="1519" y="4078"/>
                      <a:pt x="1972" y="4441"/>
                      <a:pt x="2424" y="4712"/>
                    </a:cubicBezTo>
                    <a:lnTo>
                      <a:pt x="2424" y="4667"/>
                    </a:lnTo>
                    <a:cubicBezTo>
                      <a:pt x="2696" y="4803"/>
                      <a:pt x="2968" y="4938"/>
                      <a:pt x="3239" y="5029"/>
                    </a:cubicBezTo>
                    <a:cubicBezTo>
                      <a:pt x="3375" y="5074"/>
                      <a:pt x="3465" y="5120"/>
                      <a:pt x="3601" y="5120"/>
                    </a:cubicBezTo>
                    <a:cubicBezTo>
                      <a:pt x="3668" y="5133"/>
                      <a:pt x="3730" y="5138"/>
                      <a:pt x="3791" y="5138"/>
                    </a:cubicBezTo>
                    <a:cubicBezTo>
                      <a:pt x="3938" y="5138"/>
                      <a:pt x="4075" y="5106"/>
                      <a:pt x="4235" y="5074"/>
                    </a:cubicBezTo>
                    <a:cubicBezTo>
                      <a:pt x="4733" y="4893"/>
                      <a:pt x="4824" y="4259"/>
                      <a:pt x="4371" y="3943"/>
                    </a:cubicBezTo>
                    <a:lnTo>
                      <a:pt x="4326" y="3943"/>
                    </a:lnTo>
                    <a:cubicBezTo>
                      <a:pt x="4190" y="3852"/>
                      <a:pt x="4099" y="3762"/>
                      <a:pt x="3963" y="3716"/>
                    </a:cubicBezTo>
                    <a:cubicBezTo>
                      <a:pt x="3873" y="3716"/>
                      <a:pt x="3737" y="3671"/>
                      <a:pt x="3647" y="3626"/>
                    </a:cubicBezTo>
                    <a:cubicBezTo>
                      <a:pt x="3556" y="3626"/>
                      <a:pt x="3465" y="3580"/>
                      <a:pt x="3375" y="3535"/>
                    </a:cubicBezTo>
                    <a:lnTo>
                      <a:pt x="3284" y="3535"/>
                    </a:lnTo>
                    <a:cubicBezTo>
                      <a:pt x="3239" y="3490"/>
                      <a:pt x="3194" y="3490"/>
                      <a:pt x="3149" y="3445"/>
                    </a:cubicBezTo>
                    <a:cubicBezTo>
                      <a:pt x="3058" y="3399"/>
                      <a:pt x="2968" y="3309"/>
                      <a:pt x="2832" y="3264"/>
                    </a:cubicBezTo>
                    <a:cubicBezTo>
                      <a:pt x="2786" y="3218"/>
                      <a:pt x="2741" y="3218"/>
                      <a:pt x="2696" y="3173"/>
                    </a:cubicBezTo>
                    <a:cubicBezTo>
                      <a:pt x="2696" y="3173"/>
                      <a:pt x="2651" y="3128"/>
                      <a:pt x="2651" y="3128"/>
                    </a:cubicBezTo>
                    <a:cubicBezTo>
                      <a:pt x="2470" y="2992"/>
                      <a:pt x="2288" y="2811"/>
                      <a:pt x="2153" y="2675"/>
                    </a:cubicBezTo>
                    <a:lnTo>
                      <a:pt x="1926" y="2403"/>
                    </a:lnTo>
                    <a:cubicBezTo>
                      <a:pt x="1889" y="2366"/>
                      <a:pt x="1852" y="2329"/>
                      <a:pt x="1840" y="2292"/>
                    </a:cubicBezTo>
                    <a:lnTo>
                      <a:pt x="1840" y="2292"/>
                    </a:lnTo>
                    <a:cubicBezTo>
                      <a:pt x="1841" y="2293"/>
                      <a:pt x="1843" y="2293"/>
                      <a:pt x="1844" y="2293"/>
                    </a:cubicBezTo>
                    <a:cubicBezTo>
                      <a:pt x="1847" y="2293"/>
                      <a:pt x="1845" y="2286"/>
                      <a:pt x="1836" y="2268"/>
                    </a:cubicBezTo>
                    <a:lnTo>
                      <a:pt x="1836" y="2268"/>
                    </a:lnTo>
                    <a:cubicBezTo>
                      <a:pt x="1836" y="2276"/>
                      <a:pt x="1837" y="2284"/>
                      <a:pt x="1840" y="2292"/>
                    </a:cubicBezTo>
                    <a:lnTo>
                      <a:pt x="1840" y="2292"/>
                    </a:lnTo>
                    <a:cubicBezTo>
                      <a:pt x="1823" y="2281"/>
                      <a:pt x="1767" y="2215"/>
                      <a:pt x="1750" y="2215"/>
                    </a:cubicBezTo>
                    <a:cubicBezTo>
                      <a:pt x="1747" y="2215"/>
                      <a:pt x="1745" y="2217"/>
                      <a:pt x="1745" y="2222"/>
                    </a:cubicBezTo>
                    <a:cubicBezTo>
                      <a:pt x="1609" y="1996"/>
                      <a:pt x="1519" y="1815"/>
                      <a:pt x="1383" y="1589"/>
                    </a:cubicBezTo>
                    <a:cubicBezTo>
                      <a:pt x="1157" y="1181"/>
                      <a:pt x="930" y="728"/>
                      <a:pt x="795" y="276"/>
                    </a:cubicBezTo>
                    <a:cubicBezTo>
                      <a:pt x="734" y="92"/>
                      <a:pt x="562" y="1"/>
                      <a:pt x="3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1" name="Google Shape;2211;p2"/>
              <p:cNvSpPr/>
              <p:nvPr/>
            </p:nvSpPr>
            <p:spPr>
              <a:xfrm>
                <a:off x="3414877" y="2108750"/>
                <a:ext cx="71325" cy="102375"/>
              </a:xfrm>
              <a:custGeom>
                <a:rect b="b" l="l" r="r" t="t"/>
                <a:pathLst>
                  <a:path extrusionOk="0" h="4095" w="2853">
                    <a:moveTo>
                      <a:pt x="446" y="0"/>
                    </a:moveTo>
                    <a:cubicBezTo>
                      <a:pt x="199" y="0"/>
                      <a:pt x="1" y="291"/>
                      <a:pt x="1" y="503"/>
                    </a:cubicBezTo>
                    <a:cubicBezTo>
                      <a:pt x="1" y="819"/>
                      <a:pt x="227" y="1001"/>
                      <a:pt x="499" y="1046"/>
                    </a:cubicBezTo>
                    <a:cubicBezTo>
                      <a:pt x="469" y="1031"/>
                      <a:pt x="459" y="1026"/>
                      <a:pt x="460" y="1026"/>
                    </a:cubicBezTo>
                    <a:lnTo>
                      <a:pt x="460" y="1026"/>
                    </a:lnTo>
                    <a:cubicBezTo>
                      <a:pt x="464" y="1026"/>
                      <a:pt x="514" y="1046"/>
                      <a:pt x="544" y="1046"/>
                    </a:cubicBezTo>
                    <a:cubicBezTo>
                      <a:pt x="589" y="1046"/>
                      <a:pt x="589" y="1046"/>
                      <a:pt x="635" y="1091"/>
                    </a:cubicBezTo>
                    <a:lnTo>
                      <a:pt x="770" y="1091"/>
                    </a:lnTo>
                    <a:cubicBezTo>
                      <a:pt x="816" y="1136"/>
                      <a:pt x="861" y="1182"/>
                      <a:pt x="952" y="1227"/>
                    </a:cubicBezTo>
                    <a:cubicBezTo>
                      <a:pt x="952" y="1227"/>
                      <a:pt x="997" y="1227"/>
                      <a:pt x="997" y="1272"/>
                    </a:cubicBezTo>
                    <a:lnTo>
                      <a:pt x="1042" y="1272"/>
                    </a:lnTo>
                    <a:cubicBezTo>
                      <a:pt x="1087" y="1363"/>
                      <a:pt x="1178" y="1408"/>
                      <a:pt x="1223" y="1453"/>
                    </a:cubicBezTo>
                    <a:cubicBezTo>
                      <a:pt x="1223" y="1453"/>
                      <a:pt x="1268" y="1498"/>
                      <a:pt x="1268" y="1544"/>
                    </a:cubicBezTo>
                    <a:lnTo>
                      <a:pt x="1314" y="1544"/>
                    </a:lnTo>
                    <a:cubicBezTo>
                      <a:pt x="1404" y="1680"/>
                      <a:pt x="1450" y="1815"/>
                      <a:pt x="1540" y="1951"/>
                    </a:cubicBezTo>
                    <a:cubicBezTo>
                      <a:pt x="1540" y="1951"/>
                      <a:pt x="1540" y="1996"/>
                      <a:pt x="1585" y="2042"/>
                    </a:cubicBezTo>
                    <a:cubicBezTo>
                      <a:pt x="1585" y="2042"/>
                      <a:pt x="1585" y="2087"/>
                      <a:pt x="1585" y="2087"/>
                    </a:cubicBezTo>
                    <a:cubicBezTo>
                      <a:pt x="1631" y="2177"/>
                      <a:pt x="1631" y="2223"/>
                      <a:pt x="1676" y="2313"/>
                    </a:cubicBezTo>
                    <a:cubicBezTo>
                      <a:pt x="1721" y="2404"/>
                      <a:pt x="1721" y="2494"/>
                      <a:pt x="1721" y="2585"/>
                    </a:cubicBezTo>
                    <a:cubicBezTo>
                      <a:pt x="1766" y="2675"/>
                      <a:pt x="1812" y="2766"/>
                      <a:pt x="1857" y="2811"/>
                    </a:cubicBezTo>
                    <a:cubicBezTo>
                      <a:pt x="1857" y="2992"/>
                      <a:pt x="1902" y="3173"/>
                      <a:pt x="1947" y="3309"/>
                    </a:cubicBezTo>
                    <a:cubicBezTo>
                      <a:pt x="1947" y="3400"/>
                      <a:pt x="1947" y="3536"/>
                      <a:pt x="1993" y="3626"/>
                    </a:cubicBezTo>
                    <a:cubicBezTo>
                      <a:pt x="1993" y="3717"/>
                      <a:pt x="2083" y="3807"/>
                      <a:pt x="2129" y="3898"/>
                    </a:cubicBezTo>
                    <a:cubicBezTo>
                      <a:pt x="2187" y="4034"/>
                      <a:pt x="2304" y="4095"/>
                      <a:pt x="2426" y="4095"/>
                    </a:cubicBezTo>
                    <a:cubicBezTo>
                      <a:pt x="2587" y="4095"/>
                      <a:pt x="2756" y="3988"/>
                      <a:pt x="2808" y="3807"/>
                    </a:cubicBezTo>
                    <a:cubicBezTo>
                      <a:pt x="2853" y="3581"/>
                      <a:pt x="2853" y="3354"/>
                      <a:pt x="2853" y="3128"/>
                    </a:cubicBezTo>
                    <a:cubicBezTo>
                      <a:pt x="2853" y="2947"/>
                      <a:pt x="2808" y="2766"/>
                      <a:pt x="2808" y="2540"/>
                    </a:cubicBezTo>
                    <a:lnTo>
                      <a:pt x="2808" y="2585"/>
                    </a:lnTo>
                    <a:cubicBezTo>
                      <a:pt x="2808" y="2132"/>
                      <a:pt x="2627" y="1680"/>
                      <a:pt x="2400" y="1272"/>
                    </a:cubicBezTo>
                    <a:cubicBezTo>
                      <a:pt x="1993" y="593"/>
                      <a:pt x="1314" y="95"/>
                      <a:pt x="499" y="5"/>
                    </a:cubicBezTo>
                    <a:cubicBezTo>
                      <a:pt x="481" y="2"/>
                      <a:pt x="464" y="0"/>
                      <a:pt x="4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2" name="Google Shape;2212;p2"/>
              <p:cNvSpPr/>
              <p:nvPr/>
            </p:nvSpPr>
            <p:spPr>
              <a:xfrm>
                <a:off x="3073800" y="1982650"/>
                <a:ext cx="72450" cy="171500"/>
              </a:xfrm>
              <a:custGeom>
                <a:rect b="b" l="l" r="r" t="t"/>
                <a:pathLst>
                  <a:path extrusionOk="0" h="6860" w="2898">
                    <a:moveTo>
                      <a:pt x="1447" y="0"/>
                    </a:moveTo>
                    <a:cubicBezTo>
                      <a:pt x="1213" y="0"/>
                      <a:pt x="986" y="296"/>
                      <a:pt x="1087" y="567"/>
                    </a:cubicBezTo>
                    <a:lnTo>
                      <a:pt x="1132" y="567"/>
                    </a:lnTo>
                    <a:cubicBezTo>
                      <a:pt x="1495" y="1337"/>
                      <a:pt x="1721" y="2332"/>
                      <a:pt x="1495" y="3147"/>
                    </a:cubicBezTo>
                    <a:cubicBezTo>
                      <a:pt x="1404" y="3600"/>
                      <a:pt x="1132" y="3917"/>
                      <a:pt x="816" y="4279"/>
                    </a:cubicBezTo>
                    <a:cubicBezTo>
                      <a:pt x="499" y="4686"/>
                      <a:pt x="136" y="5139"/>
                      <a:pt x="46" y="5682"/>
                    </a:cubicBezTo>
                    <a:cubicBezTo>
                      <a:pt x="1" y="5818"/>
                      <a:pt x="46" y="5954"/>
                      <a:pt x="1" y="6090"/>
                    </a:cubicBezTo>
                    <a:cubicBezTo>
                      <a:pt x="1" y="6226"/>
                      <a:pt x="1" y="6361"/>
                      <a:pt x="1" y="6497"/>
                    </a:cubicBezTo>
                    <a:cubicBezTo>
                      <a:pt x="46" y="6678"/>
                      <a:pt x="227" y="6859"/>
                      <a:pt x="453" y="6859"/>
                    </a:cubicBezTo>
                    <a:cubicBezTo>
                      <a:pt x="680" y="6859"/>
                      <a:pt x="816" y="6633"/>
                      <a:pt x="906" y="6452"/>
                    </a:cubicBezTo>
                    <a:cubicBezTo>
                      <a:pt x="1042" y="6226"/>
                      <a:pt x="1223" y="6045"/>
                      <a:pt x="1359" y="5818"/>
                    </a:cubicBezTo>
                    <a:cubicBezTo>
                      <a:pt x="1630" y="5365"/>
                      <a:pt x="1947" y="5003"/>
                      <a:pt x="2219" y="4596"/>
                    </a:cubicBezTo>
                    <a:cubicBezTo>
                      <a:pt x="2536" y="4143"/>
                      <a:pt x="2717" y="3645"/>
                      <a:pt x="2762" y="3147"/>
                    </a:cubicBezTo>
                    <a:cubicBezTo>
                      <a:pt x="2898" y="2016"/>
                      <a:pt x="2400" y="974"/>
                      <a:pt x="1676" y="114"/>
                    </a:cubicBezTo>
                    <a:cubicBezTo>
                      <a:pt x="1607" y="34"/>
                      <a:pt x="1527" y="0"/>
                      <a:pt x="14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3" name="Google Shape;2213;p2"/>
              <p:cNvSpPr/>
              <p:nvPr/>
            </p:nvSpPr>
            <p:spPr>
              <a:xfrm>
                <a:off x="3009727" y="2105800"/>
                <a:ext cx="37850" cy="103375"/>
              </a:xfrm>
              <a:custGeom>
                <a:rect b="b" l="l" r="r" t="t"/>
                <a:pathLst>
                  <a:path extrusionOk="0" h="4135" w="1514">
                    <a:moveTo>
                      <a:pt x="556" y="0"/>
                    </a:moveTo>
                    <a:cubicBezTo>
                      <a:pt x="444" y="0"/>
                      <a:pt x="328" y="65"/>
                      <a:pt x="272" y="213"/>
                    </a:cubicBezTo>
                    <a:cubicBezTo>
                      <a:pt x="46" y="892"/>
                      <a:pt x="1" y="1571"/>
                      <a:pt x="137" y="2295"/>
                    </a:cubicBezTo>
                    <a:cubicBezTo>
                      <a:pt x="182" y="2612"/>
                      <a:pt x="272" y="2975"/>
                      <a:pt x="453" y="3246"/>
                    </a:cubicBezTo>
                    <a:cubicBezTo>
                      <a:pt x="634" y="3563"/>
                      <a:pt x="816" y="3835"/>
                      <a:pt x="1087" y="4061"/>
                    </a:cubicBezTo>
                    <a:cubicBezTo>
                      <a:pt x="1152" y="4113"/>
                      <a:pt x="1216" y="4135"/>
                      <a:pt x="1274" y="4135"/>
                    </a:cubicBezTo>
                    <a:cubicBezTo>
                      <a:pt x="1417" y="4135"/>
                      <a:pt x="1514" y="3996"/>
                      <a:pt x="1449" y="3835"/>
                    </a:cubicBezTo>
                    <a:cubicBezTo>
                      <a:pt x="1314" y="3563"/>
                      <a:pt x="1132" y="3246"/>
                      <a:pt x="1087" y="2975"/>
                    </a:cubicBezTo>
                    <a:cubicBezTo>
                      <a:pt x="997" y="2703"/>
                      <a:pt x="906" y="2431"/>
                      <a:pt x="861" y="2114"/>
                    </a:cubicBezTo>
                    <a:cubicBezTo>
                      <a:pt x="725" y="1526"/>
                      <a:pt x="725" y="937"/>
                      <a:pt x="816" y="349"/>
                    </a:cubicBezTo>
                    <a:cubicBezTo>
                      <a:pt x="869" y="135"/>
                      <a:pt x="717" y="0"/>
                      <a:pt x="5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4" name="Google Shape;2214;p2"/>
              <p:cNvSpPr/>
              <p:nvPr/>
            </p:nvSpPr>
            <p:spPr>
              <a:xfrm>
                <a:off x="2965602" y="1761975"/>
                <a:ext cx="47275" cy="109275"/>
              </a:xfrm>
              <a:custGeom>
                <a:rect b="b" l="l" r="r" t="t"/>
                <a:pathLst>
                  <a:path extrusionOk="0" h="4371" w="1891">
                    <a:moveTo>
                      <a:pt x="408" y="1"/>
                    </a:moveTo>
                    <a:cubicBezTo>
                      <a:pt x="238" y="1"/>
                      <a:pt x="68" y="114"/>
                      <a:pt x="45" y="340"/>
                    </a:cubicBezTo>
                    <a:cubicBezTo>
                      <a:pt x="0" y="1064"/>
                      <a:pt x="45" y="1789"/>
                      <a:pt x="272" y="2513"/>
                    </a:cubicBezTo>
                    <a:cubicBezTo>
                      <a:pt x="362" y="2875"/>
                      <a:pt x="498" y="3192"/>
                      <a:pt x="679" y="3509"/>
                    </a:cubicBezTo>
                    <a:cubicBezTo>
                      <a:pt x="770" y="3690"/>
                      <a:pt x="860" y="3826"/>
                      <a:pt x="951" y="3962"/>
                    </a:cubicBezTo>
                    <a:cubicBezTo>
                      <a:pt x="1087" y="4143"/>
                      <a:pt x="1222" y="4233"/>
                      <a:pt x="1449" y="4324"/>
                    </a:cubicBezTo>
                    <a:cubicBezTo>
                      <a:pt x="1502" y="4356"/>
                      <a:pt x="1555" y="4370"/>
                      <a:pt x="1604" y="4370"/>
                    </a:cubicBezTo>
                    <a:cubicBezTo>
                      <a:pt x="1766" y="4370"/>
                      <a:pt x="1891" y="4215"/>
                      <a:pt x="1856" y="4007"/>
                    </a:cubicBezTo>
                    <a:cubicBezTo>
                      <a:pt x="1856" y="3826"/>
                      <a:pt x="1811" y="3690"/>
                      <a:pt x="1720" y="3509"/>
                    </a:cubicBezTo>
                    <a:cubicBezTo>
                      <a:pt x="1630" y="3373"/>
                      <a:pt x="1585" y="3237"/>
                      <a:pt x="1494" y="3102"/>
                    </a:cubicBezTo>
                    <a:cubicBezTo>
                      <a:pt x="1404" y="2830"/>
                      <a:pt x="1268" y="2513"/>
                      <a:pt x="1132" y="2241"/>
                    </a:cubicBezTo>
                    <a:cubicBezTo>
                      <a:pt x="951" y="1608"/>
                      <a:pt x="815" y="974"/>
                      <a:pt x="770" y="340"/>
                    </a:cubicBezTo>
                    <a:cubicBezTo>
                      <a:pt x="747" y="114"/>
                      <a:pt x="577" y="1"/>
                      <a:pt x="4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5" name="Google Shape;2215;p2"/>
              <p:cNvSpPr/>
              <p:nvPr/>
            </p:nvSpPr>
            <p:spPr>
              <a:xfrm>
                <a:off x="3683577" y="2338200"/>
                <a:ext cx="150075" cy="102625"/>
              </a:xfrm>
              <a:custGeom>
                <a:rect b="b" l="l" r="r" t="t"/>
                <a:pathLst>
                  <a:path extrusionOk="0" h="4105" w="6003">
                    <a:moveTo>
                      <a:pt x="627" y="0"/>
                    </a:moveTo>
                    <a:cubicBezTo>
                      <a:pt x="322" y="0"/>
                      <a:pt x="0" y="338"/>
                      <a:pt x="208" y="650"/>
                    </a:cubicBezTo>
                    <a:cubicBezTo>
                      <a:pt x="570" y="1148"/>
                      <a:pt x="932" y="1691"/>
                      <a:pt x="1340" y="2144"/>
                    </a:cubicBezTo>
                    <a:cubicBezTo>
                      <a:pt x="1747" y="2642"/>
                      <a:pt x="2200" y="3049"/>
                      <a:pt x="2743" y="3411"/>
                    </a:cubicBezTo>
                    <a:cubicBezTo>
                      <a:pt x="3229" y="3776"/>
                      <a:pt x="3824" y="4104"/>
                      <a:pt x="4431" y="4104"/>
                    </a:cubicBezTo>
                    <a:cubicBezTo>
                      <a:pt x="4502" y="4104"/>
                      <a:pt x="4573" y="4100"/>
                      <a:pt x="4644" y="4090"/>
                    </a:cubicBezTo>
                    <a:cubicBezTo>
                      <a:pt x="5006" y="4090"/>
                      <a:pt x="5369" y="3955"/>
                      <a:pt x="5595" y="3683"/>
                    </a:cubicBezTo>
                    <a:cubicBezTo>
                      <a:pt x="5867" y="3411"/>
                      <a:pt x="6002" y="2913"/>
                      <a:pt x="5776" y="2597"/>
                    </a:cubicBezTo>
                    <a:cubicBezTo>
                      <a:pt x="5705" y="2455"/>
                      <a:pt x="5552" y="2341"/>
                      <a:pt x="5380" y="2341"/>
                    </a:cubicBezTo>
                    <a:cubicBezTo>
                      <a:pt x="5332" y="2341"/>
                      <a:pt x="5282" y="2350"/>
                      <a:pt x="5233" y="2370"/>
                    </a:cubicBezTo>
                    <a:cubicBezTo>
                      <a:pt x="5188" y="2370"/>
                      <a:pt x="5142" y="2370"/>
                      <a:pt x="5097" y="2415"/>
                    </a:cubicBezTo>
                    <a:cubicBezTo>
                      <a:pt x="5058" y="2415"/>
                      <a:pt x="4886" y="2515"/>
                      <a:pt x="4895" y="2515"/>
                    </a:cubicBezTo>
                    <a:cubicBezTo>
                      <a:pt x="4897" y="2515"/>
                      <a:pt x="4903" y="2512"/>
                      <a:pt x="4916" y="2506"/>
                    </a:cubicBezTo>
                    <a:lnTo>
                      <a:pt x="4916" y="2506"/>
                    </a:lnTo>
                    <a:cubicBezTo>
                      <a:pt x="4825" y="2551"/>
                      <a:pt x="4780" y="2597"/>
                      <a:pt x="4690" y="2642"/>
                    </a:cubicBezTo>
                    <a:cubicBezTo>
                      <a:pt x="4644" y="2687"/>
                      <a:pt x="4599" y="2732"/>
                      <a:pt x="4554" y="2732"/>
                    </a:cubicBezTo>
                    <a:lnTo>
                      <a:pt x="4508" y="2732"/>
                    </a:lnTo>
                    <a:cubicBezTo>
                      <a:pt x="4478" y="2732"/>
                      <a:pt x="4448" y="2752"/>
                      <a:pt x="4405" y="2752"/>
                    </a:cubicBezTo>
                    <a:cubicBezTo>
                      <a:pt x="4383" y="2752"/>
                      <a:pt x="4358" y="2747"/>
                      <a:pt x="4327" y="2732"/>
                    </a:cubicBezTo>
                    <a:cubicBezTo>
                      <a:pt x="3920" y="2687"/>
                      <a:pt x="3422" y="2325"/>
                      <a:pt x="3060" y="2099"/>
                    </a:cubicBezTo>
                    <a:cubicBezTo>
                      <a:pt x="2290" y="1510"/>
                      <a:pt x="1566" y="786"/>
                      <a:pt x="887" y="107"/>
                    </a:cubicBezTo>
                    <a:cubicBezTo>
                      <a:pt x="812" y="32"/>
                      <a:pt x="720" y="0"/>
                      <a:pt x="6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6" name="Google Shape;2216;p2"/>
              <p:cNvSpPr/>
              <p:nvPr/>
            </p:nvSpPr>
            <p:spPr>
              <a:xfrm>
                <a:off x="3802625" y="2317875"/>
                <a:ext cx="109550" cy="93200"/>
              </a:xfrm>
              <a:custGeom>
                <a:rect b="b" l="l" r="r" t="t"/>
                <a:pathLst>
                  <a:path extrusionOk="0" h="3728" w="4382">
                    <a:moveTo>
                      <a:pt x="842" y="1"/>
                    </a:moveTo>
                    <a:cubicBezTo>
                      <a:pt x="684" y="1"/>
                      <a:pt x="523" y="20"/>
                      <a:pt x="363" y="60"/>
                    </a:cubicBezTo>
                    <a:cubicBezTo>
                      <a:pt x="137" y="105"/>
                      <a:pt x="1" y="376"/>
                      <a:pt x="46" y="603"/>
                    </a:cubicBezTo>
                    <a:cubicBezTo>
                      <a:pt x="121" y="791"/>
                      <a:pt x="291" y="886"/>
                      <a:pt x="477" y="886"/>
                    </a:cubicBezTo>
                    <a:cubicBezTo>
                      <a:pt x="514" y="886"/>
                      <a:pt x="552" y="882"/>
                      <a:pt x="589" y="874"/>
                    </a:cubicBezTo>
                    <a:cubicBezTo>
                      <a:pt x="633" y="868"/>
                      <a:pt x="677" y="865"/>
                      <a:pt x="721" y="865"/>
                    </a:cubicBezTo>
                    <a:cubicBezTo>
                      <a:pt x="1310" y="865"/>
                      <a:pt x="1882" y="1407"/>
                      <a:pt x="2219" y="1870"/>
                    </a:cubicBezTo>
                    <a:cubicBezTo>
                      <a:pt x="2762" y="2504"/>
                      <a:pt x="3260" y="3228"/>
                      <a:pt x="3984" y="3681"/>
                    </a:cubicBezTo>
                    <a:cubicBezTo>
                      <a:pt x="4028" y="3714"/>
                      <a:pt x="4073" y="3728"/>
                      <a:pt x="4118" y="3728"/>
                    </a:cubicBezTo>
                    <a:cubicBezTo>
                      <a:pt x="4258" y="3728"/>
                      <a:pt x="4381" y="3582"/>
                      <a:pt x="4347" y="3410"/>
                    </a:cubicBezTo>
                    <a:cubicBezTo>
                      <a:pt x="4165" y="2957"/>
                      <a:pt x="3939" y="2504"/>
                      <a:pt x="3668" y="2097"/>
                    </a:cubicBezTo>
                    <a:cubicBezTo>
                      <a:pt x="3441" y="1689"/>
                      <a:pt x="3124" y="1282"/>
                      <a:pt x="2807" y="965"/>
                    </a:cubicBezTo>
                    <a:cubicBezTo>
                      <a:pt x="2286" y="406"/>
                      <a:pt x="1580" y="1"/>
                      <a:pt x="842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7" name="Google Shape;2217;p2"/>
              <p:cNvSpPr/>
              <p:nvPr/>
            </p:nvSpPr>
            <p:spPr>
              <a:xfrm>
                <a:off x="3933400" y="2348850"/>
                <a:ext cx="48075" cy="105575"/>
              </a:xfrm>
              <a:custGeom>
                <a:rect b="b" l="l" r="r" t="t"/>
                <a:pathLst>
                  <a:path extrusionOk="0" h="4223" w="1923">
                    <a:moveTo>
                      <a:pt x="480" y="0"/>
                    </a:moveTo>
                    <a:cubicBezTo>
                      <a:pt x="232" y="0"/>
                      <a:pt x="1" y="260"/>
                      <a:pt x="157" y="541"/>
                    </a:cubicBezTo>
                    <a:cubicBezTo>
                      <a:pt x="428" y="1084"/>
                      <a:pt x="609" y="1673"/>
                      <a:pt x="745" y="2261"/>
                    </a:cubicBezTo>
                    <a:cubicBezTo>
                      <a:pt x="836" y="2533"/>
                      <a:pt x="881" y="2850"/>
                      <a:pt x="972" y="3166"/>
                    </a:cubicBezTo>
                    <a:cubicBezTo>
                      <a:pt x="972" y="3302"/>
                      <a:pt x="972" y="3393"/>
                      <a:pt x="1017" y="3529"/>
                    </a:cubicBezTo>
                    <a:cubicBezTo>
                      <a:pt x="1017" y="3755"/>
                      <a:pt x="1107" y="3891"/>
                      <a:pt x="1198" y="4072"/>
                    </a:cubicBezTo>
                    <a:cubicBezTo>
                      <a:pt x="1251" y="4179"/>
                      <a:pt x="1340" y="4223"/>
                      <a:pt x="1433" y="4223"/>
                    </a:cubicBezTo>
                    <a:cubicBezTo>
                      <a:pt x="1577" y="4223"/>
                      <a:pt x="1732" y="4119"/>
                      <a:pt x="1786" y="3981"/>
                    </a:cubicBezTo>
                    <a:cubicBezTo>
                      <a:pt x="1832" y="3845"/>
                      <a:pt x="1922" y="3664"/>
                      <a:pt x="1877" y="3483"/>
                    </a:cubicBezTo>
                    <a:cubicBezTo>
                      <a:pt x="1877" y="3302"/>
                      <a:pt x="1877" y="3121"/>
                      <a:pt x="1832" y="2985"/>
                    </a:cubicBezTo>
                    <a:cubicBezTo>
                      <a:pt x="1786" y="2623"/>
                      <a:pt x="1741" y="2306"/>
                      <a:pt x="1651" y="1989"/>
                    </a:cubicBezTo>
                    <a:cubicBezTo>
                      <a:pt x="1470" y="1356"/>
                      <a:pt x="1153" y="722"/>
                      <a:pt x="791" y="179"/>
                    </a:cubicBezTo>
                    <a:cubicBezTo>
                      <a:pt x="706" y="52"/>
                      <a:pt x="592" y="0"/>
                      <a:pt x="480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8" name="Google Shape;2218;p2"/>
              <p:cNvSpPr/>
              <p:nvPr/>
            </p:nvSpPr>
            <p:spPr>
              <a:xfrm>
                <a:off x="3317552" y="2404900"/>
                <a:ext cx="108675" cy="181225"/>
              </a:xfrm>
              <a:custGeom>
                <a:rect b="b" l="l" r="r" t="t"/>
                <a:pathLst>
                  <a:path extrusionOk="0" h="7249" w="4347">
                    <a:moveTo>
                      <a:pt x="1646" y="1"/>
                    </a:moveTo>
                    <a:cubicBezTo>
                      <a:pt x="1534" y="1"/>
                      <a:pt x="1417" y="36"/>
                      <a:pt x="1314" y="110"/>
                    </a:cubicBezTo>
                    <a:cubicBezTo>
                      <a:pt x="770" y="562"/>
                      <a:pt x="453" y="1332"/>
                      <a:pt x="272" y="1966"/>
                    </a:cubicBezTo>
                    <a:cubicBezTo>
                      <a:pt x="91" y="2599"/>
                      <a:pt x="1" y="3324"/>
                      <a:pt x="182" y="3957"/>
                    </a:cubicBezTo>
                    <a:cubicBezTo>
                      <a:pt x="363" y="4591"/>
                      <a:pt x="725" y="5134"/>
                      <a:pt x="1223" y="5542"/>
                    </a:cubicBezTo>
                    <a:lnTo>
                      <a:pt x="1223" y="5497"/>
                    </a:lnTo>
                    <a:cubicBezTo>
                      <a:pt x="1489" y="5709"/>
                      <a:pt x="1910" y="5875"/>
                      <a:pt x="2296" y="5875"/>
                    </a:cubicBezTo>
                    <a:cubicBezTo>
                      <a:pt x="2567" y="5875"/>
                      <a:pt x="2820" y="5793"/>
                      <a:pt x="2989" y="5587"/>
                    </a:cubicBezTo>
                    <a:cubicBezTo>
                      <a:pt x="3034" y="5587"/>
                      <a:pt x="3079" y="5542"/>
                      <a:pt x="3079" y="5497"/>
                    </a:cubicBezTo>
                    <a:cubicBezTo>
                      <a:pt x="3124" y="5542"/>
                      <a:pt x="3124" y="5632"/>
                      <a:pt x="3124" y="5723"/>
                    </a:cubicBezTo>
                    <a:cubicBezTo>
                      <a:pt x="3170" y="5949"/>
                      <a:pt x="3260" y="6176"/>
                      <a:pt x="3351" y="6402"/>
                    </a:cubicBezTo>
                    <a:cubicBezTo>
                      <a:pt x="3396" y="6538"/>
                      <a:pt x="3441" y="6674"/>
                      <a:pt x="3487" y="6764"/>
                    </a:cubicBezTo>
                    <a:cubicBezTo>
                      <a:pt x="3577" y="6900"/>
                      <a:pt x="3668" y="7036"/>
                      <a:pt x="3758" y="7126"/>
                    </a:cubicBezTo>
                    <a:cubicBezTo>
                      <a:pt x="3816" y="7213"/>
                      <a:pt x="3897" y="7249"/>
                      <a:pt x="3980" y="7249"/>
                    </a:cubicBezTo>
                    <a:cubicBezTo>
                      <a:pt x="4158" y="7249"/>
                      <a:pt x="4347" y="7085"/>
                      <a:pt x="4347" y="6900"/>
                    </a:cubicBezTo>
                    <a:cubicBezTo>
                      <a:pt x="4347" y="6628"/>
                      <a:pt x="4301" y="6402"/>
                      <a:pt x="4256" y="6130"/>
                    </a:cubicBezTo>
                    <a:cubicBezTo>
                      <a:pt x="4211" y="6085"/>
                      <a:pt x="4211" y="6040"/>
                      <a:pt x="4211" y="5995"/>
                    </a:cubicBezTo>
                    <a:cubicBezTo>
                      <a:pt x="4211" y="5995"/>
                      <a:pt x="4211" y="5904"/>
                      <a:pt x="4166" y="5859"/>
                    </a:cubicBezTo>
                    <a:cubicBezTo>
                      <a:pt x="4166" y="5768"/>
                      <a:pt x="4166" y="5678"/>
                      <a:pt x="4166" y="5587"/>
                    </a:cubicBezTo>
                    <a:cubicBezTo>
                      <a:pt x="4166" y="5497"/>
                      <a:pt x="4166" y="5451"/>
                      <a:pt x="4120" y="5406"/>
                    </a:cubicBezTo>
                    <a:lnTo>
                      <a:pt x="4120" y="5361"/>
                    </a:lnTo>
                    <a:cubicBezTo>
                      <a:pt x="4120" y="5316"/>
                      <a:pt x="4120" y="5270"/>
                      <a:pt x="4120" y="5225"/>
                    </a:cubicBezTo>
                    <a:cubicBezTo>
                      <a:pt x="4120" y="5134"/>
                      <a:pt x="4075" y="4999"/>
                      <a:pt x="4075" y="4908"/>
                    </a:cubicBezTo>
                    <a:cubicBezTo>
                      <a:pt x="4075" y="4682"/>
                      <a:pt x="4075" y="4410"/>
                      <a:pt x="4075" y="4184"/>
                    </a:cubicBezTo>
                    <a:cubicBezTo>
                      <a:pt x="4120" y="3912"/>
                      <a:pt x="3849" y="3641"/>
                      <a:pt x="3577" y="3641"/>
                    </a:cubicBezTo>
                    <a:cubicBezTo>
                      <a:pt x="3260" y="3686"/>
                      <a:pt x="3034" y="3912"/>
                      <a:pt x="3034" y="4184"/>
                    </a:cubicBezTo>
                    <a:cubicBezTo>
                      <a:pt x="3034" y="4455"/>
                      <a:pt x="3034" y="4727"/>
                      <a:pt x="3034" y="5044"/>
                    </a:cubicBezTo>
                    <a:cubicBezTo>
                      <a:pt x="3034" y="4999"/>
                      <a:pt x="3034" y="4999"/>
                      <a:pt x="2989" y="4999"/>
                    </a:cubicBezTo>
                    <a:cubicBezTo>
                      <a:pt x="2898" y="4908"/>
                      <a:pt x="2762" y="4818"/>
                      <a:pt x="2717" y="4772"/>
                    </a:cubicBezTo>
                    <a:cubicBezTo>
                      <a:pt x="2536" y="4727"/>
                      <a:pt x="2536" y="4727"/>
                      <a:pt x="2445" y="4682"/>
                    </a:cubicBezTo>
                    <a:cubicBezTo>
                      <a:pt x="2445" y="4682"/>
                      <a:pt x="2445" y="4636"/>
                      <a:pt x="2445" y="4636"/>
                    </a:cubicBezTo>
                    <a:lnTo>
                      <a:pt x="2400" y="4636"/>
                    </a:lnTo>
                    <a:cubicBezTo>
                      <a:pt x="2355" y="4591"/>
                      <a:pt x="2310" y="4546"/>
                      <a:pt x="2264" y="4501"/>
                    </a:cubicBezTo>
                    <a:cubicBezTo>
                      <a:pt x="2264" y="4501"/>
                      <a:pt x="2174" y="4455"/>
                      <a:pt x="2174" y="4455"/>
                    </a:cubicBezTo>
                    <a:cubicBezTo>
                      <a:pt x="2128" y="4410"/>
                      <a:pt x="2083" y="4365"/>
                      <a:pt x="2038" y="4365"/>
                    </a:cubicBezTo>
                    <a:cubicBezTo>
                      <a:pt x="1993" y="4274"/>
                      <a:pt x="1902" y="4184"/>
                      <a:pt x="1857" y="4139"/>
                    </a:cubicBezTo>
                    <a:lnTo>
                      <a:pt x="1857" y="4093"/>
                    </a:lnTo>
                    <a:lnTo>
                      <a:pt x="1812" y="4093"/>
                    </a:lnTo>
                    <a:cubicBezTo>
                      <a:pt x="1812" y="4003"/>
                      <a:pt x="1766" y="3957"/>
                      <a:pt x="1721" y="3912"/>
                    </a:cubicBezTo>
                    <a:cubicBezTo>
                      <a:pt x="1721" y="3867"/>
                      <a:pt x="1676" y="3822"/>
                      <a:pt x="1676" y="3776"/>
                    </a:cubicBezTo>
                    <a:cubicBezTo>
                      <a:pt x="1676" y="3776"/>
                      <a:pt x="1630" y="3776"/>
                      <a:pt x="1630" y="3731"/>
                    </a:cubicBezTo>
                    <a:cubicBezTo>
                      <a:pt x="1585" y="3641"/>
                      <a:pt x="1585" y="3550"/>
                      <a:pt x="1540" y="3414"/>
                    </a:cubicBezTo>
                    <a:lnTo>
                      <a:pt x="1540" y="3324"/>
                    </a:lnTo>
                    <a:cubicBezTo>
                      <a:pt x="1540" y="3324"/>
                      <a:pt x="1540" y="3233"/>
                      <a:pt x="1540" y="3233"/>
                    </a:cubicBezTo>
                    <a:cubicBezTo>
                      <a:pt x="1540" y="3097"/>
                      <a:pt x="1540" y="2962"/>
                      <a:pt x="1540" y="2826"/>
                    </a:cubicBezTo>
                    <a:cubicBezTo>
                      <a:pt x="1540" y="2554"/>
                      <a:pt x="1585" y="2373"/>
                      <a:pt x="1676" y="2101"/>
                    </a:cubicBezTo>
                    <a:cubicBezTo>
                      <a:pt x="1812" y="1558"/>
                      <a:pt x="2083" y="1015"/>
                      <a:pt x="2083" y="426"/>
                    </a:cubicBezTo>
                    <a:cubicBezTo>
                      <a:pt x="2083" y="152"/>
                      <a:pt x="1877" y="1"/>
                      <a:pt x="16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9" name="Google Shape;2219;p2"/>
              <p:cNvSpPr/>
              <p:nvPr/>
            </p:nvSpPr>
            <p:spPr>
              <a:xfrm>
                <a:off x="2922602" y="2628975"/>
                <a:ext cx="68025" cy="185850"/>
              </a:xfrm>
              <a:custGeom>
                <a:rect b="b" l="l" r="r" t="t"/>
                <a:pathLst>
                  <a:path extrusionOk="0" h="7434" w="2721">
                    <a:moveTo>
                      <a:pt x="2113" y="0"/>
                    </a:moveTo>
                    <a:cubicBezTo>
                      <a:pt x="1968" y="0"/>
                      <a:pt x="1821" y="72"/>
                      <a:pt x="1720" y="246"/>
                    </a:cubicBezTo>
                    <a:cubicBezTo>
                      <a:pt x="1041" y="1332"/>
                      <a:pt x="362" y="2464"/>
                      <a:pt x="136" y="3777"/>
                    </a:cubicBezTo>
                    <a:cubicBezTo>
                      <a:pt x="0" y="4954"/>
                      <a:pt x="226" y="6357"/>
                      <a:pt x="1132" y="7217"/>
                    </a:cubicBezTo>
                    <a:cubicBezTo>
                      <a:pt x="1231" y="7350"/>
                      <a:pt x="1428" y="7434"/>
                      <a:pt x="1615" y="7434"/>
                    </a:cubicBezTo>
                    <a:cubicBezTo>
                      <a:pt x="1683" y="7434"/>
                      <a:pt x="1750" y="7422"/>
                      <a:pt x="1811" y="7398"/>
                    </a:cubicBezTo>
                    <a:cubicBezTo>
                      <a:pt x="2309" y="7217"/>
                      <a:pt x="2580" y="6674"/>
                      <a:pt x="2309" y="6221"/>
                    </a:cubicBezTo>
                    <a:cubicBezTo>
                      <a:pt x="2399" y="6085"/>
                      <a:pt x="2445" y="5950"/>
                      <a:pt x="2445" y="5814"/>
                    </a:cubicBezTo>
                    <a:cubicBezTo>
                      <a:pt x="2490" y="5587"/>
                      <a:pt x="2490" y="5406"/>
                      <a:pt x="2535" y="5225"/>
                    </a:cubicBezTo>
                    <a:cubicBezTo>
                      <a:pt x="2580" y="4818"/>
                      <a:pt x="2626" y="4410"/>
                      <a:pt x="2671" y="4003"/>
                    </a:cubicBezTo>
                    <a:cubicBezTo>
                      <a:pt x="2712" y="3755"/>
                      <a:pt x="2489" y="3544"/>
                      <a:pt x="2278" y="3544"/>
                    </a:cubicBezTo>
                    <a:cubicBezTo>
                      <a:pt x="2258" y="3544"/>
                      <a:pt x="2238" y="3546"/>
                      <a:pt x="2218" y="3550"/>
                    </a:cubicBezTo>
                    <a:lnTo>
                      <a:pt x="2263" y="3550"/>
                    </a:lnTo>
                    <a:cubicBezTo>
                      <a:pt x="1992" y="3550"/>
                      <a:pt x="1811" y="3731"/>
                      <a:pt x="1811" y="4003"/>
                    </a:cubicBezTo>
                    <a:cubicBezTo>
                      <a:pt x="1765" y="4184"/>
                      <a:pt x="1765" y="4365"/>
                      <a:pt x="1765" y="4591"/>
                    </a:cubicBezTo>
                    <a:cubicBezTo>
                      <a:pt x="1720" y="4773"/>
                      <a:pt x="1720" y="4954"/>
                      <a:pt x="1720" y="5135"/>
                    </a:cubicBezTo>
                    <a:cubicBezTo>
                      <a:pt x="1720" y="5271"/>
                      <a:pt x="1720" y="5406"/>
                      <a:pt x="1720" y="5497"/>
                    </a:cubicBezTo>
                    <a:cubicBezTo>
                      <a:pt x="1086" y="4003"/>
                      <a:pt x="1856" y="2102"/>
                      <a:pt x="2535" y="698"/>
                    </a:cubicBezTo>
                    <a:cubicBezTo>
                      <a:pt x="2720" y="328"/>
                      <a:pt x="2422" y="0"/>
                      <a:pt x="21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0" name="Google Shape;2220;p2"/>
              <p:cNvSpPr/>
              <p:nvPr/>
            </p:nvSpPr>
            <p:spPr>
              <a:xfrm>
                <a:off x="4417152" y="2364425"/>
                <a:ext cx="148725" cy="142175"/>
              </a:xfrm>
              <a:custGeom>
                <a:rect b="b" l="l" r="r" t="t"/>
                <a:pathLst>
                  <a:path extrusionOk="0" h="5687" w="5949">
                    <a:moveTo>
                      <a:pt x="690" y="0"/>
                    </a:moveTo>
                    <a:cubicBezTo>
                      <a:pt x="214" y="0"/>
                      <a:pt x="1" y="616"/>
                      <a:pt x="425" y="914"/>
                    </a:cubicBezTo>
                    <a:cubicBezTo>
                      <a:pt x="1421" y="1548"/>
                      <a:pt x="2372" y="2181"/>
                      <a:pt x="3232" y="2906"/>
                    </a:cubicBezTo>
                    <a:cubicBezTo>
                      <a:pt x="3413" y="3132"/>
                      <a:pt x="3640" y="3313"/>
                      <a:pt x="3866" y="3539"/>
                    </a:cubicBezTo>
                    <a:cubicBezTo>
                      <a:pt x="4092" y="3766"/>
                      <a:pt x="4183" y="3856"/>
                      <a:pt x="4319" y="4128"/>
                    </a:cubicBezTo>
                    <a:lnTo>
                      <a:pt x="4364" y="4173"/>
                    </a:lnTo>
                    <a:cubicBezTo>
                      <a:pt x="4364" y="4218"/>
                      <a:pt x="4364" y="4264"/>
                      <a:pt x="4364" y="4264"/>
                    </a:cubicBezTo>
                    <a:cubicBezTo>
                      <a:pt x="4364" y="4264"/>
                      <a:pt x="4364" y="4399"/>
                      <a:pt x="4364" y="4399"/>
                    </a:cubicBezTo>
                    <a:cubicBezTo>
                      <a:pt x="4364" y="4535"/>
                      <a:pt x="4319" y="4671"/>
                      <a:pt x="4319" y="4807"/>
                    </a:cubicBezTo>
                    <a:cubicBezTo>
                      <a:pt x="4319" y="4807"/>
                      <a:pt x="4273" y="4897"/>
                      <a:pt x="4273" y="4897"/>
                    </a:cubicBezTo>
                    <a:cubicBezTo>
                      <a:pt x="4273" y="4988"/>
                      <a:pt x="4273" y="5078"/>
                      <a:pt x="4273" y="5169"/>
                    </a:cubicBezTo>
                    <a:cubicBezTo>
                      <a:pt x="4273" y="5395"/>
                      <a:pt x="4409" y="5622"/>
                      <a:pt x="4635" y="5667"/>
                    </a:cubicBezTo>
                    <a:cubicBezTo>
                      <a:pt x="4702" y="5680"/>
                      <a:pt x="4768" y="5687"/>
                      <a:pt x="4832" y="5687"/>
                    </a:cubicBezTo>
                    <a:cubicBezTo>
                      <a:pt x="5204" y="5687"/>
                      <a:pt x="5529" y="5471"/>
                      <a:pt x="5722" y="5124"/>
                    </a:cubicBezTo>
                    <a:cubicBezTo>
                      <a:pt x="5903" y="4762"/>
                      <a:pt x="5948" y="4354"/>
                      <a:pt x="5858" y="3947"/>
                    </a:cubicBezTo>
                    <a:cubicBezTo>
                      <a:pt x="5722" y="3177"/>
                      <a:pt x="5133" y="2634"/>
                      <a:pt x="4590" y="2136"/>
                    </a:cubicBezTo>
                    <a:cubicBezTo>
                      <a:pt x="3504" y="1185"/>
                      <a:pt x="2191" y="325"/>
                      <a:pt x="788" y="8"/>
                    </a:cubicBezTo>
                    <a:cubicBezTo>
                      <a:pt x="754" y="3"/>
                      <a:pt x="722" y="0"/>
                      <a:pt x="6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1" name="Google Shape;2221;p2"/>
              <p:cNvSpPr/>
              <p:nvPr/>
            </p:nvSpPr>
            <p:spPr>
              <a:xfrm>
                <a:off x="4475302" y="2477825"/>
                <a:ext cx="49825" cy="84475"/>
              </a:xfrm>
              <a:custGeom>
                <a:rect b="b" l="l" r="r" t="t"/>
                <a:pathLst>
                  <a:path extrusionOk="0" h="3379" w="1993">
                    <a:moveTo>
                      <a:pt x="430" y="1"/>
                    </a:moveTo>
                    <a:cubicBezTo>
                      <a:pt x="355" y="1"/>
                      <a:pt x="284" y="16"/>
                      <a:pt x="227" y="45"/>
                    </a:cubicBezTo>
                    <a:cubicBezTo>
                      <a:pt x="46" y="180"/>
                      <a:pt x="1" y="452"/>
                      <a:pt x="91" y="633"/>
                    </a:cubicBezTo>
                    <a:cubicBezTo>
                      <a:pt x="499" y="1584"/>
                      <a:pt x="861" y="2534"/>
                      <a:pt x="1540" y="3304"/>
                    </a:cubicBezTo>
                    <a:cubicBezTo>
                      <a:pt x="1593" y="3357"/>
                      <a:pt x="1661" y="3379"/>
                      <a:pt x="1727" y="3379"/>
                    </a:cubicBezTo>
                    <a:cubicBezTo>
                      <a:pt x="1774" y="3379"/>
                      <a:pt x="1819" y="3368"/>
                      <a:pt x="1857" y="3349"/>
                    </a:cubicBezTo>
                    <a:cubicBezTo>
                      <a:pt x="1947" y="3304"/>
                      <a:pt x="1993" y="3168"/>
                      <a:pt x="1947" y="3078"/>
                    </a:cubicBezTo>
                    <a:cubicBezTo>
                      <a:pt x="1902" y="2580"/>
                      <a:pt x="1721" y="2082"/>
                      <a:pt x="1495" y="1584"/>
                    </a:cubicBezTo>
                    <a:cubicBezTo>
                      <a:pt x="1268" y="1131"/>
                      <a:pt x="1042" y="678"/>
                      <a:pt x="861" y="226"/>
                    </a:cubicBezTo>
                    <a:cubicBezTo>
                      <a:pt x="768" y="71"/>
                      <a:pt x="591" y="1"/>
                      <a:pt x="4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2" name="Google Shape;2222;p2"/>
              <p:cNvSpPr/>
              <p:nvPr/>
            </p:nvSpPr>
            <p:spPr>
              <a:xfrm>
                <a:off x="2847743" y="3808775"/>
                <a:ext cx="102725" cy="211125"/>
              </a:xfrm>
              <a:custGeom>
                <a:rect b="b" l="l" r="r" t="t"/>
                <a:pathLst>
                  <a:path extrusionOk="0" h="8445" w="4109">
                    <a:moveTo>
                      <a:pt x="458" y="0"/>
                    </a:moveTo>
                    <a:cubicBezTo>
                      <a:pt x="220" y="0"/>
                      <a:pt x="0" y="260"/>
                      <a:pt x="125" y="541"/>
                    </a:cubicBezTo>
                    <a:cubicBezTo>
                      <a:pt x="397" y="1220"/>
                      <a:pt x="668" y="1854"/>
                      <a:pt x="1030" y="2442"/>
                    </a:cubicBezTo>
                    <a:cubicBezTo>
                      <a:pt x="1393" y="3031"/>
                      <a:pt x="1936" y="3483"/>
                      <a:pt x="2298" y="4072"/>
                    </a:cubicBezTo>
                    <a:cubicBezTo>
                      <a:pt x="2479" y="4343"/>
                      <a:pt x="2479" y="4615"/>
                      <a:pt x="2479" y="4932"/>
                    </a:cubicBezTo>
                    <a:cubicBezTo>
                      <a:pt x="2479" y="5294"/>
                      <a:pt x="2479" y="5701"/>
                      <a:pt x="2434" y="6109"/>
                    </a:cubicBezTo>
                    <a:cubicBezTo>
                      <a:pt x="2389" y="6788"/>
                      <a:pt x="2162" y="7784"/>
                      <a:pt x="2660" y="8327"/>
                    </a:cubicBezTo>
                    <a:cubicBezTo>
                      <a:pt x="2746" y="8413"/>
                      <a:pt x="2869" y="8445"/>
                      <a:pt x="2981" y="8445"/>
                    </a:cubicBezTo>
                    <a:cubicBezTo>
                      <a:pt x="3047" y="8445"/>
                      <a:pt x="3108" y="8434"/>
                      <a:pt x="3158" y="8418"/>
                    </a:cubicBezTo>
                    <a:cubicBezTo>
                      <a:pt x="3566" y="8191"/>
                      <a:pt x="3656" y="7784"/>
                      <a:pt x="3792" y="7422"/>
                    </a:cubicBezTo>
                    <a:cubicBezTo>
                      <a:pt x="3882" y="6969"/>
                      <a:pt x="3928" y="6516"/>
                      <a:pt x="3973" y="6109"/>
                    </a:cubicBezTo>
                    <a:cubicBezTo>
                      <a:pt x="4063" y="5249"/>
                      <a:pt x="4109" y="4343"/>
                      <a:pt x="3701" y="3574"/>
                    </a:cubicBezTo>
                    <a:cubicBezTo>
                      <a:pt x="3384" y="2940"/>
                      <a:pt x="2751" y="2442"/>
                      <a:pt x="2253" y="1944"/>
                    </a:cubicBezTo>
                    <a:lnTo>
                      <a:pt x="2207" y="1944"/>
                    </a:lnTo>
                    <a:cubicBezTo>
                      <a:pt x="1710" y="1401"/>
                      <a:pt x="1121" y="858"/>
                      <a:pt x="759" y="179"/>
                    </a:cubicBezTo>
                    <a:cubicBezTo>
                      <a:pt x="675" y="52"/>
                      <a:pt x="564" y="0"/>
                      <a:pt x="4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3" name="Google Shape;2223;p2"/>
              <p:cNvSpPr/>
              <p:nvPr/>
            </p:nvSpPr>
            <p:spPr>
              <a:xfrm>
                <a:off x="3184725" y="3534275"/>
                <a:ext cx="43025" cy="71925"/>
              </a:xfrm>
              <a:custGeom>
                <a:rect b="b" l="l" r="r" t="t"/>
                <a:pathLst>
                  <a:path extrusionOk="0" h="2877" w="1721">
                    <a:moveTo>
                      <a:pt x="289" y="1"/>
                    </a:moveTo>
                    <a:cubicBezTo>
                      <a:pt x="207" y="1"/>
                      <a:pt x="120" y="70"/>
                      <a:pt x="91" y="158"/>
                    </a:cubicBezTo>
                    <a:cubicBezTo>
                      <a:pt x="0" y="385"/>
                      <a:pt x="91" y="611"/>
                      <a:pt x="136" y="837"/>
                    </a:cubicBezTo>
                    <a:cubicBezTo>
                      <a:pt x="226" y="1109"/>
                      <a:pt x="272" y="1335"/>
                      <a:pt x="407" y="1562"/>
                    </a:cubicBezTo>
                    <a:cubicBezTo>
                      <a:pt x="589" y="1969"/>
                      <a:pt x="815" y="2376"/>
                      <a:pt x="1086" y="2739"/>
                    </a:cubicBezTo>
                    <a:cubicBezTo>
                      <a:pt x="1174" y="2826"/>
                      <a:pt x="1262" y="2876"/>
                      <a:pt x="1362" y="2876"/>
                    </a:cubicBezTo>
                    <a:cubicBezTo>
                      <a:pt x="1417" y="2876"/>
                      <a:pt x="1475" y="2861"/>
                      <a:pt x="1539" y="2829"/>
                    </a:cubicBezTo>
                    <a:cubicBezTo>
                      <a:pt x="1675" y="2739"/>
                      <a:pt x="1720" y="2558"/>
                      <a:pt x="1630" y="2422"/>
                    </a:cubicBezTo>
                    <a:cubicBezTo>
                      <a:pt x="1358" y="2060"/>
                      <a:pt x="1132" y="1652"/>
                      <a:pt x="951" y="1245"/>
                    </a:cubicBezTo>
                    <a:lnTo>
                      <a:pt x="951" y="1290"/>
                    </a:lnTo>
                    <a:cubicBezTo>
                      <a:pt x="905" y="1109"/>
                      <a:pt x="815" y="883"/>
                      <a:pt x="724" y="702"/>
                    </a:cubicBezTo>
                    <a:cubicBezTo>
                      <a:pt x="634" y="475"/>
                      <a:pt x="589" y="249"/>
                      <a:pt x="407" y="68"/>
                    </a:cubicBezTo>
                    <a:cubicBezTo>
                      <a:pt x="376" y="20"/>
                      <a:pt x="333" y="1"/>
                      <a:pt x="2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4" name="Google Shape;2224;p2"/>
              <p:cNvSpPr/>
              <p:nvPr/>
            </p:nvSpPr>
            <p:spPr>
              <a:xfrm>
                <a:off x="3332975" y="3683500"/>
                <a:ext cx="118850" cy="101550"/>
              </a:xfrm>
              <a:custGeom>
                <a:rect b="b" l="l" r="r" t="t"/>
                <a:pathLst>
                  <a:path extrusionOk="0" h="4062" w="4754">
                    <a:moveTo>
                      <a:pt x="404" y="0"/>
                    </a:moveTo>
                    <a:cubicBezTo>
                      <a:pt x="314" y="0"/>
                      <a:pt x="220" y="35"/>
                      <a:pt x="136" y="120"/>
                    </a:cubicBezTo>
                    <a:cubicBezTo>
                      <a:pt x="0" y="255"/>
                      <a:pt x="0" y="482"/>
                      <a:pt x="136" y="663"/>
                    </a:cubicBezTo>
                    <a:cubicBezTo>
                      <a:pt x="725" y="1342"/>
                      <a:pt x="1313" y="2021"/>
                      <a:pt x="1992" y="2609"/>
                    </a:cubicBezTo>
                    <a:cubicBezTo>
                      <a:pt x="2309" y="2926"/>
                      <a:pt x="2671" y="3243"/>
                      <a:pt x="3079" y="3469"/>
                    </a:cubicBezTo>
                    <a:cubicBezTo>
                      <a:pt x="3422" y="3684"/>
                      <a:pt x="3847" y="4061"/>
                      <a:pt x="4276" y="4061"/>
                    </a:cubicBezTo>
                    <a:cubicBezTo>
                      <a:pt x="4299" y="4061"/>
                      <a:pt x="4323" y="4060"/>
                      <a:pt x="4346" y="4058"/>
                    </a:cubicBezTo>
                    <a:cubicBezTo>
                      <a:pt x="4572" y="4013"/>
                      <a:pt x="4753" y="3832"/>
                      <a:pt x="4663" y="3605"/>
                    </a:cubicBezTo>
                    <a:cubicBezTo>
                      <a:pt x="4572" y="3153"/>
                      <a:pt x="4074" y="2926"/>
                      <a:pt x="3758" y="2655"/>
                    </a:cubicBezTo>
                    <a:cubicBezTo>
                      <a:pt x="3441" y="2338"/>
                      <a:pt x="3079" y="2111"/>
                      <a:pt x="2716" y="1840"/>
                    </a:cubicBezTo>
                    <a:cubicBezTo>
                      <a:pt x="2037" y="1297"/>
                      <a:pt x="1358" y="708"/>
                      <a:pt x="679" y="120"/>
                    </a:cubicBezTo>
                    <a:cubicBezTo>
                      <a:pt x="607" y="47"/>
                      <a:pt x="508" y="0"/>
                      <a:pt x="4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5" name="Google Shape;2225;p2"/>
              <p:cNvSpPr/>
              <p:nvPr/>
            </p:nvSpPr>
            <p:spPr>
              <a:xfrm>
                <a:off x="3468775" y="4435400"/>
                <a:ext cx="104150" cy="281400"/>
              </a:xfrm>
              <a:custGeom>
                <a:rect b="b" l="l" r="r" t="t"/>
                <a:pathLst>
                  <a:path extrusionOk="0" h="11256" w="4166">
                    <a:moveTo>
                      <a:pt x="521" y="0"/>
                    </a:moveTo>
                    <a:cubicBezTo>
                      <a:pt x="340" y="0"/>
                      <a:pt x="159" y="125"/>
                      <a:pt x="136" y="374"/>
                    </a:cubicBezTo>
                    <a:cubicBezTo>
                      <a:pt x="91" y="1324"/>
                      <a:pt x="0" y="2230"/>
                      <a:pt x="227" y="3180"/>
                    </a:cubicBezTo>
                    <a:cubicBezTo>
                      <a:pt x="453" y="4176"/>
                      <a:pt x="906" y="5036"/>
                      <a:pt x="1404" y="5897"/>
                    </a:cubicBezTo>
                    <a:cubicBezTo>
                      <a:pt x="1902" y="6711"/>
                      <a:pt x="2309" y="7526"/>
                      <a:pt x="2445" y="8477"/>
                    </a:cubicBezTo>
                    <a:cubicBezTo>
                      <a:pt x="2536" y="9292"/>
                      <a:pt x="2173" y="10469"/>
                      <a:pt x="2762" y="11102"/>
                    </a:cubicBezTo>
                    <a:cubicBezTo>
                      <a:pt x="2864" y="11204"/>
                      <a:pt x="2991" y="11255"/>
                      <a:pt x="3106" y="11255"/>
                    </a:cubicBezTo>
                    <a:cubicBezTo>
                      <a:pt x="3144" y="11255"/>
                      <a:pt x="3181" y="11250"/>
                      <a:pt x="3215" y="11238"/>
                    </a:cubicBezTo>
                    <a:cubicBezTo>
                      <a:pt x="4165" y="10876"/>
                      <a:pt x="4120" y="9609"/>
                      <a:pt x="4075" y="8794"/>
                    </a:cubicBezTo>
                    <a:cubicBezTo>
                      <a:pt x="4029" y="7798"/>
                      <a:pt x="3758" y="6802"/>
                      <a:pt x="3260" y="5897"/>
                    </a:cubicBezTo>
                    <a:cubicBezTo>
                      <a:pt x="2762" y="4991"/>
                      <a:pt x="2128" y="4222"/>
                      <a:pt x="1721" y="3316"/>
                    </a:cubicBezTo>
                    <a:cubicBezTo>
                      <a:pt x="1313" y="2366"/>
                      <a:pt x="906" y="1370"/>
                      <a:pt x="906" y="374"/>
                    </a:cubicBezTo>
                    <a:cubicBezTo>
                      <a:pt x="883" y="125"/>
                      <a:pt x="702" y="0"/>
                      <a:pt x="521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6" name="Google Shape;2226;p2"/>
              <p:cNvSpPr/>
              <p:nvPr/>
            </p:nvSpPr>
            <p:spPr>
              <a:xfrm>
                <a:off x="3512900" y="4731750"/>
                <a:ext cx="20400" cy="25825"/>
              </a:xfrm>
              <a:custGeom>
                <a:rect b="b" l="l" r="r" t="t"/>
                <a:pathLst>
                  <a:path extrusionOk="0" h="1033" w="816">
                    <a:moveTo>
                      <a:pt x="217" y="0"/>
                    </a:moveTo>
                    <a:cubicBezTo>
                      <a:pt x="189" y="0"/>
                      <a:pt x="161" y="6"/>
                      <a:pt x="137" y="18"/>
                    </a:cubicBezTo>
                    <a:cubicBezTo>
                      <a:pt x="46" y="63"/>
                      <a:pt x="1" y="199"/>
                      <a:pt x="46" y="290"/>
                    </a:cubicBezTo>
                    <a:cubicBezTo>
                      <a:pt x="137" y="425"/>
                      <a:pt x="182" y="561"/>
                      <a:pt x="273" y="652"/>
                    </a:cubicBezTo>
                    <a:cubicBezTo>
                      <a:pt x="318" y="742"/>
                      <a:pt x="363" y="788"/>
                      <a:pt x="408" y="833"/>
                    </a:cubicBezTo>
                    <a:cubicBezTo>
                      <a:pt x="454" y="878"/>
                      <a:pt x="499" y="923"/>
                      <a:pt x="544" y="969"/>
                    </a:cubicBezTo>
                    <a:cubicBezTo>
                      <a:pt x="576" y="1001"/>
                      <a:pt x="631" y="1033"/>
                      <a:pt x="676" y="1033"/>
                    </a:cubicBezTo>
                    <a:cubicBezTo>
                      <a:pt x="695" y="1033"/>
                      <a:pt x="712" y="1027"/>
                      <a:pt x="725" y="1014"/>
                    </a:cubicBezTo>
                    <a:cubicBezTo>
                      <a:pt x="771" y="969"/>
                      <a:pt x="816" y="923"/>
                      <a:pt x="771" y="878"/>
                    </a:cubicBezTo>
                    <a:cubicBezTo>
                      <a:pt x="771" y="788"/>
                      <a:pt x="725" y="742"/>
                      <a:pt x="725" y="652"/>
                    </a:cubicBezTo>
                    <a:cubicBezTo>
                      <a:pt x="680" y="607"/>
                      <a:pt x="635" y="516"/>
                      <a:pt x="635" y="471"/>
                    </a:cubicBezTo>
                    <a:cubicBezTo>
                      <a:pt x="544" y="335"/>
                      <a:pt x="454" y="199"/>
                      <a:pt x="408" y="109"/>
                    </a:cubicBezTo>
                    <a:cubicBezTo>
                      <a:pt x="375" y="42"/>
                      <a:pt x="294" y="0"/>
                      <a:pt x="217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7" name="Google Shape;2227;p2"/>
              <p:cNvSpPr/>
              <p:nvPr/>
            </p:nvSpPr>
            <p:spPr>
              <a:xfrm>
                <a:off x="3449525" y="4155050"/>
                <a:ext cx="54350" cy="87175"/>
              </a:xfrm>
              <a:custGeom>
                <a:rect b="b" l="l" r="r" t="t"/>
                <a:pathLst>
                  <a:path extrusionOk="0" h="3487" w="2174">
                    <a:moveTo>
                      <a:pt x="418" y="0"/>
                    </a:moveTo>
                    <a:cubicBezTo>
                      <a:pt x="351" y="0"/>
                      <a:pt x="285" y="15"/>
                      <a:pt x="227" y="44"/>
                    </a:cubicBezTo>
                    <a:lnTo>
                      <a:pt x="227" y="89"/>
                    </a:lnTo>
                    <a:cubicBezTo>
                      <a:pt x="1" y="180"/>
                      <a:pt x="1" y="406"/>
                      <a:pt x="91" y="633"/>
                    </a:cubicBezTo>
                    <a:cubicBezTo>
                      <a:pt x="273" y="1085"/>
                      <a:pt x="454" y="1538"/>
                      <a:pt x="680" y="1991"/>
                    </a:cubicBezTo>
                    <a:cubicBezTo>
                      <a:pt x="770" y="2217"/>
                      <a:pt x="861" y="2443"/>
                      <a:pt x="997" y="2670"/>
                    </a:cubicBezTo>
                    <a:cubicBezTo>
                      <a:pt x="1042" y="2806"/>
                      <a:pt x="1087" y="2941"/>
                      <a:pt x="1133" y="3032"/>
                    </a:cubicBezTo>
                    <a:cubicBezTo>
                      <a:pt x="1223" y="3168"/>
                      <a:pt x="1314" y="3258"/>
                      <a:pt x="1404" y="3349"/>
                    </a:cubicBezTo>
                    <a:cubicBezTo>
                      <a:pt x="1492" y="3436"/>
                      <a:pt x="1599" y="3486"/>
                      <a:pt x="1712" y="3486"/>
                    </a:cubicBezTo>
                    <a:cubicBezTo>
                      <a:pt x="1774" y="3486"/>
                      <a:pt x="1838" y="3471"/>
                      <a:pt x="1902" y="3439"/>
                    </a:cubicBezTo>
                    <a:cubicBezTo>
                      <a:pt x="2038" y="3394"/>
                      <a:pt x="2174" y="3213"/>
                      <a:pt x="2174" y="3032"/>
                    </a:cubicBezTo>
                    <a:cubicBezTo>
                      <a:pt x="2174" y="2851"/>
                      <a:pt x="2174" y="2760"/>
                      <a:pt x="2083" y="2534"/>
                    </a:cubicBezTo>
                    <a:cubicBezTo>
                      <a:pt x="1993" y="2443"/>
                      <a:pt x="1947" y="2308"/>
                      <a:pt x="1902" y="2217"/>
                    </a:cubicBezTo>
                    <a:cubicBezTo>
                      <a:pt x="1766" y="1991"/>
                      <a:pt x="1631" y="1764"/>
                      <a:pt x="1540" y="1538"/>
                    </a:cubicBezTo>
                    <a:cubicBezTo>
                      <a:pt x="1268" y="1085"/>
                      <a:pt x="1042" y="633"/>
                      <a:pt x="770" y="225"/>
                    </a:cubicBezTo>
                    <a:cubicBezTo>
                      <a:pt x="709" y="71"/>
                      <a:pt x="562" y="0"/>
                      <a:pt x="418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8" name="Google Shape;2228;p2"/>
              <p:cNvSpPr/>
              <p:nvPr/>
            </p:nvSpPr>
            <p:spPr>
              <a:xfrm>
                <a:off x="3439350" y="4080325"/>
                <a:ext cx="46425" cy="77475"/>
              </a:xfrm>
              <a:custGeom>
                <a:rect b="b" l="l" r="r" t="t"/>
                <a:pathLst>
                  <a:path extrusionOk="0" h="3099" w="1857">
                    <a:moveTo>
                      <a:pt x="406" y="0"/>
                    </a:moveTo>
                    <a:cubicBezTo>
                      <a:pt x="348" y="0"/>
                      <a:pt x="287" y="15"/>
                      <a:pt x="227" y="45"/>
                    </a:cubicBezTo>
                    <a:cubicBezTo>
                      <a:pt x="46" y="136"/>
                      <a:pt x="0" y="362"/>
                      <a:pt x="91" y="543"/>
                    </a:cubicBezTo>
                    <a:cubicBezTo>
                      <a:pt x="317" y="951"/>
                      <a:pt x="498" y="1358"/>
                      <a:pt x="725" y="1811"/>
                    </a:cubicBezTo>
                    <a:cubicBezTo>
                      <a:pt x="815" y="2037"/>
                      <a:pt x="906" y="2264"/>
                      <a:pt x="1042" y="2445"/>
                    </a:cubicBezTo>
                    <a:cubicBezTo>
                      <a:pt x="1087" y="2535"/>
                      <a:pt x="1132" y="2671"/>
                      <a:pt x="1177" y="2762"/>
                    </a:cubicBezTo>
                    <a:cubicBezTo>
                      <a:pt x="1268" y="2852"/>
                      <a:pt x="1359" y="2943"/>
                      <a:pt x="1449" y="3033"/>
                    </a:cubicBezTo>
                    <a:cubicBezTo>
                      <a:pt x="1494" y="3078"/>
                      <a:pt x="1550" y="3099"/>
                      <a:pt x="1605" y="3099"/>
                    </a:cubicBezTo>
                    <a:cubicBezTo>
                      <a:pt x="1716" y="3099"/>
                      <a:pt x="1826" y="3018"/>
                      <a:pt x="1857" y="2897"/>
                    </a:cubicBezTo>
                    <a:cubicBezTo>
                      <a:pt x="1857" y="2626"/>
                      <a:pt x="1766" y="2399"/>
                      <a:pt x="1721" y="2173"/>
                    </a:cubicBezTo>
                    <a:cubicBezTo>
                      <a:pt x="1630" y="1901"/>
                      <a:pt x="1540" y="1675"/>
                      <a:pt x="1404" y="1449"/>
                    </a:cubicBezTo>
                    <a:cubicBezTo>
                      <a:pt x="1177" y="996"/>
                      <a:pt x="951" y="589"/>
                      <a:pt x="725" y="181"/>
                    </a:cubicBezTo>
                    <a:cubicBezTo>
                      <a:pt x="634" y="60"/>
                      <a:pt x="524" y="0"/>
                      <a:pt x="406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9" name="Google Shape;2229;p2"/>
              <p:cNvSpPr/>
              <p:nvPr/>
            </p:nvSpPr>
            <p:spPr>
              <a:xfrm>
                <a:off x="3573475" y="3892625"/>
                <a:ext cx="114875" cy="50775"/>
              </a:xfrm>
              <a:custGeom>
                <a:rect b="b" l="l" r="r" t="t"/>
                <a:pathLst>
                  <a:path extrusionOk="0" h="2031" w="4595">
                    <a:moveTo>
                      <a:pt x="487" y="1"/>
                    </a:moveTo>
                    <a:cubicBezTo>
                      <a:pt x="226" y="1"/>
                      <a:pt x="0" y="333"/>
                      <a:pt x="249" y="582"/>
                    </a:cubicBezTo>
                    <a:cubicBezTo>
                      <a:pt x="792" y="1125"/>
                      <a:pt x="1471" y="1533"/>
                      <a:pt x="2195" y="1804"/>
                    </a:cubicBezTo>
                    <a:cubicBezTo>
                      <a:pt x="2558" y="1895"/>
                      <a:pt x="2965" y="2031"/>
                      <a:pt x="3327" y="2031"/>
                    </a:cubicBezTo>
                    <a:cubicBezTo>
                      <a:pt x="3735" y="1985"/>
                      <a:pt x="4187" y="2031"/>
                      <a:pt x="4504" y="1759"/>
                    </a:cubicBezTo>
                    <a:cubicBezTo>
                      <a:pt x="4595" y="1668"/>
                      <a:pt x="4595" y="1442"/>
                      <a:pt x="4459" y="1397"/>
                    </a:cubicBezTo>
                    <a:cubicBezTo>
                      <a:pt x="4142" y="1261"/>
                      <a:pt x="3825" y="1352"/>
                      <a:pt x="3463" y="1261"/>
                    </a:cubicBezTo>
                    <a:cubicBezTo>
                      <a:pt x="3146" y="1170"/>
                      <a:pt x="2784" y="1125"/>
                      <a:pt x="2467" y="1035"/>
                    </a:cubicBezTo>
                    <a:cubicBezTo>
                      <a:pt x="1788" y="854"/>
                      <a:pt x="1199" y="537"/>
                      <a:pt x="702" y="84"/>
                    </a:cubicBezTo>
                    <a:cubicBezTo>
                      <a:pt x="633" y="26"/>
                      <a:pt x="559" y="1"/>
                      <a:pt x="487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0" name="Google Shape;2230;p2"/>
              <p:cNvSpPr/>
              <p:nvPr/>
            </p:nvSpPr>
            <p:spPr>
              <a:xfrm>
                <a:off x="3783325" y="3742400"/>
                <a:ext cx="52150" cy="102400"/>
              </a:xfrm>
              <a:custGeom>
                <a:rect b="b" l="l" r="r" t="t"/>
                <a:pathLst>
                  <a:path extrusionOk="0" h="4096" w="2086">
                    <a:moveTo>
                      <a:pt x="516" y="0"/>
                    </a:moveTo>
                    <a:cubicBezTo>
                      <a:pt x="251" y="0"/>
                      <a:pt x="1" y="264"/>
                      <a:pt x="184" y="570"/>
                    </a:cubicBezTo>
                    <a:cubicBezTo>
                      <a:pt x="501" y="1113"/>
                      <a:pt x="727" y="1657"/>
                      <a:pt x="909" y="2245"/>
                    </a:cubicBezTo>
                    <a:cubicBezTo>
                      <a:pt x="1044" y="2517"/>
                      <a:pt x="1090" y="2834"/>
                      <a:pt x="1225" y="3105"/>
                    </a:cubicBezTo>
                    <a:cubicBezTo>
                      <a:pt x="1316" y="3422"/>
                      <a:pt x="1361" y="3739"/>
                      <a:pt x="1542" y="3965"/>
                    </a:cubicBezTo>
                    <a:cubicBezTo>
                      <a:pt x="1606" y="4051"/>
                      <a:pt x="1691" y="4096"/>
                      <a:pt x="1771" y="4096"/>
                    </a:cubicBezTo>
                    <a:cubicBezTo>
                      <a:pt x="1862" y="4096"/>
                      <a:pt x="1947" y="4040"/>
                      <a:pt x="1995" y="3920"/>
                    </a:cubicBezTo>
                    <a:cubicBezTo>
                      <a:pt x="2086" y="3603"/>
                      <a:pt x="2040" y="3241"/>
                      <a:pt x="1995" y="2924"/>
                    </a:cubicBezTo>
                    <a:cubicBezTo>
                      <a:pt x="1950" y="2607"/>
                      <a:pt x="1859" y="2290"/>
                      <a:pt x="1723" y="1974"/>
                    </a:cubicBezTo>
                    <a:cubicBezTo>
                      <a:pt x="1497" y="1340"/>
                      <a:pt x="1225" y="751"/>
                      <a:pt x="863" y="208"/>
                    </a:cubicBezTo>
                    <a:cubicBezTo>
                      <a:pt x="775" y="61"/>
                      <a:pt x="644" y="0"/>
                      <a:pt x="516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1" name="Google Shape;2231;p2"/>
              <p:cNvSpPr/>
              <p:nvPr/>
            </p:nvSpPr>
            <p:spPr>
              <a:xfrm>
                <a:off x="4468075" y="4439750"/>
                <a:ext cx="22675" cy="64150"/>
              </a:xfrm>
              <a:custGeom>
                <a:rect b="b" l="l" r="r" t="t"/>
                <a:pathLst>
                  <a:path extrusionOk="0" h="2566" w="907">
                    <a:moveTo>
                      <a:pt x="653" y="1"/>
                    </a:moveTo>
                    <a:cubicBezTo>
                      <a:pt x="589" y="1"/>
                      <a:pt x="532" y="43"/>
                      <a:pt x="499" y="109"/>
                    </a:cubicBezTo>
                    <a:cubicBezTo>
                      <a:pt x="318" y="426"/>
                      <a:pt x="272" y="788"/>
                      <a:pt x="227" y="1150"/>
                    </a:cubicBezTo>
                    <a:lnTo>
                      <a:pt x="1" y="2192"/>
                    </a:lnTo>
                    <a:cubicBezTo>
                      <a:pt x="1" y="2373"/>
                      <a:pt x="46" y="2508"/>
                      <a:pt x="227" y="2554"/>
                    </a:cubicBezTo>
                    <a:cubicBezTo>
                      <a:pt x="251" y="2562"/>
                      <a:pt x="275" y="2565"/>
                      <a:pt x="299" y="2565"/>
                    </a:cubicBezTo>
                    <a:cubicBezTo>
                      <a:pt x="408" y="2565"/>
                      <a:pt x="507" y="2484"/>
                      <a:pt x="544" y="2373"/>
                    </a:cubicBezTo>
                    <a:cubicBezTo>
                      <a:pt x="635" y="2010"/>
                      <a:pt x="680" y="1648"/>
                      <a:pt x="770" y="1286"/>
                    </a:cubicBezTo>
                    <a:cubicBezTo>
                      <a:pt x="816" y="924"/>
                      <a:pt x="906" y="562"/>
                      <a:pt x="861" y="200"/>
                    </a:cubicBezTo>
                    <a:cubicBezTo>
                      <a:pt x="861" y="109"/>
                      <a:pt x="816" y="19"/>
                      <a:pt x="725" y="19"/>
                    </a:cubicBezTo>
                    <a:cubicBezTo>
                      <a:pt x="701" y="7"/>
                      <a:pt x="677" y="1"/>
                      <a:pt x="6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2" name="Google Shape;2232;p2"/>
              <p:cNvSpPr/>
              <p:nvPr/>
            </p:nvSpPr>
            <p:spPr>
              <a:xfrm>
                <a:off x="4411500" y="4512000"/>
                <a:ext cx="21075" cy="78750"/>
              </a:xfrm>
              <a:custGeom>
                <a:rect b="b" l="l" r="r" t="t"/>
                <a:pathLst>
                  <a:path extrusionOk="0" h="3150" w="843">
                    <a:moveTo>
                      <a:pt x="597" y="1"/>
                    </a:moveTo>
                    <a:cubicBezTo>
                      <a:pt x="510" y="1"/>
                      <a:pt x="418" y="51"/>
                      <a:pt x="362" y="162"/>
                    </a:cubicBezTo>
                    <a:cubicBezTo>
                      <a:pt x="46" y="1022"/>
                      <a:pt x="0" y="1972"/>
                      <a:pt x="46" y="2878"/>
                    </a:cubicBezTo>
                    <a:cubicBezTo>
                      <a:pt x="46" y="3059"/>
                      <a:pt x="181" y="3149"/>
                      <a:pt x="317" y="3149"/>
                    </a:cubicBezTo>
                    <a:cubicBezTo>
                      <a:pt x="453" y="3149"/>
                      <a:pt x="589" y="3059"/>
                      <a:pt x="589" y="2878"/>
                    </a:cubicBezTo>
                    <a:cubicBezTo>
                      <a:pt x="589" y="2018"/>
                      <a:pt x="725" y="1158"/>
                      <a:pt x="815" y="297"/>
                    </a:cubicBezTo>
                    <a:cubicBezTo>
                      <a:pt x="842" y="109"/>
                      <a:pt x="725" y="1"/>
                      <a:pt x="5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3" name="Google Shape;2233;p2"/>
              <p:cNvSpPr/>
              <p:nvPr/>
            </p:nvSpPr>
            <p:spPr>
              <a:xfrm>
                <a:off x="4546493" y="3480950"/>
                <a:ext cx="58050" cy="132250"/>
              </a:xfrm>
              <a:custGeom>
                <a:rect b="b" l="l" r="r" t="t"/>
                <a:pathLst>
                  <a:path extrusionOk="0" h="5290" w="2322">
                    <a:moveTo>
                      <a:pt x="293" y="0"/>
                    </a:moveTo>
                    <a:cubicBezTo>
                      <a:pt x="132" y="0"/>
                      <a:pt x="0" y="149"/>
                      <a:pt x="33" y="345"/>
                    </a:cubicBezTo>
                    <a:cubicBezTo>
                      <a:pt x="124" y="1114"/>
                      <a:pt x="531" y="1884"/>
                      <a:pt x="803" y="2608"/>
                    </a:cubicBezTo>
                    <a:cubicBezTo>
                      <a:pt x="1029" y="3378"/>
                      <a:pt x="1255" y="4147"/>
                      <a:pt x="1391" y="4962"/>
                    </a:cubicBezTo>
                    <a:cubicBezTo>
                      <a:pt x="1431" y="5184"/>
                      <a:pt x="1625" y="5289"/>
                      <a:pt x="1823" y="5289"/>
                    </a:cubicBezTo>
                    <a:cubicBezTo>
                      <a:pt x="2069" y="5289"/>
                      <a:pt x="2321" y="5127"/>
                      <a:pt x="2296" y="4826"/>
                    </a:cubicBezTo>
                    <a:cubicBezTo>
                      <a:pt x="2206" y="3966"/>
                      <a:pt x="2025" y="3106"/>
                      <a:pt x="1753" y="2291"/>
                    </a:cubicBezTo>
                    <a:cubicBezTo>
                      <a:pt x="1482" y="1476"/>
                      <a:pt x="1119" y="616"/>
                      <a:pt x="486" y="73"/>
                    </a:cubicBezTo>
                    <a:cubicBezTo>
                      <a:pt x="422" y="23"/>
                      <a:pt x="356" y="0"/>
                      <a:pt x="2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4" name="Google Shape;2234;p2"/>
              <p:cNvSpPr/>
              <p:nvPr/>
            </p:nvSpPr>
            <p:spPr>
              <a:xfrm>
                <a:off x="4082168" y="3393450"/>
                <a:ext cx="66800" cy="185250"/>
              </a:xfrm>
              <a:custGeom>
                <a:rect b="b" l="l" r="r" t="t"/>
                <a:pathLst>
                  <a:path extrusionOk="0" h="7410" w="2672">
                    <a:moveTo>
                      <a:pt x="704" y="0"/>
                    </a:moveTo>
                    <a:cubicBezTo>
                      <a:pt x="423" y="0"/>
                      <a:pt x="183" y="328"/>
                      <a:pt x="317" y="631"/>
                    </a:cubicBezTo>
                    <a:cubicBezTo>
                      <a:pt x="634" y="1264"/>
                      <a:pt x="770" y="1989"/>
                      <a:pt x="725" y="2668"/>
                    </a:cubicBezTo>
                    <a:cubicBezTo>
                      <a:pt x="725" y="3437"/>
                      <a:pt x="363" y="4116"/>
                      <a:pt x="182" y="4841"/>
                    </a:cubicBezTo>
                    <a:cubicBezTo>
                      <a:pt x="1" y="5655"/>
                      <a:pt x="91" y="6697"/>
                      <a:pt x="861" y="7195"/>
                    </a:cubicBezTo>
                    <a:cubicBezTo>
                      <a:pt x="1048" y="7325"/>
                      <a:pt x="1358" y="7410"/>
                      <a:pt x="1667" y="7410"/>
                    </a:cubicBezTo>
                    <a:cubicBezTo>
                      <a:pt x="2108" y="7410"/>
                      <a:pt x="2546" y="7239"/>
                      <a:pt x="2626" y="6787"/>
                    </a:cubicBezTo>
                    <a:cubicBezTo>
                      <a:pt x="2671" y="6651"/>
                      <a:pt x="2581" y="6425"/>
                      <a:pt x="2400" y="6425"/>
                    </a:cubicBezTo>
                    <a:lnTo>
                      <a:pt x="2445" y="6425"/>
                    </a:lnTo>
                    <a:cubicBezTo>
                      <a:pt x="2309" y="6380"/>
                      <a:pt x="2219" y="6380"/>
                      <a:pt x="2128" y="6380"/>
                    </a:cubicBezTo>
                    <a:cubicBezTo>
                      <a:pt x="2083" y="6380"/>
                      <a:pt x="1992" y="6380"/>
                      <a:pt x="1947" y="6335"/>
                    </a:cubicBezTo>
                    <a:cubicBezTo>
                      <a:pt x="1947" y="6335"/>
                      <a:pt x="1947" y="6335"/>
                      <a:pt x="1902" y="6289"/>
                    </a:cubicBezTo>
                    <a:cubicBezTo>
                      <a:pt x="1766" y="6108"/>
                      <a:pt x="1675" y="6063"/>
                      <a:pt x="1630" y="5837"/>
                    </a:cubicBezTo>
                    <a:cubicBezTo>
                      <a:pt x="1540" y="5520"/>
                      <a:pt x="1675" y="5203"/>
                      <a:pt x="1766" y="4931"/>
                    </a:cubicBezTo>
                    <a:cubicBezTo>
                      <a:pt x="1857" y="4569"/>
                      <a:pt x="1992" y="4207"/>
                      <a:pt x="2083" y="3845"/>
                    </a:cubicBezTo>
                    <a:cubicBezTo>
                      <a:pt x="2219" y="3166"/>
                      <a:pt x="2219" y="2532"/>
                      <a:pt x="2038" y="1853"/>
                    </a:cubicBezTo>
                    <a:cubicBezTo>
                      <a:pt x="1902" y="1174"/>
                      <a:pt x="1494" y="585"/>
                      <a:pt x="996" y="133"/>
                    </a:cubicBezTo>
                    <a:cubicBezTo>
                      <a:pt x="903" y="40"/>
                      <a:pt x="801" y="0"/>
                      <a:pt x="7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5" name="Google Shape;2235;p2"/>
              <p:cNvSpPr/>
              <p:nvPr/>
            </p:nvSpPr>
            <p:spPr>
              <a:xfrm>
                <a:off x="4190818" y="3449425"/>
                <a:ext cx="44150" cy="70950"/>
              </a:xfrm>
              <a:custGeom>
                <a:rect b="b" l="l" r="r" t="t"/>
                <a:pathLst>
                  <a:path extrusionOk="0" h="2838" w="1766">
                    <a:moveTo>
                      <a:pt x="596" y="1"/>
                    </a:moveTo>
                    <a:cubicBezTo>
                      <a:pt x="550" y="1"/>
                      <a:pt x="502" y="7"/>
                      <a:pt x="453" y="21"/>
                    </a:cubicBezTo>
                    <a:cubicBezTo>
                      <a:pt x="227" y="112"/>
                      <a:pt x="0" y="383"/>
                      <a:pt x="91" y="700"/>
                    </a:cubicBezTo>
                    <a:cubicBezTo>
                      <a:pt x="227" y="1017"/>
                      <a:pt x="362" y="1379"/>
                      <a:pt x="498" y="1696"/>
                    </a:cubicBezTo>
                    <a:cubicBezTo>
                      <a:pt x="544" y="1923"/>
                      <a:pt x="634" y="2104"/>
                      <a:pt x="725" y="2285"/>
                    </a:cubicBezTo>
                    <a:cubicBezTo>
                      <a:pt x="815" y="2466"/>
                      <a:pt x="906" y="2692"/>
                      <a:pt x="1132" y="2783"/>
                    </a:cubicBezTo>
                    <a:cubicBezTo>
                      <a:pt x="1196" y="2821"/>
                      <a:pt x="1260" y="2838"/>
                      <a:pt x="1321" y="2838"/>
                    </a:cubicBezTo>
                    <a:cubicBezTo>
                      <a:pt x="1476" y="2838"/>
                      <a:pt x="1610" y="2731"/>
                      <a:pt x="1675" y="2602"/>
                    </a:cubicBezTo>
                    <a:cubicBezTo>
                      <a:pt x="1766" y="2375"/>
                      <a:pt x="1675" y="2149"/>
                      <a:pt x="1630" y="1923"/>
                    </a:cubicBezTo>
                    <a:cubicBezTo>
                      <a:pt x="1585" y="1742"/>
                      <a:pt x="1539" y="1560"/>
                      <a:pt x="1494" y="1425"/>
                    </a:cubicBezTo>
                    <a:lnTo>
                      <a:pt x="1132" y="383"/>
                    </a:lnTo>
                    <a:cubicBezTo>
                      <a:pt x="1056" y="192"/>
                      <a:pt x="850" y="1"/>
                      <a:pt x="5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6" name="Google Shape;2236;p2"/>
              <p:cNvSpPr/>
              <p:nvPr/>
            </p:nvSpPr>
            <p:spPr>
              <a:xfrm>
                <a:off x="3973525" y="3515575"/>
                <a:ext cx="9075" cy="6825"/>
              </a:xfrm>
              <a:custGeom>
                <a:rect b="b" l="l" r="r" t="t"/>
                <a:pathLst>
                  <a:path extrusionOk="0" h="273" w="363">
                    <a:moveTo>
                      <a:pt x="181" y="1"/>
                    </a:moveTo>
                    <a:cubicBezTo>
                      <a:pt x="0" y="1"/>
                      <a:pt x="0" y="273"/>
                      <a:pt x="181" y="273"/>
                    </a:cubicBezTo>
                    <a:cubicBezTo>
                      <a:pt x="362" y="273"/>
                      <a:pt x="362" y="1"/>
                      <a:pt x="181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7" name="Google Shape;2237;p2"/>
              <p:cNvSpPr/>
              <p:nvPr/>
            </p:nvSpPr>
            <p:spPr>
              <a:xfrm>
                <a:off x="4417168" y="2885025"/>
                <a:ext cx="97350" cy="131350"/>
              </a:xfrm>
              <a:custGeom>
                <a:rect b="b" l="l" r="r" t="t"/>
                <a:pathLst>
                  <a:path extrusionOk="0" h="5254" w="3894">
                    <a:moveTo>
                      <a:pt x="1160" y="0"/>
                    </a:moveTo>
                    <a:cubicBezTo>
                      <a:pt x="981" y="0"/>
                      <a:pt x="799" y="101"/>
                      <a:pt x="724" y="325"/>
                    </a:cubicBezTo>
                    <a:cubicBezTo>
                      <a:pt x="0" y="2090"/>
                      <a:pt x="1222" y="3856"/>
                      <a:pt x="2490" y="5033"/>
                    </a:cubicBezTo>
                    <a:cubicBezTo>
                      <a:pt x="2631" y="5174"/>
                      <a:pt x="2821" y="5254"/>
                      <a:pt x="3009" y="5254"/>
                    </a:cubicBezTo>
                    <a:cubicBezTo>
                      <a:pt x="3183" y="5254"/>
                      <a:pt x="3355" y="5185"/>
                      <a:pt x="3486" y="5033"/>
                    </a:cubicBezTo>
                    <a:cubicBezTo>
                      <a:pt x="3712" y="4807"/>
                      <a:pt x="3893" y="4444"/>
                      <a:pt x="3667" y="4128"/>
                    </a:cubicBezTo>
                    <a:cubicBezTo>
                      <a:pt x="3622" y="3992"/>
                      <a:pt x="3486" y="3901"/>
                      <a:pt x="3350" y="3856"/>
                    </a:cubicBezTo>
                    <a:lnTo>
                      <a:pt x="3305" y="3856"/>
                    </a:lnTo>
                    <a:cubicBezTo>
                      <a:pt x="3305" y="3856"/>
                      <a:pt x="3305" y="3856"/>
                      <a:pt x="3305" y="3811"/>
                    </a:cubicBezTo>
                    <a:lnTo>
                      <a:pt x="3078" y="3630"/>
                    </a:lnTo>
                    <a:cubicBezTo>
                      <a:pt x="2943" y="3494"/>
                      <a:pt x="2807" y="3358"/>
                      <a:pt x="2671" y="3222"/>
                    </a:cubicBezTo>
                    <a:cubicBezTo>
                      <a:pt x="2626" y="3132"/>
                      <a:pt x="2580" y="3086"/>
                      <a:pt x="2490" y="2996"/>
                    </a:cubicBezTo>
                    <a:cubicBezTo>
                      <a:pt x="2490" y="2951"/>
                      <a:pt x="2445" y="2905"/>
                      <a:pt x="2399" y="2860"/>
                    </a:cubicBezTo>
                    <a:cubicBezTo>
                      <a:pt x="2264" y="2679"/>
                      <a:pt x="2218" y="2634"/>
                      <a:pt x="2082" y="2407"/>
                    </a:cubicBezTo>
                    <a:cubicBezTo>
                      <a:pt x="1856" y="2090"/>
                      <a:pt x="1766" y="1864"/>
                      <a:pt x="1630" y="1502"/>
                    </a:cubicBezTo>
                    <a:cubicBezTo>
                      <a:pt x="1539" y="1185"/>
                      <a:pt x="1539" y="868"/>
                      <a:pt x="1584" y="551"/>
                    </a:cubicBezTo>
                    <a:cubicBezTo>
                      <a:pt x="1664" y="205"/>
                      <a:pt x="1416" y="0"/>
                      <a:pt x="11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8" name="Google Shape;2238;p2"/>
              <p:cNvSpPr/>
              <p:nvPr/>
            </p:nvSpPr>
            <p:spPr>
              <a:xfrm>
                <a:off x="4480543" y="2862575"/>
                <a:ext cx="62250" cy="57050"/>
              </a:xfrm>
              <a:custGeom>
                <a:rect b="b" l="l" r="r" t="t"/>
                <a:pathLst>
                  <a:path extrusionOk="0" h="2282" w="2490">
                    <a:moveTo>
                      <a:pt x="560" y="1"/>
                    </a:moveTo>
                    <a:cubicBezTo>
                      <a:pt x="430" y="1"/>
                      <a:pt x="294" y="46"/>
                      <a:pt x="181" y="137"/>
                    </a:cubicBezTo>
                    <a:cubicBezTo>
                      <a:pt x="0" y="363"/>
                      <a:pt x="0" y="680"/>
                      <a:pt x="181" y="861"/>
                    </a:cubicBezTo>
                    <a:cubicBezTo>
                      <a:pt x="453" y="1087"/>
                      <a:pt x="724" y="1314"/>
                      <a:pt x="996" y="1540"/>
                    </a:cubicBezTo>
                    <a:cubicBezTo>
                      <a:pt x="1132" y="1676"/>
                      <a:pt x="1222" y="1766"/>
                      <a:pt x="1358" y="1857"/>
                    </a:cubicBezTo>
                    <a:cubicBezTo>
                      <a:pt x="1449" y="1947"/>
                      <a:pt x="1539" y="2038"/>
                      <a:pt x="1630" y="2083"/>
                    </a:cubicBezTo>
                    <a:cubicBezTo>
                      <a:pt x="1720" y="2128"/>
                      <a:pt x="1811" y="2174"/>
                      <a:pt x="1856" y="2219"/>
                    </a:cubicBezTo>
                    <a:cubicBezTo>
                      <a:pt x="1938" y="2260"/>
                      <a:pt x="2019" y="2282"/>
                      <a:pt x="2092" y="2282"/>
                    </a:cubicBezTo>
                    <a:cubicBezTo>
                      <a:pt x="2182" y="2282"/>
                      <a:pt x="2259" y="2248"/>
                      <a:pt x="2309" y="2174"/>
                    </a:cubicBezTo>
                    <a:cubicBezTo>
                      <a:pt x="2445" y="2038"/>
                      <a:pt x="2490" y="1857"/>
                      <a:pt x="2399" y="1721"/>
                    </a:cubicBezTo>
                    <a:cubicBezTo>
                      <a:pt x="2264" y="1540"/>
                      <a:pt x="2173" y="1404"/>
                      <a:pt x="1992" y="1268"/>
                    </a:cubicBezTo>
                    <a:lnTo>
                      <a:pt x="2037" y="1268"/>
                    </a:lnTo>
                    <a:cubicBezTo>
                      <a:pt x="1901" y="1132"/>
                      <a:pt x="1766" y="997"/>
                      <a:pt x="1675" y="861"/>
                    </a:cubicBezTo>
                    <a:cubicBezTo>
                      <a:pt x="1403" y="634"/>
                      <a:pt x="1177" y="408"/>
                      <a:pt x="905" y="137"/>
                    </a:cubicBezTo>
                    <a:cubicBezTo>
                      <a:pt x="815" y="46"/>
                      <a:pt x="690" y="1"/>
                      <a:pt x="5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2"/>
              <p:cNvSpPr/>
              <p:nvPr/>
            </p:nvSpPr>
            <p:spPr>
              <a:xfrm>
                <a:off x="4788368" y="3596425"/>
                <a:ext cx="22650" cy="79600"/>
              </a:xfrm>
              <a:custGeom>
                <a:rect b="b" l="l" r="r" t="t"/>
                <a:pathLst>
                  <a:path extrusionOk="0" h="3184" w="906">
                    <a:moveTo>
                      <a:pt x="614" y="0"/>
                    </a:moveTo>
                    <a:cubicBezTo>
                      <a:pt x="548" y="0"/>
                      <a:pt x="486" y="35"/>
                      <a:pt x="453" y="117"/>
                    </a:cubicBezTo>
                    <a:cubicBezTo>
                      <a:pt x="317" y="343"/>
                      <a:pt x="272" y="569"/>
                      <a:pt x="227" y="796"/>
                    </a:cubicBezTo>
                    <a:cubicBezTo>
                      <a:pt x="136" y="1022"/>
                      <a:pt x="91" y="1249"/>
                      <a:pt x="91" y="1520"/>
                    </a:cubicBezTo>
                    <a:cubicBezTo>
                      <a:pt x="45" y="1973"/>
                      <a:pt x="0" y="2426"/>
                      <a:pt x="45" y="2878"/>
                    </a:cubicBezTo>
                    <a:cubicBezTo>
                      <a:pt x="45" y="3082"/>
                      <a:pt x="204" y="3184"/>
                      <a:pt x="362" y="3184"/>
                    </a:cubicBezTo>
                    <a:cubicBezTo>
                      <a:pt x="521" y="3184"/>
                      <a:pt x="679" y="3082"/>
                      <a:pt x="679" y="2878"/>
                    </a:cubicBezTo>
                    <a:cubicBezTo>
                      <a:pt x="679" y="2426"/>
                      <a:pt x="725" y="1973"/>
                      <a:pt x="770" y="1565"/>
                    </a:cubicBezTo>
                    <a:cubicBezTo>
                      <a:pt x="815" y="1339"/>
                      <a:pt x="815" y="1113"/>
                      <a:pt x="860" y="886"/>
                    </a:cubicBezTo>
                    <a:cubicBezTo>
                      <a:pt x="860" y="660"/>
                      <a:pt x="906" y="434"/>
                      <a:pt x="860" y="253"/>
                    </a:cubicBezTo>
                    <a:cubicBezTo>
                      <a:pt x="860" y="108"/>
                      <a:pt x="731" y="0"/>
                      <a:pt x="61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2"/>
              <p:cNvSpPr/>
              <p:nvPr/>
            </p:nvSpPr>
            <p:spPr>
              <a:xfrm>
                <a:off x="4878893" y="3610500"/>
                <a:ext cx="27200" cy="80800"/>
              </a:xfrm>
              <a:custGeom>
                <a:rect b="b" l="l" r="r" t="t"/>
                <a:pathLst>
                  <a:path extrusionOk="0" h="3232" w="1088">
                    <a:moveTo>
                      <a:pt x="792" y="0"/>
                    </a:moveTo>
                    <a:cubicBezTo>
                      <a:pt x="712" y="0"/>
                      <a:pt x="631" y="34"/>
                      <a:pt x="589" y="97"/>
                    </a:cubicBezTo>
                    <a:cubicBezTo>
                      <a:pt x="499" y="233"/>
                      <a:pt x="453" y="323"/>
                      <a:pt x="408" y="459"/>
                    </a:cubicBezTo>
                    <a:cubicBezTo>
                      <a:pt x="363" y="550"/>
                      <a:pt x="363" y="640"/>
                      <a:pt x="363" y="776"/>
                    </a:cubicBezTo>
                    <a:cubicBezTo>
                      <a:pt x="318" y="957"/>
                      <a:pt x="227" y="1183"/>
                      <a:pt x="227" y="1410"/>
                    </a:cubicBezTo>
                    <a:cubicBezTo>
                      <a:pt x="137" y="1863"/>
                      <a:pt x="91" y="2315"/>
                      <a:pt x="1" y="2768"/>
                    </a:cubicBezTo>
                    <a:cubicBezTo>
                      <a:pt x="1" y="2949"/>
                      <a:pt x="46" y="3175"/>
                      <a:pt x="272" y="3221"/>
                    </a:cubicBezTo>
                    <a:cubicBezTo>
                      <a:pt x="303" y="3228"/>
                      <a:pt x="334" y="3232"/>
                      <a:pt x="366" y="3232"/>
                    </a:cubicBezTo>
                    <a:cubicBezTo>
                      <a:pt x="524" y="3232"/>
                      <a:pt x="687" y="3138"/>
                      <a:pt x="725" y="2949"/>
                    </a:cubicBezTo>
                    <a:cubicBezTo>
                      <a:pt x="816" y="2496"/>
                      <a:pt x="861" y="2044"/>
                      <a:pt x="951" y="1591"/>
                    </a:cubicBezTo>
                    <a:cubicBezTo>
                      <a:pt x="997" y="1365"/>
                      <a:pt x="997" y="1138"/>
                      <a:pt x="1042" y="867"/>
                    </a:cubicBezTo>
                    <a:cubicBezTo>
                      <a:pt x="1042" y="776"/>
                      <a:pt x="1042" y="640"/>
                      <a:pt x="1087" y="550"/>
                    </a:cubicBezTo>
                    <a:cubicBezTo>
                      <a:pt x="1087" y="414"/>
                      <a:pt x="1042" y="278"/>
                      <a:pt x="997" y="142"/>
                    </a:cubicBezTo>
                    <a:cubicBezTo>
                      <a:pt x="972" y="45"/>
                      <a:pt x="883" y="0"/>
                      <a:pt x="7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2"/>
              <p:cNvSpPr/>
              <p:nvPr/>
            </p:nvSpPr>
            <p:spPr>
              <a:xfrm>
                <a:off x="4814393" y="3397400"/>
                <a:ext cx="22650" cy="84250"/>
              </a:xfrm>
              <a:custGeom>
                <a:rect b="b" l="l" r="r" t="t"/>
                <a:pathLst>
                  <a:path extrusionOk="0" h="3370" w="906">
                    <a:moveTo>
                      <a:pt x="314" y="0"/>
                    </a:moveTo>
                    <a:cubicBezTo>
                      <a:pt x="194" y="0"/>
                      <a:pt x="71" y="95"/>
                      <a:pt x="46" y="246"/>
                    </a:cubicBezTo>
                    <a:cubicBezTo>
                      <a:pt x="0" y="473"/>
                      <a:pt x="46" y="744"/>
                      <a:pt x="46" y="971"/>
                    </a:cubicBezTo>
                    <a:cubicBezTo>
                      <a:pt x="46" y="1197"/>
                      <a:pt x="46" y="1423"/>
                      <a:pt x="91" y="1650"/>
                    </a:cubicBezTo>
                    <a:cubicBezTo>
                      <a:pt x="136" y="2102"/>
                      <a:pt x="181" y="2555"/>
                      <a:pt x="227" y="3053"/>
                    </a:cubicBezTo>
                    <a:cubicBezTo>
                      <a:pt x="272" y="3234"/>
                      <a:pt x="363" y="3370"/>
                      <a:pt x="589" y="3370"/>
                    </a:cubicBezTo>
                    <a:cubicBezTo>
                      <a:pt x="725" y="3370"/>
                      <a:pt x="906" y="3234"/>
                      <a:pt x="906" y="3053"/>
                    </a:cubicBezTo>
                    <a:cubicBezTo>
                      <a:pt x="861" y="2555"/>
                      <a:pt x="815" y="2102"/>
                      <a:pt x="770" y="1604"/>
                    </a:cubicBezTo>
                    <a:cubicBezTo>
                      <a:pt x="770" y="1378"/>
                      <a:pt x="725" y="1152"/>
                      <a:pt x="679" y="925"/>
                    </a:cubicBezTo>
                    <a:cubicBezTo>
                      <a:pt x="679" y="654"/>
                      <a:pt x="634" y="427"/>
                      <a:pt x="544" y="201"/>
                    </a:cubicBezTo>
                    <a:cubicBezTo>
                      <a:pt x="503" y="60"/>
                      <a:pt x="410" y="0"/>
                      <a:pt x="31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2"/>
              <p:cNvSpPr/>
              <p:nvPr/>
            </p:nvSpPr>
            <p:spPr>
              <a:xfrm>
                <a:off x="2220927" y="238025"/>
                <a:ext cx="3145075" cy="5219050"/>
              </a:xfrm>
              <a:custGeom>
                <a:rect b="b" l="l" r="r" t="t"/>
                <a:pathLst>
                  <a:path extrusionOk="0" h="208762" w="125803">
                    <a:moveTo>
                      <a:pt x="77899" y="7965"/>
                    </a:moveTo>
                    <a:lnTo>
                      <a:pt x="77899" y="7965"/>
                    </a:lnTo>
                    <a:cubicBezTo>
                      <a:pt x="77887" y="7997"/>
                      <a:pt x="77875" y="8029"/>
                      <a:pt x="77863" y="8062"/>
                    </a:cubicBezTo>
                    <a:cubicBezTo>
                      <a:pt x="77863" y="8029"/>
                      <a:pt x="77886" y="7997"/>
                      <a:pt x="77899" y="7965"/>
                    </a:cubicBezTo>
                    <a:close/>
                    <a:moveTo>
                      <a:pt x="87414" y="21145"/>
                    </a:moveTo>
                    <a:cubicBezTo>
                      <a:pt x="87414" y="21145"/>
                      <a:pt x="87442" y="21145"/>
                      <a:pt x="87454" y="21166"/>
                    </a:cubicBezTo>
                    <a:lnTo>
                      <a:pt x="87454" y="21166"/>
                    </a:lnTo>
                    <a:cubicBezTo>
                      <a:pt x="87441" y="21159"/>
                      <a:pt x="87428" y="21152"/>
                      <a:pt x="87414" y="21145"/>
                    </a:cubicBezTo>
                    <a:close/>
                    <a:moveTo>
                      <a:pt x="77908" y="29384"/>
                    </a:moveTo>
                    <a:lnTo>
                      <a:pt x="77908" y="29384"/>
                    </a:lnTo>
                    <a:cubicBezTo>
                      <a:pt x="77884" y="29424"/>
                      <a:pt x="77861" y="29461"/>
                      <a:pt x="77839" y="29497"/>
                    </a:cubicBezTo>
                    <a:lnTo>
                      <a:pt x="77839" y="29497"/>
                    </a:lnTo>
                    <a:cubicBezTo>
                      <a:pt x="77876" y="29459"/>
                      <a:pt x="77908" y="29421"/>
                      <a:pt x="77908" y="29384"/>
                    </a:cubicBezTo>
                    <a:close/>
                    <a:moveTo>
                      <a:pt x="39897" y="1228"/>
                    </a:moveTo>
                    <a:cubicBezTo>
                      <a:pt x="40980" y="1228"/>
                      <a:pt x="42071" y="1358"/>
                      <a:pt x="43142" y="1634"/>
                    </a:cubicBezTo>
                    <a:cubicBezTo>
                      <a:pt x="45993" y="2403"/>
                      <a:pt x="48664" y="4214"/>
                      <a:pt x="50475" y="6568"/>
                    </a:cubicBezTo>
                    <a:cubicBezTo>
                      <a:pt x="50559" y="6679"/>
                      <a:pt x="50672" y="6727"/>
                      <a:pt x="50783" y="6727"/>
                    </a:cubicBezTo>
                    <a:cubicBezTo>
                      <a:pt x="51032" y="6727"/>
                      <a:pt x="51266" y="6488"/>
                      <a:pt x="51109" y="6206"/>
                    </a:cubicBezTo>
                    <a:cubicBezTo>
                      <a:pt x="50792" y="5753"/>
                      <a:pt x="50475" y="5300"/>
                      <a:pt x="50158" y="4893"/>
                    </a:cubicBezTo>
                    <a:cubicBezTo>
                      <a:pt x="50158" y="4803"/>
                      <a:pt x="50158" y="4667"/>
                      <a:pt x="50068" y="4576"/>
                    </a:cubicBezTo>
                    <a:cubicBezTo>
                      <a:pt x="49434" y="3761"/>
                      <a:pt x="48710" y="3037"/>
                      <a:pt x="48347" y="2132"/>
                    </a:cubicBezTo>
                    <a:lnTo>
                      <a:pt x="48347" y="2132"/>
                    </a:lnTo>
                    <a:cubicBezTo>
                      <a:pt x="49887" y="2765"/>
                      <a:pt x="51743" y="2584"/>
                      <a:pt x="53282" y="3354"/>
                    </a:cubicBezTo>
                    <a:cubicBezTo>
                      <a:pt x="54413" y="3897"/>
                      <a:pt x="55092" y="4984"/>
                      <a:pt x="55771" y="6025"/>
                    </a:cubicBezTo>
                    <a:cubicBezTo>
                      <a:pt x="56541" y="7202"/>
                      <a:pt x="57265" y="8605"/>
                      <a:pt x="57446" y="10054"/>
                    </a:cubicBezTo>
                    <a:cubicBezTo>
                      <a:pt x="57470" y="10263"/>
                      <a:pt x="57648" y="10376"/>
                      <a:pt x="57816" y="10376"/>
                    </a:cubicBezTo>
                    <a:cubicBezTo>
                      <a:pt x="57975" y="10376"/>
                      <a:pt x="58125" y="10274"/>
                      <a:pt x="58125" y="10054"/>
                    </a:cubicBezTo>
                    <a:cubicBezTo>
                      <a:pt x="58216" y="9284"/>
                      <a:pt x="58125" y="8560"/>
                      <a:pt x="57990" y="7836"/>
                    </a:cubicBezTo>
                    <a:cubicBezTo>
                      <a:pt x="59593" y="5616"/>
                      <a:pt x="62502" y="4777"/>
                      <a:pt x="65193" y="4777"/>
                    </a:cubicBezTo>
                    <a:cubicBezTo>
                      <a:pt x="65465" y="4777"/>
                      <a:pt x="65736" y="4786"/>
                      <a:pt x="66002" y="4803"/>
                    </a:cubicBezTo>
                    <a:cubicBezTo>
                      <a:pt x="67858" y="4984"/>
                      <a:pt x="69714" y="5436"/>
                      <a:pt x="71525" y="5844"/>
                    </a:cubicBezTo>
                    <a:cubicBezTo>
                      <a:pt x="72521" y="6070"/>
                      <a:pt x="73562" y="6296"/>
                      <a:pt x="74603" y="6296"/>
                    </a:cubicBezTo>
                    <a:cubicBezTo>
                      <a:pt x="74467" y="6432"/>
                      <a:pt x="74332" y="6568"/>
                      <a:pt x="74241" y="6659"/>
                    </a:cubicBezTo>
                    <a:cubicBezTo>
                      <a:pt x="73698" y="7156"/>
                      <a:pt x="73109" y="7564"/>
                      <a:pt x="72566" y="8062"/>
                    </a:cubicBezTo>
                    <a:cubicBezTo>
                      <a:pt x="72385" y="8198"/>
                      <a:pt x="72476" y="8424"/>
                      <a:pt x="72657" y="8515"/>
                    </a:cubicBezTo>
                    <a:cubicBezTo>
                      <a:pt x="72340" y="8696"/>
                      <a:pt x="72023" y="8831"/>
                      <a:pt x="71706" y="9013"/>
                    </a:cubicBezTo>
                    <a:cubicBezTo>
                      <a:pt x="70937" y="9465"/>
                      <a:pt x="70167" y="10008"/>
                      <a:pt x="69624" y="10733"/>
                    </a:cubicBezTo>
                    <a:cubicBezTo>
                      <a:pt x="69126" y="11412"/>
                      <a:pt x="68673" y="12362"/>
                      <a:pt x="68945" y="13223"/>
                    </a:cubicBezTo>
                    <a:cubicBezTo>
                      <a:pt x="68990" y="13381"/>
                      <a:pt x="69126" y="13460"/>
                      <a:pt x="69262" y="13460"/>
                    </a:cubicBezTo>
                    <a:cubicBezTo>
                      <a:pt x="69397" y="13460"/>
                      <a:pt x="69533" y="13381"/>
                      <a:pt x="69578" y="13223"/>
                    </a:cubicBezTo>
                    <a:cubicBezTo>
                      <a:pt x="69669" y="12770"/>
                      <a:pt x="69760" y="12317"/>
                      <a:pt x="70031" y="11910"/>
                    </a:cubicBezTo>
                    <a:cubicBezTo>
                      <a:pt x="70303" y="11457"/>
                      <a:pt x="70620" y="11140"/>
                      <a:pt x="71027" y="10823"/>
                    </a:cubicBezTo>
                    <a:cubicBezTo>
                      <a:pt x="71842" y="10144"/>
                      <a:pt x="72838" y="9737"/>
                      <a:pt x="73788" y="9329"/>
                    </a:cubicBezTo>
                    <a:cubicBezTo>
                      <a:pt x="74739" y="8877"/>
                      <a:pt x="75690" y="8379"/>
                      <a:pt x="76369" y="7564"/>
                    </a:cubicBezTo>
                    <a:cubicBezTo>
                      <a:pt x="76731" y="7156"/>
                      <a:pt x="77048" y="6704"/>
                      <a:pt x="77319" y="6206"/>
                    </a:cubicBezTo>
                    <a:cubicBezTo>
                      <a:pt x="77455" y="5980"/>
                      <a:pt x="77636" y="5753"/>
                      <a:pt x="77772" y="5527"/>
                    </a:cubicBezTo>
                    <a:cubicBezTo>
                      <a:pt x="77817" y="5436"/>
                      <a:pt x="77863" y="5346"/>
                      <a:pt x="77953" y="5255"/>
                    </a:cubicBezTo>
                    <a:cubicBezTo>
                      <a:pt x="78044" y="5436"/>
                      <a:pt x="78089" y="5663"/>
                      <a:pt x="78134" y="5844"/>
                    </a:cubicBezTo>
                    <a:cubicBezTo>
                      <a:pt x="78225" y="6206"/>
                      <a:pt x="78225" y="6568"/>
                      <a:pt x="78180" y="6930"/>
                    </a:cubicBezTo>
                    <a:cubicBezTo>
                      <a:pt x="78139" y="7297"/>
                      <a:pt x="78024" y="7628"/>
                      <a:pt x="77903" y="7955"/>
                    </a:cubicBezTo>
                    <a:lnTo>
                      <a:pt x="77903" y="7955"/>
                    </a:lnTo>
                    <a:cubicBezTo>
                      <a:pt x="77906" y="7945"/>
                      <a:pt x="77908" y="7936"/>
                      <a:pt x="77908" y="7926"/>
                    </a:cubicBezTo>
                    <a:cubicBezTo>
                      <a:pt x="77953" y="7654"/>
                      <a:pt x="77998" y="7383"/>
                      <a:pt x="77953" y="7111"/>
                    </a:cubicBezTo>
                    <a:cubicBezTo>
                      <a:pt x="77953" y="6840"/>
                      <a:pt x="77953" y="6568"/>
                      <a:pt x="77727" y="6387"/>
                    </a:cubicBezTo>
                    <a:cubicBezTo>
                      <a:pt x="77704" y="6364"/>
                      <a:pt x="77659" y="6353"/>
                      <a:pt x="77614" y="6353"/>
                    </a:cubicBezTo>
                    <a:cubicBezTo>
                      <a:pt x="77568" y="6353"/>
                      <a:pt x="77523" y="6364"/>
                      <a:pt x="77500" y="6387"/>
                    </a:cubicBezTo>
                    <a:cubicBezTo>
                      <a:pt x="77319" y="6523"/>
                      <a:pt x="77274" y="6749"/>
                      <a:pt x="77229" y="6975"/>
                    </a:cubicBezTo>
                    <a:cubicBezTo>
                      <a:pt x="77184" y="7202"/>
                      <a:pt x="77138" y="7428"/>
                      <a:pt x="77048" y="7654"/>
                    </a:cubicBezTo>
                    <a:cubicBezTo>
                      <a:pt x="76912" y="8107"/>
                      <a:pt x="76776" y="8515"/>
                      <a:pt x="76595" y="8967"/>
                    </a:cubicBezTo>
                    <a:cubicBezTo>
                      <a:pt x="76369" y="9375"/>
                      <a:pt x="76142" y="9737"/>
                      <a:pt x="75871" y="10099"/>
                    </a:cubicBezTo>
                    <a:cubicBezTo>
                      <a:pt x="75554" y="10461"/>
                      <a:pt x="75192" y="10778"/>
                      <a:pt x="74920" y="11185"/>
                    </a:cubicBezTo>
                    <a:cubicBezTo>
                      <a:pt x="74784" y="11321"/>
                      <a:pt x="74830" y="11638"/>
                      <a:pt x="75056" y="11683"/>
                    </a:cubicBezTo>
                    <a:cubicBezTo>
                      <a:pt x="74603" y="12136"/>
                      <a:pt x="74151" y="12634"/>
                      <a:pt x="73924" y="13223"/>
                    </a:cubicBezTo>
                    <a:cubicBezTo>
                      <a:pt x="73816" y="13439"/>
                      <a:pt x="73966" y="13741"/>
                      <a:pt x="74192" y="13741"/>
                    </a:cubicBezTo>
                    <a:cubicBezTo>
                      <a:pt x="74250" y="13741"/>
                      <a:pt x="74312" y="13721"/>
                      <a:pt x="74377" y="13675"/>
                    </a:cubicBezTo>
                    <a:cubicBezTo>
                      <a:pt x="75101" y="13177"/>
                      <a:pt x="75780" y="12498"/>
                      <a:pt x="76414" y="11864"/>
                    </a:cubicBezTo>
                    <a:cubicBezTo>
                      <a:pt x="76912" y="11367"/>
                      <a:pt x="77410" y="10869"/>
                      <a:pt x="77863" y="10325"/>
                    </a:cubicBezTo>
                    <a:cubicBezTo>
                      <a:pt x="78134" y="10280"/>
                      <a:pt x="78361" y="10280"/>
                      <a:pt x="78632" y="10280"/>
                    </a:cubicBezTo>
                    <a:cubicBezTo>
                      <a:pt x="78793" y="10269"/>
                      <a:pt x="78953" y="10264"/>
                      <a:pt x="79113" y="10264"/>
                    </a:cubicBezTo>
                    <a:cubicBezTo>
                      <a:pt x="79632" y="10264"/>
                      <a:pt x="80151" y="10323"/>
                      <a:pt x="80669" y="10461"/>
                    </a:cubicBezTo>
                    <a:cubicBezTo>
                      <a:pt x="81892" y="10823"/>
                      <a:pt x="82978" y="11548"/>
                      <a:pt x="83793" y="12544"/>
                    </a:cubicBezTo>
                    <a:cubicBezTo>
                      <a:pt x="84562" y="13494"/>
                      <a:pt x="85060" y="14626"/>
                      <a:pt x="85513" y="15758"/>
                    </a:cubicBezTo>
                    <a:cubicBezTo>
                      <a:pt x="84427" y="14852"/>
                      <a:pt x="83431" y="13902"/>
                      <a:pt x="81982" y="13630"/>
                    </a:cubicBezTo>
                    <a:cubicBezTo>
                      <a:pt x="81512" y="13539"/>
                      <a:pt x="81023" y="13496"/>
                      <a:pt x="80529" y="13496"/>
                    </a:cubicBezTo>
                    <a:cubicBezTo>
                      <a:pt x="79308" y="13496"/>
                      <a:pt x="78052" y="13754"/>
                      <a:pt x="76957" y="14173"/>
                    </a:cubicBezTo>
                    <a:cubicBezTo>
                      <a:pt x="75554" y="14716"/>
                      <a:pt x="74467" y="15577"/>
                      <a:pt x="73879" y="16980"/>
                    </a:cubicBezTo>
                    <a:cubicBezTo>
                      <a:pt x="73791" y="17157"/>
                      <a:pt x="73952" y="17295"/>
                      <a:pt x="74112" y="17295"/>
                    </a:cubicBezTo>
                    <a:cubicBezTo>
                      <a:pt x="74198" y="17295"/>
                      <a:pt x="74284" y="17256"/>
                      <a:pt x="74332" y="17161"/>
                    </a:cubicBezTo>
                    <a:cubicBezTo>
                      <a:pt x="75056" y="15939"/>
                      <a:pt x="76459" y="15305"/>
                      <a:pt x="77817" y="14988"/>
                    </a:cubicBezTo>
                    <a:cubicBezTo>
                      <a:pt x="78635" y="14783"/>
                      <a:pt x="79569" y="14608"/>
                      <a:pt x="80488" y="14608"/>
                    </a:cubicBezTo>
                    <a:cubicBezTo>
                      <a:pt x="81196" y="14608"/>
                      <a:pt x="81895" y="14712"/>
                      <a:pt x="82525" y="14988"/>
                    </a:cubicBezTo>
                    <a:cubicBezTo>
                      <a:pt x="83250" y="15305"/>
                      <a:pt x="83838" y="15893"/>
                      <a:pt x="84427" y="16437"/>
                    </a:cubicBezTo>
                    <a:cubicBezTo>
                      <a:pt x="85106" y="16980"/>
                      <a:pt x="85785" y="17523"/>
                      <a:pt x="86509" y="18021"/>
                    </a:cubicBezTo>
                    <a:cubicBezTo>
                      <a:pt x="87188" y="18474"/>
                      <a:pt x="87867" y="18836"/>
                      <a:pt x="88637" y="19198"/>
                    </a:cubicBezTo>
                    <a:cubicBezTo>
                      <a:pt x="88999" y="19379"/>
                      <a:pt x="89361" y="19515"/>
                      <a:pt x="89768" y="19605"/>
                    </a:cubicBezTo>
                    <a:cubicBezTo>
                      <a:pt x="89814" y="19651"/>
                      <a:pt x="89859" y="19651"/>
                      <a:pt x="89904" y="19651"/>
                    </a:cubicBezTo>
                    <a:cubicBezTo>
                      <a:pt x="89497" y="19696"/>
                      <a:pt x="89089" y="19787"/>
                      <a:pt x="88727" y="19832"/>
                    </a:cubicBezTo>
                    <a:cubicBezTo>
                      <a:pt x="88427" y="19879"/>
                      <a:pt x="88133" y="19899"/>
                      <a:pt x="87842" y="19899"/>
                    </a:cubicBezTo>
                    <a:cubicBezTo>
                      <a:pt x="87299" y="19899"/>
                      <a:pt x="86768" y="19830"/>
                      <a:pt x="86237" y="19741"/>
                    </a:cubicBezTo>
                    <a:cubicBezTo>
                      <a:pt x="85332" y="19560"/>
                      <a:pt x="84472" y="19243"/>
                      <a:pt x="83748" y="18655"/>
                    </a:cubicBezTo>
                    <a:cubicBezTo>
                      <a:pt x="83674" y="18609"/>
                      <a:pt x="83598" y="18589"/>
                      <a:pt x="83524" y="18589"/>
                    </a:cubicBezTo>
                    <a:cubicBezTo>
                      <a:pt x="83234" y="18589"/>
                      <a:pt x="82997" y="18900"/>
                      <a:pt x="83250" y="19153"/>
                    </a:cubicBezTo>
                    <a:cubicBezTo>
                      <a:pt x="83340" y="19198"/>
                      <a:pt x="83431" y="19289"/>
                      <a:pt x="83521" y="19334"/>
                    </a:cubicBezTo>
                    <a:cubicBezTo>
                      <a:pt x="83159" y="19198"/>
                      <a:pt x="82797" y="19108"/>
                      <a:pt x="82390" y="19062"/>
                    </a:cubicBezTo>
                    <a:cubicBezTo>
                      <a:pt x="82374" y="19060"/>
                      <a:pt x="82360" y="19059"/>
                      <a:pt x="82346" y="19059"/>
                    </a:cubicBezTo>
                    <a:cubicBezTo>
                      <a:pt x="82061" y="19059"/>
                      <a:pt x="81952" y="19474"/>
                      <a:pt x="82254" y="19560"/>
                    </a:cubicBezTo>
                    <a:cubicBezTo>
                      <a:pt x="83612" y="19922"/>
                      <a:pt x="84789" y="20782"/>
                      <a:pt x="85966" y="21461"/>
                    </a:cubicBezTo>
                    <a:cubicBezTo>
                      <a:pt x="87143" y="22141"/>
                      <a:pt x="88501" y="22729"/>
                      <a:pt x="89270" y="23815"/>
                    </a:cubicBezTo>
                    <a:cubicBezTo>
                      <a:pt x="89995" y="24811"/>
                      <a:pt x="90357" y="25988"/>
                      <a:pt x="90538" y="27165"/>
                    </a:cubicBezTo>
                    <a:cubicBezTo>
                      <a:pt x="90628" y="27754"/>
                      <a:pt x="90628" y="28342"/>
                      <a:pt x="90628" y="28931"/>
                    </a:cubicBezTo>
                    <a:cubicBezTo>
                      <a:pt x="89451" y="26079"/>
                      <a:pt x="87369" y="23997"/>
                      <a:pt x="85106" y="21914"/>
                    </a:cubicBezTo>
                    <a:cubicBezTo>
                      <a:pt x="85056" y="21864"/>
                      <a:pt x="84999" y="21843"/>
                      <a:pt x="84944" y="21843"/>
                    </a:cubicBezTo>
                    <a:cubicBezTo>
                      <a:pt x="84748" y="21843"/>
                      <a:pt x="84567" y="22110"/>
                      <a:pt x="84743" y="22322"/>
                    </a:cubicBezTo>
                    <a:cubicBezTo>
                      <a:pt x="86781" y="24495"/>
                      <a:pt x="88818" y="27030"/>
                      <a:pt x="89633" y="29927"/>
                    </a:cubicBezTo>
                    <a:cubicBezTo>
                      <a:pt x="90085" y="31375"/>
                      <a:pt x="90130" y="32824"/>
                      <a:pt x="89904" y="34363"/>
                    </a:cubicBezTo>
                    <a:cubicBezTo>
                      <a:pt x="89633" y="33910"/>
                      <a:pt x="89316" y="33503"/>
                      <a:pt x="89044" y="33050"/>
                    </a:cubicBezTo>
                    <a:cubicBezTo>
                      <a:pt x="88320" y="32054"/>
                      <a:pt x="87505" y="31104"/>
                      <a:pt x="86781" y="30108"/>
                    </a:cubicBezTo>
                    <a:cubicBezTo>
                      <a:pt x="86728" y="30030"/>
                      <a:pt x="86654" y="29996"/>
                      <a:pt x="86578" y="29996"/>
                    </a:cubicBezTo>
                    <a:cubicBezTo>
                      <a:pt x="86391" y="29996"/>
                      <a:pt x="86199" y="30199"/>
                      <a:pt x="86328" y="30425"/>
                    </a:cubicBezTo>
                    <a:cubicBezTo>
                      <a:pt x="86962" y="31466"/>
                      <a:pt x="87505" y="32552"/>
                      <a:pt x="88139" y="33594"/>
                    </a:cubicBezTo>
                    <a:cubicBezTo>
                      <a:pt x="88637" y="34499"/>
                      <a:pt x="89225" y="35450"/>
                      <a:pt x="89316" y="36491"/>
                    </a:cubicBezTo>
                    <a:cubicBezTo>
                      <a:pt x="89406" y="37528"/>
                      <a:pt x="89226" y="38566"/>
                      <a:pt x="89315" y="39604"/>
                    </a:cubicBezTo>
                    <a:lnTo>
                      <a:pt x="89315" y="39604"/>
                    </a:lnTo>
                    <a:cubicBezTo>
                      <a:pt x="89308" y="39569"/>
                      <a:pt x="89270" y="39565"/>
                      <a:pt x="89270" y="39524"/>
                    </a:cubicBezTo>
                    <a:cubicBezTo>
                      <a:pt x="89180" y="39479"/>
                      <a:pt x="89135" y="39433"/>
                      <a:pt x="89044" y="39343"/>
                    </a:cubicBezTo>
                    <a:cubicBezTo>
                      <a:pt x="89089" y="39297"/>
                      <a:pt x="89089" y="39207"/>
                      <a:pt x="89089" y="39116"/>
                    </a:cubicBezTo>
                    <a:cubicBezTo>
                      <a:pt x="88908" y="38483"/>
                      <a:pt x="88410" y="37894"/>
                      <a:pt x="88003" y="37441"/>
                    </a:cubicBezTo>
                    <a:cubicBezTo>
                      <a:pt x="87550" y="36943"/>
                      <a:pt x="87052" y="36446"/>
                      <a:pt x="86554" y="36038"/>
                    </a:cubicBezTo>
                    <a:cubicBezTo>
                      <a:pt x="85513" y="35178"/>
                      <a:pt x="84291" y="34544"/>
                      <a:pt x="83069" y="34046"/>
                    </a:cubicBezTo>
                    <a:cubicBezTo>
                      <a:pt x="83012" y="34028"/>
                      <a:pt x="82964" y="34017"/>
                      <a:pt x="82920" y="34017"/>
                    </a:cubicBezTo>
                    <a:cubicBezTo>
                      <a:pt x="82858" y="34017"/>
                      <a:pt x="82805" y="34038"/>
                      <a:pt x="82752" y="34092"/>
                    </a:cubicBezTo>
                    <a:cubicBezTo>
                      <a:pt x="82706" y="34001"/>
                      <a:pt x="82616" y="33910"/>
                      <a:pt x="82571" y="33865"/>
                    </a:cubicBezTo>
                    <a:cubicBezTo>
                      <a:pt x="81982" y="33186"/>
                      <a:pt x="81167" y="32643"/>
                      <a:pt x="80398" y="32235"/>
                    </a:cubicBezTo>
                    <a:cubicBezTo>
                      <a:pt x="80217" y="32190"/>
                      <a:pt x="80081" y="32100"/>
                      <a:pt x="79900" y="32009"/>
                    </a:cubicBezTo>
                    <a:cubicBezTo>
                      <a:pt x="79900" y="32009"/>
                      <a:pt x="79945" y="31964"/>
                      <a:pt x="79945" y="31964"/>
                    </a:cubicBezTo>
                    <a:cubicBezTo>
                      <a:pt x="80307" y="31285"/>
                      <a:pt x="80171" y="30470"/>
                      <a:pt x="79719" y="29882"/>
                    </a:cubicBezTo>
                    <a:cubicBezTo>
                      <a:pt x="79538" y="29610"/>
                      <a:pt x="79266" y="29429"/>
                      <a:pt x="78949" y="29338"/>
                    </a:cubicBezTo>
                    <a:cubicBezTo>
                      <a:pt x="78859" y="29293"/>
                      <a:pt x="78813" y="29248"/>
                      <a:pt x="78768" y="29248"/>
                    </a:cubicBezTo>
                    <a:cubicBezTo>
                      <a:pt x="78632" y="29157"/>
                      <a:pt x="78496" y="29157"/>
                      <a:pt x="78361" y="29157"/>
                    </a:cubicBezTo>
                    <a:cubicBezTo>
                      <a:pt x="78225" y="29157"/>
                      <a:pt x="78044" y="29248"/>
                      <a:pt x="77953" y="29338"/>
                    </a:cubicBezTo>
                    <a:cubicBezTo>
                      <a:pt x="77915" y="29414"/>
                      <a:pt x="77877" y="29458"/>
                      <a:pt x="77839" y="29497"/>
                    </a:cubicBezTo>
                    <a:lnTo>
                      <a:pt x="77839" y="29497"/>
                    </a:lnTo>
                    <a:cubicBezTo>
                      <a:pt x="77839" y="29497"/>
                      <a:pt x="77839" y="29497"/>
                      <a:pt x="77839" y="29497"/>
                    </a:cubicBezTo>
                    <a:lnTo>
                      <a:pt x="77839" y="29497"/>
                    </a:lnTo>
                    <a:cubicBezTo>
                      <a:pt x="77833" y="29504"/>
                      <a:pt x="77827" y="29510"/>
                      <a:pt x="77820" y="29516"/>
                    </a:cubicBezTo>
                    <a:lnTo>
                      <a:pt x="77820" y="29516"/>
                    </a:lnTo>
                    <a:cubicBezTo>
                      <a:pt x="77827" y="29510"/>
                      <a:pt x="77833" y="29504"/>
                      <a:pt x="77839" y="29497"/>
                    </a:cubicBezTo>
                    <a:lnTo>
                      <a:pt x="77839" y="29497"/>
                    </a:lnTo>
                    <a:cubicBezTo>
                      <a:pt x="77740" y="29663"/>
                      <a:pt x="77665" y="29794"/>
                      <a:pt x="77591" y="30017"/>
                    </a:cubicBezTo>
                    <a:cubicBezTo>
                      <a:pt x="77546" y="30153"/>
                      <a:pt x="77500" y="30289"/>
                      <a:pt x="77500" y="30425"/>
                    </a:cubicBezTo>
                    <a:cubicBezTo>
                      <a:pt x="77455" y="30470"/>
                      <a:pt x="77455" y="30515"/>
                      <a:pt x="77410" y="30561"/>
                    </a:cubicBezTo>
                    <a:cubicBezTo>
                      <a:pt x="77365" y="30832"/>
                      <a:pt x="77319" y="31104"/>
                      <a:pt x="77365" y="31330"/>
                    </a:cubicBezTo>
                    <a:lnTo>
                      <a:pt x="76550" y="31330"/>
                    </a:lnTo>
                    <a:cubicBezTo>
                      <a:pt x="76414" y="31330"/>
                      <a:pt x="76233" y="31330"/>
                      <a:pt x="76052" y="31375"/>
                    </a:cubicBezTo>
                    <a:cubicBezTo>
                      <a:pt x="76052" y="31375"/>
                      <a:pt x="76007" y="31330"/>
                      <a:pt x="76007" y="31330"/>
                    </a:cubicBezTo>
                    <a:cubicBezTo>
                      <a:pt x="75328" y="30742"/>
                      <a:pt x="74603" y="30198"/>
                      <a:pt x="73743" y="29927"/>
                    </a:cubicBezTo>
                    <a:cubicBezTo>
                      <a:pt x="73788" y="29927"/>
                      <a:pt x="73834" y="29882"/>
                      <a:pt x="73924" y="29791"/>
                    </a:cubicBezTo>
                    <a:cubicBezTo>
                      <a:pt x="74286" y="29293"/>
                      <a:pt x="74875" y="28931"/>
                      <a:pt x="75373" y="28569"/>
                    </a:cubicBezTo>
                    <a:cubicBezTo>
                      <a:pt x="75871" y="28161"/>
                      <a:pt x="76414" y="27844"/>
                      <a:pt x="77048" y="27618"/>
                    </a:cubicBezTo>
                    <a:cubicBezTo>
                      <a:pt x="77636" y="27437"/>
                      <a:pt x="78225" y="27301"/>
                      <a:pt x="78859" y="27301"/>
                    </a:cubicBezTo>
                    <a:lnTo>
                      <a:pt x="79854" y="27301"/>
                    </a:lnTo>
                    <a:cubicBezTo>
                      <a:pt x="80104" y="27332"/>
                      <a:pt x="80354" y="27385"/>
                      <a:pt x="80604" y="27385"/>
                    </a:cubicBezTo>
                    <a:cubicBezTo>
                      <a:pt x="80716" y="27385"/>
                      <a:pt x="80829" y="27375"/>
                      <a:pt x="80941" y="27346"/>
                    </a:cubicBezTo>
                    <a:cubicBezTo>
                      <a:pt x="81303" y="27211"/>
                      <a:pt x="81348" y="26803"/>
                      <a:pt x="81122" y="26532"/>
                    </a:cubicBezTo>
                    <a:cubicBezTo>
                      <a:pt x="80896" y="26215"/>
                      <a:pt x="80398" y="26079"/>
                      <a:pt x="80036" y="25988"/>
                    </a:cubicBezTo>
                    <a:cubicBezTo>
                      <a:pt x="79673" y="25853"/>
                      <a:pt x="79266" y="25853"/>
                      <a:pt x="78859" y="25853"/>
                    </a:cubicBezTo>
                    <a:cubicBezTo>
                      <a:pt x="78089" y="25853"/>
                      <a:pt x="77274" y="26034"/>
                      <a:pt x="76550" y="26305"/>
                    </a:cubicBezTo>
                    <a:cubicBezTo>
                      <a:pt x="75826" y="26577"/>
                      <a:pt x="75101" y="26939"/>
                      <a:pt x="74513" y="27482"/>
                    </a:cubicBezTo>
                    <a:cubicBezTo>
                      <a:pt x="73879" y="27980"/>
                      <a:pt x="73562" y="28705"/>
                      <a:pt x="73245" y="29429"/>
                    </a:cubicBezTo>
                    <a:cubicBezTo>
                      <a:pt x="73155" y="29565"/>
                      <a:pt x="73200" y="29700"/>
                      <a:pt x="73245" y="29836"/>
                    </a:cubicBezTo>
                    <a:cubicBezTo>
                      <a:pt x="72770" y="29746"/>
                      <a:pt x="72283" y="29723"/>
                      <a:pt x="71791" y="29723"/>
                    </a:cubicBezTo>
                    <a:cubicBezTo>
                      <a:pt x="71299" y="29723"/>
                      <a:pt x="70801" y="29746"/>
                      <a:pt x="70303" y="29746"/>
                    </a:cubicBezTo>
                    <a:cubicBezTo>
                      <a:pt x="70144" y="29759"/>
                      <a:pt x="69988" y="29764"/>
                      <a:pt x="69836" y="29764"/>
                    </a:cubicBezTo>
                    <a:cubicBezTo>
                      <a:pt x="69468" y="29764"/>
                      <a:pt x="69116" y="29732"/>
                      <a:pt x="68764" y="29700"/>
                    </a:cubicBezTo>
                    <a:cubicBezTo>
                      <a:pt x="68673" y="29655"/>
                      <a:pt x="68628" y="29610"/>
                      <a:pt x="68537" y="29610"/>
                    </a:cubicBezTo>
                    <a:cubicBezTo>
                      <a:pt x="68401" y="29610"/>
                      <a:pt x="68266" y="29610"/>
                      <a:pt x="68130" y="29565"/>
                    </a:cubicBezTo>
                    <a:cubicBezTo>
                      <a:pt x="67904" y="29519"/>
                      <a:pt x="67677" y="29474"/>
                      <a:pt x="67406" y="29384"/>
                    </a:cubicBezTo>
                    <a:cubicBezTo>
                      <a:pt x="67366" y="29357"/>
                      <a:pt x="67330" y="29346"/>
                      <a:pt x="67298" y="29346"/>
                    </a:cubicBezTo>
                    <a:cubicBezTo>
                      <a:pt x="67221" y="29346"/>
                      <a:pt x="67166" y="29410"/>
                      <a:pt x="67134" y="29474"/>
                    </a:cubicBezTo>
                    <a:cubicBezTo>
                      <a:pt x="66998" y="29429"/>
                      <a:pt x="66862" y="29429"/>
                      <a:pt x="66727" y="29384"/>
                    </a:cubicBezTo>
                    <a:cubicBezTo>
                      <a:pt x="66138" y="29248"/>
                      <a:pt x="65595" y="29112"/>
                      <a:pt x="65006" y="29021"/>
                    </a:cubicBezTo>
                    <a:cubicBezTo>
                      <a:pt x="64669" y="28967"/>
                      <a:pt x="64327" y="28942"/>
                      <a:pt x="63985" y="28942"/>
                    </a:cubicBezTo>
                    <a:cubicBezTo>
                      <a:pt x="63180" y="28942"/>
                      <a:pt x="62373" y="29084"/>
                      <a:pt x="61611" y="29338"/>
                    </a:cubicBezTo>
                    <a:cubicBezTo>
                      <a:pt x="60570" y="29746"/>
                      <a:pt x="59665" y="30289"/>
                      <a:pt x="58804" y="31013"/>
                    </a:cubicBezTo>
                    <a:cubicBezTo>
                      <a:pt x="58125" y="31556"/>
                      <a:pt x="57492" y="32145"/>
                      <a:pt x="57039" y="32869"/>
                    </a:cubicBezTo>
                    <a:cubicBezTo>
                      <a:pt x="56975" y="32773"/>
                      <a:pt x="56866" y="32677"/>
                      <a:pt x="56743" y="32677"/>
                    </a:cubicBezTo>
                    <a:cubicBezTo>
                      <a:pt x="56692" y="32677"/>
                      <a:pt x="56639" y="32694"/>
                      <a:pt x="56586" y="32733"/>
                    </a:cubicBezTo>
                    <a:cubicBezTo>
                      <a:pt x="56043" y="33050"/>
                      <a:pt x="55364" y="33141"/>
                      <a:pt x="54730" y="33231"/>
                    </a:cubicBezTo>
                    <a:cubicBezTo>
                      <a:pt x="53961" y="33322"/>
                      <a:pt x="53191" y="33367"/>
                      <a:pt x="52422" y="33458"/>
                    </a:cubicBezTo>
                    <a:cubicBezTo>
                      <a:pt x="50928" y="33594"/>
                      <a:pt x="49434" y="33729"/>
                      <a:pt x="47985" y="34092"/>
                    </a:cubicBezTo>
                    <a:cubicBezTo>
                      <a:pt x="46808" y="34408"/>
                      <a:pt x="45677" y="34952"/>
                      <a:pt x="44726" y="35721"/>
                    </a:cubicBezTo>
                    <a:cubicBezTo>
                      <a:pt x="44590" y="35812"/>
                      <a:pt x="44454" y="35948"/>
                      <a:pt x="44273" y="36083"/>
                    </a:cubicBezTo>
                    <a:cubicBezTo>
                      <a:pt x="42191" y="36717"/>
                      <a:pt x="40380" y="38075"/>
                      <a:pt x="39294" y="40022"/>
                    </a:cubicBezTo>
                    <a:cubicBezTo>
                      <a:pt x="38977" y="40610"/>
                      <a:pt x="38705" y="41289"/>
                      <a:pt x="38479" y="41923"/>
                    </a:cubicBezTo>
                    <a:cubicBezTo>
                      <a:pt x="38449" y="41916"/>
                      <a:pt x="38417" y="41912"/>
                      <a:pt x="38386" y="41912"/>
                    </a:cubicBezTo>
                    <a:cubicBezTo>
                      <a:pt x="38227" y="41912"/>
                      <a:pt x="38064" y="42006"/>
                      <a:pt x="38026" y="42195"/>
                    </a:cubicBezTo>
                    <a:cubicBezTo>
                      <a:pt x="37755" y="43915"/>
                      <a:pt x="36849" y="45454"/>
                      <a:pt x="35899" y="46948"/>
                    </a:cubicBezTo>
                    <a:cubicBezTo>
                      <a:pt x="35899" y="46857"/>
                      <a:pt x="35853" y="46767"/>
                      <a:pt x="35808" y="46676"/>
                    </a:cubicBezTo>
                    <a:cubicBezTo>
                      <a:pt x="34133" y="44956"/>
                      <a:pt x="32956" y="43055"/>
                      <a:pt x="32413" y="40701"/>
                    </a:cubicBezTo>
                    <a:cubicBezTo>
                      <a:pt x="32096" y="39343"/>
                      <a:pt x="32005" y="37939"/>
                      <a:pt x="32005" y="36536"/>
                    </a:cubicBezTo>
                    <a:cubicBezTo>
                      <a:pt x="32005" y="35812"/>
                      <a:pt x="32005" y="35133"/>
                      <a:pt x="32051" y="34454"/>
                    </a:cubicBezTo>
                    <a:cubicBezTo>
                      <a:pt x="32051" y="33729"/>
                      <a:pt x="32141" y="32960"/>
                      <a:pt x="31915" y="32281"/>
                    </a:cubicBezTo>
                    <a:cubicBezTo>
                      <a:pt x="31863" y="32127"/>
                      <a:pt x="31724" y="32045"/>
                      <a:pt x="31589" y="32045"/>
                    </a:cubicBezTo>
                    <a:cubicBezTo>
                      <a:pt x="31486" y="32045"/>
                      <a:pt x="31385" y="32092"/>
                      <a:pt x="31326" y="32190"/>
                    </a:cubicBezTo>
                    <a:cubicBezTo>
                      <a:pt x="30964" y="32824"/>
                      <a:pt x="30919" y="33639"/>
                      <a:pt x="30828" y="34363"/>
                    </a:cubicBezTo>
                    <a:cubicBezTo>
                      <a:pt x="30738" y="35133"/>
                      <a:pt x="30693" y="35948"/>
                      <a:pt x="30693" y="36717"/>
                    </a:cubicBezTo>
                    <a:cubicBezTo>
                      <a:pt x="30693" y="38211"/>
                      <a:pt x="30874" y="39750"/>
                      <a:pt x="31281" y="41199"/>
                    </a:cubicBezTo>
                    <a:cubicBezTo>
                      <a:pt x="31870" y="43507"/>
                      <a:pt x="33182" y="46043"/>
                      <a:pt x="35401" y="47174"/>
                    </a:cubicBezTo>
                    <a:cubicBezTo>
                      <a:pt x="35458" y="47213"/>
                      <a:pt x="35507" y="47227"/>
                      <a:pt x="35552" y="47227"/>
                    </a:cubicBezTo>
                    <a:cubicBezTo>
                      <a:pt x="35613" y="47227"/>
                      <a:pt x="35665" y="47200"/>
                      <a:pt x="35717" y="47174"/>
                    </a:cubicBezTo>
                    <a:lnTo>
                      <a:pt x="35717" y="47174"/>
                    </a:lnTo>
                    <a:cubicBezTo>
                      <a:pt x="34993" y="48261"/>
                      <a:pt x="34269" y="49302"/>
                      <a:pt x="33680" y="50388"/>
                    </a:cubicBezTo>
                    <a:cubicBezTo>
                      <a:pt x="32820" y="51882"/>
                      <a:pt x="32277" y="53512"/>
                      <a:pt x="32186" y="55277"/>
                    </a:cubicBezTo>
                    <a:cubicBezTo>
                      <a:pt x="32186" y="55413"/>
                      <a:pt x="32186" y="55594"/>
                      <a:pt x="32186" y="55730"/>
                    </a:cubicBezTo>
                    <a:cubicBezTo>
                      <a:pt x="32051" y="55730"/>
                      <a:pt x="31960" y="55821"/>
                      <a:pt x="31824" y="55911"/>
                    </a:cubicBezTo>
                    <a:cubicBezTo>
                      <a:pt x="31553" y="56273"/>
                      <a:pt x="30874" y="56273"/>
                      <a:pt x="30512" y="56364"/>
                    </a:cubicBezTo>
                    <a:cubicBezTo>
                      <a:pt x="29832" y="56454"/>
                      <a:pt x="29153" y="56590"/>
                      <a:pt x="28474" y="56681"/>
                    </a:cubicBezTo>
                    <a:cubicBezTo>
                      <a:pt x="28117" y="56708"/>
                      <a:pt x="27759" y="56752"/>
                      <a:pt x="27412" y="56752"/>
                    </a:cubicBezTo>
                    <a:cubicBezTo>
                      <a:pt x="27187" y="56752"/>
                      <a:pt x="26967" y="56734"/>
                      <a:pt x="26754" y="56681"/>
                    </a:cubicBezTo>
                    <a:cubicBezTo>
                      <a:pt x="26166" y="56545"/>
                      <a:pt x="25668" y="56228"/>
                      <a:pt x="25260" y="55866"/>
                    </a:cubicBezTo>
                    <a:cubicBezTo>
                      <a:pt x="23404" y="54327"/>
                      <a:pt x="22046" y="52335"/>
                      <a:pt x="20779" y="50298"/>
                    </a:cubicBezTo>
                    <a:cubicBezTo>
                      <a:pt x="20708" y="50185"/>
                      <a:pt x="20611" y="50138"/>
                      <a:pt x="20515" y="50138"/>
                    </a:cubicBezTo>
                    <a:cubicBezTo>
                      <a:pt x="20303" y="50138"/>
                      <a:pt x="20097" y="50366"/>
                      <a:pt x="20190" y="50615"/>
                    </a:cubicBezTo>
                    <a:cubicBezTo>
                      <a:pt x="21096" y="52561"/>
                      <a:pt x="22001" y="54689"/>
                      <a:pt x="23450" y="56319"/>
                    </a:cubicBezTo>
                    <a:cubicBezTo>
                      <a:pt x="22861" y="56228"/>
                      <a:pt x="22318" y="56092"/>
                      <a:pt x="21729" y="55956"/>
                    </a:cubicBezTo>
                    <a:cubicBezTo>
                      <a:pt x="20326" y="55549"/>
                      <a:pt x="19104" y="54825"/>
                      <a:pt x="18063" y="53738"/>
                    </a:cubicBezTo>
                    <a:cubicBezTo>
                      <a:pt x="15844" y="51520"/>
                      <a:pt x="14622" y="48442"/>
                      <a:pt x="13536" y="45545"/>
                    </a:cubicBezTo>
                    <a:cubicBezTo>
                      <a:pt x="13481" y="45400"/>
                      <a:pt x="13362" y="45335"/>
                      <a:pt x="13244" y="45335"/>
                    </a:cubicBezTo>
                    <a:cubicBezTo>
                      <a:pt x="13067" y="45335"/>
                      <a:pt x="12893" y="45481"/>
                      <a:pt x="12947" y="45726"/>
                    </a:cubicBezTo>
                    <a:cubicBezTo>
                      <a:pt x="13355" y="47446"/>
                      <a:pt x="13672" y="49211"/>
                      <a:pt x="14396" y="50841"/>
                    </a:cubicBezTo>
                    <a:cubicBezTo>
                      <a:pt x="14939" y="52154"/>
                      <a:pt x="15618" y="53421"/>
                      <a:pt x="16569" y="54508"/>
                    </a:cubicBezTo>
                    <a:cubicBezTo>
                      <a:pt x="16161" y="54281"/>
                      <a:pt x="15754" y="54055"/>
                      <a:pt x="15392" y="53784"/>
                    </a:cubicBezTo>
                    <a:cubicBezTo>
                      <a:pt x="14170" y="52923"/>
                      <a:pt x="13038" y="51927"/>
                      <a:pt x="12087" y="50841"/>
                    </a:cubicBezTo>
                    <a:cubicBezTo>
                      <a:pt x="10141" y="48578"/>
                      <a:pt x="8783" y="45861"/>
                      <a:pt x="8013" y="43010"/>
                    </a:cubicBezTo>
                    <a:cubicBezTo>
                      <a:pt x="7787" y="42104"/>
                      <a:pt x="7606" y="41153"/>
                      <a:pt x="7424" y="40248"/>
                    </a:cubicBezTo>
                    <a:cubicBezTo>
                      <a:pt x="7198" y="39207"/>
                      <a:pt x="6836" y="38302"/>
                      <a:pt x="6383" y="37306"/>
                    </a:cubicBezTo>
                    <a:cubicBezTo>
                      <a:pt x="6338" y="37200"/>
                      <a:pt x="6242" y="37155"/>
                      <a:pt x="6138" y="37155"/>
                    </a:cubicBezTo>
                    <a:cubicBezTo>
                      <a:pt x="5931" y="37155"/>
                      <a:pt x="5689" y="37336"/>
                      <a:pt x="5750" y="37577"/>
                    </a:cubicBezTo>
                    <a:cubicBezTo>
                      <a:pt x="6066" y="38528"/>
                      <a:pt x="6112" y="39524"/>
                      <a:pt x="6202" y="40520"/>
                    </a:cubicBezTo>
                    <a:cubicBezTo>
                      <a:pt x="6293" y="41425"/>
                      <a:pt x="6383" y="42285"/>
                      <a:pt x="6564" y="43191"/>
                    </a:cubicBezTo>
                    <a:cubicBezTo>
                      <a:pt x="6745" y="44005"/>
                      <a:pt x="6972" y="44866"/>
                      <a:pt x="7243" y="45680"/>
                    </a:cubicBezTo>
                    <a:cubicBezTo>
                      <a:pt x="7153" y="45545"/>
                      <a:pt x="7062" y="45454"/>
                      <a:pt x="6972" y="45318"/>
                    </a:cubicBezTo>
                    <a:cubicBezTo>
                      <a:pt x="5976" y="44141"/>
                      <a:pt x="5070" y="42828"/>
                      <a:pt x="4391" y="41425"/>
                    </a:cubicBezTo>
                    <a:cubicBezTo>
                      <a:pt x="3667" y="39931"/>
                      <a:pt x="3169" y="38302"/>
                      <a:pt x="2898" y="36672"/>
                    </a:cubicBezTo>
                    <a:cubicBezTo>
                      <a:pt x="2626" y="34952"/>
                      <a:pt x="2581" y="33141"/>
                      <a:pt x="2762" y="31466"/>
                    </a:cubicBezTo>
                    <a:cubicBezTo>
                      <a:pt x="2787" y="31289"/>
                      <a:pt x="2643" y="31197"/>
                      <a:pt x="2496" y="31197"/>
                    </a:cubicBezTo>
                    <a:cubicBezTo>
                      <a:pt x="2378" y="31197"/>
                      <a:pt x="2259" y="31255"/>
                      <a:pt x="2219" y="31375"/>
                    </a:cubicBezTo>
                    <a:cubicBezTo>
                      <a:pt x="1947" y="32281"/>
                      <a:pt x="1721" y="33186"/>
                      <a:pt x="1630" y="34137"/>
                    </a:cubicBezTo>
                    <a:cubicBezTo>
                      <a:pt x="1630" y="34408"/>
                      <a:pt x="1585" y="34680"/>
                      <a:pt x="1585" y="34952"/>
                    </a:cubicBezTo>
                    <a:cubicBezTo>
                      <a:pt x="1223" y="33186"/>
                      <a:pt x="1132" y="31421"/>
                      <a:pt x="1721" y="29610"/>
                    </a:cubicBezTo>
                    <a:cubicBezTo>
                      <a:pt x="2445" y="27346"/>
                      <a:pt x="4029" y="25581"/>
                      <a:pt x="5795" y="24087"/>
                    </a:cubicBezTo>
                    <a:cubicBezTo>
                      <a:pt x="6700" y="23318"/>
                      <a:pt x="7651" y="22593"/>
                      <a:pt x="8692" y="21959"/>
                    </a:cubicBezTo>
                    <a:cubicBezTo>
                      <a:pt x="9778" y="21371"/>
                      <a:pt x="10955" y="20964"/>
                      <a:pt x="12178" y="20692"/>
                    </a:cubicBezTo>
                    <a:cubicBezTo>
                      <a:pt x="13355" y="20375"/>
                      <a:pt x="14577" y="20194"/>
                      <a:pt x="15799" y="19877"/>
                    </a:cubicBezTo>
                    <a:cubicBezTo>
                      <a:pt x="16886" y="19560"/>
                      <a:pt x="17972" y="19153"/>
                      <a:pt x="19013" y="18655"/>
                    </a:cubicBezTo>
                    <a:cubicBezTo>
                      <a:pt x="20236" y="18157"/>
                      <a:pt x="21413" y="17478"/>
                      <a:pt x="22499" y="16754"/>
                    </a:cubicBezTo>
                    <a:cubicBezTo>
                      <a:pt x="23585" y="16029"/>
                      <a:pt x="24672" y="15260"/>
                      <a:pt x="25351" y="14128"/>
                    </a:cubicBezTo>
                    <a:cubicBezTo>
                      <a:pt x="25536" y="13832"/>
                      <a:pt x="25298" y="13537"/>
                      <a:pt x="25007" y="13537"/>
                    </a:cubicBezTo>
                    <a:cubicBezTo>
                      <a:pt x="24942" y="13537"/>
                      <a:pt x="24874" y="13551"/>
                      <a:pt x="24808" y="13585"/>
                    </a:cubicBezTo>
                    <a:cubicBezTo>
                      <a:pt x="23721" y="14083"/>
                      <a:pt x="22816" y="14897"/>
                      <a:pt x="21820" y="15577"/>
                    </a:cubicBezTo>
                    <a:cubicBezTo>
                      <a:pt x="21277" y="15893"/>
                      <a:pt x="20779" y="16210"/>
                      <a:pt x="20236" y="16527"/>
                    </a:cubicBezTo>
                    <a:cubicBezTo>
                      <a:pt x="21231" y="15803"/>
                      <a:pt x="22182" y="15079"/>
                      <a:pt x="23178" y="14309"/>
                    </a:cubicBezTo>
                    <a:cubicBezTo>
                      <a:pt x="24083" y="13585"/>
                      <a:pt x="24989" y="12770"/>
                      <a:pt x="26075" y="12227"/>
                    </a:cubicBezTo>
                    <a:cubicBezTo>
                      <a:pt x="27162" y="11729"/>
                      <a:pt x="28474" y="11593"/>
                      <a:pt x="29651" y="11502"/>
                    </a:cubicBezTo>
                    <a:lnTo>
                      <a:pt x="31598" y="11502"/>
                    </a:lnTo>
                    <a:cubicBezTo>
                      <a:pt x="31745" y="11491"/>
                      <a:pt x="31895" y="11488"/>
                      <a:pt x="32047" y="11488"/>
                    </a:cubicBezTo>
                    <a:cubicBezTo>
                      <a:pt x="32199" y="11488"/>
                      <a:pt x="32353" y="11491"/>
                      <a:pt x="32509" y="11491"/>
                    </a:cubicBezTo>
                    <a:cubicBezTo>
                      <a:pt x="32820" y="11491"/>
                      <a:pt x="33137" y="11480"/>
                      <a:pt x="33454" y="11412"/>
                    </a:cubicBezTo>
                    <a:cubicBezTo>
                      <a:pt x="33726" y="11367"/>
                      <a:pt x="33726" y="10959"/>
                      <a:pt x="33499" y="10823"/>
                    </a:cubicBezTo>
                    <a:cubicBezTo>
                      <a:pt x="32711" y="10363"/>
                      <a:pt x="31684" y="10237"/>
                      <a:pt x="30713" y="10237"/>
                    </a:cubicBezTo>
                    <a:cubicBezTo>
                      <a:pt x="30346" y="10237"/>
                      <a:pt x="29987" y="10255"/>
                      <a:pt x="29651" y="10280"/>
                    </a:cubicBezTo>
                    <a:lnTo>
                      <a:pt x="29380" y="10280"/>
                    </a:lnTo>
                    <a:cubicBezTo>
                      <a:pt x="29425" y="10235"/>
                      <a:pt x="29470" y="10190"/>
                      <a:pt x="29470" y="10144"/>
                    </a:cubicBezTo>
                    <a:cubicBezTo>
                      <a:pt x="29651" y="9827"/>
                      <a:pt x="29832" y="9510"/>
                      <a:pt x="30104" y="9194"/>
                    </a:cubicBezTo>
                    <a:cubicBezTo>
                      <a:pt x="30783" y="8333"/>
                      <a:pt x="31598" y="7519"/>
                      <a:pt x="32594" y="6975"/>
                    </a:cubicBezTo>
                    <a:cubicBezTo>
                      <a:pt x="33456" y="6508"/>
                      <a:pt x="34432" y="6241"/>
                      <a:pt x="35410" y="6241"/>
                    </a:cubicBezTo>
                    <a:cubicBezTo>
                      <a:pt x="35664" y="6241"/>
                      <a:pt x="35918" y="6259"/>
                      <a:pt x="36170" y="6296"/>
                    </a:cubicBezTo>
                    <a:cubicBezTo>
                      <a:pt x="36532" y="6342"/>
                      <a:pt x="37257" y="6659"/>
                      <a:pt x="37845" y="6704"/>
                    </a:cubicBezTo>
                    <a:cubicBezTo>
                      <a:pt x="38071" y="6840"/>
                      <a:pt x="38252" y="6975"/>
                      <a:pt x="38479" y="7111"/>
                    </a:cubicBezTo>
                    <a:cubicBezTo>
                      <a:pt x="39610" y="7796"/>
                      <a:pt x="41191" y="8382"/>
                      <a:pt x="42656" y="8382"/>
                    </a:cubicBezTo>
                    <a:cubicBezTo>
                      <a:pt x="43419" y="8382"/>
                      <a:pt x="44151" y="8223"/>
                      <a:pt x="44771" y="7836"/>
                    </a:cubicBezTo>
                    <a:cubicBezTo>
                      <a:pt x="44998" y="7700"/>
                      <a:pt x="44998" y="7247"/>
                      <a:pt x="44726" y="7202"/>
                    </a:cubicBezTo>
                    <a:cubicBezTo>
                      <a:pt x="43639" y="7066"/>
                      <a:pt x="42553" y="7156"/>
                      <a:pt x="41512" y="6930"/>
                    </a:cubicBezTo>
                    <a:cubicBezTo>
                      <a:pt x="40335" y="6704"/>
                      <a:pt x="39339" y="6206"/>
                      <a:pt x="38343" y="5527"/>
                    </a:cubicBezTo>
                    <a:cubicBezTo>
                      <a:pt x="36940" y="4531"/>
                      <a:pt x="35355" y="3218"/>
                      <a:pt x="33590" y="2901"/>
                    </a:cubicBezTo>
                    <a:cubicBezTo>
                      <a:pt x="33726" y="2811"/>
                      <a:pt x="33861" y="2675"/>
                      <a:pt x="33952" y="2584"/>
                    </a:cubicBezTo>
                    <a:cubicBezTo>
                      <a:pt x="33997" y="2539"/>
                      <a:pt x="34088" y="2494"/>
                      <a:pt x="34133" y="2449"/>
                    </a:cubicBezTo>
                    <a:cubicBezTo>
                      <a:pt x="34767" y="2313"/>
                      <a:pt x="35355" y="2041"/>
                      <a:pt x="35944" y="1860"/>
                    </a:cubicBezTo>
                    <a:cubicBezTo>
                      <a:pt x="36713" y="1588"/>
                      <a:pt x="37528" y="1407"/>
                      <a:pt x="38343" y="1317"/>
                    </a:cubicBezTo>
                    <a:cubicBezTo>
                      <a:pt x="38857" y="1258"/>
                      <a:pt x="39376" y="1228"/>
                      <a:pt x="39897" y="1228"/>
                    </a:cubicBezTo>
                    <a:close/>
                    <a:moveTo>
                      <a:pt x="82027" y="66232"/>
                    </a:moveTo>
                    <a:cubicBezTo>
                      <a:pt x="82027" y="66232"/>
                      <a:pt x="81982" y="66278"/>
                      <a:pt x="81982" y="66278"/>
                    </a:cubicBezTo>
                    <a:cubicBezTo>
                      <a:pt x="81982" y="66278"/>
                      <a:pt x="81982" y="66232"/>
                      <a:pt x="82027" y="66232"/>
                    </a:cubicBezTo>
                    <a:close/>
                    <a:moveTo>
                      <a:pt x="96242" y="153828"/>
                    </a:moveTo>
                    <a:lnTo>
                      <a:pt x="96242" y="153964"/>
                    </a:lnTo>
                    <a:cubicBezTo>
                      <a:pt x="96242" y="154371"/>
                      <a:pt x="96332" y="154824"/>
                      <a:pt x="96423" y="155277"/>
                    </a:cubicBezTo>
                    <a:cubicBezTo>
                      <a:pt x="96468" y="155458"/>
                      <a:pt x="96513" y="155684"/>
                      <a:pt x="96559" y="155865"/>
                    </a:cubicBezTo>
                    <a:cubicBezTo>
                      <a:pt x="96423" y="156770"/>
                      <a:pt x="96378" y="157631"/>
                      <a:pt x="96604" y="158536"/>
                    </a:cubicBezTo>
                    <a:cubicBezTo>
                      <a:pt x="96740" y="159124"/>
                      <a:pt x="97011" y="159577"/>
                      <a:pt x="97328" y="160075"/>
                    </a:cubicBezTo>
                    <a:cubicBezTo>
                      <a:pt x="97328" y="161071"/>
                      <a:pt x="97192" y="162112"/>
                      <a:pt x="97011" y="163018"/>
                    </a:cubicBezTo>
                    <a:cubicBezTo>
                      <a:pt x="96876" y="163606"/>
                      <a:pt x="96694" y="164240"/>
                      <a:pt x="96694" y="164828"/>
                    </a:cubicBezTo>
                    <a:cubicBezTo>
                      <a:pt x="96740" y="165462"/>
                      <a:pt x="96921" y="166005"/>
                      <a:pt x="97238" y="166548"/>
                    </a:cubicBezTo>
                    <a:cubicBezTo>
                      <a:pt x="97871" y="167590"/>
                      <a:pt x="98596" y="168586"/>
                      <a:pt x="99365" y="169536"/>
                    </a:cubicBezTo>
                    <a:cubicBezTo>
                      <a:pt x="99411" y="169627"/>
                      <a:pt x="99501" y="169717"/>
                      <a:pt x="99546" y="169808"/>
                    </a:cubicBezTo>
                    <a:cubicBezTo>
                      <a:pt x="99456" y="169853"/>
                      <a:pt x="99365" y="169944"/>
                      <a:pt x="99320" y="170079"/>
                    </a:cubicBezTo>
                    <a:cubicBezTo>
                      <a:pt x="99275" y="170487"/>
                      <a:pt x="99275" y="170894"/>
                      <a:pt x="99275" y="171302"/>
                    </a:cubicBezTo>
                    <a:cubicBezTo>
                      <a:pt x="99184" y="171438"/>
                      <a:pt x="99094" y="171619"/>
                      <a:pt x="99003" y="171800"/>
                    </a:cubicBezTo>
                    <a:cubicBezTo>
                      <a:pt x="98732" y="172298"/>
                      <a:pt x="98505" y="172796"/>
                      <a:pt x="98234" y="173248"/>
                    </a:cubicBezTo>
                    <a:cubicBezTo>
                      <a:pt x="97736" y="174018"/>
                      <a:pt x="97102" y="174878"/>
                      <a:pt x="96332" y="175376"/>
                    </a:cubicBezTo>
                    <a:cubicBezTo>
                      <a:pt x="95472" y="175964"/>
                      <a:pt x="94567" y="176100"/>
                      <a:pt x="93571" y="176236"/>
                    </a:cubicBezTo>
                    <a:cubicBezTo>
                      <a:pt x="93028" y="176281"/>
                      <a:pt x="92484" y="176462"/>
                      <a:pt x="92032" y="176779"/>
                    </a:cubicBezTo>
                    <a:cubicBezTo>
                      <a:pt x="91986" y="176327"/>
                      <a:pt x="91805" y="175919"/>
                      <a:pt x="91624" y="175512"/>
                    </a:cubicBezTo>
                    <a:cubicBezTo>
                      <a:pt x="91624" y="175512"/>
                      <a:pt x="91624" y="175466"/>
                      <a:pt x="91579" y="175421"/>
                    </a:cubicBezTo>
                    <a:cubicBezTo>
                      <a:pt x="91715" y="175376"/>
                      <a:pt x="91760" y="175285"/>
                      <a:pt x="91805" y="175150"/>
                    </a:cubicBezTo>
                    <a:cubicBezTo>
                      <a:pt x="92122" y="173746"/>
                      <a:pt x="92892" y="172388"/>
                      <a:pt x="93616" y="171121"/>
                    </a:cubicBezTo>
                    <a:cubicBezTo>
                      <a:pt x="94386" y="169853"/>
                      <a:pt x="95110" y="168586"/>
                      <a:pt x="95653" y="167182"/>
                    </a:cubicBezTo>
                    <a:cubicBezTo>
                      <a:pt x="96196" y="165553"/>
                      <a:pt x="96287" y="163878"/>
                      <a:pt x="95880" y="162203"/>
                    </a:cubicBezTo>
                    <a:cubicBezTo>
                      <a:pt x="95517" y="160482"/>
                      <a:pt x="94838" y="158762"/>
                      <a:pt x="94205" y="157087"/>
                    </a:cubicBezTo>
                    <a:cubicBezTo>
                      <a:pt x="94340" y="157087"/>
                      <a:pt x="94522" y="157042"/>
                      <a:pt x="94612" y="156951"/>
                    </a:cubicBezTo>
                    <a:cubicBezTo>
                      <a:pt x="95065" y="156499"/>
                      <a:pt x="95065" y="155956"/>
                      <a:pt x="95291" y="155412"/>
                    </a:cubicBezTo>
                    <a:cubicBezTo>
                      <a:pt x="95517" y="154869"/>
                      <a:pt x="95880" y="154371"/>
                      <a:pt x="96196" y="153918"/>
                    </a:cubicBezTo>
                    <a:cubicBezTo>
                      <a:pt x="96196" y="153873"/>
                      <a:pt x="96242" y="153873"/>
                      <a:pt x="96242" y="153828"/>
                    </a:cubicBezTo>
                    <a:close/>
                    <a:moveTo>
                      <a:pt x="64264" y="30183"/>
                    </a:moveTo>
                    <a:cubicBezTo>
                      <a:pt x="64674" y="30183"/>
                      <a:pt x="65086" y="30219"/>
                      <a:pt x="65504" y="30289"/>
                    </a:cubicBezTo>
                    <a:cubicBezTo>
                      <a:pt x="66070" y="30389"/>
                      <a:pt x="66709" y="30537"/>
                      <a:pt x="67331" y="30537"/>
                    </a:cubicBezTo>
                    <a:cubicBezTo>
                      <a:pt x="67555" y="30537"/>
                      <a:pt x="67778" y="30518"/>
                      <a:pt x="67994" y="30470"/>
                    </a:cubicBezTo>
                    <a:cubicBezTo>
                      <a:pt x="68537" y="30742"/>
                      <a:pt x="69171" y="30787"/>
                      <a:pt x="69805" y="30832"/>
                    </a:cubicBezTo>
                    <a:cubicBezTo>
                      <a:pt x="69895" y="30968"/>
                      <a:pt x="69986" y="31149"/>
                      <a:pt x="70076" y="31330"/>
                    </a:cubicBezTo>
                    <a:cubicBezTo>
                      <a:pt x="70122" y="31375"/>
                      <a:pt x="70167" y="31421"/>
                      <a:pt x="70212" y="31511"/>
                    </a:cubicBezTo>
                    <a:cubicBezTo>
                      <a:pt x="70212" y="31556"/>
                      <a:pt x="70257" y="31602"/>
                      <a:pt x="70303" y="31602"/>
                    </a:cubicBezTo>
                    <a:cubicBezTo>
                      <a:pt x="70303" y="31647"/>
                      <a:pt x="70303" y="31647"/>
                      <a:pt x="70303" y="31647"/>
                    </a:cubicBezTo>
                    <a:cubicBezTo>
                      <a:pt x="70348" y="31738"/>
                      <a:pt x="70393" y="31783"/>
                      <a:pt x="70484" y="31828"/>
                    </a:cubicBezTo>
                    <a:cubicBezTo>
                      <a:pt x="70529" y="31919"/>
                      <a:pt x="70574" y="31964"/>
                      <a:pt x="70665" y="32009"/>
                    </a:cubicBezTo>
                    <a:cubicBezTo>
                      <a:pt x="70681" y="32017"/>
                      <a:pt x="70701" y="32021"/>
                      <a:pt x="70724" y="32021"/>
                    </a:cubicBezTo>
                    <a:cubicBezTo>
                      <a:pt x="70827" y="32021"/>
                      <a:pt x="70974" y="31940"/>
                      <a:pt x="70937" y="31828"/>
                    </a:cubicBezTo>
                    <a:cubicBezTo>
                      <a:pt x="70937" y="31738"/>
                      <a:pt x="70937" y="31647"/>
                      <a:pt x="70937" y="31602"/>
                    </a:cubicBezTo>
                    <a:cubicBezTo>
                      <a:pt x="70891" y="31511"/>
                      <a:pt x="70846" y="31466"/>
                      <a:pt x="70801" y="31375"/>
                    </a:cubicBezTo>
                    <a:cubicBezTo>
                      <a:pt x="70801" y="31330"/>
                      <a:pt x="70755" y="31240"/>
                      <a:pt x="70710" y="31194"/>
                    </a:cubicBezTo>
                    <a:cubicBezTo>
                      <a:pt x="70710" y="31149"/>
                      <a:pt x="70665" y="31059"/>
                      <a:pt x="70620" y="31013"/>
                    </a:cubicBezTo>
                    <a:cubicBezTo>
                      <a:pt x="70574" y="30968"/>
                      <a:pt x="70529" y="30877"/>
                      <a:pt x="70484" y="30832"/>
                    </a:cubicBezTo>
                    <a:cubicBezTo>
                      <a:pt x="70755" y="30787"/>
                      <a:pt x="71072" y="30787"/>
                      <a:pt x="71344" y="30787"/>
                    </a:cubicBezTo>
                    <a:cubicBezTo>
                      <a:pt x="71434" y="30832"/>
                      <a:pt x="71480" y="30923"/>
                      <a:pt x="71525" y="30968"/>
                    </a:cubicBezTo>
                    <a:cubicBezTo>
                      <a:pt x="71616" y="31059"/>
                      <a:pt x="71661" y="31104"/>
                      <a:pt x="71751" y="31194"/>
                    </a:cubicBezTo>
                    <a:cubicBezTo>
                      <a:pt x="71842" y="31240"/>
                      <a:pt x="71887" y="31285"/>
                      <a:pt x="71932" y="31330"/>
                    </a:cubicBezTo>
                    <a:cubicBezTo>
                      <a:pt x="72023" y="31375"/>
                      <a:pt x="72068" y="31375"/>
                      <a:pt x="72159" y="31421"/>
                    </a:cubicBezTo>
                    <a:cubicBezTo>
                      <a:pt x="72183" y="31433"/>
                      <a:pt x="72211" y="31438"/>
                      <a:pt x="72239" y="31438"/>
                    </a:cubicBezTo>
                    <a:cubicBezTo>
                      <a:pt x="72316" y="31438"/>
                      <a:pt x="72397" y="31396"/>
                      <a:pt x="72430" y="31330"/>
                    </a:cubicBezTo>
                    <a:cubicBezTo>
                      <a:pt x="72476" y="31240"/>
                      <a:pt x="72430" y="31104"/>
                      <a:pt x="72385" y="31059"/>
                    </a:cubicBezTo>
                    <a:cubicBezTo>
                      <a:pt x="72385" y="31013"/>
                      <a:pt x="72340" y="31013"/>
                      <a:pt x="72340" y="30968"/>
                    </a:cubicBezTo>
                    <a:cubicBezTo>
                      <a:pt x="72295" y="30968"/>
                      <a:pt x="72295" y="30923"/>
                      <a:pt x="72295" y="30923"/>
                    </a:cubicBezTo>
                    <a:cubicBezTo>
                      <a:pt x="72249" y="30877"/>
                      <a:pt x="72204" y="30877"/>
                      <a:pt x="72159" y="30832"/>
                    </a:cubicBezTo>
                    <a:cubicBezTo>
                      <a:pt x="72114" y="30787"/>
                      <a:pt x="72114" y="30787"/>
                      <a:pt x="72068" y="30787"/>
                    </a:cubicBezTo>
                    <a:lnTo>
                      <a:pt x="72385" y="30787"/>
                    </a:lnTo>
                    <a:cubicBezTo>
                      <a:pt x="73426" y="30832"/>
                      <a:pt x="74286" y="31240"/>
                      <a:pt x="75056" y="31919"/>
                    </a:cubicBezTo>
                    <a:cubicBezTo>
                      <a:pt x="75101" y="32009"/>
                      <a:pt x="75147" y="32100"/>
                      <a:pt x="75237" y="32145"/>
                    </a:cubicBezTo>
                    <a:cubicBezTo>
                      <a:pt x="75282" y="32145"/>
                      <a:pt x="75328" y="32190"/>
                      <a:pt x="75373" y="32190"/>
                    </a:cubicBezTo>
                    <a:cubicBezTo>
                      <a:pt x="75644" y="32462"/>
                      <a:pt x="75961" y="32733"/>
                      <a:pt x="76233" y="33050"/>
                    </a:cubicBezTo>
                    <a:cubicBezTo>
                      <a:pt x="76595" y="33412"/>
                      <a:pt x="77003" y="33910"/>
                      <a:pt x="77455" y="34137"/>
                    </a:cubicBezTo>
                    <a:cubicBezTo>
                      <a:pt x="77485" y="34144"/>
                      <a:pt x="77518" y="34148"/>
                      <a:pt x="77552" y="34148"/>
                    </a:cubicBezTo>
                    <a:cubicBezTo>
                      <a:pt x="77719" y="34148"/>
                      <a:pt x="77908" y="34054"/>
                      <a:pt x="77908" y="33865"/>
                    </a:cubicBezTo>
                    <a:cubicBezTo>
                      <a:pt x="77817" y="33412"/>
                      <a:pt x="77591" y="32960"/>
                      <a:pt x="77229" y="32507"/>
                    </a:cubicBezTo>
                    <a:lnTo>
                      <a:pt x="77229" y="32507"/>
                    </a:lnTo>
                    <a:cubicBezTo>
                      <a:pt x="77319" y="32552"/>
                      <a:pt x="77410" y="32552"/>
                      <a:pt x="77500" y="32598"/>
                    </a:cubicBezTo>
                    <a:cubicBezTo>
                      <a:pt x="78270" y="32779"/>
                      <a:pt x="79040" y="33005"/>
                      <a:pt x="79719" y="33367"/>
                    </a:cubicBezTo>
                    <a:cubicBezTo>
                      <a:pt x="80398" y="33729"/>
                      <a:pt x="81031" y="34182"/>
                      <a:pt x="81620" y="34680"/>
                    </a:cubicBezTo>
                    <a:cubicBezTo>
                      <a:pt x="81937" y="34952"/>
                      <a:pt x="82208" y="35223"/>
                      <a:pt x="82480" y="35540"/>
                    </a:cubicBezTo>
                    <a:cubicBezTo>
                      <a:pt x="82752" y="35857"/>
                      <a:pt x="82978" y="36219"/>
                      <a:pt x="83340" y="36310"/>
                    </a:cubicBezTo>
                    <a:cubicBezTo>
                      <a:pt x="83380" y="36330"/>
                      <a:pt x="83422" y="36339"/>
                      <a:pt x="83463" y="36339"/>
                    </a:cubicBezTo>
                    <a:cubicBezTo>
                      <a:pt x="83612" y="36339"/>
                      <a:pt x="83758" y="36225"/>
                      <a:pt x="83793" y="36083"/>
                    </a:cubicBezTo>
                    <a:cubicBezTo>
                      <a:pt x="83883" y="35676"/>
                      <a:pt x="83702" y="35269"/>
                      <a:pt x="83431" y="34861"/>
                    </a:cubicBezTo>
                    <a:lnTo>
                      <a:pt x="83431" y="34861"/>
                    </a:lnTo>
                    <a:cubicBezTo>
                      <a:pt x="84291" y="35404"/>
                      <a:pt x="85106" y="36083"/>
                      <a:pt x="85875" y="36762"/>
                    </a:cubicBezTo>
                    <a:cubicBezTo>
                      <a:pt x="86147" y="36989"/>
                      <a:pt x="86373" y="37260"/>
                      <a:pt x="86645" y="37532"/>
                    </a:cubicBezTo>
                    <a:cubicBezTo>
                      <a:pt x="86147" y="37215"/>
                      <a:pt x="85649" y="36943"/>
                      <a:pt x="85151" y="36672"/>
                    </a:cubicBezTo>
                    <a:cubicBezTo>
                      <a:pt x="85097" y="36645"/>
                      <a:pt x="85044" y="36633"/>
                      <a:pt x="84994" y="36633"/>
                    </a:cubicBezTo>
                    <a:cubicBezTo>
                      <a:pt x="84709" y="36633"/>
                      <a:pt x="84526" y="37022"/>
                      <a:pt x="84834" y="37215"/>
                    </a:cubicBezTo>
                    <a:cubicBezTo>
                      <a:pt x="86328" y="38211"/>
                      <a:pt x="87641" y="39479"/>
                      <a:pt x="88908" y="40746"/>
                    </a:cubicBezTo>
                    <a:cubicBezTo>
                      <a:pt x="90085" y="41968"/>
                      <a:pt x="91217" y="43236"/>
                      <a:pt x="92303" y="44503"/>
                    </a:cubicBezTo>
                    <a:cubicBezTo>
                      <a:pt x="93345" y="45726"/>
                      <a:pt x="94250" y="47084"/>
                      <a:pt x="94567" y="48668"/>
                    </a:cubicBezTo>
                    <a:cubicBezTo>
                      <a:pt x="94748" y="49619"/>
                      <a:pt x="94703" y="50569"/>
                      <a:pt x="94567" y="51520"/>
                    </a:cubicBezTo>
                    <a:cubicBezTo>
                      <a:pt x="94476" y="51294"/>
                      <a:pt x="94386" y="51113"/>
                      <a:pt x="94295" y="50886"/>
                    </a:cubicBezTo>
                    <a:cubicBezTo>
                      <a:pt x="93616" y="49302"/>
                      <a:pt x="92801" y="47763"/>
                      <a:pt x="91986" y="46224"/>
                    </a:cubicBezTo>
                    <a:cubicBezTo>
                      <a:pt x="91926" y="46118"/>
                      <a:pt x="91826" y="46073"/>
                      <a:pt x="91723" y="46073"/>
                    </a:cubicBezTo>
                    <a:cubicBezTo>
                      <a:pt x="91519" y="46073"/>
                      <a:pt x="91307" y="46254"/>
                      <a:pt x="91398" y="46495"/>
                    </a:cubicBezTo>
                    <a:cubicBezTo>
                      <a:pt x="91986" y="47944"/>
                      <a:pt x="92484" y="49438"/>
                      <a:pt x="93028" y="50886"/>
                    </a:cubicBezTo>
                    <a:cubicBezTo>
                      <a:pt x="93480" y="52244"/>
                      <a:pt x="94159" y="53693"/>
                      <a:pt x="93571" y="55096"/>
                    </a:cubicBezTo>
                    <a:cubicBezTo>
                      <a:pt x="93299" y="55685"/>
                      <a:pt x="92937" y="56228"/>
                      <a:pt x="92484" y="56726"/>
                    </a:cubicBezTo>
                    <a:cubicBezTo>
                      <a:pt x="92484" y="56500"/>
                      <a:pt x="92484" y="56319"/>
                      <a:pt x="92439" y="56092"/>
                    </a:cubicBezTo>
                    <a:cubicBezTo>
                      <a:pt x="92349" y="55594"/>
                      <a:pt x="92213" y="55096"/>
                      <a:pt x="92032" y="54598"/>
                    </a:cubicBezTo>
                    <a:cubicBezTo>
                      <a:pt x="91993" y="54481"/>
                      <a:pt x="91851" y="54363"/>
                      <a:pt x="91726" y="54363"/>
                    </a:cubicBezTo>
                    <a:cubicBezTo>
                      <a:pt x="91707" y="54363"/>
                      <a:pt x="91688" y="54366"/>
                      <a:pt x="91670" y="54372"/>
                    </a:cubicBezTo>
                    <a:cubicBezTo>
                      <a:pt x="91489" y="54417"/>
                      <a:pt x="91398" y="54598"/>
                      <a:pt x="91443" y="54779"/>
                    </a:cubicBezTo>
                    <a:cubicBezTo>
                      <a:pt x="91579" y="55232"/>
                      <a:pt x="91670" y="55730"/>
                      <a:pt x="91760" y="56183"/>
                    </a:cubicBezTo>
                    <a:lnTo>
                      <a:pt x="91805" y="56907"/>
                    </a:lnTo>
                    <a:cubicBezTo>
                      <a:pt x="91851" y="57088"/>
                      <a:pt x="91851" y="57269"/>
                      <a:pt x="91896" y="57450"/>
                    </a:cubicBezTo>
                    <a:cubicBezTo>
                      <a:pt x="91715" y="57677"/>
                      <a:pt x="91489" y="57858"/>
                      <a:pt x="91307" y="58084"/>
                    </a:cubicBezTo>
                    <a:cubicBezTo>
                      <a:pt x="91217" y="57450"/>
                      <a:pt x="91081" y="56862"/>
                      <a:pt x="90900" y="56228"/>
                    </a:cubicBezTo>
                    <a:cubicBezTo>
                      <a:pt x="90266" y="54191"/>
                      <a:pt x="88863" y="52652"/>
                      <a:pt x="87595" y="50977"/>
                    </a:cubicBezTo>
                    <a:cubicBezTo>
                      <a:pt x="87538" y="50905"/>
                      <a:pt x="87467" y="50874"/>
                      <a:pt x="87401" y="50874"/>
                    </a:cubicBezTo>
                    <a:cubicBezTo>
                      <a:pt x="87259" y="50874"/>
                      <a:pt x="87140" y="51018"/>
                      <a:pt x="87233" y="51203"/>
                    </a:cubicBezTo>
                    <a:cubicBezTo>
                      <a:pt x="88139" y="52742"/>
                      <a:pt x="89135" y="54281"/>
                      <a:pt x="89587" y="56047"/>
                    </a:cubicBezTo>
                    <a:cubicBezTo>
                      <a:pt x="89723" y="56635"/>
                      <a:pt x="89859" y="57224"/>
                      <a:pt x="89949" y="57812"/>
                    </a:cubicBezTo>
                    <a:cubicBezTo>
                      <a:pt x="89723" y="58537"/>
                      <a:pt x="89270" y="59216"/>
                      <a:pt x="88727" y="59714"/>
                    </a:cubicBezTo>
                    <a:cubicBezTo>
                      <a:pt x="87867" y="60529"/>
                      <a:pt x="86826" y="61072"/>
                      <a:pt x="85785" y="61706"/>
                    </a:cubicBezTo>
                    <a:cubicBezTo>
                      <a:pt x="86102" y="60936"/>
                      <a:pt x="86283" y="60166"/>
                      <a:pt x="86192" y="59352"/>
                    </a:cubicBezTo>
                    <a:cubicBezTo>
                      <a:pt x="86167" y="59175"/>
                      <a:pt x="86029" y="59083"/>
                      <a:pt x="85896" y="59083"/>
                    </a:cubicBezTo>
                    <a:cubicBezTo>
                      <a:pt x="85791" y="59083"/>
                      <a:pt x="85689" y="59141"/>
                      <a:pt x="85649" y="59261"/>
                    </a:cubicBezTo>
                    <a:cubicBezTo>
                      <a:pt x="85604" y="59487"/>
                      <a:pt x="85558" y="59668"/>
                      <a:pt x="85513" y="59850"/>
                    </a:cubicBezTo>
                    <a:cubicBezTo>
                      <a:pt x="85468" y="60031"/>
                      <a:pt x="85377" y="60212"/>
                      <a:pt x="85332" y="60393"/>
                    </a:cubicBezTo>
                    <a:cubicBezTo>
                      <a:pt x="85196" y="60755"/>
                      <a:pt x="85060" y="61162"/>
                      <a:pt x="84925" y="61525"/>
                    </a:cubicBezTo>
                    <a:cubicBezTo>
                      <a:pt x="84743" y="61932"/>
                      <a:pt x="84517" y="62339"/>
                      <a:pt x="84246" y="62747"/>
                    </a:cubicBezTo>
                    <a:lnTo>
                      <a:pt x="84110" y="62883"/>
                    </a:lnTo>
                    <a:cubicBezTo>
                      <a:pt x="84336" y="62294"/>
                      <a:pt x="84517" y="61660"/>
                      <a:pt x="84608" y="61072"/>
                    </a:cubicBezTo>
                    <a:cubicBezTo>
                      <a:pt x="84789" y="60076"/>
                      <a:pt x="84834" y="58944"/>
                      <a:pt x="84472" y="57994"/>
                    </a:cubicBezTo>
                    <a:cubicBezTo>
                      <a:pt x="84423" y="57821"/>
                      <a:pt x="84213" y="57703"/>
                      <a:pt x="84025" y="57703"/>
                    </a:cubicBezTo>
                    <a:cubicBezTo>
                      <a:pt x="83867" y="57703"/>
                      <a:pt x="83723" y="57787"/>
                      <a:pt x="83702" y="57994"/>
                    </a:cubicBezTo>
                    <a:cubicBezTo>
                      <a:pt x="83567" y="58808"/>
                      <a:pt x="83567" y="59623"/>
                      <a:pt x="83431" y="60438"/>
                    </a:cubicBezTo>
                    <a:cubicBezTo>
                      <a:pt x="83340" y="61298"/>
                      <a:pt x="83114" y="62113"/>
                      <a:pt x="82797" y="62883"/>
                    </a:cubicBezTo>
                    <a:cubicBezTo>
                      <a:pt x="82525" y="63607"/>
                      <a:pt x="82118" y="64331"/>
                      <a:pt x="81665" y="65010"/>
                    </a:cubicBezTo>
                    <a:cubicBezTo>
                      <a:pt x="81439" y="65327"/>
                      <a:pt x="81122" y="65644"/>
                      <a:pt x="80805" y="65870"/>
                    </a:cubicBezTo>
                    <a:cubicBezTo>
                      <a:pt x="80531" y="66066"/>
                      <a:pt x="80122" y="66296"/>
                      <a:pt x="79753" y="66296"/>
                    </a:cubicBezTo>
                    <a:cubicBezTo>
                      <a:pt x="79695" y="66296"/>
                      <a:pt x="79638" y="66290"/>
                      <a:pt x="79583" y="66278"/>
                    </a:cubicBezTo>
                    <a:cubicBezTo>
                      <a:pt x="79571" y="66275"/>
                      <a:pt x="79559" y="66273"/>
                      <a:pt x="79547" y="66273"/>
                    </a:cubicBezTo>
                    <a:cubicBezTo>
                      <a:pt x="79380" y="66273"/>
                      <a:pt x="79236" y="66558"/>
                      <a:pt x="79447" y="66685"/>
                    </a:cubicBezTo>
                    <a:cubicBezTo>
                      <a:pt x="79801" y="66842"/>
                      <a:pt x="80086" y="66966"/>
                      <a:pt x="80452" y="66966"/>
                    </a:cubicBezTo>
                    <a:cubicBezTo>
                      <a:pt x="80507" y="66966"/>
                      <a:pt x="80565" y="66963"/>
                      <a:pt x="80624" y="66957"/>
                    </a:cubicBezTo>
                    <a:cubicBezTo>
                      <a:pt x="80941" y="66912"/>
                      <a:pt x="81258" y="66776"/>
                      <a:pt x="81529" y="66595"/>
                    </a:cubicBezTo>
                    <a:lnTo>
                      <a:pt x="81529" y="66595"/>
                    </a:lnTo>
                    <a:cubicBezTo>
                      <a:pt x="81439" y="66776"/>
                      <a:pt x="81348" y="66957"/>
                      <a:pt x="81258" y="67138"/>
                    </a:cubicBezTo>
                    <a:cubicBezTo>
                      <a:pt x="80941" y="67726"/>
                      <a:pt x="80715" y="68405"/>
                      <a:pt x="80624" y="69039"/>
                    </a:cubicBezTo>
                    <a:cubicBezTo>
                      <a:pt x="80533" y="69763"/>
                      <a:pt x="80533" y="70578"/>
                      <a:pt x="80850" y="71212"/>
                    </a:cubicBezTo>
                    <a:lnTo>
                      <a:pt x="80896" y="71212"/>
                    </a:lnTo>
                    <a:cubicBezTo>
                      <a:pt x="81031" y="72027"/>
                      <a:pt x="81348" y="72796"/>
                      <a:pt x="81756" y="73476"/>
                    </a:cubicBezTo>
                    <a:cubicBezTo>
                      <a:pt x="82390" y="74607"/>
                      <a:pt x="83295" y="75603"/>
                      <a:pt x="84019" y="76644"/>
                    </a:cubicBezTo>
                    <a:cubicBezTo>
                      <a:pt x="84789" y="77731"/>
                      <a:pt x="85468" y="78908"/>
                      <a:pt x="86373" y="79949"/>
                    </a:cubicBezTo>
                    <a:cubicBezTo>
                      <a:pt x="86459" y="80060"/>
                      <a:pt x="86572" y="80107"/>
                      <a:pt x="86688" y="80107"/>
                    </a:cubicBezTo>
                    <a:cubicBezTo>
                      <a:pt x="86999" y="80107"/>
                      <a:pt x="87332" y="79768"/>
                      <a:pt x="87233" y="79406"/>
                    </a:cubicBezTo>
                    <a:cubicBezTo>
                      <a:pt x="86962" y="78319"/>
                      <a:pt x="86464" y="77369"/>
                      <a:pt x="85830" y="76463"/>
                    </a:cubicBezTo>
                    <a:lnTo>
                      <a:pt x="85830" y="76463"/>
                    </a:lnTo>
                    <a:cubicBezTo>
                      <a:pt x="86600" y="76644"/>
                      <a:pt x="87414" y="76690"/>
                      <a:pt x="88139" y="77006"/>
                    </a:cubicBezTo>
                    <a:cubicBezTo>
                      <a:pt x="88953" y="77369"/>
                      <a:pt x="89361" y="78183"/>
                      <a:pt x="89633" y="78953"/>
                    </a:cubicBezTo>
                    <a:cubicBezTo>
                      <a:pt x="89814" y="79406"/>
                      <a:pt x="89949" y="79858"/>
                      <a:pt x="90130" y="80311"/>
                    </a:cubicBezTo>
                    <a:cubicBezTo>
                      <a:pt x="90312" y="80764"/>
                      <a:pt x="90628" y="81352"/>
                      <a:pt x="91172" y="81488"/>
                    </a:cubicBezTo>
                    <a:cubicBezTo>
                      <a:pt x="91207" y="81494"/>
                      <a:pt x="91240" y="81497"/>
                      <a:pt x="91272" y="81497"/>
                    </a:cubicBezTo>
                    <a:cubicBezTo>
                      <a:pt x="91489" y="81497"/>
                      <a:pt x="91636" y="81368"/>
                      <a:pt x="91715" y="81171"/>
                    </a:cubicBezTo>
                    <a:cubicBezTo>
                      <a:pt x="91760" y="81035"/>
                      <a:pt x="91760" y="80945"/>
                      <a:pt x="91760" y="80809"/>
                    </a:cubicBezTo>
                    <a:cubicBezTo>
                      <a:pt x="92122" y="81171"/>
                      <a:pt x="92484" y="81533"/>
                      <a:pt x="92892" y="81896"/>
                    </a:cubicBezTo>
                    <a:cubicBezTo>
                      <a:pt x="93299" y="82212"/>
                      <a:pt x="93707" y="82575"/>
                      <a:pt x="94205" y="82801"/>
                    </a:cubicBezTo>
                    <a:cubicBezTo>
                      <a:pt x="94748" y="83073"/>
                      <a:pt x="95291" y="83208"/>
                      <a:pt x="95880" y="83389"/>
                    </a:cubicBezTo>
                    <a:cubicBezTo>
                      <a:pt x="96423" y="83570"/>
                      <a:pt x="96785" y="83797"/>
                      <a:pt x="97147" y="84204"/>
                    </a:cubicBezTo>
                    <a:cubicBezTo>
                      <a:pt x="97509" y="84702"/>
                      <a:pt x="97826" y="85245"/>
                      <a:pt x="98188" y="85743"/>
                    </a:cubicBezTo>
                    <a:cubicBezTo>
                      <a:pt x="98867" y="86604"/>
                      <a:pt x="99954" y="87781"/>
                      <a:pt x="101176" y="87826"/>
                    </a:cubicBezTo>
                    <a:cubicBezTo>
                      <a:pt x="101402" y="87826"/>
                      <a:pt x="101538" y="87599"/>
                      <a:pt x="101538" y="87418"/>
                    </a:cubicBezTo>
                    <a:cubicBezTo>
                      <a:pt x="101765" y="87554"/>
                      <a:pt x="101991" y="87735"/>
                      <a:pt x="102172" y="87916"/>
                    </a:cubicBezTo>
                    <a:cubicBezTo>
                      <a:pt x="103258" y="88686"/>
                      <a:pt x="104435" y="89365"/>
                      <a:pt x="105386" y="90270"/>
                    </a:cubicBezTo>
                    <a:cubicBezTo>
                      <a:pt x="106291" y="91085"/>
                      <a:pt x="106608" y="92126"/>
                      <a:pt x="106880" y="93303"/>
                    </a:cubicBezTo>
                    <a:cubicBezTo>
                      <a:pt x="107152" y="94661"/>
                      <a:pt x="107378" y="96065"/>
                      <a:pt x="107740" y="97423"/>
                    </a:cubicBezTo>
                    <a:cubicBezTo>
                      <a:pt x="107799" y="97699"/>
                      <a:pt x="107997" y="97821"/>
                      <a:pt x="108204" y="97821"/>
                    </a:cubicBezTo>
                    <a:cubicBezTo>
                      <a:pt x="108471" y="97821"/>
                      <a:pt x="108756" y="97619"/>
                      <a:pt x="108781" y="97287"/>
                    </a:cubicBezTo>
                    <a:cubicBezTo>
                      <a:pt x="108826" y="96834"/>
                      <a:pt x="108826" y="96382"/>
                      <a:pt x="108826" y="95884"/>
                    </a:cubicBezTo>
                    <a:cubicBezTo>
                      <a:pt x="108872" y="95974"/>
                      <a:pt x="108917" y="96110"/>
                      <a:pt x="109008" y="96201"/>
                    </a:cubicBezTo>
                    <a:cubicBezTo>
                      <a:pt x="109551" y="97061"/>
                      <a:pt x="110185" y="97921"/>
                      <a:pt x="110682" y="98826"/>
                    </a:cubicBezTo>
                    <a:cubicBezTo>
                      <a:pt x="111135" y="99686"/>
                      <a:pt x="111362" y="100637"/>
                      <a:pt x="111407" y="101588"/>
                    </a:cubicBezTo>
                    <a:cubicBezTo>
                      <a:pt x="111452" y="102086"/>
                      <a:pt x="111407" y="102583"/>
                      <a:pt x="111452" y="103081"/>
                    </a:cubicBezTo>
                    <a:cubicBezTo>
                      <a:pt x="111497" y="103579"/>
                      <a:pt x="111543" y="104077"/>
                      <a:pt x="111859" y="104485"/>
                    </a:cubicBezTo>
                    <a:cubicBezTo>
                      <a:pt x="111944" y="104569"/>
                      <a:pt x="112047" y="104604"/>
                      <a:pt x="112148" y="104604"/>
                    </a:cubicBezTo>
                    <a:cubicBezTo>
                      <a:pt x="112264" y="104604"/>
                      <a:pt x="112375" y="104557"/>
                      <a:pt x="112448" y="104485"/>
                    </a:cubicBezTo>
                    <a:cubicBezTo>
                      <a:pt x="112810" y="104123"/>
                      <a:pt x="112946" y="103534"/>
                      <a:pt x="112991" y="103081"/>
                    </a:cubicBezTo>
                    <a:cubicBezTo>
                      <a:pt x="113036" y="102991"/>
                      <a:pt x="113036" y="102900"/>
                      <a:pt x="113036" y="102810"/>
                    </a:cubicBezTo>
                    <a:cubicBezTo>
                      <a:pt x="113127" y="102991"/>
                      <a:pt x="113263" y="103172"/>
                      <a:pt x="113353" y="103353"/>
                    </a:cubicBezTo>
                    <a:cubicBezTo>
                      <a:pt x="114032" y="104349"/>
                      <a:pt x="114802" y="105345"/>
                      <a:pt x="115119" y="106477"/>
                    </a:cubicBezTo>
                    <a:cubicBezTo>
                      <a:pt x="115662" y="108514"/>
                      <a:pt x="114032" y="110279"/>
                      <a:pt x="113263" y="111999"/>
                    </a:cubicBezTo>
                    <a:cubicBezTo>
                      <a:pt x="113082" y="112452"/>
                      <a:pt x="112312" y="114353"/>
                      <a:pt x="113263" y="114399"/>
                    </a:cubicBezTo>
                    <a:cubicBezTo>
                      <a:pt x="113278" y="114400"/>
                      <a:pt x="113293" y="114401"/>
                      <a:pt x="113308" y="114401"/>
                    </a:cubicBezTo>
                    <a:cubicBezTo>
                      <a:pt x="113728" y="114401"/>
                      <a:pt x="113903" y="113801"/>
                      <a:pt x="114078" y="113539"/>
                    </a:cubicBezTo>
                    <a:cubicBezTo>
                      <a:pt x="114213" y="113267"/>
                      <a:pt x="114349" y="113041"/>
                      <a:pt x="114485" y="112769"/>
                    </a:cubicBezTo>
                    <a:cubicBezTo>
                      <a:pt x="114757" y="113674"/>
                      <a:pt x="115074" y="114580"/>
                      <a:pt x="115481" y="115485"/>
                    </a:cubicBezTo>
                    <a:cubicBezTo>
                      <a:pt x="116069" y="116798"/>
                      <a:pt x="116839" y="118020"/>
                      <a:pt x="117473" y="119378"/>
                    </a:cubicBezTo>
                    <a:cubicBezTo>
                      <a:pt x="118016" y="120510"/>
                      <a:pt x="118197" y="121732"/>
                      <a:pt x="118152" y="123000"/>
                    </a:cubicBezTo>
                    <a:cubicBezTo>
                      <a:pt x="118061" y="124267"/>
                      <a:pt x="117654" y="125444"/>
                      <a:pt x="117292" y="126667"/>
                    </a:cubicBezTo>
                    <a:cubicBezTo>
                      <a:pt x="117194" y="126992"/>
                      <a:pt x="117471" y="127247"/>
                      <a:pt x="117752" y="127247"/>
                    </a:cubicBezTo>
                    <a:cubicBezTo>
                      <a:pt x="117862" y="127247"/>
                      <a:pt x="117972" y="127208"/>
                      <a:pt x="118061" y="127119"/>
                    </a:cubicBezTo>
                    <a:cubicBezTo>
                      <a:pt x="118152" y="127029"/>
                      <a:pt x="118242" y="126938"/>
                      <a:pt x="118333" y="126848"/>
                    </a:cubicBezTo>
                    <a:cubicBezTo>
                      <a:pt x="118378" y="126893"/>
                      <a:pt x="118378" y="126938"/>
                      <a:pt x="118378" y="126938"/>
                    </a:cubicBezTo>
                    <a:cubicBezTo>
                      <a:pt x="118740" y="127798"/>
                      <a:pt x="119284" y="128568"/>
                      <a:pt x="119646" y="129428"/>
                    </a:cubicBezTo>
                    <a:cubicBezTo>
                      <a:pt x="120415" y="131329"/>
                      <a:pt x="118650" y="132914"/>
                      <a:pt x="118605" y="134815"/>
                    </a:cubicBezTo>
                    <a:cubicBezTo>
                      <a:pt x="118605" y="135130"/>
                      <a:pt x="118934" y="135380"/>
                      <a:pt x="119241" y="135380"/>
                    </a:cubicBezTo>
                    <a:cubicBezTo>
                      <a:pt x="119375" y="135380"/>
                      <a:pt x="119504" y="135332"/>
                      <a:pt x="119600" y="135222"/>
                    </a:cubicBezTo>
                    <a:cubicBezTo>
                      <a:pt x="119736" y="135041"/>
                      <a:pt x="119872" y="134860"/>
                      <a:pt x="120008" y="134679"/>
                    </a:cubicBezTo>
                    <a:cubicBezTo>
                      <a:pt x="120098" y="134905"/>
                      <a:pt x="120234" y="135132"/>
                      <a:pt x="120370" y="135358"/>
                    </a:cubicBezTo>
                    <a:cubicBezTo>
                      <a:pt x="120777" y="136037"/>
                      <a:pt x="121230" y="136716"/>
                      <a:pt x="121502" y="137441"/>
                    </a:cubicBezTo>
                    <a:cubicBezTo>
                      <a:pt x="121819" y="138391"/>
                      <a:pt x="121547" y="139297"/>
                      <a:pt x="121366" y="140202"/>
                    </a:cubicBezTo>
                    <a:cubicBezTo>
                      <a:pt x="121140" y="141198"/>
                      <a:pt x="120868" y="142375"/>
                      <a:pt x="121049" y="143416"/>
                    </a:cubicBezTo>
                    <a:cubicBezTo>
                      <a:pt x="121079" y="143537"/>
                      <a:pt x="121250" y="143637"/>
                      <a:pt x="121401" y="143637"/>
                    </a:cubicBezTo>
                    <a:cubicBezTo>
                      <a:pt x="121477" y="143637"/>
                      <a:pt x="121547" y="143612"/>
                      <a:pt x="121592" y="143552"/>
                    </a:cubicBezTo>
                    <a:cubicBezTo>
                      <a:pt x="121864" y="143190"/>
                      <a:pt x="122045" y="142782"/>
                      <a:pt x="122226" y="142375"/>
                    </a:cubicBezTo>
                    <a:cubicBezTo>
                      <a:pt x="122815" y="143733"/>
                      <a:pt x="124082" y="144910"/>
                      <a:pt x="124218" y="146404"/>
                    </a:cubicBezTo>
                    <a:cubicBezTo>
                      <a:pt x="124263" y="147264"/>
                      <a:pt x="124037" y="148079"/>
                      <a:pt x="123675" y="148803"/>
                    </a:cubicBezTo>
                    <a:lnTo>
                      <a:pt x="123629" y="148848"/>
                    </a:lnTo>
                    <a:cubicBezTo>
                      <a:pt x="123448" y="149210"/>
                      <a:pt x="123267" y="149573"/>
                      <a:pt x="123041" y="149935"/>
                    </a:cubicBezTo>
                    <a:cubicBezTo>
                      <a:pt x="122860" y="150252"/>
                      <a:pt x="122588" y="150569"/>
                      <a:pt x="122498" y="150931"/>
                    </a:cubicBezTo>
                    <a:cubicBezTo>
                      <a:pt x="122452" y="151202"/>
                      <a:pt x="122633" y="151474"/>
                      <a:pt x="122905" y="151474"/>
                    </a:cubicBezTo>
                    <a:cubicBezTo>
                      <a:pt x="123086" y="151474"/>
                      <a:pt x="123267" y="151383"/>
                      <a:pt x="123448" y="151338"/>
                    </a:cubicBezTo>
                    <a:cubicBezTo>
                      <a:pt x="123494" y="153647"/>
                      <a:pt x="123946" y="155956"/>
                      <a:pt x="123584" y="158310"/>
                    </a:cubicBezTo>
                    <a:cubicBezTo>
                      <a:pt x="123358" y="159668"/>
                      <a:pt x="122905" y="160935"/>
                      <a:pt x="122362" y="162157"/>
                    </a:cubicBezTo>
                    <a:cubicBezTo>
                      <a:pt x="122090" y="162836"/>
                      <a:pt x="121773" y="163470"/>
                      <a:pt x="121502" y="164104"/>
                    </a:cubicBezTo>
                    <a:cubicBezTo>
                      <a:pt x="121502" y="164195"/>
                      <a:pt x="121456" y="164240"/>
                      <a:pt x="121456" y="164285"/>
                    </a:cubicBezTo>
                    <a:cubicBezTo>
                      <a:pt x="121411" y="164195"/>
                      <a:pt x="121366" y="164104"/>
                      <a:pt x="121321" y="164013"/>
                    </a:cubicBezTo>
                    <a:cubicBezTo>
                      <a:pt x="121253" y="163900"/>
                      <a:pt x="121128" y="163844"/>
                      <a:pt x="121004" y="163844"/>
                    </a:cubicBezTo>
                    <a:cubicBezTo>
                      <a:pt x="120879" y="163844"/>
                      <a:pt x="120755" y="163900"/>
                      <a:pt x="120687" y="164013"/>
                    </a:cubicBezTo>
                    <a:cubicBezTo>
                      <a:pt x="120415" y="164511"/>
                      <a:pt x="120415" y="165145"/>
                      <a:pt x="120325" y="165688"/>
                    </a:cubicBezTo>
                    <a:cubicBezTo>
                      <a:pt x="120279" y="166277"/>
                      <a:pt x="120234" y="166911"/>
                      <a:pt x="120189" y="167499"/>
                    </a:cubicBezTo>
                    <a:cubicBezTo>
                      <a:pt x="120053" y="168586"/>
                      <a:pt x="119782" y="169627"/>
                      <a:pt x="119238" y="170577"/>
                    </a:cubicBezTo>
                    <a:cubicBezTo>
                      <a:pt x="118559" y="171754"/>
                      <a:pt x="117065" y="172615"/>
                      <a:pt x="116386" y="173746"/>
                    </a:cubicBezTo>
                    <a:lnTo>
                      <a:pt x="116296" y="173701"/>
                    </a:lnTo>
                    <a:cubicBezTo>
                      <a:pt x="116202" y="173626"/>
                      <a:pt x="116077" y="173582"/>
                      <a:pt x="115960" y="173582"/>
                    </a:cubicBezTo>
                    <a:cubicBezTo>
                      <a:pt x="115794" y="173582"/>
                      <a:pt x="115643" y="173670"/>
                      <a:pt x="115617" y="173882"/>
                    </a:cubicBezTo>
                    <a:cubicBezTo>
                      <a:pt x="115481" y="174471"/>
                      <a:pt x="115707" y="175104"/>
                      <a:pt x="115843" y="175738"/>
                    </a:cubicBezTo>
                    <a:cubicBezTo>
                      <a:pt x="115934" y="176372"/>
                      <a:pt x="115979" y="177006"/>
                      <a:pt x="116024" y="177639"/>
                    </a:cubicBezTo>
                    <a:cubicBezTo>
                      <a:pt x="116024" y="178771"/>
                      <a:pt x="116115" y="180174"/>
                      <a:pt x="115436" y="181125"/>
                    </a:cubicBezTo>
                    <a:cubicBezTo>
                      <a:pt x="115119" y="181578"/>
                      <a:pt x="114666" y="181895"/>
                      <a:pt x="114213" y="182212"/>
                    </a:cubicBezTo>
                    <a:cubicBezTo>
                      <a:pt x="113806" y="182528"/>
                      <a:pt x="113399" y="182891"/>
                      <a:pt x="113036" y="183343"/>
                    </a:cubicBezTo>
                    <a:cubicBezTo>
                      <a:pt x="113036" y="183253"/>
                      <a:pt x="113036" y="183162"/>
                      <a:pt x="112991" y="183072"/>
                    </a:cubicBezTo>
                    <a:cubicBezTo>
                      <a:pt x="112969" y="182913"/>
                      <a:pt x="112833" y="182834"/>
                      <a:pt x="112691" y="182834"/>
                    </a:cubicBezTo>
                    <a:cubicBezTo>
                      <a:pt x="112550" y="182834"/>
                      <a:pt x="112403" y="182913"/>
                      <a:pt x="112357" y="183072"/>
                    </a:cubicBezTo>
                    <a:cubicBezTo>
                      <a:pt x="112176" y="183796"/>
                      <a:pt x="112041" y="184566"/>
                      <a:pt x="111995" y="185380"/>
                    </a:cubicBezTo>
                    <a:cubicBezTo>
                      <a:pt x="111905" y="185561"/>
                      <a:pt x="111859" y="185788"/>
                      <a:pt x="111950" y="186014"/>
                    </a:cubicBezTo>
                    <a:cubicBezTo>
                      <a:pt x="111859" y="186829"/>
                      <a:pt x="111814" y="187644"/>
                      <a:pt x="111678" y="188459"/>
                    </a:cubicBezTo>
                    <a:cubicBezTo>
                      <a:pt x="111588" y="189274"/>
                      <a:pt x="111362" y="190088"/>
                      <a:pt x="110864" y="190767"/>
                    </a:cubicBezTo>
                    <a:cubicBezTo>
                      <a:pt x="110411" y="191401"/>
                      <a:pt x="109732" y="191854"/>
                      <a:pt x="109053" y="192261"/>
                    </a:cubicBezTo>
                    <a:cubicBezTo>
                      <a:pt x="107649" y="193121"/>
                      <a:pt x="105929" y="193755"/>
                      <a:pt x="104300" y="193800"/>
                    </a:cubicBezTo>
                    <a:cubicBezTo>
                      <a:pt x="103983" y="193800"/>
                      <a:pt x="103666" y="193800"/>
                      <a:pt x="103394" y="193665"/>
                    </a:cubicBezTo>
                    <a:cubicBezTo>
                      <a:pt x="103123" y="193484"/>
                      <a:pt x="103123" y="193121"/>
                      <a:pt x="103123" y="192804"/>
                    </a:cubicBezTo>
                    <a:cubicBezTo>
                      <a:pt x="103123" y="192035"/>
                      <a:pt x="103349" y="191311"/>
                      <a:pt x="103621" y="190541"/>
                    </a:cubicBezTo>
                    <a:cubicBezTo>
                      <a:pt x="104164" y="188911"/>
                      <a:pt x="104843" y="187327"/>
                      <a:pt x="104526" y="185561"/>
                    </a:cubicBezTo>
                    <a:cubicBezTo>
                      <a:pt x="104506" y="185364"/>
                      <a:pt x="104366" y="185279"/>
                      <a:pt x="104214" y="185279"/>
                    </a:cubicBezTo>
                    <a:cubicBezTo>
                      <a:pt x="104018" y="185279"/>
                      <a:pt x="103802" y="185422"/>
                      <a:pt x="103802" y="185652"/>
                    </a:cubicBezTo>
                    <a:cubicBezTo>
                      <a:pt x="103756" y="187508"/>
                      <a:pt x="102579" y="189092"/>
                      <a:pt x="101991" y="190767"/>
                    </a:cubicBezTo>
                    <a:cubicBezTo>
                      <a:pt x="101765" y="191446"/>
                      <a:pt x="101583" y="192261"/>
                      <a:pt x="101583" y="193031"/>
                    </a:cubicBezTo>
                    <a:cubicBezTo>
                      <a:pt x="101357" y="193076"/>
                      <a:pt x="101086" y="193076"/>
                      <a:pt x="100859" y="193076"/>
                    </a:cubicBezTo>
                    <a:cubicBezTo>
                      <a:pt x="100316" y="193031"/>
                      <a:pt x="99727" y="192850"/>
                      <a:pt x="99229" y="192578"/>
                    </a:cubicBezTo>
                    <a:cubicBezTo>
                      <a:pt x="98641" y="192307"/>
                      <a:pt x="98098" y="191899"/>
                      <a:pt x="97555" y="191537"/>
                    </a:cubicBezTo>
                    <a:cubicBezTo>
                      <a:pt x="97147" y="191265"/>
                      <a:pt x="96694" y="190948"/>
                      <a:pt x="96378" y="190496"/>
                    </a:cubicBezTo>
                    <a:cubicBezTo>
                      <a:pt x="96468" y="190360"/>
                      <a:pt x="96513" y="190224"/>
                      <a:pt x="96468" y="190043"/>
                    </a:cubicBezTo>
                    <a:cubicBezTo>
                      <a:pt x="96378" y="189817"/>
                      <a:pt x="96196" y="189590"/>
                      <a:pt x="96061" y="189409"/>
                    </a:cubicBezTo>
                    <a:cubicBezTo>
                      <a:pt x="96106" y="188730"/>
                      <a:pt x="96423" y="188097"/>
                      <a:pt x="96694" y="187463"/>
                    </a:cubicBezTo>
                    <a:cubicBezTo>
                      <a:pt x="96921" y="186874"/>
                      <a:pt x="97102" y="186240"/>
                      <a:pt x="97192" y="185607"/>
                    </a:cubicBezTo>
                    <a:cubicBezTo>
                      <a:pt x="97328" y="185109"/>
                      <a:pt x="97509" y="184384"/>
                      <a:pt x="97102" y="183932"/>
                    </a:cubicBezTo>
                    <a:cubicBezTo>
                      <a:pt x="97057" y="183909"/>
                      <a:pt x="97011" y="183898"/>
                      <a:pt x="96966" y="183898"/>
                    </a:cubicBezTo>
                    <a:cubicBezTo>
                      <a:pt x="96921" y="183898"/>
                      <a:pt x="96876" y="183909"/>
                      <a:pt x="96830" y="183932"/>
                    </a:cubicBezTo>
                    <a:cubicBezTo>
                      <a:pt x="96242" y="184203"/>
                      <a:pt x="96106" y="185245"/>
                      <a:pt x="95880" y="185788"/>
                    </a:cubicBezTo>
                    <a:cubicBezTo>
                      <a:pt x="95653" y="186422"/>
                      <a:pt x="95336" y="187010"/>
                      <a:pt x="95065" y="187644"/>
                    </a:cubicBezTo>
                    <a:cubicBezTo>
                      <a:pt x="95019" y="187599"/>
                      <a:pt x="95019" y="187553"/>
                      <a:pt x="95019" y="187508"/>
                    </a:cubicBezTo>
                    <a:cubicBezTo>
                      <a:pt x="94703" y="186512"/>
                      <a:pt x="94522" y="185154"/>
                      <a:pt x="95065" y="184249"/>
                    </a:cubicBezTo>
                    <a:cubicBezTo>
                      <a:pt x="95336" y="183751"/>
                      <a:pt x="95789" y="183343"/>
                      <a:pt x="96196" y="182891"/>
                    </a:cubicBezTo>
                    <a:cubicBezTo>
                      <a:pt x="96649" y="182347"/>
                      <a:pt x="97102" y="181849"/>
                      <a:pt x="97600" y="181306"/>
                    </a:cubicBezTo>
                    <a:cubicBezTo>
                      <a:pt x="98550" y="180220"/>
                      <a:pt x="99411" y="179088"/>
                      <a:pt x="100271" y="177956"/>
                    </a:cubicBezTo>
                    <a:cubicBezTo>
                      <a:pt x="100497" y="178092"/>
                      <a:pt x="100678" y="178228"/>
                      <a:pt x="100904" y="178364"/>
                    </a:cubicBezTo>
                    <a:cubicBezTo>
                      <a:pt x="101176" y="178590"/>
                      <a:pt x="101448" y="178816"/>
                      <a:pt x="101765" y="178952"/>
                    </a:cubicBezTo>
                    <a:cubicBezTo>
                      <a:pt x="101864" y="179007"/>
                      <a:pt x="101971" y="179033"/>
                      <a:pt x="102076" y="179033"/>
                    </a:cubicBezTo>
                    <a:cubicBezTo>
                      <a:pt x="102404" y="179033"/>
                      <a:pt x="102715" y="178786"/>
                      <a:pt x="102715" y="178409"/>
                    </a:cubicBezTo>
                    <a:cubicBezTo>
                      <a:pt x="102670" y="177549"/>
                      <a:pt x="101946" y="177096"/>
                      <a:pt x="101312" y="176689"/>
                    </a:cubicBezTo>
                    <a:cubicBezTo>
                      <a:pt x="100769" y="176372"/>
                      <a:pt x="100271" y="176055"/>
                      <a:pt x="100225" y="175331"/>
                    </a:cubicBezTo>
                    <a:cubicBezTo>
                      <a:pt x="100225" y="174516"/>
                      <a:pt x="100542" y="173701"/>
                      <a:pt x="100588" y="172841"/>
                    </a:cubicBezTo>
                    <a:cubicBezTo>
                      <a:pt x="100588" y="172162"/>
                      <a:pt x="100588" y="171302"/>
                      <a:pt x="100316" y="170577"/>
                    </a:cubicBezTo>
                    <a:lnTo>
                      <a:pt x="100316" y="170577"/>
                    </a:lnTo>
                    <a:cubicBezTo>
                      <a:pt x="100614" y="170786"/>
                      <a:pt x="100952" y="170936"/>
                      <a:pt x="101304" y="170936"/>
                    </a:cubicBezTo>
                    <a:cubicBezTo>
                      <a:pt x="101485" y="170936"/>
                      <a:pt x="101670" y="170896"/>
                      <a:pt x="101855" y="170804"/>
                    </a:cubicBezTo>
                    <a:cubicBezTo>
                      <a:pt x="102081" y="170713"/>
                      <a:pt x="102127" y="170351"/>
                      <a:pt x="101946" y="170215"/>
                    </a:cubicBezTo>
                    <a:cubicBezTo>
                      <a:pt x="101629" y="169898"/>
                      <a:pt x="101267" y="169672"/>
                      <a:pt x="100950" y="169400"/>
                    </a:cubicBezTo>
                    <a:cubicBezTo>
                      <a:pt x="100633" y="169084"/>
                      <a:pt x="100361" y="168676"/>
                      <a:pt x="100090" y="168314"/>
                    </a:cubicBezTo>
                    <a:cubicBezTo>
                      <a:pt x="99456" y="167454"/>
                      <a:pt x="98686" y="166548"/>
                      <a:pt x="98188" y="165598"/>
                    </a:cubicBezTo>
                    <a:cubicBezTo>
                      <a:pt x="97736" y="164602"/>
                      <a:pt x="98279" y="163470"/>
                      <a:pt x="98324" y="162429"/>
                    </a:cubicBezTo>
                    <a:cubicBezTo>
                      <a:pt x="98369" y="162112"/>
                      <a:pt x="98324" y="161841"/>
                      <a:pt x="98324" y="161524"/>
                    </a:cubicBezTo>
                    <a:lnTo>
                      <a:pt x="98324" y="161524"/>
                    </a:lnTo>
                    <a:cubicBezTo>
                      <a:pt x="98415" y="161705"/>
                      <a:pt x="98550" y="161841"/>
                      <a:pt x="98641" y="162022"/>
                    </a:cubicBezTo>
                    <a:cubicBezTo>
                      <a:pt x="98822" y="162429"/>
                      <a:pt x="98958" y="162836"/>
                      <a:pt x="99275" y="163199"/>
                    </a:cubicBezTo>
                    <a:cubicBezTo>
                      <a:pt x="99319" y="163257"/>
                      <a:pt x="99381" y="163283"/>
                      <a:pt x="99449" y="163283"/>
                    </a:cubicBezTo>
                    <a:cubicBezTo>
                      <a:pt x="99592" y="163283"/>
                      <a:pt x="99757" y="163171"/>
                      <a:pt x="99818" y="163018"/>
                    </a:cubicBezTo>
                    <a:cubicBezTo>
                      <a:pt x="99999" y="162293"/>
                      <a:pt x="99637" y="161252"/>
                      <a:pt x="99275" y="160573"/>
                    </a:cubicBezTo>
                    <a:cubicBezTo>
                      <a:pt x="98867" y="159849"/>
                      <a:pt x="98279" y="159260"/>
                      <a:pt x="97962" y="158491"/>
                    </a:cubicBezTo>
                    <a:cubicBezTo>
                      <a:pt x="97917" y="158400"/>
                      <a:pt x="97871" y="158310"/>
                      <a:pt x="97871" y="158264"/>
                    </a:cubicBezTo>
                    <a:lnTo>
                      <a:pt x="97871" y="158219"/>
                    </a:lnTo>
                    <a:cubicBezTo>
                      <a:pt x="97871" y="158219"/>
                      <a:pt x="97871" y="158174"/>
                      <a:pt x="97871" y="158174"/>
                    </a:cubicBezTo>
                    <a:cubicBezTo>
                      <a:pt x="97871" y="158128"/>
                      <a:pt x="97871" y="158128"/>
                      <a:pt x="97871" y="158083"/>
                    </a:cubicBezTo>
                    <a:cubicBezTo>
                      <a:pt x="97871" y="158038"/>
                      <a:pt x="97871" y="157993"/>
                      <a:pt x="97871" y="157947"/>
                    </a:cubicBezTo>
                    <a:cubicBezTo>
                      <a:pt x="97917" y="157857"/>
                      <a:pt x="97917" y="157766"/>
                      <a:pt x="97917" y="157676"/>
                    </a:cubicBezTo>
                    <a:cubicBezTo>
                      <a:pt x="97917" y="157585"/>
                      <a:pt x="97826" y="157540"/>
                      <a:pt x="97781" y="157540"/>
                    </a:cubicBezTo>
                    <a:cubicBezTo>
                      <a:pt x="97736" y="157540"/>
                      <a:pt x="97690" y="157540"/>
                      <a:pt x="97690" y="157585"/>
                    </a:cubicBezTo>
                    <a:cubicBezTo>
                      <a:pt x="97464" y="156272"/>
                      <a:pt x="97690" y="154824"/>
                      <a:pt x="98007" y="153602"/>
                    </a:cubicBezTo>
                    <a:cubicBezTo>
                      <a:pt x="98048" y="153317"/>
                      <a:pt x="97833" y="153142"/>
                      <a:pt x="97625" y="153142"/>
                    </a:cubicBezTo>
                    <a:cubicBezTo>
                      <a:pt x="97601" y="153142"/>
                      <a:pt x="97578" y="153144"/>
                      <a:pt x="97555" y="153149"/>
                    </a:cubicBezTo>
                    <a:cubicBezTo>
                      <a:pt x="97600" y="152696"/>
                      <a:pt x="97645" y="152198"/>
                      <a:pt x="97736" y="151746"/>
                    </a:cubicBezTo>
                    <a:cubicBezTo>
                      <a:pt x="97917" y="151021"/>
                      <a:pt x="98143" y="150252"/>
                      <a:pt x="98460" y="149573"/>
                    </a:cubicBezTo>
                    <a:cubicBezTo>
                      <a:pt x="98505" y="149482"/>
                      <a:pt x="98550" y="149437"/>
                      <a:pt x="98550" y="149346"/>
                    </a:cubicBezTo>
                    <a:cubicBezTo>
                      <a:pt x="98867" y="148713"/>
                      <a:pt x="99229" y="148124"/>
                      <a:pt x="99637" y="147581"/>
                    </a:cubicBezTo>
                    <a:cubicBezTo>
                      <a:pt x="99682" y="147490"/>
                      <a:pt x="99682" y="147445"/>
                      <a:pt x="99682" y="147354"/>
                    </a:cubicBezTo>
                    <a:cubicBezTo>
                      <a:pt x="99682" y="147309"/>
                      <a:pt x="99727" y="147309"/>
                      <a:pt x="99773" y="147264"/>
                    </a:cubicBezTo>
                    <a:cubicBezTo>
                      <a:pt x="100588" y="146449"/>
                      <a:pt x="101765" y="146177"/>
                      <a:pt x="102625" y="145453"/>
                    </a:cubicBezTo>
                    <a:cubicBezTo>
                      <a:pt x="103485" y="144729"/>
                      <a:pt x="104164" y="143733"/>
                      <a:pt x="104798" y="142828"/>
                    </a:cubicBezTo>
                    <a:cubicBezTo>
                      <a:pt x="105477" y="141922"/>
                      <a:pt x="106110" y="140790"/>
                      <a:pt x="105703" y="139613"/>
                    </a:cubicBezTo>
                    <a:cubicBezTo>
                      <a:pt x="105674" y="139469"/>
                      <a:pt x="105516" y="139361"/>
                      <a:pt x="105358" y="139361"/>
                    </a:cubicBezTo>
                    <a:cubicBezTo>
                      <a:pt x="105269" y="139361"/>
                      <a:pt x="105180" y="139396"/>
                      <a:pt x="105114" y="139478"/>
                    </a:cubicBezTo>
                    <a:cubicBezTo>
                      <a:pt x="104435" y="140338"/>
                      <a:pt x="103937" y="141334"/>
                      <a:pt x="103258" y="142239"/>
                    </a:cubicBezTo>
                    <a:cubicBezTo>
                      <a:pt x="102579" y="143099"/>
                      <a:pt x="101900" y="144140"/>
                      <a:pt x="100904" y="144729"/>
                    </a:cubicBezTo>
                    <a:cubicBezTo>
                      <a:pt x="100406" y="145000"/>
                      <a:pt x="99863" y="145227"/>
                      <a:pt x="99365" y="145634"/>
                    </a:cubicBezTo>
                    <a:cubicBezTo>
                      <a:pt x="98958" y="145951"/>
                      <a:pt x="98596" y="146359"/>
                      <a:pt x="98324" y="146811"/>
                    </a:cubicBezTo>
                    <a:cubicBezTo>
                      <a:pt x="98007" y="147354"/>
                      <a:pt x="97555" y="148215"/>
                      <a:pt x="97555" y="148984"/>
                    </a:cubicBezTo>
                    <a:cubicBezTo>
                      <a:pt x="97555" y="149029"/>
                      <a:pt x="97509" y="149029"/>
                      <a:pt x="97509" y="149075"/>
                    </a:cubicBezTo>
                    <a:cubicBezTo>
                      <a:pt x="97283" y="148350"/>
                      <a:pt x="96830" y="147671"/>
                      <a:pt x="96378" y="147038"/>
                    </a:cubicBezTo>
                    <a:cubicBezTo>
                      <a:pt x="96287" y="146902"/>
                      <a:pt x="96151" y="146721"/>
                      <a:pt x="96015" y="146540"/>
                    </a:cubicBezTo>
                    <a:cubicBezTo>
                      <a:pt x="96061" y="146494"/>
                      <a:pt x="96106" y="146449"/>
                      <a:pt x="96151" y="146359"/>
                    </a:cubicBezTo>
                    <a:cubicBezTo>
                      <a:pt x="96332" y="145363"/>
                      <a:pt x="96468" y="144412"/>
                      <a:pt x="96559" y="143416"/>
                    </a:cubicBezTo>
                    <a:cubicBezTo>
                      <a:pt x="96604" y="142963"/>
                      <a:pt x="96649" y="142465"/>
                      <a:pt x="96649" y="142013"/>
                    </a:cubicBezTo>
                    <a:cubicBezTo>
                      <a:pt x="96649" y="141741"/>
                      <a:pt x="96604" y="141469"/>
                      <a:pt x="96604" y="141243"/>
                    </a:cubicBezTo>
                    <a:cubicBezTo>
                      <a:pt x="96559" y="140972"/>
                      <a:pt x="96513" y="140745"/>
                      <a:pt x="96378" y="140519"/>
                    </a:cubicBezTo>
                    <a:cubicBezTo>
                      <a:pt x="96306" y="140423"/>
                      <a:pt x="96196" y="140366"/>
                      <a:pt x="96089" y="140366"/>
                    </a:cubicBezTo>
                    <a:cubicBezTo>
                      <a:pt x="95993" y="140366"/>
                      <a:pt x="95898" y="140412"/>
                      <a:pt x="95834" y="140519"/>
                    </a:cubicBezTo>
                    <a:cubicBezTo>
                      <a:pt x="95653" y="140745"/>
                      <a:pt x="95653" y="140972"/>
                      <a:pt x="95608" y="141243"/>
                    </a:cubicBezTo>
                    <a:cubicBezTo>
                      <a:pt x="95608" y="141469"/>
                      <a:pt x="95563" y="141651"/>
                      <a:pt x="95563" y="141877"/>
                    </a:cubicBezTo>
                    <a:cubicBezTo>
                      <a:pt x="95517" y="142375"/>
                      <a:pt x="95563" y="142873"/>
                      <a:pt x="95517" y="143371"/>
                    </a:cubicBezTo>
                    <a:cubicBezTo>
                      <a:pt x="95517" y="144140"/>
                      <a:pt x="95472" y="144955"/>
                      <a:pt x="95427" y="145725"/>
                    </a:cubicBezTo>
                    <a:cubicBezTo>
                      <a:pt x="94838" y="144865"/>
                      <a:pt x="94386" y="144005"/>
                      <a:pt x="94250" y="142918"/>
                    </a:cubicBezTo>
                    <a:cubicBezTo>
                      <a:pt x="94227" y="142669"/>
                      <a:pt x="94024" y="142545"/>
                      <a:pt x="93831" y="142545"/>
                    </a:cubicBezTo>
                    <a:cubicBezTo>
                      <a:pt x="93639" y="142545"/>
                      <a:pt x="93458" y="142669"/>
                      <a:pt x="93480" y="142918"/>
                    </a:cubicBezTo>
                    <a:cubicBezTo>
                      <a:pt x="93480" y="144503"/>
                      <a:pt x="93933" y="145906"/>
                      <a:pt x="94793" y="147264"/>
                    </a:cubicBezTo>
                    <a:cubicBezTo>
                      <a:pt x="95472" y="148260"/>
                      <a:pt x="96378" y="149392"/>
                      <a:pt x="96151" y="150614"/>
                    </a:cubicBezTo>
                    <a:cubicBezTo>
                      <a:pt x="95925" y="151746"/>
                      <a:pt x="95110" y="152651"/>
                      <a:pt x="94522" y="153556"/>
                    </a:cubicBezTo>
                    <a:cubicBezTo>
                      <a:pt x="94205" y="154009"/>
                      <a:pt x="93752" y="154688"/>
                      <a:pt x="93571" y="155367"/>
                    </a:cubicBezTo>
                    <a:cubicBezTo>
                      <a:pt x="93390" y="154824"/>
                      <a:pt x="93163" y="154281"/>
                      <a:pt x="92937" y="153737"/>
                    </a:cubicBezTo>
                    <a:cubicBezTo>
                      <a:pt x="92575" y="152741"/>
                      <a:pt x="92168" y="151700"/>
                      <a:pt x="91624" y="150795"/>
                    </a:cubicBezTo>
                    <a:cubicBezTo>
                      <a:pt x="91551" y="150704"/>
                      <a:pt x="91434" y="150657"/>
                      <a:pt x="91320" y="150657"/>
                    </a:cubicBezTo>
                    <a:cubicBezTo>
                      <a:pt x="91152" y="150657"/>
                      <a:pt x="90991" y="150760"/>
                      <a:pt x="90991" y="150976"/>
                    </a:cubicBezTo>
                    <a:cubicBezTo>
                      <a:pt x="91172" y="152787"/>
                      <a:pt x="91851" y="154552"/>
                      <a:pt x="92394" y="156318"/>
                    </a:cubicBezTo>
                    <a:cubicBezTo>
                      <a:pt x="92937" y="158128"/>
                      <a:pt x="93616" y="159894"/>
                      <a:pt x="94114" y="161705"/>
                    </a:cubicBezTo>
                    <a:cubicBezTo>
                      <a:pt x="94567" y="163334"/>
                      <a:pt x="94703" y="164874"/>
                      <a:pt x="94205" y="166503"/>
                    </a:cubicBezTo>
                    <a:cubicBezTo>
                      <a:pt x="93797" y="167861"/>
                      <a:pt x="93028" y="169129"/>
                      <a:pt x="92439" y="170442"/>
                    </a:cubicBezTo>
                    <a:cubicBezTo>
                      <a:pt x="91805" y="171664"/>
                      <a:pt x="91307" y="172931"/>
                      <a:pt x="91081" y="174289"/>
                    </a:cubicBezTo>
                    <a:cubicBezTo>
                      <a:pt x="91036" y="174154"/>
                      <a:pt x="90991" y="173973"/>
                      <a:pt x="90945" y="173837"/>
                    </a:cubicBezTo>
                    <a:cubicBezTo>
                      <a:pt x="90764" y="173203"/>
                      <a:pt x="90764" y="172524"/>
                      <a:pt x="90583" y="171936"/>
                    </a:cubicBezTo>
                    <a:cubicBezTo>
                      <a:pt x="90533" y="171811"/>
                      <a:pt x="90415" y="171741"/>
                      <a:pt x="90296" y="171741"/>
                    </a:cubicBezTo>
                    <a:cubicBezTo>
                      <a:pt x="90199" y="171741"/>
                      <a:pt x="90101" y="171788"/>
                      <a:pt x="90040" y="171890"/>
                    </a:cubicBezTo>
                    <a:cubicBezTo>
                      <a:pt x="89361" y="172796"/>
                      <a:pt x="89678" y="174380"/>
                      <a:pt x="89995" y="175376"/>
                    </a:cubicBezTo>
                    <a:cubicBezTo>
                      <a:pt x="90357" y="176327"/>
                      <a:pt x="90855" y="177277"/>
                      <a:pt x="90402" y="178318"/>
                    </a:cubicBezTo>
                    <a:cubicBezTo>
                      <a:pt x="90085" y="179088"/>
                      <a:pt x="89497" y="179722"/>
                      <a:pt x="89044" y="180446"/>
                    </a:cubicBezTo>
                    <a:cubicBezTo>
                      <a:pt x="88772" y="180853"/>
                      <a:pt x="88546" y="181306"/>
                      <a:pt x="88410" y="181714"/>
                    </a:cubicBezTo>
                    <a:cubicBezTo>
                      <a:pt x="88003" y="180899"/>
                      <a:pt x="87505" y="180129"/>
                      <a:pt x="86962" y="179450"/>
                    </a:cubicBezTo>
                    <a:cubicBezTo>
                      <a:pt x="86875" y="179352"/>
                      <a:pt x="86769" y="179310"/>
                      <a:pt x="86661" y="179310"/>
                    </a:cubicBezTo>
                    <a:cubicBezTo>
                      <a:pt x="86375" y="179310"/>
                      <a:pt x="86081" y="179606"/>
                      <a:pt x="86147" y="179903"/>
                    </a:cubicBezTo>
                    <a:cubicBezTo>
                      <a:pt x="86373" y="180763"/>
                      <a:pt x="86781" y="181578"/>
                      <a:pt x="87097" y="182438"/>
                    </a:cubicBezTo>
                    <a:cubicBezTo>
                      <a:pt x="87414" y="183253"/>
                      <a:pt x="87731" y="184068"/>
                      <a:pt x="87958" y="184973"/>
                    </a:cubicBezTo>
                    <a:cubicBezTo>
                      <a:pt x="88365" y="186512"/>
                      <a:pt x="88410" y="188187"/>
                      <a:pt x="87822" y="189726"/>
                    </a:cubicBezTo>
                    <a:cubicBezTo>
                      <a:pt x="87324" y="190994"/>
                      <a:pt x="86328" y="192035"/>
                      <a:pt x="85558" y="193121"/>
                    </a:cubicBezTo>
                    <a:cubicBezTo>
                      <a:pt x="85106" y="193710"/>
                      <a:pt x="84743" y="194344"/>
                      <a:pt x="84472" y="195023"/>
                    </a:cubicBezTo>
                    <a:cubicBezTo>
                      <a:pt x="84381" y="194842"/>
                      <a:pt x="84336" y="194661"/>
                      <a:pt x="84246" y="194525"/>
                    </a:cubicBezTo>
                    <a:cubicBezTo>
                      <a:pt x="84019" y="193936"/>
                      <a:pt x="83702" y="193212"/>
                      <a:pt x="83250" y="192804"/>
                    </a:cubicBezTo>
                    <a:cubicBezTo>
                      <a:pt x="83159" y="192729"/>
                      <a:pt x="83058" y="192694"/>
                      <a:pt x="82963" y="192694"/>
                    </a:cubicBezTo>
                    <a:cubicBezTo>
                      <a:pt x="82772" y="192694"/>
                      <a:pt x="82601" y="192835"/>
                      <a:pt x="82571" y="193076"/>
                    </a:cubicBezTo>
                    <a:cubicBezTo>
                      <a:pt x="82571" y="193619"/>
                      <a:pt x="82797" y="194208"/>
                      <a:pt x="82978" y="194751"/>
                    </a:cubicBezTo>
                    <a:cubicBezTo>
                      <a:pt x="83159" y="195294"/>
                      <a:pt x="83340" y="195883"/>
                      <a:pt x="83476" y="196471"/>
                    </a:cubicBezTo>
                    <a:cubicBezTo>
                      <a:pt x="83702" y="197558"/>
                      <a:pt x="83838" y="198689"/>
                      <a:pt x="83612" y="199776"/>
                    </a:cubicBezTo>
                    <a:cubicBezTo>
                      <a:pt x="83521" y="200274"/>
                      <a:pt x="83340" y="200727"/>
                      <a:pt x="83114" y="201179"/>
                    </a:cubicBezTo>
                    <a:cubicBezTo>
                      <a:pt x="82797" y="201632"/>
                      <a:pt x="82390" y="201813"/>
                      <a:pt x="81937" y="202039"/>
                    </a:cubicBezTo>
                    <a:cubicBezTo>
                      <a:pt x="81665" y="202220"/>
                      <a:pt x="81394" y="202356"/>
                      <a:pt x="81077" y="202583"/>
                    </a:cubicBezTo>
                    <a:cubicBezTo>
                      <a:pt x="81077" y="202356"/>
                      <a:pt x="81031" y="202175"/>
                      <a:pt x="80941" y="201994"/>
                    </a:cubicBezTo>
                    <a:cubicBezTo>
                      <a:pt x="80887" y="201833"/>
                      <a:pt x="80707" y="201720"/>
                      <a:pt x="80541" y="201720"/>
                    </a:cubicBezTo>
                    <a:cubicBezTo>
                      <a:pt x="80426" y="201720"/>
                      <a:pt x="80317" y="201774"/>
                      <a:pt x="80262" y="201904"/>
                    </a:cubicBezTo>
                    <a:cubicBezTo>
                      <a:pt x="79990" y="202492"/>
                      <a:pt x="79900" y="203171"/>
                      <a:pt x="79764" y="203805"/>
                    </a:cubicBezTo>
                    <a:cubicBezTo>
                      <a:pt x="79719" y="203850"/>
                      <a:pt x="79719" y="203941"/>
                      <a:pt x="79719" y="203986"/>
                    </a:cubicBezTo>
                    <a:cubicBezTo>
                      <a:pt x="79673" y="204076"/>
                      <a:pt x="79628" y="204122"/>
                      <a:pt x="79583" y="204212"/>
                    </a:cubicBezTo>
                    <a:cubicBezTo>
                      <a:pt x="79538" y="204303"/>
                      <a:pt x="79538" y="204393"/>
                      <a:pt x="79583" y="204484"/>
                    </a:cubicBezTo>
                    <a:cubicBezTo>
                      <a:pt x="79447" y="204891"/>
                      <a:pt x="79311" y="205299"/>
                      <a:pt x="79085" y="205570"/>
                    </a:cubicBezTo>
                    <a:cubicBezTo>
                      <a:pt x="78768" y="205978"/>
                      <a:pt x="78089" y="206159"/>
                      <a:pt x="77636" y="206340"/>
                    </a:cubicBezTo>
                    <a:cubicBezTo>
                      <a:pt x="77003" y="206612"/>
                      <a:pt x="76369" y="206793"/>
                      <a:pt x="75735" y="206928"/>
                    </a:cubicBezTo>
                    <a:cubicBezTo>
                      <a:pt x="75124" y="207069"/>
                      <a:pt x="74476" y="207149"/>
                      <a:pt x="73830" y="207149"/>
                    </a:cubicBezTo>
                    <a:cubicBezTo>
                      <a:pt x="73232" y="207149"/>
                      <a:pt x="72634" y="207081"/>
                      <a:pt x="72068" y="206928"/>
                    </a:cubicBezTo>
                    <a:cubicBezTo>
                      <a:pt x="71797" y="206838"/>
                      <a:pt x="71751" y="206883"/>
                      <a:pt x="71616" y="206612"/>
                    </a:cubicBezTo>
                    <a:cubicBezTo>
                      <a:pt x="71616" y="206521"/>
                      <a:pt x="71570" y="206430"/>
                      <a:pt x="71525" y="206340"/>
                    </a:cubicBezTo>
                    <a:cubicBezTo>
                      <a:pt x="71661" y="206114"/>
                      <a:pt x="71570" y="205797"/>
                      <a:pt x="71344" y="205706"/>
                    </a:cubicBezTo>
                    <a:cubicBezTo>
                      <a:pt x="71344" y="205616"/>
                      <a:pt x="71299" y="205570"/>
                      <a:pt x="71299" y="205480"/>
                    </a:cubicBezTo>
                    <a:cubicBezTo>
                      <a:pt x="71072" y="204755"/>
                      <a:pt x="70801" y="204076"/>
                      <a:pt x="70620" y="203397"/>
                    </a:cubicBezTo>
                    <a:cubicBezTo>
                      <a:pt x="70564" y="203192"/>
                      <a:pt x="70408" y="203102"/>
                      <a:pt x="70250" y="203102"/>
                    </a:cubicBezTo>
                    <a:cubicBezTo>
                      <a:pt x="70025" y="203102"/>
                      <a:pt x="69797" y="203286"/>
                      <a:pt x="69850" y="203579"/>
                    </a:cubicBezTo>
                    <a:cubicBezTo>
                      <a:pt x="69986" y="204348"/>
                      <a:pt x="70076" y="205118"/>
                      <a:pt x="70167" y="205842"/>
                    </a:cubicBezTo>
                    <a:cubicBezTo>
                      <a:pt x="70122" y="205842"/>
                      <a:pt x="70076" y="205887"/>
                      <a:pt x="70076" y="205887"/>
                    </a:cubicBezTo>
                    <a:cubicBezTo>
                      <a:pt x="69714" y="205932"/>
                      <a:pt x="69352" y="205978"/>
                      <a:pt x="68990" y="206068"/>
                    </a:cubicBezTo>
                    <a:cubicBezTo>
                      <a:pt x="68220" y="206249"/>
                      <a:pt x="67496" y="206340"/>
                      <a:pt x="66727" y="206340"/>
                    </a:cubicBezTo>
                    <a:cubicBezTo>
                      <a:pt x="66590" y="206350"/>
                      <a:pt x="66449" y="206355"/>
                      <a:pt x="66307" y="206355"/>
                    </a:cubicBezTo>
                    <a:cubicBezTo>
                      <a:pt x="65787" y="206355"/>
                      <a:pt x="65242" y="206281"/>
                      <a:pt x="64780" y="206068"/>
                    </a:cubicBezTo>
                    <a:cubicBezTo>
                      <a:pt x="64146" y="205797"/>
                      <a:pt x="63784" y="205118"/>
                      <a:pt x="63377" y="204620"/>
                    </a:cubicBezTo>
                    <a:cubicBezTo>
                      <a:pt x="62879" y="203941"/>
                      <a:pt x="62381" y="203307"/>
                      <a:pt x="61883" y="202628"/>
                    </a:cubicBezTo>
                    <a:cubicBezTo>
                      <a:pt x="61430" y="202085"/>
                      <a:pt x="61068" y="201587"/>
                      <a:pt x="61023" y="200862"/>
                    </a:cubicBezTo>
                    <a:cubicBezTo>
                      <a:pt x="60977" y="200048"/>
                      <a:pt x="61023" y="199278"/>
                      <a:pt x="61068" y="198508"/>
                    </a:cubicBezTo>
                    <a:cubicBezTo>
                      <a:pt x="61113" y="198101"/>
                      <a:pt x="61113" y="197694"/>
                      <a:pt x="61158" y="197331"/>
                    </a:cubicBezTo>
                    <a:cubicBezTo>
                      <a:pt x="61204" y="196879"/>
                      <a:pt x="61113" y="196381"/>
                      <a:pt x="61158" y="195928"/>
                    </a:cubicBezTo>
                    <a:cubicBezTo>
                      <a:pt x="61183" y="195758"/>
                      <a:pt x="61051" y="195667"/>
                      <a:pt x="60903" y="195667"/>
                    </a:cubicBezTo>
                    <a:cubicBezTo>
                      <a:pt x="60774" y="195667"/>
                      <a:pt x="60633" y="195736"/>
                      <a:pt x="60570" y="195883"/>
                    </a:cubicBezTo>
                    <a:cubicBezTo>
                      <a:pt x="60570" y="195928"/>
                      <a:pt x="60525" y="196019"/>
                      <a:pt x="60525" y="196064"/>
                    </a:cubicBezTo>
                    <a:cubicBezTo>
                      <a:pt x="60344" y="195475"/>
                      <a:pt x="60072" y="194887"/>
                      <a:pt x="59981" y="194298"/>
                    </a:cubicBezTo>
                    <a:cubicBezTo>
                      <a:pt x="59891" y="193302"/>
                      <a:pt x="60117" y="192488"/>
                      <a:pt x="60661" y="191673"/>
                    </a:cubicBezTo>
                    <a:cubicBezTo>
                      <a:pt x="61113" y="190994"/>
                      <a:pt x="61656" y="190360"/>
                      <a:pt x="62064" y="189636"/>
                    </a:cubicBezTo>
                    <a:cubicBezTo>
                      <a:pt x="62154" y="189500"/>
                      <a:pt x="62200" y="189364"/>
                      <a:pt x="62290" y="189183"/>
                    </a:cubicBezTo>
                    <a:cubicBezTo>
                      <a:pt x="62607" y="189636"/>
                      <a:pt x="63014" y="189998"/>
                      <a:pt x="63467" y="190269"/>
                    </a:cubicBezTo>
                    <a:cubicBezTo>
                      <a:pt x="63531" y="190306"/>
                      <a:pt x="63598" y="190322"/>
                      <a:pt x="63663" y="190322"/>
                    </a:cubicBezTo>
                    <a:cubicBezTo>
                      <a:pt x="63925" y="190322"/>
                      <a:pt x="64164" y="190061"/>
                      <a:pt x="64056" y="189771"/>
                    </a:cubicBezTo>
                    <a:cubicBezTo>
                      <a:pt x="63829" y="188957"/>
                      <a:pt x="63286" y="188232"/>
                      <a:pt x="62924" y="187417"/>
                    </a:cubicBezTo>
                    <a:cubicBezTo>
                      <a:pt x="62607" y="186603"/>
                      <a:pt x="62335" y="185743"/>
                      <a:pt x="62200" y="184882"/>
                    </a:cubicBezTo>
                    <a:cubicBezTo>
                      <a:pt x="61838" y="183026"/>
                      <a:pt x="62154" y="181261"/>
                      <a:pt x="62562" y="179450"/>
                    </a:cubicBezTo>
                    <a:cubicBezTo>
                      <a:pt x="63014" y="177504"/>
                      <a:pt x="63286" y="175512"/>
                      <a:pt x="63196" y="173565"/>
                    </a:cubicBezTo>
                    <a:cubicBezTo>
                      <a:pt x="63150" y="172433"/>
                      <a:pt x="62969" y="171302"/>
                      <a:pt x="62743" y="170215"/>
                    </a:cubicBezTo>
                    <a:cubicBezTo>
                      <a:pt x="62833" y="170170"/>
                      <a:pt x="62924" y="170125"/>
                      <a:pt x="62969" y="170034"/>
                    </a:cubicBezTo>
                    <a:cubicBezTo>
                      <a:pt x="63241" y="169582"/>
                      <a:pt x="63105" y="169038"/>
                      <a:pt x="63014" y="168540"/>
                    </a:cubicBezTo>
                    <a:cubicBezTo>
                      <a:pt x="62924" y="168042"/>
                      <a:pt x="62833" y="167590"/>
                      <a:pt x="62788" y="167092"/>
                    </a:cubicBezTo>
                    <a:cubicBezTo>
                      <a:pt x="62698" y="166005"/>
                      <a:pt x="62698" y="164919"/>
                      <a:pt x="62833" y="163878"/>
                    </a:cubicBezTo>
                    <a:cubicBezTo>
                      <a:pt x="63014" y="162836"/>
                      <a:pt x="63286" y="161841"/>
                      <a:pt x="63648" y="160845"/>
                    </a:cubicBezTo>
                    <a:cubicBezTo>
                      <a:pt x="64010" y="159803"/>
                      <a:pt x="64191" y="158808"/>
                      <a:pt x="63784" y="157812"/>
                    </a:cubicBezTo>
                    <a:cubicBezTo>
                      <a:pt x="63691" y="157588"/>
                      <a:pt x="63498" y="157487"/>
                      <a:pt x="63312" y="157487"/>
                    </a:cubicBezTo>
                    <a:cubicBezTo>
                      <a:pt x="63048" y="157487"/>
                      <a:pt x="62799" y="157692"/>
                      <a:pt x="62879" y="158038"/>
                    </a:cubicBezTo>
                    <a:cubicBezTo>
                      <a:pt x="63014" y="158672"/>
                      <a:pt x="62833" y="159305"/>
                      <a:pt x="62562" y="159894"/>
                    </a:cubicBezTo>
                    <a:cubicBezTo>
                      <a:pt x="62562" y="159894"/>
                      <a:pt x="62517" y="159849"/>
                      <a:pt x="62517" y="159849"/>
                    </a:cubicBezTo>
                    <a:cubicBezTo>
                      <a:pt x="62335" y="159124"/>
                      <a:pt x="62154" y="158400"/>
                      <a:pt x="62064" y="157631"/>
                    </a:cubicBezTo>
                    <a:cubicBezTo>
                      <a:pt x="61928" y="156091"/>
                      <a:pt x="62381" y="154688"/>
                      <a:pt x="62833" y="153194"/>
                    </a:cubicBezTo>
                    <a:cubicBezTo>
                      <a:pt x="63331" y="151429"/>
                      <a:pt x="63784" y="149482"/>
                      <a:pt x="63331" y="147671"/>
                    </a:cubicBezTo>
                    <a:cubicBezTo>
                      <a:pt x="63512" y="147445"/>
                      <a:pt x="63512" y="147219"/>
                      <a:pt x="63558" y="146947"/>
                    </a:cubicBezTo>
                    <a:cubicBezTo>
                      <a:pt x="63694" y="146585"/>
                      <a:pt x="63739" y="146268"/>
                      <a:pt x="63694" y="145861"/>
                    </a:cubicBezTo>
                    <a:cubicBezTo>
                      <a:pt x="63603" y="145227"/>
                      <a:pt x="63377" y="144593"/>
                      <a:pt x="63060" y="144050"/>
                    </a:cubicBezTo>
                    <a:cubicBezTo>
                      <a:pt x="62788" y="143461"/>
                      <a:pt x="62335" y="142918"/>
                      <a:pt x="61883" y="142465"/>
                    </a:cubicBezTo>
                    <a:cubicBezTo>
                      <a:pt x="61340" y="141967"/>
                      <a:pt x="60751" y="141651"/>
                      <a:pt x="60208" y="141198"/>
                    </a:cubicBezTo>
                    <a:cubicBezTo>
                      <a:pt x="58080" y="139297"/>
                      <a:pt x="58714" y="135766"/>
                      <a:pt x="59619" y="133457"/>
                    </a:cubicBezTo>
                    <a:cubicBezTo>
                      <a:pt x="59737" y="133192"/>
                      <a:pt x="59509" y="132984"/>
                      <a:pt x="59274" y="132984"/>
                    </a:cubicBezTo>
                    <a:cubicBezTo>
                      <a:pt x="59148" y="132984"/>
                      <a:pt x="59019" y="133043"/>
                      <a:pt x="58940" y="133185"/>
                    </a:cubicBezTo>
                    <a:cubicBezTo>
                      <a:pt x="58216" y="134543"/>
                      <a:pt x="57537" y="135856"/>
                      <a:pt x="57356" y="137395"/>
                    </a:cubicBezTo>
                    <a:cubicBezTo>
                      <a:pt x="57175" y="138799"/>
                      <a:pt x="57446" y="140247"/>
                      <a:pt x="58261" y="141424"/>
                    </a:cubicBezTo>
                    <a:cubicBezTo>
                      <a:pt x="59076" y="142556"/>
                      <a:pt x="60434" y="143099"/>
                      <a:pt x="61294" y="144231"/>
                    </a:cubicBezTo>
                    <a:cubicBezTo>
                      <a:pt x="61566" y="144638"/>
                      <a:pt x="61792" y="145046"/>
                      <a:pt x="61928" y="145544"/>
                    </a:cubicBezTo>
                    <a:cubicBezTo>
                      <a:pt x="61702" y="145634"/>
                      <a:pt x="61521" y="145906"/>
                      <a:pt x="61702" y="146132"/>
                    </a:cubicBezTo>
                    <a:cubicBezTo>
                      <a:pt x="63196" y="148486"/>
                      <a:pt x="61702" y="151429"/>
                      <a:pt x="60977" y="153783"/>
                    </a:cubicBezTo>
                    <a:cubicBezTo>
                      <a:pt x="60570" y="155141"/>
                      <a:pt x="60298" y="156544"/>
                      <a:pt x="60479" y="157993"/>
                    </a:cubicBezTo>
                    <a:cubicBezTo>
                      <a:pt x="60570" y="158762"/>
                      <a:pt x="60751" y="159532"/>
                      <a:pt x="60977" y="160256"/>
                    </a:cubicBezTo>
                    <a:cubicBezTo>
                      <a:pt x="61158" y="160754"/>
                      <a:pt x="61385" y="161388"/>
                      <a:pt x="61747" y="161841"/>
                    </a:cubicBezTo>
                    <a:cubicBezTo>
                      <a:pt x="61475" y="162610"/>
                      <a:pt x="61294" y="163380"/>
                      <a:pt x="61204" y="164195"/>
                    </a:cubicBezTo>
                    <a:cubicBezTo>
                      <a:pt x="61068" y="165236"/>
                      <a:pt x="61068" y="166277"/>
                      <a:pt x="61204" y="167318"/>
                    </a:cubicBezTo>
                    <a:cubicBezTo>
                      <a:pt x="61294" y="167816"/>
                      <a:pt x="61340" y="168540"/>
                      <a:pt x="61566" y="169129"/>
                    </a:cubicBezTo>
                    <a:cubicBezTo>
                      <a:pt x="61702" y="170306"/>
                      <a:pt x="61747" y="171438"/>
                      <a:pt x="61792" y="172615"/>
                    </a:cubicBezTo>
                    <a:cubicBezTo>
                      <a:pt x="61792" y="174154"/>
                      <a:pt x="61702" y="175738"/>
                      <a:pt x="61430" y="177323"/>
                    </a:cubicBezTo>
                    <a:cubicBezTo>
                      <a:pt x="61340" y="177866"/>
                      <a:pt x="61204" y="178409"/>
                      <a:pt x="61068" y="178997"/>
                    </a:cubicBezTo>
                    <a:lnTo>
                      <a:pt x="60887" y="178997"/>
                    </a:lnTo>
                    <a:cubicBezTo>
                      <a:pt x="60661" y="179133"/>
                      <a:pt x="60434" y="179224"/>
                      <a:pt x="60163" y="179269"/>
                    </a:cubicBezTo>
                    <a:cubicBezTo>
                      <a:pt x="60027" y="179314"/>
                      <a:pt x="59891" y="179360"/>
                      <a:pt x="59755" y="179405"/>
                    </a:cubicBezTo>
                    <a:lnTo>
                      <a:pt x="59484" y="179405"/>
                    </a:lnTo>
                    <a:cubicBezTo>
                      <a:pt x="59212" y="179450"/>
                      <a:pt x="58940" y="179450"/>
                      <a:pt x="58714" y="179450"/>
                    </a:cubicBezTo>
                    <a:cubicBezTo>
                      <a:pt x="58578" y="179450"/>
                      <a:pt x="58442" y="179450"/>
                      <a:pt x="58307" y="179405"/>
                    </a:cubicBezTo>
                    <a:lnTo>
                      <a:pt x="58171" y="179405"/>
                    </a:lnTo>
                    <a:cubicBezTo>
                      <a:pt x="58080" y="179405"/>
                      <a:pt x="57990" y="179360"/>
                      <a:pt x="57899" y="179360"/>
                    </a:cubicBezTo>
                    <a:cubicBezTo>
                      <a:pt x="57809" y="179360"/>
                      <a:pt x="57673" y="179405"/>
                      <a:pt x="57582" y="179450"/>
                    </a:cubicBezTo>
                    <a:cubicBezTo>
                      <a:pt x="57537" y="179269"/>
                      <a:pt x="57492" y="179133"/>
                      <a:pt x="57492" y="178997"/>
                    </a:cubicBezTo>
                    <a:cubicBezTo>
                      <a:pt x="57175" y="178137"/>
                      <a:pt x="56948" y="177277"/>
                      <a:pt x="56767" y="176417"/>
                    </a:cubicBezTo>
                    <a:cubicBezTo>
                      <a:pt x="56632" y="175512"/>
                      <a:pt x="56541" y="174652"/>
                      <a:pt x="56451" y="173746"/>
                    </a:cubicBezTo>
                    <a:cubicBezTo>
                      <a:pt x="56405" y="173384"/>
                      <a:pt x="56405" y="173022"/>
                      <a:pt x="56360" y="172660"/>
                    </a:cubicBezTo>
                    <a:cubicBezTo>
                      <a:pt x="56722" y="171392"/>
                      <a:pt x="57130" y="170125"/>
                      <a:pt x="57446" y="168812"/>
                    </a:cubicBezTo>
                    <a:cubicBezTo>
                      <a:pt x="57763" y="167590"/>
                      <a:pt x="57718" y="166458"/>
                      <a:pt x="57220" y="165281"/>
                    </a:cubicBezTo>
                    <a:cubicBezTo>
                      <a:pt x="56767" y="164195"/>
                      <a:pt x="56224" y="163108"/>
                      <a:pt x="55726" y="162022"/>
                    </a:cubicBezTo>
                    <a:cubicBezTo>
                      <a:pt x="55817" y="160347"/>
                      <a:pt x="55907" y="158672"/>
                      <a:pt x="55953" y="156997"/>
                    </a:cubicBezTo>
                    <a:cubicBezTo>
                      <a:pt x="55998" y="156091"/>
                      <a:pt x="55862" y="155367"/>
                      <a:pt x="55409" y="154597"/>
                    </a:cubicBezTo>
                    <a:cubicBezTo>
                      <a:pt x="54911" y="153828"/>
                      <a:pt x="54368" y="153058"/>
                      <a:pt x="53870" y="152334"/>
                    </a:cubicBezTo>
                    <a:cubicBezTo>
                      <a:pt x="52829" y="150750"/>
                      <a:pt x="51788" y="149210"/>
                      <a:pt x="50701" y="147626"/>
                    </a:cubicBezTo>
                    <a:cubicBezTo>
                      <a:pt x="50158" y="146857"/>
                      <a:pt x="49660" y="146087"/>
                      <a:pt x="49072" y="145363"/>
                    </a:cubicBezTo>
                    <a:lnTo>
                      <a:pt x="49072" y="145363"/>
                    </a:lnTo>
                    <a:cubicBezTo>
                      <a:pt x="49736" y="145604"/>
                      <a:pt x="50500" y="145825"/>
                      <a:pt x="51218" y="145825"/>
                    </a:cubicBezTo>
                    <a:cubicBezTo>
                      <a:pt x="51577" y="145825"/>
                      <a:pt x="51924" y="145770"/>
                      <a:pt x="52241" y="145634"/>
                    </a:cubicBezTo>
                    <a:cubicBezTo>
                      <a:pt x="52557" y="145453"/>
                      <a:pt x="52512" y="145000"/>
                      <a:pt x="52241" y="144819"/>
                    </a:cubicBezTo>
                    <a:cubicBezTo>
                      <a:pt x="51788" y="144503"/>
                      <a:pt x="51199" y="144412"/>
                      <a:pt x="50701" y="144276"/>
                    </a:cubicBezTo>
                    <a:cubicBezTo>
                      <a:pt x="50203" y="144095"/>
                      <a:pt x="49660" y="143914"/>
                      <a:pt x="49208" y="143688"/>
                    </a:cubicBezTo>
                    <a:cubicBezTo>
                      <a:pt x="48166" y="143190"/>
                      <a:pt x="47170" y="142601"/>
                      <a:pt x="46310" y="141877"/>
                    </a:cubicBezTo>
                    <a:cubicBezTo>
                      <a:pt x="45405" y="141107"/>
                      <a:pt x="44545" y="140247"/>
                      <a:pt x="43775" y="139297"/>
                    </a:cubicBezTo>
                    <a:cubicBezTo>
                      <a:pt x="43413" y="138844"/>
                      <a:pt x="43006" y="138391"/>
                      <a:pt x="42644" y="137939"/>
                    </a:cubicBezTo>
                    <a:cubicBezTo>
                      <a:pt x="42462" y="137667"/>
                      <a:pt x="42281" y="137441"/>
                      <a:pt x="42055" y="137214"/>
                    </a:cubicBezTo>
                    <a:cubicBezTo>
                      <a:pt x="41829" y="136943"/>
                      <a:pt x="41602" y="136807"/>
                      <a:pt x="41285" y="136580"/>
                    </a:cubicBezTo>
                    <a:cubicBezTo>
                      <a:pt x="41188" y="136483"/>
                      <a:pt x="41066" y="136408"/>
                      <a:pt x="40921" y="136408"/>
                    </a:cubicBezTo>
                    <a:cubicBezTo>
                      <a:pt x="40865" y="136408"/>
                      <a:pt x="40805" y="136419"/>
                      <a:pt x="40742" y="136445"/>
                    </a:cubicBezTo>
                    <a:cubicBezTo>
                      <a:pt x="40606" y="136490"/>
                      <a:pt x="40516" y="136580"/>
                      <a:pt x="40425" y="136716"/>
                    </a:cubicBezTo>
                    <a:cubicBezTo>
                      <a:pt x="40290" y="136852"/>
                      <a:pt x="40335" y="137078"/>
                      <a:pt x="40425" y="137259"/>
                    </a:cubicBezTo>
                    <a:cubicBezTo>
                      <a:pt x="40561" y="137576"/>
                      <a:pt x="40606" y="137893"/>
                      <a:pt x="40833" y="138165"/>
                    </a:cubicBezTo>
                    <a:cubicBezTo>
                      <a:pt x="41014" y="138436"/>
                      <a:pt x="41195" y="138708"/>
                      <a:pt x="41421" y="138980"/>
                    </a:cubicBezTo>
                    <a:cubicBezTo>
                      <a:pt x="41829" y="139523"/>
                      <a:pt x="42236" y="140021"/>
                      <a:pt x="42689" y="140519"/>
                    </a:cubicBezTo>
                    <a:cubicBezTo>
                      <a:pt x="43549" y="141515"/>
                      <a:pt x="44454" y="142465"/>
                      <a:pt x="45495" y="143280"/>
                    </a:cubicBezTo>
                    <a:cubicBezTo>
                      <a:pt x="45858" y="143552"/>
                      <a:pt x="46265" y="143869"/>
                      <a:pt x="46672" y="144140"/>
                    </a:cubicBezTo>
                    <a:cubicBezTo>
                      <a:pt x="46944" y="144819"/>
                      <a:pt x="47397" y="145453"/>
                      <a:pt x="47804" y="146087"/>
                    </a:cubicBezTo>
                    <a:cubicBezTo>
                      <a:pt x="48257" y="146811"/>
                      <a:pt x="48755" y="147536"/>
                      <a:pt x="49208" y="148260"/>
                    </a:cubicBezTo>
                    <a:cubicBezTo>
                      <a:pt x="50249" y="149799"/>
                      <a:pt x="51290" y="151338"/>
                      <a:pt x="52376" y="152832"/>
                    </a:cubicBezTo>
                    <a:cubicBezTo>
                      <a:pt x="52874" y="153602"/>
                      <a:pt x="53372" y="154326"/>
                      <a:pt x="53915" y="155095"/>
                    </a:cubicBezTo>
                    <a:cubicBezTo>
                      <a:pt x="54142" y="155412"/>
                      <a:pt x="54368" y="155684"/>
                      <a:pt x="54549" y="156046"/>
                    </a:cubicBezTo>
                    <a:cubicBezTo>
                      <a:pt x="54685" y="156454"/>
                      <a:pt x="54685" y="156861"/>
                      <a:pt x="54685" y="157268"/>
                    </a:cubicBezTo>
                    <a:cubicBezTo>
                      <a:pt x="54730" y="158083"/>
                      <a:pt x="54730" y="158898"/>
                      <a:pt x="54776" y="159713"/>
                    </a:cubicBezTo>
                    <a:cubicBezTo>
                      <a:pt x="54549" y="159170"/>
                      <a:pt x="54278" y="158626"/>
                      <a:pt x="53961" y="158174"/>
                    </a:cubicBezTo>
                    <a:cubicBezTo>
                      <a:pt x="53872" y="158032"/>
                      <a:pt x="53728" y="157966"/>
                      <a:pt x="53585" y="157966"/>
                    </a:cubicBezTo>
                    <a:cubicBezTo>
                      <a:pt x="53364" y="157966"/>
                      <a:pt x="53146" y="158125"/>
                      <a:pt x="53146" y="158400"/>
                    </a:cubicBezTo>
                    <a:cubicBezTo>
                      <a:pt x="53146" y="159622"/>
                      <a:pt x="53599" y="160890"/>
                      <a:pt x="54051" y="162022"/>
                    </a:cubicBezTo>
                    <a:cubicBezTo>
                      <a:pt x="54504" y="163153"/>
                      <a:pt x="55047" y="164285"/>
                      <a:pt x="55590" y="165372"/>
                    </a:cubicBezTo>
                    <a:cubicBezTo>
                      <a:pt x="55817" y="165869"/>
                      <a:pt x="56088" y="166367"/>
                      <a:pt x="56224" y="166911"/>
                    </a:cubicBezTo>
                    <a:cubicBezTo>
                      <a:pt x="56405" y="167499"/>
                      <a:pt x="56360" y="168042"/>
                      <a:pt x="56269" y="168676"/>
                    </a:cubicBezTo>
                    <a:cubicBezTo>
                      <a:pt x="56134" y="169310"/>
                      <a:pt x="56043" y="169989"/>
                      <a:pt x="55953" y="170623"/>
                    </a:cubicBezTo>
                    <a:cubicBezTo>
                      <a:pt x="55916" y="170615"/>
                      <a:pt x="55880" y="170612"/>
                      <a:pt x="55846" y="170612"/>
                    </a:cubicBezTo>
                    <a:cubicBezTo>
                      <a:pt x="55671" y="170612"/>
                      <a:pt x="55538" y="170712"/>
                      <a:pt x="55500" y="170940"/>
                    </a:cubicBezTo>
                    <a:cubicBezTo>
                      <a:pt x="55319" y="171800"/>
                      <a:pt x="55092" y="172660"/>
                      <a:pt x="55047" y="173565"/>
                    </a:cubicBezTo>
                    <a:cubicBezTo>
                      <a:pt x="55002" y="174471"/>
                      <a:pt x="55092" y="175376"/>
                      <a:pt x="55183" y="176281"/>
                    </a:cubicBezTo>
                    <a:cubicBezTo>
                      <a:pt x="55319" y="177187"/>
                      <a:pt x="55500" y="178092"/>
                      <a:pt x="55771" y="178952"/>
                    </a:cubicBezTo>
                    <a:cubicBezTo>
                      <a:pt x="55817" y="179133"/>
                      <a:pt x="55907" y="179450"/>
                      <a:pt x="56043" y="179767"/>
                    </a:cubicBezTo>
                    <a:cubicBezTo>
                      <a:pt x="56043" y="180174"/>
                      <a:pt x="56088" y="180582"/>
                      <a:pt x="56134" y="180989"/>
                    </a:cubicBezTo>
                    <a:cubicBezTo>
                      <a:pt x="56179" y="181940"/>
                      <a:pt x="56179" y="182936"/>
                      <a:pt x="56043" y="183932"/>
                    </a:cubicBezTo>
                    <a:cubicBezTo>
                      <a:pt x="55817" y="185471"/>
                      <a:pt x="55092" y="186965"/>
                      <a:pt x="53780" y="187870"/>
                    </a:cubicBezTo>
                    <a:cubicBezTo>
                      <a:pt x="52557" y="188730"/>
                      <a:pt x="51199" y="189183"/>
                      <a:pt x="49932" y="189862"/>
                    </a:cubicBezTo>
                    <a:cubicBezTo>
                      <a:pt x="49615" y="190043"/>
                      <a:pt x="49343" y="190179"/>
                      <a:pt x="49026" y="190405"/>
                    </a:cubicBezTo>
                    <a:cubicBezTo>
                      <a:pt x="49117" y="189636"/>
                      <a:pt x="49162" y="188911"/>
                      <a:pt x="49117" y="188187"/>
                    </a:cubicBezTo>
                    <a:cubicBezTo>
                      <a:pt x="49117" y="187909"/>
                      <a:pt x="48895" y="187734"/>
                      <a:pt x="48672" y="187734"/>
                    </a:cubicBezTo>
                    <a:cubicBezTo>
                      <a:pt x="48531" y="187734"/>
                      <a:pt x="48390" y="187803"/>
                      <a:pt x="48302" y="187961"/>
                    </a:cubicBezTo>
                    <a:cubicBezTo>
                      <a:pt x="47533" y="189183"/>
                      <a:pt x="47397" y="190722"/>
                      <a:pt x="47261" y="192171"/>
                    </a:cubicBezTo>
                    <a:cubicBezTo>
                      <a:pt x="47170" y="192397"/>
                      <a:pt x="47125" y="192623"/>
                      <a:pt x="47170" y="192804"/>
                    </a:cubicBezTo>
                    <a:cubicBezTo>
                      <a:pt x="47125" y="193167"/>
                      <a:pt x="47080" y="193529"/>
                      <a:pt x="46989" y="193891"/>
                    </a:cubicBezTo>
                    <a:cubicBezTo>
                      <a:pt x="46718" y="195294"/>
                      <a:pt x="46129" y="196924"/>
                      <a:pt x="44816" y="197784"/>
                    </a:cubicBezTo>
                    <a:cubicBezTo>
                      <a:pt x="44047" y="198282"/>
                      <a:pt x="43142" y="198373"/>
                      <a:pt x="42236" y="198373"/>
                    </a:cubicBezTo>
                    <a:cubicBezTo>
                      <a:pt x="41957" y="198385"/>
                      <a:pt x="41678" y="198390"/>
                      <a:pt x="41400" y="198390"/>
                    </a:cubicBezTo>
                    <a:cubicBezTo>
                      <a:pt x="40640" y="198390"/>
                      <a:pt x="39887" y="198348"/>
                      <a:pt x="39158" y="198282"/>
                    </a:cubicBezTo>
                    <a:cubicBezTo>
                      <a:pt x="38071" y="198191"/>
                      <a:pt x="37030" y="198010"/>
                      <a:pt x="35989" y="197784"/>
                    </a:cubicBezTo>
                    <a:cubicBezTo>
                      <a:pt x="35491" y="197648"/>
                      <a:pt x="34812" y="197512"/>
                      <a:pt x="34495" y="197105"/>
                    </a:cubicBezTo>
                    <a:cubicBezTo>
                      <a:pt x="34767" y="196833"/>
                      <a:pt x="34676" y="196381"/>
                      <a:pt x="34359" y="196200"/>
                    </a:cubicBezTo>
                    <a:cubicBezTo>
                      <a:pt x="34540" y="195385"/>
                      <a:pt x="34993" y="194570"/>
                      <a:pt x="35219" y="193800"/>
                    </a:cubicBezTo>
                    <a:cubicBezTo>
                      <a:pt x="35582" y="192669"/>
                      <a:pt x="35763" y="191537"/>
                      <a:pt x="35808" y="190405"/>
                    </a:cubicBezTo>
                    <a:cubicBezTo>
                      <a:pt x="35834" y="190172"/>
                      <a:pt x="35637" y="190043"/>
                      <a:pt x="35447" y="190043"/>
                    </a:cubicBezTo>
                    <a:cubicBezTo>
                      <a:pt x="35306" y="190043"/>
                      <a:pt x="35168" y="190115"/>
                      <a:pt x="35129" y="190269"/>
                    </a:cubicBezTo>
                    <a:cubicBezTo>
                      <a:pt x="34857" y="191446"/>
                      <a:pt x="34450" y="192578"/>
                      <a:pt x="33952" y="193619"/>
                    </a:cubicBezTo>
                    <a:cubicBezTo>
                      <a:pt x="33545" y="194525"/>
                      <a:pt x="32956" y="195430"/>
                      <a:pt x="32820" y="196426"/>
                    </a:cubicBezTo>
                    <a:lnTo>
                      <a:pt x="32820" y="196517"/>
                    </a:lnTo>
                    <a:cubicBezTo>
                      <a:pt x="32458" y="196652"/>
                      <a:pt x="32096" y="196743"/>
                      <a:pt x="31689" y="196788"/>
                    </a:cubicBezTo>
                    <a:cubicBezTo>
                      <a:pt x="31352" y="196851"/>
                      <a:pt x="31006" y="196885"/>
                      <a:pt x="30660" y="196885"/>
                    </a:cubicBezTo>
                    <a:cubicBezTo>
                      <a:pt x="30260" y="196885"/>
                      <a:pt x="29858" y="196840"/>
                      <a:pt x="29470" y="196743"/>
                    </a:cubicBezTo>
                    <a:cubicBezTo>
                      <a:pt x="27976" y="196471"/>
                      <a:pt x="26483" y="195611"/>
                      <a:pt x="25804" y="194163"/>
                    </a:cubicBezTo>
                    <a:cubicBezTo>
                      <a:pt x="25532" y="193484"/>
                      <a:pt x="25487" y="192759"/>
                      <a:pt x="25849" y="192125"/>
                    </a:cubicBezTo>
                    <a:cubicBezTo>
                      <a:pt x="26302" y="191356"/>
                      <a:pt x="27026" y="190813"/>
                      <a:pt x="27660" y="190269"/>
                    </a:cubicBezTo>
                    <a:cubicBezTo>
                      <a:pt x="29063" y="189002"/>
                      <a:pt x="30557" y="187825"/>
                      <a:pt x="31236" y="186059"/>
                    </a:cubicBezTo>
                    <a:cubicBezTo>
                      <a:pt x="31356" y="185730"/>
                      <a:pt x="31079" y="185499"/>
                      <a:pt x="30812" y="185499"/>
                    </a:cubicBezTo>
                    <a:cubicBezTo>
                      <a:pt x="30676" y="185499"/>
                      <a:pt x="30543" y="185560"/>
                      <a:pt x="30466" y="185697"/>
                    </a:cubicBezTo>
                    <a:cubicBezTo>
                      <a:pt x="30104" y="186422"/>
                      <a:pt x="29470" y="186829"/>
                      <a:pt x="28837" y="187327"/>
                    </a:cubicBezTo>
                    <a:cubicBezTo>
                      <a:pt x="28112" y="187915"/>
                      <a:pt x="27388" y="188504"/>
                      <a:pt x="26664" y="189092"/>
                    </a:cubicBezTo>
                    <a:cubicBezTo>
                      <a:pt x="25804" y="189771"/>
                      <a:pt x="24943" y="190496"/>
                      <a:pt x="24446" y="191401"/>
                    </a:cubicBezTo>
                    <a:cubicBezTo>
                      <a:pt x="24129" y="190813"/>
                      <a:pt x="23902" y="190224"/>
                      <a:pt x="23766" y="189590"/>
                    </a:cubicBezTo>
                    <a:cubicBezTo>
                      <a:pt x="23585" y="188957"/>
                      <a:pt x="23540" y="188278"/>
                      <a:pt x="23812" y="187644"/>
                    </a:cubicBezTo>
                    <a:cubicBezTo>
                      <a:pt x="24083" y="187010"/>
                      <a:pt x="24672" y="186603"/>
                      <a:pt x="25215" y="186195"/>
                    </a:cubicBezTo>
                    <a:cubicBezTo>
                      <a:pt x="26528" y="185380"/>
                      <a:pt x="27886" y="184656"/>
                      <a:pt x="29018" y="183615"/>
                    </a:cubicBezTo>
                    <a:cubicBezTo>
                      <a:pt x="29108" y="183524"/>
                      <a:pt x="29244" y="183434"/>
                      <a:pt x="29335" y="183298"/>
                    </a:cubicBezTo>
                    <a:cubicBezTo>
                      <a:pt x="29439" y="183324"/>
                      <a:pt x="29544" y="183350"/>
                      <a:pt x="29639" y="183350"/>
                    </a:cubicBezTo>
                    <a:cubicBezTo>
                      <a:pt x="29710" y="183350"/>
                      <a:pt x="29775" y="183336"/>
                      <a:pt x="29832" y="183298"/>
                    </a:cubicBezTo>
                    <a:cubicBezTo>
                      <a:pt x="30376" y="182981"/>
                      <a:pt x="30738" y="182393"/>
                      <a:pt x="31009" y="181849"/>
                    </a:cubicBezTo>
                    <a:cubicBezTo>
                      <a:pt x="31326" y="181351"/>
                      <a:pt x="31553" y="180763"/>
                      <a:pt x="31689" y="180174"/>
                    </a:cubicBezTo>
                    <a:cubicBezTo>
                      <a:pt x="31915" y="179450"/>
                      <a:pt x="31915" y="178771"/>
                      <a:pt x="31824" y="178047"/>
                    </a:cubicBezTo>
                    <a:cubicBezTo>
                      <a:pt x="31960" y="177685"/>
                      <a:pt x="32005" y="177277"/>
                      <a:pt x="32096" y="176915"/>
                    </a:cubicBezTo>
                    <a:cubicBezTo>
                      <a:pt x="32277" y="176281"/>
                      <a:pt x="32458" y="175648"/>
                      <a:pt x="32503" y="174969"/>
                    </a:cubicBezTo>
                    <a:cubicBezTo>
                      <a:pt x="32549" y="174833"/>
                      <a:pt x="32549" y="174697"/>
                      <a:pt x="32549" y="174561"/>
                    </a:cubicBezTo>
                    <a:cubicBezTo>
                      <a:pt x="32639" y="174652"/>
                      <a:pt x="32730" y="174787"/>
                      <a:pt x="32820" y="174923"/>
                    </a:cubicBezTo>
                    <a:cubicBezTo>
                      <a:pt x="32885" y="174988"/>
                      <a:pt x="32961" y="175016"/>
                      <a:pt x="33037" y="175016"/>
                    </a:cubicBezTo>
                    <a:cubicBezTo>
                      <a:pt x="33225" y="175016"/>
                      <a:pt x="33409" y="174845"/>
                      <a:pt x="33409" y="174652"/>
                    </a:cubicBezTo>
                    <a:cubicBezTo>
                      <a:pt x="33454" y="173882"/>
                      <a:pt x="33363" y="173248"/>
                      <a:pt x="33047" y="172524"/>
                    </a:cubicBezTo>
                    <a:cubicBezTo>
                      <a:pt x="32730" y="171890"/>
                      <a:pt x="32322" y="171256"/>
                      <a:pt x="31870" y="170713"/>
                    </a:cubicBezTo>
                    <a:cubicBezTo>
                      <a:pt x="31100" y="169763"/>
                      <a:pt x="29878" y="168857"/>
                      <a:pt x="30149" y="167499"/>
                    </a:cubicBezTo>
                    <a:cubicBezTo>
                      <a:pt x="30421" y="166051"/>
                      <a:pt x="30693" y="164692"/>
                      <a:pt x="30602" y="163244"/>
                    </a:cubicBezTo>
                    <a:lnTo>
                      <a:pt x="30602" y="163244"/>
                    </a:lnTo>
                    <a:cubicBezTo>
                      <a:pt x="30688" y="163329"/>
                      <a:pt x="30799" y="163370"/>
                      <a:pt x="30909" y="163370"/>
                    </a:cubicBezTo>
                    <a:cubicBezTo>
                      <a:pt x="31091" y="163370"/>
                      <a:pt x="31270" y="163260"/>
                      <a:pt x="31326" y="163063"/>
                    </a:cubicBezTo>
                    <a:cubicBezTo>
                      <a:pt x="31462" y="162338"/>
                      <a:pt x="31236" y="161569"/>
                      <a:pt x="30964" y="160890"/>
                    </a:cubicBezTo>
                    <a:cubicBezTo>
                      <a:pt x="30738" y="160166"/>
                      <a:pt x="30376" y="159532"/>
                      <a:pt x="29968" y="158943"/>
                    </a:cubicBezTo>
                    <a:cubicBezTo>
                      <a:pt x="29561" y="158310"/>
                      <a:pt x="29063" y="157676"/>
                      <a:pt x="28565" y="157133"/>
                    </a:cubicBezTo>
                    <a:cubicBezTo>
                      <a:pt x="28067" y="156680"/>
                      <a:pt x="27433" y="156227"/>
                      <a:pt x="27343" y="155503"/>
                    </a:cubicBezTo>
                    <a:cubicBezTo>
                      <a:pt x="27207" y="154779"/>
                      <a:pt x="27479" y="154009"/>
                      <a:pt x="27569" y="153285"/>
                    </a:cubicBezTo>
                    <a:cubicBezTo>
                      <a:pt x="27660" y="152470"/>
                      <a:pt x="27569" y="151655"/>
                      <a:pt x="27343" y="150885"/>
                    </a:cubicBezTo>
                    <a:cubicBezTo>
                      <a:pt x="27071" y="150161"/>
                      <a:pt x="26709" y="149482"/>
                      <a:pt x="26256" y="148848"/>
                    </a:cubicBezTo>
                    <a:cubicBezTo>
                      <a:pt x="26030" y="148441"/>
                      <a:pt x="25758" y="148033"/>
                      <a:pt x="25532" y="147626"/>
                    </a:cubicBezTo>
                    <a:cubicBezTo>
                      <a:pt x="25260" y="147173"/>
                      <a:pt x="25079" y="146721"/>
                      <a:pt x="24943" y="146223"/>
                    </a:cubicBezTo>
                    <a:cubicBezTo>
                      <a:pt x="24581" y="145227"/>
                      <a:pt x="24446" y="144231"/>
                      <a:pt x="24491" y="143144"/>
                    </a:cubicBezTo>
                    <a:cubicBezTo>
                      <a:pt x="24581" y="142330"/>
                      <a:pt x="24717" y="141515"/>
                      <a:pt x="24762" y="140700"/>
                    </a:cubicBezTo>
                    <a:cubicBezTo>
                      <a:pt x="24810" y="140719"/>
                      <a:pt x="24859" y="140728"/>
                      <a:pt x="24908" y="140728"/>
                    </a:cubicBezTo>
                    <a:cubicBezTo>
                      <a:pt x="25096" y="140728"/>
                      <a:pt x="25289" y="140598"/>
                      <a:pt x="25396" y="140383"/>
                    </a:cubicBezTo>
                    <a:cubicBezTo>
                      <a:pt x="25577" y="139795"/>
                      <a:pt x="25351" y="139025"/>
                      <a:pt x="25079" y="138482"/>
                    </a:cubicBezTo>
                    <a:cubicBezTo>
                      <a:pt x="24853" y="137939"/>
                      <a:pt x="24491" y="137395"/>
                      <a:pt x="24083" y="136897"/>
                    </a:cubicBezTo>
                    <a:cubicBezTo>
                      <a:pt x="23359" y="135856"/>
                      <a:pt x="22499" y="134815"/>
                      <a:pt x="22137" y="133547"/>
                    </a:cubicBezTo>
                    <a:cubicBezTo>
                      <a:pt x="21865" y="132778"/>
                      <a:pt x="22001" y="132054"/>
                      <a:pt x="22182" y="131329"/>
                    </a:cubicBezTo>
                    <a:cubicBezTo>
                      <a:pt x="22408" y="131329"/>
                      <a:pt x="22589" y="131148"/>
                      <a:pt x="22635" y="130877"/>
                    </a:cubicBezTo>
                    <a:cubicBezTo>
                      <a:pt x="22680" y="130560"/>
                      <a:pt x="22589" y="130198"/>
                      <a:pt x="22454" y="129835"/>
                    </a:cubicBezTo>
                    <a:cubicBezTo>
                      <a:pt x="22454" y="129835"/>
                      <a:pt x="22454" y="129790"/>
                      <a:pt x="22454" y="129745"/>
                    </a:cubicBezTo>
                    <a:cubicBezTo>
                      <a:pt x="22635" y="128296"/>
                      <a:pt x="22318" y="126938"/>
                      <a:pt x="21775" y="125580"/>
                    </a:cubicBezTo>
                    <a:cubicBezTo>
                      <a:pt x="21729" y="125490"/>
                      <a:pt x="21684" y="125444"/>
                      <a:pt x="21594" y="125399"/>
                    </a:cubicBezTo>
                    <a:cubicBezTo>
                      <a:pt x="21594" y="125082"/>
                      <a:pt x="21594" y="124720"/>
                      <a:pt x="21594" y="124403"/>
                    </a:cubicBezTo>
                    <a:cubicBezTo>
                      <a:pt x="21684" y="123317"/>
                      <a:pt x="21956" y="122275"/>
                      <a:pt x="22318" y="121234"/>
                    </a:cubicBezTo>
                    <a:cubicBezTo>
                      <a:pt x="22363" y="121098"/>
                      <a:pt x="22408" y="120963"/>
                      <a:pt x="22454" y="120827"/>
                    </a:cubicBezTo>
                    <a:cubicBezTo>
                      <a:pt x="22635" y="120736"/>
                      <a:pt x="22771" y="120510"/>
                      <a:pt x="22725" y="120284"/>
                    </a:cubicBezTo>
                    <a:cubicBezTo>
                      <a:pt x="22680" y="120238"/>
                      <a:pt x="22680" y="120193"/>
                      <a:pt x="22680" y="120103"/>
                    </a:cubicBezTo>
                    <a:cubicBezTo>
                      <a:pt x="22861" y="119333"/>
                      <a:pt x="22952" y="118563"/>
                      <a:pt x="22454" y="117884"/>
                    </a:cubicBezTo>
                    <a:cubicBezTo>
                      <a:pt x="22363" y="117794"/>
                      <a:pt x="22227" y="117703"/>
                      <a:pt x="22137" y="117703"/>
                    </a:cubicBezTo>
                    <a:cubicBezTo>
                      <a:pt x="22046" y="117160"/>
                      <a:pt x="21956" y="116572"/>
                      <a:pt x="21910" y="116028"/>
                    </a:cubicBezTo>
                    <a:cubicBezTo>
                      <a:pt x="21820" y="114534"/>
                      <a:pt x="21910" y="113086"/>
                      <a:pt x="22182" y="111592"/>
                    </a:cubicBezTo>
                    <a:cubicBezTo>
                      <a:pt x="22363" y="110551"/>
                      <a:pt x="22635" y="109510"/>
                      <a:pt x="22906" y="108468"/>
                    </a:cubicBezTo>
                    <a:cubicBezTo>
                      <a:pt x="22952" y="108559"/>
                      <a:pt x="22997" y="108695"/>
                      <a:pt x="23087" y="108785"/>
                    </a:cubicBezTo>
                    <a:cubicBezTo>
                      <a:pt x="23160" y="108877"/>
                      <a:pt x="23278" y="108924"/>
                      <a:pt x="23391" y="108924"/>
                    </a:cubicBezTo>
                    <a:cubicBezTo>
                      <a:pt x="23560" y="108924"/>
                      <a:pt x="23721" y="108820"/>
                      <a:pt x="23721" y="108604"/>
                    </a:cubicBezTo>
                    <a:cubicBezTo>
                      <a:pt x="23721" y="107789"/>
                      <a:pt x="23495" y="106975"/>
                      <a:pt x="23359" y="106205"/>
                    </a:cubicBezTo>
                    <a:cubicBezTo>
                      <a:pt x="23450" y="105345"/>
                      <a:pt x="23450" y="104439"/>
                      <a:pt x="23133" y="103760"/>
                    </a:cubicBezTo>
                    <a:lnTo>
                      <a:pt x="23133" y="103625"/>
                    </a:lnTo>
                    <a:cubicBezTo>
                      <a:pt x="23087" y="101904"/>
                      <a:pt x="23178" y="100229"/>
                      <a:pt x="23495" y="98555"/>
                    </a:cubicBezTo>
                    <a:cubicBezTo>
                      <a:pt x="23812" y="96880"/>
                      <a:pt x="24400" y="95295"/>
                      <a:pt x="25034" y="93711"/>
                    </a:cubicBezTo>
                    <a:cubicBezTo>
                      <a:pt x="25351" y="92941"/>
                      <a:pt x="25668" y="92126"/>
                      <a:pt x="25849" y="91311"/>
                    </a:cubicBezTo>
                    <a:cubicBezTo>
                      <a:pt x="25905" y="91334"/>
                      <a:pt x="25968" y="91345"/>
                      <a:pt x="26030" y="91345"/>
                    </a:cubicBezTo>
                    <a:cubicBezTo>
                      <a:pt x="26217" y="91345"/>
                      <a:pt x="26403" y="91244"/>
                      <a:pt x="26437" y="91040"/>
                    </a:cubicBezTo>
                    <a:cubicBezTo>
                      <a:pt x="26528" y="90497"/>
                      <a:pt x="26347" y="90044"/>
                      <a:pt x="26166" y="89546"/>
                    </a:cubicBezTo>
                    <a:cubicBezTo>
                      <a:pt x="26166" y="89320"/>
                      <a:pt x="26166" y="89048"/>
                      <a:pt x="26166" y="88776"/>
                    </a:cubicBezTo>
                    <a:cubicBezTo>
                      <a:pt x="26120" y="88188"/>
                      <a:pt x="26075" y="86920"/>
                      <a:pt x="25306" y="86694"/>
                    </a:cubicBezTo>
                    <a:cubicBezTo>
                      <a:pt x="25260" y="86649"/>
                      <a:pt x="25215" y="86649"/>
                      <a:pt x="25170" y="86649"/>
                    </a:cubicBezTo>
                    <a:cubicBezTo>
                      <a:pt x="24943" y="85789"/>
                      <a:pt x="24853" y="84883"/>
                      <a:pt x="24898" y="83978"/>
                    </a:cubicBezTo>
                    <a:cubicBezTo>
                      <a:pt x="25034" y="82756"/>
                      <a:pt x="25487" y="81624"/>
                      <a:pt x="25713" y="80402"/>
                    </a:cubicBezTo>
                    <a:cubicBezTo>
                      <a:pt x="25804" y="79813"/>
                      <a:pt x="25894" y="79179"/>
                      <a:pt x="25894" y="78546"/>
                    </a:cubicBezTo>
                    <a:cubicBezTo>
                      <a:pt x="25849" y="77867"/>
                      <a:pt x="25713" y="77278"/>
                      <a:pt x="25577" y="76644"/>
                    </a:cubicBezTo>
                    <a:cubicBezTo>
                      <a:pt x="25537" y="76463"/>
                      <a:pt x="25389" y="76380"/>
                      <a:pt x="25241" y="76380"/>
                    </a:cubicBezTo>
                    <a:cubicBezTo>
                      <a:pt x="25057" y="76380"/>
                      <a:pt x="24873" y="76509"/>
                      <a:pt x="24898" y="76735"/>
                    </a:cubicBezTo>
                    <a:cubicBezTo>
                      <a:pt x="24898" y="77142"/>
                      <a:pt x="24898" y="77595"/>
                      <a:pt x="24853" y="78002"/>
                    </a:cubicBezTo>
                    <a:cubicBezTo>
                      <a:pt x="24762" y="77097"/>
                      <a:pt x="24717" y="76192"/>
                      <a:pt x="24762" y="75286"/>
                    </a:cubicBezTo>
                    <a:cubicBezTo>
                      <a:pt x="24808" y="74698"/>
                      <a:pt x="24853" y="74109"/>
                      <a:pt x="24943" y="73521"/>
                    </a:cubicBezTo>
                    <a:cubicBezTo>
                      <a:pt x="24989" y="73068"/>
                      <a:pt x="24989" y="72661"/>
                      <a:pt x="25079" y="72208"/>
                    </a:cubicBezTo>
                    <a:cubicBezTo>
                      <a:pt x="25306" y="71755"/>
                      <a:pt x="25577" y="71348"/>
                      <a:pt x="25849" y="70940"/>
                    </a:cubicBezTo>
                    <a:cubicBezTo>
                      <a:pt x="26483" y="69854"/>
                      <a:pt x="26573" y="68722"/>
                      <a:pt x="26211" y="67545"/>
                    </a:cubicBezTo>
                    <a:cubicBezTo>
                      <a:pt x="26149" y="67380"/>
                      <a:pt x="25984" y="67300"/>
                      <a:pt x="25826" y="67300"/>
                    </a:cubicBezTo>
                    <a:cubicBezTo>
                      <a:pt x="25638" y="67300"/>
                      <a:pt x="25462" y="67414"/>
                      <a:pt x="25487" y="67636"/>
                    </a:cubicBezTo>
                    <a:cubicBezTo>
                      <a:pt x="25668" y="68949"/>
                      <a:pt x="24853" y="69854"/>
                      <a:pt x="24129" y="70850"/>
                    </a:cubicBezTo>
                    <a:cubicBezTo>
                      <a:pt x="23948" y="70261"/>
                      <a:pt x="23857" y="69673"/>
                      <a:pt x="23812" y="69084"/>
                    </a:cubicBezTo>
                    <a:cubicBezTo>
                      <a:pt x="23812" y="67591"/>
                      <a:pt x="24400" y="66142"/>
                      <a:pt x="24898" y="64739"/>
                    </a:cubicBezTo>
                    <a:cubicBezTo>
                      <a:pt x="25623" y="62702"/>
                      <a:pt x="26256" y="59804"/>
                      <a:pt x="24672" y="58039"/>
                    </a:cubicBezTo>
                    <a:cubicBezTo>
                      <a:pt x="24989" y="58039"/>
                      <a:pt x="25351" y="58039"/>
                      <a:pt x="25713" y="57994"/>
                    </a:cubicBezTo>
                    <a:cubicBezTo>
                      <a:pt x="26279" y="58220"/>
                      <a:pt x="26856" y="58299"/>
                      <a:pt x="27450" y="58299"/>
                    </a:cubicBezTo>
                    <a:cubicBezTo>
                      <a:pt x="28044" y="58299"/>
                      <a:pt x="28656" y="58220"/>
                      <a:pt x="29289" y="58129"/>
                    </a:cubicBezTo>
                    <a:cubicBezTo>
                      <a:pt x="30014" y="58039"/>
                      <a:pt x="30783" y="57948"/>
                      <a:pt x="31553" y="57767"/>
                    </a:cubicBezTo>
                    <a:cubicBezTo>
                      <a:pt x="31824" y="57722"/>
                      <a:pt x="32051" y="57631"/>
                      <a:pt x="32277" y="57496"/>
                    </a:cubicBezTo>
                    <a:cubicBezTo>
                      <a:pt x="32413" y="58718"/>
                      <a:pt x="32684" y="59895"/>
                      <a:pt x="33001" y="61072"/>
                    </a:cubicBezTo>
                    <a:cubicBezTo>
                      <a:pt x="33545" y="63064"/>
                      <a:pt x="34359" y="65237"/>
                      <a:pt x="35808" y="66730"/>
                    </a:cubicBezTo>
                    <a:cubicBezTo>
                      <a:pt x="35872" y="66794"/>
                      <a:pt x="35953" y="66822"/>
                      <a:pt x="36036" y="66822"/>
                    </a:cubicBezTo>
                    <a:cubicBezTo>
                      <a:pt x="36246" y="66822"/>
                      <a:pt x="36461" y="66641"/>
                      <a:pt x="36396" y="66414"/>
                    </a:cubicBezTo>
                    <a:cubicBezTo>
                      <a:pt x="35899" y="64648"/>
                      <a:pt x="35038" y="63018"/>
                      <a:pt x="34495" y="61298"/>
                    </a:cubicBezTo>
                    <a:cubicBezTo>
                      <a:pt x="33952" y="59487"/>
                      <a:pt x="33590" y="57631"/>
                      <a:pt x="33590" y="55730"/>
                    </a:cubicBezTo>
                    <a:cubicBezTo>
                      <a:pt x="33590" y="53965"/>
                      <a:pt x="34088" y="52425"/>
                      <a:pt x="34903" y="50886"/>
                    </a:cubicBezTo>
                    <a:cubicBezTo>
                      <a:pt x="35627" y="49574"/>
                      <a:pt x="36487" y="48397"/>
                      <a:pt x="37211" y="47129"/>
                    </a:cubicBezTo>
                    <a:lnTo>
                      <a:pt x="37211" y="47129"/>
                    </a:lnTo>
                    <a:cubicBezTo>
                      <a:pt x="37121" y="47763"/>
                      <a:pt x="37121" y="48397"/>
                      <a:pt x="37302" y="48985"/>
                    </a:cubicBezTo>
                    <a:cubicBezTo>
                      <a:pt x="37357" y="49122"/>
                      <a:pt x="37528" y="49226"/>
                      <a:pt x="37685" y="49226"/>
                    </a:cubicBezTo>
                    <a:cubicBezTo>
                      <a:pt x="37787" y="49226"/>
                      <a:pt x="37882" y="49182"/>
                      <a:pt x="37936" y="49076"/>
                    </a:cubicBezTo>
                    <a:cubicBezTo>
                      <a:pt x="38207" y="48397"/>
                      <a:pt x="38298" y="47672"/>
                      <a:pt x="38434" y="46948"/>
                    </a:cubicBezTo>
                    <a:cubicBezTo>
                      <a:pt x="38524" y="46224"/>
                      <a:pt x="38705" y="45545"/>
                      <a:pt x="38841" y="44866"/>
                    </a:cubicBezTo>
                    <a:cubicBezTo>
                      <a:pt x="39203" y="43507"/>
                      <a:pt x="39520" y="42104"/>
                      <a:pt x="40154" y="40837"/>
                    </a:cubicBezTo>
                    <a:cubicBezTo>
                      <a:pt x="40878" y="39388"/>
                      <a:pt x="41965" y="38166"/>
                      <a:pt x="43323" y="37351"/>
                    </a:cubicBezTo>
                    <a:lnTo>
                      <a:pt x="43323" y="37351"/>
                    </a:lnTo>
                    <a:cubicBezTo>
                      <a:pt x="43096" y="37758"/>
                      <a:pt x="42960" y="38166"/>
                      <a:pt x="43006" y="38618"/>
                    </a:cubicBezTo>
                    <a:cubicBezTo>
                      <a:pt x="43006" y="38804"/>
                      <a:pt x="43175" y="38947"/>
                      <a:pt x="43354" y="38947"/>
                    </a:cubicBezTo>
                    <a:cubicBezTo>
                      <a:pt x="43437" y="38947"/>
                      <a:pt x="43522" y="38916"/>
                      <a:pt x="43594" y="38845"/>
                    </a:cubicBezTo>
                    <a:cubicBezTo>
                      <a:pt x="44002" y="38483"/>
                      <a:pt x="44273" y="37985"/>
                      <a:pt x="44681" y="37577"/>
                    </a:cubicBezTo>
                    <a:cubicBezTo>
                      <a:pt x="45088" y="37215"/>
                      <a:pt x="45495" y="36808"/>
                      <a:pt x="45993" y="36536"/>
                    </a:cubicBezTo>
                    <a:cubicBezTo>
                      <a:pt x="46265" y="36355"/>
                      <a:pt x="46582" y="36174"/>
                      <a:pt x="46854" y="36038"/>
                    </a:cubicBezTo>
                    <a:lnTo>
                      <a:pt x="46854" y="36038"/>
                    </a:lnTo>
                    <a:cubicBezTo>
                      <a:pt x="46491" y="36627"/>
                      <a:pt x="46220" y="37260"/>
                      <a:pt x="45903" y="37894"/>
                    </a:cubicBezTo>
                    <a:cubicBezTo>
                      <a:pt x="45810" y="38079"/>
                      <a:pt x="45970" y="38243"/>
                      <a:pt x="46124" y="38243"/>
                    </a:cubicBezTo>
                    <a:cubicBezTo>
                      <a:pt x="46196" y="38243"/>
                      <a:pt x="46267" y="38207"/>
                      <a:pt x="46310" y="38120"/>
                    </a:cubicBezTo>
                    <a:cubicBezTo>
                      <a:pt x="46808" y="37396"/>
                      <a:pt x="47306" y="36672"/>
                      <a:pt x="48031" y="36083"/>
                    </a:cubicBezTo>
                    <a:cubicBezTo>
                      <a:pt x="48302" y="35857"/>
                      <a:pt x="48710" y="35631"/>
                      <a:pt x="49026" y="35540"/>
                    </a:cubicBezTo>
                    <a:cubicBezTo>
                      <a:pt x="49117" y="35495"/>
                      <a:pt x="49208" y="35495"/>
                      <a:pt x="49343" y="35450"/>
                    </a:cubicBezTo>
                    <a:cubicBezTo>
                      <a:pt x="49479" y="35404"/>
                      <a:pt x="49434" y="35404"/>
                      <a:pt x="49570" y="35404"/>
                    </a:cubicBezTo>
                    <a:lnTo>
                      <a:pt x="49887" y="35404"/>
                    </a:lnTo>
                    <a:cubicBezTo>
                      <a:pt x="50068" y="35404"/>
                      <a:pt x="50203" y="35359"/>
                      <a:pt x="50385" y="35223"/>
                    </a:cubicBezTo>
                    <a:cubicBezTo>
                      <a:pt x="50430" y="35178"/>
                      <a:pt x="50475" y="35087"/>
                      <a:pt x="50475" y="35042"/>
                    </a:cubicBezTo>
                    <a:cubicBezTo>
                      <a:pt x="51516" y="34861"/>
                      <a:pt x="52557" y="34771"/>
                      <a:pt x="53553" y="34589"/>
                    </a:cubicBezTo>
                    <a:cubicBezTo>
                      <a:pt x="54730" y="34363"/>
                      <a:pt x="55862" y="34137"/>
                      <a:pt x="56722" y="33367"/>
                    </a:cubicBezTo>
                    <a:lnTo>
                      <a:pt x="56722" y="33367"/>
                    </a:lnTo>
                    <a:cubicBezTo>
                      <a:pt x="56722" y="33412"/>
                      <a:pt x="56677" y="33458"/>
                      <a:pt x="56632" y="33548"/>
                    </a:cubicBezTo>
                    <a:cubicBezTo>
                      <a:pt x="56521" y="33806"/>
                      <a:pt x="56710" y="34153"/>
                      <a:pt x="56978" y="34153"/>
                    </a:cubicBezTo>
                    <a:cubicBezTo>
                      <a:pt x="57040" y="34153"/>
                      <a:pt x="57107" y="34134"/>
                      <a:pt x="57175" y="34092"/>
                    </a:cubicBezTo>
                    <a:cubicBezTo>
                      <a:pt x="58035" y="33503"/>
                      <a:pt x="58714" y="32688"/>
                      <a:pt x="59529" y="32054"/>
                    </a:cubicBezTo>
                    <a:cubicBezTo>
                      <a:pt x="60344" y="31375"/>
                      <a:pt x="61294" y="30787"/>
                      <a:pt x="62290" y="30470"/>
                    </a:cubicBezTo>
                    <a:cubicBezTo>
                      <a:pt x="62958" y="30275"/>
                      <a:pt x="63609" y="30183"/>
                      <a:pt x="64264" y="30183"/>
                    </a:cubicBezTo>
                    <a:close/>
                    <a:moveTo>
                      <a:pt x="40007" y="0"/>
                    </a:moveTo>
                    <a:cubicBezTo>
                      <a:pt x="39392" y="0"/>
                      <a:pt x="38774" y="46"/>
                      <a:pt x="38162" y="140"/>
                    </a:cubicBezTo>
                    <a:cubicBezTo>
                      <a:pt x="37302" y="230"/>
                      <a:pt x="36442" y="411"/>
                      <a:pt x="35627" y="683"/>
                    </a:cubicBezTo>
                    <a:cubicBezTo>
                      <a:pt x="34857" y="955"/>
                      <a:pt x="33952" y="1317"/>
                      <a:pt x="33409" y="1905"/>
                    </a:cubicBezTo>
                    <a:cubicBezTo>
                      <a:pt x="32956" y="2222"/>
                      <a:pt x="32639" y="2675"/>
                      <a:pt x="32186" y="2946"/>
                    </a:cubicBezTo>
                    <a:cubicBezTo>
                      <a:pt x="31689" y="3263"/>
                      <a:pt x="31915" y="3897"/>
                      <a:pt x="32458" y="3988"/>
                    </a:cubicBezTo>
                    <a:cubicBezTo>
                      <a:pt x="33499" y="4078"/>
                      <a:pt x="34359" y="4395"/>
                      <a:pt x="35219" y="4893"/>
                    </a:cubicBezTo>
                    <a:cubicBezTo>
                      <a:pt x="35155" y="4891"/>
                      <a:pt x="35091" y="4890"/>
                      <a:pt x="35027" y="4890"/>
                    </a:cubicBezTo>
                    <a:cubicBezTo>
                      <a:pt x="33824" y="4890"/>
                      <a:pt x="32629" y="5287"/>
                      <a:pt x="31598" y="5889"/>
                    </a:cubicBezTo>
                    <a:cubicBezTo>
                      <a:pt x="30512" y="6523"/>
                      <a:pt x="29561" y="7428"/>
                      <a:pt x="28837" y="8424"/>
                    </a:cubicBezTo>
                    <a:cubicBezTo>
                      <a:pt x="28474" y="8922"/>
                      <a:pt x="27750" y="9782"/>
                      <a:pt x="27931" y="10416"/>
                    </a:cubicBezTo>
                    <a:cubicBezTo>
                      <a:pt x="27207" y="10552"/>
                      <a:pt x="26437" y="10733"/>
                      <a:pt x="25758" y="11050"/>
                    </a:cubicBezTo>
                    <a:cubicBezTo>
                      <a:pt x="24627" y="11548"/>
                      <a:pt x="23721" y="12408"/>
                      <a:pt x="22771" y="13223"/>
                    </a:cubicBezTo>
                    <a:cubicBezTo>
                      <a:pt x="21729" y="14173"/>
                      <a:pt x="20643" y="15169"/>
                      <a:pt x="19602" y="16165"/>
                    </a:cubicBezTo>
                    <a:cubicBezTo>
                      <a:pt x="19375" y="16346"/>
                      <a:pt x="19602" y="16708"/>
                      <a:pt x="19828" y="16708"/>
                    </a:cubicBezTo>
                    <a:cubicBezTo>
                      <a:pt x="19421" y="16935"/>
                      <a:pt x="19013" y="17116"/>
                      <a:pt x="18606" y="17342"/>
                    </a:cubicBezTo>
                    <a:cubicBezTo>
                      <a:pt x="17519" y="17840"/>
                      <a:pt x="16388" y="18247"/>
                      <a:pt x="15211" y="18564"/>
                    </a:cubicBezTo>
                    <a:cubicBezTo>
                      <a:pt x="13988" y="18926"/>
                      <a:pt x="12676" y="19153"/>
                      <a:pt x="11408" y="19515"/>
                    </a:cubicBezTo>
                    <a:cubicBezTo>
                      <a:pt x="8918" y="20149"/>
                      <a:pt x="6836" y="21507"/>
                      <a:pt x="4889" y="23182"/>
                    </a:cubicBezTo>
                    <a:cubicBezTo>
                      <a:pt x="3079" y="24766"/>
                      <a:pt x="1449" y="26622"/>
                      <a:pt x="770" y="28976"/>
                    </a:cubicBezTo>
                    <a:cubicBezTo>
                      <a:pt x="0" y="31375"/>
                      <a:pt x="0" y="34454"/>
                      <a:pt x="1449" y="36627"/>
                    </a:cubicBezTo>
                    <a:cubicBezTo>
                      <a:pt x="1494" y="36717"/>
                      <a:pt x="1585" y="36717"/>
                      <a:pt x="1675" y="36762"/>
                    </a:cubicBezTo>
                    <a:lnTo>
                      <a:pt x="1675" y="36808"/>
                    </a:lnTo>
                    <a:cubicBezTo>
                      <a:pt x="1856" y="38573"/>
                      <a:pt x="2354" y="40339"/>
                      <a:pt x="3079" y="41968"/>
                    </a:cubicBezTo>
                    <a:cubicBezTo>
                      <a:pt x="3758" y="43507"/>
                      <a:pt x="4663" y="44956"/>
                      <a:pt x="5750" y="46269"/>
                    </a:cubicBezTo>
                    <a:cubicBezTo>
                      <a:pt x="6293" y="46903"/>
                      <a:pt x="6881" y="47536"/>
                      <a:pt x="7515" y="48080"/>
                    </a:cubicBezTo>
                    <a:cubicBezTo>
                      <a:pt x="7877" y="48442"/>
                      <a:pt x="8330" y="48804"/>
                      <a:pt x="8828" y="49076"/>
                    </a:cubicBezTo>
                    <a:cubicBezTo>
                      <a:pt x="10141" y="51339"/>
                      <a:pt x="11951" y="53331"/>
                      <a:pt x="14079" y="54825"/>
                    </a:cubicBezTo>
                    <a:cubicBezTo>
                      <a:pt x="15482" y="55821"/>
                      <a:pt x="17157" y="56635"/>
                      <a:pt x="18923" y="56681"/>
                    </a:cubicBezTo>
                    <a:cubicBezTo>
                      <a:pt x="19013" y="56681"/>
                      <a:pt x="19104" y="56681"/>
                      <a:pt x="19149" y="56635"/>
                    </a:cubicBezTo>
                    <a:cubicBezTo>
                      <a:pt x="19783" y="56998"/>
                      <a:pt x="20507" y="57269"/>
                      <a:pt x="21231" y="57496"/>
                    </a:cubicBezTo>
                    <a:cubicBezTo>
                      <a:pt x="22001" y="57722"/>
                      <a:pt x="22861" y="57858"/>
                      <a:pt x="23676" y="57948"/>
                    </a:cubicBezTo>
                    <a:cubicBezTo>
                      <a:pt x="23676" y="57994"/>
                      <a:pt x="23676" y="58039"/>
                      <a:pt x="23721" y="58039"/>
                    </a:cubicBezTo>
                    <a:cubicBezTo>
                      <a:pt x="25215" y="60393"/>
                      <a:pt x="24038" y="63109"/>
                      <a:pt x="23223" y="65463"/>
                    </a:cubicBezTo>
                    <a:cubicBezTo>
                      <a:pt x="22725" y="66821"/>
                      <a:pt x="22318" y="68270"/>
                      <a:pt x="22544" y="69718"/>
                    </a:cubicBezTo>
                    <a:cubicBezTo>
                      <a:pt x="22635" y="70488"/>
                      <a:pt x="22906" y="71348"/>
                      <a:pt x="23314" y="72117"/>
                    </a:cubicBezTo>
                    <a:cubicBezTo>
                      <a:pt x="23042" y="72706"/>
                      <a:pt x="22816" y="73340"/>
                      <a:pt x="22680" y="73973"/>
                    </a:cubicBezTo>
                    <a:cubicBezTo>
                      <a:pt x="22408" y="75558"/>
                      <a:pt x="22454" y="77867"/>
                      <a:pt x="23585" y="79179"/>
                    </a:cubicBezTo>
                    <a:cubicBezTo>
                      <a:pt x="23631" y="79360"/>
                      <a:pt x="23766" y="79496"/>
                      <a:pt x="23948" y="79542"/>
                    </a:cubicBezTo>
                    <a:cubicBezTo>
                      <a:pt x="24083" y="79677"/>
                      <a:pt x="24219" y="79768"/>
                      <a:pt x="24400" y="79858"/>
                    </a:cubicBezTo>
                    <a:cubicBezTo>
                      <a:pt x="23993" y="81352"/>
                      <a:pt x="23404" y="82801"/>
                      <a:pt x="23314" y="84385"/>
                    </a:cubicBezTo>
                    <a:cubicBezTo>
                      <a:pt x="23269" y="85608"/>
                      <a:pt x="23540" y="86875"/>
                      <a:pt x="23948" y="88007"/>
                    </a:cubicBezTo>
                    <a:cubicBezTo>
                      <a:pt x="24174" y="88641"/>
                      <a:pt x="24400" y="89274"/>
                      <a:pt x="24717" y="89863"/>
                    </a:cubicBezTo>
                    <a:cubicBezTo>
                      <a:pt x="24536" y="90768"/>
                      <a:pt x="24219" y="91628"/>
                      <a:pt x="23902" y="92488"/>
                    </a:cubicBezTo>
                    <a:cubicBezTo>
                      <a:pt x="23223" y="94254"/>
                      <a:pt x="22454" y="95974"/>
                      <a:pt x="22001" y="97830"/>
                    </a:cubicBezTo>
                    <a:cubicBezTo>
                      <a:pt x="21594" y="99641"/>
                      <a:pt x="21413" y="101588"/>
                      <a:pt x="21594" y="103444"/>
                    </a:cubicBezTo>
                    <a:cubicBezTo>
                      <a:pt x="21684" y="104349"/>
                      <a:pt x="21820" y="105209"/>
                      <a:pt x="22046" y="106069"/>
                    </a:cubicBezTo>
                    <a:cubicBezTo>
                      <a:pt x="21910" y="106658"/>
                      <a:pt x="21729" y="107246"/>
                      <a:pt x="21594" y="107789"/>
                    </a:cubicBezTo>
                    <a:cubicBezTo>
                      <a:pt x="21141" y="109238"/>
                      <a:pt x="20733" y="110687"/>
                      <a:pt x="20552" y="112180"/>
                    </a:cubicBezTo>
                    <a:cubicBezTo>
                      <a:pt x="20326" y="113674"/>
                      <a:pt x="20190" y="115168"/>
                      <a:pt x="20371" y="116662"/>
                    </a:cubicBezTo>
                    <a:cubicBezTo>
                      <a:pt x="20507" y="117658"/>
                      <a:pt x="20779" y="118744"/>
                      <a:pt x="21231" y="119695"/>
                    </a:cubicBezTo>
                    <a:cubicBezTo>
                      <a:pt x="21005" y="120284"/>
                      <a:pt x="20733" y="120872"/>
                      <a:pt x="20507" y="121461"/>
                    </a:cubicBezTo>
                    <a:cubicBezTo>
                      <a:pt x="20145" y="122592"/>
                      <a:pt x="19964" y="123724"/>
                      <a:pt x="19919" y="124901"/>
                    </a:cubicBezTo>
                    <a:cubicBezTo>
                      <a:pt x="19873" y="126033"/>
                      <a:pt x="20009" y="127210"/>
                      <a:pt x="20281" y="128296"/>
                    </a:cubicBezTo>
                    <a:cubicBezTo>
                      <a:pt x="20417" y="128885"/>
                      <a:pt x="20598" y="129473"/>
                      <a:pt x="20915" y="129971"/>
                    </a:cubicBezTo>
                    <a:cubicBezTo>
                      <a:pt x="20915" y="130016"/>
                      <a:pt x="20915" y="130062"/>
                      <a:pt x="20960" y="130062"/>
                    </a:cubicBezTo>
                    <a:cubicBezTo>
                      <a:pt x="20779" y="130741"/>
                      <a:pt x="20552" y="131375"/>
                      <a:pt x="20462" y="132054"/>
                    </a:cubicBezTo>
                    <a:cubicBezTo>
                      <a:pt x="20371" y="132687"/>
                      <a:pt x="20417" y="133366"/>
                      <a:pt x="20552" y="134000"/>
                    </a:cubicBezTo>
                    <a:cubicBezTo>
                      <a:pt x="20915" y="135268"/>
                      <a:pt x="21639" y="136309"/>
                      <a:pt x="22408" y="137350"/>
                    </a:cubicBezTo>
                    <a:cubicBezTo>
                      <a:pt x="22454" y="137395"/>
                      <a:pt x="22454" y="137441"/>
                      <a:pt x="22499" y="137486"/>
                    </a:cubicBezTo>
                    <a:cubicBezTo>
                      <a:pt x="22454" y="137576"/>
                      <a:pt x="22499" y="137712"/>
                      <a:pt x="22635" y="137848"/>
                    </a:cubicBezTo>
                    <a:cubicBezTo>
                      <a:pt x="23269" y="138527"/>
                      <a:pt x="23269" y="139795"/>
                      <a:pt x="23223" y="140700"/>
                    </a:cubicBezTo>
                    <a:cubicBezTo>
                      <a:pt x="23133" y="141877"/>
                      <a:pt x="22861" y="143054"/>
                      <a:pt x="22906" y="144231"/>
                    </a:cubicBezTo>
                    <a:cubicBezTo>
                      <a:pt x="22952" y="145272"/>
                      <a:pt x="23223" y="146268"/>
                      <a:pt x="23721" y="147173"/>
                    </a:cubicBezTo>
                    <a:cubicBezTo>
                      <a:pt x="23812" y="147400"/>
                      <a:pt x="23948" y="147626"/>
                      <a:pt x="24083" y="147852"/>
                    </a:cubicBezTo>
                    <a:cubicBezTo>
                      <a:pt x="24627" y="149165"/>
                      <a:pt x="25532" y="150252"/>
                      <a:pt x="25849" y="151655"/>
                    </a:cubicBezTo>
                    <a:cubicBezTo>
                      <a:pt x="26211" y="153149"/>
                      <a:pt x="25351" y="154688"/>
                      <a:pt x="25804" y="156182"/>
                    </a:cubicBezTo>
                    <a:cubicBezTo>
                      <a:pt x="26030" y="156906"/>
                      <a:pt x="26528" y="157449"/>
                      <a:pt x="27026" y="157947"/>
                    </a:cubicBezTo>
                    <a:cubicBezTo>
                      <a:pt x="27524" y="158445"/>
                      <a:pt x="28022" y="158989"/>
                      <a:pt x="28429" y="159532"/>
                    </a:cubicBezTo>
                    <a:cubicBezTo>
                      <a:pt x="28429" y="159577"/>
                      <a:pt x="28474" y="159622"/>
                      <a:pt x="28474" y="159668"/>
                    </a:cubicBezTo>
                    <a:cubicBezTo>
                      <a:pt x="28520" y="159758"/>
                      <a:pt x="28520" y="159849"/>
                      <a:pt x="28520" y="159939"/>
                    </a:cubicBezTo>
                    <a:cubicBezTo>
                      <a:pt x="28610" y="160301"/>
                      <a:pt x="28701" y="160664"/>
                      <a:pt x="28791" y="161026"/>
                    </a:cubicBezTo>
                    <a:cubicBezTo>
                      <a:pt x="28927" y="161795"/>
                      <a:pt x="29018" y="162565"/>
                      <a:pt x="29018" y="163334"/>
                    </a:cubicBezTo>
                    <a:cubicBezTo>
                      <a:pt x="29063" y="164104"/>
                      <a:pt x="29018" y="164874"/>
                      <a:pt x="28882" y="165643"/>
                    </a:cubicBezTo>
                    <a:cubicBezTo>
                      <a:pt x="28746" y="166413"/>
                      <a:pt x="28429" y="167228"/>
                      <a:pt x="28474" y="168042"/>
                    </a:cubicBezTo>
                    <a:cubicBezTo>
                      <a:pt x="28520" y="169491"/>
                      <a:pt x="29561" y="170487"/>
                      <a:pt x="30466" y="171528"/>
                    </a:cubicBezTo>
                    <a:cubicBezTo>
                      <a:pt x="30647" y="171800"/>
                      <a:pt x="30874" y="172071"/>
                      <a:pt x="31055" y="172343"/>
                    </a:cubicBezTo>
                    <a:cubicBezTo>
                      <a:pt x="31417" y="173203"/>
                      <a:pt x="31326" y="174154"/>
                      <a:pt x="31145" y="175014"/>
                    </a:cubicBezTo>
                    <a:cubicBezTo>
                      <a:pt x="31055" y="175421"/>
                      <a:pt x="30964" y="175829"/>
                      <a:pt x="30874" y="176191"/>
                    </a:cubicBezTo>
                    <a:cubicBezTo>
                      <a:pt x="30783" y="176281"/>
                      <a:pt x="30738" y="176372"/>
                      <a:pt x="30738" y="176462"/>
                    </a:cubicBezTo>
                    <a:lnTo>
                      <a:pt x="30738" y="176643"/>
                    </a:lnTo>
                    <a:cubicBezTo>
                      <a:pt x="30738" y="176689"/>
                      <a:pt x="30738" y="176689"/>
                      <a:pt x="30738" y="176689"/>
                    </a:cubicBezTo>
                    <a:cubicBezTo>
                      <a:pt x="30557" y="177277"/>
                      <a:pt x="30285" y="178047"/>
                      <a:pt x="30512" y="178590"/>
                    </a:cubicBezTo>
                    <a:cubicBezTo>
                      <a:pt x="30512" y="178635"/>
                      <a:pt x="30557" y="178726"/>
                      <a:pt x="30602" y="178771"/>
                    </a:cubicBezTo>
                    <a:cubicBezTo>
                      <a:pt x="30557" y="179133"/>
                      <a:pt x="30466" y="179541"/>
                      <a:pt x="30376" y="179903"/>
                    </a:cubicBezTo>
                    <a:cubicBezTo>
                      <a:pt x="30330" y="180039"/>
                      <a:pt x="30240" y="180174"/>
                      <a:pt x="30195" y="180310"/>
                    </a:cubicBezTo>
                    <a:cubicBezTo>
                      <a:pt x="29697" y="180718"/>
                      <a:pt x="29380" y="181351"/>
                      <a:pt x="28972" y="181804"/>
                    </a:cubicBezTo>
                    <a:cubicBezTo>
                      <a:pt x="28474" y="182302"/>
                      <a:pt x="27931" y="182755"/>
                      <a:pt x="27343" y="183162"/>
                    </a:cubicBezTo>
                    <a:cubicBezTo>
                      <a:pt x="25985" y="184068"/>
                      <a:pt x="24310" y="184792"/>
                      <a:pt x="23133" y="185969"/>
                    </a:cubicBezTo>
                    <a:cubicBezTo>
                      <a:pt x="22001" y="187101"/>
                      <a:pt x="21865" y="188776"/>
                      <a:pt x="22273" y="190269"/>
                    </a:cubicBezTo>
                    <a:cubicBezTo>
                      <a:pt x="22589" y="191356"/>
                      <a:pt x="23087" y="192578"/>
                      <a:pt x="23948" y="193393"/>
                    </a:cubicBezTo>
                    <a:cubicBezTo>
                      <a:pt x="24038" y="194706"/>
                      <a:pt x="24853" y="195973"/>
                      <a:pt x="25849" y="196833"/>
                    </a:cubicBezTo>
                    <a:cubicBezTo>
                      <a:pt x="26981" y="197784"/>
                      <a:pt x="28384" y="198327"/>
                      <a:pt x="29878" y="198508"/>
                    </a:cubicBezTo>
                    <a:cubicBezTo>
                      <a:pt x="30078" y="198526"/>
                      <a:pt x="30286" y="198535"/>
                      <a:pt x="30497" y="198535"/>
                    </a:cubicBezTo>
                    <a:cubicBezTo>
                      <a:pt x="31381" y="198535"/>
                      <a:pt x="32333" y="198376"/>
                      <a:pt x="33137" y="198010"/>
                    </a:cubicBezTo>
                    <a:cubicBezTo>
                      <a:pt x="33997" y="199233"/>
                      <a:pt x="36034" y="199504"/>
                      <a:pt x="37438" y="199731"/>
                    </a:cubicBezTo>
                    <a:cubicBezTo>
                      <a:pt x="38660" y="199912"/>
                      <a:pt x="39882" y="200002"/>
                      <a:pt x="41059" y="200048"/>
                    </a:cubicBezTo>
                    <a:cubicBezTo>
                      <a:pt x="41295" y="200048"/>
                      <a:pt x="41532" y="200049"/>
                      <a:pt x="41769" y="200049"/>
                    </a:cubicBezTo>
                    <a:cubicBezTo>
                      <a:pt x="42720" y="200049"/>
                      <a:pt x="43676" y="200020"/>
                      <a:pt x="44545" y="199731"/>
                    </a:cubicBezTo>
                    <a:cubicBezTo>
                      <a:pt x="46401" y="199052"/>
                      <a:pt x="47578" y="197422"/>
                      <a:pt x="48212" y="195611"/>
                    </a:cubicBezTo>
                    <a:cubicBezTo>
                      <a:pt x="48574" y="194570"/>
                      <a:pt x="48755" y="193393"/>
                      <a:pt x="48845" y="192261"/>
                    </a:cubicBezTo>
                    <a:cubicBezTo>
                      <a:pt x="48891" y="192261"/>
                      <a:pt x="48936" y="192216"/>
                      <a:pt x="48981" y="192171"/>
                    </a:cubicBezTo>
                    <a:cubicBezTo>
                      <a:pt x="49389" y="191854"/>
                      <a:pt x="49887" y="191537"/>
                      <a:pt x="50385" y="191311"/>
                    </a:cubicBezTo>
                    <a:cubicBezTo>
                      <a:pt x="51426" y="190767"/>
                      <a:pt x="52557" y="190405"/>
                      <a:pt x="53599" y="189817"/>
                    </a:cubicBezTo>
                    <a:cubicBezTo>
                      <a:pt x="54730" y="189274"/>
                      <a:pt x="55726" y="188459"/>
                      <a:pt x="56405" y="187417"/>
                    </a:cubicBezTo>
                    <a:cubicBezTo>
                      <a:pt x="57175" y="186240"/>
                      <a:pt x="57582" y="184792"/>
                      <a:pt x="57673" y="183389"/>
                    </a:cubicBezTo>
                    <a:cubicBezTo>
                      <a:pt x="57718" y="182528"/>
                      <a:pt x="57673" y="181623"/>
                      <a:pt x="57537" y="180763"/>
                    </a:cubicBezTo>
                    <a:cubicBezTo>
                      <a:pt x="57582" y="180718"/>
                      <a:pt x="57628" y="180627"/>
                      <a:pt x="57673" y="180537"/>
                    </a:cubicBezTo>
                    <a:lnTo>
                      <a:pt x="57718" y="180537"/>
                    </a:lnTo>
                    <a:cubicBezTo>
                      <a:pt x="57919" y="180623"/>
                      <a:pt x="58138" y="180654"/>
                      <a:pt x="58352" y="180654"/>
                    </a:cubicBezTo>
                    <a:cubicBezTo>
                      <a:pt x="58476" y="180654"/>
                      <a:pt x="58598" y="180644"/>
                      <a:pt x="58714" y="180627"/>
                    </a:cubicBezTo>
                    <a:cubicBezTo>
                      <a:pt x="59031" y="180627"/>
                      <a:pt x="59348" y="180582"/>
                      <a:pt x="59665" y="180446"/>
                    </a:cubicBezTo>
                    <a:cubicBezTo>
                      <a:pt x="60117" y="180356"/>
                      <a:pt x="60479" y="180129"/>
                      <a:pt x="60842" y="179903"/>
                    </a:cubicBezTo>
                    <a:lnTo>
                      <a:pt x="60842" y="179903"/>
                    </a:lnTo>
                    <a:cubicBezTo>
                      <a:pt x="60706" y="180627"/>
                      <a:pt x="60570" y="181397"/>
                      <a:pt x="60479" y="182121"/>
                    </a:cubicBezTo>
                    <a:cubicBezTo>
                      <a:pt x="60344" y="183524"/>
                      <a:pt x="60479" y="184973"/>
                      <a:pt x="60932" y="186331"/>
                    </a:cubicBezTo>
                    <a:cubicBezTo>
                      <a:pt x="61068" y="186784"/>
                      <a:pt x="61249" y="187236"/>
                      <a:pt x="61430" y="187734"/>
                    </a:cubicBezTo>
                    <a:cubicBezTo>
                      <a:pt x="61385" y="187915"/>
                      <a:pt x="61340" y="188142"/>
                      <a:pt x="61204" y="188323"/>
                    </a:cubicBezTo>
                    <a:cubicBezTo>
                      <a:pt x="61068" y="188685"/>
                      <a:pt x="60796" y="189047"/>
                      <a:pt x="60570" y="189364"/>
                    </a:cubicBezTo>
                    <a:cubicBezTo>
                      <a:pt x="60027" y="190088"/>
                      <a:pt x="59393" y="190767"/>
                      <a:pt x="58986" y="191582"/>
                    </a:cubicBezTo>
                    <a:cubicBezTo>
                      <a:pt x="58442" y="192578"/>
                      <a:pt x="58352" y="193619"/>
                      <a:pt x="58533" y="194706"/>
                    </a:cubicBezTo>
                    <a:cubicBezTo>
                      <a:pt x="58578" y="195249"/>
                      <a:pt x="58759" y="195747"/>
                      <a:pt x="58940" y="196290"/>
                    </a:cubicBezTo>
                    <a:cubicBezTo>
                      <a:pt x="59167" y="196833"/>
                      <a:pt x="59438" y="197196"/>
                      <a:pt x="60027" y="197422"/>
                    </a:cubicBezTo>
                    <a:cubicBezTo>
                      <a:pt x="59936" y="197875"/>
                      <a:pt x="59846" y="198282"/>
                      <a:pt x="59800" y="198689"/>
                    </a:cubicBezTo>
                    <a:cubicBezTo>
                      <a:pt x="59665" y="199550"/>
                      <a:pt x="59529" y="200500"/>
                      <a:pt x="59619" y="201360"/>
                    </a:cubicBezTo>
                    <a:cubicBezTo>
                      <a:pt x="59665" y="202220"/>
                      <a:pt x="60163" y="202854"/>
                      <a:pt x="60661" y="203579"/>
                    </a:cubicBezTo>
                    <a:cubicBezTo>
                      <a:pt x="61204" y="204348"/>
                      <a:pt x="61747" y="205118"/>
                      <a:pt x="62335" y="205887"/>
                    </a:cubicBezTo>
                    <a:cubicBezTo>
                      <a:pt x="62833" y="206521"/>
                      <a:pt x="63331" y="207155"/>
                      <a:pt x="64101" y="207517"/>
                    </a:cubicBezTo>
                    <a:cubicBezTo>
                      <a:pt x="64871" y="207879"/>
                      <a:pt x="65731" y="207970"/>
                      <a:pt x="66545" y="207970"/>
                    </a:cubicBezTo>
                    <a:cubicBezTo>
                      <a:pt x="67406" y="207970"/>
                      <a:pt x="68266" y="207879"/>
                      <a:pt x="69126" y="207653"/>
                    </a:cubicBezTo>
                    <a:cubicBezTo>
                      <a:pt x="69533" y="207562"/>
                      <a:pt x="69941" y="207426"/>
                      <a:pt x="70348" y="207200"/>
                    </a:cubicBezTo>
                    <a:cubicBezTo>
                      <a:pt x="70348" y="207200"/>
                      <a:pt x="70348" y="207200"/>
                      <a:pt x="70393" y="207155"/>
                    </a:cubicBezTo>
                    <a:cubicBezTo>
                      <a:pt x="70484" y="207607"/>
                      <a:pt x="70710" y="207970"/>
                      <a:pt x="71163" y="208241"/>
                    </a:cubicBezTo>
                    <a:cubicBezTo>
                      <a:pt x="71951" y="208623"/>
                      <a:pt x="72883" y="208761"/>
                      <a:pt x="73813" y="208761"/>
                    </a:cubicBezTo>
                    <a:cubicBezTo>
                      <a:pt x="74538" y="208761"/>
                      <a:pt x="75262" y="208677"/>
                      <a:pt x="75916" y="208558"/>
                    </a:cubicBezTo>
                    <a:cubicBezTo>
                      <a:pt x="76686" y="208377"/>
                      <a:pt x="77410" y="208151"/>
                      <a:pt x="78134" y="207879"/>
                    </a:cubicBezTo>
                    <a:cubicBezTo>
                      <a:pt x="78859" y="207562"/>
                      <a:pt x="79719" y="207245"/>
                      <a:pt x="80217" y="206612"/>
                    </a:cubicBezTo>
                    <a:cubicBezTo>
                      <a:pt x="80715" y="206068"/>
                      <a:pt x="80850" y="205253"/>
                      <a:pt x="80986" y="204529"/>
                    </a:cubicBezTo>
                    <a:cubicBezTo>
                      <a:pt x="80986" y="204348"/>
                      <a:pt x="81031" y="204212"/>
                      <a:pt x="81031" y="204076"/>
                    </a:cubicBezTo>
                    <a:cubicBezTo>
                      <a:pt x="81258" y="203941"/>
                      <a:pt x="81439" y="203805"/>
                      <a:pt x="81620" y="203669"/>
                    </a:cubicBezTo>
                    <a:cubicBezTo>
                      <a:pt x="82118" y="203397"/>
                      <a:pt x="82661" y="203216"/>
                      <a:pt x="83159" y="202990"/>
                    </a:cubicBezTo>
                    <a:cubicBezTo>
                      <a:pt x="84246" y="202447"/>
                      <a:pt x="84834" y="201225"/>
                      <a:pt x="85060" y="200048"/>
                    </a:cubicBezTo>
                    <a:cubicBezTo>
                      <a:pt x="85287" y="198916"/>
                      <a:pt x="85241" y="197694"/>
                      <a:pt x="84970" y="196562"/>
                    </a:cubicBezTo>
                    <a:cubicBezTo>
                      <a:pt x="85287" y="195294"/>
                      <a:pt x="86192" y="194344"/>
                      <a:pt x="87097" y="193393"/>
                    </a:cubicBezTo>
                    <a:cubicBezTo>
                      <a:pt x="88139" y="192261"/>
                      <a:pt x="89089" y="190994"/>
                      <a:pt x="89497" y="189500"/>
                    </a:cubicBezTo>
                    <a:cubicBezTo>
                      <a:pt x="89949" y="187825"/>
                      <a:pt x="89814" y="186014"/>
                      <a:pt x="89361" y="184339"/>
                    </a:cubicBezTo>
                    <a:cubicBezTo>
                      <a:pt x="89225" y="183932"/>
                      <a:pt x="89089" y="183479"/>
                      <a:pt x="88953" y="183026"/>
                    </a:cubicBezTo>
                    <a:cubicBezTo>
                      <a:pt x="89225" y="182212"/>
                      <a:pt x="89949" y="181623"/>
                      <a:pt x="90493" y="180989"/>
                    </a:cubicBezTo>
                    <a:cubicBezTo>
                      <a:pt x="91081" y="180265"/>
                      <a:pt x="91624" y="179495"/>
                      <a:pt x="91941" y="178590"/>
                    </a:cubicBezTo>
                    <a:cubicBezTo>
                      <a:pt x="92032" y="178364"/>
                      <a:pt x="92077" y="178137"/>
                      <a:pt x="92122" y="177911"/>
                    </a:cubicBezTo>
                    <a:cubicBezTo>
                      <a:pt x="92482" y="177671"/>
                      <a:pt x="92969" y="177622"/>
                      <a:pt x="93462" y="177622"/>
                    </a:cubicBezTo>
                    <a:cubicBezTo>
                      <a:pt x="93805" y="177622"/>
                      <a:pt x="94151" y="177646"/>
                      <a:pt x="94458" y="177646"/>
                    </a:cubicBezTo>
                    <a:cubicBezTo>
                      <a:pt x="94543" y="177646"/>
                      <a:pt x="94625" y="177644"/>
                      <a:pt x="94703" y="177639"/>
                    </a:cubicBezTo>
                    <a:cubicBezTo>
                      <a:pt x="95789" y="177549"/>
                      <a:pt x="96785" y="177096"/>
                      <a:pt x="97600" y="176417"/>
                    </a:cubicBezTo>
                    <a:cubicBezTo>
                      <a:pt x="98007" y="176146"/>
                      <a:pt x="98324" y="175783"/>
                      <a:pt x="98641" y="175421"/>
                    </a:cubicBezTo>
                    <a:cubicBezTo>
                      <a:pt x="98641" y="175512"/>
                      <a:pt x="98641" y="175602"/>
                      <a:pt x="98641" y="175738"/>
                    </a:cubicBezTo>
                    <a:cubicBezTo>
                      <a:pt x="98732" y="176372"/>
                      <a:pt x="99048" y="176915"/>
                      <a:pt x="99501" y="177368"/>
                    </a:cubicBezTo>
                    <a:cubicBezTo>
                      <a:pt x="98279" y="178454"/>
                      <a:pt x="97147" y="179541"/>
                      <a:pt x="96015" y="180763"/>
                    </a:cubicBezTo>
                    <a:cubicBezTo>
                      <a:pt x="95065" y="181804"/>
                      <a:pt x="93752" y="182891"/>
                      <a:pt x="93299" y="184294"/>
                    </a:cubicBezTo>
                    <a:cubicBezTo>
                      <a:pt x="92892" y="185516"/>
                      <a:pt x="93073" y="187010"/>
                      <a:pt x="93526" y="188187"/>
                    </a:cubicBezTo>
                    <a:cubicBezTo>
                      <a:pt x="93752" y="188776"/>
                      <a:pt x="94024" y="189274"/>
                      <a:pt x="94431" y="189726"/>
                    </a:cubicBezTo>
                    <a:cubicBezTo>
                      <a:pt x="94431" y="189817"/>
                      <a:pt x="94431" y="189953"/>
                      <a:pt x="94431" y="190088"/>
                    </a:cubicBezTo>
                    <a:cubicBezTo>
                      <a:pt x="94567" y="190767"/>
                      <a:pt x="94929" y="191356"/>
                      <a:pt x="95382" y="191854"/>
                    </a:cubicBezTo>
                    <a:cubicBezTo>
                      <a:pt x="95880" y="192352"/>
                      <a:pt x="96423" y="192759"/>
                      <a:pt x="97011" y="193121"/>
                    </a:cubicBezTo>
                    <a:cubicBezTo>
                      <a:pt x="97645" y="193574"/>
                      <a:pt x="98279" y="193981"/>
                      <a:pt x="99048" y="194298"/>
                    </a:cubicBezTo>
                    <a:cubicBezTo>
                      <a:pt x="99548" y="194486"/>
                      <a:pt x="100027" y="194587"/>
                      <a:pt x="100529" y="194587"/>
                    </a:cubicBezTo>
                    <a:cubicBezTo>
                      <a:pt x="100753" y="194587"/>
                      <a:pt x="100983" y="194567"/>
                      <a:pt x="101221" y="194525"/>
                    </a:cubicBezTo>
                    <a:cubicBezTo>
                      <a:pt x="101448" y="194525"/>
                      <a:pt x="101674" y="194434"/>
                      <a:pt x="101900" y="194344"/>
                    </a:cubicBezTo>
                    <a:cubicBezTo>
                      <a:pt x="102172" y="194796"/>
                      <a:pt x="102579" y="195204"/>
                      <a:pt x="103304" y="195340"/>
                    </a:cubicBezTo>
                    <a:cubicBezTo>
                      <a:pt x="103569" y="195393"/>
                      <a:pt x="103842" y="195415"/>
                      <a:pt x="104117" y="195415"/>
                    </a:cubicBezTo>
                    <a:cubicBezTo>
                      <a:pt x="104781" y="195415"/>
                      <a:pt x="105457" y="195287"/>
                      <a:pt x="106065" y="195158"/>
                    </a:cubicBezTo>
                    <a:cubicBezTo>
                      <a:pt x="107106" y="194932"/>
                      <a:pt x="108057" y="194615"/>
                      <a:pt x="108962" y="194163"/>
                    </a:cubicBezTo>
                    <a:cubicBezTo>
                      <a:pt x="110728" y="193257"/>
                      <a:pt x="112403" y="191990"/>
                      <a:pt x="112901" y="189998"/>
                    </a:cubicBezTo>
                    <a:cubicBezTo>
                      <a:pt x="113127" y="188957"/>
                      <a:pt x="113127" y="187870"/>
                      <a:pt x="113127" y="186784"/>
                    </a:cubicBezTo>
                    <a:cubicBezTo>
                      <a:pt x="113127" y="186331"/>
                      <a:pt x="113127" y="185878"/>
                      <a:pt x="113127" y="185380"/>
                    </a:cubicBezTo>
                    <a:cubicBezTo>
                      <a:pt x="113218" y="185335"/>
                      <a:pt x="113263" y="185245"/>
                      <a:pt x="113308" y="185199"/>
                    </a:cubicBezTo>
                    <a:cubicBezTo>
                      <a:pt x="113670" y="184747"/>
                      <a:pt x="114078" y="184294"/>
                      <a:pt x="114530" y="183932"/>
                    </a:cubicBezTo>
                    <a:cubicBezTo>
                      <a:pt x="115481" y="183117"/>
                      <a:pt x="116567" y="182528"/>
                      <a:pt x="117111" y="181351"/>
                    </a:cubicBezTo>
                    <a:cubicBezTo>
                      <a:pt x="117609" y="180174"/>
                      <a:pt x="117654" y="178816"/>
                      <a:pt x="117563" y="177549"/>
                    </a:cubicBezTo>
                    <a:cubicBezTo>
                      <a:pt x="117518" y="176870"/>
                      <a:pt x="117382" y="176191"/>
                      <a:pt x="117201" y="175512"/>
                    </a:cubicBezTo>
                    <a:cubicBezTo>
                      <a:pt x="117111" y="175331"/>
                      <a:pt x="117065" y="175104"/>
                      <a:pt x="116975" y="174878"/>
                    </a:cubicBezTo>
                    <a:cubicBezTo>
                      <a:pt x="117246" y="174063"/>
                      <a:pt x="118197" y="173610"/>
                      <a:pt x="118876" y="173112"/>
                    </a:cubicBezTo>
                    <a:cubicBezTo>
                      <a:pt x="119736" y="172479"/>
                      <a:pt x="120415" y="171619"/>
                      <a:pt x="120868" y="170668"/>
                    </a:cubicBezTo>
                    <a:cubicBezTo>
                      <a:pt x="121321" y="169672"/>
                      <a:pt x="121547" y="168586"/>
                      <a:pt x="121683" y="167499"/>
                    </a:cubicBezTo>
                    <a:cubicBezTo>
                      <a:pt x="121728" y="167228"/>
                      <a:pt x="121728" y="166911"/>
                      <a:pt x="121728" y="166594"/>
                    </a:cubicBezTo>
                    <a:cubicBezTo>
                      <a:pt x="122271" y="166141"/>
                      <a:pt x="122588" y="165553"/>
                      <a:pt x="122905" y="164919"/>
                    </a:cubicBezTo>
                    <a:cubicBezTo>
                      <a:pt x="123222" y="164240"/>
                      <a:pt x="123494" y="163515"/>
                      <a:pt x="123810" y="162791"/>
                    </a:cubicBezTo>
                    <a:cubicBezTo>
                      <a:pt x="124399" y="161433"/>
                      <a:pt x="124942" y="160030"/>
                      <a:pt x="125168" y="158536"/>
                    </a:cubicBezTo>
                    <a:cubicBezTo>
                      <a:pt x="125395" y="156997"/>
                      <a:pt x="125350" y="155503"/>
                      <a:pt x="125168" y="153964"/>
                    </a:cubicBezTo>
                    <a:cubicBezTo>
                      <a:pt x="125123" y="153239"/>
                      <a:pt x="124987" y="152515"/>
                      <a:pt x="124852" y="151791"/>
                    </a:cubicBezTo>
                    <a:cubicBezTo>
                      <a:pt x="124761" y="151338"/>
                      <a:pt x="124625" y="150885"/>
                      <a:pt x="124489" y="150478"/>
                    </a:cubicBezTo>
                    <a:cubicBezTo>
                      <a:pt x="124671" y="150206"/>
                      <a:pt x="124852" y="149980"/>
                      <a:pt x="124987" y="149708"/>
                    </a:cubicBezTo>
                    <a:cubicBezTo>
                      <a:pt x="125531" y="148803"/>
                      <a:pt x="125802" y="147671"/>
                      <a:pt x="125802" y="146630"/>
                    </a:cubicBezTo>
                    <a:cubicBezTo>
                      <a:pt x="125712" y="145453"/>
                      <a:pt x="125259" y="144503"/>
                      <a:pt x="124671" y="143552"/>
                    </a:cubicBezTo>
                    <a:cubicBezTo>
                      <a:pt x="124082" y="142646"/>
                      <a:pt x="123494" y="141605"/>
                      <a:pt x="122633" y="140972"/>
                    </a:cubicBezTo>
                    <a:cubicBezTo>
                      <a:pt x="122679" y="140836"/>
                      <a:pt x="122679" y="140700"/>
                      <a:pt x="122724" y="140519"/>
                    </a:cubicBezTo>
                    <a:cubicBezTo>
                      <a:pt x="123041" y="139523"/>
                      <a:pt x="123222" y="138391"/>
                      <a:pt x="122950" y="137350"/>
                    </a:cubicBezTo>
                    <a:cubicBezTo>
                      <a:pt x="122724" y="136580"/>
                      <a:pt x="122317" y="135811"/>
                      <a:pt x="121819" y="135132"/>
                    </a:cubicBezTo>
                    <a:cubicBezTo>
                      <a:pt x="121411" y="134589"/>
                      <a:pt x="120958" y="134045"/>
                      <a:pt x="120596" y="133457"/>
                    </a:cubicBezTo>
                    <a:cubicBezTo>
                      <a:pt x="120732" y="133140"/>
                      <a:pt x="120823" y="132823"/>
                      <a:pt x="120958" y="132506"/>
                    </a:cubicBezTo>
                    <a:cubicBezTo>
                      <a:pt x="121321" y="131601"/>
                      <a:pt x="121547" y="130695"/>
                      <a:pt x="121366" y="129700"/>
                    </a:cubicBezTo>
                    <a:cubicBezTo>
                      <a:pt x="121140" y="128749"/>
                      <a:pt x="120642" y="127979"/>
                      <a:pt x="120189" y="127165"/>
                    </a:cubicBezTo>
                    <a:cubicBezTo>
                      <a:pt x="119963" y="126757"/>
                      <a:pt x="119782" y="126350"/>
                      <a:pt x="119600" y="125897"/>
                    </a:cubicBezTo>
                    <a:cubicBezTo>
                      <a:pt x="119510" y="125671"/>
                      <a:pt x="119374" y="125399"/>
                      <a:pt x="119329" y="125082"/>
                    </a:cubicBezTo>
                    <a:cubicBezTo>
                      <a:pt x="119963" y="123271"/>
                      <a:pt x="119827" y="121053"/>
                      <a:pt x="119148" y="119333"/>
                    </a:cubicBezTo>
                    <a:cubicBezTo>
                      <a:pt x="118605" y="117884"/>
                      <a:pt x="117699" y="116572"/>
                      <a:pt x="117020" y="115213"/>
                    </a:cubicBezTo>
                    <a:cubicBezTo>
                      <a:pt x="116432" y="113946"/>
                      <a:pt x="115798" y="112678"/>
                      <a:pt x="115209" y="111411"/>
                    </a:cubicBezTo>
                    <a:cubicBezTo>
                      <a:pt x="116024" y="109917"/>
                      <a:pt x="116839" y="108333"/>
                      <a:pt x="116477" y="106567"/>
                    </a:cubicBezTo>
                    <a:cubicBezTo>
                      <a:pt x="116251" y="105209"/>
                      <a:pt x="115345" y="104077"/>
                      <a:pt x="114576" y="102991"/>
                    </a:cubicBezTo>
                    <a:cubicBezTo>
                      <a:pt x="114032" y="102267"/>
                      <a:pt x="113489" y="101588"/>
                      <a:pt x="112946" y="100863"/>
                    </a:cubicBezTo>
                    <a:cubicBezTo>
                      <a:pt x="112810" y="100003"/>
                      <a:pt x="112584" y="99143"/>
                      <a:pt x="112176" y="98328"/>
                    </a:cubicBezTo>
                    <a:cubicBezTo>
                      <a:pt x="111724" y="97378"/>
                      <a:pt x="111090" y="96517"/>
                      <a:pt x="110456" y="95657"/>
                    </a:cubicBezTo>
                    <a:cubicBezTo>
                      <a:pt x="110139" y="95205"/>
                      <a:pt x="109777" y="94752"/>
                      <a:pt x="109415" y="94254"/>
                    </a:cubicBezTo>
                    <a:cubicBezTo>
                      <a:pt x="109143" y="93892"/>
                      <a:pt x="108826" y="93394"/>
                      <a:pt x="108419" y="93122"/>
                    </a:cubicBezTo>
                    <a:cubicBezTo>
                      <a:pt x="108419" y="93032"/>
                      <a:pt x="108374" y="92941"/>
                      <a:pt x="108374" y="92896"/>
                    </a:cubicBezTo>
                    <a:cubicBezTo>
                      <a:pt x="108102" y="91583"/>
                      <a:pt x="107695" y="90316"/>
                      <a:pt x="106744" y="89365"/>
                    </a:cubicBezTo>
                    <a:cubicBezTo>
                      <a:pt x="105748" y="88369"/>
                      <a:pt x="104481" y="87645"/>
                      <a:pt x="103349" y="86830"/>
                    </a:cubicBezTo>
                    <a:cubicBezTo>
                      <a:pt x="102760" y="86422"/>
                      <a:pt x="102172" y="86015"/>
                      <a:pt x="101538" y="85653"/>
                    </a:cubicBezTo>
                    <a:cubicBezTo>
                      <a:pt x="100950" y="85291"/>
                      <a:pt x="100271" y="84793"/>
                      <a:pt x="99546" y="84793"/>
                    </a:cubicBezTo>
                    <a:lnTo>
                      <a:pt x="99456" y="84793"/>
                    </a:lnTo>
                    <a:cubicBezTo>
                      <a:pt x="99320" y="84657"/>
                      <a:pt x="99229" y="84521"/>
                      <a:pt x="99139" y="84340"/>
                    </a:cubicBezTo>
                    <a:cubicBezTo>
                      <a:pt x="98369" y="83299"/>
                      <a:pt x="97781" y="82348"/>
                      <a:pt x="96468" y="81941"/>
                    </a:cubicBezTo>
                    <a:cubicBezTo>
                      <a:pt x="95970" y="81760"/>
                      <a:pt x="95382" y="81669"/>
                      <a:pt x="94884" y="81398"/>
                    </a:cubicBezTo>
                    <a:cubicBezTo>
                      <a:pt x="94431" y="81126"/>
                      <a:pt x="94024" y="80809"/>
                      <a:pt x="93616" y="80492"/>
                    </a:cubicBezTo>
                    <a:cubicBezTo>
                      <a:pt x="93209" y="80130"/>
                      <a:pt x="92801" y="79768"/>
                      <a:pt x="92349" y="79451"/>
                    </a:cubicBezTo>
                    <a:cubicBezTo>
                      <a:pt x="91986" y="79225"/>
                      <a:pt x="91579" y="79089"/>
                      <a:pt x="91172" y="78953"/>
                    </a:cubicBezTo>
                    <a:cubicBezTo>
                      <a:pt x="91036" y="78591"/>
                      <a:pt x="90900" y="78274"/>
                      <a:pt x="90764" y="77957"/>
                    </a:cubicBezTo>
                    <a:cubicBezTo>
                      <a:pt x="90402" y="77052"/>
                      <a:pt x="89768" y="76237"/>
                      <a:pt x="88908" y="75830"/>
                    </a:cubicBezTo>
                    <a:cubicBezTo>
                      <a:pt x="87912" y="75332"/>
                      <a:pt x="86826" y="75332"/>
                      <a:pt x="85739" y="75105"/>
                    </a:cubicBezTo>
                    <a:cubicBezTo>
                      <a:pt x="85332" y="75015"/>
                      <a:pt x="84925" y="74834"/>
                      <a:pt x="84562" y="74607"/>
                    </a:cubicBezTo>
                    <a:cubicBezTo>
                      <a:pt x="84472" y="74517"/>
                      <a:pt x="84291" y="74336"/>
                      <a:pt x="84155" y="74200"/>
                    </a:cubicBezTo>
                    <a:cubicBezTo>
                      <a:pt x="83883" y="73883"/>
                      <a:pt x="83657" y="73566"/>
                      <a:pt x="83431" y="73204"/>
                    </a:cubicBezTo>
                    <a:cubicBezTo>
                      <a:pt x="82480" y="71846"/>
                      <a:pt x="82073" y="70307"/>
                      <a:pt x="82073" y="68722"/>
                    </a:cubicBezTo>
                    <a:cubicBezTo>
                      <a:pt x="83069" y="67817"/>
                      <a:pt x="83431" y="66278"/>
                      <a:pt x="84110" y="65146"/>
                    </a:cubicBezTo>
                    <a:cubicBezTo>
                      <a:pt x="84879" y="63924"/>
                      <a:pt x="86192" y="63199"/>
                      <a:pt x="87324" y="62475"/>
                    </a:cubicBezTo>
                    <a:cubicBezTo>
                      <a:pt x="87686" y="62249"/>
                      <a:pt x="88048" y="62022"/>
                      <a:pt x="88410" y="61751"/>
                    </a:cubicBezTo>
                    <a:lnTo>
                      <a:pt x="88410" y="61751"/>
                    </a:lnTo>
                    <a:cubicBezTo>
                      <a:pt x="88229" y="62068"/>
                      <a:pt x="88048" y="62339"/>
                      <a:pt x="87912" y="62611"/>
                    </a:cubicBezTo>
                    <a:cubicBezTo>
                      <a:pt x="87765" y="62905"/>
                      <a:pt x="88006" y="63318"/>
                      <a:pt x="88296" y="63318"/>
                    </a:cubicBezTo>
                    <a:cubicBezTo>
                      <a:pt x="88363" y="63318"/>
                      <a:pt x="88433" y="63296"/>
                      <a:pt x="88501" y="63245"/>
                    </a:cubicBezTo>
                    <a:cubicBezTo>
                      <a:pt x="89180" y="62747"/>
                      <a:pt x="89814" y="62113"/>
                      <a:pt x="90402" y="61479"/>
                    </a:cubicBezTo>
                    <a:cubicBezTo>
                      <a:pt x="90538" y="61343"/>
                      <a:pt x="90674" y="61208"/>
                      <a:pt x="90810" y="61072"/>
                    </a:cubicBezTo>
                    <a:cubicBezTo>
                      <a:pt x="91307" y="60483"/>
                      <a:pt x="91760" y="59895"/>
                      <a:pt x="92258" y="59352"/>
                    </a:cubicBezTo>
                    <a:cubicBezTo>
                      <a:pt x="93254" y="58175"/>
                      <a:pt x="94431" y="56952"/>
                      <a:pt x="94974" y="55458"/>
                    </a:cubicBezTo>
                    <a:cubicBezTo>
                      <a:pt x="95155" y="54961"/>
                      <a:pt x="95246" y="54463"/>
                      <a:pt x="95201" y="54010"/>
                    </a:cubicBezTo>
                    <a:cubicBezTo>
                      <a:pt x="95834" y="52878"/>
                      <a:pt x="96061" y="51430"/>
                      <a:pt x="96106" y="50207"/>
                    </a:cubicBezTo>
                    <a:cubicBezTo>
                      <a:pt x="96151" y="48713"/>
                      <a:pt x="95744" y="47265"/>
                      <a:pt x="95019" y="45997"/>
                    </a:cubicBezTo>
                    <a:cubicBezTo>
                      <a:pt x="94295" y="44730"/>
                      <a:pt x="93345" y="43643"/>
                      <a:pt x="92349" y="42602"/>
                    </a:cubicBezTo>
                    <a:cubicBezTo>
                      <a:pt x="92122" y="42330"/>
                      <a:pt x="91851" y="42059"/>
                      <a:pt x="91579" y="41833"/>
                    </a:cubicBezTo>
                    <a:cubicBezTo>
                      <a:pt x="91534" y="41335"/>
                      <a:pt x="91307" y="40882"/>
                      <a:pt x="91081" y="40474"/>
                    </a:cubicBezTo>
                    <a:cubicBezTo>
                      <a:pt x="90810" y="40022"/>
                      <a:pt x="90674" y="39569"/>
                      <a:pt x="90674" y="39026"/>
                    </a:cubicBezTo>
                    <a:cubicBezTo>
                      <a:pt x="90628" y="38799"/>
                      <a:pt x="90628" y="38573"/>
                      <a:pt x="90628" y="38347"/>
                    </a:cubicBezTo>
                    <a:cubicBezTo>
                      <a:pt x="90855" y="38347"/>
                      <a:pt x="91081" y="38120"/>
                      <a:pt x="91081" y="37894"/>
                    </a:cubicBezTo>
                    <a:cubicBezTo>
                      <a:pt x="91081" y="37170"/>
                      <a:pt x="90991" y="36491"/>
                      <a:pt x="91081" y="35766"/>
                    </a:cubicBezTo>
                    <a:cubicBezTo>
                      <a:pt x="91172" y="35042"/>
                      <a:pt x="91307" y="34318"/>
                      <a:pt x="91398" y="33548"/>
                    </a:cubicBezTo>
                    <a:cubicBezTo>
                      <a:pt x="91443" y="32915"/>
                      <a:pt x="91398" y="32235"/>
                      <a:pt x="91307" y="31556"/>
                    </a:cubicBezTo>
                    <a:cubicBezTo>
                      <a:pt x="91398" y="31511"/>
                      <a:pt x="91489" y="31466"/>
                      <a:pt x="91534" y="31375"/>
                    </a:cubicBezTo>
                    <a:cubicBezTo>
                      <a:pt x="91941" y="30742"/>
                      <a:pt x="91896" y="29836"/>
                      <a:pt x="91896" y="29112"/>
                    </a:cubicBezTo>
                    <a:cubicBezTo>
                      <a:pt x="91941" y="28297"/>
                      <a:pt x="91896" y="27528"/>
                      <a:pt x="91760" y="26713"/>
                    </a:cubicBezTo>
                    <a:cubicBezTo>
                      <a:pt x="91534" y="25400"/>
                      <a:pt x="90991" y="24132"/>
                      <a:pt x="90130" y="23136"/>
                    </a:cubicBezTo>
                    <a:cubicBezTo>
                      <a:pt x="89427" y="22257"/>
                      <a:pt x="88468" y="21720"/>
                      <a:pt x="87501" y="21192"/>
                    </a:cubicBezTo>
                    <a:lnTo>
                      <a:pt x="87501" y="21192"/>
                    </a:lnTo>
                    <a:cubicBezTo>
                      <a:pt x="87561" y="21195"/>
                      <a:pt x="87622" y="21196"/>
                      <a:pt x="87682" y="21196"/>
                    </a:cubicBezTo>
                    <a:cubicBezTo>
                      <a:pt x="88423" y="21196"/>
                      <a:pt x="89163" y="21009"/>
                      <a:pt x="89904" y="21009"/>
                    </a:cubicBezTo>
                    <a:cubicBezTo>
                      <a:pt x="89929" y="21007"/>
                      <a:pt x="89954" y="21006"/>
                      <a:pt x="89978" y="21006"/>
                    </a:cubicBezTo>
                    <a:cubicBezTo>
                      <a:pt x="90476" y="21006"/>
                      <a:pt x="90758" y="21441"/>
                      <a:pt x="90628" y="21959"/>
                    </a:cubicBezTo>
                    <a:cubicBezTo>
                      <a:pt x="90508" y="22410"/>
                      <a:pt x="90886" y="22741"/>
                      <a:pt x="91260" y="22741"/>
                    </a:cubicBezTo>
                    <a:cubicBezTo>
                      <a:pt x="91450" y="22741"/>
                      <a:pt x="91638" y="22656"/>
                      <a:pt x="91760" y="22457"/>
                    </a:cubicBezTo>
                    <a:cubicBezTo>
                      <a:pt x="92258" y="21733"/>
                      <a:pt x="92032" y="20737"/>
                      <a:pt x="91443" y="20149"/>
                    </a:cubicBezTo>
                    <a:cubicBezTo>
                      <a:pt x="91262" y="19968"/>
                      <a:pt x="91036" y="19877"/>
                      <a:pt x="90855" y="19787"/>
                    </a:cubicBezTo>
                    <a:cubicBezTo>
                      <a:pt x="90855" y="19787"/>
                      <a:pt x="90900" y="19741"/>
                      <a:pt x="90945" y="19741"/>
                    </a:cubicBezTo>
                    <a:cubicBezTo>
                      <a:pt x="91126" y="19696"/>
                      <a:pt x="91217" y="19470"/>
                      <a:pt x="91126" y="19289"/>
                    </a:cubicBezTo>
                    <a:cubicBezTo>
                      <a:pt x="90900" y="18926"/>
                      <a:pt x="90493" y="18836"/>
                      <a:pt x="90130" y="18655"/>
                    </a:cubicBezTo>
                    <a:cubicBezTo>
                      <a:pt x="89723" y="18428"/>
                      <a:pt x="89316" y="18247"/>
                      <a:pt x="88863" y="18021"/>
                    </a:cubicBezTo>
                    <a:cubicBezTo>
                      <a:pt x="88274" y="17704"/>
                      <a:pt x="87731" y="17387"/>
                      <a:pt x="87143" y="17025"/>
                    </a:cubicBezTo>
                    <a:cubicBezTo>
                      <a:pt x="87007" y="16799"/>
                      <a:pt x="86871" y="16572"/>
                      <a:pt x="86781" y="16346"/>
                    </a:cubicBezTo>
                    <a:cubicBezTo>
                      <a:pt x="86509" y="15712"/>
                      <a:pt x="86373" y="15079"/>
                      <a:pt x="86192" y="14445"/>
                    </a:cubicBezTo>
                    <a:cubicBezTo>
                      <a:pt x="85830" y="13132"/>
                      <a:pt x="85151" y="11955"/>
                      <a:pt x="84200" y="11004"/>
                    </a:cubicBezTo>
                    <a:cubicBezTo>
                      <a:pt x="83159" y="10008"/>
                      <a:pt x="81892" y="9284"/>
                      <a:pt x="80488" y="9013"/>
                    </a:cubicBezTo>
                    <a:cubicBezTo>
                      <a:pt x="80057" y="8946"/>
                      <a:pt x="79627" y="8904"/>
                      <a:pt x="79196" y="8904"/>
                    </a:cubicBezTo>
                    <a:cubicBezTo>
                      <a:pt x="79038" y="8904"/>
                      <a:pt x="78880" y="8910"/>
                      <a:pt x="78723" y="8922"/>
                    </a:cubicBezTo>
                    <a:cubicBezTo>
                      <a:pt x="79357" y="7745"/>
                      <a:pt x="79628" y="6296"/>
                      <a:pt x="79175" y="5029"/>
                    </a:cubicBezTo>
                    <a:cubicBezTo>
                      <a:pt x="79000" y="4469"/>
                      <a:pt x="78527" y="3664"/>
                      <a:pt x="77903" y="3664"/>
                    </a:cubicBezTo>
                    <a:cubicBezTo>
                      <a:pt x="77720" y="3664"/>
                      <a:pt x="77524" y="3733"/>
                      <a:pt x="77319" y="3897"/>
                    </a:cubicBezTo>
                    <a:cubicBezTo>
                      <a:pt x="77093" y="4078"/>
                      <a:pt x="76867" y="4350"/>
                      <a:pt x="76686" y="4576"/>
                    </a:cubicBezTo>
                    <a:cubicBezTo>
                      <a:pt x="76586" y="4526"/>
                      <a:pt x="76460" y="4490"/>
                      <a:pt x="76328" y="4490"/>
                    </a:cubicBezTo>
                    <a:cubicBezTo>
                      <a:pt x="76220" y="4490"/>
                      <a:pt x="76109" y="4515"/>
                      <a:pt x="76007" y="4576"/>
                    </a:cubicBezTo>
                    <a:cubicBezTo>
                      <a:pt x="75599" y="4757"/>
                      <a:pt x="75158" y="4825"/>
                      <a:pt x="74711" y="4825"/>
                    </a:cubicBezTo>
                    <a:cubicBezTo>
                      <a:pt x="74264" y="4825"/>
                      <a:pt x="73811" y="4757"/>
                      <a:pt x="73381" y="4667"/>
                    </a:cubicBezTo>
                    <a:cubicBezTo>
                      <a:pt x="72430" y="4531"/>
                      <a:pt x="71525" y="4305"/>
                      <a:pt x="70574" y="4123"/>
                    </a:cubicBezTo>
                    <a:cubicBezTo>
                      <a:pt x="68921" y="3769"/>
                      <a:pt x="67267" y="3518"/>
                      <a:pt x="65584" y="3518"/>
                    </a:cubicBezTo>
                    <a:cubicBezTo>
                      <a:pt x="65332" y="3518"/>
                      <a:pt x="65079" y="3523"/>
                      <a:pt x="64825" y="3535"/>
                    </a:cubicBezTo>
                    <a:cubicBezTo>
                      <a:pt x="62109" y="3671"/>
                      <a:pt x="59257" y="4757"/>
                      <a:pt x="57718" y="7066"/>
                    </a:cubicBezTo>
                    <a:cubicBezTo>
                      <a:pt x="57582" y="6659"/>
                      <a:pt x="57401" y="6206"/>
                      <a:pt x="57175" y="5798"/>
                    </a:cubicBezTo>
                    <a:cubicBezTo>
                      <a:pt x="56586" y="4576"/>
                      <a:pt x="55771" y="3309"/>
                      <a:pt x="54595" y="2494"/>
                    </a:cubicBezTo>
                    <a:cubicBezTo>
                      <a:pt x="53553" y="1769"/>
                      <a:pt x="52286" y="1634"/>
                      <a:pt x="51064" y="1498"/>
                    </a:cubicBezTo>
                    <a:cubicBezTo>
                      <a:pt x="49932" y="1362"/>
                      <a:pt x="48710" y="1226"/>
                      <a:pt x="47804" y="457"/>
                    </a:cubicBezTo>
                    <a:cubicBezTo>
                      <a:pt x="47676" y="341"/>
                      <a:pt x="47540" y="291"/>
                      <a:pt x="47413" y="291"/>
                    </a:cubicBezTo>
                    <a:cubicBezTo>
                      <a:pt x="47091" y="291"/>
                      <a:pt x="46821" y="611"/>
                      <a:pt x="46854" y="1000"/>
                    </a:cubicBezTo>
                    <a:cubicBezTo>
                      <a:pt x="46899" y="1362"/>
                      <a:pt x="46989" y="1724"/>
                      <a:pt x="47125" y="2132"/>
                    </a:cubicBezTo>
                    <a:cubicBezTo>
                      <a:pt x="45993" y="1362"/>
                      <a:pt x="44771" y="819"/>
                      <a:pt x="43413" y="457"/>
                    </a:cubicBezTo>
                    <a:cubicBezTo>
                      <a:pt x="42319" y="161"/>
                      <a:pt x="41167" y="0"/>
                      <a:pt x="400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2"/>
              <p:cNvSpPr/>
              <p:nvPr/>
            </p:nvSpPr>
            <p:spPr>
              <a:xfrm>
                <a:off x="5112025" y="4205925"/>
                <a:ext cx="110950" cy="160300"/>
              </a:xfrm>
              <a:custGeom>
                <a:rect b="b" l="l" r="r" t="t"/>
                <a:pathLst>
                  <a:path extrusionOk="0" h="6412" w="4438">
                    <a:moveTo>
                      <a:pt x="3817" y="1"/>
                    </a:moveTo>
                    <a:cubicBezTo>
                      <a:pt x="3683" y="1"/>
                      <a:pt x="3562" y="61"/>
                      <a:pt x="3441" y="182"/>
                    </a:cubicBezTo>
                    <a:cubicBezTo>
                      <a:pt x="3396" y="227"/>
                      <a:pt x="3351" y="318"/>
                      <a:pt x="3305" y="408"/>
                    </a:cubicBezTo>
                    <a:cubicBezTo>
                      <a:pt x="3260" y="544"/>
                      <a:pt x="3215" y="635"/>
                      <a:pt x="3124" y="725"/>
                    </a:cubicBezTo>
                    <a:cubicBezTo>
                      <a:pt x="2898" y="1133"/>
                      <a:pt x="2717" y="1585"/>
                      <a:pt x="2445" y="1993"/>
                    </a:cubicBezTo>
                    <a:cubicBezTo>
                      <a:pt x="2174" y="2355"/>
                      <a:pt x="1902" y="2672"/>
                      <a:pt x="1630" y="2989"/>
                    </a:cubicBezTo>
                    <a:cubicBezTo>
                      <a:pt x="906" y="3849"/>
                      <a:pt x="182" y="4709"/>
                      <a:pt x="46" y="5841"/>
                    </a:cubicBezTo>
                    <a:cubicBezTo>
                      <a:pt x="1" y="6067"/>
                      <a:pt x="91" y="6339"/>
                      <a:pt x="363" y="6384"/>
                    </a:cubicBezTo>
                    <a:cubicBezTo>
                      <a:pt x="410" y="6403"/>
                      <a:pt x="459" y="6412"/>
                      <a:pt x="508" y="6412"/>
                    </a:cubicBezTo>
                    <a:cubicBezTo>
                      <a:pt x="695" y="6412"/>
                      <a:pt x="880" y="6282"/>
                      <a:pt x="951" y="6067"/>
                    </a:cubicBezTo>
                    <a:cubicBezTo>
                      <a:pt x="1178" y="5207"/>
                      <a:pt x="1857" y="4573"/>
                      <a:pt x="2490" y="3985"/>
                    </a:cubicBezTo>
                    <a:cubicBezTo>
                      <a:pt x="3215" y="3351"/>
                      <a:pt x="4075" y="2536"/>
                      <a:pt x="4301" y="1585"/>
                    </a:cubicBezTo>
                    <a:cubicBezTo>
                      <a:pt x="4437" y="1133"/>
                      <a:pt x="4437" y="363"/>
                      <a:pt x="4030" y="46"/>
                    </a:cubicBezTo>
                    <a:cubicBezTo>
                      <a:pt x="3954" y="16"/>
                      <a:pt x="3884" y="1"/>
                      <a:pt x="3817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2"/>
              <p:cNvSpPr/>
              <p:nvPr/>
            </p:nvSpPr>
            <p:spPr>
              <a:xfrm>
                <a:off x="5208225" y="4062200"/>
                <a:ext cx="23800" cy="93975"/>
              </a:xfrm>
              <a:custGeom>
                <a:rect b="b" l="l" r="r" t="t"/>
                <a:pathLst>
                  <a:path extrusionOk="0" h="3759" w="952">
                    <a:moveTo>
                      <a:pt x="476" y="1"/>
                    </a:moveTo>
                    <a:cubicBezTo>
                      <a:pt x="385" y="1"/>
                      <a:pt x="295" y="46"/>
                      <a:pt x="227" y="137"/>
                    </a:cubicBezTo>
                    <a:cubicBezTo>
                      <a:pt x="91" y="363"/>
                      <a:pt x="91" y="635"/>
                      <a:pt x="46" y="906"/>
                    </a:cubicBezTo>
                    <a:cubicBezTo>
                      <a:pt x="46" y="1178"/>
                      <a:pt x="1" y="1449"/>
                      <a:pt x="1" y="1721"/>
                    </a:cubicBezTo>
                    <a:cubicBezTo>
                      <a:pt x="1" y="2264"/>
                      <a:pt x="1" y="2807"/>
                      <a:pt x="46" y="3305"/>
                    </a:cubicBezTo>
                    <a:cubicBezTo>
                      <a:pt x="46" y="3577"/>
                      <a:pt x="227" y="3758"/>
                      <a:pt x="499" y="3758"/>
                    </a:cubicBezTo>
                    <a:cubicBezTo>
                      <a:pt x="725" y="3758"/>
                      <a:pt x="906" y="3577"/>
                      <a:pt x="951" y="3305"/>
                    </a:cubicBezTo>
                    <a:cubicBezTo>
                      <a:pt x="951" y="2807"/>
                      <a:pt x="951" y="2264"/>
                      <a:pt x="951" y="1721"/>
                    </a:cubicBezTo>
                    <a:cubicBezTo>
                      <a:pt x="951" y="1449"/>
                      <a:pt x="951" y="1223"/>
                      <a:pt x="906" y="951"/>
                    </a:cubicBezTo>
                    <a:cubicBezTo>
                      <a:pt x="906" y="680"/>
                      <a:pt x="861" y="363"/>
                      <a:pt x="725" y="137"/>
                    </a:cubicBezTo>
                    <a:cubicBezTo>
                      <a:pt x="657" y="46"/>
                      <a:pt x="566" y="1"/>
                      <a:pt x="476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2"/>
              <p:cNvSpPr/>
              <p:nvPr/>
            </p:nvSpPr>
            <p:spPr>
              <a:xfrm>
                <a:off x="5155025" y="4039600"/>
                <a:ext cx="14750" cy="42100"/>
              </a:xfrm>
              <a:custGeom>
                <a:rect b="b" l="l" r="r" t="t"/>
                <a:pathLst>
                  <a:path extrusionOk="0" h="1684" w="590">
                    <a:moveTo>
                      <a:pt x="367" y="1"/>
                    </a:moveTo>
                    <a:cubicBezTo>
                      <a:pt x="305" y="1"/>
                      <a:pt x="246" y="40"/>
                      <a:pt x="227" y="135"/>
                    </a:cubicBezTo>
                    <a:cubicBezTo>
                      <a:pt x="182" y="226"/>
                      <a:pt x="137" y="362"/>
                      <a:pt x="137" y="452"/>
                    </a:cubicBezTo>
                    <a:cubicBezTo>
                      <a:pt x="137" y="543"/>
                      <a:pt x="91" y="633"/>
                      <a:pt x="91" y="769"/>
                    </a:cubicBezTo>
                    <a:cubicBezTo>
                      <a:pt x="46" y="950"/>
                      <a:pt x="46" y="1176"/>
                      <a:pt x="1" y="1358"/>
                    </a:cubicBezTo>
                    <a:cubicBezTo>
                      <a:pt x="1" y="1539"/>
                      <a:pt x="46" y="1674"/>
                      <a:pt x="227" y="1674"/>
                    </a:cubicBezTo>
                    <a:cubicBezTo>
                      <a:pt x="245" y="1680"/>
                      <a:pt x="264" y="1683"/>
                      <a:pt x="282" y="1683"/>
                    </a:cubicBezTo>
                    <a:cubicBezTo>
                      <a:pt x="397" y="1683"/>
                      <a:pt x="499" y="1566"/>
                      <a:pt x="499" y="1448"/>
                    </a:cubicBezTo>
                    <a:lnTo>
                      <a:pt x="544" y="814"/>
                    </a:lnTo>
                    <a:cubicBezTo>
                      <a:pt x="544" y="724"/>
                      <a:pt x="544" y="588"/>
                      <a:pt x="544" y="497"/>
                    </a:cubicBezTo>
                    <a:cubicBezTo>
                      <a:pt x="589" y="407"/>
                      <a:pt x="544" y="271"/>
                      <a:pt x="544" y="181"/>
                    </a:cubicBezTo>
                    <a:cubicBezTo>
                      <a:pt x="544" y="76"/>
                      <a:pt x="453" y="1"/>
                      <a:pt x="367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2"/>
              <p:cNvSpPr/>
              <p:nvPr/>
            </p:nvSpPr>
            <p:spPr>
              <a:xfrm>
                <a:off x="4630352" y="2721800"/>
                <a:ext cx="65675" cy="83950"/>
              </a:xfrm>
              <a:custGeom>
                <a:rect b="b" l="l" r="r" t="t"/>
                <a:pathLst>
                  <a:path extrusionOk="0" h="3358" w="2627">
                    <a:moveTo>
                      <a:pt x="441" y="1"/>
                    </a:moveTo>
                    <a:cubicBezTo>
                      <a:pt x="354" y="1"/>
                      <a:pt x="263" y="23"/>
                      <a:pt x="182" y="64"/>
                    </a:cubicBezTo>
                    <a:cubicBezTo>
                      <a:pt x="46" y="199"/>
                      <a:pt x="1" y="426"/>
                      <a:pt x="91" y="607"/>
                    </a:cubicBezTo>
                    <a:cubicBezTo>
                      <a:pt x="227" y="788"/>
                      <a:pt x="317" y="1014"/>
                      <a:pt x="453" y="1241"/>
                    </a:cubicBezTo>
                    <a:cubicBezTo>
                      <a:pt x="589" y="1422"/>
                      <a:pt x="680" y="1648"/>
                      <a:pt x="815" y="1874"/>
                    </a:cubicBezTo>
                    <a:cubicBezTo>
                      <a:pt x="951" y="2055"/>
                      <a:pt x="1042" y="2282"/>
                      <a:pt x="1178" y="2508"/>
                    </a:cubicBezTo>
                    <a:cubicBezTo>
                      <a:pt x="1223" y="2644"/>
                      <a:pt x="1313" y="2780"/>
                      <a:pt x="1404" y="2916"/>
                    </a:cubicBezTo>
                    <a:cubicBezTo>
                      <a:pt x="1449" y="2916"/>
                      <a:pt x="1449" y="2961"/>
                      <a:pt x="1494" y="2961"/>
                    </a:cubicBezTo>
                    <a:cubicBezTo>
                      <a:pt x="1494" y="3006"/>
                      <a:pt x="1540" y="3051"/>
                      <a:pt x="1585" y="3097"/>
                    </a:cubicBezTo>
                    <a:cubicBezTo>
                      <a:pt x="1686" y="3265"/>
                      <a:pt x="1861" y="3358"/>
                      <a:pt x="2037" y="3358"/>
                    </a:cubicBezTo>
                    <a:cubicBezTo>
                      <a:pt x="2099" y="3358"/>
                      <a:pt x="2160" y="3346"/>
                      <a:pt x="2219" y="3323"/>
                    </a:cubicBezTo>
                    <a:cubicBezTo>
                      <a:pt x="2490" y="3232"/>
                      <a:pt x="2626" y="2961"/>
                      <a:pt x="2536" y="2689"/>
                    </a:cubicBezTo>
                    <a:cubicBezTo>
                      <a:pt x="2490" y="2599"/>
                      <a:pt x="2490" y="2463"/>
                      <a:pt x="2445" y="2327"/>
                    </a:cubicBezTo>
                    <a:lnTo>
                      <a:pt x="2445" y="2372"/>
                    </a:lnTo>
                    <a:cubicBezTo>
                      <a:pt x="2400" y="2191"/>
                      <a:pt x="2309" y="2055"/>
                      <a:pt x="2219" y="1920"/>
                    </a:cubicBezTo>
                    <a:cubicBezTo>
                      <a:pt x="2083" y="1693"/>
                      <a:pt x="1947" y="1467"/>
                      <a:pt x="1811" y="1286"/>
                    </a:cubicBezTo>
                    <a:cubicBezTo>
                      <a:pt x="1630" y="1060"/>
                      <a:pt x="1449" y="833"/>
                      <a:pt x="1268" y="652"/>
                    </a:cubicBezTo>
                    <a:cubicBezTo>
                      <a:pt x="1087" y="471"/>
                      <a:pt x="906" y="290"/>
                      <a:pt x="725" y="109"/>
                    </a:cubicBezTo>
                    <a:cubicBezTo>
                      <a:pt x="650" y="34"/>
                      <a:pt x="548" y="1"/>
                      <a:pt x="4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2"/>
              <p:cNvSpPr/>
              <p:nvPr/>
            </p:nvSpPr>
            <p:spPr>
              <a:xfrm>
                <a:off x="4765027" y="2748275"/>
                <a:ext cx="37375" cy="50300"/>
              </a:xfrm>
              <a:custGeom>
                <a:rect b="b" l="l" r="r" t="t"/>
                <a:pathLst>
                  <a:path extrusionOk="0" h="2012" w="1495">
                    <a:moveTo>
                      <a:pt x="453" y="1"/>
                    </a:moveTo>
                    <a:cubicBezTo>
                      <a:pt x="363" y="1"/>
                      <a:pt x="227" y="46"/>
                      <a:pt x="136" y="136"/>
                    </a:cubicBezTo>
                    <a:cubicBezTo>
                      <a:pt x="46" y="227"/>
                      <a:pt x="1" y="363"/>
                      <a:pt x="1" y="453"/>
                    </a:cubicBezTo>
                    <a:cubicBezTo>
                      <a:pt x="1" y="499"/>
                      <a:pt x="1" y="544"/>
                      <a:pt x="1" y="589"/>
                    </a:cubicBezTo>
                    <a:cubicBezTo>
                      <a:pt x="1" y="680"/>
                      <a:pt x="46" y="725"/>
                      <a:pt x="91" y="770"/>
                    </a:cubicBezTo>
                    <a:cubicBezTo>
                      <a:pt x="182" y="861"/>
                      <a:pt x="227" y="951"/>
                      <a:pt x="272" y="1042"/>
                    </a:cubicBezTo>
                    <a:cubicBezTo>
                      <a:pt x="363" y="1132"/>
                      <a:pt x="408" y="1223"/>
                      <a:pt x="498" y="1313"/>
                    </a:cubicBezTo>
                    <a:cubicBezTo>
                      <a:pt x="589" y="1449"/>
                      <a:pt x="634" y="1585"/>
                      <a:pt x="725" y="1676"/>
                    </a:cubicBezTo>
                    <a:cubicBezTo>
                      <a:pt x="770" y="1766"/>
                      <a:pt x="861" y="1857"/>
                      <a:pt x="951" y="1947"/>
                    </a:cubicBezTo>
                    <a:cubicBezTo>
                      <a:pt x="1015" y="1979"/>
                      <a:pt x="1102" y="2011"/>
                      <a:pt x="1179" y="2011"/>
                    </a:cubicBezTo>
                    <a:cubicBezTo>
                      <a:pt x="1211" y="2011"/>
                      <a:pt x="1242" y="2006"/>
                      <a:pt x="1268" y="1992"/>
                    </a:cubicBezTo>
                    <a:cubicBezTo>
                      <a:pt x="1404" y="1947"/>
                      <a:pt x="1449" y="1857"/>
                      <a:pt x="1449" y="1721"/>
                    </a:cubicBezTo>
                    <a:cubicBezTo>
                      <a:pt x="1494" y="1585"/>
                      <a:pt x="1494" y="1404"/>
                      <a:pt x="1449" y="1268"/>
                    </a:cubicBezTo>
                    <a:cubicBezTo>
                      <a:pt x="1404" y="1132"/>
                      <a:pt x="1313" y="951"/>
                      <a:pt x="1268" y="815"/>
                    </a:cubicBezTo>
                    <a:lnTo>
                      <a:pt x="1268" y="861"/>
                    </a:lnTo>
                    <a:cubicBezTo>
                      <a:pt x="1223" y="725"/>
                      <a:pt x="1178" y="634"/>
                      <a:pt x="1087" y="499"/>
                    </a:cubicBezTo>
                    <a:cubicBezTo>
                      <a:pt x="996" y="363"/>
                      <a:pt x="906" y="227"/>
                      <a:pt x="815" y="136"/>
                    </a:cubicBezTo>
                    <a:cubicBezTo>
                      <a:pt x="725" y="46"/>
                      <a:pt x="589" y="1"/>
                      <a:pt x="4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2"/>
              <p:cNvSpPr/>
              <p:nvPr/>
            </p:nvSpPr>
            <p:spPr>
              <a:xfrm>
                <a:off x="3354875" y="2087075"/>
                <a:ext cx="162600" cy="269175"/>
              </a:xfrm>
              <a:custGeom>
                <a:rect b="b" l="l" r="r" t="t"/>
                <a:pathLst>
                  <a:path extrusionOk="0" h="10767" w="6504">
                    <a:moveTo>
                      <a:pt x="867" y="1"/>
                    </a:moveTo>
                    <a:cubicBezTo>
                      <a:pt x="448" y="1"/>
                      <a:pt x="1" y="413"/>
                      <a:pt x="301" y="826"/>
                    </a:cubicBezTo>
                    <a:cubicBezTo>
                      <a:pt x="935" y="1686"/>
                      <a:pt x="1795" y="2365"/>
                      <a:pt x="2610" y="3044"/>
                    </a:cubicBezTo>
                    <a:cubicBezTo>
                      <a:pt x="3289" y="3633"/>
                      <a:pt x="4013" y="4221"/>
                      <a:pt x="4421" y="4991"/>
                    </a:cubicBezTo>
                    <a:cubicBezTo>
                      <a:pt x="4783" y="5715"/>
                      <a:pt x="4873" y="6530"/>
                      <a:pt x="4783" y="7300"/>
                    </a:cubicBezTo>
                    <a:cubicBezTo>
                      <a:pt x="4692" y="8205"/>
                      <a:pt x="4285" y="8975"/>
                      <a:pt x="3968" y="9790"/>
                    </a:cubicBezTo>
                    <a:cubicBezTo>
                      <a:pt x="3832" y="10152"/>
                      <a:pt x="4104" y="10604"/>
                      <a:pt x="4421" y="10695"/>
                    </a:cubicBezTo>
                    <a:cubicBezTo>
                      <a:pt x="4520" y="10744"/>
                      <a:pt x="4619" y="10767"/>
                      <a:pt x="4715" y="10767"/>
                    </a:cubicBezTo>
                    <a:cubicBezTo>
                      <a:pt x="4971" y="10767"/>
                      <a:pt x="5207" y="10608"/>
                      <a:pt x="5371" y="10378"/>
                    </a:cubicBezTo>
                    <a:cubicBezTo>
                      <a:pt x="6005" y="9608"/>
                      <a:pt x="6277" y="8432"/>
                      <a:pt x="6412" y="7436"/>
                    </a:cubicBezTo>
                    <a:cubicBezTo>
                      <a:pt x="6503" y="6440"/>
                      <a:pt x="6367" y="5444"/>
                      <a:pt x="5960" y="4538"/>
                    </a:cubicBezTo>
                    <a:cubicBezTo>
                      <a:pt x="5552" y="3588"/>
                      <a:pt x="4828" y="2863"/>
                      <a:pt x="4059" y="2184"/>
                    </a:cubicBezTo>
                    <a:cubicBezTo>
                      <a:pt x="3153" y="1415"/>
                      <a:pt x="2203" y="555"/>
                      <a:pt x="1116" y="57"/>
                    </a:cubicBezTo>
                    <a:cubicBezTo>
                      <a:pt x="1039" y="18"/>
                      <a:pt x="953" y="1"/>
                      <a:pt x="8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2"/>
              <p:cNvSpPr/>
              <p:nvPr/>
            </p:nvSpPr>
            <p:spPr>
              <a:xfrm>
                <a:off x="3511775" y="2155150"/>
                <a:ext cx="82650" cy="141600"/>
              </a:xfrm>
              <a:custGeom>
                <a:rect b="b" l="l" r="r" t="t"/>
                <a:pathLst>
                  <a:path extrusionOk="0" h="5664" w="3306">
                    <a:moveTo>
                      <a:pt x="643" y="1"/>
                    </a:moveTo>
                    <a:cubicBezTo>
                      <a:pt x="452" y="1"/>
                      <a:pt x="269" y="101"/>
                      <a:pt x="182" y="276"/>
                    </a:cubicBezTo>
                    <a:cubicBezTo>
                      <a:pt x="1" y="593"/>
                      <a:pt x="91" y="910"/>
                      <a:pt x="363" y="1091"/>
                    </a:cubicBezTo>
                    <a:cubicBezTo>
                      <a:pt x="544" y="1227"/>
                      <a:pt x="634" y="1317"/>
                      <a:pt x="816" y="1453"/>
                    </a:cubicBezTo>
                    <a:cubicBezTo>
                      <a:pt x="951" y="1589"/>
                      <a:pt x="1132" y="1815"/>
                      <a:pt x="1178" y="1906"/>
                    </a:cubicBezTo>
                    <a:cubicBezTo>
                      <a:pt x="1449" y="2268"/>
                      <a:pt x="1630" y="2630"/>
                      <a:pt x="1721" y="2947"/>
                    </a:cubicBezTo>
                    <a:cubicBezTo>
                      <a:pt x="1811" y="3173"/>
                      <a:pt x="1857" y="3355"/>
                      <a:pt x="1902" y="3581"/>
                    </a:cubicBezTo>
                    <a:cubicBezTo>
                      <a:pt x="1902" y="3671"/>
                      <a:pt x="1947" y="3807"/>
                      <a:pt x="1947" y="3898"/>
                    </a:cubicBezTo>
                    <a:cubicBezTo>
                      <a:pt x="1947" y="3943"/>
                      <a:pt x="1947" y="3943"/>
                      <a:pt x="1947" y="3943"/>
                    </a:cubicBezTo>
                    <a:cubicBezTo>
                      <a:pt x="1947" y="3988"/>
                      <a:pt x="1993" y="4079"/>
                      <a:pt x="1993" y="4124"/>
                    </a:cubicBezTo>
                    <a:cubicBezTo>
                      <a:pt x="1993" y="4169"/>
                      <a:pt x="1993" y="4215"/>
                      <a:pt x="1993" y="4260"/>
                    </a:cubicBezTo>
                    <a:cubicBezTo>
                      <a:pt x="2038" y="4350"/>
                      <a:pt x="2038" y="4396"/>
                      <a:pt x="2038" y="4441"/>
                    </a:cubicBezTo>
                    <a:cubicBezTo>
                      <a:pt x="2038" y="4532"/>
                      <a:pt x="2038" y="4667"/>
                      <a:pt x="2038" y="4758"/>
                    </a:cubicBezTo>
                    <a:cubicBezTo>
                      <a:pt x="2038" y="5029"/>
                      <a:pt x="2083" y="5256"/>
                      <a:pt x="2174" y="5482"/>
                    </a:cubicBezTo>
                    <a:cubicBezTo>
                      <a:pt x="2234" y="5603"/>
                      <a:pt x="2375" y="5663"/>
                      <a:pt x="2502" y="5663"/>
                    </a:cubicBezTo>
                    <a:cubicBezTo>
                      <a:pt x="2566" y="5663"/>
                      <a:pt x="2626" y="5648"/>
                      <a:pt x="2672" y="5618"/>
                    </a:cubicBezTo>
                    <a:cubicBezTo>
                      <a:pt x="2943" y="5437"/>
                      <a:pt x="3079" y="5211"/>
                      <a:pt x="3124" y="4939"/>
                    </a:cubicBezTo>
                    <a:cubicBezTo>
                      <a:pt x="3215" y="4667"/>
                      <a:pt x="3260" y="4396"/>
                      <a:pt x="3260" y="4124"/>
                    </a:cubicBezTo>
                    <a:cubicBezTo>
                      <a:pt x="3305" y="3581"/>
                      <a:pt x="3170" y="3038"/>
                      <a:pt x="2988" y="2540"/>
                    </a:cubicBezTo>
                    <a:cubicBezTo>
                      <a:pt x="2626" y="1544"/>
                      <a:pt x="1902" y="638"/>
                      <a:pt x="951" y="95"/>
                    </a:cubicBezTo>
                    <a:cubicBezTo>
                      <a:pt x="855" y="31"/>
                      <a:pt x="748" y="1"/>
                      <a:pt x="6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2"/>
              <p:cNvSpPr/>
              <p:nvPr/>
            </p:nvSpPr>
            <p:spPr>
              <a:xfrm>
                <a:off x="3617025" y="2204450"/>
                <a:ext cx="35125" cy="76725"/>
              </a:xfrm>
              <a:custGeom>
                <a:rect b="b" l="l" r="r" t="t"/>
                <a:pathLst>
                  <a:path extrusionOk="0" h="3069" w="1405">
                    <a:moveTo>
                      <a:pt x="785" y="1"/>
                    </a:moveTo>
                    <a:cubicBezTo>
                      <a:pt x="734" y="1"/>
                      <a:pt x="683" y="8"/>
                      <a:pt x="634" y="24"/>
                    </a:cubicBezTo>
                    <a:cubicBezTo>
                      <a:pt x="318" y="115"/>
                      <a:pt x="227" y="387"/>
                      <a:pt x="272" y="703"/>
                    </a:cubicBezTo>
                    <a:cubicBezTo>
                      <a:pt x="272" y="703"/>
                      <a:pt x="272" y="749"/>
                      <a:pt x="272" y="749"/>
                    </a:cubicBezTo>
                    <a:cubicBezTo>
                      <a:pt x="272" y="794"/>
                      <a:pt x="272" y="839"/>
                      <a:pt x="272" y="885"/>
                    </a:cubicBezTo>
                    <a:cubicBezTo>
                      <a:pt x="272" y="975"/>
                      <a:pt x="272" y="1066"/>
                      <a:pt x="272" y="1156"/>
                    </a:cubicBezTo>
                    <a:cubicBezTo>
                      <a:pt x="272" y="1247"/>
                      <a:pt x="272" y="1337"/>
                      <a:pt x="272" y="1473"/>
                    </a:cubicBezTo>
                    <a:cubicBezTo>
                      <a:pt x="272" y="1518"/>
                      <a:pt x="272" y="1564"/>
                      <a:pt x="227" y="1609"/>
                    </a:cubicBezTo>
                    <a:cubicBezTo>
                      <a:pt x="227" y="1745"/>
                      <a:pt x="182" y="1880"/>
                      <a:pt x="182" y="2016"/>
                    </a:cubicBezTo>
                    <a:cubicBezTo>
                      <a:pt x="182" y="2034"/>
                      <a:pt x="182" y="2051"/>
                      <a:pt x="182" y="2062"/>
                    </a:cubicBezTo>
                    <a:cubicBezTo>
                      <a:pt x="182" y="2107"/>
                      <a:pt x="136" y="2152"/>
                      <a:pt x="136" y="2197"/>
                    </a:cubicBezTo>
                    <a:cubicBezTo>
                      <a:pt x="91" y="2378"/>
                      <a:pt x="1" y="2605"/>
                      <a:pt x="91" y="2831"/>
                    </a:cubicBezTo>
                    <a:cubicBezTo>
                      <a:pt x="166" y="2981"/>
                      <a:pt x="272" y="3069"/>
                      <a:pt x="384" y="3069"/>
                    </a:cubicBezTo>
                    <a:cubicBezTo>
                      <a:pt x="407" y="3069"/>
                      <a:pt x="430" y="3065"/>
                      <a:pt x="453" y="3057"/>
                    </a:cubicBezTo>
                    <a:cubicBezTo>
                      <a:pt x="725" y="3012"/>
                      <a:pt x="906" y="2786"/>
                      <a:pt x="1042" y="2560"/>
                    </a:cubicBezTo>
                    <a:cubicBezTo>
                      <a:pt x="1178" y="2333"/>
                      <a:pt x="1268" y="2107"/>
                      <a:pt x="1313" y="1880"/>
                    </a:cubicBezTo>
                    <a:cubicBezTo>
                      <a:pt x="1404" y="1383"/>
                      <a:pt x="1404" y="885"/>
                      <a:pt x="1313" y="387"/>
                    </a:cubicBezTo>
                    <a:cubicBezTo>
                      <a:pt x="1276" y="163"/>
                      <a:pt x="1024" y="1"/>
                      <a:pt x="78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2"/>
              <p:cNvSpPr/>
              <p:nvPr/>
            </p:nvSpPr>
            <p:spPr>
              <a:xfrm>
                <a:off x="3675875" y="2189075"/>
                <a:ext cx="27200" cy="98950"/>
              </a:xfrm>
              <a:custGeom>
                <a:rect b="b" l="l" r="r" t="t"/>
                <a:pathLst>
                  <a:path extrusionOk="0" h="3958" w="1088">
                    <a:moveTo>
                      <a:pt x="603" y="1"/>
                    </a:moveTo>
                    <a:cubicBezTo>
                      <a:pt x="584" y="1"/>
                      <a:pt x="564" y="2"/>
                      <a:pt x="544" y="6"/>
                    </a:cubicBezTo>
                    <a:cubicBezTo>
                      <a:pt x="272" y="6"/>
                      <a:pt x="46" y="187"/>
                      <a:pt x="46" y="458"/>
                    </a:cubicBezTo>
                    <a:cubicBezTo>
                      <a:pt x="91" y="1002"/>
                      <a:pt x="46" y="1545"/>
                      <a:pt x="46" y="2088"/>
                    </a:cubicBezTo>
                    <a:cubicBezTo>
                      <a:pt x="46" y="2224"/>
                      <a:pt x="1" y="2360"/>
                      <a:pt x="46" y="2495"/>
                    </a:cubicBezTo>
                    <a:cubicBezTo>
                      <a:pt x="46" y="2541"/>
                      <a:pt x="91" y="2631"/>
                      <a:pt x="91" y="2722"/>
                    </a:cubicBezTo>
                    <a:lnTo>
                      <a:pt x="91" y="2903"/>
                    </a:lnTo>
                    <a:cubicBezTo>
                      <a:pt x="91" y="3220"/>
                      <a:pt x="91" y="3446"/>
                      <a:pt x="136" y="3763"/>
                    </a:cubicBezTo>
                    <a:cubicBezTo>
                      <a:pt x="136" y="3887"/>
                      <a:pt x="259" y="3957"/>
                      <a:pt x="385" y="3957"/>
                    </a:cubicBezTo>
                    <a:cubicBezTo>
                      <a:pt x="489" y="3957"/>
                      <a:pt x="594" y="3910"/>
                      <a:pt x="634" y="3808"/>
                    </a:cubicBezTo>
                    <a:cubicBezTo>
                      <a:pt x="770" y="3537"/>
                      <a:pt x="861" y="3310"/>
                      <a:pt x="906" y="3039"/>
                    </a:cubicBezTo>
                    <a:cubicBezTo>
                      <a:pt x="906" y="2948"/>
                      <a:pt x="906" y="2858"/>
                      <a:pt x="951" y="2767"/>
                    </a:cubicBezTo>
                    <a:cubicBezTo>
                      <a:pt x="951" y="2767"/>
                      <a:pt x="1042" y="2586"/>
                      <a:pt x="997" y="2586"/>
                    </a:cubicBezTo>
                    <a:cubicBezTo>
                      <a:pt x="1042" y="2450"/>
                      <a:pt x="1042" y="2269"/>
                      <a:pt x="1042" y="2133"/>
                    </a:cubicBezTo>
                    <a:cubicBezTo>
                      <a:pt x="1087" y="1590"/>
                      <a:pt x="1042" y="1002"/>
                      <a:pt x="997" y="458"/>
                    </a:cubicBezTo>
                    <a:cubicBezTo>
                      <a:pt x="997" y="249"/>
                      <a:pt x="842" y="1"/>
                      <a:pt x="6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2"/>
              <p:cNvSpPr/>
              <p:nvPr/>
            </p:nvSpPr>
            <p:spPr>
              <a:xfrm>
                <a:off x="3405400" y="2357225"/>
                <a:ext cx="117600" cy="203275"/>
              </a:xfrm>
              <a:custGeom>
                <a:rect b="b" l="l" r="r" t="t"/>
                <a:pathLst>
                  <a:path extrusionOk="0" h="8131" w="4704">
                    <a:moveTo>
                      <a:pt x="1544" y="1"/>
                    </a:moveTo>
                    <a:cubicBezTo>
                      <a:pt x="1334" y="1"/>
                      <a:pt x="1123" y="90"/>
                      <a:pt x="996" y="296"/>
                    </a:cubicBezTo>
                    <a:cubicBezTo>
                      <a:pt x="0" y="1836"/>
                      <a:pt x="46" y="3737"/>
                      <a:pt x="770" y="5412"/>
                    </a:cubicBezTo>
                    <a:cubicBezTo>
                      <a:pt x="1087" y="6227"/>
                      <a:pt x="1585" y="6996"/>
                      <a:pt x="2264" y="7539"/>
                    </a:cubicBezTo>
                    <a:cubicBezTo>
                      <a:pt x="2626" y="7856"/>
                      <a:pt x="3033" y="8128"/>
                      <a:pt x="3531" y="8128"/>
                    </a:cubicBezTo>
                    <a:cubicBezTo>
                      <a:pt x="3558" y="8130"/>
                      <a:pt x="3584" y="8131"/>
                      <a:pt x="3610" y="8131"/>
                    </a:cubicBezTo>
                    <a:cubicBezTo>
                      <a:pt x="4248" y="8131"/>
                      <a:pt x="4703" y="7605"/>
                      <a:pt x="4573" y="6996"/>
                    </a:cubicBezTo>
                    <a:lnTo>
                      <a:pt x="4573" y="6951"/>
                    </a:lnTo>
                    <a:cubicBezTo>
                      <a:pt x="4533" y="6633"/>
                      <a:pt x="4180" y="6490"/>
                      <a:pt x="3880" y="6490"/>
                    </a:cubicBezTo>
                    <a:cubicBezTo>
                      <a:pt x="3838" y="6490"/>
                      <a:pt x="3797" y="6493"/>
                      <a:pt x="3758" y="6498"/>
                    </a:cubicBezTo>
                    <a:lnTo>
                      <a:pt x="3577" y="6498"/>
                    </a:lnTo>
                    <a:cubicBezTo>
                      <a:pt x="3531" y="6498"/>
                      <a:pt x="3441" y="6453"/>
                      <a:pt x="3441" y="6453"/>
                    </a:cubicBezTo>
                    <a:lnTo>
                      <a:pt x="3441" y="6453"/>
                    </a:lnTo>
                    <a:cubicBezTo>
                      <a:pt x="3481" y="6466"/>
                      <a:pt x="3497" y="6472"/>
                      <a:pt x="3499" y="6472"/>
                    </a:cubicBezTo>
                    <a:cubicBezTo>
                      <a:pt x="3505" y="6472"/>
                      <a:pt x="3428" y="6440"/>
                      <a:pt x="3396" y="6408"/>
                    </a:cubicBezTo>
                    <a:lnTo>
                      <a:pt x="3215" y="6227"/>
                    </a:lnTo>
                    <a:cubicBezTo>
                      <a:pt x="3124" y="6136"/>
                      <a:pt x="2988" y="6000"/>
                      <a:pt x="2898" y="5864"/>
                    </a:cubicBezTo>
                    <a:cubicBezTo>
                      <a:pt x="2535" y="5502"/>
                      <a:pt x="2219" y="4914"/>
                      <a:pt x="2083" y="4371"/>
                    </a:cubicBezTo>
                    <a:cubicBezTo>
                      <a:pt x="1856" y="3737"/>
                      <a:pt x="1811" y="3284"/>
                      <a:pt x="1811" y="2605"/>
                    </a:cubicBezTo>
                    <a:cubicBezTo>
                      <a:pt x="1856" y="2017"/>
                      <a:pt x="1947" y="1383"/>
                      <a:pt x="2173" y="749"/>
                    </a:cubicBezTo>
                    <a:cubicBezTo>
                      <a:pt x="2320" y="308"/>
                      <a:pt x="1933" y="1"/>
                      <a:pt x="154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2"/>
              <p:cNvSpPr/>
              <p:nvPr/>
            </p:nvSpPr>
            <p:spPr>
              <a:xfrm>
                <a:off x="3477825" y="2402600"/>
                <a:ext cx="64525" cy="126225"/>
              </a:xfrm>
              <a:custGeom>
                <a:rect b="b" l="l" r="r" t="t"/>
                <a:pathLst>
                  <a:path extrusionOk="0" h="5049" w="2581">
                    <a:moveTo>
                      <a:pt x="858" y="0"/>
                    </a:moveTo>
                    <a:cubicBezTo>
                      <a:pt x="613" y="0"/>
                      <a:pt x="433" y="198"/>
                      <a:pt x="318" y="428"/>
                    </a:cubicBezTo>
                    <a:cubicBezTo>
                      <a:pt x="1" y="1288"/>
                      <a:pt x="1" y="2239"/>
                      <a:pt x="272" y="3099"/>
                    </a:cubicBezTo>
                    <a:cubicBezTo>
                      <a:pt x="408" y="3551"/>
                      <a:pt x="634" y="4049"/>
                      <a:pt x="997" y="4412"/>
                    </a:cubicBezTo>
                    <a:cubicBezTo>
                      <a:pt x="1254" y="4669"/>
                      <a:pt x="1674" y="5049"/>
                      <a:pt x="2103" y="5049"/>
                    </a:cubicBezTo>
                    <a:cubicBezTo>
                      <a:pt x="2127" y="5049"/>
                      <a:pt x="2150" y="5048"/>
                      <a:pt x="2174" y="5045"/>
                    </a:cubicBezTo>
                    <a:cubicBezTo>
                      <a:pt x="2400" y="5045"/>
                      <a:pt x="2581" y="4864"/>
                      <a:pt x="2490" y="4638"/>
                    </a:cubicBezTo>
                    <a:cubicBezTo>
                      <a:pt x="2400" y="4276"/>
                      <a:pt x="2083" y="4004"/>
                      <a:pt x="1902" y="3687"/>
                    </a:cubicBezTo>
                    <a:cubicBezTo>
                      <a:pt x="1811" y="3506"/>
                      <a:pt x="1721" y="3370"/>
                      <a:pt x="1630" y="3189"/>
                    </a:cubicBezTo>
                    <a:cubicBezTo>
                      <a:pt x="1630" y="3144"/>
                      <a:pt x="1585" y="3099"/>
                      <a:pt x="1585" y="3054"/>
                    </a:cubicBezTo>
                    <a:cubicBezTo>
                      <a:pt x="1585" y="3054"/>
                      <a:pt x="1540" y="3008"/>
                      <a:pt x="1540" y="3008"/>
                    </a:cubicBezTo>
                    <a:cubicBezTo>
                      <a:pt x="1540" y="2963"/>
                      <a:pt x="1494" y="2918"/>
                      <a:pt x="1494" y="2918"/>
                    </a:cubicBezTo>
                    <a:lnTo>
                      <a:pt x="1449" y="2782"/>
                    </a:lnTo>
                    <a:cubicBezTo>
                      <a:pt x="1404" y="2601"/>
                      <a:pt x="1313" y="2420"/>
                      <a:pt x="1313" y="2239"/>
                    </a:cubicBezTo>
                    <a:cubicBezTo>
                      <a:pt x="1268" y="2193"/>
                      <a:pt x="1268" y="2148"/>
                      <a:pt x="1268" y="2103"/>
                    </a:cubicBezTo>
                    <a:lnTo>
                      <a:pt x="1268" y="2058"/>
                    </a:lnTo>
                    <a:cubicBezTo>
                      <a:pt x="1268" y="1967"/>
                      <a:pt x="1268" y="1877"/>
                      <a:pt x="1268" y="1741"/>
                    </a:cubicBezTo>
                    <a:lnTo>
                      <a:pt x="1268" y="1469"/>
                    </a:lnTo>
                    <a:cubicBezTo>
                      <a:pt x="1268" y="1424"/>
                      <a:pt x="1268" y="1379"/>
                      <a:pt x="1268" y="1379"/>
                    </a:cubicBezTo>
                    <a:lnTo>
                      <a:pt x="1268" y="1333"/>
                    </a:lnTo>
                    <a:cubicBezTo>
                      <a:pt x="1268" y="1288"/>
                      <a:pt x="1268" y="1288"/>
                      <a:pt x="1268" y="1288"/>
                    </a:cubicBezTo>
                    <a:cubicBezTo>
                      <a:pt x="1313" y="1107"/>
                      <a:pt x="1359" y="926"/>
                      <a:pt x="1404" y="700"/>
                    </a:cubicBezTo>
                    <a:cubicBezTo>
                      <a:pt x="1494" y="428"/>
                      <a:pt x="1313" y="111"/>
                      <a:pt x="997" y="21"/>
                    </a:cubicBezTo>
                    <a:cubicBezTo>
                      <a:pt x="948" y="7"/>
                      <a:pt x="902" y="0"/>
                      <a:pt x="8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2"/>
              <p:cNvSpPr/>
              <p:nvPr/>
            </p:nvSpPr>
            <p:spPr>
              <a:xfrm>
                <a:off x="3749450" y="2270075"/>
                <a:ext cx="125625" cy="327700"/>
              </a:xfrm>
              <a:custGeom>
                <a:rect b="b" l="l" r="r" t="t"/>
                <a:pathLst>
                  <a:path extrusionOk="0" h="13108" w="5025">
                    <a:moveTo>
                      <a:pt x="1509" y="1"/>
                    </a:moveTo>
                    <a:cubicBezTo>
                      <a:pt x="1360" y="1"/>
                      <a:pt x="1209" y="49"/>
                      <a:pt x="1087" y="161"/>
                    </a:cubicBezTo>
                    <a:cubicBezTo>
                      <a:pt x="226" y="840"/>
                      <a:pt x="0" y="1926"/>
                      <a:pt x="181" y="2968"/>
                    </a:cubicBezTo>
                    <a:cubicBezTo>
                      <a:pt x="317" y="4054"/>
                      <a:pt x="996" y="5005"/>
                      <a:pt x="1630" y="5865"/>
                    </a:cubicBezTo>
                    <a:cubicBezTo>
                      <a:pt x="2264" y="6725"/>
                      <a:pt x="3078" y="7630"/>
                      <a:pt x="3214" y="8671"/>
                    </a:cubicBezTo>
                    <a:cubicBezTo>
                      <a:pt x="3259" y="9260"/>
                      <a:pt x="3124" y="9803"/>
                      <a:pt x="2897" y="10301"/>
                    </a:cubicBezTo>
                    <a:cubicBezTo>
                      <a:pt x="2807" y="10573"/>
                      <a:pt x="2671" y="10799"/>
                      <a:pt x="2535" y="11025"/>
                    </a:cubicBezTo>
                    <a:cubicBezTo>
                      <a:pt x="2445" y="11161"/>
                      <a:pt x="2309" y="11523"/>
                      <a:pt x="2173" y="11614"/>
                    </a:cubicBezTo>
                    <a:cubicBezTo>
                      <a:pt x="1856" y="11795"/>
                      <a:pt x="1630" y="12112"/>
                      <a:pt x="1766" y="12474"/>
                    </a:cubicBezTo>
                    <a:cubicBezTo>
                      <a:pt x="1766" y="12474"/>
                      <a:pt x="1766" y="12519"/>
                      <a:pt x="1766" y="12519"/>
                    </a:cubicBezTo>
                    <a:cubicBezTo>
                      <a:pt x="1901" y="12881"/>
                      <a:pt x="2173" y="13108"/>
                      <a:pt x="2535" y="13108"/>
                    </a:cubicBezTo>
                    <a:cubicBezTo>
                      <a:pt x="3214" y="13108"/>
                      <a:pt x="3531" y="12519"/>
                      <a:pt x="3848" y="12021"/>
                    </a:cubicBezTo>
                    <a:cubicBezTo>
                      <a:pt x="4165" y="11478"/>
                      <a:pt x="4436" y="10890"/>
                      <a:pt x="4663" y="10301"/>
                    </a:cubicBezTo>
                    <a:cubicBezTo>
                      <a:pt x="5025" y="9034"/>
                      <a:pt x="4799" y="7811"/>
                      <a:pt x="4165" y="6680"/>
                    </a:cubicBezTo>
                    <a:cubicBezTo>
                      <a:pt x="3259" y="5050"/>
                      <a:pt x="634" y="2968"/>
                      <a:pt x="2082" y="930"/>
                    </a:cubicBezTo>
                    <a:cubicBezTo>
                      <a:pt x="2424" y="453"/>
                      <a:pt x="1968" y="1"/>
                      <a:pt x="15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2"/>
              <p:cNvSpPr/>
              <p:nvPr/>
            </p:nvSpPr>
            <p:spPr>
              <a:xfrm>
                <a:off x="3802950" y="2303525"/>
                <a:ext cx="126450" cy="222550"/>
              </a:xfrm>
              <a:custGeom>
                <a:rect b="b" l="l" r="r" t="t"/>
                <a:pathLst>
                  <a:path extrusionOk="0" h="8902" w="5058">
                    <a:moveTo>
                      <a:pt x="934" y="1"/>
                    </a:moveTo>
                    <a:cubicBezTo>
                      <a:pt x="368" y="1"/>
                      <a:pt x="1" y="845"/>
                      <a:pt x="576" y="1267"/>
                    </a:cubicBezTo>
                    <a:cubicBezTo>
                      <a:pt x="1663" y="1992"/>
                      <a:pt x="2523" y="3123"/>
                      <a:pt x="2975" y="4300"/>
                    </a:cubicBezTo>
                    <a:cubicBezTo>
                      <a:pt x="3202" y="4889"/>
                      <a:pt x="3383" y="5568"/>
                      <a:pt x="3428" y="6202"/>
                    </a:cubicBezTo>
                    <a:cubicBezTo>
                      <a:pt x="3428" y="6519"/>
                      <a:pt x="3428" y="6881"/>
                      <a:pt x="3428" y="7243"/>
                    </a:cubicBezTo>
                    <a:cubicBezTo>
                      <a:pt x="3383" y="7605"/>
                      <a:pt x="3247" y="8012"/>
                      <a:pt x="3383" y="8375"/>
                    </a:cubicBezTo>
                    <a:cubicBezTo>
                      <a:pt x="3499" y="8694"/>
                      <a:pt x="3783" y="8902"/>
                      <a:pt x="4080" y="8902"/>
                    </a:cubicBezTo>
                    <a:cubicBezTo>
                      <a:pt x="4245" y="8902"/>
                      <a:pt x="4414" y="8837"/>
                      <a:pt x="4560" y="8691"/>
                    </a:cubicBezTo>
                    <a:cubicBezTo>
                      <a:pt x="4922" y="8329"/>
                      <a:pt x="4967" y="7831"/>
                      <a:pt x="5013" y="7333"/>
                    </a:cubicBezTo>
                    <a:cubicBezTo>
                      <a:pt x="5058" y="6926"/>
                      <a:pt x="5058" y="6564"/>
                      <a:pt x="5013" y="6156"/>
                    </a:cubicBezTo>
                    <a:cubicBezTo>
                      <a:pt x="4967" y="5342"/>
                      <a:pt x="4786" y="4527"/>
                      <a:pt x="4469" y="3802"/>
                    </a:cubicBezTo>
                    <a:cubicBezTo>
                      <a:pt x="3836" y="2218"/>
                      <a:pt x="2749" y="950"/>
                      <a:pt x="1255" y="90"/>
                    </a:cubicBezTo>
                    <a:cubicBezTo>
                      <a:pt x="1145" y="28"/>
                      <a:pt x="1036" y="1"/>
                      <a:pt x="9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2"/>
              <p:cNvSpPr/>
              <p:nvPr/>
            </p:nvSpPr>
            <p:spPr>
              <a:xfrm>
                <a:off x="3909200" y="2319625"/>
                <a:ext cx="79050" cy="154675"/>
              </a:xfrm>
              <a:custGeom>
                <a:rect b="b" l="l" r="r" t="t"/>
                <a:pathLst>
                  <a:path extrusionOk="0" h="6187" w="3162">
                    <a:moveTo>
                      <a:pt x="723" y="0"/>
                    </a:moveTo>
                    <a:cubicBezTo>
                      <a:pt x="341" y="0"/>
                      <a:pt x="0" y="495"/>
                      <a:pt x="355" y="850"/>
                    </a:cubicBezTo>
                    <a:cubicBezTo>
                      <a:pt x="1034" y="1483"/>
                      <a:pt x="1442" y="2298"/>
                      <a:pt x="1713" y="3204"/>
                    </a:cubicBezTo>
                    <a:cubicBezTo>
                      <a:pt x="1849" y="3656"/>
                      <a:pt x="1894" y="4109"/>
                      <a:pt x="1940" y="4607"/>
                    </a:cubicBezTo>
                    <a:cubicBezTo>
                      <a:pt x="2030" y="5060"/>
                      <a:pt x="1849" y="5558"/>
                      <a:pt x="2121" y="6010"/>
                    </a:cubicBezTo>
                    <a:cubicBezTo>
                      <a:pt x="2168" y="6130"/>
                      <a:pt x="2279" y="6186"/>
                      <a:pt x="2400" y="6186"/>
                    </a:cubicBezTo>
                    <a:cubicBezTo>
                      <a:pt x="2508" y="6186"/>
                      <a:pt x="2624" y="6141"/>
                      <a:pt x="2709" y="6056"/>
                    </a:cubicBezTo>
                    <a:cubicBezTo>
                      <a:pt x="3117" y="5694"/>
                      <a:pt x="3117" y="5014"/>
                      <a:pt x="3117" y="4471"/>
                    </a:cubicBezTo>
                    <a:cubicBezTo>
                      <a:pt x="3162" y="3928"/>
                      <a:pt x="3026" y="3340"/>
                      <a:pt x="2845" y="2842"/>
                    </a:cubicBezTo>
                    <a:cubicBezTo>
                      <a:pt x="2528" y="1800"/>
                      <a:pt x="1849" y="850"/>
                      <a:pt x="1034" y="125"/>
                    </a:cubicBezTo>
                    <a:cubicBezTo>
                      <a:pt x="937" y="38"/>
                      <a:pt x="829" y="0"/>
                      <a:pt x="72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2"/>
              <p:cNvSpPr/>
              <p:nvPr/>
            </p:nvSpPr>
            <p:spPr>
              <a:xfrm>
                <a:off x="4081025" y="2361050"/>
                <a:ext cx="33975" cy="98725"/>
              </a:xfrm>
              <a:custGeom>
                <a:rect b="b" l="l" r="r" t="t"/>
                <a:pathLst>
                  <a:path extrusionOk="0" h="3949" w="1359">
                    <a:moveTo>
                      <a:pt x="743" y="1"/>
                    </a:moveTo>
                    <a:cubicBezTo>
                      <a:pt x="527" y="1"/>
                      <a:pt x="268" y="171"/>
                      <a:pt x="227" y="415"/>
                    </a:cubicBezTo>
                    <a:cubicBezTo>
                      <a:pt x="137" y="958"/>
                      <a:pt x="91" y="1547"/>
                      <a:pt x="46" y="2090"/>
                    </a:cubicBezTo>
                    <a:cubicBezTo>
                      <a:pt x="1" y="2271"/>
                      <a:pt x="46" y="2407"/>
                      <a:pt x="91" y="2588"/>
                    </a:cubicBezTo>
                    <a:cubicBezTo>
                      <a:pt x="91" y="2633"/>
                      <a:pt x="91" y="2678"/>
                      <a:pt x="91" y="2678"/>
                    </a:cubicBezTo>
                    <a:cubicBezTo>
                      <a:pt x="91" y="2769"/>
                      <a:pt x="91" y="2814"/>
                      <a:pt x="91" y="2860"/>
                    </a:cubicBezTo>
                    <a:cubicBezTo>
                      <a:pt x="91" y="3222"/>
                      <a:pt x="182" y="3493"/>
                      <a:pt x="318" y="3765"/>
                    </a:cubicBezTo>
                    <a:cubicBezTo>
                      <a:pt x="373" y="3894"/>
                      <a:pt x="474" y="3948"/>
                      <a:pt x="580" y="3948"/>
                    </a:cubicBezTo>
                    <a:cubicBezTo>
                      <a:pt x="733" y="3948"/>
                      <a:pt x="898" y="3835"/>
                      <a:pt x="952" y="3674"/>
                    </a:cubicBezTo>
                    <a:cubicBezTo>
                      <a:pt x="1042" y="3448"/>
                      <a:pt x="1087" y="3176"/>
                      <a:pt x="1133" y="2860"/>
                    </a:cubicBezTo>
                    <a:cubicBezTo>
                      <a:pt x="1133" y="2814"/>
                      <a:pt x="1133" y="2769"/>
                      <a:pt x="1133" y="2678"/>
                    </a:cubicBezTo>
                    <a:cubicBezTo>
                      <a:pt x="1133" y="2678"/>
                      <a:pt x="1133" y="2633"/>
                      <a:pt x="1133" y="2588"/>
                    </a:cubicBezTo>
                    <a:cubicBezTo>
                      <a:pt x="1178" y="2407"/>
                      <a:pt x="1178" y="2271"/>
                      <a:pt x="1178" y="2090"/>
                    </a:cubicBezTo>
                    <a:cubicBezTo>
                      <a:pt x="1223" y="1592"/>
                      <a:pt x="1223" y="1049"/>
                      <a:pt x="1314" y="551"/>
                    </a:cubicBezTo>
                    <a:cubicBezTo>
                      <a:pt x="1359" y="279"/>
                      <a:pt x="1087" y="53"/>
                      <a:pt x="816" y="8"/>
                    </a:cubicBezTo>
                    <a:cubicBezTo>
                      <a:pt x="792" y="3"/>
                      <a:pt x="768" y="1"/>
                      <a:pt x="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2"/>
              <p:cNvSpPr/>
              <p:nvPr/>
            </p:nvSpPr>
            <p:spPr>
              <a:xfrm>
                <a:off x="2945925" y="5089825"/>
                <a:ext cx="121125" cy="71475"/>
              </a:xfrm>
              <a:custGeom>
                <a:rect b="b" l="l" r="r" t="t"/>
                <a:pathLst>
                  <a:path extrusionOk="0" h="2859" w="4845">
                    <a:moveTo>
                      <a:pt x="4844" y="181"/>
                    </a:moveTo>
                    <a:lnTo>
                      <a:pt x="4844" y="181"/>
                    </a:lnTo>
                    <a:cubicBezTo>
                      <a:pt x="3214" y="272"/>
                      <a:pt x="1223" y="0"/>
                      <a:pt x="362" y="1358"/>
                    </a:cubicBezTo>
                    <a:cubicBezTo>
                      <a:pt x="91" y="1720"/>
                      <a:pt x="0" y="2128"/>
                      <a:pt x="46" y="2580"/>
                    </a:cubicBezTo>
                    <a:cubicBezTo>
                      <a:pt x="227" y="2626"/>
                      <a:pt x="453" y="2671"/>
                      <a:pt x="634" y="2716"/>
                    </a:cubicBezTo>
                    <a:cubicBezTo>
                      <a:pt x="1022" y="2813"/>
                      <a:pt x="1436" y="2858"/>
                      <a:pt x="1849" y="2858"/>
                    </a:cubicBezTo>
                    <a:cubicBezTo>
                      <a:pt x="2206" y="2858"/>
                      <a:pt x="2561" y="2824"/>
                      <a:pt x="2898" y="2761"/>
                    </a:cubicBezTo>
                    <a:cubicBezTo>
                      <a:pt x="3305" y="2716"/>
                      <a:pt x="3667" y="2626"/>
                      <a:pt x="4029" y="2490"/>
                    </a:cubicBezTo>
                    <a:lnTo>
                      <a:pt x="4029" y="2399"/>
                    </a:lnTo>
                    <a:cubicBezTo>
                      <a:pt x="4120" y="1584"/>
                      <a:pt x="4527" y="905"/>
                      <a:pt x="4844" y="18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2"/>
              <p:cNvSpPr/>
              <p:nvPr/>
            </p:nvSpPr>
            <p:spPr>
              <a:xfrm>
                <a:off x="3085125" y="3684200"/>
                <a:ext cx="551175" cy="1514725"/>
              </a:xfrm>
              <a:custGeom>
                <a:rect b="b" l="l" r="r" t="t"/>
                <a:pathLst>
                  <a:path extrusionOk="0" h="60589" w="22047">
                    <a:moveTo>
                      <a:pt x="6293" y="1"/>
                    </a:moveTo>
                    <a:cubicBezTo>
                      <a:pt x="6247" y="680"/>
                      <a:pt x="6293" y="1359"/>
                      <a:pt x="6383" y="1948"/>
                    </a:cubicBezTo>
                    <a:cubicBezTo>
                      <a:pt x="6881" y="4845"/>
                      <a:pt x="13490" y="11273"/>
                      <a:pt x="9099" y="13672"/>
                    </a:cubicBezTo>
                    <a:cubicBezTo>
                      <a:pt x="10457" y="15755"/>
                      <a:pt x="11861" y="17882"/>
                      <a:pt x="12223" y="20327"/>
                    </a:cubicBezTo>
                    <a:cubicBezTo>
                      <a:pt x="12585" y="22771"/>
                      <a:pt x="11589" y="25623"/>
                      <a:pt x="9280" y="26574"/>
                    </a:cubicBezTo>
                    <a:cubicBezTo>
                      <a:pt x="10684" y="28883"/>
                      <a:pt x="12087" y="31282"/>
                      <a:pt x="12268" y="33998"/>
                    </a:cubicBezTo>
                    <a:cubicBezTo>
                      <a:pt x="12449" y="36669"/>
                      <a:pt x="11001" y="39657"/>
                      <a:pt x="8375" y="40245"/>
                    </a:cubicBezTo>
                    <a:cubicBezTo>
                      <a:pt x="10005" y="41648"/>
                      <a:pt x="10503" y="44183"/>
                      <a:pt x="9552" y="46130"/>
                    </a:cubicBezTo>
                    <a:cubicBezTo>
                      <a:pt x="8743" y="47749"/>
                      <a:pt x="6916" y="48810"/>
                      <a:pt x="5105" y="48810"/>
                    </a:cubicBezTo>
                    <a:cubicBezTo>
                      <a:pt x="4790" y="48810"/>
                      <a:pt x="4474" y="48778"/>
                      <a:pt x="4165" y="48710"/>
                    </a:cubicBezTo>
                    <a:lnTo>
                      <a:pt x="4165" y="48710"/>
                    </a:lnTo>
                    <a:cubicBezTo>
                      <a:pt x="5387" y="51517"/>
                      <a:pt x="3622" y="55093"/>
                      <a:pt x="815" y="56134"/>
                    </a:cubicBezTo>
                    <a:cubicBezTo>
                      <a:pt x="589" y="56859"/>
                      <a:pt x="136" y="57628"/>
                      <a:pt x="0" y="58398"/>
                    </a:cubicBezTo>
                    <a:cubicBezTo>
                      <a:pt x="272" y="58579"/>
                      <a:pt x="408" y="59032"/>
                      <a:pt x="136" y="59303"/>
                    </a:cubicBezTo>
                    <a:cubicBezTo>
                      <a:pt x="408" y="59711"/>
                      <a:pt x="1087" y="59847"/>
                      <a:pt x="1630" y="59982"/>
                    </a:cubicBezTo>
                    <a:cubicBezTo>
                      <a:pt x="2671" y="60209"/>
                      <a:pt x="3712" y="60390"/>
                      <a:pt x="4754" y="60480"/>
                    </a:cubicBezTo>
                    <a:cubicBezTo>
                      <a:pt x="5516" y="60547"/>
                      <a:pt x="6278" y="60589"/>
                      <a:pt x="7022" y="60589"/>
                    </a:cubicBezTo>
                    <a:cubicBezTo>
                      <a:pt x="7295" y="60589"/>
                      <a:pt x="7565" y="60583"/>
                      <a:pt x="7832" y="60571"/>
                    </a:cubicBezTo>
                    <a:cubicBezTo>
                      <a:pt x="8783" y="60571"/>
                      <a:pt x="9688" y="60480"/>
                      <a:pt x="10457" y="59982"/>
                    </a:cubicBezTo>
                    <a:cubicBezTo>
                      <a:pt x="11725" y="59122"/>
                      <a:pt x="12359" y="57493"/>
                      <a:pt x="12630" y="56089"/>
                    </a:cubicBezTo>
                    <a:cubicBezTo>
                      <a:pt x="12721" y="55727"/>
                      <a:pt x="12766" y="55365"/>
                      <a:pt x="12811" y="55003"/>
                    </a:cubicBezTo>
                    <a:cubicBezTo>
                      <a:pt x="12766" y="54822"/>
                      <a:pt x="12811" y="54595"/>
                      <a:pt x="12902" y="54369"/>
                    </a:cubicBezTo>
                    <a:cubicBezTo>
                      <a:pt x="13038" y="52920"/>
                      <a:pt x="13174" y="51381"/>
                      <a:pt x="13943" y="50159"/>
                    </a:cubicBezTo>
                    <a:cubicBezTo>
                      <a:pt x="14031" y="50002"/>
                      <a:pt x="14172" y="49932"/>
                      <a:pt x="14313" y="49932"/>
                    </a:cubicBezTo>
                    <a:cubicBezTo>
                      <a:pt x="14536" y="49932"/>
                      <a:pt x="14758" y="50108"/>
                      <a:pt x="14758" y="50385"/>
                    </a:cubicBezTo>
                    <a:cubicBezTo>
                      <a:pt x="14803" y="51110"/>
                      <a:pt x="14713" y="51834"/>
                      <a:pt x="14667" y="52604"/>
                    </a:cubicBezTo>
                    <a:cubicBezTo>
                      <a:pt x="14984" y="52377"/>
                      <a:pt x="15256" y="52241"/>
                      <a:pt x="15573" y="52060"/>
                    </a:cubicBezTo>
                    <a:cubicBezTo>
                      <a:pt x="16840" y="51381"/>
                      <a:pt x="18198" y="50929"/>
                      <a:pt x="19375" y="50068"/>
                    </a:cubicBezTo>
                    <a:cubicBezTo>
                      <a:pt x="20733" y="49163"/>
                      <a:pt x="21412" y="47669"/>
                      <a:pt x="21684" y="46130"/>
                    </a:cubicBezTo>
                    <a:cubicBezTo>
                      <a:pt x="21820" y="45134"/>
                      <a:pt x="21820" y="44138"/>
                      <a:pt x="21775" y="43188"/>
                    </a:cubicBezTo>
                    <a:cubicBezTo>
                      <a:pt x="21729" y="42780"/>
                      <a:pt x="21684" y="42373"/>
                      <a:pt x="21684" y="41920"/>
                    </a:cubicBezTo>
                    <a:cubicBezTo>
                      <a:pt x="21548" y="41648"/>
                      <a:pt x="21458" y="41332"/>
                      <a:pt x="21412" y="41105"/>
                    </a:cubicBezTo>
                    <a:cubicBezTo>
                      <a:pt x="21141" y="40245"/>
                      <a:pt x="20960" y="39385"/>
                      <a:pt x="20824" y="38480"/>
                    </a:cubicBezTo>
                    <a:cubicBezTo>
                      <a:pt x="20688" y="37574"/>
                      <a:pt x="20643" y="36669"/>
                      <a:pt x="20688" y="35763"/>
                    </a:cubicBezTo>
                    <a:cubicBezTo>
                      <a:pt x="20733" y="34858"/>
                      <a:pt x="20915" y="33998"/>
                      <a:pt x="21096" y="33093"/>
                    </a:cubicBezTo>
                    <a:cubicBezTo>
                      <a:pt x="21171" y="32904"/>
                      <a:pt x="21309" y="32810"/>
                      <a:pt x="21484" y="32810"/>
                    </a:cubicBezTo>
                    <a:cubicBezTo>
                      <a:pt x="21519" y="32810"/>
                      <a:pt x="21556" y="32813"/>
                      <a:pt x="21594" y="32821"/>
                    </a:cubicBezTo>
                    <a:cubicBezTo>
                      <a:pt x="21684" y="32142"/>
                      <a:pt x="21775" y="31508"/>
                      <a:pt x="21910" y="30874"/>
                    </a:cubicBezTo>
                    <a:cubicBezTo>
                      <a:pt x="22001" y="30241"/>
                      <a:pt x="22046" y="29697"/>
                      <a:pt x="21865" y="29064"/>
                    </a:cubicBezTo>
                    <a:cubicBezTo>
                      <a:pt x="21729" y="28520"/>
                      <a:pt x="21458" y="28022"/>
                      <a:pt x="21231" y="27570"/>
                    </a:cubicBezTo>
                    <a:cubicBezTo>
                      <a:pt x="20688" y="26438"/>
                      <a:pt x="20145" y="25352"/>
                      <a:pt x="19692" y="24175"/>
                    </a:cubicBezTo>
                    <a:cubicBezTo>
                      <a:pt x="19240" y="23043"/>
                      <a:pt x="18787" y="21821"/>
                      <a:pt x="18787" y="20553"/>
                    </a:cubicBezTo>
                    <a:cubicBezTo>
                      <a:pt x="18787" y="20280"/>
                      <a:pt x="19000" y="20139"/>
                      <a:pt x="19220" y="20139"/>
                    </a:cubicBezTo>
                    <a:cubicBezTo>
                      <a:pt x="19364" y="20139"/>
                      <a:pt x="19512" y="20201"/>
                      <a:pt x="19602" y="20327"/>
                    </a:cubicBezTo>
                    <a:cubicBezTo>
                      <a:pt x="19919" y="20825"/>
                      <a:pt x="20190" y="21368"/>
                      <a:pt x="20417" y="21866"/>
                    </a:cubicBezTo>
                    <a:cubicBezTo>
                      <a:pt x="20371" y="21051"/>
                      <a:pt x="20371" y="20236"/>
                      <a:pt x="20326" y="19421"/>
                    </a:cubicBezTo>
                    <a:cubicBezTo>
                      <a:pt x="20326" y="19014"/>
                      <a:pt x="20326" y="18607"/>
                      <a:pt x="20190" y="18244"/>
                    </a:cubicBezTo>
                    <a:cubicBezTo>
                      <a:pt x="20054" y="17882"/>
                      <a:pt x="19783" y="17565"/>
                      <a:pt x="19556" y="17248"/>
                    </a:cubicBezTo>
                    <a:cubicBezTo>
                      <a:pt x="19013" y="16524"/>
                      <a:pt x="18515" y="15755"/>
                      <a:pt x="18017" y="15030"/>
                    </a:cubicBezTo>
                    <a:cubicBezTo>
                      <a:pt x="16931" y="13491"/>
                      <a:pt x="15890" y="11952"/>
                      <a:pt x="14849" y="10458"/>
                    </a:cubicBezTo>
                    <a:cubicBezTo>
                      <a:pt x="14396" y="9734"/>
                      <a:pt x="13898" y="9010"/>
                      <a:pt x="13445" y="8240"/>
                    </a:cubicBezTo>
                    <a:cubicBezTo>
                      <a:pt x="13038" y="7651"/>
                      <a:pt x="12585" y="6972"/>
                      <a:pt x="12313" y="6293"/>
                    </a:cubicBezTo>
                    <a:cubicBezTo>
                      <a:pt x="11906" y="6022"/>
                      <a:pt x="11499" y="5750"/>
                      <a:pt x="11136" y="5433"/>
                    </a:cubicBezTo>
                    <a:cubicBezTo>
                      <a:pt x="10095" y="4618"/>
                      <a:pt x="9190" y="3668"/>
                      <a:pt x="8330" y="2717"/>
                    </a:cubicBezTo>
                    <a:cubicBezTo>
                      <a:pt x="7877" y="2219"/>
                      <a:pt x="7470" y="1676"/>
                      <a:pt x="7062" y="1178"/>
                    </a:cubicBezTo>
                    <a:cubicBezTo>
                      <a:pt x="6881" y="906"/>
                      <a:pt x="6655" y="635"/>
                      <a:pt x="6474" y="363"/>
                    </a:cubicBezTo>
                    <a:cubicBezTo>
                      <a:pt x="6383" y="227"/>
                      <a:pt x="6338" y="92"/>
                      <a:pt x="62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2"/>
              <p:cNvSpPr/>
              <p:nvPr/>
            </p:nvSpPr>
            <p:spPr>
              <a:xfrm>
                <a:off x="3244700" y="3549525"/>
                <a:ext cx="561350" cy="1175275"/>
              </a:xfrm>
              <a:custGeom>
                <a:rect b="b" l="l" r="r" t="t"/>
                <a:pathLst>
                  <a:path extrusionOk="0" h="47011" w="22454">
                    <a:moveTo>
                      <a:pt x="1539" y="1"/>
                    </a:moveTo>
                    <a:lnTo>
                      <a:pt x="1539" y="1"/>
                    </a:lnTo>
                    <a:cubicBezTo>
                      <a:pt x="770" y="952"/>
                      <a:pt x="227" y="2445"/>
                      <a:pt x="0" y="3985"/>
                    </a:cubicBezTo>
                    <a:cubicBezTo>
                      <a:pt x="63" y="3959"/>
                      <a:pt x="123" y="3948"/>
                      <a:pt x="179" y="3948"/>
                    </a:cubicBezTo>
                    <a:cubicBezTo>
                      <a:pt x="324" y="3948"/>
                      <a:pt x="446" y="4023"/>
                      <a:pt x="543" y="4120"/>
                    </a:cubicBezTo>
                    <a:cubicBezTo>
                      <a:pt x="815" y="4347"/>
                      <a:pt x="1087" y="4483"/>
                      <a:pt x="1313" y="4754"/>
                    </a:cubicBezTo>
                    <a:cubicBezTo>
                      <a:pt x="1494" y="4981"/>
                      <a:pt x="1675" y="5207"/>
                      <a:pt x="1902" y="5433"/>
                    </a:cubicBezTo>
                    <a:cubicBezTo>
                      <a:pt x="2264" y="5931"/>
                      <a:pt x="2626" y="6384"/>
                      <a:pt x="3033" y="6837"/>
                    </a:cubicBezTo>
                    <a:cubicBezTo>
                      <a:pt x="3803" y="7742"/>
                      <a:pt x="4618" y="8647"/>
                      <a:pt x="5568" y="9372"/>
                    </a:cubicBezTo>
                    <a:cubicBezTo>
                      <a:pt x="6428" y="10096"/>
                      <a:pt x="7379" y="10730"/>
                      <a:pt x="8420" y="11228"/>
                    </a:cubicBezTo>
                    <a:cubicBezTo>
                      <a:pt x="8918" y="11454"/>
                      <a:pt x="9461" y="11635"/>
                      <a:pt x="9959" y="11816"/>
                    </a:cubicBezTo>
                    <a:cubicBezTo>
                      <a:pt x="10457" y="11952"/>
                      <a:pt x="11046" y="12043"/>
                      <a:pt x="11499" y="12359"/>
                    </a:cubicBezTo>
                    <a:cubicBezTo>
                      <a:pt x="11725" y="12540"/>
                      <a:pt x="11815" y="12993"/>
                      <a:pt x="11499" y="13174"/>
                    </a:cubicBezTo>
                    <a:cubicBezTo>
                      <a:pt x="11182" y="13310"/>
                      <a:pt x="10835" y="13365"/>
                      <a:pt x="10476" y="13365"/>
                    </a:cubicBezTo>
                    <a:cubicBezTo>
                      <a:pt x="9758" y="13365"/>
                      <a:pt x="8994" y="13144"/>
                      <a:pt x="8330" y="12903"/>
                    </a:cubicBezTo>
                    <a:lnTo>
                      <a:pt x="8330" y="12903"/>
                    </a:lnTo>
                    <a:cubicBezTo>
                      <a:pt x="8873" y="13627"/>
                      <a:pt x="9416" y="14397"/>
                      <a:pt x="9959" y="15166"/>
                    </a:cubicBezTo>
                    <a:cubicBezTo>
                      <a:pt x="11001" y="16750"/>
                      <a:pt x="12087" y="18290"/>
                      <a:pt x="13128" y="19829"/>
                    </a:cubicBezTo>
                    <a:cubicBezTo>
                      <a:pt x="13626" y="20598"/>
                      <a:pt x="14169" y="21368"/>
                      <a:pt x="14667" y="22137"/>
                    </a:cubicBezTo>
                    <a:cubicBezTo>
                      <a:pt x="15120" y="22907"/>
                      <a:pt x="15256" y="23631"/>
                      <a:pt x="15211" y="24537"/>
                    </a:cubicBezTo>
                    <a:cubicBezTo>
                      <a:pt x="15165" y="26212"/>
                      <a:pt x="15075" y="27887"/>
                      <a:pt x="14984" y="29562"/>
                    </a:cubicBezTo>
                    <a:cubicBezTo>
                      <a:pt x="15482" y="30648"/>
                      <a:pt x="16025" y="31689"/>
                      <a:pt x="16478" y="32821"/>
                    </a:cubicBezTo>
                    <a:cubicBezTo>
                      <a:pt x="16976" y="33998"/>
                      <a:pt x="17021" y="35130"/>
                      <a:pt x="16704" y="36352"/>
                    </a:cubicBezTo>
                    <a:cubicBezTo>
                      <a:pt x="16388" y="37665"/>
                      <a:pt x="15980" y="38887"/>
                      <a:pt x="15618" y="40200"/>
                    </a:cubicBezTo>
                    <a:cubicBezTo>
                      <a:pt x="15663" y="40562"/>
                      <a:pt x="15709" y="40924"/>
                      <a:pt x="15709" y="41286"/>
                    </a:cubicBezTo>
                    <a:cubicBezTo>
                      <a:pt x="15799" y="42192"/>
                      <a:pt x="15890" y="43052"/>
                      <a:pt x="16071" y="43957"/>
                    </a:cubicBezTo>
                    <a:cubicBezTo>
                      <a:pt x="16206" y="44817"/>
                      <a:pt x="16478" y="45677"/>
                      <a:pt x="16750" y="46583"/>
                    </a:cubicBezTo>
                    <a:cubicBezTo>
                      <a:pt x="16750" y="46673"/>
                      <a:pt x="16840" y="46809"/>
                      <a:pt x="16886" y="46990"/>
                    </a:cubicBezTo>
                    <a:cubicBezTo>
                      <a:pt x="16976" y="46945"/>
                      <a:pt x="17067" y="46900"/>
                      <a:pt x="17157" y="46900"/>
                    </a:cubicBezTo>
                    <a:cubicBezTo>
                      <a:pt x="17248" y="46945"/>
                      <a:pt x="17338" y="46945"/>
                      <a:pt x="17429" y="46945"/>
                    </a:cubicBezTo>
                    <a:cubicBezTo>
                      <a:pt x="17429" y="46945"/>
                      <a:pt x="17565" y="46990"/>
                      <a:pt x="17565" y="46990"/>
                    </a:cubicBezTo>
                    <a:lnTo>
                      <a:pt x="17972" y="46990"/>
                    </a:lnTo>
                    <a:cubicBezTo>
                      <a:pt x="18047" y="47005"/>
                      <a:pt x="18128" y="47010"/>
                      <a:pt x="18212" y="47010"/>
                    </a:cubicBezTo>
                    <a:cubicBezTo>
                      <a:pt x="18379" y="47010"/>
                      <a:pt x="18560" y="46990"/>
                      <a:pt x="18742" y="46990"/>
                    </a:cubicBezTo>
                    <a:lnTo>
                      <a:pt x="18877" y="46990"/>
                    </a:lnTo>
                    <a:cubicBezTo>
                      <a:pt x="18923" y="46945"/>
                      <a:pt x="18968" y="46945"/>
                      <a:pt x="19013" y="46945"/>
                    </a:cubicBezTo>
                    <a:cubicBezTo>
                      <a:pt x="19194" y="46900"/>
                      <a:pt x="19285" y="46854"/>
                      <a:pt x="19466" y="46854"/>
                    </a:cubicBezTo>
                    <a:lnTo>
                      <a:pt x="19466" y="46809"/>
                    </a:lnTo>
                    <a:cubicBezTo>
                      <a:pt x="19692" y="46764"/>
                      <a:pt x="19919" y="46673"/>
                      <a:pt x="20145" y="46537"/>
                    </a:cubicBezTo>
                    <a:cubicBezTo>
                      <a:pt x="20190" y="46492"/>
                      <a:pt x="20281" y="46492"/>
                      <a:pt x="20326" y="46492"/>
                    </a:cubicBezTo>
                    <a:cubicBezTo>
                      <a:pt x="20462" y="45949"/>
                      <a:pt x="20598" y="45406"/>
                      <a:pt x="20688" y="44817"/>
                    </a:cubicBezTo>
                    <a:cubicBezTo>
                      <a:pt x="20960" y="43278"/>
                      <a:pt x="21050" y="41694"/>
                      <a:pt x="21050" y="40109"/>
                    </a:cubicBezTo>
                    <a:cubicBezTo>
                      <a:pt x="21005" y="38978"/>
                      <a:pt x="20960" y="37801"/>
                      <a:pt x="20824" y="36669"/>
                    </a:cubicBezTo>
                    <a:cubicBezTo>
                      <a:pt x="20598" y="36035"/>
                      <a:pt x="20507" y="35356"/>
                      <a:pt x="20462" y="34858"/>
                    </a:cubicBezTo>
                    <a:cubicBezTo>
                      <a:pt x="20326" y="33817"/>
                      <a:pt x="20326" y="32776"/>
                      <a:pt x="20462" y="31689"/>
                    </a:cubicBezTo>
                    <a:cubicBezTo>
                      <a:pt x="20552" y="30920"/>
                      <a:pt x="20733" y="30105"/>
                      <a:pt x="21005" y="29381"/>
                    </a:cubicBezTo>
                    <a:cubicBezTo>
                      <a:pt x="20643" y="28928"/>
                      <a:pt x="20416" y="28249"/>
                      <a:pt x="20235" y="27796"/>
                    </a:cubicBezTo>
                    <a:cubicBezTo>
                      <a:pt x="20009" y="27072"/>
                      <a:pt x="19828" y="26302"/>
                      <a:pt x="19737" y="25533"/>
                    </a:cubicBezTo>
                    <a:cubicBezTo>
                      <a:pt x="19556" y="24084"/>
                      <a:pt x="19828" y="22681"/>
                      <a:pt x="20235" y="21277"/>
                    </a:cubicBezTo>
                    <a:cubicBezTo>
                      <a:pt x="20960" y="18923"/>
                      <a:pt x="22454" y="16026"/>
                      <a:pt x="20960" y="13672"/>
                    </a:cubicBezTo>
                    <a:cubicBezTo>
                      <a:pt x="20779" y="13401"/>
                      <a:pt x="20960" y="13129"/>
                      <a:pt x="21186" y="13038"/>
                    </a:cubicBezTo>
                    <a:cubicBezTo>
                      <a:pt x="21050" y="12586"/>
                      <a:pt x="20824" y="12133"/>
                      <a:pt x="20507" y="11726"/>
                    </a:cubicBezTo>
                    <a:cubicBezTo>
                      <a:pt x="19692" y="10594"/>
                      <a:pt x="18334" y="10096"/>
                      <a:pt x="17519" y="8919"/>
                    </a:cubicBezTo>
                    <a:cubicBezTo>
                      <a:pt x="16976" y="8149"/>
                      <a:pt x="16659" y="7244"/>
                      <a:pt x="16569" y="6339"/>
                    </a:cubicBezTo>
                    <a:cubicBezTo>
                      <a:pt x="16388" y="6293"/>
                      <a:pt x="16206" y="6293"/>
                      <a:pt x="16071" y="6248"/>
                    </a:cubicBezTo>
                    <a:cubicBezTo>
                      <a:pt x="15844" y="7923"/>
                      <a:pt x="14305" y="9281"/>
                      <a:pt x="12630" y="9326"/>
                    </a:cubicBezTo>
                    <a:cubicBezTo>
                      <a:pt x="12602" y="9327"/>
                      <a:pt x="12574" y="9328"/>
                      <a:pt x="12546" y="9328"/>
                    </a:cubicBezTo>
                    <a:cubicBezTo>
                      <a:pt x="10901" y="9328"/>
                      <a:pt x="9320" y="8032"/>
                      <a:pt x="9009" y="6429"/>
                    </a:cubicBezTo>
                    <a:lnTo>
                      <a:pt x="9009" y="6429"/>
                    </a:lnTo>
                    <a:cubicBezTo>
                      <a:pt x="9198" y="7410"/>
                      <a:pt x="8466" y="7749"/>
                      <a:pt x="7445" y="7749"/>
                    </a:cubicBezTo>
                    <a:cubicBezTo>
                      <a:pt x="5780" y="7749"/>
                      <a:pt x="3347" y="6844"/>
                      <a:pt x="2897" y="6339"/>
                    </a:cubicBezTo>
                    <a:cubicBezTo>
                      <a:pt x="1268" y="4618"/>
                      <a:pt x="1585" y="2129"/>
                      <a:pt x="15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2"/>
              <p:cNvSpPr/>
              <p:nvPr/>
            </p:nvSpPr>
            <p:spPr>
              <a:xfrm>
                <a:off x="3697375" y="3659325"/>
                <a:ext cx="159600" cy="230875"/>
              </a:xfrm>
              <a:custGeom>
                <a:rect b="b" l="l" r="r" t="t"/>
                <a:pathLst>
                  <a:path extrusionOk="0" h="9235" w="6384">
                    <a:moveTo>
                      <a:pt x="1993" y="0"/>
                    </a:moveTo>
                    <a:cubicBezTo>
                      <a:pt x="1586" y="813"/>
                      <a:pt x="864" y="1446"/>
                      <a:pt x="7" y="1763"/>
                    </a:cubicBezTo>
                    <a:lnTo>
                      <a:pt x="7" y="1763"/>
                    </a:lnTo>
                    <a:cubicBezTo>
                      <a:pt x="5" y="1749"/>
                      <a:pt x="3" y="1735"/>
                      <a:pt x="1" y="1720"/>
                    </a:cubicBezTo>
                    <a:lnTo>
                      <a:pt x="1" y="1766"/>
                    </a:lnTo>
                    <a:cubicBezTo>
                      <a:pt x="3" y="1765"/>
                      <a:pt x="5" y="1764"/>
                      <a:pt x="7" y="1763"/>
                    </a:cubicBezTo>
                    <a:lnTo>
                      <a:pt x="7" y="1763"/>
                    </a:lnTo>
                    <a:cubicBezTo>
                      <a:pt x="149" y="2786"/>
                      <a:pt x="600" y="3676"/>
                      <a:pt x="1359" y="4346"/>
                    </a:cubicBezTo>
                    <a:cubicBezTo>
                      <a:pt x="1902" y="4799"/>
                      <a:pt x="2491" y="5115"/>
                      <a:pt x="3034" y="5613"/>
                    </a:cubicBezTo>
                    <a:cubicBezTo>
                      <a:pt x="3486" y="6021"/>
                      <a:pt x="3939" y="6609"/>
                      <a:pt x="4211" y="7198"/>
                    </a:cubicBezTo>
                    <a:cubicBezTo>
                      <a:pt x="4528" y="7741"/>
                      <a:pt x="4754" y="8375"/>
                      <a:pt x="4799" y="9009"/>
                    </a:cubicBezTo>
                    <a:cubicBezTo>
                      <a:pt x="4845" y="9099"/>
                      <a:pt x="4845" y="9144"/>
                      <a:pt x="4845" y="9235"/>
                    </a:cubicBezTo>
                    <a:cubicBezTo>
                      <a:pt x="4935" y="8103"/>
                      <a:pt x="5478" y="7017"/>
                      <a:pt x="6384" y="6383"/>
                    </a:cubicBezTo>
                    <a:cubicBezTo>
                      <a:pt x="5071" y="5613"/>
                      <a:pt x="4709" y="3667"/>
                      <a:pt x="5659" y="2490"/>
                    </a:cubicBezTo>
                    <a:cubicBezTo>
                      <a:pt x="4301" y="1901"/>
                      <a:pt x="3079" y="1041"/>
                      <a:pt x="19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2"/>
              <p:cNvSpPr/>
              <p:nvPr/>
            </p:nvSpPr>
            <p:spPr>
              <a:xfrm>
                <a:off x="3722275" y="3900375"/>
                <a:ext cx="599850" cy="1516525"/>
              </a:xfrm>
              <a:custGeom>
                <a:rect b="b" l="l" r="r" t="t"/>
                <a:pathLst>
                  <a:path extrusionOk="0" h="60661" w="23994">
                    <a:moveTo>
                      <a:pt x="3803" y="0"/>
                    </a:moveTo>
                    <a:cubicBezTo>
                      <a:pt x="3803" y="136"/>
                      <a:pt x="3758" y="317"/>
                      <a:pt x="3713" y="453"/>
                    </a:cubicBezTo>
                    <a:cubicBezTo>
                      <a:pt x="3667" y="725"/>
                      <a:pt x="3622" y="996"/>
                      <a:pt x="3486" y="1177"/>
                    </a:cubicBezTo>
                    <a:cubicBezTo>
                      <a:pt x="3939" y="2988"/>
                      <a:pt x="3486" y="4935"/>
                      <a:pt x="2943" y="6745"/>
                    </a:cubicBezTo>
                    <a:cubicBezTo>
                      <a:pt x="2536" y="8194"/>
                      <a:pt x="2083" y="9597"/>
                      <a:pt x="2219" y="11182"/>
                    </a:cubicBezTo>
                    <a:cubicBezTo>
                      <a:pt x="2264" y="11906"/>
                      <a:pt x="2445" y="12630"/>
                      <a:pt x="2672" y="13355"/>
                    </a:cubicBezTo>
                    <a:cubicBezTo>
                      <a:pt x="2672" y="13355"/>
                      <a:pt x="2672" y="13400"/>
                      <a:pt x="2672" y="13445"/>
                    </a:cubicBezTo>
                    <a:cubicBezTo>
                      <a:pt x="2943" y="12811"/>
                      <a:pt x="3169" y="12178"/>
                      <a:pt x="3034" y="11544"/>
                    </a:cubicBezTo>
                    <a:cubicBezTo>
                      <a:pt x="2927" y="11198"/>
                      <a:pt x="3165" y="10993"/>
                      <a:pt x="3425" y="10993"/>
                    </a:cubicBezTo>
                    <a:cubicBezTo>
                      <a:pt x="3607" y="10993"/>
                      <a:pt x="3801" y="11094"/>
                      <a:pt x="3894" y="11318"/>
                    </a:cubicBezTo>
                    <a:cubicBezTo>
                      <a:pt x="4346" y="12359"/>
                      <a:pt x="4120" y="13355"/>
                      <a:pt x="3803" y="14351"/>
                    </a:cubicBezTo>
                    <a:cubicBezTo>
                      <a:pt x="3441" y="15347"/>
                      <a:pt x="3124" y="16342"/>
                      <a:pt x="2988" y="17384"/>
                    </a:cubicBezTo>
                    <a:cubicBezTo>
                      <a:pt x="2807" y="18425"/>
                      <a:pt x="2807" y="19511"/>
                      <a:pt x="2943" y="20598"/>
                    </a:cubicBezTo>
                    <a:cubicBezTo>
                      <a:pt x="2988" y="21096"/>
                      <a:pt x="3079" y="21594"/>
                      <a:pt x="3169" y="22092"/>
                    </a:cubicBezTo>
                    <a:cubicBezTo>
                      <a:pt x="3260" y="22590"/>
                      <a:pt x="3351" y="23088"/>
                      <a:pt x="3124" y="23540"/>
                    </a:cubicBezTo>
                    <a:cubicBezTo>
                      <a:pt x="3034" y="23631"/>
                      <a:pt x="2943" y="23721"/>
                      <a:pt x="2853" y="23721"/>
                    </a:cubicBezTo>
                    <a:cubicBezTo>
                      <a:pt x="3124" y="24808"/>
                      <a:pt x="3260" y="25939"/>
                      <a:pt x="3305" y="27071"/>
                    </a:cubicBezTo>
                    <a:cubicBezTo>
                      <a:pt x="3396" y="29063"/>
                      <a:pt x="3124" y="31010"/>
                      <a:pt x="2717" y="32956"/>
                    </a:cubicBezTo>
                    <a:cubicBezTo>
                      <a:pt x="2309" y="34767"/>
                      <a:pt x="1947" y="36578"/>
                      <a:pt x="2309" y="38434"/>
                    </a:cubicBezTo>
                    <a:cubicBezTo>
                      <a:pt x="2490" y="39294"/>
                      <a:pt x="2717" y="40154"/>
                      <a:pt x="3079" y="40923"/>
                    </a:cubicBezTo>
                    <a:cubicBezTo>
                      <a:pt x="3396" y="41738"/>
                      <a:pt x="3939" y="42463"/>
                      <a:pt x="4211" y="43323"/>
                    </a:cubicBezTo>
                    <a:cubicBezTo>
                      <a:pt x="4317" y="43606"/>
                      <a:pt x="4064" y="43833"/>
                      <a:pt x="3797" y="43833"/>
                    </a:cubicBezTo>
                    <a:cubicBezTo>
                      <a:pt x="3722" y="43833"/>
                      <a:pt x="3646" y="43815"/>
                      <a:pt x="3577" y="43775"/>
                    </a:cubicBezTo>
                    <a:cubicBezTo>
                      <a:pt x="3124" y="43549"/>
                      <a:pt x="2762" y="43142"/>
                      <a:pt x="2445" y="42734"/>
                    </a:cubicBezTo>
                    <a:cubicBezTo>
                      <a:pt x="2355" y="42870"/>
                      <a:pt x="2264" y="43006"/>
                      <a:pt x="2219" y="43187"/>
                    </a:cubicBezTo>
                    <a:cubicBezTo>
                      <a:pt x="1811" y="43866"/>
                      <a:pt x="1223" y="44500"/>
                      <a:pt x="770" y="45224"/>
                    </a:cubicBezTo>
                    <a:cubicBezTo>
                      <a:pt x="272" y="45994"/>
                      <a:pt x="1" y="46854"/>
                      <a:pt x="136" y="47804"/>
                    </a:cubicBezTo>
                    <a:cubicBezTo>
                      <a:pt x="182" y="48393"/>
                      <a:pt x="499" y="48981"/>
                      <a:pt x="634" y="49615"/>
                    </a:cubicBezTo>
                    <a:cubicBezTo>
                      <a:pt x="680" y="49525"/>
                      <a:pt x="725" y="49479"/>
                      <a:pt x="725" y="49389"/>
                    </a:cubicBezTo>
                    <a:cubicBezTo>
                      <a:pt x="767" y="49263"/>
                      <a:pt x="907" y="49195"/>
                      <a:pt x="1039" y="49195"/>
                    </a:cubicBezTo>
                    <a:cubicBezTo>
                      <a:pt x="1193" y="49195"/>
                      <a:pt x="1338" y="49285"/>
                      <a:pt x="1313" y="49479"/>
                    </a:cubicBezTo>
                    <a:cubicBezTo>
                      <a:pt x="1268" y="49932"/>
                      <a:pt x="1359" y="50385"/>
                      <a:pt x="1313" y="50837"/>
                    </a:cubicBezTo>
                    <a:cubicBezTo>
                      <a:pt x="1268" y="51245"/>
                      <a:pt x="1223" y="51652"/>
                      <a:pt x="1223" y="52014"/>
                    </a:cubicBezTo>
                    <a:cubicBezTo>
                      <a:pt x="1178" y="52784"/>
                      <a:pt x="1132" y="53599"/>
                      <a:pt x="1178" y="54368"/>
                    </a:cubicBezTo>
                    <a:cubicBezTo>
                      <a:pt x="1178" y="55093"/>
                      <a:pt x="1585" y="55591"/>
                      <a:pt x="2038" y="56179"/>
                    </a:cubicBezTo>
                    <a:cubicBezTo>
                      <a:pt x="2536" y="56813"/>
                      <a:pt x="3034" y="57492"/>
                      <a:pt x="3532" y="58126"/>
                    </a:cubicBezTo>
                    <a:cubicBezTo>
                      <a:pt x="3939" y="58669"/>
                      <a:pt x="4301" y="59303"/>
                      <a:pt x="4935" y="59574"/>
                    </a:cubicBezTo>
                    <a:cubicBezTo>
                      <a:pt x="5523" y="59891"/>
                      <a:pt x="6248" y="59891"/>
                      <a:pt x="6882" y="59891"/>
                    </a:cubicBezTo>
                    <a:cubicBezTo>
                      <a:pt x="7651" y="59891"/>
                      <a:pt x="8375" y="59755"/>
                      <a:pt x="9145" y="59620"/>
                    </a:cubicBezTo>
                    <a:cubicBezTo>
                      <a:pt x="9507" y="59529"/>
                      <a:pt x="9869" y="59484"/>
                      <a:pt x="10231" y="59393"/>
                    </a:cubicBezTo>
                    <a:lnTo>
                      <a:pt x="10322" y="59393"/>
                    </a:lnTo>
                    <a:cubicBezTo>
                      <a:pt x="10231" y="58624"/>
                      <a:pt x="10141" y="57854"/>
                      <a:pt x="10005" y="57130"/>
                    </a:cubicBezTo>
                    <a:cubicBezTo>
                      <a:pt x="9950" y="56827"/>
                      <a:pt x="10196" y="56624"/>
                      <a:pt x="10429" y="56624"/>
                    </a:cubicBezTo>
                    <a:cubicBezTo>
                      <a:pt x="10578" y="56624"/>
                      <a:pt x="10721" y="56708"/>
                      <a:pt x="10775" y="56903"/>
                    </a:cubicBezTo>
                    <a:cubicBezTo>
                      <a:pt x="10956" y="57628"/>
                      <a:pt x="11227" y="58307"/>
                      <a:pt x="11454" y="58986"/>
                    </a:cubicBezTo>
                    <a:cubicBezTo>
                      <a:pt x="11454" y="59076"/>
                      <a:pt x="11499" y="59167"/>
                      <a:pt x="11499" y="59257"/>
                    </a:cubicBezTo>
                    <a:cubicBezTo>
                      <a:pt x="11725" y="59348"/>
                      <a:pt x="11771" y="59620"/>
                      <a:pt x="11680" y="59846"/>
                    </a:cubicBezTo>
                    <a:cubicBezTo>
                      <a:pt x="11725" y="59936"/>
                      <a:pt x="11725" y="60072"/>
                      <a:pt x="11771" y="60163"/>
                    </a:cubicBezTo>
                    <a:cubicBezTo>
                      <a:pt x="11861" y="60389"/>
                      <a:pt x="11952" y="60389"/>
                      <a:pt x="12223" y="60434"/>
                    </a:cubicBezTo>
                    <a:cubicBezTo>
                      <a:pt x="12812" y="60593"/>
                      <a:pt x="13434" y="60661"/>
                      <a:pt x="14057" y="60661"/>
                    </a:cubicBezTo>
                    <a:cubicBezTo>
                      <a:pt x="14679" y="60661"/>
                      <a:pt x="15302" y="60593"/>
                      <a:pt x="15890" y="60480"/>
                    </a:cubicBezTo>
                    <a:cubicBezTo>
                      <a:pt x="16524" y="60344"/>
                      <a:pt x="17158" y="60118"/>
                      <a:pt x="17746" y="59891"/>
                    </a:cubicBezTo>
                    <a:cubicBezTo>
                      <a:pt x="18244" y="59710"/>
                      <a:pt x="18923" y="59484"/>
                      <a:pt x="19240" y="59076"/>
                    </a:cubicBezTo>
                    <a:cubicBezTo>
                      <a:pt x="19466" y="58805"/>
                      <a:pt x="19602" y="58397"/>
                      <a:pt x="19738" y="58035"/>
                    </a:cubicBezTo>
                    <a:cubicBezTo>
                      <a:pt x="19693" y="57945"/>
                      <a:pt x="19693" y="57809"/>
                      <a:pt x="19738" y="57718"/>
                    </a:cubicBezTo>
                    <a:cubicBezTo>
                      <a:pt x="19783" y="57673"/>
                      <a:pt x="19783" y="57582"/>
                      <a:pt x="19828" y="57492"/>
                    </a:cubicBezTo>
                    <a:cubicBezTo>
                      <a:pt x="19874" y="57447"/>
                      <a:pt x="19874" y="57356"/>
                      <a:pt x="19874" y="57311"/>
                    </a:cubicBezTo>
                    <a:cubicBezTo>
                      <a:pt x="20055" y="56677"/>
                      <a:pt x="20145" y="55998"/>
                      <a:pt x="20417" y="55410"/>
                    </a:cubicBezTo>
                    <a:cubicBezTo>
                      <a:pt x="20469" y="55287"/>
                      <a:pt x="20562" y="55239"/>
                      <a:pt x="20664" y="55239"/>
                    </a:cubicBezTo>
                    <a:cubicBezTo>
                      <a:pt x="20827" y="55239"/>
                      <a:pt x="21013" y="55361"/>
                      <a:pt x="21096" y="55500"/>
                    </a:cubicBezTo>
                    <a:cubicBezTo>
                      <a:pt x="21141" y="55681"/>
                      <a:pt x="21232" y="55862"/>
                      <a:pt x="21232" y="56089"/>
                    </a:cubicBezTo>
                    <a:cubicBezTo>
                      <a:pt x="21503" y="55908"/>
                      <a:pt x="21820" y="55726"/>
                      <a:pt x="22092" y="55591"/>
                    </a:cubicBezTo>
                    <a:cubicBezTo>
                      <a:pt x="22545" y="55364"/>
                      <a:pt x="22997" y="55138"/>
                      <a:pt x="23224" y="54685"/>
                    </a:cubicBezTo>
                    <a:cubicBezTo>
                      <a:pt x="23495" y="54278"/>
                      <a:pt x="23676" y="53780"/>
                      <a:pt x="23767" y="53282"/>
                    </a:cubicBezTo>
                    <a:cubicBezTo>
                      <a:pt x="23993" y="52195"/>
                      <a:pt x="23857" y="51064"/>
                      <a:pt x="23631" y="49977"/>
                    </a:cubicBezTo>
                    <a:cubicBezTo>
                      <a:pt x="23495" y="49389"/>
                      <a:pt x="23314" y="48846"/>
                      <a:pt x="23133" y="48257"/>
                    </a:cubicBezTo>
                    <a:cubicBezTo>
                      <a:pt x="23042" y="48076"/>
                      <a:pt x="22997" y="47895"/>
                      <a:pt x="22907" y="47669"/>
                    </a:cubicBezTo>
                    <a:cubicBezTo>
                      <a:pt x="21946" y="48313"/>
                      <a:pt x="20807" y="48610"/>
                      <a:pt x="19649" y="48610"/>
                    </a:cubicBezTo>
                    <a:cubicBezTo>
                      <a:pt x="16824" y="48610"/>
                      <a:pt x="13894" y="46841"/>
                      <a:pt x="13219" y="44047"/>
                    </a:cubicBezTo>
                    <a:cubicBezTo>
                      <a:pt x="12301" y="44892"/>
                      <a:pt x="10997" y="45377"/>
                      <a:pt x="9739" y="45377"/>
                    </a:cubicBezTo>
                    <a:cubicBezTo>
                      <a:pt x="8640" y="45377"/>
                      <a:pt x="7575" y="45006"/>
                      <a:pt x="6836" y="44183"/>
                    </a:cubicBezTo>
                    <a:cubicBezTo>
                      <a:pt x="5281" y="42450"/>
                      <a:pt x="6517" y="38973"/>
                      <a:pt x="8789" y="38973"/>
                    </a:cubicBezTo>
                    <a:cubicBezTo>
                      <a:pt x="8832" y="38973"/>
                      <a:pt x="8875" y="38974"/>
                      <a:pt x="8919" y="38977"/>
                    </a:cubicBezTo>
                    <a:cubicBezTo>
                      <a:pt x="7108" y="38026"/>
                      <a:pt x="6700" y="35446"/>
                      <a:pt x="7470" y="33545"/>
                    </a:cubicBezTo>
                    <a:cubicBezTo>
                      <a:pt x="8194" y="31643"/>
                      <a:pt x="9824" y="30195"/>
                      <a:pt x="11408" y="28882"/>
                    </a:cubicBezTo>
                    <a:cubicBezTo>
                      <a:pt x="9552" y="28746"/>
                      <a:pt x="7877" y="27298"/>
                      <a:pt x="7515" y="25487"/>
                    </a:cubicBezTo>
                    <a:cubicBezTo>
                      <a:pt x="7108" y="23676"/>
                      <a:pt x="8059" y="21639"/>
                      <a:pt x="9688" y="20779"/>
                    </a:cubicBezTo>
                    <a:cubicBezTo>
                      <a:pt x="6700" y="19511"/>
                      <a:pt x="5569" y="15211"/>
                      <a:pt x="7561" y="12721"/>
                    </a:cubicBezTo>
                    <a:cubicBezTo>
                      <a:pt x="5116" y="12087"/>
                      <a:pt x="3849" y="8873"/>
                      <a:pt x="5116" y="6745"/>
                    </a:cubicBezTo>
                    <a:cubicBezTo>
                      <a:pt x="5614" y="5976"/>
                      <a:pt x="6384" y="5206"/>
                      <a:pt x="6202" y="4301"/>
                    </a:cubicBezTo>
                    <a:cubicBezTo>
                      <a:pt x="6067" y="3622"/>
                      <a:pt x="5342" y="3169"/>
                      <a:pt x="4844" y="2671"/>
                    </a:cubicBezTo>
                    <a:cubicBezTo>
                      <a:pt x="4165" y="1947"/>
                      <a:pt x="3803" y="951"/>
                      <a:pt x="38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2"/>
              <p:cNvSpPr/>
              <p:nvPr/>
            </p:nvSpPr>
            <p:spPr>
              <a:xfrm>
                <a:off x="4662750" y="3959225"/>
                <a:ext cx="2275" cy="6800"/>
              </a:xfrm>
              <a:custGeom>
                <a:rect b="b" l="l" r="r" t="t"/>
                <a:pathLst>
                  <a:path extrusionOk="0" h="272" w="91">
                    <a:moveTo>
                      <a:pt x="91" y="0"/>
                    </a:moveTo>
                    <a:lnTo>
                      <a:pt x="0" y="136"/>
                    </a:lnTo>
                    <a:cubicBezTo>
                      <a:pt x="45" y="181"/>
                      <a:pt x="45" y="227"/>
                      <a:pt x="45" y="272"/>
                    </a:cubicBezTo>
                    <a:lnTo>
                      <a:pt x="45" y="227"/>
                    </a:lnTo>
                    <a:cubicBezTo>
                      <a:pt x="91" y="227"/>
                      <a:pt x="91" y="181"/>
                      <a:pt x="91" y="181"/>
                    </a:cubicBezTo>
                    <a:cubicBezTo>
                      <a:pt x="91" y="91"/>
                      <a:pt x="91" y="46"/>
                      <a:pt x="91" y="0"/>
                    </a:cubicBez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2"/>
              <p:cNvSpPr/>
              <p:nvPr/>
            </p:nvSpPr>
            <p:spPr>
              <a:xfrm>
                <a:off x="4846075" y="3735150"/>
                <a:ext cx="24925" cy="27175"/>
              </a:xfrm>
              <a:custGeom>
                <a:rect b="b" l="l" r="r" t="t"/>
                <a:pathLst>
                  <a:path extrusionOk="0" h="1087" w="997">
                    <a:moveTo>
                      <a:pt x="996" y="0"/>
                    </a:moveTo>
                    <a:lnTo>
                      <a:pt x="996" y="0"/>
                    </a:lnTo>
                    <a:cubicBezTo>
                      <a:pt x="634" y="317"/>
                      <a:pt x="317" y="724"/>
                      <a:pt x="1" y="1087"/>
                    </a:cubicBezTo>
                    <a:lnTo>
                      <a:pt x="996" y="0"/>
                    </a:ln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2"/>
              <p:cNvSpPr/>
              <p:nvPr/>
            </p:nvSpPr>
            <p:spPr>
              <a:xfrm>
                <a:off x="4589175" y="3859625"/>
                <a:ext cx="537600" cy="1224550"/>
              </a:xfrm>
              <a:custGeom>
                <a:rect b="b" l="l" r="r" t="t"/>
                <a:pathLst>
                  <a:path extrusionOk="0" h="48982" w="21504">
                    <a:moveTo>
                      <a:pt x="8737" y="1"/>
                    </a:moveTo>
                    <a:cubicBezTo>
                      <a:pt x="8556" y="227"/>
                      <a:pt x="8330" y="408"/>
                      <a:pt x="8104" y="589"/>
                    </a:cubicBezTo>
                    <a:cubicBezTo>
                      <a:pt x="7244" y="1359"/>
                      <a:pt x="6067" y="1630"/>
                      <a:pt x="5252" y="2445"/>
                    </a:cubicBezTo>
                    <a:cubicBezTo>
                      <a:pt x="5206" y="2445"/>
                      <a:pt x="5206" y="2490"/>
                      <a:pt x="5161" y="2536"/>
                    </a:cubicBezTo>
                    <a:cubicBezTo>
                      <a:pt x="5161" y="2581"/>
                      <a:pt x="5161" y="2672"/>
                      <a:pt x="5116" y="2717"/>
                    </a:cubicBezTo>
                    <a:cubicBezTo>
                      <a:pt x="4708" y="3260"/>
                      <a:pt x="4346" y="3849"/>
                      <a:pt x="4029" y="4482"/>
                    </a:cubicBezTo>
                    <a:cubicBezTo>
                      <a:pt x="4029" y="4573"/>
                      <a:pt x="3984" y="4663"/>
                      <a:pt x="3939" y="4754"/>
                    </a:cubicBezTo>
                    <a:cubicBezTo>
                      <a:pt x="3622" y="5433"/>
                      <a:pt x="3396" y="6157"/>
                      <a:pt x="3215" y="6882"/>
                    </a:cubicBezTo>
                    <a:cubicBezTo>
                      <a:pt x="3124" y="7380"/>
                      <a:pt x="3079" y="7832"/>
                      <a:pt x="3034" y="8330"/>
                    </a:cubicBezTo>
                    <a:cubicBezTo>
                      <a:pt x="3073" y="8314"/>
                      <a:pt x="3114" y="8307"/>
                      <a:pt x="3154" y="8307"/>
                    </a:cubicBezTo>
                    <a:cubicBezTo>
                      <a:pt x="3345" y="8307"/>
                      <a:pt x="3524" y="8476"/>
                      <a:pt x="3486" y="8738"/>
                    </a:cubicBezTo>
                    <a:cubicBezTo>
                      <a:pt x="3215" y="10005"/>
                      <a:pt x="2943" y="11408"/>
                      <a:pt x="3169" y="12721"/>
                    </a:cubicBezTo>
                    <a:cubicBezTo>
                      <a:pt x="3169" y="12721"/>
                      <a:pt x="3215" y="12676"/>
                      <a:pt x="3260" y="12676"/>
                    </a:cubicBezTo>
                    <a:cubicBezTo>
                      <a:pt x="3305" y="12676"/>
                      <a:pt x="3396" y="12767"/>
                      <a:pt x="3396" y="12812"/>
                    </a:cubicBezTo>
                    <a:cubicBezTo>
                      <a:pt x="3396" y="12948"/>
                      <a:pt x="3396" y="13038"/>
                      <a:pt x="3396" y="13129"/>
                    </a:cubicBezTo>
                    <a:cubicBezTo>
                      <a:pt x="3350" y="13174"/>
                      <a:pt x="3350" y="13219"/>
                      <a:pt x="3350" y="13264"/>
                    </a:cubicBezTo>
                    <a:lnTo>
                      <a:pt x="3350" y="13355"/>
                    </a:lnTo>
                    <a:cubicBezTo>
                      <a:pt x="3350" y="13355"/>
                      <a:pt x="3350" y="13355"/>
                      <a:pt x="3350" y="13400"/>
                    </a:cubicBezTo>
                    <a:cubicBezTo>
                      <a:pt x="3396" y="13491"/>
                      <a:pt x="3396" y="13581"/>
                      <a:pt x="3441" y="13627"/>
                    </a:cubicBezTo>
                    <a:cubicBezTo>
                      <a:pt x="3758" y="14441"/>
                      <a:pt x="4346" y="15030"/>
                      <a:pt x="4754" y="15754"/>
                    </a:cubicBezTo>
                    <a:cubicBezTo>
                      <a:pt x="5116" y="16388"/>
                      <a:pt x="5523" y="17474"/>
                      <a:pt x="5297" y="18199"/>
                    </a:cubicBezTo>
                    <a:cubicBezTo>
                      <a:pt x="5240" y="18342"/>
                      <a:pt x="5092" y="18431"/>
                      <a:pt x="4956" y="18431"/>
                    </a:cubicBezTo>
                    <a:cubicBezTo>
                      <a:pt x="4878" y="18431"/>
                      <a:pt x="4804" y="18401"/>
                      <a:pt x="4754" y="18335"/>
                    </a:cubicBezTo>
                    <a:cubicBezTo>
                      <a:pt x="4437" y="18018"/>
                      <a:pt x="4346" y="17565"/>
                      <a:pt x="4120" y="17203"/>
                    </a:cubicBezTo>
                    <a:cubicBezTo>
                      <a:pt x="4029" y="17022"/>
                      <a:pt x="3939" y="16841"/>
                      <a:pt x="3803" y="16705"/>
                    </a:cubicBezTo>
                    <a:lnTo>
                      <a:pt x="3803" y="16705"/>
                    </a:lnTo>
                    <a:cubicBezTo>
                      <a:pt x="3848" y="16977"/>
                      <a:pt x="3848" y="17293"/>
                      <a:pt x="3803" y="17610"/>
                    </a:cubicBezTo>
                    <a:cubicBezTo>
                      <a:pt x="3758" y="18606"/>
                      <a:pt x="3215" y="19783"/>
                      <a:pt x="3713" y="20734"/>
                    </a:cubicBezTo>
                    <a:cubicBezTo>
                      <a:pt x="4165" y="21730"/>
                      <a:pt x="4935" y="22635"/>
                      <a:pt x="5569" y="23495"/>
                    </a:cubicBezTo>
                    <a:cubicBezTo>
                      <a:pt x="5840" y="23857"/>
                      <a:pt x="6112" y="24220"/>
                      <a:pt x="6474" y="24536"/>
                    </a:cubicBezTo>
                    <a:cubicBezTo>
                      <a:pt x="6746" y="24853"/>
                      <a:pt x="7153" y="25080"/>
                      <a:pt x="7425" y="25397"/>
                    </a:cubicBezTo>
                    <a:cubicBezTo>
                      <a:pt x="7606" y="25532"/>
                      <a:pt x="7606" y="25895"/>
                      <a:pt x="7334" y="25985"/>
                    </a:cubicBezTo>
                    <a:cubicBezTo>
                      <a:pt x="7153" y="26060"/>
                      <a:pt x="6972" y="26096"/>
                      <a:pt x="6794" y="26096"/>
                    </a:cubicBezTo>
                    <a:cubicBezTo>
                      <a:pt x="6439" y="26096"/>
                      <a:pt x="6097" y="25955"/>
                      <a:pt x="5795" y="25713"/>
                    </a:cubicBezTo>
                    <a:lnTo>
                      <a:pt x="5795" y="25713"/>
                    </a:lnTo>
                    <a:cubicBezTo>
                      <a:pt x="6067" y="26438"/>
                      <a:pt x="6112" y="27298"/>
                      <a:pt x="6067" y="27977"/>
                    </a:cubicBezTo>
                    <a:cubicBezTo>
                      <a:pt x="6021" y="28837"/>
                      <a:pt x="5704" y="29652"/>
                      <a:pt x="5704" y="30512"/>
                    </a:cubicBezTo>
                    <a:cubicBezTo>
                      <a:pt x="5750" y="31191"/>
                      <a:pt x="6248" y="31508"/>
                      <a:pt x="6791" y="31870"/>
                    </a:cubicBezTo>
                    <a:cubicBezTo>
                      <a:pt x="7425" y="32277"/>
                      <a:pt x="8149" y="32730"/>
                      <a:pt x="8194" y="33590"/>
                    </a:cubicBezTo>
                    <a:cubicBezTo>
                      <a:pt x="8194" y="33973"/>
                      <a:pt x="7873" y="34195"/>
                      <a:pt x="7539" y="34195"/>
                    </a:cubicBezTo>
                    <a:cubicBezTo>
                      <a:pt x="7439" y="34195"/>
                      <a:pt x="7338" y="34175"/>
                      <a:pt x="7244" y="34133"/>
                    </a:cubicBezTo>
                    <a:cubicBezTo>
                      <a:pt x="6927" y="33952"/>
                      <a:pt x="6655" y="33726"/>
                      <a:pt x="6383" y="33500"/>
                    </a:cubicBezTo>
                    <a:cubicBezTo>
                      <a:pt x="6157" y="33364"/>
                      <a:pt x="5976" y="33228"/>
                      <a:pt x="5750" y="33092"/>
                    </a:cubicBezTo>
                    <a:cubicBezTo>
                      <a:pt x="4890" y="34269"/>
                      <a:pt x="4029" y="35356"/>
                      <a:pt x="3079" y="36442"/>
                    </a:cubicBezTo>
                    <a:cubicBezTo>
                      <a:pt x="2581" y="36985"/>
                      <a:pt x="2128" y="37529"/>
                      <a:pt x="1675" y="38027"/>
                    </a:cubicBezTo>
                    <a:cubicBezTo>
                      <a:pt x="1268" y="38479"/>
                      <a:pt x="815" y="38887"/>
                      <a:pt x="544" y="39430"/>
                    </a:cubicBezTo>
                    <a:cubicBezTo>
                      <a:pt x="1" y="40335"/>
                      <a:pt x="182" y="41693"/>
                      <a:pt x="453" y="42644"/>
                    </a:cubicBezTo>
                    <a:lnTo>
                      <a:pt x="544" y="42780"/>
                    </a:lnTo>
                    <a:cubicBezTo>
                      <a:pt x="815" y="42191"/>
                      <a:pt x="1132" y="41603"/>
                      <a:pt x="1359" y="40969"/>
                    </a:cubicBezTo>
                    <a:cubicBezTo>
                      <a:pt x="1585" y="40381"/>
                      <a:pt x="1721" y="39385"/>
                      <a:pt x="2309" y="39068"/>
                    </a:cubicBezTo>
                    <a:cubicBezTo>
                      <a:pt x="2347" y="39049"/>
                      <a:pt x="2384" y="39038"/>
                      <a:pt x="2422" y="39038"/>
                    </a:cubicBezTo>
                    <a:cubicBezTo>
                      <a:pt x="2475" y="39038"/>
                      <a:pt x="2528" y="39060"/>
                      <a:pt x="2581" y="39113"/>
                    </a:cubicBezTo>
                    <a:cubicBezTo>
                      <a:pt x="2988" y="39520"/>
                      <a:pt x="2807" y="40245"/>
                      <a:pt x="2671" y="40788"/>
                    </a:cubicBezTo>
                    <a:cubicBezTo>
                      <a:pt x="2581" y="41422"/>
                      <a:pt x="2400" y="42010"/>
                      <a:pt x="2173" y="42644"/>
                    </a:cubicBezTo>
                    <a:cubicBezTo>
                      <a:pt x="1902" y="43233"/>
                      <a:pt x="1540" y="43912"/>
                      <a:pt x="1540" y="44545"/>
                    </a:cubicBezTo>
                    <a:cubicBezTo>
                      <a:pt x="1675" y="44772"/>
                      <a:pt x="1857" y="44953"/>
                      <a:pt x="1947" y="45224"/>
                    </a:cubicBezTo>
                    <a:cubicBezTo>
                      <a:pt x="1992" y="45360"/>
                      <a:pt x="1947" y="45541"/>
                      <a:pt x="1857" y="45632"/>
                    </a:cubicBezTo>
                    <a:cubicBezTo>
                      <a:pt x="1857" y="45677"/>
                      <a:pt x="1857" y="45677"/>
                      <a:pt x="1857" y="45677"/>
                    </a:cubicBezTo>
                    <a:cubicBezTo>
                      <a:pt x="2173" y="46084"/>
                      <a:pt x="2626" y="46401"/>
                      <a:pt x="3034" y="46718"/>
                    </a:cubicBezTo>
                    <a:cubicBezTo>
                      <a:pt x="3577" y="47080"/>
                      <a:pt x="4120" y="47443"/>
                      <a:pt x="4708" y="47759"/>
                    </a:cubicBezTo>
                    <a:cubicBezTo>
                      <a:pt x="5206" y="47986"/>
                      <a:pt x="5795" y="48167"/>
                      <a:pt x="6338" y="48212"/>
                    </a:cubicBezTo>
                    <a:cubicBezTo>
                      <a:pt x="6451" y="48235"/>
                      <a:pt x="6576" y="48246"/>
                      <a:pt x="6700" y="48246"/>
                    </a:cubicBezTo>
                    <a:cubicBezTo>
                      <a:pt x="6825" y="48246"/>
                      <a:pt x="6949" y="48235"/>
                      <a:pt x="7062" y="48212"/>
                    </a:cubicBezTo>
                    <a:cubicBezTo>
                      <a:pt x="7062" y="47443"/>
                      <a:pt x="7244" y="46628"/>
                      <a:pt x="7470" y="45949"/>
                    </a:cubicBezTo>
                    <a:cubicBezTo>
                      <a:pt x="8058" y="44228"/>
                      <a:pt x="9235" y="42644"/>
                      <a:pt x="9281" y="40833"/>
                    </a:cubicBezTo>
                    <a:cubicBezTo>
                      <a:pt x="9281" y="40577"/>
                      <a:pt x="9497" y="40437"/>
                      <a:pt x="9694" y="40437"/>
                    </a:cubicBezTo>
                    <a:cubicBezTo>
                      <a:pt x="9846" y="40437"/>
                      <a:pt x="9985" y="40520"/>
                      <a:pt x="10005" y="40697"/>
                    </a:cubicBezTo>
                    <a:cubicBezTo>
                      <a:pt x="10322" y="42508"/>
                      <a:pt x="9643" y="44047"/>
                      <a:pt x="9100" y="45722"/>
                    </a:cubicBezTo>
                    <a:cubicBezTo>
                      <a:pt x="8828" y="46447"/>
                      <a:pt x="8602" y="47171"/>
                      <a:pt x="8602" y="47986"/>
                    </a:cubicBezTo>
                    <a:cubicBezTo>
                      <a:pt x="8602" y="48257"/>
                      <a:pt x="8602" y="48620"/>
                      <a:pt x="8873" y="48801"/>
                    </a:cubicBezTo>
                    <a:cubicBezTo>
                      <a:pt x="9145" y="48982"/>
                      <a:pt x="9462" y="48982"/>
                      <a:pt x="9779" y="48982"/>
                    </a:cubicBezTo>
                    <a:cubicBezTo>
                      <a:pt x="11408" y="48891"/>
                      <a:pt x="13128" y="48303"/>
                      <a:pt x="14532" y="47443"/>
                    </a:cubicBezTo>
                    <a:cubicBezTo>
                      <a:pt x="15211" y="47035"/>
                      <a:pt x="15890" y="46582"/>
                      <a:pt x="16343" y="45949"/>
                    </a:cubicBezTo>
                    <a:cubicBezTo>
                      <a:pt x="16841" y="45270"/>
                      <a:pt x="17067" y="44410"/>
                      <a:pt x="17157" y="43595"/>
                    </a:cubicBezTo>
                    <a:cubicBezTo>
                      <a:pt x="17293" y="42825"/>
                      <a:pt x="17338" y="42010"/>
                      <a:pt x="17429" y="41195"/>
                    </a:cubicBezTo>
                    <a:cubicBezTo>
                      <a:pt x="17384" y="40969"/>
                      <a:pt x="17384" y="40743"/>
                      <a:pt x="17474" y="40516"/>
                    </a:cubicBezTo>
                    <a:cubicBezTo>
                      <a:pt x="17565" y="39747"/>
                      <a:pt x="17655" y="38977"/>
                      <a:pt x="17882" y="38208"/>
                    </a:cubicBezTo>
                    <a:cubicBezTo>
                      <a:pt x="17905" y="38067"/>
                      <a:pt x="18051" y="37987"/>
                      <a:pt x="18192" y="37987"/>
                    </a:cubicBezTo>
                    <a:cubicBezTo>
                      <a:pt x="18322" y="37987"/>
                      <a:pt x="18448" y="38055"/>
                      <a:pt x="18470" y="38208"/>
                    </a:cubicBezTo>
                    <a:cubicBezTo>
                      <a:pt x="18515" y="38298"/>
                      <a:pt x="18515" y="38389"/>
                      <a:pt x="18515" y="38479"/>
                    </a:cubicBezTo>
                    <a:cubicBezTo>
                      <a:pt x="18878" y="38072"/>
                      <a:pt x="19285" y="37710"/>
                      <a:pt x="19738" y="37348"/>
                    </a:cubicBezTo>
                    <a:cubicBezTo>
                      <a:pt x="20145" y="37031"/>
                      <a:pt x="20598" y="36714"/>
                      <a:pt x="20915" y="36306"/>
                    </a:cubicBezTo>
                    <a:cubicBezTo>
                      <a:pt x="21413" y="35582"/>
                      <a:pt x="21503" y="34586"/>
                      <a:pt x="21503" y="33681"/>
                    </a:cubicBezTo>
                    <a:lnTo>
                      <a:pt x="21503" y="33681"/>
                    </a:lnTo>
                    <a:cubicBezTo>
                      <a:pt x="20145" y="34767"/>
                      <a:pt x="18651" y="35763"/>
                      <a:pt x="16931" y="35808"/>
                    </a:cubicBezTo>
                    <a:cubicBezTo>
                      <a:pt x="16886" y="35810"/>
                      <a:pt x="16841" y="35812"/>
                      <a:pt x="16797" y="35812"/>
                    </a:cubicBezTo>
                    <a:cubicBezTo>
                      <a:pt x="14892" y="35812"/>
                      <a:pt x="12963" y="33956"/>
                      <a:pt x="13626" y="32187"/>
                    </a:cubicBezTo>
                    <a:lnTo>
                      <a:pt x="13626" y="32187"/>
                    </a:lnTo>
                    <a:cubicBezTo>
                      <a:pt x="13148" y="32861"/>
                      <a:pt x="12336" y="33190"/>
                      <a:pt x="11516" y="33190"/>
                    </a:cubicBezTo>
                    <a:cubicBezTo>
                      <a:pt x="10627" y="33190"/>
                      <a:pt x="9730" y="32804"/>
                      <a:pt x="9235" y="32051"/>
                    </a:cubicBezTo>
                    <a:cubicBezTo>
                      <a:pt x="8285" y="30602"/>
                      <a:pt x="9054" y="28384"/>
                      <a:pt x="10639" y="27705"/>
                    </a:cubicBezTo>
                    <a:cubicBezTo>
                      <a:pt x="8783" y="27253"/>
                      <a:pt x="7787" y="24853"/>
                      <a:pt x="8737" y="23224"/>
                    </a:cubicBezTo>
                    <a:cubicBezTo>
                      <a:pt x="8918" y="22907"/>
                      <a:pt x="9145" y="22635"/>
                      <a:pt x="9100" y="22273"/>
                    </a:cubicBezTo>
                    <a:cubicBezTo>
                      <a:pt x="9100" y="21684"/>
                      <a:pt x="8421" y="21413"/>
                      <a:pt x="7968" y="21096"/>
                    </a:cubicBezTo>
                    <a:cubicBezTo>
                      <a:pt x="6746" y="20236"/>
                      <a:pt x="6565" y="18380"/>
                      <a:pt x="7153" y="17022"/>
                    </a:cubicBezTo>
                    <a:cubicBezTo>
                      <a:pt x="7787" y="15664"/>
                      <a:pt x="8964" y="14668"/>
                      <a:pt x="10095" y="13672"/>
                    </a:cubicBezTo>
                    <a:cubicBezTo>
                      <a:pt x="8285" y="12676"/>
                      <a:pt x="7515" y="10367"/>
                      <a:pt x="7832" y="8330"/>
                    </a:cubicBezTo>
                    <a:cubicBezTo>
                      <a:pt x="8194" y="6248"/>
                      <a:pt x="9416" y="4482"/>
                      <a:pt x="10775" y="2943"/>
                    </a:cubicBezTo>
                    <a:cubicBezTo>
                      <a:pt x="9552" y="2536"/>
                      <a:pt x="8828" y="1313"/>
                      <a:pt x="873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2"/>
              <p:cNvSpPr/>
              <p:nvPr/>
            </p:nvSpPr>
            <p:spPr>
              <a:xfrm>
                <a:off x="3236775" y="4245925"/>
                <a:ext cx="55100" cy="164875"/>
              </a:xfrm>
              <a:custGeom>
                <a:rect b="b" l="l" r="r" t="t"/>
                <a:pathLst>
                  <a:path extrusionOk="0" h="6595" w="2204">
                    <a:moveTo>
                      <a:pt x="1743" y="1"/>
                    </a:moveTo>
                    <a:cubicBezTo>
                      <a:pt x="1648" y="1"/>
                      <a:pt x="1545" y="37"/>
                      <a:pt x="1449" y="121"/>
                    </a:cubicBezTo>
                    <a:cubicBezTo>
                      <a:pt x="1223" y="302"/>
                      <a:pt x="996" y="483"/>
                      <a:pt x="860" y="755"/>
                    </a:cubicBezTo>
                    <a:cubicBezTo>
                      <a:pt x="679" y="1027"/>
                      <a:pt x="544" y="1298"/>
                      <a:pt x="408" y="1570"/>
                    </a:cubicBezTo>
                    <a:cubicBezTo>
                      <a:pt x="181" y="2113"/>
                      <a:pt x="46" y="2747"/>
                      <a:pt x="46" y="3335"/>
                    </a:cubicBezTo>
                    <a:cubicBezTo>
                      <a:pt x="0" y="3924"/>
                      <a:pt x="91" y="4512"/>
                      <a:pt x="272" y="5101"/>
                    </a:cubicBezTo>
                    <a:cubicBezTo>
                      <a:pt x="453" y="5644"/>
                      <a:pt x="815" y="6595"/>
                      <a:pt x="1540" y="6595"/>
                    </a:cubicBezTo>
                    <a:cubicBezTo>
                      <a:pt x="1675" y="6595"/>
                      <a:pt x="1902" y="6504"/>
                      <a:pt x="1947" y="6323"/>
                    </a:cubicBezTo>
                    <a:cubicBezTo>
                      <a:pt x="2173" y="5825"/>
                      <a:pt x="1856" y="5237"/>
                      <a:pt x="1675" y="4784"/>
                    </a:cubicBezTo>
                    <a:cubicBezTo>
                      <a:pt x="1540" y="4286"/>
                      <a:pt x="1449" y="3833"/>
                      <a:pt x="1449" y="3381"/>
                    </a:cubicBezTo>
                    <a:cubicBezTo>
                      <a:pt x="1449" y="2883"/>
                      <a:pt x="1494" y="2475"/>
                      <a:pt x="1585" y="1977"/>
                    </a:cubicBezTo>
                    <a:cubicBezTo>
                      <a:pt x="1630" y="1751"/>
                      <a:pt x="1721" y="1525"/>
                      <a:pt x="1811" y="1298"/>
                    </a:cubicBezTo>
                    <a:cubicBezTo>
                      <a:pt x="1902" y="1027"/>
                      <a:pt x="1947" y="800"/>
                      <a:pt x="2037" y="574"/>
                    </a:cubicBezTo>
                    <a:cubicBezTo>
                      <a:pt x="2204" y="275"/>
                      <a:pt x="2004" y="1"/>
                      <a:pt x="1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2"/>
              <p:cNvSpPr/>
              <p:nvPr/>
            </p:nvSpPr>
            <p:spPr>
              <a:xfrm>
                <a:off x="3246325" y="4438525"/>
                <a:ext cx="28950" cy="100875"/>
              </a:xfrm>
              <a:custGeom>
                <a:rect b="b" l="l" r="r" t="t"/>
                <a:pathLst>
                  <a:path extrusionOk="0" h="4035" w="1158">
                    <a:moveTo>
                      <a:pt x="479" y="0"/>
                    </a:moveTo>
                    <a:cubicBezTo>
                      <a:pt x="244" y="0"/>
                      <a:pt x="0" y="151"/>
                      <a:pt x="26" y="430"/>
                    </a:cubicBezTo>
                    <a:cubicBezTo>
                      <a:pt x="71" y="1018"/>
                      <a:pt x="71" y="1562"/>
                      <a:pt x="116" y="2150"/>
                    </a:cubicBezTo>
                    <a:cubicBezTo>
                      <a:pt x="116" y="2467"/>
                      <a:pt x="162" y="2739"/>
                      <a:pt x="162" y="3010"/>
                    </a:cubicBezTo>
                    <a:cubicBezTo>
                      <a:pt x="207" y="3327"/>
                      <a:pt x="207" y="3644"/>
                      <a:pt x="343" y="3916"/>
                    </a:cubicBezTo>
                    <a:cubicBezTo>
                      <a:pt x="385" y="4000"/>
                      <a:pt x="466" y="4035"/>
                      <a:pt x="554" y="4035"/>
                    </a:cubicBezTo>
                    <a:cubicBezTo>
                      <a:pt x="656" y="4035"/>
                      <a:pt x="768" y="3988"/>
                      <a:pt x="841" y="3916"/>
                    </a:cubicBezTo>
                    <a:cubicBezTo>
                      <a:pt x="1022" y="3644"/>
                      <a:pt x="1022" y="3282"/>
                      <a:pt x="1067" y="2965"/>
                    </a:cubicBezTo>
                    <a:cubicBezTo>
                      <a:pt x="1067" y="2874"/>
                      <a:pt x="1067" y="2739"/>
                      <a:pt x="1112" y="2648"/>
                    </a:cubicBezTo>
                    <a:cubicBezTo>
                      <a:pt x="1158" y="2467"/>
                      <a:pt x="1112" y="2286"/>
                      <a:pt x="1112" y="2105"/>
                    </a:cubicBezTo>
                    <a:cubicBezTo>
                      <a:pt x="1112" y="1516"/>
                      <a:pt x="1022" y="928"/>
                      <a:pt x="886" y="294"/>
                    </a:cubicBezTo>
                    <a:cubicBezTo>
                      <a:pt x="846" y="94"/>
                      <a:pt x="665" y="0"/>
                      <a:pt x="4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2"/>
              <p:cNvSpPr/>
              <p:nvPr/>
            </p:nvSpPr>
            <p:spPr>
              <a:xfrm>
                <a:off x="3153025" y="4401500"/>
                <a:ext cx="28325" cy="67450"/>
              </a:xfrm>
              <a:custGeom>
                <a:rect b="b" l="l" r="r" t="t"/>
                <a:pathLst>
                  <a:path extrusionOk="0" h="2698" w="1133">
                    <a:moveTo>
                      <a:pt x="393" y="1"/>
                    </a:moveTo>
                    <a:cubicBezTo>
                      <a:pt x="367" y="1"/>
                      <a:pt x="341" y="4"/>
                      <a:pt x="317" y="9"/>
                    </a:cubicBezTo>
                    <a:cubicBezTo>
                      <a:pt x="91" y="55"/>
                      <a:pt x="0" y="281"/>
                      <a:pt x="46" y="462"/>
                    </a:cubicBezTo>
                    <a:cubicBezTo>
                      <a:pt x="136" y="824"/>
                      <a:pt x="182" y="1186"/>
                      <a:pt x="272" y="1549"/>
                    </a:cubicBezTo>
                    <a:cubicBezTo>
                      <a:pt x="317" y="1730"/>
                      <a:pt x="363" y="1866"/>
                      <a:pt x="408" y="2047"/>
                    </a:cubicBezTo>
                    <a:cubicBezTo>
                      <a:pt x="453" y="2273"/>
                      <a:pt x="498" y="2409"/>
                      <a:pt x="634" y="2590"/>
                    </a:cubicBezTo>
                    <a:cubicBezTo>
                      <a:pt x="677" y="2654"/>
                      <a:pt x="770" y="2698"/>
                      <a:pt x="861" y="2698"/>
                    </a:cubicBezTo>
                    <a:cubicBezTo>
                      <a:pt x="963" y="2698"/>
                      <a:pt x="1063" y="2643"/>
                      <a:pt x="1087" y="2499"/>
                    </a:cubicBezTo>
                    <a:cubicBezTo>
                      <a:pt x="1087" y="2409"/>
                      <a:pt x="1132" y="2318"/>
                      <a:pt x="1132" y="2228"/>
                    </a:cubicBezTo>
                    <a:cubicBezTo>
                      <a:pt x="1132" y="2092"/>
                      <a:pt x="1132" y="2001"/>
                      <a:pt x="1087" y="1911"/>
                    </a:cubicBezTo>
                    <a:cubicBezTo>
                      <a:pt x="1087" y="1730"/>
                      <a:pt x="1042" y="1549"/>
                      <a:pt x="996" y="1368"/>
                    </a:cubicBezTo>
                    <a:cubicBezTo>
                      <a:pt x="951" y="1005"/>
                      <a:pt x="861" y="643"/>
                      <a:pt x="815" y="281"/>
                    </a:cubicBezTo>
                    <a:cubicBezTo>
                      <a:pt x="776" y="124"/>
                      <a:pt x="566" y="1"/>
                      <a:pt x="3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2"/>
              <p:cNvSpPr/>
              <p:nvPr/>
            </p:nvSpPr>
            <p:spPr>
              <a:xfrm>
                <a:off x="3166925" y="4591850"/>
                <a:ext cx="29125" cy="65225"/>
              </a:xfrm>
              <a:custGeom>
                <a:rect b="b" l="l" r="r" t="t"/>
                <a:pathLst>
                  <a:path extrusionOk="0" h="2609" w="1165">
                    <a:moveTo>
                      <a:pt x="712" y="1"/>
                    </a:moveTo>
                    <a:cubicBezTo>
                      <a:pt x="531" y="46"/>
                      <a:pt x="305" y="182"/>
                      <a:pt x="305" y="408"/>
                    </a:cubicBezTo>
                    <a:cubicBezTo>
                      <a:pt x="305" y="589"/>
                      <a:pt x="305" y="770"/>
                      <a:pt x="305" y="906"/>
                    </a:cubicBezTo>
                    <a:cubicBezTo>
                      <a:pt x="305" y="951"/>
                      <a:pt x="305" y="997"/>
                      <a:pt x="305" y="1042"/>
                    </a:cubicBezTo>
                    <a:cubicBezTo>
                      <a:pt x="305" y="1042"/>
                      <a:pt x="305" y="1087"/>
                      <a:pt x="305" y="1087"/>
                    </a:cubicBezTo>
                    <a:cubicBezTo>
                      <a:pt x="259" y="1178"/>
                      <a:pt x="259" y="1313"/>
                      <a:pt x="259" y="1404"/>
                    </a:cubicBezTo>
                    <a:lnTo>
                      <a:pt x="259" y="1449"/>
                    </a:lnTo>
                    <a:cubicBezTo>
                      <a:pt x="214" y="1495"/>
                      <a:pt x="214" y="1540"/>
                      <a:pt x="214" y="1585"/>
                    </a:cubicBezTo>
                    <a:cubicBezTo>
                      <a:pt x="214" y="1630"/>
                      <a:pt x="169" y="1721"/>
                      <a:pt x="169" y="1811"/>
                    </a:cubicBezTo>
                    <a:cubicBezTo>
                      <a:pt x="124" y="1857"/>
                      <a:pt x="124" y="1947"/>
                      <a:pt x="78" y="2038"/>
                    </a:cubicBezTo>
                    <a:cubicBezTo>
                      <a:pt x="33" y="2083"/>
                      <a:pt x="33" y="2174"/>
                      <a:pt x="33" y="2264"/>
                    </a:cubicBezTo>
                    <a:cubicBezTo>
                      <a:pt x="0" y="2460"/>
                      <a:pt x="132" y="2609"/>
                      <a:pt x="293" y="2609"/>
                    </a:cubicBezTo>
                    <a:cubicBezTo>
                      <a:pt x="356" y="2609"/>
                      <a:pt x="422" y="2586"/>
                      <a:pt x="486" y="2536"/>
                    </a:cubicBezTo>
                    <a:cubicBezTo>
                      <a:pt x="621" y="2400"/>
                      <a:pt x="712" y="2264"/>
                      <a:pt x="803" y="2083"/>
                    </a:cubicBezTo>
                    <a:lnTo>
                      <a:pt x="893" y="1811"/>
                    </a:lnTo>
                    <a:cubicBezTo>
                      <a:pt x="938" y="1766"/>
                      <a:pt x="938" y="1721"/>
                      <a:pt x="984" y="1676"/>
                    </a:cubicBezTo>
                    <a:cubicBezTo>
                      <a:pt x="984" y="1630"/>
                      <a:pt x="984" y="1630"/>
                      <a:pt x="984" y="1585"/>
                    </a:cubicBezTo>
                    <a:cubicBezTo>
                      <a:pt x="1165" y="1268"/>
                      <a:pt x="1165" y="816"/>
                      <a:pt x="1119" y="408"/>
                    </a:cubicBezTo>
                    <a:cubicBezTo>
                      <a:pt x="1119" y="227"/>
                      <a:pt x="938" y="1"/>
                      <a:pt x="71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2"/>
              <p:cNvSpPr/>
              <p:nvPr/>
            </p:nvSpPr>
            <p:spPr>
              <a:xfrm>
                <a:off x="3067025" y="4677650"/>
                <a:ext cx="33975" cy="72775"/>
              </a:xfrm>
              <a:custGeom>
                <a:rect b="b" l="l" r="r" t="t"/>
                <a:pathLst>
                  <a:path extrusionOk="0" h="2911" w="1359">
                    <a:moveTo>
                      <a:pt x="588" y="0"/>
                    </a:moveTo>
                    <a:cubicBezTo>
                      <a:pt x="375" y="0"/>
                      <a:pt x="130" y="129"/>
                      <a:pt x="91" y="326"/>
                    </a:cubicBezTo>
                    <a:cubicBezTo>
                      <a:pt x="0" y="779"/>
                      <a:pt x="0" y="1231"/>
                      <a:pt x="91" y="1684"/>
                    </a:cubicBezTo>
                    <a:cubicBezTo>
                      <a:pt x="181" y="2091"/>
                      <a:pt x="407" y="2499"/>
                      <a:pt x="679" y="2816"/>
                    </a:cubicBezTo>
                    <a:cubicBezTo>
                      <a:pt x="763" y="2872"/>
                      <a:pt x="864" y="2910"/>
                      <a:pt x="961" y="2910"/>
                    </a:cubicBezTo>
                    <a:cubicBezTo>
                      <a:pt x="1021" y="2910"/>
                      <a:pt x="1080" y="2896"/>
                      <a:pt x="1132" y="2861"/>
                    </a:cubicBezTo>
                    <a:cubicBezTo>
                      <a:pt x="1268" y="2771"/>
                      <a:pt x="1358" y="2589"/>
                      <a:pt x="1268" y="2454"/>
                    </a:cubicBezTo>
                    <a:cubicBezTo>
                      <a:pt x="1177" y="2137"/>
                      <a:pt x="1087" y="1820"/>
                      <a:pt x="1041" y="1458"/>
                    </a:cubicBezTo>
                    <a:cubicBezTo>
                      <a:pt x="996" y="1412"/>
                      <a:pt x="996" y="1367"/>
                      <a:pt x="996" y="1322"/>
                    </a:cubicBezTo>
                    <a:cubicBezTo>
                      <a:pt x="996" y="1322"/>
                      <a:pt x="996" y="1322"/>
                      <a:pt x="996" y="1277"/>
                    </a:cubicBezTo>
                    <a:cubicBezTo>
                      <a:pt x="996" y="1186"/>
                      <a:pt x="996" y="1141"/>
                      <a:pt x="996" y="1050"/>
                    </a:cubicBezTo>
                    <a:lnTo>
                      <a:pt x="996" y="779"/>
                    </a:lnTo>
                    <a:cubicBezTo>
                      <a:pt x="996" y="733"/>
                      <a:pt x="996" y="688"/>
                      <a:pt x="996" y="643"/>
                    </a:cubicBezTo>
                    <a:lnTo>
                      <a:pt x="996" y="598"/>
                    </a:lnTo>
                    <a:cubicBezTo>
                      <a:pt x="996" y="462"/>
                      <a:pt x="996" y="326"/>
                      <a:pt x="951" y="235"/>
                    </a:cubicBezTo>
                    <a:cubicBezTo>
                      <a:pt x="905" y="145"/>
                      <a:pt x="770" y="54"/>
                      <a:pt x="679" y="9"/>
                    </a:cubicBezTo>
                    <a:cubicBezTo>
                      <a:pt x="650" y="3"/>
                      <a:pt x="619" y="0"/>
                      <a:pt x="58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2"/>
              <p:cNvSpPr/>
              <p:nvPr/>
            </p:nvSpPr>
            <p:spPr>
              <a:xfrm>
                <a:off x="3183575" y="4786500"/>
                <a:ext cx="30600" cy="35125"/>
              </a:xfrm>
              <a:custGeom>
                <a:rect b="b" l="l" r="r" t="t"/>
                <a:pathLst>
                  <a:path extrusionOk="0" h="1405" w="1224">
                    <a:moveTo>
                      <a:pt x="453" y="1"/>
                    </a:moveTo>
                    <a:cubicBezTo>
                      <a:pt x="363" y="1"/>
                      <a:pt x="272" y="1"/>
                      <a:pt x="227" y="46"/>
                    </a:cubicBezTo>
                    <a:cubicBezTo>
                      <a:pt x="182" y="91"/>
                      <a:pt x="137" y="91"/>
                      <a:pt x="91" y="182"/>
                    </a:cubicBezTo>
                    <a:cubicBezTo>
                      <a:pt x="46" y="227"/>
                      <a:pt x="46" y="273"/>
                      <a:pt x="1" y="318"/>
                    </a:cubicBezTo>
                    <a:cubicBezTo>
                      <a:pt x="1" y="363"/>
                      <a:pt x="1" y="408"/>
                      <a:pt x="1" y="499"/>
                    </a:cubicBezTo>
                    <a:cubicBezTo>
                      <a:pt x="1" y="544"/>
                      <a:pt x="46" y="589"/>
                      <a:pt x="46" y="680"/>
                    </a:cubicBezTo>
                    <a:cubicBezTo>
                      <a:pt x="91" y="725"/>
                      <a:pt x="182" y="771"/>
                      <a:pt x="227" y="816"/>
                    </a:cubicBezTo>
                    <a:cubicBezTo>
                      <a:pt x="227" y="816"/>
                      <a:pt x="227" y="861"/>
                      <a:pt x="272" y="861"/>
                    </a:cubicBezTo>
                    <a:cubicBezTo>
                      <a:pt x="318" y="906"/>
                      <a:pt x="363" y="952"/>
                      <a:pt x="408" y="997"/>
                    </a:cubicBezTo>
                    <a:lnTo>
                      <a:pt x="499" y="1133"/>
                    </a:lnTo>
                    <a:cubicBezTo>
                      <a:pt x="544" y="1223"/>
                      <a:pt x="635" y="1268"/>
                      <a:pt x="725" y="1314"/>
                    </a:cubicBezTo>
                    <a:cubicBezTo>
                      <a:pt x="770" y="1359"/>
                      <a:pt x="861" y="1404"/>
                      <a:pt x="951" y="1404"/>
                    </a:cubicBezTo>
                    <a:cubicBezTo>
                      <a:pt x="997" y="1404"/>
                      <a:pt x="1087" y="1359"/>
                      <a:pt x="1132" y="1268"/>
                    </a:cubicBezTo>
                    <a:cubicBezTo>
                      <a:pt x="1178" y="1223"/>
                      <a:pt x="1178" y="1178"/>
                      <a:pt x="1178" y="1133"/>
                    </a:cubicBezTo>
                    <a:cubicBezTo>
                      <a:pt x="1223" y="1042"/>
                      <a:pt x="1223" y="997"/>
                      <a:pt x="1223" y="952"/>
                    </a:cubicBezTo>
                    <a:cubicBezTo>
                      <a:pt x="1223" y="861"/>
                      <a:pt x="1223" y="816"/>
                      <a:pt x="1178" y="725"/>
                    </a:cubicBezTo>
                    <a:cubicBezTo>
                      <a:pt x="1132" y="680"/>
                      <a:pt x="1132" y="589"/>
                      <a:pt x="1087" y="544"/>
                    </a:cubicBezTo>
                    <a:cubicBezTo>
                      <a:pt x="1087" y="499"/>
                      <a:pt x="1042" y="408"/>
                      <a:pt x="997" y="363"/>
                    </a:cubicBezTo>
                    <a:cubicBezTo>
                      <a:pt x="906" y="273"/>
                      <a:pt x="861" y="182"/>
                      <a:pt x="770" y="91"/>
                    </a:cubicBezTo>
                    <a:cubicBezTo>
                      <a:pt x="680" y="46"/>
                      <a:pt x="589" y="1"/>
                      <a:pt x="45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2"/>
              <p:cNvSpPr/>
              <p:nvPr/>
            </p:nvSpPr>
            <p:spPr>
              <a:xfrm>
                <a:off x="3199450" y="4818200"/>
                <a:ext cx="2275" cy="1150"/>
              </a:xfrm>
              <a:custGeom>
                <a:rect b="b" l="l" r="r" t="t"/>
                <a:pathLst>
                  <a:path extrusionOk="0" h="46" w="91">
                    <a:moveTo>
                      <a:pt x="0" y="0"/>
                    </a:moveTo>
                    <a:cubicBezTo>
                      <a:pt x="45" y="1"/>
                      <a:pt x="45" y="46"/>
                      <a:pt x="45" y="46"/>
                    </a:cubicBezTo>
                    <a:lnTo>
                      <a:pt x="90" y="46"/>
                    </a:lnTo>
                    <a:cubicBezTo>
                      <a:pt x="45" y="46"/>
                      <a:pt x="45" y="1"/>
                      <a:pt x="0" y="0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2"/>
              <p:cNvSpPr/>
              <p:nvPr/>
            </p:nvSpPr>
            <p:spPr>
              <a:xfrm>
                <a:off x="3201700" y="48193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2"/>
              <p:cNvSpPr/>
              <p:nvPr/>
            </p:nvSpPr>
            <p:spPr>
              <a:xfrm>
                <a:off x="3997275" y="4760475"/>
                <a:ext cx="2300" cy="1175"/>
              </a:xfrm>
              <a:custGeom>
                <a:rect b="b" l="l" r="r" t="t"/>
                <a:pathLst>
                  <a:path extrusionOk="0" h="47" w="92">
                    <a:moveTo>
                      <a:pt x="1" y="46"/>
                    </a:moveTo>
                    <a:lnTo>
                      <a:pt x="1" y="46"/>
                    </a:lnTo>
                    <a:cubicBezTo>
                      <a:pt x="46" y="46"/>
                      <a:pt x="46" y="1"/>
                      <a:pt x="92" y="1"/>
                    </a:cubicBezTo>
                    <a:cubicBezTo>
                      <a:pt x="46" y="1"/>
                      <a:pt x="46" y="46"/>
                      <a:pt x="1" y="46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2"/>
              <p:cNvSpPr/>
              <p:nvPr/>
            </p:nvSpPr>
            <p:spPr>
              <a:xfrm>
                <a:off x="3971250" y="4758225"/>
                <a:ext cx="67925" cy="127425"/>
              </a:xfrm>
              <a:custGeom>
                <a:rect b="b" l="l" r="r" t="t"/>
                <a:pathLst>
                  <a:path extrusionOk="0" h="5097" w="2717">
                    <a:moveTo>
                      <a:pt x="1268" y="0"/>
                    </a:moveTo>
                    <a:cubicBezTo>
                      <a:pt x="1223" y="45"/>
                      <a:pt x="1133" y="91"/>
                      <a:pt x="1042" y="136"/>
                    </a:cubicBezTo>
                    <a:cubicBezTo>
                      <a:pt x="997" y="136"/>
                      <a:pt x="906" y="181"/>
                      <a:pt x="861" y="227"/>
                    </a:cubicBezTo>
                    <a:cubicBezTo>
                      <a:pt x="680" y="408"/>
                      <a:pt x="499" y="589"/>
                      <a:pt x="408" y="815"/>
                    </a:cubicBezTo>
                    <a:cubicBezTo>
                      <a:pt x="182" y="1313"/>
                      <a:pt x="91" y="1811"/>
                      <a:pt x="46" y="2309"/>
                    </a:cubicBezTo>
                    <a:cubicBezTo>
                      <a:pt x="1" y="2716"/>
                      <a:pt x="1" y="3124"/>
                      <a:pt x="46" y="3531"/>
                    </a:cubicBezTo>
                    <a:cubicBezTo>
                      <a:pt x="137" y="4074"/>
                      <a:pt x="272" y="4708"/>
                      <a:pt x="770" y="5025"/>
                    </a:cubicBezTo>
                    <a:cubicBezTo>
                      <a:pt x="855" y="5074"/>
                      <a:pt x="953" y="5096"/>
                      <a:pt x="1052" y="5096"/>
                    </a:cubicBezTo>
                    <a:cubicBezTo>
                      <a:pt x="1322" y="5096"/>
                      <a:pt x="1597" y="4928"/>
                      <a:pt x="1630" y="4663"/>
                    </a:cubicBezTo>
                    <a:cubicBezTo>
                      <a:pt x="1721" y="4391"/>
                      <a:pt x="1721" y="4210"/>
                      <a:pt x="1630" y="3939"/>
                    </a:cubicBezTo>
                    <a:cubicBezTo>
                      <a:pt x="1630" y="3893"/>
                      <a:pt x="1630" y="3893"/>
                      <a:pt x="1630" y="3893"/>
                    </a:cubicBezTo>
                    <a:cubicBezTo>
                      <a:pt x="1630" y="3848"/>
                      <a:pt x="1630" y="3848"/>
                      <a:pt x="1630" y="3803"/>
                    </a:cubicBezTo>
                    <a:cubicBezTo>
                      <a:pt x="1630" y="3712"/>
                      <a:pt x="1630" y="3622"/>
                      <a:pt x="1630" y="3576"/>
                    </a:cubicBezTo>
                    <a:cubicBezTo>
                      <a:pt x="1585" y="3214"/>
                      <a:pt x="1630" y="2852"/>
                      <a:pt x="1630" y="2490"/>
                    </a:cubicBezTo>
                    <a:cubicBezTo>
                      <a:pt x="1676" y="2399"/>
                      <a:pt x="1676" y="2309"/>
                      <a:pt x="1676" y="2218"/>
                    </a:cubicBezTo>
                    <a:cubicBezTo>
                      <a:pt x="1676" y="2173"/>
                      <a:pt x="1676" y="2128"/>
                      <a:pt x="1676" y="2128"/>
                    </a:cubicBezTo>
                    <a:cubicBezTo>
                      <a:pt x="1721" y="1947"/>
                      <a:pt x="1766" y="1766"/>
                      <a:pt x="1812" y="1630"/>
                    </a:cubicBezTo>
                    <a:cubicBezTo>
                      <a:pt x="1812" y="1585"/>
                      <a:pt x="1857" y="1539"/>
                      <a:pt x="1857" y="1494"/>
                    </a:cubicBezTo>
                    <a:cubicBezTo>
                      <a:pt x="1902" y="1494"/>
                      <a:pt x="1902" y="1449"/>
                      <a:pt x="1902" y="1449"/>
                    </a:cubicBezTo>
                    <a:cubicBezTo>
                      <a:pt x="1947" y="1404"/>
                      <a:pt x="1993" y="1358"/>
                      <a:pt x="1993" y="1358"/>
                    </a:cubicBezTo>
                    <a:cubicBezTo>
                      <a:pt x="2038" y="1313"/>
                      <a:pt x="2083" y="1268"/>
                      <a:pt x="2083" y="1222"/>
                    </a:cubicBezTo>
                    <a:cubicBezTo>
                      <a:pt x="2128" y="1222"/>
                      <a:pt x="2174" y="1177"/>
                      <a:pt x="2219" y="1177"/>
                    </a:cubicBezTo>
                    <a:cubicBezTo>
                      <a:pt x="2581" y="1041"/>
                      <a:pt x="2717" y="589"/>
                      <a:pt x="2445" y="317"/>
                    </a:cubicBezTo>
                    <a:lnTo>
                      <a:pt x="2445" y="272"/>
                    </a:lnTo>
                    <a:cubicBezTo>
                      <a:pt x="2219" y="45"/>
                      <a:pt x="1947" y="0"/>
                      <a:pt x="16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2"/>
              <p:cNvSpPr/>
              <p:nvPr/>
            </p:nvSpPr>
            <p:spPr>
              <a:xfrm>
                <a:off x="4082175" y="4838175"/>
                <a:ext cx="48275" cy="63400"/>
              </a:xfrm>
              <a:custGeom>
                <a:rect b="b" l="l" r="r" t="t"/>
                <a:pathLst>
                  <a:path extrusionOk="0" h="2536" w="1931">
                    <a:moveTo>
                      <a:pt x="1412" y="1"/>
                    </a:moveTo>
                    <a:cubicBezTo>
                      <a:pt x="1378" y="1"/>
                      <a:pt x="1345" y="6"/>
                      <a:pt x="1313" y="16"/>
                    </a:cubicBezTo>
                    <a:cubicBezTo>
                      <a:pt x="1177" y="62"/>
                      <a:pt x="1087" y="107"/>
                      <a:pt x="996" y="152"/>
                    </a:cubicBezTo>
                    <a:cubicBezTo>
                      <a:pt x="906" y="197"/>
                      <a:pt x="815" y="288"/>
                      <a:pt x="770" y="378"/>
                    </a:cubicBezTo>
                    <a:cubicBezTo>
                      <a:pt x="634" y="514"/>
                      <a:pt x="498" y="650"/>
                      <a:pt x="408" y="831"/>
                    </a:cubicBezTo>
                    <a:cubicBezTo>
                      <a:pt x="226" y="1148"/>
                      <a:pt x="91" y="1465"/>
                      <a:pt x="45" y="1827"/>
                    </a:cubicBezTo>
                    <a:cubicBezTo>
                      <a:pt x="0" y="1963"/>
                      <a:pt x="0" y="2144"/>
                      <a:pt x="91" y="2280"/>
                    </a:cubicBezTo>
                    <a:cubicBezTo>
                      <a:pt x="181" y="2370"/>
                      <a:pt x="317" y="2506"/>
                      <a:pt x="408" y="2506"/>
                    </a:cubicBezTo>
                    <a:cubicBezTo>
                      <a:pt x="483" y="2525"/>
                      <a:pt x="550" y="2536"/>
                      <a:pt x="612" y="2536"/>
                    </a:cubicBezTo>
                    <a:cubicBezTo>
                      <a:pt x="701" y="2536"/>
                      <a:pt x="781" y="2514"/>
                      <a:pt x="860" y="2461"/>
                    </a:cubicBezTo>
                    <a:cubicBezTo>
                      <a:pt x="996" y="2370"/>
                      <a:pt x="1087" y="2280"/>
                      <a:pt x="1132" y="2144"/>
                    </a:cubicBezTo>
                    <a:cubicBezTo>
                      <a:pt x="1177" y="1963"/>
                      <a:pt x="1222" y="1782"/>
                      <a:pt x="1268" y="1601"/>
                    </a:cubicBezTo>
                    <a:cubicBezTo>
                      <a:pt x="1358" y="1465"/>
                      <a:pt x="1449" y="1329"/>
                      <a:pt x="1539" y="1148"/>
                    </a:cubicBezTo>
                    <a:cubicBezTo>
                      <a:pt x="1585" y="1058"/>
                      <a:pt x="1630" y="967"/>
                      <a:pt x="1675" y="922"/>
                    </a:cubicBezTo>
                    <a:cubicBezTo>
                      <a:pt x="1766" y="786"/>
                      <a:pt x="1766" y="695"/>
                      <a:pt x="1811" y="560"/>
                    </a:cubicBezTo>
                    <a:cubicBezTo>
                      <a:pt x="1931" y="280"/>
                      <a:pt x="1663" y="1"/>
                      <a:pt x="141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2"/>
              <p:cNvSpPr/>
              <p:nvPr/>
            </p:nvSpPr>
            <p:spPr>
              <a:xfrm>
                <a:off x="4176100" y="4877250"/>
                <a:ext cx="74725" cy="99000"/>
              </a:xfrm>
              <a:custGeom>
                <a:rect b="b" l="l" r="r" t="t"/>
                <a:pathLst>
                  <a:path extrusionOk="0" h="3960" w="2989">
                    <a:moveTo>
                      <a:pt x="2197" y="1"/>
                    </a:moveTo>
                    <a:cubicBezTo>
                      <a:pt x="2045" y="1"/>
                      <a:pt x="1890" y="49"/>
                      <a:pt x="1811" y="128"/>
                    </a:cubicBezTo>
                    <a:cubicBezTo>
                      <a:pt x="1721" y="264"/>
                      <a:pt x="1630" y="355"/>
                      <a:pt x="1585" y="490"/>
                    </a:cubicBezTo>
                    <a:cubicBezTo>
                      <a:pt x="1585" y="536"/>
                      <a:pt x="1540" y="626"/>
                      <a:pt x="1540" y="717"/>
                    </a:cubicBezTo>
                    <a:cubicBezTo>
                      <a:pt x="1494" y="853"/>
                      <a:pt x="1494" y="988"/>
                      <a:pt x="1449" y="1124"/>
                    </a:cubicBezTo>
                    <a:cubicBezTo>
                      <a:pt x="1449" y="1215"/>
                      <a:pt x="1404" y="1351"/>
                      <a:pt x="1404" y="1441"/>
                    </a:cubicBezTo>
                    <a:cubicBezTo>
                      <a:pt x="1404" y="1441"/>
                      <a:pt x="1404" y="1486"/>
                      <a:pt x="1404" y="1532"/>
                    </a:cubicBezTo>
                    <a:cubicBezTo>
                      <a:pt x="1359" y="1667"/>
                      <a:pt x="1313" y="1803"/>
                      <a:pt x="1268" y="1939"/>
                    </a:cubicBezTo>
                    <a:cubicBezTo>
                      <a:pt x="1268" y="1939"/>
                      <a:pt x="1268" y="1984"/>
                      <a:pt x="1223" y="1984"/>
                    </a:cubicBezTo>
                    <a:cubicBezTo>
                      <a:pt x="1223" y="2075"/>
                      <a:pt x="1177" y="2120"/>
                      <a:pt x="1132" y="2165"/>
                    </a:cubicBezTo>
                    <a:lnTo>
                      <a:pt x="1042" y="2346"/>
                    </a:lnTo>
                    <a:cubicBezTo>
                      <a:pt x="996" y="2392"/>
                      <a:pt x="996" y="2392"/>
                      <a:pt x="951" y="2437"/>
                    </a:cubicBezTo>
                    <a:cubicBezTo>
                      <a:pt x="861" y="2528"/>
                      <a:pt x="770" y="2618"/>
                      <a:pt x="679" y="2709"/>
                    </a:cubicBezTo>
                    <a:cubicBezTo>
                      <a:pt x="634" y="2709"/>
                      <a:pt x="634" y="2754"/>
                      <a:pt x="634" y="2754"/>
                    </a:cubicBezTo>
                    <a:cubicBezTo>
                      <a:pt x="589" y="2754"/>
                      <a:pt x="589" y="2799"/>
                      <a:pt x="589" y="2799"/>
                    </a:cubicBezTo>
                    <a:cubicBezTo>
                      <a:pt x="498" y="2844"/>
                      <a:pt x="453" y="2890"/>
                      <a:pt x="408" y="2890"/>
                    </a:cubicBezTo>
                    <a:cubicBezTo>
                      <a:pt x="136" y="3071"/>
                      <a:pt x="0" y="3433"/>
                      <a:pt x="182" y="3705"/>
                    </a:cubicBezTo>
                    <a:cubicBezTo>
                      <a:pt x="298" y="3879"/>
                      <a:pt x="470" y="3960"/>
                      <a:pt x="650" y="3960"/>
                    </a:cubicBezTo>
                    <a:cubicBezTo>
                      <a:pt x="750" y="3960"/>
                      <a:pt x="854" y="3934"/>
                      <a:pt x="951" y="3886"/>
                    </a:cubicBezTo>
                    <a:cubicBezTo>
                      <a:pt x="1630" y="3614"/>
                      <a:pt x="2173" y="3071"/>
                      <a:pt x="2490" y="2482"/>
                    </a:cubicBezTo>
                    <a:cubicBezTo>
                      <a:pt x="2717" y="2120"/>
                      <a:pt x="2898" y="1713"/>
                      <a:pt x="2943" y="1305"/>
                    </a:cubicBezTo>
                    <a:cubicBezTo>
                      <a:pt x="2988" y="1124"/>
                      <a:pt x="2943" y="898"/>
                      <a:pt x="2898" y="717"/>
                    </a:cubicBezTo>
                    <a:cubicBezTo>
                      <a:pt x="2852" y="626"/>
                      <a:pt x="2852" y="490"/>
                      <a:pt x="2762" y="355"/>
                    </a:cubicBezTo>
                    <a:cubicBezTo>
                      <a:pt x="2717" y="219"/>
                      <a:pt x="2581" y="174"/>
                      <a:pt x="2490" y="83"/>
                    </a:cubicBezTo>
                    <a:cubicBezTo>
                      <a:pt x="2414" y="26"/>
                      <a:pt x="2307" y="1"/>
                      <a:pt x="21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2"/>
              <p:cNvSpPr/>
              <p:nvPr/>
            </p:nvSpPr>
            <p:spPr>
              <a:xfrm>
                <a:off x="4108200" y="4694800"/>
                <a:ext cx="38500" cy="79275"/>
              </a:xfrm>
              <a:custGeom>
                <a:rect b="b" l="l" r="r" t="t"/>
                <a:pathLst>
                  <a:path extrusionOk="0" h="3171" w="1540">
                    <a:moveTo>
                      <a:pt x="1182" y="1"/>
                    </a:moveTo>
                    <a:cubicBezTo>
                      <a:pt x="1133" y="1"/>
                      <a:pt x="1085" y="15"/>
                      <a:pt x="1042" y="47"/>
                    </a:cubicBezTo>
                    <a:cubicBezTo>
                      <a:pt x="951" y="93"/>
                      <a:pt x="906" y="138"/>
                      <a:pt x="860" y="183"/>
                    </a:cubicBezTo>
                    <a:cubicBezTo>
                      <a:pt x="815" y="229"/>
                      <a:pt x="770" y="274"/>
                      <a:pt x="725" y="364"/>
                    </a:cubicBezTo>
                    <a:cubicBezTo>
                      <a:pt x="679" y="455"/>
                      <a:pt x="634" y="545"/>
                      <a:pt x="589" y="636"/>
                    </a:cubicBezTo>
                    <a:cubicBezTo>
                      <a:pt x="453" y="862"/>
                      <a:pt x="362" y="1089"/>
                      <a:pt x="272" y="1315"/>
                    </a:cubicBezTo>
                    <a:cubicBezTo>
                      <a:pt x="136" y="1768"/>
                      <a:pt x="91" y="2220"/>
                      <a:pt x="46" y="2718"/>
                    </a:cubicBezTo>
                    <a:cubicBezTo>
                      <a:pt x="0" y="2945"/>
                      <a:pt x="272" y="3171"/>
                      <a:pt x="498" y="3171"/>
                    </a:cubicBezTo>
                    <a:cubicBezTo>
                      <a:pt x="770" y="3171"/>
                      <a:pt x="951" y="2945"/>
                      <a:pt x="996" y="2718"/>
                    </a:cubicBezTo>
                    <a:cubicBezTo>
                      <a:pt x="996" y="2673"/>
                      <a:pt x="996" y="2582"/>
                      <a:pt x="996" y="2582"/>
                    </a:cubicBezTo>
                    <a:cubicBezTo>
                      <a:pt x="996" y="2537"/>
                      <a:pt x="996" y="2492"/>
                      <a:pt x="996" y="2492"/>
                    </a:cubicBezTo>
                    <a:cubicBezTo>
                      <a:pt x="1042" y="2356"/>
                      <a:pt x="1042" y="2266"/>
                      <a:pt x="1087" y="2175"/>
                    </a:cubicBezTo>
                    <a:cubicBezTo>
                      <a:pt x="1132" y="1949"/>
                      <a:pt x="1177" y="1768"/>
                      <a:pt x="1223" y="1587"/>
                    </a:cubicBezTo>
                    <a:cubicBezTo>
                      <a:pt x="1268" y="1360"/>
                      <a:pt x="1313" y="1179"/>
                      <a:pt x="1358" y="998"/>
                    </a:cubicBezTo>
                    <a:cubicBezTo>
                      <a:pt x="1449" y="772"/>
                      <a:pt x="1539" y="545"/>
                      <a:pt x="1539" y="319"/>
                    </a:cubicBezTo>
                    <a:cubicBezTo>
                      <a:pt x="1505" y="147"/>
                      <a:pt x="1339" y="1"/>
                      <a:pt x="11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2"/>
              <p:cNvSpPr/>
              <p:nvPr/>
            </p:nvSpPr>
            <p:spPr>
              <a:xfrm>
                <a:off x="4033500" y="4363875"/>
                <a:ext cx="74725" cy="125925"/>
              </a:xfrm>
              <a:custGeom>
                <a:rect b="b" l="l" r="r" t="t"/>
                <a:pathLst>
                  <a:path extrusionOk="0" h="5037" w="2989">
                    <a:moveTo>
                      <a:pt x="728" y="1"/>
                    </a:moveTo>
                    <a:cubicBezTo>
                      <a:pt x="537" y="1"/>
                      <a:pt x="348" y="90"/>
                      <a:pt x="272" y="292"/>
                    </a:cubicBezTo>
                    <a:cubicBezTo>
                      <a:pt x="182" y="428"/>
                      <a:pt x="182" y="564"/>
                      <a:pt x="136" y="700"/>
                    </a:cubicBezTo>
                    <a:cubicBezTo>
                      <a:pt x="1" y="1107"/>
                      <a:pt x="136" y="1560"/>
                      <a:pt x="272" y="1967"/>
                    </a:cubicBezTo>
                    <a:cubicBezTo>
                      <a:pt x="408" y="2375"/>
                      <a:pt x="544" y="2737"/>
                      <a:pt x="725" y="3144"/>
                    </a:cubicBezTo>
                    <a:cubicBezTo>
                      <a:pt x="861" y="3461"/>
                      <a:pt x="1042" y="3778"/>
                      <a:pt x="1268" y="4050"/>
                    </a:cubicBezTo>
                    <a:cubicBezTo>
                      <a:pt x="1359" y="4231"/>
                      <a:pt x="1494" y="4412"/>
                      <a:pt x="1676" y="4593"/>
                    </a:cubicBezTo>
                    <a:cubicBezTo>
                      <a:pt x="1811" y="4729"/>
                      <a:pt x="1992" y="4819"/>
                      <a:pt x="2128" y="4955"/>
                    </a:cubicBezTo>
                    <a:cubicBezTo>
                      <a:pt x="2204" y="5012"/>
                      <a:pt x="2296" y="5037"/>
                      <a:pt x="2387" y="5037"/>
                    </a:cubicBezTo>
                    <a:cubicBezTo>
                      <a:pt x="2513" y="5037"/>
                      <a:pt x="2638" y="4989"/>
                      <a:pt x="2717" y="4910"/>
                    </a:cubicBezTo>
                    <a:cubicBezTo>
                      <a:pt x="2898" y="4819"/>
                      <a:pt x="2988" y="4593"/>
                      <a:pt x="2943" y="4366"/>
                    </a:cubicBezTo>
                    <a:lnTo>
                      <a:pt x="2943" y="4366"/>
                    </a:lnTo>
                    <a:cubicBezTo>
                      <a:pt x="2943" y="4378"/>
                      <a:pt x="2942" y="4383"/>
                      <a:pt x="2941" y="4383"/>
                    </a:cubicBezTo>
                    <a:cubicBezTo>
                      <a:pt x="2932" y="4383"/>
                      <a:pt x="2892" y="4134"/>
                      <a:pt x="2853" y="4095"/>
                    </a:cubicBezTo>
                    <a:cubicBezTo>
                      <a:pt x="2853" y="4004"/>
                      <a:pt x="2762" y="3868"/>
                      <a:pt x="2717" y="3733"/>
                    </a:cubicBezTo>
                    <a:cubicBezTo>
                      <a:pt x="2671" y="3642"/>
                      <a:pt x="2626" y="3597"/>
                      <a:pt x="2626" y="3552"/>
                    </a:cubicBezTo>
                    <a:lnTo>
                      <a:pt x="2536" y="3325"/>
                    </a:lnTo>
                    <a:cubicBezTo>
                      <a:pt x="2445" y="3144"/>
                      <a:pt x="2355" y="2963"/>
                      <a:pt x="2309" y="2782"/>
                    </a:cubicBezTo>
                    <a:cubicBezTo>
                      <a:pt x="2264" y="2737"/>
                      <a:pt x="2264" y="2691"/>
                      <a:pt x="2219" y="2646"/>
                    </a:cubicBezTo>
                    <a:cubicBezTo>
                      <a:pt x="2219" y="2646"/>
                      <a:pt x="2219" y="2601"/>
                      <a:pt x="2219" y="2601"/>
                    </a:cubicBezTo>
                    <a:cubicBezTo>
                      <a:pt x="2174" y="2512"/>
                      <a:pt x="2130" y="2423"/>
                      <a:pt x="2085" y="2334"/>
                    </a:cubicBezTo>
                    <a:lnTo>
                      <a:pt x="2085" y="2334"/>
                    </a:lnTo>
                    <a:cubicBezTo>
                      <a:pt x="2106" y="2375"/>
                      <a:pt x="2114" y="2391"/>
                      <a:pt x="2114" y="2391"/>
                    </a:cubicBezTo>
                    <a:cubicBezTo>
                      <a:pt x="2115" y="2391"/>
                      <a:pt x="2038" y="2228"/>
                      <a:pt x="2038" y="2194"/>
                    </a:cubicBezTo>
                    <a:cubicBezTo>
                      <a:pt x="2038" y="2148"/>
                      <a:pt x="1992" y="2103"/>
                      <a:pt x="1947" y="2012"/>
                    </a:cubicBezTo>
                    <a:cubicBezTo>
                      <a:pt x="1902" y="1831"/>
                      <a:pt x="1857" y="1650"/>
                      <a:pt x="1811" y="1469"/>
                    </a:cubicBezTo>
                    <a:cubicBezTo>
                      <a:pt x="1766" y="1333"/>
                      <a:pt x="1721" y="1152"/>
                      <a:pt x="1676" y="1017"/>
                    </a:cubicBezTo>
                    <a:cubicBezTo>
                      <a:pt x="1630" y="926"/>
                      <a:pt x="1585" y="835"/>
                      <a:pt x="1540" y="745"/>
                    </a:cubicBezTo>
                    <a:lnTo>
                      <a:pt x="1540" y="745"/>
                    </a:lnTo>
                    <a:cubicBezTo>
                      <a:pt x="1542" y="752"/>
                      <a:pt x="1544" y="759"/>
                      <a:pt x="1547" y="765"/>
                    </a:cubicBezTo>
                    <a:lnTo>
                      <a:pt x="1547" y="765"/>
                    </a:lnTo>
                    <a:cubicBezTo>
                      <a:pt x="1535" y="737"/>
                      <a:pt x="1517" y="700"/>
                      <a:pt x="1494" y="654"/>
                    </a:cubicBezTo>
                    <a:cubicBezTo>
                      <a:pt x="1449" y="564"/>
                      <a:pt x="1404" y="519"/>
                      <a:pt x="1313" y="428"/>
                    </a:cubicBezTo>
                    <a:cubicBezTo>
                      <a:pt x="1268" y="338"/>
                      <a:pt x="1223" y="247"/>
                      <a:pt x="1132" y="156"/>
                    </a:cubicBezTo>
                    <a:cubicBezTo>
                      <a:pt x="1032" y="56"/>
                      <a:pt x="879" y="1"/>
                      <a:pt x="72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2"/>
              <p:cNvSpPr/>
              <p:nvPr/>
            </p:nvSpPr>
            <p:spPr>
              <a:xfrm>
                <a:off x="4009725" y="4250075"/>
                <a:ext cx="26075" cy="59000"/>
              </a:xfrm>
              <a:custGeom>
                <a:rect b="b" l="l" r="r" t="t"/>
                <a:pathLst>
                  <a:path extrusionOk="0" h="2360" w="1043">
                    <a:moveTo>
                      <a:pt x="544" y="0"/>
                    </a:moveTo>
                    <a:cubicBezTo>
                      <a:pt x="363" y="0"/>
                      <a:pt x="182" y="136"/>
                      <a:pt x="137" y="317"/>
                    </a:cubicBezTo>
                    <a:cubicBezTo>
                      <a:pt x="91" y="498"/>
                      <a:pt x="91" y="679"/>
                      <a:pt x="46" y="815"/>
                    </a:cubicBezTo>
                    <a:cubicBezTo>
                      <a:pt x="46" y="906"/>
                      <a:pt x="1" y="1042"/>
                      <a:pt x="1" y="1132"/>
                    </a:cubicBezTo>
                    <a:lnTo>
                      <a:pt x="1" y="1359"/>
                    </a:lnTo>
                    <a:cubicBezTo>
                      <a:pt x="1" y="1540"/>
                      <a:pt x="1" y="1675"/>
                      <a:pt x="1" y="1856"/>
                    </a:cubicBezTo>
                    <a:cubicBezTo>
                      <a:pt x="43" y="2108"/>
                      <a:pt x="240" y="2359"/>
                      <a:pt x="485" y="2359"/>
                    </a:cubicBezTo>
                    <a:cubicBezTo>
                      <a:pt x="504" y="2359"/>
                      <a:pt x="524" y="2358"/>
                      <a:pt x="544" y="2354"/>
                    </a:cubicBezTo>
                    <a:cubicBezTo>
                      <a:pt x="816" y="2354"/>
                      <a:pt x="1042" y="2128"/>
                      <a:pt x="1042" y="1856"/>
                    </a:cubicBezTo>
                    <a:cubicBezTo>
                      <a:pt x="1042" y="1675"/>
                      <a:pt x="1042" y="1540"/>
                      <a:pt x="1042" y="1359"/>
                    </a:cubicBezTo>
                    <a:lnTo>
                      <a:pt x="1042" y="1132"/>
                    </a:lnTo>
                    <a:cubicBezTo>
                      <a:pt x="1042" y="1042"/>
                      <a:pt x="1042" y="951"/>
                      <a:pt x="997" y="815"/>
                    </a:cubicBezTo>
                    <a:lnTo>
                      <a:pt x="1042" y="815"/>
                    </a:lnTo>
                    <a:cubicBezTo>
                      <a:pt x="1042" y="679"/>
                      <a:pt x="997" y="498"/>
                      <a:pt x="952" y="317"/>
                    </a:cubicBezTo>
                    <a:cubicBezTo>
                      <a:pt x="952" y="136"/>
                      <a:pt x="725" y="0"/>
                      <a:pt x="5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2"/>
              <p:cNvSpPr/>
              <p:nvPr/>
            </p:nvSpPr>
            <p:spPr>
              <a:xfrm>
                <a:off x="3947500" y="4139325"/>
                <a:ext cx="31700" cy="50800"/>
              </a:xfrm>
              <a:custGeom>
                <a:rect b="b" l="l" r="r" t="t"/>
                <a:pathLst>
                  <a:path extrusionOk="0" h="2032" w="1268">
                    <a:moveTo>
                      <a:pt x="972" y="1"/>
                    </a:moveTo>
                    <a:cubicBezTo>
                      <a:pt x="901" y="1"/>
                      <a:pt x="828" y="26"/>
                      <a:pt x="770" y="85"/>
                    </a:cubicBezTo>
                    <a:cubicBezTo>
                      <a:pt x="724" y="130"/>
                      <a:pt x="634" y="220"/>
                      <a:pt x="634" y="266"/>
                    </a:cubicBezTo>
                    <a:cubicBezTo>
                      <a:pt x="589" y="311"/>
                      <a:pt x="543" y="402"/>
                      <a:pt x="543" y="447"/>
                    </a:cubicBezTo>
                    <a:lnTo>
                      <a:pt x="362" y="809"/>
                    </a:lnTo>
                    <a:cubicBezTo>
                      <a:pt x="227" y="1035"/>
                      <a:pt x="136" y="1307"/>
                      <a:pt x="45" y="1579"/>
                    </a:cubicBezTo>
                    <a:cubicBezTo>
                      <a:pt x="0" y="1669"/>
                      <a:pt x="45" y="1805"/>
                      <a:pt x="91" y="1850"/>
                    </a:cubicBezTo>
                    <a:cubicBezTo>
                      <a:pt x="136" y="1941"/>
                      <a:pt x="227" y="1986"/>
                      <a:pt x="317" y="2031"/>
                    </a:cubicBezTo>
                    <a:cubicBezTo>
                      <a:pt x="408" y="2031"/>
                      <a:pt x="498" y="2031"/>
                      <a:pt x="589" y="1986"/>
                    </a:cubicBezTo>
                    <a:cubicBezTo>
                      <a:pt x="679" y="1941"/>
                      <a:pt x="724" y="1850"/>
                      <a:pt x="770" y="1760"/>
                    </a:cubicBezTo>
                    <a:cubicBezTo>
                      <a:pt x="860" y="1533"/>
                      <a:pt x="951" y="1307"/>
                      <a:pt x="1041" y="1081"/>
                    </a:cubicBezTo>
                    <a:cubicBezTo>
                      <a:pt x="1087" y="945"/>
                      <a:pt x="1132" y="809"/>
                      <a:pt x="1177" y="718"/>
                    </a:cubicBezTo>
                    <a:cubicBezTo>
                      <a:pt x="1177" y="628"/>
                      <a:pt x="1222" y="583"/>
                      <a:pt x="1222" y="537"/>
                    </a:cubicBezTo>
                    <a:cubicBezTo>
                      <a:pt x="1268" y="447"/>
                      <a:pt x="1268" y="356"/>
                      <a:pt x="1268" y="266"/>
                    </a:cubicBezTo>
                    <a:cubicBezTo>
                      <a:pt x="1268" y="112"/>
                      <a:pt x="1122" y="1"/>
                      <a:pt x="9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2"/>
              <p:cNvSpPr/>
              <p:nvPr/>
            </p:nvSpPr>
            <p:spPr>
              <a:xfrm>
                <a:off x="4099150" y="4306450"/>
                <a:ext cx="28300" cy="76050"/>
              </a:xfrm>
              <a:custGeom>
                <a:rect b="b" l="l" r="r" t="t"/>
                <a:pathLst>
                  <a:path extrusionOk="0" h="3042" w="1132">
                    <a:moveTo>
                      <a:pt x="701" y="0"/>
                    </a:moveTo>
                    <a:cubicBezTo>
                      <a:pt x="554" y="0"/>
                      <a:pt x="441" y="123"/>
                      <a:pt x="362" y="281"/>
                    </a:cubicBezTo>
                    <a:cubicBezTo>
                      <a:pt x="317" y="371"/>
                      <a:pt x="317" y="507"/>
                      <a:pt x="272" y="597"/>
                    </a:cubicBezTo>
                    <a:cubicBezTo>
                      <a:pt x="227" y="733"/>
                      <a:pt x="227" y="869"/>
                      <a:pt x="181" y="1005"/>
                    </a:cubicBezTo>
                    <a:lnTo>
                      <a:pt x="181" y="1322"/>
                    </a:lnTo>
                    <a:lnTo>
                      <a:pt x="0" y="2635"/>
                    </a:lnTo>
                    <a:cubicBezTo>
                      <a:pt x="0" y="2816"/>
                      <a:pt x="181" y="2997"/>
                      <a:pt x="362" y="3042"/>
                    </a:cubicBezTo>
                    <a:cubicBezTo>
                      <a:pt x="543" y="3042"/>
                      <a:pt x="770" y="2951"/>
                      <a:pt x="815" y="2725"/>
                    </a:cubicBezTo>
                    <a:cubicBezTo>
                      <a:pt x="906" y="2318"/>
                      <a:pt x="951" y="1865"/>
                      <a:pt x="1041" y="1458"/>
                    </a:cubicBezTo>
                    <a:cubicBezTo>
                      <a:pt x="1087" y="1231"/>
                      <a:pt x="1132" y="1005"/>
                      <a:pt x="1132" y="733"/>
                    </a:cubicBezTo>
                    <a:cubicBezTo>
                      <a:pt x="1132" y="643"/>
                      <a:pt x="1132" y="507"/>
                      <a:pt x="1132" y="416"/>
                    </a:cubicBezTo>
                    <a:cubicBezTo>
                      <a:pt x="1132" y="235"/>
                      <a:pt x="996" y="9"/>
                      <a:pt x="770" y="9"/>
                    </a:cubicBezTo>
                    <a:cubicBezTo>
                      <a:pt x="746" y="3"/>
                      <a:pt x="723" y="0"/>
                      <a:pt x="7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2"/>
              <p:cNvSpPr/>
              <p:nvPr/>
            </p:nvSpPr>
            <p:spPr>
              <a:xfrm>
                <a:off x="4082175" y="4080325"/>
                <a:ext cx="23775" cy="35100"/>
              </a:xfrm>
              <a:custGeom>
                <a:rect b="b" l="l" r="r" t="t"/>
                <a:pathLst>
                  <a:path extrusionOk="0" h="1404" w="951">
                    <a:moveTo>
                      <a:pt x="634" y="0"/>
                    </a:moveTo>
                    <a:cubicBezTo>
                      <a:pt x="543" y="0"/>
                      <a:pt x="498" y="0"/>
                      <a:pt x="453" y="45"/>
                    </a:cubicBezTo>
                    <a:cubicBezTo>
                      <a:pt x="362" y="45"/>
                      <a:pt x="317" y="136"/>
                      <a:pt x="272" y="181"/>
                    </a:cubicBezTo>
                    <a:cubicBezTo>
                      <a:pt x="181" y="272"/>
                      <a:pt x="136" y="362"/>
                      <a:pt x="136" y="498"/>
                    </a:cubicBezTo>
                    <a:cubicBezTo>
                      <a:pt x="91" y="634"/>
                      <a:pt x="45" y="724"/>
                      <a:pt x="45" y="860"/>
                    </a:cubicBezTo>
                    <a:cubicBezTo>
                      <a:pt x="0" y="951"/>
                      <a:pt x="0" y="1087"/>
                      <a:pt x="91" y="1177"/>
                    </a:cubicBezTo>
                    <a:cubicBezTo>
                      <a:pt x="136" y="1268"/>
                      <a:pt x="226" y="1358"/>
                      <a:pt x="317" y="1403"/>
                    </a:cubicBezTo>
                    <a:cubicBezTo>
                      <a:pt x="453" y="1403"/>
                      <a:pt x="543" y="1403"/>
                      <a:pt x="679" y="1358"/>
                    </a:cubicBezTo>
                    <a:cubicBezTo>
                      <a:pt x="724" y="1268"/>
                      <a:pt x="860" y="1177"/>
                      <a:pt x="860" y="1087"/>
                    </a:cubicBezTo>
                    <a:cubicBezTo>
                      <a:pt x="860" y="951"/>
                      <a:pt x="906" y="815"/>
                      <a:pt x="906" y="724"/>
                    </a:cubicBezTo>
                    <a:cubicBezTo>
                      <a:pt x="906" y="679"/>
                      <a:pt x="906" y="634"/>
                      <a:pt x="906" y="634"/>
                    </a:cubicBezTo>
                    <a:cubicBezTo>
                      <a:pt x="951" y="498"/>
                      <a:pt x="951" y="408"/>
                      <a:pt x="906" y="317"/>
                    </a:cubicBezTo>
                    <a:cubicBezTo>
                      <a:pt x="906" y="272"/>
                      <a:pt x="860" y="226"/>
                      <a:pt x="860" y="181"/>
                    </a:cubicBezTo>
                    <a:cubicBezTo>
                      <a:pt x="815" y="136"/>
                      <a:pt x="815" y="91"/>
                      <a:pt x="770" y="91"/>
                    </a:cubicBezTo>
                    <a:lnTo>
                      <a:pt x="724" y="45"/>
                    </a:lnTo>
                    <a:cubicBezTo>
                      <a:pt x="679" y="0"/>
                      <a:pt x="634" y="0"/>
                      <a:pt x="6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2"/>
              <p:cNvSpPr/>
              <p:nvPr/>
            </p:nvSpPr>
            <p:spPr>
              <a:xfrm>
                <a:off x="3979175" y="3936575"/>
                <a:ext cx="31725" cy="50975"/>
              </a:xfrm>
              <a:custGeom>
                <a:rect b="b" l="l" r="r" t="t"/>
                <a:pathLst>
                  <a:path extrusionOk="0" h="2039" w="1269">
                    <a:moveTo>
                      <a:pt x="363" y="1"/>
                    </a:moveTo>
                    <a:cubicBezTo>
                      <a:pt x="227" y="1"/>
                      <a:pt x="91" y="91"/>
                      <a:pt x="46" y="227"/>
                    </a:cubicBezTo>
                    <a:cubicBezTo>
                      <a:pt x="46" y="273"/>
                      <a:pt x="1" y="318"/>
                      <a:pt x="1" y="363"/>
                    </a:cubicBezTo>
                    <a:cubicBezTo>
                      <a:pt x="1" y="454"/>
                      <a:pt x="46" y="544"/>
                      <a:pt x="91" y="635"/>
                    </a:cubicBezTo>
                    <a:lnTo>
                      <a:pt x="91" y="635"/>
                    </a:lnTo>
                    <a:lnTo>
                      <a:pt x="46" y="544"/>
                    </a:lnTo>
                    <a:lnTo>
                      <a:pt x="46" y="544"/>
                    </a:lnTo>
                    <a:cubicBezTo>
                      <a:pt x="91" y="680"/>
                      <a:pt x="136" y="771"/>
                      <a:pt x="182" y="952"/>
                    </a:cubicBezTo>
                    <a:cubicBezTo>
                      <a:pt x="182" y="963"/>
                      <a:pt x="182" y="974"/>
                      <a:pt x="182" y="997"/>
                    </a:cubicBezTo>
                    <a:cubicBezTo>
                      <a:pt x="182" y="997"/>
                      <a:pt x="227" y="1042"/>
                      <a:pt x="227" y="1087"/>
                    </a:cubicBezTo>
                    <a:cubicBezTo>
                      <a:pt x="227" y="1133"/>
                      <a:pt x="227" y="1178"/>
                      <a:pt x="272" y="1223"/>
                    </a:cubicBezTo>
                    <a:cubicBezTo>
                      <a:pt x="272" y="1314"/>
                      <a:pt x="318" y="1404"/>
                      <a:pt x="318" y="1495"/>
                    </a:cubicBezTo>
                    <a:cubicBezTo>
                      <a:pt x="318" y="1495"/>
                      <a:pt x="318" y="1540"/>
                      <a:pt x="318" y="1540"/>
                    </a:cubicBezTo>
                    <a:cubicBezTo>
                      <a:pt x="318" y="1676"/>
                      <a:pt x="363" y="1812"/>
                      <a:pt x="453" y="1902"/>
                    </a:cubicBezTo>
                    <a:cubicBezTo>
                      <a:pt x="544" y="1948"/>
                      <a:pt x="680" y="2038"/>
                      <a:pt x="816" y="2038"/>
                    </a:cubicBezTo>
                    <a:cubicBezTo>
                      <a:pt x="1042" y="1993"/>
                      <a:pt x="1268" y="1812"/>
                      <a:pt x="1268" y="1540"/>
                    </a:cubicBezTo>
                    <a:cubicBezTo>
                      <a:pt x="1268" y="1268"/>
                      <a:pt x="1223" y="997"/>
                      <a:pt x="1132" y="725"/>
                    </a:cubicBezTo>
                    <a:lnTo>
                      <a:pt x="1132" y="771"/>
                    </a:lnTo>
                    <a:cubicBezTo>
                      <a:pt x="1087" y="635"/>
                      <a:pt x="1042" y="589"/>
                      <a:pt x="997" y="499"/>
                    </a:cubicBezTo>
                    <a:cubicBezTo>
                      <a:pt x="951" y="454"/>
                      <a:pt x="906" y="408"/>
                      <a:pt x="861" y="363"/>
                    </a:cubicBezTo>
                    <a:cubicBezTo>
                      <a:pt x="816" y="273"/>
                      <a:pt x="770" y="227"/>
                      <a:pt x="725" y="137"/>
                    </a:cubicBezTo>
                    <a:cubicBezTo>
                      <a:pt x="634" y="46"/>
                      <a:pt x="499" y="1"/>
                      <a:pt x="3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2"/>
              <p:cNvSpPr/>
              <p:nvPr/>
            </p:nvSpPr>
            <p:spPr>
              <a:xfrm>
                <a:off x="4374875" y="3958425"/>
                <a:ext cx="71725" cy="159975"/>
              </a:xfrm>
              <a:custGeom>
                <a:rect b="b" l="l" r="r" t="t"/>
                <a:pathLst>
                  <a:path extrusionOk="0" h="6399" w="2869">
                    <a:moveTo>
                      <a:pt x="2001" y="0"/>
                    </a:moveTo>
                    <a:cubicBezTo>
                      <a:pt x="1742" y="0"/>
                      <a:pt x="1492" y="122"/>
                      <a:pt x="1375" y="394"/>
                    </a:cubicBezTo>
                    <a:cubicBezTo>
                      <a:pt x="1148" y="847"/>
                      <a:pt x="1148" y="1345"/>
                      <a:pt x="1103" y="1798"/>
                    </a:cubicBezTo>
                    <a:cubicBezTo>
                      <a:pt x="1013" y="2251"/>
                      <a:pt x="967" y="2703"/>
                      <a:pt x="832" y="3111"/>
                    </a:cubicBezTo>
                    <a:cubicBezTo>
                      <a:pt x="651" y="3971"/>
                      <a:pt x="424" y="4831"/>
                      <a:pt x="153" y="5691"/>
                    </a:cubicBezTo>
                    <a:cubicBezTo>
                      <a:pt x="1" y="6085"/>
                      <a:pt x="378" y="6399"/>
                      <a:pt x="739" y="6399"/>
                    </a:cubicBezTo>
                    <a:cubicBezTo>
                      <a:pt x="916" y="6399"/>
                      <a:pt x="1089" y="6323"/>
                      <a:pt x="1194" y="6144"/>
                    </a:cubicBezTo>
                    <a:cubicBezTo>
                      <a:pt x="1646" y="5284"/>
                      <a:pt x="2009" y="4423"/>
                      <a:pt x="2280" y="3518"/>
                    </a:cubicBezTo>
                    <a:cubicBezTo>
                      <a:pt x="2416" y="3111"/>
                      <a:pt x="2507" y="2658"/>
                      <a:pt x="2597" y="2205"/>
                    </a:cubicBezTo>
                    <a:cubicBezTo>
                      <a:pt x="2733" y="1707"/>
                      <a:pt x="2869" y="1074"/>
                      <a:pt x="2778" y="576"/>
                    </a:cubicBezTo>
                    <a:cubicBezTo>
                      <a:pt x="2701" y="214"/>
                      <a:pt x="2344" y="0"/>
                      <a:pt x="20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2"/>
              <p:cNvSpPr/>
              <p:nvPr/>
            </p:nvSpPr>
            <p:spPr>
              <a:xfrm>
                <a:off x="4479400" y="3929650"/>
                <a:ext cx="63400" cy="93400"/>
              </a:xfrm>
              <a:custGeom>
                <a:rect b="b" l="l" r="r" t="t"/>
                <a:pathLst>
                  <a:path extrusionOk="0" h="3736" w="2536">
                    <a:moveTo>
                      <a:pt x="2059" y="1"/>
                    </a:moveTo>
                    <a:cubicBezTo>
                      <a:pt x="1981" y="1"/>
                      <a:pt x="1906" y="30"/>
                      <a:pt x="1856" y="97"/>
                    </a:cubicBezTo>
                    <a:cubicBezTo>
                      <a:pt x="1766" y="187"/>
                      <a:pt x="1630" y="323"/>
                      <a:pt x="1585" y="414"/>
                    </a:cubicBezTo>
                    <a:cubicBezTo>
                      <a:pt x="1494" y="550"/>
                      <a:pt x="1449" y="685"/>
                      <a:pt x="1404" y="776"/>
                    </a:cubicBezTo>
                    <a:cubicBezTo>
                      <a:pt x="1359" y="957"/>
                      <a:pt x="1268" y="1093"/>
                      <a:pt x="1177" y="1229"/>
                    </a:cubicBezTo>
                    <a:cubicBezTo>
                      <a:pt x="1184" y="1222"/>
                      <a:pt x="1187" y="1219"/>
                      <a:pt x="1189" y="1219"/>
                    </a:cubicBezTo>
                    <a:cubicBezTo>
                      <a:pt x="1199" y="1219"/>
                      <a:pt x="1132" y="1325"/>
                      <a:pt x="1132" y="1364"/>
                    </a:cubicBezTo>
                    <a:cubicBezTo>
                      <a:pt x="1087" y="1410"/>
                      <a:pt x="1087" y="1500"/>
                      <a:pt x="1042" y="1545"/>
                    </a:cubicBezTo>
                    <a:cubicBezTo>
                      <a:pt x="906" y="1817"/>
                      <a:pt x="770" y="2043"/>
                      <a:pt x="634" y="2270"/>
                    </a:cubicBezTo>
                    <a:cubicBezTo>
                      <a:pt x="544" y="2360"/>
                      <a:pt x="498" y="2496"/>
                      <a:pt x="408" y="2587"/>
                    </a:cubicBezTo>
                    <a:cubicBezTo>
                      <a:pt x="408" y="2632"/>
                      <a:pt x="363" y="2677"/>
                      <a:pt x="363" y="2677"/>
                    </a:cubicBezTo>
                    <a:cubicBezTo>
                      <a:pt x="363" y="2677"/>
                      <a:pt x="317" y="2722"/>
                      <a:pt x="317" y="2722"/>
                    </a:cubicBezTo>
                    <a:cubicBezTo>
                      <a:pt x="317" y="2768"/>
                      <a:pt x="272" y="2768"/>
                      <a:pt x="272" y="2768"/>
                    </a:cubicBezTo>
                    <a:cubicBezTo>
                      <a:pt x="227" y="2813"/>
                      <a:pt x="227" y="2858"/>
                      <a:pt x="182" y="2858"/>
                    </a:cubicBezTo>
                    <a:cubicBezTo>
                      <a:pt x="46" y="3085"/>
                      <a:pt x="0" y="3402"/>
                      <a:pt x="182" y="3583"/>
                    </a:cubicBezTo>
                    <a:cubicBezTo>
                      <a:pt x="301" y="3678"/>
                      <a:pt x="446" y="3736"/>
                      <a:pt x="582" y="3736"/>
                    </a:cubicBezTo>
                    <a:cubicBezTo>
                      <a:pt x="704" y="3736"/>
                      <a:pt x="820" y="3690"/>
                      <a:pt x="906" y="3583"/>
                    </a:cubicBezTo>
                    <a:cubicBezTo>
                      <a:pt x="1313" y="3130"/>
                      <a:pt x="1675" y="2632"/>
                      <a:pt x="1947" y="2089"/>
                    </a:cubicBezTo>
                    <a:cubicBezTo>
                      <a:pt x="2264" y="1545"/>
                      <a:pt x="2536" y="866"/>
                      <a:pt x="2400" y="233"/>
                    </a:cubicBezTo>
                    <a:cubicBezTo>
                      <a:pt x="2342" y="89"/>
                      <a:pt x="2194" y="1"/>
                      <a:pt x="20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2"/>
              <p:cNvSpPr/>
              <p:nvPr/>
            </p:nvSpPr>
            <p:spPr>
              <a:xfrm>
                <a:off x="2941400" y="3549575"/>
                <a:ext cx="82450" cy="171050"/>
              </a:xfrm>
              <a:custGeom>
                <a:rect b="b" l="l" r="r" t="t"/>
                <a:pathLst>
                  <a:path extrusionOk="0" h="6842" w="3298">
                    <a:moveTo>
                      <a:pt x="1903" y="0"/>
                    </a:moveTo>
                    <a:cubicBezTo>
                      <a:pt x="1772" y="0"/>
                      <a:pt x="1643" y="54"/>
                      <a:pt x="1539" y="180"/>
                    </a:cubicBezTo>
                    <a:cubicBezTo>
                      <a:pt x="679" y="1176"/>
                      <a:pt x="0" y="2398"/>
                      <a:pt x="136" y="3756"/>
                    </a:cubicBezTo>
                    <a:cubicBezTo>
                      <a:pt x="181" y="4390"/>
                      <a:pt x="362" y="4979"/>
                      <a:pt x="679" y="5522"/>
                    </a:cubicBezTo>
                    <a:cubicBezTo>
                      <a:pt x="860" y="5793"/>
                      <a:pt x="1041" y="6020"/>
                      <a:pt x="1268" y="6246"/>
                    </a:cubicBezTo>
                    <a:cubicBezTo>
                      <a:pt x="1494" y="6472"/>
                      <a:pt x="1811" y="6744"/>
                      <a:pt x="2173" y="6835"/>
                    </a:cubicBezTo>
                    <a:cubicBezTo>
                      <a:pt x="2214" y="6839"/>
                      <a:pt x="2255" y="6841"/>
                      <a:pt x="2296" y="6841"/>
                    </a:cubicBezTo>
                    <a:cubicBezTo>
                      <a:pt x="2667" y="6841"/>
                      <a:pt x="3042" y="6658"/>
                      <a:pt x="3124" y="6291"/>
                    </a:cubicBezTo>
                    <a:cubicBezTo>
                      <a:pt x="3124" y="6201"/>
                      <a:pt x="3169" y="6110"/>
                      <a:pt x="3169" y="6020"/>
                    </a:cubicBezTo>
                    <a:cubicBezTo>
                      <a:pt x="3298" y="5590"/>
                      <a:pt x="2978" y="5201"/>
                      <a:pt x="2559" y="5201"/>
                    </a:cubicBezTo>
                    <a:cubicBezTo>
                      <a:pt x="2536" y="5201"/>
                      <a:pt x="2513" y="5203"/>
                      <a:pt x="2490" y="5205"/>
                    </a:cubicBezTo>
                    <a:cubicBezTo>
                      <a:pt x="2445" y="5160"/>
                      <a:pt x="2445" y="5160"/>
                      <a:pt x="2399" y="5114"/>
                    </a:cubicBezTo>
                    <a:cubicBezTo>
                      <a:pt x="2309" y="5024"/>
                      <a:pt x="2264" y="4979"/>
                      <a:pt x="2173" y="4888"/>
                    </a:cubicBezTo>
                    <a:cubicBezTo>
                      <a:pt x="2173" y="4888"/>
                      <a:pt x="2173" y="4888"/>
                      <a:pt x="2173" y="4843"/>
                    </a:cubicBezTo>
                    <a:cubicBezTo>
                      <a:pt x="2173" y="4843"/>
                      <a:pt x="2173" y="4843"/>
                      <a:pt x="2128" y="4797"/>
                    </a:cubicBezTo>
                    <a:lnTo>
                      <a:pt x="2037" y="4662"/>
                    </a:lnTo>
                    <a:cubicBezTo>
                      <a:pt x="1992" y="4571"/>
                      <a:pt x="1947" y="4481"/>
                      <a:pt x="1902" y="4390"/>
                    </a:cubicBezTo>
                    <a:cubicBezTo>
                      <a:pt x="1902" y="4390"/>
                      <a:pt x="1902" y="4390"/>
                      <a:pt x="1902" y="4345"/>
                    </a:cubicBezTo>
                    <a:cubicBezTo>
                      <a:pt x="1856" y="4300"/>
                      <a:pt x="1856" y="4254"/>
                      <a:pt x="1811" y="4164"/>
                    </a:cubicBezTo>
                    <a:cubicBezTo>
                      <a:pt x="1766" y="4073"/>
                      <a:pt x="1766" y="3983"/>
                      <a:pt x="1720" y="3847"/>
                    </a:cubicBezTo>
                    <a:cubicBezTo>
                      <a:pt x="1720" y="3802"/>
                      <a:pt x="1720" y="3756"/>
                      <a:pt x="1720" y="3711"/>
                    </a:cubicBezTo>
                    <a:lnTo>
                      <a:pt x="1720" y="3666"/>
                    </a:lnTo>
                    <a:cubicBezTo>
                      <a:pt x="1675" y="2670"/>
                      <a:pt x="1902" y="1764"/>
                      <a:pt x="2445" y="904"/>
                    </a:cubicBezTo>
                    <a:cubicBezTo>
                      <a:pt x="2681" y="465"/>
                      <a:pt x="2287" y="0"/>
                      <a:pt x="19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2"/>
              <p:cNvSpPr/>
              <p:nvPr/>
            </p:nvSpPr>
            <p:spPr>
              <a:xfrm>
                <a:off x="3030800" y="3666775"/>
                <a:ext cx="37375" cy="55225"/>
              </a:xfrm>
              <a:custGeom>
                <a:rect b="b" l="l" r="r" t="t"/>
                <a:pathLst>
                  <a:path extrusionOk="0" h="2209" w="1495">
                    <a:moveTo>
                      <a:pt x="535" y="0"/>
                    </a:moveTo>
                    <a:cubicBezTo>
                      <a:pt x="491" y="0"/>
                      <a:pt x="448" y="6"/>
                      <a:pt x="408" y="19"/>
                    </a:cubicBezTo>
                    <a:cubicBezTo>
                      <a:pt x="272" y="64"/>
                      <a:pt x="136" y="155"/>
                      <a:pt x="91" y="291"/>
                    </a:cubicBezTo>
                    <a:cubicBezTo>
                      <a:pt x="46" y="381"/>
                      <a:pt x="0" y="562"/>
                      <a:pt x="46" y="698"/>
                    </a:cubicBezTo>
                    <a:cubicBezTo>
                      <a:pt x="136" y="924"/>
                      <a:pt x="227" y="1151"/>
                      <a:pt x="317" y="1377"/>
                    </a:cubicBezTo>
                    <a:cubicBezTo>
                      <a:pt x="363" y="1558"/>
                      <a:pt x="453" y="1694"/>
                      <a:pt x="498" y="1830"/>
                    </a:cubicBezTo>
                    <a:cubicBezTo>
                      <a:pt x="589" y="2011"/>
                      <a:pt x="770" y="2147"/>
                      <a:pt x="996" y="2192"/>
                    </a:cubicBezTo>
                    <a:cubicBezTo>
                      <a:pt x="1030" y="2203"/>
                      <a:pt x="1067" y="2209"/>
                      <a:pt x="1105" y="2209"/>
                    </a:cubicBezTo>
                    <a:cubicBezTo>
                      <a:pt x="1217" y="2209"/>
                      <a:pt x="1336" y="2158"/>
                      <a:pt x="1404" y="2056"/>
                    </a:cubicBezTo>
                    <a:cubicBezTo>
                      <a:pt x="1494" y="1875"/>
                      <a:pt x="1494" y="1649"/>
                      <a:pt x="1449" y="1422"/>
                    </a:cubicBezTo>
                    <a:cubicBezTo>
                      <a:pt x="1449" y="1286"/>
                      <a:pt x="1404" y="1196"/>
                      <a:pt x="1359" y="1105"/>
                    </a:cubicBezTo>
                    <a:cubicBezTo>
                      <a:pt x="1268" y="879"/>
                      <a:pt x="1177" y="607"/>
                      <a:pt x="1087" y="381"/>
                    </a:cubicBezTo>
                    <a:cubicBezTo>
                      <a:pt x="996" y="245"/>
                      <a:pt x="951" y="155"/>
                      <a:pt x="815" y="64"/>
                    </a:cubicBezTo>
                    <a:cubicBezTo>
                      <a:pt x="751" y="32"/>
                      <a:pt x="642" y="0"/>
                      <a:pt x="5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2"/>
              <p:cNvSpPr/>
              <p:nvPr/>
            </p:nvSpPr>
            <p:spPr>
              <a:xfrm>
                <a:off x="2861050" y="3454000"/>
                <a:ext cx="22650" cy="47200"/>
              </a:xfrm>
              <a:custGeom>
                <a:rect b="b" l="l" r="r" t="t"/>
                <a:pathLst>
                  <a:path extrusionOk="0" h="1888" w="906">
                    <a:moveTo>
                      <a:pt x="373" y="1"/>
                    </a:moveTo>
                    <a:cubicBezTo>
                      <a:pt x="309" y="1"/>
                      <a:pt x="245" y="33"/>
                      <a:pt x="181" y="65"/>
                    </a:cubicBezTo>
                    <a:cubicBezTo>
                      <a:pt x="91" y="155"/>
                      <a:pt x="45" y="246"/>
                      <a:pt x="0" y="382"/>
                    </a:cubicBezTo>
                    <a:cubicBezTo>
                      <a:pt x="0" y="517"/>
                      <a:pt x="0" y="653"/>
                      <a:pt x="0" y="744"/>
                    </a:cubicBezTo>
                    <a:cubicBezTo>
                      <a:pt x="0" y="879"/>
                      <a:pt x="45" y="1061"/>
                      <a:pt x="91" y="1196"/>
                    </a:cubicBezTo>
                    <a:cubicBezTo>
                      <a:pt x="136" y="1332"/>
                      <a:pt x="181" y="1423"/>
                      <a:pt x="272" y="1559"/>
                    </a:cubicBezTo>
                    <a:cubicBezTo>
                      <a:pt x="317" y="1604"/>
                      <a:pt x="362" y="1694"/>
                      <a:pt x="408" y="1740"/>
                    </a:cubicBezTo>
                    <a:cubicBezTo>
                      <a:pt x="453" y="1785"/>
                      <a:pt x="453" y="1785"/>
                      <a:pt x="498" y="1830"/>
                    </a:cubicBezTo>
                    <a:cubicBezTo>
                      <a:pt x="543" y="1830"/>
                      <a:pt x="589" y="1875"/>
                      <a:pt x="634" y="1875"/>
                    </a:cubicBezTo>
                    <a:cubicBezTo>
                      <a:pt x="650" y="1883"/>
                      <a:pt x="667" y="1887"/>
                      <a:pt x="686" y="1887"/>
                    </a:cubicBezTo>
                    <a:cubicBezTo>
                      <a:pt x="770" y="1887"/>
                      <a:pt x="868" y="1806"/>
                      <a:pt x="906" y="1694"/>
                    </a:cubicBezTo>
                    <a:cubicBezTo>
                      <a:pt x="906" y="1604"/>
                      <a:pt x="906" y="1468"/>
                      <a:pt x="860" y="1377"/>
                    </a:cubicBezTo>
                    <a:cubicBezTo>
                      <a:pt x="860" y="1287"/>
                      <a:pt x="860" y="1242"/>
                      <a:pt x="860" y="1151"/>
                    </a:cubicBezTo>
                    <a:cubicBezTo>
                      <a:pt x="815" y="1061"/>
                      <a:pt x="815" y="925"/>
                      <a:pt x="815" y="834"/>
                    </a:cubicBezTo>
                    <a:cubicBezTo>
                      <a:pt x="815" y="695"/>
                      <a:pt x="815" y="576"/>
                      <a:pt x="815" y="427"/>
                    </a:cubicBezTo>
                    <a:cubicBezTo>
                      <a:pt x="815" y="382"/>
                      <a:pt x="815" y="336"/>
                      <a:pt x="815" y="291"/>
                    </a:cubicBezTo>
                    <a:cubicBezTo>
                      <a:pt x="815" y="246"/>
                      <a:pt x="770" y="246"/>
                      <a:pt x="770" y="200"/>
                    </a:cubicBezTo>
                    <a:cubicBezTo>
                      <a:pt x="724" y="110"/>
                      <a:pt x="589" y="19"/>
                      <a:pt x="453" y="19"/>
                    </a:cubicBezTo>
                    <a:cubicBezTo>
                      <a:pt x="426" y="6"/>
                      <a:pt x="400" y="1"/>
                      <a:pt x="37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2"/>
              <p:cNvSpPr/>
              <p:nvPr/>
            </p:nvSpPr>
            <p:spPr>
              <a:xfrm>
                <a:off x="4658200" y="3595375"/>
                <a:ext cx="58875" cy="120925"/>
              </a:xfrm>
              <a:custGeom>
                <a:rect b="b" l="l" r="r" t="t"/>
                <a:pathLst>
                  <a:path extrusionOk="0" h="4837" w="2355">
                    <a:moveTo>
                      <a:pt x="1616" y="0"/>
                    </a:moveTo>
                    <a:cubicBezTo>
                      <a:pt x="1280" y="0"/>
                      <a:pt x="899" y="182"/>
                      <a:pt x="861" y="521"/>
                    </a:cubicBezTo>
                    <a:cubicBezTo>
                      <a:pt x="816" y="747"/>
                      <a:pt x="771" y="974"/>
                      <a:pt x="771" y="1155"/>
                    </a:cubicBezTo>
                    <a:lnTo>
                      <a:pt x="725" y="1336"/>
                    </a:lnTo>
                    <a:lnTo>
                      <a:pt x="725" y="1562"/>
                    </a:lnTo>
                    <a:cubicBezTo>
                      <a:pt x="680" y="1924"/>
                      <a:pt x="589" y="2241"/>
                      <a:pt x="544" y="2603"/>
                    </a:cubicBezTo>
                    <a:cubicBezTo>
                      <a:pt x="499" y="2920"/>
                      <a:pt x="408" y="3237"/>
                      <a:pt x="363" y="3554"/>
                    </a:cubicBezTo>
                    <a:cubicBezTo>
                      <a:pt x="363" y="3690"/>
                      <a:pt x="318" y="3780"/>
                      <a:pt x="273" y="3916"/>
                    </a:cubicBezTo>
                    <a:cubicBezTo>
                      <a:pt x="273" y="3916"/>
                      <a:pt x="273" y="3961"/>
                      <a:pt x="273" y="3961"/>
                    </a:cubicBezTo>
                    <a:lnTo>
                      <a:pt x="273" y="4007"/>
                    </a:lnTo>
                    <a:cubicBezTo>
                      <a:pt x="91" y="4097"/>
                      <a:pt x="1" y="4369"/>
                      <a:pt x="91" y="4550"/>
                    </a:cubicBezTo>
                    <a:cubicBezTo>
                      <a:pt x="163" y="4763"/>
                      <a:pt x="317" y="4837"/>
                      <a:pt x="490" y="4837"/>
                    </a:cubicBezTo>
                    <a:cubicBezTo>
                      <a:pt x="537" y="4837"/>
                      <a:pt x="586" y="4831"/>
                      <a:pt x="635" y="4822"/>
                    </a:cubicBezTo>
                    <a:cubicBezTo>
                      <a:pt x="816" y="4822"/>
                      <a:pt x="952" y="4731"/>
                      <a:pt x="1133" y="4595"/>
                    </a:cubicBezTo>
                    <a:cubicBezTo>
                      <a:pt x="1178" y="4550"/>
                      <a:pt x="1223" y="4550"/>
                      <a:pt x="1268" y="4459"/>
                    </a:cubicBezTo>
                    <a:cubicBezTo>
                      <a:pt x="1359" y="4414"/>
                      <a:pt x="1404" y="4324"/>
                      <a:pt x="1450" y="4233"/>
                    </a:cubicBezTo>
                    <a:cubicBezTo>
                      <a:pt x="1631" y="3916"/>
                      <a:pt x="1721" y="3554"/>
                      <a:pt x="1812" y="3192"/>
                    </a:cubicBezTo>
                    <a:cubicBezTo>
                      <a:pt x="2038" y="2468"/>
                      <a:pt x="2219" y="1698"/>
                      <a:pt x="2310" y="928"/>
                    </a:cubicBezTo>
                    <a:cubicBezTo>
                      <a:pt x="2355" y="702"/>
                      <a:pt x="2355" y="521"/>
                      <a:pt x="2219" y="340"/>
                    </a:cubicBezTo>
                    <a:lnTo>
                      <a:pt x="2264" y="340"/>
                    </a:lnTo>
                    <a:cubicBezTo>
                      <a:pt x="2174" y="204"/>
                      <a:pt x="1993" y="23"/>
                      <a:pt x="1812" y="23"/>
                    </a:cubicBezTo>
                    <a:cubicBezTo>
                      <a:pt x="1750" y="8"/>
                      <a:pt x="1684" y="0"/>
                      <a:pt x="161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2"/>
              <p:cNvSpPr/>
              <p:nvPr/>
            </p:nvSpPr>
            <p:spPr>
              <a:xfrm>
                <a:off x="4743100" y="3646650"/>
                <a:ext cx="48675" cy="80800"/>
              </a:xfrm>
              <a:custGeom>
                <a:rect b="b" l="l" r="r" t="t"/>
                <a:pathLst>
                  <a:path extrusionOk="0" h="3232" w="1947">
                    <a:moveTo>
                      <a:pt x="1547" y="0"/>
                    </a:moveTo>
                    <a:cubicBezTo>
                      <a:pt x="1492" y="0"/>
                      <a:pt x="1441" y="17"/>
                      <a:pt x="1403" y="54"/>
                    </a:cubicBezTo>
                    <a:cubicBezTo>
                      <a:pt x="1268" y="145"/>
                      <a:pt x="1177" y="235"/>
                      <a:pt x="1087" y="371"/>
                    </a:cubicBezTo>
                    <a:cubicBezTo>
                      <a:pt x="1041" y="462"/>
                      <a:pt x="951" y="598"/>
                      <a:pt x="905" y="688"/>
                    </a:cubicBezTo>
                    <a:cubicBezTo>
                      <a:pt x="815" y="914"/>
                      <a:pt x="724" y="1141"/>
                      <a:pt x="634" y="1367"/>
                    </a:cubicBezTo>
                    <a:cubicBezTo>
                      <a:pt x="453" y="1775"/>
                      <a:pt x="272" y="2182"/>
                      <a:pt x="91" y="2589"/>
                    </a:cubicBezTo>
                    <a:cubicBezTo>
                      <a:pt x="0" y="2861"/>
                      <a:pt x="226" y="3178"/>
                      <a:pt x="453" y="3223"/>
                    </a:cubicBezTo>
                    <a:cubicBezTo>
                      <a:pt x="493" y="3229"/>
                      <a:pt x="531" y="3232"/>
                      <a:pt x="567" y="3232"/>
                    </a:cubicBezTo>
                    <a:cubicBezTo>
                      <a:pt x="815" y="3232"/>
                      <a:pt x="968" y="3098"/>
                      <a:pt x="1087" y="2861"/>
                    </a:cubicBezTo>
                    <a:cubicBezTo>
                      <a:pt x="1222" y="2454"/>
                      <a:pt x="1403" y="2046"/>
                      <a:pt x="1584" y="1639"/>
                    </a:cubicBezTo>
                    <a:cubicBezTo>
                      <a:pt x="1675" y="1412"/>
                      <a:pt x="1720" y="1231"/>
                      <a:pt x="1811" y="1005"/>
                    </a:cubicBezTo>
                    <a:cubicBezTo>
                      <a:pt x="1856" y="914"/>
                      <a:pt x="1856" y="824"/>
                      <a:pt x="1901" y="733"/>
                    </a:cubicBezTo>
                    <a:cubicBezTo>
                      <a:pt x="1947" y="552"/>
                      <a:pt x="1947" y="417"/>
                      <a:pt x="1901" y="281"/>
                    </a:cubicBezTo>
                    <a:cubicBezTo>
                      <a:pt x="1869" y="117"/>
                      <a:pt x="1693" y="0"/>
                      <a:pt x="15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2"/>
              <p:cNvSpPr/>
              <p:nvPr/>
            </p:nvSpPr>
            <p:spPr>
              <a:xfrm>
                <a:off x="4596700" y="3622275"/>
                <a:ext cx="302725" cy="281575"/>
              </a:xfrm>
              <a:custGeom>
                <a:rect b="b" l="l" r="r" t="t"/>
                <a:pathLst>
                  <a:path extrusionOk="0" h="11263" w="12109">
                    <a:moveTo>
                      <a:pt x="11206" y="0"/>
                    </a:moveTo>
                    <a:cubicBezTo>
                      <a:pt x="10862" y="0"/>
                      <a:pt x="10533" y="180"/>
                      <a:pt x="10474" y="577"/>
                    </a:cubicBezTo>
                    <a:cubicBezTo>
                      <a:pt x="10157" y="2795"/>
                      <a:pt x="8844" y="4696"/>
                      <a:pt x="7124" y="6099"/>
                    </a:cubicBezTo>
                    <a:cubicBezTo>
                      <a:pt x="6218" y="6869"/>
                      <a:pt x="5177" y="7503"/>
                      <a:pt x="4091" y="8091"/>
                    </a:cubicBezTo>
                    <a:cubicBezTo>
                      <a:pt x="3276" y="8499"/>
                      <a:pt x="2416" y="8861"/>
                      <a:pt x="1556" y="9268"/>
                    </a:cubicBezTo>
                    <a:cubicBezTo>
                      <a:pt x="1498" y="9240"/>
                      <a:pt x="1436" y="9225"/>
                      <a:pt x="1376" y="9225"/>
                    </a:cubicBezTo>
                    <a:cubicBezTo>
                      <a:pt x="1245" y="9225"/>
                      <a:pt x="1119" y="9295"/>
                      <a:pt x="1058" y="9449"/>
                    </a:cubicBezTo>
                    <a:cubicBezTo>
                      <a:pt x="1012" y="9495"/>
                      <a:pt x="967" y="9540"/>
                      <a:pt x="967" y="9585"/>
                    </a:cubicBezTo>
                    <a:cubicBezTo>
                      <a:pt x="831" y="9630"/>
                      <a:pt x="741" y="9676"/>
                      <a:pt x="605" y="9766"/>
                    </a:cubicBezTo>
                    <a:lnTo>
                      <a:pt x="650" y="9766"/>
                    </a:lnTo>
                    <a:cubicBezTo>
                      <a:pt x="0" y="10132"/>
                      <a:pt x="261" y="11262"/>
                      <a:pt x="976" y="11262"/>
                    </a:cubicBezTo>
                    <a:cubicBezTo>
                      <a:pt x="1058" y="11262"/>
                      <a:pt x="1146" y="11247"/>
                      <a:pt x="1239" y="11215"/>
                    </a:cubicBezTo>
                    <a:cubicBezTo>
                      <a:pt x="1782" y="11034"/>
                      <a:pt x="2325" y="10762"/>
                      <a:pt x="2868" y="10536"/>
                    </a:cubicBezTo>
                    <a:cubicBezTo>
                      <a:pt x="3062" y="10582"/>
                      <a:pt x="3271" y="10602"/>
                      <a:pt x="3487" y="10602"/>
                    </a:cubicBezTo>
                    <a:cubicBezTo>
                      <a:pt x="4331" y="10602"/>
                      <a:pt x="5289" y="10299"/>
                      <a:pt x="5901" y="10083"/>
                    </a:cubicBezTo>
                    <a:cubicBezTo>
                      <a:pt x="7124" y="9540"/>
                      <a:pt x="8165" y="8725"/>
                      <a:pt x="9070" y="7774"/>
                    </a:cubicBezTo>
                    <a:cubicBezTo>
                      <a:pt x="10836" y="5828"/>
                      <a:pt x="11877" y="3383"/>
                      <a:pt x="12058" y="803"/>
                    </a:cubicBezTo>
                    <a:cubicBezTo>
                      <a:pt x="12109" y="295"/>
                      <a:pt x="11646" y="0"/>
                      <a:pt x="112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2"/>
              <p:cNvSpPr/>
              <p:nvPr/>
            </p:nvSpPr>
            <p:spPr>
              <a:xfrm>
                <a:off x="4907200" y="3448700"/>
                <a:ext cx="31700" cy="126900"/>
              </a:xfrm>
              <a:custGeom>
                <a:rect b="b" l="l" r="r" t="t"/>
                <a:pathLst>
                  <a:path extrusionOk="0" h="5076" w="1268">
                    <a:moveTo>
                      <a:pt x="714" y="1"/>
                    </a:moveTo>
                    <a:cubicBezTo>
                      <a:pt x="654" y="1"/>
                      <a:pt x="595" y="16"/>
                      <a:pt x="543" y="50"/>
                    </a:cubicBezTo>
                    <a:cubicBezTo>
                      <a:pt x="181" y="277"/>
                      <a:pt x="181" y="775"/>
                      <a:pt x="136" y="1137"/>
                    </a:cubicBezTo>
                    <a:cubicBezTo>
                      <a:pt x="91" y="1544"/>
                      <a:pt x="91" y="1906"/>
                      <a:pt x="45" y="2268"/>
                    </a:cubicBezTo>
                    <a:cubicBezTo>
                      <a:pt x="0" y="2993"/>
                      <a:pt x="0" y="3762"/>
                      <a:pt x="0" y="4532"/>
                    </a:cubicBezTo>
                    <a:cubicBezTo>
                      <a:pt x="0" y="4804"/>
                      <a:pt x="272" y="5075"/>
                      <a:pt x="543" y="5075"/>
                    </a:cubicBezTo>
                    <a:cubicBezTo>
                      <a:pt x="860" y="5075"/>
                      <a:pt x="1087" y="4804"/>
                      <a:pt x="1087" y="4532"/>
                    </a:cubicBezTo>
                    <a:cubicBezTo>
                      <a:pt x="1132" y="3762"/>
                      <a:pt x="1222" y="3038"/>
                      <a:pt x="1222" y="2314"/>
                    </a:cubicBezTo>
                    <a:cubicBezTo>
                      <a:pt x="1268" y="1952"/>
                      <a:pt x="1268" y="1589"/>
                      <a:pt x="1268" y="1227"/>
                    </a:cubicBezTo>
                    <a:cubicBezTo>
                      <a:pt x="1222" y="865"/>
                      <a:pt x="1268" y="367"/>
                      <a:pt x="996" y="96"/>
                    </a:cubicBezTo>
                    <a:cubicBezTo>
                      <a:pt x="912" y="40"/>
                      <a:pt x="811" y="1"/>
                      <a:pt x="71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4" name="Google Shape;2294;p2"/>
              <p:cNvSpPr/>
              <p:nvPr/>
            </p:nvSpPr>
            <p:spPr>
              <a:xfrm>
                <a:off x="4916250" y="3358825"/>
                <a:ext cx="28300" cy="72050"/>
              </a:xfrm>
              <a:custGeom>
                <a:rect b="b" l="l" r="r" t="t"/>
                <a:pathLst>
                  <a:path extrusionOk="0" h="2882" w="1132">
                    <a:moveTo>
                      <a:pt x="338" y="0"/>
                    </a:moveTo>
                    <a:cubicBezTo>
                      <a:pt x="186" y="0"/>
                      <a:pt x="45" y="103"/>
                      <a:pt x="45" y="295"/>
                    </a:cubicBezTo>
                    <a:cubicBezTo>
                      <a:pt x="0" y="658"/>
                      <a:pt x="0" y="1020"/>
                      <a:pt x="45" y="1382"/>
                    </a:cubicBezTo>
                    <a:cubicBezTo>
                      <a:pt x="45" y="1699"/>
                      <a:pt x="91" y="2061"/>
                      <a:pt x="136" y="2423"/>
                    </a:cubicBezTo>
                    <a:cubicBezTo>
                      <a:pt x="177" y="2671"/>
                      <a:pt x="332" y="2882"/>
                      <a:pt x="600" y="2882"/>
                    </a:cubicBezTo>
                    <a:cubicBezTo>
                      <a:pt x="625" y="2882"/>
                      <a:pt x="652" y="2880"/>
                      <a:pt x="679" y="2876"/>
                    </a:cubicBezTo>
                    <a:cubicBezTo>
                      <a:pt x="815" y="2876"/>
                      <a:pt x="906" y="2785"/>
                      <a:pt x="996" y="2695"/>
                    </a:cubicBezTo>
                    <a:cubicBezTo>
                      <a:pt x="1132" y="2559"/>
                      <a:pt x="1132" y="2423"/>
                      <a:pt x="1087" y="2287"/>
                    </a:cubicBezTo>
                    <a:cubicBezTo>
                      <a:pt x="1041" y="1925"/>
                      <a:pt x="996" y="1563"/>
                      <a:pt x="951" y="1246"/>
                    </a:cubicBezTo>
                    <a:cubicBezTo>
                      <a:pt x="860" y="884"/>
                      <a:pt x="770" y="567"/>
                      <a:pt x="679" y="250"/>
                    </a:cubicBezTo>
                    <a:cubicBezTo>
                      <a:pt x="616" y="80"/>
                      <a:pt x="472" y="0"/>
                      <a:pt x="3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5" name="Google Shape;2295;p2"/>
              <p:cNvSpPr/>
              <p:nvPr/>
            </p:nvSpPr>
            <p:spPr>
              <a:xfrm>
                <a:off x="3048900" y="2368475"/>
                <a:ext cx="86000" cy="155125"/>
              </a:xfrm>
              <a:custGeom>
                <a:rect b="b" l="l" r="r" t="t"/>
                <a:pathLst>
                  <a:path extrusionOk="0" h="6205" w="3440">
                    <a:moveTo>
                      <a:pt x="2654" y="0"/>
                    </a:moveTo>
                    <a:cubicBezTo>
                      <a:pt x="2601" y="0"/>
                      <a:pt x="2546" y="9"/>
                      <a:pt x="2491" y="27"/>
                    </a:cubicBezTo>
                    <a:lnTo>
                      <a:pt x="2536" y="27"/>
                    </a:lnTo>
                    <a:cubicBezTo>
                      <a:pt x="1993" y="209"/>
                      <a:pt x="1495" y="480"/>
                      <a:pt x="1132" y="933"/>
                    </a:cubicBezTo>
                    <a:cubicBezTo>
                      <a:pt x="725" y="1386"/>
                      <a:pt x="453" y="1929"/>
                      <a:pt x="318" y="2472"/>
                    </a:cubicBezTo>
                    <a:cubicBezTo>
                      <a:pt x="1" y="3604"/>
                      <a:pt x="137" y="4826"/>
                      <a:pt x="725" y="5822"/>
                    </a:cubicBezTo>
                    <a:cubicBezTo>
                      <a:pt x="876" y="6063"/>
                      <a:pt x="1148" y="6204"/>
                      <a:pt x="1419" y="6204"/>
                    </a:cubicBezTo>
                    <a:cubicBezTo>
                      <a:pt x="1555" y="6204"/>
                      <a:pt x="1691" y="6169"/>
                      <a:pt x="1812" y="6093"/>
                    </a:cubicBezTo>
                    <a:cubicBezTo>
                      <a:pt x="2309" y="5867"/>
                      <a:pt x="2445" y="5369"/>
                      <a:pt x="2355" y="4871"/>
                    </a:cubicBezTo>
                    <a:cubicBezTo>
                      <a:pt x="2309" y="4645"/>
                      <a:pt x="2083" y="4509"/>
                      <a:pt x="1857" y="4464"/>
                    </a:cubicBezTo>
                    <a:cubicBezTo>
                      <a:pt x="1857" y="4373"/>
                      <a:pt x="1812" y="4283"/>
                      <a:pt x="1812" y="4237"/>
                    </a:cubicBezTo>
                    <a:cubicBezTo>
                      <a:pt x="1812" y="4192"/>
                      <a:pt x="1766" y="4102"/>
                      <a:pt x="1766" y="4056"/>
                    </a:cubicBezTo>
                    <a:cubicBezTo>
                      <a:pt x="1766" y="3830"/>
                      <a:pt x="1766" y="3604"/>
                      <a:pt x="1766" y="3423"/>
                    </a:cubicBezTo>
                    <a:cubicBezTo>
                      <a:pt x="1766" y="3377"/>
                      <a:pt x="1766" y="3287"/>
                      <a:pt x="1766" y="3242"/>
                    </a:cubicBezTo>
                    <a:cubicBezTo>
                      <a:pt x="1812" y="3151"/>
                      <a:pt x="1812" y="3015"/>
                      <a:pt x="1857" y="2925"/>
                    </a:cubicBezTo>
                    <a:cubicBezTo>
                      <a:pt x="1857" y="2834"/>
                      <a:pt x="1902" y="2698"/>
                      <a:pt x="1947" y="2608"/>
                    </a:cubicBezTo>
                    <a:cubicBezTo>
                      <a:pt x="1947" y="2563"/>
                      <a:pt x="1947" y="2517"/>
                      <a:pt x="1993" y="2472"/>
                    </a:cubicBezTo>
                    <a:cubicBezTo>
                      <a:pt x="1993" y="2441"/>
                      <a:pt x="2034" y="2348"/>
                      <a:pt x="2033" y="2348"/>
                    </a:cubicBezTo>
                    <a:lnTo>
                      <a:pt x="2033" y="2348"/>
                    </a:lnTo>
                    <a:cubicBezTo>
                      <a:pt x="2032" y="2348"/>
                      <a:pt x="2028" y="2357"/>
                      <a:pt x="2016" y="2380"/>
                    </a:cubicBezTo>
                    <a:lnTo>
                      <a:pt x="2016" y="2380"/>
                    </a:lnTo>
                    <a:cubicBezTo>
                      <a:pt x="2099" y="2214"/>
                      <a:pt x="2185" y="2049"/>
                      <a:pt x="2309" y="1883"/>
                    </a:cubicBezTo>
                    <a:cubicBezTo>
                      <a:pt x="2355" y="1793"/>
                      <a:pt x="2400" y="1702"/>
                      <a:pt x="2445" y="1612"/>
                    </a:cubicBezTo>
                    <a:cubicBezTo>
                      <a:pt x="2445" y="1612"/>
                      <a:pt x="2445" y="1612"/>
                      <a:pt x="2491" y="1567"/>
                    </a:cubicBezTo>
                    <a:cubicBezTo>
                      <a:pt x="2491" y="1612"/>
                      <a:pt x="2491" y="1612"/>
                      <a:pt x="2491" y="1612"/>
                    </a:cubicBezTo>
                    <a:cubicBezTo>
                      <a:pt x="2491" y="1576"/>
                      <a:pt x="2637" y="1393"/>
                      <a:pt x="2624" y="1393"/>
                    </a:cubicBezTo>
                    <a:cubicBezTo>
                      <a:pt x="2621" y="1393"/>
                      <a:pt x="2608" y="1404"/>
                      <a:pt x="2581" y="1431"/>
                    </a:cubicBezTo>
                    <a:cubicBezTo>
                      <a:pt x="2717" y="1250"/>
                      <a:pt x="2898" y="1114"/>
                      <a:pt x="3034" y="978"/>
                    </a:cubicBezTo>
                    <a:cubicBezTo>
                      <a:pt x="3440" y="653"/>
                      <a:pt x="3117" y="0"/>
                      <a:pt x="265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6" name="Google Shape;2296;p2"/>
              <p:cNvSpPr/>
              <p:nvPr/>
            </p:nvSpPr>
            <p:spPr>
              <a:xfrm>
                <a:off x="3120200" y="2434575"/>
                <a:ext cx="32850" cy="91275"/>
              </a:xfrm>
              <a:custGeom>
                <a:rect b="b" l="l" r="r" t="t"/>
                <a:pathLst>
                  <a:path extrusionOk="0" h="3651" w="1314">
                    <a:moveTo>
                      <a:pt x="801" y="0"/>
                    </a:moveTo>
                    <a:cubicBezTo>
                      <a:pt x="558" y="0"/>
                      <a:pt x="312" y="134"/>
                      <a:pt x="272" y="371"/>
                    </a:cubicBezTo>
                    <a:cubicBezTo>
                      <a:pt x="91" y="914"/>
                      <a:pt x="1" y="1458"/>
                      <a:pt x="1" y="1956"/>
                    </a:cubicBezTo>
                    <a:cubicBezTo>
                      <a:pt x="1" y="2272"/>
                      <a:pt x="1" y="2544"/>
                      <a:pt x="91" y="2816"/>
                    </a:cubicBezTo>
                    <a:cubicBezTo>
                      <a:pt x="137" y="2952"/>
                      <a:pt x="182" y="3042"/>
                      <a:pt x="227" y="3178"/>
                    </a:cubicBezTo>
                    <a:cubicBezTo>
                      <a:pt x="272" y="3359"/>
                      <a:pt x="363" y="3495"/>
                      <a:pt x="544" y="3585"/>
                    </a:cubicBezTo>
                    <a:cubicBezTo>
                      <a:pt x="604" y="3631"/>
                      <a:pt x="670" y="3651"/>
                      <a:pt x="735" y="3651"/>
                    </a:cubicBezTo>
                    <a:cubicBezTo>
                      <a:pt x="866" y="3651"/>
                      <a:pt x="997" y="3570"/>
                      <a:pt x="1087" y="3449"/>
                    </a:cubicBezTo>
                    <a:cubicBezTo>
                      <a:pt x="1223" y="3223"/>
                      <a:pt x="1178" y="2952"/>
                      <a:pt x="1223" y="2680"/>
                    </a:cubicBezTo>
                    <a:cubicBezTo>
                      <a:pt x="1223" y="2454"/>
                      <a:pt x="1178" y="2227"/>
                      <a:pt x="1178" y="1956"/>
                    </a:cubicBezTo>
                    <a:cubicBezTo>
                      <a:pt x="1178" y="1729"/>
                      <a:pt x="1178" y="1503"/>
                      <a:pt x="1223" y="1277"/>
                    </a:cubicBezTo>
                    <a:cubicBezTo>
                      <a:pt x="1223" y="1186"/>
                      <a:pt x="1223" y="1050"/>
                      <a:pt x="1223" y="960"/>
                    </a:cubicBezTo>
                    <a:lnTo>
                      <a:pt x="1223" y="914"/>
                    </a:lnTo>
                    <a:cubicBezTo>
                      <a:pt x="1223" y="914"/>
                      <a:pt x="1223" y="914"/>
                      <a:pt x="1268" y="869"/>
                    </a:cubicBezTo>
                    <a:cubicBezTo>
                      <a:pt x="1268" y="824"/>
                      <a:pt x="1268" y="733"/>
                      <a:pt x="1268" y="688"/>
                    </a:cubicBezTo>
                    <a:cubicBezTo>
                      <a:pt x="1313" y="371"/>
                      <a:pt x="1223" y="54"/>
                      <a:pt x="906" y="9"/>
                    </a:cubicBezTo>
                    <a:cubicBezTo>
                      <a:pt x="872" y="3"/>
                      <a:pt x="836" y="0"/>
                      <a:pt x="8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7" name="Google Shape;2297;p2"/>
              <p:cNvSpPr/>
              <p:nvPr/>
            </p:nvSpPr>
            <p:spPr>
              <a:xfrm>
                <a:off x="2923275" y="2278100"/>
                <a:ext cx="32850" cy="83125"/>
              </a:xfrm>
              <a:custGeom>
                <a:rect b="b" l="l" r="r" t="t"/>
                <a:pathLst>
                  <a:path extrusionOk="0" h="3325" w="1314">
                    <a:moveTo>
                      <a:pt x="886" y="1"/>
                    </a:moveTo>
                    <a:cubicBezTo>
                      <a:pt x="745" y="1"/>
                      <a:pt x="605" y="81"/>
                      <a:pt x="544" y="202"/>
                    </a:cubicBezTo>
                    <a:cubicBezTo>
                      <a:pt x="273" y="655"/>
                      <a:pt x="91" y="1198"/>
                      <a:pt x="46" y="1696"/>
                    </a:cubicBezTo>
                    <a:cubicBezTo>
                      <a:pt x="1" y="1967"/>
                      <a:pt x="46" y="2239"/>
                      <a:pt x="91" y="2511"/>
                    </a:cubicBezTo>
                    <a:cubicBezTo>
                      <a:pt x="137" y="2647"/>
                      <a:pt x="137" y="2737"/>
                      <a:pt x="182" y="2873"/>
                    </a:cubicBezTo>
                    <a:cubicBezTo>
                      <a:pt x="227" y="3009"/>
                      <a:pt x="363" y="3144"/>
                      <a:pt x="499" y="3235"/>
                    </a:cubicBezTo>
                    <a:cubicBezTo>
                      <a:pt x="555" y="3291"/>
                      <a:pt x="642" y="3324"/>
                      <a:pt x="729" y="3324"/>
                    </a:cubicBezTo>
                    <a:cubicBezTo>
                      <a:pt x="851" y="3324"/>
                      <a:pt x="970" y="3258"/>
                      <a:pt x="997" y="3099"/>
                    </a:cubicBezTo>
                    <a:cubicBezTo>
                      <a:pt x="1042" y="2918"/>
                      <a:pt x="1042" y="2873"/>
                      <a:pt x="1042" y="2647"/>
                    </a:cubicBezTo>
                    <a:cubicBezTo>
                      <a:pt x="997" y="2556"/>
                      <a:pt x="997" y="2465"/>
                      <a:pt x="997" y="2375"/>
                    </a:cubicBezTo>
                    <a:cubicBezTo>
                      <a:pt x="997" y="2375"/>
                      <a:pt x="952" y="2284"/>
                      <a:pt x="952" y="2239"/>
                    </a:cubicBezTo>
                    <a:cubicBezTo>
                      <a:pt x="952" y="2194"/>
                      <a:pt x="952" y="2149"/>
                      <a:pt x="952" y="2058"/>
                    </a:cubicBezTo>
                    <a:lnTo>
                      <a:pt x="952" y="1741"/>
                    </a:lnTo>
                    <a:cubicBezTo>
                      <a:pt x="952" y="1651"/>
                      <a:pt x="952" y="1515"/>
                      <a:pt x="952" y="1424"/>
                    </a:cubicBezTo>
                    <a:cubicBezTo>
                      <a:pt x="952" y="1379"/>
                      <a:pt x="997" y="1379"/>
                      <a:pt x="997" y="1334"/>
                    </a:cubicBezTo>
                    <a:cubicBezTo>
                      <a:pt x="997" y="1288"/>
                      <a:pt x="997" y="1243"/>
                      <a:pt x="1042" y="1198"/>
                    </a:cubicBezTo>
                    <a:cubicBezTo>
                      <a:pt x="1087" y="972"/>
                      <a:pt x="1133" y="745"/>
                      <a:pt x="1223" y="609"/>
                    </a:cubicBezTo>
                    <a:cubicBezTo>
                      <a:pt x="1314" y="383"/>
                      <a:pt x="1268" y="157"/>
                      <a:pt x="1087" y="66"/>
                    </a:cubicBezTo>
                    <a:cubicBezTo>
                      <a:pt x="1027" y="21"/>
                      <a:pt x="957" y="1"/>
                      <a:pt x="88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8" name="Google Shape;2298;p2"/>
              <p:cNvSpPr/>
              <p:nvPr/>
            </p:nvSpPr>
            <p:spPr>
              <a:xfrm>
                <a:off x="4095925" y="2284675"/>
                <a:ext cx="88125" cy="116350"/>
              </a:xfrm>
              <a:custGeom>
                <a:rect b="b" l="l" r="r" t="t"/>
                <a:pathLst>
                  <a:path extrusionOk="0" h="4654" w="3525">
                    <a:moveTo>
                      <a:pt x="474" y="0"/>
                    </a:moveTo>
                    <a:cubicBezTo>
                      <a:pt x="192" y="0"/>
                      <a:pt x="0" y="309"/>
                      <a:pt x="39" y="618"/>
                    </a:cubicBezTo>
                    <a:cubicBezTo>
                      <a:pt x="84" y="709"/>
                      <a:pt x="129" y="799"/>
                      <a:pt x="174" y="890"/>
                    </a:cubicBezTo>
                    <a:lnTo>
                      <a:pt x="220" y="980"/>
                    </a:lnTo>
                    <a:cubicBezTo>
                      <a:pt x="220" y="1025"/>
                      <a:pt x="265" y="1071"/>
                      <a:pt x="265" y="1071"/>
                    </a:cubicBezTo>
                    <a:cubicBezTo>
                      <a:pt x="265" y="1071"/>
                      <a:pt x="265" y="1071"/>
                      <a:pt x="310" y="1116"/>
                    </a:cubicBezTo>
                    <a:cubicBezTo>
                      <a:pt x="310" y="1161"/>
                      <a:pt x="310" y="1207"/>
                      <a:pt x="356" y="1252"/>
                    </a:cubicBezTo>
                    <a:cubicBezTo>
                      <a:pt x="356" y="1252"/>
                      <a:pt x="401" y="1297"/>
                      <a:pt x="401" y="1342"/>
                    </a:cubicBezTo>
                    <a:cubicBezTo>
                      <a:pt x="446" y="1388"/>
                      <a:pt x="491" y="1478"/>
                      <a:pt x="537" y="1523"/>
                    </a:cubicBezTo>
                    <a:cubicBezTo>
                      <a:pt x="672" y="1840"/>
                      <a:pt x="853" y="2112"/>
                      <a:pt x="1035" y="2429"/>
                    </a:cubicBezTo>
                    <a:cubicBezTo>
                      <a:pt x="1170" y="2700"/>
                      <a:pt x="1351" y="3017"/>
                      <a:pt x="1487" y="3289"/>
                    </a:cubicBezTo>
                    <a:cubicBezTo>
                      <a:pt x="1578" y="3470"/>
                      <a:pt x="1668" y="3606"/>
                      <a:pt x="1714" y="3787"/>
                    </a:cubicBezTo>
                    <a:cubicBezTo>
                      <a:pt x="1759" y="3832"/>
                      <a:pt x="1759" y="3923"/>
                      <a:pt x="1804" y="3968"/>
                    </a:cubicBezTo>
                    <a:cubicBezTo>
                      <a:pt x="1804" y="4013"/>
                      <a:pt x="1804" y="4013"/>
                      <a:pt x="1849" y="4058"/>
                    </a:cubicBezTo>
                    <a:cubicBezTo>
                      <a:pt x="1849" y="4104"/>
                      <a:pt x="1895" y="4194"/>
                      <a:pt x="1940" y="4240"/>
                    </a:cubicBezTo>
                    <a:cubicBezTo>
                      <a:pt x="2075" y="4509"/>
                      <a:pt x="2360" y="4653"/>
                      <a:pt x="2647" y="4653"/>
                    </a:cubicBezTo>
                    <a:cubicBezTo>
                      <a:pt x="2745" y="4653"/>
                      <a:pt x="2843" y="4636"/>
                      <a:pt x="2936" y="4602"/>
                    </a:cubicBezTo>
                    <a:cubicBezTo>
                      <a:pt x="3253" y="4421"/>
                      <a:pt x="3524" y="4013"/>
                      <a:pt x="3389" y="3651"/>
                    </a:cubicBezTo>
                    <a:cubicBezTo>
                      <a:pt x="3298" y="3244"/>
                      <a:pt x="3072" y="2881"/>
                      <a:pt x="2891" y="2565"/>
                    </a:cubicBezTo>
                    <a:cubicBezTo>
                      <a:pt x="2709" y="2248"/>
                      <a:pt x="2528" y="1931"/>
                      <a:pt x="2347" y="1659"/>
                    </a:cubicBezTo>
                    <a:cubicBezTo>
                      <a:pt x="2121" y="1342"/>
                      <a:pt x="1895" y="1025"/>
                      <a:pt x="1623" y="754"/>
                    </a:cubicBezTo>
                    <a:cubicBezTo>
                      <a:pt x="1533" y="663"/>
                      <a:pt x="1487" y="618"/>
                      <a:pt x="1442" y="573"/>
                    </a:cubicBezTo>
                    <a:cubicBezTo>
                      <a:pt x="1397" y="528"/>
                      <a:pt x="1351" y="482"/>
                      <a:pt x="1261" y="437"/>
                    </a:cubicBezTo>
                    <a:cubicBezTo>
                      <a:pt x="1300" y="437"/>
                      <a:pt x="1172" y="337"/>
                      <a:pt x="1163" y="337"/>
                    </a:cubicBezTo>
                    <a:lnTo>
                      <a:pt x="1163" y="337"/>
                    </a:lnTo>
                    <a:cubicBezTo>
                      <a:pt x="1162" y="337"/>
                      <a:pt x="1164" y="340"/>
                      <a:pt x="1170" y="346"/>
                    </a:cubicBezTo>
                    <a:cubicBezTo>
                      <a:pt x="1125" y="301"/>
                      <a:pt x="1080" y="301"/>
                      <a:pt x="1035" y="256"/>
                    </a:cubicBezTo>
                    <a:cubicBezTo>
                      <a:pt x="1035" y="256"/>
                      <a:pt x="989" y="211"/>
                      <a:pt x="989" y="211"/>
                    </a:cubicBezTo>
                    <a:cubicBezTo>
                      <a:pt x="899" y="120"/>
                      <a:pt x="808" y="75"/>
                      <a:pt x="627" y="30"/>
                    </a:cubicBezTo>
                    <a:cubicBezTo>
                      <a:pt x="574" y="10"/>
                      <a:pt x="522" y="0"/>
                      <a:pt x="4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9" name="Google Shape;2299;p2"/>
              <p:cNvSpPr/>
              <p:nvPr/>
            </p:nvSpPr>
            <p:spPr>
              <a:xfrm>
                <a:off x="4222500" y="2237375"/>
                <a:ext cx="61125" cy="89025"/>
              </a:xfrm>
              <a:custGeom>
                <a:rect b="b" l="l" r="r" t="t"/>
                <a:pathLst>
                  <a:path extrusionOk="0" h="3561" w="2445">
                    <a:moveTo>
                      <a:pt x="535" y="0"/>
                    </a:moveTo>
                    <a:cubicBezTo>
                      <a:pt x="378" y="0"/>
                      <a:pt x="227" y="81"/>
                      <a:pt x="136" y="201"/>
                    </a:cubicBezTo>
                    <a:cubicBezTo>
                      <a:pt x="0" y="382"/>
                      <a:pt x="0" y="654"/>
                      <a:pt x="182" y="835"/>
                    </a:cubicBezTo>
                    <a:cubicBezTo>
                      <a:pt x="363" y="1016"/>
                      <a:pt x="544" y="1197"/>
                      <a:pt x="725" y="1424"/>
                    </a:cubicBezTo>
                    <a:lnTo>
                      <a:pt x="770" y="1514"/>
                    </a:lnTo>
                    <a:cubicBezTo>
                      <a:pt x="815" y="1559"/>
                      <a:pt x="861" y="1605"/>
                      <a:pt x="906" y="1650"/>
                    </a:cubicBezTo>
                    <a:cubicBezTo>
                      <a:pt x="951" y="1786"/>
                      <a:pt x="1042" y="1876"/>
                      <a:pt x="1087" y="2012"/>
                    </a:cubicBezTo>
                    <a:cubicBezTo>
                      <a:pt x="1177" y="2148"/>
                      <a:pt x="1223" y="2238"/>
                      <a:pt x="1268" y="2374"/>
                    </a:cubicBezTo>
                    <a:lnTo>
                      <a:pt x="1313" y="2465"/>
                    </a:lnTo>
                    <a:cubicBezTo>
                      <a:pt x="1359" y="2555"/>
                      <a:pt x="1359" y="2646"/>
                      <a:pt x="1404" y="2736"/>
                    </a:cubicBezTo>
                    <a:cubicBezTo>
                      <a:pt x="1449" y="2782"/>
                      <a:pt x="1494" y="2827"/>
                      <a:pt x="1540" y="2872"/>
                    </a:cubicBezTo>
                    <a:lnTo>
                      <a:pt x="1585" y="2872"/>
                    </a:lnTo>
                    <a:cubicBezTo>
                      <a:pt x="1585" y="2963"/>
                      <a:pt x="1630" y="3008"/>
                      <a:pt x="1630" y="3053"/>
                    </a:cubicBezTo>
                    <a:cubicBezTo>
                      <a:pt x="1675" y="3189"/>
                      <a:pt x="1766" y="3280"/>
                      <a:pt x="1811" y="3415"/>
                    </a:cubicBezTo>
                    <a:cubicBezTo>
                      <a:pt x="1870" y="3513"/>
                      <a:pt x="1971" y="3560"/>
                      <a:pt x="2070" y="3560"/>
                    </a:cubicBezTo>
                    <a:cubicBezTo>
                      <a:pt x="2201" y="3560"/>
                      <a:pt x="2329" y="3479"/>
                      <a:pt x="2354" y="3325"/>
                    </a:cubicBezTo>
                    <a:cubicBezTo>
                      <a:pt x="2400" y="3189"/>
                      <a:pt x="2400" y="3008"/>
                      <a:pt x="2400" y="2872"/>
                    </a:cubicBezTo>
                    <a:cubicBezTo>
                      <a:pt x="2400" y="2782"/>
                      <a:pt x="2400" y="2736"/>
                      <a:pt x="2400" y="2646"/>
                    </a:cubicBezTo>
                    <a:lnTo>
                      <a:pt x="2400" y="2601"/>
                    </a:lnTo>
                    <a:cubicBezTo>
                      <a:pt x="2400" y="2555"/>
                      <a:pt x="2400" y="2510"/>
                      <a:pt x="2400" y="2465"/>
                    </a:cubicBezTo>
                    <a:cubicBezTo>
                      <a:pt x="2445" y="2238"/>
                      <a:pt x="2309" y="2057"/>
                      <a:pt x="2219" y="1876"/>
                    </a:cubicBezTo>
                    <a:cubicBezTo>
                      <a:pt x="2173" y="1740"/>
                      <a:pt x="2128" y="1605"/>
                      <a:pt x="2038" y="1469"/>
                    </a:cubicBezTo>
                    <a:cubicBezTo>
                      <a:pt x="1721" y="926"/>
                      <a:pt x="1268" y="473"/>
                      <a:pt x="770" y="66"/>
                    </a:cubicBezTo>
                    <a:cubicBezTo>
                      <a:pt x="695" y="20"/>
                      <a:pt x="614" y="0"/>
                      <a:pt x="5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0" name="Google Shape;2300;p2"/>
              <p:cNvSpPr/>
              <p:nvPr/>
            </p:nvSpPr>
            <p:spPr>
              <a:xfrm>
                <a:off x="2956100" y="1959175"/>
                <a:ext cx="55475" cy="154500"/>
              </a:xfrm>
              <a:custGeom>
                <a:rect b="b" l="l" r="r" t="t"/>
                <a:pathLst>
                  <a:path extrusionOk="0" h="6180" w="2219">
                    <a:moveTo>
                      <a:pt x="1582" y="0"/>
                    </a:moveTo>
                    <a:cubicBezTo>
                      <a:pt x="1438" y="0"/>
                      <a:pt x="1299" y="70"/>
                      <a:pt x="1223" y="238"/>
                    </a:cubicBezTo>
                    <a:cubicBezTo>
                      <a:pt x="453" y="1778"/>
                      <a:pt x="1" y="3498"/>
                      <a:pt x="227" y="5218"/>
                    </a:cubicBezTo>
                    <a:cubicBezTo>
                      <a:pt x="269" y="5718"/>
                      <a:pt x="617" y="6179"/>
                      <a:pt x="1131" y="6179"/>
                    </a:cubicBezTo>
                    <a:cubicBezTo>
                      <a:pt x="1175" y="6179"/>
                      <a:pt x="1221" y="6176"/>
                      <a:pt x="1268" y="6169"/>
                    </a:cubicBezTo>
                    <a:cubicBezTo>
                      <a:pt x="1811" y="6078"/>
                      <a:pt x="2219" y="5309"/>
                      <a:pt x="1676" y="4992"/>
                    </a:cubicBezTo>
                    <a:cubicBezTo>
                      <a:pt x="1676" y="4946"/>
                      <a:pt x="1676" y="4946"/>
                      <a:pt x="1676" y="4901"/>
                    </a:cubicBezTo>
                    <a:cubicBezTo>
                      <a:pt x="1630" y="4811"/>
                      <a:pt x="1630" y="4675"/>
                      <a:pt x="1630" y="4539"/>
                    </a:cubicBezTo>
                    <a:cubicBezTo>
                      <a:pt x="1585" y="4132"/>
                      <a:pt x="1585" y="3724"/>
                      <a:pt x="1585" y="3317"/>
                    </a:cubicBezTo>
                    <a:cubicBezTo>
                      <a:pt x="1630" y="2366"/>
                      <a:pt x="1766" y="1461"/>
                      <a:pt x="2083" y="601"/>
                    </a:cubicBezTo>
                    <a:cubicBezTo>
                      <a:pt x="2173" y="271"/>
                      <a:pt x="1866" y="0"/>
                      <a:pt x="158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1" name="Google Shape;2301;p2"/>
              <p:cNvSpPr/>
              <p:nvPr/>
            </p:nvSpPr>
            <p:spPr>
              <a:xfrm>
                <a:off x="3057252" y="2012450"/>
                <a:ext cx="34000" cy="67700"/>
              </a:xfrm>
              <a:custGeom>
                <a:rect b="b" l="l" r="r" t="t"/>
                <a:pathLst>
                  <a:path extrusionOk="0" h="2708" w="1360">
                    <a:moveTo>
                      <a:pt x="743" y="0"/>
                    </a:moveTo>
                    <a:cubicBezTo>
                      <a:pt x="469" y="0"/>
                      <a:pt x="216" y="139"/>
                      <a:pt x="137" y="416"/>
                    </a:cubicBezTo>
                    <a:cubicBezTo>
                      <a:pt x="137" y="552"/>
                      <a:pt x="92" y="733"/>
                      <a:pt x="46" y="869"/>
                    </a:cubicBezTo>
                    <a:cubicBezTo>
                      <a:pt x="46" y="1005"/>
                      <a:pt x="1" y="1140"/>
                      <a:pt x="1" y="1231"/>
                    </a:cubicBezTo>
                    <a:lnTo>
                      <a:pt x="1" y="1457"/>
                    </a:lnTo>
                    <a:cubicBezTo>
                      <a:pt x="1" y="1638"/>
                      <a:pt x="1" y="1865"/>
                      <a:pt x="46" y="2046"/>
                    </a:cubicBezTo>
                    <a:cubicBezTo>
                      <a:pt x="92" y="2227"/>
                      <a:pt x="182" y="2363"/>
                      <a:pt x="273" y="2544"/>
                    </a:cubicBezTo>
                    <a:cubicBezTo>
                      <a:pt x="329" y="2658"/>
                      <a:pt x="434" y="2708"/>
                      <a:pt x="543" y="2708"/>
                    </a:cubicBezTo>
                    <a:cubicBezTo>
                      <a:pt x="694" y="2708"/>
                      <a:pt x="854" y="2611"/>
                      <a:pt x="906" y="2453"/>
                    </a:cubicBezTo>
                    <a:cubicBezTo>
                      <a:pt x="952" y="2317"/>
                      <a:pt x="997" y="2182"/>
                      <a:pt x="1042" y="2001"/>
                    </a:cubicBezTo>
                    <a:cubicBezTo>
                      <a:pt x="1087" y="1865"/>
                      <a:pt x="1087" y="1684"/>
                      <a:pt x="1087" y="1503"/>
                    </a:cubicBezTo>
                    <a:cubicBezTo>
                      <a:pt x="1133" y="1412"/>
                      <a:pt x="1178" y="1276"/>
                      <a:pt x="1178" y="1140"/>
                    </a:cubicBezTo>
                    <a:cubicBezTo>
                      <a:pt x="1178" y="1005"/>
                      <a:pt x="1223" y="869"/>
                      <a:pt x="1269" y="688"/>
                    </a:cubicBezTo>
                    <a:cubicBezTo>
                      <a:pt x="1359" y="416"/>
                      <a:pt x="1178" y="54"/>
                      <a:pt x="861" y="9"/>
                    </a:cubicBezTo>
                    <a:cubicBezTo>
                      <a:pt x="821" y="3"/>
                      <a:pt x="782" y="0"/>
                      <a:pt x="7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2" name="Google Shape;2302;p2"/>
              <p:cNvSpPr/>
              <p:nvPr/>
            </p:nvSpPr>
            <p:spPr>
              <a:xfrm>
                <a:off x="4423250" y="2550250"/>
                <a:ext cx="69750" cy="166075"/>
              </a:xfrm>
              <a:custGeom>
                <a:rect b="b" l="l" r="r" t="t"/>
                <a:pathLst>
                  <a:path extrusionOk="0" h="6643" w="2790">
                    <a:moveTo>
                      <a:pt x="502" y="1"/>
                    </a:moveTo>
                    <a:cubicBezTo>
                      <a:pt x="251" y="1"/>
                      <a:pt x="0" y="201"/>
                      <a:pt x="119" y="497"/>
                    </a:cubicBezTo>
                    <a:cubicBezTo>
                      <a:pt x="300" y="995"/>
                      <a:pt x="390" y="1493"/>
                      <a:pt x="572" y="1946"/>
                    </a:cubicBezTo>
                    <a:cubicBezTo>
                      <a:pt x="707" y="2399"/>
                      <a:pt x="843" y="2897"/>
                      <a:pt x="979" y="3349"/>
                    </a:cubicBezTo>
                    <a:cubicBezTo>
                      <a:pt x="1069" y="3757"/>
                      <a:pt x="1205" y="4164"/>
                      <a:pt x="1205" y="4526"/>
                    </a:cubicBezTo>
                    <a:cubicBezTo>
                      <a:pt x="1205" y="4662"/>
                      <a:pt x="1205" y="4798"/>
                      <a:pt x="1205" y="4889"/>
                    </a:cubicBezTo>
                    <a:cubicBezTo>
                      <a:pt x="1205" y="5070"/>
                      <a:pt x="1205" y="4934"/>
                      <a:pt x="1205" y="5070"/>
                    </a:cubicBezTo>
                    <a:cubicBezTo>
                      <a:pt x="1115" y="5386"/>
                      <a:pt x="979" y="5522"/>
                      <a:pt x="1024" y="5884"/>
                    </a:cubicBezTo>
                    <a:cubicBezTo>
                      <a:pt x="1024" y="6263"/>
                      <a:pt x="1391" y="6642"/>
                      <a:pt x="1786" y="6642"/>
                    </a:cubicBezTo>
                    <a:cubicBezTo>
                      <a:pt x="1910" y="6642"/>
                      <a:pt x="2037" y="6605"/>
                      <a:pt x="2156" y="6518"/>
                    </a:cubicBezTo>
                    <a:cubicBezTo>
                      <a:pt x="2473" y="6292"/>
                      <a:pt x="2609" y="6020"/>
                      <a:pt x="2699" y="5658"/>
                    </a:cubicBezTo>
                    <a:cubicBezTo>
                      <a:pt x="2790" y="5386"/>
                      <a:pt x="2790" y="5115"/>
                      <a:pt x="2790" y="4798"/>
                    </a:cubicBezTo>
                    <a:cubicBezTo>
                      <a:pt x="2744" y="4255"/>
                      <a:pt x="2609" y="3712"/>
                      <a:pt x="2428" y="3214"/>
                    </a:cubicBezTo>
                    <a:cubicBezTo>
                      <a:pt x="2246" y="2670"/>
                      <a:pt x="2020" y="2127"/>
                      <a:pt x="1794" y="1629"/>
                    </a:cubicBezTo>
                    <a:cubicBezTo>
                      <a:pt x="1522" y="1086"/>
                      <a:pt x="1160" y="633"/>
                      <a:pt x="843" y="181"/>
                    </a:cubicBezTo>
                    <a:cubicBezTo>
                      <a:pt x="765" y="56"/>
                      <a:pt x="634" y="1"/>
                      <a:pt x="50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3" name="Google Shape;2303;p2"/>
              <p:cNvSpPr/>
              <p:nvPr/>
            </p:nvSpPr>
            <p:spPr>
              <a:xfrm>
                <a:off x="4584650" y="2642925"/>
                <a:ext cx="50950" cy="75950"/>
              </a:xfrm>
              <a:custGeom>
                <a:rect b="b" l="l" r="r" t="t"/>
                <a:pathLst>
                  <a:path extrusionOk="0" h="3038" w="2038">
                    <a:moveTo>
                      <a:pt x="651" y="1"/>
                    </a:moveTo>
                    <a:cubicBezTo>
                      <a:pt x="546" y="1"/>
                      <a:pt x="443" y="31"/>
                      <a:pt x="363" y="95"/>
                    </a:cubicBezTo>
                    <a:cubicBezTo>
                      <a:pt x="91" y="276"/>
                      <a:pt x="0" y="548"/>
                      <a:pt x="182" y="819"/>
                    </a:cubicBezTo>
                    <a:cubicBezTo>
                      <a:pt x="317" y="1227"/>
                      <a:pt x="498" y="1634"/>
                      <a:pt x="725" y="1951"/>
                    </a:cubicBezTo>
                    <a:cubicBezTo>
                      <a:pt x="815" y="2132"/>
                      <a:pt x="951" y="2313"/>
                      <a:pt x="1042" y="2494"/>
                    </a:cubicBezTo>
                    <a:cubicBezTo>
                      <a:pt x="1177" y="2675"/>
                      <a:pt x="1313" y="2902"/>
                      <a:pt x="1540" y="2992"/>
                    </a:cubicBezTo>
                    <a:cubicBezTo>
                      <a:pt x="1585" y="3022"/>
                      <a:pt x="1645" y="3038"/>
                      <a:pt x="1707" y="3038"/>
                    </a:cubicBezTo>
                    <a:cubicBezTo>
                      <a:pt x="1831" y="3038"/>
                      <a:pt x="1962" y="2977"/>
                      <a:pt x="1992" y="2856"/>
                    </a:cubicBezTo>
                    <a:cubicBezTo>
                      <a:pt x="2038" y="2404"/>
                      <a:pt x="1856" y="1951"/>
                      <a:pt x="1675" y="1544"/>
                    </a:cubicBezTo>
                    <a:cubicBezTo>
                      <a:pt x="1540" y="1091"/>
                      <a:pt x="1313" y="684"/>
                      <a:pt x="1132" y="276"/>
                    </a:cubicBezTo>
                    <a:cubicBezTo>
                      <a:pt x="1044" y="101"/>
                      <a:pt x="844" y="1"/>
                      <a:pt x="6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4" name="Google Shape;2304;p2"/>
              <p:cNvSpPr/>
              <p:nvPr/>
            </p:nvSpPr>
            <p:spPr>
              <a:xfrm>
                <a:off x="3519700" y="3448525"/>
                <a:ext cx="66800" cy="166475"/>
              </a:xfrm>
              <a:custGeom>
                <a:rect b="b" l="l" r="r" t="t"/>
                <a:pathLst>
                  <a:path extrusionOk="0" h="6659" w="2672">
                    <a:moveTo>
                      <a:pt x="2105" y="1"/>
                    </a:moveTo>
                    <a:cubicBezTo>
                      <a:pt x="2068" y="1"/>
                      <a:pt x="2030" y="4"/>
                      <a:pt x="1992" y="12"/>
                    </a:cubicBezTo>
                    <a:cubicBezTo>
                      <a:pt x="1676" y="103"/>
                      <a:pt x="1449" y="419"/>
                      <a:pt x="1223" y="691"/>
                    </a:cubicBezTo>
                    <a:cubicBezTo>
                      <a:pt x="1042" y="963"/>
                      <a:pt x="906" y="1280"/>
                      <a:pt x="725" y="1642"/>
                    </a:cubicBezTo>
                    <a:cubicBezTo>
                      <a:pt x="453" y="2275"/>
                      <a:pt x="272" y="2909"/>
                      <a:pt x="182" y="3588"/>
                    </a:cubicBezTo>
                    <a:cubicBezTo>
                      <a:pt x="91" y="4222"/>
                      <a:pt x="1" y="4901"/>
                      <a:pt x="182" y="5535"/>
                    </a:cubicBezTo>
                    <a:cubicBezTo>
                      <a:pt x="359" y="6138"/>
                      <a:pt x="815" y="6658"/>
                      <a:pt x="1396" y="6658"/>
                    </a:cubicBezTo>
                    <a:cubicBezTo>
                      <a:pt x="1556" y="6658"/>
                      <a:pt x="1726" y="6619"/>
                      <a:pt x="1902" y="6531"/>
                    </a:cubicBezTo>
                    <a:cubicBezTo>
                      <a:pt x="2309" y="6304"/>
                      <a:pt x="2309" y="5761"/>
                      <a:pt x="2038" y="5444"/>
                    </a:cubicBezTo>
                    <a:lnTo>
                      <a:pt x="2038" y="5444"/>
                    </a:lnTo>
                    <a:cubicBezTo>
                      <a:pt x="2069" y="5476"/>
                      <a:pt x="2100" y="5528"/>
                      <a:pt x="2102" y="5528"/>
                    </a:cubicBezTo>
                    <a:cubicBezTo>
                      <a:pt x="2102" y="5528"/>
                      <a:pt x="2097" y="5518"/>
                      <a:pt x="2083" y="5490"/>
                    </a:cubicBezTo>
                    <a:cubicBezTo>
                      <a:pt x="1992" y="5354"/>
                      <a:pt x="1902" y="5309"/>
                      <a:pt x="1811" y="5218"/>
                    </a:cubicBezTo>
                    <a:lnTo>
                      <a:pt x="1811" y="5173"/>
                    </a:lnTo>
                    <a:lnTo>
                      <a:pt x="1766" y="5173"/>
                    </a:lnTo>
                    <a:cubicBezTo>
                      <a:pt x="1766" y="5127"/>
                      <a:pt x="1766" y="5082"/>
                      <a:pt x="1766" y="5082"/>
                    </a:cubicBezTo>
                    <a:lnTo>
                      <a:pt x="1721" y="4946"/>
                    </a:lnTo>
                    <a:cubicBezTo>
                      <a:pt x="1676" y="4448"/>
                      <a:pt x="1721" y="3905"/>
                      <a:pt x="1811" y="3498"/>
                    </a:cubicBezTo>
                    <a:cubicBezTo>
                      <a:pt x="1902" y="2955"/>
                      <a:pt x="2038" y="2411"/>
                      <a:pt x="2173" y="1913"/>
                    </a:cubicBezTo>
                    <a:cubicBezTo>
                      <a:pt x="2309" y="1415"/>
                      <a:pt x="2671" y="782"/>
                      <a:pt x="2490" y="284"/>
                    </a:cubicBezTo>
                    <a:cubicBezTo>
                      <a:pt x="2453" y="95"/>
                      <a:pt x="2289" y="1"/>
                      <a:pt x="210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5" name="Google Shape;2305;p2"/>
              <p:cNvSpPr/>
              <p:nvPr/>
            </p:nvSpPr>
            <p:spPr>
              <a:xfrm>
                <a:off x="3564975" y="35789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6" name="Google Shape;2306;p2"/>
              <p:cNvSpPr/>
              <p:nvPr/>
            </p:nvSpPr>
            <p:spPr>
              <a:xfrm>
                <a:off x="3583075" y="3497475"/>
                <a:ext cx="45300" cy="83775"/>
              </a:xfrm>
              <a:custGeom>
                <a:rect b="b" l="l" r="r" t="t"/>
                <a:pathLst>
                  <a:path extrusionOk="0" h="3351" w="1812">
                    <a:moveTo>
                      <a:pt x="1359" y="1"/>
                    </a:moveTo>
                    <a:cubicBezTo>
                      <a:pt x="1132" y="1"/>
                      <a:pt x="906" y="136"/>
                      <a:pt x="861" y="363"/>
                    </a:cubicBezTo>
                    <a:cubicBezTo>
                      <a:pt x="815" y="589"/>
                      <a:pt x="725" y="815"/>
                      <a:pt x="680" y="1042"/>
                    </a:cubicBezTo>
                    <a:cubicBezTo>
                      <a:pt x="634" y="1132"/>
                      <a:pt x="634" y="1268"/>
                      <a:pt x="589" y="1359"/>
                    </a:cubicBezTo>
                    <a:cubicBezTo>
                      <a:pt x="544" y="1404"/>
                      <a:pt x="544" y="1449"/>
                      <a:pt x="499" y="1494"/>
                    </a:cubicBezTo>
                    <a:cubicBezTo>
                      <a:pt x="499" y="1528"/>
                      <a:pt x="450" y="1635"/>
                      <a:pt x="460" y="1635"/>
                    </a:cubicBezTo>
                    <a:cubicBezTo>
                      <a:pt x="463" y="1635"/>
                      <a:pt x="475" y="1621"/>
                      <a:pt x="499" y="1585"/>
                    </a:cubicBezTo>
                    <a:lnTo>
                      <a:pt x="499" y="1585"/>
                    </a:lnTo>
                    <a:cubicBezTo>
                      <a:pt x="453" y="1676"/>
                      <a:pt x="408" y="1766"/>
                      <a:pt x="363" y="1857"/>
                    </a:cubicBezTo>
                    <a:cubicBezTo>
                      <a:pt x="363" y="1857"/>
                      <a:pt x="363" y="1947"/>
                      <a:pt x="318" y="1947"/>
                    </a:cubicBezTo>
                    <a:cubicBezTo>
                      <a:pt x="272" y="2083"/>
                      <a:pt x="227" y="2174"/>
                      <a:pt x="182" y="2309"/>
                    </a:cubicBezTo>
                    <a:cubicBezTo>
                      <a:pt x="136" y="2400"/>
                      <a:pt x="91" y="2536"/>
                      <a:pt x="46" y="2626"/>
                    </a:cubicBezTo>
                    <a:cubicBezTo>
                      <a:pt x="46" y="2626"/>
                      <a:pt x="46" y="2671"/>
                      <a:pt x="1" y="2717"/>
                    </a:cubicBezTo>
                    <a:cubicBezTo>
                      <a:pt x="1" y="2762"/>
                      <a:pt x="1" y="2807"/>
                      <a:pt x="1" y="2898"/>
                    </a:cubicBezTo>
                    <a:cubicBezTo>
                      <a:pt x="1" y="2988"/>
                      <a:pt x="46" y="3079"/>
                      <a:pt x="91" y="3169"/>
                    </a:cubicBezTo>
                    <a:cubicBezTo>
                      <a:pt x="136" y="3305"/>
                      <a:pt x="272" y="3351"/>
                      <a:pt x="408" y="3351"/>
                    </a:cubicBezTo>
                    <a:cubicBezTo>
                      <a:pt x="680" y="3351"/>
                      <a:pt x="815" y="3260"/>
                      <a:pt x="951" y="3079"/>
                    </a:cubicBezTo>
                    <a:cubicBezTo>
                      <a:pt x="1042" y="2943"/>
                      <a:pt x="1087" y="2853"/>
                      <a:pt x="1178" y="2762"/>
                    </a:cubicBezTo>
                    <a:cubicBezTo>
                      <a:pt x="1313" y="2536"/>
                      <a:pt x="1404" y="2264"/>
                      <a:pt x="1494" y="1992"/>
                    </a:cubicBezTo>
                    <a:cubicBezTo>
                      <a:pt x="1630" y="1494"/>
                      <a:pt x="1721" y="997"/>
                      <a:pt x="1766" y="453"/>
                    </a:cubicBezTo>
                    <a:cubicBezTo>
                      <a:pt x="1811" y="227"/>
                      <a:pt x="1585" y="46"/>
                      <a:pt x="13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7" name="Google Shape;2307;p2"/>
              <p:cNvSpPr/>
              <p:nvPr/>
            </p:nvSpPr>
            <p:spPr>
              <a:xfrm>
                <a:off x="3416725" y="3516575"/>
                <a:ext cx="37350" cy="87350"/>
              </a:xfrm>
              <a:custGeom>
                <a:rect b="b" l="l" r="r" t="t"/>
                <a:pathLst>
                  <a:path extrusionOk="0" h="3494" w="1494">
                    <a:moveTo>
                      <a:pt x="511" y="0"/>
                    </a:moveTo>
                    <a:cubicBezTo>
                      <a:pt x="492" y="0"/>
                      <a:pt x="473" y="2"/>
                      <a:pt x="453" y="6"/>
                    </a:cubicBezTo>
                    <a:cubicBezTo>
                      <a:pt x="226" y="6"/>
                      <a:pt x="45" y="187"/>
                      <a:pt x="45" y="414"/>
                    </a:cubicBezTo>
                    <a:cubicBezTo>
                      <a:pt x="0" y="957"/>
                      <a:pt x="91" y="1500"/>
                      <a:pt x="226" y="1998"/>
                    </a:cubicBezTo>
                    <a:cubicBezTo>
                      <a:pt x="272" y="2270"/>
                      <a:pt x="362" y="2541"/>
                      <a:pt x="498" y="2768"/>
                    </a:cubicBezTo>
                    <a:cubicBezTo>
                      <a:pt x="543" y="2903"/>
                      <a:pt x="634" y="3039"/>
                      <a:pt x="679" y="3130"/>
                    </a:cubicBezTo>
                    <a:cubicBezTo>
                      <a:pt x="724" y="3175"/>
                      <a:pt x="770" y="3266"/>
                      <a:pt x="860" y="3311"/>
                    </a:cubicBezTo>
                    <a:cubicBezTo>
                      <a:pt x="905" y="3356"/>
                      <a:pt x="951" y="3401"/>
                      <a:pt x="996" y="3447"/>
                    </a:cubicBezTo>
                    <a:cubicBezTo>
                      <a:pt x="1050" y="3479"/>
                      <a:pt x="1107" y="3493"/>
                      <a:pt x="1162" y="3493"/>
                    </a:cubicBezTo>
                    <a:cubicBezTo>
                      <a:pt x="1337" y="3493"/>
                      <a:pt x="1494" y="3347"/>
                      <a:pt x="1494" y="3175"/>
                    </a:cubicBezTo>
                    <a:cubicBezTo>
                      <a:pt x="1494" y="2903"/>
                      <a:pt x="1358" y="2677"/>
                      <a:pt x="1313" y="2451"/>
                    </a:cubicBezTo>
                    <a:cubicBezTo>
                      <a:pt x="1222" y="2224"/>
                      <a:pt x="1177" y="1998"/>
                      <a:pt x="1087" y="1772"/>
                    </a:cubicBezTo>
                    <a:cubicBezTo>
                      <a:pt x="951" y="1274"/>
                      <a:pt x="905" y="912"/>
                      <a:pt x="860" y="414"/>
                    </a:cubicBezTo>
                    <a:cubicBezTo>
                      <a:pt x="860" y="207"/>
                      <a:pt x="709" y="0"/>
                      <a:pt x="5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8" name="Google Shape;2308;p2"/>
              <p:cNvSpPr/>
              <p:nvPr/>
            </p:nvSpPr>
            <p:spPr>
              <a:xfrm>
                <a:off x="3452925" y="3418550"/>
                <a:ext cx="47550" cy="88300"/>
              </a:xfrm>
              <a:custGeom>
                <a:rect b="b" l="l" r="r" t="t"/>
                <a:pathLst>
                  <a:path extrusionOk="0" h="3532" w="1902">
                    <a:moveTo>
                      <a:pt x="1364" y="0"/>
                    </a:moveTo>
                    <a:cubicBezTo>
                      <a:pt x="1257" y="0"/>
                      <a:pt x="1155" y="34"/>
                      <a:pt x="1087" y="125"/>
                    </a:cubicBezTo>
                    <a:cubicBezTo>
                      <a:pt x="680" y="577"/>
                      <a:pt x="408" y="1075"/>
                      <a:pt x="227" y="1618"/>
                    </a:cubicBezTo>
                    <a:cubicBezTo>
                      <a:pt x="137" y="1890"/>
                      <a:pt x="46" y="2207"/>
                      <a:pt x="46" y="2479"/>
                    </a:cubicBezTo>
                    <a:cubicBezTo>
                      <a:pt x="1" y="2795"/>
                      <a:pt x="46" y="3248"/>
                      <a:pt x="272" y="3429"/>
                    </a:cubicBezTo>
                    <a:cubicBezTo>
                      <a:pt x="340" y="3497"/>
                      <a:pt x="431" y="3531"/>
                      <a:pt x="527" y="3531"/>
                    </a:cubicBezTo>
                    <a:cubicBezTo>
                      <a:pt x="623" y="3531"/>
                      <a:pt x="725" y="3497"/>
                      <a:pt x="816" y="3429"/>
                    </a:cubicBezTo>
                    <a:cubicBezTo>
                      <a:pt x="951" y="3293"/>
                      <a:pt x="997" y="3112"/>
                      <a:pt x="997" y="2931"/>
                    </a:cubicBezTo>
                    <a:cubicBezTo>
                      <a:pt x="997" y="2949"/>
                      <a:pt x="997" y="2957"/>
                      <a:pt x="997" y="2957"/>
                    </a:cubicBezTo>
                    <a:cubicBezTo>
                      <a:pt x="998" y="2957"/>
                      <a:pt x="1006" y="2841"/>
                      <a:pt x="1042" y="2841"/>
                    </a:cubicBezTo>
                    <a:cubicBezTo>
                      <a:pt x="1042" y="2750"/>
                      <a:pt x="1042" y="2705"/>
                      <a:pt x="1042" y="2660"/>
                    </a:cubicBezTo>
                    <a:cubicBezTo>
                      <a:pt x="1087" y="2569"/>
                      <a:pt x="1087" y="2479"/>
                      <a:pt x="1087" y="2388"/>
                    </a:cubicBezTo>
                    <a:cubicBezTo>
                      <a:pt x="1087" y="2406"/>
                      <a:pt x="1087" y="2413"/>
                      <a:pt x="1088" y="2413"/>
                    </a:cubicBezTo>
                    <a:cubicBezTo>
                      <a:pt x="1089" y="2413"/>
                      <a:pt x="1096" y="2297"/>
                      <a:pt x="1132" y="2297"/>
                    </a:cubicBezTo>
                    <a:cubicBezTo>
                      <a:pt x="1132" y="2162"/>
                      <a:pt x="1178" y="2026"/>
                      <a:pt x="1178" y="1935"/>
                    </a:cubicBezTo>
                    <a:cubicBezTo>
                      <a:pt x="1223" y="1800"/>
                      <a:pt x="1268" y="1664"/>
                      <a:pt x="1314" y="1573"/>
                    </a:cubicBezTo>
                    <a:cubicBezTo>
                      <a:pt x="1314" y="1528"/>
                      <a:pt x="1314" y="1437"/>
                      <a:pt x="1359" y="1392"/>
                    </a:cubicBezTo>
                    <a:cubicBezTo>
                      <a:pt x="1359" y="1392"/>
                      <a:pt x="1359" y="1392"/>
                      <a:pt x="1359" y="1347"/>
                    </a:cubicBezTo>
                    <a:cubicBezTo>
                      <a:pt x="1359" y="1347"/>
                      <a:pt x="1404" y="1302"/>
                      <a:pt x="1404" y="1302"/>
                    </a:cubicBezTo>
                    <a:cubicBezTo>
                      <a:pt x="1495" y="1075"/>
                      <a:pt x="1630" y="849"/>
                      <a:pt x="1766" y="668"/>
                    </a:cubicBezTo>
                    <a:cubicBezTo>
                      <a:pt x="1902" y="487"/>
                      <a:pt x="1811" y="215"/>
                      <a:pt x="1676" y="79"/>
                    </a:cubicBezTo>
                    <a:cubicBezTo>
                      <a:pt x="1585" y="34"/>
                      <a:pt x="1472" y="0"/>
                      <a:pt x="13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9" name="Google Shape;2309;p2"/>
              <p:cNvSpPr/>
              <p:nvPr/>
            </p:nvSpPr>
            <p:spPr>
              <a:xfrm>
                <a:off x="3316000" y="3466350"/>
                <a:ext cx="65025" cy="123425"/>
              </a:xfrm>
              <a:custGeom>
                <a:rect b="b" l="l" r="r" t="t"/>
                <a:pathLst>
                  <a:path extrusionOk="0" h="4937" w="2601">
                    <a:moveTo>
                      <a:pt x="447" y="1"/>
                    </a:moveTo>
                    <a:cubicBezTo>
                      <a:pt x="283" y="1"/>
                      <a:pt x="113" y="114"/>
                      <a:pt x="91" y="340"/>
                    </a:cubicBezTo>
                    <a:cubicBezTo>
                      <a:pt x="0" y="1246"/>
                      <a:pt x="136" y="2106"/>
                      <a:pt x="498" y="2966"/>
                    </a:cubicBezTo>
                    <a:cubicBezTo>
                      <a:pt x="815" y="3690"/>
                      <a:pt x="1404" y="4596"/>
                      <a:pt x="2173" y="4912"/>
                    </a:cubicBezTo>
                    <a:cubicBezTo>
                      <a:pt x="2215" y="4929"/>
                      <a:pt x="2256" y="4936"/>
                      <a:pt x="2295" y="4936"/>
                    </a:cubicBezTo>
                    <a:cubicBezTo>
                      <a:pt x="2470" y="4936"/>
                      <a:pt x="2601" y="4789"/>
                      <a:pt x="2490" y="4641"/>
                    </a:cubicBezTo>
                    <a:cubicBezTo>
                      <a:pt x="2264" y="4279"/>
                      <a:pt x="2037" y="4007"/>
                      <a:pt x="1811" y="3690"/>
                    </a:cubicBezTo>
                    <a:cubicBezTo>
                      <a:pt x="1585" y="3328"/>
                      <a:pt x="1404" y="2966"/>
                      <a:pt x="1222" y="2604"/>
                    </a:cubicBezTo>
                    <a:cubicBezTo>
                      <a:pt x="906" y="1879"/>
                      <a:pt x="770" y="1110"/>
                      <a:pt x="770" y="340"/>
                    </a:cubicBezTo>
                    <a:cubicBezTo>
                      <a:pt x="770" y="114"/>
                      <a:pt x="611" y="1"/>
                      <a:pt x="4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0" name="Google Shape;2310;p2"/>
              <p:cNvSpPr/>
              <p:nvPr/>
            </p:nvSpPr>
            <p:spPr>
              <a:xfrm>
                <a:off x="3521975" y="3661575"/>
                <a:ext cx="37275" cy="37525"/>
              </a:xfrm>
              <a:custGeom>
                <a:rect b="b" l="l" r="r" t="t"/>
                <a:pathLst>
                  <a:path extrusionOk="0" h="1501" w="1491">
                    <a:moveTo>
                      <a:pt x="543" y="1"/>
                    </a:moveTo>
                    <a:cubicBezTo>
                      <a:pt x="498" y="46"/>
                      <a:pt x="453" y="46"/>
                      <a:pt x="408" y="46"/>
                    </a:cubicBezTo>
                    <a:cubicBezTo>
                      <a:pt x="317" y="91"/>
                      <a:pt x="226" y="136"/>
                      <a:pt x="181" y="182"/>
                    </a:cubicBezTo>
                    <a:cubicBezTo>
                      <a:pt x="91" y="227"/>
                      <a:pt x="45" y="317"/>
                      <a:pt x="45" y="363"/>
                    </a:cubicBezTo>
                    <a:cubicBezTo>
                      <a:pt x="0" y="453"/>
                      <a:pt x="0" y="499"/>
                      <a:pt x="0" y="589"/>
                    </a:cubicBezTo>
                    <a:cubicBezTo>
                      <a:pt x="0" y="815"/>
                      <a:pt x="91" y="997"/>
                      <a:pt x="272" y="1087"/>
                    </a:cubicBezTo>
                    <a:lnTo>
                      <a:pt x="589" y="1268"/>
                    </a:lnTo>
                    <a:cubicBezTo>
                      <a:pt x="679" y="1313"/>
                      <a:pt x="724" y="1359"/>
                      <a:pt x="770" y="1359"/>
                    </a:cubicBezTo>
                    <a:cubicBezTo>
                      <a:pt x="860" y="1404"/>
                      <a:pt x="951" y="1449"/>
                      <a:pt x="1041" y="1494"/>
                    </a:cubicBezTo>
                    <a:cubicBezTo>
                      <a:pt x="1061" y="1498"/>
                      <a:pt x="1080" y="1500"/>
                      <a:pt x="1100" y="1500"/>
                    </a:cubicBezTo>
                    <a:cubicBezTo>
                      <a:pt x="1305" y="1500"/>
                      <a:pt x="1490" y="1290"/>
                      <a:pt x="1449" y="1042"/>
                    </a:cubicBezTo>
                    <a:cubicBezTo>
                      <a:pt x="1403" y="997"/>
                      <a:pt x="1403" y="906"/>
                      <a:pt x="1358" y="815"/>
                    </a:cubicBezTo>
                    <a:cubicBezTo>
                      <a:pt x="1313" y="770"/>
                      <a:pt x="1268" y="680"/>
                      <a:pt x="1268" y="634"/>
                    </a:cubicBezTo>
                    <a:lnTo>
                      <a:pt x="1041" y="317"/>
                    </a:lnTo>
                    <a:cubicBezTo>
                      <a:pt x="951" y="136"/>
                      <a:pt x="770" y="1"/>
                      <a:pt x="5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1" name="Google Shape;2311;p2"/>
              <p:cNvSpPr/>
              <p:nvPr/>
            </p:nvSpPr>
            <p:spPr>
              <a:xfrm>
                <a:off x="3095300" y="3402925"/>
                <a:ext cx="110950" cy="74425"/>
              </a:xfrm>
              <a:custGeom>
                <a:rect b="b" l="l" r="r" t="t"/>
                <a:pathLst>
                  <a:path extrusionOk="0" h="2977" w="4438">
                    <a:moveTo>
                      <a:pt x="775" y="0"/>
                    </a:moveTo>
                    <a:cubicBezTo>
                      <a:pt x="524" y="0"/>
                      <a:pt x="272" y="101"/>
                      <a:pt x="182" y="342"/>
                    </a:cubicBezTo>
                    <a:cubicBezTo>
                      <a:pt x="46" y="569"/>
                      <a:pt x="1" y="795"/>
                      <a:pt x="91" y="1066"/>
                    </a:cubicBezTo>
                    <a:cubicBezTo>
                      <a:pt x="137" y="1202"/>
                      <a:pt x="227" y="1338"/>
                      <a:pt x="272" y="1429"/>
                    </a:cubicBezTo>
                    <a:cubicBezTo>
                      <a:pt x="408" y="1655"/>
                      <a:pt x="544" y="1836"/>
                      <a:pt x="680" y="1972"/>
                    </a:cubicBezTo>
                    <a:cubicBezTo>
                      <a:pt x="951" y="2289"/>
                      <a:pt x="1314" y="2560"/>
                      <a:pt x="1676" y="2696"/>
                    </a:cubicBezTo>
                    <a:cubicBezTo>
                      <a:pt x="2030" y="2853"/>
                      <a:pt x="2418" y="2977"/>
                      <a:pt x="2810" y="2977"/>
                    </a:cubicBezTo>
                    <a:cubicBezTo>
                      <a:pt x="2869" y="2977"/>
                      <a:pt x="2929" y="2974"/>
                      <a:pt x="2989" y="2968"/>
                    </a:cubicBezTo>
                    <a:cubicBezTo>
                      <a:pt x="3396" y="2968"/>
                      <a:pt x="3803" y="2832"/>
                      <a:pt x="4211" y="2696"/>
                    </a:cubicBezTo>
                    <a:cubicBezTo>
                      <a:pt x="4392" y="2606"/>
                      <a:pt x="4437" y="2334"/>
                      <a:pt x="4392" y="2153"/>
                    </a:cubicBezTo>
                    <a:cubicBezTo>
                      <a:pt x="4317" y="2003"/>
                      <a:pt x="4149" y="1915"/>
                      <a:pt x="3990" y="1915"/>
                    </a:cubicBezTo>
                    <a:cubicBezTo>
                      <a:pt x="3957" y="1915"/>
                      <a:pt x="3925" y="1919"/>
                      <a:pt x="3894" y="1927"/>
                    </a:cubicBezTo>
                    <a:lnTo>
                      <a:pt x="3803" y="1927"/>
                    </a:lnTo>
                    <a:cubicBezTo>
                      <a:pt x="3758" y="1927"/>
                      <a:pt x="3758" y="1927"/>
                      <a:pt x="3713" y="1972"/>
                    </a:cubicBezTo>
                    <a:cubicBezTo>
                      <a:pt x="3622" y="1972"/>
                      <a:pt x="3577" y="1972"/>
                      <a:pt x="3486" y="1927"/>
                    </a:cubicBezTo>
                    <a:lnTo>
                      <a:pt x="3305" y="1927"/>
                    </a:lnTo>
                    <a:lnTo>
                      <a:pt x="3124" y="1881"/>
                    </a:lnTo>
                    <a:cubicBezTo>
                      <a:pt x="3124" y="1881"/>
                      <a:pt x="3079" y="1881"/>
                      <a:pt x="3034" y="1836"/>
                    </a:cubicBezTo>
                    <a:cubicBezTo>
                      <a:pt x="2989" y="1836"/>
                      <a:pt x="2943" y="1791"/>
                      <a:pt x="2898" y="1791"/>
                    </a:cubicBezTo>
                    <a:cubicBezTo>
                      <a:pt x="2853" y="1791"/>
                      <a:pt x="2807" y="1745"/>
                      <a:pt x="2762" y="1745"/>
                    </a:cubicBezTo>
                    <a:cubicBezTo>
                      <a:pt x="2626" y="1700"/>
                      <a:pt x="2491" y="1610"/>
                      <a:pt x="2355" y="1519"/>
                    </a:cubicBezTo>
                    <a:cubicBezTo>
                      <a:pt x="2314" y="1479"/>
                      <a:pt x="2273" y="1438"/>
                      <a:pt x="2200" y="1430"/>
                    </a:cubicBezTo>
                    <a:lnTo>
                      <a:pt x="2200" y="1430"/>
                    </a:lnTo>
                    <a:cubicBezTo>
                      <a:pt x="2194" y="1422"/>
                      <a:pt x="2186" y="1407"/>
                      <a:pt x="2174" y="1383"/>
                    </a:cubicBezTo>
                    <a:cubicBezTo>
                      <a:pt x="2128" y="1383"/>
                      <a:pt x="2128" y="1338"/>
                      <a:pt x="2083" y="1293"/>
                    </a:cubicBezTo>
                    <a:cubicBezTo>
                      <a:pt x="1993" y="1202"/>
                      <a:pt x="1857" y="1112"/>
                      <a:pt x="1766" y="976"/>
                    </a:cubicBezTo>
                    <a:cubicBezTo>
                      <a:pt x="1766" y="931"/>
                      <a:pt x="1721" y="931"/>
                      <a:pt x="1721" y="885"/>
                    </a:cubicBezTo>
                    <a:cubicBezTo>
                      <a:pt x="1676" y="840"/>
                      <a:pt x="1630" y="750"/>
                      <a:pt x="1585" y="704"/>
                    </a:cubicBezTo>
                    <a:cubicBezTo>
                      <a:pt x="1495" y="433"/>
                      <a:pt x="1359" y="206"/>
                      <a:pt x="1133" y="71"/>
                    </a:cubicBezTo>
                    <a:cubicBezTo>
                      <a:pt x="1027" y="25"/>
                      <a:pt x="901" y="0"/>
                      <a:pt x="7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2" name="Google Shape;2312;p2"/>
              <p:cNvSpPr/>
              <p:nvPr/>
            </p:nvSpPr>
            <p:spPr>
              <a:xfrm>
                <a:off x="3149625" y="34375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3" name="Google Shape;2313;p2"/>
              <p:cNvSpPr/>
              <p:nvPr/>
            </p:nvSpPr>
            <p:spPr>
              <a:xfrm>
                <a:off x="3070400" y="3576700"/>
                <a:ext cx="63400" cy="104375"/>
              </a:xfrm>
              <a:custGeom>
                <a:rect b="b" l="l" r="r" t="t"/>
                <a:pathLst>
                  <a:path extrusionOk="0" h="4175" w="2536">
                    <a:moveTo>
                      <a:pt x="544" y="0"/>
                    </a:moveTo>
                    <a:cubicBezTo>
                      <a:pt x="408" y="0"/>
                      <a:pt x="272" y="46"/>
                      <a:pt x="182" y="136"/>
                    </a:cubicBezTo>
                    <a:cubicBezTo>
                      <a:pt x="1" y="363"/>
                      <a:pt x="1" y="634"/>
                      <a:pt x="182" y="861"/>
                    </a:cubicBezTo>
                    <a:cubicBezTo>
                      <a:pt x="363" y="1087"/>
                      <a:pt x="544" y="1268"/>
                      <a:pt x="680" y="1540"/>
                    </a:cubicBezTo>
                    <a:cubicBezTo>
                      <a:pt x="861" y="1811"/>
                      <a:pt x="997" y="2083"/>
                      <a:pt x="1133" y="2354"/>
                    </a:cubicBezTo>
                    <a:cubicBezTo>
                      <a:pt x="1314" y="2626"/>
                      <a:pt x="1449" y="2852"/>
                      <a:pt x="1585" y="3169"/>
                    </a:cubicBezTo>
                    <a:cubicBezTo>
                      <a:pt x="1676" y="3441"/>
                      <a:pt x="1812" y="3712"/>
                      <a:pt x="1947" y="4029"/>
                    </a:cubicBezTo>
                    <a:cubicBezTo>
                      <a:pt x="1998" y="4130"/>
                      <a:pt x="2092" y="4175"/>
                      <a:pt x="2191" y="4175"/>
                    </a:cubicBezTo>
                    <a:cubicBezTo>
                      <a:pt x="2357" y="4175"/>
                      <a:pt x="2536" y="4047"/>
                      <a:pt x="2536" y="3848"/>
                    </a:cubicBezTo>
                    <a:cubicBezTo>
                      <a:pt x="2536" y="3486"/>
                      <a:pt x="2491" y="3169"/>
                      <a:pt x="2400" y="2852"/>
                    </a:cubicBezTo>
                    <a:cubicBezTo>
                      <a:pt x="2264" y="2490"/>
                      <a:pt x="2219" y="2128"/>
                      <a:pt x="2038" y="1811"/>
                    </a:cubicBezTo>
                    <a:cubicBezTo>
                      <a:pt x="1766" y="1223"/>
                      <a:pt x="1359" y="634"/>
                      <a:pt x="906" y="136"/>
                    </a:cubicBezTo>
                    <a:cubicBezTo>
                      <a:pt x="816" y="46"/>
                      <a:pt x="680" y="0"/>
                      <a:pt x="5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4" name="Google Shape;2314;p2"/>
              <p:cNvSpPr/>
              <p:nvPr/>
            </p:nvSpPr>
            <p:spPr>
              <a:xfrm>
                <a:off x="3131525" y="3751525"/>
                <a:ext cx="62275" cy="116475"/>
              </a:xfrm>
              <a:custGeom>
                <a:rect b="b" l="l" r="r" t="t"/>
                <a:pathLst>
                  <a:path extrusionOk="0" h="4659" w="2491">
                    <a:moveTo>
                      <a:pt x="578" y="1"/>
                    </a:moveTo>
                    <a:cubicBezTo>
                      <a:pt x="348" y="1"/>
                      <a:pt x="120" y="163"/>
                      <a:pt x="46" y="386"/>
                    </a:cubicBezTo>
                    <a:cubicBezTo>
                      <a:pt x="0" y="658"/>
                      <a:pt x="136" y="929"/>
                      <a:pt x="453" y="1020"/>
                    </a:cubicBezTo>
                    <a:lnTo>
                      <a:pt x="544" y="1065"/>
                    </a:lnTo>
                    <a:cubicBezTo>
                      <a:pt x="634" y="1111"/>
                      <a:pt x="679" y="1156"/>
                      <a:pt x="770" y="1201"/>
                    </a:cubicBezTo>
                    <a:cubicBezTo>
                      <a:pt x="815" y="1246"/>
                      <a:pt x="815" y="1246"/>
                      <a:pt x="860" y="1292"/>
                    </a:cubicBezTo>
                    <a:cubicBezTo>
                      <a:pt x="860" y="1292"/>
                      <a:pt x="906" y="1337"/>
                      <a:pt x="906" y="1382"/>
                    </a:cubicBezTo>
                    <a:cubicBezTo>
                      <a:pt x="906" y="1382"/>
                      <a:pt x="951" y="1382"/>
                      <a:pt x="951" y="1427"/>
                    </a:cubicBezTo>
                    <a:cubicBezTo>
                      <a:pt x="951" y="1427"/>
                      <a:pt x="996" y="1473"/>
                      <a:pt x="996" y="1473"/>
                    </a:cubicBezTo>
                    <a:cubicBezTo>
                      <a:pt x="1042" y="1518"/>
                      <a:pt x="1042" y="1563"/>
                      <a:pt x="1087" y="1609"/>
                    </a:cubicBezTo>
                    <a:cubicBezTo>
                      <a:pt x="1087" y="1609"/>
                      <a:pt x="1115" y="1665"/>
                      <a:pt x="1132" y="1699"/>
                    </a:cubicBezTo>
                    <a:lnTo>
                      <a:pt x="1132" y="1699"/>
                    </a:lnTo>
                    <a:cubicBezTo>
                      <a:pt x="1177" y="1835"/>
                      <a:pt x="1223" y="2016"/>
                      <a:pt x="1268" y="2152"/>
                    </a:cubicBezTo>
                    <a:cubicBezTo>
                      <a:pt x="1268" y="2197"/>
                      <a:pt x="1268" y="2242"/>
                      <a:pt x="1268" y="2288"/>
                    </a:cubicBezTo>
                    <a:cubicBezTo>
                      <a:pt x="1268" y="2423"/>
                      <a:pt x="1268" y="2514"/>
                      <a:pt x="1268" y="2604"/>
                    </a:cubicBezTo>
                    <a:cubicBezTo>
                      <a:pt x="1268" y="2786"/>
                      <a:pt x="1268" y="3012"/>
                      <a:pt x="1223" y="3193"/>
                    </a:cubicBezTo>
                    <a:cubicBezTo>
                      <a:pt x="1177" y="3600"/>
                      <a:pt x="1087" y="3963"/>
                      <a:pt x="1042" y="4370"/>
                    </a:cubicBezTo>
                    <a:cubicBezTo>
                      <a:pt x="1042" y="4506"/>
                      <a:pt x="1132" y="4642"/>
                      <a:pt x="1268" y="4642"/>
                    </a:cubicBezTo>
                    <a:cubicBezTo>
                      <a:pt x="1302" y="4653"/>
                      <a:pt x="1336" y="4659"/>
                      <a:pt x="1369" y="4659"/>
                    </a:cubicBezTo>
                    <a:cubicBezTo>
                      <a:pt x="1469" y="4659"/>
                      <a:pt x="1562" y="4608"/>
                      <a:pt x="1630" y="4506"/>
                    </a:cubicBezTo>
                    <a:cubicBezTo>
                      <a:pt x="2173" y="3736"/>
                      <a:pt x="2490" y="2695"/>
                      <a:pt x="2264" y="1744"/>
                    </a:cubicBezTo>
                    <a:lnTo>
                      <a:pt x="2309" y="1744"/>
                    </a:lnTo>
                    <a:cubicBezTo>
                      <a:pt x="2083" y="975"/>
                      <a:pt x="1540" y="250"/>
                      <a:pt x="725" y="24"/>
                    </a:cubicBezTo>
                    <a:cubicBezTo>
                      <a:pt x="677" y="8"/>
                      <a:pt x="627" y="1"/>
                      <a:pt x="57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5" name="Google Shape;2315;p2"/>
              <p:cNvSpPr/>
              <p:nvPr/>
            </p:nvSpPr>
            <p:spPr>
              <a:xfrm>
                <a:off x="3119075" y="3942250"/>
                <a:ext cx="14725" cy="14725"/>
              </a:xfrm>
              <a:custGeom>
                <a:rect b="b" l="l" r="r" t="t"/>
                <a:pathLst>
                  <a:path extrusionOk="0" h="589" w="589">
                    <a:moveTo>
                      <a:pt x="182" y="0"/>
                    </a:moveTo>
                    <a:cubicBezTo>
                      <a:pt x="136" y="0"/>
                      <a:pt x="91" y="46"/>
                      <a:pt x="91" y="46"/>
                    </a:cubicBezTo>
                    <a:cubicBezTo>
                      <a:pt x="46" y="91"/>
                      <a:pt x="46" y="91"/>
                      <a:pt x="0" y="136"/>
                    </a:cubicBezTo>
                    <a:cubicBezTo>
                      <a:pt x="0" y="181"/>
                      <a:pt x="0" y="181"/>
                      <a:pt x="0" y="227"/>
                    </a:cubicBezTo>
                    <a:cubicBezTo>
                      <a:pt x="0" y="272"/>
                      <a:pt x="0" y="317"/>
                      <a:pt x="46" y="362"/>
                    </a:cubicBezTo>
                    <a:cubicBezTo>
                      <a:pt x="46" y="408"/>
                      <a:pt x="91" y="408"/>
                      <a:pt x="136" y="453"/>
                    </a:cubicBezTo>
                    <a:cubicBezTo>
                      <a:pt x="182" y="498"/>
                      <a:pt x="227" y="498"/>
                      <a:pt x="272" y="544"/>
                    </a:cubicBezTo>
                    <a:cubicBezTo>
                      <a:pt x="317" y="544"/>
                      <a:pt x="317" y="589"/>
                      <a:pt x="317" y="589"/>
                    </a:cubicBezTo>
                    <a:lnTo>
                      <a:pt x="408" y="589"/>
                    </a:lnTo>
                    <a:cubicBezTo>
                      <a:pt x="453" y="589"/>
                      <a:pt x="453" y="589"/>
                      <a:pt x="453" y="544"/>
                    </a:cubicBezTo>
                    <a:cubicBezTo>
                      <a:pt x="498" y="544"/>
                      <a:pt x="498" y="544"/>
                      <a:pt x="544" y="498"/>
                    </a:cubicBezTo>
                    <a:cubicBezTo>
                      <a:pt x="544" y="498"/>
                      <a:pt x="544" y="498"/>
                      <a:pt x="589" y="453"/>
                    </a:cubicBezTo>
                    <a:cubicBezTo>
                      <a:pt x="589" y="453"/>
                      <a:pt x="589" y="453"/>
                      <a:pt x="589" y="408"/>
                    </a:cubicBezTo>
                    <a:cubicBezTo>
                      <a:pt x="589" y="408"/>
                      <a:pt x="589" y="362"/>
                      <a:pt x="589" y="317"/>
                    </a:cubicBezTo>
                    <a:cubicBezTo>
                      <a:pt x="589" y="317"/>
                      <a:pt x="589" y="272"/>
                      <a:pt x="589" y="272"/>
                    </a:cubicBezTo>
                    <a:cubicBezTo>
                      <a:pt x="544" y="227"/>
                      <a:pt x="498" y="136"/>
                      <a:pt x="453" y="91"/>
                    </a:cubicBezTo>
                    <a:cubicBezTo>
                      <a:pt x="453" y="46"/>
                      <a:pt x="408" y="46"/>
                      <a:pt x="3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19" name="Shape 2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0" name="Google Shape;2320;p3"/>
          <p:cNvSpPr txBox="1"/>
          <p:nvPr>
            <p:ph type="title"/>
          </p:nvPr>
        </p:nvSpPr>
        <p:spPr>
          <a:xfrm>
            <a:off x="2628899" y="304801"/>
            <a:ext cx="3999918" cy="760185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r>
              <a:rPr lang="hu-HU" sz="4600"/>
              <a:t>A weboldal</a:t>
            </a:r>
            <a:endParaRPr i="1" sz="4600"/>
          </a:p>
        </p:txBody>
      </p:sp>
      <p:pic>
        <p:nvPicPr>
          <p:cNvPr id="2321" name="Google Shape;2321;p3" title="boldogmancs.png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2104488" y="1168375"/>
            <a:ext cx="4935019" cy="367032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322" name="Google Shape;2322;p3"/>
          <p:cNvGrpSpPr/>
          <p:nvPr/>
        </p:nvGrpSpPr>
        <p:grpSpPr>
          <a:xfrm rot="-207843">
            <a:off x="338529" y="3677771"/>
            <a:ext cx="1322181" cy="1179661"/>
            <a:chOff x="618234" y="2296066"/>
            <a:chExt cx="2372938" cy="2140415"/>
          </a:xfrm>
        </p:grpSpPr>
        <p:sp>
          <p:nvSpPr>
            <p:cNvPr id="2323" name="Google Shape;2323;p3"/>
            <p:cNvSpPr/>
            <p:nvPr/>
          </p:nvSpPr>
          <p:spPr>
            <a:xfrm>
              <a:off x="1940059" y="4069881"/>
              <a:ext cx="366600" cy="3666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"/>
            <p:cNvSpPr/>
            <p:nvPr/>
          </p:nvSpPr>
          <p:spPr>
            <a:xfrm>
              <a:off x="2255851" y="4231937"/>
              <a:ext cx="0" cy="24"/>
            </a:xfrm>
            <a:custGeom>
              <a:rect b="b" l="l" r="r" t="t"/>
              <a:pathLst>
                <a:path extrusionOk="0" h="1" w="120000">
                  <a:moveTo>
                    <a:pt x="0" y="0"/>
                  </a:moveTo>
                  <a:close/>
                </a:path>
              </a:pathLst>
            </a:custGeom>
            <a:solidFill>
              <a:srgbClr val="6D8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"/>
            <p:cNvSpPr/>
            <p:nvPr/>
          </p:nvSpPr>
          <p:spPr>
            <a:xfrm>
              <a:off x="618234" y="2296066"/>
              <a:ext cx="2351401" cy="2079495"/>
            </a:xfrm>
            <a:custGeom>
              <a:rect b="b" l="l" r="r" t="t"/>
              <a:pathLst>
                <a:path extrusionOk="0" h="33987" w="38431">
                  <a:moveTo>
                    <a:pt x="8001" y="0"/>
                  </a:moveTo>
                  <a:cubicBezTo>
                    <a:pt x="5965" y="0"/>
                    <a:pt x="4112" y="1694"/>
                    <a:pt x="4223" y="2326"/>
                  </a:cubicBezTo>
                  <a:cubicBezTo>
                    <a:pt x="4295" y="2744"/>
                    <a:pt x="5078" y="2811"/>
                    <a:pt x="5969" y="2811"/>
                  </a:cubicBezTo>
                  <a:cubicBezTo>
                    <a:pt x="6390" y="2811"/>
                    <a:pt x="6835" y="2796"/>
                    <a:pt x="7241" y="2796"/>
                  </a:cubicBezTo>
                  <a:cubicBezTo>
                    <a:pt x="8074" y="2796"/>
                    <a:pt x="8740" y="2860"/>
                    <a:pt x="8686" y="3246"/>
                  </a:cubicBezTo>
                  <a:cubicBezTo>
                    <a:pt x="8365" y="5534"/>
                    <a:pt x="0" y="10571"/>
                    <a:pt x="1246" y="15284"/>
                  </a:cubicBezTo>
                  <a:cubicBezTo>
                    <a:pt x="1345" y="15666"/>
                    <a:pt x="1490" y="16039"/>
                    <a:pt x="1675" y="16391"/>
                  </a:cubicBezTo>
                  <a:cubicBezTo>
                    <a:pt x="1792" y="16687"/>
                    <a:pt x="1962" y="17057"/>
                    <a:pt x="2175" y="17190"/>
                  </a:cubicBezTo>
                  <a:lnTo>
                    <a:pt x="2193" y="17177"/>
                  </a:lnTo>
                  <a:cubicBezTo>
                    <a:pt x="2366" y="17390"/>
                    <a:pt x="2554" y="17587"/>
                    <a:pt x="2758" y="17773"/>
                  </a:cubicBezTo>
                  <a:cubicBezTo>
                    <a:pt x="2761" y="17779"/>
                    <a:pt x="2767" y="17788"/>
                    <a:pt x="2770" y="17794"/>
                  </a:cubicBezTo>
                  <a:cubicBezTo>
                    <a:pt x="2924" y="18013"/>
                    <a:pt x="3319" y="18251"/>
                    <a:pt x="3609" y="18405"/>
                  </a:cubicBezTo>
                  <a:cubicBezTo>
                    <a:pt x="3902" y="18587"/>
                    <a:pt x="4210" y="18747"/>
                    <a:pt x="4525" y="18883"/>
                  </a:cubicBezTo>
                  <a:cubicBezTo>
                    <a:pt x="4528" y="18892"/>
                    <a:pt x="4534" y="18901"/>
                    <a:pt x="4540" y="18911"/>
                  </a:cubicBezTo>
                  <a:cubicBezTo>
                    <a:pt x="4821" y="19256"/>
                    <a:pt x="6129" y="19410"/>
                    <a:pt x="6129" y="19410"/>
                  </a:cubicBezTo>
                  <a:lnTo>
                    <a:pt x="6129" y="19407"/>
                  </a:lnTo>
                  <a:cubicBezTo>
                    <a:pt x="6780" y="19555"/>
                    <a:pt x="7443" y="19651"/>
                    <a:pt x="8109" y="19691"/>
                  </a:cubicBezTo>
                  <a:cubicBezTo>
                    <a:pt x="8026" y="22778"/>
                    <a:pt x="8242" y="25055"/>
                    <a:pt x="8242" y="25055"/>
                  </a:cubicBezTo>
                  <a:cubicBezTo>
                    <a:pt x="8242" y="25055"/>
                    <a:pt x="4824" y="27994"/>
                    <a:pt x="3914" y="28931"/>
                  </a:cubicBezTo>
                  <a:cubicBezTo>
                    <a:pt x="3721" y="29134"/>
                    <a:pt x="3889" y="29215"/>
                    <a:pt x="4287" y="29215"/>
                  </a:cubicBezTo>
                  <a:cubicBezTo>
                    <a:pt x="4294" y="29215"/>
                    <a:pt x="4302" y="29215"/>
                    <a:pt x="4309" y="29215"/>
                  </a:cubicBezTo>
                  <a:cubicBezTo>
                    <a:pt x="4312" y="29252"/>
                    <a:pt x="4337" y="29283"/>
                    <a:pt x="4374" y="29295"/>
                  </a:cubicBezTo>
                  <a:lnTo>
                    <a:pt x="4396" y="29295"/>
                  </a:lnTo>
                  <a:cubicBezTo>
                    <a:pt x="4436" y="29295"/>
                    <a:pt x="4470" y="29268"/>
                    <a:pt x="4479" y="29231"/>
                  </a:cubicBezTo>
                  <a:cubicBezTo>
                    <a:pt x="4479" y="29221"/>
                    <a:pt x="4482" y="29215"/>
                    <a:pt x="4488" y="29209"/>
                  </a:cubicBezTo>
                  <a:cubicBezTo>
                    <a:pt x="6113" y="29123"/>
                    <a:pt x="10274" y="28105"/>
                    <a:pt x="11058" y="27781"/>
                  </a:cubicBezTo>
                  <a:cubicBezTo>
                    <a:pt x="11326" y="27670"/>
                    <a:pt x="12819" y="27596"/>
                    <a:pt x="14876" y="27544"/>
                  </a:cubicBezTo>
                  <a:cubicBezTo>
                    <a:pt x="14888" y="28083"/>
                    <a:pt x="14944" y="28651"/>
                    <a:pt x="15076" y="29147"/>
                  </a:cubicBezTo>
                  <a:cubicBezTo>
                    <a:pt x="15086" y="29184"/>
                    <a:pt x="15120" y="29212"/>
                    <a:pt x="15160" y="29212"/>
                  </a:cubicBezTo>
                  <a:lnTo>
                    <a:pt x="15172" y="29212"/>
                  </a:lnTo>
                  <a:cubicBezTo>
                    <a:pt x="15610" y="30831"/>
                    <a:pt x="16776" y="32525"/>
                    <a:pt x="19539" y="33456"/>
                  </a:cubicBezTo>
                  <a:cubicBezTo>
                    <a:pt x="20039" y="33623"/>
                    <a:pt x="20443" y="33749"/>
                    <a:pt x="20767" y="33839"/>
                  </a:cubicBezTo>
                  <a:cubicBezTo>
                    <a:pt x="20773" y="33845"/>
                    <a:pt x="20776" y="33851"/>
                    <a:pt x="20779" y="33857"/>
                  </a:cubicBezTo>
                  <a:cubicBezTo>
                    <a:pt x="20795" y="33885"/>
                    <a:pt x="20822" y="33903"/>
                    <a:pt x="20856" y="33903"/>
                  </a:cubicBezTo>
                  <a:cubicBezTo>
                    <a:pt x="20869" y="33903"/>
                    <a:pt x="20884" y="33903"/>
                    <a:pt x="20896" y="33897"/>
                  </a:cubicBezTo>
                  <a:cubicBezTo>
                    <a:pt x="20906" y="33891"/>
                    <a:pt x="20915" y="33885"/>
                    <a:pt x="20921" y="33876"/>
                  </a:cubicBezTo>
                  <a:cubicBezTo>
                    <a:pt x="21219" y="33950"/>
                    <a:pt x="21439" y="33986"/>
                    <a:pt x="21593" y="33986"/>
                  </a:cubicBezTo>
                  <a:cubicBezTo>
                    <a:pt x="22929" y="33986"/>
                    <a:pt x="19302" y="31273"/>
                    <a:pt x="18688" y="27476"/>
                  </a:cubicBezTo>
                  <a:cubicBezTo>
                    <a:pt x="18929" y="27473"/>
                    <a:pt x="19169" y="27470"/>
                    <a:pt x="19413" y="27470"/>
                  </a:cubicBezTo>
                  <a:cubicBezTo>
                    <a:pt x="21063" y="28160"/>
                    <a:pt x="22855" y="28657"/>
                    <a:pt x="24554" y="28669"/>
                  </a:cubicBezTo>
                  <a:cubicBezTo>
                    <a:pt x="24594" y="28670"/>
                    <a:pt x="24633" y="28670"/>
                    <a:pt x="24672" y="28670"/>
                  </a:cubicBezTo>
                  <a:cubicBezTo>
                    <a:pt x="25891" y="28670"/>
                    <a:pt x="26969" y="28484"/>
                    <a:pt x="27922" y="28176"/>
                  </a:cubicBezTo>
                  <a:lnTo>
                    <a:pt x="27922" y="28176"/>
                  </a:lnTo>
                  <a:cubicBezTo>
                    <a:pt x="27907" y="30301"/>
                    <a:pt x="27839" y="32762"/>
                    <a:pt x="27611" y="33385"/>
                  </a:cubicBezTo>
                  <a:cubicBezTo>
                    <a:pt x="27549" y="33552"/>
                    <a:pt x="27580" y="33657"/>
                    <a:pt x="27682" y="33700"/>
                  </a:cubicBezTo>
                  <a:cubicBezTo>
                    <a:pt x="27685" y="33752"/>
                    <a:pt x="27726" y="33780"/>
                    <a:pt x="27767" y="33780"/>
                  </a:cubicBezTo>
                  <a:cubicBezTo>
                    <a:pt x="27801" y="33780"/>
                    <a:pt x="27836" y="33760"/>
                    <a:pt x="27848" y="33718"/>
                  </a:cubicBezTo>
                  <a:cubicBezTo>
                    <a:pt x="28570" y="33660"/>
                    <a:pt x="30541" y="32185"/>
                    <a:pt x="31099" y="29046"/>
                  </a:cubicBezTo>
                  <a:lnTo>
                    <a:pt x="31118" y="29046"/>
                  </a:lnTo>
                  <a:cubicBezTo>
                    <a:pt x="31158" y="29046"/>
                    <a:pt x="31195" y="29018"/>
                    <a:pt x="31204" y="28978"/>
                  </a:cubicBezTo>
                  <a:cubicBezTo>
                    <a:pt x="31300" y="28478"/>
                    <a:pt x="31328" y="27935"/>
                    <a:pt x="31328" y="27454"/>
                  </a:cubicBezTo>
                  <a:cubicBezTo>
                    <a:pt x="31887" y="27560"/>
                    <a:pt x="35152" y="28171"/>
                    <a:pt x="36953" y="28171"/>
                  </a:cubicBezTo>
                  <a:cubicBezTo>
                    <a:pt x="37457" y="28171"/>
                    <a:pt x="37846" y="28123"/>
                    <a:pt x="38030" y="28003"/>
                  </a:cubicBezTo>
                  <a:cubicBezTo>
                    <a:pt x="38045" y="28022"/>
                    <a:pt x="38070" y="28031"/>
                    <a:pt x="38094" y="28031"/>
                  </a:cubicBezTo>
                  <a:cubicBezTo>
                    <a:pt x="38098" y="28032"/>
                    <a:pt x="38100" y="28033"/>
                    <a:pt x="38102" y="28033"/>
                  </a:cubicBezTo>
                  <a:cubicBezTo>
                    <a:pt x="38104" y="28033"/>
                    <a:pt x="38107" y="28032"/>
                    <a:pt x="38110" y="28031"/>
                  </a:cubicBezTo>
                  <a:cubicBezTo>
                    <a:pt x="38156" y="28025"/>
                    <a:pt x="38187" y="27982"/>
                    <a:pt x="38178" y="27932"/>
                  </a:cubicBezTo>
                  <a:cubicBezTo>
                    <a:pt x="38175" y="27904"/>
                    <a:pt x="38165" y="27874"/>
                    <a:pt x="38153" y="27846"/>
                  </a:cubicBezTo>
                  <a:cubicBezTo>
                    <a:pt x="38431" y="27032"/>
                    <a:pt x="34387" y="25554"/>
                    <a:pt x="33002" y="24647"/>
                  </a:cubicBezTo>
                  <a:cubicBezTo>
                    <a:pt x="32956" y="24610"/>
                    <a:pt x="32913" y="24567"/>
                    <a:pt x="32882" y="24515"/>
                  </a:cubicBezTo>
                  <a:lnTo>
                    <a:pt x="32894" y="24496"/>
                  </a:lnTo>
                  <a:lnTo>
                    <a:pt x="35596" y="24012"/>
                  </a:lnTo>
                  <a:cubicBezTo>
                    <a:pt x="35704" y="23994"/>
                    <a:pt x="35682" y="23841"/>
                    <a:pt x="35585" y="23841"/>
                  </a:cubicBezTo>
                  <a:cubicBezTo>
                    <a:pt x="35580" y="23841"/>
                    <a:pt x="35574" y="23841"/>
                    <a:pt x="35568" y="23842"/>
                  </a:cubicBezTo>
                  <a:lnTo>
                    <a:pt x="33033" y="24299"/>
                  </a:lnTo>
                  <a:cubicBezTo>
                    <a:pt x="33277" y="23938"/>
                    <a:pt x="33496" y="23562"/>
                    <a:pt x="33684" y="23170"/>
                  </a:cubicBezTo>
                  <a:lnTo>
                    <a:pt x="34733" y="22778"/>
                  </a:lnTo>
                  <a:cubicBezTo>
                    <a:pt x="34827" y="22742"/>
                    <a:pt x="34789" y="22612"/>
                    <a:pt x="34705" y="22612"/>
                  </a:cubicBezTo>
                  <a:cubicBezTo>
                    <a:pt x="34695" y="22612"/>
                    <a:pt x="34685" y="22614"/>
                    <a:pt x="34674" y="22618"/>
                  </a:cubicBezTo>
                  <a:lnTo>
                    <a:pt x="33789" y="22951"/>
                  </a:lnTo>
                  <a:cubicBezTo>
                    <a:pt x="33934" y="22615"/>
                    <a:pt x="33995" y="22377"/>
                    <a:pt x="33983" y="22297"/>
                  </a:cubicBezTo>
                  <a:cubicBezTo>
                    <a:pt x="33958" y="22195"/>
                    <a:pt x="33921" y="22094"/>
                    <a:pt x="33875" y="21998"/>
                  </a:cubicBezTo>
                  <a:lnTo>
                    <a:pt x="33875" y="21998"/>
                  </a:lnTo>
                  <a:cubicBezTo>
                    <a:pt x="33943" y="22054"/>
                    <a:pt x="34005" y="22115"/>
                    <a:pt x="34060" y="22180"/>
                  </a:cubicBezTo>
                  <a:cubicBezTo>
                    <a:pt x="34060" y="22180"/>
                    <a:pt x="34036" y="19685"/>
                    <a:pt x="32459" y="16354"/>
                  </a:cubicBezTo>
                  <a:lnTo>
                    <a:pt x="32459" y="16354"/>
                  </a:lnTo>
                  <a:cubicBezTo>
                    <a:pt x="32474" y="16365"/>
                    <a:pt x="32491" y="16370"/>
                    <a:pt x="32509" y="16370"/>
                  </a:cubicBezTo>
                  <a:cubicBezTo>
                    <a:pt x="32521" y="16370"/>
                    <a:pt x="32533" y="16368"/>
                    <a:pt x="32546" y="16363"/>
                  </a:cubicBezTo>
                  <a:cubicBezTo>
                    <a:pt x="32589" y="16345"/>
                    <a:pt x="32607" y="16295"/>
                    <a:pt x="32589" y="16252"/>
                  </a:cubicBezTo>
                  <a:cubicBezTo>
                    <a:pt x="32333" y="15580"/>
                    <a:pt x="30760" y="13026"/>
                    <a:pt x="30495" y="12933"/>
                  </a:cubicBezTo>
                  <a:cubicBezTo>
                    <a:pt x="30488" y="12931"/>
                    <a:pt x="30480" y="12928"/>
                    <a:pt x="30469" y="12928"/>
                  </a:cubicBezTo>
                  <a:cubicBezTo>
                    <a:pt x="30426" y="12928"/>
                    <a:pt x="30334" y="12968"/>
                    <a:pt x="30075" y="13217"/>
                  </a:cubicBezTo>
                  <a:cubicBezTo>
                    <a:pt x="28289" y="8538"/>
                    <a:pt x="25039" y="4014"/>
                    <a:pt x="18605" y="3144"/>
                  </a:cubicBezTo>
                  <a:cubicBezTo>
                    <a:pt x="18167" y="3085"/>
                    <a:pt x="17747" y="3056"/>
                    <a:pt x="17344" y="3056"/>
                  </a:cubicBezTo>
                  <a:cubicBezTo>
                    <a:pt x="10868" y="3056"/>
                    <a:pt x="8842" y="10445"/>
                    <a:pt x="8282" y="16656"/>
                  </a:cubicBezTo>
                  <a:cubicBezTo>
                    <a:pt x="7994" y="16677"/>
                    <a:pt x="7668" y="16692"/>
                    <a:pt x="7325" y="16692"/>
                  </a:cubicBezTo>
                  <a:cubicBezTo>
                    <a:pt x="5265" y="16692"/>
                    <a:pt x="2596" y="16145"/>
                    <a:pt x="3924" y="13057"/>
                  </a:cubicBezTo>
                  <a:cubicBezTo>
                    <a:pt x="4306" y="12168"/>
                    <a:pt x="5361" y="11064"/>
                    <a:pt x="6573" y="9880"/>
                  </a:cubicBezTo>
                  <a:cubicBezTo>
                    <a:pt x="6712" y="9846"/>
                    <a:pt x="7144" y="9393"/>
                    <a:pt x="7434" y="9050"/>
                  </a:cubicBezTo>
                  <a:lnTo>
                    <a:pt x="7813" y="8683"/>
                  </a:lnTo>
                  <a:cubicBezTo>
                    <a:pt x="7813" y="8689"/>
                    <a:pt x="7816" y="8699"/>
                    <a:pt x="7819" y="8705"/>
                  </a:cubicBezTo>
                  <a:cubicBezTo>
                    <a:pt x="7819" y="8705"/>
                    <a:pt x="8858" y="7891"/>
                    <a:pt x="8883" y="7631"/>
                  </a:cubicBezTo>
                  <a:cubicBezTo>
                    <a:pt x="8979" y="7536"/>
                    <a:pt x="9074" y="7437"/>
                    <a:pt x="9170" y="7342"/>
                  </a:cubicBezTo>
                  <a:lnTo>
                    <a:pt x="9173" y="7348"/>
                  </a:lnTo>
                  <a:cubicBezTo>
                    <a:pt x="9466" y="7348"/>
                    <a:pt x="10135" y="6425"/>
                    <a:pt x="10135" y="6425"/>
                  </a:cubicBezTo>
                  <a:cubicBezTo>
                    <a:pt x="10123" y="6395"/>
                    <a:pt x="10111" y="6367"/>
                    <a:pt x="10095" y="6336"/>
                  </a:cubicBezTo>
                  <a:cubicBezTo>
                    <a:pt x="11314" y="4927"/>
                    <a:pt x="12069" y="3594"/>
                    <a:pt x="11548" y="2564"/>
                  </a:cubicBezTo>
                  <a:cubicBezTo>
                    <a:pt x="10573" y="641"/>
                    <a:pt x="9252" y="0"/>
                    <a:pt x="8001" y="0"/>
                  </a:cubicBezTo>
                  <a:close/>
                </a:path>
              </a:pathLst>
            </a:custGeom>
            <a:solidFill>
              <a:srgbClr val="261D2A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"/>
            <p:cNvSpPr/>
            <p:nvPr/>
          </p:nvSpPr>
          <p:spPr>
            <a:xfrm>
              <a:off x="1970509" y="4098600"/>
              <a:ext cx="315225" cy="315042"/>
            </a:xfrm>
            <a:custGeom>
              <a:rect b="b" l="l" r="r" t="t"/>
              <a:pathLst>
                <a:path extrusionOk="0" h="5149" w="5152">
                  <a:moveTo>
                    <a:pt x="2576" y="1"/>
                  </a:moveTo>
                  <a:cubicBezTo>
                    <a:pt x="1154" y="1"/>
                    <a:pt x="0" y="1154"/>
                    <a:pt x="0" y="2576"/>
                  </a:cubicBezTo>
                  <a:cubicBezTo>
                    <a:pt x="0" y="3998"/>
                    <a:pt x="1154" y="5149"/>
                    <a:pt x="2576" y="5149"/>
                  </a:cubicBezTo>
                  <a:cubicBezTo>
                    <a:pt x="3998" y="5149"/>
                    <a:pt x="5151" y="3998"/>
                    <a:pt x="5151" y="2576"/>
                  </a:cubicBezTo>
                  <a:cubicBezTo>
                    <a:pt x="5151" y="1154"/>
                    <a:pt x="3998" y="1"/>
                    <a:pt x="2576" y="1"/>
                  </a:cubicBezTo>
                  <a:close/>
                </a:path>
              </a:pathLst>
            </a:custGeom>
            <a:solidFill>
              <a:srgbClr val="FFE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"/>
            <p:cNvSpPr/>
            <p:nvPr/>
          </p:nvSpPr>
          <p:spPr>
            <a:xfrm>
              <a:off x="2149716" y="4117261"/>
              <a:ext cx="131854" cy="171624"/>
            </a:xfrm>
            <a:custGeom>
              <a:rect b="b" l="l" r="r" t="t"/>
              <a:pathLst>
                <a:path extrusionOk="0" h="2805" w="2155">
                  <a:moveTo>
                    <a:pt x="120" y="1"/>
                  </a:moveTo>
                  <a:cubicBezTo>
                    <a:pt x="61" y="1"/>
                    <a:pt x="0" y="62"/>
                    <a:pt x="42" y="131"/>
                  </a:cubicBezTo>
                  <a:cubicBezTo>
                    <a:pt x="79" y="205"/>
                    <a:pt x="973" y="1886"/>
                    <a:pt x="2003" y="2783"/>
                  </a:cubicBezTo>
                  <a:cubicBezTo>
                    <a:pt x="2019" y="2796"/>
                    <a:pt x="2037" y="2805"/>
                    <a:pt x="2059" y="2805"/>
                  </a:cubicBezTo>
                  <a:cubicBezTo>
                    <a:pt x="2083" y="2805"/>
                    <a:pt x="2108" y="2793"/>
                    <a:pt x="2123" y="2774"/>
                  </a:cubicBezTo>
                  <a:cubicBezTo>
                    <a:pt x="2154" y="2740"/>
                    <a:pt x="2151" y="2685"/>
                    <a:pt x="2114" y="2654"/>
                  </a:cubicBezTo>
                  <a:cubicBezTo>
                    <a:pt x="1112" y="1778"/>
                    <a:pt x="202" y="69"/>
                    <a:pt x="193" y="51"/>
                  </a:cubicBezTo>
                  <a:cubicBezTo>
                    <a:pt x="177" y="15"/>
                    <a:pt x="148" y="1"/>
                    <a:pt x="12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"/>
            <p:cNvSpPr/>
            <p:nvPr/>
          </p:nvSpPr>
          <p:spPr>
            <a:xfrm>
              <a:off x="2096792" y="4100252"/>
              <a:ext cx="176641" cy="226017"/>
            </a:xfrm>
            <a:custGeom>
              <a:rect b="b" l="l" r="r" t="t"/>
              <a:pathLst>
                <a:path extrusionOk="0" h="3694" w="2887">
                  <a:moveTo>
                    <a:pt x="112" y="0"/>
                  </a:moveTo>
                  <a:cubicBezTo>
                    <a:pt x="56" y="0"/>
                    <a:pt x="0" y="53"/>
                    <a:pt x="34" y="122"/>
                  </a:cubicBezTo>
                  <a:cubicBezTo>
                    <a:pt x="77" y="230"/>
                    <a:pt x="1172" y="2802"/>
                    <a:pt x="2726" y="3684"/>
                  </a:cubicBezTo>
                  <a:cubicBezTo>
                    <a:pt x="2742" y="3691"/>
                    <a:pt x="2754" y="3694"/>
                    <a:pt x="2769" y="3694"/>
                  </a:cubicBezTo>
                  <a:cubicBezTo>
                    <a:pt x="2856" y="3694"/>
                    <a:pt x="2887" y="3579"/>
                    <a:pt x="2813" y="3536"/>
                  </a:cubicBezTo>
                  <a:cubicBezTo>
                    <a:pt x="1308" y="2682"/>
                    <a:pt x="200" y="82"/>
                    <a:pt x="191" y="57"/>
                  </a:cubicBezTo>
                  <a:cubicBezTo>
                    <a:pt x="175" y="17"/>
                    <a:pt x="144" y="0"/>
                    <a:pt x="11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"/>
            <p:cNvSpPr/>
            <p:nvPr/>
          </p:nvSpPr>
          <p:spPr>
            <a:xfrm>
              <a:off x="2035792" y="4136779"/>
              <a:ext cx="188939" cy="234033"/>
            </a:xfrm>
            <a:custGeom>
              <a:rect b="b" l="l" r="r" t="t"/>
              <a:pathLst>
                <a:path extrusionOk="0" h="3825" w="3088">
                  <a:moveTo>
                    <a:pt x="106" y="0"/>
                  </a:moveTo>
                  <a:cubicBezTo>
                    <a:pt x="54" y="0"/>
                    <a:pt x="0" y="44"/>
                    <a:pt x="19" y="111"/>
                  </a:cubicBezTo>
                  <a:cubicBezTo>
                    <a:pt x="53" y="225"/>
                    <a:pt x="852" y="2927"/>
                    <a:pt x="2934" y="3818"/>
                  </a:cubicBezTo>
                  <a:cubicBezTo>
                    <a:pt x="2946" y="3821"/>
                    <a:pt x="2955" y="3824"/>
                    <a:pt x="2968" y="3824"/>
                  </a:cubicBezTo>
                  <a:cubicBezTo>
                    <a:pt x="3063" y="3824"/>
                    <a:pt x="3088" y="3698"/>
                    <a:pt x="3002" y="3661"/>
                  </a:cubicBezTo>
                  <a:cubicBezTo>
                    <a:pt x="994" y="2801"/>
                    <a:pt x="195" y="89"/>
                    <a:pt x="186" y="62"/>
                  </a:cubicBezTo>
                  <a:cubicBezTo>
                    <a:pt x="173" y="19"/>
                    <a:pt x="140" y="0"/>
                    <a:pt x="10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"/>
            <p:cNvSpPr/>
            <p:nvPr/>
          </p:nvSpPr>
          <p:spPr>
            <a:xfrm>
              <a:off x="1989170" y="4266672"/>
              <a:ext cx="118577" cy="67915"/>
            </a:xfrm>
            <a:custGeom>
              <a:rect b="b" l="l" r="r" t="t"/>
              <a:pathLst>
                <a:path extrusionOk="0" h="1110" w="1938">
                  <a:moveTo>
                    <a:pt x="1821" y="0"/>
                  </a:moveTo>
                  <a:cubicBezTo>
                    <a:pt x="1799" y="0"/>
                    <a:pt x="1777" y="9"/>
                    <a:pt x="1759" y="30"/>
                  </a:cubicBezTo>
                  <a:cubicBezTo>
                    <a:pt x="1432" y="443"/>
                    <a:pt x="106" y="937"/>
                    <a:pt x="93" y="943"/>
                  </a:cubicBezTo>
                  <a:cubicBezTo>
                    <a:pt x="1" y="974"/>
                    <a:pt x="25" y="1109"/>
                    <a:pt x="124" y="1109"/>
                  </a:cubicBezTo>
                  <a:cubicBezTo>
                    <a:pt x="133" y="1109"/>
                    <a:pt x="143" y="1106"/>
                    <a:pt x="152" y="1103"/>
                  </a:cubicBezTo>
                  <a:cubicBezTo>
                    <a:pt x="207" y="1082"/>
                    <a:pt x="1537" y="588"/>
                    <a:pt x="1895" y="135"/>
                  </a:cubicBezTo>
                  <a:cubicBezTo>
                    <a:pt x="1938" y="71"/>
                    <a:pt x="1882" y="0"/>
                    <a:pt x="182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"/>
            <p:cNvSpPr/>
            <p:nvPr/>
          </p:nvSpPr>
          <p:spPr>
            <a:xfrm>
              <a:off x="1967756" y="4219866"/>
              <a:ext cx="117659" cy="66569"/>
            </a:xfrm>
            <a:custGeom>
              <a:rect b="b" l="l" r="r" t="t"/>
              <a:pathLst>
                <a:path extrusionOk="0" h="1088" w="1923">
                  <a:moveTo>
                    <a:pt x="1795" y="1"/>
                  </a:moveTo>
                  <a:cubicBezTo>
                    <a:pt x="1779" y="1"/>
                    <a:pt x="1762" y="6"/>
                    <a:pt x="1745" y="18"/>
                  </a:cubicBezTo>
                  <a:cubicBezTo>
                    <a:pt x="1736" y="27"/>
                    <a:pt x="650" y="804"/>
                    <a:pt x="101" y="918"/>
                  </a:cubicBezTo>
                  <a:cubicBezTo>
                    <a:pt x="0" y="940"/>
                    <a:pt x="14" y="1088"/>
                    <a:pt x="116" y="1088"/>
                  </a:cubicBezTo>
                  <a:cubicBezTo>
                    <a:pt x="117" y="1088"/>
                    <a:pt x="118" y="1088"/>
                    <a:pt x="119" y="1088"/>
                  </a:cubicBezTo>
                  <a:lnTo>
                    <a:pt x="138" y="1088"/>
                  </a:lnTo>
                  <a:cubicBezTo>
                    <a:pt x="721" y="961"/>
                    <a:pt x="1800" y="190"/>
                    <a:pt x="1847" y="159"/>
                  </a:cubicBezTo>
                  <a:cubicBezTo>
                    <a:pt x="1922" y="104"/>
                    <a:pt x="1868" y="1"/>
                    <a:pt x="179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"/>
            <p:cNvSpPr/>
            <p:nvPr/>
          </p:nvSpPr>
          <p:spPr>
            <a:xfrm>
              <a:off x="1965431" y="4175141"/>
              <a:ext cx="98385" cy="49254"/>
            </a:xfrm>
            <a:custGeom>
              <a:rect b="b" l="l" r="r" t="t"/>
              <a:pathLst>
                <a:path extrusionOk="0" h="805" w="1608">
                  <a:moveTo>
                    <a:pt x="1483" y="1"/>
                  </a:moveTo>
                  <a:cubicBezTo>
                    <a:pt x="1470" y="1"/>
                    <a:pt x="1455" y="4"/>
                    <a:pt x="1440" y="11"/>
                  </a:cubicBezTo>
                  <a:cubicBezTo>
                    <a:pt x="1431" y="15"/>
                    <a:pt x="318" y="567"/>
                    <a:pt x="93" y="638"/>
                  </a:cubicBezTo>
                  <a:cubicBezTo>
                    <a:pt x="0" y="668"/>
                    <a:pt x="22" y="804"/>
                    <a:pt x="117" y="804"/>
                  </a:cubicBezTo>
                  <a:cubicBezTo>
                    <a:pt x="127" y="804"/>
                    <a:pt x="136" y="804"/>
                    <a:pt x="145" y="801"/>
                  </a:cubicBezTo>
                  <a:cubicBezTo>
                    <a:pt x="386" y="724"/>
                    <a:pt x="1471" y="187"/>
                    <a:pt x="1518" y="166"/>
                  </a:cubicBezTo>
                  <a:cubicBezTo>
                    <a:pt x="1608" y="121"/>
                    <a:pt x="1564" y="1"/>
                    <a:pt x="148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"/>
            <p:cNvSpPr/>
            <p:nvPr/>
          </p:nvSpPr>
          <p:spPr>
            <a:xfrm>
              <a:off x="2045276" y="4303872"/>
              <a:ext cx="114783" cy="33713"/>
            </a:xfrm>
            <a:custGeom>
              <a:rect b="b" l="l" r="r" t="t"/>
              <a:pathLst>
                <a:path extrusionOk="0" h="551" w="1876">
                  <a:moveTo>
                    <a:pt x="123" y="1"/>
                  </a:moveTo>
                  <a:cubicBezTo>
                    <a:pt x="59" y="1"/>
                    <a:pt x="0" y="77"/>
                    <a:pt x="55" y="144"/>
                  </a:cubicBezTo>
                  <a:cubicBezTo>
                    <a:pt x="71" y="162"/>
                    <a:pt x="401" y="551"/>
                    <a:pt x="1249" y="551"/>
                  </a:cubicBezTo>
                  <a:cubicBezTo>
                    <a:pt x="1425" y="551"/>
                    <a:pt x="1597" y="535"/>
                    <a:pt x="1770" y="507"/>
                  </a:cubicBezTo>
                  <a:cubicBezTo>
                    <a:pt x="1875" y="490"/>
                    <a:pt x="1856" y="336"/>
                    <a:pt x="1759" y="336"/>
                  </a:cubicBezTo>
                  <a:cubicBezTo>
                    <a:pt x="1754" y="336"/>
                    <a:pt x="1748" y="337"/>
                    <a:pt x="1742" y="338"/>
                  </a:cubicBezTo>
                  <a:cubicBezTo>
                    <a:pt x="1563" y="367"/>
                    <a:pt x="1402" y="379"/>
                    <a:pt x="1257" y="379"/>
                  </a:cubicBezTo>
                  <a:cubicBezTo>
                    <a:pt x="490" y="379"/>
                    <a:pt x="191" y="38"/>
                    <a:pt x="188" y="33"/>
                  </a:cubicBezTo>
                  <a:cubicBezTo>
                    <a:pt x="169" y="10"/>
                    <a:pt x="146" y="1"/>
                    <a:pt x="1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"/>
            <p:cNvSpPr/>
            <p:nvPr/>
          </p:nvSpPr>
          <p:spPr>
            <a:xfrm>
              <a:off x="2005200" y="4327427"/>
              <a:ext cx="180129" cy="52619"/>
            </a:xfrm>
            <a:custGeom>
              <a:rect b="b" l="l" r="r" t="t"/>
              <a:pathLst>
                <a:path extrusionOk="0" h="860" w="2944">
                  <a:moveTo>
                    <a:pt x="95" y="1"/>
                  </a:moveTo>
                  <a:cubicBezTo>
                    <a:pt x="60" y="1"/>
                    <a:pt x="29" y="23"/>
                    <a:pt x="16" y="58"/>
                  </a:cubicBezTo>
                  <a:cubicBezTo>
                    <a:pt x="1" y="101"/>
                    <a:pt x="23" y="150"/>
                    <a:pt x="66" y="166"/>
                  </a:cubicBezTo>
                  <a:cubicBezTo>
                    <a:pt x="103" y="190"/>
                    <a:pt x="140" y="215"/>
                    <a:pt x="174" y="243"/>
                  </a:cubicBezTo>
                  <a:cubicBezTo>
                    <a:pt x="430" y="434"/>
                    <a:pt x="994" y="860"/>
                    <a:pt x="1842" y="860"/>
                  </a:cubicBezTo>
                  <a:cubicBezTo>
                    <a:pt x="2185" y="860"/>
                    <a:pt x="2527" y="795"/>
                    <a:pt x="2848" y="671"/>
                  </a:cubicBezTo>
                  <a:cubicBezTo>
                    <a:pt x="2943" y="636"/>
                    <a:pt x="2908" y="504"/>
                    <a:pt x="2824" y="504"/>
                  </a:cubicBezTo>
                  <a:cubicBezTo>
                    <a:pt x="2813" y="504"/>
                    <a:pt x="2802" y="506"/>
                    <a:pt x="2789" y="511"/>
                  </a:cubicBezTo>
                  <a:cubicBezTo>
                    <a:pt x="2444" y="639"/>
                    <a:pt x="2129" y="689"/>
                    <a:pt x="1848" y="689"/>
                  </a:cubicBezTo>
                  <a:cubicBezTo>
                    <a:pt x="1052" y="689"/>
                    <a:pt x="517" y="287"/>
                    <a:pt x="275" y="107"/>
                  </a:cubicBezTo>
                  <a:cubicBezTo>
                    <a:pt x="229" y="67"/>
                    <a:pt x="177" y="33"/>
                    <a:pt x="121" y="5"/>
                  </a:cubicBezTo>
                  <a:cubicBezTo>
                    <a:pt x="112" y="2"/>
                    <a:pt x="104" y="1"/>
                    <a:pt x="9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"/>
            <p:cNvSpPr/>
            <p:nvPr/>
          </p:nvSpPr>
          <p:spPr>
            <a:xfrm>
              <a:off x="2205821" y="4166575"/>
              <a:ext cx="58370" cy="41912"/>
            </a:xfrm>
            <a:custGeom>
              <a:rect b="b" l="l" r="r" t="t"/>
              <a:pathLst>
                <a:path extrusionOk="0" h="685" w="954">
                  <a:moveTo>
                    <a:pt x="830" y="1"/>
                  </a:moveTo>
                  <a:cubicBezTo>
                    <a:pt x="816" y="1"/>
                    <a:pt x="800" y="5"/>
                    <a:pt x="784" y="16"/>
                  </a:cubicBezTo>
                  <a:cubicBezTo>
                    <a:pt x="759" y="31"/>
                    <a:pt x="195" y="380"/>
                    <a:pt x="31" y="537"/>
                  </a:cubicBezTo>
                  <a:cubicBezTo>
                    <a:pt x="1" y="571"/>
                    <a:pt x="1" y="623"/>
                    <a:pt x="31" y="657"/>
                  </a:cubicBezTo>
                  <a:cubicBezTo>
                    <a:pt x="50" y="676"/>
                    <a:pt x="71" y="685"/>
                    <a:pt x="93" y="685"/>
                  </a:cubicBezTo>
                  <a:cubicBezTo>
                    <a:pt x="115" y="685"/>
                    <a:pt x="136" y="676"/>
                    <a:pt x="152" y="660"/>
                  </a:cubicBezTo>
                  <a:cubicBezTo>
                    <a:pt x="303" y="515"/>
                    <a:pt x="867" y="164"/>
                    <a:pt x="873" y="161"/>
                  </a:cubicBezTo>
                  <a:cubicBezTo>
                    <a:pt x="953" y="112"/>
                    <a:pt x="904" y="1"/>
                    <a:pt x="83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"/>
            <p:cNvSpPr/>
            <p:nvPr/>
          </p:nvSpPr>
          <p:spPr>
            <a:xfrm>
              <a:off x="2227724" y="4201817"/>
              <a:ext cx="58493" cy="37262"/>
            </a:xfrm>
            <a:custGeom>
              <a:rect b="b" l="l" r="r" t="t"/>
              <a:pathLst>
                <a:path extrusionOk="0" h="609" w="956">
                  <a:moveTo>
                    <a:pt x="830" y="0"/>
                  </a:moveTo>
                  <a:cubicBezTo>
                    <a:pt x="815" y="0"/>
                    <a:pt x="800" y="4"/>
                    <a:pt x="784" y="13"/>
                  </a:cubicBezTo>
                  <a:cubicBezTo>
                    <a:pt x="762" y="26"/>
                    <a:pt x="201" y="350"/>
                    <a:pt x="68" y="454"/>
                  </a:cubicBezTo>
                  <a:cubicBezTo>
                    <a:pt x="0" y="504"/>
                    <a:pt x="37" y="609"/>
                    <a:pt x="121" y="609"/>
                  </a:cubicBezTo>
                  <a:cubicBezTo>
                    <a:pt x="139" y="606"/>
                    <a:pt x="158" y="599"/>
                    <a:pt x="173" y="587"/>
                  </a:cubicBezTo>
                  <a:cubicBezTo>
                    <a:pt x="272" y="510"/>
                    <a:pt x="673" y="276"/>
                    <a:pt x="870" y="161"/>
                  </a:cubicBezTo>
                  <a:cubicBezTo>
                    <a:pt x="956" y="115"/>
                    <a:pt x="908" y="0"/>
                    <a:pt x="83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"/>
            <p:cNvSpPr/>
            <p:nvPr/>
          </p:nvSpPr>
          <p:spPr>
            <a:xfrm>
              <a:off x="2182204" y="4136106"/>
              <a:ext cx="58615" cy="37139"/>
            </a:xfrm>
            <a:custGeom>
              <a:rect b="b" l="l" r="r" t="t"/>
              <a:pathLst>
                <a:path extrusionOk="0" h="607" w="958">
                  <a:moveTo>
                    <a:pt x="835" y="0"/>
                  </a:moveTo>
                  <a:cubicBezTo>
                    <a:pt x="822" y="0"/>
                    <a:pt x="808" y="4"/>
                    <a:pt x="794" y="11"/>
                  </a:cubicBezTo>
                  <a:cubicBezTo>
                    <a:pt x="686" y="60"/>
                    <a:pt x="143" y="329"/>
                    <a:pt x="32" y="464"/>
                  </a:cubicBezTo>
                  <a:cubicBezTo>
                    <a:pt x="1" y="501"/>
                    <a:pt x="7" y="557"/>
                    <a:pt x="44" y="585"/>
                  </a:cubicBezTo>
                  <a:cubicBezTo>
                    <a:pt x="60" y="597"/>
                    <a:pt x="78" y="606"/>
                    <a:pt x="97" y="606"/>
                  </a:cubicBezTo>
                  <a:cubicBezTo>
                    <a:pt x="124" y="603"/>
                    <a:pt x="146" y="594"/>
                    <a:pt x="164" y="572"/>
                  </a:cubicBezTo>
                  <a:cubicBezTo>
                    <a:pt x="229" y="495"/>
                    <a:pt x="615" y="285"/>
                    <a:pt x="868" y="165"/>
                  </a:cubicBezTo>
                  <a:cubicBezTo>
                    <a:pt x="958" y="120"/>
                    <a:pt x="914" y="0"/>
                    <a:pt x="8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"/>
            <p:cNvSpPr/>
            <p:nvPr/>
          </p:nvSpPr>
          <p:spPr>
            <a:xfrm>
              <a:off x="2069321" y="4104596"/>
              <a:ext cx="187532" cy="250185"/>
            </a:xfrm>
            <a:custGeom>
              <a:rect b="b" l="l" r="r" t="t"/>
              <a:pathLst>
                <a:path extrusionOk="0" h="4089" w="3065">
                  <a:moveTo>
                    <a:pt x="96" y="0"/>
                  </a:moveTo>
                  <a:cubicBezTo>
                    <a:pt x="48" y="0"/>
                    <a:pt x="0" y="38"/>
                    <a:pt x="11" y="100"/>
                  </a:cubicBezTo>
                  <a:cubicBezTo>
                    <a:pt x="14" y="125"/>
                    <a:pt x="569" y="2759"/>
                    <a:pt x="2904" y="4076"/>
                  </a:cubicBezTo>
                  <a:cubicBezTo>
                    <a:pt x="2916" y="4085"/>
                    <a:pt x="2932" y="4088"/>
                    <a:pt x="2947" y="4088"/>
                  </a:cubicBezTo>
                  <a:cubicBezTo>
                    <a:pt x="3033" y="4088"/>
                    <a:pt x="3064" y="3971"/>
                    <a:pt x="2987" y="3928"/>
                  </a:cubicBezTo>
                  <a:cubicBezTo>
                    <a:pt x="723" y="2648"/>
                    <a:pt x="184" y="91"/>
                    <a:pt x="177" y="66"/>
                  </a:cubicBezTo>
                  <a:cubicBezTo>
                    <a:pt x="166" y="21"/>
                    <a:pt x="131" y="0"/>
                    <a:pt x="9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"/>
            <p:cNvSpPr/>
            <p:nvPr/>
          </p:nvSpPr>
          <p:spPr>
            <a:xfrm>
              <a:off x="618234" y="2304556"/>
              <a:ext cx="2372938" cy="2079556"/>
            </a:xfrm>
            <a:custGeom>
              <a:rect b="b" l="l" r="r" t="t"/>
              <a:pathLst>
                <a:path extrusionOk="0" h="33988" w="38783">
                  <a:moveTo>
                    <a:pt x="7997" y="1"/>
                  </a:moveTo>
                  <a:cubicBezTo>
                    <a:pt x="5962" y="1"/>
                    <a:pt x="4109" y="1693"/>
                    <a:pt x="4220" y="2325"/>
                  </a:cubicBezTo>
                  <a:cubicBezTo>
                    <a:pt x="4292" y="2746"/>
                    <a:pt x="5081" y="2813"/>
                    <a:pt x="5976" y="2813"/>
                  </a:cubicBezTo>
                  <a:cubicBezTo>
                    <a:pt x="6393" y="2813"/>
                    <a:pt x="6834" y="2798"/>
                    <a:pt x="7236" y="2798"/>
                  </a:cubicBezTo>
                  <a:cubicBezTo>
                    <a:pt x="8071" y="2798"/>
                    <a:pt x="8740" y="2861"/>
                    <a:pt x="8686" y="3248"/>
                  </a:cubicBezTo>
                  <a:cubicBezTo>
                    <a:pt x="8365" y="5536"/>
                    <a:pt x="0" y="10573"/>
                    <a:pt x="1246" y="15286"/>
                  </a:cubicBezTo>
                  <a:cubicBezTo>
                    <a:pt x="2206" y="18919"/>
                    <a:pt x="6289" y="19579"/>
                    <a:pt x="8109" y="19690"/>
                  </a:cubicBezTo>
                  <a:cubicBezTo>
                    <a:pt x="8026" y="22780"/>
                    <a:pt x="8239" y="25053"/>
                    <a:pt x="8239" y="25053"/>
                  </a:cubicBezTo>
                  <a:cubicBezTo>
                    <a:pt x="8239" y="25053"/>
                    <a:pt x="4824" y="27996"/>
                    <a:pt x="3914" y="28933"/>
                  </a:cubicBezTo>
                  <a:cubicBezTo>
                    <a:pt x="3719" y="29135"/>
                    <a:pt x="3888" y="29216"/>
                    <a:pt x="4285" y="29216"/>
                  </a:cubicBezTo>
                  <a:cubicBezTo>
                    <a:pt x="5738" y="29216"/>
                    <a:pt x="10241" y="28120"/>
                    <a:pt x="11058" y="27786"/>
                  </a:cubicBezTo>
                  <a:cubicBezTo>
                    <a:pt x="11329" y="27672"/>
                    <a:pt x="12853" y="27595"/>
                    <a:pt x="14947" y="27542"/>
                  </a:cubicBezTo>
                  <a:cubicBezTo>
                    <a:pt x="14978" y="29529"/>
                    <a:pt x="15792" y="32194"/>
                    <a:pt x="19539" y="33455"/>
                  </a:cubicBezTo>
                  <a:cubicBezTo>
                    <a:pt x="20616" y="33818"/>
                    <a:pt x="21259" y="33988"/>
                    <a:pt x="21592" y="33988"/>
                  </a:cubicBezTo>
                  <a:cubicBezTo>
                    <a:pt x="22930" y="33988"/>
                    <a:pt x="19303" y="31274"/>
                    <a:pt x="18688" y="27478"/>
                  </a:cubicBezTo>
                  <a:cubicBezTo>
                    <a:pt x="21511" y="27445"/>
                    <a:pt x="24601" y="27434"/>
                    <a:pt x="27010" y="27434"/>
                  </a:cubicBezTo>
                  <a:cubicBezTo>
                    <a:pt x="27328" y="27434"/>
                    <a:pt x="27634" y="27434"/>
                    <a:pt x="27926" y="27435"/>
                  </a:cubicBezTo>
                  <a:cubicBezTo>
                    <a:pt x="27919" y="29686"/>
                    <a:pt x="27864" y="32690"/>
                    <a:pt x="27608" y="33384"/>
                  </a:cubicBezTo>
                  <a:cubicBezTo>
                    <a:pt x="27526" y="33607"/>
                    <a:pt x="27612" y="33721"/>
                    <a:pt x="27803" y="33721"/>
                  </a:cubicBezTo>
                  <a:cubicBezTo>
                    <a:pt x="28593" y="33721"/>
                    <a:pt x="31192" y="31765"/>
                    <a:pt x="31244" y="27441"/>
                  </a:cubicBezTo>
                  <a:cubicBezTo>
                    <a:pt x="31244" y="27441"/>
                    <a:pt x="34975" y="28173"/>
                    <a:pt x="36950" y="28173"/>
                  </a:cubicBezTo>
                  <a:cubicBezTo>
                    <a:pt x="37526" y="28173"/>
                    <a:pt x="37953" y="28110"/>
                    <a:pt x="38094" y="27950"/>
                  </a:cubicBezTo>
                  <a:cubicBezTo>
                    <a:pt x="38782" y="27160"/>
                    <a:pt x="34446" y="25593"/>
                    <a:pt x="33002" y="24646"/>
                  </a:cubicBezTo>
                  <a:cubicBezTo>
                    <a:pt x="31562" y="23699"/>
                    <a:pt x="32407" y="5015"/>
                    <a:pt x="18602" y="3146"/>
                  </a:cubicBezTo>
                  <a:cubicBezTo>
                    <a:pt x="18164" y="3087"/>
                    <a:pt x="17743" y="3058"/>
                    <a:pt x="17340" y="3058"/>
                  </a:cubicBezTo>
                  <a:cubicBezTo>
                    <a:pt x="10865" y="3058"/>
                    <a:pt x="8839" y="10444"/>
                    <a:pt x="8279" y="16658"/>
                  </a:cubicBezTo>
                  <a:cubicBezTo>
                    <a:pt x="7991" y="16679"/>
                    <a:pt x="7665" y="16694"/>
                    <a:pt x="7322" y="16694"/>
                  </a:cubicBezTo>
                  <a:cubicBezTo>
                    <a:pt x="5262" y="16694"/>
                    <a:pt x="2593" y="16147"/>
                    <a:pt x="3921" y="13059"/>
                  </a:cubicBezTo>
                  <a:cubicBezTo>
                    <a:pt x="5120" y="10267"/>
                    <a:pt x="12948" y="5339"/>
                    <a:pt x="11545" y="2563"/>
                  </a:cubicBezTo>
                  <a:cubicBezTo>
                    <a:pt x="10570" y="641"/>
                    <a:pt x="9249" y="1"/>
                    <a:pt x="7997" y="1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"/>
            <p:cNvSpPr/>
            <p:nvPr/>
          </p:nvSpPr>
          <p:spPr>
            <a:xfrm>
              <a:off x="1860502" y="4267406"/>
              <a:ext cx="64795" cy="103036"/>
            </a:xfrm>
            <a:custGeom>
              <a:rect b="b" l="l" r="r" t="t"/>
              <a:pathLst>
                <a:path extrusionOk="0" h="1684" w="1059">
                  <a:moveTo>
                    <a:pt x="127" y="0"/>
                  </a:moveTo>
                  <a:cubicBezTo>
                    <a:pt x="57" y="0"/>
                    <a:pt x="0" y="99"/>
                    <a:pt x="77" y="157"/>
                  </a:cubicBezTo>
                  <a:cubicBezTo>
                    <a:pt x="808" y="780"/>
                    <a:pt x="842" y="1144"/>
                    <a:pt x="885" y="1606"/>
                  </a:cubicBezTo>
                  <a:cubicBezTo>
                    <a:pt x="889" y="1649"/>
                    <a:pt x="926" y="1683"/>
                    <a:pt x="972" y="1683"/>
                  </a:cubicBezTo>
                  <a:lnTo>
                    <a:pt x="978" y="1683"/>
                  </a:lnTo>
                  <a:cubicBezTo>
                    <a:pt x="1024" y="1680"/>
                    <a:pt x="1058" y="1637"/>
                    <a:pt x="1055" y="1591"/>
                  </a:cubicBezTo>
                  <a:cubicBezTo>
                    <a:pt x="1009" y="1110"/>
                    <a:pt x="969" y="693"/>
                    <a:pt x="188" y="27"/>
                  </a:cubicBezTo>
                  <a:cubicBezTo>
                    <a:pt x="169" y="8"/>
                    <a:pt x="147" y="0"/>
                    <a:pt x="1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"/>
            <p:cNvSpPr/>
            <p:nvPr/>
          </p:nvSpPr>
          <p:spPr>
            <a:xfrm>
              <a:off x="1799441" y="4298365"/>
              <a:ext cx="100955" cy="72076"/>
            </a:xfrm>
            <a:custGeom>
              <a:rect b="b" l="l" r="r" t="t"/>
              <a:pathLst>
                <a:path extrusionOk="0" h="1178" w="1650">
                  <a:moveTo>
                    <a:pt x="121" y="1"/>
                  </a:moveTo>
                  <a:cubicBezTo>
                    <a:pt x="34" y="1"/>
                    <a:pt x="0" y="138"/>
                    <a:pt x="101" y="169"/>
                  </a:cubicBezTo>
                  <a:cubicBezTo>
                    <a:pt x="110" y="172"/>
                    <a:pt x="1159" y="502"/>
                    <a:pt x="1473" y="1131"/>
                  </a:cubicBezTo>
                  <a:cubicBezTo>
                    <a:pt x="1489" y="1159"/>
                    <a:pt x="1516" y="1177"/>
                    <a:pt x="1550" y="1177"/>
                  </a:cubicBezTo>
                  <a:cubicBezTo>
                    <a:pt x="1563" y="1177"/>
                    <a:pt x="1575" y="1174"/>
                    <a:pt x="1587" y="1171"/>
                  </a:cubicBezTo>
                  <a:cubicBezTo>
                    <a:pt x="1631" y="1150"/>
                    <a:pt x="1649" y="1097"/>
                    <a:pt x="1627" y="1054"/>
                  </a:cubicBezTo>
                  <a:cubicBezTo>
                    <a:pt x="1279" y="360"/>
                    <a:pt x="196" y="21"/>
                    <a:pt x="150" y="5"/>
                  </a:cubicBezTo>
                  <a:cubicBezTo>
                    <a:pt x="140" y="2"/>
                    <a:pt x="130" y="1"/>
                    <a:pt x="1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"/>
            <p:cNvSpPr/>
            <p:nvPr/>
          </p:nvSpPr>
          <p:spPr>
            <a:xfrm>
              <a:off x="2334551" y="4234061"/>
              <a:ext cx="67059" cy="110684"/>
            </a:xfrm>
            <a:custGeom>
              <a:rect b="b" l="l" r="r" t="t"/>
              <a:pathLst>
                <a:path extrusionOk="0" h="1809" w="1096">
                  <a:moveTo>
                    <a:pt x="971" y="1"/>
                  </a:moveTo>
                  <a:cubicBezTo>
                    <a:pt x="948" y="1"/>
                    <a:pt x="923" y="11"/>
                    <a:pt x="904" y="35"/>
                  </a:cubicBezTo>
                  <a:cubicBezTo>
                    <a:pt x="867" y="82"/>
                    <a:pt x="0" y="1164"/>
                    <a:pt x="133" y="1744"/>
                  </a:cubicBezTo>
                  <a:cubicBezTo>
                    <a:pt x="142" y="1781"/>
                    <a:pt x="179" y="1809"/>
                    <a:pt x="219" y="1809"/>
                  </a:cubicBezTo>
                  <a:cubicBezTo>
                    <a:pt x="271" y="1809"/>
                    <a:pt x="315" y="1760"/>
                    <a:pt x="302" y="1704"/>
                  </a:cubicBezTo>
                  <a:cubicBezTo>
                    <a:pt x="207" y="1291"/>
                    <a:pt x="802" y="439"/>
                    <a:pt x="1039" y="143"/>
                  </a:cubicBezTo>
                  <a:cubicBezTo>
                    <a:pt x="1096" y="78"/>
                    <a:pt x="1036" y="1"/>
                    <a:pt x="97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"/>
            <p:cNvSpPr/>
            <p:nvPr/>
          </p:nvSpPr>
          <p:spPr>
            <a:xfrm>
              <a:off x="2311852" y="4234489"/>
              <a:ext cx="44971" cy="128183"/>
            </a:xfrm>
            <a:custGeom>
              <a:rect b="b" l="l" r="r" t="t"/>
              <a:pathLst>
                <a:path extrusionOk="0" h="2095" w="735">
                  <a:moveTo>
                    <a:pt x="627" y="0"/>
                  </a:moveTo>
                  <a:cubicBezTo>
                    <a:pt x="598" y="0"/>
                    <a:pt x="569" y="15"/>
                    <a:pt x="553" y="50"/>
                  </a:cubicBezTo>
                  <a:cubicBezTo>
                    <a:pt x="528" y="106"/>
                    <a:pt x="1" y="1373"/>
                    <a:pt x="1" y="2012"/>
                  </a:cubicBezTo>
                  <a:cubicBezTo>
                    <a:pt x="1" y="2058"/>
                    <a:pt x="38" y="2095"/>
                    <a:pt x="87" y="2095"/>
                  </a:cubicBezTo>
                  <a:cubicBezTo>
                    <a:pt x="134" y="2095"/>
                    <a:pt x="171" y="2058"/>
                    <a:pt x="171" y="2012"/>
                  </a:cubicBezTo>
                  <a:cubicBezTo>
                    <a:pt x="171" y="1407"/>
                    <a:pt x="704" y="130"/>
                    <a:pt x="710" y="118"/>
                  </a:cubicBezTo>
                  <a:cubicBezTo>
                    <a:pt x="734" y="50"/>
                    <a:pt x="681" y="0"/>
                    <a:pt x="627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"/>
            <p:cNvSpPr/>
            <p:nvPr/>
          </p:nvSpPr>
          <p:spPr>
            <a:xfrm>
              <a:off x="881262" y="4029218"/>
              <a:ext cx="116374" cy="59288"/>
            </a:xfrm>
            <a:custGeom>
              <a:rect b="b" l="l" r="r" t="t"/>
              <a:pathLst>
                <a:path extrusionOk="0" h="969" w="1902">
                  <a:moveTo>
                    <a:pt x="1779" y="0"/>
                  </a:moveTo>
                  <a:cubicBezTo>
                    <a:pt x="1769" y="0"/>
                    <a:pt x="1758" y="2"/>
                    <a:pt x="1747" y="6"/>
                  </a:cubicBezTo>
                  <a:cubicBezTo>
                    <a:pt x="1475" y="86"/>
                    <a:pt x="106" y="500"/>
                    <a:pt x="13" y="864"/>
                  </a:cubicBezTo>
                  <a:cubicBezTo>
                    <a:pt x="1" y="910"/>
                    <a:pt x="29" y="956"/>
                    <a:pt x="75" y="968"/>
                  </a:cubicBezTo>
                  <a:lnTo>
                    <a:pt x="97" y="968"/>
                  </a:lnTo>
                  <a:cubicBezTo>
                    <a:pt x="137" y="968"/>
                    <a:pt x="171" y="941"/>
                    <a:pt x="180" y="904"/>
                  </a:cubicBezTo>
                  <a:cubicBezTo>
                    <a:pt x="223" y="728"/>
                    <a:pt x="1053" y="385"/>
                    <a:pt x="1796" y="170"/>
                  </a:cubicBezTo>
                  <a:cubicBezTo>
                    <a:pt x="1901" y="145"/>
                    <a:pt x="1870" y="0"/>
                    <a:pt x="17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"/>
            <p:cNvSpPr/>
            <p:nvPr/>
          </p:nvSpPr>
          <p:spPr>
            <a:xfrm>
              <a:off x="866027" y="3988286"/>
              <a:ext cx="103219" cy="90003"/>
            </a:xfrm>
            <a:custGeom>
              <a:rect b="b" l="l" r="r" t="t"/>
              <a:pathLst>
                <a:path extrusionOk="0" h="1471" w="1687">
                  <a:moveTo>
                    <a:pt x="1562" y="0"/>
                  </a:moveTo>
                  <a:cubicBezTo>
                    <a:pt x="1547" y="0"/>
                    <a:pt x="1531" y="5"/>
                    <a:pt x="1514" y="15"/>
                  </a:cubicBezTo>
                  <a:cubicBezTo>
                    <a:pt x="1370" y="108"/>
                    <a:pt x="99" y="925"/>
                    <a:pt x="9" y="1369"/>
                  </a:cubicBezTo>
                  <a:cubicBezTo>
                    <a:pt x="0" y="1415"/>
                    <a:pt x="31" y="1459"/>
                    <a:pt x="77" y="1468"/>
                  </a:cubicBezTo>
                  <a:cubicBezTo>
                    <a:pt x="83" y="1471"/>
                    <a:pt x="90" y="1471"/>
                    <a:pt x="93" y="1471"/>
                  </a:cubicBezTo>
                  <a:cubicBezTo>
                    <a:pt x="136" y="1471"/>
                    <a:pt x="170" y="1443"/>
                    <a:pt x="179" y="1403"/>
                  </a:cubicBezTo>
                  <a:cubicBezTo>
                    <a:pt x="231" y="1122"/>
                    <a:pt x="1083" y="493"/>
                    <a:pt x="1607" y="160"/>
                  </a:cubicBezTo>
                  <a:cubicBezTo>
                    <a:pt x="1686" y="109"/>
                    <a:pt x="1636" y="0"/>
                    <a:pt x="156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"/>
            <p:cNvSpPr/>
            <p:nvPr/>
          </p:nvSpPr>
          <p:spPr>
            <a:xfrm>
              <a:off x="2822121" y="3975560"/>
              <a:ext cx="99181" cy="41239"/>
            </a:xfrm>
            <a:custGeom>
              <a:rect b="b" l="l" r="r" t="t"/>
              <a:pathLst>
                <a:path extrusionOk="0" h="674" w="1621">
                  <a:moveTo>
                    <a:pt x="119" y="0"/>
                  </a:moveTo>
                  <a:cubicBezTo>
                    <a:pt x="29" y="0"/>
                    <a:pt x="1" y="142"/>
                    <a:pt x="103" y="168"/>
                  </a:cubicBezTo>
                  <a:cubicBezTo>
                    <a:pt x="112" y="171"/>
                    <a:pt x="1179" y="461"/>
                    <a:pt x="1457" y="658"/>
                  </a:cubicBezTo>
                  <a:cubicBezTo>
                    <a:pt x="1469" y="667"/>
                    <a:pt x="1487" y="673"/>
                    <a:pt x="1506" y="673"/>
                  </a:cubicBezTo>
                  <a:cubicBezTo>
                    <a:pt x="1586" y="670"/>
                    <a:pt x="1620" y="569"/>
                    <a:pt x="1555" y="519"/>
                  </a:cubicBezTo>
                  <a:cubicBezTo>
                    <a:pt x="1253" y="303"/>
                    <a:pt x="192" y="13"/>
                    <a:pt x="146" y="4"/>
                  </a:cubicBezTo>
                  <a:cubicBezTo>
                    <a:pt x="136" y="2"/>
                    <a:pt x="128" y="0"/>
                    <a:pt x="1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"/>
            <p:cNvSpPr/>
            <p:nvPr/>
          </p:nvSpPr>
          <p:spPr>
            <a:xfrm>
              <a:off x="2842740" y="3947354"/>
              <a:ext cx="111907" cy="63938"/>
            </a:xfrm>
            <a:custGeom>
              <a:rect b="b" l="l" r="r" t="t"/>
              <a:pathLst>
                <a:path extrusionOk="0" h="1045" w="1829">
                  <a:moveTo>
                    <a:pt x="117" y="1"/>
                  </a:moveTo>
                  <a:cubicBezTo>
                    <a:pt x="21" y="1"/>
                    <a:pt x="0" y="152"/>
                    <a:pt x="105" y="169"/>
                  </a:cubicBezTo>
                  <a:cubicBezTo>
                    <a:pt x="509" y="243"/>
                    <a:pt x="1573" y="533"/>
                    <a:pt x="1650" y="974"/>
                  </a:cubicBezTo>
                  <a:cubicBezTo>
                    <a:pt x="1659" y="1014"/>
                    <a:pt x="1693" y="1045"/>
                    <a:pt x="1736" y="1045"/>
                  </a:cubicBezTo>
                  <a:cubicBezTo>
                    <a:pt x="1740" y="1045"/>
                    <a:pt x="1746" y="1042"/>
                    <a:pt x="1752" y="1042"/>
                  </a:cubicBezTo>
                  <a:cubicBezTo>
                    <a:pt x="1798" y="1036"/>
                    <a:pt x="1829" y="989"/>
                    <a:pt x="1820" y="943"/>
                  </a:cubicBezTo>
                  <a:cubicBezTo>
                    <a:pt x="1709" y="311"/>
                    <a:pt x="299" y="30"/>
                    <a:pt x="136" y="2"/>
                  </a:cubicBezTo>
                  <a:cubicBezTo>
                    <a:pt x="129" y="1"/>
                    <a:pt x="123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3"/>
            <p:cNvSpPr/>
            <p:nvPr/>
          </p:nvSpPr>
          <p:spPr>
            <a:xfrm>
              <a:off x="1514938" y="3839732"/>
              <a:ext cx="36527" cy="243700"/>
            </a:xfrm>
            <a:custGeom>
              <a:rect b="b" l="l" r="r" t="t"/>
              <a:pathLst>
                <a:path extrusionOk="0" h="3983" w="597">
                  <a:moveTo>
                    <a:pt x="460" y="1"/>
                  </a:moveTo>
                  <a:cubicBezTo>
                    <a:pt x="423" y="1"/>
                    <a:pt x="385" y="23"/>
                    <a:pt x="377" y="71"/>
                  </a:cubicBezTo>
                  <a:cubicBezTo>
                    <a:pt x="362" y="164"/>
                    <a:pt x="1" y="2369"/>
                    <a:pt x="420" y="3920"/>
                  </a:cubicBezTo>
                  <a:cubicBezTo>
                    <a:pt x="430" y="3957"/>
                    <a:pt x="464" y="3982"/>
                    <a:pt x="504" y="3982"/>
                  </a:cubicBezTo>
                  <a:cubicBezTo>
                    <a:pt x="510" y="3982"/>
                    <a:pt x="519" y="3982"/>
                    <a:pt x="525" y="3979"/>
                  </a:cubicBezTo>
                  <a:cubicBezTo>
                    <a:pt x="572" y="3967"/>
                    <a:pt x="596" y="3920"/>
                    <a:pt x="584" y="3874"/>
                  </a:cubicBezTo>
                  <a:cubicBezTo>
                    <a:pt x="177" y="2360"/>
                    <a:pt x="544" y="121"/>
                    <a:pt x="547" y="99"/>
                  </a:cubicBezTo>
                  <a:cubicBezTo>
                    <a:pt x="557" y="37"/>
                    <a:pt x="508" y="1"/>
                    <a:pt x="46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3"/>
            <p:cNvSpPr/>
            <p:nvPr/>
          </p:nvSpPr>
          <p:spPr>
            <a:xfrm>
              <a:off x="2516449" y="3885925"/>
              <a:ext cx="26248" cy="187287"/>
            </a:xfrm>
            <a:custGeom>
              <a:rect b="b" l="l" r="r" t="t"/>
              <a:pathLst>
                <a:path extrusionOk="0" h="3061" w="429">
                  <a:moveTo>
                    <a:pt x="135" y="0"/>
                  </a:moveTo>
                  <a:cubicBezTo>
                    <a:pt x="131" y="0"/>
                    <a:pt x="127" y="0"/>
                    <a:pt x="124" y="1"/>
                  </a:cubicBezTo>
                  <a:cubicBezTo>
                    <a:pt x="77" y="7"/>
                    <a:pt x="43" y="50"/>
                    <a:pt x="50" y="97"/>
                  </a:cubicBezTo>
                  <a:cubicBezTo>
                    <a:pt x="53" y="112"/>
                    <a:pt x="256" y="1691"/>
                    <a:pt x="10" y="2959"/>
                  </a:cubicBezTo>
                  <a:cubicBezTo>
                    <a:pt x="0" y="3005"/>
                    <a:pt x="31" y="3051"/>
                    <a:pt x="77" y="3061"/>
                  </a:cubicBezTo>
                  <a:lnTo>
                    <a:pt x="93" y="3061"/>
                  </a:lnTo>
                  <a:cubicBezTo>
                    <a:pt x="133" y="3061"/>
                    <a:pt x="170" y="3033"/>
                    <a:pt x="176" y="2993"/>
                  </a:cubicBezTo>
                  <a:cubicBezTo>
                    <a:pt x="429" y="1694"/>
                    <a:pt x="222" y="90"/>
                    <a:pt x="219" y="75"/>
                  </a:cubicBezTo>
                  <a:cubicBezTo>
                    <a:pt x="214" y="32"/>
                    <a:pt x="176" y="0"/>
                    <a:pt x="1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3"/>
            <p:cNvSpPr/>
            <p:nvPr/>
          </p:nvSpPr>
          <p:spPr>
            <a:xfrm>
              <a:off x="1415699" y="3082094"/>
              <a:ext cx="1285742" cy="968130"/>
            </a:xfrm>
            <a:custGeom>
              <a:rect b="b" l="l" r="r" t="t"/>
              <a:pathLst>
                <a:path extrusionOk="0" h="15823" w="21014">
                  <a:moveTo>
                    <a:pt x="2456" y="1"/>
                  </a:moveTo>
                  <a:cubicBezTo>
                    <a:pt x="2409" y="1"/>
                    <a:pt x="2383" y="20"/>
                    <a:pt x="2382" y="62"/>
                  </a:cubicBezTo>
                  <a:cubicBezTo>
                    <a:pt x="2369" y="632"/>
                    <a:pt x="2132" y="4525"/>
                    <a:pt x="2132" y="4525"/>
                  </a:cubicBezTo>
                  <a:cubicBezTo>
                    <a:pt x="2132" y="4525"/>
                    <a:pt x="96" y="9564"/>
                    <a:pt x="50" y="10298"/>
                  </a:cubicBezTo>
                  <a:cubicBezTo>
                    <a:pt x="1" y="11029"/>
                    <a:pt x="6200" y="15776"/>
                    <a:pt x="11520" y="15822"/>
                  </a:cubicBezTo>
                  <a:cubicBezTo>
                    <a:pt x="11556" y="15823"/>
                    <a:pt x="11592" y="15823"/>
                    <a:pt x="11628" y="15823"/>
                  </a:cubicBezTo>
                  <a:cubicBezTo>
                    <a:pt x="18514" y="15823"/>
                    <a:pt x="21014" y="9920"/>
                    <a:pt x="20946" y="9450"/>
                  </a:cubicBezTo>
                  <a:cubicBezTo>
                    <a:pt x="20881" y="8978"/>
                    <a:pt x="18392" y="4478"/>
                    <a:pt x="18241" y="4386"/>
                  </a:cubicBezTo>
                  <a:cubicBezTo>
                    <a:pt x="18087" y="4296"/>
                    <a:pt x="16520" y="1314"/>
                    <a:pt x="16520" y="1314"/>
                  </a:cubicBezTo>
                  <a:cubicBezTo>
                    <a:pt x="16520" y="1314"/>
                    <a:pt x="14608" y="3594"/>
                    <a:pt x="14415" y="3594"/>
                  </a:cubicBezTo>
                  <a:cubicBezTo>
                    <a:pt x="14413" y="3594"/>
                    <a:pt x="14412" y="3593"/>
                    <a:pt x="14410" y="3593"/>
                  </a:cubicBezTo>
                  <a:cubicBezTo>
                    <a:pt x="14247" y="3556"/>
                    <a:pt x="7579" y="3448"/>
                    <a:pt x="7384" y="3291"/>
                  </a:cubicBezTo>
                  <a:cubicBezTo>
                    <a:pt x="7204" y="3142"/>
                    <a:pt x="3066" y="1"/>
                    <a:pt x="2456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3"/>
            <p:cNvSpPr/>
            <p:nvPr/>
          </p:nvSpPr>
          <p:spPr>
            <a:xfrm>
              <a:off x="2106398" y="3092250"/>
              <a:ext cx="595820" cy="635039"/>
            </a:xfrm>
            <a:custGeom>
              <a:rect b="b" l="l" r="r" t="t"/>
              <a:pathLst>
                <a:path extrusionOk="0" h="10379" w="9738">
                  <a:moveTo>
                    <a:pt x="6138" y="1"/>
                  </a:moveTo>
                  <a:lnTo>
                    <a:pt x="3621" y="2903"/>
                  </a:lnTo>
                  <a:lnTo>
                    <a:pt x="0" y="3156"/>
                  </a:lnTo>
                  <a:cubicBezTo>
                    <a:pt x="0" y="3156"/>
                    <a:pt x="191" y="7304"/>
                    <a:pt x="1413" y="8905"/>
                  </a:cubicBezTo>
                  <a:cubicBezTo>
                    <a:pt x="2253" y="10005"/>
                    <a:pt x="3117" y="10379"/>
                    <a:pt x="3966" y="10379"/>
                  </a:cubicBezTo>
                  <a:cubicBezTo>
                    <a:pt x="5762" y="10379"/>
                    <a:pt x="7488" y="8708"/>
                    <a:pt x="8774" y="8708"/>
                  </a:cubicBezTo>
                  <a:cubicBezTo>
                    <a:pt x="9132" y="8708"/>
                    <a:pt x="9456" y="8837"/>
                    <a:pt x="9737" y="9167"/>
                  </a:cubicBezTo>
                  <a:cubicBezTo>
                    <a:pt x="9737" y="9167"/>
                    <a:pt x="9694" y="4852"/>
                    <a:pt x="6138" y="1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3"/>
            <p:cNvSpPr/>
            <p:nvPr/>
          </p:nvSpPr>
          <p:spPr>
            <a:xfrm>
              <a:off x="1416066" y="3048932"/>
              <a:ext cx="635651" cy="703811"/>
            </a:xfrm>
            <a:custGeom>
              <a:rect b="b" l="l" r="r" t="t"/>
              <a:pathLst>
                <a:path extrusionOk="0" h="11503" w="10389">
                  <a:moveTo>
                    <a:pt x="2441" y="0"/>
                  </a:moveTo>
                  <a:cubicBezTo>
                    <a:pt x="2097" y="0"/>
                    <a:pt x="2245" y="2330"/>
                    <a:pt x="1216" y="5471"/>
                  </a:cubicBezTo>
                  <a:cubicBezTo>
                    <a:pt x="608" y="7327"/>
                    <a:pt x="1" y="10924"/>
                    <a:pt x="1" y="10924"/>
                  </a:cubicBezTo>
                  <a:cubicBezTo>
                    <a:pt x="486" y="10058"/>
                    <a:pt x="1234" y="9753"/>
                    <a:pt x="2097" y="9753"/>
                  </a:cubicBezTo>
                  <a:cubicBezTo>
                    <a:pt x="4165" y="9753"/>
                    <a:pt x="6899" y="11502"/>
                    <a:pt x="8310" y="11502"/>
                  </a:cubicBezTo>
                  <a:cubicBezTo>
                    <a:pt x="8492" y="11502"/>
                    <a:pt x="8651" y="11473"/>
                    <a:pt x="8785" y="11408"/>
                  </a:cubicBezTo>
                  <a:cubicBezTo>
                    <a:pt x="10389" y="10621"/>
                    <a:pt x="9827" y="3888"/>
                    <a:pt x="9827" y="3888"/>
                  </a:cubicBezTo>
                  <a:lnTo>
                    <a:pt x="6977" y="3389"/>
                  </a:lnTo>
                  <a:cubicBezTo>
                    <a:pt x="6977" y="3389"/>
                    <a:pt x="2959" y="357"/>
                    <a:pt x="2514" y="30"/>
                  </a:cubicBezTo>
                  <a:cubicBezTo>
                    <a:pt x="2488" y="10"/>
                    <a:pt x="2463" y="0"/>
                    <a:pt x="2441" y="0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3"/>
            <p:cNvSpPr/>
            <p:nvPr/>
          </p:nvSpPr>
          <p:spPr>
            <a:xfrm>
              <a:off x="2036649" y="3689281"/>
              <a:ext cx="176396" cy="187287"/>
            </a:xfrm>
            <a:custGeom>
              <a:rect b="b" l="l" r="r" t="t"/>
              <a:pathLst>
                <a:path extrusionOk="0" h="3061" w="2883">
                  <a:moveTo>
                    <a:pt x="1538" y="1"/>
                  </a:moveTo>
                  <a:cubicBezTo>
                    <a:pt x="1494" y="1"/>
                    <a:pt x="1454" y="31"/>
                    <a:pt x="1449" y="78"/>
                  </a:cubicBezTo>
                  <a:lnTo>
                    <a:pt x="1106" y="2839"/>
                  </a:lnTo>
                  <a:cubicBezTo>
                    <a:pt x="588" y="2555"/>
                    <a:pt x="264" y="1275"/>
                    <a:pt x="181" y="775"/>
                  </a:cubicBezTo>
                  <a:cubicBezTo>
                    <a:pt x="173" y="727"/>
                    <a:pt x="136" y="705"/>
                    <a:pt x="98" y="705"/>
                  </a:cubicBezTo>
                  <a:cubicBezTo>
                    <a:pt x="50" y="705"/>
                    <a:pt x="1" y="741"/>
                    <a:pt x="11" y="803"/>
                  </a:cubicBezTo>
                  <a:cubicBezTo>
                    <a:pt x="27" y="886"/>
                    <a:pt x="360" y="2805"/>
                    <a:pt x="1149" y="3039"/>
                  </a:cubicBezTo>
                  <a:lnTo>
                    <a:pt x="1152" y="3039"/>
                  </a:lnTo>
                  <a:cubicBezTo>
                    <a:pt x="1199" y="3055"/>
                    <a:pt x="1251" y="3061"/>
                    <a:pt x="1300" y="3061"/>
                  </a:cubicBezTo>
                  <a:cubicBezTo>
                    <a:pt x="2068" y="3061"/>
                    <a:pt x="2830" y="1438"/>
                    <a:pt x="2864" y="1364"/>
                  </a:cubicBezTo>
                  <a:cubicBezTo>
                    <a:pt x="2883" y="1324"/>
                    <a:pt x="2864" y="1275"/>
                    <a:pt x="2824" y="1256"/>
                  </a:cubicBezTo>
                  <a:cubicBezTo>
                    <a:pt x="2812" y="1250"/>
                    <a:pt x="2799" y="1247"/>
                    <a:pt x="2786" y="1247"/>
                  </a:cubicBezTo>
                  <a:cubicBezTo>
                    <a:pt x="2754" y="1247"/>
                    <a:pt x="2723" y="1266"/>
                    <a:pt x="2710" y="1297"/>
                  </a:cubicBezTo>
                  <a:cubicBezTo>
                    <a:pt x="2492" y="1763"/>
                    <a:pt x="1843" y="2892"/>
                    <a:pt x="1303" y="2892"/>
                  </a:cubicBezTo>
                  <a:cubicBezTo>
                    <a:pt x="1293" y="2892"/>
                    <a:pt x="1283" y="2892"/>
                    <a:pt x="1273" y="2891"/>
                  </a:cubicBezTo>
                  <a:lnTo>
                    <a:pt x="1618" y="97"/>
                  </a:lnTo>
                  <a:cubicBezTo>
                    <a:pt x="1624" y="51"/>
                    <a:pt x="1590" y="7"/>
                    <a:pt x="1544" y="1"/>
                  </a:cubicBezTo>
                  <a:cubicBezTo>
                    <a:pt x="1542" y="1"/>
                    <a:pt x="1540" y="1"/>
                    <a:pt x="153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3"/>
            <p:cNvSpPr/>
            <p:nvPr/>
          </p:nvSpPr>
          <p:spPr>
            <a:xfrm>
              <a:off x="2083943" y="3647125"/>
              <a:ext cx="99854" cy="46868"/>
            </a:xfrm>
            <a:custGeom>
              <a:rect b="b" l="l" r="r" t="t"/>
              <a:pathLst>
                <a:path extrusionOk="0" h="766" w="1632">
                  <a:moveTo>
                    <a:pt x="747" y="1"/>
                  </a:moveTo>
                  <a:cubicBezTo>
                    <a:pt x="339" y="1"/>
                    <a:pt x="0" y="120"/>
                    <a:pt x="0" y="120"/>
                  </a:cubicBezTo>
                  <a:cubicBezTo>
                    <a:pt x="0" y="120"/>
                    <a:pt x="716" y="730"/>
                    <a:pt x="820" y="764"/>
                  </a:cubicBezTo>
                  <a:cubicBezTo>
                    <a:pt x="824" y="765"/>
                    <a:pt x="828" y="766"/>
                    <a:pt x="832" y="766"/>
                  </a:cubicBezTo>
                  <a:cubicBezTo>
                    <a:pt x="969" y="766"/>
                    <a:pt x="1632" y="274"/>
                    <a:pt x="1632" y="274"/>
                  </a:cubicBezTo>
                  <a:cubicBezTo>
                    <a:pt x="1368" y="62"/>
                    <a:pt x="1040" y="1"/>
                    <a:pt x="747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3"/>
            <p:cNvSpPr/>
            <p:nvPr/>
          </p:nvSpPr>
          <p:spPr>
            <a:xfrm>
              <a:off x="1775212" y="3549721"/>
              <a:ext cx="161406" cy="138706"/>
            </a:xfrm>
            <a:custGeom>
              <a:rect b="b" l="l" r="r" t="t"/>
              <a:pathLst>
                <a:path extrusionOk="0" h="2267" w="2638">
                  <a:moveTo>
                    <a:pt x="117" y="1"/>
                  </a:moveTo>
                  <a:cubicBezTo>
                    <a:pt x="22" y="1"/>
                    <a:pt x="1" y="152"/>
                    <a:pt x="105" y="173"/>
                  </a:cubicBezTo>
                  <a:cubicBezTo>
                    <a:pt x="130" y="176"/>
                    <a:pt x="2446" y="601"/>
                    <a:pt x="2258" y="2174"/>
                  </a:cubicBezTo>
                  <a:cubicBezTo>
                    <a:pt x="2255" y="2220"/>
                    <a:pt x="2286" y="2264"/>
                    <a:pt x="2335" y="2267"/>
                  </a:cubicBezTo>
                  <a:lnTo>
                    <a:pt x="2344" y="2267"/>
                  </a:lnTo>
                  <a:cubicBezTo>
                    <a:pt x="2387" y="2267"/>
                    <a:pt x="2424" y="2236"/>
                    <a:pt x="2428" y="2193"/>
                  </a:cubicBezTo>
                  <a:cubicBezTo>
                    <a:pt x="2637" y="462"/>
                    <a:pt x="161" y="6"/>
                    <a:pt x="136" y="3"/>
                  </a:cubicBezTo>
                  <a:cubicBezTo>
                    <a:pt x="129" y="2"/>
                    <a:pt x="123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3"/>
            <p:cNvSpPr/>
            <p:nvPr/>
          </p:nvSpPr>
          <p:spPr>
            <a:xfrm>
              <a:off x="2299064" y="3555962"/>
              <a:ext cx="162874" cy="125858"/>
            </a:xfrm>
            <a:custGeom>
              <a:rect b="b" l="l" r="r" t="t"/>
              <a:pathLst>
                <a:path extrusionOk="0" h="2057" w="2662">
                  <a:moveTo>
                    <a:pt x="1605" y="1"/>
                  </a:moveTo>
                  <a:cubicBezTo>
                    <a:pt x="1522" y="1"/>
                    <a:pt x="1436" y="11"/>
                    <a:pt x="1348" y="34"/>
                  </a:cubicBezTo>
                  <a:cubicBezTo>
                    <a:pt x="774" y="182"/>
                    <a:pt x="327" y="826"/>
                    <a:pt x="16" y="1946"/>
                  </a:cubicBezTo>
                  <a:cubicBezTo>
                    <a:pt x="0" y="1992"/>
                    <a:pt x="28" y="2038"/>
                    <a:pt x="74" y="2054"/>
                  </a:cubicBezTo>
                  <a:cubicBezTo>
                    <a:pt x="80" y="2054"/>
                    <a:pt x="90" y="2054"/>
                    <a:pt x="96" y="2057"/>
                  </a:cubicBezTo>
                  <a:cubicBezTo>
                    <a:pt x="136" y="2054"/>
                    <a:pt x="170" y="2029"/>
                    <a:pt x="179" y="1992"/>
                  </a:cubicBezTo>
                  <a:cubicBezTo>
                    <a:pt x="472" y="934"/>
                    <a:pt x="879" y="333"/>
                    <a:pt x="1388" y="200"/>
                  </a:cubicBezTo>
                  <a:cubicBezTo>
                    <a:pt x="1460" y="181"/>
                    <a:pt x="1531" y="173"/>
                    <a:pt x="1600" y="173"/>
                  </a:cubicBezTo>
                  <a:cubicBezTo>
                    <a:pt x="2078" y="173"/>
                    <a:pt x="2471" y="565"/>
                    <a:pt x="2477" y="570"/>
                  </a:cubicBezTo>
                  <a:cubicBezTo>
                    <a:pt x="2495" y="589"/>
                    <a:pt x="2516" y="597"/>
                    <a:pt x="2537" y="597"/>
                  </a:cubicBezTo>
                  <a:cubicBezTo>
                    <a:pt x="2603" y="597"/>
                    <a:pt x="2662" y="511"/>
                    <a:pt x="2600" y="450"/>
                  </a:cubicBezTo>
                  <a:cubicBezTo>
                    <a:pt x="2579" y="428"/>
                    <a:pt x="2151" y="1"/>
                    <a:pt x="160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3"/>
            <p:cNvSpPr/>
            <p:nvPr/>
          </p:nvSpPr>
          <p:spPr>
            <a:xfrm>
              <a:off x="1595516" y="3127614"/>
              <a:ext cx="125368" cy="134056"/>
            </a:xfrm>
            <a:custGeom>
              <a:rect b="b" l="l" r="r" t="t"/>
              <a:pathLst>
                <a:path extrusionOk="0" h="2191" w="2049">
                  <a:moveTo>
                    <a:pt x="175" y="0"/>
                  </a:moveTo>
                  <a:cubicBezTo>
                    <a:pt x="165" y="0"/>
                    <a:pt x="160" y="5"/>
                    <a:pt x="158" y="15"/>
                  </a:cubicBezTo>
                  <a:cubicBezTo>
                    <a:pt x="130" y="221"/>
                    <a:pt x="1" y="1979"/>
                    <a:pt x="16" y="2152"/>
                  </a:cubicBezTo>
                  <a:cubicBezTo>
                    <a:pt x="19" y="2179"/>
                    <a:pt x="70" y="2190"/>
                    <a:pt x="155" y="2190"/>
                  </a:cubicBezTo>
                  <a:cubicBezTo>
                    <a:pt x="613" y="2190"/>
                    <a:pt x="2049" y="1856"/>
                    <a:pt x="2049" y="1856"/>
                  </a:cubicBezTo>
                  <a:cubicBezTo>
                    <a:pt x="2049" y="1856"/>
                    <a:pt x="363" y="0"/>
                    <a:pt x="175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3"/>
            <p:cNvSpPr/>
            <p:nvPr/>
          </p:nvSpPr>
          <p:spPr>
            <a:xfrm>
              <a:off x="1400036" y="3051012"/>
              <a:ext cx="1213788" cy="657066"/>
            </a:xfrm>
            <a:custGeom>
              <a:rect b="b" l="l" r="r" t="t"/>
              <a:pathLst>
                <a:path extrusionOk="0" h="10739" w="19838">
                  <a:moveTo>
                    <a:pt x="3110" y="1"/>
                  </a:moveTo>
                  <a:cubicBezTo>
                    <a:pt x="3103" y="1"/>
                    <a:pt x="3097" y="1"/>
                    <a:pt x="3091" y="2"/>
                  </a:cubicBezTo>
                  <a:cubicBezTo>
                    <a:pt x="2644" y="67"/>
                    <a:pt x="2184" y="3302"/>
                    <a:pt x="2008" y="4703"/>
                  </a:cubicBezTo>
                  <a:cubicBezTo>
                    <a:pt x="1885" y="5026"/>
                    <a:pt x="10" y="10017"/>
                    <a:pt x="1" y="10652"/>
                  </a:cubicBezTo>
                  <a:cubicBezTo>
                    <a:pt x="1" y="10698"/>
                    <a:pt x="38" y="10739"/>
                    <a:pt x="87" y="10739"/>
                  </a:cubicBezTo>
                  <a:cubicBezTo>
                    <a:pt x="89" y="10739"/>
                    <a:pt x="90" y="10739"/>
                    <a:pt x="92" y="10739"/>
                  </a:cubicBezTo>
                  <a:cubicBezTo>
                    <a:pt x="136" y="10739"/>
                    <a:pt x="173" y="10700"/>
                    <a:pt x="173" y="10652"/>
                  </a:cubicBezTo>
                  <a:cubicBezTo>
                    <a:pt x="180" y="10165"/>
                    <a:pt x="1484" y="6578"/>
                    <a:pt x="2175" y="4752"/>
                  </a:cubicBezTo>
                  <a:cubicBezTo>
                    <a:pt x="2178" y="4746"/>
                    <a:pt x="2178" y="4740"/>
                    <a:pt x="2178" y="4733"/>
                  </a:cubicBezTo>
                  <a:cubicBezTo>
                    <a:pt x="2453" y="2571"/>
                    <a:pt x="2881" y="274"/>
                    <a:pt x="3119" y="172"/>
                  </a:cubicBezTo>
                  <a:lnTo>
                    <a:pt x="3125" y="172"/>
                  </a:lnTo>
                  <a:cubicBezTo>
                    <a:pt x="3412" y="172"/>
                    <a:pt x="5370" y="1797"/>
                    <a:pt x="6422" y="2673"/>
                  </a:cubicBezTo>
                  <a:cubicBezTo>
                    <a:pt x="7091" y="3228"/>
                    <a:pt x="7625" y="3669"/>
                    <a:pt x="7785" y="3768"/>
                  </a:cubicBezTo>
                  <a:cubicBezTo>
                    <a:pt x="8059" y="3932"/>
                    <a:pt x="10127" y="3969"/>
                    <a:pt x="11956" y="3969"/>
                  </a:cubicBezTo>
                  <a:cubicBezTo>
                    <a:pt x="13297" y="3969"/>
                    <a:pt x="14510" y="3949"/>
                    <a:pt x="14793" y="3944"/>
                  </a:cubicBezTo>
                  <a:cubicBezTo>
                    <a:pt x="14818" y="3944"/>
                    <a:pt x="14842" y="3935"/>
                    <a:pt x="14858" y="3913"/>
                  </a:cubicBezTo>
                  <a:cubicBezTo>
                    <a:pt x="15808" y="2763"/>
                    <a:pt x="17387" y="924"/>
                    <a:pt x="17670" y="767"/>
                  </a:cubicBezTo>
                  <a:cubicBezTo>
                    <a:pt x="17939" y="995"/>
                    <a:pt x="19382" y="3281"/>
                    <a:pt x="19651" y="3975"/>
                  </a:cubicBezTo>
                  <a:cubicBezTo>
                    <a:pt x="19664" y="4014"/>
                    <a:pt x="19695" y="4031"/>
                    <a:pt x="19727" y="4031"/>
                  </a:cubicBezTo>
                  <a:cubicBezTo>
                    <a:pt x="19781" y="4031"/>
                    <a:pt x="19837" y="3981"/>
                    <a:pt x="19808" y="3913"/>
                  </a:cubicBezTo>
                  <a:cubicBezTo>
                    <a:pt x="19552" y="3241"/>
                    <a:pt x="17979" y="687"/>
                    <a:pt x="17717" y="594"/>
                  </a:cubicBezTo>
                  <a:cubicBezTo>
                    <a:pt x="17709" y="592"/>
                    <a:pt x="17701" y="589"/>
                    <a:pt x="17689" y="589"/>
                  </a:cubicBezTo>
                  <a:cubicBezTo>
                    <a:pt x="17581" y="589"/>
                    <a:pt x="17186" y="826"/>
                    <a:pt x="14747" y="3774"/>
                  </a:cubicBezTo>
                  <a:cubicBezTo>
                    <a:pt x="13931" y="3789"/>
                    <a:pt x="12982" y="3798"/>
                    <a:pt x="12055" y="3798"/>
                  </a:cubicBezTo>
                  <a:cubicBezTo>
                    <a:pt x="10026" y="3798"/>
                    <a:pt x="8096" y="3753"/>
                    <a:pt x="7872" y="3620"/>
                  </a:cubicBezTo>
                  <a:cubicBezTo>
                    <a:pt x="7721" y="3531"/>
                    <a:pt x="7168" y="3071"/>
                    <a:pt x="6530" y="2540"/>
                  </a:cubicBezTo>
                  <a:cubicBezTo>
                    <a:pt x="4466" y="826"/>
                    <a:pt x="3414" y="1"/>
                    <a:pt x="311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3"/>
            <p:cNvSpPr/>
            <p:nvPr/>
          </p:nvSpPr>
          <p:spPr>
            <a:xfrm>
              <a:off x="2398854" y="3167690"/>
              <a:ext cx="122064" cy="123349"/>
            </a:xfrm>
            <a:custGeom>
              <a:rect b="b" l="l" r="r" t="t"/>
              <a:pathLst>
                <a:path extrusionOk="0" h="2016" w="1995">
                  <a:moveTo>
                    <a:pt x="1171" y="0"/>
                  </a:moveTo>
                  <a:cubicBezTo>
                    <a:pt x="822" y="0"/>
                    <a:pt x="1" y="1839"/>
                    <a:pt x="1" y="1839"/>
                  </a:cubicBezTo>
                  <a:cubicBezTo>
                    <a:pt x="1" y="1839"/>
                    <a:pt x="1589" y="1984"/>
                    <a:pt x="1796" y="2015"/>
                  </a:cubicBezTo>
                  <a:cubicBezTo>
                    <a:pt x="1798" y="2016"/>
                    <a:pt x="1799" y="2016"/>
                    <a:pt x="1801" y="2016"/>
                  </a:cubicBezTo>
                  <a:cubicBezTo>
                    <a:pt x="1994" y="2016"/>
                    <a:pt x="1531" y="322"/>
                    <a:pt x="1238" y="29"/>
                  </a:cubicBezTo>
                  <a:cubicBezTo>
                    <a:pt x="1218" y="10"/>
                    <a:pt x="1196" y="0"/>
                    <a:pt x="1171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3"/>
            <p:cNvSpPr/>
            <p:nvPr/>
          </p:nvSpPr>
          <p:spPr>
            <a:xfrm>
              <a:off x="2454898" y="3679492"/>
              <a:ext cx="294116" cy="115028"/>
            </a:xfrm>
            <a:custGeom>
              <a:rect b="b" l="l" r="r" t="t"/>
              <a:pathLst>
                <a:path extrusionOk="0" h="1880" w="4807">
                  <a:moveTo>
                    <a:pt x="4688" y="0"/>
                  </a:moveTo>
                  <a:cubicBezTo>
                    <a:pt x="4678" y="0"/>
                    <a:pt x="4667" y="2"/>
                    <a:pt x="4655" y="7"/>
                  </a:cubicBezTo>
                  <a:lnTo>
                    <a:pt x="90" y="1713"/>
                  </a:lnTo>
                  <a:cubicBezTo>
                    <a:pt x="1" y="1746"/>
                    <a:pt x="22" y="1879"/>
                    <a:pt x="118" y="1879"/>
                  </a:cubicBezTo>
                  <a:cubicBezTo>
                    <a:pt x="130" y="1879"/>
                    <a:pt x="140" y="1876"/>
                    <a:pt x="149" y="1873"/>
                  </a:cubicBezTo>
                  <a:lnTo>
                    <a:pt x="4714" y="167"/>
                  </a:lnTo>
                  <a:cubicBezTo>
                    <a:pt x="4807" y="129"/>
                    <a:pt x="4771" y="0"/>
                    <a:pt x="468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3"/>
            <p:cNvSpPr/>
            <p:nvPr/>
          </p:nvSpPr>
          <p:spPr>
            <a:xfrm>
              <a:off x="2469093" y="3754686"/>
              <a:ext cx="333642" cy="67732"/>
            </a:xfrm>
            <a:custGeom>
              <a:rect b="b" l="l" r="r" t="t"/>
              <a:pathLst>
                <a:path extrusionOk="0" h="1107" w="5453">
                  <a:moveTo>
                    <a:pt x="5334" y="1"/>
                  </a:moveTo>
                  <a:cubicBezTo>
                    <a:pt x="5328" y="1"/>
                    <a:pt x="5321" y="1"/>
                    <a:pt x="5314" y="2"/>
                  </a:cubicBezTo>
                  <a:lnTo>
                    <a:pt x="102" y="937"/>
                  </a:lnTo>
                  <a:cubicBezTo>
                    <a:pt x="0" y="955"/>
                    <a:pt x="12" y="1107"/>
                    <a:pt x="117" y="1107"/>
                  </a:cubicBezTo>
                  <a:lnTo>
                    <a:pt x="130" y="1107"/>
                  </a:lnTo>
                  <a:lnTo>
                    <a:pt x="5345" y="172"/>
                  </a:lnTo>
                  <a:cubicBezTo>
                    <a:pt x="5452" y="152"/>
                    <a:pt x="5432" y="1"/>
                    <a:pt x="533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3"/>
            <p:cNvSpPr/>
            <p:nvPr/>
          </p:nvSpPr>
          <p:spPr>
            <a:xfrm>
              <a:off x="2473009" y="3848481"/>
              <a:ext cx="280900" cy="54699"/>
            </a:xfrm>
            <a:custGeom>
              <a:rect b="b" l="l" r="r" t="t"/>
              <a:pathLst>
                <a:path extrusionOk="0" h="894" w="4591">
                  <a:moveTo>
                    <a:pt x="89" y="1"/>
                  </a:moveTo>
                  <a:cubicBezTo>
                    <a:pt x="50" y="1"/>
                    <a:pt x="15" y="30"/>
                    <a:pt x="7" y="73"/>
                  </a:cubicBezTo>
                  <a:cubicBezTo>
                    <a:pt x="1" y="119"/>
                    <a:pt x="32" y="163"/>
                    <a:pt x="78" y="172"/>
                  </a:cubicBezTo>
                  <a:lnTo>
                    <a:pt x="4461" y="894"/>
                  </a:lnTo>
                  <a:lnTo>
                    <a:pt x="4473" y="894"/>
                  </a:lnTo>
                  <a:cubicBezTo>
                    <a:pt x="4578" y="894"/>
                    <a:pt x="4590" y="743"/>
                    <a:pt x="4489" y="724"/>
                  </a:cubicBezTo>
                  <a:lnTo>
                    <a:pt x="106" y="2"/>
                  </a:lnTo>
                  <a:cubicBezTo>
                    <a:pt x="100" y="1"/>
                    <a:pt x="95" y="1"/>
                    <a:pt x="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3"/>
            <p:cNvSpPr/>
            <p:nvPr/>
          </p:nvSpPr>
          <p:spPr>
            <a:xfrm>
              <a:off x="1512919" y="3670130"/>
              <a:ext cx="336273" cy="150576"/>
            </a:xfrm>
            <a:custGeom>
              <a:rect b="b" l="l" r="r" t="t"/>
              <a:pathLst>
                <a:path extrusionOk="0" h="2461" w="5496">
                  <a:moveTo>
                    <a:pt x="123" y="0"/>
                  </a:moveTo>
                  <a:cubicBezTo>
                    <a:pt x="41" y="0"/>
                    <a:pt x="1" y="126"/>
                    <a:pt x="93" y="166"/>
                  </a:cubicBezTo>
                  <a:lnTo>
                    <a:pt x="5345" y="2455"/>
                  </a:lnTo>
                  <a:cubicBezTo>
                    <a:pt x="5354" y="2458"/>
                    <a:pt x="5366" y="2461"/>
                    <a:pt x="5378" y="2461"/>
                  </a:cubicBezTo>
                  <a:lnTo>
                    <a:pt x="5378" y="2461"/>
                  </a:lnTo>
                  <a:cubicBezTo>
                    <a:pt x="5472" y="2459"/>
                    <a:pt x="5496" y="2331"/>
                    <a:pt x="5413" y="2297"/>
                  </a:cubicBezTo>
                  <a:lnTo>
                    <a:pt x="160" y="9"/>
                  </a:lnTo>
                  <a:cubicBezTo>
                    <a:pt x="147" y="3"/>
                    <a:pt x="135" y="0"/>
                    <a:pt x="123" y="0"/>
                  </a:cubicBezTo>
                  <a:close/>
                  <a:moveTo>
                    <a:pt x="5378" y="2461"/>
                  </a:moveTo>
                  <a:cubicBezTo>
                    <a:pt x="5377" y="2461"/>
                    <a:pt x="5376" y="2461"/>
                    <a:pt x="5376" y="2461"/>
                  </a:cubicBezTo>
                  <a:lnTo>
                    <a:pt x="5379" y="2461"/>
                  </a:lnTo>
                  <a:cubicBezTo>
                    <a:pt x="5379" y="2461"/>
                    <a:pt x="5378" y="2461"/>
                    <a:pt x="5378" y="246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3"/>
            <p:cNvSpPr/>
            <p:nvPr/>
          </p:nvSpPr>
          <p:spPr>
            <a:xfrm>
              <a:off x="1456202" y="3757684"/>
              <a:ext cx="376410" cy="89269"/>
            </a:xfrm>
            <a:custGeom>
              <a:rect b="b" l="l" r="r" t="t"/>
              <a:pathLst>
                <a:path extrusionOk="0" h="1459" w="6152">
                  <a:moveTo>
                    <a:pt x="119" y="0"/>
                  </a:moveTo>
                  <a:cubicBezTo>
                    <a:pt x="25" y="0"/>
                    <a:pt x="0" y="149"/>
                    <a:pt x="107" y="172"/>
                  </a:cubicBezTo>
                  <a:lnTo>
                    <a:pt x="6013" y="1455"/>
                  </a:lnTo>
                  <a:lnTo>
                    <a:pt x="6032" y="1455"/>
                  </a:lnTo>
                  <a:lnTo>
                    <a:pt x="6032" y="1459"/>
                  </a:lnTo>
                  <a:cubicBezTo>
                    <a:pt x="6133" y="1459"/>
                    <a:pt x="6152" y="1310"/>
                    <a:pt x="6050" y="1289"/>
                  </a:cubicBezTo>
                  <a:lnTo>
                    <a:pt x="141" y="3"/>
                  </a:lnTo>
                  <a:cubicBezTo>
                    <a:pt x="133" y="1"/>
                    <a:pt x="126" y="0"/>
                    <a:pt x="1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3"/>
            <p:cNvSpPr/>
            <p:nvPr/>
          </p:nvSpPr>
          <p:spPr>
            <a:xfrm>
              <a:off x="1467582" y="3861758"/>
              <a:ext cx="361297" cy="32367"/>
            </a:xfrm>
            <a:custGeom>
              <a:rect b="b" l="l" r="r" t="t"/>
              <a:pathLst>
                <a:path extrusionOk="0" h="529" w="5905">
                  <a:moveTo>
                    <a:pt x="5789" y="1"/>
                  </a:moveTo>
                  <a:cubicBezTo>
                    <a:pt x="5787" y="1"/>
                    <a:pt x="5784" y="1"/>
                    <a:pt x="5781" y="1"/>
                  </a:cubicBezTo>
                  <a:lnTo>
                    <a:pt x="99" y="359"/>
                  </a:lnTo>
                  <a:cubicBezTo>
                    <a:pt x="1" y="374"/>
                    <a:pt x="4" y="519"/>
                    <a:pt x="106" y="529"/>
                  </a:cubicBezTo>
                  <a:lnTo>
                    <a:pt x="112" y="529"/>
                  </a:lnTo>
                  <a:lnTo>
                    <a:pt x="5793" y="171"/>
                  </a:lnTo>
                  <a:cubicBezTo>
                    <a:pt x="5904" y="165"/>
                    <a:pt x="5895" y="1"/>
                    <a:pt x="57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3"/>
            <p:cNvSpPr/>
            <p:nvPr/>
          </p:nvSpPr>
          <p:spPr>
            <a:xfrm>
              <a:off x="1522525" y="3410405"/>
              <a:ext cx="26615" cy="41422"/>
            </a:xfrm>
            <a:custGeom>
              <a:rect b="b" l="l" r="r" t="t"/>
              <a:pathLst>
                <a:path extrusionOk="0" h="677" w="435">
                  <a:moveTo>
                    <a:pt x="313" y="0"/>
                  </a:moveTo>
                  <a:cubicBezTo>
                    <a:pt x="292" y="0"/>
                    <a:pt x="269" y="9"/>
                    <a:pt x="250" y="31"/>
                  </a:cubicBezTo>
                  <a:cubicBezTo>
                    <a:pt x="238" y="44"/>
                    <a:pt x="0" y="324"/>
                    <a:pt x="50" y="605"/>
                  </a:cubicBezTo>
                  <a:cubicBezTo>
                    <a:pt x="59" y="645"/>
                    <a:pt x="93" y="676"/>
                    <a:pt x="136" y="676"/>
                  </a:cubicBezTo>
                  <a:lnTo>
                    <a:pt x="151" y="676"/>
                  </a:lnTo>
                  <a:cubicBezTo>
                    <a:pt x="198" y="667"/>
                    <a:pt x="229" y="621"/>
                    <a:pt x="219" y="574"/>
                  </a:cubicBezTo>
                  <a:cubicBezTo>
                    <a:pt x="182" y="374"/>
                    <a:pt x="380" y="146"/>
                    <a:pt x="380" y="142"/>
                  </a:cubicBezTo>
                  <a:cubicBezTo>
                    <a:pt x="435" y="78"/>
                    <a:pt x="377" y="0"/>
                    <a:pt x="313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3"/>
            <p:cNvSpPr/>
            <p:nvPr/>
          </p:nvSpPr>
          <p:spPr>
            <a:xfrm>
              <a:off x="1540819" y="3453173"/>
              <a:ext cx="26615" cy="41483"/>
            </a:xfrm>
            <a:custGeom>
              <a:rect b="b" l="l" r="r" t="t"/>
              <a:pathLst>
                <a:path extrusionOk="0" h="678" w="435">
                  <a:moveTo>
                    <a:pt x="314" y="0"/>
                  </a:moveTo>
                  <a:cubicBezTo>
                    <a:pt x="292" y="0"/>
                    <a:pt x="269" y="10"/>
                    <a:pt x="250" y="33"/>
                  </a:cubicBezTo>
                  <a:cubicBezTo>
                    <a:pt x="241" y="42"/>
                    <a:pt x="0" y="326"/>
                    <a:pt x="53" y="606"/>
                  </a:cubicBezTo>
                  <a:cubicBezTo>
                    <a:pt x="59" y="646"/>
                    <a:pt x="96" y="674"/>
                    <a:pt x="136" y="677"/>
                  </a:cubicBezTo>
                  <a:cubicBezTo>
                    <a:pt x="142" y="674"/>
                    <a:pt x="145" y="674"/>
                    <a:pt x="152" y="674"/>
                  </a:cubicBezTo>
                  <a:cubicBezTo>
                    <a:pt x="198" y="665"/>
                    <a:pt x="229" y="622"/>
                    <a:pt x="219" y="575"/>
                  </a:cubicBezTo>
                  <a:cubicBezTo>
                    <a:pt x="186" y="375"/>
                    <a:pt x="380" y="147"/>
                    <a:pt x="380" y="144"/>
                  </a:cubicBezTo>
                  <a:cubicBezTo>
                    <a:pt x="435" y="79"/>
                    <a:pt x="378" y="0"/>
                    <a:pt x="3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3"/>
            <p:cNvSpPr/>
            <p:nvPr/>
          </p:nvSpPr>
          <p:spPr>
            <a:xfrm>
              <a:off x="2609386" y="3425946"/>
              <a:ext cx="29002" cy="39464"/>
            </a:xfrm>
            <a:custGeom>
              <a:rect b="b" l="l" r="r" t="t"/>
              <a:pathLst>
                <a:path extrusionOk="0" h="645" w="474">
                  <a:moveTo>
                    <a:pt x="128" y="0"/>
                  </a:moveTo>
                  <a:cubicBezTo>
                    <a:pt x="52" y="0"/>
                    <a:pt x="0" y="111"/>
                    <a:pt x="85" y="160"/>
                  </a:cubicBezTo>
                  <a:cubicBezTo>
                    <a:pt x="258" y="268"/>
                    <a:pt x="298" y="567"/>
                    <a:pt x="298" y="570"/>
                  </a:cubicBezTo>
                  <a:cubicBezTo>
                    <a:pt x="301" y="613"/>
                    <a:pt x="338" y="644"/>
                    <a:pt x="381" y="644"/>
                  </a:cubicBezTo>
                  <a:lnTo>
                    <a:pt x="394" y="644"/>
                  </a:lnTo>
                  <a:cubicBezTo>
                    <a:pt x="440" y="638"/>
                    <a:pt x="474" y="595"/>
                    <a:pt x="468" y="549"/>
                  </a:cubicBezTo>
                  <a:cubicBezTo>
                    <a:pt x="464" y="533"/>
                    <a:pt x="418" y="166"/>
                    <a:pt x="175" y="15"/>
                  </a:cubicBezTo>
                  <a:cubicBezTo>
                    <a:pt x="159" y="5"/>
                    <a:pt x="143" y="0"/>
                    <a:pt x="12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3"/>
            <p:cNvSpPr/>
            <p:nvPr/>
          </p:nvSpPr>
          <p:spPr>
            <a:xfrm>
              <a:off x="2596905" y="3462167"/>
              <a:ext cx="28879" cy="39464"/>
            </a:xfrm>
            <a:custGeom>
              <a:rect b="b" l="l" r="r" t="t"/>
              <a:pathLst>
                <a:path extrusionOk="0" h="645" w="472">
                  <a:moveTo>
                    <a:pt x="127" y="0"/>
                  </a:moveTo>
                  <a:cubicBezTo>
                    <a:pt x="51" y="0"/>
                    <a:pt x="0" y="111"/>
                    <a:pt x="82" y="160"/>
                  </a:cubicBezTo>
                  <a:cubicBezTo>
                    <a:pt x="258" y="268"/>
                    <a:pt x="295" y="567"/>
                    <a:pt x="295" y="570"/>
                  </a:cubicBezTo>
                  <a:cubicBezTo>
                    <a:pt x="301" y="610"/>
                    <a:pt x="338" y="644"/>
                    <a:pt x="382" y="644"/>
                  </a:cubicBezTo>
                  <a:lnTo>
                    <a:pt x="391" y="644"/>
                  </a:lnTo>
                  <a:cubicBezTo>
                    <a:pt x="440" y="638"/>
                    <a:pt x="471" y="595"/>
                    <a:pt x="465" y="549"/>
                  </a:cubicBezTo>
                  <a:cubicBezTo>
                    <a:pt x="465" y="533"/>
                    <a:pt x="416" y="166"/>
                    <a:pt x="175" y="15"/>
                  </a:cubicBezTo>
                  <a:cubicBezTo>
                    <a:pt x="158" y="5"/>
                    <a:pt x="142" y="0"/>
                    <a:pt x="1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3"/>
            <p:cNvSpPr/>
            <p:nvPr/>
          </p:nvSpPr>
          <p:spPr>
            <a:xfrm>
              <a:off x="2635818" y="3481317"/>
              <a:ext cx="28818" cy="39526"/>
            </a:xfrm>
            <a:custGeom>
              <a:rect b="b" l="l" r="r" t="t"/>
              <a:pathLst>
                <a:path extrusionOk="0" h="646" w="471">
                  <a:moveTo>
                    <a:pt x="125" y="1"/>
                  </a:moveTo>
                  <a:cubicBezTo>
                    <a:pt x="49" y="1"/>
                    <a:pt x="0" y="111"/>
                    <a:pt x="82" y="162"/>
                  </a:cubicBezTo>
                  <a:cubicBezTo>
                    <a:pt x="258" y="270"/>
                    <a:pt x="295" y="566"/>
                    <a:pt x="295" y="569"/>
                  </a:cubicBezTo>
                  <a:cubicBezTo>
                    <a:pt x="301" y="612"/>
                    <a:pt x="338" y="646"/>
                    <a:pt x="381" y="646"/>
                  </a:cubicBezTo>
                  <a:lnTo>
                    <a:pt x="390" y="646"/>
                  </a:lnTo>
                  <a:cubicBezTo>
                    <a:pt x="436" y="640"/>
                    <a:pt x="470" y="597"/>
                    <a:pt x="464" y="550"/>
                  </a:cubicBezTo>
                  <a:cubicBezTo>
                    <a:pt x="464" y="535"/>
                    <a:pt x="415" y="168"/>
                    <a:pt x="174" y="17"/>
                  </a:cubicBezTo>
                  <a:cubicBezTo>
                    <a:pt x="157" y="5"/>
                    <a:pt x="140" y="1"/>
                    <a:pt x="12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3"/>
            <p:cNvSpPr/>
            <p:nvPr/>
          </p:nvSpPr>
          <p:spPr>
            <a:xfrm>
              <a:off x="2610916" y="3521148"/>
              <a:ext cx="28818" cy="39526"/>
            </a:xfrm>
            <a:custGeom>
              <a:rect b="b" l="l" r="r" t="t"/>
              <a:pathLst>
                <a:path extrusionOk="0" h="646" w="471">
                  <a:moveTo>
                    <a:pt x="126" y="0"/>
                  </a:moveTo>
                  <a:cubicBezTo>
                    <a:pt x="51" y="0"/>
                    <a:pt x="1" y="110"/>
                    <a:pt x="85" y="161"/>
                  </a:cubicBezTo>
                  <a:cubicBezTo>
                    <a:pt x="257" y="269"/>
                    <a:pt x="298" y="565"/>
                    <a:pt x="298" y="569"/>
                  </a:cubicBezTo>
                  <a:cubicBezTo>
                    <a:pt x="301" y="612"/>
                    <a:pt x="338" y="643"/>
                    <a:pt x="381" y="646"/>
                  </a:cubicBezTo>
                  <a:lnTo>
                    <a:pt x="390" y="643"/>
                  </a:lnTo>
                  <a:cubicBezTo>
                    <a:pt x="439" y="636"/>
                    <a:pt x="470" y="596"/>
                    <a:pt x="467" y="547"/>
                  </a:cubicBezTo>
                  <a:cubicBezTo>
                    <a:pt x="464" y="532"/>
                    <a:pt x="418" y="168"/>
                    <a:pt x="174" y="16"/>
                  </a:cubicBezTo>
                  <a:cubicBezTo>
                    <a:pt x="158" y="5"/>
                    <a:pt x="141" y="0"/>
                    <a:pt x="12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"/>
            <p:cNvSpPr/>
            <p:nvPr/>
          </p:nvSpPr>
          <p:spPr>
            <a:xfrm>
              <a:off x="2647320" y="3545499"/>
              <a:ext cx="28818" cy="39342"/>
            </a:xfrm>
            <a:custGeom>
              <a:rect b="b" l="l" r="r" t="t"/>
              <a:pathLst>
                <a:path extrusionOk="0" h="643" w="471">
                  <a:moveTo>
                    <a:pt x="125" y="0"/>
                  </a:moveTo>
                  <a:cubicBezTo>
                    <a:pt x="49" y="0"/>
                    <a:pt x="0" y="110"/>
                    <a:pt x="82" y="161"/>
                  </a:cubicBezTo>
                  <a:cubicBezTo>
                    <a:pt x="258" y="269"/>
                    <a:pt x="295" y="565"/>
                    <a:pt x="295" y="568"/>
                  </a:cubicBezTo>
                  <a:cubicBezTo>
                    <a:pt x="301" y="612"/>
                    <a:pt x="338" y="642"/>
                    <a:pt x="381" y="642"/>
                  </a:cubicBezTo>
                  <a:lnTo>
                    <a:pt x="390" y="642"/>
                  </a:lnTo>
                  <a:cubicBezTo>
                    <a:pt x="437" y="636"/>
                    <a:pt x="471" y="593"/>
                    <a:pt x="464" y="547"/>
                  </a:cubicBezTo>
                  <a:cubicBezTo>
                    <a:pt x="464" y="531"/>
                    <a:pt x="415" y="167"/>
                    <a:pt x="174" y="16"/>
                  </a:cubicBezTo>
                  <a:cubicBezTo>
                    <a:pt x="157" y="5"/>
                    <a:pt x="140" y="0"/>
                    <a:pt x="12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3"/>
            <p:cNvSpPr/>
            <p:nvPr/>
          </p:nvSpPr>
          <p:spPr>
            <a:xfrm>
              <a:off x="1500070" y="3475689"/>
              <a:ext cx="26677" cy="41422"/>
            </a:xfrm>
            <a:custGeom>
              <a:rect b="b" l="l" r="r" t="t"/>
              <a:pathLst>
                <a:path extrusionOk="0" h="677" w="436">
                  <a:moveTo>
                    <a:pt x="312" y="1"/>
                  </a:moveTo>
                  <a:cubicBezTo>
                    <a:pt x="291" y="1"/>
                    <a:pt x="269" y="10"/>
                    <a:pt x="250" y="32"/>
                  </a:cubicBezTo>
                  <a:cubicBezTo>
                    <a:pt x="238" y="44"/>
                    <a:pt x="0" y="325"/>
                    <a:pt x="50" y="608"/>
                  </a:cubicBezTo>
                  <a:cubicBezTo>
                    <a:pt x="59" y="648"/>
                    <a:pt x="93" y="676"/>
                    <a:pt x="136" y="676"/>
                  </a:cubicBezTo>
                  <a:lnTo>
                    <a:pt x="151" y="676"/>
                  </a:lnTo>
                  <a:cubicBezTo>
                    <a:pt x="198" y="667"/>
                    <a:pt x="229" y="624"/>
                    <a:pt x="219" y="578"/>
                  </a:cubicBezTo>
                  <a:cubicBezTo>
                    <a:pt x="182" y="377"/>
                    <a:pt x="377" y="146"/>
                    <a:pt x="380" y="146"/>
                  </a:cubicBezTo>
                  <a:cubicBezTo>
                    <a:pt x="435" y="81"/>
                    <a:pt x="376" y="1"/>
                    <a:pt x="3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3"/>
            <p:cNvSpPr/>
            <p:nvPr/>
          </p:nvSpPr>
          <p:spPr>
            <a:xfrm>
              <a:off x="1519710" y="3510869"/>
              <a:ext cx="26738" cy="41483"/>
            </a:xfrm>
            <a:custGeom>
              <a:rect b="b" l="l" r="r" t="t"/>
              <a:pathLst>
                <a:path extrusionOk="0" h="678" w="437">
                  <a:moveTo>
                    <a:pt x="314" y="1"/>
                  </a:moveTo>
                  <a:cubicBezTo>
                    <a:pt x="292" y="1"/>
                    <a:pt x="269" y="10"/>
                    <a:pt x="250" y="33"/>
                  </a:cubicBezTo>
                  <a:cubicBezTo>
                    <a:pt x="238" y="46"/>
                    <a:pt x="0" y="326"/>
                    <a:pt x="49" y="607"/>
                  </a:cubicBezTo>
                  <a:cubicBezTo>
                    <a:pt x="59" y="647"/>
                    <a:pt x="93" y="678"/>
                    <a:pt x="136" y="678"/>
                  </a:cubicBezTo>
                  <a:lnTo>
                    <a:pt x="151" y="678"/>
                  </a:lnTo>
                  <a:cubicBezTo>
                    <a:pt x="197" y="669"/>
                    <a:pt x="228" y="622"/>
                    <a:pt x="219" y="576"/>
                  </a:cubicBezTo>
                  <a:cubicBezTo>
                    <a:pt x="182" y="376"/>
                    <a:pt x="379" y="147"/>
                    <a:pt x="379" y="144"/>
                  </a:cubicBezTo>
                  <a:cubicBezTo>
                    <a:pt x="437" y="80"/>
                    <a:pt x="378" y="1"/>
                    <a:pt x="3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3"/>
            <p:cNvSpPr/>
            <p:nvPr/>
          </p:nvSpPr>
          <p:spPr>
            <a:xfrm>
              <a:off x="1486855" y="3530754"/>
              <a:ext cx="26615" cy="41422"/>
            </a:xfrm>
            <a:custGeom>
              <a:rect b="b" l="l" r="r" t="t"/>
              <a:pathLst>
                <a:path extrusionOk="0" h="677" w="435">
                  <a:moveTo>
                    <a:pt x="313" y="1"/>
                  </a:moveTo>
                  <a:cubicBezTo>
                    <a:pt x="292" y="1"/>
                    <a:pt x="269" y="10"/>
                    <a:pt x="250" y="32"/>
                  </a:cubicBezTo>
                  <a:cubicBezTo>
                    <a:pt x="241" y="45"/>
                    <a:pt x="0" y="325"/>
                    <a:pt x="53" y="606"/>
                  </a:cubicBezTo>
                  <a:cubicBezTo>
                    <a:pt x="59" y="649"/>
                    <a:pt x="93" y="677"/>
                    <a:pt x="136" y="677"/>
                  </a:cubicBezTo>
                  <a:lnTo>
                    <a:pt x="152" y="677"/>
                  </a:lnTo>
                  <a:cubicBezTo>
                    <a:pt x="198" y="668"/>
                    <a:pt x="229" y="624"/>
                    <a:pt x="219" y="578"/>
                  </a:cubicBezTo>
                  <a:cubicBezTo>
                    <a:pt x="182" y="375"/>
                    <a:pt x="377" y="146"/>
                    <a:pt x="380" y="143"/>
                  </a:cubicBezTo>
                  <a:cubicBezTo>
                    <a:pt x="435" y="79"/>
                    <a:pt x="377" y="1"/>
                    <a:pt x="31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3"/>
            <p:cNvSpPr/>
            <p:nvPr/>
          </p:nvSpPr>
          <p:spPr>
            <a:xfrm>
              <a:off x="1663675" y="2783578"/>
              <a:ext cx="609403" cy="269459"/>
            </a:xfrm>
            <a:custGeom>
              <a:rect b="b" l="l" r="r" t="t"/>
              <a:pathLst>
                <a:path extrusionOk="0" h="4404" w="9960">
                  <a:moveTo>
                    <a:pt x="4435" y="1"/>
                  </a:moveTo>
                  <a:cubicBezTo>
                    <a:pt x="3955" y="1"/>
                    <a:pt x="3478" y="90"/>
                    <a:pt x="3017" y="299"/>
                  </a:cubicBezTo>
                  <a:cubicBezTo>
                    <a:pt x="1401" y="1036"/>
                    <a:pt x="0" y="4404"/>
                    <a:pt x="0" y="4404"/>
                  </a:cubicBezTo>
                  <a:cubicBezTo>
                    <a:pt x="2099" y="2411"/>
                    <a:pt x="4212" y="1838"/>
                    <a:pt x="5948" y="1838"/>
                  </a:cubicBezTo>
                  <a:cubicBezTo>
                    <a:pt x="8299" y="1838"/>
                    <a:pt x="9960" y="2890"/>
                    <a:pt x="9960" y="2890"/>
                  </a:cubicBezTo>
                  <a:cubicBezTo>
                    <a:pt x="9960" y="2890"/>
                    <a:pt x="7169" y="1"/>
                    <a:pt x="4435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3"/>
            <p:cNvSpPr/>
            <p:nvPr/>
          </p:nvSpPr>
          <p:spPr>
            <a:xfrm>
              <a:off x="1472783" y="2625908"/>
              <a:ext cx="729142" cy="319814"/>
            </a:xfrm>
            <a:custGeom>
              <a:rect b="b" l="l" r="r" t="t"/>
              <a:pathLst>
                <a:path extrusionOk="0" h="5227" w="11917">
                  <a:moveTo>
                    <a:pt x="5406" y="1"/>
                  </a:moveTo>
                  <a:cubicBezTo>
                    <a:pt x="5227" y="1"/>
                    <a:pt x="5051" y="10"/>
                    <a:pt x="4878" y="29"/>
                  </a:cubicBezTo>
                  <a:cubicBezTo>
                    <a:pt x="1911" y="360"/>
                    <a:pt x="0" y="5227"/>
                    <a:pt x="335" y="5227"/>
                  </a:cubicBezTo>
                  <a:cubicBezTo>
                    <a:pt x="341" y="5227"/>
                    <a:pt x="347" y="5226"/>
                    <a:pt x="354" y="5223"/>
                  </a:cubicBezTo>
                  <a:cubicBezTo>
                    <a:pt x="773" y="5056"/>
                    <a:pt x="3453" y="2123"/>
                    <a:pt x="5298" y="1620"/>
                  </a:cubicBezTo>
                  <a:cubicBezTo>
                    <a:pt x="5588" y="1541"/>
                    <a:pt x="5952" y="1508"/>
                    <a:pt x="6359" y="1508"/>
                  </a:cubicBezTo>
                  <a:cubicBezTo>
                    <a:pt x="8528" y="1508"/>
                    <a:pt x="11917" y="2459"/>
                    <a:pt x="11917" y="2459"/>
                  </a:cubicBezTo>
                  <a:cubicBezTo>
                    <a:pt x="11917" y="2459"/>
                    <a:pt x="8342" y="1"/>
                    <a:pt x="5406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3"/>
            <p:cNvSpPr/>
            <p:nvPr/>
          </p:nvSpPr>
          <p:spPr>
            <a:xfrm>
              <a:off x="1093996" y="2610122"/>
              <a:ext cx="144213" cy="135525"/>
            </a:xfrm>
            <a:custGeom>
              <a:rect b="b" l="l" r="r" t="t"/>
              <a:pathLst>
                <a:path extrusionOk="0" h="2215" w="2357">
                  <a:moveTo>
                    <a:pt x="519" y="0"/>
                  </a:moveTo>
                  <a:cubicBezTo>
                    <a:pt x="197" y="0"/>
                    <a:pt x="0" y="88"/>
                    <a:pt x="96" y="120"/>
                  </a:cubicBezTo>
                  <a:cubicBezTo>
                    <a:pt x="348" y="204"/>
                    <a:pt x="1394" y="2215"/>
                    <a:pt x="1394" y="2215"/>
                  </a:cubicBezTo>
                  <a:cubicBezTo>
                    <a:pt x="1687" y="2215"/>
                    <a:pt x="2356" y="1292"/>
                    <a:pt x="2356" y="1292"/>
                  </a:cubicBezTo>
                  <a:cubicBezTo>
                    <a:pt x="1891" y="230"/>
                    <a:pt x="1040" y="0"/>
                    <a:pt x="519" y="0"/>
                  </a:cubicBezTo>
                  <a:close/>
                </a:path>
              </a:pathLst>
            </a:custGeom>
            <a:solidFill>
              <a:srgbClr val="000000">
                <a:alpha val="90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3"/>
            <p:cNvSpPr/>
            <p:nvPr/>
          </p:nvSpPr>
          <p:spPr>
            <a:xfrm>
              <a:off x="1002099" y="2684032"/>
              <a:ext cx="164404" cy="144641"/>
            </a:xfrm>
            <a:custGeom>
              <a:rect b="b" l="l" r="r" t="t"/>
              <a:pathLst>
                <a:path extrusionOk="0" h="2364" w="2687">
                  <a:moveTo>
                    <a:pt x="610" y="0"/>
                  </a:moveTo>
                  <a:cubicBezTo>
                    <a:pt x="0" y="0"/>
                    <a:pt x="1417" y="1618"/>
                    <a:pt x="1542" y="2364"/>
                  </a:cubicBezTo>
                  <a:cubicBezTo>
                    <a:pt x="1542" y="2364"/>
                    <a:pt x="2686" y="1466"/>
                    <a:pt x="2603" y="1257"/>
                  </a:cubicBezTo>
                  <a:cubicBezTo>
                    <a:pt x="2603" y="1257"/>
                    <a:pt x="1305" y="41"/>
                    <a:pt x="635" y="1"/>
                  </a:cubicBezTo>
                  <a:cubicBezTo>
                    <a:pt x="627" y="1"/>
                    <a:pt x="618" y="0"/>
                    <a:pt x="610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3"/>
            <p:cNvSpPr/>
            <p:nvPr/>
          </p:nvSpPr>
          <p:spPr>
            <a:xfrm>
              <a:off x="954804" y="2760818"/>
              <a:ext cx="129773" cy="139869"/>
            </a:xfrm>
            <a:custGeom>
              <a:rect b="b" l="l" r="r" t="t"/>
              <a:pathLst>
                <a:path extrusionOk="0" h="2286" w="2121">
                  <a:moveTo>
                    <a:pt x="226" y="1"/>
                  </a:moveTo>
                  <a:cubicBezTo>
                    <a:pt x="1" y="1"/>
                    <a:pt x="919" y="2241"/>
                    <a:pt x="1044" y="2284"/>
                  </a:cubicBezTo>
                  <a:cubicBezTo>
                    <a:pt x="1047" y="2285"/>
                    <a:pt x="1051" y="2285"/>
                    <a:pt x="1055" y="2285"/>
                  </a:cubicBezTo>
                  <a:cubicBezTo>
                    <a:pt x="1203" y="2285"/>
                    <a:pt x="1874" y="1544"/>
                    <a:pt x="2121" y="1217"/>
                  </a:cubicBezTo>
                  <a:cubicBezTo>
                    <a:pt x="2121" y="1217"/>
                    <a:pt x="486" y="45"/>
                    <a:pt x="233" y="2"/>
                  </a:cubicBezTo>
                  <a:cubicBezTo>
                    <a:pt x="231" y="1"/>
                    <a:pt x="229" y="1"/>
                    <a:pt x="226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3"/>
            <p:cNvSpPr/>
            <p:nvPr/>
          </p:nvSpPr>
          <p:spPr>
            <a:xfrm>
              <a:off x="884504" y="3345122"/>
              <a:ext cx="112886" cy="138584"/>
            </a:xfrm>
            <a:custGeom>
              <a:rect b="b" l="l" r="r" t="t"/>
              <a:pathLst>
                <a:path extrusionOk="0" h="2265" w="1845">
                  <a:moveTo>
                    <a:pt x="1552" y="0"/>
                  </a:moveTo>
                  <a:cubicBezTo>
                    <a:pt x="1259" y="0"/>
                    <a:pt x="0" y="1533"/>
                    <a:pt x="188" y="1765"/>
                  </a:cubicBezTo>
                  <a:cubicBezTo>
                    <a:pt x="469" y="2110"/>
                    <a:pt x="1777" y="2264"/>
                    <a:pt x="1777" y="2264"/>
                  </a:cubicBezTo>
                  <a:cubicBezTo>
                    <a:pt x="1777" y="2264"/>
                    <a:pt x="1845" y="0"/>
                    <a:pt x="1552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3"/>
            <p:cNvSpPr/>
            <p:nvPr/>
          </p:nvSpPr>
          <p:spPr>
            <a:xfrm>
              <a:off x="775170" y="3316917"/>
              <a:ext cx="122248" cy="115456"/>
            </a:xfrm>
            <a:custGeom>
              <a:rect b="b" l="l" r="r" t="t"/>
              <a:pathLst>
                <a:path extrusionOk="0" h="1887" w="1998">
                  <a:moveTo>
                    <a:pt x="1770" y="0"/>
                  </a:moveTo>
                  <a:cubicBezTo>
                    <a:pt x="1501" y="0"/>
                    <a:pt x="0" y="823"/>
                    <a:pt x="205" y="1109"/>
                  </a:cubicBezTo>
                  <a:cubicBezTo>
                    <a:pt x="461" y="1467"/>
                    <a:pt x="1371" y="1886"/>
                    <a:pt x="1371" y="1886"/>
                  </a:cubicBezTo>
                  <a:cubicBezTo>
                    <a:pt x="1371" y="1886"/>
                    <a:pt x="1997" y="45"/>
                    <a:pt x="1787" y="2"/>
                  </a:cubicBezTo>
                  <a:cubicBezTo>
                    <a:pt x="1782" y="1"/>
                    <a:pt x="1776" y="0"/>
                    <a:pt x="1770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3"/>
            <p:cNvSpPr/>
            <p:nvPr/>
          </p:nvSpPr>
          <p:spPr>
            <a:xfrm>
              <a:off x="708541" y="3267480"/>
              <a:ext cx="142806" cy="80336"/>
            </a:xfrm>
            <a:custGeom>
              <a:rect b="b" l="l" r="r" t="t"/>
              <a:pathLst>
                <a:path extrusionOk="0" h="1313" w="2334">
                  <a:moveTo>
                    <a:pt x="1068" y="0"/>
                  </a:moveTo>
                  <a:cubicBezTo>
                    <a:pt x="538" y="0"/>
                    <a:pt x="0" y="39"/>
                    <a:pt x="48" y="134"/>
                  </a:cubicBezTo>
                  <a:cubicBezTo>
                    <a:pt x="134" y="301"/>
                    <a:pt x="366" y="1103"/>
                    <a:pt x="699" y="1313"/>
                  </a:cubicBezTo>
                  <a:cubicBezTo>
                    <a:pt x="699" y="1313"/>
                    <a:pt x="2334" y="141"/>
                    <a:pt x="1997" y="57"/>
                  </a:cubicBezTo>
                  <a:cubicBezTo>
                    <a:pt x="1855" y="22"/>
                    <a:pt x="1464" y="0"/>
                    <a:pt x="1068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3"/>
            <p:cNvSpPr/>
            <p:nvPr/>
          </p:nvSpPr>
          <p:spPr>
            <a:xfrm>
              <a:off x="1763465" y="2946510"/>
              <a:ext cx="605242" cy="214821"/>
            </a:xfrm>
            <a:custGeom>
              <a:rect b="b" l="l" r="r" t="t"/>
              <a:pathLst>
                <a:path extrusionOk="0" h="3511" w="9892">
                  <a:moveTo>
                    <a:pt x="4794" y="1"/>
                  </a:moveTo>
                  <a:cubicBezTo>
                    <a:pt x="4432" y="1"/>
                    <a:pt x="4050" y="35"/>
                    <a:pt x="3647" y="109"/>
                  </a:cubicBezTo>
                  <a:cubicBezTo>
                    <a:pt x="1386" y="529"/>
                    <a:pt x="44" y="3459"/>
                    <a:pt x="44" y="3459"/>
                  </a:cubicBezTo>
                  <a:cubicBezTo>
                    <a:pt x="9" y="3494"/>
                    <a:pt x="0" y="3510"/>
                    <a:pt x="14" y="3510"/>
                  </a:cubicBezTo>
                  <a:cubicBezTo>
                    <a:pt x="169" y="3510"/>
                    <a:pt x="3078" y="1582"/>
                    <a:pt x="4486" y="1531"/>
                  </a:cubicBezTo>
                  <a:cubicBezTo>
                    <a:pt x="4540" y="1529"/>
                    <a:pt x="4594" y="1528"/>
                    <a:pt x="4649" y="1528"/>
                  </a:cubicBezTo>
                  <a:cubicBezTo>
                    <a:pt x="6865" y="1528"/>
                    <a:pt x="9725" y="3051"/>
                    <a:pt x="9883" y="3051"/>
                  </a:cubicBezTo>
                  <a:cubicBezTo>
                    <a:pt x="9891" y="3051"/>
                    <a:pt x="9892" y="3047"/>
                    <a:pt x="9886" y="3039"/>
                  </a:cubicBezTo>
                  <a:cubicBezTo>
                    <a:pt x="9775" y="2889"/>
                    <a:pt x="8146" y="1"/>
                    <a:pt x="4794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3"/>
            <p:cNvSpPr/>
            <p:nvPr/>
          </p:nvSpPr>
          <p:spPr>
            <a:xfrm>
              <a:off x="1183018" y="3046852"/>
              <a:ext cx="28573" cy="51701"/>
            </a:xfrm>
            <a:custGeom>
              <a:rect b="b" l="l" r="r" t="t"/>
              <a:pathLst>
                <a:path extrusionOk="0" h="845" w="467">
                  <a:moveTo>
                    <a:pt x="343" y="1"/>
                  </a:moveTo>
                  <a:cubicBezTo>
                    <a:pt x="323" y="1"/>
                    <a:pt x="303" y="9"/>
                    <a:pt x="284" y="27"/>
                  </a:cubicBezTo>
                  <a:cubicBezTo>
                    <a:pt x="272" y="39"/>
                    <a:pt x="1" y="314"/>
                    <a:pt x="118" y="780"/>
                  </a:cubicBezTo>
                  <a:cubicBezTo>
                    <a:pt x="127" y="817"/>
                    <a:pt x="161" y="844"/>
                    <a:pt x="201" y="844"/>
                  </a:cubicBezTo>
                  <a:cubicBezTo>
                    <a:pt x="207" y="844"/>
                    <a:pt x="217" y="844"/>
                    <a:pt x="223" y="841"/>
                  </a:cubicBezTo>
                  <a:cubicBezTo>
                    <a:pt x="269" y="829"/>
                    <a:pt x="297" y="783"/>
                    <a:pt x="284" y="736"/>
                  </a:cubicBezTo>
                  <a:cubicBezTo>
                    <a:pt x="192" y="369"/>
                    <a:pt x="395" y="160"/>
                    <a:pt x="405" y="150"/>
                  </a:cubicBezTo>
                  <a:cubicBezTo>
                    <a:pt x="467" y="88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3"/>
            <p:cNvSpPr/>
            <p:nvPr/>
          </p:nvSpPr>
          <p:spPr>
            <a:xfrm>
              <a:off x="1200394" y="2977700"/>
              <a:ext cx="28941" cy="51885"/>
            </a:xfrm>
            <a:custGeom>
              <a:rect b="b" l="l" r="r" t="t"/>
              <a:pathLst>
                <a:path extrusionOk="0" h="848" w="473">
                  <a:moveTo>
                    <a:pt x="347" y="0"/>
                  </a:moveTo>
                  <a:cubicBezTo>
                    <a:pt x="325" y="0"/>
                    <a:pt x="303" y="9"/>
                    <a:pt x="284" y="30"/>
                  </a:cubicBezTo>
                  <a:cubicBezTo>
                    <a:pt x="272" y="43"/>
                    <a:pt x="0" y="317"/>
                    <a:pt x="118" y="783"/>
                  </a:cubicBezTo>
                  <a:cubicBezTo>
                    <a:pt x="130" y="820"/>
                    <a:pt x="164" y="848"/>
                    <a:pt x="201" y="848"/>
                  </a:cubicBezTo>
                  <a:cubicBezTo>
                    <a:pt x="210" y="848"/>
                    <a:pt x="216" y="845"/>
                    <a:pt x="223" y="845"/>
                  </a:cubicBezTo>
                  <a:cubicBezTo>
                    <a:pt x="269" y="832"/>
                    <a:pt x="297" y="786"/>
                    <a:pt x="284" y="740"/>
                  </a:cubicBezTo>
                  <a:cubicBezTo>
                    <a:pt x="192" y="373"/>
                    <a:pt x="395" y="160"/>
                    <a:pt x="404" y="151"/>
                  </a:cubicBezTo>
                  <a:cubicBezTo>
                    <a:pt x="473" y="90"/>
                    <a:pt x="414" y="0"/>
                    <a:pt x="34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3"/>
            <p:cNvSpPr/>
            <p:nvPr/>
          </p:nvSpPr>
          <p:spPr>
            <a:xfrm>
              <a:off x="1237594" y="2962832"/>
              <a:ext cx="28696" cy="51640"/>
            </a:xfrm>
            <a:custGeom>
              <a:rect b="b" l="l" r="r" t="t"/>
              <a:pathLst>
                <a:path extrusionOk="0" h="844" w="469">
                  <a:moveTo>
                    <a:pt x="345" y="0"/>
                  </a:moveTo>
                  <a:cubicBezTo>
                    <a:pt x="324" y="0"/>
                    <a:pt x="303" y="8"/>
                    <a:pt x="284" y="27"/>
                  </a:cubicBezTo>
                  <a:cubicBezTo>
                    <a:pt x="275" y="39"/>
                    <a:pt x="0" y="313"/>
                    <a:pt x="120" y="779"/>
                  </a:cubicBezTo>
                  <a:cubicBezTo>
                    <a:pt x="130" y="816"/>
                    <a:pt x="164" y="844"/>
                    <a:pt x="204" y="844"/>
                  </a:cubicBezTo>
                  <a:cubicBezTo>
                    <a:pt x="210" y="844"/>
                    <a:pt x="216" y="841"/>
                    <a:pt x="222" y="841"/>
                  </a:cubicBezTo>
                  <a:cubicBezTo>
                    <a:pt x="268" y="828"/>
                    <a:pt x="296" y="782"/>
                    <a:pt x="284" y="736"/>
                  </a:cubicBezTo>
                  <a:cubicBezTo>
                    <a:pt x="191" y="369"/>
                    <a:pt x="398" y="156"/>
                    <a:pt x="407" y="150"/>
                  </a:cubicBezTo>
                  <a:cubicBezTo>
                    <a:pt x="469" y="86"/>
                    <a:pt x="412" y="0"/>
                    <a:pt x="34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3"/>
            <p:cNvSpPr/>
            <p:nvPr/>
          </p:nvSpPr>
          <p:spPr>
            <a:xfrm>
              <a:off x="1227927" y="2915353"/>
              <a:ext cx="33162" cy="47602"/>
            </a:xfrm>
            <a:custGeom>
              <a:rect b="b" l="l" r="r" t="t"/>
              <a:pathLst>
                <a:path extrusionOk="0" h="778" w="542">
                  <a:moveTo>
                    <a:pt x="418" y="1"/>
                  </a:moveTo>
                  <a:cubicBezTo>
                    <a:pt x="404" y="1"/>
                    <a:pt x="389" y="5"/>
                    <a:pt x="374" y="13"/>
                  </a:cubicBezTo>
                  <a:cubicBezTo>
                    <a:pt x="362" y="19"/>
                    <a:pt x="22" y="210"/>
                    <a:pt x="4" y="688"/>
                  </a:cubicBezTo>
                  <a:cubicBezTo>
                    <a:pt x="1" y="738"/>
                    <a:pt x="38" y="775"/>
                    <a:pt x="87" y="778"/>
                  </a:cubicBezTo>
                  <a:lnTo>
                    <a:pt x="90" y="778"/>
                  </a:lnTo>
                  <a:cubicBezTo>
                    <a:pt x="136" y="778"/>
                    <a:pt x="173" y="741"/>
                    <a:pt x="173" y="695"/>
                  </a:cubicBezTo>
                  <a:cubicBezTo>
                    <a:pt x="186" y="318"/>
                    <a:pt x="445" y="170"/>
                    <a:pt x="457" y="164"/>
                  </a:cubicBezTo>
                  <a:cubicBezTo>
                    <a:pt x="541" y="117"/>
                    <a:pt x="496" y="1"/>
                    <a:pt x="41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3"/>
            <p:cNvSpPr/>
            <p:nvPr/>
          </p:nvSpPr>
          <p:spPr>
            <a:xfrm>
              <a:off x="1811616" y="2544947"/>
              <a:ext cx="56902" cy="16092"/>
            </a:xfrm>
            <a:custGeom>
              <a:rect b="b" l="l" r="r" t="t"/>
              <a:pathLst>
                <a:path extrusionOk="0" h="263" w="930">
                  <a:moveTo>
                    <a:pt x="481" y="1"/>
                  </a:moveTo>
                  <a:cubicBezTo>
                    <a:pt x="365" y="1"/>
                    <a:pt x="228" y="26"/>
                    <a:pt x="81" y="102"/>
                  </a:cubicBezTo>
                  <a:cubicBezTo>
                    <a:pt x="0" y="142"/>
                    <a:pt x="28" y="262"/>
                    <a:pt x="121" y="262"/>
                  </a:cubicBezTo>
                  <a:cubicBezTo>
                    <a:pt x="133" y="262"/>
                    <a:pt x="145" y="259"/>
                    <a:pt x="158" y="253"/>
                  </a:cubicBezTo>
                  <a:cubicBezTo>
                    <a:pt x="278" y="192"/>
                    <a:pt x="387" y="172"/>
                    <a:pt x="479" y="172"/>
                  </a:cubicBezTo>
                  <a:cubicBezTo>
                    <a:pt x="645" y="172"/>
                    <a:pt x="754" y="237"/>
                    <a:pt x="762" y="241"/>
                  </a:cubicBezTo>
                  <a:cubicBezTo>
                    <a:pt x="777" y="250"/>
                    <a:pt x="792" y="253"/>
                    <a:pt x="806" y="253"/>
                  </a:cubicBezTo>
                  <a:cubicBezTo>
                    <a:pt x="881" y="253"/>
                    <a:pt x="930" y="145"/>
                    <a:pt x="852" y="96"/>
                  </a:cubicBezTo>
                  <a:cubicBezTo>
                    <a:pt x="844" y="90"/>
                    <a:pt x="699" y="1"/>
                    <a:pt x="48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3"/>
            <p:cNvSpPr/>
            <p:nvPr/>
          </p:nvSpPr>
          <p:spPr>
            <a:xfrm>
              <a:off x="1891583" y="2558591"/>
              <a:ext cx="55189" cy="21292"/>
            </a:xfrm>
            <a:custGeom>
              <a:rect b="b" l="l" r="r" t="t"/>
              <a:pathLst>
                <a:path extrusionOk="0" h="348" w="902">
                  <a:moveTo>
                    <a:pt x="317" y="1"/>
                  </a:moveTo>
                  <a:cubicBezTo>
                    <a:pt x="251" y="1"/>
                    <a:pt x="178" y="8"/>
                    <a:pt x="100" y="27"/>
                  </a:cubicBezTo>
                  <a:cubicBezTo>
                    <a:pt x="1" y="56"/>
                    <a:pt x="26" y="195"/>
                    <a:pt x="119" y="195"/>
                  </a:cubicBezTo>
                  <a:cubicBezTo>
                    <a:pt x="125" y="195"/>
                    <a:pt x="131" y="195"/>
                    <a:pt x="137" y="194"/>
                  </a:cubicBezTo>
                  <a:cubicBezTo>
                    <a:pt x="202" y="178"/>
                    <a:pt x="262" y="171"/>
                    <a:pt x="317" y="171"/>
                  </a:cubicBezTo>
                  <a:cubicBezTo>
                    <a:pt x="572" y="171"/>
                    <a:pt x="716" y="313"/>
                    <a:pt x="726" y="323"/>
                  </a:cubicBezTo>
                  <a:cubicBezTo>
                    <a:pt x="741" y="339"/>
                    <a:pt x="763" y="348"/>
                    <a:pt x="788" y="348"/>
                  </a:cubicBezTo>
                  <a:cubicBezTo>
                    <a:pt x="865" y="348"/>
                    <a:pt x="902" y="255"/>
                    <a:pt x="849" y="203"/>
                  </a:cubicBezTo>
                  <a:cubicBezTo>
                    <a:pt x="839" y="193"/>
                    <a:pt x="649" y="1"/>
                    <a:pt x="3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3"/>
            <p:cNvSpPr/>
            <p:nvPr/>
          </p:nvSpPr>
          <p:spPr>
            <a:xfrm>
              <a:off x="1752758" y="2570583"/>
              <a:ext cx="56963" cy="16092"/>
            </a:xfrm>
            <a:custGeom>
              <a:rect b="b" l="l" r="r" t="t"/>
              <a:pathLst>
                <a:path extrusionOk="0" h="263" w="931">
                  <a:moveTo>
                    <a:pt x="477" y="0"/>
                  </a:moveTo>
                  <a:cubicBezTo>
                    <a:pt x="362" y="0"/>
                    <a:pt x="227" y="25"/>
                    <a:pt x="80" y="99"/>
                  </a:cubicBezTo>
                  <a:cubicBezTo>
                    <a:pt x="0" y="139"/>
                    <a:pt x="28" y="263"/>
                    <a:pt x="117" y="263"/>
                  </a:cubicBezTo>
                  <a:cubicBezTo>
                    <a:pt x="133" y="263"/>
                    <a:pt x="145" y="260"/>
                    <a:pt x="157" y="254"/>
                  </a:cubicBezTo>
                  <a:cubicBezTo>
                    <a:pt x="279" y="191"/>
                    <a:pt x="390" y="171"/>
                    <a:pt x="482" y="171"/>
                  </a:cubicBezTo>
                  <a:cubicBezTo>
                    <a:pt x="646" y="171"/>
                    <a:pt x="753" y="234"/>
                    <a:pt x="759" y="238"/>
                  </a:cubicBezTo>
                  <a:cubicBezTo>
                    <a:pt x="776" y="249"/>
                    <a:pt x="792" y="253"/>
                    <a:pt x="807" y="253"/>
                  </a:cubicBezTo>
                  <a:cubicBezTo>
                    <a:pt x="883" y="253"/>
                    <a:pt x="931" y="144"/>
                    <a:pt x="851" y="93"/>
                  </a:cubicBezTo>
                  <a:cubicBezTo>
                    <a:pt x="841" y="89"/>
                    <a:pt x="696" y="0"/>
                    <a:pt x="47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3"/>
            <p:cNvSpPr/>
            <p:nvPr/>
          </p:nvSpPr>
          <p:spPr>
            <a:xfrm>
              <a:off x="1729508" y="2521881"/>
              <a:ext cx="57208" cy="16153"/>
            </a:xfrm>
            <a:custGeom>
              <a:rect b="b" l="l" r="r" t="t"/>
              <a:pathLst>
                <a:path extrusionOk="0" h="264" w="935">
                  <a:moveTo>
                    <a:pt x="480" y="1"/>
                  </a:moveTo>
                  <a:cubicBezTo>
                    <a:pt x="365" y="1"/>
                    <a:pt x="229" y="25"/>
                    <a:pt x="81" y="100"/>
                  </a:cubicBezTo>
                  <a:cubicBezTo>
                    <a:pt x="1" y="140"/>
                    <a:pt x="32" y="263"/>
                    <a:pt x="121" y="263"/>
                  </a:cubicBezTo>
                  <a:cubicBezTo>
                    <a:pt x="133" y="263"/>
                    <a:pt x="149" y="260"/>
                    <a:pt x="161" y="254"/>
                  </a:cubicBezTo>
                  <a:cubicBezTo>
                    <a:pt x="283" y="191"/>
                    <a:pt x="393" y="171"/>
                    <a:pt x="485" y="171"/>
                  </a:cubicBezTo>
                  <a:cubicBezTo>
                    <a:pt x="649" y="171"/>
                    <a:pt x="755" y="234"/>
                    <a:pt x="763" y="238"/>
                  </a:cubicBezTo>
                  <a:cubicBezTo>
                    <a:pt x="779" y="249"/>
                    <a:pt x="795" y="253"/>
                    <a:pt x="810" y="253"/>
                  </a:cubicBezTo>
                  <a:cubicBezTo>
                    <a:pt x="884" y="253"/>
                    <a:pt x="934" y="145"/>
                    <a:pt x="852" y="93"/>
                  </a:cubicBezTo>
                  <a:cubicBezTo>
                    <a:pt x="844" y="89"/>
                    <a:pt x="699" y="1"/>
                    <a:pt x="48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3"/>
            <p:cNvSpPr/>
            <p:nvPr/>
          </p:nvSpPr>
          <p:spPr>
            <a:xfrm>
              <a:off x="1698794" y="2547394"/>
              <a:ext cx="57024" cy="16275"/>
            </a:xfrm>
            <a:custGeom>
              <a:rect b="b" l="l" r="r" t="t"/>
              <a:pathLst>
                <a:path extrusionOk="0" h="266" w="932">
                  <a:moveTo>
                    <a:pt x="482" y="1"/>
                  </a:moveTo>
                  <a:cubicBezTo>
                    <a:pt x="366" y="1"/>
                    <a:pt x="229" y="26"/>
                    <a:pt x="80" y="102"/>
                  </a:cubicBezTo>
                  <a:cubicBezTo>
                    <a:pt x="0" y="142"/>
                    <a:pt x="31" y="266"/>
                    <a:pt x="120" y="266"/>
                  </a:cubicBezTo>
                  <a:cubicBezTo>
                    <a:pt x="133" y="266"/>
                    <a:pt x="148" y="262"/>
                    <a:pt x="160" y="256"/>
                  </a:cubicBezTo>
                  <a:cubicBezTo>
                    <a:pt x="282" y="194"/>
                    <a:pt x="392" y="174"/>
                    <a:pt x="485" y="174"/>
                  </a:cubicBezTo>
                  <a:cubicBezTo>
                    <a:pt x="648" y="174"/>
                    <a:pt x="754" y="237"/>
                    <a:pt x="762" y="241"/>
                  </a:cubicBezTo>
                  <a:cubicBezTo>
                    <a:pt x="778" y="251"/>
                    <a:pt x="793" y="255"/>
                    <a:pt x="808" y="255"/>
                  </a:cubicBezTo>
                  <a:cubicBezTo>
                    <a:pt x="882" y="255"/>
                    <a:pt x="931" y="147"/>
                    <a:pt x="851" y="96"/>
                  </a:cubicBezTo>
                  <a:cubicBezTo>
                    <a:pt x="843" y="90"/>
                    <a:pt x="700" y="1"/>
                    <a:pt x="48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3"/>
            <p:cNvSpPr/>
            <p:nvPr/>
          </p:nvSpPr>
          <p:spPr>
            <a:xfrm>
              <a:off x="1847470" y="2578170"/>
              <a:ext cx="57024" cy="16275"/>
            </a:xfrm>
            <a:custGeom>
              <a:rect b="b" l="l" r="r" t="t"/>
              <a:pathLst>
                <a:path extrusionOk="0" h="266" w="932">
                  <a:moveTo>
                    <a:pt x="481" y="1"/>
                  </a:moveTo>
                  <a:cubicBezTo>
                    <a:pt x="365" y="1"/>
                    <a:pt x="228" y="26"/>
                    <a:pt x="81" y="102"/>
                  </a:cubicBezTo>
                  <a:cubicBezTo>
                    <a:pt x="0" y="142"/>
                    <a:pt x="28" y="262"/>
                    <a:pt x="121" y="265"/>
                  </a:cubicBezTo>
                  <a:cubicBezTo>
                    <a:pt x="133" y="262"/>
                    <a:pt x="145" y="259"/>
                    <a:pt x="158" y="256"/>
                  </a:cubicBezTo>
                  <a:cubicBezTo>
                    <a:pt x="280" y="194"/>
                    <a:pt x="391" y="174"/>
                    <a:pt x="484" y="174"/>
                  </a:cubicBezTo>
                  <a:cubicBezTo>
                    <a:pt x="648" y="174"/>
                    <a:pt x="754" y="237"/>
                    <a:pt x="762" y="241"/>
                  </a:cubicBezTo>
                  <a:cubicBezTo>
                    <a:pt x="778" y="251"/>
                    <a:pt x="794" y="256"/>
                    <a:pt x="809" y="256"/>
                  </a:cubicBezTo>
                  <a:cubicBezTo>
                    <a:pt x="883" y="256"/>
                    <a:pt x="931" y="147"/>
                    <a:pt x="852" y="96"/>
                  </a:cubicBezTo>
                  <a:cubicBezTo>
                    <a:pt x="844" y="90"/>
                    <a:pt x="699" y="1"/>
                    <a:pt x="48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3"/>
            <p:cNvSpPr/>
            <p:nvPr/>
          </p:nvSpPr>
          <p:spPr>
            <a:xfrm>
              <a:off x="1228906" y="3025131"/>
              <a:ext cx="28941" cy="51885"/>
            </a:xfrm>
            <a:custGeom>
              <a:rect b="b" l="l" r="r" t="t"/>
              <a:pathLst>
                <a:path extrusionOk="0" h="848" w="473">
                  <a:moveTo>
                    <a:pt x="345" y="1"/>
                  </a:moveTo>
                  <a:cubicBezTo>
                    <a:pt x="324" y="1"/>
                    <a:pt x="303" y="9"/>
                    <a:pt x="284" y="30"/>
                  </a:cubicBezTo>
                  <a:cubicBezTo>
                    <a:pt x="272" y="43"/>
                    <a:pt x="0" y="317"/>
                    <a:pt x="117" y="783"/>
                  </a:cubicBezTo>
                  <a:cubicBezTo>
                    <a:pt x="127" y="820"/>
                    <a:pt x="161" y="848"/>
                    <a:pt x="201" y="848"/>
                  </a:cubicBezTo>
                  <a:cubicBezTo>
                    <a:pt x="207" y="848"/>
                    <a:pt x="216" y="848"/>
                    <a:pt x="222" y="845"/>
                  </a:cubicBezTo>
                  <a:cubicBezTo>
                    <a:pt x="268" y="832"/>
                    <a:pt x="296" y="786"/>
                    <a:pt x="284" y="740"/>
                  </a:cubicBezTo>
                  <a:cubicBezTo>
                    <a:pt x="191" y="376"/>
                    <a:pt x="395" y="163"/>
                    <a:pt x="404" y="154"/>
                  </a:cubicBezTo>
                  <a:cubicBezTo>
                    <a:pt x="473" y="92"/>
                    <a:pt x="413" y="1"/>
                    <a:pt x="34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3"/>
            <p:cNvSpPr/>
            <p:nvPr/>
          </p:nvSpPr>
          <p:spPr>
            <a:xfrm>
              <a:off x="1202658" y="3096533"/>
              <a:ext cx="28573" cy="51640"/>
            </a:xfrm>
            <a:custGeom>
              <a:rect b="b" l="l" r="r" t="t"/>
              <a:pathLst>
                <a:path extrusionOk="0" h="844" w="467">
                  <a:moveTo>
                    <a:pt x="343" y="0"/>
                  </a:moveTo>
                  <a:cubicBezTo>
                    <a:pt x="323" y="0"/>
                    <a:pt x="303" y="8"/>
                    <a:pt x="284" y="26"/>
                  </a:cubicBezTo>
                  <a:cubicBezTo>
                    <a:pt x="272" y="38"/>
                    <a:pt x="0" y="313"/>
                    <a:pt x="118" y="779"/>
                  </a:cubicBezTo>
                  <a:cubicBezTo>
                    <a:pt x="127" y="816"/>
                    <a:pt x="161" y="843"/>
                    <a:pt x="201" y="843"/>
                  </a:cubicBezTo>
                  <a:cubicBezTo>
                    <a:pt x="207" y="843"/>
                    <a:pt x="213" y="840"/>
                    <a:pt x="223" y="840"/>
                  </a:cubicBezTo>
                  <a:cubicBezTo>
                    <a:pt x="269" y="828"/>
                    <a:pt x="293" y="782"/>
                    <a:pt x="284" y="735"/>
                  </a:cubicBezTo>
                  <a:cubicBezTo>
                    <a:pt x="192" y="368"/>
                    <a:pt x="395" y="156"/>
                    <a:pt x="404" y="149"/>
                  </a:cubicBezTo>
                  <a:cubicBezTo>
                    <a:pt x="466" y="88"/>
                    <a:pt x="409" y="0"/>
                    <a:pt x="34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3"/>
            <p:cNvSpPr/>
            <p:nvPr/>
          </p:nvSpPr>
          <p:spPr>
            <a:xfrm>
              <a:off x="1170965" y="3136792"/>
              <a:ext cx="24780" cy="52497"/>
            </a:xfrm>
            <a:custGeom>
              <a:rect b="b" l="l" r="r" t="t"/>
              <a:pathLst>
                <a:path extrusionOk="0" h="858" w="405">
                  <a:moveTo>
                    <a:pt x="287" y="1"/>
                  </a:moveTo>
                  <a:cubicBezTo>
                    <a:pt x="262" y="1"/>
                    <a:pt x="237" y="12"/>
                    <a:pt x="219" y="40"/>
                  </a:cubicBezTo>
                  <a:cubicBezTo>
                    <a:pt x="210" y="56"/>
                    <a:pt x="0" y="380"/>
                    <a:pt x="210" y="812"/>
                  </a:cubicBezTo>
                  <a:cubicBezTo>
                    <a:pt x="225" y="839"/>
                    <a:pt x="256" y="858"/>
                    <a:pt x="287" y="858"/>
                  </a:cubicBezTo>
                  <a:cubicBezTo>
                    <a:pt x="352" y="858"/>
                    <a:pt x="392" y="790"/>
                    <a:pt x="364" y="734"/>
                  </a:cubicBezTo>
                  <a:cubicBezTo>
                    <a:pt x="198" y="395"/>
                    <a:pt x="355" y="145"/>
                    <a:pt x="361" y="136"/>
                  </a:cubicBezTo>
                  <a:cubicBezTo>
                    <a:pt x="405" y="68"/>
                    <a:pt x="347" y="1"/>
                    <a:pt x="28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3"/>
            <p:cNvSpPr/>
            <p:nvPr/>
          </p:nvSpPr>
          <p:spPr>
            <a:xfrm>
              <a:off x="1615462" y="3189899"/>
              <a:ext cx="69751" cy="71892"/>
            </a:xfrm>
            <a:custGeom>
              <a:rect b="b" l="l" r="r" t="t"/>
              <a:pathLst>
                <a:path extrusionOk="0" h="1175" w="1140">
                  <a:moveTo>
                    <a:pt x="708" y="0"/>
                  </a:moveTo>
                  <a:cubicBezTo>
                    <a:pt x="655" y="0"/>
                    <a:pt x="600" y="49"/>
                    <a:pt x="625" y="116"/>
                  </a:cubicBezTo>
                  <a:cubicBezTo>
                    <a:pt x="727" y="385"/>
                    <a:pt x="813" y="659"/>
                    <a:pt x="881" y="940"/>
                  </a:cubicBezTo>
                  <a:cubicBezTo>
                    <a:pt x="727" y="804"/>
                    <a:pt x="431" y="489"/>
                    <a:pt x="184" y="203"/>
                  </a:cubicBezTo>
                  <a:cubicBezTo>
                    <a:pt x="165" y="183"/>
                    <a:pt x="143" y="174"/>
                    <a:pt x="122" y="174"/>
                  </a:cubicBezTo>
                  <a:cubicBezTo>
                    <a:pt x="58" y="174"/>
                    <a:pt x="1" y="251"/>
                    <a:pt x="54" y="314"/>
                  </a:cubicBezTo>
                  <a:cubicBezTo>
                    <a:pt x="267" y="560"/>
                    <a:pt x="779" y="1134"/>
                    <a:pt x="927" y="1171"/>
                  </a:cubicBezTo>
                  <a:cubicBezTo>
                    <a:pt x="936" y="1174"/>
                    <a:pt x="946" y="1174"/>
                    <a:pt x="955" y="1174"/>
                  </a:cubicBezTo>
                  <a:cubicBezTo>
                    <a:pt x="983" y="1174"/>
                    <a:pt x="1010" y="1162"/>
                    <a:pt x="1032" y="1140"/>
                  </a:cubicBezTo>
                  <a:cubicBezTo>
                    <a:pt x="1063" y="1103"/>
                    <a:pt x="1140" y="1020"/>
                    <a:pt x="785" y="58"/>
                  </a:cubicBezTo>
                  <a:cubicBezTo>
                    <a:pt x="771" y="17"/>
                    <a:pt x="740" y="0"/>
                    <a:pt x="70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3"/>
            <p:cNvSpPr/>
            <p:nvPr/>
          </p:nvSpPr>
          <p:spPr>
            <a:xfrm>
              <a:off x="2436421" y="3208744"/>
              <a:ext cx="55617" cy="87005"/>
            </a:xfrm>
            <a:custGeom>
              <a:rect b="b" l="l" r="r" t="t"/>
              <a:pathLst>
                <a:path extrusionOk="0" h="1422" w="909">
                  <a:moveTo>
                    <a:pt x="421" y="1"/>
                  </a:moveTo>
                  <a:cubicBezTo>
                    <a:pt x="387" y="1"/>
                    <a:pt x="355" y="19"/>
                    <a:pt x="343" y="61"/>
                  </a:cubicBezTo>
                  <a:cubicBezTo>
                    <a:pt x="207" y="481"/>
                    <a:pt x="1" y="1205"/>
                    <a:pt x="139" y="1372"/>
                  </a:cubicBezTo>
                  <a:cubicBezTo>
                    <a:pt x="164" y="1403"/>
                    <a:pt x="201" y="1421"/>
                    <a:pt x="241" y="1421"/>
                  </a:cubicBezTo>
                  <a:cubicBezTo>
                    <a:pt x="247" y="1421"/>
                    <a:pt x="257" y="1418"/>
                    <a:pt x="263" y="1418"/>
                  </a:cubicBezTo>
                  <a:cubicBezTo>
                    <a:pt x="531" y="1381"/>
                    <a:pt x="787" y="638"/>
                    <a:pt x="886" y="320"/>
                  </a:cubicBezTo>
                  <a:cubicBezTo>
                    <a:pt x="908" y="253"/>
                    <a:pt x="854" y="207"/>
                    <a:pt x="802" y="207"/>
                  </a:cubicBezTo>
                  <a:cubicBezTo>
                    <a:pt x="768" y="207"/>
                    <a:pt x="734" y="226"/>
                    <a:pt x="722" y="271"/>
                  </a:cubicBezTo>
                  <a:cubicBezTo>
                    <a:pt x="577" y="740"/>
                    <a:pt x="371" y="1168"/>
                    <a:pt x="263" y="1239"/>
                  </a:cubicBezTo>
                  <a:cubicBezTo>
                    <a:pt x="235" y="1098"/>
                    <a:pt x="358" y="564"/>
                    <a:pt x="506" y="117"/>
                  </a:cubicBezTo>
                  <a:cubicBezTo>
                    <a:pt x="531" y="48"/>
                    <a:pt x="475" y="1"/>
                    <a:pt x="4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" name="Google Shape;2400;p3"/>
            <p:cNvSpPr/>
            <p:nvPr/>
          </p:nvSpPr>
          <p:spPr>
            <a:xfrm>
              <a:off x="1196111" y="2365679"/>
              <a:ext cx="46256" cy="30042"/>
            </a:xfrm>
            <a:custGeom>
              <a:rect b="b" l="l" r="r" t="t"/>
              <a:pathLst>
                <a:path extrusionOk="0" h="491" w="756">
                  <a:moveTo>
                    <a:pt x="175" y="0"/>
                  </a:moveTo>
                  <a:cubicBezTo>
                    <a:pt x="152" y="0"/>
                    <a:pt x="130" y="1"/>
                    <a:pt x="111" y="3"/>
                  </a:cubicBezTo>
                  <a:cubicBezTo>
                    <a:pt x="0" y="12"/>
                    <a:pt x="11" y="173"/>
                    <a:pt x="115" y="173"/>
                  </a:cubicBezTo>
                  <a:cubicBezTo>
                    <a:pt x="118" y="173"/>
                    <a:pt x="122" y="173"/>
                    <a:pt x="126" y="173"/>
                  </a:cubicBezTo>
                  <a:cubicBezTo>
                    <a:pt x="127" y="173"/>
                    <a:pt x="142" y="172"/>
                    <a:pt x="165" y="172"/>
                  </a:cubicBezTo>
                  <a:cubicBezTo>
                    <a:pt x="264" y="172"/>
                    <a:pt x="519" y="194"/>
                    <a:pt x="576" y="426"/>
                  </a:cubicBezTo>
                  <a:cubicBezTo>
                    <a:pt x="586" y="463"/>
                    <a:pt x="623" y="491"/>
                    <a:pt x="660" y="491"/>
                  </a:cubicBezTo>
                  <a:cubicBezTo>
                    <a:pt x="669" y="491"/>
                    <a:pt x="675" y="487"/>
                    <a:pt x="681" y="487"/>
                  </a:cubicBezTo>
                  <a:cubicBezTo>
                    <a:pt x="727" y="475"/>
                    <a:pt x="755" y="429"/>
                    <a:pt x="743" y="383"/>
                  </a:cubicBezTo>
                  <a:cubicBezTo>
                    <a:pt x="666" y="77"/>
                    <a:pt x="368" y="0"/>
                    <a:pt x="17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" name="Google Shape;2401;p3"/>
            <p:cNvSpPr/>
            <p:nvPr/>
          </p:nvSpPr>
          <p:spPr>
            <a:xfrm>
              <a:off x="1224194" y="2406488"/>
              <a:ext cx="36833" cy="42462"/>
            </a:xfrm>
            <a:custGeom>
              <a:rect b="b" l="l" r="r" t="t"/>
              <a:pathLst>
                <a:path extrusionOk="0" h="694" w="602">
                  <a:moveTo>
                    <a:pt x="97" y="1"/>
                  </a:moveTo>
                  <a:cubicBezTo>
                    <a:pt x="62" y="1"/>
                    <a:pt x="28" y="21"/>
                    <a:pt x="15" y="55"/>
                  </a:cubicBezTo>
                  <a:cubicBezTo>
                    <a:pt x="0" y="101"/>
                    <a:pt x="22" y="150"/>
                    <a:pt x="65" y="166"/>
                  </a:cubicBezTo>
                  <a:cubicBezTo>
                    <a:pt x="80" y="169"/>
                    <a:pt x="420" y="305"/>
                    <a:pt x="358" y="592"/>
                  </a:cubicBezTo>
                  <a:cubicBezTo>
                    <a:pt x="349" y="635"/>
                    <a:pt x="376" y="681"/>
                    <a:pt x="423" y="693"/>
                  </a:cubicBezTo>
                  <a:lnTo>
                    <a:pt x="441" y="693"/>
                  </a:lnTo>
                  <a:cubicBezTo>
                    <a:pt x="481" y="693"/>
                    <a:pt x="515" y="666"/>
                    <a:pt x="524" y="629"/>
                  </a:cubicBezTo>
                  <a:cubicBezTo>
                    <a:pt x="601" y="283"/>
                    <a:pt x="296" y="70"/>
                    <a:pt x="127" y="6"/>
                  </a:cubicBezTo>
                  <a:cubicBezTo>
                    <a:pt x="117" y="2"/>
                    <a:pt x="107" y="1"/>
                    <a:pt x="9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3"/>
            <p:cNvSpPr/>
            <p:nvPr/>
          </p:nvSpPr>
          <p:spPr>
            <a:xfrm>
              <a:off x="1136641" y="2333741"/>
              <a:ext cx="46256" cy="30103"/>
            </a:xfrm>
            <a:custGeom>
              <a:rect b="b" l="l" r="r" t="t"/>
              <a:pathLst>
                <a:path extrusionOk="0" h="492" w="756">
                  <a:moveTo>
                    <a:pt x="174" y="1"/>
                  </a:moveTo>
                  <a:cubicBezTo>
                    <a:pt x="151" y="1"/>
                    <a:pt x="130" y="2"/>
                    <a:pt x="111" y="4"/>
                  </a:cubicBezTo>
                  <a:cubicBezTo>
                    <a:pt x="1" y="16"/>
                    <a:pt x="14" y="174"/>
                    <a:pt x="118" y="174"/>
                  </a:cubicBezTo>
                  <a:cubicBezTo>
                    <a:pt x="122" y="174"/>
                    <a:pt x="125" y="174"/>
                    <a:pt x="129" y="174"/>
                  </a:cubicBezTo>
                  <a:cubicBezTo>
                    <a:pt x="130" y="174"/>
                    <a:pt x="144" y="172"/>
                    <a:pt x="167" y="172"/>
                  </a:cubicBezTo>
                  <a:cubicBezTo>
                    <a:pt x="264" y="172"/>
                    <a:pt x="520" y="195"/>
                    <a:pt x="580" y="427"/>
                  </a:cubicBezTo>
                  <a:cubicBezTo>
                    <a:pt x="589" y="464"/>
                    <a:pt x="623" y="491"/>
                    <a:pt x="660" y="491"/>
                  </a:cubicBezTo>
                  <a:cubicBezTo>
                    <a:pt x="669" y="491"/>
                    <a:pt x="675" y="491"/>
                    <a:pt x="682" y="488"/>
                  </a:cubicBezTo>
                  <a:cubicBezTo>
                    <a:pt x="728" y="476"/>
                    <a:pt x="756" y="430"/>
                    <a:pt x="743" y="383"/>
                  </a:cubicBezTo>
                  <a:cubicBezTo>
                    <a:pt x="669" y="80"/>
                    <a:pt x="367" y="1"/>
                    <a:pt x="17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3"/>
            <p:cNvSpPr/>
            <p:nvPr/>
          </p:nvSpPr>
          <p:spPr>
            <a:xfrm>
              <a:off x="1140802" y="2378099"/>
              <a:ext cx="46256" cy="30103"/>
            </a:xfrm>
            <a:custGeom>
              <a:rect b="b" l="l" r="r" t="t"/>
              <a:pathLst>
                <a:path extrusionOk="0" h="492" w="756">
                  <a:moveTo>
                    <a:pt x="176" y="1"/>
                  </a:moveTo>
                  <a:cubicBezTo>
                    <a:pt x="152" y="1"/>
                    <a:pt x="131" y="2"/>
                    <a:pt x="111" y="4"/>
                  </a:cubicBezTo>
                  <a:cubicBezTo>
                    <a:pt x="1" y="13"/>
                    <a:pt x="11" y="174"/>
                    <a:pt x="115" y="174"/>
                  </a:cubicBezTo>
                  <a:cubicBezTo>
                    <a:pt x="119" y="174"/>
                    <a:pt x="122" y="174"/>
                    <a:pt x="126" y="173"/>
                  </a:cubicBezTo>
                  <a:cubicBezTo>
                    <a:pt x="127" y="173"/>
                    <a:pt x="141" y="172"/>
                    <a:pt x="164" y="172"/>
                  </a:cubicBezTo>
                  <a:cubicBezTo>
                    <a:pt x="262" y="172"/>
                    <a:pt x="519" y="194"/>
                    <a:pt x="577" y="426"/>
                  </a:cubicBezTo>
                  <a:cubicBezTo>
                    <a:pt x="586" y="463"/>
                    <a:pt x="620" y="491"/>
                    <a:pt x="660" y="491"/>
                  </a:cubicBezTo>
                  <a:cubicBezTo>
                    <a:pt x="666" y="488"/>
                    <a:pt x="675" y="488"/>
                    <a:pt x="681" y="488"/>
                  </a:cubicBezTo>
                  <a:cubicBezTo>
                    <a:pt x="728" y="476"/>
                    <a:pt x="755" y="429"/>
                    <a:pt x="743" y="383"/>
                  </a:cubicBezTo>
                  <a:cubicBezTo>
                    <a:pt x="666" y="78"/>
                    <a:pt x="368" y="1"/>
                    <a:pt x="17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3"/>
            <p:cNvSpPr/>
            <p:nvPr/>
          </p:nvSpPr>
          <p:spPr>
            <a:xfrm>
              <a:off x="1088245" y="2345978"/>
              <a:ext cx="51824" cy="21048"/>
            </a:xfrm>
            <a:custGeom>
              <a:rect b="b" l="l" r="r" t="t"/>
              <a:pathLst>
                <a:path extrusionOk="0" h="344" w="847">
                  <a:moveTo>
                    <a:pt x="412" y="1"/>
                  </a:moveTo>
                  <a:cubicBezTo>
                    <a:pt x="286" y="1"/>
                    <a:pt x="167" y="38"/>
                    <a:pt x="91" y="75"/>
                  </a:cubicBezTo>
                  <a:cubicBezTo>
                    <a:pt x="1" y="120"/>
                    <a:pt x="45" y="240"/>
                    <a:pt x="125" y="240"/>
                  </a:cubicBezTo>
                  <a:cubicBezTo>
                    <a:pt x="139" y="240"/>
                    <a:pt x="153" y="237"/>
                    <a:pt x="168" y="230"/>
                  </a:cubicBezTo>
                  <a:cubicBezTo>
                    <a:pt x="170" y="230"/>
                    <a:pt x="284" y="173"/>
                    <a:pt x="412" y="173"/>
                  </a:cubicBezTo>
                  <a:cubicBezTo>
                    <a:pt x="505" y="173"/>
                    <a:pt x="606" y="203"/>
                    <a:pt x="677" y="304"/>
                  </a:cubicBezTo>
                  <a:cubicBezTo>
                    <a:pt x="692" y="328"/>
                    <a:pt x="720" y="341"/>
                    <a:pt x="748" y="344"/>
                  </a:cubicBezTo>
                  <a:cubicBezTo>
                    <a:pt x="766" y="341"/>
                    <a:pt x="782" y="334"/>
                    <a:pt x="797" y="322"/>
                  </a:cubicBezTo>
                  <a:cubicBezTo>
                    <a:pt x="837" y="294"/>
                    <a:pt x="846" y="242"/>
                    <a:pt x="819" y="205"/>
                  </a:cubicBezTo>
                  <a:cubicBezTo>
                    <a:pt x="710" y="50"/>
                    <a:pt x="556" y="1"/>
                    <a:pt x="4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08" name="Shape 2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9" name="Google Shape;2409;p4"/>
          <p:cNvSpPr txBox="1"/>
          <p:nvPr>
            <p:ph type="title"/>
          </p:nvPr>
        </p:nvSpPr>
        <p:spPr>
          <a:xfrm>
            <a:off x="771725" y="416088"/>
            <a:ext cx="42534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A weboldal célja</a:t>
            </a:r>
            <a:endParaRPr sz="4600">
              <a:solidFill>
                <a:srgbClr val="7E6259"/>
              </a:solidFill>
            </a:endParaRPr>
          </a:p>
        </p:txBody>
      </p:sp>
      <p:grpSp>
        <p:nvGrpSpPr>
          <p:cNvPr id="2410" name="Google Shape;2410;p4"/>
          <p:cNvGrpSpPr/>
          <p:nvPr/>
        </p:nvGrpSpPr>
        <p:grpSpPr>
          <a:xfrm flipH="1">
            <a:off x="657728" y="1501518"/>
            <a:ext cx="2448542" cy="3075213"/>
            <a:chOff x="5798182" y="537107"/>
            <a:chExt cx="2901593" cy="4069343"/>
          </a:xfrm>
        </p:grpSpPr>
        <p:sp>
          <p:nvSpPr>
            <p:cNvPr id="2411" name="Google Shape;2411;p4"/>
            <p:cNvSpPr/>
            <p:nvPr/>
          </p:nvSpPr>
          <p:spPr>
            <a:xfrm flipH="1">
              <a:off x="6064875" y="4223050"/>
              <a:ext cx="2634900" cy="3834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12" name="Google Shape;2412;p4"/>
            <p:cNvGrpSpPr/>
            <p:nvPr/>
          </p:nvGrpSpPr>
          <p:grpSpPr>
            <a:xfrm flipH="1">
              <a:off x="5798182" y="537107"/>
              <a:ext cx="2634882" cy="3959330"/>
              <a:chOff x="4583450" y="3797400"/>
              <a:chExt cx="634575" cy="953550"/>
            </a:xfrm>
          </p:grpSpPr>
          <p:sp>
            <p:nvSpPr>
              <p:cNvPr id="2413" name="Google Shape;2413;p4"/>
              <p:cNvSpPr/>
              <p:nvPr/>
            </p:nvSpPr>
            <p:spPr>
              <a:xfrm>
                <a:off x="5175650" y="3948275"/>
                <a:ext cx="26750" cy="4275"/>
              </a:xfrm>
              <a:custGeom>
                <a:rect b="b" l="l" r="r" t="t"/>
                <a:pathLst>
                  <a:path extrusionOk="0" h="171" w="1070">
                    <a:moveTo>
                      <a:pt x="622" y="0"/>
                    </a:moveTo>
                    <a:lnTo>
                      <a:pt x="622" y="9"/>
                    </a:lnTo>
                    <a:cubicBezTo>
                      <a:pt x="448" y="9"/>
                      <a:pt x="274" y="42"/>
                      <a:pt x="108" y="91"/>
                    </a:cubicBezTo>
                    <a:cubicBezTo>
                      <a:pt x="75" y="100"/>
                      <a:pt x="33" y="108"/>
                      <a:pt x="0" y="116"/>
                    </a:cubicBezTo>
                    <a:cubicBezTo>
                      <a:pt x="17" y="125"/>
                      <a:pt x="25" y="133"/>
                      <a:pt x="42" y="141"/>
                    </a:cubicBezTo>
                    <a:cubicBezTo>
                      <a:pt x="100" y="141"/>
                      <a:pt x="158" y="149"/>
                      <a:pt x="224" y="166"/>
                    </a:cubicBezTo>
                    <a:cubicBezTo>
                      <a:pt x="327" y="169"/>
                      <a:pt x="430" y="171"/>
                      <a:pt x="533" y="171"/>
                    </a:cubicBezTo>
                    <a:cubicBezTo>
                      <a:pt x="712" y="171"/>
                      <a:pt x="890" y="165"/>
                      <a:pt x="1069" y="149"/>
                    </a:cubicBezTo>
                    <a:cubicBezTo>
                      <a:pt x="1003" y="17"/>
                      <a:pt x="754" y="0"/>
                      <a:pt x="6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4" name="Google Shape;2414;p4"/>
              <p:cNvSpPr/>
              <p:nvPr/>
            </p:nvSpPr>
            <p:spPr>
              <a:xfrm>
                <a:off x="4865775" y="3822550"/>
                <a:ext cx="54900" cy="37700"/>
              </a:xfrm>
              <a:custGeom>
                <a:rect b="b" l="l" r="r" t="t"/>
                <a:pathLst>
                  <a:path extrusionOk="0" h="1508" w="2196">
                    <a:moveTo>
                      <a:pt x="2196" y="0"/>
                    </a:moveTo>
                    <a:lnTo>
                      <a:pt x="2196" y="0"/>
                    </a:lnTo>
                    <a:cubicBezTo>
                      <a:pt x="1773" y="282"/>
                      <a:pt x="1301" y="505"/>
                      <a:pt x="787" y="530"/>
                    </a:cubicBezTo>
                    <a:cubicBezTo>
                      <a:pt x="655" y="539"/>
                      <a:pt x="514" y="530"/>
                      <a:pt x="381" y="572"/>
                    </a:cubicBezTo>
                    <a:cubicBezTo>
                      <a:pt x="265" y="605"/>
                      <a:pt x="182" y="688"/>
                      <a:pt x="124" y="787"/>
                    </a:cubicBezTo>
                    <a:cubicBezTo>
                      <a:pt x="0" y="1011"/>
                      <a:pt x="25" y="1268"/>
                      <a:pt x="83" y="1508"/>
                    </a:cubicBezTo>
                    <a:cubicBezTo>
                      <a:pt x="530" y="1384"/>
                      <a:pt x="936" y="1152"/>
                      <a:pt x="1293" y="862"/>
                    </a:cubicBezTo>
                    <a:cubicBezTo>
                      <a:pt x="1624" y="605"/>
                      <a:pt x="1914" y="307"/>
                      <a:pt x="21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5" name="Google Shape;2415;p4"/>
              <p:cNvSpPr/>
              <p:nvPr/>
            </p:nvSpPr>
            <p:spPr>
              <a:xfrm>
                <a:off x="4866800" y="4011025"/>
                <a:ext cx="37525" cy="12050"/>
              </a:xfrm>
              <a:custGeom>
                <a:rect b="b" l="l" r="r" t="t"/>
                <a:pathLst>
                  <a:path extrusionOk="0" h="482" w="1501">
                    <a:moveTo>
                      <a:pt x="1500" y="1"/>
                    </a:moveTo>
                    <a:lnTo>
                      <a:pt x="1500" y="1"/>
                    </a:lnTo>
                    <a:cubicBezTo>
                      <a:pt x="1376" y="42"/>
                      <a:pt x="1252" y="67"/>
                      <a:pt x="1127" y="92"/>
                    </a:cubicBezTo>
                    <a:cubicBezTo>
                      <a:pt x="854" y="150"/>
                      <a:pt x="581" y="216"/>
                      <a:pt x="315" y="291"/>
                    </a:cubicBezTo>
                    <a:cubicBezTo>
                      <a:pt x="208" y="316"/>
                      <a:pt x="92" y="349"/>
                      <a:pt x="25" y="440"/>
                    </a:cubicBezTo>
                    <a:cubicBezTo>
                      <a:pt x="17" y="448"/>
                      <a:pt x="9" y="465"/>
                      <a:pt x="1" y="481"/>
                    </a:cubicBezTo>
                    <a:cubicBezTo>
                      <a:pt x="67" y="423"/>
                      <a:pt x="150" y="382"/>
                      <a:pt x="241" y="349"/>
                    </a:cubicBezTo>
                    <a:cubicBezTo>
                      <a:pt x="373" y="299"/>
                      <a:pt x="514" y="258"/>
                      <a:pt x="655" y="225"/>
                    </a:cubicBezTo>
                    <a:cubicBezTo>
                      <a:pt x="796" y="191"/>
                      <a:pt x="937" y="158"/>
                      <a:pt x="1086" y="142"/>
                    </a:cubicBezTo>
                    <a:cubicBezTo>
                      <a:pt x="1162" y="130"/>
                      <a:pt x="1242" y="118"/>
                      <a:pt x="1324" y="118"/>
                    </a:cubicBezTo>
                    <a:cubicBezTo>
                      <a:pt x="1358" y="118"/>
                      <a:pt x="1392" y="120"/>
                      <a:pt x="1426" y="125"/>
                    </a:cubicBezTo>
                    <a:cubicBezTo>
                      <a:pt x="1442" y="100"/>
                      <a:pt x="1451" y="75"/>
                      <a:pt x="1467" y="59"/>
                    </a:cubicBezTo>
                    <a:cubicBezTo>
                      <a:pt x="1475" y="51"/>
                      <a:pt x="1475" y="42"/>
                      <a:pt x="1484" y="34"/>
                    </a:cubicBezTo>
                    <a:cubicBezTo>
                      <a:pt x="1492" y="26"/>
                      <a:pt x="1500" y="17"/>
                      <a:pt x="15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6" name="Google Shape;2416;p4"/>
              <p:cNvSpPr/>
              <p:nvPr/>
            </p:nvSpPr>
            <p:spPr>
              <a:xfrm>
                <a:off x="4688050" y="4030800"/>
                <a:ext cx="87625" cy="134150"/>
              </a:xfrm>
              <a:custGeom>
                <a:rect b="b" l="l" r="r" t="t"/>
                <a:pathLst>
                  <a:path extrusionOk="0" h="5366" w="3505">
                    <a:moveTo>
                      <a:pt x="43" y="0"/>
                    </a:moveTo>
                    <a:cubicBezTo>
                      <a:pt x="28" y="0"/>
                      <a:pt x="14" y="2"/>
                      <a:pt x="0" y="5"/>
                    </a:cubicBezTo>
                    <a:cubicBezTo>
                      <a:pt x="141" y="146"/>
                      <a:pt x="282" y="295"/>
                      <a:pt x="423" y="428"/>
                    </a:cubicBezTo>
                    <a:cubicBezTo>
                      <a:pt x="580" y="585"/>
                      <a:pt x="721" y="751"/>
                      <a:pt x="845" y="925"/>
                    </a:cubicBezTo>
                    <a:cubicBezTo>
                      <a:pt x="1309" y="1555"/>
                      <a:pt x="1574" y="2300"/>
                      <a:pt x="1757" y="3046"/>
                    </a:cubicBezTo>
                    <a:cubicBezTo>
                      <a:pt x="1815" y="3261"/>
                      <a:pt x="1881" y="3460"/>
                      <a:pt x="1989" y="3651"/>
                    </a:cubicBezTo>
                    <a:cubicBezTo>
                      <a:pt x="2105" y="3833"/>
                      <a:pt x="2221" y="4015"/>
                      <a:pt x="2320" y="4198"/>
                    </a:cubicBezTo>
                    <a:cubicBezTo>
                      <a:pt x="2428" y="4388"/>
                      <a:pt x="2536" y="4579"/>
                      <a:pt x="2618" y="4769"/>
                    </a:cubicBezTo>
                    <a:cubicBezTo>
                      <a:pt x="2710" y="4977"/>
                      <a:pt x="2817" y="5167"/>
                      <a:pt x="2908" y="5366"/>
                    </a:cubicBezTo>
                    <a:cubicBezTo>
                      <a:pt x="3016" y="5300"/>
                      <a:pt x="3124" y="5225"/>
                      <a:pt x="3215" y="5134"/>
                    </a:cubicBezTo>
                    <a:cubicBezTo>
                      <a:pt x="3273" y="5043"/>
                      <a:pt x="3356" y="4960"/>
                      <a:pt x="3439" y="4902"/>
                    </a:cubicBezTo>
                    <a:cubicBezTo>
                      <a:pt x="3455" y="4877"/>
                      <a:pt x="3480" y="4861"/>
                      <a:pt x="3505" y="4844"/>
                    </a:cubicBezTo>
                    <a:cubicBezTo>
                      <a:pt x="3497" y="4836"/>
                      <a:pt x="3488" y="4819"/>
                      <a:pt x="3480" y="4803"/>
                    </a:cubicBezTo>
                    <a:cubicBezTo>
                      <a:pt x="3331" y="4388"/>
                      <a:pt x="3033" y="4032"/>
                      <a:pt x="2784" y="3676"/>
                    </a:cubicBezTo>
                    <a:cubicBezTo>
                      <a:pt x="2552" y="3328"/>
                      <a:pt x="2378" y="2971"/>
                      <a:pt x="2254" y="2574"/>
                    </a:cubicBezTo>
                    <a:cubicBezTo>
                      <a:pt x="2121" y="2184"/>
                      <a:pt x="2022" y="1778"/>
                      <a:pt x="1840" y="1405"/>
                    </a:cubicBezTo>
                    <a:cubicBezTo>
                      <a:pt x="1748" y="1223"/>
                      <a:pt x="1649" y="1049"/>
                      <a:pt x="1516" y="900"/>
                    </a:cubicBezTo>
                    <a:cubicBezTo>
                      <a:pt x="1376" y="743"/>
                      <a:pt x="1210" y="618"/>
                      <a:pt x="1028" y="502"/>
                    </a:cubicBezTo>
                    <a:cubicBezTo>
                      <a:pt x="837" y="386"/>
                      <a:pt x="646" y="287"/>
                      <a:pt x="448" y="179"/>
                    </a:cubicBezTo>
                    <a:cubicBezTo>
                      <a:pt x="358" y="127"/>
                      <a:pt x="181" y="0"/>
                      <a:pt x="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7" name="Google Shape;2417;p4"/>
              <p:cNvSpPr/>
              <p:nvPr/>
            </p:nvSpPr>
            <p:spPr>
              <a:xfrm>
                <a:off x="4847950" y="4605100"/>
                <a:ext cx="19500" cy="50350"/>
              </a:xfrm>
              <a:custGeom>
                <a:rect b="b" l="l" r="r" t="t"/>
                <a:pathLst>
                  <a:path extrusionOk="0" h="2014" w="780">
                    <a:moveTo>
                      <a:pt x="357" y="1"/>
                    </a:moveTo>
                    <a:cubicBezTo>
                      <a:pt x="324" y="100"/>
                      <a:pt x="282" y="199"/>
                      <a:pt x="224" y="291"/>
                    </a:cubicBezTo>
                    <a:cubicBezTo>
                      <a:pt x="166" y="373"/>
                      <a:pt x="100" y="465"/>
                      <a:pt x="50" y="564"/>
                    </a:cubicBezTo>
                    <a:cubicBezTo>
                      <a:pt x="1" y="672"/>
                      <a:pt x="9" y="755"/>
                      <a:pt x="67" y="862"/>
                    </a:cubicBezTo>
                    <a:cubicBezTo>
                      <a:pt x="208" y="1103"/>
                      <a:pt x="357" y="1335"/>
                      <a:pt x="506" y="1567"/>
                    </a:cubicBezTo>
                    <a:cubicBezTo>
                      <a:pt x="581" y="1683"/>
                      <a:pt x="647" y="1799"/>
                      <a:pt x="721" y="1923"/>
                    </a:cubicBezTo>
                    <a:cubicBezTo>
                      <a:pt x="738" y="1956"/>
                      <a:pt x="755" y="1981"/>
                      <a:pt x="779" y="2014"/>
                    </a:cubicBezTo>
                    <a:cubicBezTo>
                      <a:pt x="763" y="1807"/>
                      <a:pt x="738" y="1600"/>
                      <a:pt x="713" y="1393"/>
                    </a:cubicBezTo>
                    <a:cubicBezTo>
                      <a:pt x="697" y="1252"/>
                      <a:pt x="680" y="1111"/>
                      <a:pt x="655" y="978"/>
                    </a:cubicBezTo>
                    <a:lnTo>
                      <a:pt x="663" y="970"/>
                    </a:lnTo>
                    <a:cubicBezTo>
                      <a:pt x="647" y="854"/>
                      <a:pt x="639" y="721"/>
                      <a:pt x="597" y="605"/>
                    </a:cubicBezTo>
                    <a:cubicBezTo>
                      <a:pt x="556" y="489"/>
                      <a:pt x="473" y="398"/>
                      <a:pt x="431" y="291"/>
                    </a:cubicBezTo>
                    <a:cubicBezTo>
                      <a:pt x="390" y="199"/>
                      <a:pt x="365" y="100"/>
                      <a:pt x="35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8" name="Google Shape;2418;p4"/>
              <p:cNvSpPr/>
              <p:nvPr/>
            </p:nvSpPr>
            <p:spPr>
              <a:xfrm>
                <a:off x="4894350" y="4420325"/>
                <a:ext cx="35250" cy="131575"/>
              </a:xfrm>
              <a:custGeom>
                <a:rect b="b" l="l" r="r" t="t"/>
                <a:pathLst>
                  <a:path extrusionOk="0" h="5263" w="1410">
                    <a:moveTo>
                      <a:pt x="1368" y="1"/>
                    </a:moveTo>
                    <a:cubicBezTo>
                      <a:pt x="1343" y="1"/>
                      <a:pt x="1318" y="9"/>
                      <a:pt x="1301" y="9"/>
                    </a:cubicBezTo>
                    <a:cubicBezTo>
                      <a:pt x="1078" y="18"/>
                      <a:pt x="854" y="34"/>
                      <a:pt x="630" y="42"/>
                    </a:cubicBezTo>
                    <a:cubicBezTo>
                      <a:pt x="514" y="51"/>
                      <a:pt x="398" y="51"/>
                      <a:pt x="282" y="59"/>
                    </a:cubicBezTo>
                    <a:cubicBezTo>
                      <a:pt x="233" y="59"/>
                      <a:pt x="187" y="63"/>
                      <a:pt x="142" y="63"/>
                    </a:cubicBezTo>
                    <a:cubicBezTo>
                      <a:pt x="119" y="63"/>
                      <a:pt x="97" y="62"/>
                      <a:pt x="75" y="59"/>
                    </a:cubicBezTo>
                    <a:cubicBezTo>
                      <a:pt x="59" y="332"/>
                      <a:pt x="50" y="606"/>
                      <a:pt x="42" y="887"/>
                    </a:cubicBezTo>
                    <a:cubicBezTo>
                      <a:pt x="25" y="1368"/>
                      <a:pt x="1" y="1849"/>
                      <a:pt x="9" y="2329"/>
                    </a:cubicBezTo>
                    <a:cubicBezTo>
                      <a:pt x="17" y="2810"/>
                      <a:pt x="42" y="3290"/>
                      <a:pt x="117" y="3763"/>
                    </a:cubicBezTo>
                    <a:cubicBezTo>
                      <a:pt x="150" y="4003"/>
                      <a:pt x="191" y="4243"/>
                      <a:pt x="249" y="4475"/>
                    </a:cubicBezTo>
                    <a:cubicBezTo>
                      <a:pt x="291" y="4641"/>
                      <a:pt x="349" y="4798"/>
                      <a:pt x="398" y="4956"/>
                    </a:cubicBezTo>
                    <a:cubicBezTo>
                      <a:pt x="440" y="5030"/>
                      <a:pt x="465" y="5121"/>
                      <a:pt x="506" y="5196"/>
                    </a:cubicBezTo>
                    <a:cubicBezTo>
                      <a:pt x="514" y="5221"/>
                      <a:pt x="531" y="5237"/>
                      <a:pt x="539" y="5262"/>
                    </a:cubicBezTo>
                    <a:cubicBezTo>
                      <a:pt x="655" y="4947"/>
                      <a:pt x="755" y="4633"/>
                      <a:pt x="871" y="4318"/>
                    </a:cubicBezTo>
                    <a:cubicBezTo>
                      <a:pt x="929" y="4152"/>
                      <a:pt x="995" y="3995"/>
                      <a:pt x="1061" y="3829"/>
                    </a:cubicBezTo>
                    <a:cubicBezTo>
                      <a:pt x="1094" y="3738"/>
                      <a:pt x="1127" y="3605"/>
                      <a:pt x="1219" y="3555"/>
                    </a:cubicBezTo>
                    <a:cubicBezTo>
                      <a:pt x="1252" y="3265"/>
                      <a:pt x="1227" y="2984"/>
                      <a:pt x="1161" y="2694"/>
                    </a:cubicBezTo>
                    <a:cubicBezTo>
                      <a:pt x="1127" y="2553"/>
                      <a:pt x="1111" y="2412"/>
                      <a:pt x="1136" y="2271"/>
                    </a:cubicBezTo>
                    <a:cubicBezTo>
                      <a:pt x="1152" y="2122"/>
                      <a:pt x="1202" y="1981"/>
                      <a:pt x="1235" y="1840"/>
                    </a:cubicBezTo>
                    <a:cubicBezTo>
                      <a:pt x="1368" y="1252"/>
                      <a:pt x="1409" y="639"/>
                      <a:pt x="1359" y="34"/>
                    </a:cubicBezTo>
                    <a:cubicBezTo>
                      <a:pt x="1359" y="26"/>
                      <a:pt x="1359" y="18"/>
                      <a:pt x="13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9" name="Google Shape;2419;p4"/>
              <p:cNvSpPr/>
              <p:nvPr/>
            </p:nvSpPr>
            <p:spPr>
              <a:xfrm>
                <a:off x="4588400" y="4087250"/>
                <a:ext cx="537750" cy="658325"/>
              </a:xfrm>
              <a:custGeom>
                <a:rect b="b" l="l" r="r" t="t"/>
                <a:pathLst>
                  <a:path extrusionOk="0" h="26333" w="21510">
                    <a:moveTo>
                      <a:pt x="9123" y="11690"/>
                    </a:moveTo>
                    <a:lnTo>
                      <a:pt x="9123" y="11690"/>
                    </a:lnTo>
                    <a:cubicBezTo>
                      <a:pt x="9123" y="11690"/>
                      <a:pt x="9123" y="11691"/>
                      <a:pt x="9123" y="11692"/>
                    </a:cubicBezTo>
                    <a:cubicBezTo>
                      <a:pt x="9123" y="11691"/>
                      <a:pt x="9123" y="11690"/>
                      <a:pt x="9123" y="11690"/>
                    </a:cubicBezTo>
                    <a:close/>
                    <a:moveTo>
                      <a:pt x="11045" y="1"/>
                    </a:moveTo>
                    <a:cubicBezTo>
                      <a:pt x="10855" y="200"/>
                      <a:pt x="10673" y="399"/>
                      <a:pt x="10532" y="631"/>
                    </a:cubicBezTo>
                    <a:cubicBezTo>
                      <a:pt x="10383" y="854"/>
                      <a:pt x="10283" y="1111"/>
                      <a:pt x="10076" y="1293"/>
                    </a:cubicBezTo>
                    <a:cubicBezTo>
                      <a:pt x="9894" y="1451"/>
                      <a:pt x="9670" y="1534"/>
                      <a:pt x="9455" y="1625"/>
                    </a:cubicBezTo>
                    <a:cubicBezTo>
                      <a:pt x="9198" y="1724"/>
                      <a:pt x="8974" y="1865"/>
                      <a:pt x="8750" y="2014"/>
                    </a:cubicBezTo>
                    <a:cubicBezTo>
                      <a:pt x="8643" y="2105"/>
                      <a:pt x="8527" y="2180"/>
                      <a:pt x="8402" y="2246"/>
                    </a:cubicBezTo>
                    <a:cubicBezTo>
                      <a:pt x="8253" y="2329"/>
                      <a:pt x="8096" y="2395"/>
                      <a:pt x="7947" y="2478"/>
                    </a:cubicBezTo>
                    <a:cubicBezTo>
                      <a:pt x="7806" y="2545"/>
                      <a:pt x="7665" y="2627"/>
                      <a:pt x="7532" y="2727"/>
                    </a:cubicBezTo>
                    <a:cubicBezTo>
                      <a:pt x="7408" y="2818"/>
                      <a:pt x="7309" y="2942"/>
                      <a:pt x="7184" y="3042"/>
                    </a:cubicBezTo>
                    <a:cubicBezTo>
                      <a:pt x="7180" y="3046"/>
                      <a:pt x="7174" y="3048"/>
                      <a:pt x="7168" y="3048"/>
                    </a:cubicBezTo>
                    <a:cubicBezTo>
                      <a:pt x="7162" y="3048"/>
                      <a:pt x="7155" y="3046"/>
                      <a:pt x="7151" y="3042"/>
                    </a:cubicBezTo>
                    <a:cubicBezTo>
                      <a:pt x="6986" y="3199"/>
                      <a:pt x="6778" y="3307"/>
                      <a:pt x="6571" y="3423"/>
                    </a:cubicBezTo>
                    <a:cubicBezTo>
                      <a:pt x="6422" y="3514"/>
                      <a:pt x="6281" y="3613"/>
                      <a:pt x="6157" y="3729"/>
                    </a:cubicBezTo>
                    <a:cubicBezTo>
                      <a:pt x="6091" y="3787"/>
                      <a:pt x="6024" y="3845"/>
                      <a:pt x="5966" y="3903"/>
                    </a:cubicBezTo>
                    <a:cubicBezTo>
                      <a:pt x="5908" y="3961"/>
                      <a:pt x="5859" y="4028"/>
                      <a:pt x="5784" y="4069"/>
                    </a:cubicBezTo>
                    <a:cubicBezTo>
                      <a:pt x="5779" y="4071"/>
                      <a:pt x="5774" y="4072"/>
                      <a:pt x="5770" y="4072"/>
                    </a:cubicBezTo>
                    <a:cubicBezTo>
                      <a:pt x="5758" y="4072"/>
                      <a:pt x="5746" y="4067"/>
                      <a:pt x="5734" y="4061"/>
                    </a:cubicBezTo>
                    <a:cubicBezTo>
                      <a:pt x="5676" y="4119"/>
                      <a:pt x="5627" y="4177"/>
                      <a:pt x="5569" y="4235"/>
                    </a:cubicBezTo>
                    <a:cubicBezTo>
                      <a:pt x="5403" y="4417"/>
                      <a:pt x="5262" y="4624"/>
                      <a:pt x="5154" y="4848"/>
                    </a:cubicBezTo>
                    <a:cubicBezTo>
                      <a:pt x="5030" y="5063"/>
                      <a:pt x="4939" y="5295"/>
                      <a:pt x="4856" y="5536"/>
                    </a:cubicBezTo>
                    <a:cubicBezTo>
                      <a:pt x="4782" y="5759"/>
                      <a:pt x="4724" y="6008"/>
                      <a:pt x="4591" y="6207"/>
                    </a:cubicBezTo>
                    <a:cubicBezTo>
                      <a:pt x="4467" y="6505"/>
                      <a:pt x="4326" y="6803"/>
                      <a:pt x="4185" y="7102"/>
                    </a:cubicBezTo>
                    <a:cubicBezTo>
                      <a:pt x="3870" y="7789"/>
                      <a:pt x="3555" y="8477"/>
                      <a:pt x="3323" y="9198"/>
                    </a:cubicBezTo>
                    <a:cubicBezTo>
                      <a:pt x="3216" y="9562"/>
                      <a:pt x="3133" y="9927"/>
                      <a:pt x="3075" y="10291"/>
                    </a:cubicBezTo>
                    <a:cubicBezTo>
                      <a:pt x="3025" y="10664"/>
                      <a:pt x="3009" y="11045"/>
                      <a:pt x="2967" y="11427"/>
                    </a:cubicBezTo>
                    <a:cubicBezTo>
                      <a:pt x="2967" y="11459"/>
                      <a:pt x="2936" y="11481"/>
                      <a:pt x="2907" y="11481"/>
                    </a:cubicBezTo>
                    <a:cubicBezTo>
                      <a:pt x="2891" y="11481"/>
                      <a:pt x="2876" y="11474"/>
                      <a:pt x="2868" y="11460"/>
                    </a:cubicBezTo>
                    <a:cubicBezTo>
                      <a:pt x="2818" y="11667"/>
                      <a:pt x="2785" y="11874"/>
                      <a:pt x="2752" y="12089"/>
                    </a:cubicBezTo>
                    <a:cubicBezTo>
                      <a:pt x="2727" y="12288"/>
                      <a:pt x="2702" y="12495"/>
                      <a:pt x="2685" y="12703"/>
                    </a:cubicBezTo>
                    <a:cubicBezTo>
                      <a:pt x="2677" y="12802"/>
                      <a:pt x="2677" y="12901"/>
                      <a:pt x="2661" y="13009"/>
                    </a:cubicBezTo>
                    <a:cubicBezTo>
                      <a:pt x="2652" y="13084"/>
                      <a:pt x="2652" y="13191"/>
                      <a:pt x="2603" y="13249"/>
                    </a:cubicBezTo>
                    <a:cubicBezTo>
                      <a:pt x="2594" y="13258"/>
                      <a:pt x="2586" y="13266"/>
                      <a:pt x="2578" y="13266"/>
                    </a:cubicBezTo>
                    <a:cubicBezTo>
                      <a:pt x="2545" y="13481"/>
                      <a:pt x="2503" y="13697"/>
                      <a:pt x="2470" y="13912"/>
                    </a:cubicBezTo>
                    <a:cubicBezTo>
                      <a:pt x="2395" y="14517"/>
                      <a:pt x="2379" y="15122"/>
                      <a:pt x="2412" y="15727"/>
                    </a:cubicBezTo>
                    <a:cubicBezTo>
                      <a:pt x="2429" y="16025"/>
                      <a:pt x="2453" y="16323"/>
                      <a:pt x="2495" y="16622"/>
                    </a:cubicBezTo>
                    <a:cubicBezTo>
                      <a:pt x="2520" y="16762"/>
                      <a:pt x="2545" y="16912"/>
                      <a:pt x="2569" y="17061"/>
                    </a:cubicBezTo>
                    <a:cubicBezTo>
                      <a:pt x="2603" y="17210"/>
                      <a:pt x="2627" y="17351"/>
                      <a:pt x="2627" y="17508"/>
                    </a:cubicBezTo>
                    <a:cubicBezTo>
                      <a:pt x="2627" y="17555"/>
                      <a:pt x="2581" y="17589"/>
                      <a:pt x="2537" y="17589"/>
                    </a:cubicBezTo>
                    <a:cubicBezTo>
                      <a:pt x="2511" y="17589"/>
                      <a:pt x="2485" y="17577"/>
                      <a:pt x="2470" y="17550"/>
                    </a:cubicBezTo>
                    <a:cubicBezTo>
                      <a:pt x="2437" y="17475"/>
                      <a:pt x="2412" y="17400"/>
                      <a:pt x="2387" y="17326"/>
                    </a:cubicBezTo>
                    <a:cubicBezTo>
                      <a:pt x="2329" y="17558"/>
                      <a:pt x="2271" y="17782"/>
                      <a:pt x="2205" y="18014"/>
                    </a:cubicBezTo>
                    <a:cubicBezTo>
                      <a:pt x="2122" y="18295"/>
                      <a:pt x="2031" y="18577"/>
                      <a:pt x="1965" y="18867"/>
                    </a:cubicBezTo>
                    <a:cubicBezTo>
                      <a:pt x="1890" y="19149"/>
                      <a:pt x="1890" y="19430"/>
                      <a:pt x="1865" y="19720"/>
                    </a:cubicBezTo>
                    <a:cubicBezTo>
                      <a:pt x="1849" y="20019"/>
                      <a:pt x="1782" y="20309"/>
                      <a:pt x="1716" y="20590"/>
                    </a:cubicBezTo>
                    <a:cubicBezTo>
                      <a:pt x="1683" y="20739"/>
                      <a:pt x="1658" y="20880"/>
                      <a:pt x="1617" y="21021"/>
                    </a:cubicBezTo>
                    <a:cubicBezTo>
                      <a:pt x="1600" y="21112"/>
                      <a:pt x="1583" y="21212"/>
                      <a:pt x="1525" y="21278"/>
                    </a:cubicBezTo>
                    <a:cubicBezTo>
                      <a:pt x="1476" y="21518"/>
                      <a:pt x="1393" y="21759"/>
                      <a:pt x="1293" y="21991"/>
                    </a:cubicBezTo>
                    <a:cubicBezTo>
                      <a:pt x="1061" y="22529"/>
                      <a:pt x="755" y="23035"/>
                      <a:pt x="374" y="23490"/>
                    </a:cubicBezTo>
                    <a:cubicBezTo>
                      <a:pt x="216" y="23681"/>
                      <a:pt x="1" y="23921"/>
                      <a:pt x="67" y="24194"/>
                    </a:cubicBezTo>
                    <a:cubicBezTo>
                      <a:pt x="100" y="24319"/>
                      <a:pt x="183" y="24385"/>
                      <a:pt x="299" y="24435"/>
                    </a:cubicBezTo>
                    <a:cubicBezTo>
                      <a:pt x="332" y="24460"/>
                      <a:pt x="365" y="24476"/>
                      <a:pt x="407" y="24493"/>
                    </a:cubicBezTo>
                    <a:cubicBezTo>
                      <a:pt x="432" y="24294"/>
                      <a:pt x="515" y="24103"/>
                      <a:pt x="573" y="23904"/>
                    </a:cubicBezTo>
                    <a:cubicBezTo>
                      <a:pt x="579" y="23881"/>
                      <a:pt x="596" y="23871"/>
                      <a:pt x="613" y="23871"/>
                    </a:cubicBezTo>
                    <a:cubicBezTo>
                      <a:pt x="639" y="23871"/>
                      <a:pt x="665" y="23894"/>
                      <a:pt x="655" y="23929"/>
                    </a:cubicBezTo>
                    <a:cubicBezTo>
                      <a:pt x="639" y="24054"/>
                      <a:pt x="622" y="24186"/>
                      <a:pt x="597" y="24310"/>
                    </a:cubicBezTo>
                    <a:cubicBezTo>
                      <a:pt x="581" y="24402"/>
                      <a:pt x="548" y="24518"/>
                      <a:pt x="589" y="24617"/>
                    </a:cubicBezTo>
                    <a:cubicBezTo>
                      <a:pt x="705" y="24683"/>
                      <a:pt x="805" y="24733"/>
                      <a:pt x="937" y="24766"/>
                    </a:cubicBezTo>
                    <a:cubicBezTo>
                      <a:pt x="999" y="24779"/>
                      <a:pt x="1063" y="24785"/>
                      <a:pt x="1128" y="24785"/>
                    </a:cubicBezTo>
                    <a:cubicBezTo>
                      <a:pt x="1192" y="24785"/>
                      <a:pt x="1256" y="24779"/>
                      <a:pt x="1318" y="24766"/>
                    </a:cubicBezTo>
                    <a:cubicBezTo>
                      <a:pt x="1376" y="24758"/>
                      <a:pt x="1451" y="24741"/>
                      <a:pt x="1501" y="24700"/>
                    </a:cubicBezTo>
                    <a:cubicBezTo>
                      <a:pt x="1550" y="24667"/>
                      <a:pt x="1567" y="24609"/>
                      <a:pt x="1575" y="24559"/>
                    </a:cubicBezTo>
                    <a:cubicBezTo>
                      <a:pt x="1600" y="24410"/>
                      <a:pt x="1608" y="24244"/>
                      <a:pt x="1675" y="24112"/>
                    </a:cubicBezTo>
                    <a:cubicBezTo>
                      <a:pt x="1682" y="24094"/>
                      <a:pt x="1696" y="24087"/>
                      <a:pt x="1711" y="24087"/>
                    </a:cubicBezTo>
                    <a:cubicBezTo>
                      <a:pt x="1731" y="24087"/>
                      <a:pt x="1753" y="24101"/>
                      <a:pt x="1757" y="24120"/>
                    </a:cubicBezTo>
                    <a:cubicBezTo>
                      <a:pt x="1791" y="24236"/>
                      <a:pt x="1791" y="24368"/>
                      <a:pt x="1791" y="24484"/>
                    </a:cubicBezTo>
                    <a:cubicBezTo>
                      <a:pt x="1791" y="24584"/>
                      <a:pt x="1782" y="24683"/>
                      <a:pt x="1733" y="24774"/>
                    </a:cubicBezTo>
                    <a:cubicBezTo>
                      <a:pt x="1716" y="24816"/>
                      <a:pt x="1683" y="24849"/>
                      <a:pt x="1650" y="24874"/>
                    </a:cubicBezTo>
                    <a:cubicBezTo>
                      <a:pt x="1683" y="24874"/>
                      <a:pt x="1724" y="24866"/>
                      <a:pt x="1766" y="24857"/>
                    </a:cubicBezTo>
                    <a:cubicBezTo>
                      <a:pt x="1832" y="24849"/>
                      <a:pt x="1898" y="24841"/>
                      <a:pt x="1973" y="24832"/>
                    </a:cubicBezTo>
                    <a:cubicBezTo>
                      <a:pt x="2105" y="24808"/>
                      <a:pt x="2246" y="24783"/>
                      <a:pt x="2371" y="24725"/>
                    </a:cubicBezTo>
                    <a:cubicBezTo>
                      <a:pt x="2420" y="24700"/>
                      <a:pt x="2437" y="24675"/>
                      <a:pt x="2437" y="24617"/>
                    </a:cubicBezTo>
                    <a:cubicBezTo>
                      <a:pt x="2437" y="24534"/>
                      <a:pt x="2437" y="24460"/>
                      <a:pt x="2437" y="24385"/>
                    </a:cubicBezTo>
                    <a:cubicBezTo>
                      <a:pt x="2437" y="24310"/>
                      <a:pt x="2437" y="24236"/>
                      <a:pt x="2437" y="24153"/>
                    </a:cubicBezTo>
                    <a:cubicBezTo>
                      <a:pt x="2437" y="24087"/>
                      <a:pt x="2437" y="24004"/>
                      <a:pt x="2453" y="23938"/>
                    </a:cubicBezTo>
                    <a:cubicBezTo>
                      <a:pt x="2458" y="23919"/>
                      <a:pt x="2476" y="23908"/>
                      <a:pt x="2493" y="23908"/>
                    </a:cubicBezTo>
                    <a:cubicBezTo>
                      <a:pt x="2507" y="23908"/>
                      <a:pt x="2521" y="23915"/>
                      <a:pt x="2528" y="23929"/>
                    </a:cubicBezTo>
                    <a:cubicBezTo>
                      <a:pt x="2569" y="23996"/>
                      <a:pt x="2586" y="24095"/>
                      <a:pt x="2603" y="24178"/>
                    </a:cubicBezTo>
                    <a:cubicBezTo>
                      <a:pt x="2619" y="24261"/>
                      <a:pt x="2627" y="24352"/>
                      <a:pt x="2636" y="24435"/>
                    </a:cubicBezTo>
                    <a:cubicBezTo>
                      <a:pt x="2636" y="24476"/>
                      <a:pt x="2644" y="24526"/>
                      <a:pt x="2644" y="24567"/>
                    </a:cubicBezTo>
                    <a:cubicBezTo>
                      <a:pt x="2752" y="24484"/>
                      <a:pt x="2851" y="24393"/>
                      <a:pt x="2893" y="24269"/>
                    </a:cubicBezTo>
                    <a:cubicBezTo>
                      <a:pt x="2942" y="24145"/>
                      <a:pt x="2909" y="24012"/>
                      <a:pt x="2893" y="23888"/>
                    </a:cubicBezTo>
                    <a:cubicBezTo>
                      <a:pt x="2876" y="23755"/>
                      <a:pt x="2859" y="23623"/>
                      <a:pt x="2843" y="23490"/>
                    </a:cubicBezTo>
                    <a:cubicBezTo>
                      <a:pt x="2826" y="23233"/>
                      <a:pt x="2818" y="22977"/>
                      <a:pt x="2818" y="22711"/>
                    </a:cubicBezTo>
                    <a:cubicBezTo>
                      <a:pt x="2826" y="22455"/>
                      <a:pt x="2851" y="22198"/>
                      <a:pt x="2893" y="21941"/>
                    </a:cubicBezTo>
                    <a:cubicBezTo>
                      <a:pt x="2917" y="21808"/>
                      <a:pt x="2942" y="21684"/>
                      <a:pt x="2975" y="21560"/>
                    </a:cubicBezTo>
                    <a:cubicBezTo>
                      <a:pt x="3000" y="21444"/>
                      <a:pt x="3017" y="21286"/>
                      <a:pt x="3116" y="21220"/>
                    </a:cubicBezTo>
                    <a:cubicBezTo>
                      <a:pt x="3125" y="21220"/>
                      <a:pt x="3125" y="21220"/>
                      <a:pt x="3133" y="21212"/>
                    </a:cubicBezTo>
                    <a:cubicBezTo>
                      <a:pt x="3216" y="20971"/>
                      <a:pt x="3307" y="20731"/>
                      <a:pt x="3390" y="20491"/>
                    </a:cubicBezTo>
                    <a:cubicBezTo>
                      <a:pt x="3597" y="19911"/>
                      <a:pt x="3779" y="19323"/>
                      <a:pt x="3878" y="18709"/>
                    </a:cubicBezTo>
                    <a:cubicBezTo>
                      <a:pt x="3936" y="18411"/>
                      <a:pt x="3978" y="18105"/>
                      <a:pt x="3994" y="17790"/>
                    </a:cubicBezTo>
                    <a:cubicBezTo>
                      <a:pt x="4003" y="17574"/>
                      <a:pt x="4003" y="17359"/>
                      <a:pt x="4019" y="17152"/>
                    </a:cubicBezTo>
                    <a:lnTo>
                      <a:pt x="4019" y="17152"/>
                    </a:lnTo>
                    <a:cubicBezTo>
                      <a:pt x="4009" y="17162"/>
                      <a:pt x="3996" y="17167"/>
                      <a:pt x="3983" y="17167"/>
                    </a:cubicBezTo>
                    <a:cubicBezTo>
                      <a:pt x="3946" y="17167"/>
                      <a:pt x="3910" y="17129"/>
                      <a:pt x="3928" y="17086"/>
                    </a:cubicBezTo>
                    <a:cubicBezTo>
                      <a:pt x="3970" y="17011"/>
                      <a:pt x="4003" y="16945"/>
                      <a:pt x="4044" y="16870"/>
                    </a:cubicBezTo>
                    <a:cubicBezTo>
                      <a:pt x="4044" y="16862"/>
                      <a:pt x="4044" y="16854"/>
                      <a:pt x="4044" y="16845"/>
                    </a:cubicBezTo>
                    <a:cubicBezTo>
                      <a:pt x="4052" y="16820"/>
                      <a:pt x="4061" y="16812"/>
                      <a:pt x="4077" y="16804"/>
                    </a:cubicBezTo>
                    <a:cubicBezTo>
                      <a:pt x="4160" y="16638"/>
                      <a:pt x="4235" y="16464"/>
                      <a:pt x="4309" y="16290"/>
                    </a:cubicBezTo>
                    <a:cubicBezTo>
                      <a:pt x="4434" y="16017"/>
                      <a:pt x="4541" y="15743"/>
                      <a:pt x="4641" y="15462"/>
                    </a:cubicBezTo>
                    <a:cubicBezTo>
                      <a:pt x="4740" y="15188"/>
                      <a:pt x="4823" y="14906"/>
                      <a:pt x="4906" y="14625"/>
                    </a:cubicBezTo>
                    <a:cubicBezTo>
                      <a:pt x="4980" y="14351"/>
                      <a:pt x="5022" y="14061"/>
                      <a:pt x="5138" y="13796"/>
                    </a:cubicBezTo>
                    <a:cubicBezTo>
                      <a:pt x="5147" y="13781"/>
                      <a:pt x="5160" y="13775"/>
                      <a:pt x="5174" y="13775"/>
                    </a:cubicBezTo>
                    <a:cubicBezTo>
                      <a:pt x="5198" y="13775"/>
                      <a:pt x="5224" y="13795"/>
                      <a:pt x="5229" y="13821"/>
                    </a:cubicBezTo>
                    <a:lnTo>
                      <a:pt x="5229" y="13879"/>
                    </a:lnTo>
                    <a:cubicBezTo>
                      <a:pt x="5287" y="13813"/>
                      <a:pt x="5345" y="13746"/>
                      <a:pt x="5411" y="13680"/>
                    </a:cubicBezTo>
                    <a:cubicBezTo>
                      <a:pt x="5527" y="13564"/>
                      <a:pt x="5643" y="13457"/>
                      <a:pt x="5759" y="13349"/>
                    </a:cubicBezTo>
                    <a:cubicBezTo>
                      <a:pt x="6140" y="12993"/>
                      <a:pt x="6555" y="12653"/>
                      <a:pt x="6870" y="12239"/>
                    </a:cubicBezTo>
                    <a:cubicBezTo>
                      <a:pt x="7126" y="11907"/>
                      <a:pt x="7309" y="11435"/>
                      <a:pt x="7715" y="11261"/>
                    </a:cubicBezTo>
                    <a:cubicBezTo>
                      <a:pt x="7720" y="11259"/>
                      <a:pt x="7725" y="11258"/>
                      <a:pt x="7729" y="11258"/>
                    </a:cubicBezTo>
                    <a:cubicBezTo>
                      <a:pt x="7761" y="11258"/>
                      <a:pt x="7778" y="11305"/>
                      <a:pt x="7756" y="11327"/>
                    </a:cubicBezTo>
                    <a:cubicBezTo>
                      <a:pt x="7673" y="11418"/>
                      <a:pt x="7599" y="11518"/>
                      <a:pt x="7524" y="11617"/>
                    </a:cubicBezTo>
                    <a:lnTo>
                      <a:pt x="7532" y="11617"/>
                    </a:lnTo>
                    <a:cubicBezTo>
                      <a:pt x="7721" y="11556"/>
                      <a:pt x="7911" y="11536"/>
                      <a:pt x="8103" y="11536"/>
                    </a:cubicBezTo>
                    <a:cubicBezTo>
                      <a:pt x="8172" y="11536"/>
                      <a:pt x="8241" y="11538"/>
                      <a:pt x="8311" y="11543"/>
                    </a:cubicBezTo>
                    <a:cubicBezTo>
                      <a:pt x="8444" y="11551"/>
                      <a:pt x="8576" y="11567"/>
                      <a:pt x="8701" y="11584"/>
                    </a:cubicBezTo>
                    <a:cubicBezTo>
                      <a:pt x="8767" y="11592"/>
                      <a:pt x="8841" y="11601"/>
                      <a:pt x="8908" y="11617"/>
                    </a:cubicBezTo>
                    <a:cubicBezTo>
                      <a:pt x="8974" y="11625"/>
                      <a:pt x="9040" y="11634"/>
                      <a:pt x="9098" y="11667"/>
                    </a:cubicBezTo>
                    <a:cubicBezTo>
                      <a:pt x="9106" y="11674"/>
                      <a:pt x="9120" y="11682"/>
                      <a:pt x="9123" y="11690"/>
                    </a:cubicBezTo>
                    <a:lnTo>
                      <a:pt x="9123" y="11690"/>
                    </a:lnTo>
                    <a:cubicBezTo>
                      <a:pt x="9073" y="11392"/>
                      <a:pt x="9040" y="11086"/>
                      <a:pt x="9057" y="10780"/>
                    </a:cubicBezTo>
                    <a:cubicBezTo>
                      <a:pt x="9057" y="10731"/>
                      <a:pt x="9057" y="10681"/>
                      <a:pt x="9065" y="10631"/>
                    </a:cubicBezTo>
                    <a:lnTo>
                      <a:pt x="9065" y="10631"/>
                    </a:lnTo>
                    <a:cubicBezTo>
                      <a:pt x="9047" y="10650"/>
                      <a:pt x="9028" y="10659"/>
                      <a:pt x="9006" y="10659"/>
                    </a:cubicBezTo>
                    <a:cubicBezTo>
                      <a:pt x="8998" y="10659"/>
                      <a:pt x="8991" y="10658"/>
                      <a:pt x="8982" y="10656"/>
                    </a:cubicBezTo>
                    <a:cubicBezTo>
                      <a:pt x="8933" y="10639"/>
                      <a:pt x="8899" y="10598"/>
                      <a:pt x="8866" y="10565"/>
                    </a:cubicBezTo>
                    <a:cubicBezTo>
                      <a:pt x="8833" y="10540"/>
                      <a:pt x="8800" y="10507"/>
                      <a:pt x="8767" y="10474"/>
                    </a:cubicBezTo>
                    <a:cubicBezTo>
                      <a:pt x="8709" y="10416"/>
                      <a:pt x="8651" y="10358"/>
                      <a:pt x="8593" y="10291"/>
                    </a:cubicBezTo>
                    <a:cubicBezTo>
                      <a:pt x="8477" y="10159"/>
                      <a:pt x="8378" y="10018"/>
                      <a:pt x="8278" y="9877"/>
                    </a:cubicBezTo>
                    <a:cubicBezTo>
                      <a:pt x="8247" y="9839"/>
                      <a:pt x="8287" y="9797"/>
                      <a:pt x="8323" y="9797"/>
                    </a:cubicBezTo>
                    <a:cubicBezTo>
                      <a:pt x="8334" y="9797"/>
                      <a:pt x="8345" y="9801"/>
                      <a:pt x="8353" y="9811"/>
                    </a:cubicBezTo>
                    <a:cubicBezTo>
                      <a:pt x="8469" y="9943"/>
                      <a:pt x="8593" y="10059"/>
                      <a:pt x="8709" y="10175"/>
                    </a:cubicBezTo>
                    <a:cubicBezTo>
                      <a:pt x="8767" y="10233"/>
                      <a:pt x="8833" y="10291"/>
                      <a:pt x="8891" y="10349"/>
                    </a:cubicBezTo>
                    <a:cubicBezTo>
                      <a:pt x="8924" y="10374"/>
                      <a:pt x="8957" y="10407"/>
                      <a:pt x="8982" y="10432"/>
                    </a:cubicBezTo>
                    <a:cubicBezTo>
                      <a:pt x="9015" y="10457"/>
                      <a:pt x="9049" y="10482"/>
                      <a:pt x="9065" y="10515"/>
                    </a:cubicBezTo>
                    <a:cubicBezTo>
                      <a:pt x="9073" y="10407"/>
                      <a:pt x="9082" y="10300"/>
                      <a:pt x="9082" y="10192"/>
                    </a:cubicBezTo>
                    <a:cubicBezTo>
                      <a:pt x="9082" y="9985"/>
                      <a:pt x="9057" y="9786"/>
                      <a:pt x="9032" y="9579"/>
                    </a:cubicBezTo>
                    <a:cubicBezTo>
                      <a:pt x="8949" y="8783"/>
                      <a:pt x="8883" y="7988"/>
                      <a:pt x="8825" y="7184"/>
                    </a:cubicBezTo>
                    <a:cubicBezTo>
                      <a:pt x="8825" y="7166"/>
                      <a:pt x="8841" y="7155"/>
                      <a:pt x="8856" y="7155"/>
                    </a:cubicBezTo>
                    <a:cubicBezTo>
                      <a:pt x="8868" y="7155"/>
                      <a:pt x="8879" y="7162"/>
                      <a:pt x="8883" y="7176"/>
                    </a:cubicBezTo>
                    <a:cubicBezTo>
                      <a:pt x="8949" y="7615"/>
                      <a:pt x="9015" y="8063"/>
                      <a:pt x="9082" y="8510"/>
                    </a:cubicBezTo>
                    <a:cubicBezTo>
                      <a:pt x="9140" y="8908"/>
                      <a:pt x="9189" y="9305"/>
                      <a:pt x="9239" y="9711"/>
                    </a:cubicBezTo>
                    <a:cubicBezTo>
                      <a:pt x="9264" y="9902"/>
                      <a:pt x="9281" y="10093"/>
                      <a:pt x="9272" y="10283"/>
                    </a:cubicBezTo>
                    <a:cubicBezTo>
                      <a:pt x="9264" y="10482"/>
                      <a:pt x="9239" y="10673"/>
                      <a:pt x="9239" y="10871"/>
                    </a:cubicBezTo>
                    <a:cubicBezTo>
                      <a:pt x="9231" y="11253"/>
                      <a:pt x="9297" y="11634"/>
                      <a:pt x="9380" y="12007"/>
                    </a:cubicBezTo>
                    <a:cubicBezTo>
                      <a:pt x="9471" y="12379"/>
                      <a:pt x="9604" y="12744"/>
                      <a:pt x="9703" y="13117"/>
                    </a:cubicBezTo>
                    <a:cubicBezTo>
                      <a:pt x="9720" y="13167"/>
                      <a:pt x="9687" y="13208"/>
                      <a:pt x="9645" y="13216"/>
                    </a:cubicBezTo>
                    <a:cubicBezTo>
                      <a:pt x="9695" y="13498"/>
                      <a:pt x="9736" y="13788"/>
                      <a:pt x="9786" y="14078"/>
                    </a:cubicBezTo>
                    <a:cubicBezTo>
                      <a:pt x="9902" y="14757"/>
                      <a:pt x="10035" y="15437"/>
                      <a:pt x="10192" y="16116"/>
                    </a:cubicBezTo>
                    <a:cubicBezTo>
                      <a:pt x="10275" y="16448"/>
                      <a:pt x="10358" y="16787"/>
                      <a:pt x="10449" y="17119"/>
                    </a:cubicBezTo>
                    <a:cubicBezTo>
                      <a:pt x="10499" y="17284"/>
                      <a:pt x="10548" y="17442"/>
                      <a:pt x="10590" y="17608"/>
                    </a:cubicBezTo>
                    <a:cubicBezTo>
                      <a:pt x="10631" y="17732"/>
                      <a:pt x="10673" y="17914"/>
                      <a:pt x="10565" y="18014"/>
                    </a:cubicBezTo>
                    <a:cubicBezTo>
                      <a:pt x="10557" y="18022"/>
                      <a:pt x="10557" y="18022"/>
                      <a:pt x="10557" y="18022"/>
                    </a:cubicBezTo>
                    <a:cubicBezTo>
                      <a:pt x="10615" y="18453"/>
                      <a:pt x="10747" y="18883"/>
                      <a:pt x="10838" y="19314"/>
                    </a:cubicBezTo>
                    <a:cubicBezTo>
                      <a:pt x="10888" y="19546"/>
                      <a:pt x="10921" y="19787"/>
                      <a:pt x="10929" y="20027"/>
                    </a:cubicBezTo>
                    <a:cubicBezTo>
                      <a:pt x="10938" y="20259"/>
                      <a:pt x="10896" y="20499"/>
                      <a:pt x="10929" y="20731"/>
                    </a:cubicBezTo>
                    <a:cubicBezTo>
                      <a:pt x="10946" y="20847"/>
                      <a:pt x="10987" y="20947"/>
                      <a:pt x="11054" y="21046"/>
                    </a:cubicBezTo>
                    <a:cubicBezTo>
                      <a:pt x="11120" y="21145"/>
                      <a:pt x="11178" y="21245"/>
                      <a:pt x="11203" y="21369"/>
                    </a:cubicBezTo>
                    <a:cubicBezTo>
                      <a:pt x="11253" y="21618"/>
                      <a:pt x="11269" y="21875"/>
                      <a:pt x="11294" y="22131"/>
                    </a:cubicBezTo>
                    <a:cubicBezTo>
                      <a:pt x="11352" y="22662"/>
                      <a:pt x="11402" y="23192"/>
                      <a:pt x="11402" y="23730"/>
                    </a:cubicBezTo>
                    <a:cubicBezTo>
                      <a:pt x="11402" y="23929"/>
                      <a:pt x="11393" y="24145"/>
                      <a:pt x="11460" y="24344"/>
                    </a:cubicBezTo>
                    <a:cubicBezTo>
                      <a:pt x="11526" y="24551"/>
                      <a:pt x="11700" y="24650"/>
                      <a:pt x="11891" y="24716"/>
                    </a:cubicBezTo>
                    <a:cubicBezTo>
                      <a:pt x="11915" y="24600"/>
                      <a:pt x="11957" y="24484"/>
                      <a:pt x="11957" y="24377"/>
                    </a:cubicBezTo>
                    <a:cubicBezTo>
                      <a:pt x="11957" y="24344"/>
                      <a:pt x="11980" y="24328"/>
                      <a:pt x="12003" y="24328"/>
                    </a:cubicBezTo>
                    <a:cubicBezTo>
                      <a:pt x="12022" y="24328"/>
                      <a:pt x="12041" y="24338"/>
                      <a:pt x="12048" y="24360"/>
                    </a:cubicBezTo>
                    <a:cubicBezTo>
                      <a:pt x="12098" y="24509"/>
                      <a:pt x="12056" y="24625"/>
                      <a:pt x="12056" y="24774"/>
                    </a:cubicBezTo>
                    <a:cubicBezTo>
                      <a:pt x="12048" y="24899"/>
                      <a:pt x="12081" y="24990"/>
                      <a:pt x="12205" y="25048"/>
                    </a:cubicBezTo>
                    <a:cubicBezTo>
                      <a:pt x="12413" y="25147"/>
                      <a:pt x="12645" y="25189"/>
                      <a:pt x="12877" y="25197"/>
                    </a:cubicBezTo>
                    <a:cubicBezTo>
                      <a:pt x="13100" y="25197"/>
                      <a:pt x="13357" y="25164"/>
                      <a:pt x="13556" y="25064"/>
                    </a:cubicBezTo>
                    <a:cubicBezTo>
                      <a:pt x="13647" y="25015"/>
                      <a:pt x="13622" y="24915"/>
                      <a:pt x="13597" y="24832"/>
                    </a:cubicBezTo>
                    <a:cubicBezTo>
                      <a:pt x="13564" y="24708"/>
                      <a:pt x="13531" y="24584"/>
                      <a:pt x="13490" y="24468"/>
                    </a:cubicBezTo>
                    <a:cubicBezTo>
                      <a:pt x="13457" y="24344"/>
                      <a:pt x="13415" y="24211"/>
                      <a:pt x="13374" y="24087"/>
                    </a:cubicBezTo>
                    <a:cubicBezTo>
                      <a:pt x="13341" y="23971"/>
                      <a:pt x="13307" y="23838"/>
                      <a:pt x="13307" y="23714"/>
                    </a:cubicBezTo>
                    <a:cubicBezTo>
                      <a:pt x="13307" y="23674"/>
                      <a:pt x="13337" y="23655"/>
                      <a:pt x="13368" y="23655"/>
                    </a:cubicBezTo>
                    <a:cubicBezTo>
                      <a:pt x="13389" y="23655"/>
                      <a:pt x="13410" y="23664"/>
                      <a:pt x="13423" y="23681"/>
                    </a:cubicBezTo>
                    <a:cubicBezTo>
                      <a:pt x="13515" y="23822"/>
                      <a:pt x="13564" y="24012"/>
                      <a:pt x="13614" y="24170"/>
                    </a:cubicBezTo>
                    <a:lnTo>
                      <a:pt x="13771" y="24683"/>
                    </a:lnTo>
                    <a:cubicBezTo>
                      <a:pt x="13805" y="24799"/>
                      <a:pt x="13846" y="24924"/>
                      <a:pt x="13821" y="25048"/>
                    </a:cubicBezTo>
                    <a:cubicBezTo>
                      <a:pt x="13813" y="25064"/>
                      <a:pt x="13813" y="25073"/>
                      <a:pt x="13805" y="25089"/>
                    </a:cubicBezTo>
                    <a:cubicBezTo>
                      <a:pt x="13854" y="25064"/>
                      <a:pt x="13896" y="25048"/>
                      <a:pt x="13945" y="25023"/>
                    </a:cubicBezTo>
                    <a:cubicBezTo>
                      <a:pt x="14012" y="24990"/>
                      <a:pt x="14086" y="24957"/>
                      <a:pt x="14152" y="24924"/>
                    </a:cubicBezTo>
                    <a:cubicBezTo>
                      <a:pt x="14210" y="24890"/>
                      <a:pt x="14310" y="24857"/>
                      <a:pt x="14343" y="24799"/>
                    </a:cubicBezTo>
                    <a:cubicBezTo>
                      <a:pt x="14368" y="24750"/>
                      <a:pt x="14351" y="24683"/>
                      <a:pt x="14335" y="24642"/>
                    </a:cubicBezTo>
                    <a:cubicBezTo>
                      <a:pt x="14302" y="24484"/>
                      <a:pt x="14227" y="24327"/>
                      <a:pt x="14161" y="24178"/>
                    </a:cubicBezTo>
                    <a:cubicBezTo>
                      <a:pt x="14136" y="24095"/>
                      <a:pt x="14103" y="24020"/>
                      <a:pt x="14070" y="23938"/>
                    </a:cubicBezTo>
                    <a:cubicBezTo>
                      <a:pt x="14045" y="23863"/>
                      <a:pt x="14012" y="23780"/>
                      <a:pt x="14020" y="23697"/>
                    </a:cubicBezTo>
                    <a:cubicBezTo>
                      <a:pt x="14020" y="23669"/>
                      <a:pt x="14039" y="23653"/>
                      <a:pt x="14062" y="23653"/>
                    </a:cubicBezTo>
                    <a:cubicBezTo>
                      <a:pt x="14072" y="23653"/>
                      <a:pt x="14084" y="23656"/>
                      <a:pt x="14095" y="23664"/>
                    </a:cubicBezTo>
                    <a:cubicBezTo>
                      <a:pt x="14161" y="23730"/>
                      <a:pt x="14202" y="23838"/>
                      <a:pt x="14235" y="23929"/>
                    </a:cubicBezTo>
                    <a:cubicBezTo>
                      <a:pt x="14277" y="24020"/>
                      <a:pt x="14310" y="24120"/>
                      <a:pt x="14351" y="24219"/>
                    </a:cubicBezTo>
                    <a:cubicBezTo>
                      <a:pt x="14409" y="24368"/>
                      <a:pt x="14500" y="24526"/>
                      <a:pt x="14517" y="24692"/>
                    </a:cubicBezTo>
                    <a:cubicBezTo>
                      <a:pt x="14558" y="24658"/>
                      <a:pt x="14592" y="24617"/>
                      <a:pt x="14616" y="24576"/>
                    </a:cubicBezTo>
                    <a:cubicBezTo>
                      <a:pt x="14674" y="24476"/>
                      <a:pt x="14683" y="24377"/>
                      <a:pt x="14650" y="24277"/>
                    </a:cubicBezTo>
                    <a:cubicBezTo>
                      <a:pt x="14600" y="24145"/>
                      <a:pt x="14509" y="24029"/>
                      <a:pt x="14434" y="23913"/>
                    </a:cubicBezTo>
                    <a:cubicBezTo>
                      <a:pt x="14393" y="23855"/>
                      <a:pt x="14360" y="23797"/>
                      <a:pt x="14318" y="23739"/>
                    </a:cubicBezTo>
                    <a:cubicBezTo>
                      <a:pt x="14194" y="23648"/>
                      <a:pt x="14086" y="23540"/>
                      <a:pt x="13995" y="23424"/>
                    </a:cubicBezTo>
                    <a:cubicBezTo>
                      <a:pt x="13863" y="23258"/>
                      <a:pt x="13780" y="23084"/>
                      <a:pt x="13747" y="22877"/>
                    </a:cubicBezTo>
                    <a:cubicBezTo>
                      <a:pt x="13730" y="22769"/>
                      <a:pt x="13722" y="22662"/>
                      <a:pt x="13689" y="22554"/>
                    </a:cubicBezTo>
                    <a:cubicBezTo>
                      <a:pt x="13664" y="22463"/>
                      <a:pt x="13622" y="22380"/>
                      <a:pt x="13581" y="22297"/>
                    </a:cubicBezTo>
                    <a:cubicBezTo>
                      <a:pt x="13490" y="22123"/>
                      <a:pt x="13399" y="21949"/>
                      <a:pt x="13324" y="21767"/>
                    </a:cubicBezTo>
                    <a:cubicBezTo>
                      <a:pt x="13183" y="21386"/>
                      <a:pt x="13109" y="20980"/>
                      <a:pt x="13051" y="20582"/>
                    </a:cubicBezTo>
                    <a:cubicBezTo>
                      <a:pt x="12984" y="20151"/>
                      <a:pt x="12935" y="19720"/>
                      <a:pt x="12852" y="19298"/>
                    </a:cubicBezTo>
                    <a:cubicBezTo>
                      <a:pt x="12810" y="19099"/>
                      <a:pt x="12736" y="18925"/>
                      <a:pt x="12636" y="18759"/>
                    </a:cubicBezTo>
                    <a:cubicBezTo>
                      <a:pt x="12553" y="18610"/>
                      <a:pt x="12421" y="18436"/>
                      <a:pt x="12462" y="18262"/>
                    </a:cubicBezTo>
                    <a:cubicBezTo>
                      <a:pt x="12471" y="18246"/>
                      <a:pt x="12479" y="18237"/>
                      <a:pt x="12479" y="18229"/>
                    </a:cubicBezTo>
                    <a:cubicBezTo>
                      <a:pt x="12429" y="18080"/>
                      <a:pt x="12379" y="17931"/>
                      <a:pt x="12338" y="17773"/>
                    </a:cubicBezTo>
                    <a:cubicBezTo>
                      <a:pt x="12272" y="17516"/>
                      <a:pt x="12214" y="17251"/>
                      <a:pt x="12172" y="16978"/>
                    </a:cubicBezTo>
                    <a:cubicBezTo>
                      <a:pt x="12023" y="16008"/>
                      <a:pt x="12048" y="15031"/>
                      <a:pt x="12106" y="14053"/>
                    </a:cubicBezTo>
                    <a:cubicBezTo>
                      <a:pt x="12131" y="13523"/>
                      <a:pt x="12164" y="12993"/>
                      <a:pt x="12181" y="12462"/>
                    </a:cubicBezTo>
                    <a:cubicBezTo>
                      <a:pt x="12197" y="12197"/>
                      <a:pt x="12205" y="11932"/>
                      <a:pt x="12222" y="11667"/>
                    </a:cubicBezTo>
                    <a:cubicBezTo>
                      <a:pt x="12230" y="11402"/>
                      <a:pt x="12222" y="11128"/>
                      <a:pt x="12288" y="10880"/>
                    </a:cubicBezTo>
                    <a:cubicBezTo>
                      <a:pt x="12293" y="10854"/>
                      <a:pt x="12319" y="10839"/>
                      <a:pt x="12345" y="10839"/>
                    </a:cubicBezTo>
                    <a:cubicBezTo>
                      <a:pt x="12369" y="10839"/>
                      <a:pt x="12392" y="10852"/>
                      <a:pt x="12396" y="10880"/>
                    </a:cubicBezTo>
                    <a:cubicBezTo>
                      <a:pt x="12437" y="11161"/>
                      <a:pt x="12404" y="11468"/>
                      <a:pt x="12388" y="11758"/>
                    </a:cubicBezTo>
                    <a:cubicBezTo>
                      <a:pt x="12371" y="12056"/>
                      <a:pt x="12355" y="12363"/>
                      <a:pt x="12338" y="12661"/>
                    </a:cubicBezTo>
                    <a:cubicBezTo>
                      <a:pt x="12330" y="12860"/>
                      <a:pt x="12321" y="13051"/>
                      <a:pt x="12305" y="13249"/>
                    </a:cubicBezTo>
                    <a:cubicBezTo>
                      <a:pt x="12396" y="13241"/>
                      <a:pt x="12479" y="13241"/>
                      <a:pt x="12562" y="13241"/>
                    </a:cubicBezTo>
                    <a:cubicBezTo>
                      <a:pt x="12678" y="13233"/>
                      <a:pt x="12794" y="13225"/>
                      <a:pt x="12910" y="13225"/>
                    </a:cubicBezTo>
                    <a:cubicBezTo>
                      <a:pt x="13133" y="13208"/>
                      <a:pt x="13365" y="13191"/>
                      <a:pt x="13597" y="13175"/>
                    </a:cubicBezTo>
                    <a:lnTo>
                      <a:pt x="13639" y="13175"/>
                    </a:lnTo>
                    <a:cubicBezTo>
                      <a:pt x="13854" y="13158"/>
                      <a:pt x="14070" y="13142"/>
                      <a:pt x="14277" y="13117"/>
                    </a:cubicBezTo>
                    <a:cubicBezTo>
                      <a:pt x="14484" y="13092"/>
                      <a:pt x="14699" y="13075"/>
                      <a:pt x="14906" y="13042"/>
                    </a:cubicBezTo>
                    <a:cubicBezTo>
                      <a:pt x="15097" y="13009"/>
                      <a:pt x="15271" y="12926"/>
                      <a:pt x="15453" y="12843"/>
                    </a:cubicBezTo>
                    <a:cubicBezTo>
                      <a:pt x="15627" y="12752"/>
                      <a:pt x="15801" y="12703"/>
                      <a:pt x="16000" y="12694"/>
                    </a:cubicBezTo>
                    <a:cubicBezTo>
                      <a:pt x="16182" y="12694"/>
                      <a:pt x="16340" y="12678"/>
                      <a:pt x="16506" y="12611"/>
                    </a:cubicBezTo>
                    <a:cubicBezTo>
                      <a:pt x="16655" y="12553"/>
                      <a:pt x="16787" y="12471"/>
                      <a:pt x="16903" y="12363"/>
                    </a:cubicBezTo>
                    <a:cubicBezTo>
                      <a:pt x="17019" y="12255"/>
                      <a:pt x="17127" y="12131"/>
                      <a:pt x="17218" y="11990"/>
                    </a:cubicBezTo>
                    <a:cubicBezTo>
                      <a:pt x="17309" y="11857"/>
                      <a:pt x="17367" y="11700"/>
                      <a:pt x="17475" y="11576"/>
                    </a:cubicBezTo>
                    <a:cubicBezTo>
                      <a:pt x="17485" y="11563"/>
                      <a:pt x="17500" y="11557"/>
                      <a:pt x="17516" y="11557"/>
                    </a:cubicBezTo>
                    <a:cubicBezTo>
                      <a:pt x="17552" y="11557"/>
                      <a:pt x="17591" y="11585"/>
                      <a:pt x="17591" y="11625"/>
                    </a:cubicBezTo>
                    <a:cubicBezTo>
                      <a:pt x="17574" y="11808"/>
                      <a:pt x="17458" y="11990"/>
                      <a:pt x="17351" y="12139"/>
                    </a:cubicBezTo>
                    <a:cubicBezTo>
                      <a:pt x="17293" y="12222"/>
                      <a:pt x="17226" y="12297"/>
                      <a:pt x="17160" y="12371"/>
                    </a:cubicBezTo>
                    <a:cubicBezTo>
                      <a:pt x="17160" y="12388"/>
                      <a:pt x="17152" y="12404"/>
                      <a:pt x="17152" y="12421"/>
                    </a:cubicBezTo>
                    <a:cubicBezTo>
                      <a:pt x="17127" y="12512"/>
                      <a:pt x="17110" y="12611"/>
                      <a:pt x="17094" y="12703"/>
                    </a:cubicBezTo>
                    <a:cubicBezTo>
                      <a:pt x="17077" y="12794"/>
                      <a:pt x="17061" y="12885"/>
                      <a:pt x="17061" y="12984"/>
                    </a:cubicBezTo>
                    <a:lnTo>
                      <a:pt x="17061" y="13017"/>
                    </a:lnTo>
                    <a:cubicBezTo>
                      <a:pt x="17069" y="13009"/>
                      <a:pt x="17069" y="13001"/>
                      <a:pt x="17077" y="12984"/>
                    </a:cubicBezTo>
                    <a:cubicBezTo>
                      <a:pt x="17085" y="12974"/>
                      <a:pt x="17096" y="12969"/>
                      <a:pt x="17106" y="12969"/>
                    </a:cubicBezTo>
                    <a:cubicBezTo>
                      <a:pt x="17128" y="12969"/>
                      <a:pt x="17149" y="12989"/>
                      <a:pt x="17144" y="13017"/>
                    </a:cubicBezTo>
                    <a:cubicBezTo>
                      <a:pt x="17110" y="13183"/>
                      <a:pt x="17044" y="13332"/>
                      <a:pt x="16986" y="13490"/>
                    </a:cubicBezTo>
                    <a:cubicBezTo>
                      <a:pt x="16928" y="13639"/>
                      <a:pt x="16870" y="13796"/>
                      <a:pt x="16820" y="13945"/>
                    </a:cubicBezTo>
                    <a:cubicBezTo>
                      <a:pt x="16721" y="14252"/>
                      <a:pt x="16630" y="14567"/>
                      <a:pt x="16572" y="14890"/>
                    </a:cubicBezTo>
                    <a:cubicBezTo>
                      <a:pt x="16522" y="15180"/>
                      <a:pt x="16506" y="15470"/>
                      <a:pt x="16514" y="15760"/>
                    </a:cubicBezTo>
                    <a:cubicBezTo>
                      <a:pt x="16530" y="16066"/>
                      <a:pt x="16572" y="16365"/>
                      <a:pt x="16588" y="16671"/>
                    </a:cubicBezTo>
                    <a:cubicBezTo>
                      <a:pt x="16622" y="17293"/>
                      <a:pt x="16605" y="17922"/>
                      <a:pt x="16597" y="18544"/>
                    </a:cubicBezTo>
                    <a:cubicBezTo>
                      <a:pt x="16580" y="19149"/>
                      <a:pt x="16588" y="19762"/>
                      <a:pt x="16555" y="20367"/>
                    </a:cubicBezTo>
                    <a:cubicBezTo>
                      <a:pt x="16539" y="20657"/>
                      <a:pt x="16514" y="20947"/>
                      <a:pt x="16423" y="21220"/>
                    </a:cubicBezTo>
                    <a:cubicBezTo>
                      <a:pt x="16373" y="21344"/>
                      <a:pt x="16298" y="21477"/>
                      <a:pt x="16340" y="21609"/>
                    </a:cubicBezTo>
                    <a:cubicBezTo>
                      <a:pt x="16373" y="21725"/>
                      <a:pt x="16472" y="21817"/>
                      <a:pt x="16555" y="21891"/>
                    </a:cubicBezTo>
                    <a:cubicBezTo>
                      <a:pt x="16626" y="21961"/>
                      <a:pt x="16559" y="22068"/>
                      <a:pt x="16481" y="22068"/>
                    </a:cubicBezTo>
                    <a:cubicBezTo>
                      <a:pt x="16467" y="22068"/>
                      <a:pt x="16453" y="22064"/>
                      <a:pt x="16439" y="22057"/>
                    </a:cubicBezTo>
                    <a:lnTo>
                      <a:pt x="16439" y="22057"/>
                    </a:lnTo>
                    <a:cubicBezTo>
                      <a:pt x="16489" y="22521"/>
                      <a:pt x="16431" y="23001"/>
                      <a:pt x="16356" y="23449"/>
                    </a:cubicBezTo>
                    <a:cubicBezTo>
                      <a:pt x="16332" y="23581"/>
                      <a:pt x="16307" y="23714"/>
                      <a:pt x="16274" y="23846"/>
                    </a:cubicBezTo>
                    <a:cubicBezTo>
                      <a:pt x="16249" y="23979"/>
                      <a:pt x="16207" y="24112"/>
                      <a:pt x="16191" y="24252"/>
                    </a:cubicBezTo>
                    <a:cubicBezTo>
                      <a:pt x="16174" y="24460"/>
                      <a:pt x="16265" y="24675"/>
                      <a:pt x="16431" y="24808"/>
                    </a:cubicBezTo>
                    <a:cubicBezTo>
                      <a:pt x="16448" y="24716"/>
                      <a:pt x="16472" y="24625"/>
                      <a:pt x="16497" y="24534"/>
                    </a:cubicBezTo>
                    <a:cubicBezTo>
                      <a:pt x="16501" y="24516"/>
                      <a:pt x="16517" y="24507"/>
                      <a:pt x="16532" y="24507"/>
                    </a:cubicBezTo>
                    <a:cubicBezTo>
                      <a:pt x="16552" y="24507"/>
                      <a:pt x="16572" y="24520"/>
                      <a:pt x="16572" y="24542"/>
                    </a:cubicBezTo>
                    <a:cubicBezTo>
                      <a:pt x="16564" y="24849"/>
                      <a:pt x="16539" y="25156"/>
                      <a:pt x="16497" y="25462"/>
                    </a:cubicBezTo>
                    <a:cubicBezTo>
                      <a:pt x="16481" y="25595"/>
                      <a:pt x="16456" y="25744"/>
                      <a:pt x="16555" y="25852"/>
                    </a:cubicBezTo>
                    <a:cubicBezTo>
                      <a:pt x="16638" y="25943"/>
                      <a:pt x="16771" y="26001"/>
                      <a:pt x="16878" y="26059"/>
                    </a:cubicBezTo>
                    <a:cubicBezTo>
                      <a:pt x="17003" y="26117"/>
                      <a:pt x="17135" y="26166"/>
                      <a:pt x="17276" y="26200"/>
                    </a:cubicBezTo>
                    <a:cubicBezTo>
                      <a:pt x="17345" y="26217"/>
                      <a:pt x="17445" y="26246"/>
                      <a:pt x="17533" y="26246"/>
                    </a:cubicBezTo>
                    <a:cubicBezTo>
                      <a:pt x="17573" y="26246"/>
                      <a:pt x="17610" y="26240"/>
                      <a:pt x="17641" y="26224"/>
                    </a:cubicBezTo>
                    <a:cubicBezTo>
                      <a:pt x="17732" y="26175"/>
                      <a:pt x="17740" y="26001"/>
                      <a:pt x="17757" y="25910"/>
                    </a:cubicBezTo>
                    <a:cubicBezTo>
                      <a:pt x="17782" y="25760"/>
                      <a:pt x="17765" y="25603"/>
                      <a:pt x="17757" y="25454"/>
                    </a:cubicBezTo>
                    <a:cubicBezTo>
                      <a:pt x="17752" y="25409"/>
                      <a:pt x="17784" y="25386"/>
                      <a:pt x="17818" y="25386"/>
                    </a:cubicBezTo>
                    <a:cubicBezTo>
                      <a:pt x="17847" y="25386"/>
                      <a:pt x="17878" y="25403"/>
                      <a:pt x="17889" y="25437"/>
                    </a:cubicBezTo>
                    <a:cubicBezTo>
                      <a:pt x="17947" y="25586"/>
                      <a:pt x="17964" y="25744"/>
                      <a:pt x="17964" y="25910"/>
                    </a:cubicBezTo>
                    <a:cubicBezTo>
                      <a:pt x="17964" y="26042"/>
                      <a:pt x="17947" y="26200"/>
                      <a:pt x="17873" y="26316"/>
                    </a:cubicBezTo>
                    <a:cubicBezTo>
                      <a:pt x="17939" y="26316"/>
                      <a:pt x="18005" y="26324"/>
                      <a:pt x="18063" y="26324"/>
                    </a:cubicBezTo>
                    <a:cubicBezTo>
                      <a:pt x="18171" y="26332"/>
                      <a:pt x="18279" y="26332"/>
                      <a:pt x="18386" y="26332"/>
                    </a:cubicBezTo>
                    <a:cubicBezTo>
                      <a:pt x="18478" y="26332"/>
                      <a:pt x="18577" y="26332"/>
                      <a:pt x="18676" y="26324"/>
                    </a:cubicBezTo>
                    <a:cubicBezTo>
                      <a:pt x="18743" y="26316"/>
                      <a:pt x="18817" y="26307"/>
                      <a:pt x="18867" y="26258"/>
                    </a:cubicBezTo>
                    <a:cubicBezTo>
                      <a:pt x="19008" y="26133"/>
                      <a:pt x="18908" y="25893"/>
                      <a:pt x="18867" y="25752"/>
                    </a:cubicBezTo>
                    <a:cubicBezTo>
                      <a:pt x="18834" y="25644"/>
                      <a:pt x="18801" y="25545"/>
                      <a:pt x="18768" y="25437"/>
                    </a:cubicBezTo>
                    <a:cubicBezTo>
                      <a:pt x="18734" y="25346"/>
                      <a:pt x="18701" y="25238"/>
                      <a:pt x="18718" y="25139"/>
                    </a:cubicBezTo>
                    <a:cubicBezTo>
                      <a:pt x="18718" y="25113"/>
                      <a:pt x="18744" y="25097"/>
                      <a:pt x="18770" y="25097"/>
                    </a:cubicBezTo>
                    <a:cubicBezTo>
                      <a:pt x="18785" y="25097"/>
                      <a:pt x="18800" y="25102"/>
                      <a:pt x="18809" y="25114"/>
                    </a:cubicBezTo>
                    <a:cubicBezTo>
                      <a:pt x="18900" y="25197"/>
                      <a:pt x="18925" y="25330"/>
                      <a:pt x="18966" y="25437"/>
                    </a:cubicBezTo>
                    <a:cubicBezTo>
                      <a:pt x="19008" y="25553"/>
                      <a:pt x="19049" y="25669"/>
                      <a:pt x="19091" y="25794"/>
                    </a:cubicBezTo>
                    <a:cubicBezTo>
                      <a:pt x="19132" y="25918"/>
                      <a:pt x="19157" y="26059"/>
                      <a:pt x="19132" y="26191"/>
                    </a:cubicBezTo>
                    <a:cubicBezTo>
                      <a:pt x="19140" y="26191"/>
                      <a:pt x="19140" y="26191"/>
                      <a:pt x="19149" y="26183"/>
                    </a:cubicBezTo>
                    <a:cubicBezTo>
                      <a:pt x="19223" y="26158"/>
                      <a:pt x="19298" y="26125"/>
                      <a:pt x="19356" y="26075"/>
                    </a:cubicBezTo>
                    <a:cubicBezTo>
                      <a:pt x="19480" y="25976"/>
                      <a:pt x="19530" y="25835"/>
                      <a:pt x="19463" y="25694"/>
                    </a:cubicBezTo>
                    <a:cubicBezTo>
                      <a:pt x="19389" y="25528"/>
                      <a:pt x="19290" y="25379"/>
                      <a:pt x="19207" y="25222"/>
                    </a:cubicBezTo>
                    <a:cubicBezTo>
                      <a:pt x="19157" y="25139"/>
                      <a:pt x="19116" y="25056"/>
                      <a:pt x="19074" y="24982"/>
                    </a:cubicBezTo>
                    <a:cubicBezTo>
                      <a:pt x="19041" y="24907"/>
                      <a:pt x="18991" y="24824"/>
                      <a:pt x="18983" y="24741"/>
                    </a:cubicBezTo>
                    <a:cubicBezTo>
                      <a:pt x="18975" y="24708"/>
                      <a:pt x="19000" y="24683"/>
                      <a:pt x="19024" y="24675"/>
                    </a:cubicBezTo>
                    <a:cubicBezTo>
                      <a:pt x="18958" y="24476"/>
                      <a:pt x="18892" y="24277"/>
                      <a:pt x="18826" y="24078"/>
                    </a:cubicBezTo>
                    <a:cubicBezTo>
                      <a:pt x="18743" y="23822"/>
                      <a:pt x="18660" y="23557"/>
                      <a:pt x="18577" y="23300"/>
                    </a:cubicBezTo>
                    <a:cubicBezTo>
                      <a:pt x="18502" y="23051"/>
                      <a:pt x="18411" y="22803"/>
                      <a:pt x="18362" y="22546"/>
                    </a:cubicBezTo>
                    <a:cubicBezTo>
                      <a:pt x="18304" y="22289"/>
                      <a:pt x="18279" y="22024"/>
                      <a:pt x="18270" y="21759"/>
                    </a:cubicBezTo>
                    <a:cubicBezTo>
                      <a:pt x="18262" y="21551"/>
                      <a:pt x="18262" y="21328"/>
                      <a:pt x="18295" y="21112"/>
                    </a:cubicBezTo>
                    <a:cubicBezTo>
                      <a:pt x="18304" y="21071"/>
                      <a:pt x="18312" y="21021"/>
                      <a:pt x="18328" y="20980"/>
                    </a:cubicBezTo>
                    <a:cubicBezTo>
                      <a:pt x="18328" y="20959"/>
                      <a:pt x="18351" y="20944"/>
                      <a:pt x="18373" y="20944"/>
                    </a:cubicBezTo>
                    <a:cubicBezTo>
                      <a:pt x="18377" y="20944"/>
                      <a:pt x="18382" y="20945"/>
                      <a:pt x="18386" y="20947"/>
                    </a:cubicBezTo>
                    <a:cubicBezTo>
                      <a:pt x="18411" y="20723"/>
                      <a:pt x="18436" y="20491"/>
                      <a:pt x="18469" y="20267"/>
                    </a:cubicBezTo>
                    <a:cubicBezTo>
                      <a:pt x="18560" y="19563"/>
                      <a:pt x="18668" y="18867"/>
                      <a:pt x="18776" y="18171"/>
                    </a:cubicBezTo>
                    <a:cubicBezTo>
                      <a:pt x="18834" y="17823"/>
                      <a:pt x="18908" y="17483"/>
                      <a:pt x="18991" y="17144"/>
                    </a:cubicBezTo>
                    <a:cubicBezTo>
                      <a:pt x="19033" y="16978"/>
                      <a:pt x="19082" y="16820"/>
                      <a:pt x="19132" y="16655"/>
                    </a:cubicBezTo>
                    <a:cubicBezTo>
                      <a:pt x="19182" y="16497"/>
                      <a:pt x="19215" y="16307"/>
                      <a:pt x="19306" y="16166"/>
                    </a:cubicBezTo>
                    <a:cubicBezTo>
                      <a:pt x="19322" y="16150"/>
                      <a:pt x="19345" y="16141"/>
                      <a:pt x="19366" y="16141"/>
                    </a:cubicBezTo>
                    <a:cubicBezTo>
                      <a:pt x="19378" y="16141"/>
                      <a:pt x="19388" y="16143"/>
                      <a:pt x="19397" y="16149"/>
                    </a:cubicBezTo>
                    <a:cubicBezTo>
                      <a:pt x="19422" y="16100"/>
                      <a:pt x="19439" y="16058"/>
                      <a:pt x="19463" y="16008"/>
                    </a:cubicBezTo>
                    <a:cubicBezTo>
                      <a:pt x="19604" y="15669"/>
                      <a:pt x="19679" y="15288"/>
                      <a:pt x="19737" y="14923"/>
                    </a:cubicBezTo>
                    <a:cubicBezTo>
                      <a:pt x="19803" y="14534"/>
                      <a:pt x="19853" y="14136"/>
                      <a:pt x="19894" y="13746"/>
                    </a:cubicBezTo>
                    <a:cubicBezTo>
                      <a:pt x="19969" y="12951"/>
                      <a:pt x="19985" y="12156"/>
                      <a:pt x="19944" y="11360"/>
                    </a:cubicBezTo>
                    <a:cubicBezTo>
                      <a:pt x="19940" y="11294"/>
                      <a:pt x="19988" y="11261"/>
                      <a:pt x="20037" y="11261"/>
                    </a:cubicBezTo>
                    <a:cubicBezTo>
                      <a:pt x="20087" y="11261"/>
                      <a:pt x="20139" y="11294"/>
                      <a:pt x="20143" y="11360"/>
                    </a:cubicBezTo>
                    <a:cubicBezTo>
                      <a:pt x="20151" y="11435"/>
                      <a:pt x="20151" y="11509"/>
                      <a:pt x="20159" y="11584"/>
                    </a:cubicBezTo>
                    <a:cubicBezTo>
                      <a:pt x="20358" y="11004"/>
                      <a:pt x="20657" y="10465"/>
                      <a:pt x="20864" y="9894"/>
                    </a:cubicBezTo>
                    <a:cubicBezTo>
                      <a:pt x="21361" y="8518"/>
                      <a:pt x="21510" y="7044"/>
                      <a:pt x="21427" y="5585"/>
                    </a:cubicBezTo>
                    <a:cubicBezTo>
                      <a:pt x="21394" y="4997"/>
                      <a:pt x="21319" y="4409"/>
                      <a:pt x="21212" y="3829"/>
                    </a:cubicBezTo>
                    <a:cubicBezTo>
                      <a:pt x="21179" y="3663"/>
                      <a:pt x="21145" y="3489"/>
                      <a:pt x="21112" y="3323"/>
                    </a:cubicBezTo>
                    <a:cubicBezTo>
                      <a:pt x="21029" y="2959"/>
                      <a:pt x="20947" y="2594"/>
                      <a:pt x="20847" y="2230"/>
                    </a:cubicBezTo>
                    <a:cubicBezTo>
                      <a:pt x="20764" y="1907"/>
                      <a:pt x="20673" y="1575"/>
                      <a:pt x="20474" y="1302"/>
                    </a:cubicBezTo>
                    <a:cubicBezTo>
                      <a:pt x="20383" y="1426"/>
                      <a:pt x="20275" y="1517"/>
                      <a:pt x="20143" y="1592"/>
                    </a:cubicBezTo>
                    <a:cubicBezTo>
                      <a:pt x="20060" y="1633"/>
                      <a:pt x="19969" y="1666"/>
                      <a:pt x="19878" y="1699"/>
                    </a:cubicBezTo>
                    <a:cubicBezTo>
                      <a:pt x="19596" y="1791"/>
                      <a:pt x="19314" y="1849"/>
                      <a:pt x="19033" y="1898"/>
                    </a:cubicBezTo>
                    <a:cubicBezTo>
                      <a:pt x="18486" y="1994"/>
                      <a:pt x="17929" y="2037"/>
                      <a:pt x="17371" y="2037"/>
                    </a:cubicBezTo>
                    <a:cubicBezTo>
                      <a:pt x="16814" y="2037"/>
                      <a:pt x="16257" y="1994"/>
                      <a:pt x="15710" y="1915"/>
                    </a:cubicBezTo>
                    <a:cubicBezTo>
                      <a:pt x="14716" y="1774"/>
                      <a:pt x="13747" y="1501"/>
                      <a:pt x="12827" y="1103"/>
                    </a:cubicBezTo>
                    <a:cubicBezTo>
                      <a:pt x="12736" y="1061"/>
                      <a:pt x="12645" y="1020"/>
                      <a:pt x="12545" y="970"/>
                    </a:cubicBezTo>
                    <a:cubicBezTo>
                      <a:pt x="12081" y="755"/>
                      <a:pt x="11634" y="498"/>
                      <a:pt x="11236" y="175"/>
                    </a:cubicBezTo>
                    <a:cubicBezTo>
                      <a:pt x="11170" y="117"/>
                      <a:pt x="11103" y="59"/>
                      <a:pt x="110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0" name="Google Shape;2420;p4"/>
              <p:cNvSpPr/>
              <p:nvPr/>
            </p:nvSpPr>
            <p:spPr>
              <a:xfrm>
                <a:off x="4857900" y="4035050"/>
                <a:ext cx="247350" cy="98200"/>
              </a:xfrm>
              <a:custGeom>
                <a:rect b="b" l="l" r="r" t="t"/>
                <a:pathLst>
                  <a:path extrusionOk="0" h="3928" w="9894">
                    <a:moveTo>
                      <a:pt x="9263" y="3514"/>
                    </a:moveTo>
                    <a:cubicBezTo>
                      <a:pt x="9262" y="3514"/>
                      <a:pt x="9260" y="3514"/>
                      <a:pt x="9259" y="3515"/>
                    </a:cubicBezTo>
                    <a:lnTo>
                      <a:pt x="9259" y="3515"/>
                    </a:lnTo>
                    <a:cubicBezTo>
                      <a:pt x="9260" y="3515"/>
                      <a:pt x="9262" y="3514"/>
                      <a:pt x="9263" y="3514"/>
                    </a:cubicBezTo>
                    <a:close/>
                    <a:moveTo>
                      <a:pt x="224" y="1"/>
                    </a:moveTo>
                    <a:cubicBezTo>
                      <a:pt x="174" y="216"/>
                      <a:pt x="133" y="432"/>
                      <a:pt x="100" y="647"/>
                    </a:cubicBezTo>
                    <a:cubicBezTo>
                      <a:pt x="75" y="780"/>
                      <a:pt x="50" y="912"/>
                      <a:pt x="33" y="1053"/>
                    </a:cubicBezTo>
                    <a:cubicBezTo>
                      <a:pt x="17" y="1136"/>
                      <a:pt x="0" y="1227"/>
                      <a:pt x="9" y="1318"/>
                    </a:cubicBezTo>
                    <a:cubicBezTo>
                      <a:pt x="133" y="1467"/>
                      <a:pt x="274" y="1600"/>
                      <a:pt x="423" y="1724"/>
                    </a:cubicBezTo>
                    <a:cubicBezTo>
                      <a:pt x="514" y="1799"/>
                      <a:pt x="613" y="1857"/>
                      <a:pt x="713" y="1923"/>
                    </a:cubicBezTo>
                    <a:cubicBezTo>
                      <a:pt x="754" y="1956"/>
                      <a:pt x="804" y="1981"/>
                      <a:pt x="854" y="2014"/>
                    </a:cubicBezTo>
                    <a:cubicBezTo>
                      <a:pt x="903" y="2039"/>
                      <a:pt x="961" y="2064"/>
                      <a:pt x="995" y="2105"/>
                    </a:cubicBezTo>
                    <a:cubicBezTo>
                      <a:pt x="1011" y="2130"/>
                      <a:pt x="1003" y="2163"/>
                      <a:pt x="970" y="2163"/>
                    </a:cubicBezTo>
                    <a:cubicBezTo>
                      <a:pt x="912" y="2163"/>
                      <a:pt x="854" y="2130"/>
                      <a:pt x="804" y="2114"/>
                    </a:cubicBezTo>
                    <a:cubicBezTo>
                      <a:pt x="746" y="2081"/>
                      <a:pt x="696" y="2056"/>
                      <a:pt x="638" y="2023"/>
                    </a:cubicBezTo>
                    <a:cubicBezTo>
                      <a:pt x="539" y="1956"/>
                      <a:pt x="448" y="1890"/>
                      <a:pt x="357" y="1815"/>
                    </a:cubicBezTo>
                    <a:cubicBezTo>
                      <a:pt x="232" y="1708"/>
                      <a:pt x="125" y="1600"/>
                      <a:pt x="25" y="1476"/>
                    </a:cubicBezTo>
                    <a:lnTo>
                      <a:pt x="25" y="1476"/>
                    </a:lnTo>
                    <a:cubicBezTo>
                      <a:pt x="67" y="1575"/>
                      <a:pt x="141" y="1666"/>
                      <a:pt x="216" y="1741"/>
                    </a:cubicBezTo>
                    <a:cubicBezTo>
                      <a:pt x="299" y="1832"/>
                      <a:pt x="390" y="1915"/>
                      <a:pt x="481" y="1998"/>
                    </a:cubicBezTo>
                    <a:cubicBezTo>
                      <a:pt x="655" y="2163"/>
                      <a:pt x="845" y="2304"/>
                      <a:pt x="1053" y="2429"/>
                    </a:cubicBezTo>
                    <a:cubicBezTo>
                      <a:pt x="1459" y="2694"/>
                      <a:pt x="1906" y="2909"/>
                      <a:pt x="2353" y="3091"/>
                    </a:cubicBezTo>
                    <a:cubicBezTo>
                      <a:pt x="3315" y="3481"/>
                      <a:pt x="4334" y="3738"/>
                      <a:pt x="5369" y="3854"/>
                    </a:cubicBezTo>
                    <a:cubicBezTo>
                      <a:pt x="5790" y="3901"/>
                      <a:pt x="6217" y="3927"/>
                      <a:pt x="6645" y="3927"/>
                    </a:cubicBezTo>
                    <a:cubicBezTo>
                      <a:pt x="7270" y="3927"/>
                      <a:pt x="7896" y="3871"/>
                      <a:pt x="8501" y="3738"/>
                    </a:cubicBezTo>
                    <a:cubicBezTo>
                      <a:pt x="8750" y="3688"/>
                      <a:pt x="9015" y="3630"/>
                      <a:pt x="9247" y="3522"/>
                    </a:cubicBezTo>
                    <a:cubicBezTo>
                      <a:pt x="9253" y="3522"/>
                      <a:pt x="9255" y="3517"/>
                      <a:pt x="9259" y="3515"/>
                    </a:cubicBezTo>
                    <a:lnTo>
                      <a:pt x="9259" y="3515"/>
                    </a:lnTo>
                    <a:cubicBezTo>
                      <a:pt x="9128" y="3548"/>
                      <a:pt x="8988" y="3572"/>
                      <a:pt x="8849" y="3597"/>
                    </a:cubicBezTo>
                    <a:cubicBezTo>
                      <a:pt x="8484" y="3662"/>
                      <a:pt x="8114" y="3707"/>
                      <a:pt x="7743" y="3707"/>
                    </a:cubicBezTo>
                    <a:cubicBezTo>
                      <a:pt x="7643" y="3707"/>
                      <a:pt x="7542" y="3703"/>
                      <a:pt x="7441" y="3696"/>
                    </a:cubicBezTo>
                    <a:cubicBezTo>
                      <a:pt x="7408" y="3688"/>
                      <a:pt x="7408" y="3638"/>
                      <a:pt x="7441" y="3638"/>
                    </a:cubicBezTo>
                    <a:cubicBezTo>
                      <a:pt x="7476" y="3640"/>
                      <a:pt x="7510" y="3640"/>
                      <a:pt x="7545" y="3640"/>
                    </a:cubicBezTo>
                    <a:cubicBezTo>
                      <a:pt x="7946" y="3640"/>
                      <a:pt x="8328" y="3555"/>
                      <a:pt x="8717" y="3456"/>
                    </a:cubicBezTo>
                    <a:cubicBezTo>
                      <a:pt x="8915" y="3415"/>
                      <a:pt x="9114" y="3348"/>
                      <a:pt x="9305" y="3282"/>
                    </a:cubicBezTo>
                    <a:cubicBezTo>
                      <a:pt x="9396" y="3257"/>
                      <a:pt x="9479" y="3216"/>
                      <a:pt x="9545" y="3158"/>
                    </a:cubicBezTo>
                    <a:cubicBezTo>
                      <a:pt x="9611" y="3100"/>
                      <a:pt x="9645" y="3033"/>
                      <a:pt x="9686" y="2967"/>
                    </a:cubicBezTo>
                    <a:cubicBezTo>
                      <a:pt x="9694" y="2959"/>
                      <a:pt x="9703" y="2951"/>
                      <a:pt x="9711" y="2942"/>
                    </a:cubicBezTo>
                    <a:cubicBezTo>
                      <a:pt x="9852" y="2553"/>
                      <a:pt x="9893" y="2139"/>
                      <a:pt x="9860" y="1733"/>
                    </a:cubicBezTo>
                    <a:lnTo>
                      <a:pt x="9860" y="1733"/>
                    </a:lnTo>
                    <a:cubicBezTo>
                      <a:pt x="9736" y="1898"/>
                      <a:pt x="9545" y="2023"/>
                      <a:pt x="9363" y="2122"/>
                    </a:cubicBezTo>
                    <a:cubicBezTo>
                      <a:pt x="9031" y="2304"/>
                      <a:pt x="8675" y="2404"/>
                      <a:pt x="8311" y="2445"/>
                    </a:cubicBezTo>
                    <a:cubicBezTo>
                      <a:pt x="8105" y="2470"/>
                      <a:pt x="7899" y="2477"/>
                      <a:pt x="7695" y="2477"/>
                    </a:cubicBezTo>
                    <a:cubicBezTo>
                      <a:pt x="7554" y="2477"/>
                      <a:pt x="7414" y="2473"/>
                      <a:pt x="7275" y="2470"/>
                    </a:cubicBezTo>
                    <a:cubicBezTo>
                      <a:pt x="6935" y="2462"/>
                      <a:pt x="6587" y="2445"/>
                      <a:pt x="6248" y="2429"/>
                    </a:cubicBezTo>
                    <a:cubicBezTo>
                      <a:pt x="5560" y="2379"/>
                      <a:pt x="4864" y="2304"/>
                      <a:pt x="4201" y="2105"/>
                    </a:cubicBezTo>
                    <a:cubicBezTo>
                      <a:pt x="3870" y="2006"/>
                      <a:pt x="3546" y="1873"/>
                      <a:pt x="3223" y="1741"/>
                    </a:cubicBezTo>
                    <a:cubicBezTo>
                      <a:pt x="2942" y="1625"/>
                      <a:pt x="2660" y="1517"/>
                      <a:pt x="2387" y="1385"/>
                    </a:cubicBezTo>
                    <a:cubicBezTo>
                      <a:pt x="2121" y="1252"/>
                      <a:pt x="1856" y="1111"/>
                      <a:pt x="1616" y="945"/>
                    </a:cubicBezTo>
                    <a:cubicBezTo>
                      <a:pt x="1525" y="879"/>
                      <a:pt x="1425" y="805"/>
                      <a:pt x="1334" y="730"/>
                    </a:cubicBezTo>
                    <a:cubicBezTo>
                      <a:pt x="1317" y="743"/>
                      <a:pt x="1296" y="752"/>
                      <a:pt x="1275" y="752"/>
                    </a:cubicBezTo>
                    <a:cubicBezTo>
                      <a:pt x="1257" y="752"/>
                      <a:pt x="1238" y="745"/>
                      <a:pt x="1218" y="730"/>
                    </a:cubicBezTo>
                    <a:cubicBezTo>
                      <a:pt x="1077" y="631"/>
                      <a:pt x="928" y="523"/>
                      <a:pt x="796" y="407"/>
                    </a:cubicBezTo>
                    <a:cubicBezTo>
                      <a:pt x="763" y="399"/>
                      <a:pt x="738" y="374"/>
                      <a:pt x="713" y="357"/>
                    </a:cubicBezTo>
                    <a:cubicBezTo>
                      <a:pt x="688" y="341"/>
                      <a:pt x="663" y="332"/>
                      <a:pt x="647" y="316"/>
                    </a:cubicBezTo>
                    <a:cubicBezTo>
                      <a:pt x="605" y="291"/>
                      <a:pt x="564" y="266"/>
                      <a:pt x="522" y="233"/>
                    </a:cubicBezTo>
                    <a:cubicBezTo>
                      <a:pt x="473" y="208"/>
                      <a:pt x="423" y="192"/>
                      <a:pt x="381" y="167"/>
                    </a:cubicBezTo>
                    <a:cubicBezTo>
                      <a:pt x="307" y="125"/>
                      <a:pt x="257" y="67"/>
                      <a:pt x="2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1" name="Google Shape;2421;p4"/>
              <p:cNvSpPr/>
              <p:nvPr/>
            </p:nvSpPr>
            <p:spPr>
              <a:xfrm>
                <a:off x="4884625" y="3801275"/>
                <a:ext cx="313425" cy="290625"/>
              </a:xfrm>
              <a:custGeom>
                <a:rect b="b" l="l" r="r" t="t"/>
                <a:pathLst>
                  <a:path extrusionOk="0" h="11625" w="12537">
                    <a:moveTo>
                      <a:pt x="0" y="2243"/>
                    </a:moveTo>
                    <a:lnTo>
                      <a:pt x="0" y="2251"/>
                    </a:lnTo>
                    <a:cubicBezTo>
                      <a:pt x="4" y="2249"/>
                      <a:pt x="7" y="2247"/>
                      <a:pt x="11" y="2245"/>
                    </a:cubicBezTo>
                    <a:lnTo>
                      <a:pt x="11" y="2245"/>
                    </a:lnTo>
                    <a:cubicBezTo>
                      <a:pt x="7" y="2245"/>
                      <a:pt x="4" y="2244"/>
                      <a:pt x="0" y="2243"/>
                    </a:cubicBezTo>
                    <a:close/>
                    <a:moveTo>
                      <a:pt x="11736" y="5086"/>
                    </a:moveTo>
                    <a:cubicBezTo>
                      <a:pt x="11738" y="5089"/>
                      <a:pt x="11739" y="5091"/>
                      <a:pt x="11741" y="5093"/>
                    </a:cubicBezTo>
                    <a:cubicBezTo>
                      <a:pt x="11741" y="5089"/>
                      <a:pt x="11739" y="5087"/>
                      <a:pt x="11736" y="5086"/>
                    </a:cubicBezTo>
                    <a:close/>
                    <a:moveTo>
                      <a:pt x="3263" y="1"/>
                    </a:moveTo>
                    <a:cubicBezTo>
                      <a:pt x="3208" y="1"/>
                      <a:pt x="3153" y="3"/>
                      <a:pt x="3099" y="6"/>
                    </a:cubicBezTo>
                    <a:lnTo>
                      <a:pt x="3107" y="6"/>
                    </a:lnTo>
                    <a:cubicBezTo>
                      <a:pt x="3314" y="39"/>
                      <a:pt x="3513" y="105"/>
                      <a:pt x="3695" y="196"/>
                    </a:cubicBezTo>
                    <a:cubicBezTo>
                      <a:pt x="3886" y="296"/>
                      <a:pt x="4060" y="412"/>
                      <a:pt x="4234" y="544"/>
                    </a:cubicBezTo>
                    <a:cubicBezTo>
                      <a:pt x="4400" y="677"/>
                      <a:pt x="4565" y="826"/>
                      <a:pt x="4739" y="942"/>
                    </a:cubicBezTo>
                    <a:cubicBezTo>
                      <a:pt x="4769" y="964"/>
                      <a:pt x="4752" y="993"/>
                      <a:pt x="4725" y="993"/>
                    </a:cubicBezTo>
                    <a:cubicBezTo>
                      <a:pt x="4722" y="993"/>
                      <a:pt x="4718" y="993"/>
                      <a:pt x="4715" y="992"/>
                    </a:cubicBezTo>
                    <a:cubicBezTo>
                      <a:pt x="4532" y="892"/>
                      <a:pt x="4350" y="801"/>
                      <a:pt x="4176" y="694"/>
                    </a:cubicBezTo>
                    <a:cubicBezTo>
                      <a:pt x="4010" y="594"/>
                      <a:pt x="3845" y="486"/>
                      <a:pt x="3679" y="395"/>
                    </a:cubicBezTo>
                    <a:cubicBezTo>
                      <a:pt x="3505" y="304"/>
                      <a:pt x="3323" y="230"/>
                      <a:pt x="3132" y="196"/>
                    </a:cubicBezTo>
                    <a:cubicBezTo>
                      <a:pt x="3037" y="180"/>
                      <a:pt x="2944" y="178"/>
                      <a:pt x="2850" y="178"/>
                    </a:cubicBezTo>
                    <a:cubicBezTo>
                      <a:pt x="2819" y="178"/>
                      <a:pt x="2788" y="178"/>
                      <a:pt x="2757" y="178"/>
                    </a:cubicBezTo>
                    <a:cubicBezTo>
                      <a:pt x="2695" y="178"/>
                      <a:pt x="2632" y="177"/>
                      <a:pt x="2569" y="172"/>
                    </a:cubicBezTo>
                    <a:cubicBezTo>
                      <a:pt x="2544" y="172"/>
                      <a:pt x="2535" y="155"/>
                      <a:pt x="2527" y="138"/>
                    </a:cubicBezTo>
                    <a:cubicBezTo>
                      <a:pt x="2428" y="188"/>
                      <a:pt x="2337" y="238"/>
                      <a:pt x="2237" y="296"/>
                    </a:cubicBezTo>
                    <a:cubicBezTo>
                      <a:pt x="1906" y="528"/>
                      <a:pt x="1632" y="851"/>
                      <a:pt x="1351" y="1141"/>
                    </a:cubicBezTo>
                    <a:cubicBezTo>
                      <a:pt x="956" y="1561"/>
                      <a:pt x="520" y="1964"/>
                      <a:pt x="11" y="2245"/>
                    </a:cubicBezTo>
                    <a:lnTo>
                      <a:pt x="11" y="2245"/>
                    </a:lnTo>
                    <a:cubicBezTo>
                      <a:pt x="219" y="2290"/>
                      <a:pt x="428" y="2327"/>
                      <a:pt x="636" y="2327"/>
                    </a:cubicBezTo>
                    <a:cubicBezTo>
                      <a:pt x="656" y="2327"/>
                      <a:pt x="676" y="2327"/>
                      <a:pt x="696" y="2326"/>
                    </a:cubicBezTo>
                    <a:cubicBezTo>
                      <a:pt x="820" y="2326"/>
                      <a:pt x="953" y="2309"/>
                      <a:pt x="1069" y="2251"/>
                    </a:cubicBezTo>
                    <a:cubicBezTo>
                      <a:pt x="1177" y="2185"/>
                      <a:pt x="1260" y="2102"/>
                      <a:pt x="1326" y="1994"/>
                    </a:cubicBezTo>
                    <a:cubicBezTo>
                      <a:pt x="1458" y="1779"/>
                      <a:pt x="1525" y="1539"/>
                      <a:pt x="1674" y="1340"/>
                    </a:cubicBezTo>
                    <a:cubicBezTo>
                      <a:pt x="1740" y="1240"/>
                      <a:pt x="1823" y="1149"/>
                      <a:pt x="1906" y="1075"/>
                    </a:cubicBezTo>
                    <a:cubicBezTo>
                      <a:pt x="1974" y="1014"/>
                      <a:pt x="2076" y="940"/>
                      <a:pt x="2176" y="940"/>
                    </a:cubicBezTo>
                    <a:cubicBezTo>
                      <a:pt x="2185" y="940"/>
                      <a:pt x="2195" y="941"/>
                      <a:pt x="2204" y="942"/>
                    </a:cubicBezTo>
                    <a:cubicBezTo>
                      <a:pt x="2229" y="942"/>
                      <a:pt x="2246" y="975"/>
                      <a:pt x="2229" y="1000"/>
                    </a:cubicBezTo>
                    <a:cubicBezTo>
                      <a:pt x="2188" y="1042"/>
                      <a:pt x="2130" y="1075"/>
                      <a:pt x="2088" y="1116"/>
                    </a:cubicBezTo>
                    <a:cubicBezTo>
                      <a:pt x="2038" y="1158"/>
                      <a:pt x="1989" y="1199"/>
                      <a:pt x="1947" y="1240"/>
                    </a:cubicBezTo>
                    <a:cubicBezTo>
                      <a:pt x="1881" y="1323"/>
                      <a:pt x="1831" y="1414"/>
                      <a:pt x="1782" y="1506"/>
                    </a:cubicBezTo>
                    <a:cubicBezTo>
                      <a:pt x="1840" y="1456"/>
                      <a:pt x="1898" y="1406"/>
                      <a:pt x="1964" y="1356"/>
                    </a:cubicBezTo>
                    <a:cubicBezTo>
                      <a:pt x="2063" y="1290"/>
                      <a:pt x="2179" y="1224"/>
                      <a:pt x="2303" y="1191"/>
                    </a:cubicBezTo>
                    <a:cubicBezTo>
                      <a:pt x="2367" y="1169"/>
                      <a:pt x="2459" y="1138"/>
                      <a:pt x="2538" y="1138"/>
                    </a:cubicBezTo>
                    <a:cubicBezTo>
                      <a:pt x="2582" y="1138"/>
                      <a:pt x="2622" y="1148"/>
                      <a:pt x="2651" y="1174"/>
                    </a:cubicBezTo>
                    <a:cubicBezTo>
                      <a:pt x="2668" y="1191"/>
                      <a:pt x="2676" y="1216"/>
                      <a:pt x="2660" y="1232"/>
                    </a:cubicBezTo>
                    <a:cubicBezTo>
                      <a:pt x="2635" y="1282"/>
                      <a:pt x="2569" y="1298"/>
                      <a:pt x="2519" y="1323"/>
                    </a:cubicBezTo>
                    <a:cubicBezTo>
                      <a:pt x="2469" y="1340"/>
                      <a:pt x="2411" y="1356"/>
                      <a:pt x="2361" y="1381"/>
                    </a:cubicBezTo>
                    <a:cubicBezTo>
                      <a:pt x="2254" y="1423"/>
                      <a:pt x="2146" y="1472"/>
                      <a:pt x="2055" y="1539"/>
                    </a:cubicBezTo>
                    <a:cubicBezTo>
                      <a:pt x="1989" y="1580"/>
                      <a:pt x="1931" y="1630"/>
                      <a:pt x="1873" y="1680"/>
                    </a:cubicBezTo>
                    <a:cubicBezTo>
                      <a:pt x="1922" y="1704"/>
                      <a:pt x="1956" y="1738"/>
                      <a:pt x="1989" y="1787"/>
                    </a:cubicBezTo>
                    <a:cubicBezTo>
                      <a:pt x="2047" y="1870"/>
                      <a:pt x="2072" y="1970"/>
                      <a:pt x="2088" y="2069"/>
                    </a:cubicBezTo>
                    <a:cubicBezTo>
                      <a:pt x="2113" y="2276"/>
                      <a:pt x="2163" y="2458"/>
                      <a:pt x="2303" y="2616"/>
                    </a:cubicBezTo>
                    <a:cubicBezTo>
                      <a:pt x="2453" y="2773"/>
                      <a:pt x="2660" y="2848"/>
                      <a:pt x="2809" y="2989"/>
                    </a:cubicBezTo>
                    <a:cubicBezTo>
                      <a:pt x="2941" y="3105"/>
                      <a:pt x="3066" y="3328"/>
                      <a:pt x="2950" y="3494"/>
                    </a:cubicBezTo>
                    <a:cubicBezTo>
                      <a:pt x="2939" y="3509"/>
                      <a:pt x="2921" y="3517"/>
                      <a:pt x="2903" y="3517"/>
                    </a:cubicBezTo>
                    <a:cubicBezTo>
                      <a:pt x="2881" y="3517"/>
                      <a:pt x="2859" y="3505"/>
                      <a:pt x="2850" y="3478"/>
                    </a:cubicBezTo>
                    <a:cubicBezTo>
                      <a:pt x="2825" y="3395"/>
                      <a:pt x="2809" y="3320"/>
                      <a:pt x="2759" y="3246"/>
                    </a:cubicBezTo>
                    <a:cubicBezTo>
                      <a:pt x="2701" y="3171"/>
                      <a:pt x="2627" y="3113"/>
                      <a:pt x="2552" y="3055"/>
                    </a:cubicBezTo>
                    <a:cubicBezTo>
                      <a:pt x="2502" y="3030"/>
                      <a:pt x="2461" y="2997"/>
                      <a:pt x="2419" y="2972"/>
                    </a:cubicBezTo>
                    <a:lnTo>
                      <a:pt x="2419" y="2972"/>
                    </a:lnTo>
                    <a:cubicBezTo>
                      <a:pt x="2419" y="3005"/>
                      <a:pt x="2428" y="3038"/>
                      <a:pt x="2428" y="3080"/>
                    </a:cubicBezTo>
                    <a:cubicBezTo>
                      <a:pt x="2436" y="3204"/>
                      <a:pt x="2419" y="3328"/>
                      <a:pt x="2436" y="3453"/>
                    </a:cubicBezTo>
                    <a:cubicBezTo>
                      <a:pt x="2453" y="3660"/>
                      <a:pt x="2585" y="3826"/>
                      <a:pt x="2701" y="3991"/>
                    </a:cubicBezTo>
                    <a:cubicBezTo>
                      <a:pt x="2776" y="4091"/>
                      <a:pt x="2825" y="4182"/>
                      <a:pt x="2875" y="4281"/>
                    </a:cubicBezTo>
                    <a:cubicBezTo>
                      <a:pt x="2908" y="4099"/>
                      <a:pt x="2966" y="3917"/>
                      <a:pt x="3033" y="3743"/>
                    </a:cubicBezTo>
                    <a:cubicBezTo>
                      <a:pt x="3043" y="3722"/>
                      <a:pt x="3061" y="3713"/>
                      <a:pt x="3077" y="3713"/>
                    </a:cubicBezTo>
                    <a:cubicBezTo>
                      <a:pt x="3100" y="3713"/>
                      <a:pt x="3120" y="3730"/>
                      <a:pt x="3115" y="3759"/>
                    </a:cubicBezTo>
                    <a:cubicBezTo>
                      <a:pt x="3041" y="4149"/>
                      <a:pt x="2941" y="4571"/>
                      <a:pt x="3066" y="4961"/>
                    </a:cubicBezTo>
                    <a:cubicBezTo>
                      <a:pt x="3132" y="5151"/>
                      <a:pt x="3265" y="5309"/>
                      <a:pt x="3339" y="5491"/>
                    </a:cubicBezTo>
                    <a:cubicBezTo>
                      <a:pt x="3414" y="5665"/>
                      <a:pt x="3447" y="5905"/>
                      <a:pt x="3414" y="6096"/>
                    </a:cubicBezTo>
                    <a:cubicBezTo>
                      <a:pt x="3406" y="6153"/>
                      <a:pt x="3358" y="6180"/>
                      <a:pt x="3308" y="6180"/>
                    </a:cubicBezTo>
                    <a:cubicBezTo>
                      <a:pt x="3256" y="6180"/>
                      <a:pt x="3203" y="6151"/>
                      <a:pt x="3190" y="6096"/>
                    </a:cubicBezTo>
                    <a:cubicBezTo>
                      <a:pt x="3165" y="5996"/>
                      <a:pt x="3182" y="5880"/>
                      <a:pt x="3165" y="5781"/>
                    </a:cubicBezTo>
                    <a:cubicBezTo>
                      <a:pt x="3149" y="5673"/>
                      <a:pt x="3115" y="5574"/>
                      <a:pt x="3066" y="5483"/>
                    </a:cubicBezTo>
                    <a:cubicBezTo>
                      <a:pt x="3024" y="5391"/>
                      <a:pt x="2975" y="5300"/>
                      <a:pt x="2933" y="5209"/>
                    </a:cubicBezTo>
                    <a:cubicBezTo>
                      <a:pt x="2859" y="5110"/>
                      <a:pt x="2825" y="4986"/>
                      <a:pt x="2801" y="4861"/>
                    </a:cubicBezTo>
                    <a:cubicBezTo>
                      <a:pt x="2743" y="4994"/>
                      <a:pt x="2668" y="5110"/>
                      <a:pt x="2593" y="5217"/>
                    </a:cubicBezTo>
                    <a:cubicBezTo>
                      <a:pt x="2436" y="5458"/>
                      <a:pt x="2262" y="5690"/>
                      <a:pt x="2121" y="5938"/>
                    </a:cubicBezTo>
                    <a:cubicBezTo>
                      <a:pt x="1964" y="6203"/>
                      <a:pt x="1840" y="6469"/>
                      <a:pt x="1715" y="6742"/>
                    </a:cubicBezTo>
                    <a:cubicBezTo>
                      <a:pt x="1666" y="6875"/>
                      <a:pt x="1608" y="7015"/>
                      <a:pt x="1558" y="7148"/>
                    </a:cubicBezTo>
                    <a:lnTo>
                      <a:pt x="1475" y="7363"/>
                    </a:lnTo>
                    <a:cubicBezTo>
                      <a:pt x="1450" y="7430"/>
                      <a:pt x="1434" y="7504"/>
                      <a:pt x="1392" y="7562"/>
                    </a:cubicBezTo>
                    <a:cubicBezTo>
                      <a:pt x="1383" y="7576"/>
                      <a:pt x="1369" y="7582"/>
                      <a:pt x="1354" y="7582"/>
                    </a:cubicBezTo>
                    <a:cubicBezTo>
                      <a:pt x="1342" y="7582"/>
                      <a:pt x="1329" y="7578"/>
                      <a:pt x="1318" y="7571"/>
                    </a:cubicBezTo>
                    <a:cubicBezTo>
                      <a:pt x="1235" y="7803"/>
                      <a:pt x="1144" y="8026"/>
                      <a:pt x="1052" y="8258"/>
                    </a:cubicBezTo>
                    <a:cubicBezTo>
                      <a:pt x="970" y="8465"/>
                      <a:pt x="887" y="8673"/>
                      <a:pt x="796" y="8880"/>
                    </a:cubicBezTo>
                    <a:cubicBezTo>
                      <a:pt x="754" y="8987"/>
                      <a:pt x="713" y="9087"/>
                      <a:pt x="663" y="9186"/>
                    </a:cubicBezTo>
                    <a:cubicBezTo>
                      <a:pt x="622" y="9286"/>
                      <a:pt x="580" y="9385"/>
                      <a:pt x="506" y="9460"/>
                    </a:cubicBezTo>
                    <a:cubicBezTo>
                      <a:pt x="495" y="9470"/>
                      <a:pt x="482" y="9475"/>
                      <a:pt x="469" y="9475"/>
                    </a:cubicBezTo>
                    <a:cubicBezTo>
                      <a:pt x="442" y="9475"/>
                      <a:pt x="417" y="9455"/>
                      <a:pt x="423" y="9427"/>
                    </a:cubicBezTo>
                    <a:cubicBezTo>
                      <a:pt x="423" y="9327"/>
                      <a:pt x="456" y="9228"/>
                      <a:pt x="489" y="9137"/>
                    </a:cubicBezTo>
                    <a:lnTo>
                      <a:pt x="489" y="9137"/>
                    </a:lnTo>
                    <a:cubicBezTo>
                      <a:pt x="423" y="9228"/>
                      <a:pt x="348" y="9327"/>
                      <a:pt x="265" y="9418"/>
                    </a:cubicBezTo>
                    <a:cubicBezTo>
                      <a:pt x="199" y="9493"/>
                      <a:pt x="149" y="9567"/>
                      <a:pt x="124" y="9675"/>
                    </a:cubicBezTo>
                    <a:cubicBezTo>
                      <a:pt x="124" y="9692"/>
                      <a:pt x="116" y="9708"/>
                      <a:pt x="108" y="9717"/>
                    </a:cubicBezTo>
                    <a:cubicBezTo>
                      <a:pt x="191" y="9799"/>
                      <a:pt x="274" y="9882"/>
                      <a:pt x="365" y="9957"/>
                    </a:cubicBezTo>
                    <a:cubicBezTo>
                      <a:pt x="489" y="10056"/>
                      <a:pt x="613" y="10147"/>
                      <a:pt x="746" y="10230"/>
                    </a:cubicBezTo>
                    <a:cubicBezTo>
                      <a:pt x="1011" y="10396"/>
                      <a:pt x="1301" y="10537"/>
                      <a:pt x="1591" y="10661"/>
                    </a:cubicBezTo>
                    <a:cubicBezTo>
                      <a:pt x="2154" y="10910"/>
                      <a:pt x="2743" y="11150"/>
                      <a:pt x="3347" y="11316"/>
                    </a:cubicBezTo>
                    <a:cubicBezTo>
                      <a:pt x="3977" y="11481"/>
                      <a:pt x="4632" y="11548"/>
                      <a:pt x="5286" y="11581"/>
                    </a:cubicBezTo>
                    <a:cubicBezTo>
                      <a:pt x="5609" y="11597"/>
                      <a:pt x="5941" y="11606"/>
                      <a:pt x="6264" y="11614"/>
                    </a:cubicBezTo>
                    <a:cubicBezTo>
                      <a:pt x="6401" y="11621"/>
                      <a:pt x="6539" y="11625"/>
                      <a:pt x="6675" y="11625"/>
                    </a:cubicBezTo>
                    <a:cubicBezTo>
                      <a:pt x="6869" y="11625"/>
                      <a:pt x="7061" y="11617"/>
                      <a:pt x="7250" y="11597"/>
                    </a:cubicBezTo>
                    <a:cubicBezTo>
                      <a:pt x="7565" y="11556"/>
                      <a:pt x="7871" y="11465"/>
                      <a:pt x="8153" y="11316"/>
                    </a:cubicBezTo>
                    <a:cubicBezTo>
                      <a:pt x="8178" y="11307"/>
                      <a:pt x="8211" y="11291"/>
                      <a:pt x="8236" y="11274"/>
                    </a:cubicBezTo>
                    <a:cubicBezTo>
                      <a:pt x="8261" y="11258"/>
                      <a:pt x="8286" y="11241"/>
                      <a:pt x="8310" y="11216"/>
                    </a:cubicBezTo>
                    <a:cubicBezTo>
                      <a:pt x="8368" y="11175"/>
                      <a:pt x="8418" y="11117"/>
                      <a:pt x="8460" y="11067"/>
                    </a:cubicBezTo>
                    <a:lnTo>
                      <a:pt x="8460" y="11067"/>
                    </a:lnTo>
                    <a:cubicBezTo>
                      <a:pt x="8352" y="11150"/>
                      <a:pt x="8219" y="11200"/>
                      <a:pt x="8095" y="11258"/>
                    </a:cubicBezTo>
                    <a:cubicBezTo>
                      <a:pt x="7938" y="11324"/>
                      <a:pt x="7772" y="11398"/>
                      <a:pt x="7598" y="11423"/>
                    </a:cubicBezTo>
                    <a:cubicBezTo>
                      <a:pt x="7593" y="11425"/>
                      <a:pt x="7588" y="11425"/>
                      <a:pt x="7583" y="11425"/>
                    </a:cubicBezTo>
                    <a:cubicBezTo>
                      <a:pt x="7535" y="11425"/>
                      <a:pt x="7511" y="11355"/>
                      <a:pt x="7557" y="11332"/>
                    </a:cubicBezTo>
                    <a:cubicBezTo>
                      <a:pt x="7830" y="11166"/>
                      <a:pt x="8161" y="11108"/>
                      <a:pt x="8402" y="10893"/>
                    </a:cubicBezTo>
                    <a:cubicBezTo>
                      <a:pt x="8509" y="10794"/>
                      <a:pt x="8567" y="10661"/>
                      <a:pt x="8642" y="10537"/>
                    </a:cubicBezTo>
                    <a:cubicBezTo>
                      <a:pt x="8700" y="10446"/>
                      <a:pt x="8758" y="10371"/>
                      <a:pt x="8824" y="10296"/>
                    </a:cubicBezTo>
                    <a:lnTo>
                      <a:pt x="8824" y="10296"/>
                    </a:lnTo>
                    <a:cubicBezTo>
                      <a:pt x="8774" y="10313"/>
                      <a:pt x="8716" y="10321"/>
                      <a:pt x="8658" y="10330"/>
                    </a:cubicBezTo>
                    <a:cubicBezTo>
                      <a:pt x="8561" y="10341"/>
                      <a:pt x="8462" y="10346"/>
                      <a:pt x="8362" y="10346"/>
                    </a:cubicBezTo>
                    <a:cubicBezTo>
                      <a:pt x="8173" y="10346"/>
                      <a:pt x="7981" y="10329"/>
                      <a:pt x="7797" y="10313"/>
                    </a:cubicBezTo>
                    <a:cubicBezTo>
                      <a:pt x="7490" y="10280"/>
                      <a:pt x="7209" y="10230"/>
                      <a:pt x="6919" y="10122"/>
                    </a:cubicBezTo>
                    <a:cubicBezTo>
                      <a:pt x="6882" y="10108"/>
                      <a:pt x="6891" y="10054"/>
                      <a:pt x="6928" y="10054"/>
                    </a:cubicBezTo>
                    <a:cubicBezTo>
                      <a:pt x="6933" y="10054"/>
                      <a:pt x="6938" y="10054"/>
                      <a:pt x="6943" y="10056"/>
                    </a:cubicBezTo>
                    <a:cubicBezTo>
                      <a:pt x="7267" y="10139"/>
                      <a:pt x="7614" y="10180"/>
                      <a:pt x="7946" y="10197"/>
                    </a:cubicBezTo>
                    <a:cubicBezTo>
                      <a:pt x="8075" y="10205"/>
                      <a:pt x="8207" y="10213"/>
                      <a:pt x="8340" y="10213"/>
                    </a:cubicBezTo>
                    <a:cubicBezTo>
                      <a:pt x="8489" y="10213"/>
                      <a:pt x="8638" y="10203"/>
                      <a:pt x="8783" y="10172"/>
                    </a:cubicBezTo>
                    <a:cubicBezTo>
                      <a:pt x="9023" y="10122"/>
                      <a:pt x="9230" y="9998"/>
                      <a:pt x="9412" y="9841"/>
                    </a:cubicBezTo>
                    <a:cubicBezTo>
                      <a:pt x="9462" y="9791"/>
                      <a:pt x="9512" y="9750"/>
                      <a:pt x="9562" y="9700"/>
                    </a:cubicBezTo>
                    <a:lnTo>
                      <a:pt x="9562" y="9700"/>
                    </a:lnTo>
                    <a:cubicBezTo>
                      <a:pt x="9479" y="9741"/>
                      <a:pt x="9396" y="9775"/>
                      <a:pt x="9313" y="9799"/>
                    </a:cubicBezTo>
                    <a:cubicBezTo>
                      <a:pt x="9138" y="9853"/>
                      <a:pt x="8960" y="9873"/>
                      <a:pt x="8780" y="9873"/>
                    </a:cubicBezTo>
                    <a:cubicBezTo>
                      <a:pt x="8517" y="9873"/>
                      <a:pt x="8252" y="9830"/>
                      <a:pt x="7996" y="9791"/>
                    </a:cubicBezTo>
                    <a:lnTo>
                      <a:pt x="7308" y="9692"/>
                    </a:lnTo>
                    <a:cubicBezTo>
                      <a:pt x="7101" y="9667"/>
                      <a:pt x="6885" y="9642"/>
                      <a:pt x="6687" y="9584"/>
                    </a:cubicBezTo>
                    <a:lnTo>
                      <a:pt x="6687" y="9601"/>
                    </a:lnTo>
                    <a:cubicBezTo>
                      <a:pt x="6687" y="9601"/>
                      <a:pt x="6687" y="9609"/>
                      <a:pt x="6678" y="9609"/>
                    </a:cubicBezTo>
                    <a:cubicBezTo>
                      <a:pt x="6678" y="9617"/>
                      <a:pt x="6678" y="9625"/>
                      <a:pt x="6678" y="9625"/>
                    </a:cubicBezTo>
                    <a:cubicBezTo>
                      <a:pt x="6678" y="9625"/>
                      <a:pt x="6678" y="9634"/>
                      <a:pt x="6678" y="9642"/>
                    </a:cubicBezTo>
                    <a:cubicBezTo>
                      <a:pt x="6678" y="9667"/>
                      <a:pt x="6678" y="9692"/>
                      <a:pt x="6678" y="9717"/>
                    </a:cubicBezTo>
                    <a:cubicBezTo>
                      <a:pt x="6678" y="9725"/>
                      <a:pt x="6678" y="9741"/>
                      <a:pt x="6678" y="9750"/>
                    </a:cubicBezTo>
                    <a:cubicBezTo>
                      <a:pt x="6678" y="9758"/>
                      <a:pt x="6678" y="9766"/>
                      <a:pt x="6678" y="9766"/>
                    </a:cubicBezTo>
                    <a:cubicBezTo>
                      <a:pt x="6695" y="9824"/>
                      <a:pt x="6720" y="9891"/>
                      <a:pt x="6703" y="9940"/>
                    </a:cubicBezTo>
                    <a:cubicBezTo>
                      <a:pt x="6689" y="9975"/>
                      <a:pt x="6664" y="9992"/>
                      <a:pt x="6632" y="9992"/>
                    </a:cubicBezTo>
                    <a:cubicBezTo>
                      <a:pt x="6626" y="9992"/>
                      <a:pt x="6619" y="9991"/>
                      <a:pt x="6612" y="9990"/>
                    </a:cubicBezTo>
                    <a:cubicBezTo>
                      <a:pt x="6529" y="9973"/>
                      <a:pt x="6496" y="9882"/>
                      <a:pt x="6488" y="9816"/>
                    </a:cubicBezTo>
                    <a:cubicBezTo>
                      <a:pt x="6471" y="9750"/>
                      <a:pt x="6471" y="9675"/>
                      <a:pt x="6488" y="9609"/>
                    </a:cubicBezTo>
                    <a:cubicBezTo>
                      <a:pt x="6496" y="9551"/>
                      <a:pt x="6521" y="9493"/>
                      <a:pt x="6554" y="9443"/>
                    </a:cubicBezTo>
                    <a:cubicBezTo>
                      <a:pt x="6595" y="9385"/>
                      <a:pt x="6645" y="9344"/>
                      <a:pt x="6695" y="9311"/>
                    </a:cubicBezTo>
                    <a:cubicBezTo>
                      <a:pt x="6704" y="9305"/>
                      <a:pt x="6713" y="9302"/>
                      <a:pt x="6723" y="9302"/>
                    </a:cubicBezTo>
                    <a:cubicBezTo>
                      <a:pt x="6741" y="9302"/>
                      <a:pt x="6759" y="9311"/>
                      <a:pt x="6769" y="9327"/>
                    </a:cubicBezTo>
                    <a:cubicBezTo>
                      <a:pt x="6786" y="9344"/>
                      <a:pt x="6778" y="9377"/>
                      <a:pt x="6761" y="9393"/>
                    </a:cubicBezTo>
                    <a:cubicBezTo>
                      <a:pt x="6745" y="9418"/>
                      <a:pt x="6736" y="9435"/>
                      <a:pt x="6728" y="9460"/>
                    </a:cubicBezTo>
                    <a:cubicBezTo>
                      <a:pt x="6728" y="9460"/>
                      <a:pt x="6728" y="9460"/>
                      <a:pt x="6728" y="9468"/>
                    </a:cubicBezTo>
                    <a:cubicBezTo>
                      <a:pt x="6720" y="9468"/>
                      <a:pt x="6720" y="9476"/>
                      <a:pt x="6720" y="9485"/>
                    </a:cubicBezTo>
                    <a:cubicBezTo>
                      <a:pt x="6736" y="9484"/>
                      <a:pt x="6752" y="9484"/>
                      <a:pt x="6768" y="9484"/>
                    </a:cubicBezTo>
                    <a:cubicBezTo>
                      <a:pt x="6968" y="9484"/>
                      <a:pt x="7167" y="9528"/>
                      <a:pt x="7366" y="9551"/>
                    </a:cubicBezTo>
                    <a:cubicBezTo>
                      <a:pt x="7606" y="9584"/>
                      <a:pt x="7838" y="9617"/>
                      <a:pt x="8078" y="9650"/>
                    </a:cubicBezTo>
                    <a:cubicBezTo>
                      <a:pt x="8303" y="9681"/>
                      <a:pt x="8530" y="9710"/>
                      <a:pt x="8756" y="9710"/>
                    </a:cubicBezTo>
                    <a:cubicBezTo>
                      <a:pt x="8955" y="9710"/>
                      <a:pt x="9152" y="9687"/>
                      <a:pt x="9346" y="9625"/>
                    </a:cubicBezTo>
                    <a:cubicBezTo>
                      <a:pt x="9537" y="9559"/>
                      <a:pt x="9711" y="9468"/>
                      <a:pt x="9868" y="9344"/>
                    </a:cubicBezTo>
                    <a:cubicBezTo>
                      <a:pt x="9951" y="9277"/>
                      <a:pt x="10026" y="9211"/>
                      <a:pt x="10108" y="9145"/>
                    </a:cubicBezTo>
                    <a:cubicBezTo>
                      <a:pt x="10175" y="9087"/>
                      <a:pt x="10258" y="9037"/>
                      <a:pt x="10340" y="9004"/>
                    </a:cubicBezTo>
                    <a:cubicBezTo>
                      <a:pt x="10514" y="8921"/>
                      <a:pt x="10705" y="8855"/>
                      <a:pt x="10879" y="8780"/>
                    </a:cubicBezTo>
                    <a:cubicBezTo>
                      <a:pt x="11070" y="8697"/>
                      <a:pt x="11260" y="8598"/>
                      <a:pt x="11442" y="8499"/>
                    </a:cubicBezTo>
                    <a:cubicBezTo>
                      <a:pt x="11616" y="8407"/>
                      <a:pt x="11815" y="8308"/>
                      <a:pt x="11956" y="8167"/>
                    </a:cubicBezTo>
                    <a:cubicBezTo>
                      <a:pt x="12097" y="8035"/>
                      <a:pt x="12122" y="7844"/>
                      <a:pt x="12138" y="7670"/>
                    </a:cubicBezTo>
                    <a:cubicBezTo>
                      <a:pt x="12138" y="7645"/>
                      <a:pt x="12147" y="7629"/>
                      <a:pt x="12155" y="7612"/>
                    </a:cubicBezTo>
                    <a:cubicBezTo>
                      <a:pt x="12097" y="7579"/>
                      <a:pt x="12056" y="7521"/>
                      <a:pt x="12031" y="7463"/>
                    </a:cubicBezTo>
                    <a:cubicBezTo>
                      <a:pt x="11981" y="7363"/>
                      <a:pt x="11931" y="7264"/>
                      <a:pt x="11848" y="7181"/>
                    </a:cubicBezTo>
                    <a:cubicBezTo>
                      <a:pt x="11774" y="7098"/>
                      <a:pt x="11683" y="7065"/>
                      <a:pt x="11583" y="7032"/>
                    </a:cubicBezTo>
                    <a:cubicBezTo>
                      <a:pt x="11393" y="6966"/>
                      <a:pt x="11194" y="6875"/>
                      <a:pt x="11152" y="6659"/>
                    </a:cubicBezTo>
                    <a:cubicBezTo>
                      <a:pt x="11152" y="6643"/>
                      <a:pt x="11152" y="6634"/>
                      <a:pt x="11161" y="6618"/>
                    </a:cubicBezTo>
                    <a:cubicBezTo>
                      <a:pt x="11028" y="6593"/>
                      <a:pt x="10896" y="6527"/>
                      <a:pt x="10788" y="6460"/>
                    </a:cubicBezTo>
                    <a:cubicBezTo>
                      <a:pt x="10746" y="6435"/>
                      <a:pt x="10763" y="6361"/>
                      <a:pt x="10813" y="6361"/>
                    </a:cubicBezTo>
                    <a:cubicBezTo>
                      <a:pt x="10697" y="6303"/>
                      <a:pt x="10614" y="6195"/>
                      <a:pt x="10589" y="6071"/>
                    </a:cubicBezTo>
                    <a:cubicBezTo>
                      <a:pt x="10566" y="5955"/>
                      <a:pt x="10622" y="5854"/>
                      <a:pt x="10743" y="5854"/>
                    </a:cubicBezTo>
                    <a:cubicBezTo>
                      <a:pt x="10752" y="5854"/>
                      <a:pt x="10762" y="5854"/>
                      <a:pt x="10771" y="5855"/>
                    </a:cubicBezTo>
                    <a:cubicBezTo>
                      <a:pt x="10838" y="5872"/>
                      <a:pt x="10904" y="5889"/>
                      <a:pt x="10970" y="5889"/>
                    </a:cubicBezTo>
                    <a:cubicBezTo>
                      <a:pt x="11007" y="5893"/>
                      <a:pt x="11043" y="5895"/>
                      <a:pt x="11078" y="5895"/>
                    </a:cubicBezTo>
                    <a:cubicBezTo>
                      <a:pt x="11113" y="5895"/>
                      <a:pt x="11148" y="5893"/>
                      <a:pt x="11186" y="5889"/>
                    </a:cubicBezTo>
                    <a:cubicBezTo>
                      <a:pt x="11545" y="5855"/>
                      <a:pt x="11910" y="5699"/>
                      <a:pt x="12271" y="5699"/>
                    </a:cubicBezTo>
                    <a:cubicBezTo>
                      <a:pt x="12360" y="5699"/>
                      <a:pt x="12448" y="5708"/>
                      <a:pt x="12536" y="5731"/>
                    </a:cubicBezTo>
                    <a:cubicBezTo>
                      <a:pt x="12503" y="5681"/>
                      <a:pt x="12462" y="5648"/>
                      <a:pt x="12420" y="5607"/>
                    </a:cubicBezTo>
                    <a:cubicBezTo>
                      <a:pt x="12329" y="5516"/>
                      <a:pt x="12213" y="5433"/>
                      <a:pt x="12097" y="5367"/>
                    </a:cubicBezTo>
                    <a:cubicBezTo>
                      <a:pt x="11948" y="5292"/>
                      <a:pt x="11799" y="5234"/>
                      <a:pt x="11641" y="5176"/>
                    </a:cubicBezTo>
                    <a:cubicBezTo>
                      <a:pt x="11492" y="5118"/>
                      <a:pt x="11343" y="5052"/>
                      <a:pt x="11194" y="4994"/>
                    </a:cubicBezTo>
                    <a:cubicBezTo>
                      <a:pt x="11172" y="4986"/>
                      <a:pt x="11176" y="4959"/>
                      <a:pt x="11195" y="4959"/>
                    </a:cubicBezTo>
                    <a:cubicBezTo>
                      <a:pt x="11197" y="4959"/>
                      <a:pt x="11199" y="4960"/>
                      <a:pt x="11202" y="4961"/>
                    </a:cubicBezTo>
                    <a:cubicBezTo>
                      <a:pt x="11376" y="5010"/>
                      <a:pt x="11550" y="5035"/>
                      <a:pt x="11724" y="5085"/>
                    </a:cubicBezTo>
                    <a:cubicBezTo>
                      <a:pt x="11729" y="5085"/>
                      <a:pt x="11733" y="5085"/>
                      <a:pt x="11736" y="5086"/>
                    </a:cubicBezTo>
                    <a:lnTo>
                      <a:pt x="11736" y="5086"/>
                    </a:lnTo>
                    <a:cubicBezTo>
                      <a:pt x="11723" y="5064"/>
                      <a:pt x="11717" y="5040"/>
                      <a:pt x="11724" y="5002"/>
                    </a:cubicBezTo>
                    <a:cubicBezTo>
                      <a:pt x="11815" y="4629"/>
                      <a:pt x="11890" y="4223"/>
                      <a:pt x="11832" y="3834"/>
                    </a:cubicBezTo>
                    <a:cubicBezTo>
                      <a:pt x="11807" y="3676"/>
                      <a:pt x="11757" y="3502"/>
                      <a:pt x="11666" y="3370"/>
                    </a:cubicBezTo>
                    <a:cubicBezTo>
                      <a:pt x="11567" y="3229"/>
                      <a:pt x="11426" y="3138"/>
                      <a:pt x="11293" y="3038"/>
                    </a:cubicBezTo>
                    <a:cubicBezTo>
                      <a:pt x="11169" y="2939"/>
                      <a:pt x="11053" y="2823"/>
                      <a:pt x="10970" y="2682"/>
                    </a:cubicBezTo>
                    <a:cubicBezTo>
                      <a:pt x="10887" y="2541"/>
                      <a:pt x="10871" y="2359"/>
                      <a:pt x="10788" y="2218"/>
                    </a:cubicBezTo>
                    <a:cubicBezTo>
                      <a:pt x="10622" y="1928"/>
                      <a:pt x="10316" y="1762"/>
                      <a:pt x="10034" y="1605"/>
                    </a:cubicBezTo>
                    <a:cubicBezTo>
                      <a:pt x="9876" y="1514"/>
                      <a:pt x="9727" y="1423"/>
                      <a:pt x="9586" y="1307"/>
                    </a:cubicBezTo>
                    <a:cubicBezTo>
                      <a:pt x="9446" y="1199"/>
                      <a:pt x="9321" y="1083"/>
                      <a:pt x="9205" y="950"/>
                    </a:cubicBezTo>
                    <a:cubicBezTo>
                      <a:pt x="9179" y="924"/>
                      <a:pt x="9199" y="883"/>
                      <a:pt x="9230" y="883"/>
                    </a:cubicBezTo>
                    <a:cubicBezTo>
                      <a:pt x="9238" y="883"/>
                      <a:pt x="9246" y="886"/>
                      <a:pt x="9255" y="892"/>
                    </a:cubicBezTo>
                    <a:cubicBezTo>
                      <a:pt x="9421" y="1017"/>
                      <a:pt x="9603" y="1133"/>
                      <a:pt x="9785" y="1240"/>
                    </a:cubicBezTo>
                    <a:cubicBezTo>
                      <a:pt x="9959" y="1356"/>
                      <a:pt x="10142" y="1448"/>
                      <a:pt x="10316" y="1555"/>
                    </a:cubicBezTo>
                    <a:cubicBezTo>
                      <a:pt x="10581" y="1713"/>
                      <a:pt x="10838" y="1903"/>
                      <a:pt x="10978" y="2185"/>
                    </a:cubicBezTo>
                    <a:cubicBezTo>
                      <a:pt x="10962" y="2094"/>
                      <a:pt x="10937" y="2003"/>
                      <a:pt x="10871" y="1928"/>
                    </a:cubicBezTo>
                    <a:cubicBezTo>
                      <a:pt x="10862" y="1920"/>
                      <a:pt x="10854" y="1903"/>
                      <a:pt x="10854" y="1887"/>
                    </a:cubicBezTo>
                    <a:cubicBezTo>
                      <a:pt x="10838" y="1878"/>
                      <a:pt x="10821" y="1862"/>
                      <a:pt x="10804" y="1845"/>
                    </a:cubicBezTo>
                    <a:cubicBezTo>
                      <a:pt x="10788" y="1837"/>
                      <a:pt x="10788" y="1812"/>
                      <a:pt x="10796" y="1796"/>
                    </a:cubicBezTo>
                    <a:cubicBezTo>
                      <a:pt x="10746" y="1779"/>
                      <a:pt x="10697" y="1762"/>
                      <a:pt x="10655" y="1746"/>
                    </a:cubicBezTo>
                    <a:cubicBezTo>
                      <a:pt x="10577" y="1722"/>
                      <a:pt x="10580" y="1587"/>
                      <a:pt x="10658" y="1587"/>
                    </a:cubicBezTo>
                    <a:cubicBezTo>
                      <a:pt x="10663" y="1587"/>
                      <a:pt x="10667" y="1588"/>
                      <a:pt x="10672" y="1588"/>
                    </a:cubicBezTo>
                    <a:lnTo>
                      <a:pt x="10697" y="1588"/>
                    </a:lnTo>
                    <a:cubicBezTo>
                      <a:pt x="10738" y="1597"/>
                      <a:pt x="10771" y="1605"/>
                      <a:pt x="10804" y="1622"/>
                    </a:cubicBezTo>
                    <a:cubicBezTo>
                      <a:pt x="10813" y="1630"/>
                      <a:pt x="10829" y="1630"/>
                      <a:pt x="10838" y="1638"/>
                    </a:cubicBezTo>
                    <a:cubicBezTo>
                      <a:pt x="10860" y="1644"/>
                      <a:pt x="10910" y="1657"/>
                      <a:pt x="10934" y="1657"/>
                    </a:cubicBezTo>
                    <a:cubicBezTo>
                      <a:pt x="10945" y="1657"/>
                      <a:pt x="10951" y="1654"/>
                      <a:pt x="10945" y="1646"/>
                    </a:cubicBezTo>
                    <a:cubicBezTo>
                      <a:pt x="10912" y="1597"/>
                      <a:pt x="10945" y="1555"/>
                      <a:pt x="10987" y="1539"/>
                    </a:cubicBezTo>
                    <a:cubicBezTo>
                      <a:pt x="10962" y="1464"/>
                      <a:pt x="10945" y="1390"/>
                      <a:pt x="10912" y="1315"/>
                    </a:cubicBezTo>
                    <a:cubicBezTo>
                      <a:pt x="10862" y="1174"/>
                      <a:pt x="10829" y="1025"/>
                      <a:pt x="10672" y="959"/>
                    </a:cubicBezTo>
                    <a:cubicBezTo>
                      <a:pt x="10506" y="892"/>
                      <a:pt x="10316" y="884"/>
                      <a:pt x="10142" y="884"/>
                    </a:cubicBezTo>
                    <a:cubicBezTo>
                      <a:pt x="10088" y="882"/>
                      <a:pt x="10034" y="881"/>
                      <a:pt x="9979" y="881"/>
                    </a:cubicBezTo>
                    <a:cubicBezTo>
                      <a:pt x="9848" y="881"/>
                      <a:pt x="9713" y="887"/>
                      <a:pt x="9578" y="892"/>
                    </a:cubicBezTo>
                    <a:cubicBezTo>
                      <a:pt x="9576" y="893"/>
                      <a:pt x="9573" y="893"/>
                      <a:pt x="9571" y="893"/>
                    </a:cubicBezTo>
                    <a:cubicBezTo>
                      <a:pt x="9529" y="893"/>
                      <a:pt x="9531" y="826"/>
                      <a:pt x="9570" y="818"/>
                    </a:cubicBezTo>
                    <a:cubicBezTo>
                      <a:pt x="9777" y="752"/>
                      <a:pt x="9992" y="727"/>
                      <a:pt x="10216" y="727"/>
                    </a:cubicBezTo>
                    <a:cubicBezTo>
                      <a:pt x="10398" y="727"/>
                      <a:pt x="10630" y="727"/>
                      <a:pt x="10796" y="810"/>
                    </a:cubicBezTo>
                    <a:cubicBezTo>
                      <a:pt x="10970" y="884"/>
                      <a:pt x="11053" y="1042"/>
                      <a:pt x="11103" y="1216"/>
                    </a:cubicBezTo>
                    <a:cubicBezTo>
                      <a:pt x="11144" y="1307"/>
                      <a:pt x="11186" y="1406"/>
                      <a:pt x="11219" y="1506"/>
                    </a:cubicBezTo>
                    <a:cubicBezTo>
                      <a:pt x="11227" y="1547"/>
                      <a:pt x="11235" y="1597"/>
                      <a:pt x="11244" y="1638"/>
                    </a:cubicBezTo>
                    <a:cubicBezTo>
                      <a:pt x="11401" y="1746"/>
                      <a:pt x="11525" y="1912"/>
                      <a:pt x="11666" y="2036"/>
                    </a:cubicBezTo>
                    <a:cubicBezTo>
                      <a:pt x="11805" y="2159"/>
                      <a:pt x="11973" y="2261"/>
                      <a:pt x="12156" y="2261"/>
                    </a:cubicBezTo>
                    <a:cubicBezTo>
                      <a:pt x="12169" y="2261"/>
                      <a:pt x="12183" y="2261"/>
                      <a:pt x="12196" y="2260"/>
                    </a:cubicBezTo>
                    <a:cubicBezTo>
                      <a:pt x="12238" y="2260"/>
                      <a:pt x="12288" y="2251"/>
                      <a:pt x="12329" y="2235"/>
                    </a:cubicBezTo>
                    <a:cubicBezTo>
                      <a:pt x="12362" y="2226"/>
                      <a:pt x="12387" y="2202"/>
                      <a:pt x="12412" y="2193"/>
                    </a:cubicBezTo>
                    <a:cubicBezTo>
                      <a:pt x="12395" y="2168"/>
                      <a:pt x="12370" y="2144"/>
                      <a:pt x="12370" y="2135"/>
                    </a:cubicBezTo>
                    <a:cubicBezTo>
                      <a:pt x="12337" y="2094"/>
                      <a:pt x="12304" y="2052"/>
                      <a:pt x="12271" y="2011"/>
                    </a:cubicBezTo>
                    <a:cubicBezTo>
                      <a:pt x="12130" y="1854"/>
                      <a:pt x="11998" y="1688"/>
                      <a:pt x="11865" y="1522"/>
                    </a:cubicBezTo>
                    <a:cubicBezTo>
                      <a:pt x="11600" y="1199"/>
                      <a:pt x="11335" y="859"/>
                      <a:pt x="11028" y="561"/>
                    </a:cubicBezTo>
                    <a:cubicBezTo>
                      <a:pt x="10738" y="271"/>
                      <a:pt x="10340" y="205"/>
                      <a:pt x="9943" y="205"/>
                    </a:cubicBezTo>
                    <a:cubicBezTo>
                      <a:pt x="9870" y="205"/>
                      <a:pt x="9790" y="201"/>
                      <a:pt x="9710" y="201"/>
                    </a:cubicBezTo>
                    <a:cubicBezTo>
                      <a:pt x="9591" y="201"/>
                      <a:pt x="9470" y="210"/>
                      <a:pt x="9371" y="254"/>
                    </a:cubicBezTo>
                    <a:cubicBezTo>
                      <a:pt x="9205" y="321"/>
                      <a:pt x="9064" y="470"/>
                      <a:pt x="8973" y="619"/>
                    </a:cubicBezTo>
                    <a:cubicBezTo>
                      <a:pt x="8966" y="631"/>
                      <a:pt x="8955" y="636"/>
                      <a:pt x="8943" y="636"/>
                    </a:cubicBezTo>
                    <a:cubicBezTo>
                      <a:pt x="8914" y="636"/>
                      <a:pt x="8881" y="605"/>
                      <a:pt x="8899" y="569"/>
                    </a:cubicBezTo>
                    <a:cubicBezTo>
                      <a:pt x="8940" y="495"/>
                      <a:pt x="8973" y="428"/>
                      <a:pt x="9023" y="362"/>
                    </a:cubicBezTo>
                    <a:lnTo>
                      <a:pt x="8973" y="362"/>
                    </a:lnTo>
                    <a:cubicBezTo>
                      <a:pt x="8890" y="379"/>
                      <a:pt x="8816" y="387"/>
                      <a:pt x="8733" y="412"/>
                    </a:cubicBezTo>
                    <a:cubicBezTo>
                      <a:pt x="8584" y="445"/>
                      <a:pt x="8460" y="553"/>
                      <a:pt x="8327" y="636"/>
                    </a:cubicBezTo>
                    <a:cubicBezTo>
                      <a:pt x="8194" y="727"/>
                      <a:pt x="8037" y="793"/>
                      <a:pt x="7880" y="826"/>
                    </a:cubicBezTo>
                    <a:cubicBezTo>
                      <a:pt x="7830" y="834"/>
                      <a:pt x="7788" y="843"/>
                      <a:pt x="7739" y="851"/>
                    </a:cubicBezTo>
                    <a:cubicBezTo>
                      <a:pt x="7672" y="868"/>
                      <a:pt x="7606" y="868"/>
                      <a:pt x="7540" y="868"/>
                    </a:cubicBezTo>
                    <a:cubicBezTo>
                      <a:pt x="7407" y="859"/>
                      <a:pt x="7283" y="826"/>
                      <a:pt x="7167" y="760"/>
                    </a:cubicBezTo>
                    <a:cubicBezTo>
                      <a:pt x="7109" y="727"/>
                      <a:pt x="7059" y="685"/>
                      <a:pt x="6993" y="677"/>
                    </a:cubicBezTo>
                    <a:cubicBezTo>
                      <a:pt x="6968" y="672"/>
                      <a:pt x="6942" y="670"/>
                      <a:pt x="6916" y="670"/>
                    </a:cubicBezTo>
                    <a:cubicBezTo>
                      <a:pt x="6864" y="670"/>
                      <a:pt x="6811" y="677"/>
                      <a:pt x="6761" y="677"/>
                    </a:cubicBezTo>
                    <a:cubicBezTo>
                      <a:pt x="6678" y="677"/>
                      <a:pt x="6595" y="685"/>
                      <a:pt x="6521" y="685"/>
                    </a:cubicBezTo>
                    <a:cubicBezTo>
                      <a:pt x="6513" y="710"/>
                      <a:pt x="6496" y="727"/>
                      <a:pt x="6471" y="735"/>
                    </a:cubicBezTo>
                    <a:cubicBezTo>
                      <a:pt x="6463" y="736"/>
                      <a:pt x="6455" y="736"/>
                      <a:pt x="6446" y="736"/>
                    </a:cubicBezTo>
                    <a:cubicBezTo>
                      <a:pt x="6328" y="736"/>
                      <a:pt x="6198" y="684"/>
                      <a:pt x="6090" y="660"/>
                    </a:cubicBezTo>
                    <a:cubicBezTo>
                      <a:pt x="5974" y="627"/>
                      <a:pt x="5850" y="602"/>
                      <a:pt x="5725" y="586"/>
                    </a:cubicBezTo>
                    <a:cubicBezTo>
                      <a:pt x="5638" y="572"/>
                      <a:pt x="5550" y="567"/>
                      <a:pt x="5462" y="567"/>
                    </a:cubicBezTo>
                    <a:cubicBezTo>
                      <a:pt x="5342" y="567"/>
                      <a:pt x="5220" y="576"/>
                      <a:pt x="5096" y="586"/>
                    </a:cubicBezTo>
                    <a:cubicBezTo>
                      <a:pt x="5090" y="598"/>
                      <a:pt x="5076" y="609"/>
                      <a:pt x="5059" y="609"/>
                    </a:cubicBezTo>
                    <a:cubicBezTo>
                      <a:pt x="5052" y="609"/>
                      <a:pt x="5045" y="607"/>
                      <a:pt x="5038" y="602"/>
                    </a:cubicBezTo>
                    <a:cubicBezTo>
                      <a:pt x="5038" y="602"/>
                      <a:pt x="5029" y="602"/>
                      <a:pt x="5021" y="594"/>
                    </a:cubicBezTo>
                    <a:cubicBezTo>
                      <a:pt x="5005" y="602"/>
                      <a:pt x="4980" y="602"/>
                      <a:pt x="4963" y="602"/>
                    </a:cubicBezTo>
                    <a:cubicBezTo>
                      <a:pt x="4960" y="603"/>
                      <a:pt x="4956" y="604"/>
                      <a:pt x="4953" y="604"/>
                    </a:cubicBezTo>
                    <a:cubicBezTo>
                      <a:pt x="4927" y="604"/>
                      <a:pt x="4913" y="574"/>
                      <a:pt x="4913" y="544"/>
                    </a:cubicBezTo>
                    <a:cubicBezTo>
                      <a:pt x="4715" y="453"/>
                      <a:pt x="4516" y="346"/>
                      <a:pt x="4309" y="254"/>
                    </a:cubicBezTo>
                    <a:cubicBezTo>
                      <a:pt x="4060" y="155"/>
                      <a:pt x="3811" y="64"/>
                      <a:pt x="3546" y="23"/>
                    </a:cubicBezTo>
                    <a:cubicBezTo>
                      <a:pt x="3452" y="7"/>
                      <a:pt x="3357" y="1"/>
                      <a:pt x="32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2" name="Google Shape;2422;p4"/>
              <p:cNvSpPr/>
              <p:nvPr/>
            </p:nvSpPr>
            <p:spPr>
              <a:xfrm>
                <a:off x="5154300" y="3953025"/>
                <a:ext cx="2100" cy="1700"/>
              </a:xfrm>
              <a:custGeom>
                <a:rect b="b" l="l" r="r" t="t"/>
                <a:pathLst>
                  <a:path extrusionOk="0" h="68" w="84">
                    <a:moveTo>
                      <a:pt x="1" y="1"/>
                    </a:moveTo>
                    <a:cubicBezTo>
                      <a:pt x="17" y="26"/>
                      <a:pt x="34" y="51"/>
                      <a:pt x="51" y="67"/>
                    </a:cubicBezTo>
                    <a:lnTo>
                      <a:pt x="75" y="67"/>
                    </a:lnTo>
                    <a:cubicBezTo>
                      <a:pt x="75" y="59"/>
                      <a:pt x="84" y="51"/>
                      <a:pt x="84" y="42"/>
                    </a:cubicBezTo>
                    <a:cubicBezTo>
                      <a:pt x="67" y="34"/>
                      <a:pt x="51" y="26"/>
                      <a:pt x="42" y="9"/>
                    </a:cubicBezTo>
                    <a:cubicBezTo>
                      <a:pt x="34" y="9"/>
                      <a:pt x="17" y="1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3" name="Google Shape;2423;p4"/>
              <p:cNvSpPr/>
              <p:nvPr/>
            </p:nvSpPr>
            <p:spPr>
              <a:xfrm>
                <a:off x="5137525" y="4044800"/>
                <a:ext cx="43725" cy="15000"/>
              </a:xfrm>
              <a:custGeom>
                <a:rect b="b" l="l" r="r" t="t"/>
                <a:pathLst>
                  <a:path extrusionOk="0" h="600" w="1749">
                    <a:moveTo>
                      <a:pt x="1625" y="0"/>
                    </a:moveTo>
                    <a:cubicBezTo>
                      <a:pt x="1459" y="158"/>
                      <a:pt x="1235" y="266"/>
                      <a:pt x="1012" y="307"/>
                    </a:cubicBezTo>
                    <a:cubicBezTo>
                      <a:pt x="933" y="324"/>
                      <a:pt x="854" y="331"/>
                      <a:pt x="775" y="331"/>
                    </a:cubicBezTo>
                    <a:cubicBezTo>
                      <a:pt x="580" y="331"/>
                      <a:pt x="386" y="288"/>
                      <a:pt x="191" y="241"/>
                    </a:cubicBezTo>
                    <a:cubicBezTo>
                      <a:pt x="133" y="232"/>
                      <a:pt x="67" y="216"/>
                      <a:pt x="1" y="208"/>
                    </a:cubicBezTo>
                    <a:lnTo>
                      <a:pt x="1" y="208"/>
                    </a:lnTo>
                    <a:cubicBezTo>
                      <a:pt x="133" y="315"/>
                      <a:pt x="282" y="398"/>
                      <a:pt x="432" y="464"/>
                    </a:cubicBezTo>
                    <a:cubicBezTo>
                      <a:pt x="580" y="532"/>
                      <a:pt x="735" y="600"/>
                      <a:pt x="895" y="600"/>
                    </a:cubicBezTo>
                    <a:cubicBezTo>
                      <a:pt x="931" y="600"/>
                      <a:pt x="967" y="596"/>
                      <a:pt x="1003" y="589"/>
                    </a:cubicBezTo>
                    <a:cubicBezTo>
                      <a:pt x="1111" y="572"/>
                      <a:pt x="1210" y="531"/>
                      <a:pt x="1310" y="489"/>
                    </a:cubicBezTo>
                    <a:cubicBezTo>
                      <a:pt x="1393" y="448"/>
                      <a:pt x="1484" y="406"/>
                      <a:pt x="1567" y="357"/>
                    </a:cubicBezTo>
                    <a:cubicBezTo>
                      <a:pt x="1666" y="282"/>
                      <a:pt x="1716" y="191"/>
                      <a:pt x="1749" y="83"/>
                    </a:cubicBezTo>
                    <a:cubicBezTo>
                      <a:pt x="1708" y="67"/>
                      <a:pt x="1666" y="50"/>
                      <a:pt x="1633" y="9"/>
                    </a:cubicBezTo>
                    <a:cubicBezTo>
                      <a:pt x="1625" y="9"/>
                      <a:pt x="1625" y="0"/>
                      <a:pt x="16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4" name="Google Shape;2424;p4"/>
              <p:cNvSpPr/>
              <p:nvPr/>
            </p:nvSpPr>
            <p:spPr>
              <a:xfrm>
                <a:off x="5123450" y="4019350"/>
                <a:ext cx="60500" cy="29825"/>
              </a:xfrm>
              <a:custGeom>
                <a:rect b="b" l="l" r="r" t="t"/>
                <a:pathLst>
                  <a:path extrusionOk="0" h="1193" w="2420">
                    <a:moveTo>
                      <a:pt x="2175" y="0"/>
                    </a:moveTo>
                    <a:cubicBezTo>
                      <a:pt x="2148" y="0"/>
                      <a:pt x="2119" y="8"/>
                      <a:pt x="2097" y="8"/>
                    </a:cubicBezTo>
                    <a:cubicBezTo>
                      <a:pt x="2047" y="24"/>
                      <a:pt x="1997" y="32"/>
                      <a:pt x="1947" y="41"/>
                    </a:cubicBezTo>
                    <a:cubicBezTo>
                      <a:pt x="1840" y="57"/>
                      <a:pt x="1732" y="66"/>
                      <a:pt x="1633" y="99"/>
                    </a:cubicBezTo>
                    <a:lnTo>
                      <a:pt x="1599" y="99"/>
                    </a:lnTo>
                    <a:cubicBezTo>
                      <a:pt x="1525" y="132"/>
                      <a:pt x="1442" y="173"/>
                      <a:pt x="1359" y="206"/>
                    </a:cubicBezTo>
                    <a:cubicBezTo>
                      <a:pt x="1202" y="273"/>
                      <a:pt x="1036" y="314"/>
                      <a:pt x="879" y="389"/>
                    </a:cubicBezTo>
                    <a:cubicBezTo>
                      <a:pt x="671" y="538"/>
                      <a:pt x="464" y="679"/>
                      <a:pt x="282" y="861"/>
                    </a:cubicBezTo>
                    <a:cubicBezTo>
                      <a:pt x="191" y="960"/>
                      <a:pt x="100" y="1060"/>
                      <a:pt x="0" y="1151"/>
                    </a:cubicBezTo>
                    <a:cubicBezTo>
                      <a:pt x="115" y="1103"/>
                      <a:pt x="240" y="1086"/>
                      <a:pt x="366" y="1086"/>
                    </a:cubicBezTo>
                    <a:cubicBezTo>
                      <a:pt x="460" y="1086"/>
                      <a:pt x="555" y="1095"/>
                      <a:pt x="647" y="1110"/>
                    </a:cubicBezTo>
                    <a:cubicBezTo>
                      <a:pt x="865" y="1137"/>
                      <a:pt x="1090" y="1192"/>
                      <a:pt x="1320" y="1192"/>
                    </a:cubicBezTo>
                    <a:cubicBezTo>
                      <a:pt x="1368" y="1192"/>
                      <a:pt x="1418" y="1190"/>
                      <a:pt x="1467" y="1184"/>
                    </a:cubicBezTo>
                    <a:cubicBezTo>
                      <a:pt x="1691" y="1159"/>
                      <a:pt x="1881" y="1060"/>
                      <a:pt x="2063" y="936"/>
                    </a:cubicBezTo>
                    <a:cubicBezTo>
                      <a:pt x="2213" y="828"/>
                      <a:pt x="2337" y="712"/>
                      <a:pt x="2420" y="554"/>
                    </a:cubicBezTo>
                    <a:cubicBezTo>
                      <a:pt x="2411" y="538"/>
                      <a:pt x="2403" y="530"/>
                      <a:pt x="2395" y="505"/>
                    </a:cubicBezTo>
                    <a:cubicBezTo>
                      <a:pt x="2378" y="397"/>
                      <a:pt x="2353" y="298"/>
                      <a:pt x="2320" y="190"/>
                    </a:cubicBezTo>
                    <a:cubicBezTo>
                      <a:pt x="2304" y="140"/>
                      <a:pt x="2271" y="24"/>
                      <a:pt x="2213" y="8"/>
                    </a:cubicBezTo>
                    <a:cubicBezTo>
                      <a:pt x="2201" y="2"/>
                      <a:pt x="2189" y="0"/>
                      <a:pt x="217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5" name="Google Shape;2425;p4"/>
              <p:cNvSpPr/>
              <p:nvPr/>
            </p:nvSpPr>
            <p:spPr>
              <a:xfrm>
                <a:off x="5184350" y="3983075"/>
                <a:ext cx="19700" cy="60500"/>
              </a:xfrm>
              <a:custGeom>
                <a:rect b="b" l="l" r="r" t="t"/>
                <a:pathLst>
                  <a:path extrusionOk="0" h="2420" w="788">
                    <a:moveTo>
                      <a:pt x="688" y="0"/>
                    </a:moveTo>
                    <a:cubicBezTo>
                      <a:pt x="647" y="33"/>
                      <a:pt x="613" y="75"/>
                      <a:pt x="572" y="108"/>
                    </a:cubicBezTo>
                    <a:cubicBezTo>
                      <a:pt x="539" y="141"/>
                      <a:pt x="506" y="174"/>
                      <a:pt x="481" y="207"/>
                    </a:cubicBezTo>
                    <a:cubicBezTo>
                      <a:pt x="431" y="257"/>
                      <a:pt x="390" y="323"/>
                      <a:pt x="323" y="348"/>
                    </a:cubicBezTo>
                    <a:cubicBezTo>
                      <a:pt x="332" y="365"/>
                      <a:pt x="340" y="390"/>
                      <a:pt x="340" y="423"/>
                    </a:cubicBezTo>
                    <a:cubicBezTo>
                      <a:pt x="307" y="622"/>
                      <a:pt x="257" y="837"/>
                      <a:pt x="108" y="995"/>
                    </a:cubicBezTo>
                    <a:cubicBezTo>
                      <a:pt x="91" y="1011"/>
                      <a:pt x="67" y="1028"/>
                      <a:pt x="50" y="1044"/>
                    </a:cubicBezTo>
                    <a:cubicBezTo>
                      <a:pt x="199" y="1210"/>
                      <a:pt x="381" y="1409"/>
                      <a:pt x="373" y="1649"/>
                    </a:cubicBezTo>
                    <a:cubicBezTo>
                      <a:pt x="365" y="1782"/>
                      <a:pt x="307" y="1889"/>
                      <a:pt x="249" y="2005"/>
                    </a:cubicBezTo>
                    <a:cubicBezTo>
                      <a:pt x="216" y="2055"/>
                      <a:pt x="191" y="2105"/>
                      <a:pt x="158" y="2163"/>
                    </a:cubicBezTo>
                    <a:cubicBezTo>
                      <a:pt x="125" y="2213"/>
                      <a:pt x="91" y="2271"/>
                      <a:pt x="25" y="2295"/>
                    </a:cubicBezTo>
                    <a:cubicBezTo>
                      <a:pt x="17" y="2304"/>
                      <a:pt x="9" y="2312"/>
                      <a:pt x="0" y="2329"/>
                    </a:cubicBezTo>
                    <a:cubicBezTo>
                      <a:pt x="9" y="2329"/>
                      <a:pt x="17" y="2345"/>
                      <a:pt x="25" y="2362"/>
                    </a:cubicBezTo>
                    <a:cubicBezTo>
                      <a:pt x="25" y="2378"/>
                      <a:pt x="33" y="2395"/>
                      <a:pt x="33" y="2420"/>
                    </a:cubicBezTo>
                    <a:cubicBezTo>
                      <a:pt x="183" y="2411"/>
                      <a:pt x="332" y="2271"/>
                      <a:pt x="431" y="2179"/>
                    </a:cubicBezTo>
                    <a:cubicBezTo>
                      <a:pt x="514" y="2097"/>
                      <a:pt x="597" y="2014"/>
                      <a:pt x="663" y="1914"/>
                    </a:cubicBezTo>
                    <a:cubicBezTo>
                      <a:pt x="746" y="1798"/>
                      <a:pt x="754" y="1674"/>
                      <a:pt x="763" y="1533"/>
                    </a:cubicBezTo>
                    <a:cubicBezTo>
                      <a:pt x="787" y="1028"/>
                      <a:pt x="754" y="506"/>
                      <a:pt x="68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6" name="Google Shape;2426;p4"/>
              <p:cNvSpPr/>
              <p:nvPr/>
            </p:nvSpPr>
            <p:spPr>
              <a:xfrm>
                <a:off x="4904925" y="3935100"/>
                <a:ext cx="205300" cy="159250"/>
              </a:xfrm>
              <a:custGeom>
                <a:rect b="b" l="l" r="r" t="t"/>
                <a:pathLst>
                  <a:path extrusionOk="0" h="6370" w="8212">
                    <a:moveTo>
                      <a:pt x="2027" y="1"/>
                    </a:moveTo>
                    <a:cubicBezTo>
                      <a:pt x="1868" y="1"/>
                      <a:pt x="1722" y="126"/>
                      <a:pt x="1624" y="246"/>
                    </a:cubicBezTo>
                    <a:cubicBezTo>
                      <a:pt x="1475" y="436"/>
                      <a:pt x="1384" y="676"/>
                      <a:pt x="1276" y="892"/>
                    </a:cubicBezTo>
                    <a:cubicBezTo>
                      <a:pt x="1036" y="1381"/>
                      <a:pt x="787" y="1870"/>
                      <a:pt x="547" y="2358"/>
                    </a:cubicBezTo>
                    <a:cubicBezTo>
                      <a:pt x="439" y="2582"/>
                      <a:pt x="348" y="2798"/>
                      <a:pt x="373" y="3054"/>
                    </a:cubicBezTo>
                    <a:cubicBezTo>
                      <a:pt x="406" y="3286"/>
                      <a:pt x="481" y="3502"/>
                      <a:pt x="439" y="3742"/>
                    </a:cubicBezTo>
                    <a:cubicBezTo>
                      <a:pt x="439" y="3767"/>
                      <a:pt x="431" y="3792"/>
                      <a:pt x="423" y="3817"/>
                    </a:cubicBezTo>
                    <a:lnTo>
                      <a:pt x="373" y="3734"/>
                    </a:lnTo>
                    <a:cubicBezTo>
                      <a:pt x="332" y="3659"/>
                      <a:pt x="282" y="3568"/>
                      <a:pt x="207" y="3527"/>
                    </a:cubicBezTo>
                    <a:cubicBezTo>
                      <a:pt x="197" y="3521"/>
                      <a:pt x="187" y="3518"/>
                      <a:pt x="177" y="3518"/>
                    </a:cubicBezTo>
                    <a:cubicBezTo>
                      <a:pt x="144" y="3518"/>
                      <a:pt x="114" y="3545"/>
                      <a:pt x="108" y="3576"/>
                    </a:cubicBezTo>
                    <a:cubicBezTo>
                      <a:pt x="100" y="3668"/>
                      <a:pt x="158" y="3759"/>
                      <a:pt x="191" y="3842"/>
                    </a:cubicBezTo>
                    <a:cubicBezTo>
                      <a:pt x="232" y="3916"/>
                      <a:pt x="274" y="3999"/>
                      <a:pt x="315" y="4074"/>
                    </a:cubicBezTo>
                    <a:cubicBezTo>
                      <a:pt x="323" y="4090"/>
                      <a:pt x="332" y="4098"/>
                      <a:pt x="340" y="4115"/>
                    </a:cubicBezTo>
                    <a:cubicBezTo>
                      <a:pt x="298" y="4231"/>
                      <a:pt x="257" y="4347"/>
                      <a:pt x="232" y="4463"/>
                    </a:cubicBezTo>
                    <a:cubicBezTo>
                      <a:pt x="199" y="4413"/>
                      <a:pt x="166" y="4364"/>
                      <a:pt x="133" y="4306"/>
                    </a:cubicBezTo>
                    <a:cubicBezTo>
                      <a:pt x="122" y="4283"/>
                      <a:pt x="100" y="4272"/>
                      <a:pt x="76" y="4272"/>
                    </a:cubicBezTo>
                    <a:cubicBezTo>
                      <a:pt x="65" y="4272"/>
                      <a:pt x="53" y="4275"/>
                      <a:pt x="42" y="4281"/>
                    </a:cubicBezTo>
                    <a:cubicBezTo>
                      <a:pt x="8" y="4306"/>
                      <a:pt x="0" y="4339"/>
                      <a:pt x="17" y="4372"/>
                    </a:cubicBezTo>
                    <a:cubicBezTo>
                      <a:pt x="58" y="4446"/>
                      <a:pt x="100" y="4521"/>
                      <a:pt x="141" y="4587"/>
                    </a:cubicBezTo>
                    <a:lnTo>
                      <a:pt x="191" y="4670"/>
                    </a:lnTo>
                    <a:cubicBezTo>
                      <a:pt x="182" y="4753"/>
                      <a:pt x="182" y="4836"/>
                      <a:pt x="199" y="4919"/>
                    </a:cubicBezTo>
                    <a:lnTo>
                      <a:pt x="207" y="4952"/>
                    </a:lnTo>
                    <a:cubicBezTo>
                      <a:pt x="124" y="4960"/>
                      <a:pt x="58" y="5043"/>
                      <a:pt x="108" y="5134"/>
                    </a:cubicBezTo>
                    <a:cubicBezTo>
                      <a:pt x="191" y="5267"/>
                      <a:pt x="307" y="5341"/>
                      <a:pt x="448" y="5399"/>
                    </a:cubicBezTo>
                    <a:cubicBezTo>
                      <a:pt x="588" y="5457"/>
                      <a:pt x="738" y="5515"/>
                      <a:pt x="887" y="5573"/>
                    </a:cubicBezTo>
                    <a:cubicBezTo>
                      <a:pt x="1193" y="5689"/>
                      <a:pt x="1508" y="5797"/>
                      <a:pt x="1831" y="5888"/>
                    </a:cubicBezTo>
                    <a:cubicBezTo>
                      <a:pt x="2461" y="6079"/>
                      <a:pt x="3107" y="6203"/>
                      <a:pt x="3770" y="6286"/>
                    </a:cubicBezTo>
                    <a:cubicBezTo>
                      <a:pt x="4255" y="6342"/>
                      <a:pt x="4744" y="6370"/>
                      <a:pt x="5235" y="6370"/>
                    </a:cubicBezTo>
                    <a:cubicBezTo>
                      <a:pt x="5398" y="6370"/>
                      <a:pt x="5562" y="6367"/>
                      <a:pt x="5725" y="6360"/>
                    </a:cubicBezTo>
                    <a:cubicBezTo>
                      <a:pt x="6305" y="6335"/>
                      <a:pt x="6952" y="6311"/>
                      <a:pt x="7374" y="5855"/>
                    </a:cubicBezTo>
                    <a:cubicBezTo>
                      <a:pt x="7490" y="5731"/>
                      <a:pt x="7590" y="5598"/>
                      <a:pt x="7714" y="5474"/>
                    </a:cubicBezTo>
                    <a:cubicBezTo>
                      <a:pt x="7830" y="5358"/>
                      <a:pt x="7962" y="5267"/>
                      <a:pt x="8070" y="5142"/>
                    </a:cubicBezTo>
                    <a:cubicBezTo>
                      <a:pt x="8128" y="5068"/>
                      <a:pt x="8178" y="4977"/>
                      <a:pt x="8211" y="4885"/>
                    </a:cubicBezTo>
                    <a:lnTo>
                      <a:pt x="8211" y="4885"/>
                    </a:lnTo>
                    <a:cubicBezTo>
                      <a:pt x="8153" y="4902"/>
                      <a:pt x="8103" y="4910"/>
                      <a:pt x="8045" y="4910"/>
                    </a:cubicBezTo>
                    <a:cubicBezTo>
                      <a:pt x="8021" y="4912"/>
                      <a:pt x="7997" y="4913"/>
                      <a:pt x="7973" y="4913"/>
                    </a:cubicBezTo>
                    <a:cubicBezTo>
                      <a:pt x="7907" y="4913"/>
                      <a:pt x="7844" y="4908"/>
                      <a:pt x="7778" y="4908"/>
                    </a:cubicBezTo>
                    <a:cubicBezTo>
                      <a:pt x="7754" y="4908"/>
                      <a:pt x="7730" y="4909"/>
                      <a:pt x="7706" y="4910"/>
                    </a:cubicBezTo>
                    <a:lnTo>
                      <a:pt x="7225" y="4910"/>
                    </a:lnTo>
                    <a:cubicBezTo>
                      <a:pt x="6902" y="4902"/>
                      <a:pt x="6579" y="4861"/>
                      <a:pt x="6264" y="4778"/>
                    </a:cubicBezTo>
                    <a:cubicBezTo>
                      <a:pt x="6107" y="4728"/>
                      <a:pt x="5957" y="4678"/>
                      <a:pt x="5808" y="4612"/>
                    </a:cubicBezTo>
                    <a:cubicBezTo>
                      <a:pt x="5792" y="4612"/>
                      <a:pt x="5783" y="4604"/>
                      <a:pt x="5767" y="4604"/>
                    </a:cubicBezTo>
                    <a:cubicBezTo>
                      <a:pt x="5742" y="4604"/>
                      <a:pt x="5725" y="4596"/>
                      <a:pt x="5701" y="4596"/>
                    </a:cubicBezTo>
                    <a:cubicBezTo>
                      <a:pt x="5435" y="4587"/>
                      <a:pt x="5179" y="4554"/>
                      <a:pt x="4922" y="4480"/>
                    </a:cubicBezTo>
                    <a:cubicBezTo>
                      <a:pt x="4698" y="4422"/>
                      <a:pt x="4474" y="4339"/>
                      <a:pt x="4259" y="4248"/>
                    </a:cubicBezTo>
                    <a:cubicBezTo>
                      <a:pt x="4027" y="4148"/>
                      <a:pt x="3811" y="4040"/>
                      <a:pt x="3596" y="3908"/>
                    </a:cubicBezTo>
                    <a:cubicBezTo>
                      <a:pt x="3173" y="3659"/>
                      <a:pt x="2776" y="3353"/>
                      <a:pt x="2486" y="2947"/>
                    </a:cubicBezTo>
                    <a:cubicBezTo>
                      <a:pt x="2345" y="2756"/>
                      <a:pt x="2229" y="2541"/>
                      <a:pt x="2163" y="2309"/>
                    </a:cubicBezTo>
                    <a:cubicBezTo>
                      <a:pt x="2063" y="2019"/>
                      <a:pt x="2030" y="1704"/>
                      <a:pt x="2022" y="1397"/>
                    </a:cubicBezTo>
                    <a:cubicBezTo>
                      <a:pt x="2013" y="942"/>
                      <a:pt x="2071" y="486"/>
                      <a:pt x="2154" y="30"/>
                    </a:cubicBezTo>
                    <a:cubicBezTo>
                      <a:pt x="2138" y="22"/>
                      <a:pt x="2129" y="22"/>
                      <a:pt x="2113" y="14"/>
                    </a:cubicBezTo>
                    <a:cubicBezTo>
                      <a:pt x="2084" y="5"/>
                      <a:pt x="2055" y="1"/>
                      <a:pt x="202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7" name="Google Shape;2427;p4"/>
              <p:cNvSpPr/>
              <p:nvPr/>
            </p:nvSpPr>
            <p:spPr>
              <a:xfrm>
                <a:off x="5037275" y="3953825"/>
                <a:ext cx="170300" cy="100200"/>
              </a:xfrm>
              <a:custGeom>
                <a:rect b="b" l="l" r="r" t="t"/>
                <a:pathLst>
                  <a:path extrusionOk="0" h="4008" w="6812">
                    <a:moveTo>
                      <a:pt x="672" y="3341"/>
                    </a:moveTo>
                    <a:cubicBezTo>
                      <a:pt x="713" y="3349"/>
                      <a:pt x="755" y="3358"/>
                      <a:pt x="796" y="3366"/>
                    </a:cubicBezTo>
                    <a:cubicBezTo>
                      <a:pt x="755" y="3383"/>
                      <a:pt x="738" y="3424"/>
                      <a:pt x="738" y="3465"/>
                    </a:cubicBezTo>
                    <a:cubicBezTo>
                      <a:pt x="721" y="3457"/>
                      <a:pt x="705" y="3457"/>
                      <a:pt x="697" y="3457"/>
                    </a:cubicBezTo>
                    <a:cubicBezTo>
                      <a:pt x="672" y="3449"/>
                      <a:pt x="622" y="3432"/>
                      <a:pt x="647" y="3407"/>
                    </a:cubicBezTo>
                    <a:cubicBezTo>
                      <a:pt x="672" y="3391"/>
                      <a:pt x="672" y="3366"/>
                      <a:pt x="672" y="3341"/>
                    </a:cubicBezTo>
                    <a:close/>
                    <a:moveTo>
                      <a:pt x="4656" y="0"/>
                    </a:moveTo>
                    <a:cubicBezTo>
                      <a:pt x="4610" y="0"/>
                      <a:pt x="4564" y="28"/>
                      <a:pt x="4541" y="68"/>
                    </a:cubicBezTo>
                    <a:cubicBezTo>
                      <a:pt x="4533" y="85"/>
                      <a:pt x="4524" y="101"/>
                      <a:pt x="4524" y="118"/>
                    </a:cubicBezTo>
                    <a:cubicBezTo>
                      <a:pt x="4466" y="201"/>
                      <a:pt x="4442" y="284"/>
                      <a:pt x="4442" y="391"/>
                    </a:cubicBezTo>
                    <a:cubicBezTo>
                      <a:pt x="4442" y="507"/>
                      <a:pt x="4483" y="623"/>
                      <a:pt x="4558" y="723"/>
                    </a:cubicBezTo>
                    <a:cubicBezTo>
                      <a:pt x="4698" y="922"/>
                      <a:pt x="4897" y="1063"/>
                      <a:pt x="4955" y="1311"/>
                    </a:cubicBezTo>
                    <a:cubicBezTo>
                      <a:pt x="5030" y="1634"/>
                      <a:pt x="4939" y="1916"/>
                      <a:pt x="4756" y="2165"/>
                    </a:cubicBezTo>
                    <a:cubicBezTo>
                      <a:pt x="4500" y="2297"/>
                      <a:pt x="4259" y="2463"/>
                      <a:pt x="4011" y="2620"/>
                    </a:cubicBezTo>
                    <a:cubicBezTo>
                      <a:pt x="3878" y="2703"/>
                      <a:pt x="3746" y="2786"/>
                      <a:pt x="3588" y="2827"/>
                    </a:cubicBezTo>
                    <a:cubicBezTo>
                      <a:pt x="3431" y="2869"/>
                      <a:pt x="3265" y="2885"/>
                      <a:pt x="3099" y="2910"/>
                    </a:cubicBezTo>
                    <a:cubicBezTo>
                      <a:pt x="2760" y="2943"/>
                      <a:pt x="2412" y="2960"/>
                      <a:pt x="2064" y="2960"/>
                    </a:cubicBezTo>
                    <a:cubicBezTo>
                      <a:pt x="2033" y="2961"/>
                      <a:pt x="2002" y="2961"/>
                      <a:pt x="1971" y="2961"/>
                    </a:cubicBezTo>
                    <a:cubicBezTo>
                      <a:pt x="1661" y="2961"/>
                      <a:pt x="1345" y="2927"/>
                      <a:pt x="1036" y="2927"/>
                    </a:cubicBezTo>
                    <a:cubicBezTo>
                      <a:pt x="1015" y="2926"/>
                      <a:pt x="995" y="2926"/>
                      <a:pt x="974" y="2926"/>
                    </a:cubicBezTo>
                    <a:cubicBezTo>
                      <a:pt x="646" y="2926"/>
                      <a:pt x="316" y="2990"/>
                      <a:pt x="59" y="3200"/>
                    </a:cubicBezTo>
                    <a:cubicBezTo>
                      <a:pt x="1" y="3242"/>
                      <a:pt x="9" y="3308"/>
                      <a:pt x="42" y="3358"/>
                    </a:cubicBezTo>
                    <a:cubicBezTo>
                      <a:pt x="34" y="3366"/>
                      <a:pt x="25" y="3383"/>
                      <a:pt x="25" y="3399"/>
                    </a:cubicBezTo>
                    <a:cubicBezTo>
                      <a:pt x="7" y="3430"/>
                      <a:pt x="29" y="3464"/>
                      <a:pt x="58" y="3464"/>
                    </a:cubicBezTo>
                    <a:cubicBezTo>
                      <a:pt x="69" y="3464"/>
                      <a:pt x="81" y="3460"/>
                      <a:pt x="92" y="3449"/>
                    </a:cubicBezTo>
                    <a:cubicBezTo>
                      <a:pt x="100" y="3441"/>
                      <a:pt x="117" y="3424"/>
                      <a:pt x="125" y="3416"/>
                    </a:cubicBezTo>
                    <a:cubicBezTo>
                      <a:pt x="130" y="3418"/>
                      <a:pt x="136" y="3419"/>
                      <a:pt x="142" y="3419"/>
                    </a:cubicBezTo>
                    <a:cubicBezTo>
                      <a:pt x="153" y="3419"/>
                      <a:pt x="166" y="3416"/>
                      <a:pt x="183" y="3416"/>
                    </a:cubicBezTo>
                    <a:cubicBezTo>
                      <a:pt x="274" y="3374"/>
                      <a:pt x="382" y="3349"/>
                      <a:pt x="481" y="3333"/>
                    </a:cubicBezTo>
                    <a:lnTo>
                      <a:pt x="481" y="3333"/>
                    </a:lnTo>
                    <a:cubicBezTo>
                      <a:pt x="456" y="3366"/>
                      <a:pt x="448" y="3416"/>
                      <a:pt x="448" y="3465"/>
                    </a:cubicBezTo>
                    <a:cubicBezTo>
                      <a:pt x="465" y="3573"/>
                      <a:pt x="547" y="3648"/>
                      <a:pt x="639" y="3681"/>
                    </a:cubicBezTo>
                    <a:cubicBezTo>
                      <a:pt x="871" y="3772"/>
                      <a:pt x="1127" y="3830"/>
                      <a:pt x="1359" y="3880"/>
                    </a:cubicBezTo>
                    <a:cubicBezTo>
                      <a:pt x="1681" y="3956"/>
                      <a:pt x="2007" y="4007"/>
                      <a:pt x="2332" y="4007"/>
                    </a:cubicBezTo>
                    <a:cubicBezTo>
                      <a:pt x="2500" y="4007"/>
                      <a:pt x="2667" y="3994"/>
                      <a:pt x="2834" y="3962"/>
                    </a:cubicBezTo>
                    <a:cubicBezTo>
                      <a:pt x="3099" y="3921"/>
                      <a:pt x="3356" y="3822"/>
                      <a:pt x="3588" y="3681"/>
                    </a:cubicBezTo>
                    <a:cubicBezTo>
                      <a:pt x="3696" y="3615"/>
                      <a:pt x="3646" y="3457"/>
                      <a:pt x="3538" y="3449"/>
                    </a:cubicBezTo>
                    <a:cubicBezTo>
                      <a:pt x="3580" y="3432"/>
                      <a:pt x="3613" y="3416"/>
                      <a:pt x="3646" y="3399"/>
                    </a:cubicBezTo>
                    <a:cubicBezTo>
                      <a:pt x="3754" y="3341"/>
                      <a:pt x="3878" y="3275"/>
                      <a:pt x="3953" y="3167"/>
                    </a:cubicBezTo>
                    <a:cubicBezTo>
                      <a:pt x="4019" y="3134"/>
                      <a:pt x="4085" y="3101"/>
                      <a:pt x="4143" y="3068"/>
                    </a:cubicBezTo>
                    <a:cubicBezTo>
                      <a:pt x="4400" y="2985"/>
                      <a:pt x="4640" y="2902"/>
                      <a:pt x="4881" y="2786"/>
                    </a:cubicBezTo>
                    <a:cubicBezTo>
                      <a:pt x="4997" y="2736"/>
                      <a:pt x="5113" y="2678"/>
                      <a:pt x="5220" y="2612"/>
                    </a:cubicBezTo>
                    <a:cubicBezTo>
                      <a:pt x="5270" y="2587"/>
                      <a:pt x="5312" y="2554"/>
                      <a:pt x="5361" y="2521"/>
                    </a:cubicBezTo>
                    <a:cubicBezTo>
                      <a:pt x="5461" y="2479"/>
                      <a:pt x="5568" y="2421"/>
                      <a:pt x="5660" y="2372"/>
                    </a:cubicBezTo>
                    <a:cubicBezTo>
                      <a:pt x="5701" y="2347"/>
                      <a:pt x="5742" y="2322"/>
                      <a:pt x="5776" y="2305"/>
                    </a:cubicBezTo>
                    <a:cubicBezTo>
                      <a:pt x="5858" y="2397"/>
                      <a:pt x="5925" y="2496"/>
                      <a:pt x="5974" y="2620"/>
                    </a:cubicBezTo>
                    <a:cubicBezTo>
                      <a:pt x="6016" y="2736"/>
                      <a:pt x="6041" y="2852"/>
                      <a:pt x="6041" y="2977"/>
                    </a:cubicBezTo>
                    <a:cubicBezTo>
                      <a:pt x="6032" y="2993"/>
                      <a:pt x="6016" y="3010"/>
                      <a:pt x="6016" y="3035"/>
                    </a:cubicBezTo>
                    <a:cubicBezTo>
                      <a:pt x="6008" y="3084"/>
                      <a:pt x="6008" y="3134"/>
                      <a:pt x="5999" y="3175"/>
                    </a:cubicBezTo>
                    <a:cubicBezTo>
                      <a:pt x="5999" y="3209"/>
                      <a:pt x="5991" y="3233"/>
                      <a:pt x="5991" y="3267"/>
                    </a:cubicBezTo>
                    <a:cubicBezTo>
                      <a:pt x="5958" y="3291"/>
                      <a:pt x="5925" y="3316"/>
                      <a:pt x="5908" y="3349"/>
                    </a:cubicBezTo>
                    <a:cubicBezTo>
                      <a:pt x="5892" y="3391"/>
                      <a:pt x="5883" y="3432"/>
                      <a:pt x="5900" y="3465"/>
                    </a:cubicBezTo>
                    <a:cubicBezTo>
                      <a:pt x="5875" y="3523"/>
                      <a:pt x="5916" y="3598"/>
                      <a:pt x="5974" y="3615"/>
                    </a:cubicBezTo>
                    <a:cubicBezTo>
                      <a:pt x="5993" y="3618"/>
                      <a:pt x="6011" y="3620"/>
                      <a:pt x="6028" y="3620"/>
                    </a:cubicBezTo>
                    <a:cubicBezTo>
                      <a:pt x="6119" y="3620"/>
                      <a:pt x="6195" y="3569"/>
                      <a:pt x="6264" y="3507"/>
                    </a:cubicBezTo>
                    <a:cubicBezTo>
                      <a:pt x="6322" y="3457"/>
                      <a:pt x="6380" y="3399"/>
                      <a:pt x="6430" y="3341"/>
                    </a:cubicBezTo>
                    <a:cubicBezTo>
                      <a:pt x="6447" y="3316"/>
                      <a:pt x="6463" y="3291"/>
                      <a:pt x="6480" y="3275"/>
                    </a:cubicBezTo>
                    <a:cubicBezTo>
                      <a:pt x="6488" y="3267"/>
                      <a:pt x="6496" y="3258"/>
                      <a:pt x="6505" y="3250"/>
                    </a:cubicBezTo>
                    <a:cubicBezTo>
                      <a:pt x="6571" y="3184"/>
                      <a:pt x="6629" y="3117"/>
                      <a:pt x="6687" y="3043"/>
                    </a:cubicBezTo>
                    <a:cubicBezTo>
                      <a:pt x="6695" y="3035"/>
                      <a:pt x="6695" y="3018"/>
                      <a:pt x="6695" y="3001"/>
                    </a:cubicBezTo>
                    <a:cubicBezTo>
                      <a:pt x="6737" y="2960"/>
                      <a:pt x="6770" y="2910"/>
                      <a:pt x="6778" y="2852"/>
                    </a:cubicBezTo>
                    <a:cubicBezTo>
                      <a:pt x="6811" y="2711"/>
                      <a:pt x="6803" y="2562"/>
                      <a:pt x="6795" y="2421"/>
                    </a:cubicBezTo>
                    <a:cubicBezTo>
                      <a:pt x="6795" y="2272"/>
                      <a:pt x="6786" y="2131"/>
                      <a:pt x="6778" y="1982"/>
                    </a:cubicBezTo>
                    <a:cubicBezTo>
                      <a:pt x="6778" y="1833"/>
                      <a:pt x="6770" y="1676"/>
                      <a:pt x="6761" y="1527"/>
                    </a:cubicBezTo>
                    <a:cubicBezTo>
                      <a:pt x="6761" y="1394"/>
                      <a:pt x="6761" y="1245"/>
                      <a:pt x="6720" y="1112"/>
                    </a:cubicBezTo>
                    <a:cubicBezTo>
                      <a:pt x="6687" y="1020"/>
                      <a:pt x="6623" y="963"/>
                      <a:pt x="6547" y="963"/>
                    </a:cubicBezTo>
                    <a:cubicBezTo>
                      <a:pt x="6507" y="963"/>
                      <a:pt x="6465" y="979"/>
                      <a:pt x="6422" y="1013"/>
                    </a:cubicBezTo>
                    <a:cubicBezTo>
                      <a:pt x="6347" y="1071"/>
                      <a:pt x="6306" y="1154"/>
                      <a:pt x="6273" y="1228"/>
                    </a:cubicBezTo>
                    <a:cubicBezTo>
                      <a:pt x="6273" y="1228"/>
                      <a:pt x="6264" y="1220"/>
                      <a:pt x="6264" y="1212"/>
                    </a:cubicBezTo>
                    <a:cubicBezTo>
                      <a:pt x="6223" y="1079"/>
                      <a:pt x="6115" y="971"/>
                      <a:pt x="6008" y="880"/>
                    </a:cubicBezTo>
                    <a:cubicBezTo>
                      <a:pt x="5883" y="773"/>
                      <a:pt x="5759" y="681"/>
                      <a:pt x="5618" y="599"/>
                    </a:cubicBezTo>
                    <a:cubicBezTo>
                      <a:pt x="5320" y="400"/>
                      <a:pt x="5005" y="234"/>
                      <a:pt x="4715" y="19"/>
                    </a:cubicBezTo>
                    <a:cubicBezTo>
                      <a:pt x="4697" y="6"/>
                      <a:pt x="4677" y="0"/>
                      <a:pt x="465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8" name="Google Shape;2428;p4"/>
              <p:cNvSpPr/>
              <p:nvPr/>
            </p:nvSpPr>
            <p:spPr>
              <a:xfrm>
                <a:off x="4855825" y="4033825"/>
                <a:ext cx="105450" cy="94775"/>
              </a:xfrm>
              <a:custGeom>
                <a:rect b="b" l="l" r="r" t="t"/>
                <a:pathLst>
                  <a:path extrusionOk="0" h="3791" w="4218">
                    <a:moveTo>
                      <a:pt x="380" y="0"/>
                    </a:moveTo>
                    <a:cubicBezTo>
                      <a:pt x="325" y="0"/>
                      <a:pt x="269" y="37"/>
                      <a:pt x="257" y="91"/>
                    </a:cubicBezTo>
                    <a:cubicBezTo>
                      <a:pt x="191" y="456"/>
                      <a:pt x="116" y="820"/>
                      <a:pt x="50" y="1185"/>
                    </a:cubicBezTo>
                    <a:cubicBezTo>
                      <a:pt x="17" y="1342"/>
                      <a:pt x="0" y="1508"/>
                      <a:pt x="34" y="1674"/>
                    </a:cubicBezTo>
                    <a:cubicBezTo>
                      <a:pt x="67" y="1831"/>
                      <a:pt x="166" y="1956"/>
                      <a:pt x="282" y="2063"/>
                    </a:cubicBezTo>
                    <a:cubicBezTo>
                      <a:pt x="531" y="2270"/>
                      <a:pt x="821" y="2453"/>
                      <a:pt x="1102" y="2610"/>
                    </a:cubicBezTo>
                    <a:cubicBezTo>
                      <a:pt x="1384" y="2784"/>
                      <a:pt x="1682" y="2933"/>
                      <a:pt x="1981" y="3058"/>
                    </a:cubicBezTo>
                    <a:cubicBezTo>
                      <a:pt x="2246" y="3174"/>
                      <a:pt x="2519" y="3273"/>
                      <a:pt x="2801" y="3364"/>
                    </a:cubicBezTo>
                    <a:cubicBezTo>
                      <a:pt x="2826" y="3381"/>
                      <a:pt x="2859" y="3406"/>
                      <a:pt x="2884" y="3422"/>
                    </a:cubicBezTo>
                    <a:cubicBezTo>
                      <a:pt x="3074" y="3546"/>
                      <a:pt x="3298" y="3629"/>
                      <a:pt x="3513" y="3687"/>
                    </a:cubicBezTo>
                    <a:cubicBezTo>
                      <a:pt x="3621" y="3720"/>
                      <a:pt x="3729" y="3745"/>
                      <a:pt x="3828" y="3762"/>
                    </a:cubicBezTo>
                    <a:cubicBezTo>
                      <a:pt x="3895" y="3776"/>
                      <a:pt x="3962" y="3791"/>
                      <a:pt x="4028" y="3791"/>
                    </a:cubicBezTo>
                    <a:cubicBezTo>
                      <a:pt x="4076" y="3791"/>
                      <a:pt x="4123" y="3783"/>
                      <a:pt x="4168" y="3762"/>
                    </a:cubicBezTo>
                    <a:cubicBezTo>
                      <a:pt x="4218" y="3737"/>
                      <a:pt x="4218" y="3671"/>
                      <a:pt x="4185" y="3638"/>
                    </a:cubicBezTo>
                    <a:lnTo>
                      <a:pt x="4185" y="3638"/>
                    </a:lnTo>
                    <a:lnTo>
                      <a:pt x="4185" y="3646"/>
                    </a:lnTo>
                    <a:cubicBezTo>
                      <a:pt x="4110" y="3563"/>
                      <a:pt x="4002" y="3546"/>
                      <a:pt x="3895" y="3530"/>
                    </a:cubicBezTo>
                    <a:cubicBezTo>
                      <a:pt x="3795" y="3505"/>
                      <a:pt x="3687" y="3480"/>
                      <a:pt x="3580" y="3455"/>
                    </a:cubicBezTo>
                    <a:cubicBezTo>
                      <a:pt x="3447" y="3422"/>
                      <a:pt x="3323" y="3381"/>
                      <a:pt x="3199" y="3331"/>
                    </a:cubicBezTo>
                    <a:cubicBezTo>
                      <a:pt x="3199" y="3290"/>
                      <a:pt x="3182" y="3248"/>
                      <a:pt x="3141" y="3223"/>
                    </a:cubicBezTo>
                    <a:cubicBezTo>
                      <a:pt x="2876" y="3049"/>
                      <a:pt x="2677" y="2759"/>
                      <a:pt x="2594" y="2444"/>
                    </a:cubicBezTo>
                    <a:cubicBezTo>
                      <a:pt x="2536" y="2254"/>
                      <a:pt x="2536" y="2055"/>
                      <a:pt x="2577" y="1864"/>
                    </a:cubicBezTo>
                    <a:lnTo>
                      <a:pt x="2577" y="1864"/>
                    </a:lnTo>
                    <a:cubicBezTo>
                      <a:pt x="2801" y="2022"/>
                      <a:pt x="3058" y="2163"/>
                      <a:pt x="3323" y="2229"/>
                    </a:cubicBezTo>
                    <a:cubicBezTo>
                      <a:pt x="3326" y="2230"/>
                      <a:pt x="3329" y="2230"/>
                      <a:pt x="3331" y="2230"/>
                    </a:cubicBezTo>
                    <a:cubicBezTo>
                      <a:pt x="3376" y="2230"/>
                      <a:pt x="3403" y="2170"/>
                      <a:pt x="3356" y="2146"/>
                    </a:cubicBezTo>
                    <a:cubicBezTo>
                      <a:pt x="3166" y="2030"/>
                      <a:pt x="2967" y="1931"/>
                      <a:pt x="2776" y="1815"/>
                    </a:cubicBezTo>
                    <a:cubicBezTo>
                      <a:pt x="2718" y="1782"/>
                      <a:pt x="2668" y="1748"/>
                      <a:pt x="2610" y="1715"/>
                    </a:cubicBezTo>
                    <a:cubicBezTo>
                      <a:pt x="2619" y="1699"/>
                      <a:pt x="2627" y="1682"/>
                      <a:pt x="2627" y="1666"/>
                    </a:cubicBezTo>
                    <a:cubicBezTo>
                      <a:pt x="2660" y="1682"/>
                      <a:pt x="2693" y="1699"/>
                      <a:pt x="2718" y="1715"/>
                    </a:cubicBezTo>
                    <a:cubicBezTo>
                      <a:pt x="2859" y="1782"/>
                      <a:pt x="2992" y="1856"/>
                      <a:pt x="3132" y="1931"/>
                    </a:cubicBezTo>
                    <a:cubicBezTo>
                      <a:pt x="3282" y="2005"/>
                      <a:pt x="3414" y="2080"/>
                      <a:pt x="3580" y="2121"/>
                    </a:cubicBezTo>
                    <a:cubicBezTo>
                      <a:pt x="3585" y="2122"/>
                      <a:pt x="3591" y="2123"/>
                      <a:pt x="3597" y="2123"/>
                    </a:cubicBezTo>
                    <a:cubicBezTo>
                      <a:pt x="3681" y="2123"/>
                      <a:pt x="3757" y="2010"/>
                      <a:pt x="3679" y="1947"/>
                    </a:cubicBezTo>
                    <a:cubicBezTo>
                      <a:pt x="3547" y="1848"/>
                      <a:pt x="3406" y="1782"/>
                      <a:pt x="3265" y="1707"/>
                    </a:cubicBezTo>
                    <a:cubicBezTo>
                      <a:pt x="3132" y="1641"/>
                      <a:pt x="2992" y="1566"/>
                      <a:pt x="2859" y="1500"/>
                    </a:cubicBezTo>
                    <a:lnTo>
                      <a:pt x="2693" y="1409"/>
                    </a:lnTo>
                    <a:cubicBezTo>
                      <a:pt x="2677" y="1384"/>
                      <a:pt x="2652" y="1376"/>
                      <a:pt x="2627" y="1376"/>
                    </a:cubicBezTo>
                    <a:cubicBezTo>
                      <a:pt x="2428" y="1268"/>
                      <a:pt x="2221" y="1152"/>
                      <a:pt x="2030" y="1036"/>
                    </a:cubicBezTo>
                    <a:cubicBezTo>
                      <a:pt x="1484" y="721"/>
                      <a:pt x="953" y="381"/>
                      <a:pt x="440" y="17"/>
                    </a:cubicBezTo>
                    <a:cubicBezTo>
                      <a:pt x="422" y="6"/>
                      <a:pt x="401" y="0"/>
                      <a:pt x="380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9" name="Google Shape;2429;p4"/>
              <p:cNvSpPr/>
              <p:nvPr/>
            </p:nvSpPr>
            <p:spPr>
              <a:xfrm>
                <a:off x="5027600" y="4078075"/>
                <a:ext cx="81625" cy="58575"/>
              </a:xfrm>
              <a:custGeom>
                <a:rect b="b" l="l" r="r" t="t"/>
                <a:pathLst>
                  <a:path extrusionOk="0" h="2343" w="3265">
                    <a:moveTo>
                      <a:pt x="3124" y="1"/>
                    </a:moveTo>
                    <a:cubicBezTo>
                      <a:pt x="3096" y="1"/>
                      <a:pt x="3066" y="12"/>
                      <a:pt x="3039" y="36"/>
                    </a:cubicBezTo>
                    <a:cubicBezTo>
                      <a:pt x="2865" y="202"/>
                      <a:pt x="2674" y="351"/>
                      <a:pt x="2467" y="459"/>
                    </a:cubicBezTo>
                    <a:cubicBezTo>
                      <a:pt x="2409" y="492"/>
                      <a:pt x="2359" y="517"/>
                      <a:pt x="2301" y="542"/>
                    </a:cubicBezTo>
                    <a:cubicBezTo>
                      <a:pt x="2252" y="550"/>
                      <a:pt x="2194" y="550"/>
                      <a:pt x="2144" y="558"/>
                    </a:cubicBezTo>
                    <a:cubicBezTo>
                      <a:pt x="1879" y="575"/>
                      <a:pt x="1606" y="583"/>
                      <a:pt x="1349" y="658"/>
                    </a:cubicBezTo>
                    <a:cubicBezTo>
                      <a:pt x="1266" y="683"/>
                      <a:pt x="1224" y="832"/>
                      <a:pt x="1324" y="873"/>
                    </a:cubicBezTo>
                    <a:lnTo>
                      <a:pt x="1556" y="981"/>
                    </a:lnTo>
                    <a:cubicBezTo>
                      <a:pt x="1581" y="998"/>
                      <a:pt x="1614" y="1006"/>
                      <a:pt x="1639" y="1022"/>
                    </a:cubicBezTo>
                    <a:cubicBezTo>
                      <a:pt x="1655" y="1022"/>
                      <a:pt x="1705" y="1047"/>
                      <a:pt x="1713" y="1056"/>
                    </a:cubicBezTo>
                    <a:cubicBezTo>
                      <a:pt x="1730" y="1080"/>
                      <a:pt x="1697" y="1188"/>
                      <a:pt x="1688" y="1221"/>
                    </a:cubicBezTo>
                    <a:cubicBezTo>
                      <a:pt x="1680" y="1246"/>
                      <a:pt x="1672" y="1279"/>
                      <a:pt x="1672" y="1304"/>
                    </a:cubicBezTo>
                    <a:cubicBezTo>
                      <a:pt x="1647" y="1304"/>
                      <a:pt x="1622" y="1312"/>
                      <a:pt x="1597" y="1312"/>
                    </a:cubicBezTo>
                    <a:cubicBezTo>
                      <a:pt x="1233" y="1346"/>
                      <a:pt x="868" y="1387"/>
                      <a:pt x="504" y="1428"/>
                    </a:cubicBezTo>
                    <a:cubicBezTo>
                      <a:pt x="404" y="1445"/>
                      <a:pt x="396" y="1586"/>
                      <a:pt x="504" y="1586"/>
                    </a:cubicBezTo>
                    <a:cubicBezTo>
                      <a:pt x="868" y="1578"/>
                      <a:pt x="1233" y="1569"/>
                      <a:pt x="1597" y="1544"/>
                    </a:cubicBezTo>
                    <a:lnTo>
                      <a:pt x="1597" y="1544"/>
                    </a:lnTo>
                    <a:cubicBezTo>
                      <a:pt x="1581" y="1586"/>
                      <a:pt x="1564" y="1619"/>
                      <a:pt x="1548" y="1660"/>
                    </a:cubicBezTo>
                    <a:cubicBezTo>
                      <a:pt x="1473" y="1669"/>
                      <a:pt x="1398" y="1685"/>
                      <a:pt x="1324" y="1685"/>
                    </a:cubicBezTo>
                    <a:cubicBezTo>
                      <a:pt x="1117" y="1710"/>
                      <a:pt x="901" y="1735"/>
                      <a:pt x="694" y="1735"/>
                    </a:cubicBezTo>
                    <a:cubicBezTo>
                      <a:pt x="568" y="1740"/>
                      <a:pt x="436" y="1748"/>
                      <a:pt x="306" y="1748"/>
                    </a:cubicBezTo>
                    <a:cubicBezTo>
                      <a:pt x="221" y="1748"/>
                      <a:pt x="137" y="1745"/>
                      <a:pt x="56" y="1735"/>
                    </a:cubicBezTo>
                    <a:cubicBezTo>
                      <a:pt x="54" y="1735"/>
                      <a:pt x="52" y="1734"/>
                      <a:pt x="49" y="1734"/>
                    </a:cubicBezTo>
                    <a:cubicBezTo>
                      <a:pt x="6" y="1734"/>
                      <a:pt x="0" y="1810"/>
                      <a:pt x="48" y="1826"/>
                    </a:cubicBezTo>
                    <a:cubicBezTo>
                      <a:pt x="247" y="1892"/>
                      <a:pt x="462" y="1901"/>
                      <a:pt x="678" y="1901"/>
                    </a:cubicBezTo>
                    <a:cubicBezTo>
                      <a:pt x="893" y="1901"/>
                      <a:pt x="1108" y="1884"/>
                      <a:pt x="1324" y="1868"/>
                    </a:cubicBezTo>
                    <a:cubicBezTo>
                      <a:pt x="1374" y="1859"/>
                      <a:pt x="1415" y="1851"/>
                      <a:pt x="1456" y="1851"/>
                    </a:cubicBezTo>
                    <a:cubicBezTo>
                      <a:pt x="1448" y="1859"/>
                      <a:pt x="1440" y="1868"/>
                      <a:pt x="1440" y="1884"/>
                    </a:cubicBezTo>
                    <a:cubicBezTo>
                      <a:pt x="1332" y="1901"/>
                      <a:pt x="1224" y="1909"/>
                      <a:pt x="1117" y="1926"/>
                    </a:cubicBezTo>
                    <a:cubicBezTo>
                      <a:pt x="818" y="1967"/>
                      <a:pt x="520" y="2000"/>
                      <a:pt x="222" y="2050"/>
                    </a:cubicBezTo>
                    <a:cubicBezTo>
                      <a:pt x="106" y="2075"/>
                      <a:pt x="106" y="2274"/>
                      <a:pt x="222" y="2298"/>
                    </a:cubicBezTo>
                    <a:cubicBezTo>
                      <a:pt x="368" y="2328"/>
                      <a:pt x="512" y="2342"/>
                      <a:pt x="654" y="2342"/>
                    </a:cubicBezTo>
                    <a:cubicBezTo>
                      <a:pt x="866" y="2342"/>
                      <a:pt x="1074" y="2311"/>
                      <a:pt x="1282" y="2257"/>
                    </a:cubicBezTo>
                    <a:cubicBezTo>
                      <a:pt x="1291" y="2274"/>
                      <a:pt x="1299" y="2282"/>
                      <a:pt x="1316" y="2290"/>
                    </a:cubicBezTo>
                    <a:cubicBezTo>
                      <a:pt x="1334" y="2301"/>
                      <a:pt x="1353" y="2305"/>
                      <a:pt x="1371" y="2305"/>
                    </a:cubicBezTo>
                    <a:cubicBezTo>
                      <a:pt x="1412" y="2305"/>
                      <a:pt x="1450" y="2283"/>
                      <a:pt x="1473" y="2249"/>
                    </a:cubicBezTo>
                    <a:cubicBezTo>
                      <a:pt x="1490" y="2232"/>
                      <a:pt x="1506" y="2207"/>
                      <a:pt x="1514" y="2191"/>
                    </a:cubicBezTo>
                    <a:cubicBezTo>
                      <a:pt x="1630" y="2149"/>
                      <a:pt x="1738" y="2108"/>
                      <a:pt x="1854" y="2066"/>
                    </a:cubicBezTo>
                    <a:cubicBezTo>
                      <a:pt x="1862" y="2066"/>
                      <a:pt x="1862" y="2058"/>
                      <a:pt x="1871" y="2058"/>
                    </a:cubicBezTo>
                    <a:cubicBezTo>
                      <a:pt x="1887" y="2050"/>
                      <a:pt x="1912" y="2050"/>
                      <a:pt x="1929" y="2042"/>
                    </a:cubicBezTo>
                    <a:cubicBezTo>
                      <a:pt x="2185" y="1984"/>
                      <a:pt x="2451" y="1892"/>
                      <a:pt x="2683" y="1743"/>
                    </a:cubicBezTo>
                    <a:cubicBezTo>
                      <a:pt x="2906" y="1602"/>
                      <a:pt x="3039" y="1379"/>
                      <a:pt x="3097" y="1122"/>
                    </a:cubicBezTo>
                    <a:cubicBezTo>
                      <a:pt x="3171" y="807"/>
                      <a:pt x="3205" y="476"/>
                      <a:pt x="3246" y="161"/>
                    </a:cubicBezTo>
                    <a:cubicBezTo>
                      <a:pt x="3264" y="76"/>
                      <a:pt x="3199" y="1"/>
                      <a:pt x="3124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0" name="Google Shape;2430;p4"/>
              <p:cNvSpPr/>
              <p:nvPr/>
            </p:nvSpPr>
            <p:spPr>
              <a:xfrm>
                <a:off x="4881925" y="3799050"/>
                <a:ext cx="131150" cy="117725"/>
              </a:xfrm>
              <a:custGeom>
                <a:rect b="b" l="l" r="r" t="t"/>
                <a:pathLst>
                  <a:path extrusionOk="0" h="4709" w="5246">
                    <a:moveTo>
                      <a:pt x="2987" y="0"/>
                    </a:moveTo>
                    <a:cubicBezTo>
                      <a:pt x="2869" y="0"/>
                      <a:pt x="2751" y="17"/>
                      <a:pt x="2635" y="54"/>
                    </a:cubicBezTo>
                    <a:cubicBezTo>
                      <a:pt x="2312" y="161"/>
                      <a:pt x="2055" y="385"/>
                      <a:pt x="1832" y="633"/>
                    </a:cubicBezTo>
                    <a:cubicBezTo>
                      <a:pt x="1566" y="940"/>
                      <a:pt x="1343" y="1280"/>
                      <a:pt x="1044" y="1561"/>
                    </a:cubicBezTo>
                    <a:cubicBezTo>
                      <a:pt x="754" y="1827"/>
                      <a:pt x="431" y="2042"/>
                      <a:pt x="67" y="2199"/>
                    </a:cubicBezTo>
                    <a:cubicBezTo>
                      <a:pt x="0" y="2224"/>
                      <a:pt x="17" y="2307"/>
                      <a:pt x="50" y="2357"/>
                    </a:cubicBezTo>
                    <a:cubicBezTo>
                      <a:pt x="181" y="2518"/>
                      <a:pt x="381" y="2584"/>
                      <a:pt x="582" y="2584"/>
                    </a:cubicBezTo>
                    <a:cubicBezTo>
                      <a:pt x="660" y="2584"/>
                      <a:pt x="738" y="2574"/>
                      <a:pt x="812" y="2556"/>
                    </a:cubicBezTo>
                    <a:cubicBezTo>
                      <a:pt x="1136" y="2465"/>
                      <a:pt x="1376" y="2208"/>
                      <a:pt x="1600" y="1976"/>
                    </a:cubicBezTo>
                    <a:cubicBezTo>
                      <a:pt x="1649" y="1926"/>
                      <a:pt x="1707" y="1851"/>
                      <a:pt x="1774" y="1827"/>
                    </a:cubicBezTo>
                    <a:cubicBezTo>
                      <a:pt x="1782" y="1824"/>
                      <a:pt x="1790" y="1823"/>
                      <a:pt x="1798" y="1823"/>
                    </a:cubicBezTo>
                    <a:cubicBezTo>
                      <a:pt x="1866" y="1823"/>
                      <a:pt x="1909" y="1915"/>
                      <a:pt x="1939" y="1967"/>
                    </a:cubicBezTo>
                    <a:cubicBezTo>
                      <a:pt x="2039" y="2108"/>
                      <a:pt x="2138" y="2257"/>
                      <a:pt x="2221" y="2415"/>
                    </a:cubicBezTo>
                    <a:cubicBezTo>
                      <a:pt x="2296" y="2564"/>
                      <a:pt x="2362" y="2730"/>
                      <a:pt x="2378" y="2904"/>
                    </a:cubicBezTo>
                    <a:cubicBezTo>
                      <a:pt x="2395" y="3103"/>
                      <a:pt x="2362" y="3293"/>
                      <a:pt x="2395" y="3492"/>
                    </a:cubicBezTo>
                    <a:cubicBezTo>
                      <a:pt x="2420" y="3699"/>
                      <a:pt x="2519" y="3881"/>
                      <a:pt x="2619" y="4055"/>
                    </a:cubicBezTo>
                    <a:cubicBezTo>
                      <a:pt x="2726" y="4254"/>
                      <a:pt x="2842" y="4453"/>
                      <a:pt x="2958" y="4652"/>
                    </a:cubicBezTo>
                    <a:cubicBezTo>
                      <a:pt x="2982" y="4690"/>
                      <a:pt x="3022" y="4709"/>
                      <a:pt x="3063" y="4709"/>
                    </a:cubicBezTo>
                    <a:cubicBezTo>
                      <a:pt x="3093" y="4709"/>
                      <a:pt x="3124" y="4698"/>
                      <a:pt x="3149" y="4677"/>
                    </a:cubicBezTo>
                    <a:cubicBezTo>
                      <a:pt x="3331" y="4519"/>
                      <a:pt x="3373" y="4271"/>
                      <a:pt x="3373" y="4039"/>
                    </a:cubicBezTo>
                    <a:cubicBezTo>
                      <a:pt x="3364" y="3741"/>
                      <a:pt x="3356" y="3442"/>
                      <a:pt x="3381" y="3144"/>
                    </a:cubicBezTo>
                    <a:cubicBezTo>
                      <a:pt x="3406" y="2862"/>
                      <a:pt x="3439" y="2547"/>
                      <a:pt x="3563" y="2291"/>
                    </a:cubicBezTo>
                    <a:cubicBezTo>
                      <a:pt x="3638" y="2141"/>
                      <a:pt x="3745" y="2034"/>
                      <a:pt x="3878" y="1943"/>
                    </a:cubicBezTo>
                    <a:cubicBezTo>
                      <a:pt x="3944" y="1909"/>
                      <a:pt x="4011" y="1868"/>
                      <a:pt x="4077" y="1827"/>
                    </a:cubicBezTo>
                    <a:cubicBezTo>
                      <a:pt x="4102" y="1818"/>
                      <a:pt x="4127" y="1802"/>
                      <a:pt x="4151" y="1793"/>
                    </a:cubicBezTo>
                    <a:cubicBezTo>
                      <a:pt x="4458" y="1653"/>
                      <a:pt x="4781" y="1545"/>
                      <a:pt x="5113" y="1470"/>
                    </a:cubicBezTo>
                    <a:cubicBezTo>
                      <a:pt x="5204" y="1445"/>
                      <a:pt x="5245" y="1313"/>
                      <a:pt x="5171" y="1255"/>
                    </a:cubicBezTo>
                    <a:lnTo>
                      <a:pt x="5179" y="1247"/>
                    </a:lnTo>
                    <a:cubicBezTo>
                      <a:pt x="4889" y="998"/>
                      <a:pt x="4599" y="749"/>
                      <a:pt x="4276" y="551"/>
                    </a:cubicBezTo>
                    <a:cubicBezTo>
                      <a:pt x="4243" y="534"/>
                      <a:pt x="4218" y="517"/>
                      <a:pt x="4193" y="501"/>
                    </a:cubicBezTo>
                    <a:cubicBezTo>
                      <a:pt x="4027" y="368"/>
                      <a:pt x="3853" y="252"/>
                      <a:pt x="3663" y="161"/>
                    </a:cubicBezTo>
                    <a:cubicBezTo>
                      <a:pt x="3449" y="63"/>
                      <a:pt x="3218" y="0"/>
                      <a:pt x="2987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1" name="Google Shape;2431;p4"/>
              <p:cNvSpPr/>
              <p:nvPr/>
            </p:nvSpPr>
            <p:spPr>
              <a:xfrm>
                <a:off x="5105000" y="3858350"/>
                <a:ext cx="37900" cy="63325"/>
              </a:xfrm>
              <a:custGeom>
                <a:rect b="b" l="l" r="r" t="t"/>
                <a:pathLst>
                  <a:path extrusionOk="0" h="2533" w="1516">
                    <a:moveTo>
                      <a:pt x="77" y="0"/>
                    </a:moveTo>
                    <a:cubicBezTo>
                      <a:pt x="41" y="0"/>
                      <a:pt x="1" y="47"/>
                      <a:pt x="26" y="84"/>
                    </a:cubicBezTo>
                    <a:cubicBezTo>
                      <a:pt x="158" y="300"/>
                      <a:pt x="266" y="548"/>
                      <a:pt x="341" y="789"/>
                    </a:cubicBezTo>
                    <a:cubicBezTo>
                      <a:pt x="415" y="1012"/>
                      <a:pt x="457" y="1244"/>
                      <a:pt x="523" y="1468"/>
                    </a:cubicBezTo>
                    <a:cubicBezTo>
                      <a:pt x="581" y="1683"/>
                      <a:pt x="655" y="1899"/>
                      <a:pt x="796" y="2073"/>
                    </a:cubicBezTo>
                    <a:cubicBezTo>
                      <a:pt x="871" y="2164"/>
                      <a:pt x="945" y="2230"/>
                      <a:pt x="1037" y="2297"/>
                    </a:cubicBezTo>
                    <a:cubicBezTo>
                      <a:pt x="1136" y="2371"/>
                      <a:pt x="1227" y="2437"/>
                      <a:pt x="1327" y="2512"/>
                    </a:cubicBezTo>
                    <a:cubicBezTo>
                      <a:pt x="1345" y="2527"/>
                      <a:pt x="1363" y="2533"/>
                      <a:pt x="1381" y="2533"/>
                    </a:cubicBezTo>
                    <a:cubicBezTo>
                      <a:pt x="1454" y="2533"/>
                      <a:pt x="1516" y="2428"/>
                      <a:pt x="1476" y="2355"/>
                    </a:cubicBezTo>
                    <a:cubicBezTo>
                      <a:pt x="1376" y="2156"/>
                      <a:pt x="1119" y="2081"/>
                      <a:pt x="987" y="1899"/>
                    </a:cubicBezTo>
                    <a:cubicBezTo>
                      <a:pt x="863" y="1733"/>
                      <a:pt x="796" y="1518"/>
                      <a:pt x="738" y="1319"/>
                    </a:cubicBezTo>
                    <a:cubicBezTo>
                      <a:pt x="680" y="1095"/>
                      <a:pt x="622" y="871"/>
                      <a:pt x="523" y="656"/>
                    </a:cubicBezTo>
                    <a:cubicBezTo>
                      <a:pt x="473" y="540"/>
                      <a:pt x="415" y="432"/>
                      <a:pt x="349" y="325"/>
                    </a:cubicBezTo>
                    <a:cubicBezTo>
                      <a:pt x="274" y="217"/>
                      <a:pt x="191" y="117"/>
                      <a:pt x="109" y="18"/>
                    </a:cubicBezTo>
                    <a:cubicBezTo>
                      <a:pt x="100" y="6"/>
                      <a:pt x="89" y="0"/>
                      <a:pt x="77" y="0"/>
                    </a:cubicBezTo>
                    <a:close/>
                  </a:path>
                </a:pathLst>
              </a:custGeom>
              <a:solidFill>
                <a:srgbClr val="FFF9E0">
                  <a:alpha val="2156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2" name="Google Shape;2432;p4"/>
              <p:cNvSpPr/>
              <p:nvPr/>
            </p:nvSpPr>
            <p:spPr>
              <a:xfrm>
                <a:off x="5149325" y="3923575"/>
                <a:ext cx="7875" cy="7425"/>
              </a:xfrm>
              <a:custGeom>
                <a:rect b="b" l="l" r="r" t="t"/>
                <a:pathLst>
                  <a:path extrusionOk="0" h="297" w="315">
                    <a:moveTo>
                      <a:pt x="76" y="0"/>
                    </a:moveTo>
                    <a:cubicBezTo>
                      <a:pt x="57" y="0"/>
                      <a:pt x="38" y="7"/>
                      <a:pt x="26" y="19"/>
                    </a:cubicBezTo>
                    <a:cubicBezTo>
                      <a:pt x="1" y="52"/>
                      <a:pt x="1" y="94"/>
                      <a:pt x="26" y="118"/>
                    </a:cubicBezTo>
                    <a:lnTo>
                      <a:pt x="76" y="168"/>
                    </a:lnTo>
                    <a:cubicBezTo>
                      <a:pt x="92" y="185"/>
                      <a:pt x="100" y="201"/>
                      <a:pt x="117" y="209"/>
                    </a:cubicBezTo>
                    <a:cubicBezTo>
                      <a:pt x="134" y="226"/>
                      <a:pt x="150" y="243"/>
                      <a:pt x="167" y="251"/>
                    </a:cubicBezTo>
                    <a:cubicBezTo>
                      <a:pt x="183" y="259"/>
                      <a:pt x="192" y="267"/>
                      <a:pt x="200" y="276"/>
                    </a:cubicBezTo>
                    <a:cubicBezTo>
                      <a:pt x="216" y="284"/>
                      <a:pt x="225" y="292"/>
                      <a:pt x="241" y="292"/>
                    </a:cubicBezTo>
                    <a:cubicBezTo>
                      <a:pt x="246" y="295"/>
                      <a:pt x="252" y="296"/>
                      <a:pt x="257" y="296"/>
                    </a:cubicBezTo>
                    <a:cubicBezTo>
                      <a:pt x="286" y="296"/>
                      <a:pt x="315" y="262"/>
                      <a:pt x="308" y="234"/>
                    </a:cubicBezTo>
                    <a:cubicBezTo>
                      <a:pt x="299" y="218"/>
                      <a:pt x="299" y="209"/>
                      <a:pt x="291" y="201"/>
                    </a:cubicBezTo>
                    <a:cubicBezTo>
                      <a:pt x="283" y="185"/>
                      <a:pt x="274" y="176"/>
                      <a:pt x="266" y="160"/>
                    </a:cubicBezTo>
                    <a:cubicBezTo>
                      <a:pt x="250" y="143"/>
                      <a:pt x="233" y="127"/>
                      <a:pt x="216" y="110"/>
                    </a:cubicBezTo>
                    <a:cubicBezTo>
                      <a:pt x="208" y="94"/>
                      <a:pt x="192" y="85"/>
                      <a:pt x="175" y="69"/>
                    </a:cubicBezTo>
                    <a:lnTo>
                      <a:pt x="125" y="19"/>
                    </a:lnTo>
                    <a:cubicBezTo>
                      <a:pt x="113" y="7"/>
                      <a:pt x="94" y="0"/>
                      <a:pt x="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3" name="Google Shape;2433;p4"/>
              <p:cNvSpPr/>
              <p:nvPr/>
            </p:nvSpPr>
            <p:spPr>
              <a:xfrm>
                <a:off x="5050750" y="3890650"/>
                <a:ext cx="29025" cy="17275"/>
              </a:xfrm>
              <a:custGeom>
                <a:rect b="b" l="l" r="r" t="t"/>
                <a:pathLst>
                  <a:path extrusionOk="0" h="691" w="1161">
                    <a:moveTo>
                      <a:pt x="855" y="1"/>
                    </a:moveTo>
                    <a:cubicBezTo>
                      <a:pt x="740" y="1"/>
                      <a:pt x="628" y="26"/>
                      <a:pt x="522" y="68"/>
                    </a:cubicBezTo>
                    <a:cubicBezTo>
                      <a:pt x="489" y="68"/>
                      <a:pt x="456" y="68"/>
                      <a:pt x="423" y="77"/>
                    </a:cubicBezTo>
                    <a:cubicBezTo>
                      <a:pt x="265" y="110"/>
                      <a:pt x="124" y="201"/>
                      <a:pt x="42" y="342"/>
                    </a:cubicBezTo>
                    <a:cubicBezTo>
                      <a:pt x="17" y="391"/>
                      <a:pt x="25" y="441"/>
                      <a:pt x="58" y="474"/>
                    </a:cubicBezTo>
                    <a:cubicBezTo>
                      <a:pt x="58" y="483"/>
                      <a:pt x="50" y="483"/>
                      <a:pt x="50" y="483"/>
                    </a:cubicBezTo>
                    <a:cubicBezTo>
                      <a:pt x="8" y="532"/>
                      <a:pt x="0" y="590"/>
                      <a:pt x="42" y="640"/>
                    </a:cubicBezTo>
                    <a:cubicBezTo>
                      <a:pt x="63" y="672"/>
                      <a:pt x="102" y="690"/>
                      <a:pt x="140" y="690"/>
                    </a:cubicBezTo>
                    <a:cubicBezTo>
                      <a:pt x="161" y="690"/>
                      <a:pt x="181" y="685"/>
                      <a:pt x="199" y="673"/>
                    </a:cubicBezTo>
                    <a:cubicBezTo>
                      <a:pt x="216" y="665"/>
                      <a:pt x="232" y="648"/>
                      <a:pt x="240" y="640"/>
                    </a:cubicBezTo>
                    <a:cubicBezTo>
                      <a:pt x="257" y="640"/>
                      <a:pt x="274" y="640"/>
                      <a:pt x="290" y="632"/>
                    </a:cubicBezTo>
                    <a:cubicBezTo>
                      <a:pt x="472" y="590"/>
                      <a:pt x="655" y="541"/>
                      <a:pt x="845" y="491"/>
                    </a:cubicBezTo>
                    <a:cubicBezTo>
                      <a:pt x="895" y="491"/>
                      <a:pt x="945" y="499"/>
                      <a:pt x="994" y="507"/>
                    </a:cubicBezTo>
                    <a:cubicBezTo>
                      <a:pt x="1001" y="508"/>
                      <a:pt x="1009" y="509"/>
                      <a:pt x="1016" y="509"/>
                    </a:cubicBezTo>
                    <a:cubicBezTo>
                      <a:pt x="1068" y="509"/>
                      <a:pt x="1121" y="483"/>
                      <a:pt x="1135" y="425"/>
                    </a:cubicBezTo>
                    <a:cubicBezTo>
                      <a:pt x="1143" y="408"/>
                      <a:pt x="1143" y="391"/>
                      <a:pt x="1135" y="375"/>
                    </a:cubicBezTo>
                    <a:cubicBezTo>
                      <a:pt x="1160" y="325"/>
                      <a:pt x="1160" y="267"/>
                      <a:pt x="1119" y="226"/>
                    </a:cubicBezTo>
                    <a:cubicBezTo>
                      <a:pt x="1119" y="226"/>
                      <a:pt x="1110" y="226"/>
                      <a:pt x="1110" y="217"/>
                    </a:cubicBezTo>
                    <a:cubicBezTo>
                      <a:pt x="1160" y="159"/>
                      <a:pt x="1135" y="52"/>
                      <a:pt x="1052" y="27"/>
                    </a:cubicBezTo>
                    <a:cubicBezTo>
                      <a:pt x="986" y="9"/>
                      <a:pt x="920" y="1"/>
                      <a:pt x="85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4" name="Google Shape;2434;p4"/>
              <p:cNvSpPr/>
              <p:nvPr/>
            </p:nvSpPr>
            <p:spPr>
              <a:xfrm>
                <a:off x="5153900" y="3890850"/>
                <a:ext cx="27150" cy="15875"/>
              </a:xfrm>
              <a:custGeom>
                <a:rect b="b" l="l" r="r" t="t"/>
                <a:pathLst>
                  <a:path extrusionOk="0" h="635" w="1086">
                    <a:moveTo>
                      <a:pt x="238" y="0"/>
                    </a:moveTo>
                    <a:cubicBezTo>
                      <a:pt x="188" y="0"/>
                      <a:pt x="137" y="21"/>
                      <a:pt x="116" y="77"/>
                    </a:cubicBezTo>
                    <a:cubicBezTo>
                      <a:pt x="108" y="102"/>
                      <a:pt x="108" y="127"/>
                      <a:pt x="108" y="151"/>
                    </a:cubicBezTo>
                    <a:lnTo>
                      <a:pt x="91" y="151"/>
                    </a:lnTo>
                    <a:cubicBezTo>
                      <a:pt x="0" y="176"/>
                      <a:pt x="25" y="309"/>
                      <a:pt x="116" y="317"/>
                    </a:cubicBezTo>
                    <a:cubicBezTo>
                      <a:pt x="199" y="317"/>
                      <a:pt x="282" y="334"/>
                      <a:pt x="365" y="350"/>
                    </a:cubicBezTo>
                    <a:cubicBezTo>
                      <a:pt x="439" y="383"/>
                      <a:pt x="506" y="425"/>
                      <a:pt x="580" y="466"/>
                    </a:cubicBezTo>
                    <a:cubicBezTo>
                      <a:pt x="655" y="508"/>
                      <a:pt x="729" y="557"/>
                      <a:pt x="812" y="599"/>
                    </a:cubicBezTo>
                    <a:cubicBezTo>
                      <a:pt x="821" y="607"/>
                      <a:pt x="829" y="615"/>
                      <a:pt x="845" y="615"/>
                    </a:cubicBezTo>
                    <a:cubicBezTo>
                      <a:pt x="867" y="628"/>
                      <a:pt x="891" y="634"/>
                      <a:pt x="914" y="634"/>
                    </a:cubicBezTo>
                    <a:cubicBezTo>
                      <a:pt x="954" y="634"/>
                      <a:pt x="993" y="616"/>
                      <a:pt x="1019" y="574"/>
                    </a:cubicBezTo>
                    <a:cubicBezTo>
                      <a:pt x="1028" y="549"/>
                      <a:pt x="1036" y="524"/>
                      <a:pt x="1028" y="499"/>
                    </a:cubicBezTo>
                    <a:cubicBezTo>
                      <a:pt x="1077" y="450"/>
                      <a:pt x="1086" y="359"/>
                      <a:pt x="1011" y="301"/>
                    </a:cubicBezTo>
                    <a:cubicBezTo>
                      <a:pt x="787" y="151"/>
                      <a:pt x="531" y="44"/>
                      <a:pt x="265" y="2"/>
                    </a:cubicBezTo>
                    <a:cubicBezTo>
                      <a:pt x="256" y="1"/>
                      <a:pt x="247" y="0"/>
                      <a:pt x="238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5" name="Google Shape;2435;p4"/>
              <p:cNvSpPr/>
              <p:nvPr/>
            </p:nvSpPr>
            <p:spPr>
              <a:xfrm>
                <a:off x="5107900" y="3804300"/>
                <a:ext cx="91800" cy="61350"/>
              </a:xfrm>
              <a:custGeom>
                <a:rect b="b" l="l" r="r" t="t"/>
                <a:pathLst>
                  <a:path extrusionOk="0" h="2454" w="3672">
                    <a:moveTo>
                      <a:pt x="1062" y="0"/>
                    </a:moveTo>
                    <a:cubicBezTo>
                      <a:pt x="915" y="0"/>
                      <a:pt x="767" y="19"/>
                      <a:pt x="622" y="51"/>
                    </a:cubicBezTo>
                    <a:cubicBezTo>
                      <a:pt x="515" y="75"/>
                      <a:pt x="407" y="117"/>
                      <a:pt x="307" y="158"/>
                    </a:cubicBezTo>
                    <a:cubicBezTo>
                      <a:pt x="266" y="183"/>
                      <a:pt x="216" y="200"/>
                      <a:pt x="175" y="225"/>
                    </a:cubicBezTo>
                    <a:cubicBezTo>
                      <a:pt x="170" y="193"/>
                      <a:pt x="141" y="173"/>
                      <a:pt x="112" y="173"/>
                    </a:cubicBezTo>
                    <a:cubicBezTo>
                      <a:pt x="89" y="173"/>
                      <a:pt x="66" y="186"/>
                      <a:pt x="59" y="216"/>
                    </a:cubicBezTo>
                    <a:cubicBezTo>
                      <a:pt x="51" y="266"/>
                      <a:pt x="51" y="299"/>
                      <a:pt x="51" y="341"/>
                    </a:cubicBezTo>
                    <a:cubicBezTo>
                      <a:pt x="42" y="357"/>
                      <a:pt x="34" y="374"/>
                      <a:pt x="34" y="390"/>
                    </a:cubicBezTo>
                    <a:cubicBezTo>
                      <a:pt x="1" y="506"/>
                      <a:pt x="75" y="631"/>
                      <a:pt x="142" y="722"/>
                    </a:cubicBezTo>
                    <a:cubicBezTo>
                      <a:pt x="175" y="771"/>
                      <a:pt x="216" y="813"/>
                      <a:pt x="258" y="863"/>
                    </a:cubicBezTo>
                    <a:cubicBezTo>
                      <a:pt x="291" y="912"/>
                      <a:pt x="341" y="954"/>
                      <a:pt x="382" y="995"/>
                    </a:cubicBezTo>
                    <a:cubicBezTo>
                      <a:pt x="481" y="1078"/>
                      <a:pt x="581" y="1144"/>
                      <a:pt x="697" y="1202"/>
                    </a:cubicBezTo>
                    <a:cubicBezTo>
                      <a:pt x="763" y="1252"/>
                      <a:pt x="838" y="1293"/>
                      <a:pt x="904" y="1335"/>
                    </a:cubicBezTo>
                    <a:cubicBezTo>
                      <a:pt x="1128" y="1459"/>
                      <a:pt x="1343" y="1592"/>
                      <a:pt x="1534" y="1757"/>
                    </a:cubicBezTo>
                    <a:cubicBezTo>
                      <a:pt x="1749" y="1948"/>
                      <a:pt x="1915" y="2163"/>
                      <a:pt x="2064" y="2395"/>
                    </a:cubicBezTo>
                    <a:cubicBezTo>
                      <a:pt x="2092" y="2437"/>
                      <a:pt x="2131" y="2454"/>
                      <a:pt x="2168" y="2454"/>
                    </a:cubicBezTo>
                    <a:cubicBezTo>
                      <a:pt x="2252" y="2454"/>
                      <a:pt x="2331" y="2368"/>
                      <a:pt x="2279" y="2271"/>
                    </a:cubicBezTo>
                    <a:cubicBezTo>
                      <a:pt x="2197" y="2114"/>
                      <a:pt x="2089" y="1965"/>
                      <a:pt x="1965" y="1824"/>
                    </a:cubicBezTo>
                    <a:cubicBezTo>
                      <a:pt x="1981" y="1807"/>
                      <a:pt x="2006" y="1791"/>
                      <a:pt x="2023" y="1766"/>
                    </a:cubicBezTo>
                    <a:cubicBezTo>
                      <a:pt x="2071" y="1721"/>
                      <a:pt x="2132" y="1705"/>
                      <a:pt x="2195" y="1705"/>
                    </a:cubicBezTo>
                    <a:cubicBezTo>
                      <a:pt x="2249" y="1705"/>
                      <a:pt x="2304" y="1717"/>
                      <a:pt x="2354" y="1733"/>
                    </a:cubicBezTo>
                    <a:cubicBezTo>
                      <a:pt x="2495" y="1791"/>
                      <a:pt x="2603" y="1907"/>
                      <a:pt x="2710" y="2006"/>
                    </a:cubicBezTo>
                    <a:cubicBezTo>
                      <a:pt x="2843" y="2114"/>
                      <a:pt x="2984" y="2221"/>
                      <a:pt x="3158" y="2263"/>
                    </a:cubicBezTo>
                    <a:cubicBezTo>
                      <a:pt x="3202" y="2272"/>
                      <a:pt x="3246" y="2276"/>
                      <a:pt x="3289" y="2276"/>
                    </a:cubicBezTo>
                    <a:cubicBezTo>
                      <a:pt x="3409" y="2276"/>
                      <a:pt x="3524" y="2240"/>
                      <a:pt x="3622" y="2155"/>
                    </a:cubicBezTo>
                    <a:cubicBezTo>
                      <a:pt x="3671" y="2114"/>
                      <a:pt x="3663" y="2031"/>
                      <a:pt x="3622" y="1989"/>
                    </a:cubicBezTo>
                    <a:cubicBezTo>
                      <a:pt x="3249" y="1559"/>
                      <a:pt x="2893" y="1111"/>
                      <a:pt x="2511" y="680"/>
                    </a:cubicBezTo>
                    <a:cubicBezTo>
                      <a:pt x="2346" y="498"/>
                      <a:pt x="2163" y="332"/>
                      <a:pt x="1948" y="216"/>
                    </a:cubicBezTo>
                    <a:cubicBezTo>
                      <a:pt x="1741" y="109"/>
                      <a:pt x="1525" y="42"/>
                      <a:pt x="1302" y="17"/>
                    </a:cubicBezTo>
                    <a:cubicBezTo>
                      <a:pt x="1222" y="6"/>
                      <a:pt x="1142" y="0"/>
                      <a:pt x="10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6" name="Google Shape;2436;p4"/>
              <p:cNvSpPr/>
              <p:nvPr/>
            </p:nvSpPr>
            <p:spPr>
              <a:xfrm>
                <a:off x="4960475" y="3923200"/>
                <a:ext cx="70625" cy="111325"/>
              </a:xfrm>
              <a:custGeom>
                <a:rect b="b" l="l" r="r" t="t"/>
                <a:pathLst>
                  <a:path extrusionOk="0" h="4453" w="2825">
                    <a:moveTo>
                      <a:pt x="134" y="0"/>
                    </a:moveTo>
                    <a:cubicBezTo>
                      <a:pt x="86" y="0"/>
                      <a:pt x="44" y="28"/>
                      <a:pt x="23" y="84"/>
                    </a:cubicBezTo>
                    <a:cubicBezTo>
                      <a:pt x="0" y="145"/>
                      <a:pt x="56" y="192"/>
                      <a:pt x="110" y="192"/>
                    </a:cubicBezTo>
                    <a:cubicBezTo>
                      <a:pt x="114" y="192"/>
                      <a:pt x="119" y="192"/>
                      <a:pt x="123" y="191"/>
                    </a:cubicBezTo>
                    <a:cubicBezTo>
                      <a:pt x="123" y="200"/>
                      <a:pt x="123" y="200"/>
                      <a:pt x="123" y="200"/>
                    </a:cubicBezTo>
                    <a:cubicBezTo>
                      <a:pt x="123" y="200"/>
                      <a:pt x="123" y="208"/>
                      <a:pt x="115" y="208"/>
                    </a:cubicBezTo>
                    <a:cubicBezTo>
                      <a:pt x="73" y="241"/>
                      <a:pt x="48" y="316"/>
                      <a:pt x="81" y="374"/>
                    </a:cubicBezTo>
                    <a:cubicBezTo>
                      <a:pt x="123" y="423"/>
                      <a:pt x="164" y="481"/>
                      <a:pt x="197" y="539"/>
                    </a:cubicBezTo>
                    <a:cubicBezTo>
                      <a:pt x="206" y="606"/>
                      <a:pt x="214" y="672"/>
                      <a:pt x="222" y="738"/>
                    </a:cubicBezTo>
                    <a:cubicBezTo>
                      <a:pt x="247" y="945"/>
                      <a:pt x="247" y="1161"/>
                      <a:pt x="255" y="1368"/>
                    </a:cubicBezTo>
                    <a:cubicBezTo>
                      <a:pt x="272" y="1757"/>
                      <a:pt x="305" y="2155"/>
                      <a:pt x="429" y="2528"/>
                    </a:cubicBezTo>
                    <a:cubicBezTo>
                      <a:pt x="637" y="3141"/>
                      <a:pt x="1059" y="3680"/>
                      <a:pt x="1606" y="4036"/>
                    </a:cubicBezTo>
                    <a:cubicBezTo>
                      <a:pt x="1714" y="4110"/>
                      <a:pt x="1830" y="4177"/>
                      <a:pt x="1954" y="4235"/>
                    </a:cubicBezTo>
                    <a:cubicBezTo>
                      <a:pt x="2029" y="4293"/>
                      <a:pt x="2111" y="4359"/>
                      <a:pt x="2194" y="4409"/>
                    </a:cubicBezTo>
                    <a:cubicBezTo>
                      <a:pt x="2210" y="4419"/>
                      <a:pt x="2226" y="4424"/>
                      <a:pt x="2242" y="4424"/>
                    </a:cubicBezTo>
                    <a:cubicBezTo>
                      <a:pt x="2274" y="4424"/>
                      <a:pt x="2302" y="4404"/>
                      <a:pt x="2319" y="4376"/>
                    </a:cubicBezTo>
                    <a:cubicBezTo>
                      <a:pt x="2418" y="4409"/>
                      <a:pt x="2517" y="4434"/>
                      <a:pt x="2617" y="4450"/>
                    </a:cubicBezTo>
                    <a:cubicBezTo>
                      <a:pt x="2626" y="4452"/>
                      <a:pt x="2635" y="4452"/>
                      <a:pt x="2644" y="4452"/>
                    </a:cubicBezTo>
                    <a:cubicBezTo>
                      <a:pt x="2767" y="4452"/>
                      <a:pt x="2824" y="4296"/>
                      <a:pt x="2708" y="4218"/>
                    </a:cubicBezTo>
                    <a:cubicBezTo>
                      <a:pt x="2368" y="3986"/>
                      <a:pt x="2020" y="3746"/>
                      <a:pt x="1730" y="3448"/>
                    </a:cubicBezTo>
                    <a:cubicBezTo>
                      <a:pt x="1631" y="3290"/>
                      <a:pt x="1531" y="3133"/>
                      <a:pt x="1449" y="2959"/>
                    </a:cubicBezTo>
                    <a:cubicBezTo>
                      <a:pt x="1291" y="2660"/>
                      <a:pt x="1167" y="2346"/>
                      <a:pt x="1051" y="2031"/>
                    </a:cubicBezTo>
                    <a:cubicBezTo>
                      <a:pt x="1051" y="1998"/>
                      <a:pt x="1051" y="1956"/>
                      <a:pt x="1059" y="1915"/>
                    </a:cubicBezTo>
                    <a:cubicBezTo>
                      <a:pt x="1067" y="1732"/>
                      <a:pt x="1117" y="1550"/>
                      <a:pt x="1101" y="1368"/>
                    </a:cubicBezTo>
                    <a:cubicBezTo>
                      <a:pt x="1092" y="1219"/>
                      <a:pt x="1051" y="1070"/>
                      <a:pt x="976" y="937"/>
                    </a:cubicBezTo>
                    <a:cubicBezTo>
                      <a:pt x="827" y="664"/>
                      <a:pt x="587" y="456"/>
                      <a:pt x="347" y="266"/>
                    </a:cubicBezTo>
                    <a:cubicBezTo>
                      <a:pt x="330" y="183"/>
                      <a:pt x="297" y="84"/>
                      <a:pt x="231" y="34"/>
                    </a:cubicBezTo>
                    <a:cubicBezTo>
                      <a:pt x="198" y="11"/>
                      <a:pt x="165" y="0"/>
                      <a:pt x="134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7" name="Google Shape;2437;p4"/>
              <p:cNvSpPr/>
              <p:nvPr/>
            </p:nvSpPr>
            <p:spPr>
              <a:xfrm>
                <a:off x="5123325" y="4018925"/>
                <a:ext cx="64775" cy="31225"/>
              </a:xfrm>
              <a:custGeom>
                <a:rect b="b" l="l" r="r" t="t"/>
                <a:pathLst>
                  <a:path extrusionOk="0" h="1249" w="2591">
                    <a:moveTo>
                      <a:pt x="2015" y="1"/>
                    </a:moveTo>
                    <a:cubicBezTo>
                      <a:pt x="1924" y="1"/>
                      <a:pt x="1831" y="16"/>
                      <a:pt x="1745" y="33"/>
                    </a:cubicBezTo>
                    <a:cubicBezTo>
                      <a:pt x="1546" y="66"/>
                      <a:pt x="1364" y="132"/>
                      <a:pt x="1190" y="215"/>
                    </a:cubicBezTo>
                    <a:cubicBezTo>
                      <a:pt x="1049" y="273"/>
                      <a:pt x="925" y="356"/>
                      <a:pt x="801" y="447"/>
                    </a:cubicBezTo>
                    <a:cubicBezTo>
                      <a:pt x="660" y="489"/>
                      <a:pt x="527" y="555"/>
                      <a:pt x="420" y="654"/>
                    </a:cubicBezTo>
                    <a:cubicBezTo>
                      <a:pt x="246" y="754"/>
                      <a:pt x="88" y="895"/>
                      <a:pt x="30" y="1093"/>
                    </a:cubicBezTo>
                    <a:cubicBezTo>
                      <a:pt x="1" y="1188"/>
                      <a:pt x="72" y="1249"/>
                      <a:pt x="152" y="1249"/>
                    </a:cubicBezTo>
                    <a:cubicBezTo>
                      <a:pt x="184" y="1249"/>
                      <a:pt x="217" y="1239"/>
                      <a:pt x="246" y="1218"/>
                    </a:cubicBezTo>
                    <a:cubicBezTo>
                      <a:pt x="444" y="1052"/>
                      <a:pt x="643" y="878"/>
                      <a:pt x="859" y="721"/>
                    </a:cubicBezTo>
                    <a:cubicBezTo>
                      <a:pt x="950" y="671"/>
                      <a:pt x="1049" y="638"/>
                      <a:pt x="1149" y="596"/>
                    </a:cubicBezTo>
                    <a:cubicBezTo>
                      <a:pt x="1149" y="596"/>
                      <a:pt x="1157" y="588"/>
                      <a:pt x="1165" y="588"/>
                    </a:cubicBezTo>
                    <a:cubicBezTo>
                      <a:pt x="1273" y="571"/>
                      <a:pt x="1381" y="555"/>
                      <a:pt x="1497" y="538"/>
                    </a:cubicBezTo>
                    <a:cubicBezTo>
                      <a:pt x="1546" y="532"/>
                      <a:pt x="1603" y="526"/>
                      <a:pt x="1658" y="526"/>
                    </a:cubicBezTo>
                    <a:cubicBezTo>
                      <a:pt x="1762" y="526"/>
                      <a:pt x="1863" y="549"/>
                      <a:pt x="1911" y="646"/>
                    </a:cubicBezTo>
                    <a:cubicBezTo>
                      <a:pt x="1952" y="721"/>
                      <a:pt x="1944" y="828"/>
                      <a:pt x="2002" y="886"/>
                    </a:cubicBezTo>
                    <a:cubicBezTo>
                      <a:pt x="2036" y="925"/>
                      <a:pt x="2090" y="941"/>
                      <a:pt x="2144" y="941"/>
                    </a:cubicBezTo>
                    <a:cubicBezTo>
                      <a:pt x="2182" y="941"/>
                      <a:pt x="2220" y="933"/>
                      <a:pt x="2251" y="919"/>
                    </a:cubicBezTo>
                    <a:cubicBezTo>
                      <a:pt x="2590" y="795"/>
                      <a:pt x="2557" y="199"/>
                      <a:pt x="2259" y="49"/>
                    </a:cubicBezTo>
                    <a:cubicBezTo>
                      <a:pt x="2183" y="14"/>
                      <a:pt x="2100" y="1"/>
                      <a:pt x="201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8" name="Google Shape;2438;p4"/>
              <p:cNvSpPr/>
              <p:nvPr/>
            </p:nvSpPr>
            <p:spPr>
              <a:xfrm>
                <a:off x="4907200" y="4114800"/>
                <a:ext cx="196375" cy="302050"/>
              </a:xfrm>
              <a:custGeom>
                <a:rect b="b" l="l" r="r" t="t"/>
                <a:pathLst>
                  <a:path extrusionOk="0" h="12082" w="7855">
                    <a:moveTo>
                      <a:pt x="83" y="1"/>
                    </a:moveTo>
                    <a:cubicBezTo>
                      <a:pt x="58" y="42"/>
                      <a:pt x="42" y="92"/>
                      <a:pt x="33" y="150"/>
                    </a:cubicBezTo>
                    <a:cubicBezTo>
                      <a:pt x="17" y="291"/>
                      <a:pt x="83" y="432"/>
                      <a:pt x="149" y="548"/>
                    </a:cubicBezTo>
                    <a:cubicBezTo>
                      <a:pt x="406" y="995"/>
                      <a:pt x="862" y="1492"/>
                      <a:pt x="597" y="2031"/>
                    </a:cubicBezTo>
                    <a:cubicBezTo>
                      <a:pt x="489" y="2255"/>
                      <a:pt x="323" y="2445"/>
                      <a:pt x="207" y="2669"/>
                    </a:cubicBezTo>
                    <a:cubicBezTo>
                      <a:pt x="91" y="2884"/>
                      <a:pt x="42" y="3124"/>
                      <a:pt x="100" y="3365"/>
                    </a:cubicBezTo>
                    <a:cubicBezTo>
                      <a:pt x="216" y="3829"/>
                      <a:pt x="630" y="4135"/>
                      <a:pt x="879" y="4516"/>
                    </a:cubicBezTo>
                    <a:cubicBezTo>
                      <a:pt x="1036" y="4757"/>
                      <a:pt x="1094" y="5030"/>
                      <a:pt x="1069" y="5320"/>
                    </a:cubicBezTo>
                    <a:cubicBezTo>
                      <a:pt x="1044" y="5618"/>
                      <a:pt x="937" y="5917"/>
                      <a:pt x="821" y="6198"/>
                    </a:cubicBezTo>
                    <a:cubicBezTo>
                      <a:pt x="696" y="6488"/>
                      <a:pt x="555" y="6778"/>
                      <a:pt x="464" y="7085"/>
                    </a:cubicBezTo>
                    <a:cubicBezTo>
                      <a:pt x="365" y="7392"/>
                      <a:pt x="348" y="7698"/>
                      <a:pt x="381" y="8013"/>
                    </a:cubicBezTo>
                    <a:cubicBezTo>
                      <a:pt x="406" y="8179"/>
                      <a:pt x="423" y="8344"/>
                      <a:pt x="381" y="8502"/>
                    </a:cubicBezTo>
                    <a:cubicBezTo>
                      <a:pt x="348" y="8634"/>
                      <a:pt x="299" y="8767"/>
                      <a:pt x="241" y="8883"/>
                    </a:cubicBezTo>
                    <a:cubicBezTo>
                      <a:pt x="133" y="9123"/>
                      <a:pt x="0" y="9372"/>
                      <a:pt x="25" y="9645"/>
                    </a:cubicBezTo>
                    <a:cubicBezTo>
                      <a:pt x="42" y="9919"/>
                      <a:pt x="191" y="10142"/>
                      <a:pt x="357" y="10358"/>
                    </a:cubicBezTo>
                    <a:cubicBezTo>
                      <a:pt x="531" y="10590"/>
                      <a:pt x="680" y="10805"/>
                      <a:pt x="738" y="11095"/>
                    </a:cubicBezTo>
                    <a:cubicBezTo>
                      <a:pt x="763" y="11236"/>
                      <a:pt x="763" y="11393"/>
                      <a:pt x="738" y="11543"/>
                    </a:cubicBezTo>
                    <a:cubicBezTo>
                      <a:pt x="713" y="11683"/>
                      <a:pt x="688" y="11833"/>
                      <a:pt x="754" y="11965"/>
                    </a:cubicBezTo>
                    <a:cubicBezTo>
                      <a:pt x="779" y="12007"/>
                      <a:pt x="812" y="12048"/>
                      <a:pt x="845" y="12081"/>
                    </a:cubicBezTo>
                    <a:cubicBezTo>
                      <a:pt x="862" y="12081"/>
                      <a:pt x="879" y="12073"/>
                      <a:pt x="895" y="12073"/>
                    </a:cubicBezTo>
                    <a:cubicBezTo>
                      <a:pt x="1111" y="12056"/>
                      <a:pt x="1318" y="12040"/>
                      <a:pt x="1533" y="12015"/>
                    </a:cubicBezTo>
                    <a:cubicBezTo>
                      <a:pt x="1740" y="11990"/>
                      <a:pt x="1947" y="11982"/>
                      <a:pt x="2154" y="11940"/>
                    </a:cubicBezTo>
                    <a:cubicBezTo>
                      <a:pt x="2353" y="11907"/>
                      <a:pt x="2527" y="11833"/>
                      <a:pt x="2710" y="11741"/>
                    </a:cubicBezTo>
                    <a:cubicBezTo>
                      <a:pt x="2884" y="11650"/>
                      <a:pt x="3058" y="11601"/>
                      <a:pt x="3256" y="11601"/>
                    </a:cubicBezTo>
                    <a:cubicBezTo>
                      <a:pt x="3430" y="11592"/>
                      <a:pt x="3596" y="11576"/>
                      <a:pt x="3762" y="11509"/>
                    </a:cubicBezTo>
                    <a:cubicBezTo>
                      <a:pt x="3903" y="11451"/>
                      <a:pt x="4044" y="11369"/>
                      <a:pt x="4151" y="11261"/>
                    </a:cubicBezTo>
                    <a:cubicBezTo>
                      <a:pt x="4276" y="11153"/>
                      <a:pt x="4383" y="11029"/>
                      <a:pt x="4474" y="10896"/>
                    </a:cubicBezTo>
                    <a:cubicBezTo>
                      <a:pt x="4566" y="10755"/>
                      <a:pt x="4624" y="10598"/>
                      <a:pt x="4731" y="10482"/>
                    </a:cubicBezTo>
                    <a:cubicBezTo>
                      <a:pt x="4742" y="10469"/>
                      <a:pt x="4757" y="10463"/>
                      <a:pt x="4773" y="10463"/>
                    </a:cubicBezTo>
                    <a:cubicBezTo>
                      <a:pt x="4808" y="10463"/>
                      <a:pt x="4845" y="10489"/>
                      <a:pt x="4839" y="10523"/>
                    </a:cubicBezTo>
                    <a:cubicBezTo>
                      <a:pt x="4831" y="10714"/>
                      <a:pt x="4706" y="10896"/>
                      <a:pt x="4607" y="11037"/>
                    </a:cubicBezTo>
                    <a:cubicBezTo>
                      <a:pt x="4549" y="11120"/>
                      <a:pt x="4483" y="11203"/>
                      <a:pt x="4416" y="11269"/>
                    </a:cubicBezTo>
                    <a:cubicBezTo>
                      <a:pt x="4408" y="11286"/>
                      <a:pt x="4408" y="11302"/>
                      <a:pt x="4408" y="11319"/>
                    </a:cubicBezTo>
                    <a:cubicBezTo>
                      <a:pt x="4532" y="11219"/>
                      <a:pt x="4648" y="11103"/>
                      <a:pt x="4748" y="10971"/>
                    </a:cubicBezTo>
                    <a:cubicBezTo>
                      <a:pt x="4947" y="10722"/>
                      <a:pt x="5079" y="10424"/>
                      <a:pt x="5228" y="10134"/>
                    </a:cubicBezTo>
                    <a:cubicBezTo>
                      <a:pt x="5378" y="9844"/>
                      <a:pt x="5527" y="9562"/>
                      <a:pt x="5668" y="9264"/>
                    </a:cubicBezTo>
                    <a:cubicBezTo>
                      <a:pt x="6256" y="8087"/>
                      <a:pt x="6803" y="6878"/>
                      <a:pt x="7151" y="5610"/>
                    </a:cubicBezTo>
                    <a:cubicBezTo>
                      <a:pt x="7325" y="4956"/>
                      <a:pt x="7457" y="4293"/>
                      <a:pt x="7557" y="3630"/>
                    </a:cubicBezTo>
                    <a:cubicBezTo>
                      <a:pt x="7664" y="2975"/>
                      <a:pt x="7755" y="2313"/>
                      <a:pt x="7830" y="1650"/>
                    </a:cubicBezTo>
                    <a:cubicBezTo>
                      <a:pt x="7855" y="1385"/>
                      <a:pt x="7855" y="1111"/>
                      <a:pt x="7747" y="863"/>
                    </a:cubicBezTo>
                    <a:cubicBezTo>
                      <a:pt x="7689" y="747"/>
                      <a:pt x="7606" y="639"/>
                      <a:pt x="7507" y="564"/>
                    </a:cubicBezTo>
                    <a:cubicBezTo>
                      <a:pt x="7465" y="539"/>
                      <a:pt x="7432" y="515"/>
                      <a:pt x="7391" y="490"/>
                    </a:cubicBezTo>
                    <a:cubicBezTo>
                      <a:pt x="7308" y="531"/>
                      <a:pt x="7217" y="573"/>
                      <a:pt x="7126" y="597"/>
                    </a:cubicBezTo>
                    <a:cubicBezTo>
                      <a:pt x="6852" y="689"/>
                      <a:pt x="6571" y="755"/>
                      <a:pt x="6289" y="805"/>
                    </a:cubicBezTo>
                    <a:cubicBezTo>
                      <a:pt x="5742" y="900"/>
                      <a:pt x="5185" y="943"/>
                      <a:pt x="4628" y="943"/>
                    </a:cubicBezTo>
                    <a:cubicBezTo>
                      <a:pt x="4070" y="943"/>
                      <a:pt x="3513" y="900"/>
                      <a:pt x="2966" y="821"/>
                    </a:cubicBezTo>
                    <a:cubicBezTo>
                      <a:pt x="1972" y="672"/>
                      <a:pt x="1003" y="399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9" name="Google Shape;2439;p4"/>
              <p:cNvSpPr/>
              <p:nvPr/>
            </p:nvSpPr>
            <p:spPr>
              <a:xfrm>
                <a:off x="4583850" y="4665950"/>
                <a:ext cx="79350" cy="44050"/>
              </a:xfrm>
              <a:custGeom>
                <a:rect b="b" l="l" r="r" t="t"/>
                <a:pathLst>
                  <a:path extrusionOk="0" h="1762" w="3174">
                    <a:moveTo>
                      <a:pt x="1561" y="0"/>
                    </a:moveTo>
                    <a:cubicBezTo>
                      <a:pt x="1489" y="0"/>
                      <a:pt x="1420" y="41"/>
                      <a:pt x="1359" y="77"/>
                    </a:cubicBezTo>
                    <a:cubicBezTo>
                      <a:pt x="1268" y="127"/>
                      <a:pt x="1185" y="193"/>
                      <a:pt x="1094" y="235"/>
                    </a:cubicBezTo>
                    <a:cubicBezTo>
                      <a:pt x="1004" y="286"/>
                      <a:pt x="911" y="296"/>
                      <a:pt x="816" y="296"/>
                    </a:cubicBezTo>
                    <a:cubicBezTo>
                      <a:pt x="755" y="296"/>
                      <a:pt x="692" y="291"/>
                      <a:pt x="628" y="291"/>
                    </a:cubicBezTo>
                    <a:cubicBezTo>
                      <a:pt x="582" y="291"/>
                      <a:pt x="536" y="294"/>
                      <a:pt x="489" y="301"/>
                    </a:cubicBezTo>
                    <a:cubicBezTo>
                      <a:pt x="299" y="334"/>
                      <a:pt x="141" y="475"/>
                      <a:pt x="100" y="665"/>
                    </a:cubicBezTo>
                    <a:cubicBezTo>
                      <a:pt x="1" y="1080"/>
                      <a:pt x="365" y="1436"/>
                      <a:pt x="713" y="1602"/>
                    </a:cubicBezTo>
                    <a:cubicBezTo>
                      <a:pt x="904" y="1684"/>
                      <a:pt x="1111" y="1742"/>
                      <a:pt x="1318" y="1742"/>
                    </a:cubicBezTo>
                    <a:cubicBezTo>
                      <a:pt x="1426" y="1742"/>
                      <a:pt x="1525" y="1726"/>
                      <a:pt x="1625" y="1709"/>
                    </a:cubicBezTo>
                    <a:cubicBezTo>
                      <a:pt x="1666" y="1703"/>
                      <a:pt x="1707" y="1698"/>
                      <a:pt x="1748" y="1698"/>
                    </a:cubicBezTo>
                    <a:cubicBezTo>
                      <a:pt x="1765" y="1698"/>
                      <a:pt x="1782" y="1699"/>
                      <a:pt x="1799" y="1701"/>
                    </a:cubicBezTo>
                    <a:cubicBezTo>
                      <a:pt x="1865" y="1701"/>
                      <a:pt x="1923" y="1726"/>
                      <a:pt x="1989" y="1742"/>
                    </a:cubicBezTo>
                    <a:cubicBezTo>
                      <a:pt x="2040" y="1756"/>
                      <a:pt x="2091" y="1762"/>
                      <a:pt x="2141" y="1762"/>
                    </a:cubicBezTo>
                    <a:cubicBezTo>
                      <a:pt x="2313" y="1762"/>
                      <a:pt x="2482" y="1693"/>
                      <a:pt x="2635" y="1610"/>
                    </a:cubicBezTo>
                    <a:cubicBezTo>
                      <a:pt x="2801" y="1519"/>
                      <a:pt x="2959" y="1403"/>
                      <a:pt x="3050" y="1237"/>
                    </a:cubicBezTo>
                    <a:cubicBezTo>
                      <a:pt x="3149" y="1088"/>
                      <a:pt x="3174" y="897"/>
                      <a:pt x="3124" y="723"/>
                    </a:cubicBezTo>
                    <a:cubicBezTo>
                      <a:pt x="3087" y="598"/>
                      <a:pt x="2958" y="399"/>
                      <a:pt x="2807" y="399"/>
                    </a:cubicBezTo>
                    <a:cubicBezTo>
                      <a:pt x="2789" y="399"/>
                      <a:pt x="2770" y="402"/>
                      <a:pt x="2751" y="409"/>
                    </a:cubicBezTo>
                    <a:cubicBezTo>
                      <a:pt x="2718" y="417"/>
                      <a:pt x="2693" y="433"/>
                      <a:pt x="2669" y="458"/>
                    </a:cubicBezTo>
                    <a:cubicBezTo>
                      <a:pt x="2602" y="458"/>
                      <a:pt x="2536" y="483"/>
                      <a:pt x="2478" y="508"/>
                    </a:cubicBezTo>
                    <a:cubicBezTo>
                      <a:pt x="2370" y="558"/>
                      <a:pt x="2271" y="607"/>
                      <a:pt x="2155" y="640"/>
                    </a:cubicBezTo>
                    <a:cubicBezTo>
                      <a:pt x="2080" y="661"/>
                      <a:pt x="1994" y="676"/>
                      <a:pt x="1910" y="676"/>
                    </a:cubicBezTo>
                    <a:cubicBezTo>
                      <a:pt x="1892" y="676"/>
                      <a:pt x="1874" y="675"/>
                      <a:pt x="1857" y="674"/>
                    </a:cubicBezTo>
                    <a:cubicBezTo>
                      <a:pt x="1757" y="657"/>
                      <a:pt x="1732" y="616"/>
                      <a:pt x="1732" y="516"/>
                    </a:cubicBezTo>
                    <a:cubicBezTo>
                      <a:pt x="1741" y="367"/>
                      <a:pt x="1815" y="119"/>
                      <a:pt x="1641" y="19"/>
                    </a:cubicBezTo>
                    <a:cubicBezTo>
                      <a:pt x="1614" y="6"/>
                      <a:pt x="1587" y="0"/>
                      <a:pt x="15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0" name="Google Shape;2440;p4"/>
              <p:cNvSpPr/>
              <p:nvPr/>
            </p:nvSpPr>
            <p:spPr>
              <a:xfrm>
                <a:off x="4869300" y="4669100"/>
                <a:ext cx="86600" cy="47250"/>
              </a:xfrm>
              <a:custGeom>
                <a:rect b="b" l="l" r="r" t="t"/>
                <a:pathLst>
                  <a:path extrusionOk="0" h="1890" w="3464">
                    <a:moveTo>
                      <a:pt x="2505" y="1"/>
                    </a:moveTo>
                    <a:cubicBezTo>
                      <a:pt x="2462" y="1"/>
                      <a:pt x="2419" y="23"/>
                      <a:pt x="2403" y="67"/>
                    </a:cubicBezTo>
                    <a:cubicBezTo>
                      <a:pt x="2403" y="67"/>
                      <a:pt x="2395" y="75"/>
                      <a:pt x="2386" y="84"/>
                    </a:cubicBezTo>
                    <a:cubicBezTo>
                      <a:pt x="2353" y="142"/>
                      <a:pt x="2353" y="208"/>
                      <a:pt x="2345" y="266"/>
                    </a:cubicBezTo>
                    <a:cubicBezTo>
                      <a:pt x="2345" y="349"/>
                      <a:pt x="2328" y="432"/>
                      <a:pt x="2303" y="514"/>
                    </a:cubicBezTo>
                    <a:cubicBezTo>
                      <a:pt x="2262" y="597"/>
                      <a:pt x="2212" y="680"/>
                      <a:pt x="2146" y="746"/>
                    </a:cubicBezTo>
                    <a:cubicBezTo>
                      <a:pt x="2088" y="771"/>
                      <a:pt x="2022" y="788"/>
                      <a:pt x="1955" y="813"/>
                    </a:cubicBezTo>
                    <a:cubicBezTo>
                      <a:pt x="1815" y="862"/>
                      <a:pt x="1682" y="912"/>
                      <a:pt x="1541" y="962"/>
                    </a:cubicBezTo>
                    <a:cubicBezTo>
                      <a:pt x="1533" y="962"/>
                      <a:pt x="1525" y="970"/>
                      <a:pt x="1525" y="970"/>
                    </a:cubicBezTo>
                    <a:cubicBezTo>
                      <a:pt x="1359" y="945"/>
                      <a:pt x="1309" y="829"/>
                      <a:pt x="1243" y="688"/>
                    </a:cubicBezTo>
                    <a:cubicBezTo>
                      <a:pt x="1193" y="572"/>
                      <a:pt x="1127" y="448"/>
                      <a:pt x="986" y="407"/>
                    </a:cubicBezTo>
                    <a:cubicBezTo>
                      <a:pt x="956" y="397"/>
                      <a:pt x="928" y="393"/>
                      <a:pt x="901" y="393"/>
                    </a:cubicBezTo>
                    <a:cubicBezTo>
                      <a:pt x="762" y="393"/>
                      <a:pt x="651" y="499"/>
                      <a:pt x="505" y="506"/>
                    </a:cubicBezTo>
                    <a:cubicBezTo>
                      <a:pt x="497" y="508"/>
                      <a:pt x="488" y="508"/>
                      <a:pt x="480" y="508"/>
                    </a:cubicBezTo>
                    <a:cubicBezTo>
                      <a:pt x="441" y="508"/>
                      <a:pt x="405" y="494"/>
                      <a:pt x="365" y="473"/>
                    </a:cubicBezTo>
                    <a:lnTo>
                      <a:pt x="365" y="465"/>
                    </a:lnTo>
                    <a:cubicBezTo>
                      <a:pt x="356" y="407"/>
                      <a:pt x="315" y="382"/>
                      <a:pt x="265" y="382"/>
                    </a:cubicBezTo>
                    <a:cubicBezTo>
                      <a:pt x="215" y="324"/>
                      <a:pt x="174" y="258"/>
                      <a:pt x="133" y="208"/>
                    </a:cubicBezTo>
                    <a:cubicBezTo>
                      <a:pt x="124" y="193"/>
                      <a:pt x="109" y="187"/>
                      <a:pt x="94" y="187"/>
                    </a:cubicBezTo>
                    <a:cubicBezTo>
                      <a:pt x="67" y="187"/>
                      <a:pt x="39" y="209"/>
                      <a:pt x="50" y="241"/>
                    </a:cubicBezTo>
                    <a:cubicBezTo>
                      <a:pt x="75" y="316"/>
                      <a:pt x="99" y="382"/>
                      <a:pt x="141" y="448"/>
                    </a:cubicBezTo>
                    <a:cubicBezTo>
                      <a:pt x="141" y="456"/>
                      <a:pt x="133" y="456"/>
                      <a:pt x="133" y="465"/>
                    </a:cubicBezTo>
                    <a:cubicBezTo>
                      <a:pt x="0" y="829"/>
                      <a:pt x="157" y="1252"/>
                      <a:pt x="472" y="1459"/>
                    </a:cubicBezTo>
                    <a:cubicBezTo>
                      <a:pt x="488" y="1472"/>
                      <a:pt x="508" y="1477"/>
                      <a:pt x="527" y="1477"/>
                    </a:cubicBezTo>
                    <a:cubicBezTo>
                      <a:pt x="560" y="1477"/>
                      <a:pt x="593" y="1463"/>
                      <a:pt x="613" y="1442"/>
                    </a:cubicBezTo>
                    <a:cubicBezTo>
                      <a:pt x="638" y="1418"/>
                      <a:pt x="663" y="1393"/>
                      <a:pt x="679" y="1368"/>
                    </a:cubicBezTo>
                    <a:cubicBezTo>
                      <a:pt x="688" y="1376"/>
                      <a:pt x="696" y="1393"/>
                      <a:pt x="696" y="1401"/>
                    </a:cubicBezTo>
                    <a:cubicBezTo>
                      <a:pt x="721" y="1476"/>
                      <a:pt x="746" y="1558"/>
                      <a:pt x="787" y="1616"/>
                    </a:cubicBezTo>
                    <a:cubicBezTo>
                      <a:pt x="862" y="1741"/>
                      <a:pt x="986" y="1815"/>
                      <a:pt x="1127" y="1848"/>
                    </a:cubicBezTo>
                    <a:cubicBezTo>
                      <a:pt x="1268" y="1890"/>
                      <a:pt x="1417" y="1890"/>
                      <a:pt x="1558" y="1890"/>
                    </a:cubicBezTo>
                    <a:cubicBezTo>
                      <a:pt x="1757" y="1890"/>
                      <a:pt x="1964" y="1890"/>
                      <a:pt x="2171" y="1882"/>
                    </a:cubicBezTo>
                    <a:cubicBezTo>
                      <a:pt x="2195" y="1882"/>
                      <a:pt x="2220" y="1882"/>
                      <a:pt x="2245" y="1882"/>
                    </a:cubicBezTo>
                    <a:cubicBezTo>
                      <a:pt x="2532" y="1882"/>
                      <a:pt x="2846" y="1875"/>
                      <a:pt x="3082" y="1699"/>
                    </a:cubicBezTo>
                    <a:cubicBezTo>
                      <a:pt x="3157" y="1650"/>
                      <a:pt x="3215" y="1592"/>
                      <a:pt x="3256" y="1517"/>
                    </a:cubicBezTo>
                    <a:cubicBezTo>
                      <a:pt x="3298" y="1517"/>
                      <a:pt x="3339" y="1500"/>
                      <a:pt x="3364" y="1459"/>
                    </a:cubicBezTo>
                    <a:cubicBezTo>
                      <a:pt x="3463" y="1326"/>
                      <a:pt x="3447" y="1161"/>
                      <a:pt x="3380" y="1012"/>
                    </a:cubicBezTo>
                    <a:cubicBezTo>
                      <a:pt x="3380" y="970"/>
                      <a:pt x="3372" y="920"/>
                      <a:pt x="3356" y="879"/>
                    </a:cubicBezTo>
                    <a:cubicBezTo>
                      <a:pt x="3281" y="556"/>
                      <a:pt x="3032" y="316"/>
                      <a:pt x="2767" y="125"/>
                    </a:cubicBezTo>
                    <a:cubicBezTo>
                      <a:pt x="2718" y="92"/>
                      <a:pt x="2643" y="34"/>
                      <a:pt x="2569" y="17"/>
                    </a:cubicBezTo>
                    <a:cubicBezTo>
                      <a:pt x="2549" y="6"/>
                      <a:pt x="2527" y="1"/>
                      <a:pt x="25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1" name="Google Shape;2441;p4"/>
              <p:cNvSpPr/>
              <p:nvPr/>
            </p:nvSpPr>
            <p:spPr>
              <a:xfrm>
                <a:off x="4845475" y="4614175"/>
                <a:ext cx="24050" cy="39075"/>
              </a:xfrm>
              <a:custGeom>
                <a:rect b="b" l="l" r="r" t="t"/>
                <a:pathLst>
                  <a:path extrusionOk="0" h="1563" w="962">
                    <a:moveTo>
                      <a:pt x="369" y="0"/>
                    </a:moveTo>
                    <a:cubicBezTo>
                      <a:pt x="295" y="0"/>
                      <a:pt x="216" y="30"/>
                      <a:pt x="166" y="85"/>
                    </a:cubicBezTo>
                    <a:cubicBezTo>
                      <a:pt x="0" y="267"/>
                      <a:pt x="75" y="508"/>
                      <a:pt x="166" y="706"/>
                    </a:cubicBezTo>
                    <a:cubicBezTo>
                      <a:pt x="265" y="897"/>
                      <a:pt x="390" y="1079"/>
                      <a:pt x="539" y="1245"/>
                    </a:cubicBezTo>
                    <a:cubicBezTo>
                      <a:pt x="572" y="1336"/>
                      <a:pt x="605" y="1427"/>
                      <a:pt x="646" y="1518"/>
                    </a:cubicBezTo>
                    <a:cubicBezTo>
                      <a:pt x="662" y="1549"/>
                      <a:pt x="688" y="1562"/>
                      <a:pt x="716" y="1562"/>
                    </a:cubicBezTo>
                    <a:cubicBezTo>
                      <a:pt x="748" y="1562"/>
                      <a:pt x="782" y="1545"/>
                      <a:pt x="804" y="1518"/>
                    </a:cubicBezTo>
                    <a:cubicBezTo>
                      <a:pt x="811" y="1521"/>
                      <a:pt x="817" y="1522"/>
                      <a:pt x="824" y="1522"/>
                    </a:cubicBezTo>
                    <a:cubicBezTo>
                      <a:pt x="843" y="1522"/>
                      <a:pt x="862" y="1514"/>
                      <a:pt x="887" y="1502"/>
                    </a:cubicBezTo>
                    <a:cubicBezTo>
                      <a:pt x="928" y="1469"/>
                      <a:pt x="961" y="1402"/>
                      <a:pt x="928" y="1344"/>
                    </a:cubicBezTo>
                    <a:lnTo>
                      <a:pt x="920" y="1344"/>
                    </a:lnTo>
                    <a:cubicBezTo>
                      <a:pt x="920" y="1344"/>
                      <a:pt x="920" y="1344"/>
                      <a:pt x="920" y="1336"/>
                    </a:cubicBezTo>
                    <a:cubicBezTo>
                      <a:pt x="903" y="1320"/>
                      <a:pt x="887" y="1303"/>
                      <a:pt x="862" y="1295"/>
                    </a:cubicBezTo>
                    <a:cubicBezTo>
                      <a:pt x="845" y="1278"/>
                      <a:pt x="837" y="1253"/>
                      <a:pt x="820" y="1237"/>
                    </a:cubicBezTo>
                    <a:cubicBezTo>
                      <a:pt x="812" y="955"/>
                      <a:pt x="762" y="665"/>
                      <a:pt x="721" y="392"/>
                    </a:cubicBezTo>
                    <a:cubicBezTo>
                      <a:pt x="713" y="358"/>
                      <a:pt x="688" y="334"/>
                      <a:pt x="655" y="325"/>
                    </a:cubicBezTo>
                    <a:cubicBezTo>
                      <a:pt x="671" y="234"/>
                      <a:pt x="663" y="135"/>
                      <a:pt x="580" y="85"/>
                    </a:cubicBezTo>
                    <a:cubicBezTo>
                      <a:pt x="564" y="77"/>
                      <a:pt x="547" y="68"/>
                      <a:pt x="522" y="60"/>
                    </a:cubicBezTo>
                    <a:cubicBezTo>
                      <a:pt x="485" y="19"/>
                      <a:pt x="428" y="0"/>
                      <a:pt x="36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2" name="Google Shape;2442;p4"/>
              <p:cNvSpPr/>
              <p:nvPr/>
            </p:nvSpPr>
            <p:spPr>
              <a:xfrm>
                <a:off x="4991700" y="4676275"/>
                <a:ext cx="83725" cy="71000"/>
              </a:xfrm>
              <a:custGeom>
                <a:rect b="b" l="l" r="r" t="t"/>
                <a:pathLst>
                  <a:path extrusionOk="0" h="2840" w="3349">
                    <a:moveTo>
                      <a:pt x="144" y="0"/>
                    </a:moveTo>
                    <a:cubicBezTo>
                      <a:pt x="103" y="0"/>
                      <a:pt x="59" y="38"/>
                      <a:pt x="75" y="87"/>
                    </a:cubicBezTo>
                    <a:cubicBezTo>
                      <a:pt x="75" y="111"/>
                      <a:pt x="84" y="128"/>
                      <a:pt x="92" y="153"/>
                    </a:cubicBezTo>
                    <a:cubicBezTo>
                      <a:pt x="75" y="161"/>
                      <a:pt x="67" y="186"/>
                      <a:pt x="67" y="211"/>
                    </a:cubicBezTo>
                    <a:cubicBezTo>
                      <a:pt x="9" y="451"/>
                      <a:pt x="1" y="700"/>
                      <a:pt x="42" y="948"/>
                    </a:cubicBezTo>
                    <a:cubicBezTo>
                      <a:pt x="59" y="1073"/>
                      <a:pt x="92" y="1197"/>
                      <a:pt x="133" y="1321"/>
                    </a:cubicBezTo>
                    <a:cubicBezTo>
                      <a:pt x="175" y="1437"/>
                      <a:pt x="224" y="1545"/>
                      <a:pt x="224" y="1669"/>
                    </a:cubicBezTo>
                    <a:cubicBezTo>
                      <a:pt x="233" y="1893"/>
                      <a:pt x="183" y="2125"/>
                      <a:pt x="307" y="2324"/>
                    </a:cubicBezTo>
                    <a:cubicBezTo>
                      <a:pt x="423" y="2498"/>
                      <a:pt x="614" y="2589"/>
                      <a:pt x="804" y="2672"/>
                    </a:cubicBezTo>
                    <a:cubicBezTo>
                      <a:pt x="1001" y="2749"/>
                      <a:pt x="1197" y="2820"/>
                      <a:pt x="1408" y="2820"/>
                    </a:cubicBezTo>
                    <a:cubicBezTo>
                      <a:pt x="1447" y="2820"/>
                      <a:pt x="1486" y="2818"/>
                      <a:pt x="1525" y="2813"/>
                    </a:cubicBezTo>
                    <a:cubicBezTo>
                      <a:pt x="1650" y="2804"/>
                      <a:pt x="1782" y="2771"/>
                      <a:pt x="1906" y="2771"/>
                    </a:cubicBezTo>
                    <a:cubicBezTo>
                      <a:pt x="2039" y="2771"/>
                      <a:pt x="2163" y="2796"/>
                      <a:pt x="2288" y="2813"/>
                    </a:cubicBezTo>
                    <a:cubicBezTo>
                      <a:pt x="2391" y="2828"/>
                      <a:pt x="2493" y="2840"/>
                      <a:pt x="2594" y="2840"/>
                    </a:cubicBezTo>
                    <a:cubicBezTo>
                      <a:pt x="2711" y="2840"/>
                      <a:pt x="2826" y="2824"/>
                      <a:pt x="2942" y="2779"/>
                    </a:cubicBezTo>
                    <a:cubicBezTo>
                      <a:pt x="3108" y="2705"/>
                      <a:pt x="3274" y="2572"/>
                      <a:pt x="3315" y="2382"/>
                    </a:cubicBezTo>
                    <a:cubicBezTo>
                      <a:pt x="3348" y="2257"/>
                      <a:pt x="3315" y="2125"/>
                      <a:pt x="3274" y="2001"/>
                    </a:cubicBezTo>
                    <a:cubicBezTo>
                      <a:pt x="3216" y="1860"/>
                      <a:pt x="3166" y="1727"/>
                      <a:pt x="3116" y="1586"/>
                    </a:cubicBezTo>
                    <a:cubicBezTo>
                      <a:pt x="3000" y="1296"/>
                      <a:pt x="2892" y="1015"/>
                      <a:pt x="2785" y="725"/>
                    </a:cubicBezTo>
                    <a:cubicBezTo>
                      <a:pt x="2765" y="676"/>
                      <a:pt x="2714" y="642"/>
                      <a:pt x="2666" y="642"/>
                    </a:cubicBezTo>
                    <a:cubicBezTo>
                      <a:pt x="2631" y="642"/>
                      <a:pt x="2598" y="659"/>
                      <a:pt x="2578" y="700"/>
                    </a:cubicBezTo>
                    <a:cubicBezTo>
                      <a:pt x="2395" y="1073"/>
                      <a:pt x="1964" y="1222"/>
                      <a:pt x="1567" y="1238"/>
                    </a:cubicBezTo>
                    <a:cubicBezTo>
                      <a:pt x="1542" y="1239"/>
                      <a:pt x="1517" y="1240"/>
                      <a:pt x="1491" y="1240"/>
                    </a:cubicBezTo>
                    <a:cubicBezTo>
                      <a:pt x="1278" y="1240"/>
                      <a:pt x="1044" y="1204"/>
                      <a:pt x="896" y="1056"/>
                    </a:cubicBezTo>
                    <a:cubicBezTo>
                      <a:pt x="821" y="981"/>
                      <a:pt x="763" y="874"/>
                      <a:pt x="771" y="766"/>
                    </a:cubicBezTo>
                    <a:cubicBezTo>
                      <a:pt x="780" y="650"/>
                      <a:pt x="854" y="551"/>
                      <a:pt x="780" y="435"/>
                    </a:cubicBezTo>
                    <a:cubicBezTo>
                      <a:pt x="705" y="327"/>
                      <a:pt x="564" y="335"/>
                      <a:pt x="456" y="294"/>
                    </a:cubicBezTo>
                    <a:cubicBezTo>
                      <a:pt x="340" y="244"/>
                      <a:pt x="258" y="145"/>
                      <a:pt x="200" y="37"/>
                    </a:cubicBezTo>
                    <a:cubicBezTo>
                      <a:pt x="188" y="11"/>
                      <a:pt x="166" y="0"/>
                      <a:pt x="1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3" name="Google Shape;2443;p4"/>
              <p:cNvSpPr/>
              <p:nvPr/>
            </p:nvSpPr>
            <p:spPr>
              <a:xfrm>
                <a:off x="4998225" y="4659975"/>
                <a:ext cx="5925" cy="17450"/>
              </a:xfrm>
              <a:custGeom>
                <a:rect b="b" l="l" r="r" t="t"/>
                <a:pathLst>
                  <a:path extrusionOk="0" h="698" w="237">
                    <a:moveTo>
                      <a:pt x="133" y="0"/>
                    </a:moveTo>
                    <a:cubicBezTo>
                      <a:pt x="82" y="0"/>
                      <a:pt x="46" y="47"/>
                      <a:pt x="38" y="101"/>
                    </a:cubicBezTo>
                    <a:cubicBezTo>
                      <a:pt x="30" y="184"/>
                      <a:pt x="30" y="275"/>
                      <a:pt x="21" y="366"/>
                    </a:cubicBezTo>
                    <a:cubicBezTo>
                      <a:pt x="13" y="457"/>
                      <a:pt x="13" y="548"/>
                      <a:pt x="5" y="639"/>
                    </a:cubicBezTo>
                    <a:cubicBezTo>
                      <a:pt x="0" y="676"/>
                      <a:pt x="32" y="698"/>
                      <a:pt x="64" y="698"/>
                    </a:cubicBezTo>
                    <a:cubicBezTo>
                      <a:pt x="89" y="698"/>
                      <a:pt x="114" y="685"/>
                      <a:pt x="121" y="656"/>
                    </a:cubicBezTo>
                    <a:cubicBezTo>
                      <a:pt x="137" y="565"/>
                      <a:pt x="162" y="474"/>
                      <a:pt x="179" y="391"/>
                    </a:cubicBezTo>
                    <a:cubicBezTo>
                      <a:pt x="187" y="300"/>
                      <a:pt x="212" y="208"/>
                      <a:pt x="220" y="126"/>
                    </a:cubicBezTo>
                    <a:cubicBezTo>
                      <a:pt x="237" y="68"/>
                      <a:pt x="204" y="10"/>
                      <a:pt x="146" y="1"/>
                    </a:cubicBezTo>
                    <a:cubicBezTo>
                      <a:pt x="141" y="1"/>
                      <a:pt x="137" y="0"/>
                      <a:pt x="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4" name="Google Shape;2444;p4"/>
              <p:cNvSpPr/>
              <p:nvPr/>
            </p:nvSpPr>
            <p:spPr>
              <a:xfrm>
                <a:off x="5002900" y="4656050"/>
                <a:ext cx="4975" cy="3975"/>
              </a:xfrm>
              <a:custGeom>
                <a:rect b="b" l="l" r="r" t="t"/>
                <a:pathLst>
                  <a:path extrusionOk="0" h="159" w="199">
                    <a:moveTo>
                      <a:pt x="100" y="1"/>
                    </a:moveTo>
                    <a:cubicBezTo>
                      <a:pt x="0" y="1"/>
                      <a:pt x="0" y="158"/>
                      <a:pt x="100" y="158"/>
                    </a:cubicBezTo>
                    <a:cubicBezTo>
                      <a:pt x="199" y="158"/>
                      <a:pt x="199" y="1"/>
                      <a:pt x="1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5" name="Google Shape;2445;p4"/>
              <p:cNvSpPr/>
              <p:nvPr/>
            </p:nvSpPr>
            <p:spPr>
              <a:xfrm>
                <a:off x="4902500" y="4134425"/>
                <a:ext cx="12375" cy="24775"/>
              </a:xfrm>
              <a:custGeom>
                <a:rect b="b" l="l" r="r" t="t"/>
                <a:pathLst>
                  <a:path extrusionOk="0" h="991" w="495">
                    <a:moveTo>
                      <a:pt x="82" y="1"/>
                    </a:moveTo>
                    <a:cubicBezTo>
                      <a:pt x="37" y="1"/>
                      <a:pt x="0" y="45"/>
                      <a:pt x="31" y="94"/>
                    </a:cubicBezTo>
                    <a:cubicBezTo>
                      <a:pt x="56" y="152"/>
                      <a:pt x="81" y="218"/>
                      <a:pt x="105" y="276"/>
                    </a:cubicBezTo>
                    <a:cubicBezTo>
                      <a:pt x="130" y="343"/>
                      <a:pt x="163" y="401"/>
                      <a:pt x="180" y="467"/>
                    </a:cubicBezTo>
                    <a:cubicBezTo>
                      <a:pt x="188" y="500"/>
                      <a:pt x="197" y="533"/>
                      <a:pt x="205" y="566"/>
                    </a:cubicBezTo>
                    <a:cubicBezTo>
                      <a:pt x="213" y="591"/>
                      <a:pt x="221" y="641"/>
                      <a:pt x="230" y="658"/>
                    </a:cubicBezTo>
                    <a:cubicBezTo>
                      <a:pt x="230" y="666"/>
                      <a:pt x="230" y="707"/>
                      <a:pt x="230" y="732"/>
                    </a:cubicBezTo>
                    <a:cubicBezTo>
                      <a:pt x="230" y="749"/>
                      <a:pt x="230" y="757"/>
                      <a:pt x="230" y="774"/>
                    </a:cubicBezTo>
                    <a:cubicBezTo>
                      <a:pt x="230" y="774"/>
                      <a:pt x="221" y="798"/>
                      <a:pt x="221" y="798"/>
                    </a:cubicBezTo>
                    <a:cubicBezTo>
                      <a:pt x="213" y="832"/>
                      <a:pt x="205" y="865"/>
                      <a:pt x="205" y="890"/>
                    </a:cubicBezTo>
                    <a:cubicBezTo>
                      <a:pt x="205" y="948"/>
                      <a:pt x="238" y="981"/>
                      <a:pt x="288" y="989"/>
                    </a:cubicBezTo>
                    <a:cubicBezTo>
                      <a:pt x="294" y="990"/>
                      <a:pt x="301" y="991"/>
                      <a:pt x="308" y="991"/>
                    </a:cubicBezTo>
                    <a:cubicBezTo>
                      <a:pt x="388" y="991"/>
                      <a:pt x="446" y="901"/>
                      <a:pt x="462" y="832"/>
                    </a:cubicBezTo>
                    <a:cubicBezTo>
                      <a:pt x="495" y="699"/>
                      <a:pt x="462" y="542"/>
                      <a:pt x="412" y="417"/>
                    </a:cubicBezTo>
                    <a:cubicBezTo>
                      <a:pt x="379" y="343"/>
                      <a:pt x="354" y="260"/>
                      <a:pt x="304" y="194"/>
                    </a:cubicBezTo>
                    <a:cubicBezTo>
                      <a:pt x="279" y="160"/>
                      <a:pt x="255" y="127"/>
                      <a:pt x="221" y="94"/>
                    </a:cubicBezTo>
                    <a:cubicBezTo>
                      <a:pt x="197" y="61"/>
                      <a:pt x="163" y="44"/>
                      <a:pt x="130" y="20"/>
                    </a:cubicBezTo>
                    <a:cubicBezTo>
                      <a:pt x="115" y="6"/>
                      <a:pt x="98" y="1"/>
                      <a:pt x="8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6" name="Google Shape;2446;p4"/>
              <p:cNvSpPr/>
              <p:nvPr/>
            </p:nvSpPr>
            <p:spPr>
              <a:xfrm>
                <a:off x="4904500" y="4163700"/>
                <a:ext cx="4175" cy="3325"/>
              </a:xfrm>
              <a:custGeom>
                <a:rect b="b" l="l" r="r" t="t"/>
                <a:pathLst>
                  <a:path extrusionOk="0" h="133" w="167">
                    <a:moveTo>
                      <a:pt x="83" y="0"/>
                    </a:moveTo>
                    <a:cubicBezTo>
                      <a:pt x="1" y="0"/>
                      <a:pt x="1" y="133"/>
                      <a:pt x="83" y="133"/>
                    </a:cubicBezTo>
                    <a:cubicBezTo>
                      <a:pt x="166" y="133"/>
                      <a:pt x="166" y="0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7" name="Google Shape;2447;p4"/>
              <p:cNvSpPr/>
              <p:nvPr/>
            </p:nvSpPr>
            <p:spPr>
              <a:xfrm>
                <a:off x="5084300" y="4240975"/>
                <a:ext cx="11000" cy="27000"/>
              </a:xfrm>
              <a:custGeom>
                <a:rect b="b" l="l" r="r" t="t"/>
                <a:pathLst>
                  <a:path extrusionOk="0" h="1080" w="440">
                    <a:moveTo>
                      <a:pt x="350" y="0"/>
                    </a:moveTo>
                    <a:cubicBezTo>
                      <a:pt x="328" y="0"/>
                      <a:pt x="305" y="11"/>
                      <a:pt x="290" y="33"/>
                    </a:cubicBezTo>
                    <a:cubicBezTo>
                      <a:pt x="241" y="99"/>
                      <a:pt x="232" y="190"/>
                      <a:pt x="216" y="273"/>
                    </a:cubicBezTo>
                    <a:cubicBezTo>
                      <a:pt x="199" y="356"/>
                      <a:pt x="174" y="439"/>
                      <a:pt x="158" y="513"/>
                    </a:cubicBezTo>
                    <a:cubicBezTo>
                      <a:pt x="108" y="679"/>
                      <a:pt x="67" y="845"/>
                      <a:pt x="17" y="1002"/>
                    </a:cubicBezTo>
                    <a:cubicBezTo>
                      <a:pt x="0" y="1046"/>
                      <a:pt x="39" y="1080"/>
                      <a:pt x="76" y="1080"/>
                    </a:cubicBezTo>
                    <a:cubicBezTo>
                      <a:pt x="95" y="1080"/>
                      <a:pt x="114" y="1071"/>
                      <a:pt x="125" y="1052"/>
                    </a:cubicBezTo>
                    <a:cubicBezTo>
                      <a:pt x="207" y="895"/>
                      <a:pt x="282" y="737"/>
                      <a:pt x="332" y="563"/>
                    </a:cubicBezTo>
                    <a:cubicBezTo>
                      <a:pt x="357" y="489"/>
                      <a:pt x="373" y="406"/>
                      <a:pt x="390" y="323"/>
                    </a:cubicBezTo>
                    <a:cubicBezTo>
                      <a:pt x="415" y="232"/>
                      <a:pt x="439" y="132"/>
                      <a:pt x="415" y="49"/>
                    </a:cubicBezTo>
                    <a:cubicBezTo>
                      <a:pt x="405" y="17"/>
                      <a:pt x="378" y="0"/>
                      <a:pt x="3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8" name="Google Shape;2448;p4"/>
              <p:cNvSpPr/>
              <p:nvPr/>
            </p:nvSpPr>
            <p:spPr>
              <a:xfrm>
                <a:off x="5093400" y="4226675"/>
                <a:ext cx="3775" cy="7100"/>
              </a:xfrm>
              <a:custGeom>
                <a:rect b="b" l="l" r="r" t="t"/>
                <a:pathLst>
                  <a:path extrusionOk="0" h="284" w="151">
                    <a:moveTo>
                      <a:pt x="109" y="0"/>
                    </a:moveTo>
                    <a:cubicBezTo>
                      <a:pt x="92" y="0"/>
                      <a:pt x="75" y="8"/>
                      <a:pt x="59" y="17"/>
                    </a:cubicBezTo>
                    <a:cubicBezTo>
                      <a:pt x="51" y="25"/>
                      <a:pt x="42" y="41"/>
                      <a:pt x="34" y="58"/>
                    </a:cubicBezTo>
                    <a:cubicBezTo>
                      <a:pt x="34" y="75"/>
                      <a:pt x="26" y="83"/>
                      <a:pt x="26" y="99"/>
                    </a:cubicBezTo>
                    <a:cubicBezTo>
                      <a:pt x="9" y="133"/>
                      <a:pt x="9" y="174"/>
                      <a:pt x="1" y="207"/>
                    </a:cubicBezTo>
                    <a:cubicBezTo>
                      <a:pt x="1" y="224"/>
                      <a:pt x="1" y="240"/>
                      <a:pt x="9" y="257"/>
                    </a:cubicBezTo>
                    <a:cubicBezTo>
                      <a:pt x="17" y="265"/>
                      <a:pt x="26" y="282"/>
                      <a:pt x="42" y="282"/>
                    </a:cubicBezTo>
                    <a:cubicBezTo>
                      <a:pt x="48" y="283"/>
                      <a:pt x="54" y="284"/>
                      <a:pt x="60" y="284"/>
                    </a:cubicBezTo>
                    <a:cubicBezTo>
                      <a:pt x="89" y="284"/>
                      <a:pt x="118" y="268"/>
                      <a:pt x="125" y="240"/>
                    </a:cubicBezTo>
                    <a:cubicBezTo>
                      <a:pt x="133" y="199"/>
                      <a:pt x="142" y="166"/>
                      <a:pt x="142" y="124"/>
                    </a:cubicBezTo>
                    <a:cubicBezTo>
                      <a:pt x="150" y="108"/>
                      <a:pt x="150" y="91"/>
                      <a:pt x="150" y="75"/>
                    </a:cubicBezTo>
                    <a:cubicBezTo>
                      <a:pt x="150" y="41"/>
                      <a:pt x="133" y="8"/>
                      <a:pt x="1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9" name="Google Shape;2449;p4"/>
              <p:cNvSpPr/>
              <p:nvPr/>
            </p:nvSpPr>
            <p:spPr>
              <a:xfrm>
                <a:off x="4924600" y="4245850"/>
                <a:ext cx="7475" cy="18675"/>
              </a:xfrm>
              <a:custGeom>
                <a:rect b="b" l="l" r="r" t="t"/>
                <a:pathLst>
                  <a:path extrusionOk="0" h="747" w="299">
                    <a:moveTo>
                      <a:pt x="243" y="0"/>
                    </a:moveTo>
                    <a:cubicBezTo>
                      <a:pt x="217" y="0"/>
                      <a:pt x="191" y="19"/>
                      <a:pt x="191" y="53"/>
                    </a:cubicBezTo>
                    <a:cubicBezTo>
                      <a:pt x="183" y="78"/>
                      <a:pt x="183" y="103"/>
                      <a:pt x="174" y="128"/>
                    </a:cubicBezTo>
                    <a:cubicBezTo>
                      <a:pt x="174" y="153"/>
                      <a:pt x="166" y="178"/>
                      <a:pt x="158" y="202"/>
                    </a:cubicBezTo>
                    <a:cubicBezTo>
                      <a:pt x="141" y="260"/>
                      <a:pt x="125" y="310"/>
                      <a:pt x="108" y="368"/>
                    </a:cubicBezTo>
                    <a:cubicBezTo>
                      <a:pt x="91" y="418"/>
                      <a:pt x="75" y="468"/>
                      <a:pt x="58" y="517"/>
                    </a:cubicBezTo>
                    <a:cubicBezTo>
                      <a:pt x="42" y="567"/>
                      <a:pt x="0" y="642"/>
                      <a:pt x="17" y="691"/>
                    </a:cubicBezTo>
                    <a:cubicBezTo>
                      <a:pt x="30" y="724"/>
                      <a:pt x="53" y="746"/>
                      <a:pt x="83" y="746"/>
                    </a:cubicBezTo>
                    <a:cubicBezTo>
                      <a:pt x="91" y="746"/>
                      <a:pt x="99" y="745"/>
                      <a:pt x="108" y="741"/>
                    </a:cubicBezTo>
                    <a:cubicBezTo>
                      <a:pt x="174" y="724"/>
                      <a:pt x="207" y="642"/>
                      <a:pt x="224" y="584"/>
                    </a:cubicBezTo>
                    <a:cubicBezTo>
                      <a:pt x="249" y="526"/>
                      <a:pt x="265" y="468"/>
                      <a:pt x="282" y="410"/>
                    </a:cubicBezTo>
                    <a:cubicBezTo>
                      <a:pt x="290" y="352"/>
                      <a:pt x="299" y="294"/>
                      <a:pt x="299" y="227"/>
                    </a:cubicBezTo>
                    <a:cubicBezTo>
                      <a:pt x="299" y="202"/>
                      <a:pt x="299" y="178"/>
                      <a:pt x="299" y="144"/>
                    </a:cubicBezTo>
                    <a:cubicBezTo>
                      <a:pt x="290" y="111"/>
                      <a:pt x="290" y="78"/>
                      <a:pt x="290" y="53"/>
                    </a:cubicBezTo>
                    <a:cubicBezTo>
                      <a:pt x="290" y="17"/>
                      <a:pt x="267" y="0"/>
                      <a:pt x="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0" name="Google Shape;2450;p4"/>
              <p:cNvSpPr/>
              <p:nvPr/>
            </p:nvSpPr>
            <p:spPr>
              <a:xfrm>
                <a:off x="4919000" y="4276575"/>
                <a:ext cx="3125" cy="5375"/>
              </a:xfrm>
              <a:custGeom>
                <a:rect b="b" l="l" r="r" t="t"/>
                <a:pathLst>
                  <a:path extrusionOk="0" h="215" w="125">
                    <a:moveTo>
                      <a:pt x="67" y="1"/>
                    </a:moveTo>
                    <a:cubicBezTo>
                      <a:pt x="50" y="1"/>
                      <a:pt x="34" y="9"/>
                      <a:pt x="25" y="17"/>
                    </a:cubicBezTo>
                    <a:cubicBezTo>
                      <a:pt x="17" y="34"/>
                      <a:pt x="9" y="51"/>
                      <a:pt x="9" y="59"/>
                    </a:cubicBezTo>
                    <a:cubicBezTo>
                      <a:pt x="9" y="75"/>
                      <a:pt x="9" y="92"/>
                      <a:pt x="9" y="109"/>
                    </a:cubicBezTo>
                    <a:cubicBezTo>
                      <a:pt x="9" y="117"/>
                      <a:pt x="9" y="117"/>
                      <a:pt x="9" y="125"/>
                    </a:cubicBezTo>
                    <a:cubicBezTo>
                      <a:pt x="1" y="133"/>
                      <a:pt x="1" y="150"/>
                      <a:pt x="1" y="158"/>
                    </a:cubicBezTo>
                    <a:cubicBezTo>
                      <a:pt x="1" y="164"/>
                      <a:pt x="1" y="169"/>
                      <a:pt x="1" y="175"/>
                    </a:cubicBezTo>
                    <a:cubicBezTo>
                      <a:pt x="1" y="191"/>
                      <a:pt x="9" y="200"/>
                      <a:pt x="17" y="208"/>
                    </a:cubicBezTo>
                    <a:cubicBezTo>
                      <a:pt x="21" y="212"/>
                      <a:pt x="27" y="214"/>
                      <a:pt x="34" y="214"/>
                    </a:cubicBezTo>
                    <a:cubicBezTo>
                      <a:pt x="40" y="214"/>
                      <a:pt x="46" y="212"/>
                      <a:pt x="50" y="208"/>
                    </a:cubicBezTo>
                    <a:cubicBezTo>
                      <a:pt x="59" y="200"/>
                      <a:pt x="75" y="191"/>
                      <a:pt x="83" y="183"/>
                    </a:cubicBezTo>
                    <a:cubicBezTo>
                      <a:pt x="83" y="175"/>
                      <a:pt x="92" y="167"/>
                      <a:pt x="100" y="158"/>
                    </a:cubicBezTo>
                    <a:cubicBezTo>
                      <a:pt x="100" y="150"/>
                      <a:pt x="100" y="142"/>
                      <a:pt x="108" y="133"/>
                    </a:cubicBezTo>
                    <a:cubicBezTo>
                      <a:pt x="117" y="109"/>
                      <a:pt x="125" y="84"/>
                      <a:pt x="125" y="59"/>
                    </a:cubicBezTo>
                    <a:cubicBezTo>
                      <a:pt x="125" y="51"/>
                      <a:pt x="117" y="34"/>
                      <a:pt x="108" y="17"/>
                    </a:cubicBezTo>
                    <a:cubicBezTo>
                      <a:pt x="100" y="9"/>
                      <a:pt x="83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1" name="Google Shape;2451;p4"/>
              <p:cNvSpPr/>
              <p:nvPr/>
            </p:nvSpPr>
            <p:spPr>
              <a:xfrm>
                <a:off x="4649725" y="4219750"/>
                <a:ext cx="171325" cy="452075"/>
              </a:xfrm>
              <a:custGeom>
                <a:rect b="b" l="l" r="r" t="t"/>
                <a:pathLst>
                  <a:path extrusionOk="0" h="18083" w="6853">
                    <a:moveTo>
                      <a:pt x="5742" y="3633"/>
                    </a:moveTo>
                    <a:cubicBezTo>
                      <a:pt x="5775" y="3649"/>
                      <a:pt x="5800" y="3657"/>
                      <a:pt x="5833" y="3657"/>
                    </a:cubicBezTo>
                    <a:cubicBezTo>
                      <a:pt x="5817" y="3666"/>
                      <a:pt x="5800" y="3666"/>
                      <a:pt x="5784" y="3674"/>
                    </a:cubicBezTo>
                    <a:cubicBezTo>
                      <a:pt x="5767" y="3657"/>
                      <a:pt x="5759" y="3649"/>
                      <a:pt x="5742" y="3633"/>
                    </a:cubicBezTo>
                    <a:close/>
                    <a:moveTo>
                      <a:pt x="6547" y="0"/>
                    </a:moveTo>
                    <a:cubicBezTo>
                      <a:pt x="6501" y="0"/>
                      <a:pt x="6453" y="26"/>
                      <a:pt x="6430" y="86"/>
                    </a:cubicBezTo>
                    <a:cubicBezTo>
                      <a:pt x="6032" y="1097"/>
                      <a:pt x="5900" y="2174"/>
                      <a:pt x="6082" y="3243"/>
                    </a:cubicBezTo>
                    <a:cubicBezTo>
                      <a:pt x="6090" y="3310"/>
                      <a:pt x="6107" y="3376"/>
                      <a:pt x="6115" y="3442"/>
                    </a:cubicBezTo>
                    <a:cubicBezTo>
                      <a:pt x="5991" y="3434"/>
                      <a:pt x="5867" y="3417"/>
                      <a:pt x="5742" y="3376"/>
                    </a:cubicBezTo>
                    <a:cubicBezTo>
                      <a:pt x="5601" y="3326"/>
                      <a:pt x="5494" y="3235"/>
                      <a:pt x="5403" y="3127"/>
                    </a:cubicBezTo>
                    <a:cubicBezTo>
                      <a:pt x="5378" y="3094"/>
                      <a:pt x="5353" y="3053"/>
                      <a:pt x="5328" y="3011"/>
                    </a:cubicBezTo>
                    <a:cubicBezTo>
                      <a:pt x="4997" y="2506"/>
                      <a:pt x="4615" y="2000"/>
                      <a:pt x="4458" y="1404"/>
                    </a:cubicBezTo>
                    <a:cubicBezTo>
                      <a:pt x="4451" y="1349"/>
                      <a:pt x="4399" y="1317"/>
                      <a:pt x="4353" y="1317"/>
                    </a:cubicBezTo>
                    <a:cubicBezTo>
                      <a:pt x="4343" y="1317"/>
                      <a:pt x="4334" y="1318"/>
                      <a:pt x="4325" y="1321"/>
                    </a:cubicBezTo>
                    <a:cubicBezTo>
                      <a:pt x="4259" y="1338"/>
                      <a:pt x="4234" y="1404"/>
                      <a:pt x="4243" y="1462"/>
                    </a:cubicBezTo>
                    <a:cubicBezTo>
                      <a:pt x="4251" y="1487"/>
                      <a:pt x="4251" y="1512"/>
                      <a:pt x="4259" y="1545"/>
                    </a:cubicBezTo>
                    <a:cubicBezTo>
                      <a:pt x="4234" y="1553"/>
                      <a:pt x="4226" y="1570"/>
                      <a:pt x="4234" y="1603"/>
                    </a:cubicBezTo>
                    <a:cubicBezTo>
                      <a:pt x="4342" y="1876"/>
                      <a:pt x="4441" y="2158"/>
                      <a:pt x="4557" y="2423"/>
                    </a:cubicBezTo>
                    <a:cubicBezTo>
                      <a:pt x="4682" y="2696"/>
                      <a:pt x="4814" y="2970"/>
                      <a:pt x="4955" y="3235"/>
                    </a:cubicBezTo>
                    <a:cubicBezTo>
                      <a:pt x="5104" y="3500"/>
                      <a:pt x="5287" y="3865"/>
                      <a:pt x="5552" y="4047"/>
                    </a:cubicBezTo>
                    <a:cubicBezTo>
                      <a:pt x="5618" y="4138"/>
                      <a:pt x="5676" y="4229"/>
                      <a:pt x="5734" y="4320"/>
                    </a:cubicBezTo>
                    <a:cubicBezTo>
                      <a:pt x="5759" y="4353"/>
                      <a:pt x="5784" y="4395"/>
                      <a:pt x="5809" y="4428"/>
                    </a:cubicBezTo>
                    <a:cubicBezTo>
                      <a:pt x="5809" y="4436"/>
                      <a:pt x="5809" y="4436"/>
                      <a:pt x="5809" y="4436"/>
                    </a:cubicBezTo>
                    <a:cubicBezTo>
                      <a:pt x="5800" y="4428"/>
                      <a:pt x="5784" y="4420"/>
                      <a:pt x="5775" y="4411"/>
                    </a:cubicBezTo>
                    <a:cubicBezTo>
                      <a:pt x="5461" y="4121"/>
                      <a:pt x="5179" y="3782"/>
                      <a:pt x="4930" y="3434"/>
                    </a:cubicBezTo>
                    <a:cubicBezTo>
                      <a:pt x="4906" y="3400"/>
                      <a:pt x="4863" y="3383"/>
                      <a:pt x="4821" y="3383"/>
                    </a:cubicBezTo>
                    <a:cubicBezTo>
                      <a:pt x="4760" y="3383"/>
                      <a:pt x="4702" y="3418"/>
                      <a:pt x="4707" y="3492"/>
                    </a:cubicBezTo>
                    <a:cubicBezTo>
                      <a:pt x="4748" y="3881"/>
                      <a:pt x="4649" y="4271"/>
                      <a:pt x="4425" y="4602"/>
                    </a:cubicBezTo>
                    <a:cubicBezTo>
                      <a:pt x="4209" y="4909"/>
                      <a:pt x="3870" y="5083"/>
                      <a:pt x="3613" y="5356"/>
                    </a:cubicBezTo>
                    <a:cubicBezTo>
                      <a:pt x="3480" y="5505"/>
                      <a:pt x="3389" y="5679"/>
                      <a:pt x="3331" y="5878"/>
                    </a:cubicBezTo>
                    <a:cubicBezTo>
                      <a:pt x="3281" y="6069"/>
                      <a:pt x="3257" y="6267"/>
                      <a:pt x="3174" y="6450"/>
                    </a:cubicBezTo>
                    <a:cubicBezTo>
                      <a:pt x="3083" y="6640"/>
                      <a:pt x="2958" y="6814"/>
                      <a:pt x="2817" y="6963"/>
                    </a:cubicBezTo>
                    <a:cubicBezTo>
                      <a:pt x="2685" y="7113"/>
                      <a:pt x="2544" y="7270"/>
                      <a:pt x="2494" y="7477"/>
                    </a:cubicBezTo>
                    <a:cubicBezTo>
                      <a:pt x="2428" y="7751"/>
                      <a:pt x="2519" y="8024"/>
                      <a:pt x="2561" y="8297"/>
                    </a:cubicBezTo>
                    <a:cubicBezTo>
                      <a:pt x="2536" y="8471"/>
                      <a:pt x="2469" y="8645"/>
                      <a:pt x="2420" y="8803"/>
                    </a:cubicBezTo>
                    <a:cubicBezTo>
                      <a:pt x="2345" y="9051"/>
                      <a:pt x="2262" y="9300"/>
                      <a:pt x="2179" y="9548"/>
                    </a:cubicBezTo>
                    <a:cubicBezTo>
                      <a:pt x="2080" y="9830"/>
                      <a:pt x="1981" y="10095"/>
                      <a:pt x="1873" y="10369"/>
                    </a:cubicBezTo>
                    <a:cubicBezTo>
                      <a:pt x="1857" y="10320"/>
                      <a:pt x="1806" y="10289"/>
                      <a:pt x="1754" y="10289"/>
                    </a:cubicBezTo>
                    <a:cubicBezTo>
                      <a:pt x="1726" y="10289"/>
                      <a:pt x="1697" y="10299"/>
                      <a:pt x="1674" y="10319"/>
                    </a:cubicBezTo>
                    <a:cubicBezTo>
                      <a:pt x="1661" y="10306"/>
                      <a:pt x="1642" y="10300"/>
                      <a:pt x="1623" y="10300"/>
                    </a:cubicBezTo>
                    <a:cubicBezTo>
                      <a:pt x="1592" y="10300"/>
                      <a:pt x="1560" y="10316"/>
                      <a:pt x="1550" y="10352"/>
                    </a:cubicBezTo>
                    <a:cubicBezTo>
                      <a:pt x="1483" y="10559"/>
                      <a:pt x="1425" y="10775"/>
                      <a:pt x="1384" y="10990"/>
                    </a:cubicBezTo>
                    <a:cubicBezTo>
                      <a:pt x="1351" y="11214"/>
                      <a:pt x="1326" y="11429"/>
                      <a:pt x="1301" y="11653"/>
                    </a:cubicBezTo>
                    <a:cubicBezTo>
                      <a:pt x="1301" y="11661"/>
                      <a:pt x="1301" y="11678"/>
                      <a:pt x="1301" y="11686"/>
                    </a:cubicBezTo>
                    <a:cubicBezTo>
                      <a:pt x="1293" y="11694"/>
                      <a:pt x="1293" y="11711"/>
                      <a:pt x="1285" y="11728"/>
                    </a:cubicBezTo>
                    <a:cubicBezTo>
                      <a:pt x="1260" y="11628"/>
                      <a:pt x="1227" y="11529"/>
                      <a:pt x="1193" y="11429"/>
                    </a:cubicBezTo>
                    <a:cubicBezTo>
                      <a:pt x="1177" y="11392"/>
                      <a:pt x="1146" y="11376"/>
                      <a:pt x="1117" y="11376"/>
                    </a:cubicBezTo>
                    <a:cubicBezTo>
                      <a:pt x="1075" y="11376"/>
                      <a:pt x="1034" y="11412"/>
                      <a:pt x="1044" y="11471"/>
                    </a:cubicBezTo>
                    <a:cubicBezTo>
                      <a:pt x="1069" y="11628"/>
                      <a:pt x="1094" y="11794"/>
                      <a:pt x="1111" y="11951"/>
                    </a:cubicBezTo>
                    <a:cubicBezTo>
                      <a:pt x="1102" y="11976"/>
                      <a:pt x="1102" y="12001"/>
                      <a:pt x="1102" y="12026"/>
                    </a:cubicBezTo>
                    <a:cubicBezTo>
                      <a:pt x="1119" y="12117"/>
                      <a:pt x="1135" y="12208"/>
                      <a:pt x="1152" y="12299"/>
                    </a:cubicBezTo>
                    <a:cubicBezTo>
                      <a:pt x="1160" y="12424"/>
                      <a:pt x="1160" y="12556"/>
                      <a:pt x="1160" y="12680"/>
                    </a:cubicBezTo>
                    <a:cubicBezTo>
                      <a:pt x="1160" y="12722"/>
                      <a:pt x="1169" y="12755"/>
                      <a:pt x="1169" y="12788"/>
                    </a:cubicBezTo>
                    <a:cubicBezTo>
                      <a:pt x="1111" y="13095"/>
                      <a:pt x="1069" y="13401"/>
                      <a:pt x="1028" y="13708"/>
                    </a:cubicBezTo>
                    <a:cubicBezTo>
                      <a:pt x="978" y="14089"/>
                      <a:pt x="937" y="14478"/>
                      <a:pt x="862" y="14851"/>
                    </a:cubicBezTo>
                    <a:cubicBezTo>
                      <a:pt x="796" y="15191"/>
                      <a:pt x="688" y="15522"/>
                      <a:pt x="481" y="15804"/>
                    </a:cubicBezTo>
                    <a:cubicBezTo>
                      <a:pt x="390" y="15928"/>
                      <a:pt x="282" y="16028"/>
                      <a:pt x="158" y="16119"/>
                    </a:cubicBezTo>
                    <a:cubicBezTo>
                      <a:pt x="0" y="16227"/>
                      <a:pt x="50" y="16434"/>
                      <a:pt x="67" y="16599"/>
                    </a:cubicBezTo>
                    <a:cubicBezTo>
                      <a:pt x="108" y="17055"/>
                      <a:pt x="141" y="17503"/>
                      <a:pt x="183" y="17958"/>
                    </a:cubicBezTo>
                    <a:cubicBezTo>
                      <a:pt x="191" y="18041"/>
                      <a:pt x="249" y="18083"/>
                      <a:pt x="308" y="18083"/>
                    </a:cubicBezTo>
                    <a:cubicBezTo>
                      <a:pt x="367" y="18083"/>
                      <a:pt x="427" y="18041"/>
                      <a:pt x="440" y="17958"/>
                    </a:cubicBezTo>
                    <a:cubicBezTo>
                      <a:pt x="489" y="17503"/>
                      <a:pt x="522" y="17039"/>
                      <a:pt x="539" y="16575"/>
                    </a:cubicBezTo>
                    <a:cubicBezTo>
                      <a:pt x="605" y="16459"/>
                      <a:pt x="655" y="16334"/>
                      <a:pt x="688" y="16202"/>
                    </a:cubicBezTo>
                    <a:cubicBezTo>
                      <a:pt x="763" y="16119"/>
                      <a:pt x="796" y="15986"/>
                      <a:pt x="846" y="15895"/>
                    </a:cubicBezTo>
                    <a:cubicBezTo>
                      <a:pt x="904" y="15763"/>
                      <a:pt x="953" y="15630"/>
                      <a:pt x="1011" y="15497"/>
                    </a:cubicBezTo>
                    <a:cubicBezTo>
                      <a:pt x="1111" y="15224"/>
                      <a:pt x="1193" y="14951"/>
                      <a:pt x="1268" y="14669"/>
                    </a:cubicBezTo>
                    <a:cubicBezTo>
                      <a:pt x="1326" y="14404"/>
                      <a:pt x="1376" y="14139"/>
                      <a:pt x="1409" y="13865"/>
                    </a:cubicBezTo>
                    <a:cubicBezTo>
                      <a:pt x="1500" y="13650"/>
                      <a:pt x="1541" y="13426"/>
                      <a:pt x="1575" y="13186"/>
                    </a:cubicBezTo>
                    <a:cubicBezTo>
                      <a:pt x="1608" y="12879"/>
                      <a:pt x="1616" y="12573"/>
                      <a:pt x="1599" y="12258"/>
                    </a:cubicBezTo>
                    <a:cubicBezTo>
                      <a:pt x="1591" y="12026"/>
                      <a:pt x="1575" y="11786"/>
                      <a:pt x="1583" y="11554"/>
                    </a:cubicBezTo>
                    <a:cubicBezTo>
                      <a:pt x="1591" y="11529"/>
                      <a:pt x="1599" y="11504"/>
                      <a:pt x="1608" y="11479"/>
                    </a:cubicBezTo>
                    <a:cubicBezTo>
                      <a:pt x="1666" y="11380"/>
                      <a:pt x="1715" y="11272"/>
                      <a:pt x="1765" y="11172"/>
                    </a:cubicBezTo>
                    <a:cubicBezTo>
                      <a:pt x="1881" y="10924"/>
                      <a:pt x="1997" y="10675"/>
                      <a:pt x="2097" y="10427"/>
                    </a:cubicBezTo>
                    <a:cubicBezTo>
                      <a:pt x="2312" y="9930"/>
                      <a:pt x="2494" y="9416"/>
                      <a:pt x="2660" y="8902"/>
                    </a:cubicBezTo>
                    <a:cubicBezTo>
                      <a:pt x="2660" y="8894"/>
                      <a:pt x="2660" y="8894"/>
                      <a:pt x="2660" y="8886"/>
                    </a:cubicBezTo>
                    <a:lnTo>
                      <a:pt x="2668" y="8886"/>
                    </a:lnTo>
                    <a:cubicBezTo>
                      <a:pt x="3248" y="8538"/>
                      <a:pt x="3721" y="8057"/>
                      <a:pt x="4102" y="7502"/>
                    </a:cubicBezTo>
                    <a:cubicBezTo>
                      <a:pt x="4267" y="7262"/>
                      <a:pt x="4425" y="7005"/>
                      <a:pt x="4640" y="6806"/>
                    </a:cubicBezTo>
                    <a:cubicBezTo>
                      <a:pt x="4731" y="6715"/>
                      <a:pt x="4839" y="6632"/>
                      <a:pt x="4963" y="6574"/>
                    </a:cubicBezTo>
                    <a:cubicBezTo>
                      <a:pt x="5121" y="6499"/>
                      <a:pt x="5311" y="6483"/>
                      <a:pt x="5485" y="6466"/>
                    </a:cubicBezTo>
                    <a:lnTo>
                      <a:pt x="6148" y="6392"/>
                    </a:lnTo>
                    <a:cubicBezTo>
                      <a:pt x="6239" y="6375"/>
                      <a:pt x="6331" y="6359"/>
                      <a:pt x="6422" y="6359"/>
                    </a:cubicBezTo>
                    <a:cubicBezTo>
                      <a:pt x="6455" y="6359"/>
                      <a:pt x="6480" y="6375"/>
                      <a:pt x="6504" y="6375"/>
                    </a:cubicBezTo>
                    <a:lnTo>
                      <a:pt x="6513" y="6375"/>
                    </a:lnTo>
                    <a:lnTo>
                      <a:pt x="6513" y="6383"/>
                    </a:lnTo>
                    <a:cubicBezTo>
                      <a:pt x="6521" y="6465"/>
                      <a:pt x="6578" y="6505"/>
                      <a:pt x="6635" y="6505"/>
                    </a:cubicBezTo>
                    <a:cubicBezTo>
                      <a:pt x="6694" y="6505"/>
                      <a:pt x="6753" y="6463"/>
                      <a:pt x="6761" y="6383"/>
                    </a:cubicBezTo>
                    <a:cubicBezTo>
                      <a:pt x="6761" y="6359"/>
                      <a:pt x="6761" y="6334"/>
                      <a:pt x="6753" y="6309"/>
                    </a:cubicBezTo>
                    <a:cubicBezTo>
                      <a:pt x="6703" y="5646"/>
                      <a:pt x="6728" y="4975"/>
                      <a:pt x="6844" y="4320"/>
                    </a:cubicBezTo>
                    <a:cubicBezTo>
                      <a:pt x="6852" y="4262"/>
                      <a:pt x="6836" y="4204"/>
                      <a:pt x="6786" y="4179"/>
                    </a:cubicBezTo>
                    <a:cubicBezTo>
                      <a:pt x="6778" y="4171"/>
                      <a:pt x="6761" y="4163"/>
                      <a:pt x="6736" y="4163"/>
                    </a:cubicBezTo>
                    <a:cubicBezTo>
                      <a:pt x="6736" y="4130"/>
                      <a:pt x="6712" y="4097"/>
                      <a:pt x="6687" y="4072"/>
                    </a:cubicBezTo>
                    <a:cubicBezTo>
                      <a:pt x="6670" y="3881"/>
                      <a:pt x="6645" y="3682"/>
                      <a:pt x="6612" y="3492"/>
                    </a:cubicBezTo>
                    <a:cubicBezTo>
                      <a:pt x="6579" y="3227"/>
                      <a:pt x="6554" y="2962"/>
                      <a:pt x="6538" y="2688"/>
                    </a:cubicBezTo>
                    <a:cubicBezTo>
                      <a:pt x="6496" y="2150"/>
                      <a:pt x="6496" y="1603"/>
                      <a:pt x="6546" y="1064"/>
                    </a:cubicBezTo>
                    <a:cubicBezTo>
                      <a:pt x="6571" y="758"/>
                      <a:pt x="6620" y="459"/>
                      <a:pt x="6670" y="153"/>
                    </a:cubicBezTo>
                    <a:cubicBezTo>
                      <a:pt x="6685" y="59"/>
                      <a:pt x="6617" y="0"/>
                      <a:pt x="6547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2" name="Google Shape;2452;p4"/>
              <p:cNvSpPr/>
              <p:nvPr/>
            </p:nvSpPr>
            <p:spPr>
              <a:xfrm>
                <a:off x="4872600" y="4352425"/>
                <a:ext cx="65900" cy="318025"/>
              </a:xfrm>
              <a:custGeom>
                <a:rect b="b" l="l" r="r" t="t"/>
                <a:pathLst>
                  <a:path extrusionOk="0" h="12721" w="2636">
                    <a:moveTo>
                      <a:pt x="823" y="0"/>
                    </a:moveTo>
                    <a:cubicBezTo>
                      <a:pt x="765" y="0"/>
                      <a:pt x="709" y="38"/>
                      <a:pt x="705" y="115"/>
                    </a:cubicBezTo>
                    <a:cubicBezTo>
                      <a:pt x="705" y="165"/>
                      <a:pt x="705" y="206"/>
                      <a:pt x="705" y="256"/>
                    </a:cubicBezTo>
                    <a:cubicBezTo>
                      <a:pt x="697" y="198"/>
                      <a:pt x="680" y="148"/>
                      <a:pt x="672" y="90"/>
                    </a:cubicBezTo>
                    <a:cubicBezTo>
                      <a:pt x="664" y="31"/>
                      <a:pt x="617" y="3"/>
                      <a:pt x="568" y="3"/>
                    </a:cubicBezTo>
                    <a:cubicBezTo>
                      <a:pt x="516" y="3"/>
                      <a:pt x="461" y="35"/>
                      <a:pt x="448" y="90"/>
                    </a:cubicBezTo>
                    <a:cubicBezTo>
                      <a:pt x="233" y="902"/>
                      <a:pt x="199" y="1756"/>
                      <a:pt x="141" y="2593"/>
                    </a:cubicBezTo>
                    <a:cubicBezTo>
                      <a:pt x="108" y="3015"/>
                      <a:pt x="75" y="3438"/>
                      <a:pt x="50" y="3860"/>
                    </a:cubicBezTo>
                    <a:cubicBezTo>
                      <a:pt x="17" y="4283"/>
                      <a:pt x="1" y="4705"/>
                      <a:pt x="50" y="5128"/>
                    </a:cubicBezTo>
                    <a:cubicBezTo>
                      <a:pt x="125" y="5923"/>
                      <a:pt x="365" y="6702"/>
                      <a:pt x="630" y="7456"/>
                    </a:cubicBezTo>
                    <a:cubicBezTo>
                      <a:pt x="763" y="7837"/>
                      <a:pt x="912" y="8218"/>
                      <a:pt x="1053" y="8600"/>
                    </a:cubicBezTo>
                    <a:cubicBezTo>
                      <a:pt x="1194" y="8989"/>
                      <a:pt x="1326" y="9378"/>
                      <a:pt x="1401" y="9784"/>
                    </a:cubicBezTo>
                    <a:cubicBezTo>
                      <a:pt x="1492" y="10240"/>
                      <a:pt x="1517" y="10704"/>
                      <a:pt x="1525" y="11168"/>
                    </a:cubicBezTo>
                    <a:cubicBezTo>
                      <a:pt x="1533" y="11400"/>
                      <a:pt x="1542" y="11640"/>
                      <a:pt x="1533" y="11864"/>
                    </a:cubicBezTo>
                    <a:cubicBezTo>
                      <a:pt x="1525" y="11980"/>
                      <a:pt x="1492" y="12113"/>
                      <a:pt x="1417" y="12204"/>
                    </a:cubicBezTo>
                    <a:cubicBezTo>
                      <a:pt x="1389" y="12175"/>
                      <a:pt x="1350" y="12159"/>
                      <a:pt x="1313" y="12159"/>
                    </a:cubicBezTo>
                    <a:cubicBezTo>
                      <a:pt x="1264" y="12159"/>
                      <a:pt x="1220" y="12187"/>
                      <a:pt x="1210" y="12254"/>
                    </a:cubicBezTo>
                    <a:cubicBezTo>
                      <a:pt x="1210" y="12262"/>
                      <a:pt x="1202" y="12278"/>
                      <a:pt x="1202" y="12287"/>
                    </a:cubicBezTo>
                    <a:cubicBezTo>
                      <a:pt x="1144" y="12312"/>
                      <a:pt x="1136" y="12386"/>
                      <a:pt x="1177" y="12428"/>
                    </a:cubicBezTo>
                    <a:lnTo>
                      <a:pt x="1161" y="12519"/>
                    </a:lnTo>
                    <a:cubicBezTo>
                      <a:pt x="1144" y="12577"/>
                      <a:pt x="1177" y="12668"/>
                      <a:pt x="1252" y="12676"/>
                    </a:cubicBezTo>
                    <a:cubicBezTo>
                      <a:pt x="1399" y="12700"/>
                      <a:pt x="1559" y="12721"/>
                      <a:pt x="1717" y="12721"/>
                    </a:cubicBezTo>
                    <a:cubicBezTo>
                      <a:pt x="1993" y="12721"/>
                      <a:pt x="2263" y="12657"/>
                      <a:pt x="2453" y="12436"/>
                    </a:cubicBezTo>
                    <a:cubicBezTo>
                      <a:pt x="2586" y="12278"/>
                      <a:pt x="2635" y="12080"/>
                      <a:pt x="2602" y="11881"/>
                    </a:cubicBezTo>
                    <a:cubicBezTo>
                      <a:pt x="2561" y="11682"/>
                      <a:pt x="2453" y="11491"/>
                      <a:pt x="2337" y="11326"/>
                    </a:cubicBezTo>
                    <a:cubicBezTo>
                      <a:pt x="2221" y="11143"/>
                      <a:pt x="2105" y="10969"/>
                      <a:pt x="2022" y="10770"/>
                    </a:cubicBezTo>
                    <a:cubicBezTo>
                      <a:pt x="1939" y="10596"/>
                      <a:pt x="1881" y="10406"/>
                      <a:pt x="1832" y="10215"/>
                    </a:cubicBezTo>
                    <a:cubicBezTo>
                      <a:pt x="1732" y="9818"/>
                      <a:pt x="1683" y="9420"/>
                      <a:pt x="1625" y="9022"/>
                    </a:cubicBezTo>
                    <a:cubicBezTo>
                      <a:pt x="1575" y="8600"/>
                      <a:pt x="1517" y="8185"/>
                      <a:pt x="1409" y="7779"/>
                    </a:cubicBezTo>
                    <a:cubicBezTo>
                      <a:pt x="1285" y="7340"/>
                      <a:pt x="1094" y="6918"/>
                      <a:pt x="1045" y="6462"/>
                    </a:cubicBezTo>
                    <a:cubicBezTo>
                      <a:pt x="987" y="5965"/>
                      <a:pt x="987" y="5468"/>
                      <a:pt x="970" y="4971"/>
                    </a:cubicBezTo>
                    <a:cubicBezTo>
                      <a:pt x="953" y="4482"/>
                      <a:pt x="937" y="3985"/>
                      <a:pt x="929" y="3496"/>
                    </a:cubicBezTo>
                    <a:cubicBezTo>
                      <a:pt x="920" y="2783"/>
                      <a:pt x="920" y="2079"/>
                      <a:pt x="929" y="1375"/>
                    </a:cubicBezTo>
                    <a:cubicBezTo>
                      <a:pt x="970" y="960"/>
                      <a:pt x="978" y="538"/>
                      <a:pt x="945" y="115"/>
                    </a:cubicBezTo>
                    <a:cubicBezTo>
                      <a:pt x="941" y="40"/>
                      <a:pt x="881" y="0"/>
                      <a:pt x="823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3" name="Google Shape;2453;p4"/>
              <p:cNvSpPr/>
              <p:nvPr/>
            </p:nvSpPr>
            <p:spPr>
              <a:xfrm>
                <a:off x="4867850" y="4390250"/>
                <a:ext cx="6025" cy="25575"/>
              </a:xfrm>
              <a:custGeom>
                <a:rect b="b" l="l" r="r" t="t"/>
                <a:pathLst>
                  <a:path extrusionOk="0" h="1023" w="241">
                    <a:moveTo>
                      <a:pt x="128" y="0"/>
                    </a:moveTo>
                    <a:cubicBezTo>
                      <a:pt x="112" y="0"/>
                      <a:pt x="95" y="7"/>
                      <a:pt x="83" y="19"/>
                    </a:cubicBezTo>
                    <a:cubicBezTo>
                      <a:pt x="50" y="52"/>
                      <a:pt x="41" y="85"/>
                      <a:pt x="33" y="127"/>
                    </a:cubicBezTo>
                    <a:cubicBezTo>
                      <a:pt x="33" y="168"/>
                      <a:pt x="17" y="210"/>
                      <a:pt x="17" y="259"/>
                    </a:cubicBezTo>
                    <a:cubicBezTo>
                      <a:pt x="17" y="334"/>
                      <a:pt x="17" y="417"/>
                      <a:pt x="17" y="491"/>
                    </a:cubicBezTo>
                    <a:cubicBezTo>
                      <a:pt x="17" y="566"/>
                      <a:pt x="8" y="641"/>
                      <a:pt x="8" y="723"/>
                    </a:cubicBezTo>
                    <a:cubicBezTo>
                      <a:pt x="8" y="765"/>
                      <a:pt x="0" y="806"/>
                      <a:pt x="0" y="839"/>
                    </a:cubicBezTo>
                    <a:cubicBezTo>
                      <a:pt x="0" y="881"/>
                      <a:pt x="8" y="922"/>
                      <a:pt x="8" y="964"/>
                    </a:cubicBezTo>
                    <a:cubicBezTo>
                      <a:pt x="8" y="1001"/>
                      <a:pt x="37" y="1022"/>
                      <a:pt x="65" y="1022"/>
                    </a:cubicBezTo>
                    <a:cubicBezTo>
                      <a:pt x="87" y="1022"/>
                      <a:pt x="109" y="1009"/>
                      <a:pt x="116" y="980"/>
                    </a:cubicBezTo>
                    <a:cubicBezTo>
                      <a:pt x="133" y="939"/>
                      <a:pt x="149" y="906"/>
                      <a:pt x="166" y="864"/>
                    </a:cubicBezTo>
                    <a:cubicBezTo>
                      <a:pt x="174" y="823"/>
                      <a:pt x="182" y="781"/>
                      <a:pt x="182" y="740"/>
                    </a:cubicBezTo>
                    <a:cubicBezTo>
                      <a:pt x="199" y="665"/>
                      <a:pt x="215" y="583"/>
                      <a:pt x="215" y="500"/>
                    </a:cubicBezTo>
                    <a:cubicBezTo>
                      <a:pt x="224" y="417"/>
                      <a:pt x="240" y="342"/>
                      <a:pt x="232" y="259"/>
                    </a:cubicBezTo>
                    <a:cubicBezTo>
                      <a:pt x="232" y="210"/>
                      <a:pt x="224" y="168"/>
                      <a:pt x="215" y="127"/>
                    </a:cubicBezTo>
                    <a:cubicBezTo>
                      <a:pt x="207" y="85"/>
                      <a:pt x="207" y="44"/>
                      <a:pt x="174" y="19"/>
                    </a:cubicBezTo>
                    <a:cubicBezTo>
                      <a:pt x="162" y="7"/>
                      <a:pt x="145" y="0"/>
                      <a:pt x="1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4" name="Google Shape;2454;p4"/>
              <p:cNvSpPr/>
              <p:nvPr/>
            </p:nvSpPr>
            <p:spPr>
              <a:xfrm>
                <a:off x="4869700" y="4368350"/>
                <a:ext cx="3750" cy="10250"/>
              </a:xfrm>
              <a:custGeom>
                <a:rect b="b" l="l" r="r" t="t"/>
                <a:pathLst>
                  <a:path extrusionOk="0" h="410" w="150">
                    <a:moveTo>
                      <a:pt x="125" y="0"/>
                    </a:moveTo>
                    <a:cubicBezTo>
                      <a:pt x="108" y="0"/>
                      <a:pt x="92" y="9"/>
                      <a:pt x="83" y="17"/>
                    </a:cubicBezTo>
                    <a:cubicBezTo>
                      <a:pt x="59" y="75"/>
                      <a:pt x="50" y="133"/>
                      <a:pt x="42" y="183"/>
                    </a:cubicBezTo>
                    <a:cubicBezTo>
                      <a:pt x="25" y="241"/>
                      <a:pt x="17" y="299"/>
                      <a:pt x="9" y="357"/>
                    </a:cubicBezTo>
                    <a:cubicBezTo>
                      <a:pt x="1" y="381"/>
                      <a:pt x="17" y="406"/>
                      <a:pt x="42" y="406"/>
                    </a:cubicBezTo>
                    <a:cubicBezTo>
                      <a:pt x="46" y="408"/>
                      <a:pt x="51" y="409"/>
                      <a:pt x="57" y="409"/>
                    </a:cubicBezTo>
                    <a:cubicBezTo>
                      <a:pt x="73" y="409"/>
                      <a:pt x="92" y="400"/>
                      <a:pt x="92" y="381"/>
                    </a:cubicBezTo>
                    <a:cubicBezTo>
                      <a:pt x="108" y="323"/>
                      <a:pt x="117" y="265"/>
                      <a:pt x="125" y="207"/>
                    </a:cubicBezTo>
                    <a:cubicBezTo>
                      <a:pt x="133" y="183"/>
                      <a:pt x="133" y="149"/>
                      <a:pt x="141" y="125"/>
                    </a:cubicBezTo>
                    <a:cubicBezTo>
                      <a:pt x="141" y="91"/>
                      <a:pt x="150" y="67"/>
                      <a:pt x="150" y="33"/>
                    </a:cubicBezTo>
                    <a:cubicBezTo>
                      <a:pt x="150" y="25"/>
                      <a:pt x="133" y="9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5" name="Google Shape;2455;p4"/>
              <p:cNvSpPr/>
              <p:nvPr/>
            </p:nvSpPr>
            <p:spPr>
              <a:xfrm>
                <a:off x="4896225" y="4590425"/>
                <a:ext cx="8725" cy="26950"/>
              </a:xfrm>
              <a:custGeom>
                <a:rect b="b" l="l" r="r" t="t"/>
                <a:pathLst>
                  <a:path extrusionOk="0" h="1078" w="349">
                    <a:moveTo>
                      <a:pt x="99" y="1"/>
                    </a:moveTo>
                    <a:cubicBezTo>
                      <a:pt x="73" y="1"/>
                      <a:pt x="48" y="19"/>
                      <a:pt x="33" y="49"/>
                    </a:cubicBezTo>
                    <a:cubicBezTo>
                      <a:pt x="0" y="132"/>
                      <a:pt x="25" y="223"/>
                      <a:pt x="42" y="306"/>
                    </a:cubicBezTo>
                    <a:cubicBezTo>
                      <a:pt x="66" y="380"/>
                      <a:pt x="91" y="463"/>
                      <a:pt x="108" y="546"/>
                    </a:cubicBezTo>
                    <a:cubicBezTo>
                      <a:pt x="133" y="621"/>
                      <a:pt x="149" y="704"/>
                      <a:pt x="174" y="778"/>
                    </a:cubicBezTo>
                    <a:cubicBezTo>
                      <a:pt x="182" y="820"/>
                      <a:pt x="199" y="853"/>
                      <a:pt x="207" y="894"/>
                    </a:cubicBezTo>
                    <a:cubicBezTo>
                      <a:pt x="207" y="936"/>
                      <a:pt x="207" y="977"/>
                      <a:pt x="216" y="1018"/>
                    </a:cubicBezTo>
                    <a:cubicBezTo>
                      <a:pt x="216" y="1059"/>
                      <a:pt x="241" y="1078"/>
                      <a:pt x="268" y="1078"/>
                    </a:cubicBezTo>
                    <a:cubicBezTo>
                      <a:pt x="297" y="1078"/>
                      <a:pt x="327" y="1057"/>
                      <a:pt x="332" y="1018"/>
                    </a:cubicBezTo>
                    <a:cubicBezTo>
                      <a:pt x="340" y="936"/>
                      <a:pt x="348" y="844"/>
                      <a:pt x="348" y="762"/>
                    </a:cubicBezTo>
                    <a:cubicBezTo>
                      <a:pt x="348" y="679"/>
                      <a:pt x="323" y="588"/>
                      <a:pt x="315" y="505"/>
                    </a:cubicBezTo>
                    <a:lnTo>
                      <a:pt x="315" y="513"/>
                    </a:lnTo>
                    <a:cubicBezTo>
                      <a:pt x="298" y="430"/>
                      <a:pt x="282" y="347"/>
                      <a:pt x="257" y="264"/>
                    </a:cubicBezTo>
                    <a:cubicBezTo>
                      <a:pt x="240" y="173"/>
                      <a:pt x="224" y="82"/>
                      <a:pt x="149" y="24"/>
                    </a:cubicBezTo>
                    <a:cubicBezTo>
                      <a:pt x="133" y="8"/>
                      <a:pt x="116" y="1"/>
                      <a:pt x="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6" name="Google Shape;2456;p4"/>
              <p:cNvSpPr/>
              <p:nvPr/>
            </p:nvSpPr>
            <p:spPr>
              <a:xfrm>
                <a:off x="4895375" y="4618325"/>
                <a:ext cx="3775" cy="9175"/>
              </a:xfrm>
              <a:custGeom>
                <a:rect b="b" l="l" r="r" t="t"/>
                <a:pathLst>
                  <a:path extrusionOk="0" h="367" w="151">
                    <a:moveTo>
                      <a:pt x="56" y="0"/>
                    </a:moveTo>
                    <a:cubicBezTo>
                      <a:pt x="51" y="0"/>
                      <a:pt x="47" y="1"/>
                      <a:pt x="42" y="2"/>
                    </a:cubicBezTo>
                    <a:cubicBezTo>
                      <a:pt x="18" y="18"/>
                      <a:pt x="1" y="43"/>
                      <a:pt x="9" y="76"/>
                    </a:cubicBezTo>
                    <a:cubicBezTo>
                      <a:pt x="9" y="85"/>
                      <a:pt x="9" y="93"/>
                      <a:pt x="9" y="110"/>
                    </a:cubicBezTo>
                    <a:cubicBezTo>
                      <a:pt x="9" y="110"/>
                      <a:pt x="18" y="118"/>
                      <a:pt x="18" y="118"/>
                    </a:cubicBezTo>
                    <a:lnTo>
                      <a:pt x="18" y="126"/>
                    </a:lnTo>
                    <a:cubicBezTo>
                      <a:pt x="18" y="143"/>
                      <a:pt x="18" y="159"/>
                      <a:pt x="18" y="184"/>
                    </a:cubicBezTo>
                    <a:cubicBezTo>
                      <a:pt x="18" y="201"/>
                      <a:pt x="18" y="217"/>
                      <a:pt x="18" y="242"/>
                    </a:cubicBezTo>
                    <a:cubicBezTo>
                      <a:pt x="18" y="259"/>
                      <a:pt x="18" y="284"/>
                      <a:pt x="18" y="300"/>
                    </a:cubicBezTo>
                    <a:cubicBezTo>
                      <a:pt x="18" y="333"/>
                      <a:pt x="51" y="366"/>
                      <a:pt x="84" y="366"/>
                    </a:cubicBezTo>
                    <a:cubicBezTo>
                      <a:pt x="117" y="366"/>
                      <a:pt x="142" y="342"/>
                      <a:pt x="150" y="300"/>
                    </a:cubicBezTo>
                    <a:cubicBezTo>
                      <a:pt x="150" y="285"/>
                      <a:pt x="150" y="264"/>
                      <a:pt x="150" y="242"/>
                    </a:cubicBezTo>
                    <a:cubicBezTo>
                      <a:pt x="150" y="226"/>
                      <a:pt x="150" y="217"/>
                      <a:pt x="150" y="201"/>
                    </a:cubicBezTo>
                    <a:cubicBezTo>
                      <a:pt x="150" y="201"/>
                      <a:pt x="150" y="192"/>
                      <a:pt x="142" y="192"/>
                    </a:cubicBezTo>
                    <a:cubicBezTo>
                      <a:pt x="142" y="184"/>
                      <a:pt x="142" y="176"/>
                      <a:pt x="142" y="168"/>
                    </a:cubicBezTo>
                    <a:cubicBezTo>
                      <a:pt x="134" y="126"/>
                      <a:pt x="125" y="85"/>
                      <a:pt x="117" y="43"/>
                    </a:cubicBezTo>
                    <a:cubicBezTo>
                      <a:pt x="110" y="22"/>
                      <a:pt x="84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7" name="Google Shape;2457;p4"/>
              <p:cNvSpPr/>
              <p:nvPr/>
            </p:nvSpPr>
            <p:spPr>
              <a:xfrm>
                <a:off x="4884625" y="4567400"/>
                <a:ext cx="3525" cy="2525"/>
              </a:xfrm>
              <a:custGeom>
                <a:rect b="b" l="l" r="r" t="t"/>
                <a:pathLst>
                  <a:path extrusionOk="0" h="101" w="141">
                    <a:moveTo>
                      <a:pt x="75" y="1"/>
                    </a:moveTo>
                    <a:cubicBezTo>
                      <a:pt x="0" y="1"/>
                      <a:pt x="0" y="100"/>
                      <a:pt x="75" y="100"/>
                    </a:cubicBezTo>
                    <a:cubicBezTo>
                      <a:pt x="141" y="100"/>
                      <a:pt x="141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8" name="Google Shape;2458;p4"/>
              <p:cNvSpPr/>
              <p:nvPr/>
            </p:nvSpPr>
            <p:spPr>
              <a:xfrm>
                <a:off x="5036250" y="4183175"/>
                <a:ext cx="90125" cy="431900"/>
              </a:xfrm>
              <a:custGeom>
                <a:rect b="b" l="l" r="r" t="t"/>
                <a:pathLst>
                  <a:path extrusionOk="0" h="17276" w="3605">
                    <a:moveTo>
                      <a:pt x="3306" y="0"/>
                    </a:moveTo>
                    <a:cubicBezTo>
                      <a:pt x="3066" y="166"/>
                      <a:pt x="3008" y="472"/>
                      <a:pt x="2999" y="754"/>
                    </a:cubicBezTo>
                    <a:cubicBezTo>
                      <a:pt x="2991" y="1085"/>
                      <a:pt x="2991" y="1425"/>
                      <a:pt x="2966" y="1757"/>
                    </a:cubicBezTo>
                    <a:cubicBezTo>
                      <a:pt x="2933" y="2105"/>
                      <a:pt x="2892" y="2444"/>
                      <a:pt x="2825" y="2784"/>
                    </a:cubicBezTo>
                    <a:cubicBezTo>
                      <a:pt x="2693" y="3455"/>
                      <a:pt x="2494" y="4110"/>
                      <a:pt x="2221" y="4731"/>
                    </a:cubicBezTo>
                    <a:cubicBezTo>
                      <a:pt x="2088" y="5046"/>
                      <a:pt x="1931" y="5352"/>
                      <a:pt x="1765" y="5651"/>
                    </a:cubicBezTo>
                    <a:cubicBezTo>
                      <a:pt x="1607" y="5932"/>
                      <a:pt x="1359" y="6214"/>
                      <a:pt x="1351" y="6546"/>
                    </a:cubicBezTo>
                    <a:cubicBezTo>
                      <a:pt x="1342" y="6720"/>
                      <a:pt x="1409" y="6885"/>
                      <a:pt x="1417" y="7059"/>
                    </a:cubicBezTo>
                    <a:cubicBezTo>
                      <a:pt x="1434" y="7208"/>
                      <a:pt x="1376" y="7349"/>
                      <a:pt x="1301" y="7474"/>
                    </a:cubicBezTo>
                    <a:cubicBezTo>
                      <a:pt x="1135" y="7739"/>
                      <a:pt x="953" y="7971"/>
                      <a:pt x="878" y="8277"/>
                    </a:cubicBezTo>
                    <a:cubicBezTo>
                      <a:pt x="721" y="8924"/>
                      <a:pt x="936" y="9578"/>
                      <a:pt x="912" y="10224"/>
                    </a:cubicBezTo>
                    <a:cubicBezTo>
                      <a:pt x="878" y="10920"/>
                      <a:pt x="489" y="11525"/>
                      <a:pt x="282" y="12171"/>
                    </a:cubicBezTo>
                    <a:cubicBezTo>
                      <a:pt x="75" y="12834"/>
                      <a:pt x="0" y="13539"/>
                      <a:pt x="8" y="14235"/>
                    </a:cubicBezTo>
                    <a:cubicBezTo>
                      <a:pt x="17" y="14939"/>
                      <a:pt x="108" y="15643"/>
                      <a:pt x="224" y="16347"/>
                    </a:cubicBezTo>
                    <a:cubicBezTo>
                      <a:pt x="274" y="16654"/>
                      <a:pt x="323" y="16969"/>
                      <a:pt x="381" y="17275"/>
                    </a:cubicBezTo>
                    <a:cubicBezTo>
                      <a:pt x="390" y="17234"/>
                      <a:pt x="398" y="17184"/>
                      <a:pt x="414" y="17143"/>
                    </a:cubicBezTo>
                    <a:cubicBezTo>
                      <a:pt x="414" y="17122"/>
                      <a:pt x="437" y="17107"/>
                      <a:pt x="459" y="17107"/>
                    </a:cubicBezTo>
                    <a:cubicBezTo>
                      <a:pt x="463" y="17107"/>
                      <a:pt x="468" y="17108"/>
                      <a:pt x="472" y="17110"/>
                    </a:cubicBezTo>
                    <a:cubicBezTo>
                      <a:pt x="497" y="16886"/>
                      <a:pt x="522" y="16654"/>
                      <a:pt x="555" y="16430"/>
                    </a:cubicBezTo>
                    <a:cubicBezTo>
                      <a:pt x="646" y="15726"/>
                      <a:pt x="754" y="15030"/>
                      <a:pt x="862" y="14334"/>
                    </a:cubicBezTo>
                    <a:cubicBezTo>
                      <a:pt x="920" y="13986"/>
                      <a:pt x="994" y="13646"/>
                      <a:pt x="1077" y="13307"/>
                    </a:cubicBezTo>
                    <a:cubicBezTo>
                      <a:pt x="1119" y="13141"/>
                      <a:pt x="1168" y="12983"/>
                      <a:pt x="1218" y="12818"/>
                    </a:cubicBezTo>
                    <a:cubicBezTo>
                      <a:pt x="1268" y="12660"/>
                      <a:pt x="1301" y="12470"/>
                      <a:pt x="1392" y="12329"/>
                    </a:cubicBezTo>
                    <a:cubicBezTo>
                      <a:pt x="1408" y="12313"/>
                      <a:pt x="1431" y="12304"/>
                      <a:pt x="1452" y="12304"/>
                    </a:cubicBezTo>
                    <a:cubicBezTo>
                      <a:pt x="1464" y="12304"/>
                      <a:pt x="1474" y="12306"/>
                      <a:pt x="1483" y="12312"/>
                    </a:cubicBezTo>
                    <a:cubicBezTo>
                      <a:pt x="1508" y="12263"/>
                      <a:pt x="1525" y="12221"/>
                      <a:pt x="1549" y="12171"/>
                    </a:cubicBezTo>
                    <a:cubicBezTo>
                      <a:pt x="1690" y="11832"/>
                      <a:pt x="1765" y="11451"/>
                      <a:pt x="1823" y="11086"/>
                    </a:cubicBezTo>
                    <a:cubicBezTo>
                      <a:pt x="1889" y="10697"/>
                      <a:pt x="1939" y="10299"/>
                      <a:pt x="1980" y="9909"/>
                    </a:cubicBezTo>
                    <a:cubicBezTo>
                      <a:pt x="2055" y="9114"/>
                      <a:pt x="2071" y="8319"/>
                      <a:pt x="2030" y="7523"/>
                    </a:cubicBezTo>
                    <a:cubicBezTo>
                      <a:pt x="2026" y="7457"/>
                      <a:pt x="2074" y="7424"/>
                      <a:pt x="2123" y="7424"/>
                    </a:cubicBezTo>
                    <a:cubicBezTo>
                      <a:pt x="2173" y="7424"/>
                      <a:pt x="2225" y="7457"/>
                      <a:pt x="2229" y="7523"/>
                    </a:cubicBezTo>
                    <a:cubicBezTo>
                      <a:pt x="2237" y="7598"/>
                      <a:pt x="2237" y="7672"/>
                      <a:pt x="2245" y="7747"/>
                    </a:cubicBezTo>
                    <a:cubicBezTo>
                      <a:pt x="2444" y="7167"/>
                      <a:pt x="2743" y="6628"/>
                      <a:pt x="2950" y="6057"/>
                    </a:cubicBezTo>
                    <a:cubicBezTo>
                      <a:pt x="3455" y="4681"/>
                      <a:pt x="3604" y="3207"/>
                      <a:pt x="3521" y="1748"/>
                    </a:cubicBezTo>
                    <a:cubicBezTo>
                      <a:pt x="3488" y="1160"/>
                      <a:pt x="3414" y="580"/>
                      <a:pt x="330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9" name="Google Shape;2459;p4"/>
              <p:cNvSpPr/>
              <p:nvPr/>
            </p:nvSpPr>
            <p:spPr>
              <a:xfrm>
                <a:off x="4796175" y="4240750"/>
                <a:ext cx="5400" cy="11875"/>
              </a:xfrm>
              <a:custGeom>
                <a:rect b="b" l="l" r="r" t="t"/>
                <a:pathLst>
                  <a:path extrusionOk="0" h="475" w="216">
                    <a:moveTo>
                      <a:pt x="184" y="0"/>
                    </a:moveTo>
                    <a:cubicBezTo>
                      <a:pt x="176" y="0"/>
                      <a:pt x="169" y="3"/>
                      <a:pt x="166" y="9"/>
                    </a:cubicBezTo>
                    <a:cubicBezTo>
                      <a:pt x="158" y="25"/>
                      <a:pt x="141" y="42"/>
                      <a:pt x="133" y="58"/>
                    </a:cubicBezTo>
                    <a:cubicBezTo>
                      <a:pt x="125" y="75"/>
                      <a:pt x="125" y="92"/>
                      <a:pt x="116" y="116"/>
                    </a:cubicBezTo>
                    <a:cubicBezTo>
                      <a:pt x="100" y="141"/>
                      <a:pt x="91" y="174"/>
                      <a:pt x="75" y="208"/>
                    </a:cubicBezTo>
                    <a:cubicBezTo>
                      <a:pt x="50" y="274"/>
                      <a:pt x="33" y="340"/>
                      <a:pt x="9" y="415"/>
                    </a:cubicBezTo>
                    <a:cubicBezTo>
                      <a:pt x="0" y="440"/>
                      <a:pt x="17" y="464"/>
                      <a:pt x="42" y="473"/>
                    </a:cubicBezTo>
                    <a:cubicBezTo>
                      <a:pt x="48" y="474"/>
                      <a:pt x="53" y="475"/>
                      <a:pt x="58" y="475"/>
                    </a:cubicBezTo>
                    <a:cubicBezTo>
                      <a:pt x="83" y="475"/>
                      <a:pt x="101" y="460"/>
                      <a:pt x="108" y="440"/>
                    </a:cubicBezTo>
                    <a:cubicBezTo>
                      <a:pt x="133" y="373"/>
                      <a:pt x="158" y="307"/>
                      <a:pt x="174" y="232"/>
                    </a:cubicBezTo>
                    <a:cubicBezTo>
                      <a:pt x="183" y="199"/>
                      <a:pt x="191" y="166"/>
                      <a:pt x="199" y="133"/>
                    </a:cubicBezTo>
                    <a:cubicBezTo>
                      <a:pt x="199" y="116"/>
                      <a:pt x="207" y="100"/>
                      <a:pt x="207" y="83"/>
                    </a:cubicBezTo>
                    <a:cubicBezTo>
                      <a:pt x="216" y="67"/>
                      <a:pt x="216" y="42"/>
                      <a:pt x="216" y="25"/>
                    </a:cubicBezTo>
                    <a:cubicBezTo>
                      <a:pt x="216" y="9"/>
                      <a:pt x="198" y="0"/>
                      <a:pt x="1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0" name="Google Shape;2460;p4"/>
              <p:cNvSpPr/>
              <p:nvPr/>
            </p:nvSpPr>
            <p:spPr>
              <a:xfrm>
                <a:off x="4821450" y="4258575"/>
                <a:ext cx="3750" cy="13475"/>
              </a:xfrm>
              <a:custGeom>
                <a:rect b="b" l="l" r="r" t="t"/>
                <a:pathLst>
                  <a:path extrusionOk="0" h="539" w="150">
                    <a:moveTo>
                      <a:pt x="37" y="1"/>
                    </a:moveTo>
                    <a:cubicBezTo>
                      <a:pt x="18" y="1"/>
                      <a:pt x="0" y="17"/>
                      <a:pt x="0" y="41"/>
                    </a:cubicBezTo>
                    <a:cubicBezTo>
                      <a:pt x="0" y="83"/>
                      <a:pt x="8" y="116"/>
                      <a:pt x="8" y="149"/>
                    </a:cubicBezTo>
                    <a:cubicBezTo>
                      <a:pt x="8" y="191"/>
                      <a:pt x="17" y="224"/>
                      <a:pt x="17" y="265"/>
                    </a:cubicBezTo>
                    <a:cubicBezTo>
                      <a:pt x="33" y="340"/>
                      <a:pt x="33" y="414"/>
                      <a:pt x="33" y="481"/>
                    </a:cubicBezTo>
                    <a:cubicBezTo>
                      <a:pt x="33" y="514"/>
                      <a:pt x="58" y="539"/>
                      <a:pt x="83" y="539"/>
                    </a:cubicBezTo>
                    <a:cubicBezTo>
                      <a:pt x="116" y="539"/>
                      <a:pt x="141" y="514"/>
                      <a:pt x="141" y="481"/>
                    </a:cubicBezTo>
                    <a:cubicBezTo>
                      <a:pt x="149" y="406"/>
                      <a:pt x="149" y="331"/>
                      <a:pt x="141" y="257"/>
                    </a:cubicBezTo>
                    <a:cubicBezTo>
                      <a:pt x="141" y="215"/>
                      <a:pt x="133" y="174"/>
                      <a:pt x="124" y="133"/>
                    </a:cubicBezTo>
                    <a:cubicBezTo>
                      <a:pt x="108" y="99"/>
                      <a:pt x="99" y="58"/>
                      <a:pt x="75" y="25"/>
                    </a:cubicBezTo>
                    <a:cubicBezTo>
                      <a:pt x="65" y="8"/>
                      <a:pt x="51" y="1"/>
                      <a:pt x="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1" name="Google Shape;2461;p4"/>
              <p:cNvSpPr/>
              <p:nvPr/>
            </p:nvSpPr>
            <p:spPr>
              <a:xfrm>
                <a:off x="4726150" y="4098900"/>
                <a:ext cx="52650" cy="66450"/>
              </a:xfrm>
              <a:custGeom>
                <a:rect b="b" l="l" r="r" t="t"/>
                <a:pathLst>
                  <a:path extrusionOk="0" h="2658" w="2106">
                    <a:moveTo>
                      <a:pt x="139" y="1"/>
                    </a:moveTo>
                    <a:cubicBezTo>
                      <a:pt x="88" y="1"/>
                      <a:pt x="40" y="30"/>
                      <a:pt x="26" y="98"/>
                    </a:cubicBezTo>
                    <a:cubicBezTo>
                      <a:pt x="1" y="223"/>
                      <a:pt x="75" y="305"/>
                      <a:pt x="175" y="363"/>
                    </a:cubicBezTo>
                    <a:cubicBezTo>
                      <a:pt x="249" y="504"/>
                      <a:pt x="340" y="637"/>
                      <a:pt x="432" y="769"/>
                    </a:cubicBezTo>
                    <a:cubicBezTo>
                      <a:pt x="340" y="778"/>
                      <a:pt x="282" y="885"/>
                      <a:pt x="357" y="977"/>
                    </a:cubicBezTo>
                    <a:cubicBezTo>
                      <a:pt x="398" y="1035"/>
                      <a:pt x="448" y="1093"/>
                      <a:pt x="490" y="1142"/>
                    </a:cubicBezTo>
                    <a:cubicBezTo>
                      <a:pt x="680" y="1449"/>
                      <a:pt x="854" y="1755"/>
                      <a:pt x="1036" y="2070"/>
                    </a:cubicBezTo>
                    <a:cubicBezTo>
                      <a:pt x="1086" y="2153"/>
                      <a:pt x="1136" y="2269"/>
                      <a:pt x="1210" y="2344"/>
                    </a:cubicBezTo>
                    <a:cubicBezTo>
                      <a:pt x="1202" y="2427"/>
                      <a:pt x="1235" y="2509"/>
                      <a:pt x="1326" y="2543"/>
                    </a:cubicBezTo>
                    <a:cubicBezTo>
                      <a:pt x="1343" y="2543"/>
                      <a:pt x="1360" y="2551"/>
                      <a:pt x="1376" y="2551"/>
                    </a:cubicBezTo>
                    <a:cubicBezTo>
                      <a:pt x="1382" y="2608"/>
                      <a:pt x="1436" y="2658"/>
                      <a:pt x="1495" y="2658"/>
                    </a:cubicBezTo>
                    <a:cubicBezTo>
                      <a:pt x="1522" y="2658"/>
                      <a:pt x="1550" y="2648"/>
                      <a:pt x="1575" y="2625"/>
                    </a:cubicBezTo>
                    <a:cubicBezTo>
                      <a:pt x="1641" y="2559"/>
                      <a:pt x="1708" y="2493"/>
                      <a:pt x="1774" y="2427"/>
                    </a:cubicBezTo>
                    <a:cubicBezTo>
                      <a:pt x="1882" y="2385"/>
                      <a:pt x="1973" y="2327"/>
                      <a:pt x="2056" y="2244"/>
                    </a:cubicBezTo>
                    <a:cubicBezTo>
                      <a:pt x="2105" y="2186"/>
                      <a:pt x="2097" y="2070"/>
                      <a:pt x="2022" y="2045"/>
                    </a:cubicBezTo>
                    <a:cubicBezTo>
                      <a:pt x="2022" y="2012"/>
                      <a:pt x="2014" y="1979"/>
                      <a:pt x="1998" y="1963"/>
                    </a:cubicBezTo>
                    <a:cubicBezTo>
                      <a:pt x="1998" y="1938"/>
                      <a:pt x="1981" y="1921"/>
                      <a:pt x="1956" y="1905"/>
                    </a:cubicBezTo>
                    <a:cubicBezTo>
                      <a:pt x="1923" y="1855"/>
                      <a:pt x="1882" y="1805"/>
                      <a:pt x="1840" y="1764"/>
                    </a:cubicBezTo>
                    <a:cubicBezTo>
                      <a:pt x="1459" y="1407"/>
                      <a:pt x="1103" y="1026"/>
                      <a:pt x="780" y="612"/>
                    </a:cubicBezTo>
                    <a:cubicBezTo>
                      <a:pt x="697" y="513"/>
                      <a:pt x="622" y="397"/>
                      <a:pt x="531" y="305"/>
                    </a:cubicBezTo>
                    <a:cubicBezTo>
                      <a:pt x="481" y="256"/>
                      <a:pt x="432" y="214"/>
                      <a:pt x="374" y="181"/>
                    </a:cubicBezTo>
                    <a:cubicBezTo>
                      <a:pt x="349" y="165"/>
                      <a:pt x="324" y="156"/>
                      <a:pt x="299" y="140"/>
                    </a:cubicBezTo>
                    <a:cubicBezTo>
                      <a:pt x="291" y="140"/>
                      <a:pt x="282" y="131"/>
                      <a:pt x="282" y="131"/>
                    </a:cubicBezTo>
                    <a:cubicBezTo>
                      <a:pt x="278" y="51"/>
                      <a:pt x="206" y="1"/>
                      <a:pt x="139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2" name="Google Shape;2462;p4"/>
              <p:cNvSpPr/>
              <p:nvPr/>
            </p:nvSpPr>
            <p:spPr>
              <a:xfrm>
                <a:off x="4708125" y="4223275"/>
                <a:ext cx="6050" cy="13600"/>
              </a:xfrm>
              <a:custGeom>
                <a:rect b="b" l="l" r="r" t="t"/>
                <a:pathLst>
                  <a:path extrusionOk="0" h="544" w="242">
                    <a:moveTo>
                      <a:pt x="180" y="0"/>
                    </a:moveTo>
                    <a:cubicBezTo>
                      <a:pt x="160" y="0"/>
                      <a:pt x="140" y="10"/>
                      <a:pt x="133" y="28"/>
                    </a:cubicBezTo>
                    <a:cubicBezTo>
                      <a:pt x="109" y="95"/>
                      <a:pt x="75" y="161"/>
                      <a:pt x="59" y="227"/>
                    </a:cubicBezTo>
                    <a:cubicBezTo>
                      <a:pt x="34" y="285"/>
                      <a:pt x="17" y="351"/>
                      <a:pt x="9" y="418"/>
                    </a:cubicBezTo>
                    <a:cubicBezTo>
                      <a:pt x="1" y="467"/>
                      <a:pt x="26" y="525"/>
                      <a:pt x="75" y="542"/>
                    </a:cubicBezTo>
                    <a:cubicBezTo>
                      <a:pt x="82" y="543"/>
                      <a:pt x="88" y="544"/>
                      <a:pt x="94" y="544"/>
                    </a:cubicBezTo>
                    <a:cubicBezTo>
                      <a:pt x="139" y="544"/>
                      <a:pt x="185" y="518"/>
                      <a:pt x="200" y="467"/>
                    </a:cubicBezTo>
                    <a:cubicBezTo>
                      <a:pt x="216" y="401"/>
                      <a:pt x="225" y="335"/>
                      <a:pt x="233" y="269"/>
                    </a:cubicBezTo>
                    <a:cubicBezTo>
                      <a:pt x="241" y="202"/>
                      <a:pt x="241" y="128"/>
                      <a:pt x="241" y="61"/>
                    </a:cubicBezTo>
                    <a:cubicBezTo>
                      <a:pt x="241" y="37"/>
                      <a:pt x="225" y="3"/>
                      <a:pt x="200" y="3"/>
                    </a:cubicBezTo>
                    <a:cubicBezTo>
                      <a:pt x="194" y="1"/>
                      <a:pt x="187" y="0"/>
                      <a:pt x="1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3" name="Google Shape;2463;p4"/>
              <p:cNvSpPr/>
              <p:nvPr/>
            </p:nvSpPr>
            <p:spPr>
              <a:xfrm>
                <a:off x="4717250" y="4217350"/>
                <a:ext cx="2100" cy="1675"/>
              </a:xfrm>
              <a:custGeom>
                <a:rect b="b" l="l" r="r" t="t"/>
                <a:pathLst>
                  <a:path extrusionOk="0" h="67" w="84">
                    <a:moveTo>
                      <a:pt x="42" y="0"/>
                    </a:moveTo>
                    <a:cubicBezTo>
                      <a:pt x="0" y="0"/>
                      <a:pt x="0" y="66"/>
                      <a:pt x="42" y="66"/>
                    </a:cubicBezTo>
                    <a:cubicBezTo>
                      <a:pt x="83" y="66"/>
                      <a:pt x="83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4" name="Google Shape;2464;p4"/>
              <p:cNvSpPr/>
              <p:nvPr/>
            </p:nvSpPr>
            <p:spPr>
              <a:xfrm>
                <a:off x="4708550" y="4240750"/>
                <a:ext cx="3350" cy="6225"/>
              </a:xfrm>
              <a:custGeom>
                <a:rect b="b" l="l" r="r" t="t"/>
                <a:pathLst>
                  <a:path extrusionOk="0" h="249" w="134">
                    <a:moveTo>
                      <a:pt x="92" y="0"/>
                    </a:moveTo>
                    <a:cubicBezTo>
                      <a:pt x="67" y="0"/>
                      <a:pt x="34" y="9"/>
                      <a:pt x="25" y="42"/>
                    </a:cubicBezTo>
                    <a:cubicBezTo>
                      <a:pt x="17" y="67"/>
                      <a:pt x="9" y="100"/>
                      <a:pt x="9" y="125"/>
                    </a:cubicBezTo>
                    <a:cubicBezTo>
                      <a:pt x="0" y="141"/>
                      <a:pt x="0" y="158"/>
                      <a:pt x="0" y="174"/>
                    </a:cubicBezTo>
                    <a:cubicBezTo>
                      <a:pt x="0" y="191"/>
                      <a:pt x="0" y="199"/>
                      <a:pt x="0" y="208"/>
                    </a:cubicBezTo>
                    <a:cubicBezTo>
                      <a:pt x="0" y="224"/>
                      <a:pt x="17" y="241"/>
                      <a:pt x="34" y="249"/>
                    </a:cubicBezTo>
                    <a:cubicBezTo>
                      <a:pt x="50" y="249"/>
                      <a:pt x="75" y="241"/>
                      <a:pt x="83" y="232"/>
                    </a:cubicBezTo>
                    <a:cubicBezTo>
                      <a:pt x="92" y="224"/>
                      <a:pt x="100" y="208"/>
                      <a:pt x="108" y="199"/>
                    </a:cubicBezTo>
                    <a:cubicBezTo>
                      <a:pt x="108" y="191"/>
                      <a:pt x="108" y="183"/>
                      <a:pt x="108" y="174"/>
                    </a:cubicBezTo>
                    <a:cubicBezTo>
                      <a:pt x="116" y="166"/>
                      <a:pt x="116" y="158"/>
                      <a:pt x="116" y="150"/>
                    </a:cubicBezTo>
                    <a:lnTo>
                      <a:pt x="133" y="67"/>
                    </a:lnTo>
                    <a:cubicBezTo>
                      <a:pt x="133" y="58"/>
                      <a:pt x="133" y="42"/>
                      <a:pt x="125" y="25"/>
                    </a:cubicBezTo>
                    <a:cubicBezTo>
                      <a:pt x="116" y="17"/>
                      <a:pt x="108" y="9"/>
                      <a:pt x="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5" name="Google Shape;2465;p4"/>
              <p:cNvSpPr/>
              <p:nvPr/>
            </p:nvSpPr>
            <p:spPr>
              <a:xfrm>
                <a:off x="4713325" y="4244725"/>
                <a:ext cx="4150" cy="6075"/>
              </a:xfrm>
              <a:custGeom>
                <a:rect b="b" l="l" r="r" t="t"/>
                <a:pathLst>
                  <a:path extrusionOk="0" h="243" w="166">
                    <a:moveTo>
                      <a:pt x="91" y="1"/>
                    </a:moveTo>
                    <a:cubicBezTo>
                      <a:pt x="83" y="1"/>
                      <a:pt x="75" y="3"/>
                      <a:pt x="66" y="7"/>
                    </a:cubicBezTo>
                    <a:cubicBezTo>
                      <a:pt x="58" y="15"/>
                      <a:pt x="50" y="32"/>
                      <a:pt x="41" y="49"/>
                    </a:cubicBezTo>
                    <a:lnTo>
                      <a:pt x="25" y="82"/>
                    </a:lnTo>
                    <a:cubicBezTo>
                      <a:pt x="25" y="90"/>
                      <a:pt x="25" y="107"/>
                      <a:pt x="17" y="115"/>
                    </a:cubicBezTo>
                    <a:cubicBezTo>
                      <a:pt x="17" y="123"/>
                      <a:pt x="8" y="140"/>
                      <a:pt x="8" y="148"/>
                    </a:cubicBezTo>
                    <a:cubicBezTo>
                      <a:pt x="8" y="156"/>
                      <a:pt x="0" y="173"/>
                      <a:pt x="0" y="181"/>
                    </a:cubicBezTo>
                    <a:cubicBezTo>
                      <a:pt x="0" y="189"/>
                      <a:pt x="0" y="198"/>
                      <a:pt x="8" y="206"/>
                    </a:cubicBezTo>
                    <a:cubicBezTo>
                      <a:pt x="8" y="223"/>
                      <a:pt x="17" y="231"/>
                      <a:pt x="33" y="239"/>
                    </a:cubicBezTo>
                    <a:cubicBezTo>
                      <a:pt x="39" y="242"/>
                      <a:pt x="43" y="243"/>
                      <a:pt x="48" y="243"/>
                    </a:cubicBezTo>
                    <a:cubicBezTo>
                      <a:pt x="56" y="243"/>
                      <a:pt x="64" y="239"/>
                      <a:pt x="75" y="239"/>
                    </a:cubicBezTo>
                    <a:cubicBezTo>
                      <a:pt x="83" y="231"/>
                      <a:pt x="91" y="231"/>
                      <a:pt x="99" y="223"/>
                    </a:cubicBezTo>
                    <a:cubicBezTo>
                      <a:pt x="108" y="214"/>
                      <a:pt x="108" y="206"/>
                      <a:pt x="116" y="198"/>
                    </a:cubicBezTo>
                    <a:lnTo>
                      <a:pt x="124" y="165"/>
                    </a:lnTo>
                    <a:cubicBezTo>
                      <a:pt x="141" y="131"/>
                      <a:pt x="149" y="107"/>
                      <a:pt x="157" y="82"/>
                    </a:cubicBezTo>
                    <a:cubicBezTo>
                      <a:pt x="166" y="65"/>
                      <a:pt x="166" y="49"/>
                      <a:pt x="157" y="32"/>
                    </a:cubicBezTo>
                    <a:cubicBezTo>
                      <a:pt x="149" y="24"/>
                      <a:pt x="133" y="7"/>
                      <a:pt x="116" y="7"/>
                    </a:cubicBezTo>
                    <a:cubicBezTo>
                      <a:pt x="108" y="3"/>
                      <a:pt x="99" y="1"/>
                      <a:pt x="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6" name="Google Shape;2466;p4"/>
              <p:cNvSpPr/>
              <p:nvPr/>
            </p:nvSpPr>
            <p:spPr>
              <a:xfrm>
                <a:off x="4697425" y="4252025"/>
                <a:ext cx="6600" cy="11625"/>
              </a:xfrm>
              <a:custGeom>
                <a:rect b="b" l="l" r="r" t="t"/>
                <a:pathLst>
                  <a:path extrusionOk="0" h="465" w="264">
                    <a:moveTo>
                      <a:pt x="193" y="0"/>
                    </a:moveTo>
                    <a:cubicBezTo>
                      <a:pt x="176" y="0"/>
                      <a:pt x="161" y="6"/>
                      <a:pt x="155" y="22"/>
                    </a:cubicBezTo>
                    <a:cubicBezTo>
                      <a:pt x="131" y="88"/>
                      <a:pt x="97" y="154"/>
                      <a:pt x="64" y="229"/>
                    </a:cubicBezTo>
                    <a:cubicBezTo>
                      <a:pt x="39" y="295"/>
                      <a:pt x="6" y="361"/>
                      <a:pt x="6" y="428"/>
                    </a:cubicBezTo>
                    <a:cubicBezTo>
                      <a:pt x="1" y="450"/>
                      <a:pt x="17" y="465"/>
                      <a:pt x="36" y="465"/>
                    </a:cubicBezTo>
                    <a:cubicBezTo>
                      <a:pt x="46" y="465"/>
                      <a:pt x="56" y="461"/>
                      <a:pt x="64" y="453"/>
                    </a:cubicBezTo>
                    <a:cubicBezTo>
                      <a:pt x="106" y="403"/>
                      <a:pt x="139" y="328"/>
                      <a:pt x="164" y="270"/>
                    </a:cubicBezTo>
                    <a:cubicBezTo>
                      <a:pt x="197" y="204"/>
                      <a:pt x="222" y="129"/>
                      <a:pt x="255" y="63"/>
                    </a:cubicBezTo>
                    <a:cubicBezTo>
                      <a:pt x="263" y="38"/>
                      <a:pt x="247" y="13"/>
                      <a:pt x="222" y="5"/>
                    </a:cubicBezTo>
                    <a:cubicBezTo>
                      <a:pt x="213" y="2"/>
                      <a:pt x="202" y="0"/>
                      <a:pt x="1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7" name="Google Shape;2467;p4"/>
              <p:cNvSpPr/>
              <p:nvPr/>
            </p:nvSpPr>
            <p:spPr>
              <a:xfrm>
                <a:off x="4702950" y="4256800"/>
                <a:ext cx="6250" cy="8525"/>
              </a:xfrm>
              <a:custGeom>
                <a:rect b="b" l="l" r="r" t="t"/>
                <a:pathLst>
                  <a:path extrusionOk="0" h="341" w="250">
                    <a:moveTo>
                      <a:pt x="184" y="0"/>
                    </a:moveTo>
                    <a:cubicBezTo>
                      <a:pt x="163" y="0"/>
                      <a:pt x="144" y="7"/>
                      <a:pt x="133" y="30"/>
                    </a:cubicBezTo>
                    <a:cubicBezTo>
                      <a:pt x="108" y="71"/>
                      <a:pt x="84" y="104"/>
                      <a:pt x="67" y="146"/>
                    </a:cubicBezTo>
                    <a:lnTo>
                      <a:pt x="34" y="204"/>
                    </a:lnTo>
                    <a:cubicBezTo>
                      <a:pt x="26" y="228"/>
                      <a:pt x="17" y="253"/>
                      <a:pt x="9" y="278"/>
                    </a:cubicBezTo>
                    <a:cubicBezTo>
                      <a:pt x="1" y="295"/>
                      <a:pt x="9" y="320"/>
                      <a:pt x="26" y="328"/>
                    </a:cubicBezTo>
                    <a:cubicBezTo>
                      <a:pt x="34" y="336"/>
                      <a:pt x="46" y="340"/>
                      <a:pt x="58" y="340"/>
                    </a:cubicBezTo>
                    <a:cubicBezTo>
                      <a:pt x="69" y="340"/>
                      <a:pt x="79" y="336"/>
                      <a:pt x="84" y="328"/>
                    </a:cubicBezTo>
                    <a:cubicBezTo>
                      <a:pt x="100" y="303"/>
                      <a:pt x="117" y="286"/>
                      <a:pt x="133" y="262"/>
                    </a:cubicBezTo>
                    <a:cubicBezTo>
                      <a:pt x="142" y="245"/>
                      <a:pt x="158" y="228"/>
                      <a:pt x="166" y="204"/>
                    </a:cubicBezTo>
                    <a:cubicBezTo>
                      <a:pt x="191" y="170"/>
                      <a:pt x="216" y="129"/>
                      <a:pt x="233" y="88"/>
                    </a:cubicBezTo>
                    <a:cubicBezTo>
                      <a:pt x="249" y="63"/>
                      <a:pt x="241" y="21"/>
                      <a:pt x="216" y="5"/>
                    </a:cubicBezTo>
                    <a:cubicBezTo>
                      <a:pt x="205" y="2"/>
                      <a:pt x="194" y="0"/>
                      <a:pt x="1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8" name="Google Shape;2468;p4"/>
              <p:cNvSpPr/>
              <p:nvPr/>
            </p:nvSpPr>
            <p:spPr>
              <a:xfrm>
                <a:off x="5111225" y="4166950"/>
                <a:ext cx="3750" cy="10825"/>
              </a:xfrm>
              <a:custGeom>
                <a:rect b="b" l="l" r="r" t="t"/>
                <a:pathLst>
                  <a:path extrusionOk="0" h="433" w="150">
                    <a:moveTo>
                      <a:pt x="64" y="1"/>
                    </a:moveTo>
                    <a:cubicBezTo>
                      <a:pt x="59" y="1"/>
                      <a:pt x="55" y="1"/>
                      <a:pt x="50" y="3"/>
                    </a:cubicBezTo>
                    <a:cubicBezTo>
                      <a:pt x="25" y="3"/>
                      <a:pt x="9" y="28"/>
                      <a:pt x="9" y="53"/>
                    </a:cubicBezTo>
                    <a:cubicBezTo>
                      <a:pt x="9" y="111"/>
                      <a:pt x="9" y="169"/>
                      <a:pt x="0" y="227"/>
                    </a:cubicBezTo>
                    <a:cubicBezTo>
                      <a:pt x="0" y="251"/>
                      <a:pt x="0" y="285"/>
                      <a:pt x="9" y="309"/>
                    </a:cubicBezTo>
                    <a:cubicBezTo>
                      <a:pt x="9" y="318"/>
                      <a:pt x="9" y="334"/>
                      <a:pt x="9" y="343"/>
                    </a:cubicBezTo>
                    <a:cubicBezTo>
                      <a:pt x="17" y="351"/>
                      <a:pt x="17" y="359"/>
                      <a:pt x="17" y="359"/>
                    </a:cubicBezTo>
                    <a:cubicBezTo>
                      <a:pt x="17" y="367"/>
                      <a:pt x="17" y="367"/>
                      <a:pt x="17" y="367"/>
                    </a:cubicBezTo>
                    <a:cubicBezTo>
                      <a:pt x="25" y="384"/>
                      <a:pt x="34" y="401"/>
                      <a:pt x="42" y="417"/>
                    </a:cubicBezTo>
                    <a:cubicBezTo>
                      <a:pt x="52" y="427"/>
                      <a:pt x="66" y="432"/>
                      <a:pt x="79" y="432"/>
                    </a:cubicBezTo>
                    <a:cubicBezTo>
                      <a:pt x="97" y="432"/>
                      <a:pt x="115" y="423"/>
                      <a:pt x="125" y="409"/>
                    </a:cubicBezTo>
                    <a:cubicBezTo>
                      <a:pt x="133" y="392"/>
                      <a:pt x="133" y="376"/>
                      <a:pt x="141" y="359"/>
                    </a:cubicBezTo>
                    <a:lnTo>
                      <a:pt x="141" y="359"/>
                    </a:lnTo>
                    <a:cubicBezTo>
                      <a:pt x="139" y="363"/>
                      <a:pt x="138" y="365"/>
                      <a:pt x="138" y="365"/>
                    </a:cubicBezTo>
                    <a:cubicBezTo>
                      <a:pt x="137" y="365"/>
                      <a:pt x="141" y="349"/>
                      <a:pt x="141" y="343"/>
                    </a:cubicBezTo>
                    <a:cubicBezTo>
                      <a:pt x="150" y="326"/>
                      <a:pt x="150" y="318"/>
                      <a:pt x="141" y="301"/>
                    </a:cubicBezTo>
                    <a:lnTo>
                      <a:pt x="150" y="301"/>
                    </a:lnTo>
                    <a:cubicBezTo>
                      <a:pt x="141" y="268"/>
                      <a:pt x="141" y="243"/>
                      <a:pt x="133" y="210"/>
                    </a:cubicBezTo>
                    <a:cubicBezTo>
                      <a:pt x="125" y="152"/>
                      <a:pt x="116" y="94"/>
                      <a:pt x="108" y="36"/>
                    </a:cubicBezTo>
                    <a:cubicBezTo>
                      <a:pt x="108" y="15"/>
                      <a:pt x="86" y="1"/>
                      <a:pt x="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9" name="Google Shape;2469;p4"/>
              <p:cNvSpPr/>
              <p:nvPr/>
            </p:nvSpPr>
            <p:spPr>
              <a:xfrm>
                <a:off x="4970575" y="3907925"/>
                <a:ext cx="6450" cy="17525"/>
              </a:xfrm>
              <a:custGeom>
                <a:rect b="b" l="l" r="r" t="t"/>
                <a:pathLst>
                  <a:path extrusionOk="0" h="701" w="258">
                    <a:moveTo>
                      <a:pt x="175" y="0"/>
                    </a:moveTo>
                    <a:cubicBezTo>
                      <a:pt x="162" y="0"/>
                      <a:pt x="149" y="5"/>
                      <a:pt x="141" y="15"/>
                    </a:cubicBezTo>
                    <a:cubicBezTo>
                      <a:pt x="125" y="32"/>
                      <a:pt x="100" y="57"/>
                      <a:pt x="92" y="73"/>
                    </a:cubicBezTo>
                    <a:cubicBezTo>
                      <a:pt x="67" y="98"/>
                      <a:pt x="59" y="131"/>
                      <a:pt x="42" y="164"/>
                    </a:cubicBezTo>
                    <a:cubicBezTo>
                      <a:pt x="17" y="214"/>
                      <a:pt x="17" y="272"/>
                      <a:pt x="9" y="330"/>
                    </a:cubicBezTo>
                    <a:cubicBezTo>
                      <a:pt x="1" y="380"/>
                      <a:pt x="1" y="430"/>
                      <a:pt x="9" y="479"/>
                    </a:cubicBezTo>
                    <a:cubicBezTo>
                      <a:pt x="17" y="512"/>
                      <a:pt x="17" y="554"/>
                      <a:pt x="25" y="579"/>
                    </a:cubicBezTo>
                    <a:cubicBezTo>
                      <a:pt x="34" y="604"/>
                      <a:pt x="42" y="620"/>
                      <a:pt x="50" y="637"/>
                    </a:cubicBezTo>
                    <a:cubicBezTo>
                      <a:pt x="59" y="645"/>
                      <a:pt x="67" y="653"/>
                      <a:pt x="75" y="662"/>
                    </a:cubicBezTo>
                    <a:cubicBezTo>
                      <a:pt x="83" y="669"/>
                      <a:pt x="88" y="675"/>
                      <a:pt x="92" y="678"/>
                    </a:cubicBezTo>
                    <a:lnTo>
                      <a:pt x="92" y="678"/>
                    </a:lnTo>
                    <a:cubicBezTo>
                      <a:pt x="110" y="693"/>
                      <a:pt x="131" y="700"/>
                      <a:pt x="154" y="700"/>
                    </a:cubicBezTo>
                    <a:cubicBezTo>
                      <a:pt x="189" y="700"/>
                      <a:pt x="224" y="681"/>
                      <a:pt x="243" y="643"/>
                    </a:cubicBezTo>
                    <a:lnTo>
                      <a:pt x="243" y="643"/>
                    </a:lnTo>
                    <a:cubicBezTo>
                      <a:pt x="243" y="643"/>
                      <a:pt x="243" y="643"/>
                      <a:pt x="243" y="643"/>
                    </a:cubicBezTo>
                    <a:cubicBezTo>
                      <a:pt x="244" y="643"/>
                      <a:pt x="246" y="639"/>
                      <a:pt x="249" y="628"/>
                    </a:cubicBezTo>
                    <a:lnTo>
                      <a:pt x="249" y="628"/>
                    </a:lnTo>
                    <a:cubicBezTo>
                      <a:pt x="247" y="634"/>
                      <a:pt x="245" y="639"/>
                      <a:pt x="243" y="643"/>
                    </a:cubicBezTo>
                    <a:lnTo>
                      <a:pt x="243" y="643"/>
                    </a:lnTo>
                    <a:cubicBezTo>
                      <a:pt x="242" y="643"/>
                      <a:pt x="245" y="634"/>
                      <a:pt x="249" y="620"/>
                    </a:cubicBezTo>
                    <a:cubicBezTo>
                      <a:pt x="257" y="604"/>
                      <a:pt x="257" y="595"/>
                      <a:pt x="257" y="579"/>
                    </a:cubicBezTo>
                    <a:cubicBezTo>
                      <a:pt x="257" y="562"/>
                      <a:pt x="257" y="546"/>
                      <a:pt x="249" y="529"/>
                    </a:cubicBezTo>
                    <a:cubicBezTo>
                      <a:pt x="249" y="504"/>
                      <a:pt x="241" y="479"/>
                      <a:pt x="241" y="454"/>
                    </a:cubicBezTo>
                    <a:cubicBezTo>
                      <a:pt x="241" y="462"/>
                      <a:pt x="241" y="465"/>
                      <a:pt x="240" y="465"/>
                    </a:cubicBezTo>
                    <a:cubicBezTo>
                      <a:pt x="239" y="465"/>
                      <a:pt x="236" y="441"/>
                      <a:pt x="234" y="427"/>
                    </a:cubicBezTo>
                    <a:lnTo>
                      <a:pt x="234" y="427"/>
                    </a:lnTo>
                    <a:cubicBezTo>
                      <a:pt x="235" y="432"/>
                      <a:pt x="236" y="434"/>
                      <a:pt x="236" y="434"/>
                    </a:cubicBezTo>
                    <a:cubicBezTo>
                      <a:pt x="237" y="434"/>
                      <a:pt x="233" y="411"/>
                      <a:pt x="233" y="405"/>
                    </a:cubicBezTo>
                    <a:cubicBezTo>
                      <a:pt x="233" y="380"/>
                      <a:pt x="233" y="355"/>
                      <a:pt x="233" y="338"/>
                    </a:cubicBezTo>
                    <a:cubicBezTo>
                      <a:pt x="233" y="289"/>
                      <a:pt x="233" y="247"/>
                      <a:pt x="233" y="198"/>
                    </a:cubicBezTo>
                    <a:cubicBezTo>
                      <a:pt x="233" y="173"/>
                      <a:pt x="241" y="148"/>
                      <a:pt x="233" y="115"/>
                    </a:cubicBezTo>
                    <a:lnTo>
                      <a:pt x="233" y="90"/>
                    </a:lnTo>
                    <a:cubicBezTo>
                      <a:pt x="233" y="82"/>
                      <a:pt x="233" y="73"/>
                      <a:pt x="233" y="57"/>
                    </a:cubicBezTo>
                    <a:cubicBezTo>
                      <a:pt x="238" y="23"/>
                      <a:pt x="205" y="0"/>
                      <a:pt x="1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0" name="Google Shape;2470;p4"/>
              <p:cNvSpPr/>
              <p:nvPr/>
            </p:nvSpPr>
            <p:spPr>
              <a:xfrm>
                <a:off x="4977200" y="3916375"/>
                <a:ext cx="3750" cy="9900"/>
              </a:xfrm>
              <a:custGeom>
                <a:rect b="b" l="l" r="r" t="t"/>
                <a:pathLst>
                  <a:path extrusionOk="0" h="396" w="150">
                    <a:moveTo>
                      <a:pt x="67" y="0"/>
                    </a:moveTo>
                    <a:cubicBezTo>
                      <a:pt x="34" y="0"/>
                      <a:pt x="9" y="25"/>
                      <a:pt x="9" y="58"/>
                    </a:cubicBezTo>
                    <a:cubicBezTo>
                      <a:pt x="1" y="116"/>
                      <a:pt x="1" y="174"/>
                      <a:pt x="9" y="224"/>
                    </a:cubicBezTo>
                    <a:cubicBezTo>
                      <a:pt x="17" y="249"/>
                      <a:pt x="26" y="282"/>
                      <a:pt x="34" y="307"/>
                    </a:cubicBezTo>
                    <a:cubicBezTo>
                      <a:pt x="34" y="324"/>
                      <a:pt x="42" y="340"/>
                      <a:pt x="50" y="348"/>
                    </a:cubicBezTo>
                    <a:cubicBezTo>
                      <a:pt x="59" y="365"/>
                      <a:pt x="67" y="373"/>
                      <a:pt x="75" y="382"/>
                    </a:cubicBezTo>
                    <a:cubicBezTo>
                      <a:pt x="82" y="391"/>
                      <a:pt x="92" y="396"/>
                      <a:pt x="103" y="396"/>
                    </a:cubicBezTo>
                    <a:cubicBezTo>
                      <a:pt x="119" y="396"/>
                      <a:pt x="137" y="385"/>
                      <a:pt x="142" y="365"/>
                    </a:cubicBezTo>
                    <a:cubicBezTo>
                      <a:pt x="142" y="348"/>
                      <a:pt x="142" y="340"/>
                      <a:pt x="150" y="324"/>
                    </a:cubicBezTo>
                    <a:cubicBezTo>
                      <a:pt x="150" y="307"/>
                      <a:pt x="142" y="290"/>
                      <a:pt x="142" y="282"/>
                    </a:cubicBezTo>
                    <a:cubicBezTo>
                      <a:pt x="142" y="282"/>
                      <a:pt x="142" y="274"/>
                      <a:pt x="142" y="274"/>
                    </a:cubicBezTo>
                    <a:cubicBezTo>
                      <a:pt x="142" y="266"/>
                      <a:pt x="133" y="257"/>
                      <a:pt x="133" y="249"/>
                    </a:cubicBezTo>
                    <a:cubicBezTo>
                      <a:pt x="133" y="241"/>
                      <a:pt x="133" y="224"/>
                      <a:pt x="133" y="216"/>
                    </a:cubicBezTo>
                    <a:cubicBezTo>
                      <a:pt x="133" y="166"/>
                      <a:pt x="125" y="116"/>
                      <a:pt x="133" y="58"/>
                    </a:cubicBezTo>
                    <a:cubicBezTo>
                      <a:pt x="133" y="25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1" name="Google Shape;2471;p4"/>
              <p:cNvSpPr/>
              <p:nvPr/>
            </p:nvSpPr>
            <p:spPr>
              <a:xfrm>
                <a:off x="5048875" y="3808025"/>
                <a:ext cx="67075" cy="20775"/>
              </a:xfrm>
              <a:custGeom>
                <a:rect b="b" l="l" r="r" t="t"/>
                <a:pathLst>
                  <a:path extrusionOk="0" h="831" w="2683">
                    <a:moveTo>
                      <a:pt x="2527" y="1"/>
                    </a:moveTo>
                    <a:cubicBezTo>
                      <a:pt x="2525" y="1"/>
                      <a:pt x="2522" y="1"/>
                      <a:pt x="2519" y="1"/>
                    </a:cubicBezTo>
                    <a:cubicBezTo>
                      <a:pt x="2312" y="1"/>
                      <a:pt x="2130" y="84"/>
                      <a:pt x="1939" y="167"/>
                    </a:cubicBezTo>
                    <a:cubicBezTo>
                      <a:pt x="1765" y="250"/>
                      <a:pt x="1591" y="349"/>
                      <a:pt x="1392" y="382"/>
                    </a:cubicBezTo>
                    <a:cubicBezTo>
                      <a:pt x="1301" y="399"/>
                      <a:pt x="1326" y="540"/>
                      <a:pt x="1417" y="540"/>
                    </a:cubicBezTo>
                    <a:lnTo>
                      <a:pt x="1450" y="540"/>
                    </a:lnTo>
                    <a:cubicBezTo>
                      <a:pt x="1392" y="556"/>
                      <a:pt x="1343" y="564"/>
                      <a:pt x="1285" y="573"/>
                    </a:cubicBezTo>
                    <a:cubicBezTo>
                      <a:pt x="1268" y="574"/>
                      <a:pt x="1251" y="575"/>
                      <a:pt x="1235" y="575"/>
                    </a:cubicBezTo>
                    <a:cubicBezTo>
                      <a:pt x="1047" y="575"/>
                      <a:pt x="871" y="493"/>
                      <a:pt x="688" y="432"/>
                    </a:cubicBezTo>
                    <a:cubicBezTo>
                      <a:pt x="570" y="387"/>
                      <a:pt x="420" y="330"/>
                      <a:pt x="277" y="330"/>
                    </a:cubicBezTo>
                    <a:cubicBezTo>
                      <a:pt x="210" y="330"/>
                      <a:pt x="144" y="342"/>
                      <a:pt x="83" y="374"/>
                    </a:cubicBezTo>
                    <a:cubicBezTo>
                      <a:pt x="1" y="415"/>
                      <a:pt x="17" y="573"/>
                      <a:pt x="117" y="589"/>
                    </a:cubicBezTo>
                    <a:cubicBezTo>
                      <a:pt x="216" y="598"/>
                      <a:pt x="307" y="589"/>
                      <a:pt x="407" y="614"/>
                    </a:cubicBezTo>
                    <a:cubicBezTo>
                      <a:pt x="506" y="631"/>
                      <a:pt x="597" y="672"/>
                      <a:pt x="697" y="705"/>
                    </a:cubicBezTo>
                    <a:cubicBezTo>
                      <a:pt x="866" y="773"/>
                      <a:pt x="1036" y="830"/>
                      <a:pt x="1215" y="830"/>
                    </a:cubicBezTo>
                    <a:cubicBezTo>
                      <a:pt x="1254" y="830"/>
                      <a:pt x="1294" y="827"/>
                      <a:pt x="1334" y="821"/>
                    </a:cubicBezTo>
                    <a:cubicBezTo>
                      <a:pt x="1790" y="747"/>
                      <a:pt x="2113" y="357"/>
                      <a:pt x="2552" y="241"/>
                    </a:cubicBezTo>
                    <a:cubicBezTo>
                      <a:pt x="2682" y="201"/>
                      <a:pt x="2661" y="1"/>
                      <a:pt x="25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2" name="Google Shape;2472;p4"/>
              <p:cNvSpPr/>
              <p:nvPr/>
            </p:nvSpPr>
            <p:spPr>
              <a:xfrm>
                <a:off x="4741725" y="4083800"/>
                <a:ext cx="127825" cy="99925"/>
              </a:xfrm>
              <a:custGeom>
                <a:rect b="b" l="l" r="r" t="t"/>
                <a:pathLst>
                  <a:path extrusionOk="0" h="3997" w="5113">
                    <a:moveTo>
                      <a:pt x="4962" y="0"/>
                    </a:moveTo>
                    <a:cubicBezTo>
                      <a:pt x="4939" y="0"/>
                      <a:pt x="4916" y="7"/>
                      <a:pt x="4896" y="23"/>
                    </a:cubicBezTo>
                    <a:lnTo>
                      <a:pt x="4896" y="31"/>
                    </a:lnTo>
                    <a:cubicBezTo>
                      <a:pt x="4813" y="89"/>
                      <a:pt x="4755" y="180"/>
                      <a:pt x="4689" y="263"/>
                    </a:cubicBezTo>
                    <a:cubicBezTo>
                      <a:pt x="4622" y="346"/>
                      <a:pt x="4556" y="437"/>
                      <a:pt x="4490" y="528"/>
                    </a:cubicBezTo>
                    <a:cubicBezTo>
                      <a:pt x="4374" y="702"/>
                      <a:pt x="4258" y="876"/>
                      <a:pt x="4158" y="1067"/>
                    </a:cubicBezTo>
                    <a:cubicBezTo>
                      <a:pt x="4067" y="1233"/>
                      <a:pt x="3984" y="1415"/>
                      <a:pt x="3827" y="1531"/>
                    </a:cubicBezTo>
                    <a:cubicBezTo>
                      <a:pt x="3670" y="1655"/>
                      <a:pt x="3462" y="1730"/>
                      <a:pt x="3280" y="1813"/>
                    </a:cubicBezTo>
                    <a:cubicBezTo>
                      <a:pt x="2518" y="2152"/>
                      <a:pt x="1764" y="2525"/>
                      <a:pt x="1068" y="2997"/>
                    </a:cubicBezTo>
                    <a:cubicBezTo>
                      <a:pt x="877" y="3122"/>
                      <a:pt x="695" y="3254"/>
                      <a:pt x="521" y="3403"/>
                    </a:cubicBezTo>
                    <a:cubicBezTo>
                      <a:pt x="339" y="3561"/>
                      <a:pt x="190" y="3743"/>
                      <a:pt x="32" y="3917"/>
                    </a:cubicBezTo>
                    <a:cubicBezTo>
                      <a:pt x="0" y="3949"/>
                      <a:pt x="28" y="3996"/>
                      <a:pt x="65" y="3996"/>
                    </a:cubicBezTo>
                    <a:cubicBezTo>
                      <a:pt x="76" y="3996"/>
                      <a:pt x="87" y="3993"/>
                      <a:pt x="99" y="3983"/>
                    </a:cubicBezTo>
                    <a:cubicBezTo>
                      <a:pt x="256" y="3834"/>
                      <a:pt x="438" y="3718"/>
                      <a:pt x="612" y="3586"/>
                    </a:cubicBezTo>
                    <a:cubicBezTo>
                      <a:pt x="778" y="3470"/>
                      <a:pt x="935" y="3345"/>
                      <a:pt x="1109" y="3229"/>
                    </a:cubicBezTo>
                    <a:cubicBezTo>
                      <a:pt x="1457" y="2989"/>
                      <a:pt x="1814" y="2774"/>
                      <a:pt x="2187" y="2575"/>
                    </a:cubicBezTo>
                    <a:cubicBezTo>
                      <a:pt x="2559" y="2376"/>
                      <a:pt x="2932" y="2194"/>
                      <a:pt x="3322" y="2020"/>
                    </a:cubicBezTo>
                    <a:cubicBezTo>
                      <a:pt x="3504" y="1937"/>
                      <a:pt x="3694" y="1862"/>
                      <a:pt x="3868" y="1755"/>
                    </a:cubicBezTo>
                    <a:cubicBezTo>
                      <a:pt x="4034" y="1647"/>
                      <a:pt x="4150" y="1498"/>
                      <a:pt x="4241" y="1324"/>
                    </a:cubicBezTo>
                    <a:cubicBezTo>
                      <a:pt x="4349" y="1117"/>
                      <a:pt x="4457" y="918"/>
                      <a:pt x="4589" y="719"/>
                    </a:cubicBezTo>
                    <a:cubicBezTo>
                      <a:pt x="4664" y="619"/>
                      <a:pt x="4738" y="520"/>
                      <a:pt x="4821" y="429"/>
                    </a:cubicBezTo>
                    <a:cubicBezTo>
                      <a:pt x="4904" y="338"/>
                      <a:pt x="4987" y="247"/>
                      <a:pt x="5062" y="147"/>
                    </a:cubicBezTo>
                    <a:cubicBezTo>
                      <a:pt x="5112" y="71"/>
                      <a:pt x="5037" y="0"/>
                      <a:pt x="49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3" name="Google Shape;2473;p4"/>
              <p:cNvSpPr/>
              <p:nvPr/>
            </p:nvSpPr>
            <p:spPr>
              <a:xfrm>
                <a:off x="4857275" y="4105025"/>
                <a:ext cx="4575" cy="5875"/>
              </a:xfrm>
              <a:custGeom>
                <a:rect b="b" l="l" r="r" t="t"/>
                <a:pathLst>
                  <a:path extrusionOk="0" h="235" w="183">
                    <a:moveTo>
                      <a:pt x="147" y="0"/>
                    </a:moveTo>
                    <a:cubicBezTo>
                      <a:pt x="142" y="0"/>
                      <a:pt x="138" y="1"/>
                      <a:pt x="133" y="2"/>
                    </a:cubicBezTo>
                    <a:lnTo>
                      <a:pt x="141" y="2"/>
                    </a:lnTo>
                    <a:cubicBezTo>
                      <a:pt x="133" y="11"/>
                      <a:pt x="125" y="11"/>
                      <a:pt x="125" y="19"/>
                    </a:cubicBezTo>
                    <a:cubicBezTo>
                      <a:pt x="116" y="19"/>
                      <a:pt x="108" y="27"/>
                      <a:pt x="100" y="36"/>
                    </a:cubicBezTo>
                    <a:cubicBezTo>
                      <a:pt x="92" y="44"/>
                      <a:pt x="92" y="44"/>
                      <a:pt x="83" y="52"/>
                    </a:cubicBezTo>
                    <a:cubicBezTo>
                      <a:pt x="75" y="60"/>
                      <a:pt x="67" y="69"/>
                      <a:pt x="67" y="77"/>
                    </a:cubicBezTo>
                    <a:cubicBezTo>
                      <a:pt x="50" y="102"/>
                      <a:pt x="34" y="135"/>
                      <a:pt x="17" y="160"/>
                    </a:cubicBezTo>
                    <a:cubicBezTo>
                      <a:pt x="0" y="185"/>
                      <a:pt x="9" y="218"/>
                      <a:pt x="34" y="226"/>
                    </a:cubicBezTo>
                    <a:cubicBezTo>
                      <a:pt x="42" y="232"/>
                      <a:pt x="52" y="235"/>
                      <a:pt x="62" y="235"/>
                    </a:cubicBezTo>
                    <a:cubicBezTo>
                      <a:pt x="80" y="235"/>
                      <a:pt x="97" y="226"/>
                      <a:pt x="108" y="210"/>
                    </a:cubicBezTo>
                    <a:cubicBezTo>
                      <a:pt x="125" y="185"/>
                      <a:pt x="133" y="160"/>
                      <a:pt x="150" y="127"/>
                    </a:cubicBezTo>
                    <a:cubicBezTo>
                      <a:pt x="158" y="118"/>
                      <a:pt x="166" y="110"/>
                      <a:pt x="166" y="102"/>
                    </a:cubicBezTo>
                    <a:cubicBezTo>
                      <a:pt x="174" y="94"/>
                      <a:pt x="174" y="85"/>
                      <a:pt x="174" y="77"/>
                    </a:cubicBezTo>
                    <a:cubicBezTo>
                      <a:pt x="174" y="69"/>
                      <a:pt x="183" y="60"/>
                      <a:pt x="183" y="52"/>
                    </a:cubicBezTo>
                    <a:lnTo>
                      <a:pt x="183" y="27"/>
                    </a:lnTo>
                    <a:cubicBezTo>
                      <a:pt x="183" y="14"/>
                      <a:pt x="166" y="0"/>
                      <a:pt x="1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4" name="Google Shape;2474;p4"/>
              <p:cNvSpPr/>
              <p:nvPr/>
            </p:nvSpPr>
            <p:spPr>
              <a:xfrm>
                <a:off x="4839050" y="4125075"/>
                <a:ext cx="5400" cy="5800"/>
              </a:xfrm>
              <a:custGeom>
                <a:rect b="b" l="l" r="r" t="t"/>
                <a:pathLst>
                  <a:path extrusionOk="0" h="232" w="216">
                    <a:moveTo>
                      <a:pt x="185" y="0"/>
                    </a:moveTo>
                    <a:cubicBezTo>
                      <a:pt x="176" y="0"/>
                      <a:pt x="169" y="4"/>
                      <a:pt x="158" y="4"/>
                    </a:cubicBezTo>
                    <a:cubicBezTo>
                      <a:pt x="158" y="12"/>
                      <a:pt x="149" y="12"/>
                      <a:pt x="149" y="12"/>
                    </a:cubicBezTo>
                    <a:cubicBezTo>
                      <a:pt x="141" y="12"/>
                      <a:pt x="141" y="21"/>
                      <a:pt x="133" y="29"/>
                    </a:cubicBezTo>
                    <a:cubicBezTo>
                      <a:pt x="125" y="29"/>
                      <a:pt x="125" y="37"/>
                      <a:pt x="116" y="46"/>
                    </a:cubicBezTo>
                    <a:cubicBezTo>
                      <a:pt x="108" y="54"/>
                      <a:pt x="91" y="62"/>
                      <a:pt x="83" y="70"/>
                    </a:cubicBezTo>
                    <a:cubicBezTo>
                      <a:pt x="75" y="79"/>
                      <a:pt x="75" y="79"/>
                      <a:pt x="67" y="87"/>
                    </a:cubicBezTo>
                    <a:cubicBezTo>
                      <a:pt x="58" y="95"/>
                      <a:pt x="58" y="95"/>
                      <a:pt x="50" y="104"/>
                    </a:cubicBezTo>
                    <a:cubicBezTo>
                      <a:pt x="42" y="112"/>
                      <a:pt x="25" y="120"/>
                      <a:pt x="17" y="128"/>
                    </a:cubicBezTo>
                    <a:cubicBezTo>
                      <a:pt x="9" y="145"/>
                      <a:pt x="0" y="162"/>
                      <a:pt x="0" y="170"/>
                    </a:cubicBezTo>
                    <a:cubicBezTo>
                      <a:pt x="0" y="186"/>
                      <a:pt x="9" y="203"/>
                      <a:pt x="17" y="211"/>
                    </a:cubicBezTo>
                    <a:cubicBezTo>
                      <a:pt x="23" y="223"/>
                      <a:pt x="33" y="231"/>
                      <a:pt x="45" y="231"/>
                    </a:cubicBezTo>
                    <a:cubicBezTo>
                      <a:pt x="49" y="231"/>
                      <a:pt x="54" y="230"/>
                      <a:pt x="58" y="228"/>
                    </a:cubicBezTo>
                    <a:lnTo>
                      <a:pt x="75" y="228"/>
                    </a:lnTo>
                    <a:cubicBezTo>
                      <a:pt x="83" y="228"/>
                      <a:pt x="91" y="220"/>
                      <a:pt x="100" y="211"/>
                    </a:cubicBezTo>
                    <a:cubicBezTo>
                      <a:pt x="108" y="203"/>
                      <a:pt x="125" y="195"/>
                      <a:pt x="133" y="186"/>
                    </a:cubicBezTo>
                    <a:cubicBezTo>
                      <a:pt x="141" y="178"/>
                      <a:pt x="141" y="178"/>
                      <a:pt x="149" y="170"/>
                    </a:cubicBezTo>
                    <a:cubicBezTo>
                      <a:pt x="158" y="162"/>
                      <a:pt x="166" y="153"/>
                      <a:pt x="174" y="145"/>
                    </a:cubicBezTo>
                    <a:lnTo>
                      <a:pt x="199" y="104"/>
                    </a:lnTo>
                    <a:cubicBezTo>
                      <a:pt x="199" y="95"/>
                      <a:pt x="207" y="95"/>
                      <a:pt x="207" y="87"/>
                    </a:cubicBezTo>
                    <a:cubicBezTo>
                      <a:pt x="216" y="70"/>
                      <a:pt x="216" y="62"/>
                      <a:pt x="216" y="54"/>
                    </a:cubicBezTo>
                    <a:lnTo>
                      <a:pt x="216" y="46"/>
                    </a:lnTo>
                    <a:cubicBezTo>
                      <a:pt x="216" y="29"/>
                      <a:pt x="207" y="12"/>
                      <a:pt x="199" y="12"/>
                    </a:cubicBezTo>
                    <a:lnTo>
                      <a:pt x="199" y="4"/>
                    </a:lnTo>
                    <a:cubicBezTo>
                      <a:pt x="194" y="1"/>
                      <a:pt x="189" y="0"/>
                      <a:pt x="1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5" name="Google Shape;2475;p4"/>
              <p:cNvSpPr/>
              <p:nvPr/>
            </p:nvSpPr>
            <p:spPr>
              <a:xfrm>
                <a:off x="5104275" y="3867750"/>
                <a:ext cx="8625" cy="10975"/>
              </a:xfrm>
              <a:custGeom>
                <a:rect b="b" l="l" r="r" t="t"/>
                <a:pathLst>
                  <a:path extrusionOk="0" h="439" w="345">
                    <a:moveTo>
                      <a:pt x="67" y="1"/>
                    </a:moveTo>
                    <a:cubicBezTo>
                      <a:pt x="32" y="1"/>
                      <a:pt x="1" y="47"/>
                      <a:pt x="22" y="81"/>
                    </a:cubicBezTo>
                    <a:cubicBezTo>
                      <a:pt x="30" y="106"/>
                      <a:pt x="46" y="139"/>
                      <a:pt x="63" y="164"/>
                    </a:cubicBezTo>
                    <a:cubicBezTo>
                      <a:pt x="80" y="189"/>
                      <a:pt x="96" y="222"/>
                      <a:pt x="113" y="247"/>
                    </a:cubicBezTo>
                    <a:cubicBezTo>
                      <a:pt x="129" y="272"/>
                      <a:pt x="146" y="305"/>
                      <a:pt x="162" y="330"/>
                    </a:cubicBezTo>
                    <a:cubicBezTo>
                      <a:pt x="171" y="346"/>
                      <a:pt x="179" y="355"/>
                      <a:pt x="187" y="371"/>
                    </a:cubicBezTo>
                    <a:cubicBezTo>
                      <a:pt x="196" y="379"/>
                      <a:pt x="212" y="413"/>
                      <a:pt x="220" y="413"/>
                    </a:cubicBezTo>
                    <a:cubicBezTo>
                      <a:pt x="229" y="413"/>
                      <a:pt x="229" y="421"/>
                      <a:pt x="229" y="421"/>
                    </a:cubicBezTo>
                    <a:cubicBezTo>
                      <a:pt x="244" y="431"/>
                      <a:pt x="263" y="438"/>
                      <a:pt x="280" y="438"/>
                    </a:cubicBezTo>
                    <a:cubicBezTo>
                      <a:pt x="291" y="438"/>
                      <a:pt x="302" y="435"/>
                      <a:pt x="312" y="429"/>
                    </a:cubicBezTo>
                    <a:cubicBezTo>
                      <a:pt x="336" y="413"/>
                      <a:pt x="345" y="388"/>
                      <a:pt x="345" y="355"/>
                    </a:cubicBezTo>
                    <a:lnTo>
                      <a:pt x="336" y="355"/>
                    </a:lnTo>
                    <a:cubicBezTo>
                      <a:pt x="336" y="338"/>
                      <a:pt x="336" y="330"/>
                      <a:pt x="336" y="321"/>
                    </a:cubicBezTo>
                    <a:cubicBezTo>
                      <a:pt x="336" y="305"/>
                      <a:pt x="328" y="297"/>
                      <a:pt x="320" y="280"/>
                    </a:cubicBezTo>
                    <a:cubicBezTo>
                      <a:pt x="320" y="272"/>
                      <a:pt x="312" y="255"/>
                      <a:pt x="303" y="239"/>
                    </a:cubicBezTo>
                    <a:cubicBezTo>
                      <a:pt x="278" y="205"/>
                      <a:pt x="262" y="181"/>
                      <a:pt x="237" y="147"/>
                    </a:cubicBezTo>
                    <a:cubicBezTo>
                      <a:pt x="212" y="123"/>
                      <a:pt x="196" y="98"/>
                      <a:pt x="171" y="73"/>
                    </a:cubicBezTo>
                    <a:cubicBezTo>
                      <a:pt x="146" y="56"/>
                      <a:pt x="113" y="31"/>
                      <a:pt x="88" y="7"/>
                    </a:cubicBezTo>
                    <a:cubicBezTo>
                      <a:pt x="81" y="2"/>
                      <a:pt x="74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6" name="Google Shape;2476;p4"/>
              <p:cNvSpPr/>
              <p:nvPr/>
            </p:nvSpPr>
            <p:spPr>
              <a:xfrm>
                <a:off x="5106675" y="3881575"/>
                <a:ext cx="2500" cy="3325"/>
              </a:xfrm>
              <a:custGeom>
                <a:rect b="b" l="l" r="r" t="t"/>
                <a:pathLst>
                  <a:path extrusionOk="0" h="133" w="100">
                    <a:moveTo>
                      <a:pt x="33" y="0"/>
                    </a:moveTo>
                    <a:cubicBezTo>
                      <a:pt x="17" y="0"/>
                      <a:pt x="8" y="9"/>
                      <a:pt x="8" y="17"/>
                    </a:cubicBezTo>
                    <a:cubicBezTo>
                      <a:pt x="0" y="17"/>
                      <a:pt x="0" y="25"/>
                      <a:pt x="0" y="34"/>
                    </a:cubicBezTo>
                    <a:cubicBezTo>
                      <a:pt x="0" y="42"/>
                      <a:pt x="8" y="50"/>
                      <a:pt x="8" y="58"/>
                    </a:cubicBezTo>
                    <a:cubicBezTo>
                      <a:pt x="25" y="67"/>
                      <a:pt x="33" y="75"/>
                      <a:pt x="33" y="83"/>
                    </a:cubicBezTo>
                    <a:cubicBezTo>
                      <a:pt x="33" y="83"/>
                      <a:pt x="33" y="83"/>
                      <a:pt x="33" y="75"/>
                    </a:cubicBezTo>
                    <a:cubicBezTo>
                      <a:pt x="33" y="83"/>
                      <a:pt x="42" y="83"/>
                      <a:pt x="42" y="92"/>
                    </a:cubicBezTo>
                    <a:cubicBezTo>
                      <a:pt x="50" y="100"/>
                      <a:pt x="50" y="100"/>
                      <a:pt x="58" y="108"/>
                    </a:cubicBezTo>
                    <a:cubicBezTo>
                      <a:pt x="58" y="108"/>
                      <a:pt x="58" y="116"/>
                      <a:pt x="58" y="116"/>
                    </a:cubicBezTo>
                    <a:cubicBezTo>
                      <a:pt x="66" y="133"/>
                      <a:pt x="75" y="133"/>
                      <a:pt x="83" y="133"/>
                    </a:cubicBezTo>
                    <a:cubicBezTo>
                      <a:pt x="91" y="133"/>
                      <a:pt x="100" y="125"/>
                      <a:pt x="100" y="116"/>
                    </a:cubicBezTo>
                    <a:cubicBezTo>
                      <a:pt x="100" y="92"/>
                      <a:pt x="100" y="75"/>
                      <a:pt x="83" y="58"/>
                    </a:cubicBezTo>
                    <a:cubicBezTo>
                      <a:pt x="83" y="50"/>
                      <a:pt x="75" y="42"/>
                      <a:pt x="66" y="34"/>
                    </a:cubicBezTo>
                    <a:cubicBezTo>
                      <a:pt x="66" y="25"/>
                      <a:pt x="58" y="17"/>
                      <a:pt x="50" y="9"/>
                    </a:cubicBezTo>
                    <a:cubicBezTo>
                      <a:pt x="42" y="9"/>
                      <a:pt x="33" y="0"/>
                      <a:pt x="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7" name="Google Shape;2477;p4"/>
              <p:cNvSpPr/>
              <p:nvPr/>
            </p:nvSpPr>
            <p:spPr>
              <a:xfrm>
                <a:off x="5145475" y="3848725"/>
                <a:ext cx="15075" cy="22750"/>
              </a:xfrm>
              <a:custGeom>
                <a:rect b="b" l="l" r="r" t="t"/>
                <a:pathLst>
                  <a:path extrusionOk="0" h="910" w="603">
                    <a:moveTo>
                      <a:pt x="71" y="1"/>
                    </a:moveTo>
                    <a:cubicBezTo>
                      <a:pt x="32" y="1"/>
                      <a:pt x="0" y="49"/>
                      <a:pt x="39" y="88"/>
                    </a:cubicBezTo>
                    <a:cubicBezTo>
                      <a:pt x="147" y="196"/>
                      <a:pt x="238" y="320"/>
                      <a:pt x="312" y="461"/>
                    </a:cubicBezTo>
                    <a:cubicBezTo>
                      <a:pt x="354" y="527"/>
                      <a:pt x="387" y="602"/>
                      <a:pt x="412" y="668"/>
                    </a:cubicBezTo>
                    <a:cubicBezTo>
                      <a:pt x="437" y="743"/>
                      <a:pt x="453" y="826"/>
                      <a:pt x="503" y="892"/>
                    </a:cubicBezTo>
                    <a:cubicBezTo>
                      <a:pt x="511" y="903"/>
                      <a:pt x="526" y="910"/>
                      <a:pt x="540" y="910"/>
                    </a:cubicBezTo>
                    <a:cubicBezTo>
                      <a:pt x="557" y="910"/>
                      <a:pt x="573" y="901"/>
                      <a:pt x="578" y="884"/>
                    </a:cubicBezTo>
                    <a:cubicBezTo>
                      <a:pt x="602" y="792"/>
                      <a:pt x="569" y="710"/>
                      <a:pt x="544" y="635"/>
                    </a:cubicBezTo>
                    <a:cubicBezTo>
                      <a:pt x="511" y="552"/>
                      <a:pt x="478" y="478"/>
                      <a:pt x="428" y="403"/>
                    </a:cubicBezTo>
                    <a:cubicBezTo>
                      <a:pt x="346" y="254"/>
                      <a:pt x="238" y="121"/>
                      <a:pt x="105" y="14"/>
                    </a:cubicBezTo>
                    <a:cubicBezTo>
                      <a:pt x="94" y="4"/>
                      <a:pt x="83" y="1"/>
                      <a:pt x="71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8" name="Google Shape;2478;p4"/>
              <p:cNvSpPr/>
              <p:nvPr/>
            </p:nvSpPr>
            <p:spPr>
              <a:xfrm>
                <a:off x="5153275" y="3867700"/>
                <a:ext cx="3550" cy="4375"/>
              </a:xfrm>
              <a:custGeom>
                <a:rect b="b" l="l" r="r" t="t"/>
                <a:pathLst>
                  <a:path extrusionOk="0" h="175" w="142">
                    <a:moveTo>
                      <a:pt x="25" y="0"/>
                    </a:moveTo>
                    <a:cubicBezTo>
                      <a:pt x="9" y="17"/>
                      <a:pt x="0" y="42"/>
                      <a:pt x="9" y="67"/>
                    </a:cubicBezTo>
                    <a:cubicBezTo>
                      <a:pt x="17" y="83"/>
                      <a:pt x="25" y="100"/>
                      <a:pt x="34" y="116"/>
                    </a:cubicBezTo>
                    <a:cubicBezTo>
                      <a:pt x="42" y="133"/>
                      <a:pt x="58" y="141"/>
                      <a:pt x="67" y="158"/>
                    </a:cubicBezTo>
                    <a:cubicBezTo>
                      <a:pt x="75" y="166"/>
                      <a:pt x="75" y="174"/>
                      <a:pt x="92" y="174"/>
                    </a:cubicBezTo>
                    <a:lnTo>
                      <a:pt x="108" y="174"/>
                    </a:lnTo>
                    <a:cubicBezTo>
                      <a:pt x="125" y="166"/>
                      <a:pt x="141" y="149"/>
                      <a:pt x="133" y="133"/>
                    </a:cubicBezTo>
                    <a:cubicBezTo>
                      <a:pt x="125" y="125"/>
                      <a:pt x="125" y="116"/>
                      <a:pt x="125" y="108"/>
                    </a:cubicBezTo>
                    <a:cubicBezTo>
                      <a:pt x="116" y="91"/>
                      <a:pt x="116" y="83"/>
                      <a:pt x="108" y="75"/>
                    </a:cubicBezTo>
                    <a:cubicBezTo>
                      <a:pt x="100" y="58"/>
                      <a:pt x="92" y="42"/>
                      <a:pt x="83" y="17"/>
                    </a:cubicBezTo>
                    <a:cubicBezTo>
                      <a:pt x="83" y="9"/>
                      <a:pt x="67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9" name="Google Shape;2479;p4"/>
              <p:cNvSpPr/>
              <p:nvPr/>
            </p:nvSpPr>
            <p:spPr>
              <a:xfrm>
                <a:off x="5163225" y="3878250"/>
                <a:ext cx="2300" cy="1700"/>
              </a:xfrm>
              <a:custGeom>
                <a:rect b="b" l="l" r="r" t="t"/>
                <a:pathLst>
                  <a:path extrusionOk="0" h="68" w="92">
                    <a:moveTo>
                      <a:pt x="50" y="1"/>
                    </a:moveTo>
                    <a:cubicBezTo>
                      <a:pt x="0" y="1"/>
                      <a:pt x="0" y="67"/>
                      <a:pt x="50" y="67"/>
                    </a:cubicBezTo>
                    <a:cubicBezTo>
                      <a:pt x="91" y="67"/>
                      <a:pt x="91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0" name="Google Shape;2480;p4"/>
              <p:cNvSpPr/>
              <p:nvPr/>
            </p:nvSpPr>
            <p:spPr>
              <a:xfrm>
                <a:off x="5170050" y="3931150"/>
                <a:ext cx="34350" cy="24250"/>
              </a:xfrm>
              <a:custGeom>
                <a:rect b="b" l="l" r="r" t="t"/>
                <a:pathLst>
                  <a:path extrusionOk="0" h="970" w="1374">
                    <a:moveTo>
                      <a:pt x="187" y="1"/>
                    </a:moveTo>
                    <a:cubicBezTo>
                      <a:pt x="146" y="1"/>
                      <a:pt x="115" y="60"/>
                      <a:pt x="158" y="89"/>
                    </a:cubicBezTo>
                    <a:cubicBezTo>
                      <a:pt x="233" y="130"/>
                      <a:pt x="307" y="163"/>
                      <a:pt x="373" y="221"/>
                    </a:cubicBezTo>
                    <a:cubicBezTo>
                      <a:pt x="431" y="271"/>
                      <a:pt x="506" y="312"/>
                      <a:pt x="564" y="362"/>
                    </a:cubicBezTo>
                    <a:cubicBezTo>
                      <a:pt x="622" y="420"/>
                      <a:pt x="688" y="470"/>
                      <a:pt x="746" y="520"/>
                    </a:cubicBezTo>
                    <a:cubicBezTo>
                      <a:pt x="779" y="544"/>
                      <a:pt x="813" y="578"/>
                      <a:pt x="846" y="602"/>
                    </a:cubicBezTo>
                    <a:cubicBezTo>
                      <a:pt x="854" y="611"/>
                      <a:pt x="862" y="619"/>
                      <a:pt x="862" y="627"/>
                    </a:cubicBezTo>
                    <a:cubicBezTo>
                      <a:pt x="779" y="627"/>
                      <a:pt x="697" y="636"/>
                      <a:pt x="614" y="652"/>
                    </a:cubicBezTo>
                    <a:cubicBezTo>
                      <a:pt x="506" y="660"/>
                      <a:pt x="407" y="677"/>
                      <a:pt x="299" y="694"/>
                    </a:cubicBezTo>
                    <a:cubicBezTo>
                      <a:pt x="249" y="702"/>
                      <a:pt x="199" y="718"/>
                      <a:pt x="150" y="727"/>
                    </a:cubicBezTo>
                    <a:cubicBezTo>
                      <a:pt x="92" y="735"/>
                      <a:pt x="50" y="760"/>
                      <a:pt x="25" y="818"/>
                    </a:cubicBezTo>
                    <a:cubicBezTo>
                      <a:pt x="1" y="859"/>
                      <a:pt x="17" y="909"/>
                      <a:pt x="50" y="942"/>
                    </a:cubicBezTo>
                    <a:cubicBezTo>
                      <a:pt x="84" y="962"/>
                      <a:pt x="113" y="970"/>
                      <a:pt x="143" y="970"/>
                    </a:cubicBezTo>
                    <a:cubicBezTo>
                      <a:pt x="165" y="970"/>
                      <a:pt x="189" y="966"/>
                      <a:pt x="216" y="959"/>
                    </a:cubicBezTo>
                    <a:cubicBezTo>
                      <a:pt x="249" y="959"/>
                      <a:pt x="282" y="950"/>
                      <a:pt x="315" y="942"/>
                    </a:cubicBezTo>
                    <a:lnTo>
                      <a:pt x="324" y="942"/>
                    </a:lnTo>
                    <a:cubicBezTo>
                      <a:pt x="365" y="950"/>
                      <a:pt x="407" y="950"/>
                      <a:pt x="456" y="950"/>
                    </a:cubicBezTo>
                    <a:cubicBezTo>
                      <a:pt x="539" y="950"/>
                      <a:pt x="630" y="942"/>
                      <a:pt x="721" y="934"/>
                    </a:cubicBezTo>
                    <a:cubicBezTo>
                      <a:pt x="895" y="909"/>
                      <a:pt x="1069" y="876"/>
                      <a:pt x="1243" y="834"/>
                    </a:cubicBezTo>
                    <a:cubicBezTo>
                      <a:pt x="1373" y="802"/>
                      <a:pt x="1352" y="602"/>
                      <a:pt x="1218" y="602"/>
                    </a:cubicBezTo>
                    <a:cubicBezTo>
                      <a:pt x="1216" y="602"/>
                      <a:pt x="1213" y="602"/>
                      <a:pt x="1210" y="602"/>
                    </a:cubicBezTo>
                    <a:lnTo>
                      <a:pt x="1219" y="602"/>
                    </a:lnTo>
                    <a:cubicBezTo>
                      <a:pt x="1169" y="602"/>
                      <a:pt x="1119" y="611"/>
                      <a:pt x="1069" y="611"/>
                    </a:cubicBezTo>
                    <a:cubicBezTo>
                      <a:pt x="1069" y="602"/>
                      <a:pt x="1069" y="594"/>
                      <a:pt x="1069" y="586"/>
                    </a:cubicBezTo>
                    <a:cubicBezTo>
                      <a:pt x="1069" y="528"/>
                      <a:pt x="1028" y="495"/>
                      <a:pt x="987" y="462"/>
                    </a:cubicBezTo>
                    <a:cubicBezTo>
                      <a:pt x="953" y="428"/>
                      <a:pt x="920" y="404"/>
                      <a:pt x="887" y="379"/>
                    </a:cubicBezTo>
                    <a:cubicBezTo>
                      <a:pt x="821" y="329"/>
                      <a:pt x="746" y="279"/>
                      <a:pt x="672" y="230"/>
                    </a:cubicBezTo>
                    <a:cubicBezTo>
                      <a:pt x="597" y="196"/>
                      <a:pt x="531" y="147"/>
                      <a:pt x="448" y="114"/>
                    </a:cubicBezTo>
                    <a:cubicBezTo>
                      <a:pt x="365" y="80"/>
                      <a:pt x="291" y="39"/>
                      <a:pt x="208" y="6"/>
                    </a:cubicBezTo>
                    <a:cubicBezTo>
                      <a:pt x="201" y="2"/>
                      <a:pt x="194" y="1"/>
                      <a:pt x="1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1" name="Google Shape;2481;p4"/>
              <p:cNvSpPr/>
              <p:nvPr/>
            </p:nvSpPr>
            <p:spPr>
              <a:xfrm>
                <a:off x="4955725" y="3817950"/>
                <a:ext cx="23175" cy="38400"/>
              </a:xfrm>
              <a:custGeom>
                <a:rect b="b" l="l" r="r" t="t"/>
                <a:pathLst>
                  <a:path extrusionOk="0" h="1536" w="927">
                    <a:moveTo>
                      <a:pt x="272" y="1"/>
                    </a:moveTo>
                    <a:cubicBezTo>
                      <a:pt x="263" y="1"/>
                      <a:pt x="255" y="1"/>
                      <a:pt x="247" y="2"/>
                    </a:cubicBezTo>
                    <a:cubicBezTo>
                      <a:pt x="213" y="10"/>
                      <a:pt x="205" y="60"/>
                      <a:pt x="238" y="68"/>
                    </a:cubicBezTo>
                    <a:cubicBezTo>
                      <a:pt x="313" y="76"/>
                      <a:pt x="379" y="151"/>
                      <a:pt x="437" y="192"/>
                    </a:cubicBezTo>
                    <a:cubicBezTo>
                      <a:pt x="503" y="242"/>
                      <a:pt x="570" y="292"/>
                      <a:pt x="628" y="358"/>
                    </a:cubicBezTo>
                    <a:cubicBezTo>
                      <a:pt x="752" y="491"/>
                      <a:pt x="769" y="656"/>
                      <a:pt x="694" y="814"/>
                    </a:cubicBezTo>
                    <a:cubicBezTo>
                      <a:pt x="628" y="955"/>
                      <a:pt x="528" y="1062"/>
                      <a:pt x="404" y="1145"/>
                    </a:cubicBezTo>
                    <a:cubicBezTo>
                      <a:pt x="338" y="1195"/>
                      <a:pt x="263" y="1228"/>
                      <a:pt x="197" y="1261"/>
                    </a:cubicBezTo>
                    <a:cubicBezTo>
                      <a:pt x="155" y="1278"/>
                      <a:pt x="122" y="1303"/>
                      <a:pt x="89" y="1327"/>
                    </a:cubicBezTo>
                    <a:cubicBezTo>
                      <a:pt x="56" y="1361"/>
                      <a:pt x="39" y="1394"/>
                      <a:pt x="23" y="1435"/>
                    </a:cubicBezTo>
                    <a:cubicBezTo>
                      <a:pt x="0" y="1496"/>
                      <a:pt x="54" y="1536"/>
                      <a:pt x="107" y="1536"/>
                    </a:cubicBezTo>
                    <a:cubicBezTo>
                      <a:pt x="112" y="1536"/>
                      <a:pt x="117" y="1535"/>
                      <a:pt x="122" y="1535"/>
                    </a:cubicBezTo>
                    <a:cubicBezTo>
                      <a:pt x="172" y="1526"/>
                      <a:pt x="205" y="1510"/>
                      <a:pt x="255" y="1485"/>
                    </a:cubicBezTo>
                    <a:lnTo>
                      <a:pt x="396" y="1410"/>
                    </a:lnTo>
                    <a:cubicBezTo>
                      <a:pt x="479" y="1369"/>
                      <a:pt x="553" y="1319"/>
                      <a:pt x="619" y="1245"/>
                    </a:cubicBezTo>
                    <a:cubicBezTo>
                      <a:pt x="752" y="1112"/>
                      <a:pt x="876" y="946"/>
                      <a:pt x="901" y="756"/>
                    </a:cubicBezTo>
                    <a:cubicBezTo>
                      <a:pt x="926" y="565"/>
                      <a:pt x="851" y="408"/>
                      <a:pt x="719" y="267"/>
                    </a:cubicBezTo>
                    <a:cubicBezTo>
                      <a:pt x="653" y="201"/>
                      <a:pt x="578" y="143"/>
                      <a:pt x="495" y="93"/>
                    </a:cubicBezTo>
                    <a:cubicBezTo>
                      <a:pt x="427" y="40"/>
                      <a:pt x="359" y="1"/>
                      <a:pt x="2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2" name="Google Shape;2482;p4"/>
              <p:cNvSpPr/>
              <p:nvPr/>
            </p:nvSpPr>
            <p:spPr>
              <a:xfrm>
                <a:off x="4956325" y="3842350"/>
                <a:ext cx="7025" cy="8925"/>
              </a:xfrm>
              <a:custGeom>
                <a:rect b="b" l="l" r="r" t="t"/>
                <a:pathLst>
                  <a:path extrusionOk="0" h="357" w="281">
                    <a:moveTo>
                      <a:pt x="237" y="0"/>
                    </a:moveTo>
                    <a:cubicBezTo>
                      <a:pt x="222" y="0"/>
                      <a:pt x="210" y="8"/>
                      <a:pt x="198" y="20"/>
                    </a:cubicBezTo>
                    <a:cubicBezTo>
                      <a:pt x="165" y="70"/>
                      <a:pt x="123" y="111"/>
                      <a:pt x="90" y="161"/>
                    </a:cubicBezTo>
                    <a:cubicBezTo>
                      <a:pt x="57" y="211"/>
                      <a:pt x="15" y="269"/>
                      <a:pt x="7" y="327"/>
                    </a:cubicBezTo>
                    <a:cubicBezTo>
                      <a:pt x="1" y="339"/>
                      <a:pt x="14" y="357"/>
                      <a:pt x="28" y="357"/>
                    </a:cubicBezTo>
                    <a:cubicBezTo>
                      <a:pt x="32" y="357"/>
                      <a:pt x="36" y="355"/>
                      <a:pt x="40" y="351"/>
                    </a:cubicBezTo>
                    <a:cubicBezTo>
                      <a:pt x="57" y="343"/>
                      <a:pt x="65" y="335"/>
                      <a:pt x="82" y="327"/>
                    </a:cubicBezTo>
                    <a:cubicBezTo>
                      <a:pt x="90" y="310"/>
                      <a:pt x="98" y="302"/>
                      <a:pt x="107" y="293"/>
                    </a:cubicBezTo>
                    <a:cubicBezTo>
                      <a:pt x="131" y="269"/>
                      <a:pt x="148" y="244"/>
                      <a:pt x="173" y="211"/>
                    </a:cubicBezTo>
                    <a:cubicBezTo>
                      <a:pt x="206" y="161"/>
                      <a:pt x="239" y="111"/>
                      <a:pt x="272" y="61"/>
                    </a:cubicBezTo>
                    <a:cubicBezTo>
                      <a:pt x="281" y="45"/>
                      <a:pt x="272" y="12"/>
                      <a:pt x="256" y="3"/>
                    </a:cubicBezTo>
                    <a:cubicBezTo>
                      <a:pt x="249" y="1"/>
                      <a:pt x="243" y="0"/>
                      <a:pt x="2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3" name="Google Shape;2483;p4"/>
              <p:cNvSpPr/>
              <p:nvPr/>
            </p:nvSpPr>
            <p:spPr>
              <a:xfrm>
                <a:off x="4981875" y="3826425"/>
                <a:ext cx="3850" cy="9150"/>
              </a:xfrm>
              <a:custGeom>
                <a:rect b="b" l="l" r="r" t="t"/>
                <a:pathLst>
                  <a:path extrusionOk="0" h="366" w="154">
                    <a:moveTo>
                      <a:pt x="98" y="1"/>
                    </a:moveTo>
                    <a:cubicBezTo>
                      <a:pt x="83" y="1"/>
                      <a:pt x="65" y="15"/>
                      <a:pt x="71" y="36"/>
                    </a:cubicBezTo>
                    <a:cubicBezTo>
                      <a:pt x="79" y="85"/>
                      <a:pt x="79" y="135"/>
                      <a:pt x="71" y="185"/>
                    </a:cubicBezTo>
                    <a:cubicBezTo>
                      <a:pt x="62" y="218"/>
                      <a:pt x="54" y="243"/>
                      <a:pt x="46" y="268"/>
                    </a:cubicBezTo>
                    <a:cubicBezTo>
                      <a:pt x="37" y="292"/>
                      <a:pt x="21" y="309"/>
                      <a:pt x="13" y="334"/>
                    </a:cubicBezTo>
                    <a:cubicBezTo>
                      <a:pt x="1" y="352"/>
                      <a:pt x="15" y="365"/>
                      <a:pt x="29" y="365"/>
                    </a:cubicBezTo>
                    <a:cubicBezTo>
                      <a:pt x="35" y="365"/>
                      <a:pt x="41" y="363"/>
                      <a:pt x="46" y="359"/>
                    </a:cubicBezTo>
                    <a:cubicBezTo>
                      <a:pt x="137" y="276"/>
                      <a:pt x="153" y="135"/>
                      <a:pt x="120" y="19"/>
                    </a:cubicBezTo>
                    <a:cubicBezTo>
                      <a:pt x="117" y="6"/>
                      <a:pt x="108" y="1"/>
                      <a:pt x="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4" name="Google Shape;2484;p4"/>
              <p:cNvSpPr/>
              <p:nvPr/>
            </p:nvSpPr>
            <p:spPr>
              <a:xfrm>
                <a:off x="4968425" y="3872925"/>
                <a:ext cx="4875" cy="9600"/>
              </a:xfrm>
              <a:custGeom>
                <a:rect b="b" l="l" r="r" t="t"/>
                <a:pathLst>
                  <a:path extrusionOk="0" h="384" w="195">
                    <a:moveTo>
                      <a:pt x="168" y="0"/>
                    </a:moveTo>
                    <a:cubicBezTo>
                      <a:pt x="163" y="0"/>
                      <a:pt x="158" y="2"/>
                      <a:pt x="153" y="7"/>
                    </a:cubicBezTo>
                    <a:cubicBezTo>
                      <a:pt x="136" y="23"/>
                      <a:pt x="128" y="32"/>
                      <a:pt x="120" y="48"/>
                    </a:cubicBezTo>
                    <a:cubicBezTo>
                      <a:pt x="111" y="65"/>
                      <a:pt x="111" y="81"/>
                      <a:pt x="103" y="90"/>
                    </a:cubicBezTo>
                    <a:cubicBezTo>
                      <a:pt x="95" y="123"/>
                      <a:pt x="87" y="148"/>
                      <a:pt x="70" y="181"/>
                    </a:cubicBezTo>
                    <a:cubicBezTo>
                      <a:pt x="53" y="239"/>
                      <a:pt x="29" y="288"/>
                      <a:pt x="12" y="346"/>
                    </a:cubicBezTo>
                    <a:cubicBezTo>
                      <a:pt x="1" y="369"/>
                      <a:pt x="19" y="383"/>
                      <a:pt x="38" y="383"/>
                    </a:cubicBezTo>
                    <a:cubicBezTo>
                      <a:pt x="47" y="383"/>
                      <a:pt x="56" y="380"/>
                      <a:pt x="62" y="371"/>
                    </a:cubicBezTo>
                    <a:cubicBezTo>
                      <a:pt x="87" y="313"/>
                      <a:pt x="120" y="264"/>
                      <a:pt x="145" y="206"/>
                    </a:cubicBezTo>
                    <a:cubicBezTo>
                      <a:pt x="153" y="181"/>
                      <a:pt x="169" y="148"/>
                      <a:pt x="178" y="123"/>
                    </a:cubicBezTo>
                    <a:cubicBezTo>
                      <a:pt x="186" y="106"/>
                      <a:pt x="194" y="98"/>
                      <a:pt x="194" y="81"/>
                    </a:cubicBezTo>
                    <a:cubicBezTo>
                      <a:pt x="194" y="65"/>
                      <a:pt x="194" y="48"/>
                      <a:pt x="194" y="32"/>
                    </a:cubicBezTo>
                    <a:cubicBezTo>
                      <a:pt x="194" y="14"/>
                      <a:pt x="181" y="0"/>
                      <a:pt x="1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5" name="Google Shape;2485;p4"/>
              <p:cNvSpPr/>
              <p:nvPr/>
            </p:nvSpPr>
            <p:spPr>
              <a:xfrm>
                <a:off x="5062750" y="3895350"/>
                <a:ext cx="12050" cy="15325"/>
              </a:xfrm>
              <a:custGeom>
                <a:rect b="b" l="l" r="r" t="t"/>
                <a:pathLst>
                  <a:path extrusionOk="0" h="613" w="482">
                    <a:moveTo>
                      <a:pt x="260" y="0"/>
                    </a:moveTo>
                    <a:cubicBezTo>
                      <a:pt x="199" y="0"/>
                      <a:pt x="141" y="31"/>
                      <a:pt x="100" y="79"/>
                    </a:cubicBezTo>
                    <a:cubicBezTo>
                      <a:pt x="59" y="137"/>
                      <a:pt x="26" y="203"/>
                      <a:pt x="9" y="270"/>
                    </a:cubicBezTo>
                    <a:cubicBezTo>
                      <a:pt x="1" y="344"/>
                      <a:pt x="1" y="427"/>
                      <a:pt x="42" y="493"/>
                    </a:cubicBezTo>
                    <a:cubicBezTo>
                      <a:pt x="84" y="560"/>
                      <a:pt x="150" y="601"/>
                      <a:pt x="224" y="609"/>
                    </a:cubicBezTo>
                    <a:cubicBezTo>
                      <a:pt x="237" y="612"/>
                      <a:pt x="249" y="613"/>
                      <a:pt x="260" y="613"/>
                    </a:cubicBezTo>
                    <a:cubicBezTo>
                      <a:pt x="329" y="613"/>
                      <a:pt x="389" y="574"/>
                      <a:pt x="432" y="510"/>
                    </a:cubicBezTo>
                    <a:cubicBezTo>
                      <a:pt x="473" y="460"/>
                      <a:pt x="481" y="394"/>
                      <a:pt x="481" y="336"/>
                    </a:cubicBezTo>
                    <a:cubicBezTo>
                      <a:pt x="481" y="303"/>
                      <a:pt x="481" y="270"/>
                      <a:pt x="473" y="237"/>
                    </a:cubicBezTo>
                    <a:cubicBezTo>
                      <a:pt x="473" y="203"/>
                      <a:pt x="473" y="170"/>
                      <a:pt x="456" y="137"/>
                    </a:cubicBezTo>
                    <a:cubicBezTo>
                      <a:pt x="432" y="71"/>
                      <a:pt x="374" y="13"/>
                      <a:pt x="299" y="5"/>
                    </a:cubicBezTo>
                    <a:cubicBezTo>
                      <a:pt x="286" y="2"/>
                      <a:pt x="273" y="0"/>
                      <a:pt x="2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6" name="Google Shape;2486;p4"/>
              <p:cNvSpPr/>
              <p:nvPr/>
            </p:nvSpPr>
            <p:spPr>
              <a:xfrm>
                <a:off x="5163425" y="3897400"/>
                <a:ext cx="10575" cy="12875"/>
              </a:xfrm>
              <a:custGeom>
                <a:rect b="b" l="l" r="r" t="t"/>
                <a:pathLst>
                  <a:path extrusionOk="0" h="515" w="423">
                    <a:moveTo>
                      <a:pt x="224" y="0"/>
                    </a:moveTo>
                    <a:cubicBezTo>
                      <a:pt x="212" y="0"/>
                      <a:pt x="201" y="2"/>
                      <a:pt x="191" y="5"/>
                    </a:cubicBezTo>
                    <a:cubicBezTo>
                      <a:pt x="158" y="14"/>
                      <a:pt x="125" y="30"/>
                      <a:pt x="100" y="55"/>
                    </a:cubicBezTo>
                    <a:cubicBezTo>
                      <a:pt x="83" y="72"/>
                      <a:pt x="67" y="97"/>
                      <a:pt x="50" y="130"/>
                    </a:cubicBezTo>
                    <a:cubicBezTo>
                      <a:pt x="34" y="146"/>
                      <a:pt x="25" y="163"/>
                      <a:pt x="17" y="188"/>
                    </a:cubicBezTo>
                    <a:cubicBezTo>
                      <a:pt x="9" y="213"/>
                      <a:pt x="0" y="246"/>
                      <a:pt x="9" y="279"/>
                    </a:cubicBezTo>
                    <a:cubicBezTo>
                      <a:pt x="9" y="337"/>
                      <a:pt x="34" y="387"/>
                      <a:pt x="75" y="428"/>
                    </a:cubicBezTo>
                    <a:cubicBezTo>
                      <a:pt x="100" y="469"/>
                      <a:pt x="133" y="494"/>
                      <a:pt x="174" y="503"/>
                    </a:cubicBezTo>
                    <a:cubicBezTo>
                      <a:pt x="191" y="511"/>
                      <a:pt x="210" y="515"/>
                      <a:pt x="228" y="515"/>
                    </a:cubicBezTo>
                    <a:cubicBezTo>
                      <a:pt x="247" y="515"/>
                      <a:pt x="266" y="511"/>
                      <a:pt x="282" y="503"/>
                    </a:cubicBezTo>
                    <a:cubicBezTo>
                      <a:pt x="324" y="494"/>
                      <a:pt x="357" y="469"/>
                      <a:pt x="382" y="436"/>
                    </a:cubicBezTo>
                    <a:cubicBezTo>
                      <a:pt x="415" y="387"/>
                      <a:pt x="423" y="320"/>
                      <a:pt x="415" y="271"/>
                    </a:cubicBezTo>
                    <a:cubicBezTo>
                      <a:pt x="415" y="213"/>
                      <a:pt x="398" y="146"/>
                      <a:pt x="365" y="97"/>
                    </a:cubicBezTo>
                    <a:cubicBezTo>
                      <a:pt x="348" y="88"/>
                      <a:pt x="340" y="72"/>
                      <a:pt x="332" y="63"/>
                    </a:cubicBezTo>
                    <a:cubicBezTo>
                      <a:pt x="312" y="24"/>
                      <a:pt x="267" y="0"/>
                      <a:pt x="2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7" name="Google Shape;2487;p4"/>
              <p:cNvSpPr/>
              <p:nvPr/>
            </p:nvSpPr>
            <p:spPr>
              <a:xfrm>
                <a:off x="5048600" y="3890325"/>
                <a:ext cx="24750" cy="10125"/>
              </a:xfrm>
              <a:custGeom>
                <a:rect b="b" l="l" r="r" t="t"/>
                <a:pathLst>
                  <a:path extrusionOk="0" h="405" w="990">
                    <a:moveTo>
                      <a:pt x="820" y="1"/>
                    </a:moveTo>
                    <a:cubicBezTo>
                      <a:pt x="789" y="1"/>
                      <a:pt x="759" y="4"/>
                      <a:pt x="732" y="7"/>
                    </a:cubicBezTo>
                    <a:cubicBezTo>
                      <a:pt x="650" y="15"/>
                      <a:pt x="567" y="32"/>
                      <a:pt x="492" y="65"/>
                    </a:cubicBezTo>
                    <a:cubicBezTo>
                      <a:pt x="418" y="90"/>
                      <a:pt x="343" y="139"/>
                      <a:pt x="268" y="181"/>
                    </a:cubicBezTo>
                    <a:cubicBezTo>
                      <a:pt x="194" y="230"/>
                      <a:pt x="111" y="280"/>
                      <a:pt x="36" y="330"/>
                    </a:cubicBezTo>
                    <a:cubicBezTo>
                      <a:pt x="0" y="352"/>
                      <a:pt x="15" y="399"/>
                      <a:pt x="47" y="399"/>
                    </a:cubicBezTo>
                    <a:cubicBezTo>
                      <a:pt x="51" y="399"/>
                      <a:pt x="56" y="398"/>
                      <a:pt x="61" y="396"/>
                    </a:cubicBezTo>
                    <a:lnTo>
                      <a:pt x="61" y="404"/>
                    </a:lnTo>
                    <a:cubicBezTo>
                      <a:pt x="219" y="338"/>
                      <a:pt x="368" y="272"/>
                      <a:pt x="525" y="222"/>
                    </a:cubicBezTo>
                    <a:cubicBezTo>
                      <a:pt x="600" y="197"/>
                      <a:pt x="674" y="181"/>
                      <a:pt x="749" y="181"/>
                    </a:cubicBezTo>
                    <a:cubicBezTo>
                      <a:pt x="815" y="172"/>
                      <a:pt x="923" y="181"/>
                      <a:pt x="973" y="123"/>
                    </a:cubicBezTo>
                    <a:cubicBezTo>
                      <a:pt x="989" y="98"/>
                      <a:pt x="989" y="73"/>
                      <a:pt x="973" y="48"/>
                    </a:cubicBezTo>
                    <a:cubicBezTo>
                      <a:pt x="935" y="11"/>
                      <a:pt x="877" y="1"/>
                      <a:pt x="8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8" name="Google Shape;2488;p4"/>
              <p:cNvSpPr/>
              <p:nvPr/>
            </p:nvSpPr>
            <p:spPr>
              <a:xfrm>
                <a:off x="5067300" y="3887575"/>
                <a:ext cx="10400" cy="3550"/>
              </a:xfrm>
              <a:custGeom>
                <a:rect b="b" l="l" r="r" t="t"/>
                <a:pathLst>
                  <a:path extrusionOk="0" h="142" w="416">
                    <a:moveTo>
                      <a:pt x="208" y="1"/>
                    </a:moveTo>
                    <a:cubicBezTo>
                      <a:pt x="150" y="1"/>
                      <a:pt x="92" y="1"/>
                      <a:pt x="34" y="9"/>
                    </a:cubicBezTo>
                    <a:cubicBezTo>
                      <a:pt x="9" y="9"/>
                      <a:pt x="1" y="34"/>
                      <a:pt x="1" y="50"/>
                    </a:cubicBezTo>
                    <a:cubicBezTo>
                      <a:pt x="9" y="75"/>
                      <a:pt x="26" y="92"/>
                      <a:pt x="42" y="92"/>
                    </a:cubicBezTo>
                    <a:cubicBezTo>
                      <a:pt x="92" y="92"/>
                      <a:pt x="142" y="100"/>
                      <a:pt x="192" y="108"/>
                    </a:cubicBezTo>
                    <a:cubicBezTo>
                      <a:pt x="216" y="117"/>
                      <a:pt x="241" y="117"/>
                      <a:pt x="266" y="125"/>
                    </a:cubicBezTo>
                    <a:cubicBezTo>
                      <a:pt x="299" y="133"/>
                      <a:pt x="324" y="142"/>
                      <a:pt x="357" y="142"/>
                    </a:cubicBezTo>
                    <a:cubicBezTo>
                      <a:pt x="390" y="142"/>
                      <a:pt x="415" y="100"/>
                      <a:pt x="382" y="67"/>
                    </a:cubicBezTo>
                    <a:cubicBezTo>
                      <a:pt x="374" y="59"/>
                      <a:pt x="357" y="50"/>
                      <a:pt x="341" y="42"/>
                    </a:cubicBezTo>
                    <a:cubicBezTo>
                      <a:pt x="324" y="34"/>
                      <a:pt x="307" y="26"/>
                      <a:pt x="299" y="26"/>
                    </a:cubicBezTo>
                    <a:cubicBezTo>
                      <a:pt x="266" y="17"/>
                      <a:pt x="241" y="9"/>
                      <a:pt x="2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9" name="Google Shape;2489;p4"/>
              <p:cNvSpPr/>
              <p:nvPr/>
            </p:nvSpPr>
            <p:spPr>
              <a:xfrm>
                <a:off x="5158025" y="3889650"/>
                <a:ext cx="19725" cy="10100"/>
              </a:xfrm>
              <a:custGeom>
                <a:rect b="b" l="l" r="r" t="t"/>
                <a:pathLst>
                  <a:path extrusionOk="0" h="404" w="789">
                    <a:moveTo>
                      <a:pt x="258" y="1"/>
                    </a:moveTo>
                    <a:cubicBezTo>
                      <a:pt x="183" y="1"/>
                      <a:pt x="117" y="34"/>
                      <a:pt x="51" y="50"/>
                    </a:cubicBezTo>
                    <a:cubicBezTo>
                      <a:pt x="1" y="67"/>
                      <a:pt x="9" y="141"/>
                      <a:pt x="59" y="141"/>
                    </a:cubicBezTo>
                    <a:lnTo>
                      <a:pt x="59" y="133"/>
                    </a:lnTo>
                    <a:cubicBezTo>
                      <a:pt x="175" y="133"/>
                      <a:pt x="283" y="175"/>
                      <a:pt x="390" y="224"/>
                    </a:cubicBezTo>
                    <a:cubicBezTo>
                      <a:pt x="440" y="257"/>
                      <a:pt x="490" y="282"/>
                      <a:pt x="540" y="315"/>
                    </a:cubicBezTo>
                    <a:cubicBezTo>
                      <a:pt x="564" y="324"/>
                      <a:pt x="589" y="340"/>
                      <a:pt x="606" y="357"/>
                    </a:cubicBezTo>
                    <a:cubicBezTo>
                      <a:pt x="632" y="383"/>
                      <a:pt x="658" y="404"/>
                      <a:pt x="691" y="404"/>
                    </a:cubicBezTo>
                    <a:cubicBezTo>
                      <a:pt x="701" y="404"/>
                      <a:pt x="711" y="402"/>
                      <a:pt x="722" y="398"/>
                    </a:cubicBezTo>
                    <a:cubicBezTo>
                      <a:pt x="747" y="398"/>
                      <a:pt x="780" y="373"/>
                      <a:pt x="780" y="340"/>
                    </a:cubicBezTo>
                    <a:cubicBezTo>
                      <a:pt x="788" y="291"/>
                      <a:pt x="772" y="249"/>
                      <a:pt x="730" y="216"/>
                    </a:cubicBezTo>
                    <a:cubicBezTo>
                      <a:pt x="697" y="199"/>
                      <a:pt x="672" y="175"/>
                      <a:pt x="639" y="158"/>
                    </a:cubicBezTo>
                    <a:cubicBezTo>
                      <a:pt x="589" y="125"/>
                      <a:pt x="531" y="92"/>
                      <a:pt x="465" y="67"/>
                    </a:cubicBezTo>
                    <a:cubicBezTo>
                      <a:pt x="399" y="34"/>
                      <a:pt x="332" y="1"/>
                      <a:pt x="2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0" name="Google Shape;2490;p4"/>
              <p:cNvSpPr/>
              <p:nvPr/>
            </p:nvSpPr>
            <p:spPr>
              <a:xfrm>
                <a:off x="5167775" y="3886175"/>
                <a:ext cx="7900" cy="6075"/>
              </a:xfrm>
              <a:custGeom>
                <a:rect b="b" l="l" r="r" t="t"/>
                <a:pathLst>
                  <a:path extrusionOk="0" h="243" w="316">
                    <a:moveTo>
                      <a:pt x="68" y="0"/>
                    </a:moveTo>
                    <a:cubicBezTo>
                      <a:pt x="46" y="0"/>
                      <a:pt x="23" y="14"/>
                      <a:pt x="17" y="32"/>
                    </a:cubicBezTo>
                    <a:cubicBezTo>
                      <a:pt x="0" y="57"/>
                      <a:pt x="9" y="82"/>
                      <a:pt x="34" y="98"/>
                    </a:cubicBezTo>
                    <a:lnTo>
                      <a:pt x="141" y="181"/>
                    </a:lnTo>
                    <a:cubicBezTo>
                      <a:pt x="158" y="198"/>
                      <a:pt x="183" y="206"/>
                      <a:pt x="199" y="214"/>
                    </a:cubicBezTo>
                    <a:cubicBezTo>
                      <a:pt x="208" y="222"/>
                      <a:pt x="216" y="231"/>
                      <a:pt x="232" y="239"/>
                    </a:cubicBezTo>
                    <a:cubicBezTo>
                      <a:pt x="238" y="239"/>
                      <a:pt x="247" y="243"/>
                      <a:pt x="258" y="243"/>
                    </a:cubicBezTo>
                    <a:cubicBezTo>
                      <a:pt x="263" y="243"/>
                      <a:pt x="268" y="242"/>
                      <a:pt x="274" y="239"/>
                    </a:cubicBezTo>
                    <a:cubicBezTo>
                      <a:pt x="299" y="239"/>
                      <a:pt x="315" y="222"/>
                      <a:pt x="307" y="198"/>
                    </a:cubicBezTo>
                    <a:cubicBezTo>
                      <a:pt x="307" y="181"/>
                      <a:pt x="299" y="164"/>
                      <a:pt x="290" y="156"/>
                    </a:cubicBezTo>
                    <a:cubicBezTo>
                      <a:pt x="282" y="148"/>
                      <a:pt x="274" y="140"/>
                      <a:pt x="266" y="131"/>
                    </a:cubicBezTo>
                    <a:cubicBezTo>
                      <a:pt x="241" y="115"/>
                      <a:pt x="224" y="98"/>
                      <a:pt x="199" y="82"/>
                    </a:cubicBezTo>
                    <a:cubicBezTo>
                      <a:pt x="166" y="57"/>
                      <a:pt x="125" y="32"/>
                      <a:pt x="92" y="7"/>
                    </a:cubicBezTo>
                    <a:cubicBezTo>
                      <a:pt x="85" y="2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4"/>
              <p:cNvSpPr/>
              <p:nvPr/>
            </p:nvSpPr>
            <p:spPr>
              <a:xfrm>
                <a:off x="5078700" y="3913050"/>
                <a:ext cx="6250" cy="7275"/>
              </a:xfrm>
              <a:custGeom>
                <a:rect b="b" l="l" r="r" t="t"/>
                <a:pathLst>
                  <a:path extrusionOk="0" h="291" w="250">
                    <a:moveTo>
                      <a:pt x="216" y="1"/>
                    </a:moveTo>
                    <a:cubicBezTo>
                      <a:pt x="199" y="1"/>
                      <a:pt x="175" y="1"/>
                      <a:pt x="166" y="17"/>
                    </a:cubicBezTo>
                    <a:cubicBezTo>
                      <a:pt x="160" y="24"/>
                      <a:pt x="153" y="31"/>
                      <a:pt x="141" y="42"/>
                    </a:cubicBezTo>
                    <a:cubicBezTo>
                      <a:pt x="133" y="42"/>
                      <a:pt x="133" y="51"/>
                      <a:pt x="133" y="51"/>
                    </a:cubicBezTo>
                    <a:cubicBezTo>
                      <a:pt x="125" y="59"/>
                      <a:pt x="117" y="67"/>
                      <a:pt x="117" y="75"/>
                    </a:cubicBezTo>
                    <a:cubicBezTo>
                      <a:pt x="108" y="84"/>
                      <a:pt x="100" y="92"/>
                      <a:pt x="100" y="109"/>
                    </a:cubicBezTo>
                    <a:cubicBezTo>
                      <a:pt x="92" y="109"/>
                      <a:pt x="92" y="117"/>
                      <a:pt x="92" y="117"/>
                    </a:cubicBezTo>
                    <a:cubicBezTo>
                      <a:pt x="92" y="117"/>
                      <a:pt x="83" y="117"/>
                      <a:pt x="83" y="125"/>
                    </a:cubicBezTo>
                    <a:cubicBezTo>
                      <a:pt x="67" y="142"/>
                      <a:pt x="59" y="158"/>
                      <a:pt x="42" y="175"/>
                    </a:cubicBezTo>
                    <a:cubicBezTo>
                      <a:pt x="34" y="183"/>
                      <a:pt x="17" y="191"/>
                      <a:pt x="9" y="208"/>
                    </a:cubicBezTo>
                    <a:cubicBezTo>
                      <a:pt x="9" y="216"/>
                      <a:pt x="1" y="225"/>
                      <a:pt x="1" y="233"/>
                    </a:cubicBezTo>
                    <a:cubicBezTo>
                      <a:pt x="1" y="249"/>
                      <a:pt x="9" y="274"/>
                      <a:pt x="25" y="283"/>
                    </a:cubicBezTo>
                    <a:cubicBezTo>
                      <a:pt x="34" y="291"/>
                      <a:pt x="50" y="291"/>
                      <a:pt x="67" y="291"/>
                    </a:cubicBezTo>
                    <a:cubicBezTo>
                      <a:pt x="75" y="291"/>
                      <a:pt x="83" y="283"/>
                      <a:pt x="92" y="283"/>
                    </a:cubicBezTo>
                    <a:cubicBezTo>
                      <a:pt x="100" y="274"/>
                      <a:pt x="108" y="266"/>
                      <a:pt x="117" y="258"/>
                    </a:cubicBezTo>
                    <a:cubicBezTo>
                      <a:pt x="141" y="241"/>
                      <a:pt x="158" y="225"/>
                      <a:pt x="175" y="200"/>
                    </a:cubicBezTo>
                    <a:cubicBezTo>
                      <a:pt x="191" y="183"/>
                      <a:pt x="208" y="158"/>
                      <a:pt x="224" y="142"/>
                    </a:cubicBezTo>
                    <a:cubicBezTo>
                      <a:pt x="233" y="125"/>
                      <a:pt x="233" y="109"/>
                      <a:pt x="241" y="92"/>
                    </a:cubicBezTo>
                    <a:cubicBezTo>
                      <a:pt x="249" y="84"/>
                      <a:pt x="249" y="67"/>
                      <a:pt x="249" y="51"/>
                    </a:cubicBezTo>
                    <a:cubicBezTo>
                      <a:pt x="249" y="34"/>
                      <a:pt x="241" y="17"/>
                      <a:pt x="224" y="9"/>
                    </a:cubicBezTo>
                    <a:cubicBezTo>
                      <a:pt x="224" y="9"/>
                      <a:pt x="216" y="9"/>
                      <a:pt x="2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2" name="Google Shape;2492;p4"/>
              <p:cNvSpPr/>
              <p:nvPr/>
            </p:nvSpPr>
            <p:spPr>
              <a:xfrm>
                <a:off x="5080775" y="3915950"/>
                <a:ext cx="25" cy="250"/>
              </a:xfrm>
              <a:custGeom>
                <a:rect b="b" l="l" r="r" t="t"/>
                <a:pathLst>
                  <a:path extrusionOk="0" h="10" w="1">
                    <a:moveTo>
                      <a:pt x="0" y="1"/>
                    </a:moveTo>
                    <a:cubicBezTo>
                      <a:pt x="0" y="9"/>
                      <a:pt x="0" y="9"/>
                      <a:pt x="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3" name="Google Shape;2493;p4"/>
              <p:cNvSpPr/>
              <p:nvPr/>
            </p:nvSpPr>
            <p:spPr>
              <a:xfrm>
                <a:off x="5082025" y="3917525"/>
                <a:ext cx="3550" cy="4250"/>
              </a:xfrm>
              <a:custGeom>
                <a:rect b="b" l="l" r="r" t="t"/>
                <a:pathLst>
                  <a:path extrusionOk="0" h="170" w="142">
                    <a:moveTo>
                      <a:pt x="117" y="1"/>
                    </a:moveTo>
                    <a:cubicBezTo>
                      <a:pt x="113" y="1"/>
                      <a:pt x="110" y="2"/>
                      <a:pt x="108" y="4"/>
                    </a:cubicBezTo>
                    <a:cubicBezTo>
                      <a:pt x="100" y="4"/>
                      <a:pt x="91" y="4"/>
                      <a:pt x="83" y="12"/>
                    </a:cubicBezTo>
                    <a:cubicBezTo>
                      <a:pt x="83" y="12"/>
                      <a:pt x="75" y="21"/>
                      <a:pt x="75" y="21"/>
                    </a:cubicBezTo>
                    <a:cubicBezTo>
                      <a:pt x="66" y="29"/>
                      <a:pt x="66" y="29"/>
                      <a:pt x="58" y="37"/>
                    </a:cubicBezTo>
                    <a:cubicBezTo>
                      <a:pt x="50" y="37"/>
                      <a:pt x="50" y="46"/>
                      <a:pt x="42" y="54"/>
                    </a:cubicBezTo>
                    <a:cubicBezTo>
                      <a:pt x="33" y="70"/>
                      <a:pt x="17" y="95"/>
                      <a:pt x="8" y="112"/>
                    </a:cubicBezTo>
                    <a:cubicBezTo>
                      <a:pt x="0" y="128"/>
                      <a:pt x="0" y="153"/>
                      <a:pt x="25" y="162"/>
                    </a:cubicBezTo>
                    <a:cubicBezTo>
                      <a:pt x="33" y="170"/>
                      <a:pt x="42" y="170"/>
                      <a:pt x="50" y="170"/>
                    </a:cubicBezTo>
                    <a:cubicBezTo>
                      <a:pt x="58" y="162"/>
                      <a:pt x="66" y="162"/>
                      <a:pt x="75" y="153"/>
                    </a:cubicBezTo>
                    <a:cubicBezTo>
                      <a:pt x="83" y="128"/>
                      <a:pt x="100" y="112"/>
                      <a:pt x="116" y="95"/>
                    </a:cubicBezTo>
                    <a:cubicBezTo>
                      <a:pt x="116" y="95"/>
                      <a:pt x="116" y="87"/>
                      <a:pt x="116" y="87"/>
                    </a:cubicBezTo>
                    <a:cubicBezTo>
                      <a:pt x="124" y="87"/>
                      <a:pt x="124" y="79"/>
                      <a:pt x="124" y="70"/>
                    </a:cubicBezTo>
                    <a:lnTo>
                      <a:pt x="133" y="54"/>
                    </a:lnTo>
                    <a:lnTo>
                      <a:pt x="141" y="37"/>
                    </a:lnTo>
                    <a:cubicBezTo>
                      <a:pt x="141" y="29"/>
                      <a:pt x="141" y="21"/>
                      <a:pt x="133" y="12"/>
                    </a:cubicBezTo>
                    <a:cubicBezTo>
                      <a:pt x="133" y="7"/>
                      <a:pt x="124" y="1"/>
                      <a:pt x="1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4" name="Google Shape;2494;p4"/>
              <p:cNvSpPr/>
              <p:nvPr/>
            </p:nvSpPr>
            <p:spPr>
              <a:xfrm>
                <a:off x="5108450" y="3856125"/>
                <a:ext cx="21225" cy="43825"/>
              </a:xfrm>
              <a:custGeom>
                <a:rect b="b" l="l" r="r" t="t"/>
                <a:pathLst>
                  <a:path extrusionOk="0" h="1753" w="849">
                    <a:moveTo>
                      <a:pt x="21" y="1"/>
                    </a:moveTo>
                    <a:cubicBezTo>
                      <a:pt x="9" y="1"/>
                      <a:pt x="0" y="12"/>
                      <a:pt x="12" y="24"/>
                    </a:cubicBezTo>
                    <a:cubicBezTo>
                      <a:pt x="203" y="281"/>
                      <a:pt x="385" y="546"/>
                      <a:pt x="493" y="844"/>
                    </a:cubicBezTo>
                    <a:cubicBezTo>
                      <a:pt x="542" y="994"/>
                      <a:pt x="600" y="1134"/>
                      <a:pt x="633" y="1284"/>
                    </a:cubicBezTo>
                    <a:cubicBezTo>
                      <a:pt x="658" y="1358"/>
                      <a:pt x="675" y="1433"/>
                      <a:pt x="691" y="1516"/>
                    </a:cubicBezTo>
                    <a:cubicBezTo>
                      <a:pt x="708" y="1590"/>
                      <a:pt x="708" y="1665"/>
                      <a:pt x="749" y="1731"/>
                    </a:cubicBezTo>
                    <a:cubicBezTo>
                      <a:pt x="753" y="1745"/>
                      <a:pt x="766" y="1752"/>
                      <a:pt x="780" y="1752"/>
                    </a:cubicBezTo>
                    <a:cubicBezTo>
                      <a:pt x="797" y="1752"/>
                      <a:pt x="816" y="1741"/>
                      <a:pt x="816" y="1723"/>
                    </a:cubicBezTo>
                    <a:cubicBezTo>
                      <a:pt x="849" y="1582"/>
                      <a:pt x="791" y="1400"/>
                      <a:pt x="749" y="1259"/>
                    </a:cubicBezTo>
                    <a:cubicBezTo>
                      <a:pt x="708" y="1110"/>
                      <a:pt x="658" y="952"/>
                      <a:pt x="584" y="803"/>
                    </a:cubicBezTo>
                    <a:cubicBezTo>
                      <a:pt x="435" y="521"/>
                      <a:pt x="269" y="240"/>
                      <a:pt x="37" y="8"/>
                    </a:cubicBezTo>
                    <a:cubicBezTo>
                      <a:pt x="32" y="3"/>
                      <a:pt x="26" y="1"/>
                      <a:pt x="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4"/>
              <p:cNvSpPr/>
              <p:nvPr/>
            </p:nvSpPr>
            <p:spPr>
              <a:xfrm>
                <a:off x="5125525" y="3877300"/>
                <a:ext cx="4575" cy="9000"/>
              </a:xfrm>
              <a:custGeom>
                <a:rect b="b" l="l" r="r" t="t"/>
                <a:pathLst>
                  <a:path extrusionOk="0" h="360" w="183">
                    <a:moveTo>
                      <a:pt x="37" y="0"/>
                    </a:moveTo>
                    <a:cubicBezTo>
                      <a:pt x="30" y="0"/>
                      <a:pt x="24" y="2"/>
                      <a:pt x="17" y="6"/>
                    </a:cubicBezTo>
                    <a:cubicBezTo>
                      <a:pt x="0" y="14"/>
                      <a:pt x="0" y="31"/>
                      <a:pt x="8" y="47"/>
                    </a:cubicBezTo>
                    <a:cubicBezTo>
                      <a:pt x="25" y="97"/>
                      <a:pt x="50" y="147"/>
                      <a:pt x="66" y="196"/>
                    </a:cubicBezTo>
                    <a:cubicBezTo>
                      <a:pt x="75" y="221"/>
                      <a:pt x="83" y="246"/>
                      <a:pt x="91" y="271"/>
                    </a:cubicBezTo>
                    <a:cubicBezTo>
                      <a:pt x="100" y="287"/>
                      <a:pt x="100" y="296"/>
                      <a:pt x="108" y="312"/>
                    </a:cubicBezTo>
                    <a:cubicBezTo>
                      <a:pt x="108" y="321"/>
                      <a:pt x="116" y="329"/>
                      <a:pt x="124" y="337"/>
                    </a:cubicBezTo>
                    <a:cubicBezTo>
                      <a:pt x="124" y="345"/>
                      <a:pt x="133" y="345"/>
                      <a:pt x="133" y="354"/>
                    </a:cubicBezTo>
                    <a:cubicBezTo>
                      <a:pt x="140" y="357"/>
                      <a:pt x="148" y="359"/>
                      <a:pt x="155" y="359"/>
                    </a:cubicBezTo>
                    <a:cubicBezTo>
                      <a:pt x="166" y="359"/>
                      <a:pt x="174" y="355"/>
                      <a:pt x="174" y="345"/>
                    </a:cubicBezTo>
                    <a:cubicBezTo>
                      <a:pt x="174" y="321"/>
                      <a:pt x="182" y="312"/>
                      <a:pt x="174" y="296"/>
                    </a:cubicBezTo>
                    <a:cubicBezTo>
                      <a:pt x="174" y="279"/>
                      <a:pt x="166" y="271"/>
                      <a:pt x="166" y="254"/>
                    </a:cubicBezTo>
                    <a:cubicBezTo>
                      <a:pt x="158" y="229"/>
                      <a:pt x="149" y="196"/>
                      <a:pt x="133" y="171"/>
                    </a:cubicBezTo>
                    <a:cubicBezTo>
                      <a:pt x="116" y="122"/>
                      <a:pt x="91" y="64"/>
                      <a:pt x="58" y="14"/>
                    </a:cubicBezTo>
                    <a:cubicBezTo>
                      <a:pt x="53" y="4"/>
                      <a:pt x="46" y="0"/>
                      <a:pt x="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6" name="Google Shape;2496;p4"/>
              <p:cNvSpPr/>
              <p:nvPr/>
            </p:nvSpPr>
            <p:spPr>
              <a:xfrm>
                <a:off x="5116400" y="3881575"/>
                <a:ext cx="3700" cy="5775"/>
              </a:xfrm>
              <a:custGeom>
                <a:rect b="b" l="l" r="r" t="t"/>
                <a:pathLst>
                  <a:path extrusionOk="0" h="231" w="148">
                    <a:moveTo>
                      <a:pt x="9" y="0"/>
                    </a:moveTo>
                    <a:cubicBezTo>
                      <a:pt x="1" y="9"/>
                      <a:pt x="1" y="17"/>
                      <a:pt x="1" y="25"/>
                    </a:cubicBezTo>
                    <a:cubicBezTo>
                      <a:pt x="34" y="92"/>
                      <a:pt x="75" y="158"/>
                      <a:pt x="117" y="224"/>
                    </a:cubicBezTo>
                    <a:cubicBezTo>
                      <a:pt x="119" y="229"/>
                      <a:pt x="123" y="231"/>
                      <a:pt x="127" y="231"/>
                    </a:cubicBezTo>
                    <a:cubicBezTo>
                      <a:pt x="137" y="231"/>
                      <a:pt x="147" y="219"/>
                      <a:pt x="141" y="208"/>
                    </a:cubicBezTo>
                    <a:cubicBezTo>
                      <a:pt x="100" y="141"/>
                      <a:pt x="67" y="75"/>
                      <a:pt x="34" y="9"/>
                    </a:cubicBezTo>
                    <a:cubicBezTo>
                      <a:pt x="34" y="0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7" name="Google Shape;2497;p4"/>
              <p:cNvSpPr/>
              <p:nvPr/>
            </p:nvSpPr>
            <p:spPr>
              <a:xfrm>
                <a:off x="5091950" y="3930050"/>
                <a:ext cx="4375" cy="9125"/>
              </a:xfrm>
              <a:custGeom>
                <a:rect b="b" l="l" r="r" t="t"/>
                <a:pathLst>
                  <a:path extrusionOk="0" h="365" w="175">
                    <a:moveTo>
                      <a:pt x="142" y="0"/>
                    </a:moveTo>
                    <a:cubicBezTo>
                      <a:pt x="117" y="0"/>
                      <a:pt x="100" y="8"/>
                      <a:pt x="92" y="33"/>
                    </a:cubicBezTo>
                    <a:cubicBezTo>
                      <a:pt x="75" y="83"/>
                      <a:pt x="59" y="133"/>
                      <a:pt x="34" y="191"/>
                    </a:cubicBezTo>
                    <a:cubicBezTo>
                      <a:pt x="34" y="191"/>
                      <a:pt x="34" y="199"/>
                      <a:pt x="26" y="207"/>
                    </a:cubicBezTo>
                    <a:cubicBezTo>
                      <a:pt x="26" y="207"/>
                      <a:pt x="26" y="216"/>
                      <a:pt x="26" y="216"/>
                    </a:cubicBezTo>
                    <a:cubicBezTo>
                      <a:pt x="17" y="232"/>
                      <a:pt x="17" y="249"/>
                      <a:pt x="9" y="265"/>
                    </a:cubicBezTo>
                    <a:cubicBezTo>
                      <a:pt x="1" y="274"/>
                      <a:pt x="1" y="282"/>
                      <a:pt x="1" y="290"/>
                    </a:cubicBezTo>
                    <a:lnTo>
                      <a:pt x="1" y="315"/>
                    </a:lnTo>
                    <a:cubicBezTo>
                      <a:pt x="1" y="340"/>
                      <a:pt x="17" y="356"/>
                      <a:pt x="42" y="365"/>
                    </a:cubicBezTo>
                    <a:cubicBezTo>
                      <a:pt x="51" y="365"/>
                      <a:pt x="51" y="365"/>
                      <a:pt x="59" y="356"/>
                    </a:cubicBezTo>
                    <a:cubicBezTo>
                      <a:pt x="67" y="356"/>
                      <a:pt x="75" y="356"/>
                      <a:pt x="84" y="348"/>
                    </a:cubicBezTo>
                    <a:cubicBezTo>
                      <a:pt x="84" y="340"/>
                      <a:pt x="92" y="340"/>
                      <a:pt x="92" y="332"/>
                    </a:cubicBezTo>
                    <a:cubicBezTo>
                      <a:pt x="100" y="332"/>
                      <a:pt x="109" y="323"/>
                      <a:pt x="109" y="315"/>
                    </a:cubicBezTo>
                    <a:cubicBezTo>
                      <a:pt x="109" y="315"/>
                      <a:pt x="117" y="307"/>
                      <a:pt x="117" y="298"/>
                    </a:cubicBezTo>
                    <a:cubicBezTo>
                      <a:pt x="125" y="274"/>
                      <a:pt x="142" y="240"/>
                      <a:pt x="150" y="216"/>
                    </a:cubicBezTo>
                    <a:cubicBezTo>
                      <a:pt x="167" y="158"/>
                      <a:pt x="167" y="100"/>
                      <a:pt x="175" y="42"/>
                    </a:cubicBezTo>
                    <a:cubicBezTo>
                      <a:pt x="175" y="25"/>
                      <a:pt x="158" y="8"/>
                      <a:pt x="1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4"/>
              <p:cNvSpPr/>
              <p:nvPr/>
            </p:nvSpPr>
            <p:spPr>
              <a:xfrm>
                <a:off x="5094850" y="3933575"/>
                <a:ext cx="3775" cy="5825"/>
              </a:xfrm>
              <a:custGeom>
                <a:rect b="b" l="l" r="r" t="t"/>
                <a:pathLst>
                  <a:path extrusionOk="0" h="233" w="151">
                    <a:moveTo>
                      <a:pt x="109" y="0"/>
                    </a:moveTo>
                    <a:cubicBezTo>
                      <a:pt x="100" y="0"/>
                      <a:pt x="84" y="0"/>
                      <a:pt x="75" y="8"/>
                    </a:cubicBezTo>
                    <a:cubicBezTo>
                      <a:pt x="67" y="8"/>
                      <a:pt x="59" y="17"/>
                      <a:pt x="59" y="33"/>
                    </a:cubicBezTo>
                    <a:cubicBezTo>
                      <a:pt x="42" y="58"/>
                      <a:pt x="34" y="83"/>
                      <a:pt x="26" y="108"/>
                    </a:cubicBezTo>
                    <a:lnTo>
                      <a:pt x="9" y="182"/>
                    </a:lnTo>
                    <a:cubicBezTo>
                      <a:pt x="1" y="199"/>
                      <a:pt x="9" y="224"/>
                      <a:pt x="26" y="232"/>
                    </a:cubicBezTo>
                    <a:cubicBezTo>
                      <a:pt x="42" y="232"/>
                      <a:pt x="75" y="232"/>
                      <a:pt x="84" y="215"/>
                    </a:cubicBezTo>
                    <a:cubicBezTo>
                      <a:pt x="92" y="191"/>
                      <a:pt x="100" y="166"/>
                      <a:pt x="109" y="141"/>
                    </a:cubicBezTo>
                    <a:cubicBezTo>
                      <a:pt x="125" y="116"/>
                      <a:pt x="133" y="83"/>
                      <a:pt x="142" y="58"/>
                    </a:cubicBezTo>
                    <a:cubicBezTo>
                      <a:pt x="150" y="33"/>
                      <a:pt x="133" y="8"/>
                      <a:pt x="1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9" name="Google Shape;2499;p4"/>
              <p:cNvSpPr/>
              <p:nvPr/>
            </p:nvSpPr>
            <p:spPr>
              <a:xfrm>
                <a:off x="4583450" y="3797400"/>
                <a:ext cx="634575" cy="953550"/>
              </a:xfrm>
              <a:custGeom>
                <a:rect b="b" l="l" r="r" t="t"/>
                <a:pathLst>
                  <a:path extrusionOk="0" h="38142" w="25383">
                    <a:moveTo>
                      <a:pt x="13489" y="1006"/>
                    </a:moveTo>
                    <a:cubicBezTo>
                      <a:pt x="13207" y="1304"/>
                      <a:pt x="12917" y="1611"/>
                      <a:pt x="12586" y="1868"/>
                    </a:cubicBezTo>
                    <a:cubicBezTo>
                      <a:pt x="12229" y="2158"/>
                      <a:pt x="11823" y="2390"/>
                      <a:pt x="11376" y="2506"/>
                    </a:cubicBezTo>
                    <a:cubicBezTo>
                      <a:pt x="11318" y="2274"/>
                      <a:pt x="11293" y="2017"/>
                      <a:pt x="11417" y="1793"/>
                    </a:cubicBezTo>
                    <a:cubicBezTo>
                      <a:pt x="11475" y="1694"/>
                      <a:pt x="11567" y="1611"/>
                      <a:pt x="11683" y="1578"/>
                    </a:cubicBezTo>
                    <a:cubicBezTo>
                      <a:pt x="11807" y="1536"/>
                      <a:pt x="11948" y="1545"/>
                      <a:pt x="12080" y="1536"/>
                    </a:cubicBezTo>
                    <a:cubicBezTo>
                      <a:pt x="12594" y="1511"/>
                      <a:pt x="13066" y="1288"/>
                      <a:pt x="13489" y="1006"/>
                    </a:cubicBezTo>
                    <a:close/>
                    <a:moveTo>
                      <a:pt x="24310" y="6035"/>
                    </a:moveTo>
                    <a:cubicBezTo>
                      <a:pt x="24442" y="6035"/>
                      <a:pt x="24691" y="6044"/>
                      <a:pt x="24757" y="6184"/>
                    </a:cubicBezTo>
                    <a:cubicBezTo>
                      <a:pt x="24616" y="6197"/>
                      <a:pt x="24475" y="6201"/>
                      <a:pt x="24335" y="6201"/>
                    </a:cubicBezTo>
                    <a:cubicBezTo>
                      <a:pt x="24194" y="6201"/>
                      <a:pt x="24053" y="6197"/>
                      <a:pt x="23912" y="6193"/>
                    </a:cubicBezTo>
                    <a:cubicBezTo>
                      <a:pt x="23854" y="6184"/>
                      <a:pt x="23788" y="6176"/>
                      <a:pt x="23730" y="6176"/>
                    </a:cubicBezTo>
                    <a:cubicBezTo>
                      <a:pt x="23713" y="6168"/>
                      <a:pt x="23705" y="6151"/>
                      <a:pt x="23688" y="6151"/>
                    </a:cubicBezTo>
                    <a:cubicBezTo>
                      <a:pt x="23730" y="6143"/>
                      <a:pt x="23763" y="6135"/>
                      <a:pt x="23796" y="6126"/>
                    </a:cubicBezTo>
                    <a:cubicBezTo>
                      <a:pt x="23962" y="6077"/>
                      <a:pt x="24136" y="6044"/>
                      <a:pt x="24310" y="6035"/>
                    </a:cubicBezTo>
                    <a:close/>
                    <a:moveTo>
                      <a:pt x="22835" y="6226"/>
                    </a:moveTo>
                    <a:cubicBezTo>
                      <a:pt x="22851" y="6226"/>
                      <a:pt x="22860" y="6234"/>
                      <a:pt x="22876" y="6234"/>
                    </a:cubicBezTo>
                    <a:cubicBezTo>
                      <a:pt x="22885" y="6251"/>
                      <a:pt x="22901" y="6259"/>
                      <a:pt x="22918" y="6267"/>
                    </a:cubicBezTo>
                    <a:cubicBezTo>
                      <a:pt x="22918" y="6276"/>
                      <a:pt x="22909" y="6284"/>
                      <a:pt x="22909" y="6292"/>
                    </a:cubicBezTo>
                    <a:lnTo>
                      <a:pt x="22885" y="6292"/>
                    </a:lnTo>
                    <a:cubicBezTo>
                      <a:pt x="22868" y="6276"/>
                      <a:pt x="22851" y="6251"/>
                      <a:pt x="22835" y="6226"/>
                    </a:cubicBezTo>
                    <a:close/>
                    <a:moveTo>
                      <a:pt x="12834" y="8546"/>
                    </a:moveTo>
                    <a:lnTo>
                      <a:pt x="12818" y="8579"/>
                    </a:lnTo>
                    <a:cubicBezTo>
                      <a:pt x="12809" y="8587"/>
                      <a:pt x="12809" y="8596"/>
                      <a:pt x="12801" y="8604"/>
                    </a:cubicBezTo>
                    <a:cubicBezTo>
                      <a:pt x="12785" y="8620"/>
                      <a:pt x="12776" y="8645"/>
                      <a:pt x="12760" y="8670"/>
                    </a:cubicBezTo>
                    <a:cubicBezTo>
                      <a:pt x="12726" y="8665"/>
                      <a:pt x="12692" y="8663"/>
                      <a:pt x="12658" y="8663"/>
                    </a:cubicBezTo>
                    <a:cubicBezTo>
                      <a:pt x="12576" y="8663"/>
                      <a:pt x="12496" y="8675"/>
                      <a:pt x="12420" y="8687"/>
                    </a:cubicBezTo>
                    <a:cubicBezTo>
                      <a:pt x="12271" y="8703"/>
                      <a:pt x="12130" y="8728"/>
                      <a:pt x="11989" y="8770"/>
                    </a:cubicBezTo>
                    <a:cubicBezTo>
                      <a:pt x="11848" y="8803"/>
                      <a:pt x="11707" y="8844"/>
                      <a:pt x="11575" y="8894"/>
                    </a:cubicBezTo>
                    <a:cubicBezTo>
                      <a:pt x="11484" y="8927"/>
                      <a:pt x="11401" y="8968"/>
                      <a:pt x="11335" y="9026"/>
                    </a:cubicBezTo>
                    <a:cubicBezTo>
                      <a:pt x="11335" y="9010"/>
                      <a:pt x="11351" y="8993"/>
                      <a:pt x="11359" y="8985"/>
                    </a:cubicBezTo>
                    <a:cubicBezTo>
                      <a:pt x="11426" y="8894"/>
                      <a:pt x="11542" y="8861"/>
                      <a:pt x="11649" y="8836"/>
                    </a:cubicBezTo>
                    <a:cubicBezTo>
                      <a:pt x="11915" y="8761"/>
                      <a:pt x="12188" y="8695"/>
                      <a:pt x="12461" y="8637"/>
                    </a:cubicBezTo>
                    <a:cubicBezTo>
                      <a:pt x="12586" y="8612"/>
                      <a:pt x="12710" y="8587"/>
                      <a:pt x="12834" y="8546"/>
                    </a:cubicBezTo>
                    <a:close/>
                    <a:moveTo>
                      <a:pt x="24716" y="7427"/>
                    </a:moveTo>
                    <a:cubicBezTo>
                      <a:pt x="24790" y="7933"/>
                      <a:pt x="24823" y="8455"/>
                      <a:pt x="24790" y="8960"/>
                    </a:cubicBezTo>
                    <a:lnTo>
                      <a:pt x="24799" y="8960"/>
                    </a:lnTo>
                    <a:cubicBezTo>
                      <a:pt x="24790" y="9101"/>
                      <a:pt x="24782" y="9225"/>
                      <a:pt x="24699" y="9341"/>
                    </a:cubicBezTo>
                    <a:cubicBezTo>
                      <a:pt x="24633" y="9441"/>
                      <a:pt x="24550" y="9524"/>
                      <a:pt x="24467" y="9606"/>
                    </a:cubicBezTo>
                    <a:cubicBezTo>
                      <a:pt x="24376" y="9698"/>
                      <a:pt x="24219" y="9838"/>
                      <a:pt x="24069" y="9847"/>
                    </a:cubicBezTo>
                    <a:cubicBezTo>
                      <a:pt x="24069" y="9822"/>
                      <a:pt x="24061" y="9805"/>
                      <a:pt x="24061" y="9789"/>
                    </a:cubicBezTo>
                    <a:cubicBezTo>
                      <a:pt x="24053" y="9772"/>
                      <a:pt x="24045" y="9756"/>
                      <a:pt x="24036" y="9756"/>
                    </a:cubicBezTo>
                    <a:cubicBezTo>
                      <a:pt x="24045" y="9739"/>
                      <a:pt x="24053" y="9731"/>
                      <a:pt x="24061" y="9714"/>
                    </a:cubicBezTo>
                    <a:cubicBezTo>
                      <a:pt x="24127" y="9698"/>
                      <a:pt x="24161" y="9640"/>
                      <a:pt x="24194" y="9590"/>
                    </a:cubicBezTo>
                    <a:cubicBezTo>
                      <a:pt x="24227" y="9532"/>
                      <a:pt x="24252" y="9482"/>
                      <a:pt x="24285" y="9432"/>
                    </a:cubicBezTo>
                    <a:cubicBezTo>
                      <a:pt x="24343" y="9316"/>
                      <a:pt x="24401" y="9200"/>
                      <a:pt x="24401" y="9076"/>
                    </a:cubicBezTo>
                    <a:cubicBezTo>
                      <a:pt x="24417" y="8836"/>
                      <a:pt x="24227" y="8637"/>
                      <a:pt x="24086" y="8471"/>
                    </a:cubicBezTo>
                    <a:cubicBezTo>
                      <a:pt x="24103" y="8455"/>
                      <a:pt x="24119" y="8438"/>
                      <a:pt x="24144" y="8422"/>
                    </a:cubicBezTo>
                    <a:cubicBezTo>
                      <a:pt x="24293" y="8264"/>
                      <a:pt x="24335" y="8049"/>
                      <a:pt x="24368" y="7842"/>
                    </a:cubicBezTo>
                    <a:cubicBezTo>
                      <a:pt x="24376" y="7817"/>
                      <a:pt x="24368" y="7792"/>
                      <a:pt x="24359" y="7775"/>
                    </a:cubicBezTo>
                    <a:cubicBezTo>
                      <a:pt x="24417" y="7750"/>
                      <a:pt x="24467" y="7684"/>
                      <a:pt x="24517" y="7634"/>
                    </a:cubicBezTo>
                    <a:cubicBezTo>
                      <a:pt x="24542" y="7601"/>
                      <a:pt x="24575" y="7568"/>
                      <a:pt x="24608" y="7527"/>
                    </a:cubicBezTo>
                    <a:cubicBezTo>
                      <a:pt x="24649" y="7502"/>
                      <a:pt x="24683" y="7460"/>
                      <a:pt x="24716" y="7427"/>
                    </a:cubicBezTo>
                    <a:close/>
                    <a:moveTo>
                      <a:pt x="23781" y="8874"/>
                    </a:moveTo>
                    <a:cubicBezTo>
                      <a:pt x="23792" y="8874"/>
                      <a:pt x="23803" y="8875"/>
                      <a:pt x="23813" y="8877"/>
                    </a:cubicBezTo>
                    <a:cubicBezTo>
                      <a:pt x="23871" y="8902"/>
                      <a:pt x="23904" y="9018"/>
                      <a:pt x="23920" y="9068"/>
                    </a:cubicBezTo>
                    <a:cubicBezTo>
                      <a:pt x="23953" y="9167"/>
                      <a:pt x="23978" y="9275"/>
                      <a:pt x="23995" y="9383"/>
                    </a:cubicBezTo>
                    <a:cubicBezTo>
                      <a:pt x="24003" y="9399"/>
                      <a:pt x="24011" y="9416"/>
                      <a:pt x="24020" y="9424"/>
                    </a:cubicBezTo>
                    <a:cubicBezTo>
                      <a:pt x="23945" y="9582"/>
                      <a:pt x="23813" y="9706"/>
                      <a:pt x="23663" y="9814"/>
                    </a:cubicBezTo>
                    <a:cubicBezTo>
                      <a:pt x="23481" y="9938"/>
                      <a:pt x="23291" y="10037"/>
                      <a:pt x="23067" y="10062"/>
                    </a:cubicBezTo>
                    <a:cubicBezTo>
                      <a:pt x="23018" y="10068"/>
                      <a:pt x="22969" y="10070"/>
                      <a:pt x="22921" y="10070"/>
                    </a:cubicBezTo>
                    <a:cubicBezTo>
                      <a:pt x="22690" y="10070"/>
                      <a:pt x="22466" y="10013"/>
                      <a:pt x="22247" y="9979"/>
                    </a:cubicBezTo>
                    <a:cubicBezTo>
                      <a:pt x="22161" y="9969"/>
                      <a:pt x="22073" y="9962"/>
                      <a:pt x="21986" y="9962"/>
                    </a:cubicBezTo>
                    <a:cubicBezTo>
                      <a:pt x="21852" y="9962"/>
                      <a:pt x="21720" y="9979"/>
                      <a:pt x="21600" y="10029"/>
                    </a:cubicBezTo>
                    <a:cubicBezTo>
                      <a:pt x="21700" y="9938"/>
                      <a:pt x="21791" y="9838"/>
                      <a:pt x="21882" y="9739"/>
                    </a:cubicBezTo>
                    <a:cubicBezTo>
                      <a:pt x="22064" y="9557"/>
                      <a:pt x="22280" y="9416"/>
                      <a:pt x="22479" y="9267"/>
                    </a:cubicBezTo>
                    <a:cubicBezTo>
                      <a:pt x="22636" y="9192"/>
                      <a:pt x="22802" y="9151"/>
                      <a:pt x="22959" y="9084"/>
                    </a:cubicBezTo>
                    <a:cubicBezTo>
                      <a:pt x="23042" y="9043"/>
                      <a:pt x="23125" y="9010"/>
                      <a:pt x="23208" y="8977"/>
                    </a:cubicBezTo>
                    <a:lnTo>
                      <a:pt x="23233" y="8977"/>
                    </a:lnTo>
                    <a:cubicBezTo>
                      <a:pt x="23332" y="8944"/>
                      <a:pt x="23440" y="8935"/>
                      <a:pt x="23547" y="8919"/>
                    </a:cubicBezTo>
                    <a:cubicBezTo>
                      <a:pt x="23597" y="8910"/>
                      <a:pt x="23647" y="8894"/>
                      <a:pt x="23697" y="8886"/>
                    </a:cubicBezTo>
                    <a:cubicBezTo>
                      <a:pt x="23726" y="8880"/>
                      <a:pt x="23755" y="8874"/>
                      <a:pt x="23781" y="8874"/>
                    </a:cubicBezTo>
                    <a:close/>
                    <a:moveTo>
                      <a:pt x="23788" y="9888"/>
                    </a:moveTo>
                    <a:cubicBezTo>
                      <a:pt x="23788" y="9896"/>
                      <a:pt x="23788" y="9896"/>
                      <a:pt x="23796" y="9896"/>
                    </a:cubicBezTo>
                    <a:cubicBezTo>
                      <a:pt x="23829" y="9938"/>
                      <a:pt x="23871" y="9963"/>
                      <a:pt x="23912" y="9971"/>
                    </a:cubicBezTo>
                    <a:cubicBezTo>
                      <a:pt x="23887" y="10079"/>
                      <a:pt x="23829" y="10170"/>
                      <a:pt x="23730" y="10244"/>
                    </a:cubicBezTo>
                    <a:cubicBezTo>
                      <a:pt x="23647" y="10302"/>
                      <a:pt x="23556" y="10344"/>
                      <a:pt x="23473" y="10377"/>
                    </a:cubicBezTo>
                    <a:cubicBezTo>
                      <a:pt x="23373" y="10418"/>
                      <a:pt x="23274" y="10460"/>
                      <a:pt x="23166" y="10485"/>
                    </a:cubicBezTo>
                    <a:cubicBezTo>
                      <a:pt x="23132" y="10492"/>
                      <a:pt x="23098" y="10495"/>
                      <a:pt x="23064" y="10495"/>
                    </a:cubicBezTo>
                    <a:cubicBezTo>
                      <a:pt x="22902" y="10495"/>
                      <a:pt x="22745" y="10422"/>
                      <a:pt x="22595" y="10360"/>
                    </a:cubicBezTo>
                    <a:cubicBezTo>
                      <a:pt x="22437" y="10294"/>
                      <a:pt x="22296" y="10211"/>
                      <a:pt x="22164" y="10095"/>
                    </a:cubicBezTo>
                    <a:lnTo>
                      <a:pt x="22164" y="10095"/>
                    </a:lnTo>
                    <a:cubicBezTo>
                      <a:pt x="22230" y="10112"/>
                      <a:pt x="22296" y="10120"/>
                      <a:pt x="22354" y="10137"/>
                    </a:cubicBezTo>
                    <a:cubicBezTo>
                      <a:pt x="22549" y="10184"/>
                      <a:pt x="22743" y="10227"/>
                      <a:pt x="22938" y="10227"/>
                    </a:cubicBezTo>
                    <a:cubicBezTo>
                      <a:pt x="23017" y="10227"/>
                      <a:pt x="23096" y="10220"/>
                      <a:pt x="23175" y="10203"/>
                    </a:cubicBezTo>
                    <a:cubicBezTo>
                      <a:pt x="23398" y="10153"/>
                      <a:pt x="23622" y="10054"/>
                      <a:pt x="23788" y="9888"/>
                    </a:cubicBezTo>
                    <a:close/>
                    <a:moveTo>
                      <a:pt x="15258" y="150"/>
                    </a:moveTo>
                    <a:cubicBezTo>
                      <a:pt x="15370" y="150"/>
                      <a:pt x="15481" y="159"/>
                      <a:pt x="15593" y="178"/>
                    </a:cubicBezTo>
                    <a:cubicBezTo>
                      <a:pt x="15858" y="219"/>
                      <a:pt x="16107" y="302"/>
                      <a:pt x="16356" y="409"/>
                    </a:cubicBezTo>
                    <a:cubicBezTo>
                      <a:pt x="16563" y="492"/>
                      <a:pt x="16762" y="600"/>
                      <a:pt x="16960" y="699"/>
                    </a:cubicBezTo>
                    <a:cubicBezTo>
                      <a:pt x="16960" y="724"/>
                      <a:pt x="16977" y="757"/>
                      <a:pt x="17010" y="757"/>
                    </a:cubicBezTo>
                    <a:cubicBezTo>
                      <a:pt x="17027" y="757"/>
                      <a:pt x="17052" y="749"/>
                      <a:pt x="17068" y="749"/>
                    </a:cubicBezTo>
                    <a:cubicBezTo>
                      <a:pt x="17076" y="749"/>
                      <a:pt x="17085" y="757"/>
                      <a:pt x="17085" y="757"/>
                    </a:cubicBezTo>
                    <a:cubicBezTo>
                      <a:pt x="17091" y="760"/>
                      <a:pt x="17098" y="761"/>
                      <a:pt x="17104" y="761"/>
                    </a:cubicBezTo>
                    <a:cubicBezTo>
                      <a:pt x="17122" y="761"/>
                      <a:pt x="17137" y="753"/>
                      <a:pt x="17143" y="741"/>
                    </a:cubicBezTo>
                    <a:cubicBezTo>
                      <a:pt x="17263" y="726"/>
                      <a:pt x="17386" y="718"/>
                      <a:pt x="17509" y="718"/>
                    </a:cubicBezTo>
                    <a:cubicBezTo>
                      <a:pt x="17597" y="718"/>
                      <a:pt x="17686" y="722"/>
                      <a:pt x="17772" y="733"/>
                    </a:cubicBezTo>
                    <a:cubicBezTo>
                      <a:pt x="17897" y="749"/>
                      <a:pt x="18013" y="774"/>
                      <a:pt x="18137" y="807"/>
                    </a:cubicBezTo>
                    <a:cubicBezTo>
                      <a:pt x="18239" y="836"/>
                      <a:pt x="18360" y="885"/>
                      <a:pt x="18472" y="885"/>
                    </a:cubicBezTo>
                    <a:cubicBezTo>
                      <a:pt x="18488" y="885"/>
                      <a:pt x="18503" y="884"/>
                      <a:pt x="18518" y="882"/>
                    </a:cubicBezTo>
                    <a:cubicBezTo>
                      <a:pt x="18543" y="882"/>
                      <a:pt x="18560" y="857"/>
                      <a:pt x="18568" y="832"/>
                    </a:cubicBezTo>
                    <a:cubicBezTo>
                      <a:pt x="18642" y="832"/>
                      <a:pt x="18725" y="832"/>
                      <a:pt x="18808" y="824"/>
                    </a:cubicBezTo>
                    <a:cubicBezTo>
                      <a:pt x="18858" y="824"/>
                      <a:pt x="18911" y="820"/>
                      <a:pt x="18963" y="820"/>
                    </a:cubicBezTo>
                    <a:cubicBezTo>
                      <a:pt x="18989" y="820"/>
                      <a:pt x="19015" y="821"/>
                      <a:pt x="19040" y="824"/>
                    </a:cubicBezTo>
                    <a:cubicBezTo>
                      <a:pt x="19106" y="840"/>
                      <a:pt x="19156" y="882"/>
                      <a:pt x="19214" y="907"/>
                    </a:cubicBezTo>
                    <a:cubicBezTo>
                      <a:pt x="19330" y="973"/>
                      <a:pt x="19454" y="1014"/>
                      <a:pt x="19587" y="1014"/>
                    </a:cubicBezTo>
                    <a:cubicBezTo>
                      <a:pt x="19605" y="1017"/>
                      <a:pt x="19622" y="1018"/>
                      <a:pt x="19640" y="1018"/>
                    </a:cubicBezTo>
                    <a:cubicBezTo>
                      <a:pt x="19689" y="1018"/>
                      <a:pt x="19737" y="1010"/>
                      <a:pt x="19786" y="998"/>
                    </a:cubicBezTo>
                    <a:cubicBezTo>
                      <a:pt x="19835" y="998"/>
                      <a:pt x="19877" y="989"/>
                      <a:pt x="19927" y="981"/>
                    </a:cubicBezTo>
                    <a:cubicBezTo>
                      <a:pt x="20084" y="940"/>
                      <a:pt x="20241" y="882"/>
                      <a:pt x="20374" y="791"/>
                    </a:cubicBezTo>
                    <a:cubicBezTo>
                      <a:pt x="20507" y="699"/>
                      <a:pt x="20631" y="600"/>
                      <a:pt x="20780" y="559"/>
                    </a:cubicBezTo>
                    <a:cubicBezTo>
                      <a:pt x="20863" y="542"/>
                      <a:pt x="20937" y="525"/>
                      <a:pt x="21020" y="517"/>
                    </a:cubicBezTo>
                    <a:cubicBezTo>
                      <a:pt x="21037" y="517"/>
                      <a:pt x="21053" y="509"/>
                      <a:pt x="21070" y="509"/>
                    </a:cubicBezTo>
                    <a:cubicBezTo>
                      <a:pt x="21020" y="575"/>
                      <a:pt x="20987" y="650"/>
                      <a:pt x="20946" y="724"/>
                    </a:cubicBezTo>
                    <a:cubicBezTo>
                      <a:pt x="20929" y="758"/>
                      <a:pt x="20958" y="788"/>
                      <a:pt x="20986" y="788"/>
                    </a:cubicBezTo>
                    <a:cubicBezTo>
                      <a:pt x="20999" y="788"/>
                      <a:pt x="21012" y="782"/>
                      <a:pt x="21020" y="766"/>
                    </a:cubicBezTo>
                    <a:cubicBezTo>
                      <a:pt x="21111" y="625"/>
                      <a:pt x="21261" y="467"/>
                      <a:pt x="21418" y="401"/>
                    </a:cubicBezTo>
                    <a:cubicBezTo>
                      <a:pt x="21528" y="357"/>
                      <a:pt x="21665" y="350"/>
                      <a:pt x="21797" y="350"/>
                    </a:cubicBezTo>
                    <a:cubicBezTo>
                      <a:pt x="21864" y="350"/>
                      <a:pt x="21929" y="351"/>
                      <a:pt x="21990" y="351"/>
                    </a:cubicBezTo>
                    <a:cubicBezTo>
                      <a:pt x="22387" y="351"/>
                      <a:pt x="22785" y="426"/>
                      <a:pt x="23075" y="708"/>
                    </a:cubicBezTo>
                    <a:cubicBezTo>
                      <a:pt x="23382" y="1006"/>
                      <a:pt x="23647" y="1346"/>
                      <a:pt x="23912" y="1669"/>
                    </a:cubicBezTo>
                    <a:cubicBezTo>
                      <a:pt x="24045" y="1835"/>
                      <a:pt x="24177" y="2000"/>
                      <a:pt x="24318" y="2166"/>
                    </a:cubicBezTo>
                    <a:cubicBezTo>
                      <a:pt x="24351" y="2207"/>
                      <a:pt x="24384" y="2249"/>
                      <a:pt x="24417" y="2290"/>
                    </a:cubicBezTo>
                    <a:cubicBezTo>
                      <a:pt x="24417" y="2290"/>
                      <a:pt x="24442" y="2323"/>
                      <a:pt x="24459" y="2340"/>
                    </a:cubicBezTo>
                    <a:cubicBezTo>
                      <a:pt x="24434" y="2357"/>
                      <a:pt x="24409" y="2373"/>
                      <a:pt x="24376" y="2390"/>
                    </a:cubicBezTo>
                    <a:cubicBezTo>
                      <a:pt x="24335" y="2406"/>
                      <a:pt x="24285" y="2415"/>
                      <a:pt x="24243" y="2415"/>
                    </a:cubicBezTo>
                    <a:cubicBezTo>
                      <a:pt x="24236" y="2415"/>
                      <a:pt x="24229" y="2415"/>
                      <a:pt x="24222" y="2415"/>
                    </a:cubicBezTo>
                    <a:cubicBezTo>
                      <a:pt x="24031" y="2415"/>
                      <a:pt x="23857" y="2311"/>
                      <a:pt x="23713" y="2191"/>
                    </a:cubicBezTo>
                    <a:cubicBezTo>
                      <a:pt x="23572" y="2067"/>
                      <a:pt x="23448" y="1901"/>
                      <a:pt x="23299" y="1793"/>
                    </a:cubicBezTo>
                    <a:cubicBezTo>
                      <a:pt x="23291" y="1743"/>
                      <a:pt x="23274" y="1702"/>
                      <a:pt x="23266" y="1652"/>
                    </a:cubicBezTo>
                    <a:cubicBezTo>
                      <a:pt x="23233" y="1553"/>
                      <a:pt x="23199" y="1462"/>
                      <a:pt x="23150" y="1371"/>
                    </a:cubicBezTo>
                    <a:cubicBezTo>
                      <a:pt x="23100" y="1188"/>
                      <a:pt x="23017" y="1039"/>
                      <a:pt x="22843" y="956"/>
                    </a:cubicBezTo>
                    <a:cubicBezTo>
                      <a:pt x="22705" y="887"/>
                      <a:pt x="22527" y="882"/>
                      <a:pt x="22361" y="882"/>
                    </a:cubicBezTo>
                    <a:cubicBezTo>
                      <a:pt x="22328" y="882"/>
                      <a:pt x="22295" y="882"/>
                      <a:pt x="22263" y="882"/>
                    </a:cubicBezTo>
                    <a:cubicBezTo>
                      <a:pt x="22048" y="882"/>
                      <a:pt x="21832" y="898"/>
                      <a:pt x="21617" y="965"/>
                    </a:cubicBezTo>
                    <a:cubicBezTo>
                      <a:pt x="21575" y="981"/>
                      <a:pt x="21584" y="1047"/>
                      <a:pt x="21625" y="1047"/>
                    </a:cubicBezTo>
                    <a:cubicBezTo>
                      <a:pt x="21765" y="1035"/>
                      <a:pt x="21904" y="1028"/>
                      <a:pt x="22044" y="1028"/>
                    </a:cubicBezTo>
                    <a:cubicBezTo>
                      <a:pt x="22095" y="1028"/>
                      <a:pt x="22146" y="1029"/>
                      <a:pt x="22197" y="1031"/>
                    </a:cubicBezTo>
                    <a:cubicBezTo>
                      <a:pt x="22363" y="1039"/>
                      <a:pt x="22561" y="1039"/>
                      <a:pt x="22719" y="1105"/>
                    </a:cubicBezTo>
                    <a:cubicBezTo>
                      <a:pt x="22876" y="1172"/>
                      <a:pt x="22909" y="1321"/>
                      <a:pt x="22967" y="1470"/>
                    </a:cubicBezTo>
                    <a:cubicBezTo>
                      <a:pt x="22992" y="1545"/>
                      <a:pt x="23009" y="1619"/>
                      <a:pt x="23034" y="1694"/>
                    </a:cubicBezTo>
                    <a:cubicBezTo>
                      <a:pt x="22992" y="1702"/>
                      <a:pt x="22959" y="1752"/>
                      <a:pt x="22992" y="1793"/>
                    </a:cubicBezTo>
                    <a:cubicBezTo>
                      <a:pt x="22998" y="1805"/>
                      <a:pt x="22990" y="1810"/>
                      <a:pt x="22976" y="1810"/>
                    </a:cubicBezTo>
                    <a:cubicBezTo>
                      <a:pt x="22951" y="1810"/>
                      <a:pt x="22906" y="1795"/>
                      <a:pt x="22885" y="1785"/>
                    </a:cubicBezTo>
                    <a:cubicBezTo>
                      <a:pt x="22876" y="1785"/>
                      <a:pt x="22860" y="1777"/>
                      <a:pt x="22851" y="1777"/>
                    </a:cubicBezTo>
                    <a:cubicBezTo>
                      <a:pt x="22818" y="1760"/>
                      <a:pt x="22785" y="1752"/>
                      <a:pt x="22752" y="1743"/>
                    </a:cubicBezTo>
                    <a:lnTo>
                      <a:pt x="22744" y="1743"/>
                    </a:lnTo>
                    <a:cubicBezTo>
                      <a:pt x="22735" y="1743"/>
                      <a:pt x="22727" y="1735"/>
                      <a:pt x="22719" y="1735"/>
                    </a:cubicBezTo>
                    <a:cubicBezTo>
                      <a:pt x="22716" y="1735"/>
                      <a:pt x="22714" y="1735"/>
                      <a:pt x="22711" y="1735"/>
                    </a:cubicBezTo>
                    <a:cubicBezTo>
                      <a:pt x="22627" y="1735"/>
                      <a:pt x="22622" y="1868"/>
                      <a:pt x="22702" y="1893"/>
                    </a:cubicBezTo>
                    <a:cubicBezTo>
                      <a:pt x="22752" y="1909"/>
                      <a:pt x="22793" y="1926"/>
                      <a:pt x="22843" y="1942"/>
                    </a:cubicBezTo>
                    <a:cubicBezTo>
                      <a:pt x="22835" y="1967"/>
                      <a:pt x="22835" y="1984"/>
                      <a:pt x="22851" y="2000"/>
                    </a:cubicBezTo>
                    <a:cubicBezTo>
                      <a:pt x="22868" y="2017"/>
                      <a:pt x="22885" y="2025"/>
                      <a:pt x="22901" y="2042"/>
                    </a:cubicBezTo>
                    <a:cubicBezTo>
                      <a:pt x="22901" y="2050"/>
                      <a:pt x="22909" y="2067"/>
                      <a:pt x="22918" y="2083"/>
                    </a:cubicBezTo>
                    <a:cubicBezTo>
                      <a:pt x="22984" y="2149"/>
                      <a:pt x="23009" y="2241"/>
                      <a:pt x="23025" y="2332"/>
                    </a:cubicBezTo>
                    <a:cubicBezTo>
                      <a:pt x="22885" y="2058"/>
                      <a:pt x="22636" y="1859"/>
                      <a:pt x="22363" y="1702"/>
                    </a:cubicBezTo>
                    <a:cubicBezTo>
                      <a:pt x="22189" y="1603"/>
                      <a:pt x="22006" y="1503"/>
                      <a:pt x="21832" y="1395"/>
                    </a:cubicBezTo>
                    <a:cubicBezTo>
                      <a:pt x="21650" y="1279"/>
                      <a:pt x="21468" y="1172"/>
                      <a:pt x="21302" y="1039"/>
                    </a:cubicBezTo>
                    <a:cubicBezTo>
                      <a:pt x="21295" y="1035"/>
                      <a:pt x="21288" y="1033"/>
                      <a:pt x="21281" y="1033"/>
                    </a:cubicBezTo>
                    <a:cubicBezTo>
                      <a:pt x="21249" y="1033"/>
                      <a:pt x="21225" y="1078"/>
                      <a:pt x="21252" y="1105"/>
                    </a:cubicBezTo>
                    <a:cubicBezTo>
                      <a:pt x="21377" y="1230"/>
                      <a:pt x="21493" y="1354"/>
                      <a:pt x="21633" y="1462"/>
                    </a:cubicBezTo>
                    <a:cubicBezTo>
                      <a:pt x="21774" y="1569"/>
                      <a:pt x="21923" y="1661"/>
                      <a:pt x="22081" y="1752"/>
                    </a:cubicBezTo>
                    <a:cubicBezTo>
                      <a:pt x="22363" y="1917"/>
                      <a:pt x="22669" y="2083"/>
                      <a:pt x="22835" y="2365"/>
                    </a:cubicBezTo>
                    <a:cubicBezTo>
                      <a:pt x="22918" y="2514"/>
                      <a:pt x="22934" y="2688"/>
                      <a:pt x="23017" y="2837"/>
                    </a:cubicBezTo>
                    <a:cubicBezTo>
                      <a:pt x="23100" y="2978"/>
                      <a:pt x="23216" y="3086"/>
                      <a:pt x="23340" y="3185"/>
                    </a:cubicBezTo>
                    <a:cubicBezTo>
                      <a:pt x="23473" y="3293"/>
                      <a:pt x="23622" y="3384"/>
                      <a:pt x="23713" y="3517"/>
                    </a:cubicBezTo>
                    <a:cubicBezTo>
                      <a:pt x="23804" y="3657"/>
                      <a:pt x="23854" y="3823"/>
                      <a:pt x="23879" y="3989"/>
                    </a:cubicBezTo>
                    <a:cubicBezTo>
                      <a:pt x="23937" y="4378"/>
                      <a:pt x="23862" y="4776"/>
                      <a:pt x="23771" y="5157"/>
                    </a:cubicBezTo>
                    <a:cubicBezTo>
                      <a:pt x="23763" y="5190"/>
                      <a:pt x="23771" y="5223"/>
                      <a:pt x="23788" y="5240"/>
                    </a:cubicBezTo>
                    <a:lnTo>
                      <a:pt x="23771" y="5240"/>
                    </a:lnTo>
                    <a:cubicBezTo>
                      <a:pt x="23597" y="5190"/>
                      <a:pt x="23423" y="5157"/>
                      <a:pt x="23249" y="5107"/>
                    </a:cubicBezTo>
                    <a:cubicBezTo>
                      <a:pt x="23246" y="5106"/>
                      <a:pt x="23244" y="5106"/>
                      <a:pt x="23242" y="5106"/>
                    </a:cubicBezTo>
                    <a:cubicBezTo>
                      <a:pt x="23223" y="5106"/>
                      <a:pt x="23219" y="5133"/>
                      <a:pt x="23241" y="5141"/>
                    </a:cubicBezTo>
                    <a:cubicBezTo>
                      <a:pt x="23390" y="5207"/>
                      <a:pt x="23539" y="5273"/>
                      <a:pt x="23688" y="5331"/>
                    </a:cubicBezTo>
                    <a:cubicBezTo>
                      <a:pt x="23837" y="5381"/>
                      <a:pt x="23995" y="5439"/>
                      <a:pt x="24144" y="5522"/>
                    </a:cubicBezTo>
                    <a:cubicBezTo>
                      <a:pt x="24260" y="5588"/>
                      <a:pt x="24376" y="5662"/>
                      <a:pt x="24467" y="5754"/>
                    </a:cubicBezTo>
                    <a:cubicBezTo>
                      <a:pt x="24509" y="5795"/>
                      <a:pt x="24550" y="5836"/>
                      <a:pt x="24583" y="5878"/>
                    </a:cubicBezTo>
                    <a:cubicBezTo>
                      <a:pt x="24498" y="5857"/>
                      <a:pt x="24412" y="5849"/>
                      <a:pt x="24326" y="5849"/>
                    </a:cubicBezTo>
                    <a:cubicBezTo>
                      <a:pt x="23962" y="5849"/>
                      <a:pt x="23595" y="6002"/>
                      <a:pt x="23233" y="6035"/>
                    </a:cubicBezTo>
                    <a:cubicBezTo>
                      <a:pt x="23158" y="6044"/>
                      <a:pt x="23092" y="6044"/>
                      <a:pt x="23017" y="6044"/>
                    </a:cubicBezTo>
                    <a:cubicBezTo>
                      <a:pt x="22951" y="6035"/>
                      <a:pt x="22885" y="6019"/>
                      <a:pt x="22818" y="6010"/>
                    </a:cubicBezTo>
                    <a:cubicBezTo>
                      <a:pt x="22805" y="6008"/>
                      <a:pt x="22791" y="6007"/>
                      <a:pt x="22779" y="6007"/>
                    </a:cubicBezTo>
                    <a:cubicBezTo>
                      <a:pt x="22665" y="6007"/>
                      <a:pt x="22614" y="6106"/>
                      <a:pt x="22636" y="6226"/>
                    </a:cubicBezTo>
                    <a:cubicBezTo>
                      <a:pt x="22661" y="6350"/>
                      <a:pt x="22744" y="6450"/>
                      <a:pt x="22860" y="6516"/>
                    </a:cubicBezTo>
                    <a:cubicBezTo>
                      <a:pt x="22810" y="6516"/>
                      <a:pt x="22793" y="6582"/>
                      <a:pt x="22835" y="6607"/>
                    </a:cubicBezTo>
                    <a:cubicBezTo>
                      <a:pt x="22943" y="6682"/>
                      <a:pt x="23075" y="6748"/>
                      <a:pt x="23208" y="6773"/>
                    </a:cubicBezTo>
                    <a:cubicBezTo>
                      <a:pt x="23199" y="6781"/>
                      <a:pt x="23199" y="6798"/>
                      <a:pt x="23199" y="6806"/>
                    </a:cubicBezTo>
                    <a:cubicBezTo>
                      <a:pt x="23241" y="7021"/>
                      <a:pt x="23440" y="7121"/>
                      <a:pt x="23630" y="7179"/>
                    </a:cubicBezTo>
                    <a:cubicBezTo>
                      <a:pt x="23730" y="7220"/>
                      <a:pt x="23821" y="7253"/>
                      <a:pt x="23895" y="7336"/>
                    </a:cubicBezTo>
                    <a:cubicBezTo>
                      <a:pt x="23978" y="7411"/>
                      <a:pt x="24028" y="7510"/>
                      <a:pt x="24078" y="7610"/>
                    </a:cubicBezTo>
                    <a:cubicBezTo>
                      <a:pt x="24103" y="7668"/>
                      <a:pt x="24144" y="7734"/>
                      <a:pt x="24202" y="7767"/>
                    </a:cubicBezTo>
                    <a:cubicBezTo>
                      <a:pt x="24194" y="7784"/>
                      <a:pt x="24185" y="7800"/>
                      <a:pt x="24185" y="7817"/>
                    </a:cubicBezTo>
                    <a:cubicBezTo>
                      <a:pt x="24169" y="7999"/>
                      <a:pt x="24144" y="8190"/>
                      <a:pt x="24003" y="8322"/>
                    </a:cubicBezTo>
                    <a:cubicBezTo>
                      <a:pt x="23862" y="8455"/>
                      <a:pt x="23663" y="8554"/>
                      <a:pt x="23489" y="8654"/>
                    </a:cubicBezTo>
                    <a:cubicBezTo>
                      <a:pt x="23307" y="8753"/>
                      <a:pt x="23117" y="8844"/>
                      <a:pt x="22926" y="8927"/>
                    </a:cubicBezTo>
                    <a:cubicBezTo>
                      <a:pt x="22752" y="9002"/>
                      <a:pt x="22561" y="9068"/>
                      <a:pt x="22387" y="9151"/>
                    </a:cubicBezTo>
                    <a:cubicBezTo>
                      <a:pt x="22305" y="9184"/>
                      <a:pt x="22222" y="9242"/>
                      <a:pt x="22155" y="9300"/>
                    </a:cubicBezTo>
                    <a:cubicBezTo>
                      <a:pt x="22073" y="9358"/>
                      <a:pt x="21998" y="9424"/>
                      <a:pt x="21915" y="9490"/>
                    </a:cubicBezTo>
                    <a:cubicBezTo>
                      <a:pt x="21758" y="9615"/>
                      <a:pt x="21584" y="9714"/>
                      <a:pt x="21393" y="9772"/>
                    </a:cubicBezTo>
                    <a:cubicBezTo>
                      <a:pt x="21198" y="9838"/>
                      <a:pt x="20999" y="9862"/>
                      <a:pt x="20800" y="9862"/>
                    </a:cubicBezTo>
                    <a:cubicBezTo>
                      <a:pt x="20575" y="9862"/>
                      <a:pt x="20349" y="9832"/>
                      <a:pt x="20125" y="9797"/>
                    </a:cubicBezTo>
                    <a:cubicBezTo>
                      <a:pt x="19885" y="9764"/>
                      <a:pt x="19653" y="9731"/>
                      <a:pt x="19413" y="9706"/>
                    </a:cubicBezTo>
                    <a:cubicBezTo>
                      <a:pt x="19198" y="9673"/>
                      <a:pt x="18982" y="9631"/>
                      <a:pt x="18767" y="9631"/>
                    </a:cubicBezTo>
                    <a:cubicBezTo>
                      <a:pt x="18767" y="9623"/>
                      <a:pt x="18767" y="9623"/>
                      <a:pt x="18775" y="9615"/>
                    </a:cubicBezTo>
                    <a:lnTo>
                      <a:pt x="18775" y="9606"/>
                    </a:lnTo>
                    <a:cubicBezTo>
                      <a:pt x="18783" y="9590"/>
                      <a:pt x="18792" y="9565"/>
                      <a:pt x="18808" y="9548"/>
                    </a:cubicBezTo>
                    <a:cubicBezTo>
                      <a:pt x="18825" y="9524"/>
                      <a:pt x="18833" y="9499"/>
                      <a:pt x="18816" y="9474"/>
                    </a:cubicBezTo>
                    <a:cubicBezTo>
                      <a:pt x="18806" y="9464"/>
                      <a:pt x="18790" y="9456"/>
                      <a:pt x="18773" y="9456"/>
                    </a:cubicBezTo>
                    <a:cubicBezTo>
                      <a:pt x="18762" y="9456"/>
                      <a:pt x="18751" y="9459"/>
                      <a:pt x="18742" y="9466"/>
                    </a:cubicBezTo>
                    <a:cubicBezTo>
                      <a:pt x="18692" y="9499"/>
                      <a:pt x="18642" y="9532"/>
                      <a:pt x="18601" y="9590"/>
                    </a:cubicBezTo>
                    <a:cubicBezTo>
                      <a:pt x="18568" y="9640"/>
                      <a:pt x="18543" y="9698"/>
                      <a:pt x="18535" y="9764"/>
                    </a:cubicBezTo>
                    <a:cubicBezTo>
                      <a:pt x="18518" y="9830"/>
                      <a:pt x="18518" y="9896"/>
                      <a:pt x="18535" y="9963"/>
                    </a:cubicBezTo>
                    <a:cubicBezTo>
                      <a:pt x="18543" y="10037"/>
                      <a:pt x="18576" y="10128"/>
                      <a:pt x="18659" y="10145"/>
                    </a:cubicBezTo>
                    <a:cubicBezTo>
                      <a:pt x="18664" y="10146"/>
                      <a:pt x="18670" y="10147"/>
                      <a:pt x="18675" y="10147"/>
                    </a:cubicBezTo>
                    <a:cubicBezTo>
                      <a:pt x="18709" y="10147"/>
                      <a:pt x="18736" y="10124"/>
                      <a:pt x="18750" y="10095"/>
                    </a:cubicBezTo>
                    <a:cubicBezTo>
                      <a:pt x="18767" y="10037"/>
                      <a:pt x="18734" y="9971"/>
                      <a:pt x="18725" y="9921"/>
                    </a:cubicBezTo>
                    <a:cubicBezTo>
                      <a:pt x="18725" y="9913"/>
                      <a:pt x="18725" y="9905"/>
                      <a:pt x="18725" y="9905"/>
                    </a:cubicBezTo>
                    <a:cubicBezTo>
                      <a:pt x="18725" y="9888"/>
                      <a:pt x="18725" y="9880"/>
                      <a:pt x="18725" y="9863"/>
                    </a:cubicBezTo>
                    <a:cubicBezTo>
                      <a:pt x="18725" y="9838"/>
                      <a:pt x="18725" y="9814"/>
                      <a:pt x="18725" y="9789"/>
                    </a:cubicBezTo>
                    <a:cubicBezTo>
                      <a:pt x="18725" y="9780"/>
                      <a:pt x="18725" y="9780"/>
                      <a:pt x="18725" y="9772"/>
                    </a:cubicBezTo>
                    <a:cubicBezTo>
                      <a:pt x="18725" y="9772"/>
                      <a:pt x="18725" y="9764"/>
                      <a:pt x="18725" y="9764"/>
                    </a:cubicBezTo>
                    <a:cubicBezTo>
                      <a:pt x="18725" y="9756"/>
                      <a:pt x="18734" y="9756"/>
                      <a:pt x="18734" y="9756"/>
                    </a:cubicBezTo>
                    <a:cubicBezTo>
                      <a:pt x="18734" y="9747"/>
                      <a:pt x="18734" y="9739"/>
                      <a:pt x="18734" y="9739"/>
                    </a:cubicBezTo>
                    <a:cubicBezTo>
                      <a:pt x="18734" y="9731"/>
                      <a:pt x="18734" y="9731"/>
                      <a:pt x="18734" y="9731"/>
                    </a:cubicBezTo>
                    <a:cubicBezTo>
                      <a:pt x="18932" y="9797"/>
                      <a:pt x="19148" y="9814"/>
                      <a:pt x="19355" y="9847"/>
                    </a:cubicBezTo>
                    <a:lnTo>
                      <a:pt x="20043" y="9946"/>
                    </a:lnTo>
                    <a:cubicBezTo>
                      <a:pt x="20291" y="9984"/>
                      <a:pt x="20548" y="10023"/>
                      <a:pt x="20804" y="10023"/>
                    </a:cubicBezTo>
                    <a:cubicBezTo>
                      <a:pt x="20991" y="10023"/>
                      <a:pt x="21178" y="10002"/>
                      <a:pt x="21360" y="9946"/>
                    </a:cubicBezTo>
                    <a:cubicBezTo>
                      <a:pt x="21443" y="9921"/>
                      <a:pt x="21526" y="9888"/>
                      <a:pt x="21609" y="9847"/>
                    </a:cubicBezTo>
                    <a:lnTo>
                      <a:pt x="21609" y="9847"/>
                    </a:lnTo>
                    <a:cubicBezTo>
                      <a:pt x="21559" y="9896"/>
                      <a:pt x="21509" y="9946"/>
                      <a:pt x="21459" y="9988"/>
                    </a:cubicBezTo>
                    <a:lnTo>
                      <a:pt x="21459" y="9996"/>
                    </a:lnTo>
                    <a:cubicBezTo>
                      <a:pt x="21277" y="10153"/>
                      <a:pt x="21070" y="10277"/>
                      <a:pt x="20830" y="10327"/>
                    </a:cubicBezTo>
                    <a:cubicBezTo>
                      <a:pt x="20690" y="10358"/>
                      <a:pt x="20543" y="10368"/>
                      <a:pt x="20393" y="10368"/>
                    </a:cubicBezTo>
                    <a:cubicBezTo>
                      <a:pt x="20260" y="10368"/>
                      <a:pt x="20126" y="10360"/>
                      <a:pt x="19993" y="10352"/>
                    </a:cubicBezTo>
                    <a:cubicBezTo>
                      <a:pt x="19661" y="10335"/>
                      <a:pt x="19314" y="10294"/>
                      <a:pt x="18990" y="10211"/>
                    </a:cubicBezTo>
                    <a:cubicBezTo>
                      <a:pt x="18985" y="10209"/>
                      <a:pt x="18980" y="10209"/>
                      <a:pt x="18975" y="10209"/>
                    </a:cubicBezTo>
                    <a:cubicBezTo>
                      <a:pt x="18938" y="10209"/>
                      <a:pt x="18929" y="10263"/>
                      <a:pt x="18966" y="10277"/>
                    </a:cubicBezTo>
                    <a:cubicBezTo>
                      <a:pt x="19256" y="10385"/>
                      <a:pt x="19537" y="10435"/>
                      <a:pt x="19844" y="10468"/>
                    </a:cubicBezTo>
                    <a:cubicBezTo>
                      <a:pt x="20028" y="10484"/>
                      <a:pt x="20220" y="10501"/>
                      <a:pt x="20409" y="10501"/>
                    </a:cubicBezTo>
                    <a:cubicBezTo>
                      <a:pt x="20509" y="10501"/>
                      <a:pt x="20608" y="10496"/>
                      <a:pt x="20705" y="10485"/>
                    </a:cubicBezTo>
                    <a:cubicBezTo>
                      <a:pt x="20763" y="10476"/>
                      <a:pt x="20821" y="10460"/>
                      <a:pt x="20871" y="10451"/>
                    </a:cubicBezTo>
                    <a:lnTo>
                      <a:pt x="20871" y="10451"/>
                    </a:lnTo>
                    <a:cubicBezTo>
                      <a:pt x="20805" y="10526"/>
                      <a:pt x="20747" y="10601"/>
                      <a:pt x="20689" y="10692"/>
                    </a:cubicBezTo>
                    <a:cubicBezTo>
                      <a:pt x="20614" y="10816"/>
                      <a:pt x="20556" y="10949"/>
                      <a:pt x="20449" y="11048"/>
                    </a:cubicBezTo>
                    <a:cubicBezTo>
                      <a:pt x="20208" y="11263"/>
                      <a:pt x="19877" y="11321"/>
                      <a:pt x="19604" y="11487"/>
                    </a:cubicBezTo>
                    <a:cubicBezTo>
                      <a:pt x="19558" y="11510"/>
                      <a:pt x="19582" y="11580"/>
                      <a:pt x="19630" y="11580"/>
                    </a:cubicBezTo>
                    <a:cubicBezTo>
                      <a:pt x="19635" y="11580"/>
                      <a:pt x="19640" y="11580"/>
                      <a:pt x="19645" y="11578"/>
                    </a:cubicBezTo>
                    <a:cubicBezTo>
                      <a:pt x="19819" y="11553"/>
                      <a:pt x="19985" y="11479"/>
                      <a:pt x="20142" y="11413"/>
                    </a:cubicBezTo>
                    <a:cubicBezTo>
                      <a:pt x="20266" y="11355"/>
                      <a:pt x="20399" y="11305"/>
                      <a:pt x="20507" y="11222"/>
                    </a:cubicBezTo>
                    <a:lnTo>
                      <a:pt x="20507" y="11222"/>
                    </a:lnTo>
                    <a:cubicBezTo>
                      <a:pt x="20465" y="11272"/>
                      <a:pt x="20415" y="11330"/>
                      <a:pt x="20357" y="11371"/>
                    </a:cubicBezTo>
                    <a:cubicBezTo>
                      <a:pt x="20333" y="11396"/>
                      <a:pt x="20308" y="11413"/>
                      <a:pt x="20283" y="11429"/>
                    </a:cubicBezTo>
                    <a:cubicBezTo>
                      <a:pt x="20258" y="11446"/>
                      <a:pt x="20225" y="11462"/>
                      <a:pt x="20200" y="11471"/>
                    </a:cubicBezTo>
                    <a:cubicBezTo>
                      <a:pt x="19918" y="11620"/>
                      <a:pt x="19612" y="11711"/>
                      <a:pt x="19297" y="11752"/>
                    </a:cubicBezTo>
                    <a:cubicBezTo>
                      <a:pt x="19108" y="11772"/>
                      <a:pt x="18916" y="11780"/>
                      <a:pt x="18722" y="11780"/>
                    </a:cubicBezTo>
                    <a:cubicBezTo>
                      <a:pt x="18586" y="11780"/>
                      <a:pt x="18448" y="11776"/>
                      <a:pt x="18311" y="11769"/>
                    </a:cubicBezTo>
                    <a:cubicBezTo>
                      <a:pt x="17988" y="11761"/>
                      <a:pt x="17656" y="11752"/>
                      <a:pt x="17333" y="11736"/>
                    </a:cubicBezTo>
                    <a:cubicBezTo>
                      <a:pt x="16679" y="11703"/>
                      <a:pt x="16024" y="11636"/>
                      <a:pt x="15394" y="11471"/>
                    </a:cubicBezTo>
                    <a:cubicBezTo>
                      <a:pt x="14790" y="11305"/>
                      <a:pt x="14201" y="11065"/>
                      <a:pt x="13638" y="10816"/>
                    </a:cubicBezTo>
                    <a:cubicBezTo>
                      <a:pt x="13348" y="10692"/>
                      <a:pt x="13058" y="10551"/>
                      <a:pt x="12793" y="10385"/>
                    </a:cubicBezTo>
                    <a:cubicBezTo>
                      <a:pt x="12660" y="10302"/>
                      <a:pt x="12536" y="10211"/>
                      <a:pt x="12412" y="10112"/>
                    </a:cubicBezTo>
                    <a:cubicBezTo>
                      <a:pt x="12321" y="10037"/>
                      <a:pt x="12238" y="9954"/>
                      <a:pt x="12155" y="9872"/>
                    </a:cubicBezTo>
                    <a:cubicBezTo>
                      <a:pt x="12163" y="9863"/>
                      <a:pt x="12171" y="9847"/>
                      <a:pt x="12171" y="9830"/>
                    </a:cubicBezTo>
                    <a:cubicBezTo>
                      <a:pt x="12196" y="9722"/>
                      <a:pt x="12246" y="9648"/>
                      <a:pt x="12312" y="9573"/>
                    </a:cubicBezTo>
                    <a:cubicBezTo>
                      <a:pt x="12395" y="9482"/>
                      <a:pt x="12470" y="9383"/>
                      <a:pt x="12536" y="9292"/>
                    </a:cubicBezTo>
                    <a:lnTo>
                      <a:pt x="12536" y="9292"/>
                    </a:lnTo>
                    <a:cubicBezTo>
                      <a:pt x="12503" y="9383"/>
                      <a:pt x="12470" y="9482"/>
                      <a:pt x="12470" y="9582"/>
                    </a:cubicBezTo>
                    <a:cubicBezTo>
                      <a:pt x="12470" y="9610"/>
                      <a:pt x="12492" y="9630"/>
                      <a:pt x="12517" y="9630"/>
                    </a:cubicBezTo>
                    <a:cubicBezTo>
                      <a:pt x="12529" y="9630"/>
                      <a:pt x="12542" y="9625"/>
                      <a:pt x="12553" y="9615"/>
                    </a:cubicBezTo>
                    <a:cubicBezTo>
                      <a:pt x="12627" y="9540"/>
                      <a:pt x="12669" y="9441"/>
                      <a:pt x="12710" y="9341"/>
                    </a:cubicBezTo>
                    <a:cubicBezTo>
                      <a:pt x="12760" y="9242"/>
                      <a:pt x="12801" y="9142"/>
                      <a:pt x="12843" y="9035"/>
                    </a:cubicBezTo>
                    <a:cubicBezTo>
                      <a:pt x="12934" y="8828"/>
                      <a:pt x="13017" y="8620"/>
                      <a:pt x="13099" y="8413"/>
                    </a:cubicBezTo>
                    <a:cubicBezTo>
                      <a:pt x="13191" y="8181"/>
                      <a:pt x="13282" y="7958"/>
                      <a:pt x="13365" y="7726"/>
                    </a:cubicBezTo>
                    <a:cubicBezTo>
                      <a:pt x="13371" y="7736"/>
                      <a:pt x="13383" y="7741"/>
                      <a:pt x="13395" y="7741"/>
                    </a:cubicBezTo>
                    <a:cubicBezTo>
                      <a:pt x="13411" y="7741"/>
                      <a:pt x="13429" y="7732"/>
                      <a:pt x="13439" y="7717"/>
                    </a:cubicBezTo>
                    <a:cubicBezTo>
                      <a:pt x="13481" y="7659"/>
                      <a:pt x="13497" y="7585"/>
                      <a:pt x="13522" y="7518"/>
                    </a:cubicBezTo>
                    <a:lnTo>
                      <a:pt x="13605" y="7303"/>
                    </a:lnTo>
                    <a:cubicBezTo>
                      <a:pt x="13655" y="7170"/>
                      <a:pt x="13704" y="7038"/>
                      <a:pt x="13762" y="6905"/>
                    </a:cubicBezTo>
                    <a:cubicBezTo>
                      <a:pt x="13887" y="6624"/>
                      <a:pt x="14011" y="6358"/>
                      <a:pt x="14168" y="6093"/>
                    </a:cubicBezTo>
                    <a:cubicBezTo>
                      <a:pt x="14309" y="5845"/>
                      <a:pt x="14483" y="5613"/>
                      <a:pt x="14640" y="5381"/>
                    </a:cubicBezTo>
                    <a:cubicBezTo>
                      <a:pt x="14715" y="5265"/>
                      <a:pt x="14790" y="5149"/>
                      <a:pt x="14848" y="5016"/>
                    </a:cubicBezTo>
                    <a:cubicBezTo>
                      <a:pt x="14872" y="5141"/>
                      <a:pt x="14906" y="5265"/>
                      <a:pt x="14980" y="5364"/>
                    </a:cubicBezTo>
                    <a:cubicBezTo>
                      <a:pt x="15022" y="5455"/>
                      <a:pt x="15071" y="5538"/>
                      <a:pt x="15113" y="5638"/>
                    </a:cubicBezTo>
                    <a:cubicBezTo>
                      <a:pt x="15162" y="5729"/>
                      <a:pt x="15196" y="5828"/>
                      <a:pt x="15212" y="5936"/>
                    </a:cubicBezTo>
                    <a:cubicBezTo>
                      <a:pt x="15229" y="6035"/>
                      <a:pt x="15212" y="6151"/>
                      <a:pt x="15237" y="6251"/>
                    </a:cubicBezTo>
                    <a:cubicBezTo>
                      <a:pt x="15250" y="6306"/>
                      <a:pt x="15303" y="6335"/>
                      <a:pt x="15355" y="6335"/>
                    </a:cubicBezTo>
                    <a:cubicBezTo>
                      <a:pt x="15405" y="6335"/>
                      <a:pt x="15453" y="6308"/>
                      <a:pt x="15461" y="6251"/>
                    </a:cubicBezTo>
                    <a:cubicBezTo>
                      <a:pt x="15494" y="6060"/>
                      <a:pt x="15461" y="5820"/>
                      <a:pt x="15386" y="5646"/>
                    </a:cubicBezTo>
                    <a:cubicBezTo>
                      <a:pt x="15312" y="5464"/>
                      <a:pt x="15179" y="5306"/>
                      <a:pt x="15113" y="5116"/>
                    </a:cubicBezTo>
                    <a:cubicBezTo>
                      <a:pt x="14988" y="4726"/>
                      <a:pt x="15088" y="4304"/>
                      <a:pt x="15154" y="3914"/>
                    </a:cubicBezTo>
                    <a:cubicBezTo>
                      <a:pt x="15164" y="3885"/>
                      <a:pt x="15143" y="3868"/>
                      <a:pt x="15120" y="3868"/>
                    </a:cubicBezTo>
                    <a:cubicBezTo>
                      <a:pt x="15104" y="3868"/>
                      <a:pt x="15087" y="3877"/>
                      <a:pt x="15080" y="3898"/>
                    </a:cubicBezTo>
                    <a:cubicBezTo>
                      <a:pt x="15013" y="4072"/>
                      <a:pt x="14955" y="4254"/>
                      <a:pt x="14914" y="4436"/>
                    </a:cubicBezTo>
                    <a:cubicBezTo>
                      <a:pt x="14872" y="4337"/>
                      <a:pt x="14814" y="4246"/>
                      <a:pt x="14748" y="4146"/>
                    </a:cubicBezTo>
                    <a:cubicBezTo>
                      <a:pt x="14632" y="3981"/>
                      <a:pt x="14500" y="3815"/>
                      <a:pt x="14475" y="3608"/>
                    </a:cubicBezTo>
                    <a:cubicBezTo>
                      <a:pt x="14466" y="3483"/>
                      <a:pt x="14483" y="3359"/>
                      <a:pt x="14475" y="3235"/>
                    </a:cubicBezTo>
                    <a:cubicBezTo>
                      <a:pt x="14475" y="3193"/>
                      <a:pt x="14466" y="3160"/>
                      <a:pt x="14466" y="3127"/>
                    </a:cubicBezTo>
                    <a:lnTo>
                      <a:pt x="14466" y="3127"/>
                    </a:lnTo>
                    <a:cubicBezTo>
                      <a:pt x="14508" y="3152"/>
                      <a:pt x="14549" y="3185"/>
                      <a:pt x="14599" y="3210"/>
                    </a:cubicBezTo>
                    <a:cubicBezTo>
                      <a:pt x="14674" y="3268"/>
                      <a:pt x="14748" y="3326"/>
                      <a:pt x="14806" y="3401"/>
                    </a:cubicBezTo>
                    <a:cubicBezTo>
                      <a:pt x="14848" y="3475"/>
                      <a:pt x="14872" y="3550"/>
                      <a:pt x="14897" y="3633"/>
                    </a:cubicBezTo>
                    <a:cubicBezTo>
                      <a:pt x="14906" y="3660"/>
                      <a:pt x="14928" y="3672"/>
                      <a:pt x="14950" y="3672"/>
                    </a:cubicBezTo>
                    <a:cubicBezTo>
                      <a:pt x="14968" y="3672"/>
                      <a:pt x="14986" y="3664"/>
                      <a:pt x="14997" y="3649"/>
                    </a:cubicBezTo>
                    <a:cubicBezTo>
                      <a:pt x="15113" y="3483"/>
                      <a:pt x="14988" y="3260"/>
                      <a:pt x="14856" y="3144"/>
                    </a:cubicBezTo>
                    <a:cubicBezTo>
                      <a:pt x="14707" y="3003"/>
                      <a:pt x="14500" y="2928"/>
                      <a:pt x="14350" y="2771"/>
                    </a:cubicBezTo>
                    <a:cubicBezTo>
                      <a:pt x="14210" y="2613"/>
                      <a:pt x="14160" y="2431"/>
                      <a:pt x="14127" y="2224"/>
                    </a:cubicBezTo>
                    <a:cubicBezTo>
                      <a:pt x="14119" y="2125"/>
                      <a:pt x="14094" y="2025"/>
                      <a:pt x="14036" y="1942"/>
                    </a:cubicBezTo>
                    <a:cubicBezTo>
                      <a:pt x="14003" y="1893"/>
                      <a:pt x="13969" y="1859"/>
                      <a:pt x="13920" y="1835"/>
                    </a:cubicBezTo>
                    <a:cubicBezTo>
                      <a:pt x="13978" y="1785"/>
                      <a:pt x="14036" y="1735"/>
                      <a:pt x="14102" y="1694"/>
                    </a:cubicBezTo>
                    <a:cubicBezTo>
                      <a:pt x="14193" y="1627"/>
                      <a:pt x="14293" y="1578"/>
                      <a:pt x="14400" y="1536"/>
                    </a:cubicBezTo>
                    <a:cubicBezTo>
                      <a:pt x="14458" y="1511"/>
                      <a:pt x="14508" y="1495"/>
                      <a:pt x="14566" y="1478"/>
                    </a:cubicBezTo>
                    <a:cubicBezTo>
                      <a:pt x="14616" y="1453"/>
                      <a:pt x="14682" y="1437"/>
                      <a:pt x="14707" y="1387"/>
                    </a:cubicBezTo>
                    <a:cubicBezTo>
                      <a:pt x="14723" y="1371"/>
                      <a:pt x="14715" y="1346"/>
                      <a:pt x="14698" y="1329"/>
                    </a:cubicBezTo>
                    <a:cubicBezTo>
                      <a:pt x="14669" y="1303"/>
                      <a:pt x="14629" y="1293"/>
                      <a:pt x="14585" y="1293"/>
                    </a:cubicBezTo>
                    <a:cubicBezTo>
                      <a:pt x="14506" y="1293"/>
                      <a:pt x="14414" y="1324"/>
                      <a:pt x="14350" y="1346"/>
                    </a:cubicBezTo>
                    <a:cubicBezTo>
                      <a:pt x="14226" y="1387"/>
                      <a:pt x="14110" y="1445"/>
                      <a:pt x="14011" y="1520"/>
                    </a:cubicBezTo>
                    <a:cubicBezTo>
                      <a:pt x="13945" y="1561"/>
                      <a:pt x="13887" y="1611"/>
                      <a:pt x="13829" y="1661"/>
                    </a:cubicBezTo>
                    <a:cubicBezTo>
                      <a:pt x="13878" y="1569"/>
                      <a:pt x="13928" y="1478"/>
                      <a:pt x="13994" y="1404"/>
                    </a:cubicBezTo>
                    <a:cubicBezTo>
                      <a:pt x="14036" y="1354"/>
                      <a:pt x="14085" y="1313"/>
                      <a:pt x="14135" y="1271"/>
                    </a:cubicBezTo>
                    <a:cubicBezTo>
                      <a:pt x="14177" y="1230"/>
                      <a:pt x="14235" y="1197"/>
                      <a:pt x="14276" y="1155"/>
                    </a:cubicBezTo>
                    <a:cubicBezTo>
                      <a:pt x="14293" y="1130"/>
                      <a:pt x="14276" y="1097"/>
                      <a:pt x="14251" y="1097"/>
                    </a:cubicBezTo>
                    <a:cubicBezTo>
                      <a:pt x="14242" y="1096"/>
                      <a:pt x="14232" y="1095"/>
                      <a:pt x="14223" y="1095"/>
                    </a:cubicBezTo>
                    <a:cubicBezTo>
                      <a:pt x="14123" y="1095"/>
                      <a:pt x="14021" y="1169"/>
                      <a:pt x="13953" y="1230"/>
                    </a:cubicBezTo>
                    <a:cubicBezTo>
                      <a:pt x="13862" y="1304"/>
                      <a:pt x="13787" y="1395"/>
                      <a:pt x="13721" y="1495"/>
                    </a:cubicBezTo>
                    <a:cubicBezTo>
                      <a:pt x="13572" y="1694"/>
                      <a:pt x="13497" y="1934"/>
                      <a:pt x="13373" y="2149"/>
                    </a:cubicBezTo>
                    <a:cubicBezTo>
                      <a:pt x="13307" y="2257"/>
                      <a:pt x="13224" y="2340"/>
                      <a:pt x="13108" y="2406"/>
                    </a:cubicBezTo>
                    <a:cubicBezTo>
                      <a:pt x="13000" y="2464"/>
                      <a:pt x="12867" y="2481"/>
                      <a:pt x="12743" y="2481"/>
                    </a:cubicBezTo>
                    <a:cubicBezTo>
                      <a:pt x="12723" y="2482"/>
                      <a:pt x="12703" y="2482"/>
                      <a:pt x="12683" y="2482"/>
                    </a:cubicBezTo>
                    <a:cubicBezTo>
                      <a:pt x="12471" y="2482"/>
                      <a:pt x="12259" y="2443"/>
                      <a:pt x="12047" y="2398"/>
                    </a:cubicBezTo>
                    <a:cubicBezTo>
                      <a:pt x="12561" y="2116"/>
                      <a:pt x="13008" y="1719"/>
                      <a:pt x="13398" y="1296"/>
                    </a:cubicBezTo>
                    <a:cubicBezTo>
                      <a:pt x="13679" y="998"/>
                      <a:pt x="13953" y="683"/>
                      <a:pt x="14284" y="451"/>
                    </a:cubicBezTo>
                    <a:cubicBezTo>
                      <a:pt x="14375" y="385"/>
                      <a:pt x="14475" y="335"/>
                      <a:pt x="14574" y="293"/>
                    </a:cubicBezTo>
                    <a:cubicBezTo>
                      <a:pt x="14582" y="310"/>
                      <a:pt x="14591" y="318"/>
                      <a:pt x="14616" y="318"/>
                    </a:cubicBezTo>
                    <a:cubicBezTo>
                      <a:pt x="14679" y="327"/>
                      <a:pt x="14742" y="328"/>
                      <a:pt x="14804" y="328"/>
                    </a:cubicBezTo>
                    <a:cubicBezTo>
                      <a:pt x="14854" y="328"/>
                      <a:pt x="14904" y="327"/>
                      <a:pt x="14953" y="327"/>
                    </a:cubicBezTo>
                    <a:cubicBezTo>
                      <a:pt x="15028" y="327"/>
                      <a:pt x="15103" y="330"/>
                      <a:pt x="15179" y="343"/>
                    </a:cubicBezTo>
                    <a:cubicBezTo>
                      <a:pt x="15370" y="385"/>
                      <a:pt x="15552" y="459"/>
                      <a:pt x="15726" y="542"/>
                    </a:cubicBezTo>
                    <a:cubicBezTo>
                      <a:pt x="15892" y="633"/>
                      <a:pt x="16057" y="741"/>
                      <a:pt x="16223" y="849"/>
                    </a:cubicBezTo>
                    <a:cubicBezTo>
                      <a:pt x="16397" y="948"/>
                      <a:pt x="16579" y="1047"/>
                      <a:pt x="16762" y="1139"/>
                    </a:cubicBezTo>
                    <a:cubicBezTo>
                      <a:pt x="16767" y="1141"/>
                      <a:pt x="16772" y="1142"/>
                      <a:pt x="16777" y="1142"/>
                    </a:cubicBezTo>
                    <a:cubicBezTo>
                      <a:pt x="16801" y="1142"/>
                      <a:pt x="16814" y="1111"/>
                      <a:pt x="16786" y="1097"/>
                    </a:cubicBezTo>
                    <a:cubicBezTo>
                      <a:pt x="16612" y="973"/>
                      <a:pt x="16447" y="832"/>
                      <a:pt x="16281" y="699"/>
                    </a:cubicBezTo>
                    <a:cubicBezTo>
                      <a:pt x="16107" y="567"/>
                      <a:pt x="15933" y="443"/>
                      <a:pt x="15742" y="351"/>
                    </a:cubicBezTo>
                    <a:cubicBezTo>
                      <a:pt x="15560" y="252"/>
                      <a:pt x="15361" y="186"/>
                      <a:pt x="15154" y="153"/>
                    </a:cubicBezTo>
                    <a:lnTo>
                      <a:pt x="15146" y="153"/>
                    </a:lnTo>
                    <a:cubicBezTo>
                      <a:pt x="15183" y="151"/>
                      <a:pt x="15220" y="150"/>
                      <a:pt x="15258" y="150"/>
                    </a:cubicBezTo>
                    <a:close/>
                    <a:moveTo>
                      <a:pt x="11202" y="9507"/>
                    </a:moveTo>
                    <a:cubicBezTo>
                      <a:pt x="11235" y="9573"/>
                      <a:pt x="11293" y="9631"/>
                      <a:pt x="11359" y="9673"/>
                    </a:cubicBezTo>
                    <a:cubicBezTo>
                      <a:pt x="11409" y="9698"/>
                      <a:pt x="11451" y="9722"/>
                      <a:pt x="11500" y="9739"/>
                    </a:cubicBezTo>
                    <a:cubicBezTo>
                      <a:pt x="11542" y="9772"/>
                      <a:pt x="11583" y="9797"/>
                      <a:pt x="11625" y="9822"/>
                    </a:cubicBezTo>
                    <a:cubicBezTo>
                      <a:pt x="11649" y="9838"/>
                      <a:pt x="11666" y="9847"/>
                      <a:pt x="11691" y="9863"/>
                    </a:cubicBezTo>
                    <a:cubicBezTo>
                      <a:pt x="11716" y="9880"/>
                      <a:pt x="11749" y="9905"/>
                      <a:pt x="11774" y="9913"/>
                    </a:cubicBezTo>
                    <a:cubicBezTo>
                      <a:pt x="11915" y="10029"/>
                      <a:pt x="12055" y="10137"/>
                      <a:pt x="12196" y="10244"/>
                    </a:cubicBezTo>
                    <a:cubicBezTo>
                      <a:pt x="12214" y="10255"/>
                      <a:pt x="12232" y="10259"/>
                      <a:pt x="12250" y="10259"/>
                    </a:cubicBezTo>
                    <a:cubicBezTo>
                      <a:pt x="12275" y="10259"/>
                      <a:pt x="12298" y="10251"/>
                      <a:pt x="12312" y="10236"/>
                    </a:cubicBezTo>
                    <a:cubicBezTo>
                      <a:pt x="12403" y="10311"/>
                      <a:pt x="12503" y="10385"/>
                      <a:pt x="12594" y="10451"/>
                    </a:cubicBezTo>
                    <a:cubicBezTo>
                      <a:pt x="12834" y="10625"/>
                      <a:pt x="13099" y="10766"/>
                      <a:pt x="13365" y="10891"/>
                    </a:cubicBezTo>
                    <a:cubicBezTo>
                      <a:pt x="13638" y="11023"/>
                      <a:pt x="13920" y="11139"/>
                      <a:pt x="14201" y="11247"/>
                    </a:cubicBezTo>
                    <a:cubicBezTo>
                      <a:pt x="14524" y="11379"/>
                      <a:pt x="14848" y="11512"/>
                      <a:pt x="15179" y="11611"/>
                    </a:cubicBezTo>
                    <a:cubicBezTo>
                      <a:pt x="15842" y="11810"/>
                      <a:pt x="16538" y="11893"/>
                      <a:pt x="17226" y="11935"/>
                    </a:cubicBezTo>
                    <a:cubicBezTo>
                      <a:pt x="17565" y="11951"/>
                      <a:pt x="17913" y="11968"/>
                      <a:pt x="18253" y="11976"/>
                    </a:cubicBezTo>
                    <a:cubicBezTo>
                      <a:pt x="18409" y="11980"/>
                      <a:pt x="18563" y="11983"/>
                      <a:pt x="18716" y="11983"/>
                    </a:cubicBezTo>
                    <a:cubicBezTo>
                      <a:pt x="18906" y="11983"/>
                      <a:pt x="19096" y="11978"/>
                      <a:pt x="19289" y="11959"/>
                    </a:cubicBezTo>
                    <a:cubicBezTo>
                      <a:pt x="19661" y="11910"/>
                      <a:pt x="20018" y="11810"/>
                      <a:pt x="20341" y="11628"/>
                    </a:cubicBezTo>
                    <a:cubicBezTo>
                      <a:pt x="20523" y="11529"/>
                      <a:pt x="20714" y="11404"/>
                      <a:pt x="20846" y="11239"/>
                    </a:cubicBezTo>
                    <a:lnTo>
                      <a:pt x="20846" y="11239"/>
                    </a:lnTo>
                    <a:cubicBezTo>
                      <a:pt x="20879" y="11645"/>
                      <a:pt x="20830" y="12059"/>
                      <a:pt x="20689" y="12448"/>
                    </a:cubicBezTo>
                    <a:cubicBezTo>
                      <a:pt x="20681" y="12448"/>
                      <a:pt x="20672" y="12465"/>
                      <a:pt x="20664" y="12473"/>
                    </a:cubicBezTo>
                    <a:cubicBezTo>
                      <a:pt x="20623" y="12539"/>
                      <a:pt x="20589" y="12606"/>
                      <a:pt x="20531" y="12664"/>
                    </a:cubicBezTo>
                    <a:cubicBezTo>
                      <a:pt x="20457" y="12722"/>
                      <a:pt x="20374" y="12763"/>
                      <a:pt x="20291" y="12788"/>
                    </a:cubicBezTo>
                    <a:cubicBezTo>
                      <a:pt x="20092" y="12854"/>
                      <a:pt x="19893" y="12912"/>
                      <a:pt x="19695" y="12962"/>
                    </a:cubicBezTo>
                    <a:cubicBezTo>
                      <a:pt x="19300" y="13065"/>
                      <a:pt x="18897" y="13145"/>
                      <a:pt x="18479" y="13145"/>
                    </a:cubicBezTo>
                    <a:cubicBezTo>
                      <a:pt x="18459" y="13145"/>
                      <a:pt x="18439" y="13145"/>
                      <a:pt x="18419" y="13144"/>
                    </a:cubicBezTo>
                    <a:cubicBezTo>
                      <a:pt x="18386" y="13144"/>
                      <a:pt x="18386" y="13194"/>
                      <a:pt x="18419" y="13202"/>
                    </a:cubicBezTo>
                    <a:cubicBezTo>
                      <a:pt x="18521" y="13209"/>
                      <a:pt x="18623" y="13213"/>
                      <a:pt x="18725" y="13213"/>
                    </a:cubicBezTo>
                    <a:cubicBezTo>
                      <a:pt x="19098" y="13213"/>
                      <a:pt x="19462" y="13168"/>
                      <a:pt x="19827" y="13103"/>
                    </a:cubicBezTo>
                    <a:cubicBezTo>
                      <a:pt x="19966" y="13078"/>
                      <a:pt x="20104" y="13054"/>
                      <a:pt x="20234" y="13022"/>
                    </a:cubicBezTo>
                    <a:lnTo>
                      <a:pt x="20234" y="13022"/>
                    </a:lnTo>
                    <a:cubicBezTo>
                      <a:pt x="20232" y="13023"/>
                      <a:pt x="20228" y="13025"/>
                      <a:pt x="20225" y="13028"/>
                    </a:cubicBezTo>
                    <a:cubicBezTo>
                      <a:pt x="19993" y="13136"/>
                      <a:pt x="19728" y="13194"/>
                      <a:pt x="19479" y="13244"/>
                    </a:cubicBezTo>
                    <a:cubicBezTo>
                      <a:pt x="18869" y="13373"/>
                      <a:pt x="18238" y="13427"/>
                      <a:pt x="17607" y="13427"/>
                    </a:cubicBezTo>
                    <a:cubicBezTo>
                      <a:pt x="17185" y="13427"/>
                      <a:pt x="16763" y="13403"/>
                      <a:pt x="16347" y="13360"/>
                    </a:cubicBezTo>
                    <a:cubicBezTo>
                      <a:pt x="15320" y="13244"/>
                      <a:pt x="14301" y="12987"/>
                      <a:pt x="13331" y="12597"/>
                    </a:cubicBezTo>
                    <a:cubicBezTo>
                      <a:pt x="12884" y="12415"/>
                      <a:pt x="12437" y="12200"/>
                      <a:pt x="12031" y="11935"/>
                    </a:cubicBezTo>
                    <a:cubicBezTo>
                      <a:pt x="11832" y="11810"/>
                      <a:pt x="11633" y="11661"/>
                      <a:pt x="11459" y="11504"/>
                    </a:cubicBezTo>
                    <a:cubicBezTo>
                      <a:pt x="11368" y="11421"/>
                      <a:pt x="11277" y="11338"/>
                      <a:pt x="11194" y="11247"/>
                    </a:cubicBezTo>
                    <a:cubicBezTo>
                      <a:pt x="11119" y="11164"/>
                      <a:pt x="11045" y="11081"/>
                      <a:pt x="11003" y="10973"/>
                    </a:cubicBezTo>
                    <a:lnTo>
                      <a:pt x="11003" y="10973"/>
                    </a:lnTo>
                    <a:cubicBezTo>
                      <a:pt x="11103" y="11098"/>
                      <a:pt x="11210" y="11214"/>
                      <a:pt x="11335" y="11313"/>
                    </a:cubicBezTo>
                    <a:cubicBezTo>
                      <a:pt x="11426" y="11396"/>
                      <a:pt x="11517" y="11462"/>
                      <a:pt x="11616" y="11529"/>
                    </a:cubicBezTo>
                    <a:cubicBezTo>
                      <a:pt x="11674" y="11562"/>
                      <a:pt x="11724" y="11587"/>
                      <a:pt x="11782" y="11611"/>
                    </a:cubicBezTo>
                    <a:cubicBezTo>
                      <a:pt x="11832" y="11636"/>
                      <a:pt x="11890" y="11669"/>
                      <a:pt x="11948" y="11669"/>
                    </a:cubicBezTo>
                    <a:cubicBezTo>
                      <a:pt x="11981" y="11669"/>
                      <a:pt x="11989" y="11636"/>
                      <a:pt x="11973" y="11611"/>
                    </a:cubicBezTo>
                    <a:cubicBezTo>
                      <a:pt x="11939" y="11570"/>
                      <a:pt x="11881" y="11545"/>
                      <a:pt x="11832" y="11520"/>
                    </a:cubicBezTo>
                    <a:cubicBezTo>
                      <a:pt x="11782" y="11487"/>
                      <a:pt x="11732" y="11462"/>
                      <a:pt x="11691" y="11429"/>
                    </a:cubicBezTo>
                    <a:cubicBezTo>
                      <a:pt x="11591" y="11363"/>
                      <a:pt x="11492" y="11297"/>
                      <a:pt x="11401" y="11230"/>
                    </a:cubicBezTo>
                    <a:cubicBezTo>
                      <a:pt x="11252" y="11106"/>
                      <a:pt x="11111" y="10973"/>
                      <a:pt x="10987" y="10824"/>
                    </a:cubicBezTo>
                    <a:cubicBezTo>
                      <a:pt x="10987" y="10733"/>
                      <a:pt x="11003" y="10642"/>
                      <a:pt x="11011" y="10559"/>
                    </a:cubicBezTo>
                    <a:cubicBezTo>
                      <a:pt x="11028" y="10418"/>
                      <a:pt x="11053" y="10286"/>
                      <a:pt x="11078" y="10153"/>
                    </a:cubicBezTo>
                    <a:cubicBezTo>
                      <a:pt x="11111" y="9938"/>
                      <a:pt x="11152" y="9722"/>
                      <a:pt x="11202" y="9507"/>
                    </a:cubicBezTo>
                    <a:close/>
                    <a:moveTo>
                      <a:pt x="4230" y="9345"/>
                    </a:moveTo>
                    <a:cubicBezTo>
                      <a:pt x="4367" y="9345"/>
                      <a:pt x="4542" y="9463"/>
                      <a:pt x="4632" y="9515"/>
                    </a:cubicBezTo>
                    <a:cubicBezTo>
                      <a:pt x="4830" y="9623"/>
                      <a:pt x="5021" y="9722"/>
                      <a:pt x="5212" y="9838"/>
                    </a:cubicBezTo>
                    <a:cubicBezTo>
                      <a:pt x="5394" y="9954"/>
                      <a:pt x="5560" y="10079"/>
                      <a:pt x="5700" y="10236"/>
                    </a:cubicBezTo>
                    <a:cubicBezTo>
                      <a:pt x="5833" y="10385"/>
                      <a:pt x="5932" y="10559"/>
                      <a:pt x="6024" y="10741"/>
                    </a:cubicBezTo>
                    <a:cubicBezTo>
                      <a:pt x="6206" y="11114"/>
                      <a:pt x="6305" y="11520"/>
                      <a:pt x="6438" y="11910"/>
                    </a:cubicBezTo>
                    <a:cubicBezTo>
                      <a:pt x="6562" y="12307"/>
                      <a:pt x="6736" y="12672"/>
                      <a:pt x="6968" y="13012"/>
                    </a:cubicBezTo>
                    <a:cubicBezTo>
                      <a:pt x="7217" y="13376"/>
                      <a:pt x="7515" y="13724"/>
                      <a:pt x="7664" y="14139"/>
                    </a:cubicBezTo>
                    <a:cubicBezTo>
                      <a:pt x="7672" y="14155"/>
                      <a:pt x="7681" y="14172"/>
                      <a:pt x="7689" y="14180"/>
                    </a:cubicBezTo>
                    <a:cubicBezTo>
                      <a:pt x="7664" y="14197"/>
                      <a:pt x="7639" y="14221"/>
                      <a:pt x="7623" y="14238"/>
                    </a:cubicBezTo>
                    <a:cubicBezTo>
                      <a:pt x="7540" y="14304"/>
                      <a:pt x="7457" y="14379"/>
                      <a:pt x="7399" y="14470"/>
                    </a:cubicBezTo>
                    <a:cubicBezTo>
                      <a:pt x="7308" y="14561"/>
                      <a:pt x="7200" y="14636"/>
                      <a:pt x="7092" y="14702"/>
                    </a:cubicBezTo>
                    <a:cubicBezTo>
                      <a:pt x="7001" y="14503"/>
                      <a:pt x="6894" y="14313"/>
                      <a:pt x="6802" y="14114"/>
                    </a:cubicBezTo>
                    <a:lnTo>
                      <a:pt x="6802" y="14105"/>
                    </a:lnTo>
                    <a:cubicBezTo>
                      <a:pt x="6720" y="13915"/>
                      <a:pt x="6612" y="13724"/>
                      <a:pt x="6504" y="13534"/>
                    </a:cubicBezTo>
                    <a:cubicBezTo>
                      <a:pt x="6405" y="13351"/>
                      <a:pt x="6289" y="13169"/>
                      <a:pt x="6173" y="12987"/>
                    </a:cubicBezTo>
                    <a:cubicBezTo>
                      <a:pt x="6065" y="12796"/>
                      <a:pt x="5999" y="12597"/>
                      <a:pt x="5941" y="12382"/>
                    </a:cubicBezTo>
                    <a:cubicBezTo>
                      <a:pt x="5758" y="11628"/>
                      <a:pt x="5493" y="10891"/>
                      <a:pt x="5029" y="10261"/>
                    </a:cubicBezTo>
                    <a:cubicBezTo>
                      <a:pt x="4905" y="10087"/>
                      <a:pt x="4764" y="9921"/>
                      <a:pt x="4607" y="9772"/>
                    </a:cubicBezTo>
                    <a:cubicBezTo>
                      <a:pt x="4466" y="9631"/>
                      <a:pt x="4325" y="9482"/>
                      <a:pt x="4184" y="9350"/>
                    </a:cubicBezTo>
                    <a:cubicBezTo>
                      <a:pt x="4199" y="9346"/>
                      <a:pt x="4214" y="9345"/>
                      <a:pt x="4230" y="9345"/>
                    </a:cubicBezTo>
                    <a:close/>
                    <a:moveTo>
                      <a:pt x="13804" y="24918"/>
                    </a:moveTo>
                    <a:cubicBezTo>
                      <a:pt x="13795" y="24926"/>
                      <a:pt x="13795" y="24935"/>
                      <a:pt x="13795" y="24951"/>
                    </a:cubicBezTo>
                    <a:cubicBezTo>
                      <a:pt x="13845" y="25556"/>
                      <a:pt x="13812" y="26161"/>
                      <a:pt x="13671" y="26749"/>
                    </a:cubicBezTo>
                    <a:lnTo>
                      <a:pt x="13671" y="26757"/>
                    </a:lnTo>
                    <a:cubicBezTo>
                      <a:pt x="13638" y="26898"/>
                      <a:pt x="13597" y="27039"/>
                      <a:pt x="13572" y="27180"/>
                    </a:cubicBezTo>
                    <a:cubicBezTo>
                      <a:pt x="13547" y="27329"/>
                      <a:pt x="13563" y="27462"/>
                      <a:pt x="13597" y="27602"/>
                    </a:cubicBezTo>
                    <a:cubicBezTo>
                      <a:pt x="13663" y="27892"/>
                      <a:pt x="13696" y="28174"/>
                      <a:pt x="13655" y="28472"/>
                    </a:cubicBezTo>
                    <a:cubicBezTo>
                      <a:pt x="13563" y="28522"/>
                      <a:pt x="13530" y="28646"/>
                      <a:pt x="13497" y="28738"/>
                    </a:cubicBezTo>
                    <a:cubicBezTo>
                      <a:pt x="13431" y="28903"/>
                      <a:pt x="13373" y="29069"/>
                      <a:pt x="13307" y="29235"/>
                    </a:cubicBezTo>
                    <a:cubicBezTo>
                      <a:pt x="13191" y="29541"/>
                      <a:pt x="13091" y="29856"/>
                      <a:pt x="12975" y="30171"/>
                    </a:cubicBezTo>
                    <a:cubicBezTo>
                      <a:pt x="12967" y="30146"/>
                      <a:pt x="12950" y="30130"/>
                      <a:pt x="12942" y="30113"/>
                    </a:cubicBezTo>
                    <a:cubicBezTo>
                      <a:pt x="12901" y="30030"/>
                      <a:pt x="12876" y="29947"/>
                      <a:pt x="12834" y="29873"/>
                    </a:cubicBezTo>
                    <a:cubicBezTo>
                      <a:pt x="12785" y="29707"/>
                      <a:pt x="12727" y="29550"/>
                      <a:pt x="12685" y="29384"/>
                    </a:cubicBezTo>
                    <a:cubicBezTo>
                      <a:pt x="12627" y="29152"/>
                      <a:pt x="12586" y="28912"/>
                      <a:pt x="12553" y="28671"/>
                    </a:cubicBezTo>
                    <a:cubicBezTo>
                      <a:pt x="12478" y="28199"/>
                      <a:pt x="12453" y="27718"/>
                      <a:pt x="12445" y="27238"/>
                    </a:cubicBezTo>
                    <a:cubicBezTo>
                      <a:pt x="12445" y="26757"/>
                      <a:pt x="12461" y="26277"/>
                      <a:pt x="12478" y="25796"/>
                    </a:cubicBezTo>
                    <a:cubicBezTo>
                      <a:pt x="12486" y="25523"/>
                      <a:pt x="12495" y="25249"/>
                      <a:pt x="12511" y="24976"/>
                    </a:cubicBezTo>
                    <a:cubicBezTo>
                      <a:pt x="12577" y="24976"/>
                      <a:pt x="12644" y="24976"/>
                      <a:pt x="12718" y="24968"/>
                    </a:cubicBezTo>
                    <a:cubicBezTo>
                      <a:pt x="12834" y="24968"/>
                      <a:pt x="12950" y="24959"/>
                      <a:pt x="13066" y="24959"/>
                    </a:cubicBezTo>
                    <a:cubicBezTo>
                      <a:pt x="13290" y="24943"/>
                      <a:pt x="13514" y="24935"/>
                      <a:pt x="13737" y="24918"/>
                    </a:cubicBezTo>
                    <a:close/>
                    <a:moveTo>
                      <a:pt x="10937" y="32309"/>
                    </a:moveTo>
                    <a:cubicBezTo>
                      <a:pt x="10945" y="32408"/>
                      <a:pt x="10970" y="32499"/>
                      <a:pt x="11011" y="32599"/>
                    </a:cubicBezTo>
                    <a:cubicBezTo>
                      <a:pt x="11061" y="32706"/>
                      <a:pt x="11136" y="32797"/>
                      <a:pt x="11177" y="32913"/>
                    </a:cubicBezTo>
                    <a:cubicBezTo>
                      <a:pt x="11219" y="33029"/>
                      <a:pt x="11227" y="33154"/>
                      <a:pt x="11243" y="33278"/>
                    </a:cubicBezTo>
                    <a:cubicBezTo>
                      <a:pt x="11260" y="33419"/>
                      <a:pt x="11277" y="33551"/>
                      <a:pt x="11293" y="33692"/>
                    </a:cubicBezTo>
                    <a:cubicBezTo>
                      <a:pt x="11318" y="33899"/>
                      <a:pt x="11343" y="34107"/>
                      <a:pt x="11359" y="34322"/>
                    </a:cubicBezTo>
                    <a:cubicBezTo>
                      <a:pt x="11343" y="34289"/>
                      <a:pt x="11318" y="34256"/>
                      <a:pt x="11301" y="34223"/>
                    </a:cubicBezTo>
                    <a:cubicBezTo>
                      <a:pt x="11227" y="34107"/>
                      <a:pt x="11161" y="33991"/>
                      <a:pt x="11086" y="33875"/>
                    </a:cubicBezTo>
                    <a:cubicBezTo>
                      <a:pt x="10945" y="33634"/>
                      <a:pt x="10788" y="33402"/>
                      <a:pt x="10647" y="33162"/>
                    </a:cubicBezTo>
                    <a:cubicBezTo>
                      <a:pt x="10589" y="33063"/>
                      <a:pt x="10581" y="32980"/>
                      <a:pt x="10630" y="32872"/>
                    </a:cubicBezTo>
                    <a:cubicBezTo>
                      <a:pt x="10680" y="32773"/>
                      <a:pt x="10746" y="32681"/>
                      <a:pt x="10804" y="32590"/>
                    </a:cubicBezTo>
                    <a:cubicBezTo>
                      <a:pt x="10862" y="32499"/>
                      <a:pt x="10904" y="32408"/>
                      <a:pt x="10937" y="32309"/>
                    </a:cubicBezTo>
                    <a:close/>
                    <a:moveTo>
                      <a:pt x="11235" y="11595"/>
                    </a:moveTo>
                    <a:cubicBezTo>
                      <a:pt x="11301" y="11661"/>
                      <a:pt x="11368" y="11711"/>
                      <a:pt x="11434" y="11769"/>
                    </a:cubicBezTo>
                    <a:cubicBezTo>
                      <a:pt x="11832" y="12092"/>
                      <a:pt x="12279" y="12349"/>
                      <a:pt x="12743" y="12573"/>
                    </a:cubicBezTo>
                    <a:cubicBezTo>
                      <a:pt x="13746" y="13037"/>
                      <a:pt x="14814" y="13360"/>
                      <a:pt x="15908" y="13517"/>
                    </a:cubicBezTo>
                    <a:cubicBezTo>
                      <a:pt x="16455" y="13596"/>
                      <a:pt x="17012" y="13639"/>
                      <a:pt x="17569" y="13639"/>
                    </a:cubicBezTo>
                    <a:cubicBezTo>
                      <a:pt x="18127" y="13639"/>
                      <a:pt x="18684" y="13596"/>
                      <a:pt x="19231" y="13501"/>
                    </a:cubicBezTo>
                    <a:cubicBezTo>
                      <a:pt x="19512" y="13451"/>
                      <a:pt x="19794" y="13385"/>
                      <a:pt x="20067" y="13293"/>
                    </a:cubicBezTo>
                    <a:cubicBezTo>
                      <a:pt x="20308" y="13219"/>
                      <a:pt x="20523" y="13111"/>
                      <a:pt x="20672" y="12896"/>
                    </a:cubicBezTo>
                    <a:cubicBezTo>
                      <a:pt x="20871" y="13177"/>
                      <a:pt x="20954" y="13501"/>
                      <a:pt x="21045" y="13824"/>
                    </a:cubicBezTo>
                    <a:lnTo>
                      <a:pt x="21053" y="13824"/>
                    </a:lnTo>
                    <a:cubicBezTo>
                      <a:pt x="21145" y="14188"/>
                      <a:pt x="21236" y="14553"/>
                      <a:pt x="21310" y="14917"/>
                    </a:cubicBezTo>
                    <a:cubicBezTo>
                      <a:pt x="21476" y="15663"/>
                      <a:pt x="21584" y="16417"/>
                      <a:pt x="21633" y="17179"/>
                    </a:cubicBezTo>
                    <a:cubicBezTo>
                      <a:pt x="21716" y="18638"/>
                      <a:pt x="21559" y="20112"/>
                      <a:pt x="21062" y="21488"/>
                    </a:cubicBezTo>
                    <a:cubicBezTo>
                      <a:pt x="20855" y="22059"/>
                      <a:pt x="20556" y="22598"/>
                      <a:pt x="20357" y="23178"/>
                    </a:cubicBezTo>
                    <a:cubicBezTo>
                      <a:pt x="20349" y="23103"/>
                      <a:pt x="20349" y="23029"/>
                      <a:pt x="20341" y="22954"/>
                    </a:cubicBezTo>
                    <a:cubicBezTo>
                      <a:pt x="20337" y="22888"/>
                      <a:pt x="20285" y="22855"/>
                      <a:pt x="20235" y="22855"/>
                    </a:cubicBezTo>
                    <a:cubicBezTo>
                      <a:pt x="20186" y="22855"/>
                      <a:pt x="20138" y="22888"/>
                      <a:pt x="20142" y="22954"/>
                    </a:cubicBezTo>
                    <a:cubicBezTo>
                      <a:pt x="20183" y="23750"/>
                      <a:pt x="20167" y="24545"/>
                      <a:pt x="20092" y="25340"/>
                    </a:cubicBezTo>
                    <a:cubicBezTo>
                      <a:pt x="20051" y="25730"/>
                      <a:pt x="20001" y="26128"/>
                      <a:pt x="19935" y="26517"/>
                    </a:cubicBezTo>
                    <a:cubicBezTo>
                      <a:pt x="19877" y="26882"/>
                      <a:pt x="19802" y="27263"/>
                      <a:pt x="19661" y="27602"/>
                    </a:cubicBezTo>
                    <a:cubicBezTo>
                      <a:pt x="19637" y="27652"/>
                      <a:pt x="19620" y="27694"/>
                      <a:pt x="19595" y="27743"/>
                    </a:cubicBezTo>
                    <a:cubicBezTo>
                      <a:pt x="19585" y="27736"/>
                      <a:pt x="19572" y="27732"/>
                      <a:pt x="19558" y="27732"/>
                    </a:cubicBezTo>
                    <a:cubicBezTo>
                      <a:pt x="19539" y="27732"/>
                      <a:pt x="19519" y="27740"/>
                      <a:pt x="19504" y="27760"/>
                    </a:cubicBezTo>
                    <a:cubicBezTo>
                      <a:pt x="19413" y="27901"/>
                      <a:pt x="19380" y="28091"/>
                      <a:pt x="19330" y="28249"/>
                    </a:cubicBezTo>
                    <a:cubicBezTo>
                      <a:pt x="19280" y="28406"/>
                      <a:pt x="19231" y="28572"/>
                      <a:pt x="19189" y="28738"/>
                    </a:cubicBezTo>
                    <a:cubicBezTo>
                      <a:pt x="19106" y="29077"/>
                      <a:pt x="19032" y="29417"/>
                      <a:pt x="18974" y="29765"/>
                    </a:cubicBezTo>
                    <a:cubicBezTo>
                      <a:pt x="18866" y="30461"/>
                      <a:pt x="18758" y="31157"/>
                      <a:pt x="18667" y="31861"/>
                    </a:cubicBezTo>
                    <a:cubicBezTo>
                      <a:pt x="18634" y="32085"/>
                      <a:pt x="18609" y="32317"/>
                      <a:pt x="18584" y="32541"/>
                    </a:cubicBezTo>
                    <a:cubicBezTo>
                      <a:pt x="18580" y="32539"/>
                      <a:pt x="18575" y="32538"/>
                      <a:pt x="18571" y="32538"/>
                    </a:cubicBezTo>
                    <a:cubicBezTo>
                      <a:pt x="18549" y="32538"/>
                      <a:pt x="18526" y="32553"/>
                      <a:pt x="18526" y="32574"/>
                    </a:cubicBezTo>
                    <a:cubicBezTo>
                      <a:pt x="18460" y="32822"/>
                      <a:pt x="18460" y="33096"/>
                      <a:pt x="18468" y="33353"/>
                    </a:cubicBezTo>
                    <a:cubicBezTo>
                      <a:pt x="18477" y="33618"/>
                      <a:pt x="18502" y="33883"/>
                      <a:pt x="18560" y="34140"/>
                    </a:cubicBezTo>
                    <a:cubicBezTo>
                      <a:pt x="18609" y="34397"/>
                      <a:pt x="18700" y="34645"/>
                      <a:pt x="18775" y="34894"/>
                    </a:cubicBezTo>
                    <a:cubicBezTo>
                      <a:pt x="18858" y="35151"/>
                      <a:pt x="18941" y="35416"/>
                      <a:pt x="19024" y="35672"/>
                    </a:cubicBezTo>
                    <a:lnTo>
                      <a:pt x="19222" y="36269"/>
                    </a:lnTo>
                    <a:cubicBezTo>
                      <a:pt x="19198" y="36277"/>
                      <a:pt x="19173" y="36302"/>
                      <a:pt x="19181" y="36335"/>
                    </a:cubicBezTo>
                    <a:cubicBezTo>
                      <a:pt x="19189" y="36418"/>
                      <a:pt x="19239" y="36501"/>
                      <a:pt x="19272" y="36576"/>
                    </a:cubicBezTo>
                    <a:cubicBezTo>
                      <a:pt x="19314" y="36658"/>
                      <a:pt x="19363" y="36733"/>
                      <a:pt x="19405" y="36816"/>
                    </a:cubicBezTo>
                    <a:cubicBezTo>
                      <a:pt x="19488" y="36973"/>
                      <a:pt x="19587" y="37122"/>
                      <a:pt x="19661" y="37288"/>
                    </a:cubicBezTo>
                    <a:cubicBezTo>
                      <a:pt x="19728" y="37429"/>
                      <a:pt x="19678" y="37570"/>
                      <a:pt x="19554" y="37669"/>
                    </a:cubicBezTo>
                    <a:cubicBezTo>
                      <a:pt x="19496" y="37719"/>
                      <a:pt x="19421" y="37752"/>
                      <a:pt x="19347" y="37785"/>
                    </a:cubicBezTo>
                    <a:lnTo>
                      <a:pt x="19330" y="37785"/>
                    </a:lnTo>
                    <a:cubicBezTo>
                      <a:pt x="19355" y="37653"/>
                      <a:pt x="19330" y="37512"/>
                      <a:pt x="19289" y="37388"/>
                    </a:cubicBezTo>
                    <a:cubicBezTo>
                      <a:pt x="19247" y="37272"/>
                      <a:pt x="19206" y="37147"/>
                      <a:pt x="19164" y="37031"/>
                    </a:cubicBezTo>
                    <a:cubicBezTo>
                      <a:pt x="19131" y="36924"/>
                      <a:pt x="19098" y="36791"/>
                      <a:pt x="19015" y="36708"/>
                    </a:cubicBezTo>
                    <a:cubicBezTo>
                      <a:pt x="19003" y="36699"/>
                      <a:pt x="18987" y="36694"/>
                      <a:pt x="18971" y="36694"/>
                    </a:cubicBezTo>
                    <a:cubicBezTo>
                      <a:pt x="18946" y="36694"/>
                      <a:pt x="18921" y="36707"/>
                      <a:pt x="18916" y="36733"/>
                    </a:cubicBezTo>
                    <a:cubicBezTo>
                      <a:pt x="18899" y="36841"/>
                      <a:pt x="18932" y="36940"/>
                      <a:pt x="18966" y="37040"/>
                    </a:cubicBezTo>
                    <a:cubicBezTo>
                      <a:pt x="18999" y="37139"/>
                      <a:pt x="19032" y="37238"/>
                      <a:pt x="19065" y="37346"/>
                    </a:cubicBezTo>
                    <a:cubicBezTo>
                      <a:pt x="19106" y="37487"/>
                      <a:pt x="19214" y="37727"/>
                      <a:pt x="19065" y="37852"/>
                    </a:cubicBezTo>
                    <a:cubicBezTo>
                      <a:pt x="19015" y="37901"/>
                      <a:pt x="18941" y="37910"/>
                      <a:pt x="18874" y="37918"/>
                    </a:cubicBezTo>
                    <a:cubicBezTo>
                      <a:pt x="18783" y="37926"/>
                      <a:pt x="18684" y="37926"/>
                      <a:pt x="18584" y="37926"/>
                    </a:cubicBezTo>
                    <a:cubicBezTo>
                      <a:pt x="18477" y="37926"/>
                      <a:pt x="18369" y="37926"/>
                      <a:pt x="18261" y="37918"/>
                    </a:cubicBezTo>
                    <a:cubicBezTo>
                      <a:pt x="18203" y="37918"/>
                      <a:pt x="18137" y="37910"/>
                      <a:pt x="18071" y="37910"/>
                    </a:cubicBezTo>
                    <a:cubicBezTo>
                      <a:pt x="18145" y="37794"/>
                      <a:pt x="18162" y="37636"/>
                      <a:pt x="18162" y="37504"/>
                    </a:cubicBezTo>
                    <a:cubicBezTo>
                      <a:pt x="18162" y="37346"/>
                      <a:pt x="18145" y="37189"/>
                      <a:pt x="18096" y="37031"/>
                    </a:cubicBezTo>
                    <a:cubicBezTo>
                      <a:pt x="18084" y="37000"/>
                      <a:pt x="18050" y="36983"/>
                      <a:pt x="18018" y="36983"/>
                    </a:cubicBezTo>
                    <a:cubicBezTo>
                      <a:pt x="17983" y="36983"/>
                      <a:pt x="17950" y="37004"/>
                      <a:pt x="17955" y="37048"/>
                    </a:cubicBezTo>
                    <a:cubicBezTo>
                      <a:pt x="17963" y="37205"/>
                      <a:pt x="17980" y="37354"/>
                      <a:pt x="17955" y="37512"/>
                    </a:cubicBezTo>
                    <a:cubicBezTo>
                      <a:pt x="17946" y="37595"/>
                      <a:pt x="17938" y="37777"/>
                      <a:pt x="17839" y="37818"/>
                    </a:cubicBezTo>
                    <a:cubicBezTo>
                      <a:pt x="17808" y="37837"/>
                      <a:pt x="17770" y="37843"/>
                      <a:pt x="17730" y="37843"/>
                    </a:cubicBezTo>
                    <a:cubicBezTo>
                      <a:pt x="17642" y="37843"/>
                      <a:pt x="17542" y="37811"/>
                      <a:pt x="17474" y="37794"/>
                    </a:cubicBezTo>
                    <a:cubicBezTo>
                      <a:pt x="17342" y="37760"/>
                      <a:pt x="17209" y="37719"/>
                      <a:pt x="17085" y="37653"/>
                    </a:cubicBezTo>
                    <a:cubicBezTo>
                      <a:pt x="16969" y="37603"/>
                      <a:pt x="16844" y="37545"/>
                      <a:pt x="16753" y="37446"/>
                    </a:cubicBezTo>
                    <a:cubicBezTo>
                      <a:pt x="16662" y="37338"/>
                      <a:pt x="16679" y="37197"/>
                      <a:pt x="16695" y="37064"/>
                    </a:cubicBezTo>
                    <a:cubicBezTo>
                      <a:pt x="16737" y="36758"/>
                      <a:pt x="16770" y="36451"/>
                      <a:pt x="16770" y="36145"/>
                    </a:cubicBezTo>
                    <a:cubicBezTo>
                      <a:pt x="16770" y="36118"/>
                      <a:pt x="16750" y="36103"/>
                      <a:pt x="16731" y="36103"/>
                    </a:cubicBezTo>
                    <a:cubicBezTo>
                      <a:pt x="16715" y="36103"/>
                      <a:pt x="16699" y="36114"/>
                      <a:pt x="16695" y="36136"/>
                    </a:cubicBezTo>
                    <a:cubicBezTo>
                      <a:pt x="16670" y="36228"/>
                      <a:pt x="16646" y="36319"/>
                      <a:pt x="16629" y="36410"/>
                    </a:cubicBezTo>
                    <a:cubicBezTo>
                      <a:pt x="16463" y="36277"/>
                      <a:pt x="16380" y="36062"/>
                      <a:pt x="16397" y="35855"/>
                    </a:cubicBezTo>
                    <a:cubicBezTo>
                      <a:pt x="16405" y="35714"/>
                      <a:pt x="16447" y="35581"/>
                      <a:pt x="16480" y="35449"/>
                    </a:cubicBezTo>
                    <a:cubicBezTo>
                      <a:pt x="16505" y="35316"/>
                      <a:pt x="16538" y="35184"/>
                      <a:pt x="16554" y="35051"/>
                    </a:cubicBezTo>
                    <a:cubicBezTo>
                      <a:pt x="16629" y="34604"/>
                      <a:pt x="16687" y="34123"/>
                      <a:pt x="16637" y="33659"/>
                    </a:cubicBezTo>
                    <a:lnTo>
                      <a:pt x="16637" y="33659"/>
                    </a:lnTo>
                    <a:cubicBezTo>
                      <a:pt x="16651" y="33667"/>
                      <a:pt x="16665" y="33670"/>
                      <a:pt x="16679" y="33670"/>
                    </a:cubicBezTo>
                    <a:cubicBezTo>
                      <a:pt x="16759" y="33670"/>
                      <a:pt x="16831" y="33564"/>
                      <a:pt x="16753" y="33493"/>
                    </a:cubicBezTo>
                    <a:cubicBezTo>
                      <a:pt x="16670" y="33419"/>
                      <a:pt x="16579" y="33328"/>
                      <a:pt x="16538" y="33212"/>
                    </a:cubicBezTo>
                    <a:cubicBezTo>
                      <a:pt x="16496" y="33079"/>
                      <a:pt x="16579" y="32947"/>
                      <a:pt x="16621" y="32822"/>
                    </a:cubicBezTo>
                    <a:cubicBezTo>
                      <a:pt x="16720" y="32549"/>
                      <a:pt x="16745" y="32251"/>
                      <a:pt x="16753" y="31969"/>
                    </a:cubicBezTo>
                    <a:cubicBezTo>
                      <a:pt x="16786" y="31356"/>
                      <a:pt x="16786" y="30751"/>
                      <a:pt x="16795" y="30146"/>
                    </a:cubicBezTo>
                    <a:cubicBezTo>
                      <a:pt x="16803" y="29516"/>
                      <a:pt x="16820" y="28895"/>
                      <a:pt x="16786" y="28274"/>
                    </a:cubicBezTo>
                    <a:cubicBezTo>
                      <a:pt x="16770" y="27967"/>
                      <a:pt x="16737" y="27669"/>
                      <a:pt x="16720" y="27362"/>
                    </a:cubicBezTo>
                    <a:cubicBezTo>
                      <a:pt x="16704" y="27072"/>
                      <a:pt x="16720" y="26774"/>
                      <a:pt x="16770" y="26492"/>
                    </a:cubicBezTo>
                    <a:cubicBezTo>
                      <a:pt x="16828" y="26169"/>
                      <a:pt x="16919" y="25854"/>
                      <a:pt x="17027" y="25539"/>
                    </a:cubicBezTo>
                    <a:cubicBezTo>
                      <a:pt x="17076" y="25390"/>
                      <a:pt x="17134" y="25241"/>
                      <a:pt x="17184" y="25092"/>
                    </a:cubicBezTo>
                    <a:cubicBezTo>
                      <a:pt x="17242" y="24935"/>
                      <a:pt x="17308" y="24777"/>
                      <a:pt x="17350" y="24611"/>
                    </a:cubicBezTo>
                    <a:cubicBezTo>
                      <a:pt x="17355" y="24589"/>
                      <a:pt x="17335" y="24571"/>
                      <a:pt x="17314" y="24571"/>
                    </a:cubicBezTo>
                    <a:cubicBezTo>
                      <a:pt x="17303" y="24571"/>
                      <a:pt x="17292" y="24575"/>
                      <a:pt x="17284" y="24587"/>
                    </a:cubicBezTo>
                    <a:cubicBezTo>
                      <a:pt x="17275" y="24595"/>
                      <a:pt x="17267" y="24603"/>
                      <a:pt x="17259" y="24620"/>
                    </a:cubicBezTo>
                    <a:lnTo>
                      <a:pt x="17259" y="24578"/>
                    </a:lnTo>
                    <a:cubicBezTo>
                      <a:pt x="17267" y="24487"/>
                      <a:pt x="17275" y="24396"/>
                      <a:pt x="17292" y="24305"/>
                    </a:cubicBezTo>
                    <a:cubicBezTo>
                      <a:pt x="17317" y="24189"/>
                      <a:pt x="17342" y="24081"/>
                      <a:pt x="17366" y="23973"/>
                    </a:cubicBezTo>
                    <a:cubicBezTo>
                      <a:pt x="17433" y="23899"/>
                      <a:pt x="17499" y="23824"/>
                      <a:pt x="17557" y="23741"/>
                    </a:cubicBezTo>
                    <a:cubicBezTo>
                      <a:pt x="17656" y="23592"/>
                      <a:pt x="17781" y="23410"/>
                      <a:pt x="17789" y="23228"/>
                    </a:cubicBezTo>
                    <a:cubicBezTo>
                      <a:pt x="17795" y="23188"/>
                      <a:pt x="17757" y="23159"/>
                      <a:pt x="17722" y="23159"/>
                    </a:cubicBezTo>
                    <a:cubicBezTo>
                      <a:pt x="17707" y="23159"/>
                      <a:pt x="17692" y="23165"/>
                      <a:pt x="17681" y="23178"/>
                    </a:cubicBezTo>
                    <a:cubicBezTo>
                      <a:pt x="17574" y="23302"/>
                      <a:pt x="17516" y="23460"/>
                      <a:pt x="17424" y="23592"/>
                    </a:cubicBezTo>
                    <a:cubicBezTo>
                      <a:pt x="17333" y="23725"/>
                      <a:pt x="17226" y="23857"/>
                      <a:pt x="17101" y="23965"/>
                    </a:cubicBezTo>
                    <a:cubicBezTo>
                      <a:pt x="16985" y="24065"/>
                      <a:pt x="16853" y="24156"/>
                      <a:pt x="16712" y="24214"/>
                    </a:cubicBezTo>
                    <a:cubicBezTo>
                      <a:pt x="16546" y="24280"/>
                      <a:pt x="16380" y="24297"/>
                      <a:pt x="16206" y="24297"/>
                    </a:cubicBezTo>
                    <a:cubicBezTo>
                      <a:pt x="16008" y="24305"/>
                      <a:pt x="15834" y="24346"/>
                      <a:pt x="15651" y="24437"/>
                    </a:cubicBezTo>
                    <a:cubicBezTo>
                      <a:pt x="15477" y="24529"/>
                      <a:pt x="15303" y="24603"/>
                      <a:pt x="15104" y="24645"/>
                    </a:cubicBezTo>
                    <a:cubicBezTo>
                      <a:pt x="14897" y="24678"/>
                      <a:pt x="14690" y="24694"/>
                      <a:pt x="14483" y="24711"/>
                    </a:cubicBezTo>
                    <a:cubicBezTo>
                      <a:pt x="14268" y="24736"/>
                      <a:pt x="14061" y="24761"/>
                      <a:pt x="13845" y="24777"/>
                    </a:cubicBezTo>
                    <a:cubicBezTo>
                      <a:pt x="13605" y="24794"/>
                      <a:pt x="13356" y="24810"/>
                      <a:pt x="13116" y="24819"/>
                    </a:cubicBezTo>
                    <a:cubicBezTo>
                      <a:pt x="12992" y="24827"/>
                      <a:pt x="12876" y="24835"/>
                      <a:pt x="12760" y="24835"/>
                    </a:cubicBezTo>
                    <a:cubicBezTo>
                      <a:pt x="12677" y="24843"/>
                      <a:pt x="12594" y="24843"/>
                      <a:pt x="12511" y="24852"/>
                    </a:cubicBezTo>
                    <a:cubicBezTo>
                      <a:pt x="12519" y="24653"/>
                      <a:pt x="12528" y="24454"/>
                      <a:pt x="12544" y="24255"/>
                    </a:cubicBezTo>
                    <a:cubicBezTo>
                      <a:pt x="12561" y="23957"/>
                      <a:pt x="12577" y="23659"/>
                      <a:pt x="12586" y="23360"/>
                    </a:cubicBezTo>
                    <a:cubicBezTo>
                      <a:pt x="12602" y="23070"/>
                      <a:pt x="12644" y="22764"/>
                      <a:pt x="12602" y="22474"/>
                    </a:cubicBezTo>
                    <a:cubicBezTo>
                      <a:pt x="12594" y="22449"/>
                      <a:pt x="12569" y="22436"/>
                      <a:pt x="12545" y="22436"/>
                    </a:cubicBezTo>
                    <a:cubicBezTo>
                      <a:pt x="12521" y="22436"/>
                      <a:pt x="12499" y="22449"/>
                      <a:pt x="12495" y="22474"/>
                    </a:cubicBezTo>
                    <a:cubicBezTo>
                      <a:pt x="12428" y="22731"/>
                      <a:pt x="12437" y="23004"/>
                      <a:pt x="12420" y="23261"/>
                    </a:cubicBezTo>
                    <a:cubicBezTo>
                      <a:pt x="12412" y="23534"/>
                      <a:pt x="12395" y="23799"/>
                      <a:pt x="12387" y="24065"/>
                    </a:cubicBezTo>
                    <a:cubicBezTo>
                      <a:pt x="12370" y="24595"/>
                      <a:pt x="12337" y="25125"/>
                      <a:pt x="12304" y="25655"/>
                    </a:cubicBezTo>
                    <a:cubicBezTo>
                      <a:pt x="12254" y="26633"/>
                      <a:pt x="12229" y="27611"/>
                      <a:pt x="12370" y="28580"/>
                    </a:cubicBezTo>
                    <a:cubicBezTo>
                      <a:pt x="12412" y="28845"/>
                      <a:pt x="12470" y="29110"/>
                      <a:pt x="12544" y="29376"/>
                    </a:cubicBezTo>
                    <a:cubicBezTo>
                      <a:pt x="12586" y="29525"/>
                      <a:pt x="12627" y="29682"/>
                      <a:pt x="12685" y="29831"/>
                    </a:cubicBezTo>
                    <a:cubicBezTo>
                      <a:pt x="12677" y="29840"/>
                      <a:pt x="12669" y="29848"/>
                      <a:pt x="12669" y="29856"/>
                    </a:cubicBezTo>
                    <a:cubicBezTo>
                      <a:pt x="12627" y="30030"/>
                      <a:pt x="12751" y="30212"/>
                      <a:pt x="12843" y="30353"/>
                    </a:cubicBezTo>
                    <a:cubicBezTo>
                      <a:pt x="12942" y="30527"/>
                      <a:pt x="13008" y="30701"/>
                      <a:pt x="13050" y="30892"/>
                    </a:cubicBezTo>
                    <a:cubicBezTo>
                      <a:pt x="13141" y="31314"/>
                      <a:pt x="13182" y="31753"/>
                      <a:pt x="13249" y="32176"/>
                    </a:cubicBezTo>
                    <a:cubicBezTo>
                      <a:pt x="13315" y="32574"/>
                      <a:pt x="13381" y="32980"/>
                      <a:pt x="13530" y="33361"/>
                    </a:cubicBezTo>
                    <a:cubicBezTo>
                      <a:pt x="13597" y="33551"/>
                      <a:pt x="13688" y="33717"/>
                      <a:pt x="13779" y="33899"/>
                    </a:cubicBezTo>
                    <a:cubicBezTo>
                      <a:pt x="13829" y="33982"/>
                      <a:pt x="13870" y="34065"/>
                      <a:pt x="13895" y="34156"/>
                    </a:cubicBezTo>
                    <a:cubicBezTo>
                      <a:pt x="13928" y="34256"/>
                      <a:pt x="13936" y="34372"/>
                      <a:pt x="13953" y="34479"/>
                    </a:cubicBezTo>
                    <a:cubicBezTo>
                      <a:pt x="13986" y="34687"/>
                      <a:pt x="14069" y="34852"/>
                      <a:pt x="14201" y="35018"/>
                    </a:cubicBezTo>
                    <a:cubicBezTo>
                      <a:pt x="14293" y="35134"/>
                      <a:pt x="14400" y="35250"/>
                      <a:pt x="14524" y="35341"/>
                    </a:cubicBezTo>
                    <a:cubicBezTo>
                      <a:pt x="14558" y="35399"/>
                      <a:pt x="14599" y="35449"/>
                      <a:pt x="14632" y="35507"/>
                    </a:cubicBezTo>
                    <a:cubicBezTo>
                      <a:pt x="14707" y="35623"/>
                      <a:pt x="14806" y="35739"/>
                      <a:pt x="14848" y="35871"/>
                    </a:cubicBezTo>
                    <a:cubicBezTo>
                      <a:pt x="14881" y="35971"/>
                      <a:pt x="14872" y="36078"/>
                      <a:pt x="14823" y="36170"/>
                    </a:cubicBezTo>
                    <a:cubicBezTo>
                      <a:pt x="14798" y="36219"/>
                      <a:pt x="14765" y="36261"/>
                      <a:pt x="14723" y="36294"/>
                    </a:cubicBezTo>
                    <a:cubicBezTo>
                      <a:pt x="14698" y="36128"/>
                      <a:pt x="14616" y="35971"/>
                      <a:pt x="14558" y="35813"/>
                    </a:cubicBezTo>
                    <a:cubicBezTo>
                      <a:pt x="14516" y="35722"/>
                      <a:pt x="14475" y="35623"/>
                      <a:pt x="14442" y="35523"/>
                    </a:cubicBezTo>
                    <a:cubicBezTo>
                      <a:pt x="14400" y="35440"/>
                      <a:pt x="14367" y="35333"/>
                      <a:pt x="14293" y="35266"/>
                    </a:cubicBezTo>
                    <a:cubicBezTo>
                      <a:pt x="14285" y="35259"/>
                      <a:pt x="14275" y="35255"/>
                      <a:pt x="14265" y="35255"/>
                    </a:cubicBezTo>
                    <a:cubicBezTo>
                      <a:pt x="14244" y="35255"/>
                      <a:pt x="14224" y="35271"/>
                      <a:pt x="14218" y="35300"/>
                    </a:cubicBezTo>
                    <a:cubicBezTo>
                      <a:pt x="14210" y="35374"/>
                      <a:pt x="14251" y="35465"/>
                      <a:pt x="14276" y="35540"/>
                    </a:cubicBezTo>
                    <a:cubicBezTo>
                      <a:pt x="14309" y="35614"/>
                      <a:pt x="14334" y="35697"/>
                      <a:pt x="14367" y="35772"/>
                    </a:cubicBezTo>
                    <a:cubicBezTo>
                      <a:pt x="14425" y="35929"/>
                      <a:pt x="14500" y="36078"/>
                      <a:pt x="14541" y="36236"/>
                    </a:cubicBezTo>
                    <a:cubicBezTo>
                      <a:pt x="14549" y="36286"/>
                      <a:pt x="14566" y="36352"/>
                      <a:pt x="14541" y="36393"/>
                    </a:cubicBezTo>
                    <a:cubicBezTo>
                      <a:pt x="14516" y="36460"/>
                      <a:pt x="14408" y="36493"/>
                      <a:pt x="14359" y="36518"/>
                    </a:cubicBezTo>
                    <a:cubicBezTo>
                      <a:pt x="14284" y="36551"/>
                      <a:pt x="14218" y="36592"/>
                      <a:pt x="14143" y="36625"/>
                    </a:cubicBezTo>
                    <a:cubicBezTo>
                      <a:pt x="14102" y="36642"/>
                      <a:pt x="14052" y="36667"/>
                      <a:pt x="14003" y="36683"/>
                    </a:cubicBezTo>
                    <a:cubicBezTo>
                      <a:pt x="14011" y="36675"/>
                      <a:pt x="14019" y="36658"/>
                      <a:pt x="14019" y="36650"/>
                    </a:cubicBezTo>
                    <a:cubicBezTo>
                      <a:pt x="14052" y="36526"/>
                      <a:pt x="14011" y="36393"/>
                      <a:pt x="13969" y="36277"/>
                    </a:cubicBezTo>
                    <a:lnTo>
                      <a:pt x="13812" y="35772"/>
                    </a:lnTo>
                    <a:cubicBezTo>
                      <a:pt x="13762" y="35606"/>
                      <a:pt x="13721" y="35424"/>
                      <a:pt x="13621" y="35283"/>
                    </a:cubicBezTo>
                    <a:cubicBezTo>
                      <a:pt x="13608" y="35263"/>
                      <a:pt x="13587" y="35254"/>
                      <a:pt x="13567" y="35254"/>
                    </a:cubicBezTo>
                    <a:cubicBezTo>
                      <a:pt x="13536" y="35254"/>
                      <a:pt x="13505" y="35276"/>
                      <a:pt x="13505" y="35316"/>
                    </a:cubicBezTo>
                    <a:cubicBezTo>
                      <a:pt x="13505" y="35440"/>
                      <a:pt x="13539" y="35573"/>
                      <a:pt x="13580" y="35689"/>
                    </a:cubicBezTo>
                    <a:cubicBezTo>
                      <a:pt x="13613" y="35813"/>
                      <a:pt x="13655" y="35938"/>
                      <a:pt x="13688" y="36062"/>
                    </a:cubicBezTo>
                    <a:cubicBezTo>
                      <a:pt x="13729" y="36186"/>
                      <a:pt x="13771" y="36310"/>
                      <a:pt x="13804" y="36426"/>
                    </a:cubicBezTo>
                    <a:cubicBezTo>
                      <a:pt x="13820" y="36509"/>
                      <a:pt x="13845" y="36617"/>
                      <a:pt x="13762" y="36658"/>
                    </a:cubicBezTo>
                    <a:cubicBezTo>
                      <a:pt x="13575" y="36756"/>
                      <a:pt x="13347" y="36792"/>
                      <a:pt x="13140" y="36792"/>
                    </a:cubicBezTo>
                    <a:cubicBezTo>
                      <a:pt x="13118" y="36792"/>
                      <a:pt x="13096" y="36792"/>
                      <a:pt x="13075" y="36791"/>
                    </a:cubicBezTo>
                    <a:cubicBezTo>
                      <a:pt x="12851" y="36791"/>
                      <a:pt x="12611" y="36741"/>
                      <a:pt x="12403" y="36642"/>
                    </a:cubicBezTo>
                    <a:cubicBezTo>
                      <a:pt x="12279" y="36584"/>
                      <a:pt x="12246" y="36501"/>
                      <a:pt x="12254" y="36368"/>
                    </a:cubicBezTo>
                    <a:cubicBezTo>
                      <a:pt x="12263" y="36228"/>
                      <a:pt x="12296" y="36103"/>
                      <a:pt x="12254" y="35962"/>
                    </a:cubicBezTo>
                    <a:cubicBezTo>
                      <a:pt x="12247" y="35940"/>
                      <a:pt x="12225" y="35929"/>
                      <a:pt x="12204" y="35929"/>
                    </a:cubicBezTo>
                    <a:cubicBezTo>
                      <a:pt x="12179" y="35929"/>
                      <a:pt x="12155" y="35944"/>
                      <a:pt x="12155" y="35971"/>
                    </a:cubicBezTo>
                    <a:cubicBezTo>
                      <a:pt x="12155" y="36087"/>
                      <a:pt x="12113" y="36203"/>
                      <a:pt x="12089" y="36319"/>
                    </a:cubicBezTo>
                    <a:cubicBezTo>
                      <a:pt x="11898" y="36252"/>
                      <a:pt x="11724" y="36145"/>
                      <a:pt x="11658" y="35938"/>
                    </a:cubicBezTo>
                    <a:cubicBezTo>
                      <a:pt x="11591" y="35739"/>
                      <a:pt x="11600" y="35532"/>
                      <a:pt x="11600" y="35324"/>
                    </a:cubicBezTo>
                    <a:cubicBezTo>
                      <a:pt x="11600" y="34794"/>
                      <a:pt x="11550" y="34256"/>
                      <a:pt x="11492" y="33725"/>
                    </a:cubicBezTo>
                    <a:cubicBezTo>
                      <a:pt x="11467" y="33477"/>
                      <a:pt x="11451" y="33212"/>
                      <a:pt x="11401" y="32963"/>
                    </a:cubicBezTo>
                    <a:cubicBezTo>
                      <a:pt x="11376" y="32847"/>
                      <a:pt x="11318" y="32748"/>
                      <a:pt x="11252" y="32640"/>
                    </a:cubicBezTo>
                    <a:cubicBezTo>
                      <a:pt x="11185" y="32541"/>
                      <a:pt x="11144" y="32441"/>
                      <a:pt x="11127" y="32325"/>
                    </a:cubicBezTo>
                    <a:cubicBezTo>
                      <a:pt x="11094" y="32093"/>
                      <a:pt x="11136" y="31861"/>
                      <a:pt x="11127" y="31629"/>
                    </a:cubicBezTo>
                    <a:cubicBezTo>
                      <a:pt x="11127" y="31389"/>
                      <a:pt x="11086" y="31149"/>
                      <a:pt x="11036" y="30908"/>
                    </a:cubicBezTo>
                    <a:cubicBezTo>
                      <a:pt x="10945" y="30477"/>
                      <a:pt x="10813" y="30055"/>
                      <a:pt x="10755" y="29616"/>
                    </a:cubicBezTo>
                    <a:lnTo>
                      <a:pt x="10763" y="29616"/>
                    </a:lnTo>
                    <a:cubicBezTo>
                      <a:pt x="10871" y="29508"/>
                      <a:pt x="10829" y="29334"/>
                      <a:pt x="10796" y="29202"/>
                    </a:cubicBezTo>
                    <a:cubicBezTo>
                      <a:pt x="10746" y="29036"/>
                      <a:pt x="10697" y="28878"/>
                      <a:pt x="10647" y="28713"/>
                    </a:cubicBezTo>
                    <a:cubicBezTo>
                      <a:pt x="10556" y="28381"/>
                      <a:pt x="10473" y="28042"/>
                      <a:pt x="10390" y="27710"/>
                    </a:cubicBezTo>
                    <a:cubicBezTo>
                      <a:pt x="10233" y="27031"/>
                      <a:pt x="10100" y="26351"/>
                      <a:pt x="9984" y="25672"/>
                    </a:cubicBezTo>
                    <a:cubicBezTo>
                      <a:pt x="9934" y="25382"/>
                      <a:pt x="9893" y="25100"/>
                      <a:pt x="9843" y="24810"/>
                    </a:cubicBezTo>
                    <a:cubicBezTo>
                      <a:pt x="9885" y="24802"/>
                      <a:pt x="9918" y="24769"/>
                      <a:pt x="9901" y="24711"/>
                    </a:cubicBezTo>
                    <a:cubicBezTo>
                      <a:pt x="9802" y="24338"/>
                      <a:pt x="9669" y="23973"/>
                      <a:pt x="9578" y="23601"/>
                    </a:cubicBezTo>
                    <a:cubicBezTo>
                      <a:pt x="9495" y="23228"/>
                      <a:pt x="9429" y="22847"/>
                      <a:pt x="9437" y="22465"/>
                    </a:cubicBezTo>
                    <a:cubicBezTo>
                      <a:pt x="9437" y="22267"/>
                      <a:pt x="9462" y="22076"/>
                      <a:pt x="9470" y="21877"/>
                    </a:cubicBezTo>
                    <a:cubicBezTo>
                      <a:pt x="9479" y="21687"/>
                      <a:pt x="9462" y="21496"/>
                      <a:pt x="9437" y="21305"/>
                    </a:cubicBezTo>
                    <a:cubicBezTo>
                      <a:pt x="9387" y="20899"/>
                      <a:pt x="9338" y="20502"/>
                      <a:pt x="9280" y="20104"/>
                    </a:cubicBezTo>
                    <a:cubicBezTo>
                      <a:pt x="9213" y="19657"/>
                      <a:pt x="9147" y="19218"/>
                      <a:pt x="9081" y="18770"/>
                    </a:cubicBezTo>
                    <a:cubicBezTo>
                      <a:pt x="9077" y="18756"/>
                      <a:pt x="9066" y="18749"/>
                      <a:pt x="9054" y="18749"/>
                    </a:cubicBezTo>
                    <a:cubicBezTo>
                      <a:pt x="9039" y="18749"/>
                      <a:pt x="9023" y="18760"/>
                      <a:pt x="9023" y="18778"/>
                    </a:cubicBezTo>
                    <a:cubicBezTo>
                      <a:pt x="9081" y="19582"/>
                      <a:pt x="9147" y="20377"/>
                      <a:pt x="9230" y="21181"/>
                    </a:cubicBezTo>
                    <a:cubicBezTo>
                      <a:pt x="9255" y="21380"/>
                      <a:pt x="9280" y="21579"/>
                      <a:pt x="9280" y="21786"/>
                    </a:cubicBezTo>
                    <a:cubicBezTo>
                      <a:pt x="9280" y="21894"/>
                      <a:pt x="9271" y="22001"/>
                      <a:pt x="9263" y="22109"/>
                    </a:cubicBezTo>
                    <a:cubicBezTo>
                      <a:pt x="9247" y="22076"/>
                      <a:pt x="9213" y="22051"/>
                      <a:pt x="9180" y="22026"/>
                    </a:cubicBezTo>
                    <a:cubicBezTo>
                      <a:pt x="9155" y="22001"/>
                      <a:pt x="9122" y="21968"/>
                      <a:pt x="9089" y="21943"/>
                    </a:cubicBezTo>
                    <a:cubicBezTo>
                      <a:pt x="9031" y="21885"/>
                      <a:pt x="8965" y="21827"/>
                      <a:pt x="8907" y="21769"/>
                    </a:cubicBezTo>
                    <a:cubicBezTo>
                      <a:pt x="8791" y="21653"/>
                      <a:pt x="8667" y="21537"/>
                      <a:pt x="8551" y="21405"/>
                    </a:cubicBezTo>
                    <a:cubicBezTo>
                      <a:pt x="8543" y="21395"/>
                      <a:pt x="8532" y="21391"/>
                      <a:pt x="8521" y="21391"/>
                    </a:cubicBezTo>
                    <a:cubicBezTo>
                      <a:pt x="8485" y="21391"/>
                      <a:pt x="8445" y="21433"/>
                      <a:pt x="8476" y="21471"/>
                    </a:cubicBezTo>
                    <a:cubicBezTo>
                      <a:pt x="8576" y="21612"/>
                      <a:pt x="8675" y="21753"/>
                      <a:pt x="8791" y="21885"/>
                    </a:cubicBezTo>
                    <a:cubicBezTo>
                      <a:pt x="8849" y="21952"/>
                      <a:pt x="8907" y="22010"/>
                      <a:pt x="8965" y="22068"/>
                    </a:cubicBezTo>
                    <a:cubicBezTo>
                      <a:pt x="8998" y="22101"/>
                      <a:pt x="9031" y="22126"/>
                      <a:pt x="9056" y="22159"/>
                    </a:cubicBezTo>
                    <a:cubicBezTo>
                      <a:pt x="9097" y="22192"/>
                      <a:pt x="9131" y="22233"/>
                      <a:pt x="9180" y="22250"/>
                    </a:cubicBezTo>
                    <a:cubicBezTo>
                      <a:pt x="9189" y="22252"/>
                      <a:pt x="9196" y="22253"/>
                      <a:pt x="9204" y="22253"/>
                    </a:cubicBezTo>
                    <a:cubicBezTo>
                      <a:pt x="9225" y="22253"/>
                      <a:pt x="9242" y="22244"/>
                      <a:pt x="9255" y="22225"/>
                    </a:cubicBezTo>
                    <a:lnTo>
                      <a:pt x="9255" y="22225"/>
                    </a:lnTo>
                    <a:cubicBezTo>
                      <a:pt x="9255" y="22275"/>
                      <a:pt x="9255" y="22325"/>
                      <a:pt x="9247" y="22374"/>
                    </a:cubicBezTo>
                    <a:cubicBezTo>
                      <a:pt x="9238" y="22681"/>
                      <a:pt x="9263" y="22987"/>
                      <a:pt x="9321" y="23286"/>
                    </a:cubicBezTo>
                    <a:cubicBezTo>
                      <a:pt x="9313" y="23277"/>
                      <a:pt x="9305" y="23269"/>
                      <a:pt x="9288" y="23261"/>
                    </a:cubicBezTo>
                    <a:cubicBezTo>
                      <a:pt x="9230" y="23228"/>
                      <a:pt x="9164" y="23219"/>
                      <a:pt x="9097" y="23211"/>
                    </a:cubicBezTo>
                    <a:cubicBezTo>
                      <a:pt x="9031" y="23195"/>
                      <a:pt x="8965" y="23186"/>
                      <a:pt x="8899" y="23178"/>
                    </a:cubicBezTo>
                    <a:cubicBezTo>
                      <a:pt x="8766" y="23161"/>
                      <a:pt x="8642" y="23145"/>
                      <a:pt x="8509" y="23137"/>
                    </a:cubicBezTo>
                    <a:cubicBezTo>
                      <a:pt x="8446" y="23133"/>
                      <a:pt x="8385" y="23131"/>
                      <a:pt x="8324" y="23131"/>
                    </a:cubicBezTo>
                    <a:cubicBezTo>
                      <a:pt x="8121" y="23131"/>
                      <a:pt x="7928" y="23154"/>
                      <a:pt x="7730" y="23211"/>
                    </a:cubicBezTo>
                    <a:lnTo>
                      <a:pt x="7722" y="23211"/>
                    </a:lnTo>
                    <a:cubicBezTo>
                      <a:pt x="7788" y="23112"/>
                      <a:pt x="7863" y="23021"/>
                      <a:pt x="7954" y="22921"/>
                    </a:cubicBezTo>
                    <a:cubicBezTo>
                      <a:pt x="7976" y="22899"/>
                      <a:pt x="7959" y="22852"/>
                      <a:pt x="7927" y="22852"/>
                    </a:cubicBezTo>
                    <a:cubicBezTo>
                      <a:pt x="7923" y="22852"/>
                      <a:pt x="7918" y="22853"/>
                      <a:pt x="7913" y="22855"/>
                    </a:cubicBezTo>
                    <a:cubicBezTo>
                      <a:pt x="7498" y="23029"/>
                      <a:pt x="7316" y="23501"/>
                      <a:pt x="7068" y="23833"/>
                    </a:cubicBezTo>
                    <a:cubicBezTo>
                      <a:pt x="6744" y="24247"/>
                      <a:pt x="6338" y="24587"/>
                      <a:pt x="5957" y="24943"/>
                    </a:cubicBezTo>
                    <a:cubicBezTo>
                      <a:pt x="5841" y="25051"/>
                      <a:pt x="5717" y="25167"/>
                      <a:pt x="5609" y="25274"/>
                    </a:cubicBezTo>
                    <a:cubicBezTo>
                      <a:pt x="5543" y="25340"/>
                      <a:pt x="5485" y="25407"/>
                      <a:pt x="5419" y="25473"/>
                    </a:cubicBezTo>
                    <a:lnTo>
                      <a:pt x="5419" y="25415"/>
                    </a:lnTo>
                    <a:cubicBezTo>
                      <a:pt x="5419" y="25389"/>
                      <a:pt x="5395" y="25369"/>
                      <a:pt x="5372" y="25369"/>
                    </a:cubicBezTo>
                    <a:cubicBezTo>
                      <a:pt x="5358" y="25369"/>
                      <a:pt x="5345" y="25375"/>
                      <a:pt x="5336" y="25390"/>
                    </a:cubicBezTo>
                    <a:cubicBezTo>
                      <a:pt x="5220" y="25655"/>
                      <a:pt x="5170" y="25945"/>
                      <a:pt x="5096" y="26219"/>
                    </a:cubicBezTo>
                    <a:cubicBezTo>
                      <a:pt x="5021" y="26500"/>
                      <a:pt x="4930" y="26782"/>
                      <a:pt x="4839" y="27056"/>
                    </a:cubicBezTo>
                    <a:cubicBezTo>
                      <a:pt x="4739" y="27337"/>
                      <a:pt x="4623" y="27611"/>
                      <a:pt x="4507" y="27884"/>
                    </a:cubicBezTo>
                    <a:cubicBezTo>
                      <a:pt x="4433" y="28058"/>
                      <a:pt x="4350" y="28232"/>
                      <a:pt x="4267" y="28398"/>
                    </a:cubicBezTo>
                    <a:cubicBezTo>
                      <a:pt x="4250" y="28406"/>
                      <a:pt x="4242" y="28414"/>
                      <a:pt x="4242" y="28439"/>
                    </a:cubicBezTo>
                    <a:cubicBezTo>
                      <a:pt x="4242" y="28448"/>
                      <a:pt x="4242" y="28456"/>
                      <a:pt x="4234" y="28464"/>
                    </a:cubicBezTo>
                    <a:cubicBezTo>
                      <a:pt x="4201" y="28539"/>
                      <a:pt x="4168" y="28605"/>
                      <a:pt x="4126" y="28680"/>
                    </a:cubicBezTo>
                    <a:cubicBezTo>
                      <a:pt x="4102" y="28723"/>
                      <a:pt x="4141" y="28761"/>
                      <a:pt x="4176" y="28761"/>
                    </a:cubicBezTo>
                    <a:cubicBezTo>
                      <a:pt x="4189" y="28761"/>
                      <a:pt x="4201" y="28756"/>
                      <a:pt x="4209" y="28746"/>
                    </a:cubicBezTo>
                    <a:lnTo>
                      <a:pt x="4209" y="28746"/>
                    </a:lnTo>
                    <a:cubicBezTo>
                      <a:pt x="4201" y="28961"/>
                      <a:pt x="4201" y="29168"/>
                      <a:pt x="4184" y="29384"/>
                    </a:cubicBezTo>
                    <a:cubicBezTo>
                      <a:pt x="4168" y="29699"/>
                      <a:pt x="4126" y="30005"/>
                      <a:pt x="4076" y="30303"/>
                    </a:cubicBezTo>
                    <a:cubicBezTo>
                      <a:pt x="3969" y="30917"/>
                      <a:pt x="3786" y="31505"/>
                      <a:pt x="3588" y="32085"/>
                    </a:cubicBezTo>
                    <a:cubicBezTo>
                      <a:pt x="3497" y="32333"/>
                      <a:pt x="3414" y="32565"/>
                      <a:pt x="3323" y="32806"/>
                    </a:cubicBezTo>
                    <a:cubicBezTo>
                      <a:pt x="3323" y="32814"/>
                      <a:pt x="3314" y="32814"/>
                      <a:pt x="3314" y="32814"/>
                    </a:cubicBezTo>
                    <a:cubicBezTo>
                      <a:pt x="3215" y="32889"/>
                      <a:pt x="3198" y="33038"/>
                      <a:pt x="3165" y="33154"/>
                    </a:cubicBezTo>
                    <a:cubicBezTo>
                      <a:pt x="3140" y="33278"/>
                      <a:pt x="3107" y="33402"/>
                      <a:pt x="3091" y="33535"/>
                    </a:cubicBezTo>
                    <a:cubicBezTo>
                      <a:pt x="3049" y="33792"/>
                      <a:pt x="3016" y="34049"/>
                      <a:pt x="3016" y="34305"/>
                    </a:cubicBezTo>
                    <a:cubicBezTo>
                      <a:pt x="3008" y="34571"/>
                      <a:pt x="3016" y="34827"/>
                      <a:pt x="3041" y="35084"/>
                    </a:cubicBezTo>
                    <a:cubicBezTo>
                      <a:pt x="3049" y="35217"/>
                      <a:pt x="3066" y="35349"/>
                      <a:pt x="3091" y="35482"/>
                    </a:cubicBezTo>
                    <a:cubicBezTo>
                      <a:pt x="3107" y="35606"/>
                      <a:pt x="3132" y="35739"/>
                      <a:pt x="3091" y="35863"/>
                    </a:cubicBezTo>
                    <a:cubicBezTo>
                      <a:pt x="3041" y="35987"/>
                      <a:pt x="2941" y="36078"/>
                      <a:pt x="2834" y="36161"/>
                    </a:cubicBezTo>
                    <a:cubicBezTo>
                      <a:pt x="2834" y="36112"/>
                      <a:pt x="2834" y="36070"/>
                      <a:pt x="2825" y="36029"/>
                    </a:cubicBezTo>
                    <a:cubicBezTo>
                      <a:pt x="2825" y="35938"/>
                      <a:pt x="2809" y="35855"/>
                      <a:pt x="2792" y="35764"/>
                    </a:cubicBezTo>
                    <a:cubicBezTo>
                      <a:pt x="2784" y="35689"/>
                      <a:pt x="2767" y="35590"/>
                      <a:pt x="2718" y="35523"/>
                    </a:cubicBezTo>
                    <a:cubicBezTo>
                      <a:pt x="2710" y="35509"/>
                      <a:pt x="2698" y="35502"/>
                      <a:pt x="2686" y="35502"/>
                    </a:cubicBezTo>
                    <a:cubicBezTo>
                      <a:pt x="2670" y="35502"/>
                      <a:pt x="2652" y="35513"/>
                      <a:pt x="2643" y="35532"/>
                    </a:cubicBezTo>
                    <a:cubicBezTo>
                      <a:pt x="2627" y="35598"/>
                      <a:pt x="2635" y="35681"/>
                      <a:pt x="2635" y="35747"/>
                    </a:cubicBezTo>
                    <a:cubicBezTo>
                      <a:pt x="2635" y="35830"/>
                      <a:pt x="2635" y="35904"/>
                      <a:pt x="2635" y="35979"/>
                    </a:cubicBezTo>
                    <a:cubicBezTo>
                      <a:pt x="2635" y="36054"/>
                      <a:pt x="2635" y="36128"/>
                      <a:pt x="2627" y="36203"/>
                    </a:cubicBezTo>
                    <a:cubicBezTo>
                      <a:pt x="2627" y="36269"/>
                      <a:pt x="2618" y="36294"/>
                      <a:pt x="2560" y="36319"/>
                    </a:cubicBezTo>
                    <a:cubicBezTo>
                      <a:pt x="2436" y="36377"/>
                      <a:pt x="2295" y="36402"/>
                      <a:pt x="2163" y="36426"/>
                    </a:cubicBezTo>
                    <a:cubicBezTo>
                      <a:pt x="2096" y="36435"/>
                      <a:pt x="2022" y="36443"/>
                      <a:pt x="1955" y="36451"/>
                    </a:cubicBezTo>
                    <a:cubicBezTo>
                      <a:pt x="1914" y="36460"/>
                      <a:pt x="1881" y="36468"/>
                      <a:pt x="1839" y="36468"/>
                    </a:cubicBezTo>
                    <a:cubicBezTo>
                      <a:pt x="1881" y="36443"/>
                      <a:pt x="1906" y="36410"/>
                      <a:pt x="1931" y="36368"/>
                    </a:cubicBezTo>
                    <a:cubicBezTo>
                      <a:pt x="1980" y="36277"/>
                      <a:pt x="1989" y="36178"/>
                      <a:pt x="1989" y="36078"/>
                    </a:cubicBezTo>
                    <a:cubicBezTo>
                      <a:pt x="1989" y="35962"/>
                      <a:pt x="1989" y="35830"/>
                      <a:pt x="1955" y="35714"/>
                    </a:cubicBezTo>
                    <a:cubicBezTo>
                      <a:pt x="1951" y="35695"/>
                      <a:pt x="1926" y="35681"/>
                      <a:pt x="1903" y="35681"/>
                    </a:cubicBezTo>
                    <a:cubicBezTo>
                      <a:pt x="1887" y="35681"/>
                      <a:pt x="1871" y="35688"/>
                      <a:pt x="1864" y="35706"/>
                    </a:cubicBezTo>
                    <a:cubicBezTo>
                      <a:pt x="1806" y="35838"/>
                      <a:pt x="1798" y="36004"/>
                      <a:pt x="1765" y="36153"/>
                    </a:cubicBezTo>
                    <a:cubicBezTo>
                      <a:pt x="1757" y="36203"/>
                      <a:pt x="1740" y="36261"/>
                      <a:pt x="1699" y="36294"/>
                    </a:cubicBezTo>
                    <a:cubicBezTo>
                      <a:pt x="1641" y="36335"/>
                      <a:pt x="1574" y="36352"/>
                      <a:pt x="1508" y="36360"/>
                    </a:cubicBezTo>
                    <a:cubicBezTo>
                      <a:pt x="1446" y="36373"/>
                      <a:pt x="1382" y="36379"/>
                      <a:pt x="1317" y="36379"/>
                    </a:cubicBezTo>
                    <a:cubicBezTo>
                      <a:pt x="1253" y="36379"/>
                      <a:pt x="1189" y="36373"/>
                      <a:pt x="1127" y="36360"/>
                    </a:cubicBezTo>
                    <a:cubicBezTo>
                      <a:pt x="994" y="36327"/>
                      <a:pt x="895" y="36269"/>
                      <a:pt x="779" y="36211"/>
                    </a:cubicBezTo>
                    <a:cubicBezTo>
                      <a:pt x="737" y="36120"/>
                      <a:pt x="771" y="35996"/>
                      <a:pt x="795" y="35904"/>
                    </a:cubicBezTo>
                    <a:cubicBezTo>
                      <a:pt x="812" y="35780"/>
                      <a:pt x="829" y="35648"/>
                      <a:pt x="853" y="35523"/>
                    </a:cubicBezTo>
                    <a:cubicBezTo>
                      <a:pt x="858" y="35489"/>
                      <a:pt x="831" y="35469"/>
                      <a:pt x="805" y="35469"/>
                    </a:cubicBezTo>
                    <a:cubicBezTo>
                      <a:pt x="787" y="35469"/>
                      <a:pt x="769" y="35478"/>
                      <a:pt x="762" y="35498"/>
                    </a:cubicBezTo>
                    <a:cubicBezTo>
                      <a:pt x="704" y="35697"/>
                      <a:pt x="621" y="35888"/>
                      <a:pt x="597" y="36087"/>
                    </a:cubicBezTo>
                    <a:cubicBezTo>
                      <a:pt x="555" y="36070"/>
                      <a:pt x="522" y="36054"/>
                      <a:pt x="489" y="36037"/>
                    </a:cubicBezTo>
                    <a:cubicBezTo>
                      <a:pt x="381" y="35979"/>
                      <a:pt x="290" y="35913"/>
                      <a:pt x="257" y="35788"/>
                    </a:cubicBezTo>
                    <a:cubicBezTo>
                      <a:pt x="191" y="35515"/>
                      <a:pt x="406" y="35275"/>
                      <a:pt x="563" y="35084"/>
                    </a:cubicBezTo>
                    <a:cubicBezTo>
                      <a:pt x="945" y="34629"/>
                      <a:pt x="1259" y="34123"/>
                      <a:pt x="1483" y="33585"/>
                    </a:cubicBezTo>
                    <a:cubicBezTo>
                      <a:pt x="1583" y="33353"/>
                      <a:pt x="1665" y="33112"/>
                      <a:pt x="1715" y="32872"/>
                    </a:cubicBezTo>
                    <a:cubicBezTo>
                      <a:pt x="1773" y="32806"/>
                      <a:pt x="1790" y="32706"/>
                      <a:pt x="1815" y="32615"/>
                    </a:cubicBezTo>
                    <a:cubicBezTo>
                      <a:pt x="1848" y="32474"/>
                      <a:pt x="1881" y="32333"/>
                      <a:pt x="1906" y="32184"/>
                    </a:cubicBezTo>
                    <a:cubicBezTo>
                      <a:pt x="1972" y="31903"/>
                      <a:pt x="2038" y="31613"/>
                      <a:pt x="2055" y="31323"/>
                    </a:cubicBezTo>
                    <a:cubicBezTo>
                      <a:pt x="2080" y="31024"/>
                      <a:pt x="2088" y="30743"/>
                      <a:pt x="2154" y="30461"/>
                    </a:cubicBezTo>
                    <a:cubicBezTo>
                      <a:pt x="2229" y="30171"/>
                      <a:pt x="2312" y="29889"/>
                      <a:pt x="2395" y="29608"/>
                    </a:cubicBezTo>
                    <a:cubicBezTo>
                      <a:pt x="2461" y="29376"/>
                      <a:pt x="2527" y="29152"/>
                      <a:pt x="2577" y="28920"/>
                    </a:cubicBezTo>
                    <a:cubicBezTo>
                      <a:pt x="2602" y="28994"/>
                      <a:pt x="2627" y="29069"/>
                      <a:pt x="2668" y="29144"/>
                    </a:cubicBezTo>
                    <a:cubicBezTo>
                      <a:pt x="2680" y="29171"/>
                      <a:pt x="2704" y="29183"/>
                      <a:pt x="2729" y="29183"/>
                    </a:cubicBezTo>
                    <a:cubicBezTo>
                      <a:pt x="2771" y="29183"/>
                      <a:pt x="2817" y="29149"/>
                      <a:pt x="2817" y="29102"/>
                    </a:cubicBezTo>
                    <a:cubicBezTo>
                      <a:pt x="2817" y="28945"/>
                      <a:pt x="2792" y="28804"/>
                      <a:pt x="2759" y="28655"/>
                    </a:cubicBezTo>
                    <a:cubicBezTo>
                      <a:pt x="2734" y="28506"/>
                      <a:pt x="2709" y="28365"/>
                      <a:pt x="2685" y="28216"/>
                    </a:cubicBezTo>
                    <a:cubicBezTo>
                      <a:pt x="2643" y="27917"/>
                      <a:pt x="2618" y="27619"/>
                      <a:pt x="2602" y="27321"/>
                    </a:cubicBezTo>
                    <a:cubicBezTo>
                      <a:pt x="2569" y="26716"/>
                      <a:pt x="2593" y="26111"/>
                      <a:pt x="2668" y="25514"/>
                    </a:cubicBezTo>
                    <a:cubicBezTo>
                      <a:pt x="2693" y="25291"/>
                      <a:pt x="2734" y="25075"/>
                      <a:pt x="2767" y="24860"/>
                    </a:cubicBezTo>
                    <a:cubicBezTo>
                      <a:pt x="2776" y="24860"/>
                      <a:pt x="2784" y="24852"/>
                      <a:pt x="2792" y="24843"/>
                    </a:cubicBezTo>
                    <a:cubicBezTo>
                      <a:pt x="2850" y="24785"/>
                      <a:pt x="2850" y="24678"/>
                      <a:pt x="2859" y="24603"/>
                    </a:cubicBezTo>
                    <a:cubicBezTo>
                      <a:pt x="2867" y="24495"/>
                      <a:pt x="2867" y="24396"/>
                      <a:pt x="2875" y="24297"/>
                    </a:cubicBezTo>
                    <a:cubicBezTo>
                      <a:pt x="2892" y="24089"/>
                      <a:pt x="2917" y="23882"/>
                      <a:pt x="2941" y="23683"/>
                    </a:cubicBezTo>
                    <a:cubicBezTo>
                      <a:pt x="2975" y="23468"/>
                      <a:pt x="3016" y="23261"/>
                      <a:pt x="3057" y="23054"/>
                    </a:cubicBezTo>
                    <a:cubicBezTo>
                      <a:pt x="3066" y="23068"/>
                      <a:pt x="3081" y="23075"/>
                      <a:pt x="3097" y="23075"/>
                    </a:cubicBezTo>
                    <a:cubicBezTo>
                      <a:pt x="3126" y="23075"/>
                      <a:pt x="3160" y="23053"/>
                      <a:pt x="3165" y="23021"/>
                    </a:cubicBezTo>
                    <a:cubicBezTo>
                      <a:pt x="3207" y="22639"/>
                      <a:pt x="3215" y="22258"/>
                      <a:pt x="3273" y="21885"/>
                    </a:cubicBezTo>
                    <a:cubicBezTo>
                      <a:pt x="3323" y="21513"/>
                      <a:pt x="3414" y="21148"/>
                      <a:pt x="3521" y="20792"/>
                    </a:cubicBezTo>
                    <a:cubicBezTo>
                      <a:pt x="3745" y="20071"/>
                      <a:pt x="4068" y="19383"/>
                      <a:pt x="4383" y="18696"/>
                    </a:cubicBezTo>
                    <a:cubicBezTo>
                      <a:pt x="4516" y="18397"/>
                      <a:pt x="4656" y="18099"/>
                      <a:pt x="4789" y="17801"/>
                    </a:cubicBezTo>
                    <a:cubicBezTo>
                      <a:pt x="4922" y="17602"/>
                      <a:pt x="4971" y="17345"/>
                      <a:pt x="5054" y="17130"/>
                    </a:cubicBezTo>
                    <a:cubicBezTo>
                      <a:pt x="5137" y="16889"/>
                      <a:pt x="5228" y="16657"/>
                      <a:pt x="5344" y="16434"/>
                    </a:cubicBezTo>
                    <a:cubicBezTo>
                      <a:pt x="5460" y="16218"/>
                      <a:pt x="5601" y="16011"/>
                      <a:pt x="5767" y="15829"/>
                    </a:cubicBezTo>
                    <a:cubicBezTo>
                      <a:pt x="5816" y="15762"/>
                      <a:pt x="5874" y="15713"/>
                      <a:pt x="5932" y="15655"/>
                    </a:cubicBezTo>
                    <a:cubicBezTo>
                      <a:pt x="5938" y="15661"/>
                      <a:pt x="5952" y="15666"/>
                      <a:pt x="5966" y="15666"/>
                    </a:cubicBezTo>
                    <a:cubicBezTo>
                      <a:pt x="5972" y="15666"/>
                      <a:pt x="5977" y="15665"/>
                      <a:pt x="5982" y="15663"/>
                    </a:cubicBezTo>
                    <a:cubicBezTo>
                      <a:pt x="6048" y="15622"/>
                      <a:pt x="6106" y="15555"/>
                      <a:pt x="6164" y="15497"/>
                    </a:cubicBezTo>
                    <a:cubicBezTo>
                      <a:pt x="6222" y="15439"/>
                      <a:pt x="6280" y="15381"/>
                      <a:pt x="6347" y="15323"/>
                    </a:cubicBezTo>
                    <a:cubicBezTo>
                      <a:pt x="6479" y="15207"/>
                      <a:pt x="6620" y="15108"/>
                      <a:pt x="6769" y="15017"/>
                    </a:cubicBezTo>
                    <a:cubicBezTo>
                      <a:pt x="6968" y="14893"/>
                      <a:pt x="7175" y="14793"/>
                      <a:pt x="7349" y="14636"/>
                    </a:cubicBezTo>
                    <a:cubicBezTo>
                      <a:pt x="7353" y="14640"/>
                      <a:pt x="7358" y="14642"/>
                      <a:pt x="7362" y="14642"/>
                    </a:cubicBezTo>
                    <a:cubicBezTo>
                      <a:pt x="7366" y="14642"/>
                      <a:pt x="7370" y="14640"/>
                      <a:pt x="7374" y="14636"/>
                    </a:cubicBezTo>
                    <a:cubicBezTo>
                      <a:pt x="7498" y="14536"/>
                      <a:pt x="7606" y="14412"/>
                      <a:pt x="7730" y="14321"/>
                    </a:cubicBezTo>
                    <a:cubicBezTo>
                      <a:pt x="7855" y="14221"/>
                      <a:pt x="7996" y="14139"/>
                      <a:pt x="8145" y="14064"/>
                    </a:cubicBezTo>
                    <a:cubicBezTo>
                      <a:pt x="8294" y="13989"/>
                      <a:pt x="8443" y="13923"/>
                      <a:pt x="8600" y="13840"/>
                    </a:cubicBezTo>
                    <a:cubicBezTo>
                      <a:pt x="8725" y="13774"/>
                      <a:pt x="8832" y="13699"/>
                      <a:pt x="8940" y="13608"/>
                    </a:cubicBezTo>
                    <a:cubicBezTo>
                      <a:pt x="9172" y="13459"/>
                      <a:pt x="9396" y="13318"/>
                      <a:pt x="9644" y="13219"/>
                    </a:cubicBezTo>
                    <a:cubicBezTo>
                      <a:pt x="9868" y="13128"/>
                      <a:pt x="10092" y="13045"/>
                      <a:pt x="10274" y="12887"/>
                    </a:cubicBezTo>
                    <a:cubicBezTo>
                      <a:pt x="10481" y="12705"/>
                      <a:pt x="10581" y="12448"/>
                      <a:pt x="10721" y="12225"/>
                    </a:cubicBezTo>
                    <a:cubicBezTo>
                      <a:pt x="10871" y="11993"/>
                      <a:pt x="11045" y="11794"/>
                      <a:pt x="11235" y="11595"/>
                    </a:cubicBezTo>
                    <a:close/>
                    <a:moveTo>
                      <a:pt x="15300" y="0"/>
                    </a:moveTo>
                    <a:cubicBezTo>
                      <a:pt x="15180" y="0"/>
                      <a:pt x="15057" y="10"/>
                      <a:pt x="14939" y="28"/>
                    </a:cubicBezTo>
                    <a:cubicBezTo>
                      <a:pt x="14690" y="78"/>
                      <a:pt x="14450" y="161"/>
                      <a:pt x="14235" y="293"/>
                    </a:cubicBezTo>
                    <a:cubicBezTo>
                      <a:pt x="14224" y="283"/>
                      <a:pt x="14211" y="276"/>
                      <a:pt x="14196" y="276"/>
                    </a:cubicBezTo>
                    <a:cubicBezTo>
                      <a:pt x="14187" y="276"/>
                      <a:pt x="14178" y="279"/>
                      <a:pt x="14168" y="285"/>
                    </a:cubicBezTo>
                    <a:cubicBezTo>
                      <a:pt x="13928" y="443"/>
                      <a:pt x="13713" y="650"/>
                      <a:pt x="13481" y="815"/>
                    </a:cubicBezTo>
                    <a:cubicBezTo>
                      <a:pt x="13249" y="981"/>
                      <a:pt x="13000" y="1139"/>
                      <a:pt x="12735" y="1238"/>
                    </a:cubicBezTo>
                    <a:cubicBezTo>
                      <a:pt x="12602" y="1296"/>
                      <a:pt x="12461" y="1337"/>
                      <a:pt x="12321" y="1362"/>
                    </a:cubicBezTo>
                    <a:cubicBezTo>
                      <a:pt x="12180" y="1387"/>
                      <a:pt x="12031" y="1395"/>
                      <a:pt x="11881" y="1404"/>
                    </a:cubicBezTo>
                    <a:cubicBezTo>
                      <a:pt x="11633" y="1412"/>
                      <a:pt x="11409" y="1503"/>
                      <a:pt x="11277" y="1727"/>
                    </a:cubicBezTo>
                    <a:cubicBezTo>
                      <a:pt x="11111" y="2000"/>
                      <a:pt x="11152" y="2332"/>
                      <a:pt x="11235" y="2630"/>
                    </a:cubicBezTo>
                    <a:cubicBezTo>
                      <a:pt x="11248" y="2663"/>
                      <a:pt x="11277" y="2685"/>
                      <a:pt x="11308" y="2685"/>
                    </a:cubicBezTo>
                    <a:cubicBezTo>
                      <a:pt x="11317" y="2685"/>
                      <a:pt x="11326" y="2683"/>
                      <a:pt x="11335" y="2680"/>
                    </a:cubicBezTo>
                    <a:cubicBezTo>
                      <a:pt x="11542" y="2630"/>
                      <a:pt x="11732" y="2555"/>
                      <a:pt x="11915" y="2464"/>
                    </a:cubicBezTo>
                    <a:cubicBezTo>
                      <a:pt x="12180" y="2547"/>
                      <a:pt x="12445" y="2605"/>
                      <a:pt x="12718" y="2630"/>
                    </a:cubicBezTo>
                    <a:cubicBezTo>
                      <a:pt x="12755" y="2634"/>
                      <a:pt x="12792" y="2635"/>
                      <a:pt x="12829" y="2635"/>
                    </a:cubicBezTo>
                    <a:cubicBezTo>
                      <a:pt x="13053" y="2635"/>
                      <a:pt x="13282" y="2568"/>
                      <a:pt x="13431" y="2398"/>
                    </a:cubicBezTo>
                    <a:cubicBezTo>
                      <a:pt x="13522" y="2299"/>
                      <a:pt x="13588" y="2191"/>
                      <a:pt x="13638" y="2075"/>
                    </a:cubicBezTo>
                    <a:cubicBezTo>
                      <a:pt x="13646" y="2067"/>
                      <a:pt x="13655" y="2058"/>
                      <a:pt x="13663" y="2050"/>
                    </a:cubicBezTo>
                    <a:cubicBezTo>
                      <a:pt x="13713" y="2009"/>
                      <a:pt x="13762" y="1967"/>
                      <a:pt x="13812" y="1926"/>
                    </a:cubicBezTo>
                    <a:cubicBezTo>
                      <a:pt x="13820" y="1917"/>
                      <a:pt x="13829" y="1917"/>
                      <a:pt x="13837" y="1909"/>
                    </a:cubicBezTo>
                    <a:cubicBezTo>
                      <a:pt x="13878" y="1959"/>
                      <a:pt x="13903" y="2042"/>
                      <a:pt x="13920" y="2091"/>
                    </a:cubicBezTo>
                    <a:cubicBezTo>
                      <a:pt x="13945" y="2199"/>
                      <a:pt x="13953" y="2307"/>
                      <a:pt x="13969" y="2406"/>
                    </a:cubicBezTo>
                    <a:cubicBezTo>
                      <a:pt x="13994" y="2580"/>
                      <a:pt x="14069" y="2738"/>
                      <a:pt x="14177" y="2879"/>
                    </a:cubicBezTo>
                    <a:cubicBezTo>
                      <a:pt x="14218" y="2928"/>
                      <a:pt x="14268" y="2978"/>
                      <a:pt x="14317" y="3019"/>
                    </a:cubicBezTo>
                    <a:cubicBezTo>
                      <a:pt x="14317" y="3094"/>
                      <a:pt x="14326" y="3177"/>
                      <a:pt x="14317" y="3260"/>
                    </a:cubicBezTo>
                    <a:cubicBezTo>
                      <a:pt x="14317" y="3384"/>
                      <a:pt x="14301" y="3508"/>
                      <a:pt x="14309" y="3633"/>
                    </a:cubicBezTo>
                    <a:cubicBezTo>
                      <a:pt x="14326" y="3848"/>
                      <a:pt x="14433" y="4022"/>
                      <a:pt x="14549" y="4204"/>
                    </a:cubicBezTo>
                    <a:cubicBezTo>
                      <a:pt x="14657" y="4370"/>
                      <a:pt x="14740" y="4536"/>
                      <a:pt x="14790" y="4726"/>
                    </a:cubicBezTo>
                    <a:cubicBezTo>
                      <a:pt x="14723" y="4950"/>
                      <a:pt x="14607" y="5157"/>
                      <a:pt x="14466" y="5348"/>
                    </a:cubicBezTo>
                    <a:cubicBezTo>
                      <a:pt x="14301" y="5580"/>
                      <a:pt x="14135" y="5820"/>
                      <a:pt x="13986" y="6068"/>
                    </a:cubicBezTo>
                    <a:cubicBezTo>
                      <a:pt x="13837" y="6325"/>
                      <a:pt x="13704" y="6582"/>
                      <a:pt x="13597" y="6856"/>
                    </a:cubicBezTo>
                    <a:cubicBezTo>
                      <a:pt x="13563" y="6930"/>
                      <a:pt x="13539" y="7005"/>
                      <a:pt x="13505" y="7071"/>
                    </a:cubicBezTo>
                    <a:cubicBezTo>
                      <a:pt x="13497" y="7079"/>
                      <a:pt x="13489" y="7088"/>
                      <a:pt x="13481" y="7096"/>
                    </a:cubicBezTo>
                    <a:cubicBezTo>
                      <a:pt x="13282" y="7502"/>
                      <a:pt x="13099" y="7908"/>
                      <a:pt x="12925" y="8322"/>
                    </a:cubicBezTo>
                    <a:cubicBezTo>
                      <a:pt x="12909" y="8364"/>
                      <a:pt x="12892" y="8405"/>
                      <a:pt x="12876" y="8446"/>
                    </a:cubicBezTo>
                    <a:cubicBezTo>
                      <a:pt x="12867" y="8438"/>
                      <a:pt x="12859" y="8438"/>
                      <a:pt x="12843" y="8438"/>
                    </a:cubicBezTo>
                    <a:cubicBezTo>
                      <a:pt x="12826" y="8438"/>
                      <a:pt x="12809" y="8437"/>
                      <a:pt x="12793" y="8437"/>
                    </a:cubicBezTo>
                    <a:cubicBezTo>
                      <a:pt x="12519" y="8437"/>
                      <a:pt x="12246" y="8500"/>
                      <a:pt x="11981" y="8562"/>
                    </a:cubicBezTo>
                    <a:cubicBezTo>
                      <a:pt x="11840" y="8587"/>
                      <a:pt x="11699" y="8629"/>
                      <a:pt x="11550" y="8670"/>
                    </a:cubicBezTo>
                    <a:cubicBezTo>
                      <a:pt x="11442" y="8695"/>
                      <a:pt x="11335" y="8736"/>
                      <a:pt x="11252" y="8819"/>
                    </a:cubicBezTo>
                    <a:cubicBezTo>
                      <a:pt x="11169" y="8902"/>
                      <a:pt x="11127" y="9026"/>
                      <a:pt x="11094" y="9142"/>
                    </a:cubicBezTo>
                    <a:cubicBezTo>
                      <a:pt x="11061" y="9283"/>
                      <a:pt x="11028" y="9424"/>
                      <a:pt x="10995" y="9565"/>
                    </a:cubicBezTo>
                    <a:cubicBezTo>
                      <a:pt x="10929" y="9863"/>
                      <a:pt x="10871" y="10153"/>
                      <a:pt x="10821" y="10451"/>
                    </a:cubicBezTo>
                    <a:cubicBezTo>
                      <a:pt x="10779" y="10725"/>
                      <a:pt x="10738" y="10990"/>
                      <a:pt x="10912" y="11230"/>
                    </a:cubicBezTo>
                    <a:cubicBezTo>
                      <a:pt x="10970" y="11313"/>
                      <a:pt x="11036" y="11388"/>
                      <a:pt x="11103" y="11454"/>
                    </a:cubicBezTo>
                    <a:cubicBezTo>
                      <a:pt x="10920" y="11636"/>
                      <a:pt x="10763" y="11843"/>
                      <a:pt x="10622" y="12059"/>
                    </a:cubicBezTo>
                    <a:cubicBezTo>
                      <a:pt x="10547" y="12175"/>
                      <a:pt x="10473" y="12299"/>
                      <a:pt x="10415" y="12423"/>
                    </a:cubicBezTo>
                    <a:cubicBezTo>
                      <a:pt x="10357" y="12548"/>
                      <a:pt x="10324" y="12697"/>
                      <a:pt x="10224" y="12796"/>
                    </a:cubicBezTo>
                    <a:cubicBezTo>
                      <a:pt x="10059" y="12979"/>
                      <a:pt x="9793" y="13053"/>
                      <a:pt x="9570" y="13144"/>
                    </a:cubicBezTo>
                    <a:cubicBezTo>
                      <a:pt x="9329" y="13244"/>
                      <a:pt x="9114" y="13385"/>
                      <a:pt x="8907" y="13542"/>
                    </a:cubicBezTo>
                    <a:cubicBezTo>
                      <a:pt x="8774" y="13617"/>
                      <a:pt x="8634" y="13683"/>
                      <a:pt x="8501" y="13749"/>
                    </a:cubicBezTo>
                    <a:cubicBezTo>
                      <a:pt x="8344" y="13824"/>
                      <a:pt x="8178" y="13890"/>
                      <a:pt x="8020" y="13973"/>
                    </a:cubicBezTo>
                    <a:cubicBezTo>
                      <a:pt x="7979" y="13998"/>
                      <a:pt x="7938" y="14023"/>
                      <a:pt x="7904" y="14039"/>
                    </a:cubicBezTo>
                    <a:lnTo>
                      <a:pt x="7896" y="14039"/>
                    </a:lnTo>
                    <a:cubicBezTo>
                      <a:pt x="7722" y="13650"/>
                      <a:pt x="7465" y="13327"/>
                      <a:pt x="7208" y="12987"/>
                    </a:cubicBezTo>
                    <a:cubicBezTo>
                      <a:pt x="7084" y="12821"/>
                      <a:pt x="6960" y="12647"/>
                      <a:pt x="6852" y="12457"/>
                    </a:cubicBezTo>
                    <a:cubicBezTo>
                      <a:pt x="6744" y="12258"/>
                      <a:pt x="6662" y="12051"/>
                      <a:pt x="6595" y="11835"/>
                    </a:cubicBezTo>
                    <a:cubicBezTo>
                      <a:pt x="6454" y="11421"/>
                      <a:pt x="6338" y="10998"/>
                      <a:pt x="6140" y="10601"/>
                    </a:cubicBezTo>
                    <a:cubicBezTo>
                      <a:pt x="6048" y="10418"/>
                      <a:pt x="5924" y="10236"/>
                      <a:pt x="5783" y="10079"/>
                    </a:cubicBezTo>
                    <a:cubicBezTo>
                      <a:pt x="5634" y="9930"/>
                      <a:pt x="5460" y="9805"/>
                      <a:pt x="5278" y="9698"/>
                    </a:cubicBezTo>
                    <a:cubicBezTo>
                      <a:pt x="5046" y="9565"/>
                      <a:pt x="4814" y="9449"/>
                      <a:pt x="4582" y="9325"/>
                    </a:cubicBezTo>
                    <a:cubicBezTo>
                      <a:pt x="4466" y="9264"/>
                      <a:pt x="4333" y="9200"/>
                      <a:pt x="4203" y="9200"/>
                    </a:cubicBezTo>
                    <a:cubicBezTo>
                      <a:pt x="4137" y="9200"/>
                      <a:pt x="4072" y="9217"/>
                      <a:pt x="4010" y="9258"/>
                    </a:cubicBezTo>
                    <a:cubicBezTo>
                      <a:pt x="3977" y="9283"/>
                      <a:pt x="3952" y="9333"/>
                      <a:pt x="3977" y="9366"/>
                    </a:cubicBezTo>
                    <a:cubicBezTo>
                      <a:pt x="4093" y="9540"/>
                      <a:pt x="4259" y="9681"/>
                      <a:pt x="4408" y="9822"/>
                    </a:cubicBezTo>
                    <a:cubicBezTo>
                      <a:pt x="4549" y="9954"/>
                      <a:pt x="4681" y="10095"/>
                      <a:pt x="4806" y="10253"/>
                    </a:cubicBezTo>
                    <a:cubicBezTo>
                      <a:pt x="5038" y="10551"/>
                      <a:pt x="5228" y="10891"/>
                      <a:pt x="5386" y="11239"/>
                    </a:cubicBezTo>
                    <a:cubicBezTo>
                      <a:pt x="5543" y="11595"/>
                      <a:pt x="5676" y="11968"/>
                      <a:pt x="5775" y="12341"/>
                    </a:cubicBezTo>
                    <a:cubicBezTo>
                      <a:pt x="5825" y="12539"/>
                      <a:pt x="5874" y="12747"/>
                      <a:pt x="5982" y="12929"/>
                    </a:cubicBezTo>
                    <a:cubicBezTo>
                      <a:pt x="6082" y="13119"/>
                      <a:pt x="6206" y="13285"/>
                      <a:pt x="6314" y="13467"/>
                    </a:cubicBezTo>
                    <a:cubicBezTo>
                      <a:pt x="6438" y="13683"/>
                      <a:pt x="6554" y="13898"/>
                      <a:pt x="6678" y="14105"/>
                    </a:cubicBezTo>
                    <a:cubicBezTo>
                      <a:pt x="6794" y="14321"/>
                      <a:pt x="6894" y="14536"/>
                      <a:pt x="7010" y="14752"/>
                    </a:cubicBezTo>
                    <a:cubicBezTo>
                      <a:pt x="6894" y="14818"/>
                      <a:pt x="6778" y="14884"/>
                      <a:pt x="6662" y="14959"/>
                    </a:cubicBezTo>
                    <a:cubicBezTo>
                      <a:pt x="6537" y="15033"/>
                      <a:pt x="6430" y="15108"/>
                      <a:pt x="6322" y="15199"/>
                    </a:cubicBezTo>
                    <a:cubicBezTo>
                      <a:pt x="6314" y="15199"/>
                      <a:pt x="6305" y="15199"/>
                      <a:pt x="6297" y="15207"/>
                    </a:cubicBezTo>
                    <a:cubicBezTo>
                      <a:pt x="6065" y="15365"/>
                      <a:pt x="5850" y="15522"/>
                      <a:pt x="5651" y="15729"/>
                    </a:cubicBezTo>
                    <a:cubicBezTo>
                      <a:pt x="5477" y="15912"/>
                      <a:pt x="5328" y="16119"/>
                      <a:pt x="5212" y="16334"/>
                    </a:cubicBezTo>
                    <a:cubicBezTo>
                      <a:pt x="5087" y="16558"/>
                      <a:pt x="4988" y="16790"/>
                      <a:pt x="4897" y="17030"/>
                    </a:cubicBezTo>
                    <a:cubicBezTo>
                      <a:pt x="4822" y="17246"/>
                      <a:pt x="4714" y="17486"/>
                      <a:pt x="4706" y="17726"/>
                    </a:cubicBezTo>
                    <a:cubicBezTo>
                      <a:pt x="4565" y="17991"/>
                      <a:pt x="4433" y="18265"/>
                      <a:pt x="4300" y="18530"/>
                    </a:cubicBezTo>
                    <a:cubicBezTo>
                      <a:pt x="4126" y="18878"/>
                      <a:pt x="3960" y="19226"/>
                      <a:pt x="3811" y="19582"/>
                    </a:cubicBezTo>
                    <a:cubicBezTo>
                      <a:pt x="3505" y="20286"/>
                      <a:pt x="3248" y="21015"/>
                      <a:pt x="3107" y="21769"/>
                    </a:cubicBezTo>
                    <a:cubicBezTo>
                      <a:pt x="3049" y="22093"/>
                      <a:pt x="2999" y="22416"/>
                      <a:pt x="3024" y="22739"/>
                    </a:cubicBezTo>
                    <a:cubicBezTo>
                      <a:pt x="2917" y="23037"/>
                      <a:pt x="2842" y="23352"/>
                      <a:pt x="2784" y="23659"/>
                    </a:cubicBezTo>
                    <a:cubicBezTo>
                      <a:pt x="2751" y="23857"/>
                      <a:pt x="2718" y="24065"/>
                      <a:pt x="2701" y="24263"/>
                    </a:cubicBezTo>
                    <a:cubicBezTo>
                      <a:pt x="2693" y="24371"/>
                      <a:pt x="2685" y="24479"/>
                      <a:pt x="2685" y="24587"/>
                    </a:cubicBezTo>
                    <a:lnTo>
                      <a:pt x="2685" y="24603"/>
                    </a:lnTo>
                    <a:cubicBezTo>
                      <a:pt x="2602" y="24852"/>
                      <a:pt x="2552" y="25117"/>
                      <a:pt x="2511" y="25382"/>
                    </a:cubicBezTo>
                    <a:cubicBezTo>
                      <a:pt x="2461" y="25680"/>
                      <a:pt x="2436" y="25987"/>
                      <a:pt x="2403" y="26293"/>
                    </a:cubicBezTo>
                    <a:cubicBezTo>
                      <a:pt x="2345" y="26906"/>
                      <a:pt x="2378" y="27536"/>
                      <a:pt x="2453" y="28141"/>
                    </a:cubicBezTo>
                    <a:cubicBezTo>
                      <a:pt x="2477" y="28307"/>
                      <a:pt x="2502" y="28472"/>
                      <a:pt x="2527" y="28630"/>
                    </a:cubicBezTo>
                    <a:cubicBezTo>
                      <a:pt x="2328" y="29152"/>
                      <a:pt x="2171" y="29682"/>
                      <a:pt x="2013" y="30221"/>
                    </a:cubicBezTo>
                    <a:cubicBezTo>
                      <a:pt x="1939" y="30486"/>
                      <a:pt x="1889" y="30759"/>
                      <a:pt x="1873" y="31041"/>
                    </a:cubicBezTo>
                    <a:cubicBezTo>
                      <a:pt x="1856" y="31323"/>
                      <a:pt x="1823" y="31596"/>
                      <a:pt x="1765" y="31878"/>
                    </a:cubicBezTo>
                    <a:cubicBezTo>
                      <a:pt x="1732" y="32043"/>
                      <a:pt x="1707" y="32201"/>
                      <a:pt x="1674" y="32358"/>
                    </a:cubicBezTo>
                    <a:cubicBezTo>
                      <a:pt x="1657" y="32441"/>
                      <a:pt x="1641" y="32516"/>
                      <a:pt x="1624" y="32599"/>
                    </a:cubicBezTo>
                    <a:cubicBezTo>
                      <a:pt x="1616" y="32657"/>
                      <a:pt x="1616" y="32756"/>
                      <a:pt x="1574" y="32797"/>
                    </a:cubicBezTo>
                    <a:cubicBezTo>
                      <a:pt x="1541" y="32831"/>
                      <a:pt x="1549" y="32864"/>
                      <a:pt x="1566" y="32897"/>
                    </a:cubicBezTo>
                    <a:cubicBezTo>
                      <a:pt x="1392" y="33377"/>
                      <a:pt x="1185" y="33850"/>
                      <a:pt x="903" y="34289"/>
                    </a:cubicBezTo>
                    <a:cubicBezTo>
                      <a:pt x="737" y="34554"/>
                      <a:pt x="547" y="34786"/>
                      <a:pt x="348" y="35026"/>
                    </a:cubicBezTo>
                    <a:cubicBezTo>
                      <a:pt x="166" y="35242"/>
                      <a:pt x="0" y="35498"/>
                      <a:pt x="33" y="35797"/>
                    </a:cubicBezTo>
                    <a:cubicBezTo>
                      <a:pt x="58" y="35954"/>
                      <a:pt x="141" y="36087"/>
                      <a:pt x="265" y="36178"/>
                    </a:cubicBezTo>
                    <a:cubicBezTo>
                      <a:pt x="331" y="36219"/>
                      <a:pt x="389" y="36252"/>
                      <a:pt x="456" y="36286"/>
                    </a:cubicBezTo>
                    <a:cubicBezTo>
                      <a:pt x="530" y="36319"/>
                      <a:pt x="588" y="36368"/>
                      <a:pt x="663" y="36393"/>
                    </a:cubicBezTo>
                    <a:lnTo>
                      <a:pt x="679" y="36393"/>
                    </a:lnTo>
                    <a:cubicBezTo>
                      <a:pt x="746" y="36443"/>
                      <a:pt x="829" y="36484"/>
                      <a:pt x="911" y="36518"/>
                    </a:cubicBezTo>
                    <a:cubicBezTo>
                      <a:pt x="1049" y="36573"/>
                      <a:pt x="1197" y="36605"/>
                      <a:pt x="1348" y="36605"/>
                    </a:cubicBezTo>
                    <a:cubicBezTo>
                      <a:pt x="1379" y="36605"/>
                      <a:pt x="1410" y="36603"/>
                      <a:pt x="1442" y="36600"/>
                    </a:cubicBezTo>
                    <a:cubicBezTo>
                      <a:pt x="1516" y="36592"/>
                      <a:pt x="1607" y="36576"/>
                      <a:pt x="1699" y="36542"/>
                    </a:cubicBezTo>
                    <a:cubicBezTo>
                      <a:pt x="1699" y="36576"/>
                      <a:pt x="1715" y="36600"/>
                      <a:pt x="1740" y="36609"/>
                    </a:cubicBezTo>
                    <a:cubicBezTo>
                      <a:pt x="1823" y="36634"/>
                      <a:pt x="1897" y="36642"/>
                      <a:pt x="1989" y="36642"/>
                    </a:cubicBezTo>
                    <a:cubicBezTo>
                      <a:pt x="2071" y="36642"/>
                      <a:pt x="2154" y="36625"/>
                      <a:pt x="2237" y="36617"/>
                    </a:cubicBezTo>
                    <a:cubicBezTo>
                      <a:pt x="2320" y="36600"/>
                      <a:pt x="2403" y="36584"/>
                      <a:pt x="2477" y="36559"/>
                    </a:cubicBezTo>
                    <a:cubicBezTo>
                      <a:pt x="2552" y="36534"/>
                      <a:pt x="2635" y="36518"/>
                      <a:pt x="2701" y="36476"/>
                    </a:cubicBezTo>
                    <a:cubicBezTo>
                      <a:pt x="2767" y="36435"/>
                      <a:pt x="2801" y="36385"/>
                      <a:pt x="2817" y="36327"/>
                    </a:cubicBezTo>
                    <a:cubicBezTo>
                      <a:pt x="2950" y="36261"/>
                      <a:pt x="3074" y="36178"/>
                      <a:pt x="3165" y="36062"/>
                    </a:cubicBezTo>
                    <a:cubicBezTo>
                      <a:pt x="3323" y="35855"/>
                      <a:pt x="3281" y="35631"/>
                      <a:pt x="3240" y="35391"/>
                    </a:cubicBezTo>
                    <a:cubicBezTo>
                      <a:pt x="3157" y="34852"/>
                      <a:pt x="3182" y="34297"/>
                      <a:pt x="3273" y="33767"/>
                    </a:cubicBezTo>
                    <a:cubicBezTo>
                      <a:pt x="3289" y="33609"/>
                      <a:pt x="3323" y="33460"/>
                      <a:pt x="3364" y="33303"/>
                    </a:cubicBezTo>
                    <a:cubicBezTo>
                      <a:pt x="3372" y="33270"/>
                      <a:pt x="3381" y="33237"/>
                      <a:pt x="3389" y="33203"/>
                    </a:cubicBezTo>
                    <a:cubicBezTo>
                      <a:pt x="3405" y="33187"/>
                      <a:pt x="3422" y="33170"/>
                      <a:pt x="3439" y="33145"/>
                    </a:cubicBezTo>
                    <a:cubicBezTo>
                      <a:pt x="3886" y="32002"/>
                      <a:pt x="4342" y="30792"/>
                      <a:pt x="4383" y="29550"/>
                    </a:cubicBezTo>
                    <a:cubicBezTo>
                      <a:pt x="4391" y="29202"/>
                      <a:pt x="4383" y="28845"/>
                      <a:pt x="4358" y="28489"/>
                    </a:cubicBezTo>
                    <a:cubicBezTo>
                      <a:pt x="4466" y="28307"/>
                      <a:pt x="4565" y="28124"/>
                      <a:pt x="4656" y="27934"/>
                    </a:cubicBezTo>
                    <a:cubicBezTo>
                      <a:pt x="4781" y="27669"/>
                      <a:pt x="4897" y="27404"/>
                      <a:pt x="4996" y="27130"/>
                    </a:cubicBezTo>
                    <a:cubicBezTo>
                      <a:pt x="5104" y="26857"/>
                      <a:pt x="5187" y="26575"/>
                      <a:pt x="5270" y="26293"/>
                    </a:cubicBezTo>
                    <a:cubicBezTo>
                      <a:pt x="5319" y="26094"/>
                      <a:pt x="5386" y="25887"/>
                      <a:pt x="5410" y="25680"/>
                    </a:cubicBezTo>
                    <a:cubicBezTo>
                      <a:pt x="5510" y="25606"/>
                      <a:pt x="5609" y="25539"/>
                      <a:pt x="5700" y="25456"/>
                    </a:cubicBezTo>
                    <a:cubicBezTo>
                      <a:pt x="5808" y="25365"/>
                      <a:pt x="5916" y="25274"/>
                      <a:pt x="6015" y="25183"/>
                    </a:cubicBezTo>
                    <a:cubicBezTo>
                      <a:pt x="6222" y="25001"/>
                      <a:pt x="6421" y="24819"/>
                      <a:pt x="6620" y="24628"/>
                    </a:cubicBezTo>
                    <a:cubicBezTo>
                      <a:pt x="6802" y="24462"/>
                      <a:pt x="6976" y="24288"/>
                      <a:pt x="7134" y="24098"/>
                    </a:cubicBezTo>
                    <a:cubicBezTo>
                      <a:pt x="7283" y="23915"/>
                      <a:pt x="7407" y="23725"/>
                      <a:pt x="7523" y="23518"/>
                    </a:cubicBezTo>
                    <a:cubicBezTo>
                      <a:pt x="7573" y="23435"/>
                      <a:pt x="7631" y="23352"/>
                      <a:pt x="7681" y="23269"/>
                    </a:cubicBezTo>
                    <a:cubicBezTo>
                      <a:pt x="7681" y="23302"/>
                      <a:pt x="7706" y="23344"/>
                      <a:pt x="7747" y="23344"/>
                    </a:cubicBezTo>
                    <a:cubicBezTo>
                      <a:pt x="7855" y="23333"/>
                      <a:pt x="7962" y="23329"/>
                      <a:pt x="8069" y="23329"/>
                    </a:cubicBezTo>
                    <a:cubicBezTo>
                      <a:pt x="8218" y="23329"/>
                      <a:pt x="8365" y="23338"/>
                      <a:pt x="8509" y="23352"/>
                    </a:cubicBezTo>
                    <a:cubicBezTo>
                      <a:pt x="8634" y="23369"/>
                      <a:pt x="8758" y="23385"/>
                      <a:pt x="8882" y="23402"/>
                    </a:cubicBezTo>
                    <a:cubicBezTo>
                      <a:pt x="8986" y="23416"/>
                      <a:pt x="9102" y="23447"/>
                      <a:pt x="9210" y="23447"/>
                    </a:cubicBezTo>
                    <a:cubicBezTo>
                      <a:pt x="9231" y="23447"/>
                      <a:pt x="9251" y="23446"/>
                      <a:pt x="9271" y="23443"/>
                    </a:cubicBezTo>
                    <a:cubicBezTo>
                      <a:pt x="9313" y="23435"/>
                      <a:pt x="9329" y="23402"/>
                      <a:pt x="9338" y="23369"/>
                    </a:cubicBezTo>
                    <a:cubicBezTo>
                      <a:pt x="9346" y="23410"/>
                      <a:pt x="9354" y="23451"/>
                      <a:pt x="9371" y="23493"/>
                    </a:cubicBezTo>
                    <a:cubicBezTo>
                      <a:pt x="9454" y="23891"/>
                      <a:pt x="9570" y="24288"/>
                      <a:pt x="9711" y="24661"/>
                    </a:cubicBezTo>
                    <a:cubicBezTo>
                      <a:pt x="9744" y="25291"/>
                      <a:pt x="9843" y="25912"/>
                      <a:pt x="9959" y="26525"/>
                    </a:cubicBezTo>
                    <a:cubicBezTo>
                      <a:pt x="10083" y="27188"/>
                      <a:pt x="10233" y="27851"/>
                      <a:pt x="10415" y="28506"/>
                    </a:cubicBezTo>
                    <a:cubicBezTo>
                      <a:pt x="10465" y="28680"/>
                      <a:pt x="10514" y="28862"/>
                      <a:pt x="10572" y="29036"/>
                    </a:cubicBezTo>
                    <a:cubicBezTo>
                      <a:pt x="10597" y="29119"/>
                      <a:pt x="10622" y="29202"/>
                      <a:pt x="10639" y="29276"/>
                    </a:cubicBezTo>
                    <a:lnTo>
                      <a:pt x="10639" y="29284"/>
                    </a:lnTo>
                    <a:cubicBezTo>
                      <a:pt x="10614" y="29790"/>
                      <a:pt x="10730" y="30279"/>
                      <a:pt x="10829" y="30767"/>
                    </a:cubicBezTo>
                    <a:cubicBezTo>
                      <a:pt x="10879" y="31016"/>
                      <a:pt x="10929" y="31265"/>
                      <a:pt x="10945" y="31521"/>
                    </a:cubicBezTo>
                    <a:cubicBezTo>
                      <a:pt x="10945" y="31654"/>
                      <a:pt x="10945" y="31778"/>
                      <a:pt x="10937" y="31911"/>
                    </a:cubicBezTo>
                    <a:cubicBezTo>
                      <a:pt x="10887" y="32035"/>
                      <a:pt x="10846" y="32159"/>
                      <a:pt x="10788" y="32284"/>
                    </a:cubicBezTo>
                    <a:cubicBezTo>
                      <a:pt x="10730" y="32391"/>
                      <a:pt x="10663" y="32499"/>
                      <a:pt x="10589" y="32599"/>
                    </a:cubicBezTo>
                    <a:cubicBezTo>
                      <a:pt x="10465" y="32773"/>
                      <a:pt x="10340" y="32996"/>
                      <a:pt x="10440" y="33220"/>
                    </a:cubicBezTo>
                    <a:cubicBezTo>
                      <a:pt x="10498" y="33344"/>
                      <a:pt x="10572" y="33460"/>
                      <a:pt x="10647" y="33576"/>
                    </a:cubicBezTo>
                    <a:cubicBezTo>
                      <a:pt x="10721" y="33701"/>
                      <a:pt x="10796" y="33833"/>
                      <a:pt x="10871" y="33957"/>
                    </a:cubicBezTo>
                    <a:cubicBezTo>
                      <a:pt x="10953" y="34082"/>
                      <a:pt x="11028" y="34214"/>
                      <a:pt x="11103" y="34339"/>
                    </a:cubicBezTo>
                    <a:cubicBezTo>
                      <a:pt x="11169" y="34455"/>
                      <a:pt x="11235" y="34612"/>
                      <a:pt x="11351" y="34695"/>
                    </a:cubicBezTo>
                    <a:cubicBezTo>
                      <a:pt x="11359" y="34703"/>
                      <a:pt x="11376" y="34711"/>
                      <a:pt x="11384" y="34711"/>
                    </a:cubicBezTo>
                    <a:cubicBezTo>
                      <a:pt x="11401" y="34927"/>
                      <a:pt x="11409" y="35142"/>
                      <a:pt x="11409" y="35349"/>
                    </a:cubicBezTo>
                    <a:cubicBezTo>
                      <a:pt x="11401" y="35590"/>
                      <a:pt x="11401" y="35838"/>
                      <a:pt x="11492" y="36062"/>
                    </a:cubicBezTo>
                    <a:cubicBezTo>
                      <a:pt x="11600" y="36302"/>
                      <a:pt x="11815" y="36426"/>
                      <a:pt x="12055" y="36509"/>
                    </a:cubicBezTo>
                    <a:lnTo>
                      <a:pt x="12072" y="36509"/>
                    </a:lnTo>
                    <a:cubicBezTo>
                      <a:pt x="12080" y="36592"/>
                      <a:pt x="12113" y="36667"/>
                      <a:pt x="12188" y="36733"/>
                    </a:cubicBezTo>
                    <a:cubicBezTo>
                      <a:pt x="12279" y="36824"/>
                      <a:pt x="12420" y="36874"/>
                      <a:pt x="12544" y="36907"/>
                    </a:cubicBezTo>
                    <a:cubicBezTo>
                      <a:pt x="12677" y="36948"/>
                      <a:pt x="12818" y="36973"/>
                      <a:pt x="12950" y="36990"/>
                    </a:cubicBezTo>
                    <a:cubicBezTo>
                      <a:pt x="13004" y="36995"/>
                      <a:pt x="13057" y="36997"/>
                      <a:pt x="13110" y="36997"/>
                    </a:cubicBezTo>
                    <a:cubicBezTo>
                      <a:pt x="13338" y="36997"/>
                      <a:pt x="13562" y="36954"/>
                      <a:pt x="13771" y="36874"/>
                    </a:cubicBezTo>
                    <a:cubicBezTo>
                      <a:pt x="13812" y="36857"/>
                      <a:pt x="13845" y="36841"/>
                      <a:pt x="13878" y="36824"/>
                    </a:cubicBezTo>
                    <a:cubicBezTo>
                      <a:pt x="13890" y="36830"/>
                      <a:pt x="13902" y="36836"/>
                      <a:pt x="13913" y="36836"/>
                    </a:cubicBezTo>
                    <a:cubicBezTo>
                      <a:pt x="13918" y="36836"/>
                      <a:pt x="13923" y="36835"/>
                      <a:pt x="13928" y="36832"/>
                    </a:cubicBezTo>
                    <a:cubicBezTo>
                      <a:pt x="13978" y="36824"/>
                      <a:pt x="14027" y="36824"/>
                      <a:pt x="14077" y="36808"/>
                    </a:cubicBezTo>
                    <a:cubicBezTo>
                      <a:pt x="14119" y="36799"/>
                      <a:pt x="14168" y="36783"/>
                      <a:pt x="14210" y="36766"/>
                    </a:cubicBezTo>
                    <a:cubicBezTo>
                      <a:pt x="14301" y="36741"/>
                      <a:pt x="14384" y="36700"/>
                      <a:pt x="14475" y="36658"/>
                    </a:cubicBezTo>
                    <a:cubicBezTo>
                      <a:pt x="14549" y="36617"/>
                      <a:pt x="14632" y="36584"/>
                      <a:pt x="14682" y="36509"/>
                    </a:cubicBezTo>
                    <a:cubicBezTo>
                      <a:pt x="14689" y="36510"/>
                      <a:pt x="14695" y="36511"/>
                      <a:pt x="14702" y="36511"/>
                    </a:cubicBezTo>
                    <a:cubicBezTo>
                      <a:pt x="14813" y="36511"/>
                      <a:pt x="14934" y="36388"/>
                      <a:pt x="14988" y="36302"/>
                    </a:cubicBezTo>
                    <a:cubicBezTo>
                      <a:pt x="15063" y="36186"/>
                      <a:pt x="15096" y="36037"/>
                      <a:pt x="15071" y="35896"/>
                    </a:cubicBezTo>
                    <a:cubicBezTo>
                      <a:pt x="15038" y="35730"/>
                      <a:pt x="14939" y="35606"/>
                      <a:pt x="14831" y="35482"/>
                    </a:cubicBezTo>
                    <a:cubicBezTo>
                      <a:pt x="14715" y="35324"/>
                      <a:pt x="14591" y="35184"/>
                      <a:pt x="14466" y="35035"/>
                    </a:cubicBezTo>
                    <a:cubicBezTo>
                      <a:pt x="14459" y="35023"/>
                      <a:pt x="14448" y="35019"/>
                      <a:pt x="14436" y="35019"/>
                    </a:cubicBezTo>
                    <a:cubicBezTo>
                      <a:pt x="14422" y="35019"/>
                      <a:pt x="14406" y="35025"/>
                      <a:pt x="14392" y="35035"/>
                    </a:cubicBezTo>
                    <a:cubicBezTo>
                      <a:pt x="14367" y="35001"/>
                      <a:pt x="14342" y="34977"/>
                      <a:pt x="14317" y="34952"/>
                    </a:cubicBezTo>
                    <a:cubicBezTo>
                      <a:pt x="14210" y="34803"/>
                      <a:pt x="14152" y="34629"/>
                      <a:pt x="14135" y="34446"/>
                    </a:cubicBezTo>
                    <a:cubicBezTo>
                      <a:pt x="14110" y="34256"/>
                      <a:pt x="14077" y="34073"/>
                      <a:pt x="13994" y="33891"/>
                    </a:cubicBezTo>
                    <a:cubicBezTo>
                      <a:pt x="13911" y="33709"/>
                      <a:pt x="13812" y="33543"/>
                      <a:pt x="13729" y="33361"/>
                    </a:cubicBezTo>
                    <a:cubicBezTo>
                      <a:pt x="13588" y="33005"/>
                      <a:pt x="13514" y="32615"/>
                      <a:pt x="13456" y="32234"/>
                    </a:cubicBezTo>
                    <a:cubicBezTo>
                      <a:pt x="13389" y="31820"/>
                      <a:pt x="13340" y="31397"/>
                      <a:pt x="13273" y="30975"/>
                    </a:cubicBezTo>
                    <a:cubicBezTo>
                      <a:pt x="13240" y="30759"/>
                      <a:pt x="13182" y="30552"/>
                      <a:pt x="13083" y="30361"/>
                    </a:cubicBezTo>
                    <a:cubicBezTo>
                      <a:pt x="13075" y="30337"/>
                      <a:pt x="13058" y="30312"/>
                      <a:pt x="13041" y="30287"/>
                    </a:cubicBezTo>
                    <a:cubicBezTo>
                      <a:pt x="13050" y="30287"/>
                      <a:pt x="13050" y="30287"/>
                      <a:pt x="13050" y="30279"/>
                    </a:cubicBezTo>
                    <a:cubicBezTo>
                      <a:pt x="13174" y="29980"/>
                      <a:pt x="13298" y="29690"/>
                      <a:pt x="13414" y="29392"/>
                    </a:cubicBezTo>
                    <a:cubicBezTo>
                      <a:pt x="13472" y="29243"/>
                      <a:pt x="13530" y="29094"/>
                      <a:pt x="13588" y="28945"/>
                    </a:cubicBezTo>
                    <a:cubicBezTo>
                      <a:pt x="13613" y="28878"/>
                      <a:pt x="13638" y="28820"/>
                      <a:pt x="13663" y="28754"/>
                    </a:cubicBezTo>
                    <a:cubicBezTo>
                      <a:pt x="13679" y="28713"/>
                      <a:pt x="13696" y="28622"/>
                      <a:pt x="13746" y="28613"/>
                    </a:cubicBezTo>
                    <a:cubicBezTo>
                      <a:pt x="13771" y="28605"/>
                      <a:pt x="13804" y="28580"/>
                      <a:pt x="13804" y="28555"/>
                    </a:cubicBezTo>
                    <a:cubicBezTo>
                      <a:pt x="13853" y="28257"/>
                      <a:pt x="13853" y="27959"/>
                      <a:pt x="13795" y="27660"/>
                    </a:cubicBezTo>
                    <a:cubicBezTo>
                      <a:pt x="13762" y="27503"/>
                      <a:pt x="13721" y="27362"/>
                      <a:pt x="13746" y="27196"/>
                    </a:cubicBezTo>
                    <a:cubicBezTo>
                      <a:pt x="13771" y="27056"/>
                      <a:pt x="13820" y="26915"/>
                      <a:pt x="13853" y="26774"/>
                    </a:cubicBezTo>
                    <a:cubicBezTo>
                      <a:pt x="13994" y="26177"/>
                      <a:pt x="14052" y="25564"/>
                      <a:pt x="14011" y="24951"/>
                    </a:cubicBezTo>
                    <a:cubicBezTo>
                      <a:pt x="14011" y="24935"/>
                      <a:pt x="14003" y="24918"/>
                      <a:pt x="13994" y="24901"/>
                    </a:cubicBezTo>
                    <a:cubicBezTo>
                      <a:pt x="14359" y="24885"/>
                      <a:pt x="14715" y="24860"/>
                      <a:pt x="15071" y="24819"/>
                    </a:cubicBezTo>
                    <a:cubicBezTo>
                      <a:pt x="15270" y="24794"/>
                      <a:pt x="15452" y="24736"/>
                      <a:pt x="15635" y="24645"/>
                    </a:cubicBezTo>
                    <a:cubicBezTo>
                      <a:pt x="15718" y="24603"/>
                      <a:pt x="15800" y="24553"/>
                      <a:pt x="15883" y="24520"/>
                    </a:cubicBezTo>
                    <a:cubicBezTo>
                      <a:pt x="15991" y="24479"/>
                      <a:pt x="16099" y="24462"/>
                      <a:pt x="16206" y="24462"/>
                    </a:cubicBezTo>
                    <a:cubicBezTo>
                      <a:pt x="16389" y="24454"/>
                      <a:pt x="16563" y="24446"/>
                      <a:pt x="16737" y="24388"/>
                    </a:cubicBezTo>
                    <a:cubicBezTo>
                      <a:pt x="16894" y="24330"/>
                      <a:pt x="17035" y="24247"/>
                      <a:pt x="17159" y="24147"/>
                    </a:cubicBezTo>
                    <a:cubicBezTo>
                      <a:pt x="17168" y="24147"/>
                      <a:pt x="17168" y="24139"/>
                      <a:pt x="17176" y="24139"/>
                    </a:cubicBezTo>
                    <a:cubicBezTo>
                      <a:pt x="17159" y="24189"/>
                      <a:pt x="17151" y="24239"/>
                      <a:pt x="17134" y="24288"/>
                    </a:cubicBezTo>
                    <a:cubicBezTo>
                      <a:pt x="17118" y="24379"/>
                      <a:pt x="17101" y="24479"/>
                      <a:pt x="17093" y="24570"/>
                    </a:cubicBezTo>
                    <a:cubicBezTo>
                      <a:pt x="17085" y="24669"/>
                      <a:pt x="17068" y="24785"/>
                      <a:pt x="17093" y="24877"/>
                    </a:cubicBezTo>
                    <a:cubicBezTo>
                      <a:pt x="17101" y="24885"/>
                      <a:pt x="17101" y="24893"/>
                      <a:pt x="17110" y="24893"/>
                    </a:cubicBezTo>
                    <a:cubicBezTo>
                      <a:pt x="17035" y="25059"/>
                      <a:pt x="16969" y="25224"/>
                      <a:pt x="16911" y="25382"/>
                    </a:cubicBezTo>
                    <a:cubicBezTo>
                      <a:pt x="16803" y="25655"/>
                      <a:pt x="16712" y="25945"/>
                      <a:pt x="16646" y="26235"/>
                    </a:cubicBezTo>
                    <a:cubicBezTo>
                      <a:pt x="16579" y="26517"/>
                      <a:pt x="16530" y="26815"/>
                      <a:pt x="16521" y="27105"/>
                    </a:cubicBezTo>
                    <a:cubicBezTo>
                      <a:pt x="16513" y="27420"/>
                      <a:pt x="16554" y="27735"/>
                      <a:pt x="16579" y="28042"/>
                    </a:cubicBezTo>
                    <a:cubicBezTo>
                      <a:pt x="16621" y="28680"/>
                      <a:pt x="16604" y="29326"/>
                      <a:pt x="16596" y="29964"/>
                    </a:cubicBezTo>
                    <a:cubicBezTo>
                      <a:pt x="16588" y="30593"/>
                      <a:pt x="16579" y="31223"/>
                      <a:pt x="16563" y="31853"/>
                    </a:cubicBezTo>
                    <a:cubicBezTo>
                      <a:pt x="16554" y="32193"/>
                      <a:pt x="16513" y="32524"/>
                      <a:pt x="16389" y="32839"/>
                    </a:cubicBezTo>
                    <a:cubicBezTo>
                      <a:pt x="16339" y="32988"/>
                      <a:pt x="16298" y="33129"/>
                      <a:pt x="16356" y="33278"/>
                    </a:cubicBezTo>
                    <a:cubicBezTo>
                      <a:pt x="16380" y="33361"/>
                      <a:pt x="16422" y="33427"/>
                      <a:pt x="16472" y="33485"/>
                    </a:cubicBezTo>
                    <a:cubicBezTo>
                      <a:pt x="16472" y="33759"/>
                      <a:pt x="16480" y="34032"/>
                      <a:pt x="16455" y="34314"/>
                    </a:cubicBezTo>
                    <a:cubicBezTo>
                      <a:pt x="16438" y="34604"/>
                      <a:pt x="16397" y="34902"/>
                      <a:pt x="16339" y="35192"/>
                    </a:cubicBezTo>
                    <a:cubicBezTo>
                      <a:pt x="16289" y="35465"/>
                      <a:pt x="16173" y="35747"/>
                      <a:pt x="16206" y="36029"/>
                    </a:cubicBezTo>
                    <a:cubicBezTo>
                      <a:pt x="16231" y="36269"/>
                      <a:pt x="16364" y="36476"/>
                      <a:pt x="16554" y="36617"/>
                    </a:cubicBezTo>
                    <a:cubicBezTo>
                      <a:pt x="16563" y="36625"/>
                      <a:pt x="16571" y="36634"/>
                      <a:pt x="16588" y="36634"/>
                    </a:cubicBezTo>
                    <a:cubicBezTo>
                      <a:pt x="16563" y="36750"/>
                      <a:pt x="16538" y="36866"/>
                      <a:pt x="16521" y="36982"/>
                    </a:cubicBezTo>
                    <a:cubicBezTo>
                      <a:pt x="16505" y="37114"/>
                      <a:pt x="16480" y="37255"/>
                      <a:pt x="16505" y="37388"/>
                    </a:cubicBezTo>
                    <a:cubicBezTo>
                      <a:pt x="16530" y="37495"/>
                      <a:pt x="16604" y="37595"/>
                      <a:pt x="16695" y="37661"/>
                    </a:cubicBezTo>
                    <a:cubicBezTo>
                      <a:pt x="16894" y="37827"/>
                      <a:pt x="17151" y="37934"/>
                      <a:pt x="17400" y="38001"/>
                    </a:cubicBezTo>
                    <a:cubicBezTo>
                      <a:pt x="17505" y="38030"/>
                      <a:pt x="17631" y="38059"/>
                      <a:pt x="17752" y="38059"/>
                    </a:cubicBezTo>
                    <a:cubicBezTo>
                      <a:pt x="17802" y="38059"/>
                      <a:pt x="17851" y="38054"/>
                      <a:pt x="17897" y="38042"/>
                    </a:cubicBezTo>
                    <a:cubicBezTo>
                      <a:pt x="17905" y="38050"/>
                      <a:pt x="17913" y="38059"/>
                      <a:pt x="17922" y="38067"/>
                    </a:cubicBezTo>
                    <a:cubicBezTo>
                      <a:pt x="18029" y="38117"/>
                      <a:pt x="18170" y="38125"/>
                      <a:pt x="18286" y="38125"/>
                    </a:cubicBezTo>
                    <a:cubicBezTo>
                      <a:pt x="18410" y="38133"/>
                      <a:pt x="18535" y="38142"/>
                      <a:pt x="18659" y="38142"/>
                    </a:cubicBezTo>
                    <a:cubicBezTo>
                      <a:pt x="18850" y="38142"/>
                      <a:pt x="19082" y="38142"/>
                      <a:pt x="19231" y="37992"/>
                    </a:cubicBezTo>
                    <a:cubicBezTo>
                      <a:pt x="19239" y="37984"/>
                      <a:pt x="19247" y="37976"/>
                      <a:pt x="19256" y="37968"/>
                    </a:cubicBezTo>
                    <a:cubicBezTo>
                      <a:pt x="19396" y="37959"/>
                      <a:pt x="19562" y="37876"/>
                      <a:pt x="19670" y="37794"/>
                    </a:cubicBezTo>
                    <a:cubicBezTo>
                      <a:pt x="19794" y="37686"/>
                      <a:pt x="19885" y="37528"/>
                      <a:pt x="19860" y="37363"/>
                    </a:cubicBezTo>
                    <a:cubicBezTo>
                      <a:pt x="19852" y="37280"/>
                      <a:pt x="19819" y="37197"/>
                      <a:pt x="19777" y="37122"/>
                    </a:cubicBezTo>
                    <a:cubicBezTo>
                      <a:pt x="19719" y="37023"/>
                      <a:pt x="19670" y="36932"/>
                      <a:pt x="19612" y="36832"/>
                    </a:cubicBezTo>
                    <a:cubicBezTo>
                      <a:pt x="19562" y="36741"/>
                      <a:pt x="19512" y="36650"/>
                      <a:pt x="19454" y="36551"/>
                    </a:cubicBezTo>
                    <a:cubicBezTo>
                      <a:pt x="19438" y="36526"/>
                      <a:pt x="19421" y="36484"/>
                      <a:pt x="19396" y="36451"/>
                    </a:cubicBezTo>
                    <a:cubicBezTo>
                      <a:pt x="19256" y="35962"/>
                      <a:pt x="19115" y="35474"/>
                      <a:pt x="18966" y="34985"/>
                    </a:cubicBezTo>
                    <a:cubicBezTo>
                      <a:pt x="18891" y="34736"/>
                      <a:pt x="18808" y="34479"/>
                      <a:pt x="18742" y="34223"/>
                    </a:cubicBezTo>
                    <a:cubicBezTo>
                      <a:pt x="18684" y="33974"/>
                      <a:pt x="18651" y="33709"/>
                      <a:pt x="18642" y="33444"/>
                    </a:cubicBezTo>
                    <a:cubicBezTo>
                      <a:pt x="18642" y="33253"/>
                      <a:pt x="18651" y="33054"/>
                      <a:pt x="18642" y="32855"/>
                    </a:cubicBezTo>
                    <a:cubicBezTo>
                      <a:pt x="18767" y="32234"/>
                      <a:pt x="18874" y="31604"/>
                      <a:pt x="18966" y="30975"/>
                    </a:cubicBezTo>
                    <a:cubicBezTo>
                      <a:pt x="19073" y="30287"/>
                      <a:pt x="19164" y="29591"/>
                      <a:pt x="19330" y="28903"/>
                    </a:cubicBezTo>
                    <a:cubicBezTo>
                      <a:pt x="19372" y="28721"/>
                      <a:pt x="19421" y="28530"/>
                      <a:pt x="19471" y="28348"/>
                    </a:cubicBezTo>
                    <a:cubicBezTo>
                      <a:pt x="19479" y="28307"/>
                      <a:pt x="19496" y="28274"/>
                      <a:pt x="19504" y="28232"/>
                    </a:cubicBezTo>
                    <a:cubicBezTo>
                      <a:pt x="19595" y="28058"/>
                      <a:pt x="19703" y="27884"/>
                      <a:pt x="19786" y="27710"/>
                    </a:cubicBezTo>
                    <a:cubicBezTo>
                      <a:pt x="19943" y="27370"/>
                      <a:pt x="20026" y="27006"/>
                      <a:pt x="20101" y="26641"/>
                    </a:cubicBezTo>
                    <a:cubicBezTo>
                      <a:pt x="20250" y="25871"/>
                      <a:pt x="20333" y="25084"/>
                      <a:pt x="20357" y="24305"/>
                    </a:cubicBezTo>
                    <a:cubicBezTo>
                      <a:pt x="20366" y="24056"/>
                      <a:pt x="20374" y="23816"/>
                      <a:pt x="20366" y="23567"/>
                    </a:cubicBezTo>
                    <a:cubicBezTo>
                      <a:pt x="20589" y="22946"/>
                      <a:pt x="20921" y="22366"/>
                      <a:pt x="21161" y="21761"/>
                    </a:cubicBezTo>
                    <a:cubicBezTo>
                      <a:pt x="21426" y="21073"/>
                      <a:pt x="21609" y="20353"/>
                      <a:pt x="21725" y="19624"/>
                    </a:cubicBezTo>
                    <a:cubicBezTo>
                      <a:pt x="21948" y="18124"/>
                      <a:pt x="21857" y="16608"/>
                      <a:pt x="21584" y="15116"/>
                    </a:cubicBezTo>
                    <a:cubicBezTo>
                      <a:pt x="21501" y="14694"/>
                      <a:pt x="21401" y="14271"/>
                      <a:pt x="21294" y="13849"/>
                    </a:cubicBezTo>
                    <a:cubicBezTo>
                      <a:pt x="21194" y="13467"/>
                      <a:pt x="21095" y="13070"/>
                      <a:pt x="20855" y="12747"/>
                    </a:cubicBezTo>
                    <a:cubicBezTo>
                      <a:pt x="20838" y="12722"/>
                      <a:pt x="20821" y="12705"/>
                      <a:pt x="20788" y="12697"/>
                    </a:cubicBezTo>
                    <a:cubicBezTo>
                      <a:pt x="20871" y="12523"/>
                      <a:pt x="20929" y="12332"/>
                      <a:pt x="20979" y="12150"/>
                    </a:cubicBezTo>
                    <a:cubicBezTo>
                      <a:pt x="21037" y="11885"/>
                      <a:pt x="21078" y="11620"/>
                      <a:pt x="21087" y="11346"/>
                    </a:cubicBezTo>
                    <a:cubicBezTo>
                      <a:pt x="21087" y="11205"/>
                      <a:pt x="21078" y="11073"/>
                      <a:pt x="21062" y="10940"/>
                    </a:cubicBezTo>
                    <a:cubicBezTo>
                      <a:pt x="21045" y="10849"/>
                      <a:pt x="20979" y="10816"/>
                      <a:pt x="20921" y="10816"/>
                    </a:cubicBezTo>
                    <a:cubicBezTo>
                      <a:pt x="20897" y="10804"/>
                      <a:pt x="20868" y="10796"/>
                      <a:pt x="20841" y="10796"/>
                    </a:cubicBezTo>
                    <a:cubicBezTo>
                      <a:pt x="20832" y="10796"/>
                      <a:pt x="20822" y="10797"/>
                      <a:pt x="20813" y="10799"/>
                    </a:cubicBezTo>
                    <a:lnTo>
                      <a:pt x="20805" y="10799"/>
                    </a:lnTo>
                    <a:cubicBezTo>
                      <a:pt x="20879" y="10659"/>
                      <a:pt x="20962" y="10518"/>
                      <a:pt x="21053" y="10393"/>
                    </a:cubicBezTo>
                    <a:lnTo>
                      <a:pt x="21062" y="10393"/>
                    </a:lnTo>
                    <a:cubicBezTo>
                      <a:pt x="21178" y="10344"/>
                      <a:pt x="21285" y="10277"/>
                      <a:pt x="21393" y="10203"/>
                    </a:cubicBezTo>
                    <a:cubicBezTo>
                      <a:pt x="21410" y="10186"/>
                      <a:pt x="21426" y="10178"/>
                      <a:pt x="21435" y="10162"/>
                    </a:cubicBezTo>
                    <a:cubicBezTo>
                      <a:pt x="21445" y="10178"/>
                      <a:pt x="21459" y="10187"/>
                      <a:pt x="21475" y="10187"/>
                    </a:cubicBezTo>
                    <a:cubicBezTo>
                      <a:pt x="21483" y="10187"/>
                      <a:pt x="21492" y="10184"/>
                      <a:pt x="21501" y="10178"/>
                    </a:cubicBezTo>
                    <a:cubicBezTo>
                      <a:pt x="21631" y="10100"/>
                      <a:pt x="21776" y="10073"/>
                      <a:pt x="21921" y="10073"/>
                    </a:cubicBezTo>
                    <a:cubicBezTo>
                      <a:pt x="21961" y="10073"/>
                      <a:pt x="22000" y="10075"/>
                      <a:pt x="22039" y="10079"/>
                    </a:cubicBezTo>
                    <a:cubicBezTo>
                      <a:pt x="22031" y="10095"/>
                      <a:pt x="22031" y="10112"/>
                      <a:pt x="22039" y="10137"/>
                    </a:cubicBezTo>
                    <a:cubicBezTo>
                      <a:pt x="22164" y="10319"/>
                      <a:pt x="22363" y="10418"/>
                      <a:pt x="22553" y="10501"/>
                    </a:cubicBezTo>
                    <a:cubicBezTo>
                      <a:pt x="22731" y="10580"/>
                      <a:pt x="22903" y="10649"/>
                      <a:pt x="23091" y="10649"/>
                    </a:cubicBezTo>
                    <a:cubicBezTo>
                      <a:pt x="23140" y="10649"/>
                      <a:pt x="23190" y="10644"/>
                      <a:pt x="23241" y="10634"/>
                    </a:cubicBezTo>
                    <a:cubicBezTo>
                      <a:pt x="23365" y="10609"/>
                      <a:pt x="23481" y="10559"/>
                      <a:pt x="23597" y="10501"/>
                    </a:cubicBezTo>
                    <a:cubicBezTo>
                      <a:pt x="23705" y="10460"/>
                      <a:pt x="23804" y="10410"/>
                      <a:pt x="23887" y="10327"/>
                    </a:cubicBezTo>
                    <a:cubicBezTo>
                      <a:pt x="23978" y="10244"/>
                      <a:pt x="24045" y="10112"/>
                      <a:pt x="24061" y="9988"/>
                    </a:cubicBezTo>
                    <a:cubicBezTo>
                      <a:pt x="24185" y="9971"/>
                      <a:pt x="24318" y="9905"/>
                      <a:pt x="24401" y="9830"/>
                    </a:cubicBezTo>
                    <a:cubicBezTo>
                      <a:pt x="24517" y="9747"/>
                      <a:pt x="24616" y="9640"/>
                      <a:pt x="24716" y="9532"/>
                    </a:cubicBezTo>
                    <a:cubicBezTo>
                      <a:pt x="24799" y="9424"/>
                      <a:pt x="24881" y="9325"/>
                      <a:pt x="24906" y="9192"/>
                    </a:cubicBezTo>
                    <a:cubicBezTo>
                      <a:pt x="24939" y="9035"/>
                      <a:pt x="24948" y="8877"/>
                      <a:pt x="24956" y="8728"/>
                    </a:cubicBezTo>
                    <a:cubicBezTo>
                      <a:pt x="24972" y="8579"/>
                      <a:pt x="24981" y="8422"/>
                      <a:pt x="24981" y="8272"/>
                    </a:cubicBezTo>
                    <a:cubicBezTo>
                      <a:pt x="25022" y="8314"/>
                      <a:pt x="25072" y="8364"/>
                      <a:pt x="25113" y="8413"/>
                    </a:cubicBezTo>
                    <a:cubicBezTo>
                      <a:pt x="25146" y="8455"/>
                      <a:pt x="25163" y="8480"/>
                      <a:pt x="25196" y="8521"/>
                    </a:cubicBezTo>
                    <a:cubicBezTo>
                      <a:pt x="25229" y="8562"/>
                      <a:pt x="25262" y="8596"/>
                      <a:pt x="25296" y="8629"/>
                    </a:cubicBezTo>
                    <a:cubicBezTo>
                      <a:pt x="25305" y="8638"/>
                      <a:pt x="25317" y="8642"/>
                      <a:pt x="25328" y="8642"/>
                    </a:cubicBezTo>
                    <a:cubicBezTo>
                      <a:pt x="25356" y="8642"/>
                      <a:pt x="25382" y="8617"/>
                      <a:pt x="25370" y="8587"/>
                    </a:cubicBezTo>
                    <a:cubicBezTo>
                      <a:pt x="25345" y="8488"/>
                      <a:pt x="25287" y="8405"/>
                      <a:pt x="25221" y="8322"/>
                    </a:cubicBezTo>
                    <a:cubicBezTo>
                      <a:pt x="25155" y="8248"/>
                      <a:pt x="25080" y="8173"/>
                      <a:pt x="25006" y="8115"/>
                    </a:cubicBezTo>
                    <a:cubicBezTo>
                      <a:pt x="24997" y="8107"/>
                      <a:pt x="24981" y="8098"/>
                      <a:pt x="24972" y="8098"/>
                    </a:cubicBezTo>
                    <a:cubicBezTo>
                      <a:pt x="24972" y="8082"/>
                      <a:pt x="24972" y="8065"/>
                      <a:pt x="24972" y="8049"/>
                    </a:cubicBezTo>
                    <a:lnTo>
                      <a:pt x="25047" y="8049"/>
                    </a:lnTo>
                    <a:cubicBezTo>
                      <a:pt x="25055" y="8049"/>
                      <a:pt x="25055" y="8049"/>
                      <a:pt x="25064" y="8057"/>
                    </a:cubicBezTo>
                    <a:lnTo>
                      <a:pt x="25105" y="8057"/>
                    </a:lnTo>
                    <a:cubicBezTo>
                      <a:pt x="25113" y="8065"/>
                      <a:pt x="25122" y="8065"/>
                      <a:pt x="25138" y="8065"/>
                    </a:cubicBezTo>
                    <a:cubicBezTo>
                      <a:pt x="25155" y="8065"/>
                      <a:pt x="25163" y="8065"/>
                      <a:pt x="25180" y="8074"/>
                    </a:cubicBezTo>
                    <a:cubicBezTo>
                      <a:pt x="25188" y="8074"/>
                      <a:pt x="25196" y="8074"/>
                      <a:pt x="25213" y="8082"/>
                    </a:cubicBezTo>
                    <a:lnTo>
                      <a:pt x="25254" y="8082"/>
                    </a:lnTo>
                    <a:cubicBezTo>
                      <a:pt x="25296" y="8082"/>
                      <a:pt x="25312" y="8032"/>
                      <a:pt x="25287" y="8007"/>
                    </a:cubicBezTo>
                    <a:cubicBezTo>
                      <a:pt x="25271" y="7991"/>
                      <a:pt x="25262" y="7982"/>
                      <a:pt x="25246" y="7974"/>
                    </a:cubicBezTo>
                    <a:cubicBezTo>
                      <a:pt x="25229" y="7974"/>
                      <a:pt x="25221" y="7966"/>
                      <a:pt x="25204" y="7958"/>
                    </a:cubicBezTo>
                    <a:cubicBezTo>
                      <a:pt x="25180" y="7949"/>
                      <a:pt x="25163" y="7949"/>
                      <a:pt x="25138" y="7941"/>
                    </a:cubicBezTo>
                    <a:cubicBezTo>
                      <a:pt x="25088" y="7933"/>
                      <a:pt x="25030" y="7933"/>
                      <a:pt x="24981" y="7933"/>
                    </a:cubicBezTo>
                    <a:cubicBezTo>
                      <a:pt x="24972" y="7933"/>
                      <a:pt x="24972" y="7941"/>
                      <a:pt x="24964" y="7941"/>
                    </a:cubicBezTo>
                    <a:cubicBezTo>
                      <a:pt x="24964" y="7866"/>
                      <a:pt x="24956" y="7800"/>
                      <a:pt x="24948" y="7726"/>
                    </a:cubicBezTo>
                    <a:lnTo>
                      <a:pt x="24948" y="7726"/>
                    </a:lnTo>
                    <a:cubicBezTo>
                      <a:pt x="24972" y="7742"/>
                      <a:pt x="24997" y="7750"/>
                      <a:pt x="25022" y="7767"/>
                    </a:cubicBezTo>
                    <a:cubicBezTo>
                      <a:pt x="25039" y="7775"/>
                      <a:pt x="25064" y="7784"/>
                      <a:pt x="25080" y="7792"/>
                    </a:cubicBezTo>
                    <a:cubicBezTo>
                      <a:pt x="25097" y="7792"/>
                      <a:pt x="25113" y="7800"/>
                      <a:pt x="25138" y="7808"/>
                    </a:cubicBezTo>
                    <a:cubicBezTo>
                      <a:pt x="25146" y="7808"/>
                      <a:pt x="25163" y="7800"/>
                      <a:pt x="25171" y="7792"/>
                    </a:cubicBezTo>
                    <a:cubicBezTo>
                      <a:pt x="25180" y="7775"/>
                      <a:pt x="25180" y="7759"/>
                      <a:pt x="25171" y="7750"/>
                    </a:cubicBezTo>
                    <a:cubicBezTo>
                      <a:pt x="25155" y="7734"/>
                      <a:pt x="25138" y="7726"/>
                      <a:pt x="25122" y="7709"/>
                    </a:cubicBezTo>
                    <a:cubicBezTo>
                      <a:pt x="25105" y="7701"/>
                      <a:pt x="25088" y="7692"/>
                      <a:pt x="25072" y="7684"/>
                    </a:cubicBezTo>
                    <a:cubicBezTo>
                      <a:pt x="25039" y="7668"/>
                      <a:pt x="25006" y="7651"/>
                      <a:pt x="24972" y="7634"/>
                    </a:cubicBezTo>
                    <a:cubicBezTo>
                      <a:pt x="24964" y="7626"/>
                      <a:pt x="24948" y="7626"/>
                      <a:pt x="24939" y="7626"/>
                    </a:cubicBezTo>
                    <a:cubicBezTo>
                      <a:pt x="24931" y="7510"/>
                      <a:pt x="24914" y="7394"/>
                      <a:pt x="24898" y="7270"/>
                    </a:cubicBezTo>
                    <a:cubicBezTo>
                      <a:pt x="24890" y="7262"/>
                      <a:pt x="24890" y="7253"/>
                      <a:pt x="24881" y="7245"/>
                    </a:cubicBezTo>
                    <a:cubicBezTo>
                      <a:pt x="24914" y="7195"/>
                      <a:pt x="24931" y="7146"/>
                      <a:pt x="24939" y="7088"/>
                    </a:cubicBezTo>
                    <a:cubicBezTo>
                      <a:pt x="24956" y="6963"/>
                      <a:pt x="24956" y="6839"/>
                      <a:pt x="24956" y="6715"/>
                    </a:cubicBezTo>
                    <a:cubicBezTo>
                      <a:pt x="24964" y="6590"/>
                      <a:pt x="24981" y="6466"/>
                      <a:pt x="24972" y="6342"/>
                    </a:cubicBezTo>
                    <a:cubicBezTo>
                      <a:pt x="24972" y="6259"/>
                      <a:pt x="24956" y="6168"/>
                      <a:pt x="24914" y="6093"/>
                    </a:cubicBezTo>
                    <a:cubicBezTo>
                      <a:pt x="24906" y="6068"/>
                      <a:pt x="24890" y="6044"/>
                      <a:pt x="24873" y="6027"/>
                    </a:cubicBezTo>
                    <a:cubicBezTo>
                      <a:pt x="24881" y="6002"/>
                      <a:pt x="24890" y="5977"/>
                      <a:pt x="24881" y="5961"/>
                    </a:cubicBezTo>
                    <a:cubicBezTo>
                      <a:pt x="24865" y="5828"/>
                      <a:pt x="24716" y="5687"/>
                      <a:pt x="24616" y="5613"/>
                    </a:cubicBezTo>
                    <a:cubicBezTo>
                      <a:pt x="24500" y="5522"/>
                      <a:pt x="24368" y="5447"/>
                      <a:pt x="24235" y="5397"/>
                    </a:cubicBezTo>
                    <a:cubicBezTo>
                      <a:pt x="24127" y="5356"/>
                      <a:pt x="24020" y="5314"/>
                      <a:pt x="23904" y="5273"/>
                    </a:cubicBezTo>
                    <a:cubicBezTo>
                      <a:pt x="23937" y="5265"/>
                      <a:pt x="23953" y="5248"/>
                      <a:pt x="23962" y="5207"/>
                    </a:cubicBezTo>
                    <a:cubicBezTo>
                      <a:pt x="24119" y="4561"/>
                      <a:pt x="24243" y="3691"/>
                      <a:pt x="23688" y="3193"/>
                    </a:cubicBezTo>
                    <a:cubicBezTo>
                      <a:pt x="23572" y="3094"/>
                      <a:pt x="23448" y="3003"/>
                      <a:pt x="23340" y="2903"/>
                    </a:cubicBezTo>
                    <a:cubicBezTo>
                      <a:pt x="23357" y="2796"/>
                      <a:pt x="23373" y="2696"/>
                      <a:pt x="23373" y="2589"/>
                    </a:cubicBezTo>
                    <a:cubicBezTo>
                      <a:pt x="23382" y="2473"/>
                      <a:pt x="23373" y="2365"/>
                      <a:pt x="23324" y="2257"/>
                    </a:cubicBezTo>
                    <a:cubicBezTo>
                      <a:pt x="23307" y="2224"/>
                      <a:pt x="23291" y="2199"/>
                      <a:pt x="23274" y="2174"/>
                    </a:cubicBezTo>
                    <a:cubicBezTo>
                      <a:pt x="23282" y="2166"/>
                      <a:pt x="23282" y="2158"/>
                      <a:pt x="23291" y="2149"/>
                    </a:cubicBezTo>
                    <a:cubicBezTo>
                      <a:pt x="23299" y="2116"/>
                      <a:pt x="23307" y="2075"/>
                      <a:pt x="23307" y="2033"/>
                    </a:cubicBezTo>
                    <a:cubicBezTo>
                      <a:pt x="23398" y="2149"/>
                      <a:pt x="23498" y="2249"/>
                      <a:pt x="23605" y="2340"/>
                    </a:cubicBezTo>
                    <a:cubicBezTo>
                      <a:pt x="23755" y="2473"/>
                      <a:pt x="23937" y="2580"/>
                      <a:pt x="24144" y="2605"/>
                    </a:cubicBezTo>
                    <a:cubicBezTo>
                      <a:pt x="24167" y="2607"/>
                      <a:pt x="24191" y="2608"/>
                      <a:pt x="24214" y="2608"/>
                    </a:cubicBezTo>
                    <a:cubicBezTo>
                      <a:pt x="24290" y="2608"/>
                      <a:pt x="24364" y="2597"/>
                      <a:pt x="24434" y="2572"/>
                    </a:cubicBezTo>
                    <a:cubicBezTo>
                      <a:pt x="24517" y="2547"/>
                      <a:pt x="24625" y="2497"/>
                      <a:pt x="24674" y="2415"/>
                    </a:cubicBezTo>
                    <a:cubicBezTo>
                      <a:pt x="24732" y="2307"/>
                      <a:pt x="24625" y="2216"/>
                      <a:pt x="24558" y="2141"/>
                    </a:cubicBezTo>
                    <a:cubicBezTo>
                      <a:pt x="24475" y="2042"/>
                      <a:pt x="24393" y="1951"/>
                      <a:pt x="24310" y="1851"/>
                    </a:cubicBezTo>
                    <a:cubicBezTo>
                      <a:pt x="23987" y="1470"/>
                      <a:pt x="23663" y="1081"/>
                      <a:pt x="23324" y="716"/>
                    </a:cubicBezTo>
                    <a:cubicBezTo>
                      <a:pt x="23175" y="550"/>
                      <a:pt x="23009" y="409"/>
                      <a:pt x="22802" y="318"/>
                    </a:cubicBezTo>
                    <a:cubicBezTo>
                      <a:pt x="22595" y="227"/>
                      <a:pt x="22371" y="194"/>
                      <a:pt x="22147" y="186"/>
                    </a:cubicBezTo>
                    <a:cubicBezTo>
                      <a:pt x="22081" y="182"/>
                      <a:pt x="22015" y="180"/>
                      <a:pt x="21948" y="180"/>
                    </a:cubicBezTo>
                    <a:cubicBezTo>
                      <a:pt x="21882" y="180"/>
                      <a:pt x="21816" y="182"/>
                      <a:pt x="21749" y="186"/>
                    </a:cubicBezTo>
                    <a:cubicBezTo>
                      <a:pt x="21617" y="186"/>
                      <a:pt x="21493" y="194"/>
                      <a:pt x="21377" y="244"/>
                    </a:cubicBezTo>
                    <a:cubicBezTo>
                      <a:pt x="21319" y="260"/>
                      <a:pt x="21277" y="293"/>
                      <a:pt x="21236" y="318"/>
                    </a:cubicBezTo>
                    <a:cubicBezTo>
                      <a:pt x="21236" y="318"/>
                      <a:pt x="21227" y="318"/>
                      <a:pt x="21219" y="310"/>
                    </a:cubicBezTo>
                    <a:cubicBezTo>
                      <a:pt x="21197" y="308"/>
                      <a:pt x="21175" y="307"/>
                      <a:pt x="21154" y="307"/>
                    </a:cubicBezTo>
                    <a:cubicBezTo>
                      <a:pt x="21101" y="307"/>
                      <a:pt x="21048" y="312"/>
                      <a:pt x="20995" y="318"/>
                    </a:cubicBezTo>
                    <a:cubicBezTo>
                      <a:pt x="20913" y="327"/>
                      <a:pt x="20838" y="327"/>
                      <a:pt x="20755" y="343"/>
                    </a:cubicBezTo>
                    <a:cubicBezTo>
                      <a:pt x="20598" y="368"/>
                      <a:pt x="20473" y="451"/>
                      <a:pt x="20341" y="542"/>
                    </a:cubicBezTo>
                    <a:cubicBezTo>
                      <a:pt x="20134" y="691"/>
                      <a:pt x="19893" y="791"/>
                      <a:pt x="19637" y="840"/>
                    </a:cubicBezTo>
                    <a:cubicBezTo>
                      <a:pt x="19604" y="840"/>
                      <a:pt x="19570" y="840"/>
                      <a:pt x="19537" y="832"/>
                    </a:cubicBezTo>
                    <a:cubicBezTo>
                      <a:pt x="19471" y="824"/>
                      <a:pt x="19396" y="807"/>
                      <a:pt x="19338" y="774"/>
                    </a:cubicBezTo>
                    <a:cubicBezTo>
                      <a:pt x="19280" y="749"/>
                      <a:pt x="19231" y="708"/>
                      <a:pt x="19173" y="683"/>
                    </a:cubicBezTo>
                    <a:cubicBezTo>
                      <a:pt x="19106" y="656"/>
                      <a:pt x="19029" y="649"/>
                      <a:pt x="18953" y="649"/>
                    </a:cubicBezTo>
                    <a:cubicBezTo>
                      <a:pt x="18886" y="649"/>
                      <a:pt x="18820" y="654"/>
                      <a:pt x="18758" y="658"/>
                    </a:cubicBezTo>
                    <a:cubicBezTo>
                      <a:pt x="18642" y="666"/>
                      <a:pt x="18526" y="683"/>
                      <a:pt x="18402" y="708"/>
                    </a:cubicBezTo>
                    <a:cubicBezTo>
                      <a:pt x="18336" y="683"/>
                      <a:pt x="18253" y="658"/>
                      <a:pt x="18187" y="641"/>
                    </a:cubicBezTo>
                    <a:cubicBezTo>
                      <a:pt x="18054" y="608"/>
                      <a:pt x="17922" y="583"/>
                      <a:pt x="17789" y="567"/>
                    </a:cubicBezTo>
                    <a:cubicBezTo>
                      <a:pt x="17702" y="555"/>
                      <a:pt x="17616" y="549"/>
                      <a:pt x="17530" y="549"/>
                    </a:cubicBezTo>
                    <a:cubicBezTo>
                      <a:pt x="17373" y="549"/>
                      <a:pt x="17219" y="571"/>
                      <a:pt x="17068" y="625"/>
                    </a:cubicBezTo>
                    <a:cubicBezTo>
                      <a:pt x="16695" y="376"/>
                      <a:pt x="16264" y="178"/>
                      <a:pt x="15834" y="70"/>
                    </a:cubicBezTo>
                    <a:lnTo>
                      <a:pt x="15817" y="70"/>
                    </a:lnTo>
                    <a:cubicBezTo>
                      <a:pt x="15701" y="12"/>
                      <a:pt x="15544" y="12"/>
                      <a:pt x="15419" y="4"/>
                    </a:cubicBezTo>
                    <a:cubicBezTo>
                      <a:pt x="15380" y="1"/>
                      <a:pt x="15340" y="0"/>
                      <a:pt x="153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0" name="Google Shape;2500;p4"/>
              <p:cNvSpPr/>
              <p:nvPr/>
            </p:nvSpPr>
            <p:spPr>
              <a:xfrm>
                <a:off x="5151200" y="3912975"/>
                <a:ext cx="11625" cy="8400"/>
              </a:xfrm>
              <a:custGeom>
                <a:rect b="b" l="l" r="r" t="t"/>
                <a:pathLst>
                  <a:path extrusionOk="0" h="336" w="465">
                    <a:moveTo>
                      <a:pt x="52" y="0"/>
                    </a:moveTo>
                    <a:cubicBezTo>
                      <a:pt x="41" y="0"/>
                      <a:pt x="29" y="6"/>
                      <a:pt x="17" y="12"/>
                    </a:cubicBezTo>
                    <a:cubicBezTo>
                      <a:pt x="1" y="29"/>
                      <a:pt x="1" y="54"/>
                      <a:pt x="9" y="78"/>
                    </a:cubicBezTo>
                    <a:cubicBezTo>
                      <a:pt x="9" y="87"/>
                      <a:pt x="17" y="87"/>
                      <a:pt x="17" y="95"/>
                    </a:cubicBezTo>
                    <a:lnTo>
                      <a:pt x="17" y="103"/>
                    </a:lnTo>
                    <a:cubicBezTo>
                      <a:pt x="17" y="103"/>
                      <a:pt x="27" y="128"/>
                      <a:pt x="28" y="128"/>
                    </a:cubicBezTo>
                    <a:cubicBezTo>
                      <a:pt x="28" y="128"/>
                      <a:pt x="28" y="127"/>
                      <a:pt x="27" y="126"/>
                    </a:cubicBezTo>
                    <a:lnTo>
                      <a:pt x="27" y="126"/>
                    </a:lnTo>
                    <a:cubicBezTo>
                      <a:pt x="39" y="157"/>
                      <a:pt x="77" y="188"/>
                      <a:pt x="100" y="211"/>
                    </a:cubicBezTo>
                    <a:cubicBezTo>
                      <a:pt x="125" y="236"/>
                      <a:pt x="158" y="252"/>
                      <a:pt x="183" y="277"/>
                    </a:cubicBezTo>
                    <a:cubicBezTo>
                      <a:pt x="216" y="294"/>
                      <a:pt x="249" y="310"/>
                      <a:pt x="291" y="327"/>
                    </a:cubicBezTo>
                    <a:cubicBezTo>
                      <a:pt x="324" y="335"/>
                      <a:pt x="365" y="335"/>
                      <a:pt x="407" y="335"/>
                    </a:cubicBezTo>
                    <a:cubicBezTo>
                      <a:pt x="440" y="335"/>
                      <a:pt x="465" y="277"/>
                      <a:pt x="423" y="252"/>
                    </a:cubicBezTo>
                    <a:cubicBezTo>
                      <a:pt x="407" y="244"/>
                      <a:pt x="407" y="244"/>
                      <a:pt x="398" y="236"/>
                    </a:cubicBezTo>
                    <a:cubicBezTo>
                      <a:pt x="382" y="228"/>
                      <a:pt x="365" y="211"/>
                      <a:pt x="349" y="203"/>
                    </a:cubicBezTo>
                    <a:cubicBezTo>
                      <a:pt x="324" y="186"/>
                      <a:pt x="291" y="178"/>
                      <a:pt x="266" y="161"/>
                    </a:cubicBezTo>
                    <a:cubicBezTo>
                      <a:pt x="257" y="153"/>
                      <a:pt x="257" y="153"/>
                      <a:pt x="249" y="145"/>
                    </a:cubicBezTo>
                    <a:lnTo>
                      <a:pt x="241" y="145"/>
                    </a:lnTo>
                    <a:cubicBezTo>
                      <a:pt x="233" y="136"/>
                      <a:pt x="233" y="136"/>
                      <a:pt x="233" y="136"/>
                    </a:cubicBezTo>
                    <a:cubicBezTo>
                      <a:pt x="224" y="136"/>
                      <a:pt x="224" y="128"/>
                      <a:pt x="224" y="128"/>
                    </a:cubicBezTo>
                    <a:cubicBezTo>
                      <a:pt x="216" y="120"/>
                      <a:pt x="208" y="120"/>
                      <a:pt x="199" y="112"/>
                    </a:cubicBezTo>
                    <a:cubicBezTo>
                      <a:pt x="191" y="103"/>
                      <a:pt x="183" y="87"/>
                      <a:pt x="166" y="78"/>
                    </a:cubicBezTo>
                    <a:cubicBezTo>
                      <a:pt x="166" y="70"/>
                      <a:pt x="158" y="70"/>
                      <a:pt x="158" y="62"/>
                    </a:cubicBezTo>
                    <a:cubicBezTo>
                      <a:pt x="150" y="62"/>
                      <a:pt x="133" y="45"/>
                      <a:pt x="133" y="45"/>
                    </a:cubicBezTo>
                    <a:lnTo>
                      <a:pt x="92" y="12"/>
                    </a:lnTo>
                    <a:lnTo>
                      <a:pt x="92" y="12"/>
                    </a:lnTo>
                    <a:cubicBezTo>
                      <a:pt x="96" y="16"/>
                      <a:pt x="98" y="18"/>
                      <a:pt x="97" y="18"/>
                    </a:cubicBezTo>
                    <a:cubicBezTo>
                      <a:pt x="96" y="18"/>
                      <a:pt x="92" y="16"/>
                      <a:pt x="83" y="12"/>
                    </a:cubicBezTo>
                    <a:cubicBezTo>
                      <a:pt x="83" y="4"/>
                      <a:pt x="75" y="4"/>
                      <a:pt x="67" y="4"/>
                    </a:cubicBezTo>
                    <a:cubicBezTo>
                      <a:pt x="62" y="1"/>
                      <a:pt x="57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4"/>
              <p:cNvSpPr/>
              <p:nvPr/>
            </p:nvSpPr>
            <p:spPr>
              <a:xfrm>
                <a:off x="5147475" y="3904475"/>
                <a:ext cx="1875" cy="3925"/>
              </a:xfrm>
              <a:custGeom>
                <a:rect b="b" l="l" r="r" t="t"/>
                <a:pathLst>
                  <a:path extrusionOk="0" h="157" w="75">
                    <a:moveTo>
                      <a:pt x="10" y="1"/>
                    </a:moveTo>
                    <a:cubicBezTo>
                      <a:pt x="5" y="1"/>
                      <a:pt x="0" y="7"/>
                      <a:pt x="0" y="12"/>
                    </a:cubicBezTo>
                    <a:cubicBezTo>
                      <a:pt x="0" y="12"/>
                      <a:pt x="0" y="21"/>
                      <a:pt x="9" y="29"/>
                    </a:cubicBezTo>
                    <a:cubicBezTo>
                      <a:pt x="9" y="37"/>
                      <a:pt x="9" y="37"/>
                      <a:pt x="17" y="46"/>
                    </a:cubicBezTo>
                    <a:lnTo>
                      <a:pt x="9" y="46"/>
                    </a:lnTo>
                    <a:cubicBezTo>
                      <a:pt x="17" y="62"/>
                      <a:pt x="25" y="70"/>
                      <a:pt x="25" y="79"/>
                    </a:cubicBezTo>
                    <a:cubicBezTo>
                      <a:pt x="34" y="104"/>
                      <a:pt x="42" y="128"/>
                      <a:pt x="50" y="145"/>
                    </a:cubicBezTo>
                    <a:cubicBezTo>
                      <a:pt x="56" y="151"/>
                      <a:pt x="58" y="157"/>
                      <a:pt x="61" y="157"/>
                    </a:cubicBezTo>
                    <a:cubicBezTo>
                      <a:pt x="63" y="157"/>
                      <a:pt x="64" y="156"/>
                      <a:pt x="67" y="153"/>
                    </a:cubicBezTo>
                    <a:cubicBezTo>
                      <a:pt x="75" y="153"/>
                      <a:pt x="75" y="145"/>
                      <a:pt x="75" y="145"/>
                    </a:cubicBezTo>
                    <a:lnTo>
                      <a:pt x="42" y="70"/>
                    </a:lnTo>
                    <a:cubicBezTo>
                      <a:pt x="42" y="62"/>
                      <a:pt x="34" y="46"/>
                      <a:pt x="34" y="37"/>
                    </a:cubicBezTo>
                    <a:cubicBezTo>
                      <a:pt x="25" y="29"/>
                      <a:pt x="25" y="29"/>
                      <a:pt x="25" y="21"/>
                    </a:cubicBezTo>
                    <a:lnTo>
                      <a:pt x="17" y="4"/>
                    </a:lnTo>
                    <a:cubicBezTo>
                      <a:pt x="15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2" name="Google Shape;2502;p4"/>
              <p:cNvSpPr/>
              <p:nvPr/>
            </p:nvSpPr>
            <p:spPr>
              <a:xfrm>
                <a:off x="5153475" y="3987875"/>
                <a:ext cx="6250" cy="4950"/>
              </a:xfrm>
              <a:custGeom>
                <a:rect b="b" l="l" r="r" t="t"/>
                <a:pathLst>
                  <a:path extrusionOk="0" h="198" w="250">
                    <a:moveTo>
                      <a:pt x="159" y="1"/>
                    </a:moveTo>
                    <a:cubicBezTo>
                      <a:pt x="150" y="1"/>
                      <a:pt x="142" y="3"/>
                      <a:pt x="133" y="7"/>
                    </a:cubicBezTo>
                    <a:cubicBezTo>
                      <a:pt x="117" y="7"/>
                      <a:pt x="108" y="15"/>
                      <a:pt x="100" y="15"/>
                    </a:cubicBezTo>
                    <a:cubicBezTo>
                      <a:pt x="92" y="24"/>
                      <a:pt x="84" y="24"/>
                      <a:pt x="75" y="32"/>
                    </a:cubicBezTo>
                    <a:cubicBezTo>
                      <a:pt x="59" y="32"/>
                      <a:pt x="50" y="40"/>
                      <a:pt x="34" y="57"/>
                    </a:cubicBezTo>
                    <a:cubicBezTo>
                      <a:pt x="26" y="65"/>
                      <a:pt x="17" y="73"/>
                      <a:pt x="9" y="90"/>
                    </a:cubicBezTo>
                    <a:cubicBezTo>
                      <a:pt x="1" y="107"/>
                      <a:pt x="1" y="131"/>
                      <a:pt x="9" y="148"/>
                    </a:cubicBezTo>
                    <a:cubicBezTo>
                      <a:pt x="9" y="156"/>
                      <a:pt x="17" y="165"/>
                      <a:pt x="26" y="173"/>
                    </a:cubicBezTo>
                    <a:cubicBezTo>
                      <a:pt x="34" y="173"/>
                      <a:pt x="42" y="181"/>
                      <a:pt x="50" y="189"/>
                    </a:cubicBezTo>
                    <a:lnTo>
                      <a:pt x="75" y="189"/>
                    </a:lnTo>
                    <a:cubicBezTo>
                      <a:pt x="84" y="198"/>
                      <a:pt x="92" y="198"/>
                      <a:pt x="100" y="198"/>
                    </a:cubicBezTo>
                    <a:cubicBezTo>
                      <a:pt x="108" y="198"/>
                      <a:pt x="117" y="198"/>
                      <a:pt x="125" y="189"/>
                    </a:cubicBezTo>
                    <a:lnTo>
                      <a:pt x="166" y="189"/>
                    </a:lnTo>
                    <a:cubicBezTo>
                      <a:pt x="183" y="181"/>
                      <a:pt x="191" y="181"/>
                      <a:pt x="200" y="173"/>
                    </a:cubicBezTo>
                    <a:lnTo>
                      <a:pt x="208" y="173"/>
                    </a:lnTo>
                    <a:cubicBezTo>
                      <a:pt x="224" y="165"/>
                      <a:pt x="233" y="148"/>
                      <a:pt x="241" y="140"/>
                    </a:cubicBezTo>
                    <a:cubicBezTo>
                      <a:pt x="249" y="123"/>
                      <a:pt x="249" y="107"/>
                      <a:pt x="249" y="90"/>
                    </a:cubicBezTo>
                    <a:cubicBezTo>
                      <a:pt x="249" y="82"/>
                      <a:pt x="249" y="65"/>
                      <a:pt x="249" y="57"/>
                    </a:cubicBezTo>
                    <a:cubicBezTo>
                      <a:pt x="241" y="49"/>
                      <a:pt x="233" y="32"/>
                      <a:pt x="224" y="24"/>
                    </a:cubicBezTo>
                    <a:cubicBezTo>
                      <a:pt x="216" y="15"/>
                      <a:pt x="200" y="7"/>
                      <a:pt x="191" y="7"/>
                    </a:cubicBezTo>
                    <a:cubicBezTo>
                      <a:pt x="179" y="3"/>
                      <a:pt x="168" y="1"/>
                      <a:pt x="1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3" name="Google Shape;2503;p4"/>
              <p:cNvSpPr/>
              <p:nvPr/>
            </p:nvSpPr>
            <p:spPr>
              <a:xfrm>
                <a:off x="5160525" y="3991975"/>
                <a:ext cx="3950" cy="2925"/>
              </a:xfrm>
              <a:custGeom>
                <a:rect b="b" l="l" r="r" t="t"/>
                <a:pathLst>
                  <a:path extrusionOk="0" h="117" w="158">
                    <a:moveTo>
                      <a:pt x="75" y="1"/>
                    </a:moveTo>
                    <a:cubicBezTo>
                      <a:pt x="0" y="1"/>
                      <a:pt x="0" y="117"/>
                      <a:pt x="75" y="117"/>
                    </a:cubicBezTo>
                    <a:cubicBezTo>
                      <a:pt x="158" y="117"/>
                      <a:pt x="158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4"/>
              <p:cNvSpPr/>
              <p:nvPr/>
            </p:nvSpPr>
            <p:spPr>
              <a:xfrm>
                <a:off x="5144150" y="3996325"/>
                <a:ext cx="3975" cy="3550"/>
              </a:xfrm>
              <a:custGeom>
                <a:rect b="b" l="l" r="r" t="t"/>
                <a:pathLst>
                  <a:path extrusionOk="0" h="142" w="159">
                    <a:moveTo>
                      <a:pt x="67" y="1"/>
                    </a:moveTo>
                    <a:cubicBezTo>
                      <a:pt x="59" y="1"/>
                      <a:pt x="59" y="9"/>
                      <a:pt x="51" y="9"/>
                    </a:cubicBezTo>
                    <a:lnTo>
                      <a:pt x="34" y="9"/>
                    </a:lnTo>
                    <a:cubicBezTo>
                      <a:pt x="26" y="17"/>
                      <a:pt x="17" y="25"/>
                      <a:pt x="17" y="34"/>
                    </a:cubicBezTo>
                    <a:cubicBezTo>
                      <a:pt x="9" y="34"/>
                      <a:pt x="9" y="42"/>
                      <a:pt x="9" y="42"/>
                    </a:cubicBezTo>
                    <a:cubicBezTo>
                      <a:pt x="1" y="50"/>
                      <a:pt x="1" y="59"/>
                      <a:pt x="1" y="75"/>
                    </a:cubicBezTo>
                    <a:cubicBezTo>
                      <a:pt x="1" y="75"/>
                      <a:pt x="1" y="83"/>
                      <a:pt x="1" y="92"/>
                    </a:cubicBezTo>
                    <a:cubicBezTo>
                      <a:pt x="9" y="92"/>
                      <a:pt x="9" y="100"/>
                      <a:pt x="9" y="108"/>
                    </a:cubicBezTo>
                    <a:cubicBezTo>
                      <a:pt x="17" y="117"/>
                      <a:pt x="17" y="125"/>
                      <a:pt x="26" y="125"/>
                    </a:cubicBezTo>
                    <a:cubicBezTo>
                      <a:pt x="34" y="133"/>
                      <a:pt x="42" y="133"/>
                      <a:pt x="51" y="141"/>
                    </a:cubicBezTo>
                    <a:lnTo>
                      <a:pt x="100" y="141"/>
                    </a:lnTo>
                    <a:cubicBezTo>
                      <a:pt x="117" y="133"/>
                      <a:pt x="125" y="133"/>
                      <a:pt x="133" y="125"/>
                    </a:cubicBezTo>
                    <a:cubicBezTo>
                      <a:pt x="142" y="117"/>
                      <a:pt x="142" y="108"/>
                      <a:pt x="142" y="108"/>
                    </a:cubicBezTo>
                    <a:cubicBezTo>
                      <a:pt x="150" y="92"/>
                      <a:pt x="158" y="83"/>
                      <a:pt x="158" y="75"/>
                    </a:cubicBezTo>
                    <a:cubicBezTo>
                      <a:pt x="158" y="59"/>
                      <a:pt x="150" y="50"/>
                      <a:pt x="150" y="42"/>
                    </a:cubicBezTo>
                    <a:cubicBezTo>
                      <a:pt x="142" y="34"/>
                      <a:pt x="142" y="25"/>
                      <a:pt x="133" y="25"/>
                    </a:cubicBezTo>
                    <a:cubicBezTo>
                      <a:pt x="125" y="17"/>
                      <a:pt x="117" y="9"/>
                      <a:pt x="1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5" name="Google Shape;2505;p4"/>
              <p:cNvSpPr/>
              <p:nvPr/>
            </p:nvSpPr>
            <p:spPr>
              <a:xfrm>
                <a:off x="5143325" y="3987225"/>
                <a:ext cx="3975" cy="3125"/>
              </a:xfrm>
              <a:custGeom>
                <a:rect b="b" l="l" r="r" t="t"/>
                <a:pathLst>
                  <a:path extrusionOk="0" h="125" w="159">
                    <a:moveTo>
                      <a:pt x="84" y="0"/>
                    </a:moveTo>
                    <a:cubicBezTo>
                      <a:pt x="1" y="0"/>
                      <a:pt x="1" y="124"/>
                      <a:pt x="84" y="124"/>
                    </a:cubicBezTo>
                    <a:cubicBezTo>
                      <a:pt x="158" y="124"/>
                      <a:pt x="158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6" name="Google Shape;2506;p4"/>
              <p:cNvSpPr/>
              <p:nvPr/>
            </p:nvSpPr>
            <p:spPr>
              <a:xfrm>
                <a:off x="5142075" y="4005850"/>
                <a:ext cx="6250" cy="3350"/>
              </a:xfrm>
              <a:custGeom>
                <a:rect b="b" l="l" r="r" t="t"/>
                <a:pathLst>
                  <a:path extrusionOk="0" h="134" w="250">
                    <a:moveTo>
                      <a:pt x="76" y="1"/>
                    </a:moveTo>
                    <a:cubicBezTo>
                      <a:pt x="59" y="1"/>
                      <a:pt x="51" y="9"/>
                      <a:pt x="34" y="17"/>
                    </a:cubicBezTo>
                    <a:cubicBezTo>
                      <a:pt x="1" y="34"/>
                      <a:pt x="1" y="92"/>
                      <a:pt x="34" y="117"/>
                    </a:cubicBezTo>
                    <a:cubicBezTo>
                      <a:pt x="51" y="125"/>
                      <a:pt x="59" y="125"/>
                      <a:pt x="76" y="125"/>
                    </a:cubicBezTo>
                    <a:cubicBezTo>
                      <a:pt x="92" y="133"/>
                      <a:pt x="109" y="133"/>
                      <a:pt x="125" y="133"/>
                    </a:cubicBezTo>
                    <a:cubicBezTo>
                      <a:pt x="142" y="133"/>
                      <a:pt x="167" y="133"/>
                      <a:pt x="183" y="125"/>
                    </a:cubicBezTo>
                    <a:cubicBezTo>
                      <a:pt x="200" y="125"/>
                      <a:pt x="216" y="125"/>
                      <a:pt x="233" y="108"/>
                    </a:cubicBezTo>
                    <a:cubicBezTo>
                      <a:pt x="241" y="100"/>
                      <a:pt x="250" y="84"/>
                      <a:pt x="250" y="67"/>
                    </a:cubicBezTo>
                    <a:cubicBezTo>
                      <a:pt x="250" y="50"/>
                      <a:pt x="241" y="34"/>
                      <a:pt x="233" y="17"/>
                    </a:cubicBezTo>
                    <a:cubicBezTo>
                      <a:pt x="216" y="9"/>
                      <a:pt x="200" y="1"/>
                      <a:pt x="1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4"/>
              <p:cNvSpPr/>
              <p:nvPr/>
            </p:nvSpPr>
            <p:spPr>
              <a:xfrm>
                <a:off x="5130275" y="4008125"/>
                <a:ext cx="4375" cy="3550"/>
              </a:xfrm>
              <a:custGeom>
                <a:rect b="b" l="l" r="r" t="t"/>
                <a:pathLst>
                  <a:path extrusionOk="0" h="142" w="175">
                    <a:moveTo>
                      <a:pt x="84" y="1"/>
                    </a:moveTo>
                    <a:cubicBezTo>
                      <a:pt x="1" y="1"/>
                      <a:pt x="1" y="142"/>
                      <a:pt x="84" y="142"/>
                    </a:cubicBezTo>
                    <a:cubicBezTo>
                      <a:pt x="175" y="142"/>
                      <a:pt x="175" y="1"/>
                      <a:pt x="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8" name="Google Shape;2508;p4"/>
              <p:cNvSpPr/>
              <p:nvPr/>
            </p:nvSpPr>
            <p:spPr>
              <a:xfrm>
                <a:off x="5126975" y="3993625"/>
                <a:ext cx="4975" cy="3550"/>
              </a:xfrm>
              <a:custGeom>
                <a:rect b="b" l="l" r="r" t="t"/>
                <a:pathLst>
                  <a:path extrusionOk="0" h="142" w="199">
                    <a:moveTo>
                      <a:pt x="108" y="1"/>
                    </a:moveTo>
                    <a:lnTo>
                      <a:pt x="91" y="9"/>
                    </a:lnTo>
                    <a:lnTo>
                      <a:pt x="83" y="9"/>
                    </a:lnTo>
                    <a:cubicBezTo>
                      <a:pt x="75" y="9"/>
                      <a:pt x="66" y="17"/>
                      <a:pt x="58" y="17"/>
                    </a:cubicBezTo>
                    <a:cubicBezTo>
                      <a:pt x="50" y="17"/>
                      <a:pt x="50" y="26"/>
                      <a:pt x="42" y="26"/>
                    </a:cubicBezTo>
                    <a:cubicBezTo>
                      <a:pt x="33" y="26"/>
                      <a:pt x="33" y="34"/>
                      <a:pt x="25" y="34"/>
                    </a:cubicBezTo>
                    <a:cubicBezTo>
                      <a:pt x="17" y="42"/>
                      <a:pt x="8" y="42"/>
                      <a:pt x="8" y="51"/>
                    </a:cubicBezTo>
                    <a:cubicBezTo>
                      <a:pt x="0" y="59"/>
                      <a:pt x="0" y="59"/>
                      <a:pt x="0" y="67"/>
                    </a:cubicBezTo>
                    <a:cubicBezTo>
                      <a:pt x="0" y="75"/>
                      <a:pt x="0" y="75"/>
                      <a:pt x="0" y="84"/>
                    </a:cubicBezTo>
                    <a:cubicBezTo>
                      <a:pt x="0" y="92"/>
                      <a:pt x="0" y="92"/>
                      <a:pt x="0" y="100"/>
                    </a:cubicBezTo>
                    <a:cubicBezTo>
                      <a:pt x="0" y="100"/>
                      <a:pt x="8" y="109"/>
                      <a:pt x="8" y="109"/>
                    </a:cubicBezTo>
                    <a:cubicBezTo>
                      <a:pt x="17" y="117"/>
                      <a:pt x="25" y="125"/>
                      <a:pt x="33" y="133"/>
                    </a:cubicBezTo>
                    <a:lnTo>
                      <a:pt x="75" y="133"/>
                    </a:lnTo>
                    <a:cubicBezTo>
                      <a:pt x="75" y="133"/>
                      <a:pt x="83" y="142"/>
                      <a:pt x="91" y="142"/>
                    </a:cubicBezTo>
                    <a:lnTo>
                      <a:pt x="108" y="142"/>
                    </a:lnTo>
                    <a:cubicBezTo>
                      <a:pt x="116" y="142"/>
                      <a:pt x="124" y="133"/>
                      <a:pt x="133" y="133"/>
                    </a:cubicBezTo>
                    <a:cubicBezTo>
                      <a:pt x="141" y="133"/>
                      <a:pt x="149" y="133"/>
                      <a:pt x="166" y="125"/>
                    </a:cubicBezTo>
                    <a:cubicBezTo>
                      <a:pt x="166" y="125"/>
                      <a:pt x="174" y="117"/>
                      <a:pt x="174" y="117"/>
                    </a:cubicBezTo>
                    <a:cubicBezTo>
                      <a:pt x="182" y="109"/>
                      <a:pt x="191" y="100"/>
                      <a:pt x="191" y="84"/>
                    </a:cubicBezTo>
                    <a:cubicBezTo>
                      <a:pt x="199" y="75"/>
                      <a:pt x="199" y="67"/>
                      <a:pt x="199" y="59"/>
                    </a:cubicBezTo>
                    <a:cubicBezTo>
                      <a:pt x="199" y="51"/>
                      <a:pt x="191" y="42"/>
                      <a:pt x="191" y="34"/>
                    </a:cubicBezTo>
                    <a:cubicBezTo>
                      <a:pt x="182" y="26"/>
                      <a:pt x="174" y="17"/>
                      <a:pt x="166" y="17"/>
                    </a:cubicBezTo>
                    <a:cubicBezTo>
                      <a:pt x="166" y="9"/>
                      <a:pt x="158" y="9"/>
                      <a:pt x="1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9" name="Google Shape;2509;p4"/>
              <p:cNvSpPr/>
              <p:nvPr/>
            </p:nvSpPr>
            <p:spPr>
              <a:xfrm>
                <a:off x="5155750" y="4002600"/>
                <a:ext cx="5000" cy="3275"/>
              </a:xfrm>
              <a:custGeom>
                <a:rect b="b" l="l" r="r" t="t"/>
                <a:pathLst>
                  <a:path extrusionOk="0" h="131" w="200">
                    <a:moveTo>
                      <a:pt x="133" y="0"/>
                    </a:moveTo>
                    <a:cubicBezTo>
                      <a:pt x="127" y="0"/>
                      <a:pt x="121" y="2"/>
                      <a:pt x="117" y="6"/>
                    </a:cubicBezTo>
                    <a:cubicBezTo>
                      <a:pt x="109" y="6"/>
                      <a:pt x="100" y="15"/>
                      <a:pt x="100" y="15"/>
                    </a:cubicBezTo>
                    <a:cubicBezTo>
                      <a:pt x="84" y="15"/>
                      <a:pt x="75" y="23"/>
                      <a:pt x="67" y="31"/>
                    </a:cubicBezTo>
                    <a:cubicBezTo>
                      <a:pt x="51" y="40"/>
                      <a:pt x="34" y="48"/>
                      <a:pt x="17" y="56"/>
                    </a:cubicBezTo>
                    <a:cubicBezTo>
                      <a:pt x="1" y="81"/>
                      <a:pt x="9" y="114"/>
                      <a:pt x="34" y="122"/>
                    </a:cubicBezTo>
                    <a:lnTo>
                      <a:pt x="67" y="122"/>
                    </a:lnTo>
                    <a:cubicBezTo>
                      <a:pt x="75" y="122"/>
                      <a:pt x="84" y="131"/>
                      <a:pt x="92" y="131"/>
                    </a:cubicBezTo>
                    <a:cubicBezTo>
                      <a:pt x="100" y="131"/>
                      <a:pt x="109" y="122"/>
                      <a:pt x="109" y="122"/>
                    </a:cubicBezTo>
                    <a:lnTo>
                      <a:pt x="133" y="122"/>
                    </a:lnTo>
                    <a:cubicBezTo>
                      <a:pt x="142" y="122"/>
                      <a:pt x="158" y="122"/>
                      <a:pt x="167" y="114"/>
                    </a:cubicBezTo>
                    <a:lnTo>
                      <a:pt x="175" y="106"/>
                    </a:lnTo>
                    <a:cubicBezTo>
                      <a:pt x="183" y="98"/>
                      <a:pt x="191" y="89"/>
                      <a:pt x="191" y="81"/>
                    </a:cubicBezTo>
                    <a:cubicBezTo>
                      <a:pt x="191" y="73"/>
                      <a:pt x="200" y="64"/>
                      <a:pt x="191" y="56"/>
                    </a:cubicBezTo>
                    <a:cubicBezTo>
                      <a:pt x="191" y="48"/>
                      <a:pt x="191" y="40"/>
                      <a:pt x="183" y="31"/>
                    </a:cubicBezTo>
                    <a:cubicBezTo>
                      <a:pt x="183" y="23"/>
                      <a:pt x="175" y="23"/>
                      <a:pt x="175" y="15"/>
                    </a:cubicBezTo>
                    <a:cubicBezTo>
                      <a:pt x="167" y="6"/>
                      <a:pt x="158" y="6"/>
                      <a:pt x="150" y="6"/>
                    </a:cubicBezTo>
                    <a:cubicBezTo>
                      <a:pt x="146" y="2"/>
                      <a:pt x="140" y="0"/>
                      <a:pt x="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0" name="Google Shape;2510;p4"/>
              <p:cNvSpPr/>
              <p:nvPr/>
            </p:nvSpPr>
            <p:spPr>
              <a:xfrm>
                <a:off x="5195525" y="4001500"/>
                <a:ext cx="4375" cy="3550"/>
              </a:xfrm>
              <a:custGeom>
                <a:rect b="b" l="l" r="r" t="t"/>
                <a:pathLst>
                  <a:path extrusionOk="0" h="142" w="175">
                    <a:moveTo>
                      <a:pt x="50" y="1"/>
                    </a:moveTo>
                    <a:cubicBezTo>
                      <a:pt x="42" y="9"/>
                      <a:pt x="34" y="9"/>
                      <a:pt x="26" y="17"/>
                    </a:cubicBezTo>
                    <a:cubicBezTo>
                      <a:pt x="26" y="17"/>
                      <a:pt x="17" y="17"/>
                      <a:pt x="17" y="26"/>
                    </a:cubicBezTo>
                    <a:cubicBezTo>
                      <a:pt x="9" y="34"/>
                      <a:pt x="9" y="42"/>
                      <a:pt x="1" y="50"/>
                    </a:cubicBezTo>
                    <a:cubicBezTo>
                      <a:pt x="1" y="50"/>
                      <a:pt x="1" y="59"/>
                      <a:pt x="1" y="67"/>
                    </a:cubicBezTo>
                    <a:cubicBezTo>
                      <a:pt x="1" y="67"/>
                      <a:pt x="1" y="75"/>
                      <a:pt x="1" y="84"/>
                    </a:cubicBezTo>
                    <a:cubicBezTo>
                      <a:pt x="9" y="92"/>
                      <a:pt x="9" y="100"/>
                      <a:pt x="17" y="100"/>
                    </a:cubicBezTo>
                    <a:cubicBezTo>
                      <a:pt x="17" y="108"/>
                      <a:pt x="26" y="117"/>
                      <a:pt x="34" y="117"/>
                    </a:cubicBezTo>
                    <a:cubicBezTo>
                      <a:pt x="42" y="125"/>
                      <a:pt x="59" y="133"/>
                      <a:pt x="67" y="133"/>
                    </a:cubicBezTo>
                    <a:cubicBezTo>
                      <a:pt x="75" y="133"/>
                      <a:pt x="75" y="142"/>
                      <a:pt x="75" y="142"/>
                    </a:cubicBezTo>
                    <a:lnTo>
                      <a:pt x="108" y="142"/>
                    </a:lnTo>
                    <a:cubicBezTo>
                      <a:pt x="117" y="142"/>
                      <a:pt x="125" y="142"/>
                      <a:pt x="133" y="133"/>
                    </a:cubicBezTo>
                    <a:cubicBezTo>
                      <a:pt x="142" y="133"/>
                      <a:pt x="150" y="125"/>
                      <a:pt x="158" y="117"/>
                    </a:cubicBezTo>
                    <a:lnTo>
                      <a:pt x="166" y="108"/>
                    </a:lnTo>
                    <a:cubicBezTo>
                      <a:pt x="175" y="100"/>
                      <a:pt x="175" y="92"/>
                      <a:pt x="175" y="84"/>
                    </a:cubicBezTo>
                    <a:cubicBezTo>
                      <a:pt x="175" y="75"/>
                      <a:pt x="175" y="67"/>
                      <a:pt x="175" y="67"/>
                    </a:cubicBezTo>
                    <a:cubicBezTo>
                      <a:pt x="175" y="50"/>
                      <a:pt x="175" y="42"/>
                      <a:pt x="166" y="34"/>
                    </a:cubicBezTo>
                    <a:lnTo>
                      <a:pt x="158" y="26"/>
                    </a:lnTo>
                    <a:cubicBezTo>
                      <a:pt x="150" y="17"/>
                      <a:pt x="133" y="9"/>
                      <a:pt x="125" y="9"/>
                    </a:cubicBezTo>
                    <a:cubicBezTo>
                      <a:pt x="125" y="9"/>
                      <a:pt x="117" y="9"/>
                      <a:pt x="1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1" name="Google Shape;2511;p4"/>
              <p:cNvSpPr/>
              <p:nvPr/>
            </p:nvSpPr>
            <p:spPr>
              <a:xfrm>
                <a:off x="5197600" y="3995500"/>
                <a:ext cx="2925" cy="2500"/>
              </a:xfrm>
              <a:custGeom>
                <a:rect b="b" l="l" r="r" t="t"/>
                <a:pathLst>
                  <a:path extrusionOk="0" h="100" w="117">
                    <a:moveTo>
                      <a:pt x="59" y="0"/>
                    </a:moveTo>
                    <a:cubicBezTo>
                      <a:pt x="1" y="0"/>
                      <a:pt x="1" y="100"/>
                      <a:pt x="59" y="100"/>
                    </a:cubicBezTo>
                    <a:cubicBezTo>
                      <a:pt x="117" y="100"/>
                      <a:pt x="117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2" name="Google Shape;2512;p4"/>
              <p:cNvSpPr/>
              <p:nvPr/>
            </p:nvSpPr>
            <p:spPr>
              <a:xfrm>
                <a:off x="5200075" y="4008350"/>
                <a:ext cx="2725" cy="2075"/>
              </a:xfrm>
              <a:custGeom>
                <a:rect b="b" l="l" r="r" t="t"/>
                <a:pathLst>
                  <a:path extrusionOk="0" h="83" w="109">
                    <a:moveTo>
                      <a:pt x="59" y="0"/>
                    </a:moveTo>
                    <a:cubicBezTo>
                      <a:pt x="1" y="0"/>
                      <a:pt x="1" y="83"/>
                      <a:pt x="59" y="83"/>
                    </a:cubicBezTo>
                    <a:cubicBezTo>
                      <a:pt x="109" y="83"/>
                      <a:pt x="109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3" name="Google Shape;2513;p4"/>
              <p:cNvSpPr/>
              <p:nvPr/>
            </p:nvSpPr>
            <p:spPr>
              <a:xfrm>
                <a:off x="5085675" y="3831100"/>
                <a:ext cx="15150" cy="19100"/>
              </a:xfrm>
              <a:custGeom>
                <a:rect b="b" l="l" r="r" t="t"/>
                <a:pathLst>
                  <a:path extrusionOk="0" h="764" w="606">
                    <a:moveTo>
                      <a:pt x="39" y="1"/>
                    </a:moveTo>
                    <a:cubicBezTo>
                      <a:pt x="21" y="1"/>
                      <a:pt x="1" y="20"/>
                      <a:pt x="20" y="39"/>
                    </a:cubicBezTo>
                    <a:cubicBezTo>
                      <a:pt x="61" y="97"/>
                      <a:pt x="103" y="163"/>
                      <a:pt x="152" y="221"/>
                    </a:cubicBezTo>
                    <a:cubicBezTo>
                      <a:pt x="202" y="288"/>
                      <a:pt x="252" y="346"/>
                      <a:pt x="302" y="412"/>
                    </a:cubicBezTo>
                    <a:cubicBezTo>
                      <a:pt x="343" y="478"/>
                      <a:pt x="384" y="545"/>
                      <a:pt x="418" y="611"/>
                    </a:cubicBezTo>
                    <a:cubicBezTo>
                      <a:pt x="459" y="669"/>
                      <a:pt x="484" y="735"/>
                      <a:pt x="558" y="760"/>
                    </a:cubicBezTo>
                    <a:cubicBezTo>
                      <a:pt x="562" y="763"/>
                      <a:pt x="567" y="764"/>
                      <a:pt x="570" y="764"/>
                    </a:cubicBezTo>
                    <a:cubicBezTo>
                      <a:pt x="590" y="764"/>
                      <a:pt x="606" y="732"/>
                      <a:pt x="592" y="719"/>
                    </a:cubicBezTo>
                    <a:cubicBezTo>
                      <a:pt x="558" y="652"/>
                      <a:pt x="517" y="603"/>
                      <a:pt x="484" y="545"/>
                    </a:cubicBezTo>
                    <a:cubicBezTo>
                      <a:pt x="442" y="478"/>
                      <a:pt x="401" y="412"/>
                      <a:pt x="360" y="346"/>
                    </a:cubicBezTo>
                    <a:cubicBezTo>
                      <a:pt x="318" y="288"/>
                      <a:pt x="268" y="230"/>
                      <a:pt x="227" y="172"/>
                    </a:cubicBezTo>
                    <a:cubicBezTo>
                      <a:pt x="169" y="105"/>
                      <a:pt x="119" y="56"/>
                      <a:pt x="53" y="6"/>
                    </a:cubicBezTo>
                    <a:cubicBezTo>
                      <a:pt x="49" y="2"/>
                      <a:pt x="44" y="1"/>
                      <a:pt x="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4" name="Google Shape;2514;p4"/>
              <p:cNvSpPr/>
              <p:nvPr/>
            </p:nvSpPr>
            <p:spPr>
              <a:xfrm>
                <a:off x="5094650" y="3838325"/>
                <a:ext cx="4125" cy="4825"/>
              </a:xfrm>
              <a:custGeom>
                <a:rect b="b" l="l" r="r" t="t"/>
                <a:pathLst>
                  <a:path extrusionOk="0" h="193" w="165">
                    <a:moveTo>
                      <a:pt x="25" y="1"/>
                    </a:moveTo>
                    <a:cubicBezTo>
                      <a:pt x="19" y="1"/>
                      <a:pt x="13" y="3"/>
                      <a:pt x="9" y="7"/>
                    </a:cubicBezTo>
                    <a:cubicBezTo>
                      <a:pt x="1" y="15"/>
                      <a:pt x="1" y="32"/>
                      <a:pt x="9" y="40"/>
                    </a:cubicBezTo>
                    <a:cubicBezTo>
                      <a:pt x="34" y="65"/>
                      <a:pt x="50" y="90"/>
                      <a:pt x="67" y="115"/>
                    </a:cubicBezTo>
                    <a:cubicBezTo>
                      <a:pt x="75" y="131"/>
                      <a:pt x="92" y="140"/>
                      <a:pt x="100" y="156"/>
                    </a:cubicBezTo>
                    <a:cubicBezTo>
                      <a:pt x="117" y="164"/>
                      <a:pt x="125" y="181"/>
                      <a:pt x="133" y="189"/>
                    </a:cubicBezTo>
                    <a:cubicBezTo>
                      <a:pt x="138" y="192"/>
                      <a:pt x="142" y="193"/>
                      <a:pt x="146" y="193"/>
                    </a:cubicBezTo>
                    <a:cubicBezTo>
                      <a:pt x="157" y="193"/>
                      <a:pt x="164" y="185"/>
                      <a:pt x="158" y="173"/>
                    </a:cubicBezTo>
                    <a:cubicBezTo>
                      <a:pt x="150" y="156"/>
                      <a:pt x="141" y="140"/>
                      <a:pt x="133" y="131"/>
                    </a:cubicBezTo>
                    <a:cubicBezTo>
                      <a:pt x="125" y="115"/>
                      <a:pt x="117" y="98"/>
                      <a:pt x="100" y="90"/>
                    </a:cubicBezTo>
                    <a:lnTo>
                      <a:pt x="42" y="7"/>
                    </a:lnTo>
                    <a:cubicBezTo>
                      <a:pt x="38" y="3"/>
                      <a:pt x="32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5" name="Google Shape;2515;p4"/>
              <p:cNvSpPr/>
              <p:nvPr/>
            </p:nvSpPr>
            <p:spPr>
              <a:xfrm>
                <a:off x="4982375" y="3858750"/>
                <a:ext cx="17575" cy="20125"/>
              </a:xfrm>
              <a:custGeom>
                <a:rect b="b" l="l" r="r" t="t"/>
                <a:pathLst>
                  <a:path extrusionOk="0" h="805" w="703">
                    <a:moveTo>
                      <a:pt x="656" y="1"/>
                    </a:moveTo>
                    <a:cubicBezTo>
                      <a:pt x="653" y="1"/>
                      <a:pt x="650" y="1"/>
                      <a:pt x="647" y="2"/>
                    </a:cubicBezTo>
                    <a:cubicBezTo>
                      <a:pt x="490" y="77"/>
                      <a:pt x="349" y="176"/>
                      <a:pt x="241" y="309"/>
                    </a:cubicBezTo>
                    <a:cubicBezTo>
                      <a:pt x="183" y="375"/>
                      <a:pt x="142" y="449"/>
                      <a:pt x="100" y="532"/>
                    </a:cubicBezTo>
                    <a:cubicBezTo>
                      <a:pt x="75" y="565"/>
                      <a:pt x="59" y="607"/>
                      <a:pt x="42" y="648"/>
                    </a:cubicBezTo>
                    <a:cubicBezTo>
                      <a:pt x="26" y="690"/>
                      <a:pt x="1" y="739"/>
                      <a:pt x="17" y="781"/>
                    </a:cubicBezTo>
                    <a:cubicBezTo>
                      <a:pt x="17" y="793"/>
                      <a:pt x="30" y="804"/>
                      <a:pt x="46" y="804"/>
                    </a:cubicBezTo>
                    <a:cubicBezTo>
                      <a:pt x="53" y="804"/>
                      <a:pt x="60" y="802"/>
                      <a:pt x="67" y="797"/>
                    </a:cubicBezTo>
                    <a:cubicBezTo>
                      <a:pt x="100" y="781"/>
                      <a:pt x="117" y="739"/>
                      <a:pt x="125" y="698"/>
                    </a:cubicBezTo>
                    <a:cubicBezTo>
                      <a:pt x="142" y="657"/>
                      <a:pt x="158" y="623"/>
                      <a:pt x="175" y="582"/>
                    </a:cubicBezTo>
                    <a:cubicBezTo>
                      <a:pt x="216" y="507"/>
                      <a:pt x="249" y="433"/>
                      <a:pt x="299" y="367"/>
                    </a:cubicBezTo>
                    <a:cubicBezTo>
                      <a:pt x="399" y="234"/>
                      <a:pt x="531" y="126"/>
                      <a:pt x="672" y="52"/>
                    </a:cubicBezTo>
                    <a:cubicBezTo>
                      <a:pt x="702" y="37"/>
                      <a:pt x="684" y="1"/>
                      <a:pt x="6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6" name="Google Shape;2516;p4"/>
              <p:cNvSpPr/>
              <p:nvPr/>
            </p:nvSpPr>
            <p:spPr>
              <a:xfrm>
                <a:off x="4989025" y="3870500"/>
                <a:ext cx="4575" cy="5450"/>
              </a:xfrm>
              <a:custGeom>
                <a:rect b="b" l="l" r="r" t="t"/>
                <a:pathLst>
                  <a:path extrusionOk="0" h="218" w="183">
                    <a:moveTo>
                      <a:pt x="137" y="0"/>
                    </a:moveTo>
                    <a:cubicBezTo>
                      <a:pt x="126" y="0"/>
                      <a:pt x="116" y="4"/>
                      <a:pt x="108" y="13"/>
                    </a:cubicBezTo>
                    <a:lnTo>
                      <a:pt x="116" y="13"/>
                    </a:lnTo>
                    <a:cubicBezTo>
                      <a:pt x="91" y="37"/>
                      <a:pt x="66" y="62"/>
                      <a:pt x="41" y="87"/>
                    </a:cubicBezTo>
                    <a:cubicBezTo>
                      <a:pt x="41" y="95"/>
                      <a:pt x="33" y="104"/>
                      <a:pt x="33" y="112"/>
                    </a:cubicBezTo>
                    <a:cubicBezTo>
                      <a:pt x="25" y="120"/>
                      <a:pt x="25" y="129"/>
                      <a:pt x="17" y="137"/>
                    </a:cubicBezTo>
                    <a:cubicBezTo>
                      <a:pt x="17" y="145"/>
                      <a:pt x="17" y="153"/>
                      <a:pt x="8" y="162"/>
                    </a:cubicBezTo>
                    <a:cubicBezTo>
                      <a:pt x="8" y="170"/>
                      <a:pt x="8" y="178"/>
                      <a:pt x="8" y="187"/>
                    </a:cubicBezTo>
                    <a:cubicBezTo>
                      <a:pt x="0" y="195"/>
                      <a:pt x="8" y="203"/>
                      <a:pt x="17" y="211"/>
                    </a:cubicBezTo>
                    <a:cubicBezTo>
                      <a:pt x="21" y="216"/>
                      <a:pt x="27" y="218"/>
                      <a:pt x="33" y="218"/>
                    </a:cubicBezTo>
                    <a:cubicBezTo>
                      <a:pt x="39" y="218"/>
                      <a:pt x="46" y="216"/>
                      <a:pt x="50" y="211"/>
                    </a:cubicBezTo>
                    <a:cubicBezTo>
                      <a:pt x="50" y="203"/>
                      <a:pt x="58" y="195"/>
                      <a:pt x="66" y="187"/>
                    </a:cubicBezTo>
                    <a:cubicBezTo>
                      <a:pt x="66" y="187"/>
                      <a:pt x="66" y="178"/>
                      <a:pt x="75" y="178"/>
                    </a:cubicBezTo>
                    <a:cubicBezTo>
                      <a:pt x="75" y="178"/>
                      <a:pt x="75" y="178"/>
                      <a:pt x="75" y="170"/>
                    </a:cubicBezTo>
                    <a:cubicBezTo>
                      <a:pt x="75" y="170"/>
                      <a:pt x="83" y="170"/>
                      <a:pt x="83" y="162"/>
                    </a:cubicBezTo>
                    <a:cubicBezTo>
                      <a:pt x="83" y="162"/>
                      <a:pt x="91" y="153"/>
                      <a:pt x="91" y="153"/>
                    </a:cubicBezTo>
                    <a:cubicBezTo>
                      <a:pt x="99" y="145"/>
                      <a:pt x="99" y="137"/>
                      <a:pt x="108" y="129"/>
                    </a:cubicBezTo>
                    <a:cubicBezTo>
                      <a:pt x="108" y="120"/>
                      <a:pt x="116" y="120"/>
                      <a:pt x="124" y="112"/>
                    </a:cubicBezTo>
                    <a:cubicBezTo>
                      <a:pt x="124" y="104"/>
                      <a:pt x="133" y="104"/>
                      <a:pt x="133" y="95"/>
                    </a:cubicBezTo>
                    <a:cubicBezTo>
                      <a:pt x="141" y="87"/>
                      <a:pt x="149" y="79"/>
                      <a:pt x="166" y="62"/>
                    </a:cubicBezTo>
                    <a:cubicBezTo>
                      <a:pt x="174" y="54"/>
                      <a:pt x="182" y="21"/>
                      <a:pt x="166" y="13"/>
                    </a:cubicBezTo>
                    <a:cubicBezTo>
                      <a:pt x="157" y="4"/>
                      <a:pt x="147" y="0"/>
                      <a:pt x="1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7" name="Google Shape;2517;p4"/>
              <p:cNvSpPr/>
              <p:nvPr/>
            </p:nvSpPr>
            <p:spPr>
              <a:xfrm>
                <a:off x="4980100" y="3884275"/>
                <a:ext cx="2100" cy="4175"/>
              </a:xfrm>
              <a:custGeom>
                <a:rect b="b" l="l" r="r" t="t"/>
                <a:pathLst>
                  <a:path extrusionOk="0" h="167" w="84">
                    <a:moveTo>
                      <a:pt x="59" y="0"/>
                    </a:moveTo>
                    <a:cubicBezTo>
                      <a:pt x="50" y="0"/>
                      <a:pt x="34" y="0"/>
                      <a:pt x="26" y="17"/>
                    </a:cubicBezTo>
                    <a:cubicBezTo>
                      <a:pt x="26" y="33"/>
                      <a:pt x="26" y="42"/>
                      <a:pt x="17" y="50"/>
                    </a:cubicBezTo>
                    <a:cubicBezTo>
                      <a:pt x="17" y="58"/>
                      <a:pt x="17" y="75"/>
                      <a:pt x="17" y="83"/>
                    </a:cubicBezTo>
                    <a:cubicBezTo>
                      <a:pt x="9" y="100"/>
                      <a:pt x="9" y="124"/>
                      <a:pt x="1" y="149"/>
                    </a:cubicBezTo>
                    <a:cubicBezTo>
                      <a:pt x="1" y="160"/>
                      <a:pt x="13" y="167"/>
                      <a:pt x="25" y="167"/>
                    </a:cubicBezTo>
                    <a:cubicBezTo>
                      <a:pt x="32" y="167"/>
                      <a:pt x="39" y="164"/>
                      <a:pt x="42" y="158"/>
                    </a:cubicBezTo>
                    <a:cubicBezTo>
                      <a:pt x="50" y="141"/>
                      <a:pt x="59" y="116"/>
                      <a:pt x="67" y="100"/>
                    </a:cubicBezTo>
                    <a:cubicBezTo>
                      <a:pt x="67" y="83"/>
                      <a:pt x="75" y="75"/>
                      <a:pt x="75" y="66"/>
                    </a:cubicBezTo>
                    <a:cubicBezTo>
                      <a:pt x="75" y="58"/>
                      <a:pt x="84" y="42"/>
                      <a:pt x="84" y="33"/>
                    </a:cubicBezTo>
                    <a:cubicBezTo>
                      <a:pt x="84" y="17"/>
                      <a:pt x="75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8" name="Google Shape;2518;p4"/>
              <p:cNvSpPr/>
              <p:nvPr/>
            </p:nvSpPr>
            <p:spPr>
              <a:xfrm>
                <a:off x="4966325" y="3988700"/>
                <a:ext cx="18775" cy="38325"/>
              </a:xfrm>
              <a:custGeom>
                <a:rect b="b" l="l" r="r" t="t"/>
                <a:pathLst>
                  <a:path extrusionOk="0" h="1533" w="751">
                    <a:moveTo>
                      <a:pt x="28" y="1"/>
                    </a:moveTo>
                    <a:cubicBezTo>
                      <a:pt x="15" y="1"/>
                      <a:pt x="0" y="9"/>
                      <a:pt x="5" y="24"/>
                    </a:cubicBezTo>
                    <a:cubicBezTo>
                      <a:pt x="5" y="181"/>
                      <a:pt x="5" y="330"/>
                      <a:pt x="30" y="480"/>
                    </a:cubicBezTo>
                    <a:cubicBezTo>
                      <a:pt x="46" y="637"/>
                      <a:pt x="88" y="794"/>
                      <a:pt x="146" y="944"/>
                    </a:cubicBezTo>
                    <a:cubicBezTo>
                      <a:pt x="195" y="1076"/>
                      <a:pt x="270" y="1192"/>
                      <a:pt x="361" y="1300"/>
                    </a:cubicBezTo>
                    <a:cubicBezTo>
                      <a:pt x="444" y="1391"/>
                      <a:pt x="560" y="1515"/>
                      <a:pt x="693" y="1532"/>
                    </a:cubicBezTo>
                    <a:cubicBezTo>
                      <a:pt x="695" y="1532"/>
                      <a:pt x="698" y="1533"/>
                      <a:pt x="700" y="1533"/>
                    </a:cubicBezTo>
                    <a:cubicBezTo>
                      <a:pt x="736" y="1533"/>
                      <a:pt x="750" y="1480"/>
                      <a:pt x="742" y="1449"/>
                    </a:cubicBezTo>
                    <a:cubicBezTo>
                      <a:pt x="717" y="1399"/>
                      <a:pt x="668" y="1358"/>
                      <a:pt x="626" y="1316"/>
                    </a:cubicBezTo>
                    <a:cubicBezTo>
                      <a:pt x="577" y="1275"/>
                      <a:pt x="527" y="1225"/>
                      <a:pt x="485" y="1176"/>
                    </a:cubicBezTo>
                    <a:cubicBezTo>
                      <a:pt x="403" y="1076"/>
                      <a:pt x="328" y="968"/>
                      <a:pt x="270" y="852"/>
                    </a:cubicBezTo>
                    <a:cubicBezTo>
                      <a:pt x="204" y="728"/>
                      <a:pt x="162" y="587"/>
                      <a:pt x="137" y="455"/>
                    </a:cubicBezTo>
                    <a:cubicBezTo>
                      <a:pt x="104" y="306"/>
                      <a:pt x="71" y="165"/>
                      <a:pt x="46" y="16"/>
                    </a:cubicBezTo>
                    <a:cubicBezTo>
                      <a:pt x="46" y="5"/>
                      <a:pt x="38" y="1"/>
                      <a:pt x="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9" name="Google Shape;2519;p4"/>
              <p:cNvSpPr/>
              <p:nvPr/>
            </p:nvSpPr>
            <p:spPr>
              <a:xfrm>
                <a:off x="4979700" y="4013200"/>
                <a:ext cx="8500" cy="7875"/>
              </a:xfrm>
              <a:custGeom>
                <a:rect b="b" l="l" r="r" t="t"/>
                <a:pathLst>
                  <a:path extrusionOk="0" h="315" w="340">
                    <a:moveTo>
                      <a:pt x="54" y="1"/>
                    </a:moveTo>
                    <a:cubicBezTo>
                      <a:pt x="44" y="1"/>
                      <a:pt x="33" y="5"/>
                      <a:pt x="25" y="13"/>
                    </a:cubicBezTo>
                    <a:cubicBezTo>
                      <a:pt x="8" y="22"/>
                      <a:pt x="0" y="55"/>
                      <a:pt x="8" y="71"/>
                    </a:cubicBezTo>
                    <a:cubicBezTo>
                      <a:pt x="50" y="121"/>
                      <a:pt x="83" y="162"/>
                      <a:pt x="133" y="204"/>
                    </a:cubicBezTo>
                    <a:cubicBezTo>
                      <a:pt x="149" y="229"/>
                      <a:pt x="174" y="245"/>
                      <a:pt x="199" y="270"/>
                    </a:cubicBezTo>
                    <a:cubicBezTo>
                      <a:pt x="216" y="278"/>
                      <a:pt x="224" y="287"/>
                      <a:pt x="240" y="295"/>
                    </a:cubicBezTo>
                    <a:cubicBezTo>
                      <a:pt x="249" y="303"/>
                      <a:pt x="265" y="312"/>
                      <a:pt x="282" y="312"/>
                    </a:cubicBezTo>
                    <a:cubicBezTo>
                      <a:pt x="286" y="314"/>
                      <a:pt x="291" y="315"/>
                      <a:pt x="297" y="315"/>
                    </a:cubicBezTo>
                    <a:cubicBezTo>
                      <a:pt x="311" y="315"/>
                      <a:pt x="326" y="307"/>
                      <a:pt x="332" y="295"/>
                    </a:cubicBezTo>
                    <a:cubicBezTo>
                      <a:pt x="340" y="278"/>
                      <a:pt x="340" y="262"/>
                      <a:pt x="323" y="245"/>
                    </a:cubicBezTo>
                    <a:cubicBezTo>
                      <a:pt x="315" y="237"/>
                      <a:pt x="307" y="229"/>
                      <a:pt x="298" y="220"/>
                    </a:cubicBezTo>
                    <a:lnTo>
                      <a:pt x="290" y="220"/>
                    </a:lnTo>
                    <a:cubicBezTo>
                      <a:pt x="282" y="212"/>
                      <a:pt x="274" y="196"/>
                      <a:pt x="265" y="187"/>
                    </a:cubicBezTo>
                    <a:cubicBezTo>
                      <a:pt x="240" y="171"/>
                      <a:pt x="224" y="154"/>
                      <a:pt x="199" y="138"/>
                    </a:cubicBezTo>
                    <a:cubicBezTo>
                      <a:pt x="158" y="96"/>
                      <a:pt x="116" y="55"/>
                      <a:pt x="83" y="13"/>
                    </a:cubicBezTo>
                    <a:cubicBezTo>
                      <a:pt x="75" y="5"/>
                      <a:pt x="64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0" name="Google Shape;2520;p4"/>
              <p:cNvSpPr/>
              <p:nvPr/>
            </p:nvSpPr>
            <p:spPr>
              <a:xfrm>
                <a:off x="5132150" y="3909050"/>
                <a:ext cx="7475" cy="8875"/>
              </a:xfrm>
              <a:custGeom>
                <a:rect b="b" l="l" r="r" t="t"/>
                <a:pathLst>
                  <a:path extrusionOk="0" h="355" w="299">
                    <a:moveTo>
                      <a:pt x="40" y="0"/>
                    </a:moveTo>
                    <a:cubicBezTo>
                      <a:pt x="35" y="0"/>
                      <a:pt x="30" y="1"/>
                      <a:pt x="25" y="3"/>
                    </a:cubicBezTo>
                    <a:cubicBezTo>
                      <a:pt x="9" y="12"/>
                      <a:pt x="0" y="37"/>
                      <a:pt x="9" y="61"/>
                    </a:cubicBezTo>
                    <a:cubicBezTo>
                      <a:pt x="42" y="111"/>
                      <a:pt x="83" y="161"/>
                      <a:pt x="116" y="211"/>
                    </a:cubicBezTo>
                    <a:cubicBezTo>
                      <a:pt x="133" y="235"/>
                      <a:pt x="158" y="260"/>
                      <a:pt x="174" y="285"/>
                    </a:cubicBezTo>
                    <a:lnTo>
                      <a:pt x="207" y="318"/>
                    </a:lnTo>
                    <a:cubicBezTo>
                      <a:pt x="224" y="327"/>
                      <a:pt x="232" y="343"/>
                      <a:pt x="249" y="351"/>
                    </a:cubicBezTo>
                    <a:cubicBezTo>
                      <a:pt x="251" y="354"/>
                      <a:pt x="255" y="355"/>
                      <a:pt x="260" y="355"/>
                    </a:cubicBezTo>
                    <a:cubicBezTo>
                      <a:pt x="270" y="355"/>
                      <a:pt x="284" y="349"/>
                      <a:pt x="290" y="343"/>
                    </a:cubicBezTo>
                    <a:cubicBezTo>
                      <a:pt x="299" y="335"/>
                      <a:pt x="299" y="318"/>
                      <a:pt x="290" y="310"/>
                    </a:cubicBezTo>
                    <a:cubicBezTo>
                      <a:pt x="265" y="252"/>
                      <a:pt x="224" y="202"/>
                      <a:pt x="183" y="161"/>
                    </a:cubicBezTo>
                    <a:cubicBezTo>
                      <a:pt x="149" y="111"/>
                      <a:pt x="108" y="61"/>
                      <a:pt x="75" y="20"/>
                    </a:cubicBezTo>
                    <a:cubicBezTo>
                      <a:pt x="69" y="8"/>
                      <a:pt x="54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1" name="Google Shape;2521;p4"/>
              <p:cNvSpPr/>
              <p:nvPr/>
            </p:nvSpPr>
            <p:spPr>
              <a:xfrm>
                <a:off x="5028775" y="4009325"/>
                <a:ext cx="8100" cy="23750"/>
              </a:xfrm>
              <a:custGeom>
                <a:rect b="b" l="l" r="r" t="t"/>
                <a:pathLst>
                  <a:path extrusionOk="0" h="950" w="324">
                    <a:moveTo>
                      <a:pt x="71" y="0"/>
                    </a:moveTo>
                    <a:cubicBezTo>
                      <a:pt x="61" y="0"/>
                      <a:pt x="51" y="7"/>
                      <a:pt x="51" y="19"/>
                    </a:cubicBezTo>
                    <a:cubicBezTo>
                      <a:pt x="26" y="102"/>
                      <a:pt x="1" y="177"/>
                      <a:pt x="9" y="268"/>
                    </a:cubicBezTo>
                    <a:cubicBezTo>
                      <a:pt x="9" y="351"/>
                      <a:pt x="26" y="425"/>
                      <a:pt x="51" y="508"/>
                    </a:cubicBezTo>
                    <a:cubicBezTo>
                      <a:pt x="75" y="583"/>
                      <a:pt x="100" y="665"/>
                      <a:pt x="133" y="740"/>
                    </a:cubicBezTo>
                    <a:cubicBezTo>
                      <a:pt x="158" y="781"/>
                      <a:pt x="175" y="815"/>
                      <a:pt x="200" y="856"/>
                    </a:cubicBezTo>
                    <a:cubicBezTo>
                      <a:pt x="225" y="889"/>
                      <a:pt x="241" y="922"/>
                      <a:pt x="274" y="947"/>
                    </a:cubicBezTo>
                    <a:cubicBezTo>
                      <a:pt x="279" y="949"/>
                      <a:pt x="283" y="949"/>
                      <a:pt x="287" y="949"/>
                    </a:cubicBezTo>
                    <a:cubicBezTo>
                      <a:pt x="307" y="949"/>
                      <a:pt x="324" y="934"/>
                      <a:pt x="324" y="914"/>
                    </a:cubicBezTo>
                    <a:cubicBezTo>
                      <a:pt x="324" y="881"/>
                      <a:pt x="316" y="848"/>
                      <a:pt x="299" y="815"/>
                    </a:cubicBezTo>
                    <a:cubicBezTo>
                      <a:pt x="291" y="773"/>
                      <a:pt x="283" y="740"/>
                      <a:pt x="266" y="699"/>
                    </a:cubicBezTo>
                    <a:lnTo>
                      <a:pt x="266" y="707"/>
                    </a:lnTo>
                    <a:cubicBezTo>
                      <a:pt x="233" y="632"/>
                      <a:pt x="208" y="558"/>
                      <a:pt x="175" y="475"/>
                    </a:cubicBezTo>
                    <a:cubicBezTo>
                      <a:pt x="158" y="409"/>
                      <a:pt x="133" y="334"/>
                      <a:pt x="117" y="259"/>
                    </a:cubicBezTo>
                    <a:cubicBezTo>
                      <a:pt x="109" y="177"/>
                      <a:pt x="84" y="102"/>
                      <a:pt x="92" y="19"/>
                    </a:cubicBezTo>
                    <a:cubicBezTo>
                      <a:pt x="92" y="7"/>
                      <a:pt x="82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2" name="Google Shape;2522;p4"/>
              <p:cNvSpPr/>
              <p:nvPr/>
            </p:nvSpPr>
            <p:spPr>
              <a:xfrm>
                <a:off x="5034375" y="4019975"/>
                <a:ext cx="4725" cy="10650"/>
              </a:xfrm>
              <a:custGeom>
                <a:rect b="b" l="l" r="r" t="t"/>
                <a:pathLst>
                  <a:path extrusionOk="0" h="426" w="189">
                    <a:moveTo>
                      <a:pt x="18" y="1"/>
                    </a:moveTo>
                    <a:cubicBezTo>
                      <a:pt x="9" y="1"/>
                      <a:pt x="1" y="10"/>
                      <a:pt x="1" y="24"/>
                    </a:cubicBezTo>
                    <a:cubicBezTo>
                      <a:pt x="9" y="57"/>
                      <a:pt x="9" y="90"/>
                      <a:pt x="17" y="132"/>
                    </a:cubicBezTo>
                    <a:cubicBezTo>
                      <a:pt x="25" y="165"/>
                      <a:pt x="34" y="190"/>
                      <a:pt x="50" y="223"/>
                    </a:cubicBezTo>
                    <a:cubicBezTo>
                      <a:pt x="59" y="256"/>
                      <a:pt x="67" y="289"/>
                      <a:pt x="83" y="322"/>
                    </a:cubicBezTo>
                    <a:cubicBezTo>
                      <a:pt x="92" y="339"/>
                      <a:pt x="92" y="355"/>
                      <a:pt x="100" y="364"/>
                    </a:cubicBezTo>
                    <a:cubicBezTo>
                      <a:pt x="117" y="389"/>
                      <a:pt x="125" y="397"/>
                      <a:pt x="133" y="413"/>
                    </a:cubicBezTo>
                    <a:cubicBezTo>
                      <a:pt x="139" y="422"/>
                      <a:pt x="148" y="426"/>
                      <a:pt x="156" y="426"/>
                    </a:cubicBezTo>
                    <a:cubicBezTo>
                      <a:pt x="173" y="426"/>
                      <a:pt x="188" y="413"/>
                      <a:pt x="183" y="397"/>
                    </a:cubicBezTo>
                    <a:cubicBezTo>
                      <a:pt x="175" y="380"/>
                      <a:pt x="175" y="364"/>
                      <a:pt x="166" y="347"/>
                    </a:cubicBezTo>
                    <a:cubicBezTo>
                      <a:pt x="166" y="331"/>
                      <a:pt x="158" y="314"/>
                      <a:pt x="150" y="297"/>
                    </a:cubicBezTo>
                    <a:cubicBezTo>
                      <a:pt x="141" y="264"/>
                      <a:pt x="125" y="231"/>
                      <a:pt x="108" y="206"/>
                    </a:cubicBezTo>
                    <a:cubicBezTo>
                      <a:pt x="92" y="173"/>
                      <a:pt x="83" y="140"/>
                      <a:pt x="75" y="107"/>
                    </a:cubicBezTo>
                    <a:cubicBezTo>
                      <a:pt x="59" y="82"/>
                      <a:pt x="42" y="49"/>
                      <a:pt x="34" y="16"/>
                    </a:cubicBezTo>
                    <a:cubicBezTo>
                      <a:pt x="30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3" name="Google Shape;2523;p4"/>
              <p:cNvSpPr/>
              <p:nvPr/>
            </p:nvSpPr>
            <p:spPr>
              <a:xfrm>
                <a:off x="5026925" y="4000450"/>
                <a:ext cx="1875" cy="5425"/>
              </a:xfrm>
              <a:custGeom>
                <a:rect b="b" l="l" r="r" t="t"/>
                <a:pathLst>
                  <a:path extrusionOk="0" h="217" w="75">
                    <a:moveTo>
                      <a:pt x="48" y="1"/>
                    </a:moveTo>
                    <a:cubicBezTo>
                      <a:pt x="42" y="1"/>
                      <a:pt x="37" y="3"/>
                      <a:pt x="33" y="10"/>
                    </a:cubicBezTo>
                    <a:cubicBezTo>
                      <a:pt x="25" y="26"/>
                      <a:pt x="17" y="34"/>
                      <a:pt x="17" y="51"/>
                    </a:cubicBezTo>
                    <a:cubicBezTo>
                      <a:pt x="17" y="59"/>
                      <a:pt x="17" y="68"/>
                      <a:pt x="9" y="68"/>
                    </a:cubicBezTo>
                    <a:cubicBezTo>
                      <a:pt x="9" y="76"/>
                      <a:pt x="9" y="76"/>
                      <a:pt x="9" y="84"/>
                    </a:cubicBezTo>
                    <a:cubicBezTo>
                      <a:pt x="9" y="92"/>
                      <a:pt x="0" y="92"/>
                      <a:pt x="0" y="101"/>
                    </a:cubicBezTo>
                    <a:cubicBezTo>
                      <a:pt x="0" y="101"/>
                      <a:pt x="0" y="109"/>
                      <a:pt x="0" y="117"/>
                    </a:cubicBezTo>
                    <a:lnTo>
                      <a:pt x="0" y="134"/>
                    </a:lnTo>
                    <a:cubicBezTo>
                      <a:pt x="0" y="150"/>
                      <a:pt x="0" y="167"/>
                      <a:pt x="0" y="184"/>
                    </a:cubicBezTo>
                    <a:cubicBezTo>
                      <a:pt x="0" y="200"/>
                      <a:pt x="17" y="217"/>
                      <a:pt x="33" y="217"/>
                    </a:cubicBezTo>
                    <a:cubicBezTo>
                      <a:pt x="58" y="217"/>
                      <a:pt x="75" y="200"/>
                      <a:pt x="75" y="184"/>
                    </a:cubicBezTo>
                    <a:cubicBezTo>
                      <a:pt x="75" y="167"/>
                      <a:pt x="75" y="150"/>
                      <a:pt x="75" y="142"/>
                    </a:cubicBezTo>
                    <a:cubicBezTo>
                      <a:pt x="75" y="126"/>
                      <a:pt x="75" y="109"/>
                      <a:pt x="67" y="92"/>
                    </a:cubicBezTo>
                    <a:lnTo>
                      <a:pt x="67" y="84"/>
                    </a:lnTo>
                    <a:lnTo>
                      <a:pt x="67" y="59"/>
                    </a:lnTo>
                    <a:lnTo>
                      <a:pt x="67" y="18"/>
                    </a:lnTo>
                    <a:cubicBezTo>
                      <a:pt x="67" y="8"/>
                      <a:pt x="57" y="1"/>
                      <a:pt x="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4" name="Google Shape;2524;p4"/>
              <p:cNvSpPr/>
              <p:nvPr/>
            </p:nvSpPr>
            <p:spPr>
              <a:xfrm>
                <a:off x="4900975" y="4100175"/>
                <a:ext cx="11775" cy="6400"/>
              </a:xfrm>
              <a:custGeom>
                <a:rect b="b" l="l" r="r" t="t"/>
                <a:pathLst>
                  <a:path extrusionOk="0" h="256" w="471">
                    <a:moveTo>
                      <a:pt x="36" y="0"/>
                    </a:moveTo>
                    <a:cubicBezTo>
                      <a:pt x="24" y="0"/>
                      <a:pt x="14" y="4"/>
                      <a:pt x="9" y="14"/>
                    </a:cubicBezTo>
                    <a:cubicBezTo>
                      <a:pt x="1" y="31"/>
                      <a:pt x="9" y="56"/>
                      <a:pt x="26" y="64"/>
                    </a:cubicBezTo>
                    <a:cubicBezTo>
                      <a:pt x="92" y="97"/>
                      <a:pt x="150" y="130"/>
                      <a:pt x="224" y="163"/>
                    </a:cubicBezTo>
                    <a:cubicBezTo>
                      <a:pt x="258" y="180"/>
                      <a:pt x="291" y="196"/>
                      <a:pt x="324" y="213"/>
                    </a:cubicBezTo>
                    <a:cubicBezTo>
                      <a:pt x="357" y="221"/>
                      <a:pt x="390" y="238"/>
                      <a:pt x="423" y="254"/>
                    </a:cubicBezTo>
                    <a:cubicBezTo>
                      <a:pt x="426" y="255"/>
                      <a:pt x="429" y="256"/>
                      <a:pt x="432" y="256"/>
                    </a:cubicBezTo>
                    <a:cubicBezTo>
                      <a:pt x="459" y="256"/>
                      <a:pt x="471" y="219"/>
                      <a:pt x="448" y="196"/>
                    </a:cubicBezTo>
                    <a:cubicBezTo>
                      <a:pt x="423" y="180"/>
                      <a:pt x="390" y="163"/>
                      <a:pt x="357" y="147"/>
                    </a:cubicBezTo>
                    <a:cubicBezTo>
                      <a:pt x="324" y="130"/>
                      <a:pt x="291" y="114"/>
                      <a:pt x="258" y="97"/>
                    </a:cubicBezTo>
                    <a:cubicBezTo>
                      <a:pt x="191" y="64"/>
                      <a:pt x="125" y="39"/>
                      <a:pt x="59" y="6"/>
                    </a:cubicBezTo>
                    <a:cubicBezTo>
                      <a:pt x="52" y="2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5" name="Google Shape;2525;p4"/>
              <p:cNvSpPr/>
              <p:nvPr/>
            </p:nvSpPr>
            <p:spPr>
              <a:xfrm>
                <a:off x="4740875" y="4191550"/>
                <a:ext cx="3450" cy="19925"/>
              </a:xfrm>
              <a:custGeom>
                <a:rect b="b" l="l" r="r" t="t"/>
                <a:pathLst>
                  <a:path extrusionOk="0" h="797" w="138">
                    <a:moveTo>
                      <a:pt x="111" y="1"/>
                    </a:moveTo>
                    <a:cubicBezTo>
                      <a:pt x="101" y="1"/>
                      <a:pt x="90" y="8"/>
                      <a:pt x="83" y="21"/>
                    </a:cubicBezTo>
                    <a:cubicBezTo>
                      <a:pt x="58" y="79"/>
                      <a:pt x="33" y="137"/>
                      <a:pt x="25" y="204"/>
                    </a:cubicBezTo>
                    <a:cubicBezTo>
                      <a:pt x="8" y="262"/>
                      <a:pt x="0" y="328"/>
                      <a:pt x="0" y="394"/>
                    </a:cubicBezTo>
                    <a:cubicBezTo>
                      <a:pt x="0" y="460"/>
                      <a:pt x="0" y="527"/>
                      <a:pt x="8" y="585"/>
                    </a:cubicBezTo>
                    <a:cubicBezTo>
                      <a:pt x="8" y="643"/>
                      <a:pt x="8" y="726"/>
                      <a:pt x="41" y="775"/>
                    </a:cubicBezTo>
                    <a:cubicBezTo>
                      <a:pt x="47" y="790"/>
                      <a:pt x="59" y="797"/>
                      <a:pt x="71" y="797"/>
                    </a:cubicBezTo>
                    <a:cubicBezTo>
                      <a:pt x="93" y="797"/>
                      <a:pt x="119" y="777"/>
                      <a:pt x="124" y="750"/>
                    </a:cubicBezTo>
                    <a:cubicBezTo>
                      <a:pt x="124" y="726"/>
                      <a:pt x="116" y="692"/>
                      <a:pt x="108" y="659"/>
                    </a:cubicBezTo>
                    <a:cubicBezTo>
                      <a:pt x="108" y="634"/>
                      <a:pt x="99" y="610"/>
                      <a:pt x="99" y="576"/>
                    </a:cubicBezTo>
                    <a:cubicBezTo>
                      <a:pt x="91" y="518"/>
                      <a:pt x="91" y="460"/>
                      <a:pt x="91" y="394"/>
                    </a:cubicBezTo>
                    <a:cubicBezTo>
                      <a:pt x="91" y="336"/>
                      <a:pt x="99" y="278"/>
                      <a:pt x="108" y="220"/>
                    </a:cubicBezTo>
                    <a:cubicBezTo>
                      <a:pt x="116" y="154"/>
                      <a:pt x="124" y="96"/>
                      <a:pt x="133" y="38"/>
                    </a:cubicBezTo>
                    <a:cubicBezTo>
                      <a:pt x="137" y="14"/>
                      <a:pt x="125" y="1"/>
                      <a:pt x="1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6" name="Google Shape;2526;p4"/>
              <p:cNvSpPr/>
              <p:nvPr/>
            </p:nvSpPr>
            <p:spPr>
              <a:xfrm>
                <a:off x="4744800" y="4198850"/>
                <a:ext cx="1475" cy="4025"/>
              </a:xfrm>
              <a:custGeom>
                <a:rect b="b" l="l" r="r" t="t"/>
                <a:pathLst>
                  <a:path extrusionOk="0" h="161" w="59">
                    <a:moveTo>
                      <a:pt x="38" y="1"/>
                    </a:moveTo>
                    <a:cubicBezTo>
                      <a:pt x="37" y="1"/>
                      <a:pt x="35" y="1"/>
                      <a:pt x="34" y="3"/>
                    </a:cubicBezTo>
                    <a:cubicBezTo>
                      <a:pt x="17" y="3"/>
                      <a:pt x="9" y="11"/>
                      <a:pt x="9" y="19"/>
                    </a:cubicBezTo>
                    <a:cubicBezTo>
                      <a:pt x="9" y="44"/>
                      <a:pt x="9" y="61"/>
                      <a:pt x="9" y="86"/>
                    </a:cubicBezTo>
                    <a:lnTo>
                      <a:pt x="9" y="94"/>
                    </a:lnTo>
                    <a:cubicBezTo>
                      <a:pt x="9" y="102"/>
                      <a:pt x="9" y="102"/>
                      <a:pt x="9" y="110"/>
                    </a:cubicBezTo>
                    <a:cubicBezTo>
                      <a:pt x="9" y="119"/>
                      <a:pt x="9" y="127"/>
                      <a:pt x="0" y="144"/>
                    </a:cubicBezTo>
                    <a:cubicBezTo>
                      <a:pt x="0" y="152"/>
                      <a:pt x="9" y="160"/>
                      <a:pt x="17" y="160"/>
                    </a:cubicBezTo>
                    <a:cubicBezTo>
                      <a:pt x="17" y="160"/>
                      <a:pt x="34" y="160"/>
                      <a:pt x="34" y="152"/>
                    </a:cubicBezTo>
                    <a:cubicBezTo>
                      <a:pt x="42" y="144"/>
                      <a:pt x="42" y="127"/>
                      <a:pt x="50" y="119"/>
                    </a:cubicBezTo>
                    <a:cubicBezTo>
                      <a:pt x="50" y="110"/>
                      <a:pt x="50" y="94"/>
                      <a:pt x="50" y="86"/>
                    </a:cubicBezTo>
                    <a:cubicBezTo>
                      <a:pt x="58" y="61"/>
                      <a:pt x="50" y="44"/>
                      <a:pt x="50" y="19"/>
                    </a:cubicBezTo>
                    <a:cubicBezTo>
                      <a:pt x="50" y="13"/>
                      <a:pt x="45" y="1"/>
                      <a:pt x="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7" name="Google Shape;2527;p4"/>
              <p:cNvSpPr/>
              <p:nvPr/>
            </p:nvSpPr>
            <p:spPr>
              <a:xfrm>
                <a:off x="4754825" y="4247950"/>
                <a:ext cx="41525" cy="92325"/>
              </a:xfrm>
              <a:custGeom>
                <a:rect b="b" l="l" r="r" t="t"/>
                <a:pathLst>
                  <a:path extrusionOk="0" h="3693" w="1661">
                    <a:moveTo>
                      <a:pt x="74" y="1"/>
                    </a:moveTo>
                    <a:cubicBezTo>
                      <a:pt x="59" y="1"/>
                      <a:pt x="42" y="15"/>
                      <a:pt x="47" y="36"/>
                    </a:cubicBezTo>
                    <a:cubicBezTo>
                      <a:pt x="80" y="268"/>
                      <a:pt x="121" y="500"/>
                      <a:pt x="179" y="732"/>
                    </a:cubicBezTo>
                    <a:cubicBezTo>
                      <a:pt x="246" y="964"/>
                      <a:pt x="320" y="1196"/>
                      <a:pt x="403" y="1419"/>
                    </a:cubicBezTo>
                    <a:cubicBezTo>
                      <a:pt x="544" y="1792"/>
                      <a:pt x="718" y="2157"/>
                      <a:pt x="925" y="2505"/>
                    </a:cubicBezTo>
                    <a:cubicBezTo>
                      <a:pt x="826" y="2563"/>
                      <a:pt x="751" y="2645"/>
                      <a:pt x="660" y="2720"/>
                    </a:cubicBezTo>
                    <a:cubicBezTo>
                      <a:pt x="561" y="2803"/>
                      <a:pt x="461" y="2894"/>
                      <a:pt x="370" y="2993"/>
                    </a:cubicBezTo>
                    <a:cubicBezTo>
                      <a:pt x="204" y="3167"/>
                      <a:pt x="55" y="3383"/>
                      <a:pt x="5" y="3631"/>
                    </a:cubicBezTo>
                    <a:cubicBezTo>
                      <a:pt x="0" y="3667"/>
                      <a:pt x="35" y="3693"/>
                      <a:pt x="65" y="3693"/>
                    </a:cubicBezTo>
                    <a:cubicBezTo>
                      <a:pt x="84" y="3693"/>
                      <a:pt x="102" y="3682"/>
                      <a:pt x="105" y="3656"/>
                    </a:cubicBezTo>
                    <a:cubicBezTo>
                      <a:pt x="163" y="3424"/>
                      <a:pt x="304" y="3242"/>
                      <a:pt x="469" y="3085"/>
                    </a:cubicBezTo>
                    <a:cubicBezTo>
                      <a:pt x="561" y="3002"/>
                      <a:pt x="660" y="2927"/>
                      <a:pt x="759" y="2861"/>
                    </a:cubicBezTo>
                    <a:cubicBezTo>
                      <a:pt x="842" y="2795"/>
                      <a:pt x="933" y="2728"/>
                      <a:pt x="1033" y="2687"/>
                    </a:cubicBezTo>
                    <a:cubicBezTo>
                      <a:pt x="1174" y="2911"/>
                      <a:pt x="1331" y="3134"/>
                      <a:pt x="1513" y="3325"/>
                    </a:cubicBezTo>
                    <a:cubicBezTo>
                      <a:pt x="1528" y="3339"/>
                      <a:pt x="1545" y="3346"/>
                      <a:pt x="1562" y="3346"/>
                    </a:cubicBezTo>
                    <a:cubicBezTo>
                      <a:pt x="1612" y="3346"/>
                      <a:pt x="1660" y="3290"/>
                      <a:pt x="1629" y="3234"/>
                    </a:cubicBezTo>
                    <a:cubicBezTo>
                      <a:pt x="1389" y="2844"/>
                      <a:pt x="1116" y="2471"/>
                      <a:pt x="892" y="2066"/>
                    </a:cubicBezTo>
                    <a:lnTo>
                      <a:pt x="900" y="2066"/>
                    </a:lnTo>
                    <a:cubicBezTo>
                      <a:pt x="668" y="1651"/>
                      <a:pt x="478" y="1220"/>
                      <a:pt x="329" y="773"/>
                    </a:cubicBezTo>
                    <a:cubicBezTo>
                      <a:pt x="246" y="524"/>
                      <a:pt x="163" y="276"/>
                      <a:pt x="97" y="19"/>
                    </a:cubicBezTo>
                    <a:cubicBezTo>
                      <a:pt x="93" y="6"/>
                      <a:pt x="84" y="1"/>
                      <a:pt x="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8" name="Google Shape;2528;p4"/>
              <p:cNvSpPr/>
              <p:nvPr/>
            </p:nvSpPr>
            <p:spPr>
              <a:xfrm>
                <a:off x="4790150" y="4318100"/>
                <a:ext cx="6675" cy="8800"/>
              </a:xfrm>
              <a:custGeom>
                <a:rect b="b" l="l" r="r" t="t"/>
                <a:pathLst>
                  <a:path extrusionOk="0" h="352" w="267">
                    <a:moveTo>
                      <a:pt x="52" y="0"/>
                    </a:moveTo>
                    <a:cubicBezTo>
                      <a:pt x="44" y="0"/>
                      <a:pt x="35" y="2"/>
                      <a:pt x="26" y="5"/>
                    </a:cubicBezTo>
                    <a:cubicBezTo>
                      <a:pt x="9" y="13"/>
                      <a:pt x="1" y="47"/>
                      <a:pt x="9" y="63"/>
                    </a:cubicBezTo>
                    <a:cubicBezTo>
                      <a:pt x="34" y="113"/>
                      <a:pt x="59" y="171"/>
                      <a:pt x="92" y="212"/>
                    </a:cubicBezTo>
                    <a:cubicBezTo>
                      <a:pt x="109" y="237"/>
                      <a:pt x="125" y="262"/>
                      <a:pt x="150" y="287"/>
                    </a:cubicBezTo>
                    <a:cubicBezTo>
                      <a:pt x="167" y="303"/>
                      <a:pt x="192" y="328"/>
                      <a:pt x="208" y="345"/>
                    </a:cubicBezTo>
                    <a:cubicBezTo>
                      <a:pt x="216" y="349"/>
                      <a:pt x="225" y="351"/>
                      <a:pt x="232" y="351"/>
                    </a:cubicBezTo>
                    <a:cubicBezTo>
                      <a:pt x="239" y="351"/>
                      <a:pt x="245" y="349"/>
                      <a:pt x="250" y="345"/>
                    </a:cubicBezTo>
                    <a:cubicBezTo>
                      <a:pt x="258" y="337"/>
                      <a:pt x="266" y="320"/>
                      <a:pt x="258" y="303"/>
                    </a:cubicBezTo>
                    <a:cubicBezTo>
                      <a:pt x="241" y="287"/>
                      <a:pt x="233" y="262"/>
                      <a:pt x="216" y="237"/>
                    </a:cubicBezTo>
                    <a:cubicBezTo>
                      <a:pt x="200" y="212"/>
                      <a:pt x="183" y="187"/>
                      <a:pt x="167" y="171"/>
                    </a:cubicBezTo>
                    <a:cubicBezTo>
                      <a:pt x="142" y="121"/>
                      <a:pt x="109" y="71"/>
                      <a:pt x="84" y="22"/>
                    </a:cubicBezTo>
                    <a:cubicBezTo>
                      <a:pt x="79" y="6"/>
                      <a:pt x="67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9" name="Google Shape;2529;p4"/>
              <p:cNvSpPr/>
              <p:nvPr/>
            </p:nvSpPr>
            <p:spPr>
              <a:xfrm>
                <a:off x="4893525" y="4343950"/>
                <a:ext cx="2100" cy="6400"/>
              </a:xfrm>
              <a:custGeom>
                <a:rect b="b" l="l" r="r" t="t"/>
                <a:pathLst>
                  <a:path extrusionOk="0" h="256" w="84">
                    <a:moveTo>
                      <a:pt x="46" y="1"/>
                    </a:moveTo>
                    <a:cubicBezTo>
                      <a:pt x="42" y="1"/>
                      <a:pt x="38" y="3"/>
                      <a:pt x="34" y="7"/>
                    </a:cubicBezTo>
                    <a:cubicBezTo>
                      <a:pt x="25" y="15"/>
                      <a:pt x="17" y="15"/>
                      <a:pt x="17" y="32"/>
                    </a:cubicBezTo>
                    <a:cubicBezTo>
                      <a:pt x="9" y="40"/>
                      <a:pt x="9" y="48"/>
                      <a:pt x="9" y="57"/>
                    </a:cubicBezTo>
                    <a:cubicBezTo>
                      <a:pt x="0" y="73"/>
                      <a:pt x="0" y="90"/>
                      <a:pt x="0" y="115"/>
                    </a:cubicBezTo>
                    <a:cubicBezTo>
                      <a:pt x="0" y="148"/>
                      <a:pt x="0" y="181"/>
                      <a:pt x="9" y="214"/>
                    </a:cubicBezTo>
                    <a:cubicBezTo>
                      <a:pt x="9" y="239"/>
                      <a:pt x="25" y="255"/>
                      <a:pt x="42" y="255"/>
                    </a:cubicBezTo>
                    <a:cubicBezTo>
                      <a:pt x="67" y="255"/>
                      <a:pt x="83" y="239"/>
                      <a:pt x="83" y="214"/>
                    </a:cubicBezTo>
                    <a:cubicBezTo>
                      <a:pt x="83" y="181"/>
                      <a:pt x="83" y="148"/>
                      <a:pt x="83" y="115"/>
                    </a:cubicBezTo>
                    <a:cubicBezTo>
                      <a:pt x="83" y="90"/>
                      <a:pt x="83" y="73"/>
                      <a:pt x="83" y="57"/>
                    </a:cubicBezTo>
                    <a:cubicBezTo>
                      <a:pt x="83" y="48"/>
                      <a:pt x="75" y="40"/>
                      <a:pt x="75" y="32"/>
                    </a:cubicBezTo>
                    <a:cubicBezTo>
                      <a:pt x="75" y="15"/>
                      <a:pt x="67" y="15"/>
                      <a:pt x="58" y="7"/>
                    </a:cubicBezTo>
                    <a:cubicBezTo>
                      <a:pt x="54" y="3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0" name="Google Shape;2530;p4"/>
              <p:cNvSpPr/>
              <p:nvPr/>
            </p:nvSpPr>
            <p:spPr>
              <a:xfrm>
                <a:off x="4806525" y="4171300"/>
                <a:ext cx="12450" cy="42700"/>
              </a:xfrm>
              <a:custGeom>
                <a:rect b="b" l="l" r="r" t="t"/>
                <a:pathLst>
                  <a:path extrusionOk="0" h="1708" w="498">
                    <a:moveTo>
                      <a:pt x="439" y="1"/>
                    </a:moveTo>
                    <a:cubicBezTo>
                      <a:pt x="431" y="1"/>
                      <a:pt x="422" y="4"/>
                      <a:pt x="415" y="11"/>
                    </a:cubicBezTo>
                    <a:lnTo>
                      <a:pt x="415" y="3"/>
                    </a:lnTo>
                    <a:cubicBezTo>
                      <a:pt x="315" y="86"/>
                      <a:pt x="282" y="260"/>
                      <a:pt x="241" y="376"/>
                    </a:cubicBezTo>
                    <a:cubicBezTo>
                      <a:pt x="199" y="525"/>
                      <a:pt x="158" y="666"/>
                      <a:pt x="125" y="815"/>
                    </a:cubicBezTo>
                    <a:cubicBezTo>
                      <a:pt x="83" y="964"/>
                      <a:pt x="50" y="1113"/>
                      <a:pt x="25" y="1254"/>
                    </a:cubicBezTo>
                    <a:cubicBezTo>
                      <a:pt x="17" y="1320"/>
                      <a:pt x="9" y="1386"/>
                      <a:pt x="1" y="1453"/>
                    </a:cubicBezTo>
                    <a:cubicBezTo>
                      <a:pt x="1" y="1536"/>
                      <a:pt x="25" y="1618"/>
                      <a:pt x="34" y="1701"/>
                    </a:cubicBezTo>
                    <a:cubicBezTo>
                      <a:pt x="34" y="1705"/>
                      <a:pt x="36" y="1708"/>
                      <a:pt x="38" y="1708"/>
                    </a:cubicBezTo>
                    <a:cubicBezTo>
                      <a:pt x="40" y="1708"/>
                      <a:pt x="42" y="1705"/>
                      <a:pt x="42" y="1701"/>
                    </a:cubicBezTo>
                    <a:cubicBezTo>
                      <a:pt x="42" y="1618"/>
                      <a:pt x="67" y="1544"/>
                      <a:pt x="83" y="1469"/>
                    </a:cubicBezTo>
                    <a:cubicBezTo>
                      <a:pt x="100" y="1395"/>
                      <a:pt x="116" y="1328"/>
                      <a:pt x="133" y="1254"/>
                    </a:cubicBezTo>
                    <a:cubicBezTo>
                      <a:pt x="166" y="1113"/>
                      <a:pt x="208" y="972"/>
                      <a:pt x="249" y="840"/>
                    </a:cubicBezTo>
                    <a:cubicBezTo>
                      <a:pt x="299" y="699"/>
                      <a:pt x="340" y="558"/>
                      <a:pt x="390" y="417"/>
                    </a:cubicBezTo>
                    <a:cubicBezTo>
                      <a:pt x="406" y="351"/>
                      <a:pt x="431" y="284"/>
                      <a:pt x="456" y="210"/>
                    </a:cubicBezTo>
                    <a:cubicBezTo>
                      <a:pt x="473" y="152"/>
                      <a:pt x="498" y="94"/>
                      <a:pt x="481" y="36"/>
                    </a:cubicBezTo>
                    <a:cubicBezTo>
                      <a:pt x="481" y="18"/>
                      <a:pt x="460" y="1"/>
                      <a:pt x="4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1" name="Google Shape;2531;p4"/>
              <p:cNvSpPr/>
              <p:nvPr/>
            </p:nvSpPr>
            <p:spPr>
              <a:xfrm>
                <a:off x="4806100" y="4175975"/>
                <a:ext cx="5000" cy="8500"/>
              </a:xfrm>
              <a:custGeom>
                <a:rect b="b" l="l" r="r" t="t"/>
                <a:pathLst>
                  <a:path extrusionOk="0" h="340" w="200">
                    <a:moveTo>
                      <a:pt x="165" y="1"/>
                    </a:moveTo>
                    <a:cubicBezTo>
                      <a:pt x="157" y="1"/>
                      <a:pt x="149" y="3"/>
                      <a:pt x="142" y="6"/>
                    </a:cubicBezTo>
                    <a:cubicBezTo>
                      <a:pt x="133" y="15"/>
                      <a:pt x="117" y="23"/>
                      <a:pt x="117" y="31"/>
                    </a:cubicBezTo>
                    <a:cubicBezTo>
                      <a:pt x="109" y="40"/>
                      <a:pt x="100" y="56"/>
                      <a:pt x="100" y="64"/>
                    </a:cubicBezTo>
                    <a:cubicBezTo>
                      <a:pt x="84" y="89"/>
                      <a:pt x="76" y="114"/>
                      <a:pt x="67" y="139"/>
                    </a:cubicBezTo>
                    <a:cubicBezTo>
                      <a:pt x="51" y="189"/>
                      <a:pt x="26" y="230"/>
                      <a:pt x="9" y="280"/>
                    </a:cubicBezTo>
                    <a:cubicBezTo>
                      <a:pt x="1" y="305"/>
                      <a:pt x="18" y="329"/>
                      <a:pt x="42" y="338"/>
                    </a:cubicBezTo>
                    <a:cubicBezTo>
                      <a:pt x="47" y="339"/>
                      <a:pt x="51" y="340"/>
                      <a:pt x="55" y="340"/>
                    </a:cubicBezTo>
                    <a:cubicBezTo>
                      <a:pt x="76" y="340"/>
                      <a:pt x="94" y="325"/>
                      <a:pt x="100" y="305"/>
                    </a:cubicBezTo>
                    <a:cubicBezTo>
                      <a:pt x="117" y="263"/>
                      <a:pt x="142" y="213"/>
                      <a:pt x="158" y="172"/>
                    </a:cubicBezTo>
                    <a:cubicBezTo>
                      <a:pt x="167" y="147"/>
                      <a:pt x="175" y="122"/>
                      <a:pt x="183" y="97"/>
                    </a:cubicBezTo>
                    <a:cubicBezTo>
                      <a:pt x="191" y="89"/>
                      <a:pt x="191" y="73"/>
                      <a:pt x="191" y="64"/>
                    </a:cubicBezTo>
                    <a:cubicBezTo>
                      <a:pt x="200" y="48"/>
                      <a:pt x="191" y="31"/>
                      <a:pt x="191" y="15"/>
                    </a:cubicBezTo>
                    <a:cubicBezTo>
                      <a:pt x="187" y="5"/>
                      <a:pt x="176" y="1"/>
                      <a:pt x="1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2" name="Google Shape;2532;p4"/>
              <p:cNvSpPr/>
              <p:nvPr/>
            </p:nvSpPr>
            <p:spPr>
              <a:xfrm>
                <a:off x="4821450" y="4161075"/>
                <a:ext cx="4375" cy="6875"/>
              </a:xfrm>
              <a:custGeom>
                <a:rect b="b" l="l" r="r" t="t"/>
                <a:pathLst>
                  <a:path extrusionOk="0" h="275" w="175">
                    <a:moveTo>
                      <a:pt x="138" y="1"/>
                    </a:moveTo>
                    <a:cubicBezTo>
                      <a:pt x="130" y="1"/>
                      <a:pt x="122" y="3"/>
                      <a:pt x="116" y="6"/>
                    </a:cubicBezTo>
                    <a:cubicBezTo>
                      <a:pt x="108" y="14"/>
                      <a:pt x="108" y="22"/>
                      <a:pt x="99" y="39"/>
                    </a:cubicBezTo>
                    <a:cubicBezTo>
                      <a:pt x="91" y="47"/>
                      <a:pt x="83" y="56"/>
                      <a:pt x="83" y="64"/>
                    </a:cubicBezTo>
                    <a:cubicBezTo>
                      <a:pt x="83" y="72"/>
                      <a:pt x="75" y="72"/>
                      <a:pt x="75" y="80"/>
                    </a:cubicBezTo>
                    <a:cubicBezTo>
                      <a:pt x="75" y="80"/>
                      <a:pt x="75" y="80"/>
                      <a:pt x="75" y="89"/>
                    </a:cubicBezTo>
                    <a:cubicBezTo>
                      <a:pt x="75" y="97"/>
                      <a:pt x="66" y="97"/>
                      <a:pt x="66" y="105"/>
                    </a:cubicBezTo>
                    <a:cubicBezTo>
                      <a:pt x="50" y="138"/>
                      <a:pt x="33" y="172"/>
                      <a:pt x="8" y="205"/>
                    </a:cubicBezTo>
                    <a:cubicBezTo>
                      <a:pt x="0" y="221"/>
                      <a:pt x="8" y="254"/>
                      <a:pt x="25" y="271"/>
                    </a:cubicBezTo>
                    <a:cubicBezTo>
                      <a:pt x="32" y="273"/>
                      <a:pt x="38" y="274"/>
                      <a:pt x="45" y="274"/>
                    </a:cubicBezTo>
                    <a:cubicBezTo>
                      <a:pt x="62" y="274"/>
                      <a:pt x="79" y="266"/>
                      <a:pt x="91" y="254"/>
                    </a:cubicBezTo>
                    <a:cubicBezTo>
                      <a:pt x="108" y="221"/>
                      <a:pt x="124" y="180"/>
                      <a:pt x="141" y="147"/>
                    </a:cubicBezTo>
                    <a:cubicBezTo>
                      <a:pt x="149" y="130"/>
                      <a:pt x="157" y="114"/>
                      <a:pt x="166" y="89"/>
                    </a:cubicBezTo>
                    <a:cubicBezTo>
                      <a:pt x="174" y="72"/>
                      <a:pt x="174" y="47"/>
                      <a:pt x="166" y="22"/>
                    </a:cubicBezTo>
                    <a:cubicBezTo>
                      <a:pt x="166" y="7"/>
                      <a:pt x="152" y="1"/>
                      <a:pt x="1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3" name="Google Shape;2533;p4"/>
              <p:cNvSpPr/>
              <p:nvPr/>
            </p:nvSpPr>
            <p:spPr>
              <a:xfrm>
                <a:off x="5028150" y="4364600"/>
                <a:ext cx="2725" cy="4250"/>
              </a:xfrm>
              <a:custGeom>
                <a:rect b="b" l="l" r="r" t="t"/>
                <a:pathLst>
                  <a:path extrusionOk="0" h="170" w="109">
                    <a:moveTo>
                      <a:pt x="94" y="0"/>
                    </a:moveTo>
                    <a:cubicBezTo>
                      <a:pt x="88" y="0"/>
                      <a:pt x="82" y="3"/>
                      <a:pt x="76" y="9"/>
                    </a:cubicBezTo>
                    <a:lnTo>
                      <a:pt x="84" y="9"/>
                    </a:lnTo>
                    <a:cubicBezTo>
                      <a:pt x="76" y="18"/>
                      <a:pt x="67" y="26"/>
                      <a:pt x="59" y="34"/>
                    </a:cubicBezTo>
                    <a:cubicBezTo>
                      <a:pt x="59" y="43"/>
                      <a:pt x="51" y="51"/>
                      <a:pt x="42" y="59"/>
                    </a:cubicBezTo>
                    <a:cubicBezTo>
                      <a:pt x="34" y="76"/>
                      <a:pt x="26" y="101"/>
                      <a:pt x="18" y="117"/>
                    </a:cubicBezTo>
                    <a:cubicBezTo>
                      <a:pt x="1" y="134"/>
                      <a:pt x="9" y="159"/>
                      <a:pt x="34" y="167"/>
                    </a:cubicBezTo>
                    <a:cubicBezTo>
                      <a:pt x="37" y="168"/>
                      <a:pt x="40" y="169"/>
                      <a:pt x="44" y="169"/>
                    </a:cubicBezTo>
                    <a:cubicBezTo>
                      <a:pt x="59" y="169"/>
                      <a:pt x="76" y="156"/>
                      <a:pt x="76" y="142"/>
                    </a:cubicBezTo>
                    <a:lnTo>
                      <a:pt x="92" y="84"/>
                    </a:lnTo>
                    <a:cubicBezTo>
                      <a:pt x="100" y="76"/>
                      <a:pt x="100" y="59"/>
                      <a:pt x="100" y="51"/>
                    </a:cubicBezTo>
                    <a:lnTo>
                      <a:pt x="109" y="18"/>
                    </a:lnTo>
                    <a:cubicBezTo>
                      <a:pt x="109" y="7"/>
                      <a:pt x="102" y="0"/>
                      <a:pt x="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4" name="Google Shape;2534;p4"/>
              <p:cNvSpPr/>
              <p:nvPr/>
            </p:nvSpPr>
            <p:spPr>
              <a:xfrm>
                <a:off x="5032300" y="4353225"/>
                <a:ext cx="2925" cy="4575"/>
              </a:xfrm>
              <a:custGeom>
                <a:rect b="b" l="l" r="r" t="t"/>
                <a:pathLst>
                  <a:path extrusionOk="0" h="183" w="117">
                    <a:moveTo>
                      <a:pt x="67" y="0"/>
                    </a:moveTo>
                    <a:cubicBezTo>
                      <a:pt x="59" y="9"/>
                      <a:pt x="42" y="17"/>
                      <a:pt x="42" y="25"/>
                    </a:cubicBezTo>
                    <a:cubicBezTo>
                      <a:pt x="26" y="50"/>
                      <a:pt x="17" y="83"/>
                      <a:pt x="9" y="108"/>
                    </a:cubicBezTo>
                    <a:cubicBezTo>
                      <a:pt x="1" y="125"/>
                      <a:pt x="9" y="141"/>
                      <a:pt x="9" y="150"/>
                    </a:cubicBezTo>
                    <a:cubicBezTo>
                      <a:pt x="17" y="158"/>
                      <a:pt x="26" y="166"/>
                      <a:pt x="34" y="174"/>
                    </a:cubicBezTo>
                    <a:cubicBezTo>
                      <a:pt x="34" y="174"/>
                      <a:pt x="42" y="183"/>
                      <a:pt x="50" y="183"/>
                    </a:cubicBezTo>
                    <a:lnTo>
                      <a:pt x="75" y="183"/>
                    </a:lnTo>
                    <a:cubicBezTo>
                      <a:pt x="84" y="174"/>
                      <a:pt x="84" y="174"/>
                      <a:pt x="92" y="166"/>
                    </a:cubicBezTo>
                    <a:cubicBezTo>
                      <a:pt x="100" y="166"/>
                      <a:pt x="100" y="158"/>
                      <a:pt x="108" y="150"/>
                    </a:cubicBezTo>
                    <a:cubicBezTo>
                      <a:pt x="108" y="141"/>
                      <a:pt x="117" y="133"/>
                      <a:pt x="117" y="125"/>
                    </a:cubicBezTo>
                    <a:cubicBezTo>
                      <a:pt x="117" y="100"/>
                      <a:pt x="117" y="67"/>
                      <a:pt x="117" y="42"/>
                    </a:cubicBezTo>
                    <a:cubicBezTo>
                      <a:pt x="117" y="34"/>
                      <a:pt x="117" y="25"/>
                      <a:pt x="108" y="17"/>
                    </a:cubicBezTo>
                    <a:cubicBezTo>
                      <a:pt x="100" y="9"/>
                      <a:pt x="92" y="9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5" name="Google Shape;2535;p4"/>
              <p:cNvSpPr/>
              <p:nvPr/>
            </p:nvSpPr>
            <p:spPr>
              <a:xfrm>
                <a:off x="5042975" y="4220700"/>
                <a:ext cx="11725" cy="29250"/>
              </a:xfrm>
              <a:custGeom>
                <a:rect b="b" l="l" r="r" t="t"/>
                <a:pathLst>
                  <a:path extrusionOk="0" h="1170" w="469">
                    <a:moveTo>
                      <a:pt x="400" y="1"/>
                    </a:moveTo>
                    <a:cubicBezTo>
                      <a:pt x="387" y="1"/>
                      <a:pt x="376" y="6"/>
                      <a:pt x="369" y="15"/>
                    </a:cubicBezTo>
                    <a:cubicBezTo>
                      <a:pt x="303" y="90"/>
                      <a:pt x="286" y="198"/>
                      <a:pt x="261" y="297"/>
                    </a:cubicBezTo>
                    <a:cubicBezTo>
                      <a:pt x="237" y="388"/>
                      <a:pt x="212" y="479"/>
                      <a:pt x="195" y="579"/>
                    </a:cubicBezTo>
                    <a:cubicBezTo>
                      <a:pt x="170" y="662"/>
                      <a:pt x="145" y="753"/>
                      <a:pt x="121" y="836"/>
                    </a:cubicBezTo>
                    <a:cubicBezTo>
                      <a:pt x="87" y="927"/>
                      <a:pt x="54" y="1026"/>
                      <a:pt x="13" y="1109"/>
                    </a:cubicBezTo>
                    <a:cubicBezTo>
                      <a:pt x="0" y="1134"/>
                      <a:pt x="26" y="1170"/>
                      <a:pt x="51" y="1170"/>
                    </a:cubicBezTo>
                    <a:cubicBezTo>
                      <a:pt x="58" y="1170"/>
                      <a:pt x="65" y="1166"/>
                      <a:pt x="71" y="1159"/>
                    </a:cubicBezTo>
                    <a:cubicBezTo>
                      <a:pt x="129" y="1084"/>
                      <a:pt x="179" y="1010"/>
                      <a:pt x="220" y="927"/>
                    </a:cubicBezTo>
                    <a:cubicBezTo>
                      <a:pt x="253" y="836"/>
                      <a:pt x="286" y="736"/>
                      <a:pt x="311" y="645"/>
                    </a:cubicBezTo>
                    <a:cubicBezTo>
                      <a:pt x="336" y="537"/>
                      <a:pt x="369" y="438"/>
                      <a:pt x="394" y="338"/>
                    </a:cubicBezTo>
                    <a:cubicBezTo>
                      <a:pt x="419" y="247"/>
                      <a:pt x="469" y="131"/>
                      <a:pt x="444" y="32"/>
                    </a:cubicBezTo>
                    <a:cubicBezTo>
                      <a:pt x="439" y="12"/>
                      <a:pt x="418" y="1"/>
                      <a:pt x="4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6" name="Google Shape;2536;p4"/>
              <p:cNvSpPr/>
              <p:nvPr/>
            </p:nvSpPr>
            <p:spPr>
              <a:xfrm>
                <a:off x="5053175" y="4230000"/>
                <a:ext cx="5375" cy="12550"/>
              </a:xfrm>
              <a:custGeom>
                <a:rect b="b" l="l" r="r" t="t"/>
                <a:pathLst>
                  <a:path extrusionOk="0" h="502" w="215">
                    <a:moveTo>
                      <a:pt x="162" y="0"/>
                    </a:moveTo>
                    <a:cubicBezTo>
                      <a:pt x="142" y="0"/>
                      <a:pt x="122" y="11"/>
                      <a:pt x="119" y="33"/>
                    </a:cubicBezTo>
                    <a:cubicBezTo>
                      <a:pt x="102" y="107"/>
                      <a:pt x="85" y="174"/>
                      <a:pt x="69" y="248"/>
                    </a:cubicBezTo>
                    <a:cubicBezTo>
                      <a:pt x="52" y="314"/>
                      <a:pt x="36" y="381"/>
                      <a:pt x="11" y="447"/>
                    </a:cubicBezTo>
                    <a:cubicBezTo>
                      <a:pt x="0" y="479"/>
                      <a:pt x="28" y="501"/>
                      <a:pt x="53" y="501"/>
                    </a:cubicBezTo>
                    <a:cubicBezTo>
                      <a:pt x="67" y="501"/>
                      <a:pt x="80" y="495"/>
                      <a:pt x="85" y="480"/>
                    </a:cubicBezTo>
                    <a:cubicBezTo>
                      <a:pt x="119" y="414"/>
                      <a:pt x="143" y="348"/>
                      <a:pt x="168" y="273"/>
                    </a:cubicBezTo>
                    <a:cubicBezTo>
                      <a:pt x="193" y="198"/>
                      <a:pt x="201" y="124"/>
                      <a:pt x="210" y="49"/>
                    </a:cubicBezTo>
                    <a:cubicBezTo>
                      <a:pt x="214" y="17"/>
                      <a:pt x="188" y="0"/>
                      <a:pt x="1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7" name="Google Shape;2537;p4"/>
              <p:cNvSpPr/>
              <p:nvPr/>
            </p:nvSpPr>
            <p:spPr>
              <a:xfrm>
                <a:off x="4971400" y="4217000"/>
                <a:ext cx="5775" cy="15125"/>
              </a:xfrm>
              <a:custGeom>
                <a:rect b="b" l="l" r="r" t="t"/>
                <a:pathLst>
                  <a:path extrusionOk="0" h="605" w="231">
                    <a:moveTo>
                      <a:pt x="80" y="1"/>
                    </a:moveTo>
                    <a:cubicBezTo>
                      <a:pt x="53" y="1"/>
                      <a:pt x="27" y="18"/>
                      <a:pt x="17" y="47"/>
                    </a:cubicBezTo>
                    <a:cubicBezTo>
                      <a:pt x="1" y="97"/>
                      <a:pt x="17" y="155"/>
                      <a:pt x="26" y="196"/>
                    </a:cubicBezTo>
                    <a:cubicBezTo>
                      <a:pt x="34" y="246"/>
                      <a:pt x="42" y="288"/>
                      <a:pt x="50" y="329"/>
                    </a:cubicBezTo>
                    <a:cubicBezTo>
                      <a:pt x="75" y="420"/>
                      <a:pt x="117" y="503"/>
                      <a:pt x="158" y="586"/>
                    </a:cubicBezTo>
                    <a:cubicBezTo>
                      <a:pt x="164" y="599"/>
                      <a:pt x="173" y="605"/>
                      <a:pt x="184" y="605"/>
                    </a:cubicBezTo>
                    <a:cubicBezTo>
                      <a:pt x="205" y="605"/>
                      <a:pt x="230" y="581"/>
                      <a:pt x="224" y="553"/>
                    </a:cubicBezTo>
                    <a:cubicBezTo>
                      <a:pt x="208" y="470"/>
                      <a:pt x="200" y="379"/>
                      <a:pt x="183" y="296"/>
                    </a:cubicBezTo>
                    <a:cubicBezTo>
                      <a:pt x="175" y="254"/>
                      <a:pt x="166" y="213"/>
                      <a:pt x="158" y="172"/>
                    </a:cubicBezTo>
                    <a:cubicBezTo>
                      <a:pt x="158" y="122"/>
                      <a:pt x="158" y="72"/>
                      <a:pt x="133" y="31"/>
                    </a:cubicBezTo>
                    <a:cubicBezTo>
                      <a:pt x="119" y="10"/>
                      <a:pt x="100" y="1"/>
                      <a:pt x="8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8" name="Google Shape;2538;p4"/>
              <p:cNvSpPr/>
              <p:nvPr/>
            </p:nvSpPr>
            <p:spPr>
              <a:xfrm>
                <a:off x="4976950" y="4217350"/>
                <a:ext cx="2550" cy="8575"/>
              </a:xfrm>
              <a:custGeom>
                <a:rect b="b" l="l" r="r" t="t"/>
                <a:pathLst>
                  <a:path extrusionOk="0" h="343" w="102">
                    <a:moveTo>
                      <a:pt x="44" y="0"/>
                    </a:moveTo>
                    <a:cubicBezTo>
                      <a:pt x="36" y="0"/>
                      <a:pt x="27" y="8"/>
                      <a:pt x="27" y="17"/>
                    </a:cubicBezTo>
                    <a:cubicBezTo>
                      <a:pt x="19" y="33"/>
                      <a:pt x="19" y="42"/>
                      <a:pt x="19" y="58"/>
                    </a:cubicBezTo>
                    <a:lnTo>
                      <a:pt x="19" y="91"/>
                    </a:lnTo>
                    <a:cubicBezTo>
                      <a:pt x="19" y="116"/>
                      <a:pt x="19" y="141"/>
                      <a:pt x="19" y="158"/>
                    </a:cubicBezTo>
                    <a:cubicBezTo>
                      <a:pt x="19" y="207"/>
                      <a:pt x="19" y="249"/>
                      <a:pt x="11" y="298"/>
                    </a:cubicBezTo>
                    <a:cubicBezTo>
                      <a:pt x="1" y="324"/>
                      <a:pt x="24" y="343"/>
                      <a:pt x="46" y="343"/>
                    </a:cubicBezTo>
                    <a:cubicBezTo>
                      <a:pt x="60" y="343"/>
                      <a:pt x="74" y="335"/>
                      <a:pt x="77" y="315"/>
                    </a:cubicBezTo>
                    <a:cubicBezTo>
                      <a:pt x="94" y="265"/>
                      <a:pt x="102" y="216"/>
                      <a:pt x="102" y="166"/>
                    </a:cubicBezTo>
                    <a:cubicBezTo>
                      <a:pt x="102" y="108"/>
                      <a:pt x="94" y="50"/>
                      <a:pt x="60" y="8"/>
                    </a:cubicBezTo>
                    <a:cubicBezTo>
                      <a:pt x="60" y="8"/>
                      <a:pt x="52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9" name="Google Shape;2539;p4"/>
              <p:cNvSpPr/>
              <p:nvPr/>
            </p:nvSpPr>
            <p:spPr>
              <a:xfrm>
                <a:off x="4912775" y="4150850"/>
                <a:ext cx="8725" cy="36550"/>
              </a:xfrm>
              <a:custGeom>
                <a:rect b="b" l="l" r="r" t="t"/>
                <a:pathLst>
                  <a:path extrusionOk="0" h="1462" w="349">
                    <a:moveTo>
                      <a:pt x="104" y="0"/>
                    </a:moveTo>
                    <a:cubicBezTo>
                      <a:pt x="87" y="0"/>
                      <a:pt x="71" y="11"/>
                      <a:pt x="67" y="34"/>
                    </a:cubicBezTo>
                    <a:cubicBezTo>
                      <a:pt x="1" y="257"/>
                      <a:pt x="51" y="514"/>
                      <a:pt x="125" y="738"/>
                    </a:cubicBezTo>
                    <a:cubicBezTo>
                      <a:pt x="142" y="788"/>
                      <a:pt x="167" y="837"/>
                      <a:pt x="183" y="887"/>
                    </a:cubicBezTo>
                    <a:cubicBezTo>
                      <a:pt x="216" y="953"/>
                      <a:pt x="233" y="1011"/>
                      <a:pt x="216" y="1086"/>
                    </a:cubicBezTo>
                    <a:cubicBezTo>
                      <a:pt x="208" y="1144"/>
                      <a:pt x="200" y="1194"/>
                      <a:pt x="200" y="1252"/>
                    </a:cubicBezTo>
                    <a:cubicBezTo>
                      <a:pt x="208" y="1310"/>
                      <a:pt x="216" y="1376"/>
                      <a:pt x="233" y="1434"/>
                    </a:cubicBezTo>
                    <a:cubicBezTo>
                      <a:pt x="236" y="1453"/>
                      <a:pt x="248" y="1461"/>
                      <a:pt x="262" y="1461"/>
                    </a:cubicBezTo>
                    <a:cubicBezTo>
                      <a:pt x="282" y="1461"/>
                      <a:pt x="304" y="1442"/>
                      <a:pt x="299" y="1417"/>
                    </a:cubicBezTo>
                    <a:cubicBezTo>
                      <a:pt x="266" y="1285"/>
                      <a:pt x="316" y="1177"/>
                      <a:pt x="332" y="1045"/>
                    </a:cubicBezTo>
                    <a:cubicBezTo>
                      <a:pt x="349" y="929"/>
                      <a:pt x="291" y="837"/>
                      <a:pt x="258" y="738"/>
                    </a:cubicBezTo>
                    <a:cubicBezTo>
                      <a:pt x="216" y="630"/>
                      <a:pt x="192" y="514"/>
                      <a:pt x="175" y="398"/>
                    </a:cubicBezTo>
                    <a:cubicBezTo>
                      <a:pt x="158" y="282"/>
                      <a:pt x="158" y="158"/>
                      <a:pt x="150" y="42"/>
                    </a:cubicBezTo>
                    <a:cubicBezTo>
                      <a:pt x="146" y="15"/>
                      <a:pt x="124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0" name="Google Shape;2540;p4"/>
              <p:cNvSpPr/>
              <p:nvPr/>
            </p:nvSpPr>
            <p:spPr>
              <a:xfrm>
                <a:off x="4913000" y="4141525"/>
                <a:ext cx="2925" cy="7475"/>
              </a:xfrm>
              <a:custGeom>
                <a:rect b="b" l="l" r="r" t="t"/>
                <a:pathLst>
                  <a:path extrusionOk="0" h="299" w="117">
                    <a:moveTo>
                      <a:pt x="72" y="0"/>
                    </a:moveTo>
                    <a:cubicBezTo>
                      <a:pt x="64" y="0"/>
                      <a:pt x="56" y="3"/>
                      <a:pt x="50" y="9"/>
                    </a:cubicBezTo>
                    <a:cubicBezTo>
                      <a:pt x="42" y="26"/>
                      <a:pt x="33" y="34"/>
                      <a:pt x="25" y="42"/>
                    </a:cubicBezTo>
                    <a:cubicBezTo>
                      <a:pt x="25" y="50"/>
                      <a:pt x="25" y="67"/>
                      <a:pt x="25" y="75"/>
                    </a:cubicBezTo>
                    <a:cubicBezTo>
                      <a:pt x="17" y="92"/>
                      <a:pt x="17" y="108"/>
                      <a:pt x="9" y="125"/>
                    </a:cubicBezTo>
                    <a:cubicBezTo>
                      <a:pt x="0" y="166"/>
                      <a:pt x="9" y="208"/>
                      <a:pt x="9" y="249"/>
                    </a:cubicBezTo>
                    <a:cubicBezTo>
                      <a:pt x="9" y="274"/>
                      <a:pt x="33" y="299"/>
                      <a:pt x="58" y="299"/>
                    </a:cubicBezTo>
                    <a:cubicBezTo>
                      <a:pt x="83" y="299"/>
                      <a:pt x="116" y="282"/>
                      <a:pt x="108" y="249"/>
                    </a:cubicBezTo>
                    <a:cubicBezTo>
                      <a:pt x="108" y="216"/>
                      <a:pt x="108" y="175"/>
                      <a:pt x="108" y="142"/>
                    </a:cubicBezTo>
                    <a:cubicBezTo>
                      <a:pt x="108" y="125"/>
                      <a:pt x="108" y="108"/>
                      <a:pt x="108" y="92"/>
                    </a:cubicBezTo>
                    <a:cubicBezTo>
                      <a:pt x="108" y="84"/>
                      <a:pt x="108" y="75"/>
                      <a:pt x="108" y="75"/>
                    </a:cubicBezTo>
                    <a:cubicBezTo>
                      <a:pt x="108" y="75"/>
                      <a:pt x="108" y="70"/>
                      <a:pt x="108" y="67"/>
                    </a:cubicBezTo>
                    <a:cubicBezTo>
                      <a:pt x="108" y="59"/>
                      <a:pt x="108" y="50"/>
                      <a:pt x="108" y="50"/>
                    </a:cubicBezTo>
                    <a:cubicBezTo>
                      <a:pt x="108" y="42"/>
                      <a:pt x="108" y="34"/>
                      <a:pt x="108" y="26"/>
                    </a:cubicBezTo>
                    <a:cubicBezTo>
                      <a:pt x="103" y="9"/>
                      <a:pt x="87" y="0"/>
                      <a:pt x="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1" name="Google Shape;2541;p4"/>
              <p:cNvSpPr/>
              <p:nvPr/>
            </p:nvSpPr>
            <p:spPr>
              <a:xfrm>
                <a:off x="5090925" y="4178775"/>
                <a:ext cx="6025" cy="26575"/>
              </a:xfrm>
              <a:custGeom>
                <a:rect b="b" l="l" r="r" t="t"/>
                <a:pathLst>
                  <a:path extrusionOk="0" h="1063" w="241">
                    <a:moveTo>
                      <a:pt x="112" y="1"/>
                    </a:moveTo>
                    <a:cubicBezTo>
                      <a:pt x="108" y="1"/>
                      <a:pt x="104" y="1"/>
                      <a:pt x="100" y="2"/>
                    </a:cubicBezTo>
                    <a:cubicBezTo>
                      <a:pt x="58" y="19"/>
                      <a:pt x="58" y="68"/>
                      <a:pt x="58" y="101"/>
                    </a:cubicBezTo>
                    <a:cubicBezTo>
                      <a:pt x="50" y="151"/>
                      <a:pt x="50" y="201"/>
                      <a:pt x="58" y="251"/>
                    </a:cubicBezTo>
                    <a:cubicBezTo>
                      <a:pt x="67" y="342"/>
                      <a:pt x="67" y="433"/>
                      <a:pt x="58" y="524"/>
                    </a:cubicBezTo>
                    <a:cubicBezTo>
                      <a:pt x="50" y="615"/>
                      <a:pt x="34" y="715"/>
                      <a:pt x="17" y="806"/>
                    </a:cubicBezTo>
                    <a:cubicBezTo>
                      <a:pt x="9" y="847"/>
                      <a:pt x="0" y="897"/>
                      <a:pt x="9" y="938"/>
                    </a:cubicBezTo>
                    <a:cubicBezTo>
                      <a:pt x="9" y="980"/>
                      <a:pt x="42" y="1013"/>
                      <a:pt x="50" y="1054"/>
                    </a:cubicBezTo>
                    <a:cubicBezTo>
                      <a:pt x="53" y="1060"/>
                      <a:pt x="60" y="1063"/>
                      <a:pt x="67" y="1063"/>
                    </a:cubicBezTo>
                    <a:cubicBezTo>
                      <a:pt x="81" y="1063"/>
                      <a:pt x="94" y="1054"/>
                      <a:pt x="83" y="1038"/>
                    </a:cubicBezTo>
                    <a:cubicBezTo>
                      <a:pt x="67" y="1005"/>
                      <a:pt x="100" y="930"/>
                      <a:pt x="108" y="905"/>
                    </a:cubicBezTo>
                    <a:cubicBezTo>
                      <a:pt x="125" y="855"/>
                      <a:pt x="150" y="814"/>
                      <a:pt x="166" y="773"/>
                    </a:cubicBezTo>
                    <a:cubicBezTo>
                      <a:pt x="199" y="681"/>
                      <a:pt x="216" y="582"/>
                      <a:pt x="224" y="483"/>
                    </a:cubicBezTo>
                    <a:cubicBezTo>
                      <a:pt x="232" y="391"/>
                      <a:pt x="241" y="300"/>
                      <a:pt x="224" y="201"/>
                    </a:cubicBezTo>
                    <a:cubicBezTo>
                      <a:pt x="216" y="154"/>
                      <a:pt x="193" y="1"/>
                      <a:pt x="1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2" name="Google Shape;2542;p4"/>
              <p:cNvSpPr/>
              <p:nvPr/>
            </p:nvSpPr>
            <p:spPr>
              <a:xfrm>
                <a:off x="5090300" y="4154950"/>
                <a:ext cx="2525" cy="13825"/>
              </a:xfrm>
              <a:custGeom>
                <a:rect b="b" l="l" r="r" t="t"/>
                <a:pathLst>
                  <a:path extrusionOk="0" h="553" w="101">
                    <a:moveTo>
                      <a:pt x="42" y="0"/>
                    </a:moveTo>
                    <a:cubicBezTo>
                      <a:pt x="32" y="0"/>
                      <a:pt x="21" y="6"/>
                      <a:pt x="17" y="19"/>
                    </a:cubicBezTo>
                    <a:cubicBezTo>
                      <a:pt x="9" y="60"/>
                      <a:pt x="9" y="102"/>
                      <a:pt x="9" y="143"/>
                    </a:cubicBezTo>
                    <a:cubicBezTo>
                      <a:pt x="1" y="185"/>
                      <a:pt x="9" y="226"/>
                      <a:pt x="9" y="267"/>
                    </a:cubicBezTo>
                    <a:cubicBezTo>
                      <a:pt x="17" y="350"/>
                      <a:pt x="25" y="441"/>
                      <a:pt x="34" y="524"/>
                    </a:cubicBezTo>
                    <a:cubicBezTo>
                      <a:pt x="38" y="542"/>
                      <a:pt x="56" y="552"/>
                      <a:pt x="73" y="552"/>
                    </a:cubicBezTo>
                    <a:cubicBezTo>
                      <a:pt x="87" y="552"/>
                      <a:pt x="100" y="544"/>
                      <a:pt x="100" y="524"/>
                    </a:cubicBezTo>
                    <a:lnTo>
                      <a:pt x="100" y="267"/>
                    </a:lnTo>
                    <a:cubicBezTo>
                      <a:pt x="100" y="226"/>
                      <a:pt x="100" y="185"/>
                      <a:pt x="92" y="143"/>
                    </a:cubicBezTo>
                    <a:cubicBezTo>
                      <a:pt x="92" y="118"/>
                      <a:pt x="83" y="102"/>
                      <a:pt x="83" y="85"/>
                    </a:cubicBezTo>
                    <a:cubicBezTo>
                      <a:pt x="75" y="60"/>
                      <a:pt x="75" y="44"/>
                      <a:pt x="67" y="19"/>
                    </a:cubicBezTo>
                    <a:cubicBezTo>
                      <a:pt x="63" y="6"/>
                      <a:pt x="52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3" name="Google Shape;2543;p4"/>
              <p:cNvSpPr/>
              <p:nvPr/>
            </p:nvSpPr>
            <p:spPr>
              <a:xfrm>
                <a:off x="4912875" y="4305075"/>
                <a:ext cx="4275" cy="21950"/>
              </a:xfrm>
              <a:custGeom>
                <a:rect b="b" l="l" r="r" t="t"/>
                <a:pathLst>
                  <a:path extrusionOk="0" h="878" w="171">
                    <a:moveTo>
                      <a:pt x="71" y="1"/>
                    </a:moveTo>
                    <a:cubicBezTo>
                      <a:pt x="59" y="1"/>
                      <a:pt x="48" y="7"/>
                      <a:pt x="38" y="21"/>
                    </a:cubicBezTo>
                    <a:cubicBezTo>
                      <a:pt x="5" y="79"/>
                      <a:pt x="22" y="153"/>
                      <a:pt x="22" y="220"/>
                    </a:cubicBezTo>
                    <a:cubicBezTo>
                      <a:pt x="30" y="286"/>
                      <a:pt x="30" y="352"/>
                      <a:pt x="30" y="418"/>
                    </a:cubicBezTo>
                    <a:cubicBezTo>
                      <a:pt x="30" y="485"/>
                      <a:pt x="22" y="551"/>
                      <a:pt x="22" y="626"/>
                    </a:cubicBezTo>
                    <a:cubicBezTo>
                      <a:pt x="14" y="692"/>
                      <a:pt x="14" y="758"/>
                      <a:pt x="5" y="833"/>
                    </a:cubicBezTo>
                    <a:cubicBezTo>
                      <a:pt x="1" y="863"/>
                      <a:pt x="23" y="877"/>
                      <a:pt x="48" y="877"/>
                    </a:cubicBezTo>
                    <a:cubicBezTo>
                      <a:pt x="72" y="877"/>
                      <a:pt x="97" y="865"/>
                      <a:pt x="105" y="841"/>
                    </a:cubicBezTo>
                    <a:cubicBezTo>
                      <a:pt x="121" y="775"/>
                      <a:pt x="138" y="708"/>
                      <a:pt x="154" y="642"/>
                    </a:cubicBezTo>
                    <a:cubicBezTo>
                      <a:pt x="163" y="568"/>
                      <a:pt x="163" y="493"/>
                      <a:pt x="171" y="418"/>
                    </a:cubicBezTo>
                    <a:cubicBezTo>
                      <a:pt x="171" y="352"/>
                      <a:pt x="171" y="278"/>
                      <a:pt x="163" y="211"/>
                    </a:cubicBezTo>
                    <a:cubicBezTo>
                      <a:pt x="154" y="145"/>
                      <a:pt x="154" y="62"/>
                      <a:pt x="96" y="12"/>
                    </a:cubicBezTo>
                    <a:cubicBezTo>
                      <a:pt x="89" y="5"/>
                      <a:pt x="80" y="1"/>
                      <a:pt x="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4" name="Google Shape;2544;p4"/>
              <p:cNvSpPr/>
              <p:nvPr/>
            </p:nvSpPr>
            <p:spPr>
              <a:xfrm>
                <a:off x="4913400" y="4289700"/>
                <a:ext cx="4175" cy="11350"/>
              </a:xfrm>
              <a:custGeom>
                <a:rect b="b" l="l" r="r" t="t"/>
                <a:pathLst>
                  <a:path extrusionOk="0" h="454" w="167">
                    <a:moveTo>
                      <a:pt x="121" y="1"/>
                    </a:moveTo>
                    <a:cubicBezTo>
                      <a:pt x="115" y="1"/>
                      <a:pt x="108" y="2"/>
                      <a:pt x="100" y="6"/>
                    </a:cubicBezTo>
                    <a:cubicBezTo>
                      <a:pt x="75" y="23"/>
                      <a:pt x="59" y="64"/>
                      <a:pt x="42" y="97"/>
                    </a:cubicBezTo>
                    <a:cubicBezTo>
                      <a:pt x="26" y="130"/>
                      <a:pt x="17" y="164"/>
                      <a:pt x="17" y="197"/>
                    </a:cubicBezTo>
                    <a:cubicBezTo>
                      <a:pt x="1" y="271"/>
                      <a:pt x="1" y="346"/>
                      <a:pt x="17" y="420"/>
                    </a:cubicBezTo>
                    <a:cubicBezTo>
                      <a:pt x="17" y="437"/>
                      <a:pt x="42" y="454"/>
                      <a:pt x="67" y="454"/>
                    </a:cubicBezTo>
                    <a:cubicBezTo>
                      <a:pt x="84" y="445"/>
                      <a:pt x="109" y="429"/>
                      <a:pt x="109" y="404"/>
                    </a:cubicBezTo>
                    <a:cubicBezTo>
                      <a:pt x="100" y="346"/>
                      <a:pt x="109" y="288"/>
                      <a:pt x="125" y="230"/>
                    </a:cubicBezTo>
                    <a:cubicBezTo>
                      <a:pt x="133" y="197"/>
                      <a:pt x="142" y="172"/>
                      <a:pt x="150" y="139"/>
                    </a:cubicBezTo>
                    <a:cubicBezTo>
                      <a:pt x="150" y="106"/>
                      <a:pt x="167" y="72"/>
                      <a:pt x="167" y="39"/>
                    </a:cubicBezTo>
                    <a:cubicBezTo>
                      <a:pt x="160" y="20"/>
                      <a:pt x="144" y="1"/>
                      <a:pt x="1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5" name="Google Shape;2545;p4"/>
              <p:cNvSpPr/>
              <p:nvPr/>
            </p:nvSpPr>
            <p:spPr>
              <a:xfrm>
                <a:off x="5058300" y="4306400"/>
                <a:ext cx="13600" cy="18575"/>
              </a:xfrm>
              <a:custGeom>
                <a:rect b="b" l="l" r="r" t="t"/>
                <a:pathLst>
                  <a:path extrusionOk="0" h="743" w="544">
                    <a:moveTo>
                      <a:pt x="464" y="1"/>
                    </a:moveTo>
                    <a:cubicBezTo>
                      <a:pt x="454" y="1"/>
                      <a:pt x="444" y="3"/>
                      <a:pt x="436" y="9"/>
                    </a:cubicBezTo>
                    <a:cubicBezTo>
                      <a:pt x="411" y="17"/>
                      <a:pt x="386" y="51"/>
                      <a:pt x="378" y="75"/>
                    </a:cubicBezTo>
                    <a:cubicBezTo>
                      <a:pt x="320" y="175"/>
                      <a:pt x="270" y="274"/>
                      <a:pt x="212" y="374"/>
                    </a:cubicBezTo>
                    <a:cubicBezTo>
                      <a:pt x="146" y="481"/>
                      <a:pt x="88" y="589"/>
                      <a:pt x="13" y="689"/>
                    </a:cubicBezTo>
                    <a:cubicBezTo>
                      <a:pt x="1" y="713"/>
                      <a:pt x="25" y="742"/>
                      <a:pt x="48" y="742"/>
                    </a:cubicBezTo>
                    <a:cubicBezTo>
                      <a:pt x="56" y="742"/>
                      <a:pt x="64" y="739"/>
                      <a:pt x="71" y="730"/>
                    </a:cubicBezTo>
                    <a:cubicBezTo>
                      <a:pt x="104" y="689"/>
                      <a:pt x="137" y="647"/>
                      <a:pt x="179" y="606"/>
                    </a:cubicBezTo>
                    <a:cubicBezTo>
                      <a:pt x="212" y="564"/>
                      <a:pt x="253" y="523"/>
                      <a:pt x="286" y="481"/>
                    </a:cubicBezTo>
                    <a:cubicBezTo>
                      <a:pt x="353" y="390"/>
                      <a:pt x="411" y="299"/>
                      <a:pt x="469" y="200"/>
                    </a:cubicBezTo>
                    <a:cubicBezTo>
                      <a:pt x="494" y="150"/>
                      <a:pt x="543" y="84"/>
                      <a:pt x="510" y="26"/>
                    </a:cubicBezTo>
                    <a:cubicBezTo>
                      <a:pt x="499" y="10"/>
                      <a:pt x="482" y="1"/>
                      <a:pt x="4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6" name="Google Shape;2546;p4"/>
              <p:cNvSpPr/>
              <p:nvPr/>
            </p:nvSpPr>
            <p:spPr>
              <a:xfrm>
                <a:off x="5074025" y="4249925"/>
                <a:ext cx="10300" cy="43800"/>
              </a:xfrm>
              <a:custGeom>
                <a:rect b="b" l="l" r="r" t="t"/>
                <a:pathLst>
                  <a:path extrusionOk="0" h="1752" w="412">
                    <a:moveTo>
                      <a:pt x="393" y="1"/>
                    </a:moveTo>
                    <a:cubicBezTo>
                      <a:pt x="389" y="1"/>
                      <a:pt x="386" y="3"/>
                      <a:pt x="386" y="6"/>
                    </a:cubicBezTo>
                    <a:cubicBezTo>
                      <a:pt x="337" y="147"/>
                      <a:pt x="320" y="296"/>
                      <a:pt x="287" y="437"/>
                    </a:cubicBezTo>
                    <a:cubicBezTo>
                      <a:pt x="254" y="578"/>
                      <a:pt x="221" y="711"/>
                      <a:pt x="188" y="851"/>
                    </a:cubicBezTo>
                    <a:cubicBezTo>
                      <a:pt x="154" y="992"/>
                      <a:pt x="130" y="1133"/>
                      <a:pt x="96" y="1266"/>
                    </a:cubicBezTo>
                    <a:cubicBezTo>
                      <a:pt x="63" y="1415"/>
                      <a:pt x="38" y="1564"/>
                      <a:pt x="5" y="1705"/>
                    </a:cubicBezTo>
                    <a:cubicBezTo>
                      <a:pt x="1" y="1734"/>
                      <a:pt x="24" y="1751"/>
                      <a:pt x="46" y="1751"/>
                    </a:cubicBezTo>
                    <a:cubicBezTo>
                      <a:pt x="61" y="1751"/>
                      <a:pt x="76" y="1742"/>
                      <a:pt x="80" y="1721"/>
                    </a:cubicBezTo>
                    <a:cubicBezTo>
                      <a:pt x="121" y="1581"/>
                      <a:pt x="171" y="1448"/>
                      <a:pt x="204" y="1299"/>
                    </a:cubicBezTo>
                    <a:cubicBezTo>
                      <a:pt x="237" y="1158"/>
                      <a:pt x="270" y="1009"/>
                      <a:pt x="295" y="868"/>
                    </a:cubicBezTo>
                    <a:cubicBezTo>
                      <a:pt x="320" y="727"/>
                      <a:pt x="345" y="586"/>
                      <a:pt x="362" y="445"/>
                    </a:cubicBezTo>
                    <a:cubicBezTo>
                      <a:pt x="378" y="305"/>
                      <a:pt x="411" y="155"/>
                      <a:pt x="403" y="15"/>
                    </a:cubicBezTo>
                    <a:cubicBezTo>
                      <a:pt x="403" y="5"/>
                      <a:pt x="397" y="1"/>
                      <a:pt x="3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7" name="Google Shape;2547;p4"/>
              <p:cNvSpPr/>
              <p:nvPr/>
            </p:nvSpPr>
            <p:spPr>
              <a:xfrm>
                <a:off x="5084700" y="4238675"/>
                <a:ext cx="1275" cy="3750"/>
              </a:xfrm>
              <a:custGeom>
                <a:rect b="b" l="l" r="r" t="t"/>
                <a:pathLst>
                  <a:path extrusionOk="0" h="150" w="51">
                    <a:moveTo>
                      <a:pt x="34" y="1"/>
                    </a:moveTo>
                    <a:cubicBezTo>
                      <a:pt x="26" y="1"/>
                      <a:pt x="17" y="1"/>
                      <a:pt x="17" y="9"/>
                    </a:cubicBezTo>
                    <a:cubicBezTo>
                      <a:pt x="9" y="34"/>
                      <a:pt x="9" y="50"/>
                      <a:pt x="9" y="67"/>
                    </a:cubicBezTo>
                    <a:cubicBezTo>
                      <a:pt x="1" y="92"/>
                      <a:pt x="1" y="108"/>
                      <a:pt x="1" y="133"/>
                    </a:cubicBezTo>
                    <a:cubicBezTo>
                      <a:pt x="1" y="141"/>
                      <a:pt x="9" y="150"/>
                      <a:pt x="9" y="150"/>
                    </a:cubicBezTo>
                    <a:cubicBezTo>
                      <a:pt x="17" y="150"/>
                      <a:pt x="34" y="141"/>
                      <a:pt x="34" y="133"/>
                    </a:cubicBezTo>
                    <a:cubicBezTo>
                      <a:pt x="34" y="117"/>
                      <a:pt x="42" y="92"/>
                      <a:pt x="42" y="75"/>
                    </a:cubicBezTo>
                    <a:cubicBezTo>
                      <a:pt x="42" y="50"/>
                      <a:pt x="51" y="34"/>
                      <a:pt x="51" y="17"/>
                    </a:cubicBezTo>
                    <a:cubicBezTo>
                      <a:pt x="51" y="9"/>
                      <a:pt x="42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8" name="Google Shape;2548;p4"/>
              <p:cNvSpPr/>
              <p:nvPr/>
            </p:nvSpPr>
            <p:spPr>
              <a:xfrm>
                <a:off x="4877375" y="4667450"/>
                <a:ext cx="24675" cy="11000"/>
              </a:xfrm>
              <a:custGeom>
                <a:rect b="b" l="l" r="r" t="t"/>
                <a:pathLst>
                  <a:path extrusionOk="0" h="440" w="987">
                    <a:moveTo>
                      <a:pt x="845" y="1"/>
                    </a:moveTo>
                    <a:cubicBezTo>
                      <a:pt x="721" y="9"/>
                      <a:pt x="580" y="34"/>
                      <a:pt x="472" y="108"/>
                    </a:cubicBezTo>
                    <a:cubicBezTo>
                      <a:pt x="406" y="150"/>
                      <a:pt x="356" y="224"/>
                      <a:pt x="282" y="266"/>
                    </a:cubicBezTo>
                    <a:cubicBezTo>
                      <a:pt x="216" y="307"/>
                      <a:pt x="141" y="332"/>
                      <a:pt x="66" y="340"/>
                    </a:cubicBezTo>
                    <a:cubicBezTo>
                      <a:pt x="0" y="340"/>
                      <a:pt x="0" y="440"/>
                      <a:pt x="66" y="440"/>
                    </a:cubicBezTo>
                    <a:cubicBezTo>
                      <a:pt x="207" y="440"/>
                      <a:pt x="340" y="390"/>
                      <a:pt x="439" y="299"/>
                    </a:cubicBezTo>
                    <a:cubicBezTo>
                      <a:pt x="497" y="249"/>
                      <a:pt x="539" y="199"/>
                      <a:pt x="597" y="166"/>
                    </a:cubicBezTo>
                    <a:cubicBezTo>
                      <a:pt x="655" y="133"/>
                      <a:pt x="729" y="125"/>
                      <a:pt x="796" y="117"/>
                    </a:cubicBezTo>
                    <a:cubicBezTo>
                      <a:pt x="837" y="108"/>
                      <a:pt x="953" y="117"/>
                      <a:pt x="970" y="59"/>
                    </a:cubicBezTo>
                    <a:cubicBezTo>
                      <a:pt x="986" y="1"/>
                      <a:pt x="887" y="1"/>
                      <a:pt x="8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9" name="Google Shape;2549;p4"/>
              <p:cNvSpPr/>
              <p:nvPr/>
            </p:nvSpPr>
            <p:spPr>
              <a:xfrm>
                <a:off x="4904300" y="4661525"/>
                <a:ext cx="23325" cy="5825"/>
              </a:xfrm>
              <a:custGeom>
                <a:rect b="b" l="l" r="r" t="t"/>
                <a:pathLst>
                  <a:path extrusionOk="0" h="233" w="933">
                    <a:moveTo>
                      <a:pt x="884" y="0"/>
                    </a:moveTo>
                    <a:cubicBezTo>
                      <a:pt x="877" y="0"/>
                      <a:pt x="869" y="2"/>
                      <a:pt x="862" y="6"/>
                    </a:cubicBezTo>
                    <a:cubicBezTo>
                      <a:pt x="821" y="30"/>
                      <a:pt x="763" y="39"/>
                      <a:pt x="713" y="47"/>
                    </a:cubicBezTo>
                    <a:cubicBezTo>
                      <a:pt x="638" y="55"/>
                      <a:pt x="572" y="64"/>
                      <a:pt x="506" y="72"/>
                    </a:cubicBezTo>
                    <a:cubicBezTo>
                      <a:pt x="431" y="88"/>
                      <a:pt x="357" y="97"/>
                      <a:pt x="274" y="105"/>
                    </a:cubicBezTo>
                    <a:cubicBezTo>
                      <a:pt x="199" y="113"/>
                      <a:pt x="125" y="130"/>
                      <a:pt x="50" y="155"/>
                    </a:cubicBezTo>
                    <a:cubicBezTo>
                      <a:pt x="0" y="163"/>
                      <a:pt x="17" y="229"/>
                      <a:pt x="58" y="229"/>
                    </a:cubicBezTo>
                    <a:cubicBezTo>
                      <a:pt x="86" y="229"/>
                      <a:pt x="117" y="233"/>
                      <a:pt x="147" y="233"/>
                    </a:cubicBezTo>
                    <a:cubicBezTo>
                      <a:pt x="162" y="233"/>
                      <a:pt x="177" y="232"/>
                      <a:pt x="191" y="229"/>
                    </a:cubicBezTo>
                    <a:cubicBezTo>
                      <a:pt x="232" y="229"/>
                      <a:pt x="274" y="221"/>
                      <a:pt x="315" y="221"/>
                    </a:cubicBezTo>
                    <a:cubicBezTo>
                      <a:pt x="398" y="213"/>
                      <a:pt x="489" y="204"/>
                      <a:pt x="572" y="204"/>
                    </a:cubicBezTo>
                    <a:cubicBezTo>
                      <a:pt x="696" y="188"/>
                      <a:pt x="870" y="188"/>
                      <a:pt x="920" y="47"/>
                    </a:cubicBezTo>
                    <a:cubicBezTo>
                      <a:pt x="933" y="21"/>
                      <a:pt x="910" y="0"/>
                      <a:pt x="8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0" name="Google Shape;2550;p4"/>
              <p:cNvSpPr/>
              <p:nvPr/>
            </p:nvSpPr>
            <p:spPr>
              <a:xfrm>
                <a:off x="4728425" y="4347175"/>
                <a:ext cx="24850" cy="31900"/>
              </a:xfrm>
              <a:custGeom>
                <a:rect b="b" l="l" r="r" t="t"/>
                <a:pathLst>
                  <a:path extrusionOk="0" h="1276" w="994">
                    <a:moveTo>
                      <a:pt x="943" y="0"/>
                    </a:moveTo>
                    <a:cubicBezTo>
                      <a:pt x="938" y="0"/>
                      <a:pt x="933" y="1"/>
                      <a:pt x="929" y="2"/>
                    </a:cubicBezTo>
                    <a:cubicBezTo>
                      <a:pt x="829" y="60"/>
                      <a:pt x="763" y="193"/>
                      <a:pt x="705" y="284"/>
                    </a:cubicBezTo>
                    <a:cubicBezTo>
                      <a:pt x="639" y="392"/>
                      <a:pt x="564" y="499"/>
                      <a:pt x="490" y="599"/>
                    </a:cubicBezTo>
                    <a:cubicBezTo>
                      <a:pt x="341" y="814"/>
                      <a:pt x="191" y="1021"/>
                      <a:pt x="26" y="1212"/>
                    </a:cubicBezTo>
                    <a:cubicBezTo>
                      <a:pt x="1" y="1237"/>
                      <a:pt x="23" y="1276"/>
                      <a:pt x="49" y="1276"/>
                    </a:cubicBezTo>
                    <a:cubicBezTo>
                      <a:pt x="58" y="1276"/>
                      <a:pt x="67" y="1272"/>
                      <a:pt x="75" y="1262"/>
                    </a:cubicBezTo>
                    <a:cubicBezTo>
                      <a:pt x="258" y="1079"/>
                      <a:pt x="440" y="889"/>
                      <a:pt x="597" y="682"/>
                    </a:cubicBezTo>
                    <a:cubicBezTo>
                      <a:pt x="672" y="582"/>
                      <a:pt x="747" y="483"/>
                      <a:pt x="821" y="375"/>
                    </a:cubicBezTo>
                    <a:cubicBezTo>
                      <a:pt x="887" y="276"/>
                      <a:pt x="987" y="160"/>
                      <a:pt x="987" y="35"/>
                    </a:cubicBezTo>
                    <a:cubicBezTo>
                      <a:pt x="994" y="15"/>
                      <a:pt x="967" y="0"/>
                      <a:pt x="9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1" name="Google Shape;2551;p4"/>
              <p:cNvSpPr/>
              <p:nvPr/>
            </p:nvSpPr>
            <p:spPr>
              <a:xfrm>
                <a:off x="4761375" y="4312800"/>
                <a:ext cx="7275" cy="7200"/>
              </a:xfrm>
              <a:custGeom>
                <a:rect b="b" l="l" r="r" t="t"/>
                <a:pathLst>
                  <a:path extrusionOk="0" h="288" w="291">
                    <a:moveTo>
                      <a:pt x="242" y="0"/>
                    </a:moveTo>
                    <a:cubicBezTo>
                      <a:pt x="231" y="0"/>
                      <a:pt x="220" y="5"/>
                      <a:pt x="216" y="10"/>
                    </a:cubicBezTo>
                    <a:cubicBezTo>
                      <a:pt x="191" y="27"/>
                      <a:pt x="174" y="35"/>
                      <a:pt x="158" y="51"/>
                    </a:cubicBezTo>
                    <a:cubicBezTo>
                      <a:pt x="149" y="68"/>
                      <a:pt x="133" y="85"/>
                      <a:pt x="116" y="101"/>
                    </a:cubicBezTo>
                    <a:cubicBezTo>
                      <a:pt x="83" y="134"/>
                      <a:pt x="50" y="167"/>
                      <a:pt x="25" y="201"/>
                    </a:cubicBezTo>
                    <a:cubicBezTo>
                      <a:pt x="9" y="217"/>
                      <a:pt x="0" y="250"/>
                      <a:pt x="25" y="275"/>
                    </a:cubicBezTo>
                    <a:cubicBezTo>
                      <a:pt x="33" y="283"/>
                      <a:pt x="46" y="288"/>
                      <a:pt x="58" y="288"/>
                    </a:cubicBezTo>
                    <a:cubicBezTo>
                      <a:pt x="71" y="288"/>
                      <a:pt x="83" y="283"/>
                      <a:pt x="91" y="275"/>
                    </a:cubicBezTo>
                    <a:cubicBezTo>
                      <a:pt x="125" y="242"/>
                      <a:pt x="158" y="209"/>
                      <a:pt x="183" y="176"/>
                    </a:cubicBezTo>
                    <a:cubicBezTo>
                      <a:pt x="199" y="151"/>
                      <a:pt x="216" y="134"/>
                      <a:pt x="232" y="118"/>
                    </a:cubicBezTo>
                    <a:cubicBezTo>
                      <a:pt x="249" y="101"/>
                      <a:pt x="257" y="76"/>
                      <a:pt x="274" y="60"/>
                    </a:cubicBezTo>
                    <a:cubicBezTo>
                      <a:pt x="290" y="43"/>
                      <a:pt x="282" y="18"/>
                      <a:pt x="265" y="10"/>
                    </a:cubicBezTo>
                    <a:cubicBezTo>
                      <a:pt x="258" y="3"/>
                      <a:pt x="250" y="0"/>
                      <a:pt x="2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2" name="Google Shape;2552;p4"/>
              <p:cNvSpPr/>
              <p:nvPr/>
            </p:nvSpPr>
            <p:spPr>
              <a:xfrm>
                <a:off x="4759300" y="4371125"/>
                <a:ext cx="8300" cy="11400"/>
              </a:xfrm>
              <a:custGeom>
                <a:rect b="b" l="l" r="r" t="t"/>
                <a:pathLst>
                  <a:path extrusionOk="0" h="456" w="332">
                    <a:moveTo>
                      <a:pt x="258" y="0"/>
                    </a:moveTo>
                    <a:cubicBezTo>
                      <a:pt x="239" y="0"/>
                      <a:pt x="218" y="6"/>
                      <a:pt x="208" y="22"/>
                    </a:cubicBezTo>
                    <a:cubicBezTo>
                      <a:pt x="199" y="38"/>
                      <a:pt x="183" y="55"/>
                      <a:pt x="174" y="72"/>
                    </a:cubicBezTo>
                    <a:cubicBezTo>
                      <a:pt x="158" y="88"/>
                      <a:pt x="150" y="105"/>
                      <a:pt x="141" y="130"/>
                    </a:cubicBezTo>
                    <a:cubicBezTo>
                      <a:pt x="133" y="138"/>
                      <a:pt x="133" y="154"/>
                      <a:pt x="125" y="171"/>
                    </a:cubicBezTo>
                    <a:cubicBezTo>
                      <a:pt x="125" y="171"/>
                      <a:pt x="125" y="179"/>
                      <a:pt x="125" y="179"/>
                    </a:cubicBezTo>
                    <a:cubicBezTo>
                      <a:pt x="116" y="188"/>
                      <a:pt x="116" y="196"/>
                      <a:pt x="108" y="204"/>
                    </a:cubicBezTo>
                    <a:cubicBezTo>
                      <a:pt x="108" y="212"/>
                      <a:pt x="100" y="221"/>
                      <a:pt x="100" y="229"/>
                    </a:cubicBezTo>
                    <a:cubicBezTo>
                      <a:pt x="100" y="229"/>
                      <a:pt x="100" y="237"/>
                      <a:pt x="100" y="237"/>
                    </a:cubicBezTo>
                    <a:cubicBezTo>
                      <a:pt x="92" y="237"/>
                      <a:pt x="92" y="246"/>
                      <a:pt x="92" y="246"/>
                    </a:cubicBezTo>
                    <a:cubicBezTo>
                      <a:pt x="83" y="262"/>
                      <a:pt x="75" y="279"/>
                      <a:pt x="67" y="287"/>
                    </a:cubicBezTo>
                    <a:cubicBezTo>
                      <a:pt x="50" y="320"/>
                      <a:pt x="34" y="345"/>
                      <a:pt x="17" y="370"/>
                    </a:cubicBezTo>
                    <a:cubicBezTo>
                      <a:pt x="0" y="395"/>
                      <a:pt x="9" y="428"/>
                      <a:pt x="25" y="444"/>
                    </a:cubicBezTo>
                    <a:cubicBezTo>
                      <a:pt x="36" y="452"/>
                      <a:pt x="49" y="456"/>
                      <a:pt x="62" y="456"/>
                    </a:cubicBezTo>
                    <a:cubicBezTo>
                      <a:pt x="77" y="456"/>
                      <a:pt x="91" y="450"/>
                      <a:pt x="100" y="436"/>
                    </a:cubicBezTo>
                    <a:cubicBezTo>
                      <a:pt x="125" y="411"/>
                      <a:pt x="150" y="386"/>
                      <a:pt x="166" y="362"/>
                    </a:cubicBezTo>
                    <a:cubicBezTo>
                      <a:pt x="191" y="337"/>
                      <a:pt x="216" y="304"/>
                      <a:pt x="241" y="279"/>
                    </a:cubicBezTo>
                    <a:cubicBezTo>
                      <a:pt x="257" y="254"/>
                      <a:pt x="282" y="221"/>
                      <a:pt x="299" y="196"/>
                    </a:cubicBezTo>
                    <a:cubicBezTo>
                      <a:pt x="315" y="154"/>
                      <a:pt x="324" y="113"/>
                      <a:pt x="332" y="72"/>
                    </a:cubicBezTo>
                    <a:cubicBezTo>
                      <a:pt x="332" y="38"/>
                      <a:pt x="315" y="14"/>
                      <a:pt x="290" y="5"/>
                    </a:cubicBezTo>
                    <a:cubicBezTo>
                      <a:pt x="281" y="2"/>
                      <a:pt x="270" y="0"/>
                      <a:pt x="2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3" name="Google Shape;2553;p4"/>
              <p:cNvSpPr/>
              <p:nvPr/>
            </p:nvSpPr>
            <p:spPr>
              <a:xfrm>
                <a:off x="4772350" y="4357975"/>
                <a:ext cx="6225" cy="7775"/>
              </a:xfrm>
              <a:custGeom>
                <a:rect b="b" l="l" r="r" t="t"/>
                <a:pathLst>
                  <a:path extrusionOk="0" h="311" w="249">
                    <a:moveTo>
                      <a:pt x="196" y="0"/>
                    </a:moveTo>
                    <a:cubicBezTo>
                      <a:pt x="181" y="0"/>
                      <a:pt x="168" y="7"/>
                      <a:pt x="158" y="18"/>
                    </a:cubicBezTo>
                    <a:lnTo>
                      <a:pt x="150" y="18"/>
                    </a:lnTo>
                    <a:cubicBezTo>
                      <a:pt x="141" y="26"/>
                      <a:pt x="133" y="42"/>
                      <a:pt x="116" y="51"/>
                    </a:cubicBezTo>
                    <a:cubicBezTo>
                      <a:pt x="67" y="100"/>
                      <a:pt x="34" y="167"/>
                      <a:pt x="9" y="233"/>
                    </a:cubicBezTo>
                    <a:cubicBezTo>
                      <a:pt x="0" y="241"/>
                      <a:pt x="9" y="266"/>
                      <a:pt x="17" y="283"/>
                    </a:cubicBezTo>
                    <a:cubicBezTo>
                      <a:pt x="25" y="291"/>
                      <a:pt x="34" y="299"/>
                      <a:pt x="42" y="308"/>
                    </a:cubicBezTo>
                    <a:cubicBezTo>
                      <a:pt x="48" y="310"/>
                      <a:pt x="55" y="311"/>
                      <a:pt x="63" y="311"/>
                    </a:cubicBezTo>
                    <a:cubicBezTo>
                      <a:pt x="85" y="311"/>
                      <a:pt x="110" y="301"/>
                      <a:pt x="116" y="283"/>
                    </a:cubicBezTo>
                    <a:cubicBezTo>
                      <a:pt x="141" y="233"/>
                      <a:pt x="166" y="192"/>
                      <a:pt x="199" y="150"/>
                    </a:cubicBezTo>
                    <a:lnTo>
                      <a:pt x="199" y="150"/>
                    </a:lnTo>
                    <a:lnTo>
                      <a:pt x="191" y="167"/>
                    </a:lnTo>
                    <a:cubicBezTo>
                      <a:pt x="199" y="150"/>
                      <a:pt x="208" y="134"/>
                      <a:pt x="224" y="117"/>
                    </a:cubicBezTo>
                    <a:cubicBezTo>
                      <a:pt x="232" y="100"/>
                      <a:pt x="249" y="84"/>
                      <a:pt x="249" y="59"/>
                    </a:cubicBezTo>
                    <a:cubicBezTo>
                      <a:pt x="249" y="34"/>
                      <a:pt x="241" y="18"/>
                      <a:pt x="224" y="9"/>
                    </a:cubicBezTo>
                    <a:cubicBezTo>
                      <a:pt x="215" y="3"/>
                      <a:pt x="205" y="0"/>
                      <a:pt x="1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4" name="Google Shape;2554;p4"/>
              <p:cNvSpPr/>
              <p:nvPr/>
            </p:nvSpPr>
            <p:spPr>
              <a:xfrm>
                <a:off x="4713525" y="4408325"/>
                <a:ext cx="5200" cy="16375"/>
              </a:xfrm>
              <a:custGeom>
                <a:rect b="b" l="l" r="r" t="t"/>
                <a:pathLst>
                  <a:path extrusionOk="0" h="655" w="208">
                    <a:moveTo>
                      <a:pt x="158" y="0"/>
                    </a:moveTo>
                    <a:cubicBezTo>
                      <a:pt x="125" y="0"/>
                      <a:pt x="108" y="25"/>
                      <a:pt x="108" y="50"/>
                    </a:cubicBezTo>
                    <a:cubicBezTo>
                      <a:pt x="83" y="241"/>
                      <a:pt x="33" y="423"/>
                      <a:pt x="0" y="605"/>
                    </a:cubicBezTo>
                    <a:cubicBezTo>
                      <a:pt x="0" y="622"/>
                      <a:pt x="9" y="647"/>
                      <a:pt x="25" y="655"/>
                    </a:cubicBezTo>
                    <a:cubicBezTo>
                      <a:pt x="42" y="655"/>
                      <a:pt x="67" y="655"/>
                      <a:pt x="75" y="630"/>
                    </a:cubicBezTo>
                    <a:cubicBezTo>
                      <a:pt x="158" y="448"/>
                      <a:pt x="183" y="249"/>
                      <a:pt x="207" y="50"/>
                    </a:cubicBezTo>
                    <a:cubicBezTo>
                      <a:pt x="207" y="25"/>
                      <a:pt x="183" y="0"/>
                      <a:pt x="1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5" name="Google Shape;2555;p4"/>
              <p:cNvSpPr/>
              <p:nvPr/>
            </p:nvSpPr>
            <p:spPr>
              <a:xfrm>
                <a:off x="4755350" y="4224450"/>
                <a:ext cx="2725" cy="8850"/>
              </a:xfrm>
              <a:custGeom>
                <a:rect b="b" l="l" r="r" t="t"/>
                <a:pathLst>
                  <a:path extrusionOk="0" h="354" w="109">
                    <a:moveTo>
                      <a:pt x="72" y="1"/>
                    </a:moveTo>
                    <a:cubicBezTo>
                      <a:pt x="67" y="1"/>
                      <a:pt x="62" y="3"/>
                      <a:pt x="59" y="6"/>
                    </a:cubicBezTo>
                    <a:cubicBezTo>
                      <a:pt x="42" y="23"/>
                      <a:pt x="42" y="31"/>
                      <a:pt x="34" y="48"/>
                    </a:cubicBezTo>
                    <a:cubicBezTo>
                      <a:pt x="26" y="56"/>
                      <a:pt x="26" y="72"/>
                      <a:pt x="26" y="81"/>
                    </a:cubicBezTo>
                    <a:cubicBezTo>
                      <a:pt x="18" y="106"/>
                      <a:pt x="9" y="139"/>
                      <a:pt x="9" y="164"/>
                    </a:cubicBezTo>
                    <a:cubicBezTo>
                      <a:pt x="9" y="188"/>
                      <a:pt x="9" y="213"/>
                      <a:pt x="9" y="238"/>
                    </a:cubicBezTo>
                    <a:cubicBezTo>
                      <a:pt x="9" y="263"/>
                      <a:pt x="9" y="296"/>
                      <a:pt x="9" y="321"/>
                    </a:cubicBezTo>
                    <a:lnTo>
                      <a:pt x="1" y="321"/>
                    </a:lnTo>
                    <a:cubicBezTo>
                      <a:pt x="1" y="340"/>
                      <a:pt x="23" y="354"/>
                      <a:pt x="42" y="354"/>
                    </a:cubicBezTo>
                    <a:cubicBezTo>
                      <a:pt x="56" y="354"/>
                      <a:pt x="67" y="347"/>
                      <a:pt x="67" y="329"/>
                    </a:cubicBezTo>
                    <a:cubicBezTo>
                      <a:pt x="76" y="304"/>
                      <a:pt x="76" y="280"/>
                      <a:pt x="84" y="246"/>
                    </a:cubicBezTo>
                    <a:cubicBezTo>
                      <a:pt x="84" y="222"/>
                      <a:pt x="92" y="197"/>
                      <a:pt x="100" y="172"/>
                    </a:cubicBezTo>
                    <a:cubicBezTo>
                      <a:pt x="109" y="147"/>
                      <a:pt x="109" y="122"/>
                      <a:pt x="109" y="97"/>
                    </a:cubicBezTo>
                    <a:cubicBezTo>
                      <a:pt x="109" y="64"/>
                      <a:pt x="100" y="39"/>
                      <a:pt x="92" y="14"/>
                    </a:cubicBezTo>
                    <a:cubicBezTo>
                      <a:pt x="87" y="5"/>
                      <a:pt x="80" y="1"/>
                      <a:pt x="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6" name="Google Shape;2556;p4"/>
              <p:cNvSpPr/>
              <p:nvPr/>
            </p:nvSpPr>
            <p:spPr>
              <a:xfrm>
                <a:off x="4757425" y="4215900"/>
                <a:ext cx="2925" cy="3325"/>
              </a:xfrm>
              <a:custGeom>
                <a:rect b="b" l="l" r="r" t="t"/>
                <a:pathLst>
                  <a:path extrusionOk="0" h="133" w="117">
                    <a:moveTo>
                      <a:pt x="75" y="0"/>
                    </a:moveTo>
                    <a:cubicBezTo>
                      <a:pt x="67" y="0"/>
                      <a:pt x="67" y="8"/>
                      <a:pt x="59" y="8"/>
                    </a:cubicBezTo>
                    <a:cubicBezTo>
                      <a:pt x="51" y="17"/>
                      <a:pt x="42" y="25"/>
                      <a:pt x="42" y="25"/>
                    </a:cubicBezTo>
                    <a:lnTo>
                      <a:pt x="17" y="50"/>
                    </a:lnTo>
                    <a:cubicBezTo>
                      <a:pt x="9" y="58"/>
                      <a:pt x="1" y="83"/>
                      <a:pt x="9" y="100"/>
                    </a:cubicBezTo>
                    <a:cubicBezTo>
                      <a:pt x="9" y="108"/>
                      <a:pt x="17" y="124"/>
                      <a:pt x="26" y="124"/>
                    </a:cubicBezTo>
                    <a:cubicBezTo>
                      <a:pt x="34" y="133"/>
                      <a:pt x="42" y="133"/>
                      <a:pt x="42" y="133"/>
                    </a:cubicBezTo>
                    <a:lnTo>
                      <a:pt x="67" y="133"/>
                    </a:lnTo>
                    <a:cubicBezTo>
                      <a:pt x="75" y="133"/>
                      <a:pt x="84" y="124"/>
                      <a:pt x="84" y="116"/>
                    </a:cubicBezTo>
                    <a:cubicBezTo>
                      <a:pt x="92" y="116"/>
                      <a:pt x="100" y="108"/>
                      <a:pt x="100" y="100"/>
                    </a:cubicBezTo>
                    <a:cubicBezTo>
                      <a:pt x="100" y="91"/>
                      <a:pt x="109" y="83"/>
                      <a:pt x="109" y="75"/>
                    </a:cubicBezTo>
                    <a:cubicBezTo>
                      <a:pt x="117" y="58"/>
                      <a:pt x="117" y="50"/>
                      <a:pt x="117" y="42"/>
                    </a:cubicBezTo>
                    <a:cubicBezTo>
                      <a:pt x="117" y="42"/>
                      <a:pt x="117" y="42"/>
                      <a:pt x="117" y="33"/>
                    </a:cubicBezTo>
                    <a:cubicBezTo>
                      <a:pt x="117" y="33"/>
                      <a:pt x="117" y="25"/>
                      <a:pt x="117" y="25"/>
                    </a:cubicBezTo>
                    <a:cubicBezTo>
                      <a:pt x="117" y="17"/>
                      <a:pt x="117" y="17"/>
                      <a:pt x="109" y="17"/>
                    </a:cubicBezTo>
                    <a:cubicBezTo>
                      <a:pt x="109" y="8"/>
                      <a:pt x="109" y="8"/>
                      <a:pt x="100" y="8"/>
                    </a:cubicBezTo>
                    <a:cubicBezTo>
                      <a:pt x="100" y="0"/>
                      <a:pt x="92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7" name="Google Shape;2557;p4"/>
              <p:cNvSpPr/>
              <p:nvPr/>
            </p:nvSpPr>
            <p:spPr>
              <a:xfrm>
                <a:off x="4716000" y="4228450"/>
                <a:ext cx="3550" cy="7025"/>
              </a:xfrm>
              <a:custGeom>
                <a:rect b="b" l="l" r="r" t="t"/>
                <a:pathLst>
                  <a:path extrusionOk="0" h="281" w="142">
                    <a:moveTo>
                      <a:pt x="105" y="0"/>
                    </a:moveTo>
                    <a:cubicBezTo>
                      <a:pt x="101" y="0"/>
                      <a:pt x="96" y="1"/>
                      <a:pt x="92" y="4"/>
                    </a:cubicBezTo>
                    <a:cubicBezTo>
                      <a:pt x="84" y="12"/>
                      <a:pt x="75" y="20"/>
                      <a:pt x="67" y="28"/>
                    </a:cubicBezTo>
                    <a:cubicBezTo>
                      <a:pt x="59" y="37"/>
                      <a:pt x="59" y="53"/>
                      <a:pt x="50" y="62"/>
                    </a:cubicBezTo>
                    <a:cubicBezTo>
                      <a:pt x="42" y="78"/>
                      <a:pt x="42" y="103"/>
                      <a:pt x="34" y="120"/>
                    </a:cubicBezTo>
                    <a:lnTo>
                      <a:pt x="1" y="236"/>
                    </a:lnTo>
                    <a:cubicBezTo>
                      <a:pt x="1" y="252"/>
                      <a:pt x="9" y="277"/>
                      <a:pt x="34" y="277"/>
                    </a:cubicBezTo>
                    <a:cubicBezTo>
                      <a:pt x="38" y="279"/>
                      <a:pt x="43" y="280"/>
                      <a:pt x="47" y="280"/>
                    </a:cubicBezTo>
                    <a:cubicBezTo>
                      <a:pt x="61" y="280"/>
                      <a:pt x="75" y="271"/>
                      <a:pt x="75" y="252"/>
                    </a:cubicBezTo>
                    <a:cubicBezTo>
                      <a:pt x="92" y="219"/>
                      <a:pt x="100" y="178"/>
                      <a:pt x="117" y="144"/>
                    </a:cubicBezTo>
                    <a:cubicBezTo>
                      <a:pt x="125" y="128"/>
                      <a:pt x="125" y="111"/>
                      <a:pt x="133" y="86"/>
                    </a:cubicBezTo>
                    <a:cubicBezTo>
                      <a:pt x="133" y="78"/>
                      <a:pt x="133" y="70"/>
                      <a:pt x="142" y="62"/>
                    </a:cubicBezTo>
                    <a:cubicBezTo>
                      <a:pt x="142" y="45"/>
                      <a:pt x="142" y="37"/>
                      <a:pt x="133" y="20"/>
                    </a:cubicBezTo>
                    <a:cubicBezTo>
                      <a:pt x="127" y="8"/>
                      <a:pt x="117" y="0"/>
                      <a:pt x="1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8" name="Google Shape;2558;p4"/>
              <p:cNvSpPr/>
              <p:nvPr/>
            </p:nvSpPr>
            <p:spPr>
              <a:xfrm>
                <a:off x="4719125" y="4234375"/>
                <a:ext cx="2500" cy="4625"/>
              </a:xfrm>
              <a:custGeom>
                <a:rect b="b" l="l" r="r" t="t"/>
                <a:pathLst>
                  <a:path extrusionOk="0" h="185" w="100">
                    <a:moveTo>
                      <a:pt x="79" y="0"/>
                    </a:moveTo>
                    <a:cubicBezTo>
                      <a:pt x="72" y="0"/>
                      <a:pt x="66" y="5"/>
                      <a:pt x="66" y="15"/>
                    </a:cubicBezTo>
                    <a:cubicBezTo>
                      <a:pt x="58" y="23"/>
                      <a:pt x="58" y="40"/>
                      <a:pt x="50" y="48"/>
                    </a:cubicBezTo>
                    <a:cubicBezTo>
                      <a:pt x="50" y="57"/>
                      <a:pt x="50" y="57"/>
                      <a:pt x="50" y="57"/>
                    </a:cubicBezTo>
                    <a:cubicBezTo>
                      <a:pt x="50" y="65"/>
                      <a:pt x="41" y="73"/>
                      <a:pt x="41" y="81"/>
                    </a:cubicBezTo>
                    <a:cubicBezTo>
                      <a:pt x="41" y="90"/>
                      <a:pt x="33" y="90"/>
                      <a:pt x="33" y="90"/>
                    </a:cubicBezTo>
                    <a:cubicBezTo>
                      <a:pt x="33" y="98"/>
                      <a:pt x="33" y="98"/>
                      <a:pt x="25" y="106"/>
                    </a:cubicBezTo>
                    <a:cubicBezTo>
                      <a:pt x="25" y="115"/>
                      <a:pt x="17" y="131"/>
                      <a:pt x="8" y="139"/>
                    </a:cubicBezTo>
                    <a:cubicBezTo>
                      <a:pt x="0" y="148"/>
                      <a:pt x="8" y="173"/>
                      <a:pt x="17" y="181"/>
                    </a:cubicBezTo>
                    <a:cubicBezTo>
                      <a:pt x="21" y="183"/>
                      <a:pt x="26" y="184"/>
                      <a:pt x="31" y="184"/>
                    </a:cubicBezTo>
                    <a:cubicBezTo>
                      <a:pt x="42" y="184"/>
                      <a:pt x="52" y="178"/>
                      <a:pt x="58" y="173"/>
                    </a:cubicBezTo>
                    <a:cubicBezTo>
                      <a:pt x="75" y="148"/>
                      <a:pt x="83" y="123"/>
                      <a:pt x="91" y="98"/>
                    </a:cubicBezTo>
                    <a:cubicBezTo>
                      <a:pt x="99" y="90"/>
                      <a:pt x="99" y="73"/>
                      <a:pt x="99" y="57"/>
                    </a:cubicBezTo>
                    <a:cubicBezTo>
                      <a:pt x="99" y="48"/>
                      <a:pt x="99" y="32"/>
                      <a:pt x="99" y="23"/>
                    </a:cubicBezTo>
                    <a:cubicBezTo>
                      <a:pt x="99" y="9"/>
                      <a:pt x="88" y="0"/>
                      <a:pt x="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9" name="Google Shape;2559;p4"/>
              <p:cNvSpPr/>
              <p:nvPr/>
            </p:nvSpPr>
            <p:spPr>
              <a:xfrm>
                <a:off x="4783525" y="4172350"/>
                <a:ext cx="3750" cy="5950"/>
              </a:xfrm>
              <a:custGeom>
                <a:rect b="b" l="l" r="r" t="t"/>
                <a:pathLst>
                  <a:path extrusionOk="0" h="238" w="150">
                    <a:moveTo>
                      <a:pt x="126" y="0"/>
                    </a:moveTo>
                    <a:cubicBezTo>
                      <a:pt x="123" y="0"/>
                      <a:pt x="120" y="1"/>
                      <a:pt x="117" y="2"/>
                    </a:cubicBezTo>
                    <a:cubicBezTo>
                      <a:pt x="109" y="11"/>
                      <a:pt x="100" y="19"/>
                      <a:pt x="92" y="27"/>
                    </a:cubicBezTo>
                    <a:cubicBezTo>
                      <a:pt x="92" y="35"/>
                      <a:pt x="84" y="44"/>
                      <a:pt x="84" y="52"/>
                    </a:cubicBezTo>
                    <a:cubicBezTo>
                      <a:pt x="75" y="69"/>
                      <a:pt x="67" y="77"/>
                      <a:pt x="59" y="93"/>
                    </a:cubicBezTo>
                    <a:cubicBezTo>
                      <a:pt x="42" y="127"/>
                      <a:pt x="26" y="160"/>
                      <a:pt x="9" y="193"/>
                    </a:cubicBezTo>
                    <a:cubicBezTo>
                      <a:pt x="1" y="209"/>
                      <a:pt x="1" y="226"/>
                      <a:pt x="17" y="234"/>
                    </a:cubicBezTo>
                    <a:cubicBezTo>
                      <a:pt x="22" y="236"/>
                      <a:pt x="26" y="237"/>
                      <a:pt x="31" y="237"/>
                    </a:cubicBezTo>
                    <a:cubicBezTo>
                      <a:pt x="42" y="237"/>
                      <a:pt x="53" y="230"/>
                      <a:pt x="59" y="218"/>
                    </a:cubicBezTo>
                    <a:lnTo>
                      <a:pt x="109" y="127"/>
                    </a:lnTo>
                    <a:cubicBezTo>
                      <a:pt x="117" y="110"/>
                      <a:pt x="125" y="93"/>
                      <a:pt x="133" y="85"/>
                    </a:cubicBezTo>
                    <a:cubicBezTo>
                      <a:pt x="142" y="77"/>
                      <a:pt x="142" y="69"/>
                      <a:pt x="150" y="60"/>
                    </a:cubicBezTo>
                    <a:cubicBezTo>
                      <a:pt x="150" y="44"/>
                      <a:pt x="150" y="35"/>
                      <a:pt x="150" y="27"/>
                    </a:cubicBezTo>
                    <a:cubicBezTo>
                      <a:pt x="150" y="14"/>
                      <a:pt x="139" y="0"/>
                      <a:pt x="1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0" name="Google Shape;2560;p4"/>
              <p:cNvSpPr/>
              <p:nvPr/>
            </p:nvSpPr>
            <p:spPr>
              <a:xfrm>
                <a:off x="4922100" y="4017075"/>
                <a:ext cx="3350" cy="15850"/>
              </a:xfrm>
              <a:custGeom>
                <a:rect b="b" l="l" r="r" t="t"/>
                <a:pathLst>
                  <a:path extrusionOk="0" h="634" w="134">
                    <a:moveTo>
                      <a:pt x="53" y="1"/>
                    </a:moveTo>
                    <a:cubicBezTo>
                      <a:pt x="43" y="1"/>
                      <a:pt x="34" y="5"/>
                      <a:pt x="34" y="16"/>
                    </a:cubicBezTo>
                    <a:cubicBezTo>
                      <a:pt x="17" y="123"/>
                      <a:pt x="1" y="223"/>
                      <a:pt x="1" y="322"/>
                    </a:cubicBezTo>
                    <a:cubicBezTo>
                      <a:pt x="1" y="380"/>
                      <a:pt x="9" y="430"/>
                      <a:pt x="17" y="480"/>
                    </a:cubicBezTo>
                    <a:cubicBezTo>
                      <a:pt x="26" y="529"/>
                      <a:pt x="26" y="587"/>
                      <a:pt x="67" y="621"/>
                    </a:cubicBezTo>
                    <a:cubicBezTo>
                      <a:pt x="73" y="630"/>
                      <a:pt x="80" y="633"/>
                      <a:pt x="87" y="633"/>
                    </a:cubicBezTo>
                    <a:cubicBezTo>
                      <a:pt x="100" y="633"/>
                      <a:pt x="112" y="623"/>
                      <a:pt x="117" y="612"/>
                    </a:cubicBezTo>
                    <a:cubicBezTo>
                      <a:pt x="133" y="563"/>
                      <a:pt x="117" y="505"/>
                      <a:pt x="109" y="463"/>
                    </a:cubicBezTo>
                    <a:cubicBezTo>
                      <a:pt x="100" y="413"/>
                      <a:pt x="92" y="364"/>
                      <a:pt x="92" y="322"/>
                    </a:cubicBezTo>
                    <a:cubicBezTo>
                      <a:pt x="84" y="223"/>
                      <a:pt x="75" y="123"/>
                      <a:pt x="84" y="24"/>
                    </a:cubicBezTo>
                    <a:cubicBezTo>
                      <a:pt x="84" y="10"/>
                      <a:pt x="67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1" name="Google Shape;2561;p4"/>
              <p:cNvSpPr/>
              <p:nvPr/>
            </p:nvSpPr>
            <p:spPr>
              <a:xfrm>
                <a:off x="4926250" y="4019725"/>
                <a:ext cx="2500" cy="7150"/>
              </a:xfrm>
              <a:custGeom>
                <a:rect b="b" l="l" r="r" t="t"/>
                <a:pathLst>
                  <a:path extrusionOk="0" h="286" w="100">
                    <a:moveTo>
                      <a:pt x="42" y="1"/>
                    </a:moveTo>
                    <a:cubicBezTo>
                      <a:pt x="25" y="1"/>
                      <a:pt x="9" y="17"/>
                      <a:pt x="9" y="34"/>
                    </a:cubicBezTo>
                    <a:cubicBezTo>
                      <a:pt x="1" y="117"/>
                      <a:pt x="25" y="191"/>
                      <a:pt x="50" y="266"/>
                    </a:cubicBezTo>
                    <a:cubicBezTo>
                      <a:pt x="56" y="278"/>
                      <a:pt x="62" y="286"/>
                      <a:pt x="72" y="286"/>
                    </a:cubicBezTo>
                    <a:cubicBezTo>
                      <a:pt x="75" y="286"/>
                      <a:pt x="79" y="285"/>
                      <a:pt x="83" y="283"/>
                    </a:cubicBezTo>
                    <a:cubicBezTo>
                      <a:pt x="92" y="283"/>
                      <a:pt x="100" y="266"/>
                      <a:pt x="92" y="258"/>
                    </a:cubicBezTo>
                    <a:cubicBezTo>
                      <a:pt x="75" y="183"/>
                      <a:pt x="67" y="109"/>
                      <a:pt x="75" y="34"/>
                    </a:cubicBezTo>
                    <a:cubicBezTo>
                      <a:pt x="75" y="17"/>
                      <a:pt x="59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2" name="Google Shape;2562;p4"/>
              <p:cNvSpPr/>
              <p:nvPr/>
            </p:nvSpPr>
            <p:spPr>
              <a:xfrm>
                <a:off x="5018975" y="4397300"/>
                <a:ext cx="9200" cy="10900"/>
              </a:xfrm>
              <a:custGeom>
                <a:rect b="b" l="l" r="r" t="t"/>
                <a:pathLst>
                  <a:path extrusionOk="0" h="436" w="368">
                    <a:moveTo>
                      <a:pt x="331" y="0"/>
                    </a:moveTo>
                    <a:cubicBezTo>
                      <a:pt x="327" y="0"/>
                      <a:pt x="323" y="1"/>
                      <a:pt x="318" y="2"/>
                    </a:cubicBezTo>
                    <a:cubicBezTo>
                      <a:pt x="277" y="11"/>
                      <a:pt x="252" y="52"/>
                      <a:pt x="227" y="85"/>
                    </a:cubicBezTo>
                    <a:cubicBezTo>
                      <a:pt x="202" y="118"/>
                      <a:pt x="177" y="151"/>
                      <a:pt x="153" y="185"/>
                    </a:cubicBezTo>
                    <a:cubicBezTo>
                      <a:pt x="111" y="251"/>
                      <a:pt x="70" y="309"/>
                      <a:pt x="20" y="375"/>
                    </a:cubicBezTo>
                    <a:cubicBezTo>
                      <a:pt x="1" y="401"/>
                      <a:pt x="31" y="436"/>
                      <a:pt x="57" y="436"/>
                    </a:cubicBezTo>
                    <a:cubicBezTo>
                      <a:pt x="65" y="436"/>
                      <a:pt x="72" y="433"/>
                      <a:pt x="78" y="425"/>
                    </a:cubicBezTo>
                    <a:cubicBezTo>
                      <a:pt x="128" y="359"/>
                      <a:pt x="177" y="301"/>
                      <a:pt x="227" y="243"/>
                    </a:cubicBezTo>
                    <a:cubicBezTo>
                      <a:pt x="260" y="209"/>
                      <a:pt x="285" y="176"/>
                      <a:pt x="310" y="143"/>
                    </a:cubicBezTo>
                    <a:cubicBezTo>
                      <a:pt x="335" y="110"/>
                      <a:pt x="368" y="77"/>
                      <a:pt x="360" y="27"/>
                    </a:cubicBezTo>
                    <a:cubicBezTo>
                      <a:pt x="360" y="14"/>
                      <a:pt x="349" y="0"/>
                      <a:pt x="3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3" name="Google Shape;2563;p4"/>
              <p:cNvSpPr/>
              <p:nvPr/>
            </p:nvSpPr>
            <p:spPr>
              <a:xfrm>
                <a:off x="5023800" y="4404600"/>
                <a:ext cx="6600" cy="5600"/>
              </a:xfrm>
              <a:custGeom>
                <a:rect b="b" l="l" r="r" t="t"/>
                <a:pathLst>
                  <a:path extrusionOk="0" h="224" w="264">
                    <a:moveTo>
                      <a:pt x="208" y="0"/>
                    </a:moveTo>
                    <a:cubicBezTo>
                      <a:pt x="175" y="17"/>
                      <a:pt x="134" y="33"/>
                      <a:pt x="109" y="58"/>
                    </a:cubicBezTo>
                    <a:cubicBezTo>
                      <a:pt x="76" y="83"/>
                      <a:pt x="42" y="108"/>
                      <a:pt x="18" y="133"/>
                    </a:cubicBezTo>
                    <a:cubicBezTo>
                      <a:pt x="9" y="141"/>
                      <a:pt x="1" y="158"/>
                      <a:pt x="1" y="166"/>
                    </a:cubicBezTo>
                    <a:cubicBezTo>
                      <a:pt x="1" y="183"/>
                      <a:pt x="9" y="199"/>
                      <a:pt x="18" y="207"/>
                    </a:cubicBezTo>
                    <a:cubicBezTo>
                      <a:pt x="26" y="216"/>
                      <a:pt x="42" y="224"/>
                      <a:pt x="59" y="224"/>
                    </a:cubicBezTo>
                    <a:cubicBezTo>
                      <a:pt x="67" y="224"/>
                      <a:pt x="84" y="216"/>
                      <a:pt x="92" y="207"/>
                    </a:cubicBezTo>
                    <a:cubicBezTo>
                      <a:pt x="125" y="183"/>
                      <a:pt x="150" y="166"/>
                      <a:pt x="175" y="141"/>
                    </a:cubicBezTo>
                    <a:cubicBezTo>
                      <a:pt x="208" y="116"/>
                      <a:pt x="233" y="91"/>
                      <a:pt x="250" y="58"/>
                    </a:cubicBezTo>
                    <a:cubicBezTo>
                      <a:pt x="263" y="37"/>
                      <a:pt x="248" y="5"/>
                      <a:pt x="223" y="5"/>
                    </a:cubicBezTo>
                    <a:cubicBezTo>
                      <a:pt x="218" y="5"/>
                      <a:pt x="213" y="6"/>
                      <a:pt x="208" y="9"/>
                    </a:cubicBezTo>
                    <a:lnTo>
                      <a:pt x="20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4" name="Google Shape;2564;p4"/>
              <p:cNvSpPr/>
              <p:nvPr/>
            </p:nvSpPr>
            <p:spPr>
              <a:xfrm>
                <a:off x="5006750" y="4574450"/>
                <a:ext cx="9625" cy="21075"/>
              </a:xfrm>
              <a:custGeom>
                <a:rect b="b" l="l" r="r" t="t"/>
                <a:pathLst>
                  <a:path extrusionOk="0" h="843" w="385">
                    <a:moveTo>
                      <a:pt x="327" y="0"/>
                    </a:moveTo>
                    <a:cubicBezTo>
                      <a:pt x="260" y="25"/>
                      <a:pt x="252" y="125"/>
                      <a:pt x="236" y="183"/>
                    </a:cubicBezTo>
                    <a:cubicBezTo>
                      <a:pt x="219" y="249"/>
                      <a:pt x="202" y="323"/>
                      <a:pt x="178" y="390"/>
                    </a:cubicBezTo>
                    <a:cubicBezTo>
                      <a:pt x="161" y="456"/>
                      <a:pt x="128" y="522"/>
                      <a:pt x="111" y="589"/>
                    </a:cubicBezTo>
                    <a:cubicBezTo>
                      <a:pt x="86" y="663"/>
                      <a:pt x="53" y="729"/>
                      <a:pt x="12" y="796"/>
                    </a:cubicBezTo>
                    <a:cubicBezTo>
                      <a:pt x="0" y="819"/>
                      <a:pt x="22" y="843"/>
                      <a:pt x="44" y="843"/>
                    </a:cubicBezTo>
                    <a:cubicBezTo>
                      <a:pt x="53" y="843"/>
                      <a:pt x="63" y="839"/>
                      <a:pt x="70" y="829"/>
                    </a:cubicBezTo>
                    <a:cubicBezTo>
                      <a:pt x="103" y="763"/>
                      <a:pt x="144" y="696"/>
                      <a:pt x="178" y="638"/>
                    </a:cubicBezTo>
                    <a:cubicBezTo>
                      <a:pt x="227" y="572"/>
                      <a:pt x="252" y="506"/>
                      <a:pt x="285" y="431"/>
                    </a:cubicBezTo>
                    <a:cubicBezTo>
                      <a:pt x="310" y="365"/>
                      <a:pt x="335" y="290"/>
                      <a:pt x="360" y="224"/>
                    </a:cubicBezTo>
                    <a:cubicBezTo>
                      <a:pt x="368" y="183"/>
                      <a:pt x="376" y="149"/>
                      <a:pt x="376" y="108"/>
                    </a:cubicBezTo>
                    <a:cubicBezTo>
                      <a:pt x="385" y="75"/>
                      <a:pt x="385" y="33"/>
                      <a:pt x="360" y="9"/>
                    </a:cubicBezTo>
                    <a:cubicBezTo>
                      <a:pt x="352" y="0"/>
                      <a:pt x="335" y="0"/>
                      <a:pt x="3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5" name="Google Shape;2565;p4"/>
              <p:cNvSpPr/>
              <p:nvPr/>
            </p:nvSpPr>
            <p:spPr>
              <a:xfrm>
                <a:off x="5017175" y="4578150"/>
                <a:ext cx="3975" cy="11100"/>
              </a:xfrm>
              <a:custGeom>
                <a:rect b="b" l="l" r="r" t="t"/>
                <a:pathLst>
                  <a:path extrusionOk="0" h="444" w="159">
                    <a:moveTo>
                      <a:pt x="118" y="0"/>
                    </a:moveTo>
                    <a:cubicBezTo>
                      <a:pt x="107" y="0"/>
                      <a:pt x="96" y="7"/>
                      <a:pt x="92" y="18"/>
                    </a:cubicBezTo>
                    <a:cubicBezTo>
                      <a:pt x="59" y="76"/>
                      <a:pt x="51" y="134"/>
                      <a:pt x="34" y="200"/>
                    </a:cubicBezTo>
                    <a:cubicBezTo>
                      <a:pt x="26" y="258"/>
                      <a:pt x="17" y="325"/>
                      <a:pt x="9" y="383"/>
                    </a:cubicBezTo>
                    <a:cubicBezTo>
                      <a:pt x="1" y="407"/>
                      <a:pt x="17" y="441"/>
                      <a:pt x="42" y="441"/>
                    </a:cubicBezTo>
                    <a:cubicBezTo>
                      <a:pt x="48" y="443"/>
                      <a:pt x="54" y="444"/>
                      <a:pt x="60" y="444"/>
                    </a:cubicBezTo>
                    <a:cubicBezTo>
                      <a:pt x="78" y="444"/>
                      <a:pt x="94" y="433"/>
                      <a:pt x="100" y="407"/>
                    </a:cubicBezTo>
                    <a:cubicBezTo>
                      <a:pt x="109" y="349"/>
                      <a:pt x="125" y="283"/>
                      <a:pt x="133" y="225"/>
                    </a:cubicBezTo>
                    <a:cubicBezTo>
                      <a:pt x="142" y="159"/>
                      <a:pt x="158" y="93"/>
                      <a:pt x="150" y="26"/>
                    </a:cubicBezTo>
                    <a:cubicBezTo>
                      <a:pt x="146" y="9"/>
                      <a:pt x="132" y="0"/>
                      <a:pt x="11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566" name="Google Shape;2566;p4"/>
          <p:cNvSpPr txBox="1"/>
          <p:nvPr/>
        </p:nvSpPr>
        <p:spPr>
          <a:xfrm>
            <a:off x="3711880" y="1335203"/>
            <a:ext cx="4515300" cy="3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91425">
            <a:noAutofit/>
          </a:bodyPr>
          <a:lstStyle/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Modern weboldal</a:t>
            </a:r>
            <a:endParaRPr/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20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Állatok bemutatása</a:t>
            </a:r>
            <a:endParaRPr/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20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Digitalizált örökbefogadás</a:t>
            </a:r>
            <a:endParaRPr/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67" name="Google Shape;2567;p4"/>
          <p:cNvGrpSpPr/>
          <p:nvPr/>
        </p:nvGrpSpPr>
        <p:grpSpPr>
          <a:xfrm flipH="1" rot="227411">
            <a:off x="7617901" y="279748"/>
            <a:ext cx="1203192" cy="946780"/>
            <a:chOff x="3930500" y="895625"/>
            <a:chExt cx="973850" cy="766375"/>
          </a:xfrm>
        </p:grpSpPr>
        <p:sp>
          <p:nvSpPr>
            <p:cNvPr id="2568" name="Google Shape;2568;p4"/>
            <p:cNvSpPr/>
            <p:nvPr/>
          </p:nvSpPr>
          <p:spPr>
            <a:xfrm>
              <a:off x="3938650" y="895625"/>
              <a:ext cx="965700" cy="766375"/>
            </a:xfrm>
            <a:custGeom>
              <a:rect b="b" l="l" r="r" t="t"/>
              <a:pathLst>
                <a:path extrusionOk="0" h="30655" w="38628">
                  <a:moveTo>
                    <a:pt x="16344" y="24028"/>
                  </a:moveTo>
                  <a:lnTo>
                    <a:pt x="16344" y="24028"/>
                  </a:lnTo>
                  <a:cubicBezTo>
                    <a:pt x="17396" y="24287"/>
                    <a:pt x="19197" y="24735"/>
                    <a:pt x="21115" y="25203"/>
                  </a:cubicBezTo>
                  <a:cubicBezTo>
                    <a:pt x="21365" y="25262"/>
                    <a:pt x="21621" y="25317"/>
                    <a:pt x="21883" y="25370"/>
                  </a:cubicBezTo>
                  <a:cubicBezTo>
                    <a:pt x="20008" y="25049"/>
                    <a:pt x="18157" y="24602"/>
                    <a:pt x="16344" y="24028"/>
                  </a:cubicBezTo>
                  <a:close/>
                  <a:moveTo>
                    <a:pt x="14962" y="0"/>
                  </a:moveTo>
                  <a:cubicBezTo>
                    <a:pt x="13865" y="0"/>
                    <a:pt x="11350" y="2719"/>
                    <a:pt x="11350" y="2719"/>
                  </a:cubicBezTo>
                  <a:cubicBezTo>
                    <a:pt x="10481" y="3589"/>
                    <a:pt x="8818" y="4159"/>
                    <a:pt x="7936" y="5905"/>
                  </a:cubicBezTo>
                  <a:cubicBezTo>
                    <a:pt x="7927" y="5905"/>
                    <a:pt x="7918" y="5905"/>
                    <a:pt x="7911" y="5908"/>
                  </a:cubicBezTo>
                  <a:lnTo>
                    <a:pt x="6684" y="4705"/>
                  </a:lnTo>
                  <a:cubicBezTo>
                    <a:pt x="6665" y="4687"/>
                    <a:pt x="6645" y="4680"/>
                    <a:pt x="6626" y="4680"/>
                  </a:cubicBezTo>
                  <a:cubicBezTo>
                    <a:pt x="6561" y="4680"/>
                    <a:pt x="6507" y="4764"/>
                    <a:pt x="6567" y="4825"/>
                  </a:cubicBezTo>
                  <a:lnTo>
                    <a:pt x="7850" y="6087"/>
                  </a:lnTo>
                  <a:cubicBezTo>
                    <a:pt x="7631" y="6571"/>
                    <a:pt x="7467" y="7145"/>
                    <a:pt x="7396" y="7830"/>
                  </a:cubicBezTo>
                  <a:lnTo>
                    <a:pt x="5265" y="6766"/>
                  </a:lnTo>
                  <a:cubicBezTo>
                    <a:pt x="5250" y="6758"/>
                    <a:pt x="5236" y="6755"/>
                    <a:pt x="5223" y="6755"/>
                  </a:cubicBezTo>
                  <a:cubicBezTo>
                    <a:pt x="5145" y="6755"/>
                    <a:pt x="5101" y="6872"/>
                    <a:pt x="5188" y="6917"/>
                  </a:cubicBezTo>
                  <a:lnTo>
                    <a:pt x="7220" y="7934"/>
                  </a:lnTo>
                  <a:cubicBezTo>
                    <a:pt x="7230" y="7953"/>
                    <a:pt x="7245" y="7968"/>
                    <a:pt x="7264" y="7978"/>
                  </a:cubicBezTo>
                  <a:lnTo>
                    <a:pt x="7378" y="8036"/>
                  </a:lnTo>
                  <a:cubicBezTo>
                    <a:pt x="7347" y="8468"/>
                    <a:pt x="7347" y="8903"/>
                    <a:pt x="7378" y="9335"/>
                  </a:cubicBezTo>
                  <a:lnTo>
                    <a:pt x="5200" y="8962"/>
                  </a:lnTo>
                  <a:cubicBezTo>
                    <a:pt x="5194" y="8961"/>
                    <a:pt x="5189" y="8960"/>
                    <a:pt x="5183" y="8960"/>
                  </a:cubicBezTo>
                  <a:cubicBezTo>
                    <a:pt x="5084" y="8960"/>
                    <a:pt x="5064" y="9111"/>
                    <a:pt x="5169" y="9128"/>
                  </a:cubicBezTo>
                  <a:lnTo>
                    <a:pt x="7350" y="9501"/>
                  </a:lnTo>
                  <a:cubicBezTo>
                    <a:pt x="7356" y="9504"/>
                    <a:pt x="7365" y="9507"/>
                    <a:pt x="7372" y="9511"/>
                  </a:cubicBezTo>
                  <a:lnTo>
                    <a:pt x="7393" y="9514"/>
                  </a:lnTo>
                  <a:cubicBezTo>
                    <a:pt x="7424" y="9911"/>
                    <a:pt x="7480" y="10337"/>
                    <a:pt x="7563" y="10797"/>
                  </a:cubicBezTo>
                  <a:cubicBezTo>
                    <a:pt x="7591" y="11083"/>
                    <a:pt x="7643" y="11367"/>
                    <a:pt x="7717" y="11645"/>
                  </a:cubicBezTo>
                  <a:cubicBezTo>
                    <a:pt x="7998" y="14738"/>
                    <a:pt x="1999" y="14368"/>
                    <a:pt x="404" y="16361"/>
                  </a:cubicBezTo>
                  <a:cubicBezTo>
                    <a:pt x="198" y="16620"/>
                    <a:pt x="108" y="16823"/>
                    <a:pt x="117" y="16987"/>
                  </a:cubicBezTo>
                  <a:cubicBezTo>
                    <a:pt x="87" y="16999"/>
                    <a:pt x="59" y="17015"/>
                    <a:pt x="34" y="17033"/>
                  </a:cubicBezTo>
                  <a:cubicBezTo>
                    <a:pt x="12" y="17048"/>
                    <a:pt x="3" y="17073"/>
                    <a:pt x="3" y="17098"/>
                  </a:cubicBezTo>
                  <a:cubicBezTo>
                    <a:pt x="0" y="17147"/>
                    <a:pt x="37" y="17184"/>
                    <a:pt x="83" y="17187"/>
                  </a:cubicBezTo>
                  <a:cubicBezTo>
                    <a:pt x="105" y="17184"/>
                    <a:pt x="124" y="17178"/>
                    <a:pt x="139" y="17166"/>
                  </a:cubicBezTo>
                  <a:cubicBezTo>
                    <a:pt x="145" y="17160"/>
                    <a:pt x="151" y="17156"/>
                    <a:pt x="161" y="17150"/>
                  </a:cubicBezTo>
                  <a:cubicBezTo>
                    <a:pt x="327" y="17437"/>
                    <a:pt x="916" y="17535"/>
                    <a:pt x="1732" y="17535"/>
                  </a:cubicBezTo>
                  <a:cubicBezTo>
                    <a:pt x="3400" y="17535"/>
                    <a:pt x="6011" y="17126"/>
                    <a:pt x="7871" y="17089"/>
                  </a:cubicBezTo>
                  <a:cubicBezTo>
                    <a:pt x="7889" y="17088"/>
                    <a:pt x="7907" y="17088"/>
                    <a:pt x="7925" y="17088"/>
                  </a:cubicBezTo>
                  <a:cubicBezTo>
                    <a:pt x="9552" y="17088"/>
                    <a:pt x="8848" y="18623"/>
                    <a:pt x="8442" y="19642"/>
                  </a:cubicBezTo>
                  <a:cubicBezTo>
                    <a:pt x="8029" y="20669"/>
                    <a:pt x="4167" y="20380"/>
                    <a:pt x="2523" y="22643"/>
                  </a:cubicBezTo>
                  <a:cubicBezTo>
                    <a:pt x="2403" y="22807"/>
                    <a:pt x="2332" y="22952"/>
                    <a:pt x="2304" y="23075"/>
                  </a:cubicBezTo>
                  <a:lnTo>
                    <a:pt x="2252" y="23115"/>
                  </a:lnTo>
                  <a:cubicBezTo>
                    <a:pt x="2190" y="23165"/>
                    <a:pt x="2224" y="23263"/>
                    <a:pt x="2301" y="23266"/>
                  </a:cubicBezTo>
                  <a:cubicBezTo>
                    <a:pt x="2388" y="23666"/>
                    <a:pt x="3108" y="23793"/>
                    <a:pt x="4185" y="23793"/>
                  </a:cubicBezTo>
                  <a:cubicBezTo>
                    <a:pt x="6067" y="23793"/>
                    <a:pt x="9038" y="23405"/>
                    <a:pt x="11621" y="23405"/>
                  </a:cubicBezTo>
                  <a:cubicBezTo>
                    <a:pt x="12178" y="23405"/>
                    <a:pt x="12717" y="23423"/>
                    <a:pt x="13222" y="23467"/>
                  </a:cubicBezTo>
                  <a:cubicBezTo>
                    <a:pt x="13849" y="23522"/>
                    <a:pt x="14549" y="23633"/>
                    <a:pt x="15311" y="23781"/>
                  </a:cubicBezTo>
                  <a:cubicBezTo>
                    <a:pt x="15304" y="23822"/>
                    <a:pt x="15329" y="23855"/>
                    <a:pt x="15366" y="23871"/>
                  </a:cubicBezTo>
                  <a:cubicBezTo>
                    <a:pt x="15425" y="23893"/>
                    <a:pt x="21322" y="26141"/>
                    <a:pt x="28687" y="26141"/>
                  </a:cubicBezTo>
                  <a:cubicBezTo>
                    <a:pt x="28943" y="26141"/>
                    <a:pt x="29202" y="26138"/>
                    <a:pt x="29464" y="26132"/>
                  </a:cubicBezTo>
                  <a:cubicBezTo>
                    <a:pt x="29511" y="26132"/>
                    <a:pt x="29548" y="26092"/>
                    <a:pt x="29548" y="26045"/>
                  </a:cubicBezTo>
                  <a:lnTo>
                    <a:pt x="29548" y="26036"/>
                  </a:lnTo>
                  <a:cubicBezTo>
                    <a:pt x="29545" y="26021"/>
                    <a:pt x="29538" y="26008"/>
                    <a:pt x="29529" y="25996"/>
                  </a:cubicBezTo>
                  <a:cubicBezTo>
                    <a:pt x="30615" y="25910"/>
                    <a:pt x="31639" y="25697"/>
                    <a:pt x="32564" y="25321"/>
                  </a:cubicBezTo>
                  <a:cubicBezTo>
                    <a:pt x="33384" y="24987"/>
                    <a:pt x="34149" y="24531"/>
                    <a:pt x="34834" y="23967"/>
                  </a:cubicBezTo>
                  <a:lnTo>
                    <a:pt x="34834" y="23967"/>
                  </a:lnTo>
                  <a:cubicBezTo>
                    <a:pt x="34655" y="24824"/>
                    <a:pt x="34057" y="25956"/>
                    <a:pt x="32515" y="27183"/>
                  </a:cubicBezTo>
                  <a:cubicBezTo>
                    <a:pt x="31679" y="27847"/>
                    <a:pt x="30496" y="28096"/>
                    <a:pt x="29126" y="28096"/>
                  </a:cubicBezTo>
                  <a:cubicBezTo>
                    <a:pt x="25189" y="28096"/>
                    <a:pt x="19709" y="26040"/>
                    <a:pt x="16510" y="25857"/>
                  </a:cubicBezTo>
                  <a:cubicBezTo>
                    <a:pt x="16415" y="25852"/>
                    <a:pt x="16321" y="25849"/>
                    <a:pt x="16227" y="25849"/>
                  </a:cubicBezTo>
                  <a:cubicBezTo>
                    <a:pt x="12587" y="25849"/>
                    <a:pt x="9736" y="29868"/>
                    <a:pt x="12626" y="29868"/>
                  </a:cubicBezTo>
                  <a:cubicBezTo>
                    <a:pt x="13048" y="29868"/>
                    <a:pt x="13592" y="29782"/>
                    <a:pt x="14274" y="29586"/>
                  </a:cubicBezTo>
                  <a:cubicBezTo>
                    <a:pt x="15055" y="29362"/>
                    <a:pt x="15868" y="29272"/>
                    <a:pt x="16705" y="29272"/>
                  </a:cubicBezTo>
                  <a:cubicBezTo>
                    <a:pt x="19995" y="29272"/>
                    <a:pt x="23653" y="30654"/>
                    <a:pt x="27184" y="30654"/>
                  </a:cubicBezTo>
                  <a:cubicBezTo>
                    <a:pt x="29049" y="30654"/>
                    <a:pt x="30878" y="30269"/>
                    <a:pt x="32598" y="29090"/>
                  </a:cubicBezTo>
                  <a:cubicBezTo>
                    <a:pt x="38399" y="25111"/>
                    <a:pt x="36574" y="22039"/>
                    <a:pt x="36574" y="22039"/>
                  </a:cubicBezTo>
                  <a:lnTo>
                    <a:pt x="36574" y="22039"/>
                  </a:lnTo>
                  <a:lnTo>
                    <a:pt x="36537" y="22045"/>
                  </a:lnTo>
                  <a:cubicBezTo>
                    <a:pt x="38628" y="18807"/>
                    <a:pt x="38492" y="14152"/>
                    <a:pt x="35136" y="10297"/>
                  </a:cubicBezTo>
                  <a:cubicBezTo>
                    <a:pt x="32833" y="7648"/>
                    <a:pt x="29882" y="7064"/>
                    <a:pt x="27365" y="7064"/>
                  </a:cubicBezTo>
                  <a:cubicBezTo>
                    <a:pt x="25383" y="7064"/>
                    <a:pt x="23670" y="7426"/>
                    <a:pt x="22751" y="7426"/>
                  </a:cubicBezTo>
                  <a:cubicBezTo>
                    <a:pt x="22389" y="7426"/>
                    <a:pt x="22150" y="7370"/>
                    <a:pt x="22068" y="7213"/>
                  </a:cubicBezTo>
                  <a:cubicBezTo>
                    <a:pt x="21954" y="6991"/>
                    <a:pt x="22482" y="3302"/>
                    <a:pt x="21865" y="3095"/>
                  </a:cubicBezTo>
                  <a:cubicBezTo>
                    <a:pt x="21833" y="3085"/>
                    <a:pt x="21797" y="3080"/>
                    <a:pt x="21757" y="3080"/>
                  </a:cubicBezTo>
                  <a:cubicBezTo>
                    <a:pt x="21037" y="3080"/>
                    <a:pt x="19148" y="4753"/>
                    <a:pt x="18367" y="4946"/>
                  </a:cubicBezTo>
                  <a:cubicBezTo>
                    <a:pt x="18312" y="4960"/>
                    <a:pt x="18249" y="4966"/>
                    <a:pt x="18181" y="4966"/>
                  </a:cubicBezTo>
                  <a:cubicBezTo>
                    <a:pt x="17224" y="4966"/>
                    <a:pt x="15073" y="3712"/>
                    <a:pt x="15073" y="3712"/>
                  </a:cubicBezTo>
                  <a:cubicBezTo>
                    <a:pt x="15073" y="3712"/>
                    <a:pt x="16103" y="214"/>
                    <a:pt x="15073" y="11"/>
                  </a:cubicBezTo>
                  <a:cubicBezTo>
                    <a:pt x="15038" y="4"/>
                    <a:pt x="15001" y="0"/>
                    <a:pt x="14962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4"/>
            <p:cNvSpPr/>
            <p:nvPr/>
          </p:nvSpPr>
          <p:spPr>
            <a:xfrm>
              <a:off x="3930500" y="895625"/>
              <a:ext cx="973850" cy="766350"/>
            </a:xfrm>
            <a:custGeom>
              <a:rect b="b" l="l" r="r" t="t"/>
              <a:pathLst>
                <a:path extrusionOk="0" h="30654" w="38954">
                  <a:moveTo>
                    <a:pt x="15288" y="0"/>
                  </a:moveTo>
                  <a:cubicBezTo>
                    <a:pt x="14191" y="0"/>
                    <a:pt x="11676" y="2719"/>
                    <a:pt x="11676" y="2719"/>
                  </a:cubicBezTo>
                  <a:cubicBezTo>
                    <a:pt x="10236" y="4159"/>
                    <a:pt x="6600" y="4782"/>
                    <a:pt x="7994" y="11327"/>
                  </a:cubicBezTo>
                  <a:cubicBezTo>
                    <a:pt x="8725" y="14766"/>
                    <a:pt x="2374" y="14303"/>
                    <a:pt x="730" y="16364"/>
                  </a:cubicBezTo>
                  <a:cubicBezTo>
                    <a:pt x="0" y="17276"/>
                    <a:pt x="728" y="17535"/>
                    <a:pt x="2056" y="17535"/>
                  </a:cubicBezTo>
                  <a:cubicBezTo>
                    <a:pt x="3723" y="17535"/>
                    <a:pt x="6336" y="17126"/>
                    <a:pt x="8197" y="17089"/>
                  </a:cubicBezTo>
                  <a:cubicBezTo>
                    <a:pt x="8215" y="17088"/>
                    <a:pt x="8233" y="17088"/>
                    <a:pt x="8251" y="17088"/>
                  </a:cubicBezTo>
                  <a:cubicBezTo>
                    <a:pt x="9878" y="17088"/>
                    <a:pt x="9174" y="18623"/>
                    <a:pt x="8768" y="19642"/>
                  </a:cubicBezTo>
                  <a:cubicBezTo>
                    <a:pt x="8355" y="20669"/>
                    <a:pt x="4493" y="20380"/>
                    <a:pt x="2849" y="22643"/>
                  </a:cubicBezTo>
                  <a:cubicBezTo>
                    <a:pt x="2194" y="23543"/>
                    <a:pt x="3003" y="23793"/>
                    <a:pt x="4512" y="23793"/>
                  </a:cubicBezTo>
                  <a:cubicBezTo>
                    <a:pt x="6394" y="23793"/>
                    <a:pt x="9365" y="23405"/>
                    <a:pt x="11948" y="23405"/>
                  </a:cubicBezTo>
                  <a:cubicBezTo>
                    <a:pt x="12504" y="23405"/>
                    <a:pt x="13043" y="23423"/>
                    <a:pt x="13548" y="23467"/>
                  </a:cubicBezTo>
                  <a:cubicBezTo>
                    <a:pt x="17186" y="23782"/>
                    <a:pt x="23381" y="26045"/>
                    <a:pt x="28574" y="26045"/>
                  </a:cubicBezTo>
                  <a:cubicBezTo>
                    <a:pt x="30136" y="26045"/>
                    <a:pt x="31606" y="25841"/>
                    <a:pt x="32890" y="25317"/>
                  </a:cubicBezTo>
                  <a:cubicBezTo>
                    <a:pt x="33710" y="24984"/>
                    <a:pt x="34475" y="24528"/>
                    <a:pt x="35157" y="23963"/>
                  </a:cubicBezTo>
                  <a:lnTo>
                    <a:pt x="35157" y="23963"/>
                  </a:lnTo>
                  <a:cubicBezTo>
                    <a:pt x="34981" y="24821"/>
                    <a:pt x="34383" y="25953"/>
                    <a:pt x="32838" y="27180"/>
                  </a:cubicBezTo>
                  <a:cubicBezTo>
                    <a:pt x="32003" y="27845"/>
                    <a:pt x="30819" y="28094"/>
                    <a:pt x="29448" y="28094"/>
                  </a:cubicBezTo>
                  <a:cubicBezTo>
                    <a:pt x="25512" y="28094"/>
                    <a:pt x="20034" y="26039"/>
                    <a:pt x="16836" y="25854"/>
                  </a:cubicBezTo>
                  <a:cubicBezTo>
                    <a:pt x="16741" y="25849"/>
                    <a:pt x="16647" y="25846"/>
                    <a:pt x="16553" y="25846"/>
                  </a:cubicBezTo>
                  <a:cubicBezTo>
                    <a:pt x="12910" y="25846"/>
                    <a:pt x="10061" y="29868"/>
                    <a:pt x="12950" y="29868"/>
                  </a:cubicBezTo>
                  <a:cubicBezTo>
                    <a:pt x="13372" y="29868"/>
                    <a:pt x="13916" y="29782"/>
                    <a:pt x="14597" y="29586"/>
                  </a:cubicBezTo>
                  <a:cubicBezTo>
                    <a:pt x="15379" y="29361"/>
                    <a:pt x="16193" y="29271"/>
                    <a:pt x="17031" y="29271"/>
                  </a:cubicBezTo>
                  <a:cubicBezTo>
                    <a:pt x="20320" y="29271"/>
                    <a:pt x="23979" y="30654"/>
                    <a:pt x="27509" y="30654"/>
                  </a:cubicBezTo>
                  <a:cubicBezTo>
                    <a:pt x="29373" y="30654"/>
                    <a:pt x="31201" y="30268"/>
                    <a:pt x="32921" y="29090"/>
                  </a:cubicBezTo>
                  <a:cubicBezTo>
                    <a:pt x="38725" y="25108"/>
                    <a:pt x="36900" y="22039"/>
                    <a:pt x="36900" y="22039"/>
                  </a:cubicBezTo>
                  <a:lnTo>
                    <a:pt x="36900" y="22039"/>
                  </a:lnTo>
                  <a:lnTo>
                    <a:pt x="36863" y="22045"/>
                  </a:lnTo>
                  <a:cubicBezTo>
                    <a:pt x="38954" y="18807"/>
                    <a:pt x="38818" y="14152"/>
                    <a:pt x="35462" y="10297"/>
                  </a:cubicBezTo>
                  <a:cubicBezTo>
                    <a:pt x="33159" y="7648"/>
                    <a:pt x="30208" y="7064"/>
                    <a:pt x="27691" y="7064"/>
                  </a:cubicBezTo>
                  <a:cubicBezTo>
                    <a:pt x="25709" y="7064"/>
                    <a:pt x="23996" y="7426"/>
                    <a:pt x="23077" y="7426"/>
                  </a:cubicBezTo>
                  <a:cubicBezTo>
                    <a:pt x="22715" y="7426"/>
                    <a:pt x="22476" y="7370"/>
                    <a:pt x="22394" y="7213"/>
                  </a:cubicBezTo>
                  <a:cubicBezTo>
                    <a:pt x="22280" y="6991"/>
                    <a:pt x="22808" y="3302"/>
                    <a:pt x="22191" y="3095"/>
                  </a:cubicBezTo>
                  <a:cubicBezTo>
                    <a:pt x="22159" y="3085"/>
                    <a:pt x="22123" y="3080"/>
                    <a:pt x="22083" y="3080"/>
                  </a:cubicBezTo>
                  <a:cubicBezTo>
                    <a:pt x="21363" y="3080"/>
                    <a:pt x="19474" y="4753"/>
                    <a:pt x="18693" y="4946"/>
                  </a:cubicBezTo>
                  <a:cubicBezTo>
                    <a:pt x="18638" y="4960"/>
                    <a:pt x="18575" y="4966"/>
                    <a:pt x="18507" y="4966"/>
                  </a:cubicBezTo>
                  <a:cubicBezTo>
                    <a:pt x="17550" y="4966"/>
                    <a:pt x="15399" y="3712"/>
                    <a:pt x="15399" y="3712"/>
                  </a:cubicBezTo>
                  <a:cubicBezTo>
                    <a:pt x="15399" y="3712"/>
                    <a:pt x="16429" y="214"/>
                    <a:pt x="15399" y="11"/>
                  </a:cubicBezTo>
                  <a:cubicBezTo>
                    <a:pt x="15364" y="4"/>
                    <a:pt x="15327" y="0"/>
                    <a:pt x="1528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4"/>
            <p:cNvSpPr/>
            <p:nvPr/>
          </p:nvSpPr>
          <p:spPr>
            <a:xfrm>
              <a:off x="3937875" y="1315725"/>
              <a:ext cx="57300" cy="9600"/>
            </a:xfrm>
            <a:custGeom>
              <a:rect b="b" l="l" r="r" t="t"/>
              <a:pathLst>
                <a:path extrusionOk="0" h="384" w="2292">
                  <a:moveTo>
                    <a:pt x="2178" y="1"/>
                  </a:moveTo>
                  <a:cubicBezTo>
                    <a:pt x="1872" y="1"/>
                    <a:pt x="336" y="13"/>
                    <a:pt x="62" y="232"/>
                  </a:cubicBezTo>
                  <a:cubicBezTo>
                    <a:pt x="0" y="282"/>
                    <a:pt x="34" y="380"/>
                    <a:pt x="114" y="383"/>
                  </a:cubicBezTo>
                  <a:cubicBezTo>
                    <a:pt x="136" y="380"/>
                    <a:pt x="155" y="374"/>
                    <a:pt x="170" y="362"/>
                  </a:cubicBezTo>
                  <a:cubicBezTo>
                    <a:pt x="343" y="223"/>
                    <a:pt x="1493" y="170"/>
                    <a:pt x="2178" y="170"/>
                  </a:cubicBezTo>
                  <a:cubicBezTo>
                    <a:pt x="2292" y="170"/>
                    <a:pt x="2292" y="1"/>
                    <a:pt x="2178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4"/>
            <p:cNvSpPr/>
            <p:nvPr/>
          </p:nvSpPr>
          <p:spPr>
            <a:xfrm>
              <a:off x="3943575" y="1299825"/>
              <a:ext cx="43900" cy="16250"/>
            </a:xfrm>
            <a:custGeom>
              <a:rect b="b" l="l" r="r" t="t"/>
              <a:pathLst>
                <a:path extrusionOk="0" h="650" w="1756">
                  <a:moveTo>
                    <a:pt x="1636" y="0"/>
                  </a:moveTo>
                  <a:cubicBezTo>
                    <a:pt x="1631" y="0"/>
                    <a:pt x="1626" y="1"/>
                    <a:pt x="1620" y="1"/>
                  </a:cubicBezTo>
                  <a:cubicBezTo>
                    <a:pt x="1586" y="8"/>
                    <a:pt x="753" y="116"/>
                    <a:pt x="59" y="489"/>
                  </a:cubicBezTo>
                  <a:cubicBezTo>
                    <a:pt x="16" y="510"/>
                    <a:pt x="1" y="563"/>
                    <a:pt x="22" y="603"/>
                  </a:cubicBezTo>
                  <a:cubicBezTo>
                    <a:pt x="38" y="631"/>
                    <a:pt x="65" y="649"/>
                    <a:pt x="99" y="649"/>
                  </a:cubicBezTo>
                  <a:cubicBezTo>
                    <a:pt x="112" y="646"/>
                    <a:pt x="127" y="643"/>
                    <a:pt x="139" y="637"/>
                  </a:cubicBezTo>
                  <a:cubicBezTo>
                    <a:pt x="802" y="279"/>
                    <a:pt x="1632" y="171"/>
                    <a:pt x="1641" y="171"/>
                  </a:cubicBezTo>
                  <a:cubicBezTo>
                    <a:pt x="1756" y="162"/>
                    <a:pt x="1739" y="0"/>
                    <a:pt x="163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4"/>
            <p:cNvSpPr/>
            <p:nvPr/>
          </p:nvSpPr>
          <p:spPr>
            <a:xfrm>
              <a:off x="3993375" y="1453225"/>
              <a:ext cx="59925" cy="24075"/>
            </a:xfrm>
            <a:custGeom>
              <a:rect b="b" l="l" r="r" t="t"/>
              <a:pathLst>
                <a:path extrusionOk="0" h="963" w="2397">
                  <a:moveTo>
                    <a:pt x="2280" y="0"/>
                  </a:moveTo>
                  <a:cubicBezTo>
                    <a:pt x="2279" y="0"/>
                    <a:pt x="2278" y="0"/>
                    <a:pt x="2277" y="0"/>
                  </a:cubicBezTo>
                  <a:cubicBezTo>
                    <a:pt x="2222" y="3"/>
                    <a:pt x="920" y="117"/>
                    <a:pt x="63" y="811"/>
                  </a:cubicBezTo>
                  <a:cubicBezTo>
                    <a:pt x="1" y="864"/>
                    <a:pt x="35" y="962"/>
                    <a:pt x="115" y="962"/>
                  </a:cubicBezTo>
                  <a:cubicBezTo>
                    <a:pt x="137" y="962"/>
                    <a:pt x="155" y="956"/>
                    <a:pt x="171" y="944"/>
                  </a:cubicBezTo>
                  <a:cubicBezTo>
                    <a:pt x="985" y="281"/>
                    <a:pt x="2277" y="170"/>
                    <a:pt x="2293" y="170"/>
                  </a:cubicBezTo>
                  <a:cubicBezTo>
                    <a:pt x="2396" y="154"/>
                    <a:pt x="2385" y="0"/>
                    <a:pt x="228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4"/>
            <p:cNvSpPr/>
            <p:nvPr/>
          </p:nvSpPr>
          <p:spPr>
            <a:xfrm>
              <a:off x="4002650" y="1466475"/>
              <a:ext cx="54600" cy="18775"/>
            </a:xfrm>
            <a:custGeom>
              <a:rect b="b" l="l" r="r" t="t"/>
              <a:pathLst>
                <a:path extrusionOk="0" h="751" w="2184">
                  <a:moveTo>
                    <a:pt x="2069" y="0"/>
                  </a:moveTo>
                  <a:cubicBezTo>
                    <a:pt x="2066" y="0"/>
                    <a:pt x="2063" y="0"/>
                    <a:pt x="2060" y="1"/>
                  </a:cubicBezTo>
                  <a:cubicBezTo>
                    <a:pt x="1996" y="10"/>
                    <a:pt x="497" y="220"/>
                    <a:pt x="59" y="602"/>
                  </a:cubicBezTo>
                  <a:cubicBezTo>
                    <a:pt x="0" y="651"/>
                    <a:pt x="37" y="750"/>
                    <a:pt x="114" y="750"/>
                  </a:cubicBezTo>
                  <a:cubicBezTo>
                    <a:pt x="136" y="750"/>
                    <a:pt x="154" y="744"/>
                    <a:pt x="173" y="728"/>
                  </a:cubicBezTo>
                  <a:cubicBezTo>
                    <a:pt x="571" y="380"/>
                    <a:pt x="2070" y="170"/>
                    <a:pt x="2085" y="167"/>
                  </a:cubicBezTo>
                  <a:cubicBezTo>
                    <a:pt x="2184" y="146"/>
                    <a:pt x="2166" y="0"/>
                    <a:pt x="206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4"/>
            <p:cNvSpPr/>
            <p:nvPr/>
          </p:nvSpPr>
          <p:spPr>
            <a:xfrm>
              <a:off x="4127550" y="1072100"/>
              <a:ext cx="413100" cy="223025"/>
            </a:xfrm>
            <a:custGeom>
              <a:rect b="b" l="l" r="r" t="t"/>
              <a:pathLst>
                <a:path extrusionOk="0" h="8921" w="16524">
                  <a:moveTo>
                    <a:pt x="7695" y="0"/>
                  </a:moveTo>
                  <a:cubicBezTo>
                    <a:pt x="5563" y="0"/>
                    <a:pt x="1" y="3679"/>
                    <a:pt x="1" y="3679"/>
                  </a:cubicBezTo>
                  <a:cubicBezTo>
                    <a:pt x="380" y="8108"/>
                    <a:pt x="5774" y="8921"/>
                    <a:pt x="7122" y="8921"/>
                  </a:cubicBezTo>
                  <a:cubicBezTo>
                    <a:pt x="7241" y="8921"/>
                    <a:pt x="7329" y="8915"/>
                    <a:pt x="7378" y="8904"/>
                  </a:cubicBezTo>
                  <a:lnTo>
                    <a:pt x="7486" y="8904"/>
                  </a:lnTo>
                  <a:cubicBezTo>
                    <a:pt x="8677" y="8901"/>
                    <a:pt x="9858" y="8666"/>
                    <a:pt x="10959" y="8216"/>
                  </a:cubicBezTo>
                  <a:cubicBezTo>
                    <a:pt x="16523" y="5977"/>
                    <a:pt x="15151" y="1184"/>
                    <a:pt x="15135" y="1135"/>
                  </a:cubicBezTo>
                  <a:cubicBezTo>
                    <a:pt x="15122" y="1092"/>
                    <a:pt x="15089" y="1074"/>
                    <a:pt x="15056" y="1074"/>
                  </a:cubicBezTo>
                  <a:cubicBezTo>
                    <a:pt x="15005" y="1074"/>
                    <a:pt x="14953" y="1118"/>
                    <a:pt x="14972" y="1184"/>
                  </a:cubicBezTo>
                  <a:cubicBezTo>
                    <a:pt x="14978" y="1196"/>
                    <a:pt x="15320" y="2371"/>
                    <a:pt x="14990" y="3799"/>
                  </a:cubicBezTo>
                  <a:cubicBezTo>
                    <a:pt x="14555" y="5684"/>
                    <a:pt x="13140" y="7158"/>
                    <a:pt x="10897" y="8059"/>
                  </a:cubicBezTo>
                  <a:cubicBezTo>
                    <a:pt x="9821" y="8500"/>
                    <a:pt x="8667" y="8728"/>
                    <a:pt x="7505" y="8737"/>
                  </a:cubicBezTo>
                  <a:cubicBezTo>
                    <a:pt x="7967" y="7642"/>
                    <a:pt x="9506" y="1224"/>
                    <a:pt x="8307" y="178"/>
                  </a:cubicBezTo>
                  <a:cubicBezTo>
                    <a:pt x="8165" y="55"/>
                    <a:pt x="7956" y="0"/>
                    <a:pt x="7695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4"/>
            <p:cNvSpPr/>
            <p:nvPr/>
          </p:nvSpPr>
          <p:spPr>
            <a:xfrm>
              <a:off x="4255250" y="1112050"/>
              <a:ext cx="70650" cy="69550"/>
            </a:xfrm>
            <a:custGeom>
              <a:rect b="b" l="l" r="r" t="t"/>
              <a:pathLst>
                <a:path extrusionOk="0" h="2782" w="2826">
                  <a:moveTo>
                    <a:pt x="1996" y="1"/>
                  </a:moveTo>
                  <a:cubicBezTo>
                    <a:pt x="1967" y="1"/>
                    <a:pt x="1939" y="15"/>
                    <a:pt x="1922" y="49"/>
                  </a:cubicBezTo>
                  <a:lnTo>
                    <a:pt x="679" y="2473"/>
                  </a:lnTo>
                  <a:cubicBezTo>
                    <a:pt x="299" y="2035"/>
                    <a:pt x="432" y="752"/>
                    <a:pt x="521" y="264"/>
                  </a:cubicBezTo>
                  <a:cubicBezTo>
                    <a:pt x="534" y="201"/>
                    <a:pt x="485" y="164"/>
                    <a:pt x="438" y="164"/>
                  </a:cubicBezTo>
                  <a:cubicBezTo>
                    <a:pt x="402" y="164"/>
                    <a:pt x="366" y="186"/>
                    <a:pt x="358" y="234"/>
                  </a:cubicBezTo>
                  <a:cubicBezTo>
                    <a:pt x="343" y="314"/>
                    <a:pt x="0" y="2192"/>
                    <a:pt x="651" y="2676"/>
                  </a:cubicBezTo>
                  <a:cubicBezTo>
                    <a:pt x="749" y="2745"/>
                    <a:pt x="864" y="2781"/>
                    <a:pt x="979" y="2781"/>
                  </a:cubicBezTo>
                  <a:cubicBezTo>
                    <a:pt x="984" y="2781"/>
                    <a:pt x="989" y="2781"/>
                    <a:pt x="993" y="2781"/>
                  </a:cubicBezTo>
                  <a:cubicBezTo>
                    <a:pt x="1712" y="2781"/>
                    <a:pt x="2742" y="1760"/>
                    <a:pt x="2792" y="1711"/>
                  </a:cubicBezTo>
                  <a:cubicBezTo>
                    <a:pt x="2822" y="1677"/>
                    <a:pt x="2825" y="1628"/>
                    <a:pt x="2795" y="1594"/>
                  </a:cubicBezTo>
                  <a:cubicBezTo>
                    <a:pt x="2778" y="1577"/>
                    <a:pt x="2755" y="1568"/>
                    <a:pt x="2733" y="1568"/>
                  </a:cubicBezTo>
                  <a:cubicBezTo>
                    <a:pt x="2711" y="1568"/>
                    <a:pt x="2690" y="1577"/>
                    <a:pt x="2674" y="1594"/>
                  </a:cubicBezTo>
                  <a:cubicBezTo>
                    <a:pt x="2352" y="1913"/>
                    <a:pt x="1527" y="2615"/>
                    <a:pt x="1003" y="2615"/>
                  </a:cubicBezTo>
                  <a:cubicBezTo>
                    <a:pt x="936" y="2615"/>
                    <a:pt x="873" y="2603"/>
                    <a:pt x="818" y="2578"/>
                  </a:cubicBezTo>
                  <a:lnTo>
                    <a:pt x="2073" y="126"/>
                  </a:lnTo>
                  <a:cubicBezTo>
                    <a:pt x="2108" y="58"/>
                    <a:pt x="2052" y="1"/>
                    <a:pt x="1996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4"/>
            <p:cNvSpPr/>
            <p:nvPr/>
          </p:nvSpPr>
          <p:spPr>
            <a:xfrm>
              <a:off x="4293175" y="1092675"/>
              <a:ext cx="36275" cy="22050"/>
            </a:xfrm>
            <a:custGeom>
              <a:rect b="b" l="l" r="r" t="t"/>
              <a:pathLst>
                <a:path extrusionOk="0" h="882" w="1451">
                  <a:moveTo>
                    <a:pt x="1" y="0"/>
                  </a:moveTo>
                  <a:cubicBezTo>
                    <a:pt x="1" y="0"/>
                    <a:pt x="454" y="802"/>
                    <a:pt x="540" y="870"/>
                  </a:cubicBezTo>
                  <a:cubicBezTo>
                    <a:pt x="551" y="878"/>
                    <a:pt x="571" y="882"/>
                    <a:pt x="600" y="882"/>
                  </a:cubicBezTo>
                  <a:cubicBezTo>
                    <a:pt x="811" y="882"/>
                    <a:pt x="1450" y="691"/>
                    <a:pt x="1450" y="691"/>
                  </a:cubicBezTo>
                  <a:cubicBezTo>
                    <a:pt x="1043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4"/>
            <p:cNvSpPr/>
            <p:nvPr/>
          </p:nvSpPr>
          <p:spPr>
            <a:xfrm>
              <a:off x="4323475" y="1220650"/>
              <a:ext cx="353875" cy="325900"/>
            </a:xfrm>
            <a:custGeom>
              <a:rect b="b" l="l" r="r" t="t"/>
              <a:pathLst>
                <a:path extrusionOk="0" h="13036" w="14155">
                  <a:moveTo>
                    <a:pt x="14048" y="0"/>
                  </a:moveTo>
                  <a:cubicBezTo>
                    <a:pt x="14045" y="0"/>
                    <a:pt x="14041" y="0"/>
                    <a:pt x="14037" y="1"/>
                  </a:cubicBezTo>
                  <a:cubicBezTo>
                    <a:pt x="14003" y="4"/>
                    <a:pt x="10574" y="464"/>
                    <a:pt x="9408" y="4038"/>
                  </a:cubicBezTo>
                  <a:cubicBezTo>
                    <a:pt x="8911" y="5565"/>
                    <a:pt x="9300" y="7187"/>
                    <a:pt x="9991" y="8609"/>
                  </a:cubicBezTo>
                  <a:cubicBezTo>
                    <a:pt x="9799" y="8871"/>
                    <a:pt x="9228" y="9407"/>
                    <a:pt x="7772" y="9407"/>
                  </a:cubicBezTo>
                  <a:cubicBezTo>
                    <a:pt x="7235" y="9407"/>
                    <a:pt x="6579" y="9335"/>
                    <a:pt x="5778" y="9149"/>
                  </a:cubicBezTo>
                  <a:cubicBezTo>
                    <a:pt x="5243" y="9025"/>
                    <a:pt x="4742" y="8973"/>
                    <a:pt x="4276" y="8973"/>
                  </a:cubicBezTo>
                  <a:cubicBezTo>
                    <a:pt x="1539" y="8973"/>
                    <a:pt x="1" y="10790"/>
                    <a:pt x="1" y="10790"/>
                  </a:cubicBezTo>
                  <a:cubicBezTo>
                    <a:pt x="1" y="10790"/>
                    <a:pt x="2718" y="11471"/>
                    <a:pt x="5722" y="12202"/>
                  </a:cubicBezTo>
                  <a:cubicBezTo>
                    <a:pt x="9155" y="13035"/>
                    <a:pt x="14155" y="13035"/>
                    <a:pt x="14155" y="13035"/>
                  </a:cubicBezTo>
                  <a:cubicBezTo>
                    <a:pt x="12992" y="12890"/>
                    <a:pt x="10814" y="9627"/>
                    <a:pt x="10225" y="8711"/>
                  </a:cubicBezTo>
                  <a:cubicBezTo>
                    <a:pt x="9500" y="7280"/>
                    <a:pt x="9069" y="5636"/>
                    <a:pt x="9568" y="4091"/>
                  </a:cubicBezTo>
                  <a:cubicBezTo>
                    <a:pt x="10700" y="621"/>
                    <a:pt x="14025" y="174"/>
                    <a:pt x="14059" y="167"/>
                  </a:cubicBezTo>
                  <a:cubicBezTo>
                    <a:pt x="14105" y="161"/>
                    <a:pt x="14139" y="121"/>
                    <a:pt x="14133" y="75"/>
                  </a:cubicBezTo>
                  <a:cubicBezTo>
                    <a:pt x="14127" y="32"/>
                    <a:pt x="14090" y="0"/>
                    <a:pt x="14048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4"/>
            <p:cNvSpPr/>
            <p:nvPr/>
          </p:nvSpPr>
          <p:spPr>
            <a:xfrm>
              <a:off x="4214550" y="1027475"/>
              <a:ext cx="39250" cy="46625"/>
            </a:xfrm>
            <a:custGeom>
              <a:rect b="b" l="l" r="r" t="t"/>
              <a:pathLst>
                <a:path extrusionOk="0" h="1865" w="1570">
                  <a:moveTo>
                    <a:pt x="123" y="1"/>
                  </a:moveTo>
                  <a:cubicBezTo>
                    <a:pt x="48" y="1"/>
                    <a:pt x="1" y="109"/>
                    <a:pt x="80" y="159"/>
                  </a:cubicBezTo>
                  <a:cubicBezTo>
                    <a:pt x="95" y="165"/>
                    <a:pt x="1385" y="905"/>
                    <a:pt x="1267" y="1769"/>
                  </a:cubicBezTo>
                  <a:cubicBezTo>
                    <a:pt x="1261" y="1815"/>
                    <a:pt x="1295" y="1859"/>
                    <a:pt x="1341" y="1865"/>
                  </a:cubicBezTo>
                  <a:lnTo>
                    <a:pt x="1351" y="1865"/>
                  </a:lnTo>
                  <a:cubicBezTo>
                    <a:pt x="1394" y="1865"/>
                    <a:pt x="1431" y="1834"/>
                    <a:pt x="1437" y="1791"/>
                  </a:cubicBezTo>
                  <a:cubicBezTo>
                    <a:pt x="1570" y="813"/>
                    <a:pt x="222" y="42"/>
                    <a:pt x="163" y="11"/>
                  </a:cubicBezTo>
                  <a:cubicBezTo>
                    <a:pt x="149" y="4"/>
                    <a:pt x="136" y="1"/>
                    <a:pt x="12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4"/>
            <p:cNvSpPr/>
            <p:nvPr/>
          </p:nvSpPr>
          <p:spPr>
            <a:xfrm>
              <a:off x="4362025" y="1111475"/>
              <a:ext cx="79750" cy="26175"/>
            </a:xfrm>
            <a:custGeom>
              <a:rect b="b" l="l" r="r" t="t"/>
              <a:pathLst>
                <a:path extrusionOk="0" h="1047" w="3190">
                  <a:moveTo>
                    <a:pt x="1835" y="0"/>
                  </a:moveTo>
                  <a:cubicBezTo>
                    <a:pt x="1279" y="0"/>
                    <a:pt x="683" y="303"/>
                    <a:pt x="56" y="901"/>
                  </a:cubicBezTo>
                  <a:cubicBezTo>
                    <a:pt x="1" y="954"/>
                    <a:pt x="38" y="1046"/>
                    <a:pt x="115" y="1046"/>
                  </a:cubicBezTo>
                  <a:cubicBezTo>
                    <a:pt x="137" y="1046"/>
                    <a:pt x="155" y="1037"/>
                    <a:pt x="171" y="1021"/>
                  </a:cubicBezTo>
                  <a:cubicBezTo>
                    <a:pt x="762" y="455"/>
                    <a:pt x="1319" y="168"/>
                    <a:pt x="1830" y="168"/>
                  </a:cubicBezTo>
                  <a:cubicBezTo>
                    <a:pt x="1889" y="168"/>
                    <a:pt x="1948" y="172"/>
                    <a:pt x="2006" y="179"/>
                  </a:cubicBezTo>
                  <a:cubicBezTo>
                    <a:pt x="2657" y="266"/>
                    <a:pt x="3005" y="827"/>
                    <a:pt x="3008" y="833"/>
                  </a:cubicBezTo>
                  <a:cubicBezTo>
                    <a:pt x="3026" y="860"/>
                    <a:pt x="3051" y="872"/>
                    <a:pt x="3076" y="872"/>
                  </a:cubicBezTo>
                  <a:cubicBezTo>
                    <a:pt x="3133" y="872"/>
                    <a:pt x="3190" y="812"/>
                    <a:pt x="3153" y="747"/>
                  </a:cubicBezTo>
                  <a:cubicBezTo>
                    <a:pt x="3138" y="722"/>
                    <a:pt x="2764" y="112"/>
                    <a:pt x="2030" y="13"/>
                  </a:cubicBezTo>
                  <a:cubicBezTo>
                    <a:pt x="1966" y="4"/>
                    <a:pt x="1901" y="0"/>
                    <a:pt x="1835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4"/>
            <p:cNvSpPr/>
            <p:nvPr/>
          </p:nvSpPr>
          <p:spPr>
            <a:xfrm>
              <a:off x="4101325" y="1012625"/>
              <a:ext cx="123400" cy="119700"/>
            </a:xfrm>
            <a:custGeom>
              <a:rect b="b" l="l" r="r" t="t"/>
              <a:pathLst>
                <a:path extrusionOk="0" h="4788" w="4936">
                  <a:moveTo>
                    <a:pt x="119" y="0"/>
                  </a:moveTo>
                  <a:cubicBezTo>
                    <a:pt x="54" y="0"/>
                    <a:pt x="0" y="84"/>
                    <a:pt x="60" y="145"/>
                  </a:cubicBezTo>
                  <a:lnTo>
                    <a:pt x="4763" y="4763"/>
                  </a:lnTo>
                  <a:cubicBezTo>
                    <a:pt x="4779" y="4778"/>
                    <a:pt x="4800" y="4787"/>
                    <a:pt x="4822" y="4787"/>
                  </a:cubicBezTo>
                  <a:cubicBezTo>
                    <a:pt x="4896" y="4787"/>
                    <a:pt x="4936" y="4695"/>
                    <a:pt x="4880" y="4642"/>
                  </a:cubicBezTo>
                  <a:lnTo>
                    <a:pt x="177" y="25"/>
                  </a:lnTo>
                  <a:cubicBezTo>
                    <a:pt x="158" y="7"/>
                    <a:pt x="138" y="0"/>
                    <a:pt x="1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4"/>
            <p:cNvSpPr/>
            <p:nvPr/>
          </p:nvSpPr>
          <p:spPr>
            <a:xfrm>
              <a:off x="4066150" y="1064475"/>
              <a:ext cx="143850" cy="73175"/>
            </a:xfrm>
            <a:custGeom>
              <a:rect b="b" l="l" r="r" t="t"/>
              <a:pathLst>
                <a:path extrusionOk="0" h="2927" w="5754">
                  <a:moveTo>
                    <a:pt x="123" y="1"/>
                  </a:moveTo>
                  <a:cubicBezTo>
                    <a:pt x="45" y="1"/>
                    <a:pt x="1" y="118"/>
                    <a:pt x="88" y="163"/>
                  </a:cubicBezTo>
                  <a:lnTo>
                    <a:pt x="5596" y="2917"/>
                  </a:lnTo>
                  <a:cubicBezTo>
                    <a:pt x="5609" y="2923"/>
                    <a:pt x="5621" y="2926"/>
                    <a:pt x="5637" y="2926"/>
                  </a:cubicBezTo>
                  <a:cubicBezTo>
                    <a:pt x="5726" y="2926"/>
                    <a:pt x="5754" y="2806"/>
                    <a:pt x="5674" y="2766"/>
                  </a:cubicBezTo>
                  <a:lnTo>
                    <a:pt x="165" y="12"/>
                  </a:lnTo>
                  <a:cubicBezTo>
                    <a:pt x="150" y="4"/>
                    <a:pt x="136" y="1"/>
                    <a:pt x="1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4"/>
            <p:cNvSpPr/>
            <p:nvPr/>
          </p:nvSpPr>
          <p:spPr>
            <a:xfrm>
              <a:off x="4065250" y="1119625"/>
              <a:ext cx="136200" cy="26500"/>
            </a:xfrm>
            <a:custGeom>
              <a:rect b="b" l="l" r="r" t="t"/>
              <a:pathLst>
                <a:path extrusionOk="0" h="1060" w="5448">
                  <a:moveTo>
                    <a:pt x="116" y="0"/>
                  </a:moveTo>
                  <a:cubicBezTo>
                    <a:pt x="20" y="0"/>
                    <a:pt x="0" y="151"/>
                    <a:pt x="105" y="168"/>
                  </a:cubicBezTo>
                  <a:lnTo>
                    <a:pt x="5318" y="1059"/>
                  </a:lnTo>
                  <a:lnTo>
                    <a:pt x="5333" y="1059"/>
                  </a:lnTo>
                  <a:cubicBezTo>
                    <a:pt x="5435" y="1059"/>
                    <a:pt x="5447" y="908"/>
                    <a:pt x="5346" y="893"/>
                  </a:cubicBezTo>
                  <a:lnTo>
                    <a:pt x="133" y="2"/>
                  </a:lnTo>
                  <a:cubicBezTo>
                    <a:pt x="127" y="1"/>
                    <a:pt x="122" y="0"/>
                    <a:pt x="11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4"/>
            <p:cNvSpPr/>
            <p:nvPr/>
          </p:nvSpPr>
          <p:spPr>
            <a:xfrm>
              <a:off x="4133875" y="1043175"/>
              <a:ext cx="75975" cy="73250"/>
            </a:xfrm>
            <a:custGeom>
              <a:rect b="b" l="l" r="r" t="t"/>
              <a:pathLst>
                <a:path extrusionOk="0" h="2930" w="3039">
                  <a:moveTo>
                    <a:pt x="127" y="1"/>
                  </a:moveTo>
                  <a:cubicBezTo>
                    <a:pt x="60" y="1"/>
                    <a:pt x="1" y="92"/>
                    <a:pt x="71" y="151"/>
                  </a:cubicBezTo>
                  <a:lnTo>
                    <a:pt x="2866" y="2905"/>
                  </a:lnTo>
                  <a:cubicBezTo>
                    <a:pt x="2881" y="2921"/>
                    <a:pt x="2903" y="2930"/>
                    <a:pt x="2928" y="2930"/>
                  </a:cubicBezTo>
                  <a:cubicBezTo>
                    <a:pt x="3002" y="2930"/>
                    <a:pt x="3039" y="2837"/>
                    <a:pt x="2986" y="2785"/>
                  </a:cubicBezTo>
                  <a:lnTo>
                    <a:pt x="189" y="31"/>
                  </a:lnTo>
                  <a:cubicBezTo>
                    <a:pt x="170" y="10"/>
                    <a:pt x="148" y="1"/>
                    <a:pt x="127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4"/>
            <p:cNvSpPr/>
            <p:nvPr/>
          </p:nvSpPr>
          <p:spPr>
            <a:xfrm>
              <a:off x="4117950" y="1090925"/>
              <a:ext cx="74025" cy="39325"/>
            </a:xfrm>
            <a:custGeom>
              <a:rect b="b" l="l" r="r" t="t"/>
              <a:pathLst>
                <a:path extrusionOk="0" h="1573" w="2961">
                  <a:moveTo>
                    <a:pt x="123" y="1"/>
                  </a:moveTo>
                  <a:cubicBezTo>
                    <a:pt x="46" y="1"/>
                    <a:pt x="0" y="124"/>
                    <a:pt x="92" y="166"/>
                  </a:cubicBezTo>
                  <a:lnTo>
                    <a:pt x="2806" y="1563"/>
                  </a:lnTo>
                  <a:cubicBezTo>
                    <a:pt x="2815" y="1569"/>
                    <a:pt x="2830" y="1572"/>
                    <a:pt x="2843" y="1572"/>
                  </a:cubicBezTo>
                  <a:cubicBezTo>
                    <a:pt x="2932" y="1572"/>
                    <a:pt x="2960" y="1452"/>
                    <a:pt x="2883" y="1412"/>
                  </a:cubicBezTo>
                  <a:lnTo>
                    <a:pt x="169" y="14"/>
                  </a:lnTo>
                  <a:cubicBezTo>
                    <a:pt x="153" y="5"/>
                    <a:pt x="138" y="1"/>
                    <a:pt x="12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4"/>
            <p:cNvSpPr/>
            <p:nvPr/>
          </p:nvSpPr>
          <p:spPr>
            <a:xfrm>
              <a:off x="4120425" y="1129175"/>
              <a:ext cx="53500" cy="13775"/>
            </a:xfrm>
            <a:custGeom>
              <a:rect b="b" l="l" r="r" t="t"/>
              <a:pathLst>
                <a:path extrusionOk="0" h="551" w="2140">
                  <a:moveTo>
                    <a:pt x="120" y="1"/>
                  </a:moveTo>
                  <a:cubicBezTo>
                    <a:pt x="24" y="1"/>
                    <a:pt x="1" y="145"/>
                    <a:pt x="101" y="169"/>
                  </a:cubicBezTo>
                  <a:lnTo>
                    <a:pt x="2007" y="551"/>
                  </a:lnTo>
                  <a:lnTo>
                    <a:pt x="2025" y="551"/>
                  </a:lnTo>
                  <a:cubicBezTo>
                    <a:pt x="2124" y="548"/>
                    <a:pt x="2139" y="406"/>
                    <a:pt x="2041" y="384"/>
                  </a:cubicBezTo>
                  <a:lnTo>
                    <a:pt x="135" y="2"/>
                  </a:lnTo>
                  <a:cubicBezTo>
                    <a:pt x="129" y="1"/>
                    <a:pt x="125" y="1"/>
                    <a:pt x="12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4"/>
            <p:cNvSpPr/>
            <p:nvPr/>
          </p:nvSpPr>
          <p:spPr>
            <a:xfrm>
              <a:off x="4257100" y="925350"/>
              <a:ext cx="52800" cy="51675"/>
            </a:xfrm>
            <a:custGeom>
              <a:rect b="b" l="l" r="r" t="t"/>
              <a:pathLst>
                <a:path extrusionOk="0" h="2067" w="2112">
                  <a:moveTo>
                    <a:pt x="1923" y="0"/>
                  </a:moveTo>
                  <a:cubicBezTo>
                    <a:pt x="1922" y="0"/>
                    <a:pt x="1922" y="0"/>
                    <a:pt x="1922" y="0"/>
                  </a:cubicBezTo>
                  <a:cubicBezTo>
                    <a:pt x="959" y="16"/>
                    <a:pt x="0" y="1388"/>
                    <a:pt x="0" y="1388"/>
                  </a:cubicBezTo>
                  <a:cubicBezTo>
                    <a:pt x="0" y="1388"/>
                    <a:pt x="1262" y="2067"/>
                    <a:pt x="1453" y="2067"/>
                  </a:cubicBezTo>
                  <a:cubicBezTo>
                    <a:pt x="1647" y="2067"/>
                    <a:pt x="2112" y="0"/>
                    <a:pt x="1923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4"/>
            <p:cNvSpPr/>
            <p:nvPr/>
          </p:nvSpPr>
          <p:spPr>
            <a:xfrm>
              <a:off x="4422100" y="1000325"/>
              <a:ext cx="52075" cy="56775"/>
            </a:xfrm>
            <a:custGeom>
              <a:rect b="b" l="l" r="r" t="t"/>
              <a:pathLst>
                <a:path extrusionOk="0" h="2271" w="2083">
                  <a:moveTo>
                    <a:pt x="1923" y="0"/>
                  </a:moveTo>
                  <a:cubicBezTo>
                    <a:pt x="1582" y="0"/>
                    <a:pt x="1" y="1313"/>
                    <a:pt x="1" y="1313"/>
                  </a:cubicBezTo>
                  <a:cubicBezTo>
                    <a:pt x="1" y="1313"/>
                    <a:pt x="1618" y="2271"/>
                    <a:pt x="1873" y="2271"/>
                  </a:cubicBezTo>
                  <a:cubicBezTo>
                    <a:pt x="1879" y="2271"/>
                    <a:pt x="1884" y="2270"/>
                    <a:pt x="1888" y="2269"/>
                  </a:cubicBezTo>
                  <a:cubicBezTo>
                    <a:pt x="2083" y="2220"/>
                    <a:pt x="2083" y="329"/>
                    <a:pt x="1984" y="36"/>
                  </a:cubicBezTo>
                  <a:cubicBezTo>
                    <a:pt x="1976" y="12"/>
                    <a:pt x="1955" y="0"/>
                    <a:pt x="1923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4"/>
            <p:cNvSpPr/>
            <p:nvPr/>
          </p:nvSpPr>
          <p:spPr>
            <a:xfrm>
              <a:off x="4324575" y="1013650"/>
              <a:ext cx="12025" cy="17425"/>
            </a:xfrm>
            <a:custGeom>
              <a:rect b="b" l="l" r="r" t="t"/>
              <a:pathLst>
                <a:path extrusionOk="0" h="697" w="481">
                  <a:moveTo>
                    <a:pt x="360" y="0"/>
                  </a:moveTo>
                  <a:cubicBezTo>
                    <a:pt x="345" y="0"/>
                    <a:pt x="328" y="5"/>
                    <a:pt x="312" y="15"/>
                  </a:cubicBezTo>
                  <a:cubicBezTo>
                    <a:pt x="117" y="148"/>
                    <a:pt x="0" y="373"/>
                    <a:pt x="6" y="610"/>
                  </a:cubicBezTo>
                  <a:cubicBezTo>
                    <a:pt x="6" y="657"/>
                    <a:pt x="43" y="697"/>
                    <a:pt x="93" y="697"/>
                  </a:cubicBezTo>
                  <a:cubicBezTo>
                    <a:pt x="139" y="697"/>
                    <a:pt x="176" y="657"/>
                    <a:pt x="176" y="610"/>
                  </a:cubicBezTo>
                  <a:cubicBezTo>
                    <a:pt x="170" y="431"/>
                    <a:pt x="256" y="262"/>
                    <a:pt x="401" y="160"/>
                  </a:cubicBezTo>
                  <a:cubicBezTo>
                    <a:pt x="480" y="109"/>
                    <a:pt x="434" y="0"/>
                    <a:pt x="360" y="0"/>
                  </a:cubicBezTo>
                  <a:close/>
                </a:path>
              </a:pathLst>
            </a:custGeom>
            <a:solidFill>
              <a:srgbClr val="FCFD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4"/>
            <p:cNvSpPr/>
            <p:nvPr/>
          </p:nvSpPr>
          <p:spPr>
            <a:xfrm>
              <a:off x="4329500" y="1029000"/>
              <a:ext cx="12100" cy="17500"/>
            </a:xfrm>
            <a:custGeom>
              <a:rect b="b" l="l" r="r" t="t"/>
              <a:pathLst>
                <a:path extrusionOk="0" h="700" w="484">
                  <a:moveTo>
                    <a:pt x="359" y="0"/>
                  </a:moveTo>
                  <a:cubicBezTo>
                    <a:pt x="344" y="0"/>
                    <a:pt x="328" y="5"/>
                    <a:pt x="312" y="15"/>
                  </a:cubicBezTo>
                  <a:cubicBezTo>
                    <a:pt x="115" y="151"/>
                    <a:pt x="0" y="376"/>
                    <a:pt x="7" y="613"/>
                  </a:cubicBezTo>
                  <a:cubicBezTo>
                    <a:pt x="7" y="659"/>
                    <a:pt x="44" y="700"/>
                    <a:pt x="90" y="700"/>
                  </a:cubicBezTo>
                  <a:cubicBezTo>
                    <a:pt x="136" y="700"/>
                    <a:pt x="176" y="659"/>
                    <a:pt x="173" y="613"/>
                  </a:cubicBezTo>
                  <a:cubicBezTo>
                    <a:pt x="170" y="434"/>
                    <a:pt x="253" y="265"/>
                    <a:pt x="401" y="160"/>
                  </a:cubicBezTo>
                  <a:cubicBezTo>
                    <a:pt x="484" y="111"/>
                    <a:pt x="433" y="0"/>
                    <a:pt x="35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4"/>
            <p:cNvSpPr/>
            <p:nvPr/>
          </p:nvSpPr>
          <p:spPr>
            <a:xfrm>
              <a:off x="4342750" y="1015050"/>
              <a:ext cx="12050" cy="17425"/>
            </a:xfrm>
            <a:custGeom>
              <a:rect b="b" l="l" r="r" t="t"/>
              <a:pathLst>
                <a:path extrusionOk="0" h="697" w="482">
                  <a:moveTo>
                    <a:pt x="359" y="1"/>
                  </a:moveTo>
                  <a:cubicBezTo>
                    <a:pt x="344" y="1"/>
                    <a:pt x="328" y="5"/>
                    <a:pt x="312" y="15"/>
                  </a:cubicBezTo>
                  <a:cubicBezTo>
                    <a:pt x="118" y="147"/>
                    <a:pt x="1" y="372"/>
                    <a:pt x="7" y="610"/>
                  </a:cubicBezTo>
                  <a:cubicBezTo>
                    <a:pt x="7" y="659"/>
                    <a:pt x="44" y="696"/>
                    <a:pt x="93" y="696"/>
                  </a:cubicBezTo>
                  <a:cubicBezTo>
                    <a:pt x="140" y="696"/>
                    <a:pt x="177" y="659"/>
                    <a:pt x="177" y="610"/>
                  </a:cubicBezTo>
                  <a:cubicBezTo>
                    <a:pt x="171" y="431"/>
                    <a:pt x="257" y="261"/>
                    <a:pt x="402" y="160"/>
                  </a:cubicBezTo>
                  <a:cubicBezTo>
                    <a:pt x="482" y="110"/>
                    <a:pt x="434" y="1"/>
                    <a:pt x="35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4"/>
            <p:cNvSpPr/>
            <p:nvPr/>
          </p:nvSpPr>
          <p:spPr>
            <a:xfrm>
              <a:off x="4347000" y="1031900"/>
              <a:ext cx="12000" cy="17375"/>
            </a:xfrm>
            <a:custGeom>
              <a:rect b="b" l="l" r="r" t="t"/>
              <a:pathLst>
                <a:path extrusionOk="0" h="695" w="480">
                  <a:moveTo>
                    <a:pt x="357" y="0"/>
                  </a:moveTo>
                  <a:cubicBezTo>
                    <a:pt x="343" y="0"/>
                    <a:pt x="327" y="4"/>
                    <a:pt x="312" y="13"/>
                  </a:cubicBezTo>
                  <a:cubicBezTo>
                    <a:pt x="115" y="149"/>
                    <a:pt x="1" y="371"/>
                    <a:pt x="7" y="608"/>
                  </a:cubicBezTo>
                  <a:cubicBezTo>
                    <a:pt x="7" y="658"/>
                    <a:pt x="44" y="695"/>
                    <a:pt x="90" y="695"/>
                  </a:cubicBezTo>
                  <a:cubicBezTo>
                    <a:pt x="136" y="695"/>
                    <a:pt x="176" y="658"/>
                    <a:pt x="176" y="608"/>
                  </a:cubicBezTo>
                  <a:cubicBezTo>
                    <a:pt x="170" y="429"/>
                    <a:pt x="253" y="260"/>
                    <a:pt x="401" y="158"/>
                  </a:cubicBezTo>
                  <a:cubicBezTo>
                    <a:pt x="479" y="106"/>
                    <a:pt x="431" y="0"/>
                    <a:pt x="357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4"/>
            <p:cNvSpPr/>
            <p:nvPr/>
          </p:nvSpPr>
          <p:spPr>
            <a:xfrm>
              <a:off x="4362275" y="1025200"/>
              <a:ext cx="10425" cy="18225"/>
            </a:xfrm>
            <a:custGeom>
              <a:rect b="b" l="l" r="r" t="t"/>
              <a:pathLst>
                <a:path extrusionOk="0" h="729" w="417">
                  <a:moveTo>
                    <a:pt x="288" y="1"/>
                  </a:moveTo>
                  <a:cubicBezTo>
                    <a:pt x="242" y="1"/>
                    <a:pt x="197" y="35"/>
                    <a:pt x="204" y="96"/>
                  </a:cubicBezTo>
                  <a:cubicBezTo>
                    <a:pt x="238" y="272"/>
                    <a:pt x="185" y="454"/>
                    <a:pt x="59" y="580"/>
                  </a:cubicBezTo>
                  <a:cubicBezTo>
                    <a:pt x="0" y="633"/>
                    <a:pt x="37" y="728"/>
                    <a:pt x="114" y="728"/>
                  </a:cubicBezTo>
                  <a:cubicBezTo>
                    <a:pt x="136" y="728"/>
                    <a:pt x="154" y="722"/>
                    <a:pt x="170" y="710"/>
                  </a:cubicBezTo>
                  <a:cubicBezTo>
                    <a:pt x="339" y="543"/>
                    <a:pt x="417" y="299"/>
                    <a:pt x="370" y="68"/>
                  </a:cubicBezTo>
                  <a:cubicBezTo>
                    <a:pt x="359" y="22"/>
                    <a:pt x="324" y="1"/>
                    <a:pt x="288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4"/>
            <p:cNvSpPr/>
            <p:nvPr/>
          </p:nvSpPr>
          <p:spPr>
            <a:xfrm>
              <a:off x="4273925" y="944875"/>
              <a:ext cx="19725" cy="21675"/>
            </a:xfrm>
            <a:custGeom>
              <a:rect b="b" l="l" r="r" t="t"/>
              <a:pathLst>
                <a:path extrusionOk="0" h="867" w="789">
                  <a:moveTo>
                    <a:pt x="100" y="0"/>
                  </a:moveTo>
                  <a:cubicBezTo>
                    <a:pt x="51" y="0"/>
                    <a:pt x="1" y="40"/>
                    <a:pt x="15" y="104"/>
                  </a:cubicBezTo>
                  <a:cubicBezTo>
                    <a:pt x="18" y="107"/>
                    <a:pt x="129" y="607"/>
                    <a:pt x="154" y="771"/>
                  </a:cubicBezTo>
                  <a:cubicBezTo>
                    <a:pt x="160" y="817"/>
                    <a:pt x="194" y="854"/>
                    <a:pt x="240" y="863"/>
                  </a:cubicBezTo>
                  <a:cubicBezTo>
                    <a:pt x="246" y="863"/>
                    <a:pt x="256" y="866"/>
                    <a:pt x="262" y="866"/>
                  </a:cubicBezTo>
                  <a:cubicBezTo>
                    <a:pt x="323" y="866"/>
                    <a:pt x="428" y="801"/>
                    <a:pt x="761" y="151"/>
                  </a:cubicBezTo>
                  <a:cubicBezTo>
                    <a:pt x="789" y="86"/>
                    <a:pt x="735" y="34"/>
                    <a:pt x="681" y="34"/>
                  </a:cubicBezTo>
                  <a:cubicBezTo>
                    <a:pt x="654" y="34"/>
                    <a:pt x="628" y="46"/>
                    <a:pt x="610" y="73"/>
                  </a:cubicBezTo>
                  <a:cubicBezTo>
                    <a:pt x="515" y="259"/>
                    <a:pt x="410" y="441"/>
                    <a:pt x="299" y="616"/>
                  </a:cubicBezTo>
                  <a:cubicBezTo>
                    <a:pt x="256" y="403"/>
                    <a:pt x="185" y="83"/>
                    <a:pt x="182" y="67"/>
                  </a:cubicBezTo>
                  <a:cubicBezTo>
                    <a:pt x="171" y="21"/>
                    <a:pt x="136" y="0"/>
                    <a:pt x="10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4"/>
            <p:cNvSpPr/>
            <p:nvPr/>
          </p:nvSpPr>
          <p:spPr>
            <a:xfrm>
              <a:off x="4443625" y="1021075"/>
              <a:ext cx="23725" cy="24050"/>
            </a:xfrm>
            <a:custGeom>
              <a:rect b="b" l="l" r="r" t="t"/>
              <a:pathLst>
                <a:path extrusionOk="0" h="962" w="949">
                  <a:moveTo>
                    <a:pt x="342" y="0"/>
                  </a:moveTo>
                  <a:cubicBezTo>
                    <a:pt x="311" y="0"/>
                    <a:pt x="280" y="17"/>
                    <a:pt x="265" y="57"/>
                  </a:cubicBezTo>
                  <a:cubicBezTo>
                    <a:pt x="161" y="310"/>
                    <a:pt x="0" y="754"/>
                    <a:pt x="74" y="893"/>
                  </a:cubicBezTo>
                  <a:cubicBezTo>
                    <a:pt x="93" y="927"/>
                    <a:pt x="124" y="949"/>
                    <a:pt x="157" y="958"/>
                  </a:cubicBezTo>
                  <a:cubicBezTo>
                    <a:pt x="170" y="958"/>
                    <a:pt x="179" y="961"/>
                    <a:pt x="188" y="961"/>
                  </a:cubicBezTo>
                  <a:cubicBezTo>
                    <a:pt x="361" y="961"/>
                    <a:pt x="716" y="739"/>
                    <a:pt x="867" y="637"/>
                  </a:cubicBezTo>
                  <a:cubicBezTo>
                    <a:pt x="948" y="586"/>
                    <a:pt x="895" y="479"/>
                    <a:pt x="823" y="479"/>
                  </a:cubicBezTo>
                  <a:cubicBezTo>
                    <a:pt x="807" y="479"/>
                    <a:pt x="791" y="484"/>
                    <a:pt x="774" y="495"/>
                  </a:cubicBezTo>
                  <a:cubicBezTo>
                    <a:pt x="555" y="640"/>
                    <a:pt x="318" y="767"/>
                    <a:pt x="222" y="788"/>
                  </a:cubicBezTo>
                  <a:cubicBezTo>
                    <a:pt x="225" y="687"/>
                    <a:pt x="309" y="403"/>
                    <a:pt x="423" y="122"/>
                  </a:cubicBezTo>
                  <a:cubicBezTo>
                    <a:pt x="454" y="53"/>
                    <a:pt x="398" y="0"/>
                    <a:pt x="34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4"/>
            <p:cNvSpPr/>
            <p:nvPr/>
          </p:nvSpPr>
          <p:spPr>
            <a:xfrm>
              <a:off x="4371125" y="1183175"/>
              <a:ext cx="125975" cy="14850"/>
            </a:xfrm>
            <a:custGeom>
              <a:rect b="b" l="l" r="r" t="t"/>
              <a:pathLst>
                <a:path extrusionOk="0" h="594" w="5039">
                  <a:moveTo>
                    <a:pt x="91" y="1"/>
                  </a:moveTo>
                  <a:cubicBezTo>
                    <a:pt x="47" y="1"/>
                    <a:pt x="10" y="34"/>
                    <a:pt x="4" y="78"/>
                  </a:cubicBezTo>
                  <a:cubicBezTo>
                    <a:pt x="1" y="124"/>
                    <a:pt x="35" y="164"/>
                    <a:pt x="81" y="171"/>
                  </a:cubicBezTo>
                  <a:lnTo>
                    <a:pt x="4911" y="593"/>
                  </a:lnTo>
                  <a:lnTo>
                    <a:pt x="4920" y="593"/>
                  </a:lnTo>
                  <a:cubicBezTo>
                    <a:pt x="4922" y="593"/>
                    <a:pt x="4924" y="593"/>
                    <a:pt x="4926" y="593"/>
                  </a:cubicBezTo>
                  <a:cubicBezTo>
                    <a:pt x="5032" y="593"/>
                    <a:pt x="5039" y="430"/>
                    <a:pt x="4927" y="424"/>
                  </a:cubicBezTo>
                  <a:lnTo>
                    <a:pt x="97" y="1"/>
                  </a:lnTo>
                  <a:cubicBezTo>
                    <a:pt x="95" y="1"/>
                    <a:pt x="93" y="1"/>
                    <a:pt x="9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4"/>
            <p:cNvSpPr/>
            <p:nvPr/>
          </p:nvSpPr>
          <p:spPr>
            <a:xfrm>
              <a:off x="4368175" y="1196925"/>
              <a:ext cx="121500" cy="49825"/>
            </a:xfrm>
            <a:custGeom>
              <a:rect b="b" l="l" r="r" t="t"/>
              <a:pathLst>
                <a:path extrusionOk="0" h="1993" w="4860">
                  <a:moveTo>
                    <a:pt x="124" y="0"/>
                  </a:moveTo>
                  <a:cubicBezTo>
                    <a:pt x="40" y="0"/>
                    <a:pt x="0" y="125"/>
                    <a:pt x="91" y="163"/>
                  </a:cubicBezTo>
                  <a:lnTo>
                    <a:pt x="4711" y="1986"/>
                  </a:lnTo>
                  <a:cubicBezTo>
                    <a:pt x="4721" y="1989"/>
                    <a:pt x="4733" y="1992"/>
                    <a:pt x="4742" y="1992"/>
                  </a:cubicBezTo>
                  <a:cubicBezTo>
                    <a:pt x="4835" y="1992"/>
                    <a:pt x="4859" y="1863"/>
                    <a:pt x="4773" y="1829"/>
                  </a:cubicBezTo>
                  <a:lnTo>
                    <a:pt x="156" y="6"/>
                  </a:lnTo>
                  <a:cubicBezTo>
                    <a:pt x="145" y="2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4"/>
            <p:cNvSpPr/>
            <p:nvPr/>
          </p:nvSpPr>
          <p:spPr>
            <a:xfrm>
              <a:off x="4363975" y="1210675"/>
              <a:ext cx="77425" cy="84800"/>
            </a:xfrm>
            <a:custGeom>
              <a:rect b="b" l="l" r="r" t="t"/>
              <a:pathLst>
                <a:path extrusionOk="0" h="3392" w="3097">
                  <a:moveTo>
                    <a:pt x="122" y="0"/>
                  </a:moveTo>
                  <a:cubicBezTo>
                    <a:pt x="58" y="0"/>
                    <a:pt x="1" y="79"/>
                    <a:pt x="59" y="144"/>
                  </a:cubicBezTo>
                  <a:lnTo>
                    <a:pt x="2939" y="3364"/>
                  </a:lnTo>
                  <a:cubicBezTo>
                    <a:pt x="2955" y="3382"/>
                    <a:pt x="2976" y="3392"/>
                    <a:pt x="3001" y="3392"/>
                  </a:cubicBezTo>
                  <a:cubicBezTo>
                    <a:pt x="3023" y="3392"/>
                    <a:pt x="3044" y="3385"/>
                    <a:pt x="3060" y="3370"/>
                  </a:cubicBezTo>
                  <a:cubicBezTo>
                    <a:pt x="3094" y="3339"/>
                    <a:pt x="3097" y="3287"/>
                    <a:pt x="3066" y="3250"/>
                  </a:cubicBezTo>
                  <a:lnTo>
                    <a:pt x="185" y="30"/>
                  </a:lnTo>
                  <a:cubicBezTo>
                    <a:pt x="166" y="9"/>
                    <a:pt x="144" y="0"/>
                    <a:pt x="12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4"/>
            <p:cNvSpPr/>
            <p:nvPr/>
          </p:nvSpPr>
          <p:spPr>
            <a:xfrm>
              <a:off x="4727675" y="1108675"/>
              <a:ext cx="19375" cy="12300"/>
            </a:xfrm>
            <a:custGeom>
              <a:rect b="b" l="l" r="r" t="t"/>
              <a:pathLst>
                <a:path extrusionOk="0" h="492" w="775">
                  <a:moveTo>
                    <a:pt x="106" y="1"/>
                  </a:moveTo>
                  <a:cubicBezTo>
                    <a:pt x="90" y="1"/>
                    <a:pt x="80" y="2"/>
                    <a:pt x="78" y="2"/>
                  </a:cubicBezTo>
                  <a:cubicBezTo>
                    <a:pt x="32" y="8"/>
                    <a:pt x="1" y="48"/>
                    <a:pt x="4" y="94"/>
                  </a:cubicBezTo>
                  <a:cubicBezTo>
                    <a:pt x="10" y="138"/>
                    <a:pt x="47" y="171"/>
                    <a:pt x="90" y="171"/>
                  </a:cubicBezTo>
                  <a:cubicBezTo>
                    <a:pt x="92" y="171"/>
                    <a:pt x="94" y="171"/>
                    <a:pt x="96" y="171"/>
                  </a:cubicBezTo>
                  <a:cubicBezTo>
                    <a:pt x="97" y="171"/>
                    <a:pt x="102" y="171"/>
                    <a:pt x="110" y="171"/>
                  </a:cubicBezTo>
                  <a:cubicBezTo>
                    <a:pt x="169" y="171"/>
                    <a:pt x="395" y="187"/>
                    <a:pt x="611" y="458"/>
                  </a:cubicBezTo>
                  <a:cubicBezTo>
                    <a:pt x="627" y="480"/>
                    <a:pt x="651" y="492"/>
                    <a:pt x="679" y="492"/>
                  </a:cubicBezTo>
                  <a:cubicBezTo>
                    <a:pt x="698" y="489"/>
                    <a:pt x="716" y="483"/>
                    <a:pt x="732" y="470"/>
                  </a:cubicBezTo>
                  <a:cubicBezTo>
                    <a:pt x="769" y="443"/>
                    <a:pt x="775" y="387"/>
                    <a:pt x="744" y="350"/>
                  </a:cubicBezTo>
                  <a:cubicBezTo>
                    <a:pt x="485" y="25"/>
                    <a:pt x="196" y="1"/>
                    <a:pt x="10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4"/>
            <p:cNvSpPr/>
            <p:nvPr/>
          </p:nvSpPr>
          <p:spPr>
            <a:xfrm>
              <a:off x="4753350" y="1122550"/>
              <a:ext cx="19775" cy="12325"/>
            </a:xfrm>
            <a:custGeom>
              <a:rect b="b" l="l" r="r" t="t"/>
              <a:pathLst>
                <a:path extrusionOk="0" h="493" w="791">
                  <a:moveTo>
                    <a:pt x="109" y="1"/>
                  </a:moveTo>
                  <a:cubicBezTo>
                    <a:pt x="93" y="1"/>
                    <a:pt x="83" y="2"/>
                    <a:pt x="81" y="2"/>
                  </a:cubicBezTo>
                  <a:cubicBezTo>
                    <a:pt x="35" y="8"/>
                    <a:pt x="1" y="51"/>
                    <a:pt x="7" y="94"/>
                  </a:cubicBezTo>
                  <a:cubicBezTo>
                    <a:pt x="10" y="140"/>
                    <a:pt x="44" y="172"/>
                    <a:pt x="88" y="172"/>
                  </a:cubicBezTo>
                  <a:cubicBezTo>
                    <a:pt x="92" y="172"/>
                    <a:pt x="96" y="172"/>
                    <a:pt x="99" y="171"/>
                  </a:cubicBezTo>
                  <a:cubicBezTo>
                    <a:pt x="101" y="171"/>
                    <a:pt x="105" y="171"/>
                    <a:pt x="114" y="171"/>
                  </a:cubicBezTo>
                  <a:cubicBezTo>
                    <a:pt x="172" y="171"/>
                    <a:pt x="398" y="188"/>
                    <a:pt x="614" y="458"/>
                  </a:cubicBezTo>
                  <a:cubicBezTo>
                    <a:pt x="630" y="480"/>
                    <a:pt x="655" y="492"/>
                    <a:pt x="679" y="492"/>
                  </a:cubicBezTo>
                  <a:lnTo>
                    <a:pt x="679" y="489"/>
                  </a:lnTo>
                  <a:cubicBezTo>
                    <a:pt x="750" y="489"/>
                    <a:pt x="790" y="409"/>
                    <a:pt x="747" y="353"/>
                  </a:cubicBezTo>
                  <a:cubicBezTo>
                    <a:pt x="485" y="25"/>
                    <a:pt x="198" y="1"/>
                    <a:pt x="10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4"/>
            <p:cNvSpPr/>
            <p:nvPr/>
          </p:nvSpPr>
          <p:spPr>
            <a:xfrm>
              <a:off x="4759525" y="1139125"/>
              <a:ext cx="16975" cy="16325"/>
            </a:xfrm>
            <a:custGeom>
              <a:rect b="b" l="l" r="r" t="t"/>
              <a:pathLst>
                <a:path extrusionOk="0" h="653" w="679">
                  <a:moveTo>
                    <a:pt x="91" y="0"/>
                  </a:moveTo>
                  <a:cubicBezTo>
                    <a:pt x="52" y="0"/>
                    <a:pt x="18" y="26"/>
                    <a:pt x="10" y="67"/>
                  </a:cubicBezTo>
                  <a:cubicBezTo>
                    <a:pt x="0" y="113"/>
                    <a:pt x="28" y="156"/>
                    <a:pt x="74" y="168"/>
                  </a:cubicBezTo>
                  <a:cubicBezTo>
                    <a:pt x="84" y="168"/>
                    <a:pt x="340" y="230"/>
                    <a:pt x="506" y="603"/>
                  </a:cubicBezTo>
                  <a:cubicBezTo>
                    <a:pt x="519" y="634"/>
                    <a:pt x="549" y="653"/>
                    <a:pt x="583" y="653"/>
                  </a:cubicBezTo>
                  <a:cubicBezTo>
                    <a:pt x="593" y="653"/>
                    <a:pt x="605" y="650"/>
                    <a:pt x="617" y="646"/>
                  </a:cubicBezTo>
                  <a:cubicBezTo>
                    <a:pt x="661" y="628"/>
                    <a:pt x="679" y="579"/>
                    <a:pt x="661" y="535"/>
                  </a:cubicBezTo>
                  <a:cubicBezTo>
                    <a:pt x="460" y="76"/>
                    <a:pt x="121" y="5"/>
                    <a:pt x="108" y="2"/>
                  </a:cubicBezTo>
                  <a:cubicBezTo>
                    <a:pt x="102" y="1"/>
                    <a:pt x="97" y="0"/>
                    <a:pt x="9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4"/>
            <p:cNvSpPr/>
            <p:nvPr/>
          </p:nvSpPr>
          <p:spPr>
            <a:xfrm>
              <a:off x="4574625" y="1310325"/>
              <a:ext cx="11300" cy="21250"/>
            </a:xfrm>
            <a:custGeom>
              <a:rect b="b" l="l" r="r" t="t"/>
              <a:pathLst>
                <a:path extrusionOk="0" h="850" w="452">
                  <a:moveTo>
                    <a:pt x="334" y="0"/>
                  </a:moveTo>
                  <a:cubicBezTo>
                    <a:pt x="309" y="0"/>
                    <a:pt x="283" y="12"/>
                    <a:pt x="266" y="41"/>
                  </a:cubicBezTo>
                  <a:cubicBezTo>
                    <a:pt x="0" y="467"/>
                    <a:pt x="133" y="784"/>
                    <a:pt x="136" y="800"/>
                  </a:cubicBezTo>
                  <a:cubicBezTo>
                    <a:pt x="151" y="831"/>
                    <a:pt x="182" y="849"/>
                    <a:pt x="213" y="849"/>
                  </a:cubicBezTo>
                  <a:cubicBezTo>
                    <a:pt x="225" y="849"/>
                    <a:pt x="238" y="849"/>
                    <a:pt x="247" y="843"/>
                  </a:cubicBezTo>
                  <a:cubicBezTo>
                    <a:pt x="290" y="824"/>
                    <a:pt x="312" y="775"/>
                    <a:pt x="293" y="732"/>
                  </a:cubicBezTo>
                  <a:cubicBezTo>
                    <a:pt x="290" y="723"/>
                    <a:pt x="195" y="479"/>
                    <a:pt x="411" y="130"/>
                  </a:cubicBezTo>
                  <a:cubicBezTo>
                    <a:pt x="451" y="64"/>
                    <a:pt x="393" y="0"/>
                    <a:pt x="33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4"/>
            <p:cNvSpPr/>
            <p:nvPr/>
          </p:nvSpPr>
          <p:spPr>
            <a:xfrm>
              <a:off x="4592675" y="1307275"/>
              <a:ext cx="11125" cy="21125"/>
            </a:xfrm>
            <a:custGeom>
              <a:rect b="b" l="l" r="r" t="t"/>
              <a:pathLst>
                <a:path extrusionOk="0" h="845" w="445">
                  <a:moveTo>
                    <a:pt x="331" y="0"/>
                  </a:moveTo>
                  <a:cubicBezTo>
                    <a:pt x="307" y="0"/>
                    <a:pt x="283" y="11"/>
                    <a:pt x="265" y="37"/>
                  </a:cubicBezTo>
                  <a:cubicBezTo>
                    <a:pt x="0" y="462"/>
                    <a:pt x="130" y="780"/>
                    <a:pt x="136" y="795"/>
                  </a:cubicBezTo>
                  <a:cubicBezTo>
                    <a:pt x="148" y="826"/>
                    <a:pt x="179" y="845"/>
                    <a:pt x="213" y="845"/>
                  </a:cubicBezTo>
                  <a:cubicBezTo>
                    <a:pt x="225" y="845"/>
                    <a:pt x="234" y="842"/>
                    <a:pt x="247" y="838"/>
                  </a:cubicBezTo>
                  <a:cubicBezTo>
                    <a:pt x="290" y="820"/>
                    <a:pt x="308" y="771"/>
                    <a:pt x="293" y="727"/>
                  </a:cubicBezTo>
                  <a:cubicBezTo>
                    <a:pt x="287" y="718"/>
                    <a:pt x="191" y="475"/>
                    <a:pt x="407" y="126"/>
                  </a:cubicBezTo>
                  <a:cubicBezTo>
                    <a:pt x="444" y="61"/>
                    <a:pt x="388" y="0"/>
                    <a:pt x="33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4"/>
            <p:cNvSpPr/>
            <p:nvPr/>
          </p:nvSpPr>
          <p:spPr>
            <a:xfrm>
              <a:off x="4608475" y="1272575"/>
              <a:ext cx="12825" cy="20600"/>
            </a:xfrm>
            <a:custGeom>
              <a:rect b="b" l="l" r="r" t="t"/>
              <a:pathLst>
                <a:path extrusionOk="0" h="824" w="513">
                  <a:moveTo>
                    <a:pt x="389" y="1"/>
                  </a:moveTo>
                  <a:cubicBezTo>
                    <a:pt x="368" y="1"/>
                    <a:pt x="346" y="10"/>
                    <a:pt x="327" y="30"/>
                  </a:cubicBezTo>
                  <a:cubicBezTo>
                    <a:pt x="0" y="410"/>
                    <a:pt x="77" y="743"/>
                    <a:pt x="81" y="758"/>
                  </a:cubicBezTo>
                  <a:cubicBezTo>
                    <a:pt x="90" y="795"/>
                    <a:pt x="124" y="823"/>
                    <a:pt x="164" y="823"/>
                  </a:cubicBezTo>
                  <a:cubicBezTo>
                    <a:pt x="170" y="820"/>
                    <a:pt x="176" y="820"/>
                    <a:pt x="182" y="820"/>
                  </a:cubicBezTo>
                  <a:cubicBezTo>
                    <a:pt x="229" y="808"/>
                    <a:pt x="256" y="761"/>
                    <a:pt x="247" y="718"/>
                  </a:cubicBezTo>
                  <a:cubicBezTo>
                    <a:pt x="244" y="706"/>
                    <a:pt x="188" y="450"/>
                    <a:pt x="457" y="142"/>
                  </a:cubicBezTo>
                  <a:cubicBezTo>
                    <a:pt x="512" y="79"/>
                    <a:pt x="453" y="1"/>
                    <a:pt x="38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4"/>
            <p:cNvSpPr/>
            <p:nvPr/>
          </p:nvSpPr>
          <p:spPr>
            <a:xfrm>
              <a:off x="4586275" y="1333675"/>
              <a:ext cx="11300" cy="21250"/>
            </a:xfrm>
            <a:custGeom>
              <a:rect b="b" l="l" r="r" t="t"/>
              <a:pathLst>
                <a:path extrusionOk="0" h="850" w="452">
                  <a:moveTo>
                    <a:pt x="336" y="1"/>
                  </a:moveTo>
                  <a:cubicBezTo>
                    <a:pt x="310" y="1"/>
                    <a:pt x="284" y="13"/>
                    <a:pt x="265" y="42"/>
                  </a:cubicBezTo>
                  <a:cubicBezTo>
                    <a:pt x="0" y="467"/>
                    <a:pt x="133" y="785"/>
                    <a:pt x="139" y="797"/>
                  </a:cubicBezTo>
                  <a:cubicBezTo>
                    <a:pt x="151" y="828"/>
                    <a:pt x="182" y="850"/>
                    <a:pt x="216" y="850"/>
                  </a:cubicBezTo>
                  <a:cubicBezTo>
                    <a:pt x="225" y="850"/>
                    <a:pt x="238" y="847"/>
                    <a:pt x="250" y="843"/>
                  </a:cubicBezTo>
                  <a:cubicBezTo>
                    <a:pt x="290" y="825"/>
                    <a:pt x="312" y="776"/>
                    <a:pt x="293" y="732"/>
                  </a:cubicBezTo>
                  <a:cubicBezTo>
                    <a:pt x="290" y="720"/>
                    <a:pt x="194" y="476"/>
                    <a:pt x="410" y="131"/>
                  </a:cubicBezTo>
                  <a:cubicBezTo>
                    <a:pt x="451" y="64"/>
                    <a:pt x="395" y="1"/>
                    <a:pt x="33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4"/>
            <p:cNvSpPr/>
            <p:nvPr/>
          </p:nvSpPr>
          <p:spPr>
            <a:xfrm>
              <a:off x="4494775" y="1514375"/>
              <a:ext cx="19025" cy="7200"/>
            </a:xfrm>
            <a:custGeom>
              <a:rect b="b" l="l" r="r" t="t"/>
              <a:pathLst>
                <a:path extrusionOk="0" h="288" w="761">
                  <a:moveTo>
                    <a:pt x="122" y="1"/>
                  </a:moveTo>
                  <a:cubicBezTo>
                    <a:pt x="48" y="1"/>
                    <a:pt x="0" y="112"/>
                    <a:pt x="82" y="160"/>
                  </a:cubicBezTo>
                  <a:cubicBezTo>
                    <a:pt x="206" y="237"/>
                    <a:pt x="348" y="284"/>
                    <a:pt x="493" y="287"/>
                  </a:cubicBezTo>
                  <a:cubicBezTo>
                    <a:pt x="498" y="287"/>
                    <a:pt x="504" y="287"/>
                    <a:pt x="509" y="287"/>
                  </a:cubicBezTo>
                  <a:cubicBezTo>
                    <a:pt x="580" y="287"/>
                    <a:pt x="649" y="269"/>
                    <a:pt x="711" y="234"/>
                  </a:cubicBezTo>
                  <a:cubicBezTo>
                    <a:pt x="752" y="210"/>
                    <a:pt x="761" y="157"/>
                    <a:pt x="736" y="120"/>
                  </a:cubicBezTo>
                  <a:cubicBezTo>
                    <a:pt x="722" y="94"/>
                    <a:pt x="695" y="80"/>
                    <a:pt x="667" y="80"/>
                  </a:cubicBezTo>
                  <a:cubicBezTo>
                    <a:pt x="651" y="80"/>
                    <a:pt x="636" y="84"/>
                    <a:pt x="622" y="92"/>
                  </a:cubicBezTo>
                  <a:cubicBezTo>
                    <a:pt x="619" y="94"/>
                    <a:pt x="574" y="119"/>
                    <a:pt x="493" y="119"/>
                  </a:cubicBezTo>
                  <a:cubicBezTo>
                    <a:pt x="416" y="119"/>
                    <a:pt x="307" y="97"/>
                    <a:pt x="169" y="15"/>
                  </a:cubicBezTo>
                  <a:cubicBezTo>
                    <a:pt x="153" y="5"/>
                    <a:pt x="137" y="1"/>
                    <a:pt x="122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4"/>
            <p:cNvSpPr/>
            <p:nvPr/>
          </p:nvSpPr>
          <p:spPr>
            <a:xfrm>
              <a:off x="4480375" y="1496000"/>
              <a:ext cx="18925" cy="7200"/>
            </a:xfrm>
            <a:custGeom>
              <a:rect b="b" l="l" r="r" t="t"/>
              <a:pathLst>
                <a:path extrusionOk="0" h="288" w="757">
                  <a:moveTo>
                    <a:pt x="123" y="1"/>
                  </a:moveTo>
                  <a:cubicBezTo>
                    <a:pt x="47" y="1"/>
                    <a:pt x="1" y="109"/>
                    <a:pt x="78" y="158"/>
                  </a:cubicBezTo>
                  <a:cubicBezTo>
                    <a:pt x="202" y="238"/>
                    <a:pt x="344" y="282"/>
                    <a:pt x="489" y="288"/>
                  </a:cubicBezTo>
                  <a:cubicBezTo>
                    <a:pt x="566" y="288"/>
                    <a:pt x="640" y="272"/>
                    <a:pt x="708" y="235"/>
                  </a:cubicBezTo>
                  <a:cubicBezTo>
                    <a:pt x="748" y="211"/>
                    <a:pt x="757" y="158"/>
                    <a:pt x="735" y="118"/>
                  </a:cubicBezTo>
                  <a:cubicBezTo>
                    <a:pt x="719" y="92"/>
                    <a:pt x="691" y="78"/>
                    <a:pt x="663" y="78"/>
                  </a:cubicBezTo>
                  <a:cubicBezTo>
                    <a:pt x="648" y="78"/>
                    <a:pt x="632" y="82"/>
                    <a:pt x="618" y="90"/>
                  </a:cubicBezTo>
                  <a:cubicBezTo>
                    <a:pt x="615" y="92"/>
                    <a:pt x="571" y="117"/>
                    <a:pt x="489" y="117"/>
                  </a:cubicBezTo>
                  <a:cubicBezTo>
                    <a:pt x="413" y="117"/>
                    <a:pt x="305" y="95"/>
                    <a:pt x="168" y="13"/>
                  </a:cubicBezTo>
                  <a:cubicBezTo>
                    <a:pt x="152" y="4"/>
                    <a:pt x="137" y="1"/>
                    <a:pt x="123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4"/>
            <p:cNvSpPr/>
            <p:nvPr/>
          </p:nvSpPr>
          <p:spPr>
            <a:xfrm>
              <a:off x="4467600" y="1506550"/>
              <a:ext cx="19725" cy="7225"/>
            </a:xfrm>
            <a:custGeom>
              <a:rect b="b" l="l" r="r" t="t"/>
              <a:pathLst>
                <a:path extrusionOk="0" h="289" w="789">
                  <a:moveTo>
                    <a:pt x="126" y="0"/>
                  </a:moveTo>
                  <a:cubicBezTo>
                    <a:pt x="51" y="0"/>
                    <a:pt x="0" y="116"/>
                    <a:pt x="90" y="162"/>
                  </a:cubicBezTo>
                  <a:cubicBezTo>
                    <a:pt x="210" y="242"/>
                    <a:pt x="352" y="285"/>
                    <a:pt x="497" y="288"/>
                  </a:cubicBezTo>
                  <a:cubicBezTo>
                    <a:pt x="502" y="288"/>
                    <a:pt x="508" y="289"/>
                    <a:pt x="514" y="289"/>
                  </a:cubicBezTo>
                  <a:cubicBezTo>
                    <a:pt x="585" y="289"/>
                    <a:pt x="656" y="270"/>
                    <a:pt x="716" y="236"/>
                  </a:cubicBezTo>
                  <a:cubicBezTo>
                    <a:pt x="789" y="184"/>
                    <a:pt x="741" y="83"/>
                    <a:pt x="668" y="83"/>
                  </a:cubicBezTo>
                  <a:cubicBezTo>
                    <a:pt x="655" y="83"/>
                    <a:pt x="641" y="86"/>
                    <a:pt x="626" y="94"/>
                  </a:cubicBezTo>
                  <a:cubicBezTo>
                    <a:pt x="623" y="96"/>
                    <a:pt x="580" y="120"/>
                    <a:pt x="499" y="120"/>
                  </a:cubicBezTo>
                  <a:cubicBezTo>
                    <a:pt x="423" y="120"/>
                    <a:pt x="315" y="99"/>
                    <a:pt x="176" y="17"/>
                  </a:cubicBezTo>
                  <a:cubicBezTo>
                    <a:pt x="159" y="5"/>
                    <a:pt x="142" y="0"/>
                    <a:pt x="126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4"/>
            <p:cNvSpPr/>
            <p:nvPr/>
          </p:nvSpPr>
          <p:spPr>
            <a:xfrm>
              <a:off x="4456175" y="1494075"/>
              <a:ext cx="19000" cy="7200"/>
            </a:xfrm>
            <a:custGeom>
              <a:rect b="b" l="l" r="r" t="t"/>
              <a:pathLst>
                <a:path extrusionOk="0" h="288" w="760">
                  <a:moveTo>
                    <a:pt x="123" y="0"/>
                  </a:moveTo>
                  <a:cubicBezTo>
                    <a:pt x="49" y="0"/>
                    <a:pt x="1" y="109"/>
                    <a:pt x="81" y="158"/>
                  </a:cubicBezTo>
                  <a:cubicBezTo>
                    <a:pt x="204" y="238"/>
                    <a:pt x="343" y="281"/>
                    <a:pt x="491" y="288"/>
                  </a:cubicBezTo>
                  <a:cubicBezTo>
                    <a:pt x="565" y="288"/>
                    <a:pt x="642" y="272"/>
                    <a:pt x="710" y="235"/>
                  </a:cubicBezTo>
                  <a:cubicBezTo>
                    <a:pt x="747" y="211"/>
                    <a:pt x="760" y="158"/>
                    <a:pt x="735" y="118"/>
                  </a:cubicBezTo>
                  <a:cubicBezTo>
                    <a:pt x="718" y="93"/>
                    <a:pt x="690" y="78"/>
                    <a:pt x="661" y="78"/>
                  </a:cubicBezTo>
                  <a:cubicBezTo>
                    <a:pt x="647" y="78"/>
                    <a:pt x="633" y="82"/>
                    <a:pt x="621" y="90"/>
                  </a:cubicBezTo>
                  <a:cubicBezTo>
                    <a:pt x="616" y="92"/>
                    <a:pt x="572" y="117"/>
                    <a:pt x="490" y="117"/>
                  </a:cubicBezTo>
                  <a:cubicBezTo>
                    <a:pt x="414" y="117"/>
                    <a:pt x="306" y="95"/>
                    <a:pt x="167" y="13"/>
                  </a:cubicBezTo>
                  <a:cubicBezTo>
                    <a:pt x="152" y="4"/>
                    <a:pt x="137" y="0"/>
                    <a:pt x="123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4"/>
            <p:cNvSpPr/>
            <p:nvPr/>
          </p:nvSpPr>
          <p:spPr>
            <a:xfrm>
              <a:off x="4435975" y="1500850"/>
              <a:ext cx="19000" cy="7150"/>
            </a:xfrm>
            <a:custGeom>
              <a:rect b="b" l="l" r="r" t="t"/>
              <a:pathLst>
                <a:path extrusionOk="0" h="286" w="760">
                  <a:moveTo>
                    <a:pt x="122" y="1"/>
                  </a:moveTo>
                  <a:cubicBezTo>
                    <a:pt x="47" y="1"/>
                    <a:pt x="0" y="109"/>
                    <a:pt x="78" y="158"/>
                  </a:cubicBezTo>
                  <a:cubicBezTo>
                    <a:pt x="201" y="236"/>
                    <a:pt x="343" y="282"/>
                    <a:pt x="488" y="285"/>
                  </a:cubicBezTo>
                  <a:cubicBezTo>
                    <a:pt x="494" y="285"/>
                    <a:pt x="499" y="285"/>
                    <a:pt x="505" y="285"/>
                  </a:cubicBezTo>
                  <a:cubicBezTo>
                    <a:pt x="576" y="285"/>
                    <a:pt x="644" y="267"/>
                    <a:pt x="707" y="233"/>
                  </a:cubicBezTo>
                  <a:cubicBezTo>
                    <a:pt x="747" y="208"/>
                    <a:pt x="760" y="158"/>
                    <a:pt x="735" y="118"/>
                  </a:cubicBezTo>
                  <a:cubicBezTo>
                    <a:pt x="719" y="92"/>
                    <a:pt x="691" y="78"/>
                    <a:pt x="662" y="78"/>
                  </a:cubicBezTo>
                  <a:cubicBezTo>
                    <a:pt x="647" y="78"/>
                    <a:pt x="632" y="82"/>
                    <a:pt x="618" y="91"/>
                  </a:cubicBezTo>
                  <a:cubicBezTo>
                    <a:pt x="614" y="92"/>
                    <a:pt x="570" y="117"/>
                    <a:pt x="489" y="117"/>
                  </a:cubicBezTo>
                  <a:cubicBezTo>
                    <a:pt x="413" y="117"/>
                    <a:pt x="304" y="95"/>
                    <a:pt x="167" y="14"/>
                  </a:cubicBezTo>
                  <a:cubicBezTo>
                    <a:pt x="152" y="5"/>
                    <a:pt x="136" y="1"/>
                    <a:pt x="122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4"/>
            <p:cNvSpPr/>
            <p:nvPr/>
          </p:nvSpPr>
          <p:spPr>
            <a:xfrm>
              <a:off x="4505400" y="1500800"/>
              <a:ext cx="19050" cy="7200"/>
            </a:xfrm>
            <a:custGeom>
              <a:rect b="b" l="l" r="r" t="t"/>
              <a:pathLst>
                <a:path extrusionOk="0" h="288" w="762">
                  <a:moveTo>
                    <a:pt x="122" y="1"/>
                  </a:moveTo>
                  <a:cubicBezTo>
                    <a:pt x="47" y="1"/>
                    <a:pt x="1" y="112"/>
                    <a:pt x="83" y="160"/>
                  </a:cubicBezTo>
                  <a:cubicBezTo>
                    <a:pt x="206" y="238"/>
                    <a:pt x="348" y="284"/>
                    <a:pt x="493" y="287"/>
                  </a:cubicBezTo>
                  <a:cubicBezTo>
                    <a:pt x="498" y="287"/>
                    <a:pt x="504" y="287"/>
                    <a:pt x="509" y="287"/>
                  </a:cubicBezTo>
                  <a:cubicBezTo>
                    <a:pt x="578" y="287"/>
                    <a:pt x="649" y="269"/>
                    <a:pt x="712" y="235"/>
                  </a:cubicBezTo>
                  <a:cubicBezTo>
                    <a:pt x="752" y="210"/>
                    <a:pt x="761" y="160"/>
                    <a:pt x="737" y="120"/>
                  </a:cubicBezTo>
                  <a:cubicBezTo>
                    <a:pt x="721" y="94"/>
                    <a:pt x="694" y="80"/>
                    <a:pt x="667" y="80"/>
                  </a:cubicBezTo>
                  <a:cubicBezTo>
                    <a:pt x="652" y="80"/>
                    <a:pt x="637" y="84"/>
                    <a:pt x="623" y="93"/>
                  </a:cubicBezTo>
                  <a:cubicBezTo>
                    <a:pt x="619" y="94"/>
                    <a:pt x="575" y="119"/>
                    <a:pt x="493" y="119"/>
                  </a:cubicBezTo>
                  <a:cubicBezTo>
                    <a:pt x="417" y="119"/>
                    <a:pt x="308" y="97"/>
                    <a:pt x="169" y="16"/>
                  </a:cubicBezTo>
                  <a:cubicBezTo>
                    <a:pt x="153" y="5"/>
                    <a:pt x="137" y="1"/>
                    <a:pt x="122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4"/>
            <p:cNvSpPr/>
            <p:nvPr/>
          </p:nvSpPr>
          <p:spPr>
            <a:xfrm>
              <a:off x="4520000" y="1518275"/>
              <a:ext cx="18950" cy="7150"/>
            </a:xfrm>
            <a:custGeom>
              <a:rect b="b" l="l" r="r" t="t"/>
              <a:pathLst>
                <a:path extrusionOk="0" h="286" w="758">
                  <a:moveTo>
                    <a:pt x="121" y="1"/>
                  </a:moveTo>
                  <a:cubicBezTo>
                    <a:pt x="48" y="1"/>
                    <a:pt x="1" y="109"/>
                    <a:pt x="79" y="159"/>
                  </a:cubicBezTo>
                  <a:cubicBezTo>
                    <a:pt x="202" y="236"/>
                    <a:pt x="341" y="282"/>
                    <a:pt x="489" y="285"/>
                  </a:cubicBezTo>
                  <a:cubicBezTo>
                    <a:pt x="494" y="285"/>
                    <a:pt x="500" y="285"/>
                    <a:pt x="505" y="285"/>
                  </a:cubicBezTo>
                  <a:cubicBezTo>
                    <a:pt x="574" y="285"/>
                    <a:pt x="645" y="267"/>
                    <a:pt x="708" y="233"/>
                  </a:cubicBezTo>
                  <a:cubicBezTo>
                    <a:pt x="745" y="208"/>
                    <a:pt x="757" y="155"/>
                    <a:pt x="733" y="118"/>
                  </a:cubicBezTo>
                  <a:cubicBezTo>
                    <a:pt x="717" y="92"/>
                    <a:pt x="690" y="78"/>
                    <a:pt x="662" y="78"/>
                  </a:cubicBezTo>
                  <a:cubicBezTo>
                    <a:pt x="648" y="78"/>
                    <a:pt x="633" y="82"/>
                    <a:pt x="619" y="91"/>
                  </a:cubicBezTo>
                  <a:cubicBezTo>
                    <a:pt x="615" y="92"/>
                    <a:pt x="571" y="117"/>
                    <a:pt x="489" y="117"/>
                  </a:cubicBezTo>
                  <a:cubicBezTo>
                    <a:pt x="413" y="117"/>
                    <a:pt x="304" y="95"/>
                    <a:pt x="165" y="14"/>
                  </a:cubicBezTo>
                  <a:cubicBezTo>
                    <a:pt x="150" y="5"/>
                    <a:pt x="135" y="1"/>
                    <a:pt x="121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4"/>
            <p:cNvSpPr/>
            <p:nvPr/>
          </p:nvSpPr>
          <p:spPr>
            <a:xfrm>
              <a:off x="4571850" y="1348350"/>
              <a:ext cx="9275" cy="21525"/>
            </a:xfrm>
            <a:custGeom>
              <a:rect b="b" l="l" r="r" t="t"/>
              <a:pathLst>
                <a:path extrusionOk="0" h="861" w="371">
                  <a:moveTo>
                    <a:pt x="242" y="1"/>
                  </a:moveTo>
                  <a:cubicBezTo>
                    <a:pt x="210" y="1"/>
                    <a:pt x="178" y="18"/>
                    <a:pt x="164" y="59"/>
                  </a:cubicBezTo>
                  <a:cubicBezTo>
                    <a:pt x="0" y="531"/>
                    <a:pt x="198" y="815"/>
                    <a:pt x="207" y="824"/>
                  </a:cubicBezTo>
                  <a:cubicBezTo>
                    <a:pt x="222" y="846"/>
                    <a:pt x="247" y="861"/>
                    <a:pt x="275" y="861"/>
                  </a:cubicBezTo>
                  <a:cubicBezTo>
                    <a:pt x="293" y="861"/>
                    <a:pt x="309" y="855"/>
                    <a:pt x="324" y="846"/>
                  </a:cubicBezTo>
                  <a:cubicBezTo>
                    <a:pt x="361" y="818"/>
                    <a:pt x="370" y="765"/>
                    <a:pt x="343" y="725"/>
                  </a:cubicBezTo>
                  <a:cubicBezTo>
                    <a:pt x="336" y="716"/>
                    <a:pt x="192" y="500"/>
                    <a:pt x="324" y="115"/>
                  </a:cubicBezTo>
                  <a:cubicBezTo>
                    <a:pt x="347" y="48"/>
                    <a:pt x="294" y="1"/>
                    <a:pt x="24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4"/>
            <p:cNvSpPr/>
            <p:nvPr/>
          </p:nvSpPr>
          <p:spPr>
            <a:xfrm>
              <a:off x="4358725" y="1555100"/>
              <a:ext cx="22850" cy="6475"/>
            </a:xfrm>
            <a:custGeom>
              <a:rect b="b" l="l" r="r" t="t"/>
              <a:pathLst>
                <a:path extrusionOk="0" h="259" w="914">
                  <a:moveTo>
                    <a:pt x="445" y="1"/>
                  </a:moveTo>
                  <a:cubicBezTo>
                    <a:pt x="196" y="1"/>
                    <a:pt x="52" y="101"/>
                    <a:pt x="44" y="107"/>
                  </a:cubicBezTo>
                  <a:cubicBezTo>
                    <a:pt x="7" y="135"/>
                    <a:pt x="0" y="184"/>
                    <a:pt x="25" y="225"/>
                  </a:cubicBezTo>
                  <a:cubicBezTo>
                    <a:pt x="40" y="246"/>
                    <a:pt x="68" y="259"/>
                    <a:pt x="96" y="259"/>
                  </a:cubicBezTo>
                  <a:cubicBezTo>
                    <a:pt x="111" y="259"/>
                    <a:pt x="130" y="255"/>
                    <a:pt x="142" y="246"/>
                  </a:cubicBezTo>
                  <a:cubicBezTo>
                    <a:pt x="149" y="242"/>
                    <a:pt x="254" y="171"/>
                    <a:pt x="445" y="171"/>
                  </a:cubicBezTo>
                  <a:cubicBezTo>
                    <a:pt x="531" y="171"/>
                    <a:pt x="636" y="185"/>
                    <a:pt x="756" y="228"/>
                  </a:cubicBezTo>
                  <a:cubicBezTo>
                    <a:pt x="768" y="232"/>
                    <a:pt x="780" y="235"/>
                    <a:pt x="791" y="235"/>
                  </a:cubicBezTo>
                  <a:cubicBezTo>
                    <a:pt x="878" y="235"/>
                    <a:pt x="913" y="95"/>
                    <a:pt x="812" y="67"/>
                  </a:cubicBezTo>
                  <a:cubicBezTo>
                    <a:pt x="672" y="18"/>
                    <a:pt x="550" y="1"/>
                    <a:pt x="445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4"/>
            <p:cNvSpPr/>
            <p:nvPr/>
          </p:nvSpPr>
          <p:spPr>
            <a:xfrm>
              <a:off x="4313625" y="1572425"/>
              <a:ext cx="23350" cy="6575"/>
            </a:xfrm>
            <a:custGeom>
              <a:rect b="b" l="l" r="r" t="t"/>
              <a:pathLst>
                <a:path extrusionOk="0" h="263" w="934">
                  <a:moveTo>
                    <a:pt x="476" y="1"/>
                  </a:moveTo>
                  <a:cubicBezTo>
                    <a:pt x="223" y="1"/>
                    <a:pt x="80" y="102"/>
                    <a:pt x="71" y="108"/>
                  </a:cubicBezTo>
                  <a:cubicBezTo>
                    <a:pt x="0" y="155"/>
                    <a:pt x="37" y="263"/>
                    <a:pt x="120" y="263"/>
                  </a:cubicBezTo>
                  <a:cubicBezTo>
                    <a:pt x="139" y="263"/>
                    <a:pt x="154" y="256"/>
                    <a:pt x="170" y="244"/>
                  </a:cubicBezTo>
                  <a:cubicBezTo>
                    <a:pt x="176" y="240"/>
                    <a:pt x="282" y="170"/>
                    <a:pt x="473" y="170"/>
                  </a:cubicBezTo>
                  <a:cubicBezTo>
                    <a:pt x="559" y="170"/>
                    <a:pt x="663" y="184"/>
                    <a:pt x="783" y="226"/>
                  </a:cubicBezTo>
                  <a:cubicBezTo>
                    <a:pt x="794" y="229"/>
                    <a:pt x="804" y="231"/>
                    <a:pt x="814" y="231"/>
                  </a:cubicBezTo>
                  <a:cubicBezTo>
                    <a:pt x="898" y="231"/>
                    <a:pt x="933" y="98"/>
                    <a:pt x="839" y="65"/>
                  </a:cubicBezTo>
                  <a:cubicBezTo>
                    <a:pt x="701" y="18"/>
                    <a:pt x="579" y="1"/>
                    <a:pt x="47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4"/>
            <p:cNvSpPr/>
            <p:nvPr/>
          </p:nvSpPr>
          <p:spPr>
            <a:xfrm>
              <a:off x="4381325" y="1570500"/>
              <a:ext cx="23425" cy="6575"/>
            </a:xfrm>
            <a:custGeom>
              <a:rect b="b" l="l" r="r" t="t"/>
              <a:pathLst>
                <a:path extrusionOk="0" h="263" w="937">
                  <a:moveTo>
                    <a:pt x="473" y="1"/>
                  </a:moveTo>
                  <a:cubicBezTo>
                    <a:pt x="220" y="1"/>
                    <a:pt x="77" y="102"/>
                    <a:pt x="68" y="108"/>
                  </a:cubicBezTo>
                  <a:cubicBezTo>
                    <a:pt x="0" y="155"/>
                    <a:pt x="34" y="262"/>
                    <a:pt x="117" y="262"/>
                  </a:cubicBezTo>
                  <a:cubicBezTo>
                    <a:pt x="136" y="262"/>
                    <a:pt x="151" y="256"/>
                    <a:pt x="167" y="244"/>
                  </a:cubicBezTo>
                  <a:cubicBezTo>
                    <a:pt x="173" y="240"/>
                    <a:pt x="279" y="170"/>
                    <a:pt x="470" y="170"/>
                  </a:cubicBezTo>
                  <a:cubicBezTo>
                    <a:pt x="556" y="170"/>
                    <a:pt x="660" y="184"/>
                    <a:pt x="780" y="225"/>
                  </a:cubicBezTo>
                  <a:cubicBezTo>
                    <a:pt x="793" y="231"/>
                    <a:pt x="805" y="233"/>
                    <a:pt x="816" y="233"/>
                  </a:cubicBezTo>
                  <a:cubicBezTo>
                    <a:pt x="900" y="233"/>
                    <a:pt x="937" y="95"/>
                    <a:pt x="836" y="65"/>
                  </a:cubicBezTo>
                  <a:cubicBezTo>
                    <a:pt x="698" y="18"/>
                    <a:pt x="576" y="1"/>
                    <a:pt x="47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4"/>
            <p:cNvSpPr/>
            <p:nvPr/>
          </p:nvSpPr>
          <p:spPr>
            <a:xfrm>
              <a:off x="4396150" y="1558125"/>
              <a:ext cx="22650" cy="9075"/>
            </a:xfrm>
            <a:custGeom>
              <a:rect b="b" l="l" r="r" t="t"/>
              <a:pathLst>
                <a:path extrusionOk="0" h="363" w="906">
                  <a:moveTo>
                    <a:pt x="262" y="0"/>
                  </a:moveTo>
                  <a:cubicBezTo>
                    <a:pt x="162" y="0"/>
                    <a:pt x="100" y="21"/>
                    <a:pt x="95" y="23"/>
                  </a:cubicBezTo>
                  <a:cubicBezTo>
                    <a:pt x="0" y="57"/>
                    <a:pt x="34" y="189"/>
                    <a:pt x="119" y="189"/>
                  </a:cubicBezTo>
                  <a:cubicBezTo>
                    <a:pt x="128" y="189"/>
                    <a:pt x="137" y="187"/>
                    <a:pt x="147" y="184"/>
                  </a:cubicBezTo>
                  <a:cubicBezTo>
                    <a:pt x="151" y="183"/>
                    <a:pt x="193" y="170"/>
                    <a:pt x="263" y="170"/>
                  </a:cubicBezTo>
                  <a:cubicBezTo>
                    <a:pt x="370" y="170"/>
                    <a:pt x="541" y="199"/>
                    <a:pt x="739" y="344"/>
                  </a:cubicBezTo>
                  <a:cubicBezTo>
                    <a:pt x="752" y="357"/>
                    <a:pt x="770" y="363"/>
                    <a:pt x="789" y="363"/>
                  </a:cubicBezTo>
                  <a:cubicBezTo>
                    <a:pt x="872" y="363"/>
                    <a:pt x="906" y="258"/>
                    <a:pt x="838" y="208"/>
                  </a:cubicBezTo>
                  <a:cubicBezTo>
                    <a:pt x="605" y="38"/>
                    <a:pt x="398" y="0"/>
                    <a:pt x="26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4"/>
            <p:cNvSpPr/>
            <p:nvPr/>
          </p:nvSpPr>
          <p:spPr>
            <a:xfrm>
              <a:off x="4350350" y="1569525"/>
              <a:ext cx="23225" cy="6550"/>
            </a:xfrm>
            <a:custGeom>
              <a:rect b="b" l="l" r="r" t="t"/>
              <a:pathLst>
                <a:path extrusionOk="0" h="262" w="929">
                  <a:moveTo>
                    <a:pt x="471" y="0"/>
                  </a:moveTo>
                  <a:cubicBezTo>
                    <a:pt x="221" y="0"/>
                    <a:pt x="79" y="101"/>
                    <a:pt x="70" y="107"/>
                  </a:cubicBezTo>
                  <a:cubicBezTo>
                    <a:pt x="0" y="156"/>
                    <a:pt x="35" y="261"/>
                    <a:pt x="116" y="261"/>
                  </a:cubicBezTo>
                  <a:cubicBezTo>
                    <a:pt x="117" y="261"/>
                    <a:pt x="118" y="261"/>
                    <a:pt x="119" y="261"/>
                  </a:cubicBezTo>
                  <a:cubicBezTo>
                    <a:pt x="138" y="261"/>
                    <a:pt x="153" y="255"/>
                    <a:pt x="169" y="246"/>
                  </a:cubicBezTo>
                  <a:cubicBezTo>
                    <a:pt x="175" y="242"/>
                    <a:pt x="281" y="170"/>
                    <a:pt x="471" y="170"/>
                  </a:cubicBezTo>
                  <a:cubicBezTo>
                    <a:pt x="558" y="170"/>
                    <a:pt x="662" y="185"/>
                    <a:pt x="783" y="227"/>
                  </a:cubicBezTo>
                  <a:cubicBezTo>
                    <a:pt x="791" y="230"/>
                    <a:pt x="799" y="231"/>
                    <a:pt x="807" y="231"/>
                  </a:cubicBezTo>
                  <a:cubicBezTo>
                    <a:pt x="892" y="231"/>
                    <a:pt x="928" y="104"/>
                    <a:pt x="838" y="67"/>
                  </a:cubicBezTo>
                  <a:cubicBezTo>
                    <a:pt x="698" y="18"/>
                    <a:pt x="575" y="0"/>
                    <a:pt x="47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4"/>
            <p:cNvSpPr/>
            <p:nvPr/>
          </p:nvSpPr>
          <p:spPr>
            <a:xfrm>
              <a:off x="4326200" y="1556975"/>
              <a:ext cx="23225" cy="6525"/>
            </a:xfrm>
            <a:custGeom>
              <a:rect b="b" l="l" r="r" t="t"/>
              <a:pathLst>
                <a:path extrusionOk="0" h="261" w="929">
                  <a:moveTo>
                    <a:pt x="474" y="0"/>
                  </a:moveTo>
                  <a:cubicBezTo>
                    <a:pt x="223" y="0"/>
                    <a:pt x="79" y="102"/>
                    <a:pt x="71" y="106"/>
                  </a:cubicBezTo>
                  <a:cubicBezTo>
                    <a:pt x="1" y="155"/>
                    <a:pt x="36" y="261"/>
                    <a:pt x="117" y="261"/>
                  </a:cubicBezTo>
                  <a:cubicBezTo>
                    <a:pt x="118" y="261"/>
                    <a:pt x="119" y="261"/>
                    <a:pt x="120" y="261"/>
                  </a:cubicBezTo>
                  <a:cubicBezTo>
                    <a:pt x="139" y="261"/>
                    <a:pt x="154" y="254"/>
                    <a:pt x="169" y="245"/>
                  </a:cubicBezTo>
                  <a:cubicBezTo>
                    <a:pt x="176" y="241"/>
                    <a:pt x="280" y="170"/>
                    <a:pt x="470" y="170"/>
                  </a:cubicBezTo>
                  <a:cubicBezTo>
                    <a:pt x="556" y="170"/>
                    <a:pt x="660" y="184"/>
                    <a:pt x="780" y="227"/>
                  </a:cubicBezTo>
                  <a:cubicBezTo>
                    <a:pt x="790" y="230"/>
                    <a:pt x="799" y="231"/>
                    <a:pt x="807" y="231"/>
                  </a:cubicBezTo>
                  <a:cubicBezTo>
                    <a:pt x="893" y="231"/>
                    <a:pt x="928" y="103"/>
                    <a:pt x="839" y="66"/>
                  </a:cubicBezTo>
                  <a:cubicBezTo>
                    <a:pt x="700" y="18"/>
                    <a:pt x="578" y="0"/>
                    <a:pt x="47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4"/>
            <p:cNvSpPr/>
            <p:nvPr/>
          </p:nvSpPr>
          <p:spPr>
            <a:xfrm>
              <a:off x="4588350" y="1281925"/>
              <a:ext cx="11575" cy="20925"/>
            </a:xfrm>
            <a:custGeom>
              <a:rect b="b" l="l" r="r" t="t"/>
              <a:pathLst>
                <a:path extrusionOk="0" h="837" w="463">
                  <a:moveTo>
                    <a:pt x="366" y="0"/>
                  </a:moveTo>
                  <a:cubicBezTo>
                    <a:pt x="341" y="0"/>
                    <a:pt x="316" y="12"/>
                    <a:pt x="300" y="36"/>
                  </a:cubicBezTo>
                  <a:cubicBezTo>
                    <a:pt x="0" y="437"/>
                    <a:pt x="105" y="764"/>
                    <a:pt x="108" y="779"/>
                  </a:cubicBezTo>
                  <a:cubicBezTo>
                    <a:pt x="121" y="813"/>
                    <a:pt x="151" y="835"/>
                    <a:pt x="188" y="835"/>
                  </a:cubicBezTo>
                  <a:cubicBezTo>
                    <a:pt x="192" y="836"/>
                    <a:pt x="195" y="836"/>
                    <a:pt x="198" y="836"/>
                  </a:cubicBezTo>
                  <a:cubicBezTo>
                    <a:pt x="204" y="836"/>
                    <a:pt x="210" y="835"/>
                    <a:pt x="216" y="835"/>
                  </a:cubicBezTo>
                  <a:cubicBezTo>
                    <a:pt x="259" y="819"/>
                    <a:pt x="284" y="770"/>
                    <a:pt x="269" y="727"/>
                  </a:cubicBezTo>
                  <a:cubicBezTo>
                    <a:pt x="266" y="714"/>
                    <a:pt x="192" y="461"/>
                    <a:pt x="435" y="135"/>
                  </a:cubicBezTo>
                  <a:cubicBezTo>
                    <a:pt x="463" y="98"/>
                    <a:pt x="454" y="45"/>
                    <a:pt x="417" y="17"/>
                  </a:cubicBezTo>
                  <a:cubicBezTo>
                    <a:pt x="402" y="6"/>
                    <a:pt x="384" y="0"/>
                    <a:pt x="36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4"/>
            <p:cNvSpPr/>
            <p:nvPr/>
          </p:nvSpPr>
          <p:spPr>
            <a:xfrm>
              <a:off x="4725975" y="1124500"/>
              <a:ext cx="19475" cy="12225"/>
            </a:xfrm>
            <a:custGeom>
              <a:rect b="b" l="l" r="r" t="t"/>
              <a:pathLst>
                <a:path extrusionOk="0" h="489" w="779">
                  <a:moveTo>
                    <a:pt x="91" y="1"/>
                  </a:moveTo>
                  <a:cubicBezTo>
                    <a:pt x="47" y="1"/>
                    <a:pt x="10" y="34"/>
                    <a:pt x="7" y="78"/>
                  </a:cubicBezTo>
                  <a:cubicBezTo>
                    <a:pt x="1" y="124"/>
                    <a:pt x="38" y="164"/>
                    <a:pt x="84" y="170"/>
                  </a:cubicBezTo>
                  <a:cubicBezTo>
                    <a:pt x="198" y="180"/>
                    <a:pt x="516" y="244"/>
                    <a:pt x="602" y="439"/>
                  </a:cubicBezTo>
                  <a:cubicBezTo>
                    <a:pt x="615" y="467"/>
                    <a:pt x="645" y="488"/>
                    <a:pt x="679" y="488"/>
                  </a:cubicBezTo>
                  <a:cubicBezTo>
                    <a:pt x="692" y="488"/>
                    <a:pt x="704" y="485"/>
                    <a:pt x="716" y="482"/>
                  </a:cubicBezTo>
                  <a:cubicBezTo>
                    <a:pt x="756" y="463"/>
                    <a:pt x="778" y="411"/>
                    <a:pt x="760" y="368"/>
                  </a:cubicBezTo>
                  <a:cubicBezTo>
                    <a:pt x="615" y="47"/>
                    <a:pt x="118" y="4"/>
                    <a:pt x="96" y="1"/>
                  </a:cubicBezTo>
                  <a:cubicBezTo>
                    <a:pt x="94" y="1"/>
                    <a:pt x="93" y="1"/>
                    <a:pt x="9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4"/>
            <p:cNvSpPr/>
            <p:nvPr/>
          </p:nvSpPr>
          <p:spPr>
            <a:xfrm>
              <a:off x="4701075" y="1103150"/>
              <a:ext cx="19600" cy="12200"/>
            </a:xfrm>
            <a:custGeom>
              <a:rect b="b" l="l" r="r" t="t"/>
              <a:pathLst>
                <a:path extrusionOk="0" h="488" w="784">
                  <a:moveTo>
                    <a:pt x="90" y="0"/>
                  </a:moveTo>
                  <a:cubicBezTo>
                    <a:pt x="47" y="0"/>
                    <a:pt x="10" y="33"/>
                    <a:pt x="7" y="78"/>
                  </a:cubicBezTo>
                  <a:cubicBezTo>
                    <a:pt x="1" y="124"/>
                    <a:pt x="38" y="164"/>
                    <a:pt x="84" y="170"/>
                  </a:cubicBezTo>
                  <a:cubicBezTo>
                    <a:pt x="198" y="179"/>
                    <a:pt x="516" y="247"/>
                    <a:pt x="602" y="438"/>
                  </a:cubicBezTo>
                  <a:cubicBezTo>
                    <a:pt x="614" y="469"/>
                    <a:pt x="645" y="488"/>
                    <a:pt x="679" y="488"/>
                  </a:cubicBezTo>
                  <a:cubicBezTo>
                    <a:pt x="741" y="488"/>
                    <a:pt x="784" y="426"/>
                    <a:pt x="756" y="371"/>
                  </a:cubicBezTo>
                  <a:cubicBezTo>
                    <a:pt x="614" y="47"/>
                    <a:pt x="118" y="0"/>
                    <a:pt x="96" y="0"/>
                  </a:cubicBezTo>
                  <a:cubicBezTo>
                    <a:pt x="94" y="0"/>
                    <a:pt x="92" y="0"/>
                    <a:pt x="9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" name="Google Shape;2622;p4"/>
            <p:cNvSpPr/>
            <p:nvPr/>
          </p:nvSpPr>
          <p:spPr>
            <a:xfrm>
              <a:off x="4731000" y="1140225"/>
              <a:ext cx="19525" cy="12225"/>
            </a:xfrm>
            <a:custGeom>
              <a:rect b="b" l="l" r="r" t="t"/>
              <a:pathLst>
                <a:path extrusionOk="0" h="489" w="781">
                  <a:moveTo>
                    <a:pt x="90" y="1"/>
                  </a:moveTo>
                  <a:cubicBezTo>
                    <a:pt x="46" y="1"/>
                    <a:pt x="9" y="34"/>
                    <a:pt x="3" y="78"/>
                  </a:cubicBezTo>
                  <a:cubicBezTo>
                    <a:pt x="0" y="124"/>
                    <a:pt x="34" y="164"/>
                    <a:pt x="80" y="168"/>
                  </a:cubicBezTo>
                  <a:cubicBezTo>
                    <a:pt x="198" y="180"/>
                    <a:pt x="515" y="245"/>
                    <a:pt x="602" y="439"/>
                  </a:cubicBezTo>
                  <a:cubicBezTo>
                    <a:pt x="614" y="470"/>
                    <a:pt x="645" y="488"/>
                    <a:pt x="679" y="488"/>
                  </a:cubicBezTo>
                  <a:cubicBezTo>
                    <a:pt x="741" y="488"/>
                    <a:pt x="781" y="424"/>
                    <a:pt x="756" y="368"/>
                  </a:cubicBezTo>
                  <a:cubicBezTo>
                    <a:pt x="611" y="44"/>
                    <a:pt x="114" y="1"/>
                    <a:pt x="96" y="1"/>
                  </a:cubicBezTo>
                  <a:cubicBezTo>
                    <a:pt x="94" y="1"/>
                    <a:pt x="92" y="1"/>
                    <a:pt x="9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" name="Google Shape;2623;p4"/>
            <p:cNvSpPr/>
            <p:nvPr/>
          </p:nvSpPr>
          <p:spPr>
            <a:xfrm>
              <a:off x="4672175" y="1095675"/>
              <a:ext cx="21600" cy="8125"/>
            </a:xfrm>
            <a:custGeom>
              <a:rect b="b" l="l" r="r" t="t"/>
              <a:pathLst>
                <a:path extrusionOk="0" h="325" w="864">
                  <a:moveTo>
                    <a:pt x="344" y="0"/>
                  </a:moveTo>
                  <a:cubicBezTo>
                    <a:pt x="216" y="0"/>
                    <a:pt x="114" y="22"/>
                    <a:pt x="105" y="25"/>
                  </a:cubicBezTo>
                  <a:cubicBezTo>
                    <a:pt x="1" y="48"/>
                    <a:pt x="27" y="193"/>
                    <a:pt x="122" y="193"/>
                  </a:cubicBezTo>
                  <a:cubicBezTo>
                    <a:pt x="128" y="193"/>
                    <a:pt x="135" y="193"/>
                    <a:pt x="142" y="192"/>
                  </a:cubicBezTo>
                  <a:cubicBezTo>
                    <a:pt x="186" y="182"/>
                    <a:pt x="262" y="171"/>
                    <a:pt x="345" y="171"/>
                  </a:cubicBezTo>
                  <a:cubicBezTo>
                    <a:pt x="476" y="171"/>
                    <a:pt x="625" y="197"/>
                    <a:pt x="700" y="293"/>
                  </a:cubicBezTo>
                  <a:cubicBezTo>
                    <a:pt x="719" y="312"/>
                    <a:pt x="743" y="324"/>
                    <a:pt x="768" y="324"/>
                  </a:cubicBezTo>
                  <a:cubicBezTo>
                    <a:pt x="786" y="324"/>
                    <a:pt x="805" y="318"/>
                    <a:pt x="820" y="306"/>
                  </a:cubicBezTo>
                  <a:cubicBezTo>
                    <a:pt x="857" y="278"/>
                    <a:pt x="864" y="222"/>
                    <a:pt x="833" y="188"/>
                  </a:cubicBezTo>
                  <a:cubicBezTo>
                    <a:pt x="712" y="35"/>
                    <a:pt x="506" y="0"/>
                    <a:pt x="34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4"/>
            <p:cNvSpPr/>
            <p:nvPr/>
          </p:nvSpPr>
          <p:spPr>
            <a:xfrm>
              <a:off x="4691975" y="1116100"/>
              <a:ext cx="19525" cy="12300"/>
            </a:xfrm>
            <a:custGeom>
              <a:rect b="b" l="l" r="r" t="t"/>
              <a:pathLst>
                <a:path extrusionOk="0" h="492" w="781">
                  <a:moveTo>
                    <a:pt x="90" y="0"/>
                  </a:moveTo>
                  <a:cubicBezTo>
                    <a:pt x="47" y="0"/>
                    <a:pt x="10" y="33"/>
                    <a:pt x="7" y="78"/>
                  </a:cubicBezTo>
                  <a:cubicBezTo>
                    <a:pt x="1" y="124"/>
                    <a:pt x="35" y="167"/>
                    <a:pt x="84" y="170"/>
                  </a:cubicBezTo>
                  <a:cubicBezTo>
                    <a:pt x="198" y="180"/>
                    <a:pt x="516" y="247"/>
                    <a:pt x="602" y="439"/>
                  </a:cubicBezTo>
                  <a:cubicBezTo>
                    <a:pt x="614" y="469"/>
                    <a:pt x="645" y="491"/>
                    <a:pt x="679" y="491"/>
                  </a:cubicBezTo>
                  <a:lnTo>
                    <a:pt x="679" y="488"/>
                  </a:lnTo>
                  <a:cubicBezTo>
                    <a:pt x="741" y="488"/>
                    <a:pt x="781" y="426"/>
                    <a:pt x="756" y="371"/>
                  </a:cubicBezTo>
                  <a:cubicBezTo>
                    <a:pt x="611" y="47"/>
                    <a:pt x="118" y="4"/>
                    <a:pt x="96" y="1"/>
                  </a:cubicBezTo>
                  <a:cubicBezTo>
                    <a:pt x="94" y="1"/>
                    <a:pt x="92" y="0"/>
                    <a:pt x="9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" name="Google Shape;2625;p4"/>
            <p:cNvSpPr/>
            <p:nvPr/>
          </p:nvSpPr>
          <p:spPr>
            <a:xfrm>
              <a:off x="4838325" y="1390825"/>
              <a:ext cx="13675" cy="19150"/>
            </a:xfrm>
            <a:custGeom>
              <a:rect b="b" l="l" r="r" t="t"/>
              <a:pathLst>
                <a:path extrusionOk="0" h="766" w="547">
                  <a:moveTo>
                    <a:pt x="419" y="0"/>
                  </a:moveTo>
                  <a:cubicBezTo>
                    <a:pt x="415" y="0"/>
                    <a:pt x="411" y="0"/>
                    <a:pt x="408" y="1"/>
                  </a:cubicBezTo>
                  <a:cubicBezTo>
                    <a:pt x="361" y="7"/>
                    <a:pt x="331" y="47"/>
                    <a:pt x="334" y="93"/>
                  </a:cubicBezTo>
                  <a:cubicBezTo>
                    <a:pt x="337" y="106"/>
                    <a:pt x="361" y="365"/>
                    <a:pt x="59" y="618"/>
                  </a:cubicBezTo>
                  <a:cubicBezTo>
                    <a:pt x="1" y="667"/>
                    <a:pt x="35" y="766"/>
                    <a:pt x="115" y="766"/>
                  </a:cubicBezTo>
                  <a:cubicBezTo>
                    <a:pt x="133" y="766"/>
                    <a:pt x="155" y="760"/>
                    <a:pt x="170" y="747"/>
                  </a:cubicBezTo>
                  <a:cubicBezTo>
                    <a:pt x="547" y="430"/>
                    <a:pt x="503" y="87"/>
                    <a:pt x="503" y="72"/>
                  </a:cubicBezTo>
                  <a:cubicBezTo>
                    <a:pt x="495" y="32"/>
                    <a:pt x="460" y="0"/>
                    <a:pt x="41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4"/>
            <p:cNvSpPr/>
            <p:nvPr/>
          </p:nvSpPr>
          <p:spPr>
            <a:xfrm>
              <a:off x="4825075" y="1416875"/>
              <a:ext cx="13675" cy="19175"/>
            </a:xfrm>
            <a:custGeom>
              <a:rect b="b" l="l" r="r" t="t"/>
              <a:pathLst>
                <a:path extrusionOk="0" h="767" w="547">
                  <a:moveTo>
                    <a:pt x="419" y="1"/>
                  </a:moveTo>
                  <a:cubicBezTo>
                    <a:pt x="415" y="1"/>
                    <a:pt x="411" y="1"/>
                    <a:pt x="407" y="1"/>
                  </a:cubicBezTo>
                  <a:cubicBezTo>
                    <a:pt x="361" y="8"/>
                    <a:pt x="330" y="48"/>
                    <a:pt x="333" y="94"/>
                  </a:cubicBezTo>
                  <a:cubicBezTo>
                    <a:pt x="336" y="106"/>
                    <a:pt x="361" y="362"/>
                    <a:pt x="59" y="618"/>
                  </a:cubicBezTo>
                  <a:cubicBezTo>
                    <a:pt x="0" y="668"/>
                    <a:pt x="34" y="766"/>
                    <a:pt x="114" y="766"/>
                  </a:cubicBezTo>
                  <a:cubicBezTo>
                    <a:pt x="133" y="766"/>
                    <a:pt x="154" y="760"/>
                    <a:pt x="170" y="748"/>
                  </a:cubicBezTo>
                  <a:cubicBezTo>
                    <a:pt x="546" y="430"/>
                    <a:pt x="503" y="88"/>
                    <a:pt x="503" y="72"/>
                  </a:cubicBezTo>
                  <a:cubicBezTo>
                    <a:pt x="497" y="30"/>
                    <a:pt x="461" y="1"/>
                    <a:pt x="41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4"/>
            <p:cNvSpPr/>
            <p:nvPr/>
          </p:nvSpPr>
          <p:spPr>
            <a:xfrm>
              <a:off x="4804400" y="1423500"/>
              <a:ext cx="17125" cy="16775"/>
            </a:xfrm>
            <a:custGeom>
              <a:rect b="b" l="l" r="r" t="t"/>
              <a:pathLst>
                <a:path extrusionOk="0" h="671" w="685">
                  <a:moveTo>
                    <a:pt x="589" y="1"/>
                  </a:moveTo>
                  <a:cubicBezTo>
                    <a:pt x="553" y="1"/>
                    <a:pt x="517" y="21"/>
                    <a:pt x="506" y="66"/>
                  </a:cubicBezTo>
                  <a:cubicBezTo>
                    <a:pt x="506" y="79"/>
                    <a:pt x="454" y="335"/>
                    <a:pt x="84" y="507"/>
                  </a:cubicBezTo>
                  <a:cubicBezTo>
                    <a:pt x="1" y="548"/>
                    <a:pt x="28" y="671"/>
                    <a:pt x="121" y="671"/>
                  </a:cubicBezTo>
                  <a:cubicBezTo>
                    <a:pt x="130" y="671"/>
                    <a:pt x="142" y="668"/>
                    <a:pt x="155" y="662"/>
                  </a:cubicBezTo>
                  <a:cubicBezTo>
                    <a:pt x="608" y="449"/>
                    <a:pt x="673" y="113"/>
                    <a:pt x="676" y="97"/>
                  </a:cubicBezTo>
                  <a:cubicBezTo>
                    <a:pt x="685" y="36"/>
                    <a:pt x="637" y="1"/>
                    <a:pt x="58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4"/>
            <p:cNvSpPr/>
            <p:nvPr/>
          </p:nvSpPr>
          <p:spPr>
            <a:xfrm>
              <a:off x="4822450" y="1389625"/>
              <a:ext cx="12700" cy="19125"/>
            </a:xfrm>
            <a:custGeom>
              <a:rect b="b" l="l" r="r" t="t"/>
              <a:pathLst>
                <a:path extrusionOk="0" h="765" w="508">
                  <a:moveTo>
                    <a:pt x="422" y="0"/>
                  </a:moveTo>
                  <a:cubicBezTo>
                    <a:pt x="382" y="0"/>
                    <a:pt x="342" y="25"/>
                    <a:pt x="336" y="77"/>
                  </a:cubicBezTo>
                  <a:cubicBezTo>
                    <a:pt x="336" y="80"/>
                    <a:pt x="309" y="493"/>
                    <a:pt x="80" y="601"/>
                  </a:cubicBezTo>
                  <a:cubicBezTo>
                    <a:pt x="0" y="641"/>
                    <a:pt x="28" y="761"/>
                    <a:pt x="117" y="764"/>
                  </a:cubicBezTo>
                  <a:cubicBezTo>
                    <a:pt x="130" y="764"/>
                    <a:pt x="142" y="761"/>
                    <a:pt x="154" y="755"/>
                  </a:cubicBezTo>
                  <a:cubicBezTo>
                    <a:pt x="475" y="604"/>
                    <a:pt x="506" y="108"/>
                    <a:pt x="506" y="86"/>
                  </a:cubicBezTo>
                  <a:cubicBezTo>
                    <a:pt x="508" y="30"/>
                    <a:pt x="465" y="0"/>
                    <a:pt x="42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4"/>
            <p:cNvSpPr/>
            <p:nvPr/>
          </p:nvSpPr>
          <p:spPr>
            <a:xfrm>
              <a:off x="4843125" y="1364150"/>
              <a:ext cx="12800" cy="19150"/>
            </a:xfrm>
            <a:custGeom>
              <a:rect b="b" l="l" r="r" t="t"/>
              <a:pathLst>
                <a:path extrusionOk="0" h="766" w="512">
                  <a:moveTo>
                    <a:pt x="423" y="1"/>
                  </a:moveTo>
                  <a:cubicBezTo>
                    <a:pt x="379" y="1"/>
                    <a:pt x="342" y="34"/>
                    <a:pt x="339" y="81"/>
                  </a:cubicBezTo>
                  <a:cubicBezTo>
                    <a:pt x="339" y="84"/>
                    <a:pt x="311" y="497"/>
                    <a:pt x="83" y="605"/>
                  </a:cubicBezTo>
                  <a:cubicBezTo>
                    <a:pt x="1" y="642"/>
                    <a:pt x="27" y="766"/>
                    <a:pt x="117" y="766"/>
                  </a:cubicBezTo>
                  <a:cubicBezTo>
                    <a:pt x="118" y="766"/>
                    <a:pt x="119" y="766"/>
                    <a:pt x="120" y="766"/>
                  </a:cubicBezTo>
                  <a:cubicBezTo>
                    <a:pt x="132" y="766"/>
                    <a:pt x="145" y="763"/>
                    <a:pt x="157" y="759"/>
                  </a:cubicBezTo>
                  <a:cubicBezTo>
                    <a:pt x="478" y="605"/>
                    <a:pt x="512" y="109"/>
                    <a:pt x="512" y="90"/>
                  </a:cubicBezTo>
                  <a:cubicBezTo>
                    <a:pt x="512" y="41"/>
                    <a:pt x="475" y="1"/>
                    <a:pt x="429" y="1"/>
                  </a:cubicBezTo>
                  <a:cubicBezTo>
                    <a:pt x="427" y="1"/>
                    <a:pt x="425" y="1"/>
                    <a:pt x="42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4"/>
            <p:cNvSpPr/>
            <p:nvPr/>
          </p:nvSpPr>
          <p:spPr>
            <a:xfrm>
              <a:off x="4806800" y="1394850"/>
              <a:ext cx="12750" cy="19225"/>
            </a:xfrm>
            <a:custGeom>
              <a:rect b="b" l="l" r="r" t="t"/>
              <a:pathLst>
                <a:path extrusionOk="0" h="769" w="510">
                  <a:moveTo>
                    <a:pt x="423" y="0"/>
                  </a:moveTo>
                  <a:cubicBezTo>
                    <a:pt x="376" y="0"/>
                    <a:pt x="339" y="36"/>
                    <a:pt x="339" y="80"/>
                  </a:cubicBezTo>
                  <a:cubicBezTo>
                    <a:pt x="333" y="198"/>
                    <a:pt x="275" y="515"/>
                    <a:pt x="83" y="608"/>
                  </a:cubicBezTo>
                  <a:cubicBezTo>
                    <a:pt x="0" y="645"/>
                    <a:pt x="28" y="768"/>
                    <a:pt x="117" y="768"/>
                  </a:cubicBezTo>
                  <a:cubicBezTo>
                    <a:pt x="130" y="768"/>
                    <a:pt x="142" y="765"/>
                    <a:pt x="154" y="759"/>
                  </a:cubicBezTo>
                  <a:cubicBezTo>
                    <a:pt x="475" y="608"/>
                    <a:pt x="506" y="111"/>
                    <a:pt x="506" y="90"/>
                  </a:cubicBezTo>
                  <a:cubicBezTo>
                    <a:pt x="509" y="43"/>
                    <a:pt x="475" y="3"/>
                    <a:pt x="429" y="0"/>
                  </a:cubicBezTo>
                  <a:cubicBezTo>
                    <a:pt x="427" y="0"/>
                    <a:pt x="425" y="0"/>
                    <a:pt x="423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4"/>
            <p:cNvSpPr/>
            <p:nvPr/>
          </p:nvSpPr>
          <p:spPr>
            <a:xfrm>
              <a:off x="4854200" y="1335750"/>
              <a:ext cx="10900" cy="20650"/>
            </a:xfrm>
            <a:custGeom>
              <a:rect b="b" l="l" r="r" t="t"/>
              <a:pathLst>
                <a:path extrusionOk="0" h="826" w="436">
                  <a:moveTo>
                    <a:pt x="234" y="1"/>
                  </a:moveTo>
                  <a:cubicBezTo>
                    <a:pt x="182" y="1"/>
                    <a:pt x="127" y="44"/>
                    <a:pt x="149" y="113"/>
                  </a:cubicBezTo>
                  <a:cubicBezTo>
                    <a:pt x="177" y="224"/>
                    <a:pt x="214" y="545"/>
                    <a:pt x="60" y="674"/>
                  </a:cubicBezTo>
                  <a:cubicBezTo>
                    <a:pt x="1" y="727"/>
                    <a:pt x="35" y="822"/>
                    <a:pt x="115" y="825"/>
                  </a:cubicBezTo>
                  <a:cubicBezTo>
                    <a:pt x="134" y="825"/>
                    <a:pt x="152" y="819"/>
                    <a:pt x="171" y="807"/>
                  </a:cubicBezTo>
                  <a:cubicBezTo>
                    <a:pt x="436" y="582"/>
                    <a:pt x="319" y="94"/>
                    <a:pt x="316" y="73"/>
                  </a:cubicBezTo>
                  <a:cubicBezTo>
                    <a:pt x="308" y="23"/>
                    <a:pt x="272" y="1"/>
                    <a:pt x="23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4"/>
            <p:cNvSpPr/>
            <p:nvPr/>
          </p:nvSpPr>
          <p:spPr>
            <a:xfrm>
              <a:off x="4829925" y="1355325"/>
              <a:ext cx="12825" cy="19200"/>
            </a:xfrm>
            <a:custGeom>
              <a:rect b="b" l="l" r="r" t="t"/>
              <a:pathLst>
                <a:path extrusionOk="0" h="768" w="513">
                  <a:moveTo>
                    <a:pt x="424" y="0"/>
                  </a:moveTo>
                  <a:cubicBezTo>
                    <a:pt x="383" y="0"/>
                    <a:pt x="343" y="26"/>
                    <a:pt x="340" y="79"/>
                  </a:cubicBezTo>
                  <a:cubicBezTo>
                    <a:pt x="334" y="196"/>
                    <a:pt x="275" y="514"/>
                    <a:pt x="84" y="607"/>
                  </a:cubicBezTo>
                  <a:cubicBezTo>
                    <a:pt x="0" y="644"/>
                    <a:pt x="28" y="767"/>
                    <a:pt x="121" y="767"/>
                  </a:cubicBezTo>
                  <a:cubicBezTo>
                    <a:pt x="133" y="767"/>
                    <a:pt x="145" y="764"/>
                    <a:pt x="158" y="758"/>
                  </a:cubicBezTo>
                  <a:cubicBezTo>
                    <a:pt x="475" y="607"/>
                    <a:pt x="509" y="110"/>
                    <a:pt x="509" y="89"/>
                  </a:cubicBezTo>
                  <a:cubicBezTo>
                    <a:pt x="513" y="31"/>
                    <a:pt x="468" y="0"/>
                    <a:pt x="42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4"/>
            <p:cNvSpPr/>
            <p:nvPr/>
          </p:nvSpPr>
          <p:spPr>
            <a:xfrm>
              <a:off x="4320350" y="1488175"/>
              <a:ext cx="357000" cy="60975"/>
            </a:xfrm>
            <a:custGeom>
              <a:rect b="b" l="l" r="r" t="t"/>
              <a:pathLst>
                <a:path extrusionOk="0" h="2439" w="14280">
                  <a:moveTo>
                    <a:pt x="123" y="0"/>
                  </a:moveTo>
                  <a:cubicBezTo>
                    <a:pt x="39" y="0"/>
                    <a:pt x="0" y="134"/>
                    <a:pt x="98" y="169"/>
                  </a:cubicBezTo>
                  <a:cubicBezTo>
                    <a:pt x="157" y="191"/>
                    <a:pt x="6054" y="2439"/>
                    <a:pt x="13419" y="2439"/>
                  </a:cubicBezTo>
                  <a:cubicBezTo>
                    <a:pt x="13678" y="2439"/>
                    <a:pt x="13937" y="2436"/>
                    <a:pt x="14196" y="2430"/>
                  </a:cubicBezTo>
                  <a:cubicBezTo>
                    <a:pt x="14243" y="2430"/>
                    <a:pt x="14280" y="2390"/>
                    <a:pt x="14280" y="2343"/>
                  </a:cubicBezTo>
                  <a:cubicBezTo>
                    <a:pt x="14277" y="2297"/>
                    <a:pt x="14240" y="2263"/>
                    <a:pt x="14193" y="2260"/>
                  </a:cubicBezTo>
                  <a:cubicBezTo>
                    <a:pt x="13935" y="2266"/>
                    <a:pt x="13677" y="2268"/>
                    <a:pt x="13422" y="2268"/>
                  </a:cubicBezTo>
                  <a:cubicBezTo>
                    <a:pt x="6083" y="2268"/>
                    <a:pt x="219" y="32"/>
                    <a:pt x="160" y="9"/>
                  </a:cubicBezTo>
                  <a:cubicBezTo>
                    <a:pt x="147" y="3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37" name="Shape 2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8" name="Google Shape;2638;p5"/>
          <p:cNvSpPr txBox="1"/>
          <p:nvPr>
            <p:ph type="title"/>
          </p:nvPr>
        </p:nvSpPr>
        <p:spPr>
          <a:xfrm>
            <a:off x="1056990" y="666793"/>
            <a:ext cx="3965275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Főbb funkciók</a:t>
            </a:r>
            <a:endParaRPr/>
          </a:p>
        </p:txBody>
      </p:sp>
      <p:grpSp>
        <p:nvGrpSpPr>
          <p:cNvPr id="2639" name="Google Shape;2639;p5"/>
          <p:cNvGrpSpPr/>
          <p:nvPr/>
        </p:nvGrpSpPr>
        <p:grpSpPr>
          <a:xfrm>
            <a:off x="6391156" y="1517532"/>
            <a:ext cx="2192537" cy="2745016"/>
            <a:chOff x="5922274" y="1401520"/>
            <a:chExt cx="2399100" cy="3003628"/>
          </a:xfrm>
        </p:grpSpPr>
        <p:sp>
          <p:nvSpPr>
            <p:cNvPr id="2640" name="Google Shape;2640;p5"/>
            <p:cNvSpPr/>
            <p:nvPr/>
          </p:nvSpPr>
          <p:spPr>
            <a:xfrm>
              <a:off x="5922274" y="4142348"/>
              <a:ext cx="2399100" cy="2628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1" name="Google Shape;2641;p5"/>
            <p:cNvGrpSpPr/>
            <p:nvPr/>
          </p:nvGrpSpPr>
          <p:grpSpPr>
            <a:xfrm>
              <a:off x="6168177" y="1401520"/>
              <a:ext cx="2015132" cy="2955182"/>
              <a:chOff x="1793100" y="1143350"/>
              <a:chExt cx="632000" cy="926825"/>
            </a:xfrm>
          </p:grpSpPr>
          <p:sp>
            <p:nvSpPr>
              <p:cNvPr id="2642" name="Google Shape;2642;p5"/>
              <p:cNvSpPr/>
              <p:nvPr/>
            </p:nvSpPr>
            <p:spPr>
              <a:xfrm>
                <a:off x="1822100" y="1305825"/>
                <a:ext cx="12450" cy="34625"/>
              </a:xfrm>
              <a:custGeom>
                <a:rect b="b" l="l" r="r" t="t"/>
                <a:pathLst>
                  <a:path extrusionOk="0" h="1385" w="498">
                    <a:moveTo>
                      <a:pt x="141" y="0"/>
                    </a:moveTo>
                    <a:lnTo>
                      <a:pt x="141" y="0"/>
                    </a:lnTo>
                    <a:cubicBezTo>
                      <a:pt x="149" y="58"/>
                      <a:pt x="158" y="116"/>
                      <a:pt x="149" y="174"/>
                    </a:cubicBezTo>
                    <a:cubicBezTo>
                      <a:pt x="133" y="290"/>
                      <a:pt x="100" y="406"/>
                      <a:pt x="66" y="522"/>
                    </a:cubicBezTo>
                    <a:cubicBezTo>
                      <a:pt x="42" y="647"/>
                      <a:pt x="17" y="779"/>
                      <a:pt x="8" y="912"/>
                    </a:cubicBezTo>
                    <a:cubicBezTo>
                      <a:pt x="0" y="1020"/>
                      <a:pt x="8" y="1136"/>
                      <a:pt x="75" y="1227"/>
                    </a:cubicBezTo>
                    <a:cubicBezTo>
                      <a:pt x="133" y="1293"/>
                      <a:pt x="216" y="1343"/>
                      <a:pt x="298" y="1384"/>
                    </a:cubicBezTo>
                    <a:cubicBezTo>
                      <a:pt x="323" y="1293"/>
                      <a:pt x="323" y="1194"/>
                      <a:pt x="356" y="1094"/>
                    </a:cubicBezTo>
                    <a:cubicBezTo>
                      <a:pt x="381" y="1028"/>
                      <a:pt x="431" y="953"/>
                      <a:pt x="497" y="912"/>
                    </a:cubicBezTo>
                    <a:cubicBezTo>
                      <a:pt x="414" y="779"/>
                      <a:pt x="348" y="638"/>
                      <a:pt x="315" y="481"/>
                    </a:cubicBezTo>
                    <a:cubicBezTo>
                      <a:pt x="307" y="448"/>
                      <a:pt x="298" y="406"/>
                      <a:pt x="290" y="365"/>
                    </a:cubicBezTo>
                    <a:cubicBezTo>
                      <a:pt x="257" y="340"/>
                      <a:pt x="240" y="307"/>
                      <a:pt x="240" y="266"/>
                    </a:cubicBezTo>
                    <a:cubicBezTo>
                      <a:pt x="232" y="232"/>
                      <a:pt x="249" y="191"/>
                      <a:pt x="249" y="158"/>
                    </a:cubicBezTo>
                    <a:cubicBezTo>
                      <a:pt x="249" y="150"/>
                      <a:pt x="249" y="141"/>
                      <a:pt x="249" y="133"/>
                    </a:cubicBezTo>
                    <a:lnTo>
                      <a:pt x="14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3" name="Google Shape;2643;p5"/>
              <p:cNvSpPr/>
              <p:nvPr/>
            </p:nvSpPr>
            <p:spPr>
              <a:xfrm>
                <a:off x="1825400" y="1287175"/>
                <a:ext cx="28400" cy="6875"/>
              </a:xfrm>
              <a:custGeom>
                <a:rect b="b" l="l" r="r" t="t"/>
                <a:pathLst>
                  <a:path extrusionOk="0" h="275" w="1136">
                    <a:moveTo>
                      <a:pt x="17" y="1"/>
                    </a:moveTo>
                    <a:cubicBezTo>
                      <a:pt x="9" y="9"/>
                      <a:pt x="9" y="9"/>
                      <a:pt x="1" y="9"/>
                    </a:cubicBezTo>
                    <a:cubicBezTo>
                      <a:pt x="50" y="84"/>
                      <a:pt x="125" y="150"/>
                      <a:pt x="208" y="200"/>
                    </a:cubicBezTo>
                    <a:cubicBezTo>
                      <a:pt x="298" y="241"/>
                      <a:pt x="400" y="260"/>
                      <a:pt x="499" y="260"/>
                    </a:cubicBezTo>
                    <a:cubicBezTo>
                      <a:pt x="518" y="260"/>
                      <a:pt x="537" y="259"/>
                      <a:pt x="556" y="258"/>
                    </a:cubicBezTo>
                    <a:cubicBezTo>
                      <a:pt x="663" y="248"/>
                      <a:pt x="778" y="231"/>
                      <a:pt x="889" y="231"/>
                    </a:cubicBezTo>
                    <a:cubicBezTo>
                      <a:pt x="976" y="231"/>
                      <a:pt x="1060" y="242"/>
                      <a:pt x="1136" y="274"/>
                    </a:cubicBezTo>
                    <a:cubicBezTo>
                      <a:pt x="1128" y="266"/>
                      <a:pt x="1119" y="266"/>
                      <a:pt x="1111" y="258"/>
                    </a:cubicBezTo>
                    <a:cubicBezTo>
                      <a:pt x="1009" y="197"/>
                      <a:pt x="885" y="191"/>
                      <a:pt x="767" y="191"/>
                    </a:cubicBezTo>
                    <a:cubicBezTo>
                      <a:pt x="740" y="191"/>
                      <a:pt x="714" y="191"/>
                      <a:pt x="688" y="191"/>
                    </a:cubicBezTo>
                    <a:cubicBezTo>
                      <a:pt x="668" y="192"/>
                      <a:pt x="647" y="193"/>
                      <a:pt x="626" y="193"/>
                    </a:cubicBezTo>
                    <a:cubicBezTo>
                      <a:pt x="479" y="193"/>
                      <a:pt x="329" y="168"/>
                      <a:pt x="191" y="117"/>
                    </a:cubicBezTo>
                    <a:cubicBezTo>
                      <a:pt x="125" y="92"/>
                      <a:pt x="59" y="59"/>
                      <a:pt x="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4" name="Google Shape;2644;p5"/>
              <p:cNvSpPr/>
              <p:nvPr/>
            </p:nvSpPr>
            <p:spPr>
              <a:xfrm>
                <a:off x="1898525" y="1146125"/>
                <a:ext cx="64650" cy="106275"/>
              </a:xfrm>
              <a:custGeom>
                <a:rect b="b" l="l" r="r" t="t"/>
                <a:pathLst>
                  <a:path extrusionOk="0" h="4251" w="2586">
                    <a:moveTo>
                      <a:pt x="854" y="0"/>
                    </a:moveTo>
                    <a:cubicBezTo>
                      <a:pt x="796" y="0"/>
                      <a:pt x="763" y="25"/>
                      <a:pt x="730" y="67"/>
                    </a:cubicBezTo>
                    <a:cubicBezTo>
                      <a:pt x="580" y="290"/>
                      <a:pt x="456" y="531"/>
                      <a:pt x="357" y="779"/>
                    </a:cubicBezTo>
                    <a:cubicBezTo>
                      <a:pt x="150" y="1268"/>
                      <a:pt x="25" y="1798"/>
                      <a:pt x="9" y="2337"/>
                    </a:cubicBezTo>
                    <a:cubicBezTo>
                      <a:pt x="0" y="2478"/>
                      <a:pt x="9" y="2619"/>
                      <a:pt x="50" y="2759"/>
                    </a:cubicBezTo>
                    <a:cubicBezTo>
                      <a:pt x="83" y="2892"/>
                      <a:pt x="141" y="3025"/>
                      <a:pt x="166" y="3165"/>
                    </a:cubicBezTo>
                    <a:cubicBezTo>
                      <a:pt x="191" y="3306"/>
                      <a:pt x="191" y="3455"/>
                      <a:pt x="191" y="3605"/>
                    </a:cubicBezTo>
                    <a:cubicBezTo>
                      <a:pt x="191" y="3754"/>
                      <a:pt x="183" y="3911"/>
                      <a:pt x="183" y="4060"/>
                    </a:cubicBezTo>
                    <a:cubicBezTo>
                      <a:pt x="183" y="4118"/>
                      <a:pt x="174" y="4185"/>
                      <a:pt x="174" y="4251"/>
                    </a:cubicBezTo>
                    <a:cubicBezTo>
                      <a:pt x="216" y="4234"/>
                      <a:pt x="249" y="4226"/>
                      <a:pt x="290" y="4218"/>
                    </a:cubicBezTo>
                    <a:cubicBezTo>
                      <a:pt x="340" y="4201"/>
                      <a:pt x="390" y="4168"/>
                      <a:pt x="431" y="4143"/>
                    </a:cubicBezTo>
                    <a:cubicBezTo>
                      <a:pt x="522" y="4085"/>
                      <a:pt x="597" y="4011"/>
                      <a:pt x="663" y="3928"/>
                    </a:cubicBezTo>
                    <a:cubicBezTo>
                      <a:pt x="796" y="3762"/>
                      <a:pt x="912" y="3588"/>
                      <a:pt x="1102" y="3480"/>
                    </a:cubicBezTo>
                    <a:cubicBezTo>
                      <a:pt x="1285" y="3381"/>
                      <a:pt x="1508" y="3348"/>
                      <a:pt x="1716" y="3339"/>
                    </a:cubicBezTo>
                    <a:cubicBezTo>
                      <a:pt x="2006" y="3323"/>
                      <a:pt x="2287" y="3315"/>
                      <a:pt x="2569" y="3315"/>
                    </a:cubicBezTo>
                    <a:lnTo>
                      <a:pt x="2586" y="3315"/>
                    </a:lnTo>
                    <a:cubicBezTo>
                      <a:pt x="2561" y="3215"/>
                      <a:pt x="2494" y="3132"/>
                      <a:pt x="2445" y="3041"/>
                    </a:cubicBezTo>
                    <a:cubicBezTo>
                      <a:pt x="2370" y="2933"/>
                      <a:pt x="2320" y="2809"/>
                      <a:pt x="2271" y="2685"/>
                    </a:cubicBezTo>
                    <a:cubicBezTo>
                      <a:pt x="2171" y="2428"/>
                      <a:pt x="2055" y="2171"/>
                      <a:pt x="1931" y="1914"/>
                    </a:cubicBezTo>
                    <a:cubicBezTo>
                      <a:pt x="1682" y="1417"/>
                      <a:pt x="1401" y="928"/>
                      <a:pt x="1160" y="423"/>
                    </a:cubicBezTo>
                    <a:cubicBezTo>
                      <a:pt x="1127" y="357"/>
                      <a:pt x="1102" y="299"/>
                      <a:pt x="1078" y="232"/>
                    </a:cubicBezTo>
                    <a:cubicBezTo>
                      <a:pt x="1053" y="183"/>
                      <a:pt x="1028" y="125"/>
                      <a:pt x="986" y="75"/>
                    </a:cubicBezTo>
                    <a:cubicBezTo>
                      <a:pt x="953" y="42"/>
                      <a:pt x="912" y="9"/>
                      <a:pt x="85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5" name="Google Shape;2645;p5"/>
              <p:cNvSpPr/>
              <p:nvPr/>
            </p:nvSpPr>
            <p:spPr>
              <a:xfrm>
                <a:off x="1826650" y="1158750"/>
                <a:ext cx="595325" cy="908525"/>
              </a:xfrm>
              <a:custGeom>
                <a:rect b="b" l="l" r="r" t="t"/>
                <a:pathLst>
                  <a:path extrusionOk="0" h="36341" w="23813">
                    <a:moveTo>
                      <a:pt x="11086" y="0"/>
                    </a:moveTo>
                    <a:cubicBezTo>
                      <a:pt x="10963" y="0"/>
                      <a:pt x="10837" y="52"/>
                      <a:pt x="10730" y="109"/>
                    </a:cubicBezTo>
                    <a:cubicBezTo>
                      <a:pt x="10448" y="274"/>
                      <a:pt x="10200" y="498"/>
                      <a:pt x="9968" y="722"/>
                    </a:cubicBezTo>
                    <a:cubicBezTo>
                      <a:pt x="9736" y="962"/>
                      <a:pt x="9520" y="1210"/>
                      <a:pt x="9305" y="1451"/>
                    </a:cubicBezTo>
                    <a:cubicBezTo>
                      <a:pt x="9189" y="1567"/>
                      <a:pt x="9073" y="1691"/>
                      <a:pt x="8957" y="1799"/>
                    </a:cubicBezTo>
                    <a:cubicBezTo>
                      <a:pt x="8849" y="1906"/>
                      <a:pt x="8733" y="2014"/>
                      <a:pt x="8617" y="2114"/>
                    </a:cubicBezTo>
                    <a:cubicBezTo>
                      <a:pt x="8394" y="2321"/>
                      <a:pt x="8170" y="2528"/>
                      <a:pt x="8037" y="2801"/>
                    </a:cubicBezTo>
                    <a:cubicBezTo>
                      <a:pt x="7996" y="2868"/>
                      <a:pt x="7971" y="2934"/>
                      <a:pt x="7955" y="3008"/>
                    </a:cubicBezTo>
                    <a:cubicBezTo>
                      <a:pt x="7946" y="3008"/>
                      <a:pt x="7946" y="3017"/>
                      <a:pt x="7946" y="3017"/>
                    </a:cubicBezTo>
                    <a:cubicBezTo>
                      <a:pt x="7933" y="3034"/>
                      <a:pt x="7911" y="3045"/>
                      <a:pt x="7890" y="3045"/>
                    </a:cubicBezTo>
                    <a:cubicBezTo>
                      <a:pt x="7872" y="3045"/>
                      <a:pt x="7855" y="3036"/>
                      <a:pt x="7847" y="3017"/>
                    </a:cubicBezTo>
                    <a:cubicBezTo>
                      <a:pt x="7830" y="2984"/>
                      <a:pt x="7814" y="2942"/>
                      <a:pt x="7781" y="2917"/>
                    </a:cubicBezTo>
                    <a:cubicBezTo>
                      <a:pt x="7770" y="2907"/>
                      <a:pt x="7750" y="2896"/>
                      <a:pt x="7732" y="2896"/>
                    </a:cubicBezTo>
                    <a:cubicBezTo>
                      <a:pt x="7721" y="2896"/>
                      <a:pt x="7712" y="2900"/>
                      <a:pt x="7706" y="2909"/>
                    </a:cubicBezTo>
                    <a:cubicBezTo>
                      <a:pt x="7698" y="2926"/>
                      <a:pt x="7698" y="2950"/>
                      <a:pt x="7698" y="2967"/>
                    </a:cubicBezTo>
                    <a:cubicBezTo>
                      <a:pt x="7698" y="2992"/>
                      <a:pt x="7698" y="3017"/>
                      <a:pt x="7698" y="3042"/>
                    </a:cubicBezTo>
                    <a:cubicBezTo>
                      <a:pt x="7689" y="3100"/>
                      <a:pt x="7689" y="3158"/>
                      <a:pt x="7681" y="3216"/>
                    </a:cubicBezTo>
                    <a:cubicBezTo>
                      <a:pt x="7681" y="3254"/>
                      <a:pt x="7649" y="3274"/>
                      <a:pt x="7620" y="3274"/>
                    </a:cubicBezTo>
                    <a:cubicBezTo>
                      <a:pt x="7605" y="3274"/>
                      <a:pt x="7590" y="3268"/>
                      <a:pt x="7582" y="3257"/>
                    </a:cubicBezTo>
                    <a:lnTo>
                      <a:pt x="7557" y="3257"/>
                    </a:lnTo>
                    <a:cubicBezTo>
                      <a:pt x="7551" y="3279"/>
                      <a:pt x="7535" y="3294"/>
                      <a:pt x="7517" y="3294"/>
                    </a:cubicBezTo>
                    <a:cubicBezTo>
                      <a:pt x="7508" y="3294"/>
                      <a:pt x="7499" y="3290"/>
                      <a:pt x="7491" y="3282"/>
                    </a:cubicBezTo>
                    <a:cubicBezTo>
                      <a:pt x="7413" y="3205"/>
                      <a:pt x="7307" y="3199"/>
                      <a:pt x="7210" y="3199"/>
                    </a:cubicBezTo>
                    <a:cubicBezTo>
                      <a:pt x="7193" y="3199"/>
                      <a:pt x="7176" y="3199"/>
                      <a:pt x="7159" y="3199"/>
                    </a:cubicBezTo>
                    <a:cubicBezTo>
                      <a:pt x="7119" y="3201"/>
                      <a:pt x="7080" y="3202"/>
                      <a:pt x="7041" y="3202"/>
                    </a:cubicBezTo>
                    <a:cubicBezTo>
                      <a:pt x="6934" y="3202"/>
                      <a:pt x="6831" y="3195"/>
                      <a:pt x="6728" y="3182"/>
                    </a:cubicBezTo>
                    <a:cubicBezTo>
                      <a:pt x="6430" y="3141"/>
                      <a:pt x="6140" y="3066"/>
                      <a:pt x="5842" y="3008"/>
                    </a:cubicBezTo>
                    <a:cubicBezTo>
                      <a:pt x="5767" y="2992"/>
                      <a:pt x="5684" y="2984"/>
                      <a:pt x="5601" y="2975"/>
                    </a:cubicBezTo>
                    <a:cubicBezTo>
                      <a:pt x="5519" y="2967"/>
                      <a:pt x="5427" y="2967"/>
                      <a:pt x="5345" y="2950"/>
                    </a:cubicBezTo>
                    <a:cubicBezTo>
                      <a:pt x="5336" y="2950"/>
                      <a:pt x="5320" y="2942"/>
                      <a:pt x="5320" y="2926"/>
                    </a:cubicBezTo>
                    <a:cubicBezTo>
                      <a:pt x="5113" y="2934"/>
                      <a:pt x="4905" y="2942"/>
                      <a:pt x="4698" y="2950"/>
                    </a:cubicBezTo>
                    <a:cubicBezTo>
                      <a:pt x="4499" y="2959"/>
                      <a:pt x="4292" y="2975"/>
                      <a:pt x="4102" y="3050"/>
                    </a:cubicBezTo>
                    <a:cubicBezTo>
                      <a:pt x="3911" y="3133"/>
                      <a:pt x="3795" y="3290"/>
                      <a:pt x="3663" y="3448"/>
                    </a:cubicBezTo>
                    <a:cubicBezTo>
                      <a:pt x="3605" y="3530"/>
                      <a:pt x="3538" y="3613"/>
                      <a:pt x="3464" y="3680"/>
                    </a:cubicBezTo>
                    <a:cubicBezTo>
                      <a:pt x="3381" y="3746"/>
                      <a:pt x="3290" y="3796"/>
                      <a:pt x="3190" y="3837"/>
                    </a:cubicBezTo>
                    <a:cubicBezTo>
                      <a:pt x="3132" y="3854"/>
                      <a:pt x="3074" y="3862"/>
                      <a:pt x="3025" y="3878"/>
                    </a:cubicBezTo>
                    <a:cubicBezTo>
                      <a:pt x="2975" y="3903"/>
                      <a:pt x="2975" y="3978"/>
                      <a:pt x="2958" y="4028"/>
                    </a:cubicBezTo>
                    <a:cubicBezTo>
                      <a:pt x="2925" y="4160"/>
                      <a:pt x="2892" y="4293"/>
                      <a:pt x="2851" y="4434"/>
                    </a:cubicBezTo>
                    <a:cubicBezTo>
                      <a:pt x="2842" y="4467"/>
                      <a:pt x="2817" y="4475"/>
                      <a:pt x="2793" y="4475"/>
                    </a:cubicBezTo>
                    <a:cubicBezTo>
                      <a:pt x="2784" y="4475"/>
                      <a:pt x="2784" y="4483"/>
                      <a:pt x="2776" y="4492"/>
                    </a:cubicBezTo>
                    <a:cubicBezTo>
                      <a:pt x="2967" y="4417"/>
                      <a:pt x="3141" y="4301"/>
                      <a:pt x="3265" y="4135"/>
                    </a:cubicBezTo>
                    <a:cubicBezTo>
                      <a:pt x="3272" y="4126"/>
                      <a:pt x="3282" y="4122"/>
                      <a:pt x="3291" y="4122"/>
                    </a:cubicBezTo>
                    <a:cubicBezTo>
                      <a:pt x="3313" y="4122"/>
                      <a:pt x="3335" y="4145"/>
                      <a:pt x="3323" y="4168"/>
                    </a:cubicBezTo>
                    <a:cubicBezTo>
                      <a:pt x="3281" y="4235"/>
                      <a:pt x="3240" y="4293"/>
                      <a:pt x="3190" y="4351"/>
                    </a:cubicBezTo>
                    <a:cubicBezTo>
                      <a:pt x="3083" y="4458"/>
                      <a:pt x="2958" y="4533"/>
                      <a:pt x="2809" y="4591"/>
                    </a:cubicBezTo>
                    <a:cubicBezTo>
                      <a:pt x="2494" y="4724"/>
                      <a:pt x="2105" y="4748"/>
                      <a:pt x="1782" y="4790"/>
                    </a:cubicBezTo>
                    <a:cubicBezTo>
                      <a:pt x="1450" y="4831"/>
                      <a:pt x="1127" y="4864"/>
                      <a:pt x="804" y="4906"/>
                    </a:cubicBezTo>
                    <a:cubicBezTo>
                      <a:pt x="638" y="4931"/>
                      <a:pt x="481" y="4947"/>
                      <a:pt x="324" y="4972"/>
                    </a:cubicBezTo>
                    <a:cubicBezTo>
                      <a:pt x="249" y="4980"/>
                      <a:pt x="166" y="4989"/>
                      <a:pt x="92" y="5005"/>
                    </a:cubicBezTo>
                    <a:cubicBezTo>
                      <a:pt x="67" y="5014"/>
                      <a:pt x="42" y="5022"/>
                      <a:pt x="17" y="5030"/>
                    </a:cubicBezTo>
                    <a:cubicBezTo>
                      <a:pt x="0" y="5088"/>
                      <a:pt x="75" y="5146"/>
                      <a:pt x="125" y="5163"/>
                    </a:cubicBezTo>
                    <a:lnTo>
                      <a:pt x="133" y="5154"/>
                    </a:lnTo>
                    <a:cubicBezTo>
                      <a:pt x="199" y="5179"/>
                      <a:pt x="282" y="5204"/>
                      <a:pt x="365" y="5212"/>
                    </a:cubicBezTo>
                    <a:cubicBezTo>
                      <a:pt x="448" y="5229"/>
                      <a:pt x="531" y="5237"/>
                      <a:pt x="614" y="5237"/>
                    </a:cubicBezTo>
                    <a:cubicBezTo>
                      <a:pt x="674" y="5237"/>
                      <a:pt x="735" y="5230"/>
                      <a:pt x="796" y="5230"/>
                    </a:cubicBezTo>
                    <a:cubicBezTo>
                      <a:pt x="826" y="5230"/>
                      <a:pt x="857" y="5232"/>
                      <a:pt x="887" y="5237"/>
                    </a:cubicBezTo>
                    <a:cubicBezTo>
                      <a:pt x="1028" y="5246"/>
                      <a:pt x="1177" y="5304"/>
                      <a:pt x="1243" y="5436"/>
                    </a:cubicBezTo>
                    <a:cubicBezTo>
                      <a:pt x="1310" y="5569"/>
                      <a:pt x="1285" y="5718"/>
                      <a:pt x="1152" y="5801"/>
                    </a:cubicBezTo>
                    <a:cubicBezTo>
                      <a:pt x="1011" y="5883"/>
                      <a:pt x="837" y="5892"/>
                      <a:pt x="680" y="5925"/>
                    </a:cubicBezTo>
                    <a:cubicBezTo>
                      <a:pt x="547" y="5958"/>
                      <a:pt x="406" y="6008"/>
                      <a:pt x="315" y="6115"/>
                    </a:cubicBezTo>
                    <a:cubicBezTo>
                      <a:pt x="290" y="6140"/>
                      <a:pt x="274" y="6190"/>
                      <a:pt x="249" y="6223"/>
                    </a:cubicBezTo>
                    <a:cubicBezTo>
                      <a:pt x="257" y="6339"/>
                      <a:pt x="290" y="6447"/>
                      <a:pt x="357" y="6538"/>
                    </a:cubicBezTo>
                    <a:cubicBezTo>
                      <a:pt x="440" y="6671"/>
                      <a:pt x="589" y="6753"/>
                      <a:pt x="730" y="6820"/>
                    </a:cubicBezTo>
                    <a:cubicBezTo>
                      <a:pt x="887" y="6886"/>
                      <a:pt x="1053" y="6944"/>
                      <a:pt x="1218" y="7010"/>
                    </a:cubicBezTo>
                    <a:cubicBezTo>
                      <a:pt x="1392" y="7077"/>
                      <a:pt x="1566" y="7151"/>
                      <a:pt x="1740" y="7226"/>
                    </a:cubicBezTo>
                    <a:cubicBezTo>
                      <a:pt x="2080" y="7375"/>
                      <a:pt x="2420" y="7524"/>
                      <a:pt x="2751" y="7690"/>
                    </a:cubicBezTo>
                    <a:cubicBezTo>
                      <a:pt x="3091" y="7855"/>
                      <a:pt x="3414" y="8029"/>
                      <a:pt x="3745" y="8203"/>
                    </a:cubicBezTo>
                    <a:cubicBezTo>
                      <a:pt x="3911" y="8286"/>
                      <a:pt x="4085" y="8369"/>
                      <a:pt x="4267" y="8377"/>
                    </a:cubicBezTo>
                    <a:cubicBezTo>
                      <a:pt x="4279" y="8378"/>
                      <a:pt x="4290" y="8378"/>
                      <a:pt x="4301" y="8378"/>
                    </a:cubicBezTo>
                    <a:cubicBezTo>
                      <a:pt x="4448" y="8378"/>
                      <a:pt x="4598" y="8327"/>
                      <a:pt x="4690" y="8212"/>
                    </a:cubicBezTo>
                    <a:cubicBezTo>
                      <a:pt x="4690" y="8203"/>
                      <a:pt x="4682" y="8187"/>
                      <a:pt x="4682" y="8179"/>
                    </a:cubicBezTo>
                    <a:cubicBezTo>
                      <a:pt x="4682" y="8179"/>
                      <a:pt x="4682" y="8170"/>
                      <a:pt x="4682" y="8170"/>
                    </a:cubicBezTo>
                    <a:cubicBezTo>
                      <a:pt x="4665" y="8154"/>
                      <a:pt x="4665" y="8121"/>
                      <a:pt x="4657" y="8096"/>
                    </a:cubicBezTo>
                    <a:cubicBezTo>
                      <a:pt x="4640" y="8057"/>
                      <a:pt x="4675" y="8030"/>
                      <a:pt x="4707" y="8030"/>
                    </a:cubicBezTo>
                    <a:cubicBezTo>
                      <a:pt x="4723" y="8030"/>
                      <a:pt x="4740" y="8037"/>
                      <a:pt x="4748" y="8054"/>
                    </a:cubicBezTo>
                    <a:cubicBezTo>
                      <a:pt x="4765" y="8079"/>
                      <a:pt x="4781" y="8112"/>
                      <a:pt x="4789" y="8145"/>
                    </a:cubicBezTo>
                    <a:cubicBezTo>
                      <a:pt x="4798" y="8170"/>
                      <a:pt x="4798" y="8203"/>
                      <a:pt x="4806" y="8228"/>
                    </a:cubicBezTo>
                    <a:cubicBezTo>
                      <a:pt x="4806" y="8237"/>
                      <a:pt x="4806" y="8237"/>
                      <a:pt x="4806" y="8245"/>
                    </a:cubicBezTo>
                    <a:cubicBezTo>
                      <a:pt x="4814" y="8270"/>
                      <a:pt x="4814" y="8295"/>
                      <a:pt x="4814" y="8311"/>
                    </a:cubicBezTo>
                    <a:lnTo>
                      <a:pt x="4814" y="8336"/>
                    </a:lnTo>
                    <a:cubicBezTo>
                      <a:pt x="4814" y="8361"/>
                      <a:pt x="4814" y="8377"/>
                      <a:pt x="4814" y="8402"/>
                    </a:cubicBezTo>
                    <a:lnTo>
                      <a:pt x="4814" y="8411"/>
                    </a:lnTo>
                    <a:cubicBezTo>
                      <a:pt x="4814" y="8419"/>
                      <a:pt x="4814" y="8419"/>
                      <a:pt x="4806" y="8427"/>
                    </a:cubicBezTo>
                    <a:cubicBezTo>
                      <a:pt x="4798" y="8444"/>
                      <a:pt x="4781" y="8469"/>
                      <a:pt x="4756" y="8469"/>
                    </a:cubicBezTo>
                    <a:cubicBezTo>
                      <a:pt x="4731" y="8460"/>
                      <a:pt x="4707" y="8444"/>
                      <a:pt x="4707" y="8411"/>
                    </a:cubicBezTo>
                    <a:lnTo>
                      <a:pt x="4707" y="8328"/>
                    </a:lnTo>
                    <a:cubicBezTo>
                      <a:pt x="4707" y="8319"/>
                      <a:pt x="4707" y="8311"/>
                      <a:pt x="4707" y="8303"/>
                    </a:cubicBezTo>
                    <a:cubicBezTo>
                      <a:pt x="4624" y="8394"/>
                      <a:pt x="4508" y="8452"/>
                      <a:pt x="4375" y="8469"/>
                    </a:cubicBezTo>
                    <a:cubicBezTo>
                      <a:pt x="4338" y="8474"/>
                      <a:pt x="4301" y="8477"/>
                      <a:pt x="4264" y="8477"/>
                    </a:cubicBezTo>
                    <a:cubicBezTo>
                      <a:pt x="4139" y="8477"/>
                      <a:pt x="4017" y="8445"/>
                      <a:pt x="3895" y="8394"/>
                    </a:cubicBezTo>
                    <a:cubicBezTo>
                      <a:pt x="3721" y="8319"/>
                      <a:pt x="3555" y="8220"/>
                      <a:pt x="3389" y="8137"/>
                    </a:cubicBezTo>
                    <a:cubicBezTo>
                      <a:pt x="3215" y="8046"/>
                      <a:pt x="3049" y="7955"/>
                      <a:pt x="2875" y="7872"/>
                    </a:cubicBezTo>
                    <a:cubicBezTo>
                      <a:pt x="2519" y="7698"/>
                      <a:pt x="2163" y="7532"/>
                      <a:pt x="1807" y="7375"/>
                    </a:cubicBezTo>
                    <a:cubicBezTo>
                      <a:pt x="1450" y="7226"/>
                      <a:pt x="1094" y="7093"/>
                      <a:pt x="738" y="6952"/>
                    </a:cubicBezTo>
                    <a:cubicBezTo>
                      <a:pt x="638" y="6911"/>
                      <a:pt x="539" y="6861"/>
                      <a:pt x="448" y="6803"/>
                    </a:cubicBezTo>
                    <a:lnTo>
                      <a:pt x="448" y="6803"/>
                    </a:lnTo>
                    <a:cubicBezTo>
                      <a:pt x="473" y="6828"/>
                      <a:pt x="448" y="6878"/>
                      <a:pt x="415" y="6886"/>
                    </a:cubicBezTo>
                    <a:cubicBezTo>
                      <a:pt x="332" y="6903"/>
                      <a:pt x="290" y="6985"/>
                      <a:pt x="274" y="7068"/>
                    </a:cubicBezTo>
                    <a:cubicBezTo>
                      <a:pt x="249" y="7143"/>
                      <a:pt x="249" y="7226"/>
                      <a:pt x="224" y="7309"/>
                    </a:cubicBezTo>
                    <a:lnTo>
                      <a:pt x="257" y="7309"/>
                    </a:lnTo>
                    <a:cubicBezTo>
                      <a:pt x="299" y="7342"/>
                      <a:pt x="324" y="7375"/>
                      <a:pt x="348" y="7425"/>
                    </a:cubicBezTo>
                    <a:cubicBezTo>
                      <a:pt x="373" y="7458"/>
                      <a:pt x="390" y="7499"/>
                      <a:pt x="423" y="7541"/>
                    </a:cubicBezTo>
                    <a:cubicBezTo>
                      <a:pt x="464" y="7615"/>
                      <a:pt x="514" y="7690"/>
                      <a:pt x="572" y="7764"/>
                    </a:cubicBezTo>
                    <a:cubicBezTo>
                      <a:pt x="680" y="7905"/>
                      <a:pt x="796" y="8046"/>
                      <a:pt x="937" y="8162"/>
                    </a:cubicBezTo>
                    <a:cubicBezTo>
                      <a:pt x="1078" y="8270"/>
                      <a:pt x="1227" y="8361"/>
                      <a:pt x="1401" y="8419"/>
                    </a:cubicBezTo>
                    <a:cubicBezTo>
                      <a:pt x="1575" y="8477"/>
                      <a:pt x="1765" y="8510"/>
                      <a:pt x="1948" y="8543"/>
                    </a:cubicBezTo>
                    <a:cubicBezTo>
                      <a:pt x="2055" y="8568"/>
                      <a:pt x="2155" y="8593"/>
                      <a:pt x="2254" y="8626"/>
                    </a:cubicBezTo>
                    <a:cubicBezTo>
                      <a:pt x="2312" y="8643"/>
                      <a:pt x="2378" y="8667"/>
                      <a:pt x="2445" y="8709"/>
                    </a:cubicBezTo>
                    <a:lnTo>
                      <a:pt x="2519" y="8725"/>
                    </a:lnTo>
                    <a:cubicBezTo>
                      <a:pt x="2610" y="8750"/>
                      <a:pt x="2702" y="8775"/>
                      <a:pt x="2793" y="8800"/>
                    </a:cubicBezTo>
                    <a:cubicBezTo>
                      <a:pt x="2983" y="8850"/>
                      <a:pt x="3165" y="8899"/>
                      <a:pt x="3339" y="8966"/>
                    </a:cubicBezTo>
                    <a:cubicBezTo>
                      <a:pt x="3505" y="9032"/>
                      <a:pt x="3663" y="9107"/>
                      <a:pt x="3837" y="9148"/>
                    </a:cubicBezTo>
                    <a:cubicBezTo>
                      <a:pt x="3975" y="9182"/>
                      <a:pt x="4119" y="9200"/>
                      <a:pt x="4263" y="9200"/>
                    </a:cubicBezTo>
                    <a:cubicBezTo>
                      <a:pt x="4292" y="9200"/>
                      <a:pt x="4321" y="9199"/>
                      <a:pt x="4350" y="9198"/>
                    </a:cubicBezTo>
                    <a:cubicBezTo>
                      <a:pt x="4441" y="9189"/>
                      <a:pt x="4541" y="9181"/>
                      <a:pt x="4632" y="9165"/>
                    </a:cubicBezTo>
                    <a:cubicBezTo>
                      <a:pt x="4731" y="9148"/>
                      <a:pt x="4823" y="9115"/>
                      <a:pt x="4922" y="9098"/>
                    </a:cubicBezTo>
                    <a:cubicBezTo>
                      <a:pt x="4925" y="9098"/>
                      <a:pt x="4927" y="9097"/>
                      <a:pt x="4929" y="9097"/>
                    </a:cubicBezTo>
                    <a:cubicBezTo>
                      <a:pt x="4959" y="9097"/>
                      <a:pt x="4977" y="9141"/>
                      <a:pt x="4947" y="9156"/>
                    </a:cubicBezTo>
                    <a:cubicBezTo>
                      <a:pt x="4872" y="9206"/>
                      <a:pt x="4781" y="9231"/>
                      <a:pt x="4698" y="9256"/>
                    </a:cubicBezTo>
                    <a:cubicBezTo>
                      <a:pt x="4615" y="9281"/>
                      <a:pt x="4524" y="9289"/>
                      <a:pt x="4441" y="9305"/>
                    </a:cubicBezTo>
                    <a:cubicBezTo>
                      <a:pt x="4383" y="9311"/>
                      <a:pt x="4325" y="9314"/>
                      <a:pt x="4265" y="9314"/>
                    </a:cubicBezTo>
                    <a:cubicBezTo>
                      <a:pt x="4147" y="9314"/>
                      <a:pt x="4027" y="9303"/>
                      <a:pt x="3911" y="9281"/>
                    </a:cubicBezTo>
                    <a:cubicBezTo>
                      <a:pt x="3729" y="9247"/>
                      <a:pt x="3563" y="9181"/>
                      <a:pt x="3397" y="9107"/>
                    </a:cubicBezTo>
                    <a:cubicBezTo>
                      <a:pt x="3223" y="9032"/>
                      <a:pt x="3041" y="8974"/>
                      <a:pt x="2859" y="8924"/>
                    </a:cubicBezTo>
                    <a:cubicBezTo>
                      <a:pt x="2751" y="8891"/>
                      <a:pt x="2644" y="8858"/>
                      <a:pt x="2544" y="8825"/>
                    </a:cubicBezTo>
                    <a:cubicBezTo>
                      <a:pt x="2536" y="8825"/>
                      <a:pt x="2528" y="8825"/>
                      <a:pt x="2528" y="8817"/>
                    </a:cubicBezTo>
                    <a:cubicBezTo>
                      <a:pt x="2519" y="8825"/>
                      <a:pt x="2511" y="8825"/>
                      <a:pt x="2503" y="8825"/>
                    </a:cubicBezTo>
                    <a:cubicBezTo>
                      <a:pt x="2461" y="8808"/>
                      <a:pt x="2420" y="8792"/>
                      <a:pt x="2378" y="8775"/>
                    </a:cubicBezTo>
                    <a:cubicBezTo>
                      <a:pt x="2337" y="8759"/>
                      <a:pt x="2304" y="8750"/>
                      <a:pt x="2271" y="8734"/>
                    </a:cubicBezTo>
                    <a:cubicBezTo>
                      <a:pt x="2262" y="8725"/>
                      <a:pt x="2246" y="8725"/>
                      <a:pt x="2238" y="8725"/>
                    </a:cubicBezTo>
                    <a:cubicBezTo>
                      <a:pt x="2204" y="8709"/>
                      <a:pt x="2171" y="8701"/>
                      <a:pt x="2138" y="8692"/>
                    </a:cubicBezTo>
                    <a:lnTo>
                      <a:pt x="2138" y="8692"/>
                    </a:lnTo>
                    <a:cubicBezTo>
                      <a:pt x="2188" y="8833"/>
                      <a:pt x="2296" y="8916"/>
                      <a:pt x="2395" y="9015"/>
                    </a:cubicBezTo>
                    <a:cubicBezTo>
                      <a:pt x="2453" y="9065"/>
                      <a:pt x="2511" y="9123"/>
                      <a:pt x="2544" y="9198"/>
                    </a:cubicBezTo>
                    <a:cubicBezTo>
                      <a:pt x="2577" y="9264"/>
                      <a:pt x="2594" y="9347"/>
                      <a:pt x="2594" y="9421"/>
                    </a:cubicBezTo>
                    <a:cubicBezTo>
                      <a:pt x="2594" y="9463"/>
                      <a:pt x="2594" y="9504"/>
                      <a:pt x="2586" y="9537"/>
                    </a:cubicBezTo>
                    <a:cubicBezTo>
                      <a:pt x="2577" y="9571"/>
                      <a:pt x="2577" y="9604"/>
                      <a:pt x="2602" y="9637"/>
                    </a:cubicBezTo>
                    <a:cubicBezTo>
                      <a:pt x="2644" y="9687"/>
                      <a:pt x="2710" y="9711"/>
                      <a:pt x="2743" y="9778"/>
                    </a:cubicBezTo>
                    <a:cubicBezTo>
                      <a:pt x="2751" y="9794"/>
                      <a:pt x="2759" y="9819"/>
                      <a:pt x="2768" y="9844"/>
                    </a:cubicBezTo>
                    <a:cubicBezTo>
                      <a:pt x="2776" y="9894"/>
                      <a:pt x="2768" y="9952"/>
                      <a:pt x="2759" y="10001"/>
                    </a:cubicBezTo>
                    <a:cubicBezTo>
                      <a:pt x="2743" y="10084"/>
                      <a:pt x="2710" y="10167"/>
                      <a:pt x="2685" y="10242"/>
                    </a:cubicBezTo>
                    <a:cubicBezTo>
                      <a:pt x="2677" y="10283"/>
                      <a:pt x="2668" y="10325"/>
                      <a:pt x="2668" y="10366"/>
                    </a:cubicBezTo>
                    <a:cubicBezTo>
                      <a:pt x="2660" y="10374"/>
                      <a:pt x="2660" y="10383"/>
                      <a:pt x="2660" y="10391"/>
                    </a:cubicBezTo>
                    <a:cubicBezTo>
                      <a:pt x="2660" y="10432"/>
                      <a:pt x="2652" y="10474"/>
                      <a:pt x="2652" y="10523"/>
                    </a:cubicBezTo>
                    <a:cubicBezTo>
                      <a:pt x="2660" y="10614"/>
                      <a:pt x="2677" y="10714"/>
                      <a:pt x="2677" y="10813"/>
                    </a:cubicBezTo>
                    <a:cubicBezTo>
                      <a:pt x="2677" y="10833"/>
                      <a:pt x="2661" y="10844"/>
                      <a:pt x="2646" y="10844"/>
                    </a:cubicBezTo>
                    <a:cubicBezTo>
                      <a:pt x="2636" y="10844"/>
                      <a:pt x="2625" y="10840"/>
                      <a:pt x="2619" y="10830"/>
                    </a:cubicBezTo>
                    <a:cubicBezTo>
                      <a:pt x="2594" y="11054"/>
                      <a:pt x="2586" y="11269"/>
                      <a:pt x="2586" y="11493"/>
                    </a:cubicBezTo>
                    <a:cubicBezTo>
                      <a:pt x="2577" y="11609"/>
                      <a:pt x="2577" y="11716"/>
                      <a:pt x="2586" y="11832"/>
                    </a:cubicBezTo>
                    <a:cubicBezTo>
                      <a:pt x="2594" y="11932"/>
                      <a:pt x="2602" y="12031"/>
                      <a:pt x="2644" y="12122"/>
                    </a:cubicBezTo>
                    <a:cubicBezTo>
                      <a:pt x="2710" y="12280"/>
                      <a:pt x="2851" y="12446"/>
                      <a:pt x="2801" y="12636"/>
                    </a:cubicBezTo>
                    <a:cubicBezTo>
                      <a:pt x="2784" y="12686"/>
                      <a:pt x="2751" y="12736"/>
                      <a:pt x="2726" y="12777"/>
                    </a:cubicBezTo>
                    <a:cubicBezTo>
                      <a:pt x="2702" y="12818"/>
                      <a:pt x="2677" y="12860"/>
                      <a:pt x="2685" y="12910"/>
                    </a:cubicBezTo>
                    <a:cubicBezTo>
                      <a:pt x="2685" y="12951"/>
                      <a:pt x="2759" y="12976"/>
                      <a:pt x="2793" y="12992"/>
                    </a:cubicBezTo>
                    <a:cubicBezTo>
                      <a:pt x="2851" y="13009"/>
                      <a:pt x="2909" y="13026"/>
                      <a:pt x="2967" y="13026"/>
                    </a:cubicBezTo>
                    <a:cubicBezTo>
                      <a:pt x="3016" y="13034"/>
                      <a:pt x="3041" y="13075"/>
                      <a:pt x="3025" y="13117"/>
                    </a:cubicBezTo>
                    <a:cubicBezTo>
                      <a:pt x="3008" y="13150"/>
                      <a:pt x="2975" y="13166"/>
                      <a:pt x="2942" y="13175"/>
                    </a:cubicBezTo>
                    <a:cubicBezTo>
                      <a:pt x="2917" y="13191"/>
                      <a:pt x="2884" y="13183"/>
                      <a:pt x="2851" y="13200"/>
                    </a:cubicBezTo>
                    <a:cubicBezTo>
                      <a:pt x="2826" y="13208"/>
                      <a:pt x="2826" y="13233"/>
                      <a:pt x="2826" y="13258"/>
                    </a:cubicBezTo>
                    <a:cubicBezTo>
                      <a:pt x="2817" y="13299"/>
                      <a:pt x="2826" y="13349"/>
                      <a:pt x="2826" y="13398"/>
                    </a:cubicBezTo>
                    <a:lnTo>
                      <a:pt x="2826" y="13688"/>
                    </a:lnTo>
                    <a:cubicBezTo>
                      <a:pt x="2826" y="13763"/>
                      <a:pt x="2826" y="13829"/>
                      <a:pt x="2826" y="13904"/>
                    </a:cubicBezTo>
                    <a:cubicBezTo>
                      <a:pt x="2835" y="13895"/>
                      <a:pt x="2846" y="13891"/>
                      <a:pt x="2858" y="13891"/>
                    </a:cubicBezTo>
                    <a:cubicBezTo>
                      <a:pt x="2890" y="13891"/>
                      <a:pt x="2923" y="13920"/>
                      <a:pt x="2917" y="13962"/>
                    </a:cubicBezTo>
                    <a:cubicBezTo>
                      <a:pt x="2867" y="14260"/>
                      <a:pt x="2817" y="14567"/>
                      <a:pt x="2768" y="14865"/>
                    </a:cubicBezTo>
                    <a:cubicBezTo>
                      <a:pt x="2735" y="15014"/>
                      <a:pt x="2710" y="15163"/>
                      <a:pt x="2685" y="15312"/>
                    </a:cubicBezTo>
                    <a:cubicBezTo>
                      <a:pt x="2677" y="15387"/>
                      <a:pt x="2660" y="15462"/>
                      <a:pt x="2652" y="15536"/>
                    </a:cubicBezTo>
                    <a:cubicBezTo>
                      <a:pt x="2635" y="15594"/>
                      <a:pt x="2627" y="15660"/>
                      <a:pt x="2644" y="15727"/>
                    </a:cubicBezTo>
                    <a:cubicBezTo>
                      <a:pt x="2652" y="15785"/>
                      <a:pt x="2693" y="15834"/>
                      <a:pt x="2718" y="15901"/>
                    </a:cubicBezTo>
                    <a:cubicBezTo>
                      <a:pt x="2735" y="15959"/>
                      <a:pt x="2718" y="16033"/>
                      <a:pt x="2702" y="16091"/>
                    </a:cubicBezTo>
                    <a:cubicBezTo>
                      <a:pt x="2652" y="16224"/>
                      <a:pt x="2586" y="16348"/>
                      <a:pt x="2528" y="16472"/>
                    </a:cubicBezTo>
                    <a:cubicBezTo>
                      <a:pt x="2395" y="16713"/>
                      <a:pt x="2279" y="16961"/>
                      <a:pt x="2196" y="17235"/>
                    </a:cubicBezTo>
                    <a:cubicBezTo>
                      <a:pt x="2146" y="17384"/>
                      <a:pt x="2113" y="17533"/>
                      <a:pt x="2088" y="17682"/>
                    </a:cubicBezTo>
                    <a:cubicBezTo>
                      <a:pt x="2080" y="17757"/>
                      <a:pt x="2072" y="17839"/>
                      <a:pt x="2064" y="17914"/>
                    </a:cubicBezTo>
                    <a:cubicBezTo>
                      <a:pt x="2055" y="17939"/>
                      <a:pt x="2055" y="17972"/>
                      <a:pt x="2064" y="17997"/>
                    </a:cubicBezTo>
                    <a:cubicBezTo>
                      <a:pt x="2064" y="18013"/>
                      <a:pt x="2072" y="18022"/>
                      <a:pt x="2072" y="18030"/>
                    </a:cubicBezTo>
                    <a:cubicBezTo>
                      <a:pt x="2080" y="18026"/>
                      <a:pt x="2089" y="18024"/>
                      <a:pt x="2099" y="18024"/>
                    </a:cubicBezTo>
                    <a:cubicBezTo>
                      <a:pt x="2127" y="18024"/>
                      <a:pt x="2155" y="18042"/>
                      <a:pt x="2155" y="18080"/>
                    </a:cubicBezTo>
                    <a:cubicBezTo>
                      <a:pt x="2097" y="18602"/>
                      <a:pt x="2097" y="19124"/>
                      <a:pt x="2155" y="19646"/>
                    </a:cubicBezTo>
                    <a:cubicBezTo>
                      <a:pt x="2213" y="20168"/>
                      <a:pt x="2329" y="20681"/>
                      <a:pt x="2503" y="21170"/>
                    </a:cubicBezTo>
                    <a:cubicBezTo>
                      <a:pt x="2561" y="21328"/>
                      <a:pt x="2627" y="21485"/>
                      <a:pt x="2710" y="21626"/>
                    </a:cubicBezTo>
                    <a:cubicBezTo>
                      <a:pt x="2717" y="21600"/>
                      <a:pt x="2741" y="21587"/>
                      <a:pt x="2766" y="21587"/>
                    </a:cubicBezTo>
                    <a:cubicBezTo>
                      <a:pt x="2796" y="21587"/>
                      <a:pt x="2826" y="21606"/>
                      <a:pt x="2826" y="21642"/>
                    </a:cubicBezTo>
                    <a:cubicBezTo>
                      <a:pt x="2826" y="21725"/>
                      <a:pt x="2851" y="21800"/>
                      <a:pt x="2884" y="21874"/>
                    </a:cubicBezTo>
                    <a:cubicBezTo>
                      <a:pt x="2884" y="21874"/>
                      <a:pt x="2884" y="21874"/>
                      <a:pt x="2884" y="21883"/>
                    </a:cubicBezTo>
                    <a:cubicBezTo>
                      <a:pt x="2892" y="21883"/>
                      <a:pt x="2892" y="21891"/>
                      <a:pt x="2892" y="21899"/>
                    </a:cubicBezTo>
                    <a:cubicBezTo>
                      <a:pt x="2967" y="22040"/>
                      <a:pt x="3074" y="22173"/>
                      <a:pt x="3174" y="22297"/>
                    </a:cubicBezTo>
                    <a:cubicBezTo>
                      <a:pt x="3348" y="22529"/>
                      <a:pt x="3522" y="22761"/>
                      <a:pt x="3696" y="23001"/>
                    </a:cubicBezTo>
                    <a:cubicBezTo>
                      <a:pt x="3770" y="23101"/>
                      <a:pt x="3853" y="23200"/>
                      <a:pt x="3928" y="23308"/>
                    </a:cubicBezTo>
                    <a:cubicBezTo>
                      <a:pt x="3934" y="23306"/>
                      <a:pt x="3940" y="23305"/>
                      <a:pt x="3946" y="23305"/>
                    </a:cubicBezTo>
                    <a:cubicBezTo>
                      <a:pt x="3967" y="23305"/>
                      <a:pt x="3990" y="23316"/>
                      <a:pt x="4002" y="23341"/>
                    </a:cubicBezTo>
                    <a:cubicBezTo>
                      <a:pt x="4085" y="23556"/>
                      <a:pt x="4185" y="23772"/>
                      <a:pt x="4309" y="23979"/>
                    </a:cubicBezTo>
                    <a:cubicBezTo>
                      <a:pt x="4301" y="23954"/>
                      <a:pt x="4292" y="23929"/>
                      <a:pt x="4284" y="23913"/>
                    </a:cubicBezTo>
                    <a:cubicBezTo>
                      <a:pt x="4243" y="23813"/>
                      <a:pt x="4201" y="23722"/>
                      <a:pt x="4168" y="23623"/>
                    </a:cubicBezTo>
                    <a:cubicBezTo>
                      <a:pt x="4151" y="23573"/>
                      <a:pt x="4127" y="23523"/>
                      <a:pt x="4110" y="23474"/>
                    </a:cubicBezTo>
                    <a:cubicBezTo>
                      <a:pt x="4093" y="23424"/>
                      <a:pt x="4069" y="23374"/>
                      <a:pt x="4060" y="23324"/>
                    </a:cubicBezTo>
                    <a:cubicBezTo>
                      <a:pt x="4055" y="23296"/>
                      <a:pt x="4076" y="23276"/>
                      <a:pt x="4098" y="23276"/>
                    </a:cubicBezTo>
                    <a:cubicBezTo>
                      <a:pt x="4108" y="23276"/>
                      <a:pt x="4119" y="23281"/>
                      <a:pt x="4127" y="23291"/>
                    </a:cubicBezTo>
                    <a:cubicBezTo>
                      <a:pt x="4151" y="23324"/>
                      <a:pt x="4168" y="23366"/>
                      <a:pt x="4193" y="23407"/>
                    </a:cubicBezTo>
                    <a:cubicBezTo>
                      <a:pt x="4209" y="23457"/>
                      <a:pt x="4234" y="23498"/>
                      <a:pt x="4251" y="23540"/>
                    </a:cubicBezTo>
                    <a:cubicBezTo>
                      <a:pt x="4284" y="23631"/>
                      <a:pt x="4325" y="23714"/>
                      <a:pt x="4359" y="23797"/>
                    </a:cubicBezTo>
                    <a:cubicBezTo>
                      <a:pt x="4433" y="23962"/>
                      <a:pt x="4499" y="24120"/>
                      <a:pt x="4566" y="24286"/>
                    </a:cubicBezTo>
                    <a:cubicBezTo>
                      <a:pt x="4591" y="24344"/>
                      <a:pt x="4615" y="24402"/>
                      <a:pt x="4649" y="24460"/>
                    </a:cubicBezTo>
                    <a:cubicBezTo>
                      <a:pt x="4673" y="24493"/>
                      <a:pt x="4690" y="24518"/>
                      <a:pt x="4715" y="24542"/>
                    </a:cubicBezTo>
                    <a:cubicBezTo>
                      <a:pt x="4723" y="24559"/>
                      <a:pt x="4723" y="24576"/>
                      <a:pt x="4715" y="24584"/>
                    </a:cubicBezTo>
                    <a:cubicBezTo>
                      <a:pt x="4740" y="24634"/>
                      <a:pt x="4773" y="24683"/>
                      <a:pt x="4806" y="24733"/>
                    </a:cubicBezTo>
                    <a:cubicBezTo>
                      <a:pt x="4905" y="24866"/>
                      <a:pt x="5030" y="24982"/>
                      <a:pt x="5146" y="25098"/>
                    </a:cubicBezTo>
                    <a:cubicBezTo>
                      <a:pt x="5212" y="25164"/>
                      <a:pt x="5270" y="25230"/>
                      <a:pt x="5336" y="25288"/>
                    </a:cubicBezTo>
                    <a:cubicBezTo>
                      <a:pt x="5287" y="25189"/>
                      <a:pt x="5237" y="25098"/>
                      <a:pt x="5195" y="24990"/>
                    </a:cubicBezTo>
                    <a:cubicBezTo>
                      <a:pt x="5146" y="24874"/>
                      <a:pt x="5088" y="24750"/>
                      <a:pt x="5071" y="24617"/>
                    </a:cubicBezTo>
                    <a:cubicBezTo>
                      <a:pt x="5066" y="24597"/>
                      <a:pt x="5085" y="24586"/>
                      <a:pt x="5105" y="24586"/>
                    </a:cubicBezTo>
                    <a:cubicBezTo>
                      <a:pt x="5118" y="24586"/>
                      <a:pt x="5131" y="24591"/>
                      <a:pt x="5137" y="24600"/>
                    </a:cubicBezTo>
                    <a:cubicBezTo>
                      <a:pt x="5162" y="24650"/>
                      <a:pt x="5187" y="24708"/>
                      <a:pt x="5212" y="24766"/>
                    </a:cubicBezTo>
                    <a:cubicBezTo>
                      <a:pt x="5237" y="24816"/>
                      <a:pt x="5262" y="24874"/>
                      <a:pt x="5278" y="24932"/>
                    </a:cubicBezTo>
                    <a:cubicBezTo>
                      <a:pt x="5328" y="25040"/>
                      <a:pt x="5378" y="25156"/>
                      <a:pt x="5436" y="25263"/>
                    </a:cubicBezTo>
                    <a:cubicBezTo>
                      <a:pt x="5485" y="25371"/>
                      <a:pt x="5543" y="25479"/>
                      <a:pt x="5601" y="25578"/>
                    </a:cubicBezTo>
                    <a:cubicBezTo>
                      <a:pt x="5626" y="25628"/>
                      <a:pt x="5651" y="25677"/>
                      <a:pt x="5684" y="25719"/>
                    </a:cubicBezTo>
                    <a:cubicBezTo>
                      <a:pt x="5693" y="25727"/>
                      <a:pt x="5701" y="25744"/>
                      <a:pt x="5709" y="25752"/>
                    </a:cubicBezTo>
                    <a:cubicBezTo>
                      <a:pt x="5693" y="25644"/>
                      <a:pt x="5668" y="25537"/>
                      <a:pt x="5643" y="25429"/>
                    </a:cubicBezTo>
                    <a:cubicBezTo>
                      <a:pt x="5638" y="25390"/>
                      <a:pt x="5668" y="25365"/>
                      <a:pt x="5696" y="25365"/>
                    </a:cubicBezTo>
                    <a:cubicBezTo>
                      <a:pt x="5716" y="25365"/>
                      <a:pt x="5735" y="25377"/>
                      <a:pt x="5742" y="25404"/>
                    </a:cubicBezTo>
                    <a:cubicBezTo>
                      <a:pt x="5833" y="25669"/>
                      <a:pt x="5958" y="25926"/>
                      <a:pt x="6115" y="26158"/>
                    </a:cubicBezTo>
                    <a:cubicBezTo>
                      <a:pt x="6123" y="26158"/>
                      <a:pt x="6123" y="26158"/>
                      <a:pt x="6132" y="26166"/>
                    </a:cubicBezTo>
                    <a:cubicBezTo>
                      <a:pt x="6181" y="26216"/>
                      <a:pt x="6231" y="26282"/>
                      <a:pt x="6273" y="26349"/>
                    </a:cubicBezTo>
                    <a:cubicBezTo>
                      <a:pt x="6273" y="26299"/>
                      <a:pt x="6264" y="26249"/>
                      <a:pt x="6264" y="26208"/>
                    </a:cubicBezTo>
                    <a:cubicBezTo>
                      <a:pt x="6239" y="25860"/>
                      <a:pt x="6206" y="25520"/>
                      <a:pt x="6181" y="25180"/>
                    </a:cubicBezTo>
                    <a:cubicBezTo>
                      <a:pt x="6173" y="25089"/>
                      <a:pt x="6173" y="25006"/>
                      <a:pt x="6173" y="24924"/>
                    </a:cubicBezTo>
                    <a:cubicBezTo>
                      <a:pt x="6173" y="24901"/>
                      <a:pt x="6191" y="24888"/>
                      <a:pt x="6208" y="24888"/>
                    </a:cubicBezTo>
                    <a:cubicBezTo>
                      <a:pt x="6222" y="24888"/>
                      <a:pt x="6236" y="24897"/>
                      <a:pt x="6239" y="24915"/>
                    </a:cubicBezTo>
                    <a:cubicBezTo>
                      <a:pt x="6314" y="25255"/>
                      <a:pt x="6339" y="25603"/>
                      <a:pt x="6364" y="25951"/>
                    </a:cubicBezTo>
                    <a:cubicBezTo>
                      <a:pt x="6389" y="26299"/>
                      <a:pt x="6405" y="26647"/>
                      <a:pt x="6405" y="26995"/>
                    </a:cubicBezTo>
                    <a:cubicBezTo>
                      <a:pt x="6405" y="27343"/>
                      <a:pt x="6380" y="27683"/>
                      <a:pt x="6331" y="28031"/>
                    </a:cubicBezTo>
                    <a:cubicBezTo>
                      <a:pt x="6289" y="28362"/>
                      <a:pt x="6223" y="28693"/>
                      <a:pt x="6165" y="29025"/>
                    </a:cubicBezTo>
                    <a:cubicBezTo>
                      <a:pt x="6041" y="29688"/>
                      <a:pt x="5941" y="30359"/>
                      <a:pt x="6007" y="31030"/>
                    </a:cubicBezTo>
                    <a:cubicBezTo>
                      <a:pt x="6049" y="31370"/>
                      <a:pt x="6082" y="31709"/>
                      <a:pt x="6016" y="32049"/>
                    </a:cubicBezTo>
                    <a:cubicBezTo>
                      <a:pt x="5949" y="32356"/>
                      <a:pt x="5817" y="32646"/>
                      <a:pt x="5742" y="32952"/>
                    </a:cubicBezTo>
                    <a:cubicBezTo>
                      <a:pt x="5668" y="33259"/>
                      <a:pt x="5676" y="33574"/>
                      <a:pt x="5543" y="33864"/>
                    </a:cubicBezTo>
                    <a:cubicBezTo>
                      <a:pt x="5436" y="34087"/>
                      <a:pt x="5237" y="34286"/>
                      <a:pt x="5013" y="34394"/>
                    </a:cubicBezTo>
                    <a:cubicBezTo>
                      <a:pt x="5005" y="34402"/>
                      <a:pt x="5005" y="34402"/>
                      <a:pt x="5005" y="34402"/>
                    </a:cubicBezTo>
                    <a:cubicBezTo>
                      <a:pt x="4988" y="34427"/>
                      <a:pt x="4963" y="34444"/>
                      <a:pt x="4939" y="34468"/>
                    </a:cubicBezTo>
                    <a:cubicBezTo>
                      <a:pt x="4897" y="34493"/>
                      <a:pt x="4856" y="34518"/>
                      <a:pt x="4814" y="34535"/>
                    </a:cubicBezTo>
                    <a:cubicBezTo>
                      <a:pt x="4731" y="34576"/>
                      <a:pt x="4632" y="34609"/>
                      <a:pt x="4541" y="34634"/>
                    </a:cubicBezTo>
                    <a:cubicBezTo>
                      <a:pt x="4367" y="34684"/>
                      <a:pt x="4168" y="34725"/>
                      <a:pt x="4027" y="34850"/>
                    </a:cubicBezTo>
                    <a:cubicBezTo>
                      <a:pt x="3853" y="35007"/>
                      <a:pt x="3795" y="35264"/>
                      <a:pt x="3754" y="35488"/>
                    </a:cubicBezTo>
                    <a:cubicBezTo>
                      <a:pt x="3737" y="35620"/>
                      <a:pt x="3721" y="35753"/>
                      <a:pt x="3721" y="35885"/>
                    </a:cubicBezTo>
                    <a:cubicBezTo>
                      <a:pt x="3721" y="35951"/>
                      <a:pt x="3729" y="36018"/>
                      <a:pt x="3729" y="36084"/>
                    </a:cubicBezTo>
                    <a:cubicBezTo>
                      <a:pt x="3737" y="36125"/>
                      <a:pt x="3745" y="36175"/>
                      <a:pt x="3770" y="36217"/>
                    </a:cubicBezTo>
                    <a:cubicBezTo>
                      <a:pt x="3800" y="36252"/>
                      <a:pt x="3838" y="36262"/>
                      <a:pt x="3878" y="36262"/>
                    </a:cubicBezTo>
                    <a:cubicBezTo>
                      <a:pt x="3894" y="36262"/>
                      <a:pt x="3911" y="36260"/>
                      <a:pt x="3928" y="36258"/>
                    </a:cubicBezTo>
                    <a:cubicBezTo>
                      <a:pt x="3994" y="36258"/>
                      <a:pt x="4060" y="36241"/>
                      <a:pt x="4127" y="36241"/>
                    </a:cubicBezTo>
                    <a:cubicBezTo>
                      <a:pt x="4144" y="36239"/>
                      <a:pt x="4162" y="36238"/>
                      <a:pt x="4180" y="36238"/>
                    </a:cubicBezTo>
                    <a:cubicBezTo>
                      <a:pt x="4228" y="36238"/>
                      <a:pt x="4277" y="36246"/>
                      <a:pt x="4325" y="36258"/>
                    </a:cubicBezTo>
                    <a:cubicBezTo>
                      <a:pt x="4317" y="36200"/>
                      <a:pt x="4309" y="36134"/>
                      <a:pt x="4309" y="36076"/>
                    </a:cubicBezTo>
                    <a:cubicBezTo>
                      <a:pt x="4301" y="36018"/>
                      <a:pt x="4292" y="35951"/>
                      <a:pt x="4292" y="35893"/>
                    </a:cubicBezTo>
                    <a:cubicBezTo>
                      <a:pt x="4276" y="35769"/>
                      <a:pt x="4259" y="35653"/>
                      <a:pt x="4259" y="35529"/>
                    </a:cubicBezTo>
                    <a:cubicBezTo>
                      <a:pt x="4259" y="35413"/>
                      <a:pt x="4276" y="35297"/>
                      <a:pt x="4325" y="35189"/>
                    </a:cubicBezTo>
                    <a:cubicBezTo>
                      <a:pt x="4367" y="35090"/>
                      <a:pt x="4425" y="35007"/>
                      <a:pt x="4499" y="34932"/>
                    </a:cubicBezTo>
                    <a:cubicBezTo>
                      <a:pt x="4690" y="34750"/>
                      <a:pt x="4939" y="34667"/>
                      <a:pt x="5179" y="34593"/>
                    </a:cubicBezTo>
                    <a:cubicBezTo>
                      <a:pt x="5184" y="34591"/>
                      <a:pt x="5189" y="34590"/>
                      <a:pt x="5194" y="34590"/>
                    </a:cubicBezTo>
                    <a:cubicBezTo>
                      <a:pt x="5241" y="34590"/>
                      <a:pt x="5257" y="34661"/>
                      <a:pt x="5204" y="34684"/>
                    </a:cubicBezTo>
                    <a:cubicBezTo>
                      <a:pt x="4856" y="34816"/>
                      <a:pt x="4433" y="34990"/>
                      <a:pt x="4383" y="35413"/>
                    </a:cubicBezTo>
                    <a:cubicBezTo>
                      <a:pt x="4367" y="35628"/>
                      <a:pt x="4400" y="35844"/>
                      <a:pt x="4425" y="36051"/>
                    </a:cubicBezTo>
                    <a:cubicBezTo>
                      <a:pt x="4425" y="36101"/>
                      <a:pt x="4433" y="36150"/>
                      <a:pt x="4441" y="36208"/>
                    </a:cubicBezTo>
                    <a:cubicBezTo>
                      <a:pt x="4441" y="36250"/>
                      <a:pt x="4458" y="36275"/>
                      <a:pt x="4499" y="36291"/>
                    </a:cubicBezTo>
                    <a:cubicBezTo>
                      <a:pt x="4533" y="36308"/>
                      <a:pt x="4574" y="36316"/>
                      <a:pt x="4607" y="36316"/>
                    </a:cubicBezTo>
                    <a:cubicBezTo>
                      <a:pt x="4665" y="36324"/>
                      <a:pt x="4723" y="36324"/>
                      <a:pt x="4781" y="36333"/>
                    </a:cubicBezTo>
                    <a:cubicBezTo>
                      <a:pt x="4839" y="36337"/>
                      <a:pt x="4901" y="36341"/>
                      <a:pt x="4962" y="36341"/>
                    </a:cubicBezTo>
                    <a:cubicBezTo>
                      <a:pt x="5024" y="36341"/>
                      <a:pt x="5084" y="36337"/>
                      <a:pt x="5137" y="36324"/>
                    </a:cubicBezTo>
                    <a:cubicBezTo>
                      <a:pt x="5179" y="36316"/>
                      <a:pt x="5212" y="36299"/>
                      <a:pt x="5245" y="36283"/>
                    </a:cubicBezTo>
                    <a:cubicBezTo>
                      <a:pt x="5253" y="36275"/>
                      <a:pt x="5262" y="36266"/>
                      <a:pt x="5270" y="36266"/>
                    </a:cubicBezTo>
                    <a:cubicBezTo>
                      <a:pt x="5270" y="36258"/>
                      <a:pt x="5278" y="36258"/>
                      <a:pt x="5287" y="36250"/>
                    </a:cubicBezTo>
                    <a:cubicBezTo>
                      <a:pt x="5262" y="36233"/>
                      <a:pt x="5237" y="36217"/>
                      <a:pt x="5220" y="36200"/>
                    </a:cubicBezTo>
                    <a:cubicBezTo>
                      <a:pt x="5195" y="36167"/>
                      <a:pt x="5179" y="36134"/>
                      <a:pt x="5179" y="36092"/>
                    </a:cubicBezTo>
                    <a:cubicBezTo>
                      <a:pt x="5162" y="35993"/>
                      <a:pt x="5171" y="35893"/>
                      <a:pt x="5171" y="35802"/>
                    </a:cubicBezTo>
                    <a:cubicBezTo>
                      <a:pt x="5179" y="35695"/>
                      <a:pt x="5187" y="35587"/>
                      <a:pt x="5204" y="35479"/>
                    </a:cubicBezTo>
                    <a:cubicBezTo>
                      <a:pt x="5220" y="35396"/>
                      <a:pt x="5237" y="35314"/>
                      <a:pt x="5270" y="35239"/>
                    </a:cubicBezTo>
                    <a:cubicBezTo>
                      <a:pt x="5303" y="35156"/>
                      <a:pt x="5345" y="35090"/>
                      <a:pt x="5411" y="35040"/>
                    </a:cubicBezTo>
                    <a:cubicBezTo>
                      <a:pt x="5485" y="34999"/>
                      <a:pt x="5568" y="34982"/>
                      <a:pt x="5651" y="34966"/>
                    </a:cubicBezTo>
                    <a:cubicBezTo>
                      <a:pt x="5726" y="34957"/>
                      <a:pt x="5809" y="34949"/>
                      <a:pt x="5875" y="34908"/>
                    </a:cubicBezTo>
                    <a:cubicBezTo>
                      <a:pt x="5884" y="34903"/>
                      <a:pt x="5893" y="34901"/>
                      <a:pt x="5901" y="34901"/>
                    </a:cubicBezTo>
                    <a:cubicBezTo>
                      <a:pt x="5953" y="34901"/>
                      <a:pt x="5983" y="34978"/>
                      <a:pt x="5933" y="35007"/>
                    </a:cubicBezTo>
                    <a:cubicBezTo>
                      <a:pt x="5858" y="35048"/>
                      <a:pt x="5784" y="35065"/>
                      <a:pt x="5701" y="35082"/>
                    </a:cubicBezTo>
                    <a:cubicBezTo>
                      <a:pt x="5626" y="35090"/>
                      <a:pt x="5552" y="35098"/>
                      <a:pt x="5485" y="35140"/>
                    </a:cubicBezTo>
                    <a:cubicBezTo>
                      <a:pt x="5353" y="35222"/>
                      <a:pt x="5336" y="35430"/>
                      <a:pt x="5311" y="35570"/>
                    </a:cubicBezTo>
                    <a:cubicBezTo>
                      <a:pt x="5303" y="35670"/>
                      <a:pt x="5295" y="35769"/>
                      <a:pt x="5287" y="35869"/>
                    </a:cubicBezTo>
                    <a:cubicBezTo>
                      <a:pt x="5287" y="35893"/>
                      <a:pt x="5287" y="35927"/>
                      <a:pt x="5287" y="35951"/>
                    </a:cubicBezTo>
                    <a:lnTo>
                      <a:pt x="5287" y="36009"/>
                    </a:lnTo>
                    <a:cubicBezTo>
                      <a:pt x="5295" y="36043"/>
                      <a:pt x="5287" y="36092"/>
                      <a:pt x="5311" y="36125"/>
                    </a:cubicBezTo>
                    <a:cubicBezTo>
                      <a:pt x="5320" y="36150"/>
                      <a:pt x="5353" y="36159"/>
                      <a:pt x="5378" y="36159"/>
                    </a:cubicBezTo>
                    <a:cubicBezTo>
                      <a:pt x="5383" y="36156"/>
                      <a:pt x="5388" y="36155"/>
                      <a:pt x="5394" y="36155"/>
                    </a:cubicBezTo>
                    <a:cubicBezTo>
                      <a:pt x="5407" y="36155"/>
                      <a:pt x="5422" y="36161"/>
                      <a:pt x="5427" y="36167"/>
                    </a:cubicBezTo>
                    <a:cubicBezTo>
                      <a:pt x="5469" y="36175"/>
                      <a:pt x="5510" y="36183"/>
                      <a:pt x="5552" y="36192"/>
                    </a:cubicBezTo>
                    <a:cubicBezTo>
                      <a:pt x="5651" y="36208"/>
                      <a:pt x="5751" y="36225"/>
                      <a:pt x="5858" y="36241"/>
                    </a:cubicBezTo>
                    <a:cubicBezTo>
                      <a:pt x="6057" y="36266"/>
                      <a:pt x="6256" y="36283"/>
                      <a:pt x="6463" y="36291"/>
                    </a:cubicBezTo>
                    <a:cubicBezTo>
                      <a:pt x="6511" y="36294"/>
                      <a:pt x="6559" y="36295"/>
                      <a:pt x="6607" y="36295"/>
                    </a:cubicBezTo>
                    <a:cubicBezTo>
                      <a:pt x="6724" y="36295"/>
                      <a:pt x="6840" y="36285"/>
                      <a:pt x="6952" y="36250"/>
                    </a:cubicBezTo>
                    <a:cubicBezTo>
                      <a:pt x="7109" y="36200"/>
                      <a:pt x="7225" y="36092"/>
                      <a:pt x="7300" y="35960"/>
                    </a:cubicBezTo>
                    <a:cubicBezTo>
                      <a:pt x="7383" y="35819"/>
                      <a:pt x="7424" y="35661"/>
                      <a:pt x="7466" y="35512"/>
                    </a:cubicBezTo>
                    <a:cubicBezTo>
                      <a:pt x="7557" y="35123"/>
                      <a:pt x="7640" y="34725"/>
                      <a:pt x="7714" y="34336"/>
                    </a:cubicBezTo>
                    <a:cubicBezTo>
                      <a:pt x="7756" y="34137"/>
                      <a:pt x="7789" y="33946"/>
                      <a:pt x="7822" y="33748"/>
                    </a:cubicBezTo>
                    <a:cubicBezTo>
                      <a:pt x="7855" y="33565"/>
                      <a:pt x="7888" y="33383"/>
                      <a:pt x="7955" y="33209"/>
                    </a:cubicBezTo>
                    <a:cubicBezTo>
                      <a:pt x="8013" y="33035"/>
                      <a:pt x="8120" y="32886"/>
                      <a:pt x="8220" y="32728"/>
                    </a:cubicBezTo>
                    <a:cubicBezTo>
                      <a:pt x="8319" y="32579"/>
                      <a:pt x="8394" y="32430"/>
                      <a:pt x="8435" y="32264"/>
                    </a:cubicBezTo>
                    <a:cubicBezTo>
                      <a:pt x="8518" y="31925"/>
                      <a:pt x="8485" y="31577"/>
                      <a:pt x="8526" y="31237"/>
                    </a:cubicBezTo>
                    <a:cubicBezTo>
                      <a:pt x="8551" y="31063"/>
                      <a:pt x="8584" y="30897"/>
                      <a:pt x="8667" y="30740"/>
                    </a:cubicBezTo>
                    <a:cubicBezTo>
                      <a:pt x="8742" y="30574"/>
                      <a:pt x="8849" y="30425"/>
                      <a:pt x="8916" y="30251"/>
                    </a:cubicBezTo>
                    <a:cubicBezTo>
                      <a:pt x="8982" y="30085"/>
                      <a:pt x="9023" y="29911"/>
                      <a:pt x="9056" y="29729"/>
                    </a:cubicBezTo>
                    <a:lnTo>
                      <a:pt x="9056" y="29729"/>
                    </a:lnTo>
                    <a:cubicBezTo>
                      <a:pt x="9054" y="29731"/>
                      <a:pt x="9050" y="29731"/>
                      <a:pt x="9047" y="29731"/>
                    </a:cubicBezTo>
                    <a:cubicBezTo>
                      <a:pt x="9032" y="29731"/>
                      <a:pt x="9017" y="29716"/>
                      <a:pt x="9023" y="29696"/>
                    </a:cubicBezTo>
                    <a:cubicBezTo>
                      <a:pt x="9023" y="29646"/>
                      <a:pt x="9048" y="29588"/>
                      <a:pt x="9056" y="29530"/>
                    </a:cubicBezTo>
                    <a:cubicBezTo>
                      <a:pt x="9073" y="29472"/>
                      <a:pt x="9090" y="29414"/>
                      <a:pt x="9106" y="29356"/>
                    </a:cubicBezTo>
                    <a:cubicBezTo>
                      <a:pt x="9106" y="29340"/>
                      <a:pt x="9114" y="29323"/>
                      <a:pt x="9114" y="29307"/>
                    </a:cubicBezTo>
                    <a:cubicBezTo>
                      <a:pt x="9123" y="29265"/>
                      <a:pt x="9123" y="29224"/>
                      <a:pt x="9131" y="29182"/>
                    </a:cubicBezTo>
                    <a:cubicBezTo>
                      <a:pt x="9139" y="29099"/>
                      <a:pt x="9148" y="29008"/>
                      <a:pt x="9156" y="28917"/>
                    </a:cubicBezTo>
                    <a:cubicBezTo>
                      <a:pt x="9156" y="28903"/>
                      <a:pt x="9170" y="28894"/>
                      <a:pt x="9183" y="28894"/>
                    </a:cubicBezTo>
                    <a:cubicBezTo>
                      <a:pt x="9193" y="28894"/>
                      <a:pt x="9202" y="28898"/>
                      <a:pt x="9206" y="28909"/>
                    </a:cubicBezTo>
                    <a:cubicBezTo>
                      <a:pt x="9255" y="28685"/>
                      <a:pt x="9305" y="28461"/>
                      <a:pt x="9355" y="28238"/>
                    </a:cubicBezTo>
                    <a:cubicBezTo>
                      <a:pt x="9388" y="28089"/>
                      <a:pt x="9438" y="27948"/>
                      <a:pt x="9471" y="27807"/>
                    </a:cubicBezTo>
                    <a:cubicBezTo>
                      <a:pt x="9474" y="27790"/>
                      <a:pt x="9487" y="27783"/>
                      <a:pt x="9500" y="27783"/>
                    </a:cubicBezTo>
                    <a:cubicBezTo>
                      <a:pt x="9520" y="27783"/>
                      <a:pt x="9542" y="27799"/>
                      <a:pt x="9537" y="27823"/>
                    </a:cubicBezTo>
                    <a:cubicBezTo>
                      <a:pt x="9512" y="27956"/>
                      <a:pt x="9496" y="28080"/>
                      <a:pt x="9471" y="28213"/>
                    </a:cubicBezTo>
                    <a:cubicBezTo>
                      <a:pt x="9446" y="28329"/>
                      <a:pt x="9421" y="28453"/>
                      <a:pt x="9396" y="28569"/>
                    </a:cubicBezTo>
                    <a:cubicBezTo>
                      <a:pt x="9421" y="28503"/>
                      <a:pt x="9446" y="28437"/>
                      <a:pt x="9471" y="28370"/>
                    </a:cubicBezTo>
                    <a:cubicBezTo>
                      <a:pt x="9537" y="28196"/>
                      <a:pt x="9603" y="28022"/>
                      <a:pt x="9653" y="27840"/>
                    </a:cubicBezTo>
                    <a:cubicBezTo>
                      <a:pt x="9769" y="27492"/>
                      <a:pt x="9852" y="27127"/>
                      <a:pt x="9918" y="26763"/>
                    </a:cubicBezTo>
                    <a:cubicBezTo>
                      <a:pt x="9960" y="26556"/>
                      <a:pt x="10001" y="26349"/>
                      <a:pt x="10026" y="26141"/>
                    </a:cubicBezTo>
                    <a:cubicBezTo>
                      <a:pt x="10026" y="26124"/>
                      <a:pt x="10042" y="26113"/>
                      <a:pt x="10057" y="26113"/>
                    </a:cubicBezTo>
                    <a:cubicBezTo>
                      <a:pt x="10071" y="26113"/>
                      <a:pt x="10084" y="26122"/>
                      <a:pt x="10084" y="26141"/>
                    </a:cubicBezTo>
                    <a:cubicBezTo>
                      <a:pt x="10067" y="26332"/>
                      <a:pt x="10059" y="26514"/>
                      <a:pt x="10034" y="26705"/>
                    </a:cubicBezTo>
                    <a:cubicBezTo>
                      <a:pt x="10026" y="26763"/>
                      <a:pt x="10018" y="26829"/>
                      <a:pt x="10001" y="26887"/>
                    </a:cubicBezTo>
                    <a:cubicBezTo>
                      <a:pt x="10034" y="26821"/>
                      <a:pt x="10076" y="26755"/>
                      <a:pt x="10109" y="26697"/>
                    </a:cubicBezTo>
                    <a:cubicBezTo>
                      <a:pt x="10158" y="26614"/>
                      <a:pt x="10208" y="26523"/>
                      <a:pt x="10241" y="26431"/>
                    </a:cubicBezTo>
                    <a:cubicBezTo>
                      <a:pt x="10274" y="26340"/>
                      <a:pt x="10283" y="26233"/>
                      <a:pt x="10299" y="26133"/>
                    </a:cubicBezTo>
                    <a:cubicBezTo>
                      <a:pt x="10324" y="25918"/>
                      <a:pt x="10357" y="25711"/>
                      <a:pt x="10390" y="25495"/>
                    </a:cubicBezTo>
                    <a:cubicBezTo>
                      <a:pt x="10432" y="25263"/>
                      <a:pt x="10465" y="25023"/>
                      <a:pt x="10498" y="24783"/>
                    </a:cubicBezTo>
                    <a:cubicBezTo>
                      <a:pt x="10504" y="24777"/>
                      <a:pt x="10514" y="24771"/>
                      <a:pt x="10519" y="24771"/>
                    </a:cubicBezTo>
                    <a:cubicBezTo>
                      <a:pt x="10522" y="24771"/>
                      <a:pt x="10523" y="24772"/>
                      <a:pt x="10523" y="24774"/>
                    </a:cubicBezTo>
                    <a:cubicBezTo>
                      <a:pt x="10523" y="24725"/>
                      <a:pt x="10523" y="24675"/>
                      <a:pt x="10523" y="24625"/>
                    </a:cubicBezTo>
                    <a:cubicBezTo>
                      <a:pt x="10523" y="24609"/>
                      <a:pt x="10535" y="24600"/>
                      <a:pt x="10548" y="24600"/>
                    </a:cubicBezTo>
                    <a:cubicBezTo>
                      <a:pt x="10560" y="24600"/>
                      <a:pt x="10573" y="24609"/>
                      <a:pt x="10573" y="24625"/>
                    </a:cubicBezTo>
                    <a:cubicBezTo>
                      <a:pt x="10581" y="24774"/>
                      <a:pt x="10589" y="24932"/>
                      <a:pt x="10581" y="25089"/>
                    </a:cubicBezTo>
                    <a:cubicBezTo>
                      <a:pt x="10581" y="25164"/>
                      <a:pt x="10581" y="25238"/>
                      <a:pt x="10573" y="25321"/>
                    </a:cubicBezTo>
                    <a:cubicBezTo>
                      <a:pt x="10564" y="25388"/>
                      <a:pt x="10556" y="25470"/>
                      <a:pt x="10531" y="25537"/>
                    </a:cubicBezTo>
                    <a:cubicBezTo>
                      <a:pt x="10528" y="25548"/>
                      <a:pt x="10520" y="25552"/>
                      <a:pt x="10513" y="25552"/>
                    </a:cubicBezTo>
                    <a:cubicBezTo>
                      <a:pt x="10504" y="25552"/>
                      <a:pt x="10494" y="25546"/>
                      <a:pt x="10490" y="25537"/>
                    </a:cubicBezTo>
                    <a:cubicBezTo>
                      <a:pt x="10490" y="25454"/>
                      <a:pt x="10498" y="25379"/>
                      <a:pt x="10506" y="25305"/>
                    </a:cubicBezTo>
                    <a:cubicBezTo>
                      <a:pt x="10515" y="25230"/>
                      <a:pt x="10515" y="25156"/>
                      <a:pt x="10523" y="25081"/>
                    </a:cubicBezTo>
                    <a:cubicBezTo>
                      <a:pt x="10523" y="24990"/>
                      <a:pt x="10531" y="24907"/>
                      <a:pt x="10531" y="24824"/>
                    </a:cubicBezTo>
                    <a:lnTo>
                      <a:pt x="10531" y="24824"/>
                    </a:lnTo>
                    <a:cubicBezTo>
                      <a:pt x="10506" y="25023"/>
                      <a:pt x="10490" y="25230"/>
                      <a:pt x="10465" y="25437"/>
                    </a:cubicBezTo>
                    <a:cubicBezTo>
                      <a:pt x="10440" y="25644"/>
                      <a:pt x="10415" y="25860"/>
                      <a:pt x="10399" y="26067"/>
                    </a:cubicBezTo>
                    <a:cubicBezTo>
                      <a:pt x="10390" y="26175"/>
                      <a:pt x="10374" y="26274"/>
                      <a:pt x="10357" y="26382"/>
                    </a:cubicBezTo>
                    <a:cubicBezTo>
                      <a:pt x="10341" y="26473"/>
                      <a:pt x="10308" y="26564"/>
                      <a:pt x="10258" y="26655"/>
                    </a:cubicBezTo>
                    <a:cubicBezTo>
                      <a:pt x="10208" y="26738"/>
                      <a:pt x="10158" y="26813"/>
                      <a:pt x="10117" y="26895"/>
                    </a:cubicBezTo>
                    <a:cubicBezTo>
                      <a:pt x="10067" y="26987"/>
                      <a:pt x="10026" y="27069"/>
                      <a:pt x="9993" y="27161"/>
                    </a:cubicBezTo>
                    <a:cubicBezTo>
                      <a:pt x="9968" y="27235"/>
                      <a:pt x="9943" y="27310"/>
                      <a:pt x="9926" y="27384"/>
                    </a:cubicBezTo>
                    <a:cubicBezTo>
                      <a:pt x="10042" y="27608"/>
                      <a:pt x="10183" y="27815"/>
                      <a:pt x="10349" y="28006"/>
                    </a:cubicBezTo>
                    <a:cubicBezTo>
                      <a:pt x="10523" y="28205"/>
                      <a:pt x="10730" y="28387"/>
                      <a:pt x="10946" y="28536"/>
                    </a:cubicBezTo>
                    <a:cubicBezTo>
                      <a:pt x="11169" y="28685"/>
                      <a:pt x="11410" y="28818"/>
                      <a:pt x="11666" y="28909"/>
                    </a:cubicBezTo>
                    <a:cubicBezTo>
                      <a:pt x="11700" y="28917"/>
                      <a:pt x="11733" y="28925"/>
                      <a:pt x="11766" y="28925"/>
                    </a:cubicBezTo>
                    <a:cubicBezTo>
                      <a:pt x="11783" y="28920"/>
                      <a:pt x="11793" y="28914"/>
                      <a:pt x="11805" y="28914"/>
                    </a:cubicBezTo>
                    <a:cubicBezTo>
                      <a:pt x="11811" y="28914"/>
                      <a:pt x="11817" y="28915"/>
                      <a:pt x="11824" y="28917"/>
                    </a:cubicBezTo>
                    <a:cubicBezTo>
                      <a:pt x="11840" y="28917"/>
                      <a:pt x="11865" y="28934"/>
                      <a:pt x="11890" y="28934"/>
                    </a:cubicBezTo>
                    <a:cubicBezTo>
                      <a:pt x="11965" y="28967"/>
                      <a:pt x="12039" y="28992"/>
                      <a:pt x="12122" y="29025"/>
                    </a:cubicBezTo>
                    <a:cubicBezTo>
                      <a:pt x="12280" y="29075"/>
                      <a:pt x="12437" y="29133"/>
                      <a:pt x="12594" y="29174"/>
                    </a:cubicBezTo>
                    <a:cubicBezTo>
                      <a:pt x="12934" y="29273"/>
                      <a:pt x="13282" y="29356"/>
                      <a:pt x="13630" y="29414"/>
                    </a:cubicBezTo>
                    <a:cubicBezTo>
                      <a:pt x="13630" y="29389"/>
                      <a:pt x="13630" y="29356"/>
                      <a:pt x="13630" y="29323"/>
                    </a:cubicBezTo>
                    <a:cubicBezTo>
                      <a:pt x="13637" y="29294"/>
                      <a:pt x="13657" y="29272"/>
                      <a:pt x="13684" y="29272"/>
                    </a:cubicBezTo>
                    <a:cubicBezTo>
                      <a:pt x="13688" y="29272"/>
                      <a:pt x="13692" y="29272"/>
                      <a:pt x="13696" y="29273"/>
                    </a:cubicBezTo>
                    <a:cubicBezTo>
                      <a:pt x="13903" y="29356"/>
                      <a:pt x="14111" y="29431"/>
                      <a:pt x="14309" y="29522"/>
                    </a:cubicBezTo>
                    <a:cubicBezTo>
                      <a:pt x="14276" y="29423"/>
                      <a:pt x="14243" y="29315"/>
                      <a:pt x="14227" y="29215"/>
                    </a:cubicBezTo>
                    <a:cubicBezTo>
                      <a:pt x="14169" y="28925"/>
                      <a:pt x="14160" y="28627"/>
                      <a:pt x="14193" y="28337"/>
                    </a:cubicBezTo>
                    <a:cubicBezTo>
                      <a:pt x="14251" y="27881"/>
                      <a:pt x="14425" y="27442"/>
                      <a:pt x="14691" y="27061"/>
                    </a:cubicBezTo>
                    <a:cubicBezTo>
                      <a:pt x="14757" y="26962"/>
                      <a:pt x="14840" y="26862"/>
                      <a:pt x="14931" y="26771"/>
                    </a:cubicBezTo>
                    <a:cubicBezTo>
                      <a:pt x="14956" y="26746"/>
                      <a:pt x="14981" y="26713"/>
                      <a:pt x="15014" y="26688"/>
                    </a:cubicBezTo>
                    <a:lnTo>
                      <a:pt x="15014" y="26688"/>
                    </a:lnTo>
                    <a:cubicBezTo>
                      <a:pt x="14947" y="26721"/>
                      <a:pt x="14881" y="26755"/>
                      <a:pt x="14815" y="26796"/>
                    </a:cubicBezTo>
                    <a:cubicBezTo>
                      <a:pt x="14707" y="26862"/>
                      <a:pt x="14591" y="26937"/>
                      <a:pt x="14492" y="27028"/>
                    </a:cubicBezTo>
                    <a:cubicBezTo>
                      <a:pt x="14401" y="27103"/>
                      <a:pt x="14301" y="27252"/>
                      <a:pt x="14401" y="27368"/>
                    </a:cubicBezTo>
                    <a:cubicBezTo>
                      <a:pt x="14420" y="27387"/>
                      <a:pt x="14399" y="27417"/>
                      <a:pt x="14377" y="27417"/>
                    </a:cubicBezTo>
                    <a:cubicBezTo>
                      <a:pt x="14371" y="27417"/>
                      <a:pt x="14365" y="27415"/>
                      <a:pt x="14359" y="27409"/>
                    </a:cubicBezTo>
                    <a:cubicBezTo>
                      <a:pt x="14285" y="27326"/>
                      <a:pt x="14285" y="27202"/>
                      <a:pt x="14334" y="27103"/>
                    </a:cubicBezTo>
                    <a:cubicBezTo>
                      <a:pt x="14384" y="26987"/>
                      <a:pt x="14500" y="26912"/>
                      <a:pt x="14599" y="26837"/>
                    </a:cubicBezTo>
                    <a:cubicBezTo>
                      <a:pt x="14757" y="26721"/>
                      <a:pt x="14923" y="26622"/>
                      <a:pt x="15097" y="26539"/>
                    </a:cubicBezTo>
                    <a:cubicBezTo>
                      <a:pt x="15113" y="26531"/>
                      <a:pt x="15130" y="26523"/>
                      <a:pt x="15146" y="26514"/>
                    </a:cubicBezTo>
                    <a:cubicBezTo>
                      <a:pt x="15179" y="26498"/>
                      <a:pt x="15213" y="26489"/>
                      <a:pt x="15237" y="26473"/>
                    </a:cubicBezTo>
                    <a:cubicBezTo>
                      <a:pt x="15652" y="26307"/>
                      <a:pt x="16091" y="26216"/>
                      <a:pt x="16538" y="26183"/>
                    </a:cubicBezTo>
                    <a:cubicBezTo>
                      <a:pt x="16596" y="26183"/>
                      <a:pt x="16654" y="26175"/>
                      <a:pt x="16704" y="26175"/>
                    </a:cubicBezTo>
                    <a:cubicBezTo>
                      <a:pt x="16779" y="26170"/>
                      <a:pt x="16851" y="26168"/>
                      <a:pt x="16923" y="26168"/>
                    </a:cubicBezTo>
                    <a:cubicBezTo>
                      <a:pt x="16994" y="26168"/>
                      <a:pt x="17064" y="26170"/>
                      <a:pt x="17135" y="26175"/>
                    </a:cubicBezTo>
                    <a:cubicBezTo>
                      <a:pt x="17276" y="26183"/>
                      <a:pt x="17417" y="26183"/>
                      <a:pt x="17557" y="26216"/>
                    </a:cubicBezTo>
                    <a:cubicBezTo>
                      <a:pt x="17591" y="26216"/>
                      <a:pt x="17574" y="26266"/>
                      <a:pt x="17549" y="26266"/>
                    </a:cubicBezTo>
                    <a:cubicBezTo>
                      <a:pt x="17515" y="26268"/>
                      <a:pt x="17480" y="26269"/>
                      <a:pt x="17445" y="26269"/>
                    </a:cubicBezTo>
                    <a:cubicBezTo>
                      <a:pt x="17361" y="26269"/>
                      <a:pt x="17275" y="26263"/>
                      <a:pt x="17193" y="26257"/>
                    </a:cubicBezTo>
                    <a:cubicBezTo>
                      <a:pt x="17077" y="26257"/>
                      <a:pt x="16953" y="26257"/>
                      <a:pt x="16837" y="26266"/>
                    </a:cubicBezTo>
                    <a:lnTo>
                      <a:pt x="16820" y="26266"/>
                    </a:lnTo>
                    <a:cubicBezTo>
                      <a:pt x="16588" y="26274"/>
                      <a:pt x="16356" y="26291"/>
                      <a:pt x="16124" y="26332"/>
                    </a:cubicBezTo>
                    <a:cubicBezTo>
                      <a:pt x="15834" y="26382"/>
                      <a:pt x="15544" y="26456"/>
                      <a:pt x="15279" y="26564"/>
                    </a:cubicBezTo>
                    <a:cubicBezTo>
                      <a:pt x="15271" y="26564"/>
                      <a:pt x="15271" y="26572"/>
                      <a:pt x="15262" y="26572"/>
                    </a:cubicBezTo>
                    <a:cubicBezTo>
                      <a:pt x="15262" y="26572"/>
                      <a:pt x="15262" y="26581"/>
                      <a:pt x="15254" y="26581"/>
                    </a:cubicBezTo>
                    <a:cubicBezTo>
                      <a:pt x="15188" y="26663"/>
                      <a:pt x="15105" y="26738"/>
                      <a:pt x="15030" y="26813"/>
                    </a:cubicBezTo>
                    <a:cubicBezTo>
                      <a:pt x="14964" y="26895"/>
                      <a:pt x="14889" y="26978"/>
                      <a:pt x="14831" y="27069"/>
                    </a:cubicBezTo>
                    <a:cubicBezTo>
                      <a:pt x="14699" y="27243"/>
                      <a:pt x="14591" y="27426"/>
                      <a:pt x="14508" y="27625"/>
                    </a:cubicBezTo>
                    <a:cubicBezTo>
                      <a:pt x="14326" y="28047"/>
                      <a:pt x="14251" y="28519"/>
                      <a:pt x="14293" y="28983"/>
                    </a:cubicBezTo>
                    <a:cubicBezTo>
                      <a:pt x="14309" y="29182"/>
                      <a:pt x="14343" y="29373"/>
                      <a:pt x="14401" y="29572"/>
                    </a:cubicBezTo>
                    <a:cubicBezTo>
                      <a:pt x="14401" y="29572"/>
                      <a:pt x="14409" y="29572"/>
                      <a:pt x="14417" y="29580"/>
                    </a:cubicBezTo>
                    <a:cubicBezTo>
                      <a:pt x="14442" y="29588"/>
                      <a:pt x="14434" y="29621"/>
                      <a:pt x="14417" y="29630"/>
                    </a:cubicBezTo>
                    <a:cubicBezTo>
                      <a:pt x="14425" y="29679"/>
                      <a:pt x="14442" y="29729"/>
                      <a:pt x="14459" y="29771"/>
                    </a:cubicBezTo>
                    <a:cubicBezTo>
                      <a:pt x="14470" y="29793"/>
                      <a:pt x="14451" y="29807"/>
                      <a:pt x="14435" y="29807"/>
                    </a:cubicBezTo>
                    <a:cubicBezTo>
                      <a:pt x="14427" y="29807"/>
                      <a:pt x="14420" y="29804"/>
                      <a:pt x="14417" y="29795"/>
                    </a:cubicBezTo>
                    <a:cubicBezTo>
                      <a:pt x="14392" y="29746"/>
                      <a:pt x="14376" y="29696"/>
                      <a:pt x="14351" y="29655"/>
                    </a:cubicBezTo>
                    <a:lnTo>
                      <a:pt x="14343" y="29613"/>
                    </a:lnTo>
                    <a:cubicBezTo>
                      <a:pt x="14135" y="29555"/>
                      <a:pt x="13928" y="29472"/>
                      <a:pt x="13729" y="29398"/>
                    </a:cubicBezTo>
                    <a:cubicBezTo>
                      <a:pt x="13729" y="29423"/>
                      <a:pt x="13729" y="29447"/>
                      <a:pt x="13729" y="29481"/>
                    </a:cubicBezTo>
                    <a:cubicBezTo>
                      <a:pt x="13723" y="29508"/>
                      <a:pt x="13704" y="29524"/>
                      <a:pt x="13679" y="29524"/>
                    </a:cubicBezTo>
                    <a:cubicBezTo>
                      <a:pt x="13674" y="29524"/>
                      <a:pt x="13669" y="29523"/>
                      <a:pt x="13663" y="29522"/>
                    </a:cubicBezTo>
                    <a:cubicBezTo>
                      <a:pt x="13166" y="29447"/>
                      <a:pt x="12677" y="29331"/>
                      <a:pt x="12205" y="29174"/>
                    </a:cubicBezTo>
                    <a:cubicBezTo>
                      <a:pt x="12164" y="29157"/>
                      <a:pt x="12122" y="29149"/>
                      <a:pt x="12081" y="29133"/>
                    </a:cubicBezTo>
                    <a:lnTo>
                      <a:pt x="12081" y="29133"/>
                    </a:lnTo>
                    <a:cubicBezTo>
                      <a:pt x="12039" y="29249"/>
                      <a:pt x="12064" y="29389"/>
                      <a:pt x="12089" y="29505"/>
                    </a:cubicBezTo>
                    <a:cubicBezTo>
                      <a:pt x="12114" y="29655"/>
                      <a:pt x="12147" y="29804"/>
                      <a:pt x="12197" y="29953"/>
                    </a:cubicBezTo>
                    <a:cubicBezTo>
                      <a:pt x="12238" y="30094"/>
                      <a:pt x="12296" y="30235"/>
                      <a:pt x="12362" y="30367"/>
                    </a:cubicBezTo>
                    <a:cubicBezTo>
                      <a:pt x="12420" y="30508"/>
                      <a:pt x="12503" y="30640"/>
                      <a:pt x="12578" y="30773"/>
                    </a:cubicBezTo>
                    <a:cubicBezTo>
                      <a:pt x="12644" y="30889"/>
                      <a:pt x="12710" y="31013"/>
                      <a:pt x="12777" y="31129"/>
                    </a:cubicBezTo>
                    <a:cubicBezTo>
                      <a:pt x="12786" y="31116"/>
                      <a:pt x="12802" y="31107"/>
                      <a:pt x="12817" y="31107"/>
                    </a:cubicBezTo>
                    <a:cubicBezTo>
                      <a:pt x="12830" y="31107"/>
                      <a:pt x="12844" y="31114"/>
                      <a:pt x="12851" y="31129"/>
                    </a:cubicBezTo>
                    <a:cubicBezTo>
                      <a:pt x="12901" y="31229"/>
                      <a:pt x="12951" y="31320"/>
                      <a:pt x="13000" y="31411"/>
                    </a:cubicBezTo>
                    <a:cubicBezTo>
                      <a:pt x="13000" y="31378"/>
                      <a:pt x="12992" y="31336"/>
                      <a:pt x="13000" y="31303"/>
                    </a:cubicBezTo>
                    <a:cubicBezTo>
                      <a:pt x="13000" y="31287"/>
                      <a:pt x="13018" y="31271"/>
                      <a:pt x="13033" y="31271"/>
                    </a:cubicBezTo>
                    <a:cubicBezTo>
                      <a:pt x="13040" y="31271"/>
                      <a:pt x="13047" y="31275"/>
                      <a:pt x="13050" y="31287"/>
                    </a:cubicBezTo>
                    <a:cubicBezTo>
                      <a:pt x="13083" y="31353"/>
                      <a:pt x="13100" y="31428"/>
                      <a:pt x="13125" y="31502"/>
                    </a:cubicBezTo>
                    <a:cubicBezTo>
                      <a:pt x="13150" y="31577"/>
                      <a:pt x="13183" y="31651"/>
                      <a:pt x="13216" y="31718"/>
                    </a:cubicBezTo>
                    <a:cubicBezTo>
                      <a:pt x="13266" y="31825"/>
                      <a:pt x="13332" y="31925"/>
                      <a:pt x="13406" y="32016"/>
                    </a:cubicBezTo>
                    <a:cubicBezTo>
                      <a:pt x="13406" y="31983"/>
                      <a:pt x="13398" y="31958"/>
                      <a:pt x="13390" y="31925"/>
                    </a:cubicBezTo>
                    <a:cubicBezTo>
                      <a:pt x="13385" y="31890"/>
                      <a:pt x="13413" y="31867"/>
                      <a:pt x="13441" y="31867"/>
                    </a:cubicBezTo>
                    <a:cubicBezTo>
                      <a:pt x="13460" y="31867"/>
                      <a:pt x="13479" y="31877"/>
                      <a:pt x="13489" y="31900"/>
                    </a:cubicBezTo>
                    <a:cubicBezTo>
                      <a:pt x="13531" y="32032"/>
                      <a:pt x="13597" y="32140"/>
                      <a:pt x="13680" y="32248"/>
                    </a:cubicBezTo>
                    <a:cubicBezTo>
                      <a:pt x="13680" y="32224"/>
                      <a:pt x="13698" y="32208"/>
                      <a:pt x="13720" y="32208"/>
                    </a:cubicBezTo>
                    <a:cubicBezTo>
                      <a:pt x="13728" y="32208"/>
                      <a:pt x="13737" y="32210"/>
                      <a:pt x="13746" y="32215"/>
                    </a:cubicBezTo>
                    <a:cubicBezTo>
                      <a:pt x="13746" y="32182"/>
                      <a:pt x="13746" y="32148"/>
                      <a:pt x="13746" y="32115"/>
                    </a:cubicBezTo>
                    <a:cubicBezTo>
                      <a:pt x="13746" y="32089"/>
                      <a:pt x="13762" y="32077"/>
                      <a:pt x="13779" y="32077"/>
                    </a:cubicBezTo>
                    <a:cubicBezTo>
                      <a:pt x="13795" y="32077"/>
                      <a:pt x="13813" y="32087"/>
                      <a:pt x="13821" y="32107"/>
                    </a:cubicBezTo>
                    <a:cubicBezTo>
                      <a:pt x="13845" y="32173"/>
                      <a:pt x="13887" y="32231"/>
                      <a:pt x="13920" y="32298"/>
                    </a:cubicBezTo>
                    <a:cubicBezTo>
                      <a:pt x="13932" y="32321"/>
                      <a:pt x="13906" y="32344"/>
                      <a:pt x="13884" y="32344"/>
                    </a:cubicBezTo>
                    <a:cubicBezTo>
                      <a:pt x="13875" y="32344"/>
                      <a:pt x="13867" y="32340"/>
                      <a:pt x="13862" y="32331"/>
                    </a:cubicBezTo>
                    <a:cubicBezTo>
                      <a:pt x="13845" y="32314"/>
                      <a:pt x="13837" y="32298"/>
                      <a:pt x="13829" y="32281"/>
                    </a:cubicBezTo>
                    <a:cubicBezTo>
                      <a:pt x="13829" y="32298"/>
                      <a:pt x="13829" y="32314"/>
                      <a:pt x="13829" y="32331"/>
                    </a:cubicBezTo>
                    <a:cubicBezTo>
                      <a:pt x="13895" y="32438"/>
                      <a:pt x="13928" y="32563"/>
                      <a:pt x="13961" y="32687"/>
                    </a:cubicBezTo>
                    <a:cubicBezTo>
                      <a:pt x="13986" y="32778"/>
                      <a:pt x="14003" y="32861"/>
                      <a:pt x="14028" y="32952"/>
                    </a:cubicBezTo>
                    <a:cubicBezTo>
                      <a:pt x="14036" y="32960"/>
                      <a:pt x="14036" y="32977"/>
                      <a:pt x="14044" y="32994"/>
                    </a:cubicBezTo>
                    <a:cubicBezTo>
                      <a:pt x="14053" y="33018"/>
                      <a:pt x="14061" y="33043"/>
                      <a:pt x="14077" y="33060"/>
                    </a:cubicBezTo>
                    <a:cubicBezTo>
                      <a:pt x="14084" y="33073"/>
                      <a:pt x="14097" y="33087"/>
                      <a:pt x="14114" y="33087"/>
                    </a:cubicBezTo>
                    <a:cubicBezTo>
                      <a:pt x="14118" y="33087"/>
                      <a:pt x="14123" y="33086"/>
                      <a:pt x="14127" y="33085"/>
                    </a:cubicBezTo>
                    <a:cubicBezTo>
                      <a:pt x="14127" y="33085"/>
                      <a:pt x="14135" y="33076"/>
                      <a:pt x="14144" y="33076"/>
                    </a:cubicBezTo>
                    <a:cubicBezTo>
                      <a:pt x="14144" y="33068"/>
                      <a:pt x="14135" y="33060"/>
                      <a:pt x="14135" y="33060"/>
                    </a:cubicBezTo>
                    <a:cubicBezTo>
                      <a:pt x="14135" y="33027"/>
                      <a:pt x="14160" y="33002"/>
                      <a:pt x="14184" y="33002"/>
                    </a:cubicBezTo>
                    <a:cubicBezTo>
                      <a:pt x="14197" y="33002"/>
                      <a:pt x="14210" y="33009"/>
                      <a:pt x="14218" y="33027"/>
                    </a:cubicBezTo>
                    <a:cubicBezTo>
                      <a:pt x="14218" y="33027"/>
                      <a:pt x="14218" y="33027"/>
                      <a:pt x="14218" y="33035"/>
                    </a:cubicBezTo>
                    <a:cubicBezTo>
                      <a:pt x="14243" y="33110"/>
                      <a:pt x="14268" y="33184"/>
                      <a:pt x="14293" y="33250"/>
                    </a:cubicBezTo>
                    <a:cubicBezTo>
                      <a:pt x="14293" y="33242"/>
                      <a:pt x="14293" y="33234"/>
                      <a:pt x="14293" y="33226"/>
                    </a:cubicBezTo>
                    <a:cubicBezTo>
                      <a:pt x="14293" y="33207"/>
                      <a:pt x="14306" y="33196"/>
                      <a:pt x="14320" y="33196"/>
                    </a:cubicBezTo>
                    <a:cubicBezTo>
                      <a:pt x="14332" y="33196"/>
                      <a:pt x="14344" y="33203"/>
                      <a:pt x="14351" y="33217"/>
                    </a:cubicBezTo>
                    <a:cubicBezTo>
                      <a:pt x="14376" y="33300"/>
                      <a:pt x="14384" y="33400"/>
                      <a:pt x="14401" y="33482"/>
                    </a:cubicBezTo>
                    <a:cubicBezTo>
                      <a:pt x="14406" y="33515"/>
                      <a:pt x="14383" y="33536"/>
                      <a:pt x="14360" y="33536"/>
                    </a:cubicBezTo>
                    <a:cubicBezTo>
                      <a:pt x="14348" y="33536"/>
                      <a:pt x="14335" y="33530"/>
                      <a:pt x="14326" y="33516"/>
                    </a:cubicBezTo>
                    <a:cubicBezTo>
                      <a:pt x="14309" y="33482"/>
                      <a:pt x="14293" y="33458"/>
                      <a:pt x="14276" y="33424"/>
                    </a:cubicBezTo>
                    <a:cubicBezTo>
                      <a:pt x="14276" y="33449"/>
                      <a:pt x="14276" y="33466"/>
                      <a:pt x="14276" y="33482"/>
                    </a:cubicBezTo>
                    <a:cubicBezTo>
                      <a:pt x="14268" y="33549"/>
                      <a:pt x="14243" y="33607"/>
                      <a:pt x="14202" y="33648"/>
                    </a:cubicBezTo>
                    <a:cubicBezTo>
                      <a:pt x="14152" y="33706"/>
                      <a:pt x="14077" y="33731"/>
                      <a:pt x="14003" y="33756"/>
                    </a:cubicBezTo>
                    <a:cubicBezTo>
                      <a:pt x="13680" y="33864"/>
                      <a:pt x="13340" y="33938"/>
                      <a:pt x="13000" y="33996"/>
                    </a:cubicBezTo>
                    <a:cubicBezTo>
                      <a:pt x="12540" y="34075"/>
                      <a:pt x="12073" y="34115"/>
                      <a:pt x="11608" y="34115"/>
                    </a:cubicBezTo>
                    <a:cubicBezTo>
                      <a:pt x="11386" y="34115"/>
                      <a:pt x="11165" y="34106"/>
                      <a:pt x="10946" y="34087"/>
                    </a:cubicBezTo>
                    <a:cubicBezTo>
                      <a:pt x="10747" y="34071"/>
                      <a:pt x="10556" y="34046"/>
                      <a:pt x="10357" y="34021"/>
                    </a:cubicBezTo>
                    <a:cubicBezTo>
                      <a:pt x="10316" y="34013"/>
                      <a:pt x="10274" y="34004"/>
                      <a:pt x="10225" y="33996"/>
                    </a:cubicBezTo>
                    <a:lnTo>
                      <a:pt x="10225" y="33996"/>
                    </a:lnTo>
                    <a:cubicBezTo>
                      <a:pt x="10270" y="34011"/>
                      <a:pt x="10260" y="34073"/>
                      <a:pt x="10222" y="34073"/>
                    </a:cubicBezTo>
                    <a:cubicBezTo>
                      <a:pt x="10218" y="34073"/>
                      <a:pt x="10213" y="34072"/>
                      <a:pt x="10208" y="34071"/>
                    </a:cubicBezTo>
                    <a:cubicBezTo>
                      <a:pt x="10059" y="34038"/>
                      <a:pt x="9918" y="34004"/>
                      <a:pt x="9777" y="33963"/>
                    </a:cubicBezTo>
                    <a:lnTo>
                      <a:pt x="9761" y="33963"/>
                    </a:lnTo>
                    <a:cubicBezTo>
                      <a:pt x="9752" y="33963"/>
                      <a:pt x="9736" y="33955"/>
                      <a:pt x="9736" y="33955"/>
                    </a:cubicBezTo>
                    <a:cubicBezTo>
                      <a:pt x="9620" y="33922"/>
                      <a:pt x="9504" y="33888"/>
                      <a:pt x="9380" y="33864"/>
                    </a:cubicBezTo>
                    <a:cubicBezTo>
                      <a:pt x="9292" y="33840"/>
                      <a:pt x="9194" y="33822"/>
                      <a:pt x="9098" y="33822"/>
                    </a:cubicBezTo>
                    <a:cubicBezTo>
                      <a:pt x="8955" y="33822"/>
                      <a:pt x="8815" y="33861"/>
                      <a:pt x="8717" y="33980"/>
                    </a:cubicBezTo>
                    <a:cubicBezTo>
                      <a:pt x="8675" y="34021"/>
                      <a:pt x="8650" y="34079"/>
                      <a:pt x="8626" y="34129"/>
                    </a:cubicBezTo>
                    <a:cubicBezTo>
                      <a:pt x="8609" y="34162"/>
                      <a:pt x="8601" y="34203"/>
                      <a:pt x="8592" y="34236"/>
                    </a:cubicBezTo>
                    <a:cubicBezTo>
                      <a:pt x="8626" y="34212"/>
                      <a:pt x="8667" y="34187"/>
                      <a:pt x="8717" y="34170"/>
                    </a:cubicBezTo>
                    <a:cubicBezTo>
                      <a:pt x="8791" y="34137"/>
                      <a:pt x="8874" y="34129"/>
                      <a:pt x="8949" y="34112"/>
                    </a:cubicBezTo>
                    <a:cubicBezTo>
                      <a:pt x="9013" y="34100"/>
                      <a:pt x="9074" y="34089"/>
                      <a:pt x="9136" y="34089"/>
                    </a:cubicBezTo>
                    <a:cubicBezTo>
                      <a:pt x="9161" y="34089"/>
                      <a:pt x="9187" y="34091"/>
                      <a:pt x="9214" y="34096"/>
                    </a:cubicBezTo>
                    <a:cubicBezTo>
                      <a:pt x="9313" y="34104"/>
                      <a:pt x="9413" y="34137"/>
                      <a:pt x="9512" y="34170"/>
                    </a:cubicBezTo>
                    <a:cubicBezTo>
                      <a:pt x="9612" y="34195"/>
                      <a:pt x="9711" y="34228"/>
                      <a:pt x="9819" y="34261"/>
                    </a:cubicBezTo>
                    <a:cubicBezTo>
                      <a:pt x="9858" y="34269"/>
                      <a:pt x="9845" y="34328"/>
                      <a:pt x="9802" y="34328"/>
                    </a:cubicBezTo>
                    <a:cubicBezTo>
                      <a:pt x="9800" y="34328"/>
                      <a:pt x="9797" y="34328"/>
                      <a:pt x="9794" y="34328"/>
                    </a:cubicBezTo>
                    <a:cubicBezTo>
                      <a:pt x="9628" y="34294"/>
                      <a:pt x="9462" y="34253"/>
                      <a:pt x="9297" y="34220"/>
                    </a:cubicBezTo>
                    <a:cubicBezTo>
                      <a:pt x="9242" y="34208"/>
                      <a:pt x="9183" y="34200"/>
                      <a:pt x="9126" y="34200"/>
                    </a:cubicBezTo>
                    <a:cubicBezTo>
                      <a:pt x="9105" y="34200"/>
                      <a:pt x="9085" y="34201"/>
                      <a:pt x="9065" y="34203"/>
                    </a:cubicBezTo>
                    <a:cubicBezTo>
                      <a:pt x="8990" y="34212"/>
                      <a:pt x="8907" y="34236"/>
                      <a:pt x="8841" y="34253"/>
                    </a:cubicBezTo>
                    <a:cubicBezTo>
                      <a:pt x="8700" y="34286"/>
                      <a:pt x="8592" y="34361"/>
                      <a:pt x="8518" y="34485"/>
                    </a:cubicBezTo>
                    <a:cubicBezTo>
                      <a:pt x="8452" y="34601"/>
                      <a:pt x="8435" y="34734"/>
                      <a:pt x="8443" y="34858"/>
                    </a:cubicBezTo>
                    <a:cubicBezTo>
                      <a:pt x="8443" y="34949"/>
                      <a:pt x="8468" y="35040"/>
                      <a:pt x="8493" y="35123"/>
                    </a:cubicBezTo>
                    <a:cubicBezTo>
                      <a:pt x="8510" y="35164"/>
                      <a:pt x="8526" y="35206"/>
                      <a:pt x="8534" y="35247"/>
                    </a:cubicBezTo>
                    <a:cubicBezTo>
                      <a:pt x="8551" y="35272"/>
                      <a:pt x="8559" y="35289"/>
                      <a:pt x="8568" y="35314"/>
                    </a:cubicBezTo>
                    <a:lnTo>
                      <a:pt x="8576" y="35314"/>
                    </a:lnTo>
                    <a:cubicBezTo>
                      <a:pt x="8559" y="35082"/>
                      <a:pt x="8684" y="34874"/>
                      <a:pt x="8874" y="34734"/>
                    </a:cubicBezTo>
                    <a:cubicBezTo>
                      <a:pt x="9090" y="34564"/>
                      <a:pt x="9364" y="34509"/>
                      <a:pt x="9635" y="34509"/>
                    </a:cubicBezTo>
                    <a:cubicBezTo>
                      <a:pt x="9655" y="34509"/>
                      <a:pt x="9675" y="34509"/>
                      <a:pt x="9694" y="34510"/>
                    </a:cubicBezTo>
                    <a:cubicBezTo>
                      <a:pt x="9769" y="34510"/>
                      <a:pt x="9852" y="34510"/>
                      <a:pt x="9935" y="34526"/>
                    </a:cubicBezTo>
                    <a:cubicBezTo>
                      <a:pt x="9984" y="34526"/>
                      <a:pt x="9984" y="34601"/>
                      <a:pt x="9935" y="34609"/>
                    </a:cubicBezTo>
                    <a:cubicBezTo>
                      <a:pt x="9645" y="34618"/>
                      <a:pt x="9346" y="34609"/>
                      <a:pt x="9090" y="34734"/>
                    </a:cubicBezTo>
                    <a:cubicBezTo>
                      <a:pt x="8891" y="34833"/>
                      <a:pt x="8708" y="35015"/>
                      <a:pt x="8692" y="35247"/>
                    </a:cubicBezTo>
                    <a:cubicBezTo>
                      <a:pt x="8692" y="35347"/>
                      <a:pt x="8717" y="35454"/>
                      <a:pt x="8775" y="35546"/>
                    </a:cubicBezTo>
                    <a:cubicBezTo>
                      <a:pt x="8841" y="35637"/>
                      <a:pt x="8949" y="35686"/>
                      <a:pt x="9065" y="35695"/>
                    </a:cubicBezTo>
                    <a:cubicBezTo>
                      <a:pt x="9129" y="35705"/>
                      <a:pt x="9193" y="35708"/>
                      <a:pt x="9257" y="35708"/>
                    </a:cubicBezTo>
                    <a:cubicBezTo>
                      <a:pt x="9342" y="35708"/>
                      <a:pt x="9427" y="35703"/>
                      <a:pt x="9512" y="35703"/>
                    </a:cubicBezTo>
                    <a:lnTo>
                      <a:pt x="9993" y="35703"/>
                    </a:lnTo>
                    <a:cubicBezTo>
                      <a:pt x="10639" y="35703"/>
                      <a:pt x="11277" y="35686"/>
                      <a:pt x="11915" y="35661"/>
                    </a:cubicBezTo>
                    <a:cubicBezTo>
                      <a:pt x="12561" y="35628"/>
                      <a:pt x="13199" y="35595"/>
                      <a:pt x="13845" y="35546"/>
                    </a:cubicBezTo>
                    <a:cubicBezTo>
                      <a:pt x="14160" y="35521"/>
                      <a:pt x="14483" y="35496"/>
                      <a:pt x="14798" y="35471"/>
                    </a:cubicBezTo>
                    <a:cubicBezTo>
                      <a:pt x="15055" y="35446"/>
                      <a:pt x="15387" y="35454"/>
                      <a:pt x="15561" y="35231"/>
                    </a:cubicBezTo>
                    <a:cubicBezTo>
                      <a:pt x="15585" y="35198"/>
                      <a:pt x="15602" y="35164"/>
                      <a:pt x="15610" y="35131"/>
                    </a:cubicBezTo>
                    <a:cubicBezTo>
                      <a:pt x="15594" y="35131"/>
                      <a:pt x="15577" y="35123"/>
                      <a:pt x="15561" y="35123"/>
                    </a:cubicBezTo>
                    <a:cubicBezTo>
                      <a:pt x="15519" y="35123"/>
                      <a:pt x="15469" y="35123"/>
                      <a:pt x="15428" y="35115"/>
                    </a:cubicBezTo>
                    <a:cubicBezTo>
                      <a:pt x="15395" y="35115"/>
                      <a:pt x="15395" y="35065"/>
                      <a:pt x="15420" y="35048"/>
                    </a:cubicBezTo>
                    <a:cubicBezTo>
                      <a:pt x="15453" y="35028"/>
                      <a:pt x="15492" y="35021"/>
                      <a:pt x="15532" y="35021"/>
                    </a:cubicBezTo>
                    <a:cubicBezTo>
                      <a:pt x="15571" y="35021"/>
                      <a:pt x="15610" y="35028"/>
                      <a:pt x="15643" y="35032"/>
                    </a:cubicBezTo>
                    <a:cubicBezTo>
                      <a:pt x="15726" y="35040"/>
                      <a:pt x="15793" y="35065"/>
                      <a:pt x="15867" y="35065"/>
                    </a:cubicBezTo>
                    <a:cubicBezTo>
                      <a:pt x="15883" y="35067"/>
                      <a:pt x="15899" y="35068"/>
                      <a:pt x="15915" y="35068"/>
                    </a:cubicBezTo>
                    <a:cubicBezTo>
                      <a:pt x="15973" y="35068"/>
                      <a:pt x="16029" y="35054"/>
                      <a:pt x="16074" y="35015"/>
                    </a:cubicBezTo>
                    <a:cubicBezTo>
                      <a:pt x="16107" y="34999"/>
                      <a:pt x="16141" y="34966"/>
                      <a:pt x="16165" y="34941"/>
                    </a:cubicBezTo>
                    <a:cubicBezTo>
                      <a:pt x="16182" y="34924"/>
                      <a:pt x="16248" y="34866"/>
                      <a:pt x="16240" y="34841"/>
                    </a:cubicBezTo>
                    <a:cubicBezTo>
                      <a:pt x="16232" y="34825"/>
                      <a:pt x="16248" y="34808"/>
                      <a:pt x="16257" y="34800"/>
                    </a:cubicBezTo>
                    <a:cubicBezTo>
                      <a:pt x="16265" y="34717"/>
                      <a:pt x="16281" y="34626"/>
                      <a:pt x="16298" y="34543"/>
                    </a:cubicBezTo>
                    <a:cubicBezTo>
                      <a:pt x="16323" y="34410"/>
                      <a:pt x="16373" y="34278"/>
                      <a:pt x="16455" y="34170"/>
                    </a:cubicBezTo>
                    <a:cubicBezTo>
                      <a:pt x="16522" y="34079"/>
                      <a:pt x="16621" y="34013"/>
                      <a:pt x="16721" y="33963"/>
                    </a:cubicBezTo>
                    <a:cubicBezTo>
                      <a:pt x="16961" y="33855"/>
                      <a:pt x="17226" y="33830"/>
                      <a:pt x="17483" y="33797"/>
                    </a:cubicBezTo>
                    <a:cubicBezTo>
                      <a:pt x="17789" y="33764"/>
                      <a:pt x="18104" y="33739"/>
                      <a:pt x="18419" y="33723"/>
                    </a:cubicBezTo>
                    <a:cubicBezTo>
                      <a:pt x="18593" y="33714"/>
                      <a:pt x="18775" y="33706"/>
                      <a:pt x="18949" y="33706"/>
                    </a:cubicBezTo>
                    <a:cubicBezTo>
                      <a:pt x="19107" y="33706"/>
                      <a:pt x="19264" y="33706"/>
                      <a:pt x="19422" y="33723"/>
                    </a:cubicBezTo>
                    <a:cubicBezTo>
                      <a:pt x="19372" y="33698"/>
                      <a:pt x="19330" y="33681"/>
                      <a:pt x="19281" y="33665"/>
                    </a:cubicBezTo>
                    <a:cubicBezTo>
                      <a:pt x="19090" y="33582"/>
                      <a:pt x="18908" y="33482"/>
                      <a:pt x="18742" y="33366"/>
                    </a:cubicBezTo>
                    <a:lnTo>
                      <a:pt x="18742" y="33366"/>
                    </a:lnTo>
                    <a:cubicBezTo>
                      <a:pt x="18767" y="33416"/>
                      <a:pt x="18784" y="33474"/>
                      <a:pt x="18808" y="33524"/>
                    </a:cubicBezTo>
                    <a:cubicBezTo>
                      <a:pt x="18823" y="33553"/>
                      <a:pt x="18806" y="33601"/>
                      <a:pt x="18767" y="33601"/>
                    </a:cubicBezTo>
                    <a:cubicBezTo>
                      <a:pt x="18762" y="33601"/>
                      <a:pt x="18757" y="33600"/>
                      <a:pt x="18750" y="33598"/>
                    </a:cubicBezTo>
                    <a:cubicBezTo>
                      <a:pt x="18485" y="33507"/>
                      <a:pt x="18245" y="33366"/>
                      <a:pt x="18038" y="33184"/>
                    </a:cubicBezTo>
                    <a:lnTo>
                      <a:pt x="18038" y="33184"/>
                    </a:lnTo>
                    <a:cubicBezTo>
                      <a:pt x="18046" y="33217"/>
                      <a:pt x="18063" y="33250"/>
                      <a:pt x="18071" y="33284"/>
                    </a:cubicBezTo>
                    <a:cubicBezTo>
                      <a:pt x="18084" y="33322"/>
                      <a:pt x="18053" y="33350"/>
                      <a:pt x="18023" y="33350"/>
                    </a:cubicBezTo>
                    <a:cubicBezTo>
                      <a:pt x="18013" y="33350"/>
                      <a:pt x="18004" y="33347"/>
                      <a:pt x="17997" y="33342"/>
                    </a:cubicBezTo>
                    <a:cubicBezTo>
                      <a:pt x="17508" y="33093"/>
                      <a:pt x="17085" y="32720"/>
                      <a:pt x="16795" y="32256"/>
                    </a:cubicBezTo>
                    <a:cubicBezTo>
                      <a:pt x="16704" y="32132"/>
                      <a:pt x="16629" y="31991"/>
                      <a:pt x="16571" y="31850"/>
                    </a:cubicBezTo>
                    <a:cubicBezTo>
                      <a:pt x="16561" y="31824"/>
                      <a:pt x="16584" y="31804"/>
                      <a:pt x="16606" y="31804"/>
                    </a:cubicBezTo>
                    <a:cubicBezTo>
                      <a:pt x="16619" y="31804"/>
                      <a:pt x="16632" y="31810"/>
                      <a:pt x="16638" y="31825"/>
                    </a:cubicBezTo>
                    <a:cubicBezTo>
                      <a:pt x="16895" y="32289"/>
                      <a:pt x="17226" y="32712"/>
                      <a:pt x="17665" y="33018"/>
                    </a:cubicBezTo>
                    <a:cubicBezTo>
                      <a:pt x="17748" y="33076"/>
                      <a:pt x="17831" y="33134"/>
                      <a:pt x="17922" y="33184"/>
                    </a:cubicBezTo>
                    <a:cubicBezTo>
                      <a:pt x="17897" y="33118"/>
                      <a:pt x="17872" y="33060"/>
                      <a:pt x="17847" y="32994"/>
                    </a:cubicBezTo>
                    <a:cubicBezTo>
                      <a:pt x="17835" y="32958"/>
                      <a:pt x="17867" y="32931"/>
                      <a:pt x="17900" y="32931"/>
                    </a:cubicBezTo>
                    <a:cubicBezTo>
                      <a:pt x="17913" y="32931"/>
                      <a:pt x="17927" y="32935"/>
                      <a:pt x="17939" y="32944"/>
                    </a:cubicBezTo>
                    <a:cubicBezTo>
                      <a:pt x="18137" y="33159"/>
                      <a:pt x="18386" y="33333"/>
                      <a:pt x="18659" y="33449"/>
                    </a:cubicBezTo>
                    <a:cubicBezTo>
                      <a:pt x="18626" y="33383"/>
                      <a:pt x="18601" y="33308"/>
                      <a:pt x="18568" y="33242"/>
                    </a:cubicBezTo>
                    <a:cubicBezTo>
                      <a:pt x="18549" y="33203"/>
                      <a:pt x="18575" y="33155"/>
                      <a:pt x="18611" y="33155"/>
                    </a:cubicBezTo>
                    <a:cubicBezTo>
                      <a:pt x="18621" y="33155"/>
                      <a:pt x="18632" y="33158"/>
                      <a:pt x="18643" y="33168"/>
                    </a:cubicBezTo>
                    <a:cubicBezTo>
                      <a:pt x="18850" y="33317"/>
                      <a:pt x="19074" y="33458"/>
                      <a:pt x="19314" y="33565"/>
                    </a:cubicBezTo>
                    <a:cubicBezTo>
                      <a:pt x="19430" y="33615"/>
                      <a:pt x="19554" y="33665"/>
                      <a:pt x="19678" y="33706"/>
                    </a:cubicBezTo>
                    <a:cubicBezTo>
                      <a:pt x="19803" y="33748"/>
                      <a:pt x="19935" y="33772"/>
                      <a:pt x="20060" y="33806"/>
                    </a:cubicBezTo>
                    <a:cubicBezTo>
                      <a:pt x="20101" y="33822"/>
                      <a:pt x="20093" y="33888"/>
                      <a:pt x="20051" y="33888"/>
                    </a:cubicBezTo>
                    <a:cubicBezTo>
                      <a:pt x="19869" y="33864"/>
                      <a:pt x="19695" y="33822"/>
                      <a:pt x="19521" y="33756"/>
                    </a:cubicBezTo>
                    <a:cubicBezTo>
                      <a:pt x="19521" y="33772"/>
                      <a:pt x="19513" y="33789"/>
                      <a:pt x="19488" y="33797"/>
                    </a:cubicBezTo>
                    <a:cubicBezTo>
                      <a:pt x="19339" y="33806"/>
                      <a:pt x="19181" y="33806"/>
                      <a:pt x="19032" y="33806"/>
                    </a:cubicBezTo>
                    <a:cubicBezTo>
                      <a:pt x="18883" y="33806"/>
                      <a:pt x="18726" y="33814"/>
                      <a:pt x="18577" y="33814"/>
                    </a:cubicBezTo>
                    <a:cubicBezTo>
                      <a:pt x="18270" y="33830"/>
                      <a:pt x="17963" y="33855"/>
                      <a:pt x="17657" y="33888"/>
                    </a:cubicBezTo>
                    <a:cubicBezTo>
                      <a:pt x="17408" y="33913"/>
                      <a:pt x="17135" y="33930"/>
                      <a:pt x="16895" y="34013"/>
                    </a:cubicBezTo>
                    <a:cubicBezTo>
                      <a:pt x="16787" y="34046"/>
                      <a:pt x="16687" y="34096"/>
                      <a:pt x="16605" y="34170"/>
                    </a:cubicBezTo>
                    <a:cubicBezTo>
                      <a:pt x="16513" y="34261"/>
                      <a:pt x="16464" y="34369"/>
                      <a:pt x="16431" y="34485"/>
                    </a:cubicBezTo>
                    <a:cubicBezTo>
                      <a:pt x="16389" y="34634"/>
                      <a:pt x="16373" y="34792"/>
                      <a:pt x="16364" y="34941"/>
                    </a:cubicBezTo>
                    <a:cubicBezTo>
                      <a:pt x="16356" y="35032"/>
                      <a:pt x="16348" y="35115"/>
                      <a:pt x="16348" y="35198"/>
                    </a:cubicBezTo>
                    <a:cubicBezTo>
                      <a:pt x="16348" y="35231"/>
                      <a:pt x="16348" y="35264"/>
                      <a:pt x="16348" y="35297"/>
                    </a:cubicBezTo>
                    <a:cubicBezTo>
                      <a:pt x="16356" y="35305"/>
                      <a:pt x="16356" y="35314"/>
                      <a:pt x="16356" y="35322"/>
                    </a:cubicBezTo>
                    <a:lnTo>
                      <a:pt x="16356" y="35330"/>
                    </a:lnTo>
                    <a:cubicBezTo>
                      <a:pt x="16356" y="35372"/>
                      <a:pt x="16356" y="35413"/>
                      <a:pt x="16348" y="35463"/>
                    </a:cubicBezTo>
                    <a:cubicBezTo>
                      <a:pt x="16341" y="35483"/>
                      <a:pt x="16323" y="35498"/>
                      <a:pt x="16298" y="35498"/>
                    </a:cubicBezTo>
                    <a:cubicBezTo>
                      <a:pt x="16293" y="35498"/>
                      <a:pt x="16287" y="35497"/>
                      <a:pt x="16281" y="35496"/>
                    </a:cubicBezTo>
                    <a:lnTo>
                      <a:pt x="16281" y="35496"/>
                    </a:lnTo>
                    <a:cubicBezTo>
                      <a:pt x="16290" y="35512"/>
                      <a:pt x="16290" y="35529"/>
                      <a:pt x="16298" y="35537"/>
                    </a:cubicBezTo>
                    <a:cubicBezTo>
                      <a:pt x="16315" y="35554"/>
                      <a:pt x="16331" y="35562"/>
                      <a:pt x="16348" y="35570"/>
                    </a:cubicBezTo>
                    <a:cubicBezTo>
                      <a:pt x="16397" y="35587"/>
                      <a:pt x="16447" y="35587"/>
                      <a:pt x="16505" y="35595"/>
                    </a:cubicBezTo>
                    <a:cubicBezTo>
                      <a:pt x="16538" y="35595"/>
                      <a:pt x="16571" y="35603"/>
                      <a:pt x="16613" y="35603"/>
                    </a:cubicBezTo>
                    <a:cubicBezTo>
                      <a:pt x="16522" y="35463"/>
                      <a:pt x="16547" y="35280"/>
                      <a:pt x="16588" y="35123"/>
                    </a:cubicBezTo>
                    <a:cubicBezTo>
                      <a:pt x="16621" y="35032"/>
                      <a:pt x="16654" y="34932"/>
                      <a:pt x="16687" y="34841"/>
                    </a:cubicBezTo>
                    <a:cubicBezTo>
                      <a:pt x="16729" y="34742"/>
                      <a:pt x="16762" y="34651"/>
                      <a:pt x="16803" y="34551"/>
                    </a:cubicBezTo>
                    <a:cubicBezTo>
                      <a:pt x="16886" y="34377"/>
                      <a:pt x="17044" y="34212"/>
                      <a:pt x="17259" y="34212"/>
                    </a:cubicBezTo>
                    <a:cubicBezTo>
                      <a:pt x="17301" y="34212"/>
                      <a:pt x="17301" y="34278"/>
                      <a:pt x="17259" y="34278"/>
                    </a:cubicBezTo>
                    <a:cubicBezTo>
                      <a:pt x="17093" y="34294"/>
                      <a:pt x="16977" y="34444"/>
                      <a:pt x="16903" y="34584"/>
                    </a:cubicBezTo>
                    <a:cubicBezTo>
                      <a:pt x="16870" y="34667"/>
                      <a:pt x="16837" y="34742"/>
                      <a:pt x="16812" y="34825"/>
                    </a:cubicBezTo>
                    <a:cubicBezTo>
                      <a:pt x="16779" y="34916"/>
                      <a:pt x="16745" y="35007"/>
                      <a:pt x="16721" y="35098"/>
                    </a:cubicBezTo>
                    <a:cubicBezTo>
                      <a:pt x="16679" y="35231"/>
                      <a:pt x="16629" y="35405"/>
                      <a:pt x="16704" y="35537"/>
                    </a:cubicBezTo>
                    <a:cubicBezTo>
                      <a:pt x="16770" y="35661"/>
                      <a:pt x="16919" y="35711"/>
                      <a:pt x="17052" y="35719"/>
                    </a:cubicBezTo>
                    <a:cubicBezTo>
                      <a:pt x="17151" y="35736"/>
                      <a:pt x="17243" y="35736"/>
                      <a:pt x="17342" y="35736"/>
                    </a:cubicBezTo>
                    <a:cubicBezTo>
                      <a:pt x="17392" y="35736"/>
                      <a:pt x="17450" y="35736"/>
                      <a:pt x="17499" y="35728"/>
                    </a:cubicBezTo>
                    <a:lnTo>
                      <a:pt x="17657" y="35728"/>
                    </a:lnTo>
                    <a:cubicBezTo>
                      <a:pt x="17582" y="35322"/>
                      <a:pt x="17549" y="34883"/>
                      <a:pt x="17831" y="34543"/>
                    </a:cubicBezTo>
                    <a:cubicBezTo>
                      <a:pt x="17905" y="34460"/>
                      <a:pt x="17988" y="34394"/>
                      <a:pt x="18096" y="34352"/>
                    </a:cubicBezTo>
                    <a:cubicBezTo>
                      <a:pt x="18099" y="34352"/>
                      <a:pt x="18101" y="34352"/>
                      <a:pt x="18104" y="34352"/>
                    </a:cubicBezTo>
                    <a:cubicBezTo>
                      <a:pt x="18139" y="34352"/>
                      <a:pt x="18152" y="34403"/>
                      <a:pt x="18121" y="34419"/>
                    </a:cubicBezTo>
                    <a:cubicBezTo>
                      <a:pt x="18030" y="34485"/>
                      <a:pt x="17939" y="34560"/>
                      <a:pt x="17872" y="34659"/>
                    </a:cubicBezTo>
                    <a:cubicBezTo>
                      <a:pt x="17814" y="34758"/>
                      <a:pt x="17773" y="34866"/>
                      <a:pt x="17748" y="34982"/>
                    </a:cubicBezTo>
                    <a:cubicBezTo>
                      <a:pt x="17682" y="35256"/>
                      <a:pt x="17740" y="35546"/>
                      <a:pt x="17798" y="35827"/>
                    </a:cubicBezTo>
                    <a:cubicBezTo>
                      <a:pt x="18038" y="35866"/>
                      <a:pt x="18285" y="35919"/>
                      <a:pt x="18526" y="35919"/>
                    </a:cubicBezTo>
                    <a:cubicBezTo>
                      <a:pt x="18543" y="35919"/>
                      <a:pt x="18560" y="35919"/>
                      <a:pt x="18577" y="35918"/>
                    </a:cubicBezTo>
                    <a:cubicBezTo>
                      <a:pt x="18701" y="35918"/>
                      <a:pt x="18825" y="35893"/>
                      <a:pt x="18933" y="35844"/>
                    </a:cubicBezTo>
                    <a:cubicBezTo>
                      <a:pt x="19049" y="35794"/>
                      <a:pt x="19140" y="35711"/>
                      <a:pt x="19214" y="35620"/>
                    </a:cubicBezTo>
                    <a:cubicBezTo>
                      <a:pt x="19306" y="35512"/>
                      <a:pt x="19364" y="35380"/>
                      <a:pt x="19455" y="35280"/>
                    </a:cubicBezTo>
                    <a:cubicBezTo>
                      <a:pt x="19462" y="35271"/>
                      <a:pt x="19472" y="35267"/>
                      <a:pt x="19482" y="35267"/>
                    </a:cubicBezTo>
                    <a:cubicBezTo>
                      <a:pt x="19507" y="35267"/>
                      <a:pt x="19535" y="35292"/>
                      <a:pt x="19529" y="35322"/>
                    </a:cubicBezTo>
                    <a:cubicBezTo>
                      <a:pt x="19521" y="35338"/>
                      <a:pt x="19513" y="35355"/>
                      <a:pt x="19513" y="35372"/>
                    </a:cubicBezTo>
                    <a:cubicBezTo>
                      <a:pt x="19703" y="35305"/>
                      <a:pt x="19902" y="35272"/>
                      <a:pt x="20109" y="35264"/>
                    </a:cubicBezTo>
                    <a:cubicBezTo>
                      <a:pt x="20128" y="35263"/>
                      <a:pt x="20147" y="35263"/>
                      <a:pt x="20166" y="35263"/>
                    </a:cubicBezTo>
                    <a:cubicBezTo>
                      <a:pt x="20404" y="35263"/>
                      <a:pt x="20642" y="35309"/>
                      <a:pt x="20880" y="35363"/>
                    </a:cubicBezTo>
                    <a:cubicBezTo>
                      <a:pt x="21128" y="35421"/>
                      <a:pt x="21377" y="35479"/>
                      <a:pt x="21642" y="35496"/>
                    </a:cubicBezTo>
                    <a:cubicBezTo>
                      <a:pt x="21728" y="35504"/>
                      <a:pt x="21814" y="35508"/>
                      <a:pt x="21901" y="35508"/>
                    </a:cubicBezTo>
                    <a:cubicBezTo>
                      <a:pt x="22075" y="35508"/>
                      <a:pt x="22250" y="35493"/>
                      <a:pt x="22421" y="35471"/>
                    </a:cubicBezTo>
                    <a:cubicBezTo>
                      <a:pt x="22670" y="35438"/>
                      <a:pt x="22926" y="35388"/>
                      <a:pt x="23167" y="35322"/>
                    </a:cubicBezTo>
                    <a:cubicBezTo>
                      <a:pt x="23349" y="35272"/>
                      <a:pt x="23540" y="35206"/>
                      <a:pt x="23664" y="35057"/>
                    </a:cubicBezTo>
                    <a:cubicBezTo>
                      <a:pt x="23813" y="34874"/>
                      <a:pt x="23755" y="34626"/>
                      <a:pt x="23672" y="34427"/>
                    </a:cubicBezTo>
                    <a:cubicBezTo>
                      <a:pt x="23631" y="34336"/>
                      <a:pt x="23589" y="34236"/>
                      <a:pt x="23531" y="34145"/>
                    </a:cubicBezTo>
                    <a:cubicBezTo>
                      <a:pt x="23473" y="34029"/>
                      <a:pt x="23407" y="33913"/>
                      <a:pt x="23341" y="33806"/>
                    </a:cubicBezTo>
                    <a:cubicBezTo>
                      <a:pt x="23341" y="33789"/>
                      <a:pt x="23332" y="33781"/>
                      <a:pt x="23324" y="33772"/>
                    </a:cubicBezTo>
                    <a:cubicBezTo>
                      <a:pt x="23308" y="33772"/>
                      <a:pt x="23291" y="33772"/>
                      <a:pt x="23283" y="33756"/>
                    </a:cubicBezTo>
                    <a:cubicBezTo>
                      <a:pt x="23274" y="33739"/>
                      <a:pt x="23266" y="33731"/>
                      <a:pt x="23266" y="33723"/>
                    </a:cubicBezTo>
                    <a:cubicBezTo>
                      <a:pt x="23258" y="33706"/>
                      <a:pt x="23250" y="33690"/>
                      <a:pt x="23241" y="33665"/>
                    </a:cubicBezTo>
                    <a:cubicBezTo>
                      <a:pt x="23225" y="33640"/>
                      <a:pt x="23216" y="33607"/>
                      <a:pt x="23208" y="33574"/>
                    </a:cubicBezTo>
                    <a:cubicBezTo>
                      <a:pt x="23208" y="33565"/>
                      <a:pt x="23200" y="33557"/>
                      <a:pt x="23200" y="33540"/>
                    </a:cubicBezTo>
                    <a:cubicBezTo>
                      <a:pt x="23109" y="33375"/>
                      <a:pt x="23026" y="33209"/>
                      <a:pt x="22951" y="33035"/>
                    </a:cubicBezTo>
                    <a:cubicBezTo>
                      <a:pt x="22893" y="32878"/>
                      <a:pt x="22835" y="32712"/>
                      <a:pt x="22810" y="32546"/>
                    </a:cubicBezTo>
                    <a:cubicBezTo>
                      <a:pt x="22802" y="32488"/>
                      <a:pt x="22794" y="32430"/>
                      <a:pt x="22794" y="32372"/>
                    </a:cubicBezTo>
                    <a:cubicBezTo>
                      <a:pt x="22789" y="32354"/>
                      <a:pt x="22805" y="32343"/>
                      <a:pt x="22822" y="32343"/>
                    </a:cubicBezTo>
                    <a:cubicBezTo>
                      <a:pt x="22835" y="32343"/>
                      <a:pt x="22848" y="32349"/>
                      <a:pt x="22852" y="32364"/>
                    </a:cubicBezTo>
                    <a:cubicBezTo>
                      <a:pt x="22893" y="32621"/>
                      <a:pt x="22976" y="32853"/>
                      <a:pt x="23084" y="33085"/>
                    </a:cubicBezTo>
                    <a:cubicBezTo>
                      <a:pt x="23109" y="33143"/>
                      <a:pt x="23134" y="33201"/>
                      <a:pt x="23167" y="33259"/>
                    </a:cubicBezTo>
                    <a:cubicBezTo>
                      <a:pt x="23167" y="33250"/>
                      <a:pt x="23167" y="33250"/>
                      <a:pt x="23175" y="33242"/>
                    </a:cubicBezTo>
                    <a:cubicBezTo>
                      <a:pt x="23175" y="33242"/>
                      <a:pt x="23183" y="33234"/>
                      <a:pt x="23192" y="33226"/>
                    </a:cubicBezTo>
                    <a:cubicBezTo>
                      <a:pt x="23192" y="33192"/>
                      <a:pt x="23183" y="33159"/>
                      <a:pt x="23183" y="33118"/>
                    </a:cubicBezTo>
                    <a:cubicBezTo>
                      <a:pt x="23175" y="32985"/>
                      <a:pt x="23167" y="32861"/>
                      <a:pt x="23175" y="32728"/>
                    </a:cubicBezTo>
                    <a:cubicBezTo>
                      <a:pt x="23175" y="32712"/>
                      <a:pt x="23175" y="32695"/>
                      <a:pt x="23175" y="32687"/>
                    </a:cubicBezTo>
                    <a:cubicBezTo>
                      <a:pt x="23175" y="32653"/>
                      <a:pt x="23203" y="32634"/>
                      <a:pt x="23231" y="32634"/>
                    </a:cubicBezTo>
                    <a:cubicBezTo>
                      <a:pt x="23243" y="32634"/>
                      <a:pt x="23256" y="32638"/>
                      <a:pt x="23266" y="32646"/>
                    </a:cubicBezTo>
                    <a:cubicBezTo>
                      <a:pt x="23266" y="32612"/>
                      <a:pt x="23266" y="32571"/>
                      <a:pt x="23274" y="32530"/>
                    </a:cubicBezTo>
                    <a:cubicBezTo>
                      <a:pt x="23274" y="32472"/>
                      <a:pt x="23283" y="32414"/>
                      <a:pt x="23283" y="32356"/>
                    </a:cubicBezTo>
                    <a:cubicBezTo>
                      <a:pt x="23291" y="32298"/>
                      <a:pt x="23291" y="32240"/>
                      <a:pt x="23308" y="32182"/>
                    </a:cubicBezTo>
                    <a:cubicBezTo>
                      <a:pt x="23283" y="32107"/>
                      <a:pt x="23274" y="32024"/>
                      <a:pt x="23274" y="31950"/>
                    </a:cubicBezTo>
                    <a:cubicBezTo>
                      <a:pt x="23274" y="31924"/>
                      <a:pt x="23290" y="31911"/>
                      <a:pt x="23308" y="31911"/>
                    </a:cubicBezTo>
                    <a:cubicBezTo>
                      <a:pt x="23324" y="31911"/>
                      <a:pt x="23341" y="31922"/>
                      <a:pt x="23349" y="31941"/>
                    </a:cubicBezTo>
                    <a:cubicBezTo>
                      <a:pt x="23390" y="32057"/>
                      <a:pt x="23415" y="32190"/>
                      <a:pt x="23465" y="32306"/>
                    </a:cubicBezTo>
                    <a:cubicBezTo>
                      <a:pt x="23482" y="32364"/>
                      <a:pt x="23515" y="32422"/>
                      <a:pt x="23540" y="32472"/>
                    </a:cubicBezTo>
                    <a:cubicBezTo>
                      <a:pt x="23531" y="32364"/>
                      <a:pt x="23531" y="32264"/>
                      <a:pt x="23515" y="32157"/>
                    </a:cubicBezTo>
                    <a:cubicBezTo>
                      <a:pt x="23509" y="32122"/>
                      <a:pt x="23539" y="32104"/>
                      <a:pt x="23569" y="32104"/>
                    </a:cubicBezTo>
                    <a:cubicBezTo>
                      <a:pt x="23582" y="32104"/>
                      <a:pt x="23596" y="32108"/>
                      <a:pt x="23606" y="32115"/>
                    </a:cubicBezTo>
                    <a:cubicBezTo>
                      <a:pt x="23614" y="32132"/>
                      <a:pt x="23631" y="32140"/>
                      <a:pt x="23639" y="32157"/>
                    </a:cubicBezTo>
                    <a:cubicBezTo>
                      <a:pt x="23639" y="31991"/>
                      <a:pt x="23639" y="31817"/>
                      <a:pt x="23647" y="31651"/>
                    </a:cubicBezTo>
                    <a:cubicBezTo>
                      <a:pt x="23647" y="31621"/>
                      <a:pt x="23667" y="31607"/>
                      <a:pt x="23689" y="31607"/>
                    </a:cubicBezTo>
                    <a:cubicBezTo>
                      <a:pt x="23709" y="31607"/>
                      <a:pt x="23730" y="31619"/>
                      <a:pt x="23738" y="31643"/>
                    </a:cubicBezTo>
                    <a:lnTo>
                      <a:pt x="23747" y="31651"/>
                    </a:lnTo>
                    <a:cubicBezTo>
                      <a:pt x="23714" y="31287"/>
                      <a:pt x="23689" y="30922"/>
                      <a:pt x="23680" y="30549"/>
                    </a:cubicBezTo>
                    <a:cubicBezTo>
                      <a:pt x="23672" y="30599"/>
                      <a:pt x="23664" y="30649"/>
                      <a:pt x="23647" y="30698"/>
                    </a:cubicBezTo>
                    <a:cubicBezTo>
                      <a:pt x="23631" y="30823"/>
                      <a:pt x="23614" y="30939"/>
                      <a:pt x="23606" y="31055"/>
                    </a:cubicBezTo>
                    <a:cubicBezTo>
                      <a:pt x="23606" y="31071"/>
                      <a:pt x="23593" y="31080"/>
                      <a:pt x="23581" y="31080"/>
                    </a:cubicBezTo>
                    <a:cubicBezTo>
                      <a:pt x="23569" y="31080"/>
                      <a:pt x="23556" y="31071"/>
                      <a:pt x="23556" y="31055"/>
                    </a:cubicBezTo>
                    <a:cubicBezTo>
                      <a:pt x="23556" y="30591"/>
                      <a:pt x="23672" y="30135"/>
                      <a:pt x="23722" y="29663"/>
                    </a:cubicBezTo>
                    <a:cubicBezTo>
                      <a:pt x="23738" y="29431"/>
                      <a:pt x="23738" y="29199"/>
                      <a:pt x="23697" y="28967"/>
                    </a:cubicBezTo>
                    <a:cubicBezTo>
                      <a:pt x="23656" y="28743"/>
                      <a:pt x="23589" y="28528"/>
                      <a:pt x="23498" y="28321"/>
                    </a:cubicBezTo>
                    <a:cubicBezTo>
                      <a:pt x="23316" y="27881"/>
                      <a:pt x="23076" y="27459"/>
                      <a:pt x="22844" y="27053"/>
                    </a:cubicBezTo>
                    <a:cubicBezTo>
                      <a:pt x="22603" y="26630"/>
                      <a:pt x="22355" y="26216"/>
                      <a:pt x="22106" y="25793"/>
                    </a:cubicBezTo>
                    <a:cubicBezTo>
                      <a:pt x="21849" y="25371"/>
                      <a:pt x="21601" y="24940"/>
                      <a:pt x="21344" y="24509"/>
                    </a:cubicBezTo>
                    <a:cubicBezTo>
                      <a:pt x="21104" y="24103"/>
                      <a:pt x="20863" y="23697"/>
                      <a:pt x="20582" y="23316"/>
                    </a:cubicBezTo>
                    <a:cubicBezTo>
                      <a:pt x="20308" y="22943"/>
                      <a:pt x="19993" y="22612"/>
                      <a:pt x="19678" y="22280"/>
                    </a:cubicBezTo>
                    <a:cubicBezTo>
                      <a:pt x="19397" y="21966"/>
                      <a:pt x="19123" y="21642"/>
                      <a:pt x="18866" y="21319"/>
                    </a:cubicBezTo>
                    <a:cubicBezTo>
                      <a:pt x="18543" y="20913"/>
                      <a:pt x="18212" y="20491"/>
                      <a:pt x="17831" y="20143"/>
                    </a:cubicBezTo>
                    <a:cubicBezTo>
                      <a:pt x="17624" y="20002"/>
                      <a:pt x="17417" y="19853"/>
                      <a:pt x="17218" y="19695"/>
                    </a:cubicBezTo>
                    <a:cubicBezTo>
                      <a:pt x="17135" y="19646"/>
                      <a:pt x="17052" y="19596"/>
                      <a:pt x="16969" y="19555"/>
                    </a:cubicBezTo>
                    <a:cubicBezTo>
                      <a:pt x="16936" y="19538"/>
                      <a:pt x="16944" y="19497"/>
                      <a:pt x="16961" y="19480"/>
                    </a:cubicBezTo>
                    <a:cubicBezTo>
                      <a:pt x="16928" y="19447"/>
                      <a:pt x="16895" y="19422"/>
                      <a:pt x="16861" y="19397"/>
                    </a:cubicBezTo>
                    <a:cubicBezTo>
                      <a:pt x="16513" y="19091"/>
                      <a:pt x="16182" y="18759"/>
                      <a:pt x="15859" y="18419"/>
                    </a:cubicBezTo>
                    <a:cubicBezTo>
                      <a:pt x="15544" y="18071"/>
                      <a:pt x="15229" y="17732"/>
                      <a:pt x="14898" y="17400"/>
                    </a:cubicBezTo>
                    <a:cubicBezTo>
                      <a:pt x="14724" y="17243"/>
                      <a:pt x="14550" y="17085"/>
                      <a:pt x="14376" y="16936"/>
                    </a:cubicBezTo>
                    <a:cubicBezTo>
                      <a:pt x="14193" y="16787"/>
                      <a:pt x="14011" y="16655"/>
                      <a:pt x="13837" y="16497"/>
                    </a:cubicBezTo>
                    <a:cubicBezTo>
                      <a:pt x="13671" y="16356"/>
                      <a:pt x="13522" y="16191"/>
                      <a:pt x="13381" y="16017"/>
                    </a:cubicBezTo>
                    <a:cubicBezTo>
                      <a:pt x="13249" y="15851"/>
                      <a:pt x="13116" y="15685"/>
                      <a:pt x="12959" y="15544"/>
                    </a:cubicBezTo>
                    <a:cubicBezTo>
                      <a:pt x="12951" y="15544"/>
                      <a:pt x="12951" y="15536"/>
                      <a:pt x="12942" y="15536"/>
                    </a:cubicBezTo>
                    <a:cubicBezTo>
                      <a:pt x="12936" y="15540"/>
                      <a:pt x="12927" y="15542"/>
                      <a:pt x="12919" y="15542"/>
                    </a:cubicBezTo>
                    <a:cubicBezTo>
                      <a:pt x="12907" y="15542"/>
                      <a:pt x="12894" y="15537"/>
                      <a:pt x="12884" y="15528"/>
                    </a:cubicBezTo>
                    <a:cubicBezTo>
                      <a:pt x="12785" y="15437"/>
                      <a:pt x="12744" y="15296"/>
                      <a:pt x="12735" y="15172"/>
                    </a:cubicBezTo>
                    <a:cubicBezTo>
                      <a:pt x="12735" y="15139"/>
                      <a:pt x="12766" y="15117"/>
                      <a:pt x="12795" y="15117"/>
                    </a:cubicBezTo>
                    <a:cubicBezTo>
                      <a:pt x="12803" y="15117"/>
                      <a:pt x="12811" y="15118"/>
                      <a:pt x="12818" y="15122"/>
                    </a:cubicBezTo>
                    <a:cubicBezTo>
                      <a:pt x="12760" y="14890"/>
                      <a:pt x="12669" y="14666"/>
                      <a:pt x="12545" y="14459"/>
                    </a:cubicBezTo>
                    <a:cubicBezTo>
                      <a:pt x="12462" y="14335"/>
                      <a:pt x="12371" y="14219"/>
                      <a:pt x="12263" y="14111"/>
                    </a:cubicBezTo>
                    <a:cubicBezTo>
                      <a:pt x="12213" y="14053"/>
                      <a:pt x="12155" y="14003"/>
                      <a:pt x="12097" y="13954"/>
                    </a:cubicBezTo>
                    <a:cubicBezTo>
                      <a:pt x="12031" y="13904"/>
                      <a:pt x="11965" y="13854"/>
                      <a:pt x="11907" y="13804"/>
                    </a:cubicBezTo>
                    <a:cubicBezTo>
                      <a:pt x="11840" y="13755"/>
                      <a:pt x="11799" y="13688"/>
                      <a:pt x="11766" y="13614"/>
                    </a:cubicBezTo>
                    <a:cubicBezTo>
                      <a:pt x="11733" y="13531"/>
                      <a:pt x="11716" y="13448"/>
                      <a:pt x="11675" y="13374"/>
                    </a:cubicBezTo>
                    <a:cubicBezTo>
                      <a:pt x="11608" y="13224"/>
                      <a:pt x="11517" y="13092"/>
                      <a:pt x="11410" y="12968"/>
                    </a:cubicBezTo>
                    <a:cubicBezTo>
                      <a:pt x="11186" y="12686"/>
                      <a:pt x="10946" y="12412"/>
                      <a:pt x="10730" y="12131"/>
                    </a:cubicBezTo>
                    <a:cubicBezTo>
                      <a:pt x="10490" y="11816"/>
                      <a:pt x="10258" y="11501"/>
                      <a:pt x="10051" y="11170"/>
                    </a:cubicBezTo>
                    <a:cubicBezTo>
                      <a:pt x="10034" y="11178"/>
                      <a:pt x="10016" y="11182"/>
                      <a:pt x="9996" y="11182"/>
                    </a:cubicBezTo>
                    <a:cubicBezTo>
                      <a:pt x="9976" y="11182"/>
                      <a:pt x="9955" y="11178"/>
                      <a:pt x="9935" y="11170"/>
                    </a:cubicBezTo>
                    <a:cubicBezTo>
                      <a:pt x="9875" y="11147"/>
                      <a:pt x="9889" y="11058"/>
                      <a:pt x="9947" y="11058"/>
                    </a:cubicBezTo>
                    <a:cubicBezTo>
                      <a:pt x="9953" y="11058"/>
                      <a:pt x="9960" y="11059"/>
                      <a:pt x="9968" y="11062"/>
                    </a:cubicBezTo>
                    <a:cubicBezTo>
                      <a:pt x="9974" y="11063"/>
                      <a:pt x="9980" y="11064"/>
                      <a:pt x="9986" y="11064"/>
                    </a:cubicBezTo>
                    <a:cubicBezTo>
                      <a:pt x="10015" y="11064"/>
                      <a:pt x="10047" y="11049"/>
                      <a:pt x="10067" y="11029"/>
                    </a:cubicBezTo>
                    <a:cubicBezTo>
                      <a:pt x="10092" y="10987"/>
                      <a:pt x="10100" y="10946"/>
                      <a:pt x="10100" y="10896"/>
                    </a:cubicBezTo>
                    <a:cubicBezTo>
                      <a:pt x="10100" y="10838"/>
                      <a:pt x="10084" y="10780"/>
                      <a:pt x="10067" y="10722"/>
                    </a:cubicBezTo>
                    <a:cubicBezTo>
                      <a:pt x="10059" y="10664"/>
                      <a:pt x="10042" y="10606"/>
                      <a:pt x="10042" y="10540"/>
                    </a:cubicBezTo>
                    <a:cubicBezTo>
                      <a:pt x="10026" y="10424"/>
                      <a:pt x="10026" y="10300"/>
                      <a:pt x="10026" y="10184"/>
                    </a:cubicBezTo>
                    <a:cubicBezTo>
                      <a:pt x="10034" y="10068"/>
                      <a:pt x="10051" y="9952"/>
                      <a:pt x="10067" y="9844"/>
                    </a:cubicBezTo>
                    <a:cubicBezTo>
                      <a:pt x="10084" y="9753"/>
                      <a:pt x="10092" y="9645"/>
                      <a:pt x="10018" y="9579"/>
                    </a:cubicBezTo>
                    <a:cubicBezTo>
                      <a:pt x="9971" y="9540"/>
                      <a:pt x="10012" y="9487"/>
                      <a:pt x="10058" y="9487"/>
                    </a:cubicBezTo>
                    <a:cubicBezTo>
                      <a:pt x="10061" y="9487"/>
                      <a:pt x="10064" y="9487"/>
                      <a:pt x="10067" y="9488"/>
                    </a:cubicBezTo>
                    <a:cubicBezTo>
                      <a:pt x="10067" y="9488"/>
                      <a:pt x="10067" y="9488"/>
                      <a:pt x="10067" y="9479"/>
                    </a:cubicBezTo>
                    <a:cubicBezTo>
                      <a:pt x="10076" y="9471"/>
                      <a:pt x="10076" y="9463"/>
                      <a:pt x="10076" y="9446"/>
                    </a:cubicBezTo>
                    <a:cubicBezTo>
                      <a:pt x="10076" y="9413"/>
                      <a:pt x="10042" y="9380"/>
                      <a:pt x="10026" y="9355"/>
                    </a:cubicBezTo>
                    <a:cubicBezTo>
                      <a:pt x="10001" y="9322"/>
                      <a:pt x="9984" y="9289"/>
                      <a:pt x="9976" y="9239"/>
                    </a:cubicBezTo>
                    <a:cubicBezTo>
                      <a:pt x="9968" y="9198"/>
                      <a:pt x="9976" y="9148"/>
                      <a:pt x="9984" y="9107"/>
                    </a:cubicBezTo>
                    <a:cubicBezTo>
                      <a:pt x="10026" y="8908"/>
                      <a:pt x="10009" y="8709"/>
                      <a:pt x="9976" y="8518"/>
                    </a:cubicBezTo>
                    <a:cubicBezTo>
                      <a:pt x="9976" y="8510"/>
                      <a:pt x="9968" y="8502"/>
                      <a:pt x="9968" y="8493"/>
                    </a:cubicBezTo>
                    <a:cubicBezTo>
                      <a:pt x="9926" y="8245"/>
                      <a:pt x="9852" y="7996"/>
                      <a:pt x="9819" y="7748"/>
                    </a:cubicBezTo>
                    <a:cubicBezTo>
                      <a:pt x="9810" y="7690"/>
                      <a:pt x="9802" y="7632"/>
                      <a:pt x="9794" y="7565"/>
                    </a:cubicBezTo>
                    <a:cubicBezTo>
                      <a:pt x="9794" y="7516"/>
                      <a:pt x="9794" y="7458"/>
                      <a:pt x="9794" y="7408"/>
                    </a:cubicBezTo>
                    <a:cubicBezTo>
                      <a:pt x="9794" y="7325"/>
                      <a:pt x="9802" y="7251"/>
                      <a:pt x="9819" y="7176"/>
                    </a:cubicBezTo>
                    <a:cubicBezTo>
                      <a:pt x="9827" y="7135"/>
                      <a:pt x="9835" y="7093"/>
                      <a:pt x="9852" y="7052"/>
                    </a:cubicBezTo>
                    <a:lnTo>
                      <a:pt x="9852" y="7052"/>
                    </a:lnTo>
                    <a:cubicBezTo>
                      <a:pt x="9835" y="7060"/>
                      <a:pt x="9827" y="7060"/>
                      <a:pt x="9810" y="7068"/>
                    </a:cubicBezTo>
                    <a:cubicBezTo>
                      <a:pt x="9804" y="7071"/>
                      <a:pt x="9797" y="7073"/>
                      <a:pt x="9791" y="7073"/>
                    </a:cubicBezTo>
                    <a:cubicBezTo>
                      <a:pt x="9748" y="7073"/>
                      <a:pt x="9734" y="7000"/>
                      <a:pt x="9786" y="6985"/>
                    </a:cubicBezTo>
                    <a:cubicBezTo>
                      <a:pt x="9844" y="6961"/>
                      <a:pt x="9893" y="6911"/>
                      <a:pt x="9926" y="6853"/>
                    </a:cubicBezTo>
                    <a:cubicBezTo>
                      <a:pt x="9935" y="6836"/>
                      <a:pt x="9951" y="6820"/>
                      <a:pt x="9960" y="6795"/>
                    </a:cubicBezTo>
                    <a:cubicBezTo>
                      <a:pt x="9960" y="6795"/>
                      <a:pt x="9960" y="6787"/>
                      <a:pt x="9960" y="6787"/>
                    </a:cubicBezTo>
                    <a:cubicBezTo>
                      <a:pt x="9976" y="6737"/>
                      <a:pt x="9984" y="6695"/>
                      <a:pt x="9984" y="6646"/>
                    </a:cubicBezTo>
                    <a:cubicBezTo>
                      <a:pt x="9984" y="6629"/>
                      <a:pt x="9976" y="6613"/>
                      <a:pt x="9976" y="6596"/>
                    </a:cubicBezTo>
                    <a:cubicBezTo>
                      <a:pt x="9968" y="6563"/>
                      <a:pt x="9960" y="6530"/>
                      <a:pt x="9935" y="6497"/>
                    </a:cubicBezTo>
                    <a:cubicBezTo>
                      <a:pt x="9918" y="6455"/>
                      <a:pt x="9868" y="6430"/>
                      <a:pt x="9877" y="6389"/>
                    </a:cubicBezTo>
                    <a:cubicBezTo>
                      <a:pt x="9877" y="6298"/>
                      <a:pt x="9951" y="6231"/>
                      <a:pt x="10018" y="6182"/>
                    </a:cubicBezTo>
                    <a:cubicBezTo>
                      <a:pt x="10034" y="6173"/>
                      <a:pt x="10042" y="6165"/>
                      <a:pt x="10051" y="6157"/>
                    </a:cubicBezTo>
                    <a:cubicBezTo>
                      <a:pt x="10092" y="6124"/>
                      <a:pt x="10142" y="6099"/>
                      <a:pt x="10175" y="6057"/>
                    </a:cubicBezTo>
                    <a:cubicBezTo>
                      <a:pt x="10200" y="6024"/>
                      <a:pt x="10233" y="5966"/>
                      <a:pt x="10200" y="5925"/>
                    </a:cubicBezTo>
                    <a:cubicBezTo>
                      <a:pt x="10175" y="5892"/>
                      <a:pt x="10192" y="5834"/>
                      <a:pt x="10241" y="5834"/>
                    </a:cubicBezTo>
                    <a:cubicBezTo>
                      <a:pt x="10399" y="5825"/>
                      <a:pt x="10473" y="5651"/>
                      <a:pt x="10506" y="5519"/>
                    </a:cubicBezTo>
                    <a:cubicBezTo>
                      <a:pt x="10531" y="5428"/>
                      <a:pt x="10556" y="5345"/>
                      <a:pt x="10581" y="5254"/>
                    </a:cubicBezTo>
                    <a:cubicBezTo>
                      <a:pt x="10614" y="5171"/>
                      <a:pt x="10647" y="5096"/>
                      <a:pt x="10697" y="5022"/>
                    </a:cubicBezTo>
                    <a:cubicBezTo>
                      <a:pt x="10738" y="4947"/>
                      <a:pt x="10796" y="4881"/>
                      <a:pt x="10813" y="4806"/>
                    </a:cubicBezTo>
                    <a:cubicBezTo>
                      <a:pt x="10821" y="4765"/>
                      <a:pt x="10813" y="4732"/>
                      <a:pt x="10796" y="4699"/>
                    </a:cubicBezTo>
                    <a:cubicBezTo>
                      <a:pt x="10780" y="4657"/>
                      <a:pt x="10772" y="4608"/>
                      <a:pt x="10780" y="4558"/>
                    </a:cubicBezTo>
                    <a:cubicBezTo>
                      <a:pt x="10788" y="4367"/>
                      <a:pt x="10813" y="4168"/>
                      <a:pt x="10830" y="3970"/>
                    </a:cubicBezTo>
                    <a:cubicBezTo>
                      <a:pt x="10830" y="3961"/>
                      <a:pt x="10830" y="3953"/>
                      <a:pt x="10830" y="3945"/>
                    </a:cubicBezTo>
                    <a:cubicBezTo>
                      <a:pt x="10904" y="3174"/>
                      <a:pt x="10979" y="2395"/>
                      <a:pt x="11078" y="1625"/>
                    </a:cubicBezTo>
                    <a:cubicBezTo>
                      <a:pt x="11128" y="1235"/>
                      <a:pt x="11194" y="854"/>
                      <a:pt x="11252" y="465"/>
                    </a:cubicBezTo>
                    <a:cubicBezTo>
                      <a:pt x="11269" y="374"/>
                      <a:pt x="11285" y="274"/>
                      <a:pt x="11294" y="175"/>
                    </a:cubicBezTo>
                    <a:cubicBezTo>
                      <a:pt x="11302" y="142"/>
                      <a:pt x="11310" y="92"/>
                      <a:pt x="11285" y="67"/>
                    </a:cubicBezTo>
                    <a:cubicBezTo>
                      <a:pt x="11269" y="42"/>
                      <a:pt x="11227" y="26"/>
                      <a:pt x="11202" y="17"/>
                    </a:cubicBezTo>
                    <a:cubicBezTo>
                      <a:pt x="11164" y="5"/>
                      <a:pt x="11125" y="0"/>
                      <a:pt x="110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6" name="Google Shape;2646;p5"/>
              <p:cNvSpPr/>
              <p:nvPr/>
            </p:nvSpPr>
            <p:spPr>
              <a:xfrm>
                <a:off x="1854200" y="1298775"/>
                <a:ext cx="1675" cy="1075"/>
              </a:xfrm>
              <a:custGeom>
                <a:rect b="b" l="l" r="r" t="t"/>
                <a:pathLst>
                  <a:path extrusionOk="0" h="43" w="67">
                    <a:moveTo>
                      <a:pt x="67" y="1"/>
                    </a:moveTo>
                    <a:lnTo>
                      <a:pt x="67" y="1"/>
                    </a:lnTo>
                    <a:cubicBezTo>
                      <a:pt x="42" y="9"/>
                      <a:pt x="25" y="17"/>
                      <a:pt x="0" y="17"/>
                    </a:cubicBezTo>
                    <a:cubicBezTo>
                      <a:pt x="9" y="26"/>
                      <a:pt x="9" y="34"/>
                      <a:pt x="9" y="42"/>
                    </a:cubicBezTo>
                    <a:cubicBezTo>
                      <a:pt x="17" y="34"/>
                      <a:pt x="25" y="34"/>
                      <a:pt x="42" y="34"/>
                    </a:cubicBezTo>
                    <a:cubicBezTo>
                      <a:pt x="42" y="34"/>
                      <a:pt x="50" y="42"/>
                      <a:pt x="50" y="42"/>
                    </a:cubicBezTo>
                    <a:cubicBezTo>
                      <a:pt x="58" y="26"/>
                      <a:pt x="58" y="17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7" name="Google Shape;2647;p5"/>
              <p:cNvSpPr/>
              <p:nvPr/>
            </p:nvSpPr>
            <p:spPr>
              <a:xfrm>
                <a:off x="1796200" y="1732325"/>
                <a:ext cx="187700" cy="330775"/>
              </a:xfrm>
              <a:custGeom>
                <a:rect b="b" l="l" r="r" t="t"/>
                <a:pathLst>
                  <a:path extrusionOk="0" h="13231" w="7508">
                    <a:moveTo>
                      <a:pt x="4740" y="0"/>
                    </a:moveTo>
                    <a:lnTo>
                      <a:pt x="4740" y="0"/>
                    </a:lnTo>
                    <a:cubicBezTo>
                      <a:pt x="4748" y="232"/>
                      <a:pt x="4740" y="464"/>
                      <a:pt x="4748" y="696"/>
                    </a:cubicBezTo>
                    <a:cubicBezTo>
                      <a:pt x="4756" y="887"/>
                      <a:pt x="4756" y="1069"/>
                      <a:pt x="4773" y="1251"/>
                    </a:cubicBezTo>
                    <a:cubicBezTo>
                      <a:pt x="4773" y="1251"/>
                      <a:pt x="4781" y="1260"/>
                      <a:pt x="4781" y="1276"/>
                    </a:cubicBezTo>
                    <a:lnTo>
                      <a:pt x="4789" y="1566"/>
                    </a:lnTo>
                    <a:cubicBezTo>
                      <a:pt x="4789" y="1591"/>
                      <a:pt x="4781" y="1608"/>
                      <a:pt x="4765" y="1608"/>
                    </a:cubicBezTo>
                    <a:cubicBezTo>
                      <a:pt x="4748" y="1798"/>
                      <a:pt x="4740" y="1981"/>
                      <a:pt x="4731" y="2171"/>
                    </a:cubicBezTo>
                    <a:cubicBezTo>
                      <a:pt x="4731" y="2320"/>
                      <a:pt x="4723" y="2461"/>
                      <a:pt x="4723" y="2610"/>
                    </a:cubicBezTo>
                    <a:cubicBezTo>
                      <a:pt x="4723" y="2668"/>
                      <a:pt x="4715" y="2734"/>
                      <a:pt x="4715" y="2792"/>
                    </a:cubicBezTo>
                    <a:cubicBezTo>
                      <a:pt x="4723" y="2751"/>
                      <a:pt x="4731" y="2710"/>
                      <a:pt x="4740" y="2668"/>
                    </a:cubicBezTo>
                    <a:cubicBezTo>
                      <a:pt x="4751" y="2646"/>
                      <a:pt x="4770" y="2636"/>
                      <a:pt x="4788" y="2636"/>
                    </a:cubicBezTo>
                    <a:cubicBezTo>
                      <a:pt x="4812" y="2636"/>
                      <a:pt x="4835" y="2652"/>
                      <a:pt x="4839" y="2685"/>
                    </a:cubicBezTo>
                    <a:cubicBezTo>
                      <a:pt x="4847" y="2734"/>
                      <a:pt x="4831" y="2792"/>
                      <a:pt x="4823" y="2850"/>
                    </a:cubicBezTo>
                    <a:cubicBezTo>
                      <a:pt x="4814" y="2908"/>
                      <a:pt x="4806" y="2966"/>
                      <a:pt x="4789" y="3024"/>
                    </a:cubicBezTo>
                    <a:cubicBezTo>
                      <a:pt x="4765" y="3132"/>
                      <a:pt x="4731" y="3240"/>
                      <a:pt x="4707" y="3356"/>
                    </a:cubicBezTo>
                    <a:cubicBezTo>
                      <a:pt x="4640" y="3571"/>
                      <a:pt x="4574" y="3795"/>
                      <a:pt x="4499" y="4010"/>
                    </a:cubicBezTo>
                    <a:cubicBezTo>
                      <a:pt x="4425" y="4226"/>
                      <a:pt x="4375" y="4450"/>
                      <a:pt x="4342" y="4673"/>
                    </a:cubicBezTo>
                    <a:cubicBezTo>
                      <a:pt x="4309" y="4905"/>
                      <a:pt x="4292" y="5137"/>
                      <a:pt x="4292" y="5378"/>
                    </a:cubicBezTo>
                    <a:cubicBezTo>
                      <a:pt x="4301" y="5560"/>
                      <a:pt x="4309" y="5742"/>
                      <a:pt x="4325" y="5924"/>
                    </a:cubicBezTo>
                    <a:cubicBezTo>
                      <a:pt x="4359" y="5759"/>
                      <a:pt x="4375" y="5585"/>
                      <a:pt x="4359" y="5419"/>
                    </a:cubicBezTo>
                    <a:cubicBezTo>
                      <a:pt x="4359" y="5400"/>
                      <a:pt x="4378" y="5386"/>
                      <a:pt x="4396" y="5386"/>
                    </a:cubicBezTo>
                    <a:cubicBezTo>
                      <a:pt x="4409" y="5386"/>
                      <a:pt x="4421" y="5393"/>
                      <a:pt x="4425" y="5411"/>
                    </a:cubicBezTo>
                    <a:cubicBezTo>
                      <a:pt x="4441" y="5518"/>
                      <a:pt x="4450" y="5626"/>
                      <a:pt x="4450" y="5734"/>
                    </a:cubicBezTo>
                    <a:cubicBezTo>
                      <a:pt x="4441" y="5842"/>
                      <a:pt x="4433" y="5949"/>
                      <a:pt x="4408" y="6057"/>
                    </a:cubicBezTo>
                    <a:cubicBezTo>
                      <a:pt x="4367" y="6272"/>
                      <a:pt x="4301" y="6488"/>
                      <a:pt x="4234" y="6695"/>
                    </a:cubicBezTo>
                    <a:cubicBezTo>
                      <a:pt x="4168" y="6902"/>
                      <a:pt x="4093" y="7118"/>
                      <a:pt x="4044" y="7333"/>
                    </a:cubicBezTo>
                    <a:cubicBezTo>
                      <a:pt x="3986" y="7565"/>
                      <a:pt x="3969" y="7805"/>
                      <a:pt x="3969" y="8037"/>
                    </a:cubicBezTo>
                    <a:cubicBezTo>
                      <a:pt x="3969" y="8178"/>
                      <a:pt x="3977" y="8319"/>
                      <a:pt x="3986" y="8460"/>
                    </a:cubicBezTo>
                    <a:cubicBezTo>
                      <a:pt x="3994" y="8601"/>
                      <a:pt x="4011" y="8733"/>
                      <a:pt x="4002" y="8874"/>
                    </a:cubicBezTo>
                    <a:cubicBezTo>
                      <a:pt x="4002" y="8899"/>
                      <a:pt x="3977" y="8907"/>
                      <a:pt x="3961" y="8907"/>
                    </a:cubicBezTo>
                    <a:cubicBezTo>
                      <a:pt x="3953" y="8907"/>
                      <a:pt x="3953" y="8915"/>
                      <a:pt x="3953" y="8915"/>
                    </a:cubicBezTo>
                    <a:cubicBezTo>
                      <a:pt x="3911" y="9065"/>
                      <a:pt x="3853" y="9205"/>
                      <a:pt x="3795" y="9338"/>
                    </a:cubicBezTo>
                    <a:cubicBezTo>
                      <a:pt x="3663" y="9620"/>
                      <a:pt x="3505" y="9877"/>
                      <a:pt x="3348" y="10142"/>
                    </a:cubicBezTo>
                    <a:cubicBezTo>
                      <a:pt x="3182" y="10423"/>
                      <a:pt x="3008" y="10705"/>
                      <a:pt x="2842" y="10995"/>
                    </a:cubicBezTo>
                    <a:cubicBezTo>
                      <a:pt x="2801" y="11061"/>
                      <a:pt x="2760" y="11136"/>
                      <a:pt x="2718" y="11202"/>
                    </a:cubicBezTo>
                    <a:cubicBezTo>
                      <a:pt x="2677" y="11260"/>
                      <a:pt x="2644" y="11327"/>
                      <a:pt x="2594" y="11376"/>
                    </a:cubicBezTo>
                    <a:cubicBezTo>
                      <a:pt x="2494" y="11476"/>
                      <a:pt x="2362" y="11517"/>
                      <a:pt x="2229" y="11534"/>
                    </a:cubicBezTo>
                    <a:cubicBezTo>
                      <a:pt x="2142" y="11542"/>
                      <a:pt x="2057" y="11544"/>
                      <a:pt x="1972" y="11544"/>
                    </a:cubicBezTo>
                    <a:cubicBezTo>
                      <a:pt x="1887" y="11544"/>
                      <a:pt x="1803" y="11542"/>
                      <a:pt x="1716" y="11542"/>
                    </a:cubicBezTo>
                    <a:lnTo>
                      <a:pt x="1467" y="11550"/>
                    </a:lnTo>
                    <a:cubicBezTo>
                      <a:pt x="1467" y="11567"/>
                      <a:pt x="1450" y="11592"/>
                      <a:pt x="1434" y="11592"/>
                    </a:cubicBezTo>
                    <a:cubicBezTo>
                      <a:pt x="1243" y="11567"/>
                      <a:pt x="1053" y="11542"/>
                      <a:pt x="862" y="11509"/>
                    </a:cubicBezTo>
                    <a:cubicBezTo>
                      <a:pt x="766" y="11494"/>
                      <a:pt x="663" y="11480"/>
                      <a:pt x="558" y="11480"/>
                    </a:cubicBezTo>
                    <a:cubicBezTo>
                      <a:pt x="482" y="11480"/>
                      <a:pt x="405" y="11488"/>
                      <a:pt x="332" y="11509"/>
                    </a:cubicBezTo>
                    <a:cubicBezTo>
                      <a:pt x="266" y="11525"/>
                      <a:pt x="199" y="11550"/>
                      <a:pt x="150" y="11600"/>
                    </a:cubicBezTo>
                    <a:cubicBezTo>
                      <a:pt x="92" y="11658"/>
                      <a:pt x="67" y="11741"/>
                      <a:pt x="42" y="11815"/>
                    </a:cubicBezTo>
                    <a:cubicBezTo>
                      <a:pt x="0" y="11981"/>
                      <a:pt x="17" y="12155"/>
                      <a:pt x="58" y="12321"/>
                    </a:cubicBezTo>
                    <a:lnTo>
                      <a:pt x="50" y="12321"/>
                    </a:lnTo>
                    <a:cubicBezTo>
                      <a:pt x="58" y="12329"/>
                      <a:pt x="58" y="12337"/>
                      <a:pt x="58" y="12346"/>
                    </a:cubicBezTo>
                    <a:cubicBezTo>
                      <a:pt x="83" y="12429"/>
                      <a:pt x="116" y="12511"/>
                      <a:pt x="158" y="12586"/>
                    </a:cubicBezTo>
                    <a:cubicBezTo>
                      <a:pt x="166" y="12611"/>
                      <a:pt x="183" y="12636"/>
                      <a:pt x="191" y="12652"/>
                    </a:cubicBezTo>
                    <a:cubicBezTo>
                      <a:pt x="199" y="12561"/>
                      <a:pt x="224" y="12478"/>
                      <a:pt x="249" y="12387"/>
                    </a:cubicBezTo>
                    <a:cubicBezTo>
                      <a:pt x="274" y="12304"/>
                      <a:pt x="307" y="12221"/>
                      <a:pt x="357" y="12139"/>
                    </a:cubicBezTo>
                    <a:cubicBezTo>
                      <a:pt x="415" y="12047"/>
                      <a:pt x="489" y="11973"/>
                      <a:pt x="580" y="11915"/>
                    </a:cubicBezTo>
                    <a:cubicBezTo>
                      <a:pt x="672" y="11849"/>
                      <a:pt x="779" y="11799"/>
                      <a:pt x="895" y="11757"/>
                    </a:cubicBezTo>
                    <a:cubicBezTo>
                      <a:pt x="1075" y="11686"/>
                      <a:pt x="1272" y="11614"/>
                      <a:pt x="1470" y="11614"/>
                    </a:cubicBezTo>
                    <a:cubicBezTo>
                      <a:pt x="1547" y="11614"/>
                      <a:pt x="1623" y="11624"/>
                      <a:pt x="1699" y="11650"/>
                    </a:cubicBezTo>
                    <a:cubicBezTo>
                      <a:pt x="1744" y="11665"/>
                      <a:pt x="1728" y="11727"/>
                      <a:pt x="1688" y="11727"/>
                    </a:cubicBezTo>
                    <a:cubicBezTo>
                      <a:pt x="1684" y="11727"/>
                      <a:pt x="1679" y="11726"/>
                      <a:pt x="1674" y="11724"/>
                    </a:cubicBezTo>
                    <a:cubicBezTo>
                      <a:pt x="1622" y="11708"/>
                      <a:pt x="1569" y="11701"/>
                      <a:pt x="1516" y="11701"/>
                    </a:cubicBezTo>
                    <a:cubicBezTo>
                      <a:pt x="1348" y="11701"/>
                      <a:pt x="1177" y="11769"/>
                      <a:pt x="1020" y="11832"/>
                    </a:cubicBezTo>
                    <a:cubicBezTo>
                      <a:pt x="829" y="11907"/>
                      <a:pt x="630" y="11981"/>
                      <a:pt x="498" y="12139"/>
                    </a:cubicBezTo>
                    <a:cubicBezTo>
                      <a:pt x="440" y="12221"/>
                      <a:pt x="390" y="12313"/>
                      <a:pt x="365" y="12412"/>
                    </a:cubicBezTo>
                    <a:cubicBezTo>
                      <a:pt x="340" y="12495"/>
                      <a:pt x="324" y="12569"/>
                      <a:pt x="307" y="12652"/>
                    </a:cubicBezTo>
                    <a:cubicBezTo>
                      <a:pt x="307" y="12702"/>
                      <a:pt x="299" y="12743"/>
                      <a:pt x="299" y="12793"/>
                    </a:cubicBezTo>
                    <a:cubicBezTo>
                      <a:pt x="299" y="12810"/>
                      <a:pt x="290" y="12818"/>
                      <a:pt x="290" y="12834"/>
                    </a:cubicBezTo>
                    <a:cubicBezTo>
                      <a:pt x="290" y="12843"/>
                      <a:pt x="299" y="12843"/>
                      <a:pt x="299" y="12843"/>
                    </a:cubicBezTo>
                    <a:cubicBezTo>
                      <a:pt x="315" y="12876"/>
                      <a:pt x="307" y="12892"/>
                      <a:pt x="290" y="12909"/>
                    </a:cubicBezTo>
                    <a:cubicBezTo>
                      <a:pt x="290" y="12917"/>
                      <a:pt x="290" y="12926"/>
                      <a:pt x="290" y="12926"/>
                    </a:cubicBezTo>
                    <a:cubicBezTo>
                      <a:pt x="299" y="12967"/>
                      <a:pt x="373" y="12975"/>
                      <a:pt x="398" y="12984"/>
                    </a:cubicBezTo>
                    <a:cubicBezTo>
                      <a:pt x="456" y="13000"/>
                      <a:pt x="514" y="13017"/>
                      <a:pt x="572" y="13025"/>
                    </a:cubicBezTo>
                    <a:cubicBezTo>
                      <a:pt x="705" y="13058"/>
                      <a:pt x="837" y="13083"/>
                      <a:pt x="970" y="13100"/>
                    </a:cubicBezTo>
                    <a:cubicBezTo>
                      <a:pt x="1036" y="13108"/>
                      <a:pt x="1102" y="13116"/>
                      <a:pt x="1169" y="13124"/>
                    </a:cubicBezTo>
                    <a:lnTo>
                      <a:pt x="1185" y="13124"/>
                    </a:lnTo>
                    <a:cubicBezTo>
                      <a:pt x="1144" y="13108"/>
                      <a:pt x="1094" y="13083"/>
                      <a:pt x="1053" y="13066"/>
                    </a:cubicBezTo>
                    <a:cubicBezTo>
                      <a:pt x="986" y="13025"/>
                      <a:pt x="937" y="12975"/>
                      <a:pt x="920" y="12901"/>
                    </a:cubicBezTo>
                    <a:cubicBezTo>
                      <a:pt x="895" y="12760"/>
                      <a:pt x="978" y="12619"/>
                      <a:pt x="1069" y="12520"/>
                    </a:cubicBezTo>
                    <a:cubicBezTo>
                      <a:pt x="1169" y="12412"/>
                      <a:pt x="1293" y="12329"/>
                      <a:pt x="1417" y="12263"/>
                    </a:cubicBezTo>
                    <a:cubicBezTo>
                      <a:pt x="1583" y="12172"/>
                      <a:pt x="1757" y="12097"/>
                      <a:pt x="1939" y="12039"/>
                    </a:cubicBezTo>
                    <a:cubicBezTo>
                      <a:pt x="1944" y="12037"/>
                      <a:pt x="1949" y="12037"/>
                      <a:pt x="1953" y="12037"/>
                    </a:cubicBezTo>
                    <a:cubicBezTo>
                      <a:pt x="1993" y="12037"/>
                      <a:pt x="2009" y="12099"/>
                      <a:pt x="1964" y="12114"/>
                    </a:cubicBezTo>
                    <a:cubicBezTo>
                      <a:pt x="1832" y="12172"/>
                      <a:pt x="1691" y="12238"/>
                      <a:pt x="1566" y="12313"/>
                    </a:cubicBezTo>
                    <a:cubicBezTo>
                      <a:pt x="1450" y="12371"/>
                      <a:pt x="1334" y="12437"/>
                      <a:pt x="1227" y="12528"/>
                    </a:cubicBezTo>
                    <a:lnTo>
                      <a:pt x="1227" y="12536"/>
                    </a:lnTo>
                    <a:cubicBezTo>
                      <a:pt x="1136" y="12603"/>
                      <a:pt x="1053" y="12702"/>
                      <a:pt x="1036" y="12818"/>
                    </a:cubicBezTo>
                    <a:cubicBezTo>
                      <a:pt x="1028" y="12876"/>
                      <a:pt x="1044" y="12926"/>
                      <a:pt x="1102" y="12950"/>
                    </a:cubicBezTo>
                    <a:cubicBezTo>
                      <a:pt x="1160" y="12992"/>
                      <a:pt x="1227" y="13017"/>
                      <a:pt x="1293" y="13033"/>
                    </a:cubicBezTo>
                    <a:cubicBezTo>
                      <a:pt x="1368" y="13058"/>
                      <a:pt x="1442" y="13083"/>
                      <a:pt x="1525" y="13091"/>
                    </a:cubicBezTo>
                    <a:lnTo>
                      <a:pt x="1533" y="13091"/>
                    </a:lnTo>
                    <a:cubicBezTo>
                      <a:pt x="1517" y="13083"/>
                      <a:pt x="1500" y="13075"/>
                      <a:pt x="1484" y="13066"/>
                    </a:cubicBezTo>
                    <a:cubicBezTo>
                      <a:pt x="1450" y="13042"/>
                      <a:pt x="1467" y="12984"/>
                      <a:pt x="1508" y="12984"/>
                    </a:cubicBezTo>
                    <a:cubicBezTo>
                      <a:pt x="1521" y="12988"/>
                      <a:pt x="1533" y="12988"/>
                      <a:pt x="1547" y="12988"/>
                    </a:cubicBezTo>
                    <a:cubicBezTo>
                      <a:pt x="1560" y="12988"/>
                      <a:pt x="1575" y="12988"/>
                      <a:pt x="1591" y="12992"/>
                    </a:cubicBezTo>
                    <a:cubicBezTo>
                      <a:pt x="1616" y="13000"/>
                      <a:pt x="1641" y="13008"/>
                      <a:pt x="1666" y="13017"/>
                    </a:cubicBezTo>
                    <a:cubicBezTo>
                      <a:pt x="1724" y="13033"/>
                      <a:pt x="1774" y="13050"/>
                      <a:pt x="1832" y="13066"/>
                    </a:cubicBezTo>
                    <a:cubicBezTo>
                      <a:pt x="1939" y="13091"/>
                      <a:pt x="2039" y="13116"/>
                      <a:pt x="2146" y="13133"/>
                    </a:cubicBezTo>
                    <a:cubicBezTo>
                      <a:pt x="2362" y="13174"/>
                      <a:pt x="2577" y="13207"/>
                      <a:pt x="2801" y="13216"/>
                    </a:cubicBezTo>
                    <a:cubicBezTo>
                      <a:pt x="2878" y="13222"/>
                      <a:pt x="2962" y="13230"/>
                      <a:pt x="3044" y="13230"/>
                    </a:cubicBezTo>
                    <a:cubicBezTo>
                      <a:pt x="3165" y="13230"/>
                      <a:pt x="3286" y="13213"/>
                      <a:pt x="3389" y="13149"/>
                    </a:cubicBezTo>
                    <a:cubicBezTo>
                      <a:pt x="3522" y="13050"/>
                      <a:pt x="3613" y="12892"/>
                      <a:pt x="3688" y="12752"/>
                    </a:cubicBezTo>
                    <a:cubicBezTo>
                      <a:pt x="3787" y="12553"/>
                      <a:pt x="3878" y="12354"/>
                      <a:pt x="3977" y="12163"/>
                    </a:cubicBezTo>
                    <a:cubicBezTo>
                      <a:pt x="3977" y="12155"/>
                      <a:pt x="3977" y="12139"/>
                      <a:pt x="3977" y="12130"/>
                    </a:cubicBezTo>
                    <a:cubicBezTo>
                      <a:pt x="3977" y="12105"/>
                      <a:pt x="3994" y="12081"/>
                      <a:pt x="4027" y="12072"/>
                    </a:cubicBezTo>
                    <a:cubicBezTo>
                      <a:pt x="4032" y="12059"/>
                      <a:pt x="4044" y="12052"/>
                      <a:pt x="4058" y="12052"/>
                    </a:cubicBezTo>
                    <a:cubicBezTo>
                      <a:pt x="4069" y="12052"/>
                      <a:pt x="4082" y="12056"/>
                      <a:pt x="4093" y="12064"/>
                    </a:cubicBezTo>
                    <a:cubicBezTo>
                      <a:pt x="4218" y="12023"/>
                      <a:pt x="4284" y="11849"/>
                      <a:pt x="4325" y="11741"/>
                    </a:cubicBezTo>
                    <a:cubicBezTo>
                      <a:pt x="4408" y="11550"/>
                      <a:pt x="4499" y="11360"/>
                      <a:pt x="4607" y="11186"/>
                    </a:cubicBezTo>
                    <a:cubicBezTo>
                      <a:pt x="4823" y="10829"/>
                      <a:pt x="5079" y="10498"/>
                      <a:pt x="5386" y="10216"/>
                    </a:cubicBezTo>
                    <a:cubicBezTo>
                      <a:pt x="5461" y="10150"/>
                      <a:pt x="5535" y="10075"/>
                      <a:pt x="5618" y="10009"/>
                    </a:cubicBezTo>
                    <a:cubicBezTo>
                      <a:pt x="5701" y="9943"/>
                      <a:pt x="5784" y="9885"/>
                      <a:pt x="5867" y="9819"/>
                    </a:cubicBezTo>
                    <a:cubicBezTo>
                      <a:pt x="5958" y="9752"/>
                      <a:pt x="5991" y="9669"/>
                      <a:pt x="6016" y="9562"/>
                    </a:cubicBezTo>
                    <a:cubicBezTo>
                      <a:pt x="6032" y="9454"/>
                      <a:pt x="6032" y="9346"/>
                      <a:pt x="6049" y="9239"/>
                    </a:cubicBezTo>
                    <a:cubicBezTo>
                      <a:pt x="6090" y="9007"/>
                      <a:pt x="6173" y="8783"/>
                      <a:pt x="6264" y="8559"/>
                    </a:cubicBezTo>
                    <a:cubicBezTo>
                      <a:pt x="6355" y="8335"/>
                      <a:pt x="6455" y="8103"/>
                      <a:pt x="6554" y="7871"/>
                    </a:cubicBezTo>
                    <a:cubicBezTo>
                      <a:pt x="6761" y="7416"/>
                      <a:pt x="6952" y="6944"/>
                      <a:pt x="7167" y="6488"/>
                    </a:cubicBezTo>
                    <a:cubicBezTo>
                      <a:pt x="7176" y="6471"/>
                      <a:pt x="7184" y="6455"/>
                      <a:pt x="7192" y="6438"/>
                    </a:cubicBezTo>
                    <a:cubicBezTo>
                      <a:pt x="7201" y="6380"/>
                      <a:pt x="7209" y="6330"/>
                      <a:pt x="7217" y="6272"/>
                    </a:cubicBezTo>
                    <a:cubicBezTo>
                      <a:pt x="7333" y="5610"/>
                      <a:pt x="7474" y="4955"/>
                      <a:pt x="7499" y="4284"/>
                    </a:cubicBezTo>
                    <a:cubicBezTo>
                      <a:pt x="7507" y="4093"/>
                      <a:pt x="7507" y="3903"/>
                      <a:pt x="7499" y="3704"/>
                    </a:cubicBezTo>
                    <a:cubicBezTo>
                      <a:pt x="7491" y="3679"/>
                      <a:pt x="7491" y="3654"/>
                      <a:pt x="7482" y="3621"/>
                    </a:cubicBezTo>
                    <a:cubicBezTo>
                      <a:pt x="7457" y="3522"/>
                      <a:pt x="7408" y="3439"/>
                      <a:pt x="7358" y="3348"/>
                    </a:cubicBezTo>
                    <a:cubicBezTo>
                      <a:pt x="7341" y="3348"/>
                      <a:pt x="7333" y="3348"/>
                      <a:pt x="7317" y="3331"/>
                    </a:cubicBezTo>
                    <a:cubicBezTo>
                      <a:pt x="7217" y="3198"/>
                      <a:pt x="7126" y="3058"/>
                      <a:pt x="7051" y="2917"/>
                    </a:cubicBezTo>
                    <a:cubicBezTo>
                      <a:pt x="7043" y="2933"/>
                      <a:pt x="7027" y="2950"/>
                      <a:pt x="7002" y="2950"/>
                    </a:cubicBezTo>
                    <a:cubicBezTo>
                      <a:pt x="6886" y="2942"/>
                      <a:pt x="6819" y="2842"/>
                      <a:pt x="6770" y="2751"/>
                    </a:cubicBezTo>
                    <a:cubicBezTo>
                      <a:pt x="6737" y="2701"/>
                      <a:pt x="6712" y="2652"/>
                      <a:pt x="6679" y="2594"/>
                    </a:cubicBezTo>
                    <a:cubicBezTo>
                      <a:pt x="6563" y="2494"/>
                      <a:pt x="6447" y="2387"/>
                      <a:pt x="6322" y="2279"/>
                    </a:cubicBezTo>
                    <a:cubicBezTo>
                      <a:pt x="6198" y="2163"/>
                      <a:pt x="6065" y="2039"/>
                      <a:pt x="5966" y="1906"/>
                    </a:cubicBezTo>
                    <a:cubicBezTo>
                      <a:pt x="5933" y="1865"/>
                      <a:pt x="5900" y="1823"/>
                      <a:pt x="5875" y="1782"/>
                    </a:cubicBezTo>
                    <a:cubicBezTo>
                      <a:pt x="5800" y="1666"/>
                      <a:pt x="5734" y="1533"/>
                      <a:pt x="5676" y="1409"/>
                    </a:cubicBezTo>
                    <a:cubicBezTo>
                      <a:pt x="5593" y="1301"/>
                      <a:pt x="5510" y="1193"/>
                      <a:pt x="5444" y="1069"/>
                    </a:cubicBezTo>
                    <a:cubicBezTo>
                      <a:pt x="5336" y="895"/>
                      <a:pt x="5237" y="713"/>
                      <a:pt x="5162" y="522"/>
                    </a:cubicBezTo>
                    <a:cubicBezTo>
                      <a:pt x="5146" y="522"/>
                      <a:pt x="5137" y="514"/>
                      <a:pt x="5129" y="506"/>
                    </a:cubicBezTo>
                    <a:lnTo>
                      <a:pt x="474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8" name="Google Shape;2648;p5"/>
              <p:cNvSpPr/>
              <p:nvPr/>
            </p:nvSpPr>
            <p:spPr>
              <a:xfrm>
                <a:off x="1826850" y="1257475"/>
                <a:ext cx="131350" cy="147375"/>
              </a:xfrm>
              <a:custGeom>
                <a:rect b="b" l="l" r="r" t="t"/>
                <a:pathLst>
                  <a:path extrusionOk="0" h="5895" w="5254">
                    <a:moveTo>
                      <a:pt x="2843" y="1479"/>
                    </a:moveTo>
                    <a:cubicBezTo>
                      <a:pt x="2834" y="1495"/>
                      <a:pt x="2834" y="1504"/>
                      <a:pt x="2834" y="1512"/>
                    </a:cubicBezTo>
                    <a:cubicBezTo>
                      <a:pt x="2826" y="1520"/>
                      <a:pt x="2826" y="1529"/>
                      <a:pt x="2826" y="1537"/>
                    </a:cubicBezTo>
                    <a:cubicBezTo>
                      <a:pt x="2826" y="1545"/>
                      <a:pt x="2818" y="1545"/>
                      <a:pt x="2818" y="1553"/>
                    </a:cubicBezTo>
                    <a:cubicBezTo>
                      <a:pt x="2818" y="1578"/>
                      <a:pt x="2818" y="1595"/>
                      <a:pt x="2809" y="1620"/>
                    </a:cubicBezTo>
                    <a:cubicBezTo>
                      <a:pt x="2809" y="1620"/>
                      <a:pt x="2809" y="1628"/>
                      <a:pt x="2809" y="1636"/>
                    </a:cubicBezTo>
                    <a:cubicBezTo>
                      <a:pt x="2793" y="1669"/>
                      <a:pt x="2769" y="1693"/>
                      <a:pt x="2753" y="1725"/>
                    </a:cubicBezTo>
                    <a:lnTo>
                      <a:pt x="2753" y="1725"/>
                    </a:lnTo>
                    <a:cubicBezTo>
                      <a:pt x="2762" y="1638"/>
                      <a:pt x="2795" y="1558"/>
                      <a:pt x="2843" y="1479"/>
                    </a:cubicBezTo>
                    <a:close/>
                    <a:moveTo>
                      <a:pt x="3030" y="1"/>
                    </a:moveTo>
                    <a:cubicBezTo>
                      <a:pt x="3009" y="1"/>
                      <a:pt x="2990" y="12"/>
                      <a:pt x="2983" y="37"/>
                    </a:cubicBezTo>
                    <a:cubicBezTo>
                      <a:pt x="2950" y="153"/>
                      <a:pt x="2917" y="269"/>
                      <a:pt x="2892" y="393"/>
                    </a:cubicBezTo>
                    <a:cubicBezTo>
                      <a:pt x="2876" y="435"/>
                      <a:pt x="2867" y="485"/>
                      <a:pt x="2851" y="534"/>
                    </a:cubicBezTo>
                    <a:cubicBezTo>
                      <a:pt x="2843" y="551"/>
                      <a:pt x="2851" y="567"/>
                      <a:pt x="2859" y="576"/>
                    </a:cubicBezTo>
                    <a:cubicBezTo>
                      <a:pt x="2859" y="584"/>
                      <a:pt x="2851" y="592"/>
                      <a:pt x="2851" y="592"/>
                    </a:cubicBezTo>
                    <a:cubicBezTo>
                      <a:pt x="2851" y="601"/>
                      <a:pt x="2851" y="609"/>
                      <a:pt x="2851" y="617"/>
                    </a:cubicBezTo>
                    <a:cubicBezTo>
                      <a:pt x="2843" y="625"/>
                      <a:pt x="2826" y="634"/>
                      <a:pt x="2809" y="642"/>
                    </a:cubicBezTo>
                    <a:cubicBezTo>
                      <a:pt x="2486" y="766"/>
                      <a:pt x="2105" y="791"/>
                      <a:pt x="1774" y="833"/>
                    </a:cubicBezTo>
                    <a:cubicBezTo>
                      <a:pt x="1451" y="874"/>
                      <a:pt x="1128" y="915"/>
                      <a:pt x="796" y="949"/>
                    </a:cubicBezTo>
                    <a:cubicBezTo>
                      <a:pt x="639" y="973"/>
                      <a:pt x="481" y="990"/>
                      <a:pt x="324" y="1015"/>
                    </a:cubicBezTo>
                    <a:cubicBezTo>
                      <a:pt x="241" y="1023"/>
                      <a:pt x="166" y="1040"/>
                      <a:pt x="92" y="1056"/>
                    </a:cubicBezTo>
                    <a:cubicBezTo>
                      <a:pt x="67" y="1056"/>
                      <a:pt x="42" y="1065"/>
                      <a:pt x="17" y="1073"/>
                    </a:cubicBezTo>
                    <a:cubicBezTo>
                      <a:pt x="1" y="1139"/>
                      <a:pt x="75" y="1189"/>
                      <a:pt x="125" y="1205"/>
                    </a:cubicBezTo>
                    <a:cubicBezTo>
                      <a:pt x="191" y="1230"/>
                      <a:pt x="274" y="1255"/>
                      <a:pt x="357" y="1263"/>
                    </a:cubicBezTo>
                    <a:cubicBezTo>
                      <a:pt x="440" y="1280"/>
                      <a:pt x="523" y="1288"/>
                      <a:pt x="606" y="1288"/>
                    </a:cubicBezTo>
                    <a:cubicBezTo>
                      <a:pt x="666" y="1288"/>
                      <a:pt x="727" y="1281"/>
                      <a:pt x="788" y="1281"/>
                    </a:cubicBezTo>
                    <a:cubicBezTo>
                      <a:pt x="818" y="1281"/>
                      <a:pt x="849" y="1283"/>
                      <a:pt x="879" y="1288"/>
                    </a:cubicBezTo>
                    <a:cubicBezTo>
                      <a:pt x="1020" y="1297"/>
                      <a:pt x="1169" y="1355"/>
                      <a:pt x="1235" y="1487"/>
                    </a:cubicBezTo>
                    <a:cubicBezTo>
                      <a:pt x="1302" y="1620"/>
                      <a:pt x="1277" y="1769"/>
                      <a:pt x="1144" y="1852"/>
                    </a:cubicBezTo>
                    <a:cubicBezTo>
                      <a:pt x="1003" y="1934"/>
                      <a:pt x="829" y="1943"/>
                      <a:pt x="672" y="1976"/>
                    </a:cubicBezTo>
                    <a:cubicBezTo>
                      <a:pt x="539" y="2009"/>
                      <a:pt x="398" y="2059"/>
                      <a:pt x="307" y="2166"/>
                    </a:cubicBezTo>
                    <a:cubicBezTo>
                      <a:pt x="282" y="2191"/>
                      <a:pt x="266" y="2241"/>
                      <a:pt x="241" y="2274"/>
                    </a:cubicBezTo>
                    <a:cubicBezTo>
                      <a:pt x="249" y="2390"/>
                      <a:pt x="282" y="2498"/>
                      <a:pt x="349" y="2589"/>
                    </a:cubicBezTo>
                    <a:cubicBezTo>
                      <a:pt x="432" y="2722"/>
                      <a:pt x="581" y="2804"/>
                      <a:pt x="722" y="2871"/>
                    </a:cubicBezTo>
                    <a:cubicBezTo>
                      <a:pt x="879" y="2937"/>
                      <a:pt x="1045" y="2995"/>
                      <a:pt x="1210" y="3061"/>
                    </a:cubicBezTo>
                    <a:cubicBezTo>
                      <a:pt x="1384" y="3128"/>
                      <a:pt x="1558" y="3202"/>
                      <a:pt x="1732" y="3277"/>
                    </a:cubicBezTo>
                    <a:cubicBezTo>
                      <a:pt x="2072" y="3426"/>
                      <a:pt x="2412" y="3575"/>
                      <a:pt x="2743" y="3741"/>
                    </a:cubicBezTo>
                    <a:cubicBezTo>
                      <a:pt x="3083" y="3906"/>
                      <a:pt x="3406" y="4080"/>
                      <a:pt x="3737" y="4254"/>
                    </a:cubicBezTo>
                    <a:cubicBezTo>
                      <a:pt x="3903" y="4337"/>
                      <a:pt x="4077" y="4420"/>
                      <a:pt x="4259" y="4428"/>
                    </a:cubicBezTo>
                    <a:cubicBezTo>
                      <a:pt x="4271" y="4429"/>
                      <a:pt x="4282" y="4429"/>
                      <a:pt x="4293" y="4429"/>
                    </a:cubicBezTo>
                    <a:cubicBezTo>
                      <a:pt x="4440" y="4429"/>
                      <a:pt x="4590" y="4378"/>
                      <a:pt x="4682" y="4263"/>
                    </a:cubicBezTo>
                    <a:cubicBezTo>
                      <a:pt x="4682" y="4254"/>
                      <a:pt x="4674" y="4238"/>
                      <a:pt x="4674" y="4230"/>
                    </a:cubicBezTo>
                    <a:cubicBezTo>
                      <a:pt x="4674" y="4230"/>
                      <a:pt x="4674" y="4221"/>
                      <a:pt x="4674" y="4221"/>
                    </a:cubicBezTo>
                    <a:cubicBezTo>
                      <a:pt x="4657" y="4205"/>
                      <a:pt x="4657" y="4172"/>
                      <a:pt x="4649" y="4147"/>
                    </a:cubicBezTo>
                    <a:cubicBezTo>
                      <a:pt x="4632" y="4108"/>
                      <a:pt x="4667" y="4081"/>
                      <a:pt x="4699" y="4081"/>
                    </a:cubicBezTo>
                    <a:cubicBezTo>
                      <a:pt x="4715" y="4081"/>
                      <a:pt x="4732" y="4088"/>
                      <a:pt x="4740" y="4105"/>
                    </a:cubicBezTo>
                    <a:cubicBezTo>
                      <a:pt x="4757" y="4130"/>
                      <a:pt x="4773" y="4163"/>
                      <a:pt x="4781" y="4196"/>
                    </a:cubicBezTo>
                    <a:cubicBezTo>
                      <a:pt x="4790" y="4221"/>
                      <a:pt x="4790" y="4254"/>
                      <a:pt x="4798" y="4279"/>
                    </a:cubicBezTo>
                    <a:cubicBezTo>
                      <a:pt x="4798" y="4288"/>
                      <a:pt x="4798" y="4288"/>
                      <a:pt x="4798" y="4296"/>
                    </a:cubicBezTo>
                    <a:cubicBezTo>
                      <a:pt x="4806" y="4321"/>
                      <a:pt x="4806" y="4346"/>
                      <a:pt x="4806" y="4362"/>
                    </a:cubicBezTo>
                    <a:lnTo>
                      <a:pt x="4806" y="4387"/>
                    </a:lnTo>
                    <a:cubicBezTo>
                      <a:pt x="4806" y="4412"/>
                      <a:pt x="4806" y="4428"/>
                      <a:pt x="4806" y="4453"/>
                    </a:cubicBezTo>
                    <a:lnTo>
                      <a:pt x="4806" y="4462"/>
                    </a:lnTo>
                    <a:cubicBezTo>
                      <a:pt x="4806" y="4470"/>
                      <a:pt x="4806" y="4470"/>
                      <a:pt x="4798" y="4478"/>
                    </a:cubicBezTo>
                    <a:cubicBezTo>
                      <a:pt x="4790" y="4495"/>
                      <a:pt x="4773" y="4520"/>
                      <a:pt x="4748" y="4520"/>
                    </a:cubicBezTo>
                    <a:cubicBezTo>
                      <a:pt x="4723" y="4511"/>
                      <a:pt x="4699" y="4495"/>
                      <a:pt x="4699" y="4462"/>
                    </a:cubicBezTo>
                    <a:lnTo>
                      <a:pt x="4699" y="4379"/>
                    </a:lnTo>
                    <a:cubicBezTo>
                      <a:pt x="4699" y="4370"/>
                      <a:pt x="4699" y="4362"/>
                      <a:pt x="4699" y="4354"/>
                    </a:cubicBezTo>
                    <a:cubicBezTo>
                      <a:pt x="4616" y="4445"/>
                      <a:pt x="4500" y="4503"/>
                      <a:pt x="4367" y="4520"/>
                    </a:cubicBezTo>
                    <a:cubicBezTo>
                      <a:pt x="4330" y="4525"/>
                      <a:pt x="4293" y="4528"/>
                      <a:pt x="4256" y="4528"/>
                    </a:cubicBezTo>
                    <a:cubicBezTo>
                      <a:pt x="4131" y="4528"/>
                      <a:pt x="4009" y="4496"/>
                      <a:pt x="3887" y="4445"/>
                    </a:cubicBezTo>
                    <a:cubicBezTo>
                      <a:pt x="3713" y="4370"/>
                      <a:pt x="3547" y="4271"/>
                      <a:pt x="3381" y="4188"/>
                    </a:cubicBezTo>
                    <a:cubicBezTo>
                      <a:pt x="3207" y="4097"/>
                      <a:pt x="3041" y="4006"/>
                      <a:pt x="2867" y="3923"/>
                    </a:cubicBezTo>
                    <a:cubicBezTo>
                      <a:pt x="2511" y="3749"/>
                      <a:pt x="2155" y="3583"/>
                      <a:pt x="1799" y="3426"/>
                    </a:cubicBezTo>
                    <a:cubicBezTo>
                      <a:pt x="1442" y="3277"/>
                      <a:pt x="1086" y="3144"/>
                      <a:pt x="730" y="3003"/>
                    </a:cubicBezTo>
                    <a:cubicBezTo>
                      <a:pt x="630" y="2962"/>
                      <a:pt x="531" y="2912"/>
                      <a:pt x="440" y="2854"/>
                    </a:cubicBezTo>
                    <a:lnTo>
                      <a:pt x="440" y="2854"/>
                    </a:lnTo>
                    <a:cubicBezTo>
                      <a:pt x="465" y="2879"/>
                      <a:pt x="440" y="2929"/>
                      <a:pt x="407" y="2937"/>
                    </a:cubicBezTo>
                    <a:cubicBezTo>
                      <a:pt x="324" y="2954"/>
                      <a:pt x="282" y="3036"/>
                      <a:pt x="266" y="3119"/>
                    </a:cubicBezTo>
                    <a:cubicBezTo>
                      <a:pt x="241" y="3194"/>
                      <a:pt x="241" y="3277"/>
                      <a:pt x="216" y="3360"/>
                    </a:cubicBezTo>
                    <a:lnTo>
                      <a:pt x="249" y="3360"/>
                    </a:lnTo>
                    <a:cubicBezTo>
                      <a:pt x="291" y="3393"/>
                      <a:pt x="316" y="3426"/>
                      <a:pt x="340" y="3476"/>
                    </a:cubicBezTo>
                    <a:cubicBezTo>
                      <a:pt x="365" y="3509"/>
                      <a:pt x="382" y="3550"/>
                      <a:pt x="415" y="3592"/>
                    </a:cubicBezTo>
                    <a:cubicBezTo>
                      <a:pt x="456" y="3666"/>
                      <a:pt x="506" y="3741"/>
                      <a:pt x="564" y="3815"/>
                    </a:cubicBezTo>
                    <a:cubicBezTo>
                      <a:pt x="672" y="3956"/>
                      <a:pt x="788" y="4097"/>
                      <a:pt x="929" y="4213"/>
                    </a:cubicBezTo>
                    <a:cubicBezTo>
                      <a:pt x="1070" y="4321"/>
                      <a:pt x="1219" y="4412"/>
                      <a:pt x="1393" y="4470"/>
                    </a:cubicBezTo>
                    <a:cubicBezTo>
                      <a:pt x="1567" y="4528"/>
                      <a:pt x="1757" y="4561"/>
                      <a:pt x="1940" y="4594"/>
                    </a:cubicBezTo>
                    <a:cubicBezTo>
                      <a:pt x="2047" y="4619"/>
                      <a:pt x="2147" y="4644"/>
                      <a:pt x="2246" y="4677"/>
                    </a:cubicBezTo>
                    <a:cubicBezTo>
                      <a:pt x="2304" y="4694"/>
                      <a:pt x="2370" y="4718"/>
                      <a:pt x="2437" y="4760"/>
                    </a:cubicBezTo>
                    <a:lnTo>
                      <a:pt x="2511" y="4776"/>
                    </a:lnTo>
                    <a:cubicBezTo>
                      <a:pt x="2602" y="4801"/>
                      <a:pt x="2694" y="4826"/>
                      <a:pt x="2785" y="4851"/>
                    </a:cubicBezTo>
                    <a:cubicBezTo>
                      <a:pt x="2975" y="4901"/>
                      <a:pt x="3157" y="4950"/>
                      <a:pt x="3331" y="5017"/>
                    </a:cubicBezTo>
                    <a:cubicBezTo>
                      <a:pt x="3497" y="5083"/>
                      <a:pt x="3655" y="5158"/>
                      <a:pt x="3829" y="5199"/>
                    </a:cubicBezTo>
                    <a:cubicBezTo>
                      <a:pt x="3967" y="5233"/>
                      <a:pt x="4111" y="5251"/>
                      <a:pt x="4255" y="5251"/>
                    </a:cubicBezTo>
                    <a:cubicBezTo>
                      <a:pt x="4284" y="5251"/>
                      <a:pt x="4313" y="5250"/>
                      <a:pt x="4342" y="5249"/>
                    </a:cubicBezTo>
                    <a:cubicBezTo>
                      <a:pt x="4433" y="5240"/>
                      <a:pt x="4533" y="5232"/>
                      <a:pt x="4624" y="5216"/>
                    </a:cubicBezTo>
                    <a:cubicBezTo>
                      <a:pt x="4723" y="5199"/>
                      <a:pt x="4815" y="5166"/>
                      <a:pt x="4914" y="5149"/>
                    </a:cubicBezTo>
                    <a:cubicBezTo>
                      <a:pt x="4917" y="5149"/>
                      <a:pt x="4919" y="5148"/>
                      <a:pt x="4921" y="5148"/>
                    </a:cubicBezTo>
                    <a:cubicBezTo>
                      <a:pt x="4951" y="5148"/>
                      <a:pt x="4969" y="5192"/>
                      <a:pt x="4939" y="5207"/>
                    </a:cubicBezTo>
                    <a:cubicBezTo>
                      <a:pt x="4864" y="5257"/>
                      <a:pt x="4773" y="5282"/>
                      <a:pt x="4690" y="5307"/>
                    </a:cubicBezTo>
                    <a:cubicBezTo>
                      <a:pt x="4607" y="5332"/>
                      <a:pt x="4516" y="5340"/>
                      <a:pt x="4433" y="5356"/>
                    </a:cubicBezTo>
                    <a:cubicBezTo>
                      <a:pt x="4375" y="5362"/>
                      <a:pt x="4317" y="5365"/>
                      <a:pt x="4257" y="5365"/>
                    </a:cubicBezTo>
                    <a:cubicBezTo>
                      <a:pt x="4139" y="5365"/>
                      <a:pt x="4019" y="5354"/>
                      <a:pt x="3903" y="5332"/>
                    </a:cubicBezTo>
                    <a:cubicBezTo>
                      <a:pt x="3721" y="5298"/>
                      <a:pt x="3555" y="5232"/>
                      <a:pt x="3389" y="5158"/>
                    </a:cubicBezTo>
                    <a:cubicBezTo>
                      <a:pt x="3215" y="5083"/>
                      <a:pt x="3033" y="5025"/>
                      <a:pt x="2851" y="4975"/>
                    </a:cubicBezTo>
                    <a:cubicBezTo>
                      <a:pt x="2743" y="4942"/>
                      <a:pt x="2636" y="4909"/>
                      <a:pt x="2536" y="4876"/>
                    </a:cubicBezTo>
                    <a:cubicBezTo>
                      <a:pt x="2528" y="4876"/>
                      <a:pt x="2520" y="4876"/>
                      <a:pt x="2520" y="4868"/>
                    </a:cubicBezTo>
                    <a:cubicBezTo>
                      <a:pt x="2511" y="4876"/>
                      <a:pt x="2503" y="4876"/>
                      <a:pt x="2495" y="4876"/>
                    </a:cubicBezTo>
                    <a:cubicBezTo>
                      <a:pt x="2453" y="4859"/>
                      <a:pt x="2412" y="4843"/>
                      <a:pt x="2370" y="4826"/>
                    </a:cubicBezTo>
                    <a:cubicBezTo>
                      <a:pt x="2329" y="4810"/>
                      <a:pt x="2296" y="4801"/>
                      <a:pt x="2263" y="4785"/>
                    </a:cubicBezTo>
                    <a:cubicBezTo>
                      <a:pt x="2254" y="4776"/>
                      <a:pt x="2238" y="4776"/>
                      <a:pt x="2230" y="4776"/>
                    </a:cubicBezTo>
                    <a:cubicBezTo>
                      <a:pt x="2196" y="4760"/>
                      <a:pt x="2163" y="4752"/>
                      <a:pt x="2130" y="4743"/>
                    </a:cubicBezTo>
                    <a:lnTo>
                      <a:pt x="2130" y="4743"/>
                    </a:lnTo>
                    <a:cubicBezTo>
                      <a:pt x="2180" y="4884"/>
                      <a:pt x="2288" y="4967"/>
                      <a:pt x="2387" y="5066"/>
                    </a:cubicBezTo>
                    <a:cubicBezTo>
                      <a:pt x="2445" y="5116"/>
                      <a:pt x="2503" y="5174"/>
                      <a:pt x="2536" y="5249"/>
                    </a:cubicBezTo>
                    <a:cubicBezTo>
                      <a:pt x="2569" y="5315"/>
                      <a:pt x="2586" y="5398"/>
                      <a:pt x="2586" y="5472"/>
                    </a:cubicBezTo>
                    <a:cubicBezTo>
                      <a:pt x="2586" y="5514"/>
                      <a:pt x="2586" y="5555"/>
                      <a:pt x="2578" y="5588"/>
                    </a:cubicBezTo>
                    <a:cubicBezTo>
                      <a:pt x="2569" y="5622"/>
                      <a:pt x="2569" y="5655"/>
                      <a:pt x="2594" y="5688"/>
                    </a:cubicBezTo>
                    <a:cubicBezTo>
                      <a:pt x="2636" y="5738"/>
                      <a:pt x="2702" y="5762"/>
                      <a:pt x="2735" y="5829"/>
                    </a:cubicBezTo>
                    <a:cubicBezTo>
                      <a:pt x="2743" y="5845"/>
                      <a:pt x="2751" y="5870"/>
                      <a:pt x="2760" y="5895"/>
                    </a:cubicBezTo>
                    <a:cubicBezTo>
                      <a:pt x="2793" y="5862"/>
                      <a:pt x="2834" y="5829"/>
                      <a:pt x="2876" y="5804"/>
                    </a:cubicBezTo>
                    <a:cubicBezTo>
                      <a:pt x="3008" y="5729"/>
                      <a:pt x="3149" y="5688"/>
                      <a:pt x="3298" y="5671"/>
                    </a:cubicBezTo>
                    <a:cubicBezTo>
                      <a:pt x="3364" y="5665"/>
                      <a:pt x="3429" y="5662"/>
                      <a:pt x="3494" y="5662"/>
                    </a:cubicBezTo>
                    <a:cubicBezTo>
                      <a:pt x="3730" y="5662"/>
                      <a:pt x="3962" y="5697"/>
                      <a:pt x="4195" y="5697"/>
                    </a:cubicBezTo>
                    <a:cubicBezTo>
                      <a:pt x="4214" y="5697"/>
                      <a:pt x="4232" y="5697"/>
                      <a:pt x="4251" y="5696"/>
                    </a:cubicBezTo>
                    <a:cubicBezTo>
                      <a:pt x="4558" y="5688"/>
                      <a:pt x="4864" y="5613"/>
                      <a:pt x="5063" y="5381"/>
                    </a:cubicBezTo>
                    <a:cubicBezTo>
                      <a:pt x="5154" y="5282"/>
                      <a:pt x="5221" y="5158"/>
                      <a:pt x="5237" y="5025"/>
                    </a:cubicBezTo>
                    <a:cubicBezTo>
                      <a:pt x="5254" y="4892"/>
                      <a:pt x="5221" y="4760"/>
                      <a:pt x="5154" y="4644"/>
                    </a:cubicBezTo>
                    <a:cubicBezTo>
                      <a:pt x="5080" y="4528"/>
                      <a:pt x="4989" y="4428"/>
                      <a:pt x="4931" y="4304"/>
                    </a:cubicBezTo>
                    <a:cubicBezTo>
                      <a:pt x="4856" y="4172"/>
                      <a:pt x="4873" y="4006"/>
                      <a:pt x="4806" y="3873"/>
                    </a:cubicBezTo>
                    <a:cubicBezTo>
                      <a:pt x="4690" y="3625"/>
                      <a:pt x="4409" y="3492"/>
                      <a:pt x="4185" y="3351"/>
                    </a:cubicBezTo>
                    <a:cubicBezTo>
                      <a:pt x="3911" y="3186"/>
                      <a:pt x="3646" y="2995"/>
                      <a:pt x="3406" y="2780"/>
                    </a:cubicBezTo>
                    <a:cubicBezTo>
                      <a:pt x="3298" y="2688"/>
                      <a:pt x="3199" y="2597"/>
                      <a:pt x="3108" y="2506"/>
                    </a:cubicBezTo>
                    <a:cubicBezTo>
                      <a:pt x="3083" y="2465"/>
                      <a:pt x="3066" y="2423"/>
                      <a:pt x="3050" y="2390"/>
                    </a:cubicBezTo>
                    <a:cubicBezTo>
                      <a:pt x="3066" y="2374"/>
                      <a:pt x="3075" y="2349"/>
                      <a:pt x="3058" y="2324"/>
                    </a:cubicBezTo>
                    <a:cubicBezTo>
                      <a:pt x="3000" y="2191"/>
                      <a:pt x="2959" y="2050"/>
                      <a:pt x="2942" y="1910"/>
                    </a:cubicBezTo>
                    <a:cubicBezTo>
                      <a:pt x="2942" y="1868"/>
                      <a:pt x="2942" y="1827"/>
                      <a:pt x="2950" y="1785"/>
                    </a:cubicBezTo>
                    <a:cubicBezTo>
                      <a:pt x="2967" y="1686"/>
                      <a:pt x="3000" y="1586"/>
                      <a:pt x="3033" y="1487"/>
                    </a:cubicBezTo>
                    <a:cubicBezTo>
                      <a:pt x="3066" y="1396"/>
                      <a:pt x="3116" y="1321"/>
                      <a:pt x="3141" y="1230"/>
                    </a:cubicBezTo>
                    <a:cubicBezTo>
                      <a:pt x="3166" y="1214"/>
                      <a:pt x="3191" y="1197"/>
                      <a:pt x="3215" y="1181"/>
                    </a:cubicBezTo>
                    <a:cubicBezTo>
                      <a:pt x="3348" y="1081"/>
                      <a:pt x="3497" y="998"/>
                      <a:pt x="3638" y="899"/>
                    </a:cubicBezTo>
                    <a:cubicBezTo>
                      <a:pt x="3713" y="849"/>
                      <a:pt x="3787" y="799"/>
                      <a:pt x="3862" y="750"/>
                    </a:cubicBezTo>
                    <a:cubicBezTo>
                      <a:pt x="3903" y="725"/>
                      <a:pt x="3945" y="700"/>
                      <a:pt x="3978" y="675"/>
                    </a:cubicBezTo>
                    <a:cubicBezTo>
                      <a:pt x="4011" y="650"/>
                      <a:pt x="4052" y="625"/>
                      <a:pt x="4069" y="584"/>
                    </a:cubicBezTo>
                    <a:cubicBezTo>
                      <a:pt x="4084" y="561"/>
                      <a:pt x="4072" y="525"/>
                      <a:pt x="4044" y="525"/>
                    </a:cubicBezTo>
                    <a:cubicBezTo>
                      <a:pt x="4041" y="525"/>
                      <a:pt x="4039" y="525"/>
                      <a:pt x="4036" y="526"/>
                    </a:cubicBezTo>
                    <a:cubicBezTo>
                      <a:pt x="3986" y="534"/>
                      <a:pt x="3936" y="559"/>
                      <a:pt x="3895" y="592"/>
                    </a:cubicBezTo>
                    <a:cubicBezTo>
                      <a:pt x="3845" y="617"/>
                      <a:pt x="3804" y="650"/>
                      <a:pt x="3762" y="675"/>
                    </a:cubicBezTo>
                    <a:cubicBezTo>
                      <a:pt x="3737" y="692"/>
                      <a:pt x="3713" y="708"/>
                      <a:pt x="3688" y="725"/>
                    </a:cubicBezTo>
                    <a:cubicBezTo>
                      <a:pt x="3514" y="667"/>
                      <a:pt x="3398" y="460"/>
                      <a:pt x="3464" y="286"/>
                    </a:cubicBezTo>
                    <a:cubicBezTo>
                      <a:pt x="3475" y="258"/>
                      <a:pt x="3452" y="241"/>
                      <a:pt x="3431" y="241"/>
                    </a:cubicBezTo>
                    <a:cubicBezTo>
                      <a:pt x="3421" y="241"/>
                      <a:pt x="3411" y="245"/>
                      <a:pt x="3406" y="253"/>
                    </a:cubicBezTo>
                    <a:lnTo>
                      <a:pt x="3365" y="253"/>
                    </a:lnTo>
                    <a:cubicBezTo>
                      <a:pt x="3356" y="244"/>
                      <a:pt x="3348" y="244"/>
                      <a:pt x="3340" y="236"/>
                    </a:cubicBezTo>
                    <a:lnTo>
                      <a:pt x="3315" y="236"/>
                    </a:lnTo>
                    <a:cubicBezTo>
                      <a:pt x="3315" y="211"/>
                      <a:pt x="3315" y="186"/>
                      <a:pt x="3307" y="161"/>
                    </a:cubicBezTo>
                    <a:cubicBezTo>
                      <a:pt x="3307" y="129"/>
                      <a:pt x="3281" y="106"/>
                      <a:pt x="3250" y="106"/>
                    </a:cubicBezTo>
                    <a:cubicBezTo>
                      <a:pt x="3241" y="106"/>
                      <a:pt x="3233" y="108"/>
                      <a:pt x="3224" y="112"/>
                    </a:cubicBezTo>
                    <a:cubicBezTo>
                      <a:pt x="3224" y="120"/>
                      <a:pt x="3224" y="120"/>
                      <a:pt x="3215" y="120"/>
                    </a:cubicBezTo>
                    <a:cubicBezTo>
                      <a:pt x="3207" y="112"/>
                      <a:pt x="3199" y="103"/>
                      <a:pt x="3182" y="103"/>
                    </a:cubicBezTo>
                    <a:cubicBezTo>
                      <a:pt x="3177" y="81"/>
                      <a:pt x="3149" y="63"/>
                      <a:pt x="3124" y="63"/>
                    </a:cubicBezTo>
                    <a:cubicBezTo>
                      <a:pt x="3111" y="63"/>
                      <a:pt x="3099" y="67"/>
                      <a:pt x="3091" y="79"/>
                    </a:cubicBezTo>
                    <a:cubicBezTo>
                      <a:pt x="3091" y="79"/>
                      <a:pt x="3091" y="70"/>
                      <a:pt x="3091" y="70"/>
                    </a:cubicBezTo>
                    <a:cubicBezTo>
                      <a:pt x="3101" y="29"/>
                      <a:pt x="3064" y="1"/>
                      <a:pt x="303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9" name="Google Shape;2649;p5"/>
              <p:cNvSpPr/>
              <p:nvPr/>
            </p:nvSpPr>
            <p:spPr>
              <a:xfrm>
                <a:off x="1903300" y="1311950"/>
                <a:ext cx="7075" cy="8175"/>
              </a:xfrm>
              <a:custGeom>
                <a:rect b="b" l="l" r="r" t="t"/>
                <a:pathLst>
                  <a:path extrusionOk="0" h="327" w="283">
                    <a:moveTo>
                      <a:pt x="37" y="1"/>
                    </a:moveTo>
                    <a:cubicBezTo>
                      <a:pt x="26" y="1"/>
                      <a:pt x="17" y="8"/>
                      <a:pt x="17" y="21"/>
                    </a:cubicBezTo>
                    <a:cubicBezTo>
                      <a:pt x="0" y="45"/>
                      <a:pt x="25" y="79"/>
                      <a:pt x="33" y="95"/>
                    </a:cubicBezTo>
                    <a:cubicBezTo>
                      <a:pt x="83" y="178"/>
                      <a:pt x="149" y="253"/>
                      <a:pt x="215" y="319"/>
                    </a:cubicBezTo>
                    <a:cubicBezTo>
                      <a:pt x="223" y="324"/>
                      <a:pt x="230" y="327"/>
                      <a:pt x="237" y="327"/>
                    </a:cubicBezTo>
                    <a:cubicBezTo>
                      <a:pt x="263" y="327"/>
                      <a:pt x="283" y="297"/>
                      <a:pt x="257" y="277"/>
                    </a:cubicBezTo>
                    <a:cubicBezTo>
                      <a:pt x="224" y="236"/>
                      <a:pt x="191" y="195"/>
                      <a:pt x="157" y="153"/>
                    </a:cubicBezTo>
                    <a:cubicBezTo>
                      <a:pt x="133" y="120"/>
                      <a:pt x="108" y="79"/>
                      <a:pt x="83" y="37"/>
                    </a:cubicBezTo>
                    <a:cubicBezTo>
                      <a:pt x="75" y="21"/>
                      <a:pt x="66" y="4"/>
                      <a:pt x="50" y="4"/>
                    </a:cubicBezTo>
                    <a:cubicBezTo>
                      <a:pt x="45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5"/>
              <p:cNvSpPr/>
              <p:nvPr/>
            </p:nvSpPr>
            <p:spPr>
              <a:xfrm>
                <a:off x="1901500" y="1306425"/>
                <a:ext cx="2225" cy="3650"/>
              </a:xfrm>
              <a:custGeom>
                <a:rect b="b" l="l" r="r" t="t"/>
                <a:pathLst>
                  <a:path extrusionOk="0" h="146" w="89">
                    <a:moveTo>
                      <a:pt x="17" y="1"/>
                    </a:moveTo>
                    <a:cubicBezTo>
                      <a:pt x="8" y="1"/>
                      <a:pt x="1" y="8"/>
                      <a:pt x="6" y="18"/>
                    </a:cubicBezTo>
                    <a:cubicBezTo>
                      <a:pt x="6" y="26"/>
                      <a:pt x="14" y="43"/>
                      <a:pt x="14" y="51"/>
                    </a:cubicBezTo>
                    <a:cubicBezTo>
                      <a:pt x="14" y="59"/>
                      <a:pt x="22" y="68"/>
                      <a:pt x="22" y="76"/>
                    </a:cubicBezTo>
                    <a:cubicBezTo>
                      <a:pt x="31" y="92"/>
                      <a:pt x="39" y="109"/>
                      <a:pt x="47" y="126"/>
                    </a:cubicBezTo>
                    <a:cubicBezTo>
                      <a:pt x="47" y="138"/>
                      <a:pt x="56" y="145"/>
                      <a:pt x="64" y="145"/>
                    </a:cubicBezTo>
                    <a:cubicBezTo>
                      <a:pt x="67" y="145"/>
                      <a:pt x="70" y="144"/>
                      <a:pt x="72" y="142"/>
                    </a:cubicBezTo>
                    <a:cubicBezTo>
                      <a:pt x="89" y="134"/>
                      <a:pt x="89" y="126"/>
                      <a:pt x="80" y="117"/>
                    </a:cubicBezTo>
                    <a:lnTo>
                      <a:pt x="55" y="59"/>
                    </a:lnTo>
                    <a:cubicBezTo>
                      <a:pt x="55" y="51"/>
                      <a:pt x="47" y="43"/>
                      <a:pt x="47" y="34"/>
                    </a:cubicBezTo>
                    <a:cubicBezTo>
                      <a:pt x="47" y="26"/>
                      <a:pt x="39" y="18"/>
                      <a:pt x="31" y="10"/>
                    </a:cubicBezTo>
                    <a:cubicBezTo>
                      <a:pt x="27" y="3"/>
                      <a:pt x="22" y="1"/>
                      <a:pt x="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1" name="Google Shape;2651;p5"/>
              <p:cNvSpPr/>
              <p:nvPr/>
            </p:nvSpPr>
            <p:spPr>
              <a:xfrm>
                <a:off x="2032325" y="1180100"/>
                <a:ext cx="67150" cy="112275"/>
              </a:xfrm>
              <a:custGeom>
                <a:rect b="b" l="l" r="r" t="t"/>
                <a:pathLst>
                  <a:path extrusionOk="0" h="4491" w="2686">
                    <a:moveTo>
                      <a:pt x="283" y="4209"/>
                    </a:moveTo>
                    <a:lnTo>
                      <a:pt x="283" y="4209"/>
                    </a:lnTo>
                    <a:cubicBezTo>
                      <a:pt x="374" y="4292"/>
                      <a:pt x="506" y="4317"/>
                      <a:pt x="631" y="4317"/>
                    </a:cubicBezTo>
                    <a:cubicBezTo>
                      <a:pt x="747" y="4317"/>
                      <a:pt x="854" y="4317"/>
                      <a:pt x="970" y="4309"/>
                    </a:cubicBezTo>
                    <a:lnTo>
                      <a:pt x="970" y="4309"/>
                    </a:lnTo>
                    <a:cubicBezTo>
                      <a:pt x="879" y="4334"/>
                      <a:pt x="788" y="4350"/>
                      <a:pt x="697" y="4358"/>
                    </a:cubicBezTo>
                    <a:cubicBezTo>
                      <a:pt x="655" y="4367"/>
                      <a:pt x="612" y="4372"/>
                      <a:pt x="569" y="4372"/>
                    </a:cubicBezTo>
                    <a:cubicBezTo>
                      <a:pt x="483" y="4372"/>
                      <a:pt x="399" y="4350"/>
                      <a:pt x="332" y="4284"/>
                    </a:cubicBezTo>
                    <a:cubicBezTo>
                      <a:pt x="316" y="4259"/>
                      <a:pt x="299" y="4234"/>
                      <a:pt x="283" y="4209"/>
                    </a:cubicBezTo>
                    <a:close/>
                    <a:moveTo>
                      <a:pt x="2279" y="0"/>
                    </a:moveTo>
                    <a:cubicBezTo>
                      <a:pt x="2236" y="0"/>
                      <a:pt x="2192" y="13"/>
                      <a:pt x="2155" y="33"/>
                    </a:cubicBezTo>
                    <a:cubicBezTo>
                      <a:pt x="2072" y="83"/>
                      <a:pt x="2031" y="174"/>
                      <a:pt x="1998" y="257"/>
                    </a:cubicBezTo>
                    <a:cubicBezTo>
                      <a:pt x="1923" y="423"/>
                      <a:pt x="1832" y="572"/>
                      <a:pt x="1708" y="704"/>
                    </a:cubicBezTo>
                    <a:cubicBezTo>
                      <a:pt x="1708" y="713"/>
                      <a:pt x="1699" y="713"/>
                      <a:pt x="1699" y="721"/>
                    </a:cubicBezTo>
                    <a:cubicBezTo>
                      <a:pt x="1658" y="754"/>
                      <a:pt x="1617" y="796"/>
                      <a:pt x="1575" y="837"/>
                    </a:cubicBezTo>
                    <a:cubicBezTo>
                      <a:pt x="1592" y="812"/>
                      <a:pt x="1600" y="787"/>
                      <a:pt x="1617" y="754"/>
                    </a:cubicBezTo>
                    <a:cubicBezTo>
                      <a:pt x="1622" y="734"/>
                      <a:pt x="1605" y="723"/>
                      <a:pt x="1590" y="723"/>
                    </a:cubicBezTo>
                    <a:cubicBezTo>
                      <a:pt x="1580" y="723"/>
                      <a:pt x="1570" y="728"/>
                      <a:pt x="1567" y="738"/>
                    </a:cubicBezTo>
                    <a:cubicBezTo>
                      <a:pt x="1534" y="820"/>
                      <a:pt x="1434" y="862"/>
                      <a:pt x="1360" y="903"/>
                    </a:cubicBezTo>
                    <a:cubicBezTo>
                      <a:pt x="1269" y="953"/>
                      <a:pt x="1194" y="1011"/>
                      <a:pt x="1111" y="1069"/>
                    </a:cubicBezTo>
                    <a:cubicBezTo>
                      <a:pt x="970" y="1177"/>
                      <a:pt x="838" y="1293"/>
                      <a:pt x="722" y="1425"/>
                    </a:cubicBezTo>
                    <a:cubicBezTo>
                      <a:pt x="705" y="1450"/>
                      <a:pt x="689" y="1467"/>
                      <a:pt x="680" y="1492"/>
                    </a:cubicBezTo>
                    <a:cubicBezTo>
                      <a:pt x="664" y="1500"/>
                      <a:pt x="647" y="1525"/>
                      <a:pt x="647" y="1541"/>
                    </a:cubicBezTo>
                    <a:cubicBezTo>
                      <a:pt x="640" y="1564"/>
                      <a:pt x="652" y="1592"/>
                      <a:pt x="679" y="1592"/>
                    </a:cubicBezTo>
                    <a:cubicBezTo>
                      <a:pt x="682" y="1592"/>
                      <a:pt x="685" y="1592"/>
                      <a:pt x="689" y="1591"/>
                    </a:cubicBezTo>
                    <a:cubicBezTo>
                      <a:pt x="713" y="1591"/>
                      <a:pt x="722" y="1566"/>
                      <a:pt x="738" y="1558"/>
                    </a:cubicBezTo>
                    <a:cubicBezTo>
                      <a:pt x="755" y="1541"/>
                      <a:pt x="771" y="1525"/>
                      <a:pt x="788" y="1508"/>
                    </a:cubicBezTo>
                    <a:cubicBezTo>
                      <a:pt x="821" y="1475"/>
                      <a:pt x="846" y="1450"/>
                      <a:pt x="879" y="1417"/>
                    </a:cubicBezTo>
                    <a:cubicBezTo>
                      <a:pt x="1003" y="1284"/>
                      <a:pt x="1136" y="1168"/>
                      <a:pt x="1285" y="1069"/>
                    </a:cubicBezTo>
                    <a:cubicBezTo>
                      <a:pt x="1327" y="1036"/>
                      <a:pt x="1376" y="1011"/>
                      <a:pt x="1426" y="978"/>
                    </a:cubicBezTo>
                    <a:lnTo>
                      <a:pt x="1426" y="978"/>
                    </a:lnTo>
                    <a:cubicBezTo>
                      <a:pt x="1269" y="1119"/>
                      <a:pt x="1119" y="1268"/>
                      <a:pt x="970" y="1409"/>
                    </a:cubicBezTo>
                    <a:cubicBezTo>
                      <a:pt x="689" y="1682"/>
                      <a:pt x="415" y="1964"/>
                      <a:pt x="266" y="2328"/>
                    </a:cubicBezTo>
                    <a:cubicBezTo>
                      <a:pt x="274" y="2304"/>
                      <a:pt x="274" y="2279"/>
                      <a:pt x="283" y="2254"/>
                    </a:cubicBezTo>
                    <a:cubicBezTo>
                      <a:pt x="299" y="2196"/>
                      <a:pt x="324" y="2146"/>
                      <a:pt x="324" y="2088"/>
                    </a:cubicBezTo>
                    <a:cubicBezTo>
                      <a:pt x="324" y="2066"/>
                      <a:pt x="309" y="2055"/>
                      <a:pt x="292" y="2055"/>
                    </a:cubicBezTo>
                    <a:cubicBezTo>
                      <a:pt x="284" y="2055"/>
                      <a:pt x="274" y="2058"/>
                      <a:pt x="266" y="2063"/>
                    </a:cubicBezTo>
                    <a:cubicBezTo>
                      <a:pt x="225" y="2105"/>
                      <a:pt x="200" y="2171"/>
                      <a:pt x="183" y="2221"/>
                    </a:cubicBezTo>
                    <a:cubicBezTo>
                      <a:pt x="158" y="2279"/>
                      <a:pt x="142" y="2337"/>
                      <a:pt x="133" y="2395"/>
                    </a:cubicBezTo>
                    <a:cubicBezTo>
                      <a:pt x="100" y="2511"/>
                      <a:pt x="92" y="2635"/>
                      <a:pt x="92" y="2759"/>
                    </a:cubicBezTo>
                    <a:cubicBezTo>
                      <a:pt x="92" y="2884"/>
                      <a:pt x="100" y="3016"/>
                      <a:pt x="117" y="3140"/>
                    </a:cubicBezTo>
                    <a:cubicBezTo>
                      <a:pt x="117" y="3165"/>
                      <a:pt x="117" y="3190"/>
                      <a:pt x="117" y="3215"/>
                    </a:cubicBezTo>
                    <a:cubicBezTo>
                      <a:pt x="117" y="3314"/>
                      <a:pt x="125" y="3414"/>
                      <a:pt x="133" y="3513"/>
                    </a:cubicBezTo>
                    <a:cubicBezTo>
                      <a:pt x="142" y="3613"/>
                      <a:pt x="150" y="3712"/>
                      <a:pt x="158" y="3812"/>
                    </a:cubicBezTo>
                    <a:cubicBezTo>
                      <a:pt x="158" y="3845"/>
                      <a:pt x="158" y="3870"/>
                      <a:pt x="167" y="3903"/>
                    </a:cubicBezTo>
                    <a:cubicBezTo>
                      <a:pt x="142" y="3828"/>
                      <a:pt x="117" y="3745"/>
                      <a:pt x="109" y="3671"/>
                    </a:cubicBezTo>
                    <a:cubicBezTo>
                      <a:pt x="109" y="3629"/>
                      <a:pt x="109" y="3596"/>
                      <a:pt x="109" y="3555"/>
                    </a:cubicBezTo>
                    <a:cubicBezTo>
                      <a:pt x="109" y="3522"/>
                      <a:pt x="117" y="3480"/>
                      <a:pt x="125" y="3447"/>
                    </a:cubicBezTo>
                    <a:cubicBezTo>
                      <a:pt x="125" y="3427"/>
                      <a:pt x="107" y="3416"/>
                      <a:pt x="89" y="3416"/>
                    </a:cubicBezTo>
                    <a:cubicBezTo>
                      <a:pt x="77" y="3416"/>
                      <a:pt x="65" y="3421"/>
                      <a:pt x="59" y="3430"/>
                    </a:cubicBezTo>
                    <a:cubicBezTo>
                      <a:pt x="9" y="3505"/>
                      <a:pt x="1" y="3621"/>
                      <a:pt x="9" y="3704"/>
                    </a:cubicBezTo>
                    <a:lnTo>
                      <a:pt x="1" y="3704"/>
                    </a:lnTo>
                    <a:cubicBezTo>
                      <a:pt x="9" y="3803"/>
                      <a:pt x="34" y="3894"/>
                      <a:pt x="67" y="3986"/>
                    </a:cubicBezTo>
                    <a:cubicBezTo>
                      <a:pt x="109" y="4126"/>
                      <a:pt x="158" y="4292"/>
                      <a:pt x="274" y="4392"/>
                    </a:cubicBezTo>
                    <a:cubicBezTo>
                      <a:pt x="364" y="4469"/>
                      <a:pt x="470" y="4491"/>
                      <a:pt x="578" y="4491"/>
                    </a:cubicBezTo>
                    <a:cubicBezTo>
                      <a:pt x="620" y="4491"/>
                      <a:pt x="663" y="4487"/>
                      <a:pt x="705" y="4483"/>
                    </a:cubicBezTo>
                    <a:cubicBezTo>
                      <a:pt x="887" y="4458"/>
                      <a:pt x="1061" y="4416"/>
                      <a:pt x="1235" y="4375"/>
                    </a:cubicBezTo>
                    <a:cubicBezTo>
                      <a:pt x="1418" y="4342"/>
                      <a:pt x="1600" y="4292"/>
                      <a:pt x="1782" y="4251"/>
                    </a:cubicBezTo>
                    <a:cubicBezTo>
                      <a:pt x="1829" y="4235"/>
                      <a:pt x="1810" y="4175"/>
                      <a:pt x="1766" y="4175"/>
                    </a:cubicBezTo>
                    <a:cubicBezTo>
                      <a:pt x="1763" y="4175"/>
                      <a:pt x="1760" y="4176"/>
                      <a:pt x="1757" y="4176"/>
                    </a:cubicBezTo>
                    <a:lnTo>
                      <a:pt x="1675" y="4184"/>
                    </a:lnTo>
                    <a:cubicBezTo>
                      <a:pt x="1724" y="4160"/>
                      <a:pt x="1757" y="4118"/>
                      <a:pt x="1791" y="4085"/>
                    </a:cubicBezTo>
                    <a:cubicBezTo>
                      <a:pt x="1799" y="4077"/>
                      <a:pt x="1799" y="4077"/>
                      <a:pt x="1799" y="4068"/>
                    </a:cubicBezTo>
                    <a:cubicBezTo>
                      <a:pt x="1799" y="4093"/>
                      <a:pt x="1799" y="4110"/>
                      <a:pt x="1799" y="4135"/>
                    </a:cubicBezTo>
                    <a:cubicBezTo>
                      <a:pt x="1799" y="4149"/>
                      <a:pt x="1813" y="4158"/>
                      <a:pt x="1828" y="4158"/>
                    </a:cubicBezTo>
                    <a:cubicBezTo>
                      <a:pt x="1839" y="4158"/>
                      <a:pt x="1850" y="4153"/>
                      <a:pt x="1857" y="4143"/>
                    </a:cubicBezTo>
                    <a:cubicBezTo>
                      <a:pt x="1898" y="4093"/>
                      <a:pt x="1923" y="4019"/>
                      <a:pt x="1940" y="3952"/>
                    </a:cubicBezTo>
                    <a:cubicBezTo>
                      <a:pt x="1965" y="3886"/>
                      <a:pt x="1981" y="3820"/>
                      <a:pt x="1998" y="3754"/>
                    </a:cubicBezTo>
                    <a:cubicBezTo>
                      <a:pt x="2064" y="3530"/>
                      <a:pt x="2147" y="3306"/>
                      <a:pt x="2155" y="3066"/>
                    </a:cubicBezTo>
                    <a:cubicBezTo>
                      <a:pt x="2155" y="2958"/>
                      <a:pt x="2147" y="2850"/>
                      <a:pt x="2122" y="2743"/>
                    </a:cubicBezTo>
                    <a:cubicBezTo>
                      <a:pt x="2114" y="2693"/>
                      <a:pt x="2097" y="2635"/>
                      <a:pt x="2072" y="2585"/>
                    </a:cubicBezTo>
                    <a:cubicBezTo>
                      <a:pt x="2056" y="2544"/>
                      <a:pt x="2039" y="2486"/>
                      <a:pt x="2006" y="2453"/>
                    </a:cubicBezTo>
                    <a:cubicBezTo>
                      <a:pt x="2000" y="2447"/>
                      <a:pt x="1992" y="2444"/>
                      <a:pt x="1984" y="2444"/>
                    </a:cubicBezTo>
                    <a:cubicBezTo>
                      <a:pt x="1970" y="2444"/>
                      <a:pt x="1956" y="2453"/>
                      <a:pt x="1956" y="2469"/>
                    </a:cubicBezTo>
                    <a:cubicBezTo>
                      <a:pt x="1956" y="2502"/>
                      <a:pt x="1973" y="2536"/>
                      <a:pt x="1981" y="2560"/>
                    </a:cubicBezTo>
                    <a:cubicBezTo>
                      <a:pt x="1989" y="2594"/>
                      <a:pt x="2006" y="2627"/>
                      <a:pt x="2014" y="2660"/>
                    </a:cubicBezTo>
                    <a:cubicBezTo>
                      <a:pt x="2023" y="2701"/>
                      <a:pt x="2031" y="2743"/>
                      <a:pt x="2039" y="2784"/>
                    </a:cubicBezTo>
                    <a:cubicBezTo>
                      <a:pt x="2031" y="2751"/>
                      <a:pt x="2023" y="2726"/>
                      <a:pt x="2014" y="2701"/>
                    </a:cubicBezTo>
                    <a:cubicBezTo>
                      <a:pt x="1981" y="2602"/>
                      <a:pt x="1940" y="2511"/>
                      <a:pt x="1940" y="2411"/>
                    </a:cubicBezTo>
                    <a:cubicBezTo>
                      <a:pt x="1931" y="2304"/>
                      <a:pt x="1973" y="2212"/>
                      <a:pt x="2023" y="2121"/>
                    </a:cubicBezTo>
                    <a:cubicBezTo>
                      <a:pt x="2072" y="2022"/>
                      <a:pt x="2122" y="1914"/>
                      <a:pt x="2172" y="1815"/>
                    </a:cubicBezTo>
                    <a:cubicBezTo>
                      <a:pt x="2271" y="1616"/>
                      <a:pt x="2371" y="1409"/>
                      <a:pt x="2470" y="1210"/>
                    </a:cubicBezTo>
                    <a:cubicBezTo>
                      <a:pt x="2520" y="1119"/>
                      <a:pt x="2569" y="1028"/>
                      <a:pt x="2603" y="928"/>
                    </a:cubicBezTo>
                    <a:lnTo>
                      <a:pt x="2603" y="928"/>
                    </a:lnTo>
                    <a:cubicBezTo>
                      <a:pt x="2594" y="970"/>
                      <a:pt x="2586" y="1011"/>
                      <a:pt x="2569" y="1052"/>
                    </a:cubicBezTo>
                    <a:cubicBezTo>
                      <a:pt x="2545" y="1160"/>
                      <a:pt x="2511" y="1276"/>
                      <a:pt x="2470" y="1384"/>
                    </a:cubicBezTo>
                    <a:cubicBezTo>
                      <a:pt x="2429" y="1492"/>
                      <a:pt x="2387" y="1599"/>
                      <a:pt x="2337" y="1707"/>
                    </a:cubicBezTo>
                    <a:cubicBezTo>
                      <a:pt x="2304" y="1765"/>
                      <a:pt x="2279" y="1815"/>
                      <a:pt x="2255" y="1873"/>
                    </a:cubicBezTo>
                    <a:cubicBezTo>
                      <a:pt x="2230" y="1922"/>
                      <a:pt x="2197" y="1972"/>
                      <a:pt x="2188" y="2030"/>
                    </a:cubicBezTo>
                    <a:cubicBezTo>
                      <a:pt x="2182" y="2048"/>
                      <a:pt x="2198" y="2062"/>
                      <a:pt x="2213" y="2062"/>
                    </a:cubicBezTo>
                    <a:cubicBezTo>
                      <a:pt x="2219" y="2062"/>
                      <a:pt x="2225" y="2060"/>
                      <a:pt x="2230" y="2055"/>
                    </a:cubicBezTo>
                    <a:cubicBezTo>
                      <a:pt x="2279" y="2014"/>
                      <a:pt x="2313" y="1956"/>
                      <a:pt x="2337" y="1898"/>
                    </a:cubicBezTo>
                    <a:cubicBezTo>
                      <a:pt x="2371" y="1840"/>
                      <a:pt x="2395" y="1782"/>
                      <a:pt x="2420" y="1724"/>
                    </a:cubicBezTo>
                    <a:cubicBezTo>
                      <a:pt x="2470" y="1616"/>
                      <a:pt x="2520" y="1500"/>
                      <a:pt x="2553" y="1376"/>
                    </a:cubicBezTo>
                    <a:cubicBezTo>
                      <a:pt x="2594" y="1260"/>
                      <a:pt x="2627" y="1135"/>
                      <a:pt x="2652" y="1019"/>
                    </a:cubicBezTo>
                    <a:cubicBezTo>
                      <a:pt x="2669" y="920"/>
                      <a:pt x="2685" y="820"/>
                      <a:pt x="2636" y="729"/>
                    </a:cubicBezTo>
                    <a:cubicBezTo>
                      <a:pt x="2644" y="688"/>
                      <a:pt x="2636" y="646"/>
                      <a:pt x="2636" y="605"/>
                    </a:cubicBezTo>
                    <a:cubicBezTo>
                      <a:pt x="2619" y="506"/>
                      <a:pt x="2586" y="406"/>
                      <a:pt x="2545" y="307"/>
                    </a:cubicBezTo>
                    <a:cubicBezTo>
                      <a:pt x="2520" y="249"/>
                      <a:pt x="2503" y="199"/>
                      <a:pt x="2478" y="149"/>
                    </a:cubicBezTo>
                    <a:cubicBezTo>
                      <a:pt x="2453" y="108"/>
                      <a:pt x="2437" y="75"/>
                      <a:pt x="2404" y="42"/>
                    </a:cubicBezTo>
                    <a:cubicBezTo>
                      <a:pt x="2366" y="13"/>
                      <a:pt x="2323" y="0"/>
                      <a:pt x="227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2" name="Google Shape;2652;p5"/>
              <p:cNvSpPr/>
              <p:nvPr/>
            </p:nvSpPr>
            <p:spPr>
              <a:xfrm>
                <a:off x="1935400" y="1262950"/>
                <a:ext cx="50150" cy="37600"/>
              </a:xfrm>
              <a:custGeom>
                <a:rect b="b" l="l" r="r" t="t"/>
                <a:pathLst>
                  <a:path extrusionOk="0" h="1504" w="2006">
                    <a:moveTo>
                      <a:pt x="1077" y="0"/>
                    </a:moveTo>
                    <a:cubicBezTo>
                      <a:pt x="1011" y="0"/>
                      <a:pt x="945" y="0"/>
                      <a:pt x="887" y="17"/>
                    </a:cubicBezTo>
                    <a:cubicBezTo>
                      <a:pt x="754" y="58"/>
                      <a:pt x="647" y="141"/>
                      <a:pt x="555" y="232"/>
                    </a:cubicBezTo>
                    <a:cubicBezTo>
                      <a:pt x="456" y="324"/>
                      <a:pt x="365" y="415"/>
                      <a:pt x="290" y="522"/>
                    </a:cubicBezTo>
                    <a:cubicBezTo>
                      <a:pt x="216" y="622"/>
                      <a:pt x="141" y="721"/>
                      <a:pt x="91" y="837"/>
                    </a:cubicBezTo>
                    <a:cubicBezTo>
                      <a:pt x="17" y="962"/>
                      <a:pt x="0" y="1127"/>
                      <a:pt x="108" y="1243"/>
                    </a:cubicBezTo>
                    <a:cubicBezTo>
                      <a:pt x="118" y="1253"/>
                      <a:pt x="133" y="1257"/>
                      <a:pt x="149" y="1257"/>
                    </a:cubicBezTo>
                    <a:cubicBezTo>
                      <a:pt x="161" y="1257"/>
                      <a:pt x="172" y="1255"/>
                      <a:pt x="183" y="1252"/>
                    </a:cubicBezTo>
                    <a:cubicBezTo>
                      <a:pt x="249" y="1202"/>
                      <a:pt x="323" y="1152"/>
                      <a:pt x="406" y="1119"/>
                    </a:cubicBezTo>
                    <a:cubicBezTo>
                      <a:pt x="468" y="1091"/>
                      <a:pt x="541" y="1075"/>
                      <a:pt x="612" y="1075"/>
                    </a:cubicBezTo>
                    <a:cubicBezTo>
                      <a:pt x="626" y="1075"/>
                      <a:pt x="641" y="1076"/>
                      <a:pt x="655" y="1078"/>
                    </a:cubicBezTo>
                    <a:cubicBezTo>
                      <a:pt x="680" y="1086"/>
                      <a:pt x="705" y="1086"/>
                      <a:pt x="729" y="1094"/>
                    </a:cubicBezTo>
                    <a:cubicBezTo>
                      <a:pt x="655" y="1094"/>
                      <a:pt x="589" y="1102"/>
                      <a:pt x="522" y="1127"/>
                    </a:cubicBezTo>
                    <a:cubicBezTo>
                      <a:pt x="381" y="1177"/>
                      <a:pt x="191" y="1301"/>
                      <a:pt x="207" y="1467"/>
                    </a:cubicBezTo>
                    <a:cubicBezTo>
                      <a:pt x="207" y="1491"/>
                      <a:pt x="224" y="1504"/>
                      <a:pt x="243" y="1504"/>
                    </a:cubicBezTo>
                    <a:cubicBezTo>
                      <a:pt x="257" y="1504"/>
                      <a:pt x="272" y="1497"/>
                      <a:pt x="282" y="1483"/>
                    </a:cubicBezTo>
                    <a:cubicBezTo>
                      <a:pt x="315" y="1434"/>
                      <a:pt x="348" y="1367"/>
                      <a:pt x="406" y="1326"/>
                    </a:cubicBezTo>
                    <a:cubicBezTo>
                      <a:pt x="456" y="1276"/>
                      <a:pt x="522" y="1252"/>
                      <a:pt x="589" y="1235"/>
                    </a:cubicBezTo>
                    <a:cubicBezTo>
                      <a:pt x="651" y="1216"/>
                      <a:pt x="718" y="1207"/>
                      <a:pt x="785" y="1207"/>
                    </a:cubicBezTo>
                    <a:cubicBezTo>
                      <a:pt x="808" y="1207"/>
                      <a:pt x="831" y="1208"/>
                      <a:pt x="854" y="1210"/>
                    </a:cubicBezTo>
                    <a:lnTo>
                      <a:pt x="995" y="1210"/>
                    </a:lnTo>
                    <a:cubicBezTo>
                      <a:pt x="1003" y="1210"/>
                      <a:pt x="1011" y="1202"/>
                      <a:pt x="1019" y="1202"/>
                    </a:cubicBezTo>
                    <a:cubicBezTo>
                      <a:pt x="1061" y="1227"/>
                      <a:pt x="1102" y="1252"/>
                      <a:pt x="1152" y="1268"/>
                    </a:cubicBezTo>
                    <a:cubicBezTo>
                      <a:pt x="1275" y="1329"/>
                      <a:pt x="1405" y="1377"/>
                      <a:pt x="1542" y="1377"/>
                    </a:cubicBezTo>
                    <a:cubicBezTo>
                      <a:pt x="1553" y="1377"/>
                      <a:pt x="1564" y="1376"/>
                      <a:pt x="1575" y="1376"/>
                    </a:cubicBezTo>
                    <a:cubicBezTo>
                      <a:pt x="1699" y="1367"/>
                      <a:pt x="1831" y="1326"/>
                      <a:pt x="1914" y="1235"/>
                    </a:cubicBezTo>
                    <a:cubicBezTo>
                      <a:pt x="1956" y="1185"/>
                      <a:pt x="1989" y="1119"/>
                      <a:pt x="1997" y="1053"/>
                    </a:cubicBezTo>
                    <a:cubicBezTo>
                      <a:pt x="2005" y="970"/>
                      <a:pt x="1947" y="912"/>
                      <a:pt x="1889" y="854"/>
                    </a:cubicBezTo>
                    <a:cubicBezTo>
                      <a:pt x="1773" y="721"/>
                      <a:pt x="1649" y="589"/>
                      <a:pt x="1533" y="464"/>
                    </a:cubicBezTo>
                    <a:cubicBezTo>
                      <a:pt x="1500" y="431"/>
                      <a:pt x="1467" y="390"/>
                      <a:pt x="1425" y="357"/>
                    </a:cubicBezTo>
                    <a:lnTo>
                      <a:pt x="1425" y="357"/>
                    </a:lnTo>
                    <a:cubicBezTo>
                      <a:pt x="1450" y="365"/>
                      <a:pt x="1475" y="373"/>
                      <a:pt x="1492" y="382"/>
                    </a:cubicBezTo>
                    <a:cubicBezTo>
                      <a:pt x="1599" y="448"/>
                      <a:pt x="1682" y="556"/>
                      <a:pt x="1732" y="672"/>
                    </a:cubicBezTo>
                    <a:cubicBezTo>
                      <a:pt x="1738" y="684"/>
                      <a:pt x="1751" y="689"/>
                      <a:pt x="1764" y="689"/>
                    </a:cubicBezTo>
                    <a:cubicBezTo>
                      <a:pt x="1787" y="689"/>
                      <a:pt x="1812" y="673"/>
                      <a:pt x="1807" y="647"/>
                    </a:cubicBezTo>
                    <a:cubicBezTo>
                      <a:pt x="1790" y="473"/>
                      <a:pt x="1666" y="340"/>
                      <a:pt x="1508" y="257"/>
                    </a:cubicBezTo>
                    <a:cubicBezTo>
                      <a:pt x="1404" y="205"/>
                      <a:pt x="1294" y="182"/>
                      <a:pt x="1184" y="182"/>
                    </a:cubicBezTo>
                    <a:cubicBezTo>
                      <a:pt x="980" y="182"/>
                      <a:pt x="774" y="260"/>
                      <a:pt x="597" y="373"/>
                    </a:cubicBezTo>
                    <a:cubicBezTo>
                      <a:pt x="580" y="382"/>
                      <a:pt x="564" y="398"/>
                      <a:pt x="547" y="406"/>
                    </a:cubicBezTo>
                    <a:cubicBezTo>
                      <a:pt x="572" y="382"/>
                      <a:pt x="589" y="357"/>
                      <a:pt x="613" y="340"/>
                    </a:cubicBezTo>
                    <a:cubicBezTo>
                      <a:pt x="705" y="249"/>
                      <a:pt x="796" y="166"/>
                      <a:pt x="912" y="133"/>
                    </a:cubicBezTo>
                    <a:cubicBezTo>
                      <a:pt x="970" y="116"/>
                      <a:pt x="1028" y="116"/>
                      <a:pt x="1094" y="108"/>
                    </a:cubicBezTo>
                    <a:cubicBezTo>
                      <a:pt x="1144" y="108"/>
                      <a:pt x="1210" y="108"/>
                      <a:pt x="1268" y="83"/>
                    </a:cubicBezTo>
                    <a:cubicBezTo>
                      <a:pt x="1285" y="75"/>
                      <a:pt x="1301" y="42"/>
                      <a:pt x="1276" y="34"/>
                    </a:cubicBezTo>
                    <a:cubicBezTo>
                      <a:pt x="1218" y="0"/>
                      <a:pt x="1144" y="0"/>
                      <a:pt x="1077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3" name="Google Shape;2653;p5"/>
              <p:cNvSpPr/>
              <p:nvPr/>
            </p:nvSpPr>
            <p:spPr>
              <a:xfrm>
                <a:off x="1950300" y="1352225"/>
                <a:ext cx="470025" cy="634275"/>
              </a:xfrm>
              <a:custGeom>
                <a:rect b="b" l="l" r="r" t="t"/>
                <a:pathLst>
                  <a:path extrusionOk="0" h="25371" w="18801">
                    <a:moveTo>
                      <a:pt x="18800" y="23894"/>
                    </a:moveTo>
                    <a:cubicBezTo>
                      <a:pt x="18800" y="23897"/>
                      <a:pt x="18800" y="23901"/>
                      <a:pt x="18801" y="23904"/>
                    </a:cubicBezTo>
                    <a:lnTo>
                      <a:pt x="18801" y="23896"/>
                    </a:lnTo>
                    <a:cubicBezTo>
                      <a:pt x="18800" y="23895"/>
                      <a:pt x="18800" y="23895"/>
                      <a:pt x="18800" y="23894"/>
                    </a:cubicBezTo>
                    <a:close/>
                    <a:moveTo>
                      <a:pt x="4873" y="0"/>
                    </a:moveTo>
                    <a:cubicBezTo>
                      <a:pt x="4342" y="257"/>
                      <a:pt x="3812" y="895"/>
                      <a:pt x="3431" y="1194"/>
                    </a:cubicBezTo>
                    <a:cubicBezTo>
                      <a:pt x="2702" y="1774"/>
                      <a:pt x="1940" y="2378"/>
                      <a:pt x="1559" y="3248"/>
                    </a:cubicBezTo>
                    <a:cubicBezTo>
                      <a:pt x="1310" y="3812"/>
                      <a:pt x="1235" y="4433"/>
                      <a:pt x="1061" y="5021"/>
                    </a:cubicBezTo>
                    <a:cubicBezTo>
                      <a:pt x="887" y="5601"/>
                      <a:pt x="556" y="6198"/>
                      <a:pt x="1" y="6447"/>
                    </a:cubicBezTo>
                    <a:cubicBezTo>
                      <a:pt x="163" y="6583"/>
                      <a:pt x="356" y="6641"/>
                      <a:pt x="559" y="6641"/>
                    </a:cubicBezTo>
                    <a:cubicBezTo>
                      <a:pt x="958" y="6641"/>
                      <a:pt x="1395" y="6417"/>
                      <a:pt x="1708" y="6132"/>
                    </a:cubicBezTo>
                    <a:cubicBezTo>
                      <a:pt x="2172" y="5709"/>
                      <a:pt x="2569" y="5146"/>
                      <a:pt x="3174" y="4972"/>
                    </a:cubicBezTo>
                    <a:cubicBezTo>
                      <a:pt x="3247" y="4950"/>
                      <a:pt x="3326" y="4935"/>
                      <a:pt x="3402" y="4935"/>
                    </a:cubicBezTo>
                    <a:cubicBezTo>
                      <a:pt x="3500" y="4935"/>
                      <a:pt x="3593" y="4960"/>
                      <a:pt x="3663" y="5030"/>
                    </a:cubicBezTo>
                    <a:cubicBezTo>
                      <a:pt x="3746" y="5113"/>
                      <a:pt x="3779" y="5237"/>
                      <a:pt x="3787" y="5353"/>
                    </a:cubicBezTo>
                    <a:cubicBezTo>
                      <a:pt x="3845" y="6032"/>
                      <a:pt x="3456" y="6662"/>
                      <a:pt x="3000" y="7167"/>
                    </a:cubicBezTo>
                    <a:cubicBezTo>
                      <a:pt x="2545" y="7665"/>
                      <a:pt x="2014" y="8104"/>
                      <a:pt x="1666" y="8692"/>
                    </a:cubicBezTo>
                    <a:cubicBezTo>
                      <a:pt x="1293" y="9313"/>
                      <a:pt x="1177" y="10084"/>
                      <a:pt x="1351" y="10796"/>
                    </a:cubicBezTo>
                    <a:cubicBezTo>
                      <a:pt x="1385" y="10929"/>
                      <a:pt x="1434" y="11070"/>
                      <a:pt x="1559" y="11136"/>
                    </a:cubicBezTo>
                    <a:cubicBezTo>
                      <a:pt x="1605" y="11163"/>
                      <a:pt x="1657" y="11173"/>
                      <a:pt x="1710" y="11173"/>
                    </a:cubicBezTo>
                    <a:cubicBezTo>
                      <a:pt x="1790" y="11173"/>
                      <a:pt x="1873" y="11149"/>
                      <a:pt x="1948" y="11120"/>
                    </a:cubicBezTo>
                    <a:cubicBezTo>
                      <a:pt x="2636" y="10830"/>
                      <a:pt x="3050" y="10026"/>
                      <a:pt x="3771" y="9852"/>
                    </a:cubicBezTo>
                    <a:cubicBezTo>
                      <a:pt x="3866" y="9829"/>
                      <a:pt x="3961" y="9819"/>
                      <a:pt x="4054" y="9819"/>
                    </a:cubicBezTo>
                    <a:cubicBezTo>
                      <a:pt x="4753" y="9819"/>
                      <a:pt x="5380" y="10409"/>
                      <a:pt x="5826" y="10987"/>
                    </a:cubicBezTo>
                    <a:cubicBezTo>
                      <a:pt x="6240" y="11534"/>
                      <a:pt x="6604" y="12106"/>
                      <a:pt x="6936" y="12702"/>
                    </a:cubicBezTo>
                    <a:cubicBezTo>
                      <a:pt x="7044" y="12893"/>
                      <a:pt x="7143" y="13091"/>
                      <a:pt x="7168" y="13307"/>
                    </a:cubicBezTo>
                    <a:cubicBezTo>
                      <a:pt x="7184" y="13514"/>
                      <a:pt x="7135" y="13713"/>
                      <a:pt x="7093" y="13920"/>
                    </a:cubicBezTo>
                    <a:cubicBezTo>
                      <a:pt x="6894" y="14798"/>
                      <a:pt x="6812" y="15726"/>
                      <a:pt x="7068" y="16596"/>
                    </a:cubicBezTo>
                    <a:cubicBezTo>
                      <a:pt x="7325" y="17458"/>
                      <a:pt x="7963" y="18245"/>
                      <a:pt x="8825" y="18494"/>
                    </a:cubicBezTo>
                    <a:cubicBezTo>
                      <a:pt x="9264" y="18618"/>
                      <a:pt x="9778" y="18626"/>
                      <a:pt x="10200" y="18767"/>
                    </a:cubicBezTo>
                    <a:cubicBezTo>
                      <a:pt x="10242" y="18784"/>
                      <a:pt x="10283" y="18800"/>
                      <a:pt x="10325" y="18817"/>
                    </a:cubicBezTo>
                    <a:cubicBezTo>
                      <a:pt x="10499" y="18900"/>
                      <a:pt x="10656" y="19007"/>
                      <a:pt x="10772" y="19181"/>
                    </a:cubicBezTo>
                    <a:cubicBezTo>
                      <a:pt x="10913" y="19380"/>
                      <a:pt x="10963" y="19629"/>
                      <a:pt x="11029" y="19861"/>
                    </a:cubicBezTo>
                    <a:cubicBezTo>
                      <a:pt x="11617" y="21932"/>
                      <a:pt x="13581" y="23274"/>
                      <a:pt x="15520" y="24219"/>
                    </a:cubicBezTo>
                    <a:cubicBezTo>
                      <a:pt x="16332" y="24617"/>
                      <a:pt x="17160" y="24973"/>
                      <a:pt x="18014" y="25288"/>
                    </a:cubicBezTo>
                    <a:lnTo>
                      <a:pt x="18138" y="25337"/>
                    </a:lnTo>
                    <a:cubicBezTo>
                      <a:pt x="18171" y="25346"/>
                      <a:pt x="18204" y="25362"/>
                      <a:pt x="18237" y="25371"/>
                    </a:cubicBezTo>
                    <a:cubicBezTo>
                      <a:pt x="18229" y="25238"/>
                      <a:pt x="18229" y="25114"/>
                      <a:pt x="18229" y="24981"/>
                    </a:cubicBezTo>
                    <a:cubicBezTo>
                      <a:pt x="18229" y="24965"/>
                      <a:pt x="18229" y="24948"/>
                      <a:pt x="18229" y="24940"/>
                    </a:cubicBezTo>
                    <a:cubicBezTo>
                      <a:pt x="18229" y="24905"/>
                      <a:pt x="18261" y="24887"/>
                      <a:pt x="18288" y="24887"/>
                    </a:cubicBezTo>
                    <a:cubicBezTo>
                      <a:pt x="18301" y="24887"/>
                      <a:pt x="18312" y="24891"/>
                      <a:pt x="18320" y="24898"/>
                    </a:cubicBezTo>
                    <a:cubicBezTo>
                      <a:pt x="18320" y="24865"/>
                      <a:pt x="18320" y="24824"/>
                      <a:pt x="18328" y="24782"/>
                    </a:cubicBezTo>
                    <a:cubicBezTo>
                      <a:pt x="18328" y="24724"/>
                      <a:pt x="18337" y="24666"/>
                      <a:pt x="18345" y="24608"/>
                    </a:cubicBezTo>
                    <a:cubicBezTo>
                      <a:pt x="18345" y="24550"/>
                      <a:pt x="18345" y="24492"/>
                      <a:pt x="18362" y="24434"/>
                    </a:cubicBezTo>
                    <a:cubicBezTo>
                      <a:pt x="18345" y="24360"/>
                      <a:pt x="18328" y="24277"/>
                      <a:pt x="18328" y="24202"/>
                    </a:cubicBezTo>
                    <a:cubicBezTo>
                      <a:pt x="18328" y="24176"/>
                      <a:pt x="18344" y="24164"/>
                      <a:pt x="18362" y="24164"/>
                    </a:cubicBezTo>
                    <a:cubicBezTo>
                      <a:pt x="18378" y="24164"/>
                      <a:pt x="18395" y="24174"/>
                      <a:pt x="18403" y="24194"/>
                    </a:cubicBezTo>
                    <a:cubicBezTo>
                      <a:pt x="18444" y="24310"/>
                      <a:pt x="18469" y="24443"/>
                      <a:pt x="18519" y="24559"/>
                    </a:cubicBezTo>
                    <a:cubicBezTo>
                      <a:pt x="18544" y="24617"/>
                      <a:pt x="18569" y="24675"/>
                      <a:pt x="18594" y="24724"/>
                    </a:cubicBezTo>
                    <a:cubicBezTo>
                      <a:pt x="18594" y="24617"/>
                      <a:pt x="18585" y="24517"/>
                      <a:pt x="18569" y="24409"/>
                    </a:cubicBezTo>
                    <a:cubicBezTo>
                      <a:pt x="18569" y="24375"/>
                      <a:pt x="18596" y="24357"/>
                      <a:pt x="18624" y="24357"/>
                    </a:cubicBezTo>
                    <a:cubicBezTo>
                      <a:pt x="18637" y="24357"/>
                      <a:pt x="18650" y="24360"/>
                      <a:pt x="18660" y="24368"/>
                    </a:cubicBezTo>
                    <a:cubicBezTo>
                      <a:pt x="18668" y="24385"/>
                      <a:pt x="18685" y="24393"/>
                      <a:pt x="18693" y="24409"/>
                    </a:cubicBezTo>
                    <a:cubicBezTo>
                      <a:pt x="18693" y="24244"/>
                      <a:pt x="18701" y="24070"/>
                      <a:pt x="18701" y="23904"/>
                    </a:cubicBezTo>
                    <a:cubicBezTo>
                      <a:pt x="18701" y="23874"/>
                      <a:pt x="18721" y="23859"/>
                      <a:pt x="18744" y="23859"/>
                    </a:cubicBezTo>
                    <a:cubicBezTo>
                      <a:pt x="18765" y="23859"/>
                      <a:pt x="18788" y="23871"/>
                      <a:pt x="18800" y="23894"/>
                    </a:cubicBezTo>
                    <a:lnTo>
                      <a:pt x="18800" y="23894"/>
                    </a:lnTo>
                    <a:cubicBezTo>
                      <a:pt x="18767" y="23533"/>
                      <a:pt x="18743" y="23171"/>
                      <a:pt x="18734" y="22802"/>
                    </a:cubicBezTo>
                    <a:cubicBezTo>
                      <a:pt x="18726" y="22852"/>
                      <a:pt x="18718" y="22901"/>
                      <a:pt x="18710" y="22951"/>
                    </a:cubicBezTo>
                    <a:cubicBezTo>
                      <a:pt x="18685" y="23075"/>
                      <a:pt x="18676" y="23191"/>
                      <a:pt x="18668" y="23307"/>
                    </a:cubicBezTo>
                    <a:cubicBezTo>
                      <a:pt x="18664" y="23324"/>
                      <a:pt x="18649" y="23332"/>
                      <a:pt x="18636" y="23332"/>
                    </a:cubicBezTo>
                    <a:cubicBezTo>
                      <a:pt x="18623" y="23332"/>
                      <a:pt x="18610" y="23324"/>
                      <a:pt x="18610" y="23307"/>
                    </a:cubicBezTo>
                    <a:cubicBezTo>
                      <a:pt x="18618" y="22843"/>
                      <a:pt x="18726" y="22388"/>
                      <a:pt x="18776" y="21916"/>
                    </a:cubicBezTo>
                    <a:cubicBezTo>
                      <a:pt x="18792" y="21684"/>
                      <a:pt x="18792" y="21452"/>
                      <a:pt x="18751" y="21220"/>
                    </a:cubicBezTo>
                    <a:cubicBezTo>
                      <a:pt x="18710" y="20996"/>
                      <a:pt x="18643" y="20780"/>
                      <a:pt x="18552" y="20573"/>
                    </a:cubicBezTo>
                    <a:cubicBezTo>
                      <a:pt x="18370" y="20134"/>
                      <a:pt x="18138" y="19712"/>
                      <a:pt x="17898" y="19306"/>
                    </a:cubicBezTo>
                    <a:cubicBezTo>
                      <a:pt x="17657" y="18883"/>
                      <a:pt x="17409" y="18469"/>
                      <a:pt x="17160" y="18046"/>
                    </a:cubicBezTo>
                    <a:cubicBezTo>
                      <a:pt x="16912" y="17624"/>
                      <a:pt x="16655" y="17193"/>
                      <a:pt x="16398" y="16762"/>
                    </a:cubicBezTo>
                    <a:cubicBezTo>
                      <a:pt x="16158" y="16356"/>
                      <a:pt x="15917" y="15950"/>
                      <a:pt x="15636" y="15569"/>
                    </a:cubicBezTo>
                    <a:cubicBezTo>
                      <a:pt x="15362" y="15196"/>
                      <a:pt x="15047" y="14865"/>
                      <a:pt x="14732" y="14533"/>
                    </a:cubicBezTo>
                    <a:cubicBezTo>
                      <a:pt x="14451" y="14218"/>
                      <a:pt x="14177" y="13895"/>
                      <a:pt x="13920" y="13572"/>
                    </a:cubicBezTo>
                    <a:cubicBezTo>
                      <a:pt x="13597" y="13166"/>
                      <a:pt x="13274" y="12744"/>
                      <a:pt x="12885" y="12396"/>
                    </a:cubicBezTo>
                    <a:cubicBezTo>
                      <a:pt x="12678" y="12255"/>
                      <a:pt x="12471" y="12106"/>
                      <a:pt x="12272" y="11948"/>
                    </a:cubicBezTo>
                    <a:cubicBezTo>
                      <a:pt x="12197" y="11898"/>
                      <a:pt x="12114" y="11849"/>
                      <a:pt x="12023" y="11807"/>
                    </a:cubicBezTo>
                    <a:cubicBezTo>
                      <a:pt x="11998" y="11791"/>
                      <a:pt x="11998" y="11749"/>
                      <a:pt x="12015" y="11733"/>
                    </a:cubicBezTo>
                    <a:cubicBezTo>
                      <a:pt x="11982" y="11700"/>
                      <a:pt x="11949" y="11675"/>
                      <a:pt x="11924" y="11650"/>
                    </a:cubicBezTo>
                    <a:cubicBezTo>
                      <a:pt x="11567" y="11343"/>
                      <a:pt x="11236" y="11012"/>
                      <a:pt x="10921" y="10672"/>
                    </a:cubicBezTo>
                    <a:cubicBezTo>
                      <a:pt x="10598" y="10324"/>
                      <a:pt x="10283" y="9984"/>
                      <a:pt x="9952" y="9653"/>
                    </a:cubicBezTo>
                    <a:cubicBezTo>
                      <a:pt x="9786" y="9496"/>
                      <a:pt x="9612" y="9338"/>
                      <a:pt x="9430" y="9189"/>
                    </a:cubicBezTo>
                    <a:cubicBezTo>
                      <a:pt x="9247" y="9040"/>
                      <a:pt x="9065" y="8907"/>
                      <a:pt x="8891" y="8750"/>
                    </a:cubicBezTo>
                    <a:cubicBezTo>
                      <a:pt x="8725" y="8609"/>
                      <a:pt x="8576" y="8443"/>
                      <a:pt x="8435" y="8269"/>
                    </a:cubicBezTo>
                    <a:cubicBezTo>
                      <a:pt x="8303" y="8104"/>
                      <a:pt x="8179" y="7938"/>
                      <a:pt x="8013" y="7797"/>
                    </a:cubicBezTo>
                    <a:cubicBezTo>
                      <a:pt x="8013" y="7797"/>
                      <a:pt x="8005" y="7789"/>
                      <a:pt x="7996" y="7789"/>
                    </a:cubicBezTo>
                    <a:cubicBezTo>
                      <a:pt x="7990" y="7792"/>
                      <a:pt x="7981" y="7794"/>
                      <a:pt x="7973" y="7794"/>
                    </a:cubicBezTo>
                    <a:cubicBezTo>
                      <a:pt x="7961" y="7794"/>
                      <a:pt x="7948" y="7790"/>
                      <a:pt x="7938" y="7780"/>
                    </a:cubicBezTo>
                    <a:cubicBezTo>
                      <a:pt x="7839" y="7689"/>
                      <a:pt x="7806" y="7549"/>
                      <a:pt x="7789" y="7424"/>
                    </a:cubicBezTo>
                    <a:cubicBezTo>
                      <a:pt x="7789" y="7392"/>
                      <a:pt x="7820" y="7369"/>
                      <a:pt x="7849" y="7369"/>
                    </a:cubicBezTo>
                    <a:cubicBezTo>
                      <a:pt x="7857" y="7369"/>
                      <a:pt x="7865" y="7371"/>
                      <a:pt x="7872" y="7375"/>
                    </a:cubicBezTo>
                    <a:cubicBezTo>
                      <a:pt x="7822" y="7143"/>
                      <a:pt x="7723" y="6919"/>
                      <a:pt x="7599" y="6712"/>
                    </a:cubicBezTo>
                    <a:cubicBezTo>
                      <a:pt x="7516" y="6587"/>
                      <a:pt x="7425" y="6471"/>
                      <a:pt x="7325" y="6364"/>
                    </a:cubicBezTo>
                    <a:cubicBezTo>
                      <a:pt x="7267" y="6306"/>
                      <a:pt x="7209" y="6256"/>
                      <a:pt x="7151" y="6206"/>
                    </a:cubicBezTo>
                    <a:cubicBezTo>
                      <a:pt x="7093" y="6157"/>
                      <a:pt x="7027" y="6107"/>
                      <a:pt x="6961" y="6057"/>
                    </a:cubicBezTo>
                    <a:cubicBezTo>
                      <a:pt x="6903" y="6007"/>
                      <a:pt x="6853" y="5941"/>
                      <a:pt x="6820" y="5867"/>
                    </a:cubicBezTo>
                    <a:cubicBezTo>
                      <a:pt x="6787" y="5784"/>
                      <a:pt x="6770" y="5701"/>
                      <a:pt x="6737" y="5626"/>
                    </a:cubicBezTo>
                    <a:cubicBezTo>
                      <a:pt x="6671" y="5477"/>
                      <a:pt x="6571" y="5345"/>
                      <a:pt x="6464" y="5220"/>
                    </a:cubicBezTo>
                    <a:cubicBezTo>
                      <a:pt x="6240" y="4939"/>
                      <a:pt x="6008" y="4665"/>
                      <a:pt x="5784" y="4383"/>
                    </a:cubicBezTo>
                    <a:cubicBezTo>
                      <a:pt x="5552" y="4069"/>
                      <a:pt x="5312" y="3754"/>
                      <a:pt x="5105" y="3422"/>
                    </a:cubicBezTo>
                    <a:cubicBezTo>
                      <a:pt x="5088" y="3431"/>
                      <a:pt x="5070" y="3435"/>
                      <a:pt x="5050" y="3435"/>
                    </a:cubicBezTo>
                    <a:cubicBezTo>
                      <a:pt x="5030" y="3435"/>
                      <a:pt x="5009" y="3431"/>
                      <a:pt x="4989" y="3422"/>
                    </a:cubicBezTo>
                    <a:cubicBezTo>
                      <a:pt x="4929" y="3400"/>
                      <a:pt x="4950" y="3311"/>
                      <a:pt x="5003" y="3311"/>
                    </a:cubicBezTo>
                    <a:cubicBezTo>
                      <a:pt x="5009" y="3311"/>
                      <a:pt x="5015" y="3312"/>
                      <a:pt x="5022" y="3315"/>
                    </a:cubicBezTo>
                    <a:cubicBezTo>
                      <a:pt x="5029" y="3316"/>
                      <a:pt x="5036" y="3317"/>
                      <a:pt x="5043" y="3317"/>
                    </a:cubicBezTo>
                    <a:cubicBezTo>
                      <a:pt x="5075" y="3317"/>
                      <a:pt x="5101" y="3302"/>
                      <a:pt x="5121" y="3281"/>
                    </a:cubicBezTo>
                    <a:cubicBezTo>
                      <a:pt x="5154" y="3240"/>
                      <a:pt x="5154" y="3199"/>
                      <a:pt x="5154" y="3149"/>
                    </a:cubicBezTo>
                    <a:cubicBezTo>
                      <a:pt x="5154" y="3091"/>
                      <a:pt x="5138" y="3033"/>
                      <a:pt x="5121" y="2975"/>
                    </a:cubicBezTo>
                    <a:cubicBezTo>
                      <a:pt x="5113" y="2917"/>
                      <a:pt x="5105" y="2859"/>
                      <a:pt x="5096" y="2793"/>
                    </a:cubicBezTo>
                    <a:cubicBezTo>
                      <a:pt x="5080" y="2677"/>
                      <a:pt x="5080" y="2552"/>
                      <a:pt x="5088" y="2436"/>
                    </a:cubicBezTo>
                    <a:cubicBezTo>
                      <a:pt x="5088" y="2320"/>
                      <a:pt x="5113" y="2204"/>
                      <a:pt x="5121" y="2097"/>
                    </a:cubicBezTo>
                    <a:cubicBezTo>
                      <a:pt x="5138" y="2006"/>
                      <a:pt x="5146" y="1898"/>
                      <a:pt x="5072" y="1832"/>
                    </a:cubicBezTo>
                    <a:cubicBezTo>
                      <a:pt x="5025" y="1793"/>
                      <a:pt x="5066" y="1740"/>
                      <a:pt x="5112" y="1740"/>
                    </a:cubicBezTo>
                    <a:cubicBezTo>
                      <a:pt x="5115" y="1740"/>
                      <a:pt x="5118" y="1740"/>
                      <a:pt x="5121" y="1740"/>
                    </a:cubicBezTo>
                    <a:cubicBezTo>
                      <a:pt x="5121" y="1740"/>
                      <a:pt x="5121" y="1740"/>
                      <a:pt x="5121" y="1732"/>
                    </a:cubicBezTo>
                    <a:cubicBezTo>
                      <a:pt x="5130" y="1724"/>
                      <a:pt x="5130" y="1716"/>
                      <a:pt x="5130" y="1699"/>
                    </a:cubicBezTo>
                    <a:cubicBezTo>
                      <a:pt x="5130" y="1666"/>
                      <a:pt x="5096" y="1633"/>
                      <a:pt x="5080" y="1608"/>
                    </a:cubicBezTo>
                    <a:cubicBezTo>
                      <a:pt x="5055" y="1575"/>
                      <a:pt x="5038" y="1542"/>
                      <a:pt x="5030" y="1492"/>
                    </a:cubicBezTo>
                    <a:cubicBezTo>
                      <a:pt x="5022" y="1450"/>
                      <a:pt x="5030" y="1401"/>
                      <a:pt x="5038" y="1359"/>
                    </a:cubicBezTo>
                    <a:cubicBezTo>
                      <a:pt x="5080" y="1160"/>
                      <a:pt x="5063" y="962"/>
                      <a:pt x="5030" y="771"/>
                    </a:cubicBezTo>
                    <a:cubicBezTo>
                      <a:pt x="5030" y="763"/>
                      <a:pt x="5030" y="754"/>
                      <a:pt x="5022" y="746"/>
                    </a:cubicBezTo>
                    <a:cubicBezTo>
                      <a:pt x="4980" y="498"/>
                      <a:pt x="4906" y="249"/>
                      <a:pt x="48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5"/>
              <p:cNvSpPr/>
              <p:nvPr/>
            </p:nvSpPr>
            <p:spPr>
              <a:xfrm>
                <a:off x="2127400" y="1886850"/>
                <a:ext cx="58025" cy="96550"/>
              </a:xfrm>
              <a:custGeom>
                <a:rect b="b" l="l" r="r" t="t"/>
                <a:pathLst>
                  <a:path extrusionOk="0" h="3862" w="2321">
                    <a:moveTo>
                      <a:pt x="42" y="0"/>
                    </a:moveTo>
                    <a:lnTo>
                      <a:pt x="42" y="0"/>
                    </a:lnTo>
                    <a:cubicBezTo>
                      <a:pt x="1" y="116"/>
                      <a:pt x="34" y="257"/>
                      <a:pt x="51" y="373"/>
                    </a:cubicBezTo>
                    <a:cubicBezTo>
                      <a:pt x="76" y="522"/>
                      <a:pt x="117" y="671"/>
                      <a:pt x="158" y="821"/>
                    </a:cubicBezTo>
                    <a:cubicBezTo>
                      <a:pt x="208" y="961"/>
                      <a:pt x="258" y="1102"/>
                      <a:pt x="324" y="1235"/>
                    </a:cubicBezTo>
                    <a:cubicBezTo>
                      <a:pt x="390" y="1376"/>
                      <a:pt x="465" y="1508"/>
                      <a:pt x="540" y="1641"/>
                    </a:cubicBezTo>
                    <a:cubicBezTo>
                      <a:pt x="606" y="1757"/>
                      <a:pt x="672" y="1881"/>
                      <a:pt x="738" y="1997"/>
                    </a:cubicBezTo>
                    <a:cubicBezTo>
                      <a:pt x="752" y="1984"/>
                      <a:pt x="767" y="1975"/>
                      <a:pt x="782" y="1975"/>
                    </a:cubicBezTo>
                    <a:cubicBezTo>
                      <a:pt x="794" y="1975"/>
                      <a:pt x="805" y="1982"/>
                      <a:pt x="813" y="1997"/>
                    </a:cubicBezTo>
                    <a:cubicBezTo>
                      <a:pt x="863" y="2096"/>
                      <a:pt x="912" y="2188"/>
                      <a:pt x="970" y="2279"/>
                    </a:cubicBezTo>
                    <a:cubicBezTo>
                      <a:pt x="962" y="2246"/>
                      <a:pt x="962" y="2204"/>
                      <a:pt x="962" y="2171"/>
                    </a:cubicBezTo>
                    <a:cubicBezTo>
                      <a:pt x="962" y="2155"/>
                      <a:pt x="980" y="2139"/>
                      <a:pt x="997" y="2139"/>
                    </a:cubicBezTo>
                    <a:cubicBezTo>
                      <a:pt x="1006" y="2139"/>
                      <a:pt x="1014" y="2143"/>
                      <a:pt x="1020" y="2154"/>
                    </a:cubicBezTo>
                    <a:cubicBezTo>
                      <a:pt x="1045" y="2221"/>
                      <a:pt x="1070" y="2295"/>
                      <a:pt x="1086" y="2370"/>
                    </a:cubicBezTo>
                    <a:cubicBezTo>
                      <a:pt x="1111" y="2444"/>
                      <a:pt x="1144" y="2519"/>
                      <a:pt x="1178" y="2585"/>
                    </a:cubicBezTo>
                    <a:cubicBezTo>
                      <a:pt x="1227" y="2693"/>
                      <a:pt x="1294" y="2792"/>
                      <a:pt x="1368" y="2884"/>
                    </a:cubicBezTo>
                    <a:cubicBezTo>
                      <a:pt x="1368" y="2850"/>
                      <a:pt x="1360" y="2826"/>
                      <a:pt x="1351" y="2792"/>
                    </a:cubicBezTo>
                    <a:cubicBezTo>
                      <a:pt x="1347" y="2758"/>
                      <a:pt x="1375" y="2735"/>
                      <a:pt x="1403" y="2735"/>
                    </a:cubicBezTo>
                    <a:cubicBezTo>
                      <a:pt x="1422" y="2735"/>
                      <a:pt x="1441" y="2745"/>
                      <a:pt x="1451" y="2768"/>
                    </a:cubicBezTo>
                    <a:cubicBezTo>
                      <a:pt x="1492" y="2900"/>
                      <a:pt x="1559" y="3008"/>
                      <a:pt x="1641" y="3116"/>
                    </a:cubicBezTo>
                    <a:cubicBezTo>
                      <a:pt x="1641" y="3091"/>
                      <a:pt x="1659" y="3076"/>
                      <a:pt x="1682" y="3076"/>
                    </a:cubicBezTo>
                    <a:cubicBezTo>
                      <a:pt x="1690" y="3076"/>
                      <a:pt x="1699" y="3078"/>
                      <a:pt x="1708" y="3082"/>
                    </a:cubicBezTo>
                    <a:cubicBezTo>
                      <a:pt x="1708" y="3049"/>
                      <a:pt x="1708" y="3016"/>
                      <a:pt x="1708" y="2983"/>
                    </a:cubicBezTo>
                    <a:cubicBezTo>
                      <a:pt x="1708" y="2957"/>
                      <a:pt x="1726" y="2945"/>
                      <a:pt x="1744" y="2945"/>
                    </a:cubicBezTo>
                    <a:cubicBezTo>
                      <a:pt x="1761" y="2945"/>
                      <a:pt x="1778" y="2955"/>
                      <a:pt x="1782" y="2975"/>
                    </a:cubicBezTo>
                    <a:cubicBezTo>
                      <a:pt x="1807" y="3041"/>
                      <a:pt x="1849" y="3099"/>
                      <a:pt x="1882" y="3165"/>
                    </a:cubicBezTo>
                    <a:cubicBezTo>
                      <a:pt x="1893" y="3189"/>
                      <a:pt x="1868" y="3212"/>
                      <a:pt x="1846" y="3212"/>
                    </a:cubicBezTo>
                    <a:cubicBezTo>
                      <a:pt x="1837" y="3212"/>
                      <a:pt x="1829" y="3208"/>
                      <a:pt x="1824" y="3198"/>
                    </a:cubicBezTo>
                    <a:cubicBezTo>
                      <a:pt x="1815" y="3182"/>
                      <a:pt x="1807" y="3165"/>
                      <a:pt x="1799" y="3149"/>
                    </a:cubicBezTo>
                    <a:cubicBezTo>
                      <a:pt x="1799" y="3165"/>
                      <a:pt x="1791" y="3182"/>
                      <a:pt x="1791" y="3198"/>
                    </a:cubicBezTo>
                    <a:cubicBezTo>
                      <a:pt x="1857" y="3306"/>
                      <a:pt x="1890" y="3430"/>
                      <a:pt x="1923" y="3555"/>
                    </a:cubicBezTo>
                    <a:cubicBezTo>
                      <a:pt x="1948" y="3646"/>
                      <a:pt x="1965" y="3729"/>
                      <a:pt x="1989" y="3820"/>
                    </a:cubicBezTo>
                    <a:cubicBezTo>
                      <a:pt x="1998" y="3828"/>
                      <a:pt x="2006" y="3845"/>
                      <a:pt x="2006" y="3861"/>
                    </a:cubicBezTo>
                    <a:lnTo>
                      <a:pt x="2047" y="3861"/>
                    </a:lnTo>
                    <a:cubicBezTo>
                      <a:pt x="1898" y="3207"/>
                      <a:pt x="1791" y="2536"/>
                      <a:pt x="1716" y="1864"/>
                    </a:cubicBezTo>
                    <a:cubicBezTo>
                      <a:pt x="1691" y="1608"/>
                      <a:pt x="1675" y="1351"/>
                      <a:pt x="1749" y="1102"/>
                    </a:cubicBezTo>
                    <a:cubicBezTo>
                      <a:pt x="1832" y="862"/>
                      <a:pt x="2039" y="638"/>
                      <a:pt x="2296" y="622"/>
                    </a:cubicBezTo>
                    <a:cubicBezTo>
                      <a:pt x="2313" y="589"/>
                      <a:pt x="2313" y="555"/>
                      <a:pt x="2321" y="522"/>
                    </a:cubicBezTo>
                    <a:lnTo>
                      <a:pt x="2304" y="481"/>
                    </a:lnTo>
                    <a:cubicBezTo>
                      <a:pt x="2097" y="423"/>
                      <a:pt x="1898" y="340"/>
                      <a:pt x="1691" y="265"/>
                    </a:cubicBezTo>
                    <a:cubicBezTo>
                      <a:pt x="1691" y="290"/>
                      <a:pt x="1691" y="315"/>
                      <a:pt x="1691" y="348"/>
                    </a:cubicBezTo>
                    <a:cubicBezTo>
                      <a:pt x="1691" y="381"/>
                      <a:pt x="1658" y="398"/>
                      <a:pt x="1625" y="398"/>
                    </a:cubicBezTo>
                    <a:cubicBezTo>
                      <a:pt x="1136" y="315"/>
                      <a:pt x="647" y="199"/>
                      <a:pt x="167" y="42"/>
                    </a:cubicBezTo>
                    <a:cubicBezTo>
                      <a:pt x="125" y="25"/>
                      <a:pt x="84" y="17"/>
                      <a:pt x="4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5" name="Google Shape;2655;p5"/>
              <p:cNvSpPr/>
              <p:nvPr/>
            </p:nvSpPr>
            <p:spPr>
              <a:xfrm>
                <a:off x="1958600" y="1703950"/>
                <a:ext cx="225600" cy="362000"/>
              </a:xfrm>
              <a:custGeom>
                <a:rect b="b" l="l" r="r" t="t"/>
                <a:pathLst>
                  <a:path extrusionOk="0" h="14480" w="9024">
                    <a:moveTo>
                      <a:pt x="4988" y="0"/>
                    </a:moveTo>
                    <a:cubicBezTo>
                      <a:pt x="4549" y="655"/>
                      <a:pt x="4309" y="1442"/>
                      <a:pt x="4300" y="2237"/>
                    </a:cubicBezTo>
                    <a:cubicBezTo>
                      <a:pt x="4292" y="2850"/>
                      <a:pt x="4433" y="3464"/>
                      <a:pt x="4375" y="4077"/>
                    </a:cubicBezTo>
                    <a:cubicBezTo>
                      <a:pt x="4309" y="4748"/>
                      <a:pt x="4019" y="5369"/>
                      <a:pt x="3778" y="6007"/>
                    </a:cubicBezTo>
                    <a:cubicBezTo>
                      <a:pt x="3389" y="7018"/>
                      <a:pt x="3132" y="8070"/>
                      <a:pt x="2991" y="9147"/>
                    </a:cubicBezTo>
                    <a:cubicBezTo>
                      <a:pt x="2942" y="9578"/>
                      <a:pt x="2900" y="10026"/>
                      <a:pt x="2718" y="10423"/>
                    </a:cubicBezTo>
                    <a:cubicBezTo>
                      <a:pt x="2411" y="11086"/>
                      <a:pt x="1715" y="11567"/>
                      <a:pt x="1641" y="12288"/>
                    </a:cubicBezTo>
                    <a:cubicBezTo>
                      <a:pt x="1599" y="12602"/>
                      <a:pt x="1691" y="12950"/>
                      <a:pt x="1533" y="13224"/>
                    </a:cubicBezTo>
                    <a:cubicBezTo>
                      <a:pt x="1392" y="13472"/>
                      <a:pt x="1094" y="13580"/>
                      <a:pt x="821" y="13655"/>
                    </a:cubicBezTo>
                    <a:cubicBezTo>
                      <a:pt x="589" y="13713"/>
                      <a:pt x="166" y="13903"/>
                      <a:pt x="0" y="14143"/>
                    </a:cubicBezTo>
                    <a:lnTo>
                      <a:pt x="0" y="14193"/>
                    </a:lnTo>
                    <a:cubicBezTo>
                      <a:pt x="9" y="14226"/>
                      <a:pt x="0" y="14276"/>
                      <a:pt x="25" y="14309"/>
                    </a:cubicBezTo>
                    <a:cubicBezTo>
                      <a:pt x="33" y="14334"/>
                      <a:pt x="67" y="14342"/>
                      <a:pt x="91" y="14342"/>
                    </a:cubicBezTo>
                    <a:cubicBezTo>
                      <a:pt x="96" y="14340"/>
                      <a:pt x="101" y="14339"/>
                      <a:pt x="106" y="14339"/>
                    </a:cubicBezTo>
                    <a:cubicBezTo>
                      <a:pt x="120" y="14339"/>
                      <a:pt x="135" y="14347"/>
                      <a:pt x="141" y="14359"/>
                    </a:cubicBezTo>
                    <a:cubicBezTo>
                      <a:pt x="183" y="14367"/>
                      <a:pt x="224" y="14375"/>
                      <a:pt x="265" y="14384"/>
                    </a:cubicBezTo>
                    <a:cubicBezTo>
                      <a:pt x="365" y="14400"/>
                      <a:pt x="464" y="14417"/>
                      <a:pt x="564" y="14425"/>
                    </a:cubicBezTo>
                    <a:cubicBezTo>
                      <a:pt x="771" y="14450"/>
                      <a:pt x="970" y="14467"/>
                      <a:pt x="1177" y="14475"/>
                    </a:cubicBezTo>
                    <a:cubicBezTo>
                      <a:pt x="1225" y="14477"/>
                      <a:pt x="1273" y="14479"/>
                      <a:pt x="1321" y="14479"/>
                    </a:cubicBezTo>
                    <a:cubicBezTo>
                      <a:pt x="1438" y="14479"/>
                      <a:pt x="1554" y="14469"/>
                      <a:pt x="1666" y="14433"/>
                    </a:cubicBezTo>
                    <a:cubicBezTo>
                      <a:pt x="1823" y="14384"/>
                      <a:pt x="1939" y="14284"/>
                      <a:pt x="2014" y="14143"/>
                    </a:cubicBezTo>
                    <a:cubicBezTo>
                      <a:pt x="2097" y="14003"/>
                      <a:pt x="2138" y="13853"/>
                      <a:pt x="2171" y="13696"/>
                    </a:cubicBezTo>
                    <a:cubicBezTo>
                      <a:pt x="2271" y="13307"/>
                      <a:pt x="2353" y="12917"/>
                      <a:pt x="2428" y="12520"/>
                    </a:cubicBezTo>
                    <a:cubicBezTo>
                      <a:pt x="2469" y="12321"/>
                      <a:pt x="2503" y="12130"/>
                      <a:pt x="2536" y="11931"/>
                    </a:cubicBezTo>
                    <a:cubicBezTo>
                      <a:pt x="2569" y="11749"/>
                      <a:pt x="2602" y="11567"/>
                      <a:pt x="2668" y="11401"/>
                    </a:cubicBezTo>
                    <a:cubicBezTo>
                      <a:pt x="2726" y="11219"/>
                      <a:pt x="2834" y="11070"/>
                      <a:pt x="2933" y="10912"/>
                    </a:cubicBezTo>
                    <a:cubicBezTo>
                      <a:pt x="3033" y="10771"/>
                      <a:pt x="3107" y="10622"/>
                      <a:pt x="3149" y="10448"/>
                    </a:cubicBezTo>
                    <a:cubicBezTo>
                      <a:pt x="3232" y="10108"/>
                      <a:pt x="3198" y="9769"/>
                      <a:pt x="3240" y="9421"/>
                    </a:cubicBezTo>
                    <a:cubicBezTo>
                      <a:pt x="3265" y="9255"/>
                      <a:pt x="3298" y="9089"/>
                      <a:pt x="3381" y="8932"/>
                    </a:cubicBezTo>
                    <a:cubicBezTo>
                      <a:pt x="3455" y="8766"/>
                      <a:pt x="3563" y="8609"/>
                      <a:pt x="3629" y="8443"/>
                    </a:cubicBezTo>
                    <a:cubicBezTo>
                      <a:pt x="3696" y="8269"/>
                      <a:pt x="3737" y="8095"/>
                      <a:pt x="3770" y="7921"/>
                    </a:cubicBezTo>
                    <a:cubicBezTo>
                      <a:pt x="3754" y="7921"/>
                      <a:pt x="3729" y="7905"/>
                      <a:pt x="3737" y="7888"/>
                    </a:cubicBezTo>
                    <a:cubicBezTo>
                      <a:pt x="3737" y="7830"/>
                      <a:pt x="3762" y="7772"/>
                      <a:pt x="3770" y="7722"/>
                    </a:cubicBezTo>
                    <a:cubicBezTo>
                      <a:pt x="3787" y="7656"/>
                      <a:pt x="3803" y="7598"/>
                      <a:pt x="3820" y="7540"/>
                    </a:cubicBezTo>
                    <a:cubicBezTo>
                      <a:pt x="3820" y="7523"/>
                      <a:pt x="3828" y="7507"/>
                      <a:pt x="3828" y="7499"/>
                    </a:cubicBezTo>
                    <a:cubicBezTo>
                      <a:pt x="3836" y="7457"/>
                      <a:pt x="3836" y="7416"/>
                      <a:pt x="3845" y="7374"/>
                    </a:cubicBezTo>
                    <a:cubicBezTo>
                      <a:pt x="3853" y="7283"/>
                      <a:pt x="3861" y="7192"/>
                      <a:pt x="3870" y="7101"/>
                    </a:cubicBezTo>
                    <a:cubicBezTo>
                      <a:pt x="3870" y="7087"/>
                      <a:pt x="3882" y="7081"/>
                      <a:pt x="3895" y="7081"/>
                    </a:cubicBezTo>
                    <a:cubicBezTo>
                      <a:pt x="3905" y="7081"/>
                      <a:pt x="3916" y="7085"/>
                      <a:pt x="3919" y="7093"/>
                    </a:cubicBezTo>
                    <a:cubicBezTo>
                      <a:pt x="3969" y="6869"/>
                      <a:pt x="4019" y="6645"/>
                      <a:pt x="4068" y="6421"/>
                    </a:cubicBezTo>
                    <a:cubicBezTo>
                      <a:pt x="4102" y="6281"/>
                      <a:pt x="4151" y="6140"/>
                      <a:pt x="4184" y="5991"/>
                    </a:cubicBezTo>
                    <a:cubicBezTo>
                      <a:pt x="4188" y="5974"/>
                      <a:pt x="4200" y="5967"/>
                      <a:pt x="4213" y="5967"/>
                    </a:cubicBezTo>
                    <a:cubicBezTo>
                      <a:pt x="4233" y="5967"/>
                      <a:pt x="4256" y="5985"/>
                      <a:pt x="4251" y="6015"/>
                    </a:cubicBezTo>
                    <a:cubicBezTo>
                      <a:pt x="4226" y="6140"/>
                      <a:pt x="4209" y="6272"/>
                      <a:pt x="4184" y="6397"/>
                    </a:cubicBezTo>
                    <a:cubicBezTo>
                      <a:pt x="4160" y="6521"/>
                      <a:pt x="4135" y="6637"/>
                      <a:pt x="4110" y="6753"/>
                    </a:cubicBezTo>
                    <a:cubicBezTo>
                      <a:pt x="4135" y="6687"/>
                      <a:pt x="4160" y="6629"/>
                      <a:pt x="4184" y="6562"/>
                    </a:cubicBezTo>
                    <a:cubicBezTo>
                      <a:pt x="4251" y="6388"/>
                      <a:pt x="4317" y="6206"/>
                      <a:pt x="4367" y="6032"/>
                    </a:cubicBezTo>
                    <a:cubicBezTo>
                      <a:pt x="4483" y="5676"/>
                      <a:pt x="4566" y="5319"/>
                      <a:pt x="4632" y="4955"/>
                    </a:cubicBezTo>
                    <a:cubicBezTo>
                      <a:pt x="4673" y="4748"/>
                      <a:pt x="4715" y="4532"/>
                      <a:pt x="4740" y="4325"/>
                    </a:cubicBezTo>
                    <a:cubicBezTo>
                      <a:pt x="4740" y="4309"/>
                      <a:pt x="4754" y="4300"/>
                      <a:pt x="4769" y="4300"/>
                    </a:cubicBezTo>
                    <a:cubicBezTo>
                      <a:pt x="4783" y="4300"/>
                      <a:pt x="4798" y="4309"/>
                      <a:pt x="4798" y="4325"/>
                    </a:cubicBezTo>
                    <a:cubicBezTo>
                      <a:pt x="4781" y="4516"/>
                      <a:pt x="4773" y="4706"/>
                      <a:pt x="4748" y="4889"/>
                    </a:cubicBezTo>
                    <a:cubicBezTo>
                      <a:pt x="4740" y="4955"/>
                      <a:pt x="4723" y="5013"/>
                      <a:pt x="4715" y="5079"/>
                    </a:cubicBezTo>
                    <a:cubicBezTo>
                      <a:pt x="4748" y="5013"/>
                      <a:pt x="4789" y="4947"/>
                      <a:pt x="4822" y="4880"/>
                    </a:cubicBezTo>
                    <a:cubicBezTo>
                      <a:pt x="4872" y="4797"/>
                      <a:pt x="4922" y="4715"/>
                      <a:pt x="4955" y="4623"/>
                    </a:cubicBezTo>
                    <a:cubicBezTo>
                      <a:pt x="4988" y="4524"/>
                      <a:pt x="4996" y="4416"/>
                      <a:pt x="5013" y="4317"/>
                    </a:cubicBezTo>
                    <a:cubicBezTo>
                      <a:pt x="5038" y="4110"/>
                      <a:pt x="5071" y="3894"/>
                      <a:pt x="5104" y="3687"/>
                    </a:cubicBezTo>
                    <a:cubicBezTo>
                      <a:pt x="5146" y="3447"/>
                      <a:pt x="5179" y="3207"/>
                      <a:pt x="5212" y="2966"/>
                    </a:cubicBezTo>
                    <a:cubicBezTo>
                      <a:pt x="5212" y="2962"/>
                      <a:pt x="5216" y="2960"/>
                      <a:pt x="5221" y="2960"/>
                    </a:cubicBezTo>
                    <a:cubicBezTo>
                      <a:pt x="5226" y="2960"/>
                      <a:pt x="5233" y="2962"/>
                      <a:pt x="5237" y="2966"/>
                    </a:cubicBezTo>
                    <a:cubicBezTo>
                      <a:pt x="5237" y="2917"/>
                      <a:pt x="5237" y="2859"/>
                      <a:pt x="5237" y="2809"/>
                    </a:cubicBezTo>
                    <a:cubicBezTo>
                      <a:pt x="5237" y="2792"/>
                      <a:pt x="5249" y="2784"/>
                      <a:pt x="5262" y="2784"/>
                    </a:cubicBezTo>
                    <a:cubicBezTo>
                      <a:pt x="5274" y="2784"/>
                      <a:pt x="5286" y="2792"/>
                      <a:pt x="5286" y="2809"/>
                    </a:cubicBezTo>
                    <a:cubicBezTo>
                      <a:pt x="5295" y="2966"/>
                      <a:pt x="5303" y="3116"/>
                      <a:pt x="5295" y="3273"/>
                    </a:cubicBezTo>
                    <a:cubicBezTo>
                      <a:pt x="5295" y="3348"/>
                      <a:pt x="5295" y="3430"/>
                      <a:pt x="5278" y="3505"/>
                    </a:cubicBezTo>
                    <a:cubicBezTo>
                      <a:pt x="5278" y="3580"/>
                      <a:pt x="5270" y="3654"/>
                      <a:pt x="5245" y="3729"/>
                    </a:cubicBezTo>
                    <a:cubicBezTo>
                      <a:pt x="5241" y="3736"/>
                      <a:pt x="5233" y="3740"/>
                      <a:pt x="5224" y="3740"/>
                    </a:cubicBezTo>
                    <a:cubicBezTo>
                      <a:pt x="5214" y="3740"/>
                      <a:pt x="5204" y="3734"/>
                      <a:pt x="5204" y="3720"/>
                    </a:cubicBezTo>
                    <a:cubicBezTo>
                      <a:pt x="5204" y="3646"/>
                      <a:pt x="5212" y="3563"/>
                      <a:pt x="5220" y="3488"/>
                    </a:cubicBezTo>
                    <a:cubicBezTo>
                      <a:pt x="5220" y="3414"/>
                      <a:pt x="5228" y="3339"/>
                      <a:pt x="5237" y="3265"/>
                    </a:cubicBezTo>
                    <a:cubicBezTo>
                      <a:pt x="5237" y="3182"/>
                      <a:pt x="5237" y="3091"/>
                      <a:pt x="5237" y="3008"/>
                    </a:cubicBezTo>
                    <a:cubicBezTo>
                      <a:pt x="5220" y="3215"/>
                      <a:pt x="5195" y="3414"/>
                      <a:pt x="5179" y="3621"/>
                    </a:cubicBezTo>
                    <a:cubicBezTo>
                      <a:pt x="5154" y="3836"/>
                      <a:pt x="5129" y="4043"/>
                      <a:pt x="5112" y="4251"/>
                    </a:cubicBezTo>
                    <a:cubicBezTo>
                      <a:pt x="5096" y="4358"/>
                      <a:pt x="5088" y="4466"/>
                      <a:pt x="5071" y="4565"/>
                    </a:cubicBezTo>
                    <a:cubicBezTo>
                      <a:pt x="5054" y="4665"/>
                      <a:pt x="5021" y="4748"/>
                      <a:pt x="4972" y="4839"/>
                    </a:cubicBezTo>
                    <a:cubicBezTo>
                      <a:pt x="4922" y="4922"/>
                      <a:pt x="4872" y="5005"/>
                      <a:pt x="4831" y="5087"/>
                    </a:cubicBezTo>
                    <a:cubicBezTo>
                      <a:pt x="4781" y="5170"/>
                      <a:pt x="4740" y="5261"/>
                      <a:pt x="4706" y="5353"/>
                    </a:cubicBezTo>
                    <a:cubicBezTo>
                      <a:pt x="4682" y="5427"/>
                      <a:pt x="4657" y="5493"/>
                      <a:pt x="4640" y="5576"/>
                    </a:cubicBezTo>
                    <a:cubicBezTo>
                      <a:pt x="4756" y="5792"/>
                      <a:pt x="4897" y="6007"/>
                      <a:pt x="5063" y="6198"/>
                    </a:cubicBezTo>
                    <a:cubicBezTo>
                      <a:pt x="5237" y="6397"/>
                      <a:pt x="5436" y="6571"/>
                      <a:pt x="5659" y="6720"/>
                    </a:cubicBezTo>
                    <a:cubicBezTo>
                      <a:pt x="5883" y="6877"/>
                      <a:pt x="6123" y="7001"/>
                      <a:pt x="6380" y="7093"/>
                    </a:cubicBezTo>
                    <a:cubicBezTo>
                      <a:pt x="6407" y="7099"/>
                      <a:pt x="6434" y="7111"/>
                      <a:pt x="6461" y="7111"/>
                    </a:cubicBezTo>
                    <a:cubicBezTo>
                      <a:pt x="6467" y="7111"/>
                      <a:pt x="6473" y="7111"/>
                      <a:pt x="6480" y="7109"/>
                    </a:cubicBezTo>
                    <a:cubicBezTo>
                      <a:pt x="6504" y="7109"/>
                      <a:pt x="6513" y="7101"/>
                      <a:pt x="6538" y="7101"/>
                    </a:cubicBezTo>
                    <a:cubicBezTo>
                      <a:pt x="6554" y="7101"/>
                      <a:pt x="6579" y="7117"/>
                      <a:pt x="6604" y="7126"/>
                    </a:cubicBezTo>
                    <a:cubicBezTo>
                      <a:pt x="6678" y="7151"/>
                      <a:pt x="6753" y="7184"/>
                      <a:pt x="6836" y="7209"/>
                    </a:cubicBezTo>
                    <a:cubicBezTo>
                      <a:pt x="6993" y="7267"/>
                      <a:pt x="7151" y="7316"/>
                      <a:pt x="7308" y="7366"/>
                    </a:cubicBezTo>
                    <a:cubicBezTo>
                      <a:pt x="7648" y="7465"/>
                      <a:pt x="7996" y="7540"/>
                      <a:pt x="8344" y="7606"/>
                    </a:cubicBezTo>
                    <a:cubicBezTo>
                      <a:pt x="8344" y="7573"/>
                      <a:pt x="8344" y="7540"/>
                      <a:pt x="8344" y="7507"/>
                    </a:cubicBezTo>
                    <a:cubicBezTo>
                      <a:pt x="8344" y="7487"/>
                      <a:pt x="8366" y="7461"/>
                      <a:pt x="8392" y="7461"/>
                    </a:cubicBezTo>
                    <a:cubicBezTo>
                      <a:pt x="8398" y="7461"/>
                      <a:pt x="8404" y="7462"/>
                      <a:pt x="8410" y="7465"/>
                    </a:cubicBezTo>
                    <a:cubicBezTo>
                      <a:pt x="8617" y="7540"/>
                      <a:pt x="8824" y="7623"/>
                      <a:pt x="9023" y="7714"/>
                    </a:cubicBezTo>
                    <a:cubicBezTo>
                      <a:pt x="8990" y="7606"/>
                      <a:pt x="8957" y="7507"/>
                      <a:pt x="8940" y="7399"/>
                    </a:cubicBezTo>
                    <a:cubicBezTo>
                      <a:pt x="8882" y="7308"/>
                      <a:pt x="8808" y="7233"/>
                      <a:pt x="8725" y="7167"/>
                    </a:cubicBezTo>
                    <a:cubicBezTo>
                      <a:pt x="8485" y="6985"/>
                      <a:pt x="8195" y="6894"/>
                      <a:pt x="7921" y="6769"/>
                    </a:cubicBezTo>
                    <a:cubicBezTo>
                      <a:pt x="7316" y="6504"/>
                      <a:pt x="6770" y="6065"/>
                      <a:pt x="6422" y="5502"/>
                    </a:cubicBezTo>
                    <a:cubicBezTo>
                      <a:pt x="5651" y="4251"/>
                      <a:pt x="5933" y="2643"/>
                      <a:pt x="5668" y="1202"/>
                    </a:cubicBezTo>
                    <a:cubicBezTo>
                      <a:pt x="5585" y="738"/>
                      <a:pt x="5402" y="240"/>
                      <a:pt x="4988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6" name="Google Shape;2656;p5"/>
              <p:cNvSpPr/>
              <p:nvPr/>
            </p:nvSpPr>
            <p:spPr>
              <a:xfrm>
                <a:off x="1956950" y="2063525"/>
                <a:ext cx="1675" cy="2100"/>
              </a:xfrm>
              <a:custGeom>
                <a:rect b="b" l="l" r="r" t="t"/>
                <a:pathLst>
                  <a:path extrusionOk="0" h="84" w="67">
                    <a:moveTo>
                      <a:pt x="0" y="1"/>
                    </a:moveTo>
                    <a:cubicBezTo>
                      <a:pt x="0" y="34"/>
                      <a:pt x="8" y="59"/>
                      <a:pt x="25" y="84"/>
                    </a:cubicBezTo>
                    <a:cubicBezTo>
                      <a:pt x="33" y="84"/>
                      <a:pt x="41" y="75"/>
                      <a:pt x="50" y="75"/>
                    </a:cubicBezTo>
                    <a:cubicBezTo>
                      <a:pt x="50" y="67"/>
                      <a:pt x="58" y="59"/>
                      <a:pt x="66" y="59"/>
                    </a:cubicBezTo>
                    <a:cubicBezTo>
                      <a:pt x="41" y="42"/>
                      <a:pt x="17" y="26"/>
                      <a:pt x="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5"/>
              <p:cNvSpPr/>
              <p:nvPr/>
            </p:nvSpPr>
            <p:spPr>
              <a:xfrm>
                <a:off x="2232625" y="2000150"/>
                <a:ext cx="103600" cy="55400"/>
              </a:xfrm>
              <a:custGeom>
                <a:rect b="b" l="l" r="r" t="t"/>
                <a:pathLst>
                  <a:path extrusionOk="0" h="2216" w="4144">
                    <a:moveTo>
                      <a:pt x="3313" y="1"/>
                    </a:moveTo>
                    <a:cubicBezTo>
                      <a:pt x="3204" y="1"/>
                      <a:pt x="3096" y="15"/>
                      <a:pt x="2992" y="50"/>
                    </a:cubicBezTo>
                    <a:cubicBezTo>
                      <a:pt x="2942" y="58"/>
                      <a:pt x="2901" y="58"/>
                      <a:pt x="2851" y="67"/>
                    </a:cubicBezTo>
                    <a:lnTo>
                      <a:pt x="2752" y="75"/>
                    </a:lnTo>
                    <a:cubicBezTo>
                      <a:pt x="2743" y="58"/>
                      <a:pt x="2719" y="42"/>
                      <a:pt x="2694" y="42"/>
                    </a:cubicBezTo>
                    <a:cubicBezTo>
                      <a:pt x="2545" y="58"/>
                      <a:pt x="2404" y="67"/>
                      <a:pt x="2255" y="92"/>
                    </a:cubicBezTo>
                    <a:cubicBezTo>
                      <a:pt x="2172" y="100"/>
                      <a:pt x="2097" y="108"/>
                      <a:pt x="2023" y="116"/>
                    </a:cubicBezTo>
                    <a:cubicBezTo>
                      <a:pt x="1973" y="125"/>
                      <a:pt x="1915" y="133"/>
                      <a:pt x="1865" y="141"/>
                    </a:cubicBezTo>
                    <a:cubicBezTo>
                      <a:pt x="1617" y="174"/>
                      <a:pt x="1368" y="208"/>
                      <a:pt x="1128" y="249"/>
                    </a:cubicBezTo>
                    <a:cubicBezTo>
                      <a:pt x="1020" y="266"/>
                      <a:pt x="912" y="274"/>
                      <a:pt x="805" y="299"/>
                    </a:cubicBezTo>
                    <a:cubicBezTo>
                      <a:pt x="639" y="324"/>
                      <a:pt x="465" y="373"/>
                      <a:pt x="332" y="473"/>
                    </a:cubicBezTo>
                    <a:cubicBezTo>
                      <a:pt x="258" y="531"/>
                      <a:pt x="208" y="597"/>
                      <a:pt x="175" y="680"/>
                    </a:cubicBezTo>
                    <a:cubicBezTo>
                      <a:pt x="150" y="771"/>
                      <a:pt x="142" y="870"/>
                      <a:pt x="134" y="962"/>
                    </a:cubicBezTo>
                    <a:cubicBezTo>
                      <a:pt x="125" y="1020"/>
                      <a:pt x="117" y="1086"/>
                      <a:pt x="109" y="1144"/>
                    </a:cubicBezTo>
                    <a:cubicBezTo>
                      <a:pt x="42" y="1310"/>
                      <a:pt x="1" y="1475"/>
                      <a:pt x="9" y="1658"/>
                    </a:cubicBezTo>
                    <a:cubicBezTo>
                      <a:pt x="9" y="1666"/>
                      <a:pt x="9" y="1674"/>
                      <a:pt x="18" y="1682"/>
                    </a:cubicBezTo>
                    <a:lnTo>
                      <a:pt x="9" y="1682"/>
                    </a:lnTo>
                    <a:cubicBezTo>
                      <a:pt x="1" y="1716"/>
                      <a:pt x="1" y="1757"/>
                      <a:pt x="1" y="1790"/>
                    </a:cubicBezTo>
                    <a:cubicBezTo>
                      <a:pt x="1" y="1848"/>
                      <a:pt x="26" y="1906"/>
                      <a:pt x="67" y="1939"/>
                    </a:cubicBezTo>
                    <a:cubicBezTo>
                      <a:pt x="117" y="1981"/>
                      <a:pt x="175" y="2005"/>
                      <a:pt x="225" y="2030"/>
                    </a:cubicBezTo>
                    <a:cubicBezTo>
                      <a:pt x="440" y="2130"/>
                      <a:pt x="656" y="2196"/>
                      <a:pt x="888" y="2213"/>
                    </a:cubicBezTo>
                    <a:cubicBezTo>
                      <a:pt x="917" y="2215"/>
                      <a:pt x="946" y="2216"/>
                      <a:pt x="975" y="2216"/>
                    </a:cubicBezTo>
                    <a:cubicBezTo>
                      <a:pt x="1062" y="2216"/>
                      <a:pt x="1149" y="2206"/>
                      <a:pt x="1236" y="2188"/>
                    </a:cubicBezTo>
                    <a:cubicBezTo>
                      <a:pt x="1285" y="2179"/>
                      <a:pt x="1343" y="2163"/>
                      <a:pt x="1385" y="2121"/>
                    </a:cubicBezTo>
                    <a:cubicBezTo>
                      <a:pt x="1426" y="2080"/>
                      <a:pt x="1443" y="2030"/>
                      <a:pt x="1459" y="1972"/>
                    </a:cubicBezTo>
                    <a:cubicBezTo>
                      <a:pt x="1526" y="1749"/>
                      <a:pt x="1451" y="1517"/>
                      <a:pt x="1492" y="1293"/>
                    </a:cubicBezTo>
                    <a:cubicBezTo>
                      <a:pt x="1534" y="1094"/>
                      <a:pt x="1650" y="928"/>
                      <a:pt x="1807" y="804"/>
                    </a:cubicBezTo>
                    <a:cubicBezTo>
                      <a:pt x="1840" y="788"/>
                      <a:pt x="1832" y="754"/>
                      <a:pt x="1807" y="738"/>
                    </a:cubicBezTo>
                    <a:cubicBezTo>
                      <a:pt x="1990" y="713"/>
                      <a:pt x="2172" y="705"/>
                      <a:pt x="2354" y="688"/>
                    </a:cubicBezTo>
                    <a:cubicBezTo>
                      <a:pt x="2644" y="663"/>
                      <a:pt x="2942" y="638"/>
                      <a:pt x="3232" y="605"/>
                    </a:cubicBezTo>
                    <a:cubicBezTo>
                      <a:pt x="3522" y="580"/>
                      <a:pt x="3812" y="547"/>
                      <a:pt x="4102" y="506"/>
                    </a:cubicBezTo>
                    <a:cubicBezTo>
                      <a:pt x="4144" y="506"/>
                      <a:pt x="4135" y="448"/>
                      <a:pt x="4102" y="448"/>
                    </a:cubicBezTo>
                    <a:cubicBezTo>
                      <a:pt x="4119" y="431"/>
                      <a:pt x="4127" y="423"/>
                      <a:pt x="4127" y="398"/>
                    </a:cubicBezTo>
                    <a:cubicBezTo>
                      <a:pt x="4119" y="357"/>
                      <a:pt x="4119" y="307"/>
                      <a:pt x="4111" y="266"/>
                    </a:cubicBezTo>
                    <a:cubicBezTo>
                      <a:pt x="4111" y="224"/>
                      <a:pt x="4086" y="208"/>
                      <a:pt x="4053" y="199"/>
                    </a:cubicBezTo>
                    <a:cubicBezTo>
                      <a:pt x="3995" y="199"/>
                      <a:pt x="3945" y="191"/>
                      <a:pt x="3887" y="191"/>
                    </a:cubicBezTo>
                    <a:cubicBezTo>
                      <a:pt x="3887" y="166"/>
                      <a:pt x="3870" y="150"/>
                      <a:pt x="3845" y="150"/>
                    </a:cubicBezTo>
                    <a:cubicBezTo>
                      <a:pt x="3738" y="116"/>
                      <a:pt x="3630" y="100"/>
                      <a:pt x="3514" y="83"/>
                    </a:cubicBezTo>
                    <a:cubicBezTo>
                      <a:pt x="3522" y="58"/>
                      <a:pt x="3514" y="17"/>
                      <a:pt x="3473" y="17"/>
                    </a:cubicBezTo>
                    <a:cubicBezTo>
                      <a:pt x="3473" y="17"/>
                      <a:pt x="3464" y="9"/>
                      <a:pt x="3464" y="9"/>
                    </a:cubicBezTo>
                    <a:lnTo>
                      <a:pt x="3456" y="9"/>
                    </a:lnTo>
                    <a:cubicBezTo>
                      <a:pt x="3408" y="4"/>
                      <a:pt x="3361" y="1"/>
                      <a:pt x="3313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8" name="Google Shape;2658;p5"/>
              <p:cNvSpPr/>
              <p:nvPr/>
            </p:nvSpPr>
            <p:spPr>
              <a:xfrm>
                <a:off x="2036275" y="1961300"/>
                <a:ext cx="165950" cy="92500"/>
              </a:xfrm>
              <a:custGeom>
                <a:rect b="b" l="l" r="r" t="t"/>
                <a:pathLst>
                  <a:path extrusionOk="0" h="3700" w="6638">
                    <a:moveTo>
                      <a:pt x="5501" y="1"/>
                    </a:moveTo>
                    <a:cubicBezTo>
                      <a:pt x="5461" y="1"/>
                      <a:pt x="5429" y="32"/>
                      <a:pt x="5436" y="80"/>
                    </a:cubicBezTo>
                    <a:cubicBezTo>
                      <a:pt x="5460" y="204"/>
                      <a:pt x="5502" y="328"/>
                      <a:pt x="5543" y="444"/>
                    </a:cubicBezTo>
                    <a:cubicBezTo>
                      <a:pt x="5585" y="568"/>
                      <a:pt x="5634" y="684"/>
                      <a:pt x="5684" y="792"/>
                    </a:cubicBezTo>
                    <a:cubicBezTo>
                      <a:pt x="5742" y="908"/>
                      <a:pt x="5792" y="1024"/>
                      <a:pt x="5825" y="1140"/>
                    </a:cubicBezTo>
                    <a:cubicBezTo>
                      <a:pt x="5842" y="1231"/>
                      <a:pt x="5858" y="1389"/>
                      <a:pt x="5767" y="1447"/>
                    </a:cubicBezTo>
                    <a:cubicBezTo>
                      <a:pt x="5709" y="1480"/>
                      <a:pt x="5651" y="1496"/>
                      <a:pt x="5593" y="1513"/>
                    </a:cubicBezTo>
                    <a:cubicBezTo>
                      <a:pt x="5527" y="1530"/>
                      <a:pt x="5469" y="1546"/>
                      <a:pt x="5402" y="1563"/>
                    </a:cubicBezTo>
                    <a:cubicBezTo>
                      <a:pt x="5146" y="1621"/>
                      <a:pt x="4881" y="1646"/>
                      <a:pt x="4624" y="1687"/>
                    </a:cubicBezTo>
                    <a:cubicBezTo>
                      <a:pt x="4359" y="1720"/>
                      <a:pt x="4093" y="1762"/>
                      <a:pt x="3828" y="1786"/>
                    </a:cubicBezTo>
                    <a:cubicBezTo>
                      <a:pt x="3352" y="1846"/>
                      <a:pt x="2868" y="1879"/>
                      <a:pt x="2384" y="1879"/>
                    </a:cubicBezTo>
                    <a:cubicBezTo>
                      <a:pt x="2330" y="1879"/>
                      <a:pt x="2275" y="1878"/>
                      <a:pt x="2221" y="1878"/>
                    </a:cubicBezTo>
                    <a:cubicBezTo>
                      <a:pt x="1956" y="1869"/>
                      <a:pt x="1691" y="1853"/>
                      <a:pt x="1434" y="1811"/>
                    </a:cubicBezTo>
                    <a:cubicBezTo>
                      <a:pt x="1301" y="1795"/>
                      <a:pt x="1169" y="1770"/>
                      <a:pt x="1044" y="1745"/>
                    </a:cubicBezTo>
                    <a:cubicBezTo>
                      <a:pt x="937" y="1723"/>
                      <a:pt x="823" y="1702"/>
                      <a:pt x="714" y="1702"/>
                    </a:cubicBezTo>
                    <a:cubicBezTo>
                      <a:pt x="697" y="1702"/>
                      <a:pt x="680" y="1702"/>
                      <a:pt x="663" y="1704"/>
                    </a:cubicBezTo>
                    <a:cubicBezTo>
                      <a:pt x="547" y="1712"/>
                      <a:pt x="431" y="1737"/>
                      <a:pt x="332" y="1811"/>
                    </a:cubicBezTo>
                    <a:cubicBezTo>
                      <a:pt x="299" y="1844"/>
                      <a:pt x="257" y="1878"/>
                      <a:pt x="232" y="1927"/>
                    </a:cubicBezTo>
                    <a:cubicBezTo>
                      <a:pt x="207" y="1977"/>
                      <a:pt x="207" y="2035"/>
                      <a:pt x="207" y="2093"/>
                    </a:cubicBezTo>
                    <a:cubicBezTo>
                      <a:pt x="207" y="2151"/>
                      <a:pt x="174" y="2201"/>
                      <a:pt x="149" y="2250"/>
                    </a:cubicBezTo>
                    <a:cubicBezTo>
                      <a:pt x="125" y="2300"/>
                      <a:pt x="100" y="2350"/>
                      <a:pt x="83" y="2400"/>
                    </a:cubicBezTo>
                    <a:cubicBezTo>
                      <a:pt x="42" y="2499"/>
                      <a:pt x="25" y="2607"/>
                      <a:pt x="17" y="2723"/>
                    </a:cubicBezTo>
                    <a:cubicBezTo>
                      <a:pt x="0" y="2938"/>
                      <a:pt x="58" y="3162"/>
                      <a:pt x="166" y="3352"/>
                    </a:cubicBezTo>
                    <a:cubicBezTo>
                      <a:pt x="224" y="3444"/>
                      <a:pt x="299" y="3526"/>
                      <a:pt x="406" y="3568"/>
                    </a:cubicBezTo>
                    <a:cubicBezTo>
                      <a:pt x="435" y="3580"/>
                      <a:pt x="464" y="3586"/>
                      <a:pt x="492" y="3586"/>
                    </a:cubicBezTo>
                    <a:cubicBezTo>
                      <a:pt x="520" y="3586"/>
                      <a:pt x="547" y="3580"/>
                      <a:pt x="572" y="3568"/>
                    </a:cubicBezTo>
                    <a:lnTo>
                      <a:pt x="572" y="3568"/>
                    </a:lnTo>
                    <a:cubicBezTo>
                      <a:pt x="564" y="3584"/>
                      <a:pt x="547" y="3601"/>
                      <a:pt x="539" y="3609"/>
                    </a:cubicBezTo>
                    <a:cubicBezTo>
                      <a:pt x="509" y="3656"/>
                      <a:pt x="551" y="3699"/>
                      <a:pt x="596" y="3699"/>
                    </a:cubicBezTo>
                    <a:cubicBezTo>
                      <a:pt x="614" y="3699"/>
                      <a:pt x="632" y="3692"/>
                      <a:pt x="647" y="3675"/>
                    </a:cubicBezTo>
                    <a:cubicBezTo>
                      <a:pt x="680" y="3617"/>
                      <a:pt x="713" y="3568"/>
                      <a:pt x="754" y="3510"/>
                    </a:cubicBezTo>
                    <a:cubicBezTo>
                      <a:pt x="829" y="3410"/>
                      <a:pt x="912" y="3311"/>
                      <a:pt x="1019" y="3236"/>
                    </a:cubicBezTo>
                    <a:cubicBezTo>
                      <a:pt x="1135" y="3154"/>
                      <a:pt x="1268" y="3112"/>
                      <a:pt x="1401" y="3079"/>
                    </a:cubicBezTo>
                    <a:cubicBezTo>
                      <a:pt x="1699" y="3013"/>
                      <a:pt x="2005" y="2963"/>
                      <a:pt x="2312" y="2913"/>
                    </a:cubicBezTo>
                    <a:cubicBezTo>
                      <a:pt x="2925" y="2822"/>
                      <a:pt x="3547" y="2756"/>
                      <a:pt x="4160" y="2665"/>
                    </a:cubicBezTo>
                    <a:cubicBezTo>
                      <a:pt x="4475" y="2615"/>
                      <a:pt x="4781" y="2565"/>
                      <a:pt x="5088" y="2499"/>
                    </a:cubicBezTo>
                    <a:cubicBezTo>
                      <a:pt x="5369" y="2433"/>
                      <a:pt x="5659" y="2366"/>
                      <a:pt x="5916" y="2217"/>
                    </a:cubicBezTo>
                    <a:cubicBezTo>
                      <a:pt x="6140" y="2093"/>
                      <a:pt x="6339" y="1919"/>
                      <a:pt x="6463" y="1687"/>
                    </a:cubicBezTo>
                    <a:cubicBezTo>
                      <a:pt x="6596" y="1455"/>
                      <a:pt x="6637" y="1165"/>
                      <a:pt x="6562" y="908"/>
                    </a:cubicBezTo>
                    <a:cubicBezTo>
                      <a:pt x="6422" y="436"/>
                      <a:pt x="5941" y="196"/>
                      <a:pt x="5527" y="5"/>
                    </a:cubicBezTo>
                    <a:cubicBezTo>
                      <a:pt x="5518" y="2"/>
                      <a:pt x="5509" y="1"/>
                      <a:pt x="5501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9" name="Google Shape;2659;p5"/>
              <p:cNvSpPr/>
              <p:nvPr/>
            </p:nvSpPr>
            <p:spPr>
              <a:xfrm>
                <a:off x="1821875" y="1776850"/>
                <a:ext cx="161800" cy="286225"/>
              </a:xfrm>
              <a:custGeom>
                <a:rect b="b" l="l" r="r" t="t"/>
                <a:pathLst>
                  <a:path extrusionOk="0" h="11449" w="6472">
                    <a:moveTo>
                      <a:pt x="4848" y="1"/>
                    </a:moveTo>
                    <a:cubicBezTo>
                      <a:pt x="4856" y="26"/>
                      <a:pt x="4856" y="59"/>
                      <a:pt x="4864" y="84"/>
                    </a:cubicBezTo>
                    <a:cubicBezTo>
                      <a:pt x="4922" y="291"/>
                      <a:pt x="5038" y="473"/>
                      <a:pt x="5138" y="664"/>
                    </a:cubicBezTo>
                    <a:cubicBezTo>
                      <a:pt x="5254" y="879"/>
                      <a:pt x="5328" y="1094"/>
                      <a:pt x="5320" y="1351"/>
                    </a:cubicBezTo>
                    <a:cubicBezTo>
                      <a:pt x="5312" y="1492"/>
                      <a:pt x="5287" y="1625"/>
                      <a:pt x="5262" y="1757"/>
                    </a:cubicBezTo>
                    <a:cubicBezTo>
                      <a:pt x="5237" y="1898"/>
                      <a:pt x="5221" y="2047"/>
                      <a:pt x="5196" y="2188"/>
                    </a:cubicBezTo>
                    <a:cubicBezTo>
                      <a:pt x="5146" y="2470"/>
                      <a:pt x="5096" y="2751"/>
                      <a:pt x="5047" y="3033"/>
                    </a:cubicBezTo>
                    <a:cubicBezTo>
                      <a:pt x="4856" y="4160"/>
                      <a:pt x="4666" y="5295"/>
                      <a:pt x="4458" y="6422"/>
                    </a:cubicBezTo>
                    <a:cubicBezTo>
                      <a:pt x="4409" y="6679"/>
                      <a:pt x="4359" y="6944"/>
                      <a:pt x="4243" y="7184"/>
                    </a:cubicBezTo>
                    <a:cubicBezTo>
                      <a:pt x="4135" y="7416"/>
                      <a:pt x="3986" y="7623"/>
                      <a:pt x="3845" y="7830"/>
                    </a:cubicBezTo>
                    <a:cubicBezTo>
                      <a:pt x="3580" y="8212"/>
                      <a:pt x="3365" y="8626"/>
                      <a:pt x="3141" y="9032"/>
                    </a:cubicBezTo>
                    <a:cubicBezTo>
                      <a:pt x="2926" y="9430"/>
                      <a:pt x="2677" y="9819"/>
                      <a:pt x="2337" y="10117"/>
                    </a:cubicBezTo>
                    <a:cubicBezTo>
                      <a:pt x="1981" y="10424"/>
                      <a:pt x="1542" y="10606"/>
                      <a:pt x="1078" y="10689"/>
                    </a:cubicBezTo>
                    <a:cubicBezTo>
                      <a:pt x="858" y="10733"/>
                      <a:pt x="634" y="10753"/>
                      <a:pt x="412" y="10753"/>
                    </a:cubicBezTo>
                    <a:cubicBezTo>
                      <a:pt x="341" y="10753"/>
                      <a:pt x="270" y="10751"/>
                      <a:pt x="200" y="10747"/>
                    </a:cubicBezTo>
                    <a:cubicBezTo>
                      <a:pt x="109" y="10822"/>
                      <a:pt x="26" y="10921"/>
                      <a:pt x="9" y="11037"/>
                    </a:cubicBezTo>
                    <a:cubicBezTo>
                      <a:pt x="1" y="11095"/>
                      <a:pt x="17" y="11136"/>
                      <a:pt x="75" y="11169"/>
                    </a:cubicBezTo>
                    <a:cubicBezTo>
                      <a:pt x="133" y="11203"/>
                      <a:pt x="200" y="11236"/>
                      <a:pt x="266" y="11252"/>
                    </a:cubicBezTo>
                    <a:cubicBezTo>
                      <a:pt x="341" y="11277"/>
                      <a:pt x="415" y="11302"/>
                      <a:pt x="498" y="11310"/>
                    </a:cubicBezTo>
                    <a:lnTo>
                      <a:pt x="506" y="11310"/>
                    </a:lnTo>
                    <a:cubicBezTo>
                      <a:pt x="490" y="11302"/>
                      <a:pt x="473" y="11294"/>
                      <a:pt x="457" y="11277"/>
                    </a:cubicBezTo>
                    <a:cubicBezTo>
                      <a:pt x="423" y="11261"/>
                      <a:pt x="440" y="11203"/>
                      <a:pt x="481" y="11203"/>
                    </a:cubicBezTo>
                    <a:cubicBezTo>
                      <a:pt x="494" y="11207"/>
                      <a:pt x="506" y="11207"/>
                      <a:pt x="520" y="11207"/>
                    </a:cubicBezTo>
                    <a:cubicBezTo>
                      <a:pt x="533" y="11207"/>
                      <a:pt x="548" y="11207"/>
                      <a:pt x="564" y="11211"/>
                    </a:cubicBezTo>
                    <a:cubicBezTo>
                      <a:pt x="589" y="11219"/>
                      <a:pt x="614" y="11227"/>
                      <a:pt x="639" y="11236"/>
                    </a:cubicBezTo>
                    <a:cubicBezTo>
                      <a:pt x="697" y="11252"/>
                      <a:pt x="747" y="11269"/>
                      <a:pt x="805" y="11277"/>
                    </a:cubicBezTo>
                    <a:cubicBezTo>
                      <a:pt x="912" y="11310"/>
                      <a:pt x="1012" y="11335"/>
                      <a:pt x="1119" y="11352"/>
                    </a:cubicBezTo>
                    <a:cubicBezTo>
                      <a:pt x="1335" y="11393"/>
                      <a:pt x="1550" y="11426"/>
                      <a:pt x="1774" y="11435"/>
                    </a:cubicBezTo>
                    <a:cubicBezTo>
                      <a:pt x="1849" y="11441"/>
                      <a:pt x="1929" y="11449"/>
                      <a:pt x="2009" y="11449"/>
                    </a:cubicBezTo>
                    <a:cubicBezTo>
                      <a:pt x="2132" y="11449"/>
                      <a:pt x="2253" y="11430"/>
                      <a:pt x="2354" y="11360"/>
                    </a:cubicBezTo>
                    <a:cubicBezTo>
                      <a:pt x="2495" y="11269"/>
                      <a:pt x="2586" y="11111"/>
                      <a:pt x="2661" y="10971"/>
                    </a:cubicBezTo>
                    <a:cubicBezTo>
                      <a:pt x="2760" y="10772"/>
                      <a:pt x="2851" y="10573"/>
                      <a:pt x="2950" y="10374"/>
                    </a:cubicBezTo>
                    <a:cubicBezTo>
                      <a:pt x="2950" y="10366"/>
                      <a:pt x="2950" y="10358"/>
                      <a:pt x="2950" y="10349"/>
                    </a:cubicBezTo>
                    <a:cubicBezTo>
                      <a:pt x="2950" y="10324"/>
                      <a:pt x="2967" y="10300"/>
                      <a:pt x="3000" y="10291"/>
                    </a:cubicBezTo>
                    <a:cubicBezTo>
                      <a:pt x="3005" y="10278"/>
                      <a:pt x="3017" y="10271"/>
                      <a:pt x="3031" y="10271"/>
                    </a:cubicBezTo>
                    <a:cubicBezTo>
                      <a:pt x="3042" y="10271"/>
                      <a:pt x="3055" y="10275"/>
                      <a:pt x="3066" y="10283"/>
                    </a:cubicBezTo>
                    <a:cubicBezTo>
                      <a:pt x="3191" y="10242"/>
                      <a:pt x="3257" y="10068"/>
                      <a:pt x="3298" y="9960"/>
                    </a:cubicBezTo>
                    <a:cubicBezTo>
                      <a:pt x="3381" y="9761"/>
                      <a:pt x="3472" y="9579"/>
                      <a:pt x="3580" y="9396"/>
                    </a:cubicBezTo>
                    <a:cubicBezTo>
                      <a:pt x="3796" y="9040"/>
                      <a:pt x="4052" y="8717"/>
                      <a:pt x="4359" y="8435"/>
                    </a:cubicBezTo>
                    <a:cubicBezTo>
                      <a:pt x="4434" y="8361"/>
                      <a:pt x="4508" y="8294"/>
                      <a:pt x="4591" y="8228"/>
                    </a:cubicBezTo>
                    <a:cubicBezTo>
                      <a:pt x="4674" y="8162"/>
                      <a:pt x="4757" y="8104"/>
                      <a:pt x="4840" y="8038"/>
                    </a:cubicBezTo>
                    <a:cubicBezTo>
                      <a:pt x="4931" y="7971"/>
                      <a:pt x="4964" y="7888"/>
                      <a:pt x="4989" y="7781"/>
                    </a:cubicBezTo>
                    <a:cubicBezTo>
                      <a:pt x="5005" y="7673"/>
                      <a:pt x="5005" y="7565"/>
                      <a:pt x="5022" y="7458"/>
                    </a:cubicBezTo>
                    <a:cubicBezTo>
                      <a:pt x="5063" y="7226"/>
                      <a:pt x="5146" y="7002"/>
                      <a:pt x="5237" y="6778"/>
                    </a:cubicBezTo>
                    <a:cubicBezTo>
                      <a:pt x="5328" y="6546"/>
                      <a:pt x="5428" y="6322"/>
                      <a:pt x="5527" y="6090"/>
                    </a:cubicBezTo>
                    <a:cubicBezTo>
                      <a:pt x="5726" y="5627"/>
                      <a:pt x="5925" y="5163"/>
                      <a:pt x="6140" y="4707"/>
                    </a:cubicBezTo>
                    <a:cubicBezTo>
                      <a:pt x="6149" y="4690"/>
                      <a:pt x="6157" y="4674"/>
                      <a:pt x="6165" y="4657"/>
                    </a:cubicBezTo>
                    <a:cubicBezTo>
                      <a:pt x="6174" y="4599"/>
                      <a:pt x="6182" y="4541"/>
                      <a:pt x="6190" y="4491"/>
                    </a:cubicBezTo>
                    <a:cubicBezTo>
                      <a:pt x="6306" y="3829"/>
                      <a:pt x="6447" y="3174"/>
                      <a:pt x="6472" y="2503"/>
                    </a:cubicBezTo>
                    <a:cubicBezTo>
                      <a:pt x="6472" y="2312"/>
                      <a:pt x="6472" y="2113"/>
                      <a:pt x="6472" y="1923"/>
                    </a:cubicBezTo>
                    <a:cubicBezTo>
                      <a:pt x="6464" y="1898"/>
                      <a:pt x="6464" y="1865"/>
                      <a:pt x="6455" y="1840"/>
                    </a:cubicBezTo>
                    <a:cubicBezTo>
                      <a:pt x="6422" y="1741"/>
                      <a:pt x="6381" y="1649"/>
                      <a:pt x="6331" y="1567"/>
                    </a:cubicBezTo>
                    <a:cubicBezTo>
                      <a:pt x="6314" y="1567"/>
                      <a:pt x="6306" y="1567"/>
                      <a:pt x="6290" y="1550"/>
                    </a:cubicBezTo>
                    <a:cubicBezTo>
                      <a:pt x="6190" y="1417"/>
                      <a:pt x="6099" y="1277"/>
                      <a:pt x="6024" y="1127"/>
                    </a:cubicBezTo>
                    <a:cubicBezTo>
                      <a:pt x="6016" y="1152"/>
                      <a:pt x="6000" y="1169"/>
                      <a:pt x="5975" y="1169"/>
                    </a:cubicBezTo>
                    <a:cubicBezTo>
                      <a:pt x="5859" y="1161"/>
                      <a:pt x="5792" y="1061"/>
                      <a:pt x="5743" y="970"/>
                    </a:cubicBezTo>
                    <a:cubicBezTo>
                      <a:pt x="5710" y="920"/>
                      <a:pt x="5685" y="862"/>
                      <a:pt x="5652" y="813"/>
                    </a:cubicBezTo>
                    <a:cubicBezTo>
                      <a:pt x="5536" y="705"/>
                      <a:pt x="5411" y="597"/>
                      <a:pt x="5295" y="490"/>
                    </a:cubicBezTo>
                    <a:cubicBezTo>
                      <a:pt x="5171" y="382"/>
                      <a:pt x="5038" y="258"/>
                      <a:pt x="4931" y="125"/>
                    </a:cubicBezTo>
                    <a:cubicBezTo>
                      <a:pt x="4906" y="84"/>
                      <a:pt x="4873" y="42"/>
                      <a:pt x="4848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5"/>
              <p:cNvSpPr/>
              <p:nvPr/>
            </p:nvSpPr>
            <p:spPr>
              <a:xfrm>
                <a:off x="1803450" y="2042600"/>
                <a:ext cx="22400" cy="17850"/>
              </a:xfrm>
              <a:custGeom>
                <a:rect b="b" l="l" r="r" t="t"/>
                <a:pathLst>
                  <a:path extrusionOk="0" h="714" w="896">
                    <a:moveTo>
                      <a:pt x="75" y="1"/>
                    </a:moveTo>
                    <a:cubicBezTo>
                      <a:pt x="50" y="84"/>
                      <a:pt x="34" y="167"/>
                      <a:pt x="17" y="241"/>
                    </a:cubicBezTo>
                    <a:cubicBezTo>
                      <a:pt x="17" y="291"/>
                      <a:pt x="9" y="332"/>
                      <a:pt x="9" y="382"/>
                    </a:cubicBezTo>
                    <a:cubicBezTo>
                      <a:pt x="9" y="399"/>
                      <a:pt x="0" y="407"/>
                      <a:pt x="0" y="423"/>
                    </a:cubicBezTo>
                    <a:cubicBezTo>
                      <a:pt x="0" y="432"/>
                      <a:pt x="9" y="432"/>
                      <a:pt x="9" y="432"/>
                    </a:cubicBezTo>
                    <a:cubicBezTo>
                      <a:pt x="25" y="465"/>
                      <a:pt x="17" y="481"/>
                      <a:pt x="0" y="498"/>
                    </a:cubicBezTo>
                    <a:cubicBezTo>
                      <a:pt x="0" y="506"/>
                      <a:pt x="0" y="515"/>
                      <a:pt x="0" y="515"/>
                    </a:cubicBezTo>
                    <a:cubicBezTo>
                      <a:pt x="9" y="556"/>
                      <a:pt x="83" y="564"/>
                      <a:pt x="108" y="573"/>
                    </a:cubicBezTo>
                    <a:cubicBezTo>
                      <a:pt x="166" y="589"/>
                      <a:pt x="224" y="606"/>
                      <a:pt x="282" y="614"/>
                    </a:cubicBezTo>
                    <a:cubicBezTo>
                      <a:pt x="415" y="647"/>
                      <a:pt x="547" y="672"/>
                      <a:pt x="680" y="689"/>
                    </a:cubicBezTo>
                    <a:cubicBezTo>
                      <a:pt x="746" y="697"/>
                      <a:pt x="812" y="705"/>
                      <a:pt x="879" y="713"/>
                    </a:cubicBezTo>
                    <a:lnTo>
                      <a:pt x="895" y="713"/>
                    </a:lnTo>
                    <a:cubicBezTo>
                      <a:pt x="854" y="697"/>
                      <a:pt x="804" y="672"/>
                      <a:pt x="763" y="655"/>
                    </a:cubicBezTo>
                    <a:cubicBezTo>
                      <a:pt x="696" y="622"/>
                      <a:pt x="647" y="564"/>
                      <a:pt x="630" y="490"/>
                    </a:cubicBezTo>
                    <a:cubicBezTo>
                      <a:pt x="605" y="349"/>
                      <a:pt x="688" y="208"/>
                      <a:pt x="771" y="109"/>
                    </a:cubicBezTo>
                    <a:cubicBezTo>
                      <a:pt x="539" y="92"/>
                      <a:pt x="307" y="51"/>
                      <a:pt x="7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1" name="Google Shape;2661;p5"/>
              <p:cNvSpPr/>
              <p:nvPr/>
            </p:nvSpPr>
            <p:spPr>
              <a:xfrm>
                <a:off x="1797650" y="2040950"/>
                <a:ext cx="4800" cy="7700"/>
              </a:xfrm>
              <a:custGeom>
                <a:rect b="b" l="l" r="r" t="t"/>
                <a:pathLst>
                  <a:path extrusionOk="0" h="308" w="192">
                    <a:moveTo>
                      <a:pt x="0" y="1"/>
                    </a:moveTo>
                    <a:cubicBezTo>
                      <a:pt x="25" y="84"/>
                      <a:pt x="58" y="166"/>
                      <a:pt x="100" y="241"/>
                    </a:cubicBezTo>
                    <a:cubicBezTo>
                      <a:pt x="108" y="266"/>
                      <a:pt x="125" y="291"/>
                      <a:pt x="133" y="307"/>
                    </a:cubicBezTo>
                    <a:cubicBezTo>
                      <a:pt x="141" y="216"/>
                      <a:pt x="166" y="133"/>
                      <a:pt x="191" y="42"/>
                    </a:cubicBezTo>
                    <a:cubicBezTo>
                      <a:pt x="125" y="26"/>
                      <a:pt x="67" y="17"/>
                      <a:pt x="0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2" name="Google Shape;2662;p5"/>
              <p:cNvSpPr/>
              <p:nvPr/>
            </p:nvSpPr>
            <p:spPr>
              <a:xfrm>
                <a:off x="2227875" y="1930875"/>
                <a:ext cx="16675" cy="33175"/>
              </a:xfrm>
              <a:custGeom>
                <a:rect b="b" l="l" r="r" t="t"/>
                <a:pathLst>
                  <a:path extrusionOk="0" h="1327" w="667">
                    <a:moveTo>
                      <a:pt x="63" y="0"/>
                    </a:moveTo>
                    <a:cubicBezTo>
                      <a:pt x="55" y="0"/>
                      <a:pt x="48" y="4"/>
                      <a:pt x="42" y="12"/>
                    </a:cubicBezTo>
                    <a:cubicBezTo>
                      <a:pt x="17" y="37"/>
                      <a:pt x="0" y="70"/>
                      <a:pt x="0" y="103"/>
                    </a:cubicBezTo>
                    <a:cubicBezTo>
                      <a:pt x="0" y="137"/>
                      <a:pt x="0" y="170"/>
                      <a:pt x="9" y="203"/>
                    </a:cubicBezTo>
                    <a:cubicBezTo>
                      <a:pt x="17" y="269"/>
                      <a:pt x="34" y="327"/>
                      <a:pt x="50" y="385"/>
                    </a:cubicBezTo>
                    <a:cubicBezTo>
                      <a:pt x="83" y="509"/>
                      <a:pt x="125" y="617"/>
                      <a:pt x="174" y="733"/>
                    </a:cubicBezTo>
                    <a:cubicBezTo>
                      <a:pt x="224" y="841"/>
                      <a:pt x="290" y="949"/>
                      <a:pt x="357" y="1048"/>
                    </a:cubicBezTo>
                    <a:cubicBezTo>
                      <a:pt x="390" y="1098"/>
                      <a:pt x="423" y="1147"/>
                      <a:pt x="464" y="1189"/>
                    </a:cubicBezTo>
                    <a:cubicBezTo>
                      <a:pt x="506" y="1239"/>
                      <a:pt x="556" y="1280"/>
                      <a:pt x="597" y="1321"/>
                    </a:cubicBezTo>
                    <a:cubicBezTo>
                      <a:pt x="602" y="1325"/>
                      <a:pt x="609" y="1327"/>
                      <a:pt x="616" y="1327"/>
                    </a:cubicBezTo>
                    <a:cubicBezTo>
                      <a:pt x="640" y="1327"/>
                      <a:pt x="666" y="1306"/>
                      <a:pt x="647" y="1280"/>
                    </a:cubicBezTo>
                    <a:cubicBezTo>
                      <a:pt x="614" y="1230"/>
                      <a:pt x="589" y="1181"/>
                      <a:pt x="556" y="1139"/>
                    </a:cubicBezTo>
                    <a:cubicBezTo>
                      <a:pt x="522" y="1089"/>
                      <a:pt x="489" y="1040"/>
                      <a:pt x="456" y="990"/>
                    </a:cubicBezTo>
                    <a:cubicBezTo>
                      <a:pt x="398" y="899"/>
                      <a:pt x="340" y="799"/>
                      <a:pt x="290" y="700"/>
                    </a:cubicBezTo>
                    <a:cubicBezTo>
                      <a:pt x="241" y="601"/>
                      <a:pt x="208" y="493"/>
                      <a:pt x="174" y="385"/>
                    </a:cubicBezTo>
                    <a:cubicBezTo>
                      <a:pt x="158" y="335"/>
                      <a:pt x="141" y="277"/>
                      <a:pt x="133" y="219"/>
                    </a:cubicBezTo>
                    <a:cubicBezTo>
                      <a:pt x="116" y="153"/>
                      <a:pt x="125" y="87"/>
                      <a:pt x="100" y="29"/>
                    </a:cubicBezTo>
                    <a:cubicBezTo>
                      <a:pt x="94" y="13"/>
                      <a:pt x="79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5"/>
              <p:cNvSpPr/>
              <p:nvPr/>
            </p:nvSpPr>
            <p:spPr>
              <a:xfrm>
                <a:off x="2223325" y="1931850"/>
                <a:ext cx="5200" cy="15025"/>
              </a:xfrm>
              <a:custGeom>
                <a:rect b="b" l="l" r="r" t="t"/>
                <a:pathLst>
                  <a:path extrusionOk="0" h="601" w="208">
                    <a:moveTo>
                      <a:pt x="30" y="0"/>
                    </a:moveTo>
                    <a:cubicBezTo>
                      <a:pt x="15" y="0"/>
                      <a:pt x="0" y="11"/>
                      <a:pt x="0" y="31"/>
                    </a:cubicBezTo>
                    <a:cubicBezTo>
                      <a:pt x="0" y="222"/>
                      <a:pt x="50" y="404"/>
                      <a:pt x="133" y="578"/>
                    </a:cubicBezTo>
                    <a:cubicBezTo>
                      <a:pt x="138" y="594"/>
                      <a:pt x="149" y="601"/>
                      <a:pt x="160" y="601"/>
                    </a:cubicBezTo>
                    <a:cubicBezTo>
                      <a:pt x="183" y="601"/>
                      <a:pt x="207" y="573"/>
                      <a:pt x="191" y="545"/>
                    </a:cubicBezTo>
                    <a:cubicBezTo>
                      <a:pt x="124" y="379"/>
                      <a:pt x="83" y="205"/>
                      <a:pt x="66" y="31"/>
                    </a:cubicBezTo>
                    <a:cubicBezTo>
                      <a:pt x="62" y="11"/>
                      <a:pt x="46" y="0"/>
                      <a:pt x="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4" name="Google Shape;2664;p5"/>
              <p:cNvSpPr/>
              <p:nvPr/>
            </p:nvSpPr>
            <p:spPr>
              <a:xfrm>
                <a:off x="2218150" y="1927150"/>
                <a:ext cx="850" cy="1975"/>
              </a:xfrm>
              <a:custGeom>
                <a:rect b="b" l="l" r="r" t="t"/>
                <a:pathLst>
                  <a:path extrusionOk="0" h="79" w="34">
                    <a:moveTo>
                      <a:pt x="13" y="0"/>
                    </a:moveTo>
                    <a:cubicBezTo>
                      <a:pt x="8" y="0"/>
                      <a:pt x="0" y="6"/>
                      <a:pt x="0" y="12"/>
                    </a:cubicBezTo>
                    <a:cubicBezTo>
                      <a:pt x="8" y="29"/>
                      <a:pt x="8" y="45"/>
                      <a:pt x="17" y="70"/>
                    </a:cubicBezTo>
                    <a:cubicBezTo>
                      <a:pt x="17" y="78"/>
                      <a:pt x="25" y="78"/>
                      <a:pt x="25" y="78"/>
                    </a:cubicBezTo>
                    <a:cubicBezTo>
                      <a:pt x="33" y="78"/>
                      <a:pt x="33" y="70"/>
                      <a:pt x="33" y="62"/>
                    </a:cubicBezTo>
                    <a:cubicBezTo>
                      <a:pt x="25" y="45"/>
                      <a:pt x="25" y="29"/>
                      <a:pt x="17" y="4"/>
                    </a:cubicBezTo>
                    <a:cubicBezTo>
                      <a:pt x="17" y="1"/>
                      <a:pt x="15" y="0"/>
                      <a:pt x="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5" name="Google Shape;2665;p5"/>
              <p:cNvSpPr/>
              <p:nvPr/>
            </p:nvSpPr>
            <p:spPr>
              <a:xfrm>
                <a:off x="2212950" y="1916450"/>
                <a:ext cx="8625" cy="25150"/>
              </a:xfrm>
              <a:custGeom>
                <a:rect b="b" l="l" r="r" t="t"/>
                <a:pathLst>
                  <a:path extrusionOk="0" h="1006" w="345">
                    <a:moveTo>
                      <a:pt x="47" y="0"/>
                    </a:moveTo>
                    <a:cubicBezTo>
                      <a:pt x="40" y="0"/>
                      <a:pt x="32" y="3"/>
                      <a:pt x="26" y="9"/>
                    </a:cubicBezTo>
                    <a:cubicBezTo>
                      <a:pt x="9" y="51"/>
                      <a:pt x="9" y="101"/>
                      <a:pt x="1" y="142"/>
                    </a:cubicBezTo>
                    <a:cubicBezTo>
                      <a:pt x="1" y="183"/>
                      <a:pt x="1" y="225"/>
                      <a:pt x="9" y="266"/>
                    </a:cubicBezTo>
                    <a:cubicBezTo>
                      <a:pt x="17" y="357"/>
                      <a:pt x="34" y="440"/>
                      <a:pt x="59" y="523"/>
                    </a:cubicBezTo>
                    <a:cubicBezTo>
                      <a:pt x="100" y="697"/>
                      <a:pt x="183" y="854"/>
                      <a:pt x="283" y="995"/>
                    </a:cubicBezTo>
                    <a:cubicBezTo>
                      <a:pt x="290" y="1003"/>
                      <a:pt x="299" y="1006"/>
                      <a:pt x="307" y="1006"/>
                    </a:cubicBezTo>
                    <a:cubicBezTo>
                      <a:pt x="327" y="1006"/>
                      <a:pt x="344" y="988"/>
                      <a:pt x="332" y="970"/>
                    </a:cubicBezTo>
                    <a:cubicBezTo>
                      <a:pt x="241" y="830"/>
                      <a:pt x="183" y="664"/>
                      <a:pt x="142" y="506"/>
                    </a:cubicBezTo>
                    <a:cubicBezTo>
                      <a:pt x="117" y="424"/>
                      <a:pt x="109" y="341"/>
                      <a:pt x="100" y="258"/>
                    </a:cubicBezTo>
                    <a:cubicBezTo>
                      <a:pt x="92" y="225"/>
                      <a:pt x="92" y="183"/>
                      <a:pt x="92" y="142"/>
                    </a:cubicBezTo>
                    <a:cubicBezTo>
                      <a:pt x="84" y="101"/>
                      <a:pt x="92" y="59"/>
                      <a:pt x="75" y="18"/>
                    </a:cubicBezTo>
                    <a:cubicBezTo>
                      <a:pt x="70" y="7"/>
                      <a:pt x="59" y="0"/>
                      <a:pt x="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5"/>
              <p:cNvSpPr/>
              <p:nvPr/>
            </p:nvSpPr>
            <p:spPr>
              <a:xfrm>
                <a:off x="2216075" y="1914800"/>
                <a:ext cx="3250" cy="17600"/>
              </a:xfrm>
              <a:custGeom>
                <a:rect b="b" l="l" r="r" t="t"/>
                <a:pathLst>
                  <a:path extrusionOk="0" h="704" w="130">
                    <a:moveTo>
                      <a:pt x="19" y="0"/>
                    </a:moveTo>
                    <a:cubicBezTo>
                      <a:pt x="10" y="0"/>
                      <a:pt x="0" y="7"/>
                      <a:pt x="0" y="17"/>
                    </a:cubicBezTo>
                    <a:cubicBezTo>
                      <a:pt x="0" y="241"/>
                      <a:pt x="42" y="465"/>
                      <a:pt x="83" y="688"/>
                    </a:cubicBezTo>
                    <a:cubicBezTo>
                      <a:pt x="86" y="699"/>
                      <a:pt x="96" y="703"/>
                      <a:pt x="105" y="703"/>
                    </a:cubicBezTo>
                    <a:cubicBezTo>
                      <a:pt x="117" y="703"/>
                      <a:pt x="129" y="695"/>
                      <a:pt x="124" y="680"/>
                    </a:cubicBezTo>
                    <a:cubicBezTo>
                      <a:pt x="91" y="456"/>
                      <a:pt x="66" y="233"/>
                      <a:pt x="33" y="9"/>
                    </a:cubicBezTo>
                    <a:cubicBezTo>
                      <a:pt x="30" y="3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7" name="Google Shape;2667;p5"/>
              <p:cNvSpPr/>
              <p:nvPr/>
            </p:nvSpPr>
            <p:spPr>
              <a:xfrm>
                <a:off x="2198675" y="1886850"/>
                <a:ext cx="13750" cy="44400"/>
              </a:xfrm>
              <a:custGeom>
                <a:rect b="b" l="l" r="r" t="t"/>
                <a:pathLst>
                  <a:path extrusionOk="0" h="1776" w="550">
                    <a:moveTo>
                      <a:pt x="66" y="1"/>
                    </a:moveTo>
                    <a:cubicBezTo>
                      <a:pt x="53" y="1"/>
                      <a:pt x="40" y="8"/>
                      <a:pt x="33" y="25"/>
                    </a:cubicBezTo>
                    <a:lnTo>
                      <a:pt x="33" y="17"/>
                    </a:lnTo>
                    <a:cubicBezTo>
                      <a:pt x="0" y="83"/>
                      <a:pt x="8" y="158"/>
                      <a:pt x="8" y="224"/>
                    </a:cubicBezTo>
                    <a:cubicBezTo>
                      <a:pt x="8" y="290"/>
                      <a:pt x="17" y="348"/>
                      <a:pt x="17" y="415"/>
                    </a:cubicBezTo>
                    <a:cubicBezTo>
                      <a:pt x="42" y="655"/>
                      <a:pt x="83" y="895"/>
                      <a:pt x="158" y="1119"/>
                    </a:cubicBezTo>
                    <a:cubicBezTo>
                      <a:pt x="199" y="1235"/>
                      <a:pt x="240" y="1351"/>
                      <a:pt x="290" y="1450"/>
                    </a:cubicBezTo>
                    <a:cubicBezTo>
                      <a:pt x="348" y="1558"/>
                      <a:pt x="414" y="1657"/>
                      <a:pt x="481" y="1757"/>
                    </a:cubicBezTo>
                    <a:cubicBezTo>
                      <a:pt x="486" y="1770"/>
                      <a:pt x="496" y="1776"/>
                      <a:pt x="506" y="1776"/>
                    </a:cubicBezTo>
                    <a:cubicBezTo>
                      <a:pt x="527" y="1776"/>
                      <a:pt x="550" y="1752"/>
                      <a:pt x="539" y="1724"/>
                    </a:cubicBezTo>
                    <a:cubicBezTo>
                      <a:pt x="472" y="1608"/>
                      <a:pt x="423" y="1492"/>
                      <a:pt x="373" y="1367"/>
                    </a:cubicBezTo>
                    <a:cubicBezTo>
                      <a:pt x="290" y="1160"/>
                      <a:pt x="216" y="937"/>
                      <a:pt x="174" y="713"/>
                    </a:cubicBezTo>
                    <a:cubicBezTo>
                      <a:pt x="158" y="597"/>
                      <a:pt x="141" y="489"/>
                      <a:pt x="133" y="373"/>
                    </a:cubicBezTo>
                    <a:cubicBezTo>
                      <a:pt x="133" y="315"/>
                      <a:pt x="124" y="257"/>
                      <a:pt x="124" y="199"/>
                    </a:cubicBezTo>
                    <a:cubicBezTo>
                      <a:pt x="124" y="141"/>
                      <a:pt x="133" y="83"/>
                      <a:pt x="108" y="33"/>
                    </a:cubicBezTo>
                    <a:cubicBezTo>
                      <a:pt x="103" y="14"/>
                      <a:pt x="84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8" name="Google Shape;2668;p5"/>
              <p:cNvSpPr/>
              <p:nvPr/>
            </p:nvSpPr>
            <p:spPr>
              <a:xfrm>
                <a:off x="2204250" y="1895925"/>
                <a:ext cx="3975" cy="9525"/>
              </a:xfrm>
              <a:custGeom>
                <a:rect b="b" l="l" r="r" t="t"/>
                <a:pathLst>
                  <a:path extrusionOk="0" h="381" w="159">
                    <a:moveTo>
                      <a:pt x="33" y="1"/>
                    </a:moveTo>
                    <a:cubicBezTo>
                      <a:pt x="21" y="1"/>
                      <a:pt x="9" y="9"/>
                      <a:pt x="9" y="27"/>
                    </a:cubicBezTo>
                    <a:cubicBezTo>
                      <a:pt x="1" y="85"/>
                      <a:pt x="17" y="143"/>
                      <a:pt x="34" y="201"/>
                    </a:cubicBezTo>
                    <a:cubicBezTo>
                      <a:pt x="51" y="250"/>
                      <a:pt x="67" y="308"/>
                      <a:pt x="92" y="366"/>
                    </a:cubicBezTo>
                    <a:cubicBezTo>
                      <a:pt x="97" y="376"/>
                      <a:pt x="107" y="380"/>
                      <a:pt x="119" y="380"/>
                    </a:cubicBezTo>
                    <a:cubicBezTo>
                      <a:pt x="127" y="380"/>
                      <a:pt x="135" y="378"/>
                      <a:pt x="142" y="375"/>
                    </a:cubicBezTo>
                    <a:cubicBezTo>
                      <a:pt x="158" y="366"/>
                      <a:pt x="158" y="350"/>
                      <a:pt x="150" y="325"/>
                    </a:cubicBezTo>
                    <a:cubicBezTo>
                      <a:pt x="133" y="275"/>
                      <a:pt x="117" y="226"/>
                      <a:pt x="100" y="176"/>
                    </a:cubicBezTo>
                    <a:cubicBezTo>
                      <a:pt x="84" y="126"/>
                      <a:pt x="75" y="68"/>
                      <a:pt x="59" y="18"/>
                    </a:cubicBezTo>
                    <a:cubicBezTo>
                      <a:pt x="55" y="7"/>
                      <a:pt x="44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9" name="Google Shape;2669;p5"/>
              <p:cNvSpPr/>
              <p:nvPr/>
            </p:nvSpPr>
            <p:spPr>
              <a:xfrm>
                <a:off x="2190600" y="1865900"/>
                <a:ext cx="12500" cy="52725"/>
              </a:xfrm>
              <a:custGeom>
                <a:rect b="b" l="l" r="r" t="t"/>
                <a:pathLst>
                  <a:path extrusionOk="0" h="2109" w="500">
                    <a:moveTo>
                      <a:pt x="81" y="1"/>
                    </a:moveTo>
                    <a:cubicBezTo>
                      <a:pt x="75" y="1"/>
                      <a:pt x="69" y="3"/>
                      <a:pt x="66" y="10"/>
                    </a:cubicBezTo>
                    <a:cubicBezTo>
                      <a:pt x="33" y="35"/>
                      <a:pt x="33" y="76"/>
                      <a:pt x="25" y="117"/>
                    </a:cubicBezTo>
                    <a:cubicBezTo>
                      <a:pt x="17" y="151"/>
                      <a:pt x="8" y="192"/>
                      <a:pt x="8" y="233"/>
                    </a:cubicBezTo>
                    <a:cubicBezTo>
                      <a:pt x="0" y="308"/>
                      <a:pt x="0" y="391"/>
                      <a:pt x="0" y="474"/>
                    </a:cubicBezTo>
                    <a:cubicBezTo>
                      <a:pt x="8" y="755"/>
                      <a:pt x="41" y="1037"/>
                      <a:pt x="116" y="1311"/>
                    </a:cubicBezTo>
                    <a:cubicBezTo>
                      <a:pt x="149" y="1443"/>
                      <a:pt x="191" y="1584"/>
                      <a:pt x="249" y="1717"/>
                    </a:cubicBezTo>
                    <a:cubicBezTo>
                      <a:pt x="307" y="1841"/>
                      <a:pt x="365" y="1965"/>
                      <a:pt x="431" y="2089"/>
                    </a:cubicBezTo>
                    <a:cubicBezTo>
                      <a:pt x="439" y="2103"/>
                      <a:pt x="450" y="2109"/>
                      <a:pt x="461" y="2109"/>
                    </a:cubicBezTo>
                    <a:cubicBezTo>
                      <a:pt x="482" y="2109"/>
                      <a:pt x="500" y="2087"/>
                      <a:pt x="489" y="2065"/>
                    </a:cubicBezTo>
                    <a:cubicBezTo>
                      <a:pt x="414" y="1924"/>
                      <a:pt x="365" y="1775"/>
                      <a:pt x="315" y="1625"/>
                    </a:cubicBezTo>
                    <a:cubicBezTo>
                      <a:pt x="232" y="1360"/>
                      <a:pt x="174" y="1095"/>
                      <a:pt x="141" y="830"/>
                    </a:cubicBezTo>
                    <a:cubicBezTo>
                      <a:pt x="124" y="689"/>
                      <a:pt x="124" y="548"/>
                      <a:pt x="124" y="407"/>
                    </a:cubicBezTo>
                    <a:cubicBezTo>
                      <a:pt x="124" y="341"/>
                      <a:pt x="124" y="275"/>
                      <a:pt x="124" y="209"/>
                    </a:cubicBezTo>
                    <a:cubicBezTo>
                      <a:pt x="133" y="175"/>
                      <a:pt x="124" y="134"/>
                      <a:pt x="124" y="101"/>
                    </a:cubicBezTo>
                    <a:cubicBezTo>
                      <a:pt x="124" y="68"/>
                      <a:pt x="124" y="43"/>
                      <a:pt x="108" y="18"/>
                    </a:cubicBezTo>
                    <a:cubicBezTo>
                      <a:pt x="103" y="8"/>
                      <a:pt x="91" y="1"/>
                      <a:pt x="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0" name="Google Shape;2670;p5"/>
              <p:cNvSpPr/>
              <p:nvPr/>
            </p:nvSpPr>
            <p:spPr>
              <a:xfrm>
                <a:off x="2196400" y="1851325"/>
                <a:ext cx="2075" cy="9600"/>
              </a:xfrm>
              <a:custGeom>
                <a:rect b="b" l="l" r="r" t="t"/>
                <a:pathLst>
                  <a:path extrusionOk="0" h="384" w="83">
                    <a:moveTo>
                      <a:pt x="32" y="0"/>
                    </a:moveTo>
                    <a:cubicBezTo>
                      <a:pt x="23" y="0"/>
                      <a:pt x="12" y="4"/>
                      <a:pt x="8" y="13"/>
                    </a:cubicBezTo>
                    <a:cubicBezTo>
                      <a:pt x="0" y="71"/>
                      <a:pt x="0" y="129"/>
                      <a:pt x="0" y="187"/>
                    </a:cubicBezTo>
                    <a:cubicBezTo>
                      <a:pt x="8" y="245"/>
                      <a:pt x="8" y="294"/>
                      <a:pt x="17" y="352"/>
                    </a:cubicBezTo>
                    <a:cubicBezTo>
                      <a:pt x="17" y="373"/>
                      <a:pt x="33" y="383"/>
                      <a:pt x="50" y="383"/>
                    </a:cubicBezTo>
                    <a:cubicBezTo>
                      <a:pt x="66" y="383"/>
                      <a:pt x="83" y="373"/>
                      <a:pt x="83" y="352"/>
                    </a:cubicBezTo>
                    <a:cubicBezTo>
                      <a:pt x="75" y="303"/>
                      <a:pt x="75" y="245"/>
                      <a:pt x="75" y="187"/>
                    </a:cubicBezTo>
                    <a:cubicBezTo>
                      <a:pt x="66" y="129"/>
                      <a:pt x="66" y="71"/>
                      <a:pt x="50" y="13"/>
                    </a:cubicBezTo>
                    <a:cubicBezTo>
                      <a:pt x="50" y="4"/>
                      <a:pt x="41" y="0"/>
                      <a:pt x="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1" name="Google Shape;2671;p5"/>
              <p:cNvSpPr/>
              <p:nvPr/>
            </p:nvSpPr>
            <p:spPr>
              <a:xfrm>
                <a:off x="2200750" y="1838900"/>
                <a:ext cx="1775" cy="8775"/>
              </a:xfrm>
              <a:custGeom>
                <a:rect b="b" l="l" r="r" t="t"/>
                <a:pathLst>
                  <a:path extrusionOk="0" h="351" w="71">
                    <a:moveTo>
                      <a:pt x="22" y="0"/>
                    </a:moveTo>
                    <a:cubicBezTo>
                      <a:pt x="15" y="0"/>
                      <a:pt x="8" y="4"/>
                      <a:pt x="8" y="13"/>
                    </a:cubicBezTo>
                    <a:cubicBezTo>
                      <a:pt x="0" y="62"/>
                      <a:pt x="0" y="112"/>
                      <a:pt x="0" y="162"/>
                    </a:cubicBezTo>
                    <a:cubicBezTo>
                      <a:pt x="0" y="220"/>
                      <a:pt x="8" y="269"/>
                      <a:pt x="8" y="319"/>
                    </a:cubicBezTo>
                    <a:cubicBezTo>
                      <a:pt x="8" y="340"/>
                      <a:pt x="25" y="350"/>
                      <a:pt x="40" y="350"/>
                    </a:cubicBezTo>
                    <a:cubicBezTo>
                      <a:pt x="56" y="350"/>
                      <a:pt x="70" y="340"/>
                      <a:pt x="66" y="319"/>
                    </a:cubicBezTo>
                    <a:cubicBezTo>
                      <a:pt x="66" y="269"/>
                      <a:pt x="66" y="220"/>
                      <a:pt x="58" y="162"/>
                    </a:cubicBezTo>
                    <a:cubicBezTo>
                      <a:pt x="58" y="112"/>
                      <a:pt x="50" y="62"/>
                      <a:pt x="41" y="13"/>
                    </a:cubicBezTo>
                    <a:cubicBezTo>
                      <a:pt x="37" y="4"/>
                      <a:pt x="29" y="0"/>
                      <a:pt x="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2" name="Google Shape;2672;p5"/>
              <p:cNvSpPr/>
              <p:nvPr/>
            </p:nvSpPr>
            <p:spPr>
              <a:xfrm>
                <a:off x="2251200" y="1958575"/>
                <a:ext cx="11700" cy="18350"/>
              </a:xfrm>
              <a:custGeom>
                <a:rect b="b" l="l" r="r" t="t"/>
                <a:pathLst>
                  <a:path extrusionOk="0" h="734" w="468">
                    <a:moveTo>
                      <a:pt x="67" y="0"/>
                    </a:moveTo>
                    <a:cubicBezTo>
                      <a:pt x="36" y="0"/>
                      <a:pt x="1" y="30"/>
                      <a:pt x="12" y="64"/>
                    </a:cubicBezTo>
                    <a:cubicBezTo>
                      <a:pt x="20" y="131"/>
                      <a:pt x="45" y="197"/>
                      <a:pt x="70" y="255"/>
                    </a:cubicBezTo>
                    <a:cubicBezTo>
                      <a:pt x="95" y="313"/>
                      <a:pt x="120" y="363"/>
                      <a:pt x="153" y="421"/>
                    </a:cubicBezTo>
                    <a:cubicBezTo>
                      <a:pt x="219" y="528"/>
                      <a:pt x="294" y="628"/>
                      <a:pt x="385" y="719"/>
                    </a:cubicBezTo>
                    <a:cubicBezTo>
                      <a:pt x="393" y="729"/>
                      <a:pt x="403" y="733"/>
                      <a:pt x="412" y="733"/>
                    </a:cubicBezTo>
                    <a:cubicBezTo>
                      <a:pt x="441" y="733"/>
                      <a:pt x="468" y="694"/>
                      <a:pt x="443" y="669"/>
                    </a:cubicBezTo>
                    <a:cubicBezTo>
                      <a:pt x="360" y="578"/>
                      <a:pt x="294" y="479"/>
                      <a:pt x="244" y="371"/>
                    </a:cubicBezTo>
                    <a:cubicBezTo>
                      <a:pt x="211" y="321"/>
                      <a:pt x="186" y="263"/>
                      <a:pt x="169" y="205"/>
                    </a:cubicBezTo>
                    <a:cubicBezTo>
                      <a:pt x="153" y="164"/>
                      <a:pt x="136" y="122"/>
                      <a:pt x="128" y="81"/>
                    </a:cubicBezTo>
                    <a:cubicBezTo>
                      <a:pt x="128" y="56"/>
                      <a:pt x="120" y="48"/>
                      <a:pt x="111" y="23"/>
                    </a:cubicBezTo>
                    <a:lnTo>
                      <a:pt x="103" y="23"/>
                    </a:lnTo>
                    <a:cubicBezTo>
                      <a:pt x="95" y="7"/>
                      <a:pt x="81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3" name="Google Shape;2673;p5"/>
              <p:cNvSpPr/>
              <p:nvPr/>
            </p:nvSpPr>
            <p:spPr>
              <a:xfrm>
                <a:off x="2264525" y="1969950"/>
                <a:ext cx="6050" cy="8575"/>
              </a:xfrm>
              <a:custGeom>
                <a:rect b="b" l="l" r="r" t="t"/>
                <a:pathLst>
                  <a:path extrusionOk="0" h="343" w="242">
                    <a:moveTo>
                      <a:pt x="42" y="1"/>
                    </a:moveTo>
                    <a:cubicBezTo>
                      <a:pt x="36" y="1"/>
                      <a:pt x="30" y="3"/>
                      <a:pt x="26" y="7"/>
                    </a:cubicBezTo>
                    <a:cubicBezTo>
                      <a:pt x="1" y="32"/>
                      <a:pt x="18" y="82"/>
                      <a:pt x="26" y="106"/>
                    </a:cubicBezTo>
                    <a:cubicBezTo>
                      <a:pt x="42" y="140"/>
                      <a:pt x="51" y="164"/>
                      <a:pt x="67" y="189"/>
                    </a:cubicBezTo>
                    <a:cubicBezTo>
                      <a:pt x="92" y="247"/>
                      <a:pt x="134" y="297"/>
                      <a:pt x="175" y="330"/>
                    </a:cubicBezTo>
                    <a:cubicBezTo>
                      <a:pt x="183" y="338"/>
                      <a:pt x="194" y="343"/>
                      <a:pt x="203" y="343"/>
                    </a:cubicBezTo>
                    <a:cubicBezTo>
                      <a:pt x="212" y="343"/>
                      <a:pt x="221" y="338"/>
                      <a:pt x="225" y="330"/>
                    </a:cubicBezTo>
                    <a:cubicBezTo>
                      <a:pt x="241" y="322"/>
                      <a:pt x="241" y="297"/>
                      <a:pt x="225" y="289"/>
                    </a:cubicBezTo>
                    <a:cubicBezTo>
                      <a:pt x="183" y="247"/>
                      <a:pt x="150" y="206"/>
                      <a:pt x="125" y="156"/>
                    </a:cubicBezTo>
                    <a:cubicBezTo>
                      <a:pt x="117" y="140"/>
                      <a:pt x="109" y="115"/>
                      <a:pt x="100" y="82"/>
                    </a:cubicBezTo>
                    <a:cubicBezTo>
                      <a:pt x="92" y="73"/>
                      <a:pt x="92" y="57"/>
                      <a:pt x="84" y="48"/>
                    </a:cubicBezTo>
                    <a:cubicBezTo>
                      <a:pt x="84" y="32"/>
                      <a:pt x="76" y="15"/>
                      <a:pt x="59" y="7"/>
                    </a:cubicBezTo>
                    <a:cubicBezTo>
                      <a:pt x="55" y="3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4" name="Google Shape;2674;p5"/>
              <p:cNvSpPr/>
              <p:nvPr/>
            </p:nvSpPr>
            <p:spPr>
              <a:xfrm>
                <a:off x="2265850" y="1962475"/>
                <a:ext cx="5350" cy="7325"/>
              </a:xfrm>
              <a:custGeom>
                <a:rect b="b" l="l" r="r" t="t"/>
                <a:pathLst>
                  <a:path extrusionOk="0" h="293" w="214">
                    <a:moveTo>
                      <a:pt x="23" y="1"/>
                    </a:moveTo>
                    <a:cubicBezTo>
                      <a:pt x="11" y="1"/>
                      <a:pt x="0" y="13"/>
                      <a:pt x="6" y="24"/>
                    </a:cubicBezTo>
                    <a:cubicBezTo>
                      <a:pt x="23" y="74"/>
                      <a:pt x="47" y="115"/>
                      <a:pt x="72" y="157"/>
                    </a:cubicBezTo>
                    <a:cubicBezTo>
                      <a:pt x="97" y="198"/>
                      <a:pt x="130" y="240"/>
                      <a:pt x="155" y="281"/>
                    </a:cubicBezTo>
                    <a:cubicBezTo>
                      <a:pt x="161" y="287"/>
                      <a:pt x="171" y="293"/>
                      <a:pt x="182" y="293"/>
                    </a:cubicBezTo>
                    <a:cubicBezTo>
                      <a:pt x="187" y="293"/>
                      <a:pt x="192" y="292"/>
                      <a:pt x="197" y="289"/>
                    </a:cubicBezTo>
                    <a:cubicBezTo>
                      <a:pt x="213" y="281"/>
                      <a:pt x="213" y="265"/>
                      <a:pt x="205" y="248"/>
                    </a:cubicBezTo>
                    <a:cubicBezTo>
                      <a:pt x="180" y="207"/>
                      <a:pt x="155" y="165"/>
                      <a:pt x="130" y="124"/>
                    </a:cubicBezTo>
                    <a:cubicBezTo>
                      <a:pt x="105" y="82"/>
                      <a:pt x="72" y="41"/>
                      <a:pt x="39" y="8"/>
                    </a:cubicBezTo>
                    <a:cubicBezTo>
                      <a:pt x="34" y="3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5" name="Google Shape;2675;p5"/>
              <p:cNvSpPr/>
              <p:nvPr/>
            </p:nvSpPr>
            <p:spPr>
              <a:xfrm>
                <a:off x="1984375" y="1849050"/>
                <a:ext cx="7375" cy="37300"/>
              </a:xfrm>
              <a:custGeom>
                <a:rect b="b" l="l" r="r" t="t"/>
                <a:pathLst>
                  <a:path extrusionOk="0" h="1492" w="295">
                    <a:moveTo>
                      <a:pt x="259" y="0"/>
                    </a:moveTo>
                    <a:cubicBezTo>
                      <a:pt x="245" y="0"/>
                      <a:pt x="231" y="7"/>
                      <a:pt x="220" y="21"/>
                    </a:cubicBezTo>
                    <a:cubicBezTo>
                      <a:pt x="154" y="112"/>
                      <a:pt x="129" y="245"/>
                      <a:pt x="113" y="352"/>
                    </a:cubicBezTo>
                    <a:cubicBezTo>
                      <a:pt x="96" y="477"/>
                      <a:pt x="80" y="593"/>
                      <a:pt x="71" y="709"/>
                    </a:cubicBezTo>
                    <a:cubicBezTo>
                      <a:pt x="55" y="833"/>
                      <a:pt x="38" y="957"/>
                      <a:pt x="22" y="1090"/>
                    </a:cubicBezTo>
                    <a:cubicBezTo>
                      <a:pt x="13" y="1214"/>
                      <a:pt x="13" y="1338"/>
                      <a:pt x="5" y="1463"/>
                    </a:cubicBezTo>
                    <a:cubicBezTo>
                      <a:pt x="0" y="1481"/>
                      <a:pt x="17" y="1492"/>
                      <a:pt x="33" y="1492"/>
                    </a:cubicBezTo>
                    <a:cubicBezTo>
                      <a:pt x="46" y="1492"/>
                      <a:pt x="59" y="1485"/>
                      <a:pt x="63" y="1471"/>
                    </a:cubicBezTo>
                    <a:cubicBezTo>
                      <a:pt x="88" y="1347"/>
                      <a:pt x="113" y="1222"/>
                      <a:pt x="138" y="1098"/>
                    </a:cubicBezTo>
                    <a:cubicBezTo>
                      <a:pt x="154" y="982"/>
                      <a:pt x="171" y="858"/>
                      <a:pt x="187" y="733"/>
                    </a:cubicBezTo>
                    <a:cubicBezTo>
                      <a:pt x="196" y="609"/>
                      <a:pt x="212" y="493"/>
                      <a:pt x="229" y="377"/>
                    </a:cubicBezTo>
                    <a:cubicBezTo>
                      <a:pt x="254" y="261"/>
                      <a:pt x="278" y="153"/>
                      <a:pt x="295" y="37"/>
                    </a:cubicBezTo>
                    <a:cubicBezTo>
                      <a:pt x="295" y="13"/>
                      <a:pt x="278" y="0"/>
                      <a:pt x="2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6" name="Google Shape;2676;p5"/>
              <p:cNvSpPr/>
              <p:nvPr/>
            </p:nvSpPr>
            <p:spPr>
              <a:xfrm>
                <a:off x="1992450" y="1844775"/>
                <a:ext cx="2825" cy="10200"/>
              </a:xfrm>
              <a:custGeom>
                <a:rect b="b" l="l" r="r" t="t"/>
                <a:pathLst>
                  <a:path extrusionOk="0" h="408" w="113">
                    <a:moveTo>
                      <a:pt x="85" y="0"/>
                    </a:moveTo>
                    <a:cubicBezTo>
                      <a:pt x="74" y="0"/>
                      <a:pt x="63" y="6"/>
                      <a:pt x="63" y="18"/>
                    </a:cubicBezTo>
                    <a:cubicBezTo>
                      <a:pt x="47" y="76"/>
                      <a:pt x="38" y="134"/>
                      <a:pt x="30" y="192"/>
                    </a:cubicBezTo>
                    <a:cubicBezTo>
                      <a:pt x="22" y="250"/>
                      <a:pt x="13" y="308"/>
                      <a:pt x="5" y="366"/>
                    </a:cubicBezTo>
                    <a:cubicBezTo>
                      <a:pt x="1" y="393"/>
                      <a:pt x="18" y="408"/>
                      <a:pt x="36" y="408"/>
                    </a:cubicBezTo>
                    <a:cubicBezTo>
                      <a:pt x="52" y="408"/>
                      <a:pt x="68" y="397"/>
                      <a:pt x="71" y="374"/>
                    </a:cubicBezTo>
                    <a:cubicBezTo>
                      <a:pt x="80" y="316"/>
                      <a:pt x="88" y="258"/>
                      <a:pt x="96" y="200"/>
                    </a:cubicBezTo>
                    <a:cubicBezTo>
                      <a:pt x="105" y="142"/>
                      <a:pt x="113" y="84"/>
                      <a:pt x="113" y="26"/>
                    </a:cubicBezTo>
                    <a:cubicBezTo>
                      <a:pt x="113" y="8"/>
                      <a:pt x="99" y="0"/>
                      <a:pt x="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7" name="Google Shape;2677;p5"/>
              <p:cNvSpPr/>
              <p:nvPr/>
            </p:nvSpPr>
            <p:spPr>
              <a:xfrm>
                <a:off x="1991125" y="1827750"/>
                <a:ext cx="1475" cy="7900"/>
              </a:xfrm>
              <a:custGeom>
                <a:rect b="b" l="l" r="r" t="t"/>
                <a:pathLst>
                  <a:path extrusionOk="0" h="316" w="59">
                    <a:moveTo>
                      <a:pt x="29" y="1"/>
                    </a:moveTo>
                    <a:cubicBezTo>
                      <a:pt x="21" y="1"/>
                      <a:pt x="13" y="7"/>
                      <a:pt x="8" y="19"/>
                    </a:cubicBezTo>
                    <a:cubicBezTo>
                      <a:pt x="8" y="44"/>
                      <a:pt x="0" y="61"/>
                      <a:pt x="0" y="86"/>
                    </a:cubicBezTo>
                    <a:cubicBezTo>
                      <a:pt x="0" y="111"/>
                      <a:pt x="0" y="127"/>
                      <a:pt x="0" y="152"/>
                    </a:cubicBezTo>
                    <a:lnTo>
                      <a:pt x="0" y="285"/>
                    </a:lnTo>
                    <a:cubicBezTo>
                      <a:pt x="0" y="305"/>
                      <a:pt x="15" y="316"/>
                      <a:pt x="29" y="316"/>
                    </a:cubicBezTo>
                    <a:cubicBezTo>
                      <a:pt x="44" y="316"/>
                      <a:pt x="58" y="305"/>
                      <a:pt x="58" y="285"/>
                    </a:cubicBezTo>
                    <a:lnTo>
                      <a:pt x="58" y="152"/>
                    </a:lnTo>
                    <a:cubicBezTo>
                      <a:pt x="58" y="127"/>
                      <a:pt x="58" y="111"/>
                      <a:pt x="58" y="86"/>
                    </a:cubicBezTo>
                    <a:cubicBezTo>
                      <a:pt x="58" y="61"/>
                      <a:pt x="58" y="44"/>
                      <a:pt x="50" y="19"/>
                    </a:cubicBezTo>
                    <a:cubicBezTo>
                      <a:pt x="46" y="7"/>
                      <a:pt x="37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8" name="Google Shape;2678;p5"/>
              <p:cNvSpPr/>
              <p:nvPr/>
            </p:nvSpPr>
            <p:spPr>
              <a:xfrm>
                <a:off x="1990500" y="1814725"/>
                <a:ext cx="1675" cy="8150"/>
              </a:xfrm>
              <a:custGeom>
                <a:rect b="b" l="l" r="r" t="t"/>
                <a:pathLst>
                  <a:path extrusionOk="0" h="326" w="67">
                    <a:moveTo>
                      <a:pt x="55" y="1"/>
                    </a:moveTo>
                    <a:cubicBezTo>
                      <a:pt x="50" y="1"/>
                      <a:pt x="45" y="3"/>
                      <a:pt x="42" y="10"/>
                    </a:cubicBezTo>
                    <a:cubicBezTo>
                      <a:pt x="17" y="101"/>
                      <a:pt x="9" y="201"/>
                      <a:pt x="0" y="300"/>
                    </a:cubicBezTo>
                    <a:cubicBezTo>
                      <a:pt x="0" y="308"/>
                      <a:pt x="17" y="325"/>
                      <a:pt x="25" y="325"/>
                    </a:cubicBezTo>
                    <a:cubicBezTo>
                      <a:pt x="33" y="325"/>
                      <a:pt x="42" y="317"/>
                      <a:pt x="50" y="300"/>
                    </a:cubicBezTo>
                    <a:cubicBezTo>
                      <a:pt x="58" y="209"/>
                      <a:pt x="67" y="110"/>
                      <a:pt x="67" y="10"/>
                    </a:cubicBezTo>
                    <a:cubicBezTo>
                      <a:pt x="67" y="5"/>
                      <a:pt x="61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9" name="Google Shape;2679;p5"/>
              <p:cNvSpPr/>
              <p:nvPr/>
            </p:nvSpPr>
            <p:spPr>
              <a:xfrm>
                <a:off x="1995675" y="1808125"/>
                <a:ext cx="3050" cy="14925"/>
              </a:xfrm>
              <a:custGeom>
                <a:rect b="b" l="l" r="r" t="t"/>
                <a:pathLst>
                  <a:path extrusionOk="0" h="597" w="122">
                    <a:moveTo>
                      <a:pt x="104" y="0"/>
                    </a:moveTo>
                    <a:cubicBezTo>
                      <a:pt x="99" y="0"/>
                      <a:pt x="94" y="3"/>
                      <a:pt x="92" y="9"/>
                    </a:cubicBezTo>
                    <a:cubicBezTo>
                      <a:pt x="42" y="92"/>
                      <a:pt x="17" y="191"/>
                      <a:pt x="17" y="282"/>
                    </a:cubicBezTo>
                    <a:lnTo>
                      <a:pt x="9" y="282"/>
                    </a:lnTo>
                    <a:cubicBezTo>
                      <a:pt x="0" y="382"/>
                      <a:pt x="9" y="481"/>
                      <a:pt x="34" y="572"/>
                    </a:cubicBezTo>
                    <a:cubicBezTo>
                      <a:pt x="37" y="589"/>
                      <a:pt x="48" y="596"/>
                      <a:pt x="60" y="596"/>
                    </a:cubicBezTo>
                    <a:cubicBezTo>
                      <a:pt x="78" y="596"/>
                      <a:pt x="96" y="581"/>
                      <a:pt x="92" y="556"/>
                    </a:cubicBezTo>
                    <a:cubicBezTo>
                      <a:pt x="75" y="465"/>
                      <a:pt x="75" y="382"/>
                      <a:pt x="75" y="291"/>
                    </a:cubicBezTo>
                    <a:cubicBezTo>
                      <a:pt x="83" y="200"/>
                      <a:pt x="108" y="108"/>
                      <a:pt x="116" y="26"/>
                    </a:cubicBezTo>
                    <a:cubicBezTo>
                      <a:pt x="122" y="10"/>
                      <a:pt x="11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0" name="Google Shape;2680;p5"/>
              <p:cNvSpPr/>
              <p:nvPr/>
            </p:nvSpPr>
            <p:spPr>
              <a:xfrm>
                <a:off x="1987800" y="1875650"/>
                <a:ext cx="5400" cy="24850"/>
              </a:xfrm>
              <a:custGeom>
                <a:rect b="b" l="l" r="r" t="t"/>
                <a:pathLst>
                  <a:path extrusionOk="0" h="994" w="216">
                    <a:moveTo>
                      <a:pt x="186" y="1"/>
                    </a:moveTo>
                    <a:cubicBezTo>
                      <a:pt x="179" y="1"/>
                      <a:pt x="172" y="3"/>
                      <a:pt x="166" y="9"/>
                    </a:cubicBezTo>
                    <a:cubicBezTo>
                      <a:pt x="133" y="34"/>
                      <a:pt x="125" y="75"/>
                      <a:pt x="108" y="117"/>
                    </a:cubicBezTo>
                    <a:cubicBezTo>
                      <a:pt x="92" y="150"/>
                      <a:pt x="83" y="191"/>
                      <a:pt x="75" y="233"/>
                    </a:cubicBezTo>
                    <a:cubicBezTo>
                      <a:pt x="50" y="307"/>
                      <a:pt x="42" y="390"/>
                      <a:pt x="34" y="465"/>
                    </a:cubicBezTo>
                    <a:cubicBezTo>
                      <a:pt x="17" y="631"/>
                      <a:pt x="9" y="796"/>
                      <a:pt x="1" y="962"/>
                    </a:cubicBezTo>
                    <a:cubicBezTo>
                      <a:pt x="1" y="983"/>
                      <a:pt x="17" y="993"/>
                      <a:pt x="35" y="993"/>
                    </a:cubicBezTo>
                    <a:cubicBezTo>
                      <a:pt x="52" y="993"/>
                      <a:pt x="71" y="983"/>
                      <a:pt x="75" y="962"/>
                    </a:cubicBezTo>
                    <a:cubicBezTo>
                      <a:pt x="83" y="805"/>
                      <a:pt x="108" y="647"/>
                      <a:pt x="133" y="490"/>
                    </a:cubicBezTo>
                    <a:cubicBezTo>
                      <a:pt x="141" y="407"/>
                      <a:pt x="158" y="332"/>
                      <a:pt x="175" y="249"/>
                    </a:cubicBezTo>
                    <a:cubicBezTo>
                      <a:pt x="183" y="216"/>
                      <a:pt x="191" y="175"/>
                      <a:pt x="199" y="133"/>
                    </a:cubicBezTo>
                    <a:cubicBezTo>
                      <a:pt x="199" y="100"/>
                      <a:pt x="216" y="67"/>
                      <a:pt x="208" y="26"/>
                    </a:cubicBezTo>
                    <a:cubicBezTo>
                      <a:pt x="208" y="10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1" name="Google Shape;2681;p5"/>
              <p:cNvSpPr/>
              <p:nvPr/>
            </p:nvSpPr>
            <p:spPr>
              <a:xfrm>
                <a:off x="2001375" y="1830125"/>
                <a:ext cx="1975" cy="11375"/>
              </a:xfrm>
              <a:custGeom>
                <a:rect b="b" l="l" r="r" t="t"/>
                <a:pathLst>
                  <a:path extrusionOk="0" h="455" w="79">
                    <a:moveTo>
                      <a:pt x="58" y="1"/>
                    </a:moveTo>
                    <a:cubicBezTo>
                      <a:pt x="52" y="1"/>
                      <a:pt x="46" y="5"/>
                      <a:pt x="46" y="16"/>
                    </a:cubicBezTo>
                    <a:cubicBezTo>
                      <a:pt x="21" y="148"/>
                      <a:pt x="13" y="289"/>
                      <a:pt x="4" y="430"/>
                    </a:cubicBezTo>
                    <a:cubicBezTo>
                      <a:pt x="0" y="446"/>
                      <a:pt x="13" y="455"/>
                      <a:pt x="27" y="455"/>
                    </a:cubicBezTo>
                    <a:cubicBezTo>
                      <a:pt x="42" y="455"/>
                      <a:pt x="58" y="446"/>
                      <a:pt x="62" y="430"/>
                    </a:cubicBezTo>
                    <a:cubicBezTo>
                      <a:pt x="71" y="297"/>
                      <a:pt x="79" y="156"/>
                      <a:pt x="79" y="24"/>
                    </a:cubicBezTo>
                    <a:cubicBezTo>
                      <a:pt x="79" y="9"/>
                      <a:pt x="68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2" name="Google Shape;2682;p5"/>
              <p:cNvSpPr/>
              <p:nvPr/>
            </p:nvSpPr>
            <p:spPr>
              <a:xfrm>
                <a:off x="1995675" y="1786925"/>
                <a:ext cx="2100" cy="11150"/>
              </a:xfrm>
              <a:custGeom>
                <a:rect b="b" l="l" r="r" t="t"/>
                <a:pathLst>
                  <a:path extrusionOk="0" h="446" w="84">
                    <a:moveTo>
                      <a:pt x="46" y="0"/>
                    </a:moveTo>
                    <a:cubicBezTo>
                      <a:pt x="38" y="0"/>
                      <a:pt x="29" y="4"/>
                      <a:pt x="25" y="12"/>
                    </a:cubicBezTo>
                    <a:cubicBezTo>
                      <a:pt x="0" y="78"/>
                      <a:pt x="0" y="153"/>
                      <a:pt x="0" y="211"/>
                    </a:cubicBezTo>
                    <a:cubicBezTo>
                      <a:pt x="0" y="285"/>
                      <a:pt x="0" y="352"/>
                      <a:pt x="17" y="418"/>
                    </a:cubicBezTo>
                    <a:cubicBezTo>
                      <a:pt x="17" y="437"/>
                      <a:pt x="31" y="446"/>
                      <a:pt x="45" y="446"/>
                    </a:cubicBezTo>
                    <a:cubicBezTo>
                      <a:pt x="50" y="446"/>
                      <a:pt x="54" y="445"/>
                      <a:pt x="58" y="443"/>
                    </a:cubicBezTo>
                    <a:cubicBezTo>
                      <a:pt x="75" y="443"/>
                      <a:pt x="83" y="426"/>
                      <a:pt x="75" y="401"/>
                    </a:cubicBezTo>
                    <a:cubicBezTo>
                      <a:pt x="67" y="343"/>
                      <a:pt x="67" y="277"/>
                      <a:pt x="67" y="211"/>
                    </a:cubicBezTo>
                    <a:cubicBezTo>
                      <a:pt x="58" y="145"/>
                      <a:pt x="67" y="87"/>
                      <a:pt x="67" y="20"/>
                    </a:cubicBezTo>
                    <a:cubicBezTo>
                      <a:pt x="67" y="7"/>
                      <a:pt x="57" y="0"/>
                      <a:pt x="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3" name="Google Shape;2683;p5"/>
              <p:cNvSpPr/>
              <p:nvPr/>
            </p:nvSpPr>
            <p:spPr>
              <a:xfrm>
                <a:off x="1979525" y="1915750"/>
                <a:ext cx="3700" cy="40050"/>
              </a:xfrm>
              <a:custGeom>
                <a:rect b="b" l="l" r="r" t="t"/>
                <a:pathLst>
                  <a:path extrusionOk="0" h="1602" w="148">
                    <a:moveTo>
                      <a:pt x="98" y="0"/>
                    </a:moveTo>
                    <a:cubicBezTo>
                      <a:pt x="93" y="0"/>
                      <a:pt x="88" y="2"/>
                      <a:pt x="83" y="4"/>
                    </a:cubicBezTo>
                    <a:cubicBezTo>
                      <a:pt x="25" y="21"/>
                      <a:pt x="17" y="79"/>
                      <a:pt x="17" y="137"/>
                    </a:cubicBezTo>
                    <a:cubicBezTo>
                      <a:pt x="8" y="203"/>
                      <a:pt x="8" y="269"/>
                      <a:pt x="8" y="344"/>
                    </a:cubicBezTo>
                    <a:cubicBezTo>
                      <a:pt x="8" y="476"/>
                      <a:pt x="8" y="617"/>
                      <a:pt x="8" y="750"/>
                    </a:cubicBezTo>
                    <a:cubicBezTo>
                      <a:pt x="8" y="882"/>
                      <a:pt x="0" y="1023"/>
                      <a:pt x="8" y="1156"/>
                    </a:cubicBezTo>
                    <a:cubicBezTo>
                      <a:pt x="8" y="1297"/>
                      <a:pt x="17" y="1438"/>
                      <a:pt x="25" y="1570"/>
                    </a:cubicBezTo>
                    <a:cubicBezTo>
                      <a:pt x="25" y="1591"/>
                      <a:pt x="39" y="1601"/>
                      <a:pt x="54" y="1601"/>
                    </a:cubicBezTo>
                    <a:cubicBezTo>
                      <a:pt x="68" y="1601"/>
                      <a:pt x="83" y="1591"/>
                      <a:pt x="83" y="1570"/>
                    </a:cubicBezTo>
                    <a:cubicBezTo>
                      <a:pt x="100" y="1313"/>
                      <a:pt x="116" y="1056"/>
                      <a:pt x="124" y="791"/>
                    </a:cubicBezTo>
                    <a:cubicBezTo>
                      <a:pt x="124" y="667"/>
                      <a:pt x="124" y="534"/>
                      <a:pt x="124" y="402"/>
                    </a:cubicBezTo>
                    <a:cubicBezTo>
                      <a:pt x="124" y="336"/>
                      <a:pt x="133" y="278"/>
                      <a:pt x="133" y="211"/>
                    </a:cubicBezTo>
                    <a:cubicBezTo>
                      <a:pt x="133" y="162"/>
                      <a:pt x="133" y="112"/>
                      <a:pt x="141" y="62"/>
                    </a:cubicBezTo>
                    <a:cubicBezTo>
                      <a:pt x="148" y="34"/>
                      <a:pt x="126" y="0"/>
                      <a:pt x="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4" name="Google Shape;2684;p5"/>
              <p:cNvSpPr/>
              <p:nvPr/>
            </p:nvSpPr>
            <p:spPr>
              <a:xfrm>
                <a:off x="1984900" y="1926450"/>
                <a:ext cx="2200" cy="15050"/>
              </a:xfrm>
              <a:custGeom>
                <a:rect b="b" l="l" r="r" t="t"/>
                <a:pathLst>
                  <a:path extrusionOk="0" h="602" w="88">
                    <a:moveTo>
                      <a:pt x="50" y="0"/>
                    </a:moveTo>
                    <a:cubicBezTo>
                      <a:pt x="44" y="0"/>
                      <a:pt x="37" y="5"/>
                      <a:pt x="34" y="15"/>
                    </a:cubicBezTo>
                    <a:cubicBezTo>
                      <a:pt x="17" y="57"/>
                      <a:pt x="9" y="106"/>
                      <a:pt x="9" y="148"/>
                    </a:cubicBezTo>
                    <a:cubicBezTo>
                      <a:pt x="1" y="198"/>
                      <a:pt x="1" y="239"/>
                      <a:pt x="1" y="289"/>
                    </a:cubicBezTo>
                    <a:cubicBezTo>
                      <a:pt x="1" y="380"/>
                      <a:pt x="9" y="471"/>
                      <a:pt x="17" y="570"/>
                    </a:cubicBezTo>
                    <a:cubicBezTo>
                      <a:pt x="21" y="591"/>
                      <a:pt x="40" y="602"/>
                      <a:pt x="56" y="602"/>
                    </a:cubicBezTo>
                    <a:cubicBezTo>
                      <a:pt x="73" y="602"/>
                      <a:pt x="88" y="591"/>
                      <a:pt x="83" y="570"/>
                    </a:cubicBezTo>
                    <a:cubicBezTo>
                      <a:pt x="75" y="479"/>
                      <a:pt x="67" y="388"/>
                      <a:pt x="67" y="297"/>
                    </a:cubicBezTo>
                    <a:cubicBezTo>
                      <a:pt x="67" y="247"/>
                      <a:pt x="67" y="206"/>
                      <a:pt x="75" y="156"/>
                    </a:cubicBezTo>
                    <a:cubicBezTo>
                      <a:pt x="75" y="115"/>
                      <a:pt x="75" y="65"/>
                      <a:pt x="75" y="24"/>
                    </a:cubicBezTo>
                    <a:cubicBezTo>
                      <a:pt x="70" y="9"/>
                      <a:pt x="60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5" name="Google Shape;2685;p5"/>
              <p:cNvSpPr/>
              <p:nvPr/>
            </p:nvSpPr>
            <p:spPr>
              <a:xfrm>
                <a:off x="1907025" y="1838950"/>
                <a:ext cx="6025" cy="34650"/>
              </a:xfrm>
              <a:custGeom>
                <a:rect b="b" l="l" r="r" t="t"/>
                <a:pathLst>
                  <a:path extrusionOk="0" h="1386" w="241">
                    <a:moveTo>
                      <a:pt x="198" y="0"/>
                    </a:moveTo>
                    <a:cubicBezTo>
                      <a:pt x="187" y="0"/>
                      <a:pt x="174" y="6"/>
                      <a:pt x="166" y="19"/>
                    </a:cubicBezTo>
                    <a:cubicBezTo>
                      <a:pt x="149" y="44"/>
                      <a:pt x="133" y="60"/>
                      <a:pt x="124" y="93"/>
                    </a:cubicBezTo>
                    <a:cubicBezTo>
                      <a:pt x="116" y="118"/>
                      <a:pt x="116" y="143"/>
                      <a:pt x="108" y="168"/>
                    </a:cubicBezTo>
                    <a:cubicBezTo>
                      <a:pt x="100" y="226"/>
                      <a:pt x="91" y="284"/>
                      <a:pt x="75" y="342"/>
                    </a:cubicBezTo>
                    <a:cubicBezTo>
                      <a:pt x="58" y="458"/>
                      <a:pt x="50" y="566"/>
                      <a:pt x="33" y="682"/>
                    </a:cubicBezTo>
                    <a:cubicBezTo>
                      <a:pt x="25" y="789"/>
                      <a:pt x="17" y="905"/>
                      <a:pt x="8" y="1021"/>
                    </a:cubicBezTo>
                    <a:cubicBezTo>
                      <a:pt x="8" y="1129"/>
                      <a:pt x="0" y="1245"/>
                      <a:pt x="17" y="1361"/>
                    </a:cubicBezTo>
                    <a:cubicBezTo>
                      <a:pt x="17" y="1378"/>
                      <a:pt x="33" y="1386"/>
                      <a:pt x="50" y="1386"/>
                    </a:cubicBezTo>
                    <a:cubicBezTo>
                      <a:pt x="66" y="1386"/>
                      <a:pt x="83" y="1378"/>
                      <a:pt x="83" y="1361"/>
                    </a:cubicBezTo>
                    <a:cubicBezTo>
                      <a:pt x="108" y="1245"/>
                      <a:pt x="108" y="1129"/>
                      <a:pt x="116" y="1021"/>
                    </a:cubicBezTo>
                    <a:cubicBezTo>
                      <a:pt x="124" y="905"/>
                      <a:pt x="141" y="798"/>
                      <a:pt x="149" y="690"/>
                    </a:cubicBezTo>
                    <a:cubicBezTo>
                      <a:pt x="166" y="574"/>
                      <a:pt x="174" y="466"/>
                      <a:pt x="199" y="350"/>
                    </a:cubicBezTo>
                    <a:cubicBezTo>
                      <a:pt x="207" y="301"/>
                      <a:pt x="216" y="243"/>
                      <a:pt x="224" y="185"/>
                    </a:cubicBezTo>
                    <a:cubicBezTo>
                      <a:pt x="224" y="160"/>
                      <a:pt x="232" y="127"/>
                      <a:pt x="232" y="102"/>
                    </a:cubicBezTo>
                    <a:cubicBezTo>
                      <a:pt x="240" y="69"/>
                      <a:pt x="232" y="52"/>
                      <a:pt x="224" y="19"/>
                    </a:cubicBezTo>
                    <a:cubicBezTo>
                      <a:pt x="220" y="6"/>
                      <a:pt x="209" y="0"/>
                      <a:pt x="1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6" name="Google Shape;2686;p5"/>
              <p:cNvSpPr/>
              <p:nvPr/>
            </p:nvSpPr>
            <p:spPr>
              <a:xfrm>
                <a:off x="1914275" y="1830450"/>
                <a:ext cx="2100" cy="4850"/>
              </a:xfrm>
              <a:custGeom>
                <a:rect b="b" l="l" r="r" t="t"/>
                <a:pathLst>
                  <a:path extrusionOk="0" h="194" w="84">
                    <a:moveTo>
                      <a:pt x="42" y="1"/>
                    </a:moveTo>
                    <a:cubicBezTo>
                      <a:pt x="31" y="1"/>
                      <a:pt x="21" y="7"/>
                      <a:pt x="17" y="19"/>
                    </a:cubicBezTo>
                    <a:cubicBezTo>
                      <a:pt x="8" y="36"/>
                      <a:pt x="8" y="69"/>
                      <a:pt x="8" y="85"/>
                    </a:cubicBezTo>
                    <a:cubicBezTo>
                      <a:pt x="8" y="110"/>
                      <a:pt x="8" y="135"/>
                      <a:pt x="8" y="160"/>
                    </a:cubicBezTo>
                    <a:cubicBezTo>
                      <a:pt x="0" y="177"/>
                      <a:pt x="25" y="193"/>
                      <a:pt x="42" y="193"/>
                    </a:cubicBezTo>
                    <a:cubicBezTo>
                      <a:pt x="58" y="193"/>
                      <a:pt x="83" y="177"/>
                      <a:pt x="83" y="160"/>
                    </a:cubicBezTo>
                    <a:cubicBezTo>
                      <a:pt x="75" y="135"/>
                      <a:pt x="75" y="110"/>
                      <a:pt x="75" y="85"/>
                    </a:cubicBezTo>
                    <a:cubicBezTo>
                      <a:pt x="75" y="61"/>
                      <a:pt x="75" y="36"/>
                      <a:pt x="66" y="19"/>
                    </a:cubicBezTo>
                    <a:cubicBezTo>
                      <a:pt x="62" y="7"/>
                      <a:pt x="52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7" name="Google Shape;2687;p5"/>
              <p:cNvSpPr/>
              <p:nvPr/>
            </p:nvSpPr>
            <p:spPr>
              <a:xfrm>
                <a:off x="1918625" y="1821775"/>
                <a:ext cx="3950" cy="15175"/>
              </a:xfrm>
              <a:custGeom>
                <a:rect b="b" l="l" r="r" t="t"/>
                <a:pathLst>
                  <a:path extrusionOk="0" h="607" w="158">
                    <a:moveTo>
                      <a:pt x="139" y="1"/>
                    </a:moveTo>
                    <a:cubicBezTo>
                      <a:pt x="133" y="1"/>
                      <a:pt x="128" y="4"/>
                      <a:pt x="124" y="10"/>
                    </a:cubicBezTo>
                    <a:cubicBezTo>
                      <a:pt x="66" y="84"/>
                      <a:pt x="42" y="184"/>
                      <a:pt x="25" y="283"/>
                    </a:cubicBezTo>
                    <a:cubicBezTo>
                      <a:pt x="0" y="383"/>
                      <a:pt x="0" y="482"/>
                      <a:pt x="8" y="582"/>
                    </a:cubicBezTo>
                    <a:cubicBezTo>
                      <a:pt x="8" y="598"/>
                      <a:pt x="23" y="606"/>
                      <a:pt x="37" y="606"/>
                    </a:cubicBezTo>
                    <a:cubicBezTo>
                      <a:pt x="52" y="606"/>
                      <a:pt x="66" y="598"/>
                      <a:pt x="66" y="582"/>
                    </a:cubicBezTo>
                    <a:cubicBezTo>
                      <a:pt x="58" y="482"/>
                      <a:pt x="66" y="391"/>
                      <a:pt x="91" y="292"/>
                    </a:cubicBezTo>
                    <a:cubicBezTo>
                      <a:pt x="108" y="200"/>
                      <a:pt x="141" y="109"/>
                      <a:pt x="158" y="18"/>
                    </a:cubicBezTo>
                    <a:cubicBezTo>
                      <a:pt x="158" y="8"/>
                      <a:pt x="148" y="1"/>
                      <a:pt x="1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8" name="Google Shape;2688;p5"/>
              <p:cNvSpPr/>
              <p:nvPr/>
            </p:nvSpPr>
            <p:spPr>
              <a:xfrm>
                <a:off x="1919125" y="1804300"/>
                <a:ext cx="3175" cy="6550"/>
              </a:xfrm>
              <a:custGeom>
                <a:rect b="b" l="l" r="r" t="t"/>
                <a:pathLst>
                  <a:path extrusionOk="0" h="262" w="127">
                    <a:moveTo>
                      <a:pt x="106" y="1"/>
                    </a:moveTo>
                    <a:cubicBezTo>
                      <a:pt x="100" y="1"/>
                      <a:pt x="94" y="4"/>
                      <a:pt x="88" y="13"/>
                    </a:cubicBezTo>
                    <a:cubicBezTo>
                      <a:pt x="63" y="38"/>
                      <a:pt x="55" y="79"/>
                      <a:pt x="38" y="112"/>
                    </a:cubicBezTo>
                    <a:cubicBezTo>
                      <a:pt x="22" y="145"/>
                      <a:pt x="13" y="187"/>
                      <a:pt x="5" y="228"/>
                    </a:cubicBezTo>
                    <a:cubicBezTo>
                      <a:pt x="0" y="248"/>
                      <a:pt x="15" y="261"/>
                      <a:pt x="30" y="261"/>
                    </a:cubicBezTo>
                    <a:cubicBezTo>
                      <a:pt x="40" y="261"/>
                      <a:pt x="51" y="254"/>
                      <a:pt x="55" y="237"/>
                    </a:cubicBezTo>
                    <a:cubicBezTo>
                      <a:pt x="63" y="203"/>
                      <a:pt x="80" y="170"/>
                      <a:pt x="88" y="129"/>
                    </a:cubicBezTo>
                    <a:cubicBezTo>
                      <a:pt x="96" y="96"/>
                      <a:pt x="113" y="63"/>
                      <a:pt x="121" y="29"/>
                    </a:cubicBezTo>
                    <a:cubicBezTo>
                      <a:pt x="126" y="13"/>
                      <a:pt x="118" y="1"/>
                      <a:pt x="1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9" name="Google Shape;2689;p5"/>
              <p:cNvSpPr/>
              <p:nvPr/>
            </p:nvSpPr>
            <p:spPr>
              <a:xfrm>
                <a:off x="1921100" y="1783650"/>
                <a:ext cx="3550" cy="11875"/>
              </a:xfrm>
              <a:custGeom>
                <a:rect b="b" l="l" r="r" t="t"/>
                <a:pathLst>
                  <a:path extrusionOk="0" h="475" w="142">
                    <a:moveTo>
                      <a:pt x="116" y="1"/>
                    </a:moveTo>
                    <a:cubicBezTo>
                      <a:pt x="104" y="1"/>
                      <a:pt x="91" y="7"/>
                      <a:pt x="83" y="19"/>
                    </a:cubicBezTo>
                    <a:cubicBezTo>
                      <a:pt x="59" y="85"/>
                      <a:pt x="50" y="151"/>
                      <a:pt x="34" y="218"/>
                    </a:cubicBezTo>
                    <a:cubicBezTo>
                      <a:pt x="25" y="292"/>
                      <a:pt x="17" y="358"/>
                      <a:pt x="1" y="425"/>
                    </a:cubicBezTo>
                    <a:cubicBezTo>
                      <a:pt x="1" y="450"/>
                      <a:pt x="9" y="466"/>
                      <a:pt x="25" y="474"/>
                    </a:cubicBezTo>
                    <a:cubicBezTo>
                      <a:pt x="50" y="474"/>
                      <a:pt x="67" y="466"/>
                      <a:pt x="75" y="450"/>
                    </a:cubicBezTo>
                    <a:cubicBezTo>
                      <a:pt x="83" y="375"/>
                      <a:pt x="100" y="309"/>
                      <a:pt x="117" y="242"/>
                    </a:cubicBezTo>
                    <a:cubicBezTo>
                      <a:pt x="133" y="168"/>
                      <a:pt x="141" y="102"/>
                      <a:pt x="141" y="27"/>
                    </a:cubicBezTo>
                    <a:cubicBezTo>
                      <a:pt x="141" y="9"/>
                      <a:pt x="130" y="1"/>
                      <a:pt x="1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0" name="Google Shape;2690;p5"/>
              <p:cNvSpPr/>
              <p:nvPr/>
            </p:nvSpPr>
            <p:spPr>
              <a:xfrm>
                <a:off x="1919850" y="1764850"/>
                <a:ext cx="2100" cy="7225"/>
              </a:xfrm>
              <a:custGeom>
                <a:rect b="b" l="l" r="r" t="t"/>
                <a:pathLst>
                  <a:path extrusionOk="0" h="289" w="84">
                    <a:moveTo>
                      <a:pt x="63" y="1"/>
                    </a:moveTo>
                    <a:cubicBezTo>
                      <a:pt x="55" y="1"/>
                      <a:pt x="46" y="5"/>
                      <a:pt x="42" y="17"/>
                    </a:cubicBezTo>
                    <a:cubicBezTo>
                      <a:pt x="34" y="58"/>
                      <a:pt x="26" y="100"/>
                      <a:pt x="17" y="141"/>
                    </a:cubicBezTo>
                    <a:lnTo>
                      <a:pt x="17" y="133"/>
                    </a:lnTo>
                    <a:cubicBezTo>
                      <a:pt x="17" y="182"/>
                      <a:pt x="9" y="224"/>
                      <a:pt x="1" y="265"/>
                    </a:cubicBezTo>
                    <a:cubicBezTo>
                      <a:pt x="1" y="280"/>
                      <a:pt x="18" y="289"/>
                      <a:pt x="33" y="289"/>
                    </a:cubicBezTo>
                    <a:cubicBezTo>
                      <a:pt x="45" y="289"/>
                      <a:pt x="55" y="284"/>
                      <a:pt x="59" y="274"/>
                    </a:cubicBezTo>
                    <a:cubicBezTo>
                      <a:pt x="59" y="224"/>
                      <a:pt x="67" y="182"/>
                      <a:pt x="75" y="141"/>
                    </a:cubicBezTo>
                    <a:cubicBezTo>
                      <a:pt x="75" y="100"/>
                      <a:pt x="84" y="58"/>
                      <a:pt x="84" y="17"/>
                    </a:cubicBezTo>
                    <a:cubicBezTo>
                      <a:pt x="84" y="8"/>
                      <a:pt x="74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1" name="Google Shape;2691;p5"/>
              <p:cNvSpPr/>
              <p:nvPr/>
            </p:nvSpPr>
            <p:spPr>
              <a:xfrm>
                <a:off x="1894000" y="1678200"/>
                <a:ext cx="10625" cy="34325"/>
              </a:xfrm>
              <a:custGeom>
                <a:rect b="b" l="l" r="r" t="t"/>
                <a:pathLst>
                  <a:path extrusionOk="0" h="1373" w="425">
                    <a:moveTo>
                      <a:pt x="57" y="1"/>
                    </a:moveTo>
                    <a:cubicBezTo>
                      <a:pt x="28" y="1"/>
                      <a:pt x="1" y="18"/>
                      <a:pt x="8" y="52"/>
                    </a:cubicBezTo>
                    <a:cubicBezTo>
                      <a:pt x="24" y="276"/>
                      <a:pt x="65" y="500"/>
                      <a:pt x="123" y="724"/>
                    </a:cubicBezTo>
                    <a:cubicBezTo>
                      <a:pt x="173" y="939"/>
                      <a:pt x="248" y="1146"/>
                      <a:pt x="347" y="1353"/>
                    </a:cubicBezTo>
                    <a:cubicBezTo>
                      <a:pt x="353" y="1367"/>
                      <a:pt x="363" y="1372"/>
                      <a:pt x="375" y="1372"/>
                    </a:cubicBezTo>
                    <a:cubicBezTo>
                      <a:pt x="398" y="1372"/>
                      <a:pt x="425" y="1348"/>
                      <a:pt x="413" y="1320"/>
                    </a:cubicBezTo>
                    <a:cubicBezTo>
                      <a:pt x="347" y="1113"/>
                      <a:pt x="281" y="906"/>
                      <a:pt x="231" y="690"/>
                    </a:cubicBezTo>
                    <a:cubicBezTo>
                      <a:pt x="181" y="492"/>
                      <a:pt x="157" y="301"/>
                      <a:pt x="123" y="102"/>
                    </a:cubicBezTo>
                    <a:cubicBezTo>
                      <a:pt x="140" y="94"/>
                      <a:pt x="140" y="77"/>
                      <a:pt x="140" y="69"/>
                    </a:cubicBezTo>
                    <a:cubicBezTo>
                      <a:pt x="132" y="36"/>
                      <a:pt x="107" y="3"/>
                      <a:pt x="74" y="3"/>
                    </a:cubicBezTo>
                    <a:cubicBezTo>
                      <a:pt x="68" y="1"/>
                      <a:pt x="63" y="1"/>
                      <a:pt x="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2" name="Google Shape;2692;p5"/>
              <p:cNvSpPr/>
              <p:nvPr/>
            </p:nvSpPr>
            <p:spPr>
              <a:xfrm>
                <a:off x="1899000" y="1681275"/>
                <a:ext cx="4525" cy="8400"/>
              </a:xfrm>
              <a:custGeom>
                <a:rect b="b" l="l" r="r" t="t"/>
                <a:pathLst>
                  <a:path extrusionOk="0" h="336" w="181">
                    <a:moveTo>
                      <a:pt x="33" y="0"/>
                    </a:moveTo>
                    <a:cubicBezTo>
                      <a:pt x="17" y="0"/>
                      <a:pt x="1" y="13"/>
                      <a:pt x="6" y="29"/>
                    </a:cubicBezTo>
                    <a:cubicBezTo>
                      <a:pt x="31" y="128"/>
                      <a:pt x="64" y="219"/>
                      <a:pt x="97" y="311"/>
                    </a:cubicBezTo>
                    <a:cubicBezTo>
                      <a:pt x="106" y="327"/>
                      <a:pt x="122" y="335"/>
                      <a:pt x="147" y="335"/>
                    </a:cubicBezTo>
                    <a:cubicBezTo>
                      <a:pt x="164" y="327"/>
                      <a:pt x="180" y="311"/>
                      <a:pt x="172" y="286"/>
                    </a:cubicBezTo>
                    <a:cubicBezTo>
                      <a:pt x="131" y="195"/>
                      <a:pt x="97" y="103"/>
                      <a:pt x="56" y="12"/>
                    </a:cubicBezTo>
                    <a:cubicBezTo>
                      <a:pt x="50" y="4"/>
                      <a:pt x="41" y="0"/>
                      <a:pt x="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3" name="Google Shape;2693;p5"/>
              <p:cNvSpPr/>
              <p:nvPr/>
            </p:nvSpPr>
            <p:spPr>
              <a:xfrm>
                <a:off x="1883200" y="1639025"/>
                <a:ext cx="5400" cy="49575"/>
              </a:xfrm>
              <a:custGeom>
                <a:rect b="b" l="l" r="r" t="t"/>
                <a:pathLst>
                  <a:path extrusionOk="0" h="1983" w="216">
                    <a:moveTo>
                      <a:pt x="125" y="1"/>
                    </a:moveTo>
                    <a:cubicBezTo>
                      <a:pt x="114" y="1"/>
                      <a:pt x="104" y="5"/>
                      <a:pt x="100" y="12"/>
                    </a:cubicBezTo>
                    <a:cubicBezTo>
                      <a:pt x="67" y="78"/>
                      <a:pt x="58" y="153"/>
                      <a:pt x="42" y="228"/>
                    </a:cubicBezTo>
                    <a:cubicBezTo>
                      <a:pt x="34" y="294"/>
                      <a:pt x="25" y="368"/>
                      <a:pt x="17" y="435"/>
                    </a:cubicBezTo>
                    <a:cubicBezTo>
                      <a:pt x="0" y="692"/>
                      <a:pt x="0" y="957"/>
                      <a:pt x="25" y="1214"/>
                    </a:cubicBezTo>
                    <a:cubicBezTo>
                      <a:pt x="34" y="1338"/>
                      <a:pt x="50" y="1470"/>
                      <a:pt x="75" y="1595"/>
                    </a:cubicBezTo>
                    <a:cubicBezTo>
                      <a:pt x="100" y="1719"/>
                      <a:pt x="141" y="1843"/>
                      <a:pt x="174" y="1967"/>
                    </a:cubicBezTo>
                    <a:cubicBezTo>
                      <a:pt x="178" y="1978"/>
                      <a:pt x="186" y="1982"/>
                      <a:pt x="194" y="1982"/>
                    </a:cubicBezTo>
                    <a:cubicBezTo>
                      <a:pt x="205" y="1982"/>
                      <a:pt x="216" y="1974"/>
                      <a:pt x="216" y="1959"/>
                    </a:cubicBezTo>
                    <a:cubicBezTo>
                      <a:pt x="191" y="1810"/>
                      <a:pt x="174" y="1669"/>
                      <a:pt x="158" y="1520"/>
                    </a:cubicBezTo>
                    <a:cubicBezTo>
                      <a:pt x="125" y="1272"/>
                      <a:pt x="116" y="1023"/>
                      <a:pt x="116" y="774"/>
                    </a:cubicBezTo>
                    <a:cubicBezTo>
                      <a:pt x="125" y="642"/>
                      <a:pt x="125" y="518"/>
                      <a:pt x="141" y="385"/>
                    </a:cubicBezTo>
                    <a:cubicBezTo>
                      <a:pt x="150" y="269"/>
                      <a:pt x="174" y="145"/>
                      <a:pt x="158" y="20"/>
                    </a:cubicBezTo>
                    <a:cubicBezTo>
                      <a:pt x="153" y="7"/>
                      <a:pt x="139" y="1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4" name="Google Shape;2694;p5"/>
              <p:cNvSpPr/>
              <p:nvPr/>
            </p:nvSpPr>
            <p:spPr>
              <a:xfrm>
                <a:off x="1891275" y="1649925"/>
                <a:ext cx="1900" cy="15400"/>
              </a:xfrm>
              <a:custGeom>
                <a:rect b="b" l="l" r="r" t="t"/>
                <a:pathLst>
                  <a:path extrusionOk="0" h="616" w="76">
                    <a:moveTo>
                      <a:pt x="45" y="0"/>
                    </a:moveTo>
                    <a:cubicBezTo>
                      <a:pt x="37" y="0"/>
                      <a:pt x="29" y="5"/>
                      <a:pt x="25" y="15"/>
                    </a:cubicBezTo>
                    <a:cubicBezTo>
                      <a:pt x="9" y="106"/>
                      <a:pt x="1" y="206"/>
                      <a:pt x="1" y="297"/>
                    </a:cubicBezTo>
                    <a:cubicBezTo>
                      <a:pt x="1" y="388"/>
                      <a:pt x="1" y="488"/>
                      <a:pt x="1" y="579"/>
                    </a:cubicBezTo>
                    <a:cubicBezTo>
                      <a:pt x="5" y="604"/>
                      <a:pt x="23" y="616"/>
                      <a:pt x="40" y="616"/>
                    </a:cubicBezTo>
                    <a:cubicBezTo>
                      <a:pt x="56" y="616"/>
                      <a:pt x="71" y="604"/>
                      <a:pt x="67" y="579"/>
                    </a:cubicBezTo>
                    <a:cubicBezTo>
                      <a:pt x="67" y="488"/>
                      <a:pt x="67" y="396"/>
                      <a:pt x="67" y="305"/>
                    </a:cubicBezTo>
                    <a:cubicBezTo>
                      <a:pt x="67" y="206"/>
                      <a:pt x="75" y="115"/>
                      <a:pt x="67" y="24"/>
                    </a:cubicBezTo>
                    <a:cubicBezTo>
                      <a:pt x="67" y="9"/>
                      <a:pt x="56" y="0"/>
                      <a:pt x="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5" name="Google Shape;2695;p5"/>
              <p:cNvSpPr/>
              <p:nvPr/>
            </p:nvSpPr>
            <p:spPr>
              <a:xfrm>
                <a:off x="1882575" y="1632050"/>
                <a:ext cx="2300" cy="14275"/>
              </a:xfrm>
              <a:custGeom>
                <a:rect b="b" l="l" r="r" t="t"/>
                <a:pathLst>
                  <a:path extrusionOk="0" h="571" w="92">
                    <a:moveTo>
                      <a:pt x="63" y="1"/>
                    </a:moveTo>
                    <a:cubicBezTo>
                      <a:pt x="58" y="1"/>
                      <a:pt x="53" y="4"/>
                      <a:pt x="50" y="9"/>
                    </a:cubicBezTo>
                    <a:cubicBezTo>
                      <a:pt x="9" y="92"/>
                      <a:pt x="9" y="183"/>
                      <a:pt x="1" y="275"/>
                    </a:cubicBezTo>
                    <a:cubicBezTo>
                      <a:pt x="1" y="357"/>
                      <a:pt x="1" y="449"/>
                      <a:pt x="9" y="540"/>
                    </a:cubicBezTo>
                    <a:cubicBezTo>
                      <a:pt x="9" y="560"/>
                      <a:pt x="23" y="571"/>
                      <a:pt x="38" y="571"/>
                    </a:cubicBezTo>
                    <a:cubicBezTo>
                      <a:pt x="52" y="571"/>
                      <a:pt x="67" y="560"/>
                      <a:pt x="67" y="540"/>
                    </a:cubicBezTo>
                    <a:cubicBezTo>
                      <a:pt x="59" y="457"/>
                      <a:pt x="59" y="366"/>
                      <a:pt x="67" y="283"/>
                    </a:cubicBezTo>
                    <a:cubicBezTo>
                      <a:pt x="67" y="241"/>
                      <a:pt x="75" y="192"/>
                      <a:pt x="83" y="150"/>
                    </a:cubicBezTo>
                    <a:cubicBezTo>
                      <a:pt x="83" y="109"/>
                      <a:pt x="92" y="67"/>
                      <a:pt x="83" y="26"/>
                    </a:cubicBezTo>
                    <a:cubicBezTo>
                      <a:pt x="83" y="10"/>
                      <a:pt x="73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6" name="Google Shape;2696;p5"/>
              <p:cNvSpPr/>
              <p:nvPr/>
            </p:nvSpPr>
            <p:spPr>
              <a:xfrm>
                <a:off x="1881325" y="1616300"/>
                <a:ext cx="3275" cy="17125"/>
              </a:xfrm>
              <a:custGeom>
                <a:rect b="b" l="l" r="r" t="t"/>
                <a:pathLst>
                  <a:path extrusionOk="0" h="685" w="131">
                    <a:moveTo>
                      <a:pt x="111" y="1"/>
                    </a:moveTo>
                    <a:cubicBezTo>
                      <a:pt x="105" y="1"/>
                      <a:pt x="100" y="3"/>
                      <a:pt x="100" y="10"/>
                    </a:cubicBezTo>
                    <a:cubicBezTo>
                      <a:pt x="9" y="209"/>
                      <a:pt x="1" y="441"/>
                      <a:pt x="26" y="656"/>
                    </a:cubicBezTo>
                    <a:cubicBezTo>
                      <a:pt x="26" y="673"/>
                      <a:pt x="44" y="684"/>
                      <a:pt x="60" y="684"/>
                    </a:cubicBezTo>
                    <a:cubicBezTo>
                      <a:pt x="75" y="684"/>
                      <a:pt x="88" y="676"/>
                      <a:pt x="84" y="656"/>
                    </a:cubicBezTo>
                    <a:cubicBezTo>
                      <a:pt x="75" y="548"/>
                      <a:pt x="75" y="441"/>
                      <a:pt x="92" y="333"/>
                    </a:cubicBezTo>
                    <a:cubicBezTo>
                      <a:pt x="100" y="225"/>
                      <a:pt x="117" y="117"/>
                      <a:pt x="125" y="18"/>
                    </a:cubicBezTo>
                    <a:cubicBezTo>
                      <a:pt x="130" y="8"/>
                      <a:pt x="120" y="1"/>
                      <a:pt x="1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7" name="Google Shape;2697;p5"/>
              <p:cNvSpPr/>
              <p:nvPr/>
            </p:nvSpPr>
            <p:spPr>
              <a:xfrm>
                <a:off x="1881700" y="1560700"/>
                <a:ext cx="21125" cy="43400"/>
              </a:xfrm>
              <a:custGeom>
                <a:rect b="b" l="l" r="r" t="t"/>
                <a:pathLst>
                  <a:path extrusionOk="0" h="1736" w="845">
                    <a:moveTo>
                      <a:pt x="807" y="0"/>
                    </a:moveTo>
                    <a:cubicBezTo>
                      <a:pt x="802" y="0"/>
                      <a:pt x="796" y="2"/>
                      <a:pt x="789" y="5"/>
                    </a:cubicBezTo>
                    <a:cubicBezTo>
                      <a:pt x="765" y="21"/>
                      <a:pt x="740" y="38"/>
                      <a:pt x="715" y="63"/>
                    </a:cubicBezTo>
                    <a:cubicBezTo>
                      <a:pt x="698" y="88"/>
                      <a:pt x="673" y="113"/>
                      <a:pt x="665" y="146"/>
                    </a:cubicBezTo>
                    <a:cubicBezTo>
                      <a:pt x="632" y="204"/>
                      <a:pt x="599" y="262"/>
                      <a:pt x="566" y="320"/>
                    </a:cubicBezTo>
                    <a:cubicBezTo>
                      <a:pt x="450" y="543"/>
                      <a:pt x="342" y="767"/>
                      <a:pt x="251" y="999"/>
                    </a:cubicBezTo>
                    <a:cubicBezTo>
                      <a:pt x="160" y="1223"/>
                      <a:pt x="85" y="1463"/>
                      <a:pt x="11" y="1695"/>
                    </a:cubicBezTo>
                    <a:cubicBezTo>
                      <a:pt x="1" y="1720"/>
                      <a:pt x="20" y="1736"/>
                      <a:pt x="41" y="1736"/>
                    </a:cubicBezTo>
                    <a:cubicBezTo>
                      <a:pt x="55" y="1736"/>
                      <a:pt x="70" y="1728"/>
                      <a:pt x="77" y="1712"/>
                    </a:cubicBezTo>
                    <a:cubicBezTo>
                      <a:pt x="127" y="1579"/>
                      <a:pt x="176" y="1455"/>
                      <a:pt x="234" y="1322"/>
                    </a:cubicBezTo>
                    <a:cubicBezTo>
                      <a:pt x="326" y="1107"/>
                      <a:pt x="417" y="891"/>
                      <a:pt x="524" y="676"/>
                    </a:cubicBezTo>
                    <a:cubicBezTo>
                      <a:pt x="574" y="568"/>
                      <a:pt x="632" y="461"/>
                      <a:pt x="682" y="353"/>
                    </a:cubicBezTo>
                    <a:cubicBezTo>
                      <a:pt x="715" y="295"/>
                      <a:pt x="740" y="245"/>
                      <a:pt x="765" y="195"/>
                    </a:cubicBezTo>
                    <a:cubicBezTo>
                      <a:pt x="789" y="146"/>
                      <a:pt x="806" y="96"/>
                      <a:pt x="831" y="46"/>
                    </a:cubicBezTo>
                    <a:cubicBezTo>
                      <a:pt x="844" y="26"/>
                      <a:pt x="830" y="0"/>
                      <a:pt x="8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8" name="Google Shape;2698;p5"/>
              <p:cNvSpPr/>
              <p:nvPr/>
            </p:nvSpPr>
            <p:spPr>
              <a:xfrm>
                <a:off x="1893225" y="1579425"/>
                <a:ext cx="4300" cy="11475"/>
              </a:xfrm>
              <a:custGeom>
                <a:rect b="b" l="l" r="r" t="t"/>
                <a:pathLst>
                  <a:path extrusionOk="0" h="459" w="172">
                    <a:moveTo>
                      <a:pt x="152" y="1"/>
                    </a:moveTo>
                    <a:cubicBezTo>
                      <a:pt x="147" y="1"/>
                      <a:pt x="141" y="4"/>
                      <a:pt x="138" y="10"/>
                    </a:cubicBezTo>
                    <a:cubicBezTo>
                      <a:pt x="121" y="35"/>
                      <a:pt x="105" y="68"/>
                      <a:pt x="88" y="101"/>
                    </a:cubicBezTo>
                    <a:cubicBezTo>
                      <a:pt x="80" y="134"/>
                      <a:pt x="63" y="167"/>
                      <a:pt x="55" y="209"/>
                    </a:cubicBezTo>
                    <a:cubicBezTo>
                      <a:pt x="30" y="275"/>
                      <a:pt x="14" y="350"/>
                      <a:pt x="5" y="424"/>
                    </a:cubicBezTo>
                    <a:cubicBezTo>
                      <a:pt x="0" y="445"/>
                      <a:pt x="20" y="459"/>
                      <a:pt x="39" y="459"/>
                    </a:cubicBezTo>
                    <a:cubicBezTo>
                      <a:pt x="50" y="459"/>
                      <a:pt x="60" y="453"/>
                      <a:pt x="63" y="441"/>
                    </a:cubicBezTo>
                    <a:cubicBezTo>
                      <a:pt x="80" y="366"/>
                      <a:pt x="96" y="300"/>
                      <a:pt x="113" y="225"/>
                    </a:cubicBezTo>
                    <a:cubicBezTo>
                      <a:pt x="121" y="192"/>
                      <a:pt x="138" y="159"/>
                      <a:pt x="146" y="118"/>
                    </a:cubicBezTo>
                    <a:cubicBezTo>
                      <a:pt x="154" y="84"/>
                      <a:pt x="163" y="51"/>
                      <a:pt x="171" y="18"/>
                    </a:cubicBezTo>
                    <a:cubicBezTo>
                      <a:pt x="171" y="8"/>
                      <a:pt x="162" y="1"/>
                      <a:pt x="1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9" name="Google Shape;2699;p5"/>
              <p:cNvSpPr/>
              <p:nvPr/>
            </p:nvSpPr>
            <p:spPr>
              <a:xfrm>
                <a:off x="1898325" y="1550175"/>
                <a:ext cx="3900" cy="7600"/>
              </a:xfrm>
              <a:custGeom>
                <a:rect b="b" l="l" r="r" t="t"/>
                <a:pathLst>
                  <a:path extrusionOk="0" h="304" w="156">
                    <a:moveTo>
                      <a:pt x="130" y="0"/>
                    </a:moveTo>
                    <a:cubicBezTo>
                      <a:pt x="125" y="0"/>
                      <a:pt x="120" y="1"/>
                      <a:pt x="116" y="3"/>
                    </a:cubicBezTo>
                    <a:cubicBezTo>
                      <a:pt x="83" y="36"/>
                      <a:pt x="58" y="78"/>
                      <a:pt x="42" y="119"/>
                    </a:cubicBezTo>
                    <a:cubicBezTo>
                      <a:pt x="25" y="161"/>
                      <a:pt x="8" y="210"/>
                      <a:pt x="0" y="252"/>
                    </a:cubicBezTo>
                    <a:cubicBezTo>
                      <a:pt x="0" y="277"/>
                      <a:pt x="8" y="293"/>
                      <a:pt x="33" y="302"/>
                    </a:cubicBezTo>
                    <a:cubicBezTo>
                      <a:pt x="36" y="303"/>
                      <a:pt x="40" y="304"/>
                      <a:pt x="43" y="304"/>
                    </a:cubicBezTo>
                    <a:cubicBezTo>
                      <a:pt x="58" y="304"/>
                      <a:pt x="75" y="290"/>
                      <a:pt x="75" y="277"/>
                    </a:cubicBezTo>
                    <a:cubicBezTo>
                      <a:pt x="83" y="227"/>
                      <a:pt x="100" y="186"/>
                      <a:pt x="108" y="144"/>
                    </a:cubicBezTo>
                    <a:cubicBezTo>
                      <a:pt x="124" y="111"/>
                      <a:pt x="141" y="70"/>
                      <a:pt x="149" y="28"/>
                    </a:cubicBezTo>
                    <a:cubicBezTo>
                      <a:pt x="156" y="10"/>
                      <a:pt x="143" y="0"/>
                      <a:pt x="1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0" name="Google Shape;2700;p5"/>
              <p:cNvSpPr/>
              <p:nvPr/>
            </p:nvSpPr>
            <p:spPr>
              <a:xfrm>
                <a:off x="1899350" y="1435075"/>
                <a:ext cx="3975" cy="30925"/>
              </a:xfrm>
              <a:custGeom>
                <a:rect b="b" l="l" r="r" t="t"/>
                <a:pathLst>
                  <a:path extrusionOk="0" h="1237" w="159">
                    <a:moveTo>
                      <a:pt x="108" y="1"/>
                    </a:moveTo>
                    <a:cubicBezTo>
                      <a:pt x="67" y="9"/>
                      <a:pt x="42" y="67"/>
                      <a:pt x="34" y="108"/>
                    </a:cubicBezTo>
                    <a:cubicBezTo>
                      <a:pt x="17" y="150"/>
                      <a:pt x="17" y="199"/>
                      <a:pt x="17" y="241"/>
                    </a:cubicBezTo>
                    <a:cubicBezTo>
                      <a:pt x="9" y="349"/>
                      <a:pt x="9" y="456"/>
                      <a:pt x="9" y="564"/>
                    </a:cubicBezTo>
                    <a:cubicBezTo>
                      <a:pt x="1" y="779"/>
                      <a:pt x="17" y="995"/>
                      <a:pt x="50" y="1210"/>
                    </a:cubicBezTo>
                    <a:cubicBezTo>
                      <a:pt x="54" y="1228"/>
                      <a:pt x="70" y="1237"/>
                      <a:pt x="86" y="1237"/>
                    </a:cubicBezTo>
                    <a:cubicBezTo>
                      <a:pt x="108" y="1237"/>
                      <a:pt x="130" y="1222"/>
                      <a:pt x="125" y="1194"/>
                    </a:cubicBezTo>
                    <a:cubicBezTo>
                      <a:pt x="108" y="995"/>
                      <a:pt x="108" y="796"/>
                      <a:pt x="117" y="597"/>
                    </a:cubicBezTo>
                    <a:cubicBezTo>
                      <a:pt x="117" y="498"/>
                      <a:pt x="125" y="398"/>
                      <a:pt x="125" y="299"/>
                    </a:cubicBezTo>
                    <a:cubicBezTo>
                      <a:pt x="133" y="249"/>
                      <a:pt x="133" y="199"/>
                      <a:pt x="133" y="158"/>
                    </a:cubicBezTo>
                    <a:cubicBezTo>
                      <a:pt x="133" y="133"/>
                      <a:pt x="141" y="117"/>
                      <a:pt x="150" y="92"/>
                    </a:cubicBezTo>
                    <a:cubicBezTo>
                      <a:pt x="150" y="75"/>
                      <a:pt x="158" y="59"/>
                      <a:pt x="158" y="42"/>
                    </a:cubicBezTo>
                    <a:cubicBezTo>
                      <a:pt x="158" y="17"/>
                      <a:pt x="133" y="1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1" name="Google Shape;2701;p5"/>
              <p:cNvSpPr/>
              <p:nvPr/>
            </p:nvSpPr>
            <p:spPr>
              <a:xfrm>
                <a:off x="1903500" y="1424100"/>
                <a:ext cx="2500" cy="3125"/>
              </a:xfrm>
              <a:custGeom>
                <a:rect b="b" l="l" r="r" t="t"/>
                <a:pathLst>
                  <a:path extrusionOk="0" h="125" w="100">
                    <a:moveTo>
                      <a:pt x="83" y="0"/>
                    </a:moveTo>
                    <a:cubicBezTo>
                      <a:pt x="75" y="0"/>
                      <a:pt x="67" y="0"/>
                      <a:pt x="58" y="9"/>
                    </a:cubicBezTo>
                    <a:cubicBezTo>
                      <a:pt x="58" y="17"/>
                      <a:pt x="50" y="17"/>
                      <a:pt x="50" y="17"/>
                    </a:cubicBezTo>
                    <a:cubicBezTo>
                      <a:pt x="42" y="25"/>
                      <a:pt x="42" y="25"/>
                      <a:pt x="33" y="34"/>
                    </a:cubicBezTo>
                    <a:cubicBezTo>
                      <a:pt x="33" y="42"/>
                      <a:pt x="25" y="50"/>
                      <a:pt x="17" y="58"/>
                    </a:cubicBezTo>
                    <a:cubicBezTo>
                      <a:pt x="9" y="58"/>
                      <a:pt x="9" y="67"/>
                      <a:pt x="9" y="75"/>
                    </a:cubicBezTo>
                    <a:cubicBezTo>
                      <a:pt x="0" y="83"/>
                      <a:pt x="0" y="92"/>
                      <a:pt x="9" y="100"/>
                    </a:cubicBezTo>
                    <a:cubicBezTo>
                      <a:pt x="9" y="108"/>
                      <a:pt x="17" y="116"/>
                      <a:pt x="25" y="125"/>
                    </a:cubicBezTo>
                    <a:lnTo>
                      <a:pt x="58" y="125"/>
                    </a:lnTo>
                    <a:cubicBezTo>
                      <a:pt x="75" y="125"/>
                      <a:pt x="83" y="108"/>
                      <a:pt x="83" y="100"/>
                    </a:cubicBezTo>
                    <a:cubicBezTo>
                      <a:pt x="91" y="83"/>
                      <a:pt x="91" y="75"/>
                      <a:pt x="91" y="67"/>
                    </a:cubicBezTo>
                    <a:cubicBezTo>
                      <a:pt x="91" y="58"/>
                      <a:pt x="100" y="50"/>
                      <a:pt x="100" y="50"/>
                    </a:cubicBezTo>
                    <a:cubicBezTo>
                      <a:pt x="100" y="42"/>
                      <a:pt x="100" y="34"/>
                      <a:pt x="100" y="25"/>
                    </a:cubicBezTo>
                    <a:cubicBezTo>
                      <a:pt x="100" y="17"/>
                      <a:pt x="100" y="17"/>
                      <a:pt x="91" y="9"/>
                    </a:cubicBezTo>
                    <a:cubicBezTo>
                      <a:pt x="91" y="9"/>
                      <a:pt x="91" y="9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2" name="Google Shape;2702;p5"/>
              <p:cNvSpPr/>
              <p:nvPr/>
            </p:nvSpPr>
            <p:spPr>
              <a:xfrm>
                <a:off x="1916725" y="1231800"/>
                <a:ext cx="87000" cy="18075"/>
              </a:xfrm>
              <a:custGeom>
                <a:rect b="b" l="l" r="r" t="t"/>
                <a:pathLst>
                  <a:path extrusionOk="0" h="723" w="3480">
                    <a:moveTo>
                      <a:pt x="1286" y="1"/>
                    </a:moveTo>
                    <a:cubicBezTo>
                      <a:pt x="1203" y="1"/>
                      <a:pt x="1120" y="6"/>
                      <a:pt x="1037" y="20"/>
                    </a:cubicBezTo>
                    <a:cubicBezTo>
                      <a:pt x="830" y="53"/>
                      <a:pt x="631" y="128"/>
                      <a:pt x="457" y="236"/>
                    </a:cubicBezTo>
                    <a:cubicBezTo>
                      <a:pt x="374" y="285"/>
                      <a:pt x="292" y="352"/>
                      <a:pt x="217" y="418"/>
                    </a:cubicBezTo>
                    <a:cubicBezTo>
                      <a:pt x="142" y="484"/>
                      <a:pt x="51" y="567"/>
                      <a:pt x="18" y="658"/>
                    </a:cubicBezTo>
                    <a:cubicBezTo>
                      <a:pt x="1" y="698"/>
                      <a:pt x="32" y="723"/>
                      <a:pt x="63" y="723"/>
                    </a:cubicBezTo>
                    <a:cubicBezTo>
                      <a:pt x="77" y="723"/>
                      <a:pt x="91" y="718"/>
                      <a:pt x="101" y="708"/>
                    </a:cubicBezTo>
                    <a:cubicBezTo>
                      <a:pt x="142" y="675"/>
                      <a:pt x="176" y="625"/>
                      <a:pt x="217" y="584"/>
                    </a:cubicBezTo>
                    <a:cubicBezTo>
                      <a:pt x="250" y="542"/>
                      <a:pt x="292" y="509"/>
                      <a:pt x="333" y="468"/>
                    </a:cubicBezTo>
                    <a:cubicBezTo>
                      <a:pt x="416" y="401"/>
                      <a:pt x="507" y="335"/>
                      <a:pt x="606" y="285"/>
                    </a:cubicBezTo>
                    <a:cubicBezTo>
                      <a:pt x="780" y="194"/>
                      <a:pt x="979" y="136"/>
                      <a:pt x="1170" y="120"/>
                    </a:cubicBezTo>
                    <a:cubicBezTo>
                      <a:pt x="1204" y="117"/>
                      <a:pt x="1238" y="116"/>
                      <a:pt x="1272" y="116"/>
                    </a:cubicBezTo>
                    <a:cubicBezTo>
                      <a:pt x="1486" y="116"/>
                      <a:pt x="1701" y="157"/>
                      <a:pt x="1916" y="186"/>
                    </a:cubicBezTo>
                    <a:cubicBezTo>
                      <a:pt x="2164" y="227"/>
                      <a:pt x="2413" y="269"/>
                      <a:pt x="2670" y="302"/>
                    </a:cubicBezTo>
                    <a:cubicBezTo>
                      <a:pt x="2794" y="327"/>
                      <a:pt x="2918" y="343"/>
                      <a:pt x="3051" y="368"/>
                    </a:cubicBezTo>
                    <a:cubicBezTo>
                      <a:pt x="3109" y="376"/>
                      <a:pt x="3175" y="385"/>
                      <a:pt x="3241" y="393"/>
                    </a:cubicBezTo>
                    <a:cubicBezTo>
                      <a:pt x="3274" y="393"/>
                      <a:pt x="3308" y="401"/>
                      <a:pt x="3341" y="401"/>
                    </a:cubicBezTo>
                    <a:lnTo>
                      <a:pt x="3432" y="401"/>
                    </a:lnTo>
                    <a:cubicBezTo>
                      <a:pt x="3434" y="402"/>
                      <a:pt x="3436" y="402"/>
                      <a:pt x="3438" y="402"/>
                    </a:cubicBezTo>
                    <a:cubicBezTo>
                      <a:pt x="3474" y="402"/>
                      <a:pt x="3479" y="335"/>
                      <a:pt x="3440" y="327"/>
                    </a:cubicBezTo>
                    <a:cubicBezTo>
                      <a:pt x="3399" y="318"/>
                      <a:pt x="3366" y="302"/>
                      <a:pt x="3324" y="294"/>
                    </a:cubicBezTo>
                    <a:cubicBezTo>
                      <a:pt x="3291" y="285"/>
                      <a:pt x="3258" y="277"/>
                      <a:pt x="3216" y="277"/>
                    </a:cubicBezTo>
                    <a:cubicBezTo>
                      <a:pt x="3142" y="260"/>
                      <a:pt x="3076" y="252"/>
                      <a:pt x="3001" y="236"/>
                    </a:cubicBezTo>
                    <a:cubicBezTo>
                      <a:pt x="2852" y="219"/>
                      <a:pt x="2703" y="194"/>
                      <a:pt x="2562" y="169"/>
                    </a:cubicBezTo>
                    <a:cubicBezTo>
                      <a:pt x="2297" y="128"/>
                      <a:pt x="2040" y="86"/>
                      <a:pt x="1775" y="45"/>
                    </a:cubicBezTo>
                    <a:cubicBezTo>
                      <a:pt x="1615" y="23"/>
                      <a:pt x="1451" y="1"/>
                      <a:pt x="12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3" name="Google Shape;2703;p5"/>
              <p:cNvSpPr/>
              <p:nvPr/>
            </p:nvSpPr>
            <p:spPr>
              <a:xfrm>
                <a:off x="2200375" y="1801300"/>
                <a:ext cx="154025" cy="48600"/>
              </a:xfrm>
              <a:custGeom>
                <a:rect b="b" l="l" r="r" t="t"/>
                <a:pathLst>
                  <a:path extrusionOk="0" h="1944" w="6161">
                    <a:moveTo>
                      <a:pt x="2526" y="0"/>
                    </a:moveTo>
                    <a:cubicBezTo>
                      <a:pt x="2037" y="0"/>
                      <a:pt x="1531" y="17"/>
                      <a:pt x="1051" y="174"/>
                    </a:cubicBezTo>
                    <a:cubicBezTo>
                      <a:pt x="844" y="241"/>
                      <a:pt x="645" y="323"/>
                      <a:pt x="462" y="448"/>
                    </a:cubicBezTo>
                    <a:cubicBezTo>
                      <a:pt x="371" y="506"/>
                      <a:pt x="280" y="572"/>
                      <a:pt x="197" y="655"/>
                    </a:cubicBezTo>
                    <a:cubicBezTo>
                      <a:pt x="123" y="721"/>
                      <a:pt x="40" y="804"/>
                      <a:pt x="15" y="912"/>
                    </a:cubicBezTo>
                    <a:cubicBezTo>
                      <a:pt x="0" y="956"/>
                      <a:pt x="32" y="988"/>
                      <a:pt x="69" y="988"/>
                    </a:cubicBezTo>
                    <a:cubicBezTo>
                      <a:pt x="73" y="988"/>
                      <a:pt x="77" y="987"/>
                      <a:pt x="81" y="986"/>
                    </a:cubicBezTo>
                    <a:cubicBezTo>
                      <a:pt x="578" y="870"/>
                      <a:pt x="1084" y="746"/>
                      <a:pt x="1589" y="663"/>
                    </a:cubicBezTo>
                    <a:cubicBezTo>
                      <a:pt x="1903" y="610"/>
                      <a:pt x="2221" y="582"/>
                      <a:pt x="2540" y="582"/>
                    </a:cubicBezTo>
                    <a:cubicBezTo>
                      <a:pt x="2961" y="582"/>
                      <a:pt x="3383" y="630"/>
                      <a:pt x="3793" y="729"/>
                    </a:cubicBezTo>
                    <a:cubicBezTo>
                      <a:pt x="4141" y="821"/>
                      <a:pt x="4489" y="945"/>
                      <a:pt x="4812" y="1111"/>
                    </a:cubicBezTo>
                    <a:cubicBezTo>
                      <a:pt x="5135" y="1268"/>
                      <a:pt x="5434" y="1483"/>
                      <a:pt x="5724" y="1707"/>
                    </a:cubicBezTo>
                    <a:cubicBezTo>
                      <a:pt x="5724" y="1715"/>
                      <a:pt x="5732" y="1715"/>
                      <a:pt x="5740" y="1715"/>
                    </a:cubicBezTo>
                    <a:cubicBezTo>
                      <a:pt x="5757" y="1732"/>
                      <a:pt x="5773" y="1749"/>
                      <a:pt x="5790" y="1765"/>
                    </a:cubicBezTo>
                    <a:cubicBezTo>
                      <a:pt x="5807" y="1782"/>
                      <a:pt x="5823" y="1782"/>
                      <a:pt x="5840" y="1782"/>
                    </a:cubicBezTo>
                    <a:cubicBezTo>
                      <a:pt x="5873" y="1798"/>
                      <a:pt x="5898" y="1815"/>
                      <a:pt x="5931" y="1840"/>
                    </a:cubicBezTo>
                    <a:cubicBezTo>
                      <a:pt x="5935" y="1844"/>
                      <a:pt x="5943" y="1846"/>
                      <a:pt x="5953" y="1846"/>
                    </a:cubicBezTo>
                    <a:cubicBezTo>
                      <a:pt x="5962" y="1846"/>
                      <a:pt x="5972" y="1844"/>
                      <a:pt x="5981" y="1840"/>
                    </a:cubicBezTo>
                    <a:cubicBezTo>
                      <a:pt x="5989" y="1840"/>
                      <a:pt x="5997" y="1848"/>
                      <a:pt x="6014" y="1856"/>
                    </a:cubicBezTo>
                    <a:cubicBezTo>
                      <a:pt x="6022" y="1873"/>
                      <a:pt x="6030" y="1889"/>
                      <a:pt x="6039" y="1914"/>
                    </a:cubicBezTo>
                    <a:cubicBezTo>
                      <a:pt x="6049" y="1935"/>
                      <a:pt x="6066" y="1944"/>
                      <a:pt x="6083" y="1944"/>
                    </a:cubicBezTo>
                    <a:cubicBezTo>
                      <a:pt x="6121" y="1944"/>
                      <a:pt x="6161" y="1902"/>
                      <a:pt x="6138" y="1856"/>
                    </a:cubicBezTo>
                    <a:cubicBezTo>
                      <a:pt x="6138" y="1848"/>
                      <a:pt x="6138" y="1848"/>
                      <a:pt x="6138" y="1848"/>
                    </a:cubicBezTo>
                    <a:lnTo>
                      <a:pt x="6138" y="1840"/>
                    </a:lnTo>
                    <a:cubicBezTo>
                      <a:pt x="6105" y="1649"/>
                      <a:pt x="5989" y="1483"/>
                      <a:pt x="5831" y="1376"/>
                    </a:cubicBezTo>
                    <a:lnTo>
                      <a:pt x="5815" y="1376"/>
                    </a:lnTo>
                    <a:cubicBezTo>
                      <a:pt x="5633" y="1177"/>
                      <a:pt x="5417" y="1003"/>
                      <a:pt x="5193" y="854"/>
                    </a:cubicBezTo>
                    <a:cubicBezTo>
                      <a:pt x="5019" y="738"/>
                      <a:pt x="4837" y="638"/>
                      <a:pt x="4655" y="539"/>
                    </a:cubicBezTo>
                    <a:cubicBezTo>
                      <a:pt x="4439" y="423"/>
                      <a:pt x="4224" y="307"/>
                      <a:pt x="4000" y="216"/>
                    </a:cubicBezTo>
                    <a:cubicBezTo>
                      <a:pt x="3768" y="125"/>
                      <a:pt x="3536" y="67"/>
                      <a:pt x="3296" y="33"/>
                    </a:cubicBezTo>
                    <a:cubicBezTo>
                      <a:pt x="3039" y="0"/>
                      <a:pt x="2782" y="0"/>
                      <a:pt x="252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4" name="Google Shape;2704;p5"/>
              <p:cNvSpPr/>
              <p:nvPr/>
            </p:nvSpPr>
            <p:spPr>
              <a:xfrm>
                <a:off x="2233250" y="1796200"/>
                <a:ext cx="36900" cy="6375"/>
              </a:xfrm>
              <a:custGeom>
                <a:rect b="b" l="l" r="r" t="t"/>
                <a:pathLst>
                  <a:path extrusionOk="0" h="255" w="1476">
                    <a:moveTo>
                      <a:pt x="1103" y="0"/>
                    </a:moveTo>
                    <a:cubicBezTo>
                      <a:pt x="977" y="0"/>
                      <a:pt x="850" y="9"/>
                      <a:pt x="722" y="22"/>
                    </a:cubicBezTo>
                    <a:cubicBezTo>
                      <a:pt x="481" y="55"/>
                      <a:pt x="258" y="105"/>
                      <a:pt x="34" y="196"/>
                    </a:cubicBezTo>
                    <a:cubicBezTo>
                      <a:pt x="1" y="204"/>
                      <a:pt x="9" y="254"/>
                      <a:pt x="51" y="254"/>
                    </a:cubicBezTo>
                    <a:cubicBezTo>
                      <a:pt x="274" y="204"/>
                      <a:pt x="498" y="163"/>
                      <a:pt x="730" y="138"/>
                    </a:cubicBezTo>
                    <a:cubicBezTo>
                      <a:pt x="962" y="113"/>
                      <a:pt x="1194" y="113"/>
                      <a:pt x="1418" y="105"/>
                    </a:cubicBezTo>
                    <a:cubicBezTo>
                      <a:pt x="1467" y="105"/>
                      <a:pt x="1476" y="30"/>
                      <a:pt x="1434" y="22"/>
                    </a:cubicBezTo>
                    <a:cubicBezTo>
                      <a:pt x="1323" y="7"/>
                      <a:pt x="1213" y="0"/>
                      <a:pt x="11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5" name="Google Shape;2705;p5"/>
              <p:cNvSpPr/>
              <p:nvPr/>
            </p:nvSpPr>
            <p:spPr>
              <a:xfrm>
                <a:off x="2278425" y="1797925"/>
                <a:ext cx="7275" cy="3400"/>
              </a:xfrm>
              <a:custGeom>
                <a:rect b="b" l="l" r="r" t="t"/>
                <a:pathLst>
                  <a:path extrusionOk="0" h="136" w="291">
                    <a:moveTo>
                      <a:pt x="40" y="1"/>
                    </a:moveTo>
                    <a:cubicBezTo>
                      <a:pt x="25" y="1"/>
                      <a:pt x="8" y="14"/>
                      <a:pt x="8" y="28"/>
                    </a:cubicBezTo>
                    <a:cubicBezTo>
                      <a:pt x="0" y="44"/>
                      <a:pt x="17" y="61"/>
                      <a:pt x="33" y="61"/>
                    </a:cubicBezTo>
                    <a:cubicBezTo>
                      <a:pt x="66" y="77"/>
                      <a:pt x="108" y="86"/>
                      <a:pt x="141" y="102"/>
                    </a:cubicBezTo>
                    <a:cubicBezTo>
                      <a:pt x="182" y="110"/>
                      <a:pt x="224" y="127"/>
                      <a:pt x="257" y="135"/>
                    </a:cubicBezTo>
                    <a:cubicBezTo>
                      <a:pt x="274" y="135"/>
                      <a:pt x="282" y="127"/>
                      <a:pt x="290" y="119"/>
                    </a:cubicBezTo>
                    <a:cubicBezTo>
                      <a:pt x="290" y="110"/>
                      <a:pt x="290" y="94"/>
                      <a:pt x="274" y="86"/>
                    </a:cubicBezTo>
                    <a:cubicBezTo>
                      <a:pt x="240" y="69"/>
                      <a:pt x="199" y="52"/>
                      <a:pt x="166" y="44"/>
                    </a:cubicBezTo>
                    <a:cubicBezTo>
                      <a:pt x="124" y="28"/>
                      <a:pt x="83" y="11"/>
                      <a:pt x="50" y="3"/>
                    </a:cubicBezTo>
                    <a:cubicBezTo>
                      <a:pt x="47" y="1"/>
                      <a:pt x="43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6" name="Google Shape;2706;p5"/>
              <p:cNvSpPr/>
              <p:nvPr/>
            </p:nvSpPr>
            <p:spPr>
              <a:xfrm>
                <a:off x="2266400" y="1791350"/>
                <a:ext cx="10375" cy="2025"/>
              </a:xfrm>
              <a:custGeom>
                <a:rect b="b" l="l" r="r" t="t"/>
                <a:pathLst>
                  <a:path extrusionOk="0" h="81" w="415">
                    <a:moveTo>
                      <a:pt x="50" y="1"/>
                    </a:moveTo>
                    <a:cubicBezTo>
                      <a:pt x="1" y="1"/>
                      <a:pt x="1" y="67"/>
                      <a:pt x="50" y="67"/>
                    </a:cubicBezTo>
                    <a:cubicBezTo>
                      <a:pt x="108" y="75"/>
                      <a:pt x="166" y="75"/>
                      <a:pt x="216" y="75"/>
                    </a:cubicBezTo>
                    <a:cubicBezTo>
                      <a:pt x="240" y="79"/>
                      <a:pt x="264" y="81"/>
                      <a:pt x="288" y="81"/>
                    </a:cubicBezTo>
                    <a:cubicBezTo>
                      <a:pt x="322" y="81"/>
                      <a:pt x="356" y="77"/>
                      <a:pt x="390" y="67"/>
                    </a:cubicBezTo>
                    <a:cubicBezTo>
                      <a:pt x="415" y="67"/>
                      <a:pt x="407" y="34"/>
                      <a:pt x="390" y="26"/>
                    </a:cubicBezTo>
                    <a:cubicBezTo>
                      <a:pt x="365" y="17"/>
                      <a:pt x="332" y="17"/>
                      <a:pt x="307" y="9"/>
                    </a:cubicBezTo>
                    <a:lnTo>
                      <a:pt x="216" y="9"/>
                    </a:lnTo>
                    <a:cubicBezTo>
                      <a:pt x="166" y="1"/>
                      <a:pt x="108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7" name="Google Shape;2707;p5"/>
              <p:cNvSpPr/>
              <p:nvPr/>
            </p:nvSpPr>
            <p:spPr>
              <a:xfrm>
                <a:off x="2303375" y="1801825"/>
                <a:ext cx="11275" cy="5750"/>
              </a:xfrm>
              <a:custGeom>
                <a:rect b="b" l="l" r="r" t="t"/>
                <a:pathLst>
                  <a:path extrusionOk="0" h="230" w="451">
                    <a:moveTo>
                      <a:pt x="41" y="1"/>
                    </a:moveTo>
                    <a:cubicBezTo>
                      <a:pt x="15" y="1"/>
                      <a:pt x="1" y="40"/>
                      <a:pt x="29" y="54"/>
                    </a:cubicBezTo>
                    <a:cubicBezTo>
                      <a:pt x="154" y="120"/>
                      <a:pt x="286" y="178"/>
                      <a:pt x="419" y="228"/>
                    </a:cubicBezTo>
                    <a:cubicBezTo>
                      <a:pt x="421" y="229"/>
                      <a:pt x="423" y="229"/>
                      <a:pt x="424" y="229"/>
                    </a:cubicBezTo>
                    <a:cubicBezTo>
                      <a:pt x="439" y="229"/>
                      <a:pt x="450" y="202"/>
                      <a:pt x="435" y="195"/>
                    </a:cubicBezTo>
                    <a:cubicBezTo>
                      <a:pt x="311" y="120"/>
                      <a:pt x="187" y="62"/>
                      <a:pt x="54" y="4"/>
                    </a:cubicBezTo>
                    <a:cubicBezTo>
                      <a:pt x="50" y="2"/>
                      <a:pt x="45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8" name="Google Shape;2708;p5"/>
              <p:cNvSpPr/>
              <p:nvPr/>
            </p:nvSpPr>
            <p:spPr>
              <a:xfrm>
                <a:off x="2026125" y="1365575"/>
                <a:ext cx="53250" cy="71600"/>
              </a:xfrm>
              <a:custGeom>
                <a:rect b="b" l="l" r="r" t="t"/>
                <a:pathLst>
                  <a:path extrusionOk="0" h="2864" w="2130">
                    <a:moveTo>
                      <a:pt x="2063" y="1"/>
                    </a:moveTo>
                    <a:cubicBezTo>
                      <a:pt x="2034" y="1"/>
                      <a:pt x="2005" y="22"/>
                      <a:pt x="2005" y="63"/>
                    </a:cubicBezTo>
                    <a:lnTo>
                      <a:pt x="2005" y="129"/>
                    </a:lnTo>
                    <a:cubicBezTo>
                      <a:pt x="1997" y="104"/>
                      <a:pt x="1997" y="80"/>
                      <a:pt x="1989" y="55"/>
                    </a:cubicBezTo>
                    <a:cubicBezTo>
                      <a:pt x="1989" y="44"/>
                      <a:pt x="1980" y="40"/>
                      <a:pt x="1970" y="40"/>
                    </a:cubicBezTo>
                    <a:cubicBezTo>
                      <a:pt x="1956" y="40"/>
                      <a:pt x="1939" y="49"/>
                      <a:pt x="1939" y="63"/>
                    </a:cubicBezTo>
                    <a:cubicBezTo>
                      <a:pt x="1947" y="171"/>
                      <a:pt x="1947" y="287"/>
                      <a:pt x="1939" y="394"/>
                    </a:cubicBezTo>
                    <a:cubicBezTo>
                      <a:pt x="1939" y="494"/>
                      <a:pt x="1923" y="602"/>
                      <a:pt x="1881" y="701"/>
                    </a:cubicBezTo>
                    <a:cubicBezTo>
                      <a:pt x="1815" y="858"/>
                      <a:pt x="1691" y="974"/>
                      <a:pt x="1558" y="1074"/>
                    </a:cubicBezTo>
                    <a:cubicBezTo>
                      <a:pt x="1409" y="1198"/>
                      <a:pt x="1243" y="1306"/>
                      <a:pt x="1086" y="1422"/>
                    </a:cubicBezTo>
                    <a:cubicBezTo>
                      <a:pt x="738" y="1679"/>
                      <a:pt x="390" y="1927"/>
                      <a:pt x="42" y="2184"/>
                    </a:cubicBezTo>
                    <a:cubicBezTo>
                      <a:pt x="17" y="2201"/>
                      <a:pt x="0" y="2234"/>
                      <a:pt x="17" y="2267"/>
                    </a:cubicBezTo>
                    <a:cubicBezTo>
                      <a:pt x="83" y="2350"/>
                      <a:pt x="183" y="2391"/>
                      <a:pt x="282" y="2391"/>
                    </a:cubicBezTo>
                    <a:cubicBezTo>
                      <a:pt x="398" y="2391"/>
                      <a:pt x="506" y="2341"/>
                      <a:pt x="597" y="2267"/>
                    </a:cubicBezTo>
                    <a:cubicBezTo>
                      <a:pt x="688" y="2201"/>
                      <a:pt x="763" y="2126"/>
                      <a:pt x="854" y="2060"/>
                    </a:cubicBezTo>
                    <a:cubicBezTo>
                      <a:pt x="937" y="1994"/>
                      <a:pt x="1028" y="1936"/>
                      <a:pt x="1119" y="1878"/>
                    </a:cubicBezTo>
                    <a:cubicBezTo>
                      <a:pt x="1218" y="1828"/>
                      <a:pt x="1318" y="1786"/>
                      <a:pt x="1417" y="1745"/>
                    </a:cubicBezTo>
                    <a:cubicBezTo>
                      <a:pt x="1517" y="1704"/>
                      <a:pt x="1624" y="1670"/>
                      <a:pt x="1732" y="1654"/>
                    </a:cubicBezTo>
                    <a:cubicBezTo>
                      <a:pt x="1745" y="1651"/>
                      <a:pt x="1758" y="1649"/>
                      <a:pt x="1772" y="1649"/>
                    </a:cubicBezTo>
                    <a:cubicBezTo>
                      <a:pt x="1802" y="1649"/>
                      <a:pt x="1831" y="1658"/>
                      <a:pt x="1848" y="1687"/>
                    </a:cubicBezTo>
                    <a:cubicBezTo>
                      <a:pt x="1873" y="1712"/>
                      <a:pt x="1881" y="1762"/>
                      <a:pt x="1889" y="1803"/>
                    </a:cubicBezTo>
                    <a:cubicBezTo>
                      <a:pt x="1898" y="1919"/>
                      <a:pt x="1898" y="2043"/>
                      <a:pt x="1881" y="2159"/>
                    </a:cubicBezTo>
                    <a:cubicBezTo>
                      <a:pt x="1856" y="2383"/>
                      <a:pt x="1757" y="2615"/>
                      <a:pt x="1856" y="2839"/>
                    </a:cubicBezTo>
                    <a:cubicBezTo>
                      <a:pt x="1865" y="2855"/>
                      <a:pt x="1881" y="2863"/>
                      <a:pt x="1906" y="2863"/>
                    </a:cubicBezTo>
                    <a:cubicBezTo>
                      <a:pt x="2072" y="2863"/>
                      <a:pt x="2121" y="2665"/>
                      <a:pt x="2121" y="2532"/>
                    </a:cubicBezTo>
                    <a:cubicBezTo>
                      <a:pt x="2130" y="1704"/>
                      <a:pt x="2121" y="883"/>
                      <a:pt x="2121" y="63"/>
                    </a:cubicBezTo>
                    <a:cubicBezTo>
                      <a:pt x="2121" y="22"/>
                      <a:pt x="2092" y="1"/>
                      <a:pt x="2063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9" name="Google Shape;2709;p5"/>
              <p:cNvSpPr/>
              <p:nvPr/>
            </p:nvSpPr>
            <p:spPr>
              <a:xfrm>
                <a:off x="2009975" y="1427175"/>
                <a:ext cx="13850" cy="15725"/>
              </a:xfrm>
              <a:custGeom>
                <a:rect b="b" l="l" r="r" t="t"/>
                <a:pathLst>
                  <a:path extrusionOk="0" h="629" w="554">
                    <a:moveTo>
                      <a:pt x="507" y="0"/>
                    </a:moveTo>
                    <a:cubicBezTo>
                      <a:pt x="504" y="0"/>
                      <a:pt x="501" y="1"/>
                      <a:pt x="497" y="2"/>
                    </a:cubicBezTo>
                    <a:cubicBezTo>
                      <a:pt x="464" y="10"/>
                      <a:pt x="439" y="35"/>
                      <a:pt x="423" y="51"/>
                    </a:cubicBezTo>
                    <a:cubicBezTo>
                      <a:pt x="398" y="68"/>
                      <a:pt x="373" y="85"/>
                      <a:pt x="356" y="109"/>
                    </a:cubicBezTo>
                    <a:cubicBezTo>
                      <a:pt x="315" y="143"/>
                      <a:pt x="282" y="184"/>
                      <a:pt x="240" y="225"/>
                    </a:cubicBezTo>
                    <a:cubicBezTo>
                      <a:pt x="182" y="308"/>
                      <a:pt x="124" y="391"/>
                      <a:pt x="75" y="482"/>
                    </a:cubicBezTo>
                    <a:cubicBezTo>
                      <a:pt x="50" y="515"/>
                      <a:pt x="0" y="598"/>
                      <a:pt x="66" y="623"/>
                    </a:cubicBezTo>
                    <a:cubicBezTo>
                      <a:pt x="74" y="627"/>
                      <a:pt x="82" y="628"/>
                      <a:pt x="89" y="628"/>
                    </a:cubicBezTo>
                    <a:cubicBezTo>
                      <a:pt x="133" y="628"/>
                      <a:pt x="161" y="568"/>
                      <a:pt x="182" y="532"/>
                    </a:cubicBezTo>
                    <a:cubicBezTo>
                      <a:pt x="224" y="441"/>
                      <a:pt x="282" y="358"/>
                      <a:pt x="340" y="283"/>
                    </a:cubicBezTo>
                    <a:cubicBezTo>
                      <a:pt x="373" y="250"/>
                      <a:pt x="406" y="209"/>
                      <a:pt x="439" y="176"/>
                    </a:cubicBezTo>
                    <a:lnTo>
                      <a:pt x="489" y="118"/>
                    </a:lnTo>
                    <a:cubicBezTo>
                      <a:pt x="506" y="101"/>
                      <a:pt x="530" y="85"/>
                      <a:pt x="539" y="60"/>
                    </a:cubicBezTo>
                    <a:cubicBezTo>
                      <a:pt x="553" y="30"/>
                      <a:pt x="535" y="0"/>
                      <a:pt x="5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0" name="Google Shape;2710;p5"/>
              <p:cNvSpPr/>
              <p:nvPr/>
            </p:nvSpPr>
            <p:spPr>
              <a:xfrm>
                <a:off x="2008825" y="1430100"/>
                <a:ext cx="6750" cy="7925"/>
              </a:xfrm>
              <a:custGeom>
                <a:rect b="b" l="l" r="r" t="t"/>
                <a:pathLst>
                  <a:path extrusionOk="0" h="317" w="270">
                    <a:moveTo>
                      <a:pt x="233" y="0"/>
                    </a:moveTo>
                    <a:cubicBezTo>
                      <a:pt x="225" y="0"/>
                      <a:pt x="217" y="7"/>
                      <a:pt x="212" y="17"/>
                    </a:cubicBezTo>
                    <a:cubicBezTo>
                      <a:pt x="146" y="100"/>
                      <a:pt x="79" y="191"/>
                      <a:pt x="13" y="274"/>
                    </a:cubicBezTo>
                    <a:cubicBezTo>
                      <a:pt x="1" y="293"/>
                      <a:pt x="21" y="316"/>
                      <a:pt x="39" y="316"/>
                    </a:cubicBezTo>
                    <a:cubicBezTo>
                      <a:pt x="45" y="316"/>
                      <a:pt x="50" y="314"/>
                      <a:pt x="54" y="307"/>
                    </a:cubicBezTo>
                    <a:cubicBezTo>
                      <a:pt x="121" y="224"/>
                      <a:pt x="195" y="133"/>
                      <a:pt x="262" y="42"/>
                    </a:cubicBezTo>
                    <a:cubicBezTo>
                      <a:pt x="270" y="34"/>
                      <a:pt x="262" y="9"/>
                      <a:pt x="245" y="9"/>
                    </a:cubicBezTo>
                    <a:cubicBezTo>
                      <a:pt x="242" y="3"/>
                      <a:pt x="237" y="0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1" name="Google Shape;2711;p5"/>
              <p:cNvSpPr/>
              <p:nvPr/>
            </p:nvSpPr>
            <p:spPr>
              <a:xfrm>
                <a:off x="2020575" y="1430425"/>
                <a:ext cx="5975" cy="7000"/>
              </a:xfrm>
              <a:custGeom>
                <a:rect b="b" l="l" r="r" t="t"/>
                <a:pathLst>
                  <a:path extrusionOk="0" h="280" w="239">
                    <a:moveTo>
                      <a:pt x="203" y="0"/>
                    </a:moveTo>
                    <a:cubicBezTo>
                      <a:pt x="193" y="0"/>
                      <a:pt x="185" y="4"/>
                      <a:pt x="181" y="13"/>
                    </a:cubicBezTo>
                    <a:cubicBezTo>
                      <a:pt x="123" y="87"/>
                      <a:pt x="57" y="162"/>
                      <a:pt x="7" y="253"/>
                    </a:cubicBezTo>
                    <a:cubicBezTo>
                      <a:pt x="0" y="266"/>
                      <a:pt x="16" y="280"/>
                      <a:pt x="30" y="280"/>
                    </a:cubicBezTo>
                    <a:cubicBezTo>
                      <a:pt x="34" y="280"/>
                      <a:pt x="37" y="279"/>
                      <a:pt x="40" y="278"/>
                    </a:cubicBezTo>
                    <a:cubicBezTo>
                      <a:pt x="106" y="211"/>
                      <a:pt x="164" y="129"/>
                      <a:pt x="231" y="54"/>
                    </a:cubicBezTo>
                    <a:cubicBezTo>
                      <a:pt x="239" y="37"/>
                      <a:pt x="239" y="21"/>
                      <a:pt x="231" y="13"/>
                    </a:cubicBezTo>
                    <a:cubicBezTo>
                      <a:pt x="222" y="4"/>
                      <a:pt x="212" y="0"/>
                      <a:pt x="2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2" name="Google Shape;2712;p5"/>
              <p:cNvSpPr/>
              <p:nvPr/>
            </p:nvSpPr>
            <p:spPr>
              <a:xfrm>
                <a:off x="2083925" y="1473325"/>
                <a:ext cx="62575" cy="74025"/>
              </a:xfrm>
              <a:custGeom>
                <a:rect b="b" l="l" r="r" t="t"/>
                <a:pathLst>
                  <a:path extrusionOk="0" h="2961" w="2503">
                    <a:moveTo>
                      <a:pt x="895" y="1"/>
                    </a:moveTo>
                    <a:cubicBezTo>
                      <a:pt x="870" y="1"/>
                      <a:pt x="845" y="25"/>
                      <a:pt x="862" y="53"/>
                    </a:cubicBezTo>
                    <a:cubicBezTo>
                      <a:pt x="887" y="111"/>
                      <a:pt x="920" y="161"/>
                      <a:pt x="945" y="219"/>
                    </a:cubicBezTo>
                    <a:cubicBezTo>
                      <a:pt x="994" y="318"/>
                      <a:pt x="1044" y="434"/>
                      <a:pt x="1044" y="559"/>
                    </a:cubicBezTo>
                    <a:cubicBezTo>
                      <a:pt x="1044" y="683"/>
                      <a:pt x="994" y="799"/>
                      <a:pt x="945" y="915"/>
                    </a:cubicBezTo>
                    <a:cubicBezTo>
                      <a:pt x="845" y="1114"/>
                      <a:pt x="729" y="1296"/>
                      <a:pt x="613" y="1487"/>
                    </a:cubicBezTo>
                    <a:cubicBezTo>
                      <a:pt x="381" y="1851"/>
                      <a:pt x="124" y="2224"/>
                      <a:pt x="41" y="2655"/>
                    </a:cubicBezTo>
                    <a:cubicBezTo>
                      <a:pt x="25" y="2746"/>
                      <a:pt x="0" y="2854"/>
                      <a:pt x="75" y="2928"/>
                    </a:cubicBezTo>
                    <a:cubicBezTo>
                      <a:pt x="99" y="2951"/>
                      <a:pt x="125" y="2960"/>
                      <a:pt x="150" y="2960"/>
                    </a:cubicBezTo>
                    <a:cubicBezTo>
                      <a:pt x="225" y="2960"/>
                      <a:pt x="296" y="2876"/>
                      <a:pt x="340" y="2821"/>
                    </a:cubicBezTo>
                    <a:cubicBezTo>
                      <a:pt x="481" y="2647"/>
                      <a:pt x="597" y="2448"/>
                      <a:pt x="704" y="2241"/>
                    </a:cubicBezTo>
                    <a:cubicBezTo>
                      <a:pt x="812" y="2050"/>
                      <a:pt x="920" y="1843"/>
                      <a:pt x="1069" y="1677"/>
                    </a:cubicBezTo>
                    <a:cubicBezTo>
                      <a:pt x="1143" y="1594"/>
                      <a:pt x="1226" y="1520"/>
                      <a:pt x="1334" y="1487"/>
                    </a:cubicBezTo>
                    <a:cubicBezTo>
                      <a:pt x="1361" y="1478"/>
                      <a:pt x="1387" y="1474"/>
                      <a:pt x="1414" y="1474"/>
                    </a:cubicBezTo>
                    <a:cubicBezTo>
                      <a:pt x="1485" y="1474"/>
                      <a:pt x="1555" y="1504"/>
                      <a:pt x="1616" y="1553"/>
                    </a:cubicBezTo>
                    <a:cubicBezTo>
                      <a:pt x="1699" y="1627"/>
                      <a:pt x="1773" y="1719"/>
                      <a:pt x="1848" y="1810"/>
                    </a:cubicBezTo>
                    <a:cubicBezTo>
                      <a:pt x="1922" y="1901"/>
                      <a:pt x="1997" y="1992"/>
                      <a:pt x="2055" y="2091"/>
                    </a:cubicBezTo>
                    <a:cubicBezTo>
                      <a:pt x="2187" y="2290"/>
                      <a:pt x="2303" y="2497"/>
                      <a:pt x="2386" y="2721"/>
                    </a:cubicBezTo>
                    <a:cubicBezTo>
                      <a:pt x="2398" y="2748"/>
                      <a:pt x="2424" y="2763"/>
                      <a:pt x="2449" y="2763"/>
                    </a:cubicBezTo>
                    <a:cubicBezTo>
                      <a:pt x="2476" y="2763"/>
                      <a:pt x="2502" y="2744"/>
                      <a:pt x="2502" y="2705"/>
                    </a:cubicBezTo>
                    <a:cubicBezTo>
                      <a:pt x="2502" y="2514"/>
                      <a:pt x="2453" y="2323"/>
                      <a:pt x="2378" y="2149"/>
                    </a:cubicBezTo>
                    <a:cubicBezTo>
                      <a:pt x="2237" y="1835"/>
                      <a:pt x="2013" y="1561"/>
                      <a:pt x="1815" y="1279"/>
                    </a:cubicBezTo>
                    <a:cubicBezTo>
                      <a:pt x="1583" y="956"/>
                      <a:pt x="1400" y="600"/>
                      <a:pt x="1210" y="252"/>
                    </a:cubicBezTo>
                    <a:cubicBezTo>
                      <a:pt x="1197" y="231"/>
                      <a:pt x="1181" y="223"/>
                      <a:pt x="1164" y="223"/>
                    </a:cubicBezTo>
                    <a:cubicBezTo>
                      <a:pt x="1148" y="223"/>
                      <a:pt x="1131" y="231"/>
                      <a:pt x="1119" y="244"/>
                    </a:cubicBezTo>
                    <a:cubicBezTo>
                      <a:pt x="1102" y="227"/>
                      <a:pt x="1094" y="211"/>
                      <a:pt x="1077" y="186"/>
                    </a:cubicBezTo>
                    <a:cubicBezTo>
                      <a:pt x="1077" y="186"/>
                      <a:pt x="1077" y="177"/>
                      <a:pt x="1077" y="177"/>
                    </a:cubicBezTo>
                    <a:cubicBezTo>
                      <a:pt x="1069" y="144"/>
                      <a:pt x="1036" y="111"/>
                      <a:pt x="1011" y="86"/>
                    </a:cubicBezTo>
                    <a:cubicBezTo>
                      <a:pt x="994" y="61"/>
                      <a:pt x="969" y="37"/>
                      <a:pt x="936" y="37"/>
                    </a:cubicBezTo>
                    <a:cubicBezTo>
                      <a:pt x="936" y="28"/>
                      <a:pt x="928" y="28"/>
                      <a:pt x="928" y="20"/>
                    </a:cubicBezTo>
                    <a:cubicBezTo>
                      <a:pt x="920" y="7"/>
                      <a:pt x="907" y="1"/>
                      <a:pt x="89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3" name="Google Shape;2713;p5"/>
              <p:cNvSpPr/>
              <p:nvPr/>
            </p:nvSpPr>
            <p:spPr>
              <a:xfrm>
                <a:off x="2085975" y="1504625"/>
                <a:ext cx="11225" cy="17075"/>
              </a:xfrm>
              <a:custGeom>
                <a:rect b="b" l="l" r="r" t="t"/>
                <a:pathLst>
                  <a:path extrusionOk="0" h="683" w="449">
                    <a:moveTo>
                      <a:pt x="404" y="0"/>
                    </a:moveTo>
                    <a:cubicBezTo>
                      <a:pt x="393" y="0"/>
                      <a:pt x="382" y="6"/>
                      <a:pt x="374" y="19"/>
                    </a:cubicBezTo>
                    <a:cubicBezTo>
                      <a:pt x="316" y="119"/>
                      <a:pt x="258" y="218"/>
                      <a:pt x="191" y="309"/>
                    </a:cubicBezTo>
                    <a:cubicBezTo>
                      <a:pt x="142" y="392"/>
                      <a:pt x="92" y="483"/>
                      <a:pt x="34" y="566"/>
                    </a:cubicBezTo>
                    <a:cubicBezTo>
                      <a:pt x="17" y="583"/>
                      <a:pt x="1" y="607"/>
                      <a:pt x="9" y="641"/>
                    </a:cubicBezTo>
                    <a:cubicBezTo>
                      <a:pt x="9" y="665"/>
                      <a:pt x="26" y="682"/>
                      <a:pt x="51" y="682"/>
                    </a:cubicBezTo>
                    <a:cubicBezTo>
                      <a:pt x="54" y="682"/>
                      <a:pt x="57" y="683"/>
                      <a:pt x="60" y="683"/>
                    </a:cubicBezTo>
                    <a:cubicBezTo>
                      <a:pt x="111" y="683"/>
                      <a:pt x="135" y="622"/>
                      <a:pt x="158" y="583"/>
                    </a:cubicBezTo>
                    <a:cubicBezTo>
                      <a:pt x="258" y="417"/>
                      <a:pt x="349" y="235"/>
                      <a:pt x="432" y="52"/>
                    </a:cubicBezTo>
                    <a:cubicBezTo>
                      <a:pt x="448" y="24"/>
                      <a:pt x="427" y="0"/>
                      <a:pt x="4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4" name="Google Shape;2714;p5"/>
              <p:cNvSpPr/>
              <p:nvPr/>
            </p:nvSpPr>
            <p:spPr>
              <a:xfrm>
                <a:off x="2083500" y="1514200"/>
                <a:ext cx="2300" cy="7250"/>
              </a:xfrm>
              <a:custGeom>
                <a:rect b="b" l="l" r="r" t="t"/>
                <a:pathLst>
                  <a:path extrusionOk="0" h="290" w="92">
                    <a:moveTo>
                      <a:pt x="67" y="1"/>
                    </a:moveTo>
                    <a:cubicBezTo>
                      <a:pt x="58" y="1"/>
                      <a:pt x="50" y="9"/>
                      <a:pt x="50" y="17"/>
                    </a:cubicBezTo>
                    <a:cubicBezTo>
                      <a:pt x="42" y="59"/>
                      <a:pt x="34" y="108"/>
                      <a:pt x="25" y="150"/>
                    </a:cubicBezTo>
                    <a:cubicBezTo>
                      <a:pt x="17" y="191"/>
                      <a:pt x="9" y="233"/>
                      <a:pt x="0" y="274"/>
                    </a:cubicBezTo>
                    <a:cubicBezTo>
                      <a:pt x="0" y="280"/>
                      <a:pt x="8" y="289"/>
                      <a:pt x="16" y="289"/>
                    </a:cubicBezTo>
                    <a:cubicBezTo>
                      <a:pt x="19" y="289"/>
                      <a:pt x="23" y="288"/>
                      <a:pt x="25" y="282"/>
                    </a:cubicBezTo>
                    <a:cubicBezTo>
                      <a:pt x="58" y="200"/>
                      <a:pt x="75" y="108"/>
                      <a:pt x="92" y="17"/>
                    </a:cubicBezTo>
                    <a:cubicBezTo>
                      <a:pt x="92" y="9"/>
                      <a:pt x="75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5" name="Google Shape;2715;p5"/>
              <p:cNvSpPr/>
              <p:nvPr/>
            </p:nvSpPr>
            <p:spPr>
              <a:xfrm>
                <a:off x="2103175" y="1524300"/>
                <a:ext cx="4875" cy="7200"/>
              </a:xfrm>
              <a:custGeom>
                <a:rect b="b" l="l" r="r" t="t"/>
                <a:pathLst>
                  <a:path extrusionOk="0" h="288" w="195">
                    <a:moveTo>
                      <a:pt x="160" y="1"/>
                    </a:moveTo>
                    <a:cubicBezTo>
                      <a:pt x="153" y="1"/>
                      <a:pt x="146" y="4"/>
                      <a:pt x="141" y="11"/>
                    </a:cubicBezTo>
                    <a:lnTo>
                      <a:pt x="67" y="135"/>
                    </a:lnTo>
                    <a:cubicBezTo>
                      <a:pt x="50" y="177"/>
                      <a:pt x="25" y="218"/>
                      <a:pt x="9" y="260"/>
                    </a:cubicBezTo>
                    <a:lnTo>
                      <a:pt x="1" y="260"/>
                    </a:lnTo>
                    <a:cubicBezTo>
                      <a:pt x="1" y="268"/>
                      <a:pt x="9" y="284"/>
                      <a:pt x="17" y="284"/>
                    </a:cubicBezTo>
                    <a:cubicBezTo>
                      <a:pt x="20" y="287"/>
                      <a:pt x="22" y="288"/>
                      <a:pt x="24" y="288"/>
                    </a:cubicBezTo>
                    <a:cubicBezTo>
                      <a:pt x="30" y="288"/>
                      <a:pt x="36" y="282"/>
                      <a:pt x="42" y="276"/>
                    </a:cubicBezTo>
                    <a:cubicBezTo>
                      <a:pt x="67" y="243"/>
                      <a:pt x="92" y="202"/>
                      <a:pt x="117" y="160"/>
                    </a:cubicBezTo>
                    <a:cubicBezTo>
                      <a:pt x="133" y="119"/>
                      <a:pt x="158" y="77"/>
                      <a:pt x="183" y="36"/>
                    </a:cubicBezTo>
                    <a:cubicBezTo>
                      <a:pt x="195" y="18"/>
                      <a:pt x="177" y="1"/>
                      <a:pt x="1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6" name="Google Shape;2716;p5"/>
              <p:cNvSpPr/>
              <p:nvPr/>
            </p:nvSpPr>
            <p:spPr>
              <a:xfrm>
                <a:off x="2037100" y="1257150"/>
                <a:ext cx="60500" cy="62675"/>
              </a:xfrm>
              <a:custGeom>
                <a:rect b="b" l="l" r="r" t="t"/>
                <a:pathLst>
                  <a:path extrusionOk="0" h="2507" w="2420">
                    <a:moveTo>
                      <a:pt x="2420" y="0"/>
                    </a:moveTo>
                    <a:lnTo>
                      <a:pt x="2420" y="0"/>
                    </a:lnTo>
                    <a:cubicBezTo>
                      <a:pt x="2403" y="17"/>
                      <a:pt x="2387" y="42"/>
                      <a:pt x="2370" y="58"/>
                    </a:cubicBezTo>
                    <a:cubicBezTo>
                      <a:pt x="2362" y="58"/>
                      <a:pt x="2354" y="67"/>
                      <a:pt x="2345" y="83"/>
                    </a:cubicBezTo>
                    <a:cubicBezTo>
                      <a:pt x="2345" y="83"/>
                      <a:pt x="2345" y="92"/>
                      <a:pt x="2345" y="100"/>
                    </a:cubicBezTo>
                    <a:cubicBezTo>
                      <a:pt x="2329" y="125"/>
                      <a:pt x="2312" y="150"/>
                      <a:pt x="2296" y="183"/>
                    </a:cubicBezTo>
                    <a:cubicBezTo>
                      <a:pt x="2238" y="290"/>
                      <a:pt x="2196" y="423"/>
                      <a:pt x="2221" y="547"/>
                    </a:cubicBezTo>
                    <a:cubicBezTo>
                      <a:pt x="2188" y="663"/>
                      <a:pt x="2155" y="771"/>
                      <a:pt x="2130" y="879"/>
                    </a:cubicBezTo>
                    <a:cubicBezTo>
                      <a:pt x="2088" y="995"/>
                      <a:pt x="2055" y="1111"/>
                      <a:pt x="2022" y="1227"/>
                    </a:cubicBezTo>
                    <a:cubicBezTo>
                      <a:pt x="1981" y="1326"/>
                      <a:pt x="1939" y="1434"/>
                      <a:pt x="1873" y="1525"/>
                    </a:cubicBezTo>
                    <a:cubicBezTo>
                      <a:pt x="1765" y="1691"/>
                      <a:pt x="1583" y="1790"/>
                      <a:pt x="1409" y="1865"/>
                    </a:cubicBezTo>
                    <a:cubicBezTo>
                      <a:pt x="1202" y="1956"/>
                      <a:pt x="978" y="2022"/>
                      <a:pt x="763" y="2097"/>
                    </a:cubicBezTo>
                    <a:cubicBezTo>
                      <a:pt x="531" y="2171"/>
                      <a:pt x="299" y="2237"/>
                      <a:pt x="67" y="2295"/>
                    </a:cubicBezTo>
                    <a:cubicBezTo>
                      <a:pt x="0" y="2312"/>
                      <a:pt x="17" y="2395"/>
                      <a:pt x="67" y="2411"/>
                    </a:cubicBezTo>
                    <a:cubicBezTo>
                      <a:pt x="235" y="2475"/>
                      <a:pt x="417" y="2507"/>
                      <a:pt x="598" y="2507"/>
                    </a:cubicBezTo>
                    <a:cubicBezTo>
                      <a:pt x="746" y="2507"/>
                      <a:pt x="895" y="2486"/>
                      <a:pt x="1036" y="2445"/>
                    </a:cubicBezTo>
                    <a:cubicBezTo>
                      <a:pt x="1102" y="2420"/>
                      <a:pt x="1177" y="2395"/>
                      <a:pt x="1243" y="2362"/>
                    </a:cubicBezTo>
                    <a:cubicBezTo>
                      <a:pt x="1310" y="2337"/>
                      <a:pt x="1376" y="2295"/>
                      <a:pt x="1442" y="2254"/>
                    </a:cubicBezTo>
                    <a:cubicBezTo>
                      <a:pt x="1467" y="2237"/>
                      <a:pt x="1508" y="2229"/>
                      <a:pt x="1542" y="2221"/>
                    </a:cubicBezTo>
                    <a:cubicBezTo>
                      <a:pt x="1566" y="2221"/>
                      <a:pt x="1583" y="2229"/>
                      <a:pt x="1608" y="2229"/>
                    </a:cubicBezTo>
                    <a:cubicBezTo>
                      <a:pt x="1616" y="2221"/>
                      <a:pt x="1624" y="2221"/>
                      <a:pt x="1633" y="2213"/>
                    </a:cubicBezTo>
                    <a:cubicBezTo>
                      <a:pt x="1682" y="2179"/>
                      <a:pt x="1724" y="2155"/>
                      <a:pt x="1757" y="2105"/>
                    </a:cubicBezTo>
                    <a:cubicBezTo>
                      <a:pt x="1782" y="2072"/>
                      <a:pt x="1815" y="2014"/>
                      <a:pt x="1782" y="1981"/>
                    </a:cubicBezTo>
                    <a:cubicBezTo>
                      <a:pt x="1757" y="1939"/>
                      <a:pt x="1774" y="1889"/>
                      <a:pt x="1823" y="1889"/>
                    </a:cubicBezTo>
                    <a:cubicBezTo>
                      <a:pt x="1981" y="1881"/>
                      <a:pt x="2055" y="1699"/>
                      <a:pt x="2097" y="1575"/>
                    </a:cubicBezTo>
                    <a:cubicBezTo>
                      <a:pt x="2113" y="1484"/>
                      <a:pt x="2138" y="1392"/>
                      <a:pt x="2163" y="1310"/>
                    </a:cubicBezTo>
                    <a:cubicBezTo>
                      <a:pt x="2196" y="1227"/>
                      <a:pt x="2238" y="1144"/>
                      <a:pt x="2279" y="1069"/>
                    </a:cubicBezTo>
                    <a:cubicBezTo>
                      <a:pt x="2320" y="1003"/>
                      <a:pt x="2378" y="937"/>
                      <a:pt x="2395" y="854"/>
                    </a:cubicBezTo>
                    <a:cubicBezTo>
                      <a:pt x="2403" y="821"/>
                      <a:pt x="2395" y="788"/>
                      <a:pt x="2378" y="754"/>
                    </a:cubicBezTo>
                    <a:cubicBezTo>
                      <a:pt x="2362" y="705"/>
                      <a:pt x="2354" y="663"/>
                      <a:pt x="2362" y="614"/>
                    </a:cubicBezTo>
                    <a:cubicBezTo>
                      <a:pt x="2370" y="415"/>
                      <a:pt x="2395" y="216"/>
                      <a:pt x="2412" y="25"/>
                    </a:cubicBezTo>
                    <a:cubicBezTo>
                      <a:pt x="2412" y="17"/>
                      <a:pt x="2412" y="9"/>
                      <a:pt x="242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7" name="Google Shape;2717;p5"/>
              <p:cNvSpPr/>
              <p:nvPr/>
            </p:nvSpPr>
            <p:spPr>
              <a:xfrm>
                <a:off x="1822500" y="1307350"/>
                <a:ext cx="90225" cy="48900"/>
              </a:xfrm>
              <a:custGeom>
                <a:rect b="b" l="l" r="r" t="t"/>
                <a:pathLst>
                  <a:path extrusionOk="0" h="1956" w="3609">
                    <a:moveTo>
                      <a:pt x="738" y="321"/>
                    </a:moveTo>
                    <a:cubicBezTo>
                      <a:pt x="771" y="387"/>
                      <a:pt x="796" y="445"/>
                      <a:pt x="838" y="511"/>
                    </a:cubicBezTo>
                    <a:cubicBezTo>
                      <a:pt x="804" y="478"/>
                      <a:pt x="780" y="445"/>
                      <a:pt x="763" y="403"/>
                    </a:cubicBezTo>
                    <a:cubicBezTo>
                      <a:pt x="755" y="379"/>
                      <a:pt x="746" y="354"/>
                      <a:pt x="738" y="329"/>
                    </a:cubicBezTo>
                    <a:cubicBezTo>
                      <a:pt x="738" y="321"/>
                      <a:pt x="738" y="321"/>
                      <a:pt x="738" y="321"/>
                    </a:cubicBezTo>
                    <a:close/>
                    <a:moveTo>
                      <a:pt x="1065" y="978"/>
                    </a:moveTo>
                    <a:lnTo>
                      <a:pt x="1065" y="978"/>
                    </a:lnTo>
                    <a:cubicBezTo>
                      <a:pt x="1106" y="1002"/>
                      <a:pt x="1154" y="1026"/>
                      <a:pt x="1194" y="1058"/>
                    </a:cubicBezTo>
                    <a:lnTo>
                      <a:pt x="1078" y="1017"/>
                    </a:lnTo>
                    <a:cubicBezTo>
                      <a:pt x="1078" y="1002"/>
                      <a:pt x="1078" y="986"/>
                      <a:pt x="1065" y="978"/>
                    </a:cubicBezTo>
                    <a:close/>
                    <a:moveTo>
                      <a:pt x="709" y="1"/>
                    </a:moveTo>
                    <a:cubicBezTo>
                      <a:pt x="688" y="1"/>
                      <a:pt x="667" y="11"/>
                      <a:pt x="655" y="31"/>
                    </a:cubicBezTo>
                    <a:cubicBezTo>
                      <a:pt x="644" y="19"/>
                      <a:pt x="630" y="14"/>
                      <a:pt x="615" y="14"/>
                    </a:cubicBezTo>
                    <a:cubicBezTo>
                      <a:pt x="588" y="14"/>
                      <a:pt x="561" y="34"/>
                      <a:pt x="556" y="72"/>
                    </a:cubicBezTo>
                    <a:lnTo>
                      <a:pt x="556" y="97"/>
                    </a:lnTo>
                    <a:cubicBezTo>
                      <a:pt x="531" y="97"/>
                      <a:pt x="506" y="105"/>
                      <a:pt x="490" y="122"/>
                    </a:cubicBezTo>
                    <a:cubicBezTo>
                      <a:pt x="484" y="121"/>
                      <a:pt x="479" y="120"/>
                      <a:pt x="474" y="120"/>
                    </a:cubicBezTo>
                    <a:cubicBezTo>
                      <a:pt x="440" y="120"/>
                      <a:pt x="415" y="144"/>
                      <a:pt x="415" y="180"/>
                    </a:cubicBezTo>
                    <a:cubicBezTo>
                      <a:pt x="415" y="188"/>
                      <a:pt x="415" y="188"/>
                      <a:pt x="415" y="196"/>
                    </a:cubicBezTo>
                    <a:cubicBezTo>
                      <a:pt x="415" y="205"/>
                      <a:pt x="407" y="213"/>
                      <a:pt x="407" y="221"/>
                    </a:cubicBezTo>
                    <a:cubicBezTo>
                      <a:pt x="357" y="321"/>
                      <a:pt x="390" y="437"/>
                      <a:pt x="432" y="544"/>
                    </a:cubicBezTo>
                    <a:cubicBezTo>
                      <a:pt x="442" y="570"/>
                      <a:pt x="465" y="583"/>
                      <a:pt x="489" y="583"/>
                    </a:cubicBezTo>
                    <a:cubicBezTo>
                      <a:pt x="504" y="583"/>
                      <a:pt x="519" y="579"/>
                      <a:pt x="531" y="569"/>
                    </a:cubicBezTo>
                    <a:cubicBezTo>
                      <a:pt x="539" y="602"/>
                      <a:pt x="548" y="644"/>
                      <a:pt x="564" y="677"/>
                    </a:cubicBezTo>
                    <a:cubicBezTo>
                      <a:pt x="564" y="693"/>
                      <a:pt x="581" y="710"/>
                      <a:pt x="597" y="710"/>
                    </a:cubicBezTo>
                    <a:cubicBezTo>
                      <a:pt x="606" y="718"/>
                      <a:pt x="606" y="727"/>
                      <a:pt x="606" y="735"/>
                    </a:cubicBezTo>
                    <a:cubicBezTo>
                      <a:pt x="606" y="735"/>
                      <a:pt x="606" y="743"/>
                      <a:pt x="614" y="743"/>
                    </a:cubicBezTo>
                    <a:cubicBezTo>
                      <a:pt x="619" y="765"/>
                      <a:pt x="632" y="773"/>
                      <a:pt x="648" y="773"/>
                    </a:cubicBezTo>
                    <a:cubicBezTo>
                      <a:pt x="655" y="773"/>
                      <a:pt x="664" y="771"/>
                      <a:pt x="672" y="768"/>
                    </a:cubicBezTo>
                    <a:cubicBezTo>
                      <a:pt x="688" y="801"/>
                      <a:pt x="697" y="826"/>
                      <a:pt x="713" y="851"/>
                    </a:cubicBezTo>
                    <a:cubicBezTo>
                      <a:pt x="664" y="843"/>
                      <a:pt x="614" y="834"/>
                      <a:pt x="572" y="826"/>
                    </a:cubicBezTo>
                    <a:cubicBezTo>
                      <a:pt x="572" y="826"/>
                      <a:pt x="572" y="818"/>
                      <a:pt x="572" y="818"/>
                    </a:cubicBezTo>
                    <a:cubicBezTo>
                      <a:pt x="572" y="751"/>
                      <a:pt x="564" y="677"/>
                      <a:pt x="514" y="644"/>
                    </a:cubicBezTo>
                    <a:cubicBezTo>
                      <a:pt x="493" y="628"/>
                      <a:pt x="476" y="622"/>
                      <a:pt x="459" y="622"/>
                    </a:cubicBezTo>
                    <a:cubicBezTo>
                      <a:pt x="450" y="622"/>
                      <a:pt x="441" y="624"/>
                      <a:pt x="432" y="627"/>
                    </a:cubicBezTo>
                    <a:cubicBezTo>
                      <a:pt x="423" y="627"/>
                      <a:pt x="423" y="619"/>
                      <a:pt x="423" y="619"/>
                    </a:cubicBezTo>
                    <a:cubicBezTo>
                      <a:pt x="415" y="602"/>
                      <a:pt x="398" y="594"/>
                      <a:pt x="382" y="586"/>
                    </a:cubicBezTo>
                    <a:cubicBezTo>
                      <a:pt x="374" y="519"/>
                      <a:pt x="357" y="445"/>
                      <a:pt x="349" y="379"/>
                    </a:cubicBezTo>
                    <a:cubicBezTo>
                      <a:pt x="340" y="337"/>
                      <a:pt x="340" y="296"/>
                      <a:pt x="340" y="254"/>
                    </a:cubicBezTo>
                    <a:cubicBezTo>
                      <a:pt x="340" y="238"/>
                      <a:pt x="324" y="221"/>
                      <a:pt x="316" y="221"/>
                    </a:cubicBezTo>
                    <a:cubicBezTo>
                      <a:pt x="299" y="171"/>
                      <a:pt x="291" y="122"/>
                      <a:pt x="282" y="72"/>
                    </a:cubicBezTo>
                    <a:cubicBezTo>
                      <a:pt x="276" y="47"/>
                      <a:pt x="258" y="36"/>
                      <a:pt x="238" y="36"/>
                    </a:cubicBezTo>
                    <a:cubicBezTo>
                      <a:pt x="206" y="36"/>
                      <a:pt x="170" y="64"/>
                      <a:pt x="175" y="105"/>
                    </a:cubicBezTo>
                    <a:cubicBezTo>
                      <a:pt x="183" y="163"/>
                      <a:pt x="191" y="221"/>
                      <a:pt x="200" y="279"/>
                    </a:cubicBezTo>
                    <a:cubicBezTo>
                      <a:pt x="191" y="420"/>
                      <a:pt x="191" y="553"/>
                      <a:pt x="200" y="685"/>
                    </a:cubicBezTo>
                    <a:cubicBezTo>
                      <a:pt x="200" y="685"/>
                      <a:pt x="200" y="685"/>
                      <a:pt x="200" y="693"/>
                    </a:cubicBezTo>
                    <a:cubicBezTo>
                      <a:pt x="166" y="743"/>
                      <a:pt x="142" y="809"/>
                      <a:pt x="117" y="867"/>
                    </a:cubicBezTo>
                    <a:cubicBezTo>
                      <a:pt x="100" y="892"/>
                      <a:pt x="92" y="917"/>
                      <a:pt x="84" y="942"/>
                    </a:cubicBezTo>
                    <a:cubicBezTo>
                      <a:pt x="42" y="1017"/>
                      <a:pt x="1" y="1091"/>
                      <a:pt x="17" y="1182"/>
                    </a:cubicBezTo>
                    <a:cubicBezTo>
                      <a:pt x="42" y="1298"/>
                      <a:pt x="158" y="1356"/>
                      <a:pt x="266" y="1356"/>
                    </a:cubicBezTo>
                    <a:cubicBezTo>
                      <a:pt x="266" y="1373"/>
                      <a:pt x="258" y="1389"/>
                      <a:pt x="258" y="1406"/>
                    </a:cubicBezTo>
                    <a:cubicBezTo>
                      <a:pt x="258" y="1439"/>
                      <a:pt x="287" y="1459"/>
                      <a:pt x="314" y="1459"/>
                    </a:cubicBezTo>
                    <a:cubicBezTo>
                      <a:pt x="335" y="1459"/>
                      <a:pt x="353" y="1448"/>
                      <a:pt x="357" y="1423"/>
                    </a:cubicBezTo>
                    <a:cubicBezTo>
                      <a:pt x="382" y="1307"/>
                      <a:pt x="473" y="1224"/>
                      <a:pt x="581" y="1191"/>
                    </a:cubicBezTo>
                    <a:cubicBezTo>
                      <a:pt x="639" y="1174"/>
                      <a:pt x="697" y="1174"/>
                      <a:pt x="755" y="1174"/>
                    </a:cubicBezTo>
                    <a:cubicBezTo>
                      <a:pt x="804" y="1191"/>
                      <a:pt x="862" y="1215"/>
                      <a:pt x="912" y="1232"/>
                    </a:cubicBezTo>
                    <a:cubicBezTo>
                      <a:pt x="919" y="1234"/>
                      <a:pt x="925" y="1235"/>
                      <a:pt x="930" y="1235"/>
                    </a:cubicBezTo>
                    <a:cubicBezTo>
                      <a:pt x="946" y="1235"/>
                      <a:pt x="958" y="1228"/>
                      <a:pt x="970" y="1215"/>
                    </a:cubicBezTo>
                    <a:cubicBezTo>
                      <a:pt x="1103" y="1257"/>
                      <a:pt x="1235" y="1307"/>
                      <a:pt x="1368" y="1356"/>
                    </a:cubicBezTo>
                    <a:lnTo>
                      <a:pt x="1476" y="1389"/>
                    </a:lnTo>
                    <a:cubicBezTo>
                      <a:pt x="1608" y="1447"/>
                      <a:pt x="1749" y="1514"/>
                      <a:pt x="1882" y="1572"/>
                    </a:cubicBezTo>
                    <a:cubicBezTo>
                      <a:pt x="2031" y="1638"/>
                      <a:pt x="2188" y="1688"/>
                      <a:pt x="2346" y="1729"/>
                    </a:cubicBezTo>
                    <a:cubicBezTo>
                      <a:pt x="2503" y="1771"/>
                      <a:pt x="2669" y="1795"/>
                      <a:pt x="2818" y="1853"/>
                    </a:cubicBezTo>
                    <a:cubicBezTo>
                      <a:pt x="2820" y="1854"/>
                      <a:pt x="2822" y="1854"/>
                      <a:pt x="2824" y="1854"/>
                    </a:cubicBezTo>
                    <a:cubicBezTo>
                      <a:pt x="2854" y="1854"/>
                      <a:pt x="2874" y="1803"/>
                      <a:pt x="2843" y="1795"/>
                    </a:cubicBezTo>
                    <a:cubicBezTo>
                      <a:pt x="2760" y="1754"/>
                      <a:pt x="2677" y="1721"/>
                      <a:pt x="2586" y="1696"/>
                    </a:cubicBezTo>
                    <a:cubicBezTo>
                      <a:pt x="2503" y="1663"/>
                      <a:pt x="2412" y="1638"/>
                      <a:pt x="2321" y="1613"/>
                    </a:cubicBezTo>
                    <a:cubicBezTo>
                      <a:pt x="2304" y="1613"/>
                      <a:pt x="2288" y="1605"/>
                      <a:pt x="2271" y="1597"/>
                    </a:cubicBezTo>
                    <a:cubicBezTo>
                      <a:pt x="2279" y="1572"/>
                      <a:pt x="2271" y="1547"/>
                      <a:pt x="2246" y="1530"/>
                    </a:cubicBezTo>
                    <a:cubicBezTo>
                      <a:pt x="2130" y="1464"/>
                      <a:pt x="2006" y="1398"/>
                      <a:pt x="1882" y="1348"/>
                    </a:cubicBezTo>
                    <a:cubicBezTo>
                      <a:pt x="1674" y="1257"/>
                      <a:pt x="1467" y="1191"/>
                      <a:pt x="1260" y="1133"/>
                    </a:cubicBezTo>
                    <a:cubicBezTo>
                      <a:pt x="1260" y="1116"/>
                      <a:pt x="1260" y="1108"/>
                      <a:pt x="1260" y="1099"/>
                    </a:cubicBezTo>
                    <a:cubicBezTo>
                      <a:pt x="1267" y="1104"/>
                      <a:pt x="1275" y="1106"/>
                      <a:pt x="1282" y="1106"/>
                    </a:cubicBezTo>
                    <a:cubicBezTo>
                      <a:pt x="1302" y="1106"/>
                      <a:pt x="1323" y="1093"/>
                      <a:pt x="1335" y="1075"/>
                    </a:cubicBezTo>
                    <a:cubicBezTo>
                      <a:pt x="1434" y="1108"/>
                      <a:pt x="1534" y="1149"/>
                      <a:pt x="1633" y="1191"/>
                    </a:cubicBezTo>
                    <a:cubicBezTo>
                      <a:pt x="1906" y="1298"/>
                      <a:pt x="2172" y="1414"/>
                      <a:pt x="2445" y="1522"/>
                    </a:cubicBezTo>
                    <a:cubicBezTo>
                      <a:pt x="2810" y="1679"/>
                      <a:pt x="3174" y="1829"/>
                      <a:pt x="3547" y="1953"/>
                    </a:cubicBezTo>
                    <a:cubicBezTo>
                      <a:pt x="3551" y="1955"/>
                      <a:pt x="3556" y="1955"/>
                      <a:pt x="3560" y="1955"/>
                    </a:cubicBezTo>
                    <a:cubicBezTo>
                      <a:pt x="3593" y="1955"/>
                      <a:pt x="3609" y="1901"/>
                      <a:pt x="3572" y="1887"/>
                    </a:cubicBezTo>
                    <a:cubicBezTo>
                      <a:pt x="3365" y="1787"/>
                      <a:pt x="3149" y="1696"/>
                      <a:pt x="2942" y="1605"/>
                    </a:cubicBezTo>
                    <a:cubicBezTo>
                      <a:pt x="2934" y="1605"/>
                      <a:pt x="2934" y="1597"/>
                      <a:pt x="2925" y="1588"/>
                    </a:cubicBezTo>
                    <a:cubicBezTo>
                      <a:pt x="2735" y="1481"/>
                      <a:pt x="2536" y="1398"/>
                      <a:pt x="2329" y="1323"/>
                    </a:cubicBezTo>
                    <a:cubicBezTo>
                      <a:pt x="2221" y="1282"/>
                      <a:pt x="2105" y="1240"/>
                      <a:pt x="1998" y="1199"/>
                    </a:cubicBezTo>
                    <a:cubicBezTo>
                      <a:pt x="1848" y="1133"/>
                      <a:pt x="1708" y="1058"/>
                      <a:pt x="1567" y="992"/>
                    </a:cubicBezTo>
                    <a:cubicBezTo>
                      <a:pt x="1500" y="959"/>
                      <a:pt x="1434" y="925"/>
                      <a:pt x="1368" y="892"/>
                    </a:cubicBezTo>
                    <a:cubicBezTo>
                      <a:pt x="1368" y="892"/>
                      <a:pt x="1360" y="884"/>
                      <a:pt x="1360" y="884"/>
                    </a:cubicBezTo>
                    <a:cubicBezTo>
                      <a:pt x="1219" y="793"/>
                      <a:pt x="1094" y="685"/>
                      <a:pt x="995" y="553"/>
                    </a:cubicBezTo>
                    <a:cubicBezTo>
                      <a:pt x="887" y="395"/>
                      <a:pt x="821" y="221"/>
                      <a:pt x="763" y="39"/>
                    </a:cubicBezTo>
                    <a:cubicBezTo>
                      <a:pt x="754" y="13"/>
                      <a:pt x="732" y="1"/>
                      <a:pt x="709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8" name="Google Shape;2718;p5"/>
              <p:cNvSpPr/>
              <p:nvPr/>
            </p:nvSpPr>
            <p:spPr>
              <a:xfrm>
                <a:off x="1851500" y="1317500"/>
                <a:ext cx="5200" cy="5350"/>
              </a:xfrm>
              <a:custGeom>
                <a:rect b="b" l="l" r="r" t="t"/>
                <a:pathLst>
                  <a:path extrusionOk="0" h="214" w="208">
                    <a:moveTo>
                      <a:pt x="68" y="0"/>
                    </a:moveTo>
                    <a:cubicBezTo>
                      <a:pt x="55" y="0"/>
                      <a:pt x="40" y="4"/>
                      <a:pt x="26" y="14"/>
                    </a:cubicBezTo>
                    <a:cubicBezTo>
                      <a:pt x="17" y="14"/>
                      <a:pt x="9" y="22"/>
                      <a:pt x="9" y="31"/>
                    </a:cubicBezTo>
                    <a:cubicBezTo>
                      <a:pt x="9" y="39"/>
                      <a:pt x="1" y="39"/>
                      <a:pt x="1" y="47"/>
                    </a:cubicBezTo>
                    <a:cubicBezTo>
                      <a:pt x="1" y="55"/>
                      <a:pt x="1" y="64"/>
                      <a:pt x="1" y="64"/>
                    </a:cubicBezTo>
                    <a:cubicBezTo>
                      <a:pt x="1" y="72"/>
                      <a:pt x="1" y="80"/>
                      <a:pt x="9" y="89"/>
                    </a:cubicBezTo>
                    <a:cubicBezTo>
                      <a:pt x="26" y="113"/>
                      <a:pt x="42" y="138"/>
                      <a:pt x="67" y="155"/>
                    </a:cubicBezTo>
                    <a:cubicBezTo>
                      <a:pt x="84" y="171"/>
                      <a:pt x="108" y="188"/>
                      <a:pt x="133" y="205"/>
                    </a:cubicBezTo>
                    <a:cubicBezTo>
                      <a:pt x="140" y="211"/>
                      <a:pt x="148" y="214"/>
                      <a:pt x="157" y="214"/>
                    </a:cubicBezTo>
                    <a:cubicBezTo>
                      <a:pt x="172" y="214"/>
                      <a:pt x="186" y="207"/>
                      <a:pt x="191" y="196"/>
                    </a:cubicBezTo>
                    <a:cubicBezTo>
                      <a:pt x="200" y="188"/>
                      <a:pt x="208" y="171"/>
                      <a:pt x="208" y="163"/>
                    </a:cubicBezTo>
                    <a:cubicBezTo>
                      <a:pt x="208" y="155"/>
                      <a:pt x="200" y="138"/>
                      <a:pt x="191" y="130"/>
                    </a:cubicBezTo>
                    <a:cubicBezTo>
                      <a:pt x="166" y="113"/>
                      <a:pt x="150" y="97"/>
                      <a:pt x="133" y="72"/>
                    </a:cubicBezTo>
                    <a:cubicBezTo>
                      <a:pt x="133" y="72"/>
                      <a:pt x="125" y="64"/>
                      <a:pt x="125" y="64"/>
                    </a:cubicBezTo>
                    <a:cubicBezTo>
                      <a:pt x="125" y="55"/>
                      <a:pt x="125" y="55"/>
                      <a:pt x="125" y="55"/>
                    </a:cubicBezTo>
                    <a:cubicBezTo>
                      <a:pt x="125" y="39"/>
                      <a:pt x="125" y="31"/>
                      <a:pt x="108" y="22"/>
                    </a:cubicBezTo>
                    <a:cubicBezTo>
                      <a:pt x="108" y="14"/>
                      <a:pt x="100" y="14"/>
                      <a:pt x="92" y="6"/>
                    </a:cubicBezTo>
                    <a:cubicBezTo>
                      <a:pt x="85" y="2"/>
                      <a:pt x="77" y="0"/>
                      <a:pt x="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5"/>
              <p:cNvSpPr/>
              <p:nvPr/>
            </p:nvSpPr>
            <p:spPr>
              <a:xfrm>
                <a:off x="1860250" y="1320900"/>
                <a:ext cx="5150" cy="4950"/>
              </a:xfrm>
              <a:custGeom>
                <a:rect b="b" l="l" r="r" t="t"/>
                <a:pathLst>
                  <a:path extrusionOk="0" h="198" w="206">
                    <a:moveTo>
                      <a:pt x="23" y="0"/>
                    </a:moveTo>
                    <a:cubicBezTo>
                      <a:pt x="10" y="0"/>
                      <a:pt x="0" y="14"/>
                      <a:pt x="7" y="27"/>
                    </a:cubicBezTo>
                    <a:cubicBezTo>
                      <a:pt x="24" y="60"/>
                      <a:pt x="48" y="85"/>
                      <a:pt x="73" y="110"/>
                    </a:cubicBezTo>
                    <a:lnTo>
                      <a:pt x="148" y="185"/>
                    </a:lnTo>
                    <a:cubicBezTo>
                      <a:pt x="152" y="193"/>
                      <a:pt x="160" y="197"/>
                      <a:pt x="169" y="197"/>
                    </a:cubicBezTo>
                    <a:cubicBezTo>
                      <a:pt x="177" y="197"/>
                      <a:pt x="185" y="193"/>
                      <a:pt x="189" y="185"/>
                    </a:cubicBezTo>
                    <a:cubicBezTo>
                      <a:pt x="206" y="176"/>
                      <a:pt x="206" y="151"/>
                      <a:pt x="189" y="135"/>
                    </a:cubicBezTo>
                    <a:lnTo>
                      <a:pt x="123" y="69"/>
                    </a:lnTo>
                    <a:cubicBezTo>
                      <a:pt x="98" y="44"/>
                      <a:pt x="73" y="19"/>
                      <a:pt x="40" y="2"/>
                    </a:cubicBezTo>
                    <a:lnTo>
                      <a:pt x="32" y="2"/>
                    </a:lnTo>
                    <a:cubicBezTo>
                      <a:pt x="29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0" name="Google Shape;2720;p5"/>
              <p:cNvSpPr/>
              <p:nvPr/>
            </p:nvSpPr>
            <p:spPr>
              <a:xfrm>
                <a:off x="1850250" y="1311625"/>
                <a:ext cx="2100" cy="1675"/>
              </a:xfrm>
              <a:custGeom>
                <a:rect b="b" l="l" r="r" t="t"/>
                <a:pathLst>
                  <a:path extrusionOk="0" h="67" w="84">
                    <a:moveTo>
                      <a:pt x="42" y="0"/>
                    </a:moveTo>
                    <a:cubicBezTo>
                      <a:pt x="1" y="0"/>
                      <a:pt x="1" y="67"/>
                      <a:pt x="42" y="67"/>
                    </a:cubicBezTo>
                    <a:cubicBezTo>
                      <a:pt x="84" y="67"/>
                      <a:pt x="84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1" name="Google Shape;2721;p5"/>
              <p:cNvSpPr/>
              <p:nvPr/>
            </p:nvSpPr>
            <p:spPr>
              <a:xfrm>
                <a:off x="1846325" y="1350950"/>
                <a:ext cx="5825" cy="8425"/>
              </a:xfrm>
              <a:custGeom>
                <a:rect b="b" l="l" r="r" t="t"/>
                <a:pathLst>
                  <a:path extrusionOk="0" h="337" w="233">
                    <a:moveTo>
                      <a:pt x="54" y="0"/>
                    </a:moveTo>
                    <a:cubicBezTo>
                      <a:pt x="26" y="0"/>
                      <a:pt x="1" y="24"/>
                      <a:pt x="1" y="60"/>
                    </a:cubicBezTo>
                    <a:cubicBezTo>
                      <a:pt x="1" y="76"/>
                      <a:pt x="9" y="93"/>
                      <a:pt x="17" y="109"/>
                    </a:cubicBezTo>
                    <a:cubicBezTo>
                      <a:pt x="25" y="126"/>
                      <a:pt x="34" y="134"/>
                      <a:pt x="34" y="143"/>
                    </a:cubicBezTo>
                    <a:cubicBezTo>
                      <a:pt x="50" y="167"/>
                      <a:pt x="59" y="184"/>
                      <a:pt x="75" y="209"/>
                    </a:cubicBezTo>
                    <a:cubicBezTo>
                      <a:pt x="83" y="225"/>
                      <a:pt x="100" y="250"/>
                      <a:pt x="117" y="275"/>
                    </a:cubicBezTo>
                    <a:cubicBezTo>
                      <a:pt x="133" y="292"/>
                      <a:pt x="150" y="317"/>
                      <a:pt x="175" y="333"/>
                    </a:cubicBezTo>
                    <a:cubicBezTo>
                      <a:pt x="186" y="333"/>
                      <a:pt x="193" y="337"/>
                      <a:pt x="202" y="337"/>
                    </a:cubicBezTo>
                    <a:cubicBezTo>
                      <a:pt x="206" y="337"/>
                      <a:pt x="210" y="336"/>
                      <a:pt x="216" y="333"/>
                    </a:cubicBezTo>
                    <a:cubicBezTo>
                      <a:pt x="224" y="325"/>
                      <a:pt x="233" y="308"/>
                      <a:pt x="233" y="300"/>
                    </a:cubicBezTo>
                    <a:cubicBezTo>
                      <a:pt x="233" y="267"/>
                      <a:pt x="216" y="242"/>
                      <a:pt x="199" y="217"/>
                    </a:cubicBezTo>
                    <a:cubicBezTo>
                      <a:pt x="191" y="201"/>
                      <a:pt x="175" y="176"/>
                      <a:pt x="166" y="151"/>
                    </a:cubicBezTo>
                    <a:cubicBezTo>
                      <a:pt x="158" y="134"/>
                      <a:pt x="141" y="109"/>
                      <a:pt x="133" y="85"/>
                    </a:cubicBezTo>
                    <a:lnTo>
                      <a:pt x="117" y="60"/>
                    </a:lnTo>
                    <a:cubicBezTo>
                      <a:pt x="125" y="43"/>
                      <a:pt x="117" y="18"/>
                      <a:pt x="100" y="10"/>
                    </a:cubicBezTo>
                    <a:cubicBezTo>
                      <a:pt x="92" y="10"/>
                      <a:pt x="75" y="10"/>
                      <a:pt x="67" y="2"/>
                    </a:cubicBezTo>
                    <a:cubicBezTo>
                      <a:pt x="63" y="1"/>
                      <a:pt x="58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2" name="Google Shape;2722;p5"/>
              <p:cNvSpPr/>
              <p:nvPr/>
            </p:nvSpPr>
            <p:spPr>
              <a:xfrm>
                <a:off x="1854200" y="1351800"/>
                <a:ext cx="3125" cy="4100"/>
              </a:xfrm>
              <a:custGeom>
                <a:rect b="b" l="l" r="r" t="t"/>
                <a:pathLst>
                  <a:path extrusionOk="0" h="164" w="125">
                    <a:moveTo>
                      <a:pt x="34" y="1"/>
                    </a:moveTo>
                    <a:cubicBezTo>
                      <a:pt x="17" y="1"/>
                      <a:pt x="0" y="9"/>
                      <a:pt x="0" y="17"/>
                    </a:cubicBezTo>
                    <a:cubicBezTo>
                      <a:pt x="0" y="26"/>
                      <a:pt x="0" y="34"/>
                      <a:pt x="0" y="42"/>
                    </a:cubicBezTo>
                    <a:cubicBezTo>
                      <a:pt x="0" y="51"/>
                      <a:pt x="0" y="59"/>
                      <a:pt x="9" y="59"/>
                    </a:cubicBezTo>
                    <a:cubicBezTo>
                      <a:pt x="9" y="75"/>
                      <a:pt x="17" y="84"/>
                      <a:pt x="25" y="92"/>
                    </a:cubicBezTo>
                    <a:cubicBezTo>
                      <a:pt x="34" y="109"/>
                      <a:pt x="42" y="133"/>
                      <a:pt x="50" y="150"/>
                    </a:cubicBezTo>
                    <a:cubicBezTo>
                      <a:pt x="60" y="160"/>
                      <a:pt x="70" y="164"/>
                      <a:pt x="79" y="164"/>
                    </a:cubicBezTo>
                    <a:cubicBezTo>
                      <a:pt x="86" y="164"/>
                      <a:pt x="93" y="162"/>
                      <a:pt x="100" y="158"/>
                    </a:cubicBezTo>
                    <a:cubicBezTo>
                      <a:pt x="116" y="150"/>
                      <a:pt x="125" y="125"/>
                      <a:pt x="116" y="109"/>
                    </a:cubicBezTo>
                    <a:cubicBezTo>
                      <a:pt x="108" y="92"/>
                      <a:pt x="100" y="75"/>
                      <a:pt x="83" y="59"/>
                    </a:cubicBezTo>
                    <a:cubicBezTo>
                      <a:pt x="75" y="51"/>
                      <a:pt x="75" y="34"/>
                      <a:pt x="67" y="26"/>
                    </a:cubicBezTo>
                    <a:cubicBezTo>
                      <a:pt x="58" y="26"/>
                      <a:pt x="58" y="17"/>
                      <a:pt x="50" y="17"/>
                    </a:cubicBezTo>
                    <a:cubicBezTo>
                      <a:pt x="50" y="9"/>
                      <a:pt x="42" y="9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5"/>
              <p:cNvSpPr/>
              <p:nvPr/>
            </p:nvSpPr>
            <p:spPr>
              <a:xfrm>
                <a:off x="1858200" y="1357650"/>
                <a:ext cx="3475" cy="4475"/>
              </a:xfrm>
              <a:custGeom>
                <a:rect b="b" l="l" r="r" t="t"/>
                <a:pathLst>
                  <a:path extrusionOk="0" h="179" w="139">
                    <a:moveTo>
                      <a:pt x="31" y="0"/>
                    </a:moveTo>
                    <a:cubicBezTo>
                      <a:pt x="16" y="0"/>
                      <a:pt x="0" y="14"/>
                      <a:pt x="6" y="32"/>
                    </a:cubicBezTo>
                    <a:cubicBezTo>
                      <a:pt x="6" y="40"/>
                      <a:pt x="6" y="49"/>
                      <a:pt x="6" y="49"/>
                    </a:cubicBezTo>
                    <a:cubicBezTo>
                      <a:pt x="14" y="57"/>
                      <a:pt x="14" y="65"/>
                      <a:pt x="23" y="73"/>
                    </a:cubicBezTo>
                    <a:cubicBezTo>
                      <a:pt x="23" y="82"/>
                      <a:pt x="31" y="90"/>
                      <a:pt x="39" y="107"/>
                    </a:cubicBezTo>
                    <a:cubicBezTo>
                      <a:pt x="48" y="123"/>
                      <a:pt x="64" y="148"/>
                      <a:pt x="72" y="165"/>
                    </a:cubicBezTo>
                    <a:cubicBezTo>
                      <a:pt x="77" y="174"/>
                      <a:pt x="85" y="178"/>
                      <a:pt x="94" y="178"/>
                    </a:cubicBezTo>
                    <a:cubicBezTo>
                      <a:pt x="100" y="178"/>
                      <a:pt x="107" y="176"/>
                      <a:pt x="114" y="173"/>
                    </a:cubicBezTo>
                    <a:cubicBezTo>
                      <a:pt x="130" y="165"/>
                      <a:pt x="139" y="148"/>
                      <a:pt x="130" y="131"/>
                    </a:cubicBezTo>
                    <a:cubicBezTo>
                      <a:pt x="114" y="107"/>
                      <a:pt x="106" y="90"/>
                      <a:pt x="89" y="73"/>
                    </a:cubicBezTo>
                    <a:cubicBezTo>
                      <a:pt x="81" y="57"/>
                      <a:pt x="81" y="49"/>
                      <a:pt x="72" y="40"/>
                    </a:cubicBezTo>
                    <a:cubicBezTo>
                      <a:pt x="64" y="32"/>
                      <a:pt x="64" y="24"/>
                      <a:pt x="56" y="24"/>
                    </a:cubicBezTo>
                    <a:cubicBezTo>
                      <a:pt x="56" y="15"/>
                      <a:pt x="48" y="7"/>
                      <a:pt x="48" y="7"/>
                    </a:cubicBezTo>
                    <a:cubicBezTo>
                      <a:pt x="43" y="3"/>
                      <a:pt x="37" y="0"/>
                      <a:pt x="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4" name="Google Shape;2724;p5"/>
              <p:cNvSpPr/>
              <p:nvPr/>
            </p:nvSpPr>
            <p:spPr>
              <a:xfrm>
                <a:off x="1837200" y="1275700"/>
                <a:ext cx="55550" cy="10775"/>
              </a:xfrm>
              <a:custGeom>
                <a:rect b="b" l="l" r="r" t="t"/>
                <a:pathLst>
                  <a:path extrusionOk="0" h="431" w="2222">
                    <a:moveTo>
                      <a:pt x="2021" y="0"/>
                    </a:moveTo>
                    <a:cubicBezTo>
                      <a:pt x="1994" y="0"/>
                      <a:pt x="1967" y="1"/>
                      <a:pt x="1940" y="4"/>
                    </a:cubicBezTo>
                    <a:cubicBezTo>
                      <a:pt x="1857" y="12"/>
                      <a:pt x="1782" y="29"/>
                      <a:pt x="1708" y="37"/>
                    </a:cubicBezTo>
                    <a:cubicBezTo>
                      <a:pt x="1426" y="70"/>
                      <a:pt x="1144" y="120"/>
                      <a:pt x="863" y="162"/>
                    </a:cubicBezTo>
                    <a:cubicBezTo>
                      <a:pt x="730" y="186"/>
                      <a:pt x="589" y="220"/>
                      <a:pt x="448" y="244"/>
                    </a:cubicBezTo>
                    <a:cubicBezTo>
                      <a:pt x="382" y="253"/>
                      <a:pt x="308" y="269"/>
                      <a:pt x="241" y="286"/>
                    </a:cubicBezTo>
                    <a:cubicBezTo>
                      <a:pt x="208" y="294"/>
                      <a:pt x="167" y="302"/>
                      <a:pt x="134" y="302"/>
                    </a:cubicBezTo>
                    <a:cubicBezTo>
                      <a:pt x="117" y="311"/>
                      <a:pt x="100" y="311"/>
                      <a:pt x="84" y="319"/>
                    </a:cubicBezTo>
                    <a:cubicBezTo>
                      <a:pt x="67" y="319"/>
                      <a:pt x="51" y="336"/>
                      <a:pt x="34" y="344"/>
                    </a:cubicBezTo>
                    <a:lnTo>
                      <a:pt x="42" y="344"/>
                    </a:lnTo>
                    <a:cubicBezTo>
                      <a:pt x="1" y="360"/>
                      <a:pt x="1" y="427"/>
                      <a:pt x="51" y="427"/>
                    </a:cubicBezTo>
                    <a:cubicBezTo>
                      <a:pt x="67" y="427"/>
                      <a:pt x="80" y="430"/>
                      <a:pt x="94" y="430"/>
                    </a:cubicBezTo>
                    <a:cubicBezTo>
                      <a:pt x="101" y="430"/>
                      <a:pt x="109" y="429"/>
                      <a:pt x="117" y="427"/>
                    </a:cubicBezTo>
                    <a:cubicBezTo>
                      <a:pt x="134" y="427"/>
                      <a:pt x="158" y="418"/>
                      <a:pt x="175" y="418"/>
                    </a:cubicBezTo>
                    <a:lnTo>
                      <a:pt x="299" y="394"/>
                    </a:lnTo>
                    <a:cubicBezTo>
                      <a:pt x="374" y="377"/>
                      <a:pt x="448" y="360"/>
                      <a:pt x="523" y="344"/>
                    </a:cubicBezTo>
                    <a:cubicBezTo>
                      <a:pt x="805" y="294"/>
                      <a:pt x="1078" y="244"/>
                      <a:pt x="1360" y="203"/>
                    </a:cubicBezTo>
                    <a:cubicBezTo>
                      <a:pt x="1501" y="178"/>
                      <a:pt x="1642" y="162"/>
                      <a:pt x="1782" y="145"/>
                    </a:cubicBezTo>
                    <a:cubicBezTo>
                      <a:pt x="1849" y="137"/>
                      <a:pt x="1915" y="128"/>
                      <a:pt x="1990" y="112"/>
                    </a:cubicBezTo>
                    <a:cubicBezTo>
                      <a:pt x="2056" y="104"/>
                      <a:pt x="2122" y="79"/>
                      <a:pt x="2188" y="62"/>
                    </a:cubicBezTo>
                    <a:cubicBezTo>
                      <a:pt x="2222" y="54"/>
                      <a:pt x="2213" y="4"/>
                      <a:pt x="2180" y="4"/>
                    </a:cubicBezTo>
                    <a:cubicBezTo>
                      <a:pt x="2125" y="4"/>
                      <a:pt x="2073" y="0"/>
                      <a:pt x="20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5" name="Google Shape;2725;p5"/>
              <p:cNvSpPr/>
              <p:nvPr/>
            </p:nvSpPr>
            <p:spPr>
              <a:xfrm>
                <a:off x="2300050" y="1706150"/>
                <a:ext cx="11125" cy="13700"/>
              </a:xfrm>
              <a:custGeom>
                <a:rect b="b" l="l" r="r" t="t"/>
                <a:pathLst>
                  <a:path extrusionOk="0" h="548" w="445">
                    <a:moveTo>
                      <a:pt x="70" y="1"/>
                    </a:moveTo>
                    <a:cubicBezTo>
                      <a:pt x="37" y="1"/>
                      <a:pt x="1" y="38"/>
                      <a:pt x="13" y="70"/>
                    </a:cubicBezTo>
                    <a:cubicBezTo>
                      <a:pt x="38" y="119"/>
                      <a:pt x="71" y="152"/>
                      <a:pt x="104" y="194"/>
                    </a:cubicBezTo>
                    <a:cubicBezTo>
                      <a:pt x="129" y="227"/>
                      <a:pt x="162" y="268"/>
                      <a:pt x="187" y="302"/>
                    </a:cubicBezTo>
                    <a:cubicBezTo>
                      <a:pt x="212" y="343"/>
                      <a:pt x="237" y="384"/>
                      <a:pt x="270" y="418"/>
                    </a:cubicBezTo>
                    <a:cubicBezTo>
                      <a:pt x="287" y="442"/>
                      <a:pt x="295" y="459"/>
                      <a:pt x="312" y="484"/>
                    </a:cubicBezTo>
                    <a:cubicBezTo>
                      <a:pt x="328" y="500"/>
                      <a:pt x="345" y="517"/>
                      <a:pt x="361" y="534"/>
                    </a:cubicBezTo>
                    <a:cubicBezTo>
                      <a:pt x="371" y="543"/>
                      <a:pt x="381" y="547"/>
                      <a:pt x="392" y="547"/>
                    </a:cubicBezTo>
                    <a:cubicBezTo>
                      <a:pt x="400" y="547"/>
                      <a:pt x="409" y="545"/>
                      <a:pt x="419" y="542"/>
                    </a:cubicBezTo>
                    <a:cubicBezTo>
                      <a:pt x="436" y="534"/>
                      <a:pt x="444" y="509"/>
                      <a:pt x="436" y="484"/>
                    </a:cubicBezTo>
                    <a:cubicBezTo>
                      <a:pt x="428" y="442"/>
                      <a:pt x="394" y="401"/>
                      <a:pt x="361" y="360"/>
                    </a:cubicBezTo>
                    <a:cubicBezTo>
                      <a:pt x="336" y="318"/>
                      <a:pt x="312" y="277"/>
                      <a:pt x="287" y="244"/>
                    </a:cubicBezTo>
                    <a:cubicBezTo>
                      <a:pt x="254" y="202"/>
                      <a:pt x="229" y="161"/>
                      <a:pt x="196" y="128"/>
                    </a:cubicBezTo>
                    <a:cubicBezTo>
                      <a:pt x="179" y="111"/>
                      <a:pt x="171" y="86"/>
                      <a:pt x="154" y="70"/>
                    </a:cubicBezTo>
                    <a:cubicBezTo>
                      <a:pt x="138" y="45"/>
                      <a:pt x="121" y="28"/>
                      <a:pt x="96" y="12"/>
                    </a:cubicBezTo>
                    <a:cubicBezTo>
                      <a:pt x="89" y="4"/>
                      <a:pt x="79" y="1"/>
                      <a:pt x="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5"/>
              <p:cNvSpPr/>
              <p:nvPr/>
            </p:nvSpPr>
            <p:spPr>
              <a:xfrm>
                <a:off x="2293750" y="1699500"/>
                <a:ext cx="3550" cy="3425"/>
              </a:xfrm>
              <a:custGeom>
                <a:rect b="b" l="l" r="r" t="t"/>
                <a:pathLst>
                  <a:path extrusionOk="0" h="137" w="142">
                    <a:moveTo>
                      <a:pt x="33" y="1"/>
                    </a:moveTo>
                    <a:cubicBezTo>
                      <a:pt x="28" y="1"/>
                      <a:pt x="22" y="4"/>
                      <a:pt x="17" y="4"/>
                    </a:cubicBezTo>
                    <a:lnTo>
                      <a:pt x="8" y="4"/>
                    </a:lnTo>
                    <a:cubicBezTo>
                      <a:pt x="0" y="12"/>
                      <a:pt x="0" y="29"/>
                      <a:pt x="8" y="37"/>
                    </a:cubicBezTo>
                    <a:lnTo>
                      <a:pt x="17" y="54"/>
                    </a:lnTo>
                    <a:lnTo>
                      <a:pt x="25" y="62"/>
                    </a:lnTo>
                    <a:lnTo>
                      <a:pt x="42" y="87"/>
                    </a:lnTo>
                    <a:lnTo>
                      <a:pt x="83" y="128"/>
                    </a:lnTo>
                    <a:cubicBezTo>
                      <a:pt x="91" y="137"/>
                      <a:pt x="100" y="137"/>
                      <a:pt x="108" y="137"/>
                    </a:cubicBezTo>
                    <a:cubicBezTo>
                      <a:pt x="116" y="137"/>
                      <a:pt x="124" y="137"/>
                      <a:pt x="133" y="128"/>
                    </a:cubicBezTo>
                    <a:cubicBezTo>
                      <a:pt x="141" y="120"/>
                      <a:pt x="141" y="112"/>
                      <a:pt x="141" y="104"/>
                    </a:cubicBezTo>
                    <a:cubicBezTo>
                      <a:pt x="141" y="95"/>
                      <a:pt x="141" y="79"/>
                      <a:pt x="133" y="79"/>
                    </a:cubicBezTo>
                    <a:cubicBezTo>
                      <a:pt x="116" y="62"/>
                      <a:pt x="108" y="54"/>
                      <a:pt x="91" y="37"/>
                    </a:cubicBezTo>
                    <a:lnTo>
                      <a:pt x="75" y="21"/>
                    </a:lnTo>
                    <a:cubicBezTo>
                      <a:pt x="66" y="12"/>
                      <a:pt x="58" y="12"/>
                      <a:pt x="58" y="12"/>
                    </a:cubicBezTo>
                    <a:cubicBezTo>
                      <a:pt x="50" y="4"/>
                      <a:pt x="50" y="4"/>
                      <a:pt x="42" y="4"/>
                    </a:cubicBezTo>
                    <a:cubicBezTo>
                      <a:pt x="39" y="1"/>
                      <a:pt x="36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7" name="Google Shape;2727;p5"/>
              <p:cNvSpPr/>
              <p:nvPr/>
            </p:nvSpPr>
            <p:spPr>
              <a:xfrm>
                <a:off x="2294575" y="1708200"/>
                <a:ext cx="4575" cy="5850"/>
              </a:xfrm>
              <a:custGeom>
                <a:rect b="b" l="l" r="r" t="t"/>
                <a:pathLst>
                  <a:path extrusionOk="0" h="234" w="183">
                    <a:moveTo>
                      <a:pt x="31" y="1"/>
                    </a:moveTo>
                    <a:cubicBezTo>
                      <a:pt x="27" y="1"/>
                      <a:pt x="22" y="2"/>
                      <a:pt x="17" y="4"/>
                    </a:cubicBezTo>
                    <a:cubicBezTo>
                      <a:pt x="0" y="12"/>
                      <a:pt x="0" y="21"/>
                      <a:pt x="9" y="37"/>
                    </a:cubicBezTo>
                    <a:cubicBezTo>
                      <a:pt x="25" y="70"/>
                      <a:pt x="42" y="104"/>
                      <a:pt x="67" y="128"/>
                    </a:cubicBezTo>
                    <a:cubicBezTo>
                      <a:pt x="83" y="162"/>
                      <a:pt x="108" y="195"/>
                      <a:pt x="125" y="220"/>
                    </a:cubicBezTo>
                    <a:cubicBezTo>
                      <a:pt x="129" y="229"/>
                      <a:pt x="137" y="233"/>
                      <a:pt x="146" y="233"/>
                    </a:cubicBezTo>
                    <a:cubicBezTo>
                      <a:pt x="152" y="233"/>
                      <a:pt x="159" y="231"/>
                      <a:pt x="166" y="228"/>
                    </a:cubicBezTo>
                    <a:cubicBezTo>
                      <a:pt x="174" y="228"/>
                      <a:pt x="183" y="203"/>
                      <a:pt x="174" y="195"/>
                    </a:cubicBezTo>
                    <a:cubicBezTo>
                      <a:pt x="158" y="162"/>
                      <a:pt x="133" y="137"/>
                      <a:pt x="116" y="104"/>
                    </a:cubicBezTo>
                    <a:cubicBezTo>
                      <a:pt x="100" y="70"/>
                      <a:pt x="75" y="46"/>
                      <a:pt x="58" y="12"/>
                    </a:cubicBezTo>
                    <a:cubicBezTo>
                      <a:pt x="52" y="7"/>
                      <a:pt x="42" y="1"/>
                      <a:pt x="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8" name="Google Shape;2728;p5"/>
              <p:cNvSpPr/>
              <p:nvPr/>
            </p:nvSpPr>
            <p:spPr>
              <a:xfrm>
                <a:off x="2287725" y="1694325"/>
                <a:ext cx="2100" cy="3300"/>
              </a:xfrm>
              <a:custGeom>
                <a:rect b="b" l="l" r="r" t="t"/>
                <a:pathLst>
                  <a:path extrusionOk="0" h="132" w="84">
                    <a:moveTo>
                      <a:pt x="16" y="1"/>
                    </a:moveTo>
                    <a:cubicBezTo>
                      <a:pt x="14" y="1"/>
                      <a:pt x="12" y="2"/>
                      <a:pt x="9" y="4"/>
                    </a:cubicBezTo>
                    <a:cubicBezTo>
                      <a:pt x="9" y="4"/>
                      <a:pt x="1" y="12"/>
                      <a:pt x="1" y="12"/>
                    </a:cubicBezTo>
                    <a:cubicBezTo>
                      <a:pt x="1" y="12"/>
                      <a:pt x="1" y="21"/>
                      <a:pt x="1" y="29"/>
                    </a:cubicBezTo>
                    <a:cubicBezTo>
                      <a:pt x="1" y="54"/>
                      <a:pt x="9" y="79"/>
                      <a:pt x="18" y="103"/>
                    </a:cubicBezTo>
                    <a:cubicBezTo>
                      <a:pt x="18" y="122"/>
                      <a:pt x="31" y="131"/>
                      <a:pt x="45" y="131"/>
                    </a:cubicBezTo>
                    <a:cubicBezTo>
                      <a:pt x="50" y="131"/>
                      <a:pt x="55" y="130"/>
                      <a:pt x="59" y="128"/>
                    </a:cubicBezTo>
                    <a:cubicBezTo>
                      <a:pt x="76" y="120"/>
                      <a:pt x="84" y="95"/>
                      <a:pt x="76" y="79"/>
                    </a:cubicBezTo>
                    <a:cubicBezTo>
                      <a:pt x="59" y="54"/>
                      <a:pt x="51" y="29"/>
                      <a:pt x="34" y="12"/>
                    </a:cubicBezTo>
                    <a:cubicBezTo>
                      <a:pt x="28" y="6"/>
                      <a:pt x="22" y="1"/>
                      <a:pt x="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5"/>
              <p:cNvSpPr/>
              <p:nvPr/>
            </p:nvSpPr>
            <p:spPr>
              <a:xfrm>
                <a:off x="2228275" y="1629475"/>
                <a:ext cx="13300" cy="17200"/>
              </a:xfrm>
              <a:custGeom>
                <a:rect b="b" l="l" r="r" t="t"/>
                <a:pathLst>
                  <a:path extrusionOk="0" h="688" w="532">
                    <a:moveTo>
                      <a:pt x="71" y="1"/>
                    </a:moveTo>
                    <a:cubicBezTo>
                      <a:pt x="59" y="1"/>
                      <a:pt x="47" y="5"/>
                      <a:pt x="34" y="13"/>
                    </a:cubicBezTo>
                    <a:cubicBezTo>
                      <a:pt x="9" y="30"/>
                      <a:pt x="1" y="63"/>
                      <a:pt x="18" y="88"/>
                    </a:cubicBezTo>
                    <a:cubicBezTo>
                      <a:pt x="51" y="137"/>
                      <a:pt x="100" y="179"/>
                      <a:pt x="134" y="228"/>
                    </a:cubicBezTo>
                    <a:cubicBezTo>
                      <a:pt x="175" y="270"/>
                      <a:pt x="208" y="320"/>
                      <a:pt x="241" y="369"/>
                    </a:cubicBezTo>
                    <a:cubicBezTo>
                      <a:pt x="316" y="460"/>
                      <a:pt x="374" y="568"/>
                      <a:pt x="448" y="668"/>
                    </a:cubicBezTo>
                    <a:cubicBezTo>
                      <a:pt x="454" y="680"/>
                      <a:pt x="465" y="687"/>
                      <a:pt x="480" y="687"/>
                    </a:cubicBezTo>
                    <a:cubicBezTo>
                      <a:pt x="485" y="687"/>
                      <a:pt x="491" y="686"/>
                      <a:pt x="498" y="684"/>
                    </a:cubicBezTo>
                    <a:cubicBezTo>
                      <a:pt x="515" y="676"/>
                      <a:pt x="531" y="651"/>
                      <a:pt x="523" y="634"/>
                    </a:cubicBezTo>
                    <a:cubicBezTo>
                      <a:pt x="490" y="518"/>
                      <a:pt x="415" y="402"/>
                      <a:pt x="341" y="303"/>
                    </a:cubicBezTo>
                    <a:cubicBezTo>
                      <a:pt x="308" y="253"/>
                      <a:pt x="266" y="204"/>
                      <a:pt x="225" y="154"/>
                    </a:cubicBezTo>
                    <a:cubicBezTo>
                      <a:pt x="192" y="104"/>
                      <a:pt x="150" y="54"/>
                      <a:pt x="109" y="13"/>
                    </a:cubicBezTo>
                    <a:cubicBezTo>
                      <a:pt x="96" y="5"/>
                      <a:pt x="84" y="1"/>
                      <a:pt x="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0" name="Google Shape;2730;p5"/>
              <p:cNvSpPr/>
              <p:nvPr/>
            </p:nvSpPr>
            <p:spPr>
              <a:xfrm>
                <a:off x="2227525" y="1635575"/>
                <a:ext cx="6175" cy="7650"/>
              </a:xfrm>
              <a:custGeom>
                <a:rect b="b" l="l" r="r" t="t"/>
                <a:pathLst>
                  <a:path extrusionOk="0" h="306" w="247">
                    <a:moveTo>
                      <a:pt x="20" y="1"/>
                    </a:moveTo>
                    <a:cubicBezTo>
                      <a:pt x="9" y="1"/>
                      <a:pt x="1" y="10"/>
                      <a:pt x="6" y="26"/>
                    </a:cubicBezTo>
                    <a:cubicBezTo>
                      <a:pt x="14" y="76"/>
                      <a:pt x="48" y="125"/>
                      <a:pt x="81" y="167"/>
                    </a:cubicBezTo>
                    <a:cubicBezTo>
                      <a:pt x="114" y="216"/>
                      <a:pt x="147" y="258"/>
                      <a:pt x="188" y="299"/>
                    </a:cubicBezTo>
                    <a:cubicBezTo>
                      <a:pt x="193" y="303"/>
                      <a:pt x="201" y="305"/>
                      <a:pt x="210" y="305"/>
                    </a:cubicBezTo>
                    <a:cubicBezTo>
                      <a:pt x="219" y="305"/>
                      <a:pt x="230" y="303"/>
                      <a:pt x="238" y="299"/>
                    </a:cubicBezTo>
                    <a:cubicBezTo>
                      <a:pt x="246" y="283"/>
                      <a:pt x="246" y="266"/>
                      <a:pt x="238" y="250"/>
                    </a:cubicBezTo>
                    <a:cubicBezTo>
                      <a:pt x="197" y="216"/>
                      <a:pt x="164" y="175"/>
                      <a:pt x="139" y="134"/>
                    </a:cubicBezTo>
                    <a:cubicBezTo>
                      <a:pt x="106" y="92"/>
                      <a:pt x="81" y="42"/>
                      <a:pt x="39" y="9"/>
                    </a:cubicBezTo>
                    <a:cubicBezTo>
                      <a:pt x="33" y="3"/>
                      <a:pt x="27" y="1"/>
                      <a:pt x="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1" name="Google Shape;2731;p5"/>
              <p:cNvSpPr/>
              <p:nvPr/>
            </p:nvSpPr>
            <p:spPr>
              <a:xfrm>
                <a:off x="2218350" y="1623000"/>
                <a:ext cx="3950" cy="4525"/>
              </a:xfrm>
              <a:custGeom>
                <a:rect b="b" l="l" r="r" t="t"/>
                <a:pathLst>
                  <a:path extrusionOk="0" h="181" w="158">
                    <a:moveTo>
                      <a:pt x="23" y="0"/>
                    </a:moveTo>
                    <a:cubicBezTo>
                      <a:pt x="9" y="0"/>
                      <a:pt x="0" y="14"/>
                      <a:pt x="0" y="32"/>
                    </a:cubicBezTo>
                    <a:cubicBezTo>
                      <a:pt x="9" y="40"/>
                      <a:pt x="9" y="57"/>
                      <a:pt x="17" y="73"/>
                    </a:cubicBezTo>
                    <a:cubicBezTo>
                      <a:pt x="25" y="81"/>
                      <a:pt x="33" y="90"/>
                      <a:pt x="42" y="98"/>
                    </a:cubicBezTo>
                    <a:cubicBezTo>
                      <a:pt x="50" y="115"/>
                      <a:pt x="58" y="123"/>
                      <a:pt x="67" y="139"/>
                    </a:cubicBezTo>
                    <a:cubicBezTo>
                      <a:pt x="75" y="148"/>
                      <a:pt x="83" y="156"/>
                      <a:pt x="91" y="173"/>
                    </a:cubicBezTo>
                    <a:cubicBezTo>
                      <a:pt x="100" y="181"/>
                      <a:pt x="108" y="181"/>
                      <a:pt x="116" y="181"/>
                    </a:cubicBezTo>
                    <a:cubicBezTo>
                      <a:pt x="133" y="181"/>
                      <a:pt x="141" y="181"/>
                      <a:pt x="149" y="173"/>
                    </a:cubicBezTo>
                    <a:cubicBezTo>
                      <a:pt x="149" y="164"/>
                      <a:pt x="158" y="156"/>
                      <a:pt x="158" y="139"/>
                    </a:cubicBezTo>
                    <a:cubicBezTo>
                      <a:pt x="158" y="131"/>
                      <a:pt x="149" y="123"/>
                      <a:pt x="149" y="115"/>
                    </a:cubicBezTo>
                    <a:lnTo>
                      <a:pt x="125" y="81"/>
                    </a:lnTo>
                    <a:cubicBezTo>
                      <a:pt x="116" y="73"/>
                      <a:pt x="108" y="65"/>
                      <a:pt x="100" y="57"/>
                    </a:cubicBezTo>
                    <a:cubicBezTo>
                      <a:pt x="91" y="48"/>
                      <a:pt x="83" y="40"/>
                      <a:pt x="75" y="32"/>
                    </a:cubicBezTo>
                    <a:cubicBezTo>
                      <a:pt x="67" y="15"/>
                      <a:pt x="50" y="7"/>
                      <a:pt x="42" y="7"/>
                    </a:cubicBezTo>
                    <a:cubicBezTo>
                      <a:pt x="35" y="2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5"/>
              <p:cNvSpPr/>
              <p:nvPr/>
            </p:nvSpPr>
            <p:spPr>
              <a:xfrm>
                <a:off x="2361675" y="1790925"/>
                <a:ext cx="13750" cy="26225"/>
              </a:xfrm>
              <a:custGeom>
                <a:rect b="b" l="l" r="r" t="t"/>
                <a:pathLst>
                  <a:path extrusionOk="0" h="1049" w="550">
                    <a:moveTo>
                      <a:pt x="66" y="0"/>
                    </a:moveTo>
                    <a:cubicBezTo>
                      <a:pt x="49" y="0"/>
                      <a:pt x="36" y="7"/>
                      <a:pt x="26" y="18"/>
                    </a:cubicBezTo>
                    <a:cubicBezTo>
                      <a:pt x="1" y="59"/>
                      <a:pt x="26" y="101"/>
                      <a:pt x="42" y="134"/>
                    </a:cubicBezTo>
                    <a:lnTo>
                      <a:pt x="84" y="241"/>
                    </a:lnTo>
                    <a:cubicBezTo>
                      <a:pt x="150" y="382"/>
                      <a:pt x="208" y="523"/>
                      <a:pt x="266" y="672"/>
                    </a:cubicBezTo>
                    <a:cubicBezTo>
                      <a:pt x="324" y="796"/>
                      <a:pt x="390" y="929"/>
                      <a:pt x="473" y="1037"/>
                    </a:cubicBezTo>
                    <a:cubicBezTo>
                      <a:pt x="480" y="1045"/>
                      <a:pt x="488" y="1049"/>
                      <a:pt x="497" y="1049"/>
                    </a:cubicBezTo>
                    <a:cubicBezTo>
                      <a:pt x="523" y="1049"/>
                      <a:pt x="550" y="1020"/>
                      <a:pt x="531" y="995"/>
                    </a:cubicBezTo>
                    <a:cubicBezTo>
                      <a:pt x="490" y="929"/>
                      <a:pt x="457" y="854"/>
                      <a:pt x="432" y="780"/>
                    </a:cubicBezTo>
                    <a:cubicBezTo>
                      <a:pt x="407" y="697"/>
                      <a:pt x="374" y="622"/>
                      <a:pt x="341" y="540"/>
                    </a:cubicBezTo>
                    <a:cubicBezTo>
                      <a:pt x="274" y="399"/>
                      <a:pt x="216" y="250"/>
                      <a:pt x="158" y="109"/>
                    </a:cubicBezTo>
                    <a:cubicBezTo>
                      <a:pt x="142" y="76"/>
                      <a:pt x="133" y="26"/>
                      <a:pt x="100" y="9"/>
                    </a:cubicBezTo>
                    <a:cubicBezTo>
                      <a:pt x="88" y="3"/>
                      <a:pt x="76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3" name="Google Shape;2733;p5"/>
              <p:cNvSpPr/>
              <p:nvPr/>
            </p:nvSpPr>
            <p:spPr>
              <a:xfrm>
                <a:off x="2360025" y="1787625"/>
                <a:ext cx="2500" cy="1900"/>
              </a:xfrm>
              <a:custGeom>
                <a:rect b="b" l="l" r="r" t="t"/>
                <a:pathLst>
                  <a:path extrusionOk="0" h="76" w="100">
                    <a:moveTo>
                      <a:pt x="50" y="1"/>
                    </a:moveTo>
                    <a:cubicBezTo>
                      <a:pt x="1" y="1"/>
                      <a:pt x="1" y="75"/>
                      <a:pt x="50" y="75"/>
                    </a:cubicBezTo>
                    <a:cubicBezTo>
                      <a:pt x="100" y="75"/>
                      <a:pt x="100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4" name="Google Shape;2734;p5"/>
              <p:cNvSpPr/>
              <p:nvPr/>
            </p:nvSpPr>
            <p:spPr>
              <a:xfrm>
                <a:off x="2358375" y="1794450"/>
                <a:ext cx="4775" cy="9225"/>
              </a:xfrm>
              <a:custGeom>
                <a:rect b="b" l="l" r="r" t="t"/>
                <a:pathLst>
                  <a:path extrusionOk="0" h="369" w="191">
                    <a:moveTo>
                      <a:pt x="22" y="1"/>
                    </a:moveTo>
                    <a:cubicBezTo>
                      <a:pt x="11" y="1"/>
                      <a:pt x="0" y="10"/>
                      <a:pt x="0" y="26"/>
                    </a:cubicBezTo>
                    <a:cubicBezTo>
                      <a:pt x="33" y="142"/>
                      <a:pt x="91" y="249"/>
                      <a:pt x="141" y="357"/>
                    </a:cubicBezTo>
                    <a:cubicBezTo>
                      <a:pt x="141" y="363"/>
                      <a:pt x="154" y="369"/>
                      <a:pt x="164" y="369"/>
                    </a:cubicBezTo>
                    <a:cubicBezTo>
                      <a:pt x="168" y="369"/>
                      <a:pt x="172" y="368"/>
                      <a:pt x="174" y="365"/>
                    </a:cubicBezTo>
                    <a:cubicBezTo>
                      <a:pt x="191" y="357"/>
                      <a:pt x="191" y="341"/>
                      <a:pt x="191" y="324"/>
                    </a:cubicBezTo>
                    <a:cubicBezTo>
                      <a:pt x="141" y="216"/>
                      <a:pt x="108" y="109"/>
                      <a:pt x="42" y="9"/>
                    </a:cubicBezTo>
                    <a:cubicBezTo>
                      <a:pt x="36" y="3"/>
                      <a:pt x="29" y="1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5"/>
              <p:cNvSpPr/>
              <p:nvPr/>
            </p:nvSpPr>
            <p:spPr>
              <a:xfrm>
                <a:off x="2062775" y="1422850"/>
                <a:ext cx="4600" cy="12325"/>
              </a:xfrm>
              <a:custGeom>
                <a:rect b="b" l="l" r="r" t="t"/>
                <a:pathLst>
                  <a:path extrusionOk="0" h="493" w="184">
                    <a:moveTo>
                      <a:pt x="59" y="1"/>
                    </a:moveTo>
                    <a:cubicBezTo>
                      <a:pt x="34" y="1"/>
                      <a:pt x="17" y="17"/>
                      <a:pt x="9" y="42"/>
                    </a:cubicBezTo>
                    <a:cubicBezTo>
                      <a:pt x="1" y="75"/>
                      <a:pt x="9" y="117"/>
                      <a:pt x="17" y="158"/>
                    </a:cubicBezTo>
                    <a:cubicBezTo>
                      <a:pt x="26" y="200"/>
                      <a:pt x="26" y="233"/>
                      <a:pt x="34" y="274"/>
                    </a:cubicBezTo>
                    <a:cubicBezTo>
                      <a:pt x="42" y="307"/>
                      <a:pt x="51" y="349"/>
                      <a:pt x="59" y="382"/>
                    </a:cubicBezTo>
                    <a:cubicBezTo>
                      <a:pt x="59" y="398"/>
                      <a:pt x="67" y="415"/>
                      <a:pt x="75" y="432"/>
                    </a:cubicBezTo>
                    <a:cubicBezTo>
                      <a:pt x="84" y="456"/>
                      <a:pt x="92" y="473"/>
                      <a:pt x="109" y="481"/>
                    </a:cubicBezTo>
                    <a:cubicBezTo>
                      <a:pt x="119" y="488"/>
                      <a:pt x="129" y="492"/>
                      <a:pt x="139" y="492"/>
                    </a:cubicBezTo>
                    <a:cubicBezTo>
                      <a:pt x="153" y="492"/>
                      <a:pt x="165" y="484"/>
                      <a:pt x="175" y="465"/>
                    </a:cubicBezTo>
                    <a:cubicBezTo>
                      <a:pt x="183" y="448"/>
                      <a:pt x="183" y="432"/>
                      <a:pt x="175" y="407"/>
                    </a:cubicBezTo>
                    <a:cubicBezTo>
                      <a:pt x="175" y="390"/>
                      <a:pt x="167" y="365"/>
                      <a:pt x="167" y="349"/>
                    </a:cubicBezTo>
                    <a:cubicBezTo>
                      <a:pt x="158" y="316"/>
                      <a:pt x="150" y="282"/>
                      <a:pt x="150" y="249"/>
                    </a:cubicBezTo>
                    <a:cubicBezTo>
                      <a:pt x="142" y="216"/>
                      <a:pt x="133" y="183"/>
                      <a:pt x="133" y="150"/>
                    </a:cubicBezTo>
                    <a:cubicBezTo>
                      <a:pt x="125" y="108"/>
                      <a:pt x="133" y="67"/>
                      <a:pt x="117" y="26"/>
                    </a:cubicBezTo>
                    <a:cubicBezTo>
                      <a:pt x="109" y="9"/>
                      <a:pt x="75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6" name="Google Shape;2736;p5"/>
              <p:cNvSpPr/>
              <p:nvPr/>
            </p:nvSpPr>
            <p:spPr>
              <a:xfrm>
                <a:off x="2053050" y="1429475"/>
                <a:ext cx="5400" cy="9725"/>
              </a:xfrm>
              <a:custGeom>
                <a:rect b="b" l="l" r="r" t="t"/>
                <a:pathLst>
                  <a:path extrusionOk="0" h="389" w="216">
                    <a:moveTo>
                      <a:pt x="133" y="1"/>
                    </a:moveTo>
                    <a:cubicBezTo>
                      <a:pt x="116" y="1"/>
                      <a:pt x="100" y="17"/>
                      <a:pt x="100" y="34"/>
                    </a:cubicBezTo>
                    <a:cubicBezTo>
                      <a:pt x="83" y="67"/>
                      <a:pt x="75" y="100"/>
                      <a:pt x="75" y="142"/>
                    </a:cubicBezTo>
                    <a:cubicBezTo>
                      <a:pt x="67" y="125"/>
                      <a:pt x="58" y="109"/>
                      <a:pt x="50" y="100"/>
                    </a:cubicBezTo>
                    <a:lnTo>
                      <a:pt x="42" y="100"/>
                    </a:lnTo>
                    <a:cubicBezTo>
                      <a:pt x="39" y="94"/>
                      <a:pt x="33" y="92"/>
                      <a:pt x="26" y="92"/>
                    </a:cubicBezTo>
                    <a:cubicBezTo>
                      <a:pt x="14" y="92"/>
                      <a:pt x="0" y="101"/>
                      <a:pt x="0" y="117"/>
                    </a:cubicBezTo>
                    <a:cubicBezTo>
                      <a:pt x="0" y="142"/>
                      <a:pt x="9" y="158"/>
                      <a:pt x="17" y="183"/>
                    </a:cubicBezTo>
                    <a:cubicBezTo>
                      <a:pt x="17" y="200"/>
                      <a:pt x="25" y="216"/>
                      <a:pt x="34" y="241"/>
                    </a:cubicBezTo>
                    <a:cubicBezTo>
                      <a:pt x="50" y="274"/>
                      <a:pt x="67" y="316"/>
                      <a:pt x="83" y="357"/>
                    </a:cubicBezTo>
                    <a:cubicBezTo>
                      <a:pt x="90" y="371"/>
                      <a:pt x="102" y="384"/>
                      <a:pt x="120" y="384"/>
                    </a:cubicBezTo>
                    <a:cubicBezTo>
                      <a:pt x="124" y="384"/>
                      <a:pt x="128" y="384"/>
                      <a:pt x="133" y="382"/>
                    </a:cubicBezTo>
                    <a:cubicBezTo>
                      <a:pt x="141" y="386"/>
                      <a:pt x="152" y="388"/>
                      <a:pt x="162" y="388"/>
                    </a:cubicBezTo>
                    <a:cubicBezTo>
                      <a:pt x="172" y="388"/>
                      <a:pt x="183" y="386"/>
                      <a:pt x="191" y="382"/>
                    </a:cubicBezTo>
                    <a:cubicBezTo>
                      <a:pt x="208" y="374"/>
                      <a:pt x="216" y="341"/>
                      <a:pt x="208" y="324"/>
                    </a:cubicBezTo>
                    <a:cubicBezTo>
                      <a:pt x="191" y="283"/>
                      <a:pt x="174" y="225"/>
                      <a:pt x="166" y="191"/>
                    </a:cubicBezTo>
                    <a:cubicBezTo>
                      <a:pt x="166" y="142"/>
                      <a:pt x="166" y="92"/>
                      <a:pt x="166" y="42"/>
                    </a:cubicBezTo>
                    <a:cubicBezTo>
                      <a:pt x="166" y="17"/>
                      <a:pt x="158" y="9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7" name="Google Shape;2737;p5"/>
              <p:cNvSpPr/>
              <p:nvPr/>
            </p:nvSpPr>
            <p:spPr>
              <a:xfrm>
                <a:off x="2071700" y="1242250"/>
                <a:ext cx="21250" cy="44350"/>
              </a:xfrm>
              <a:custGeom>
                <a:rect b="b" l="l" r="r" t="t"/>
                <a:pathLst>
                  <a:path extrusionOk="0" h="1774" w="850">
                    <a:moveTo>
                      <a:pt x="812" y="0"/>
                    </a:moveTo>
                    <a:cubicBezTo>
                      <a:pt x="807" y="0"/>
                      <a:pt x="801" y="3"/>
                      <a:pt x="796" y="8"/>
                    </a:cubicBezTo>
                    <a:cubicBezTo>
                      <a:pt x="704" y="108"/>
                      <a:pt x="638" y="215"/>
                      <a:pt x="597" y="340"/>
                    </a:cubicBezTo>
                    <a:cubicBezTo>
                      <a:pt x="547" y="456"/>
                      <a:pt x="522" y="563"/>
                      <a:pt x="481" y="679"/>
                    </a:cubicBezTo>
                    <a:cubicBezTo>
                      <a:pt x="439" y="812"/>
                      <a:pt x="381" y="936"/>
                      <a:pt x="340" y="1069"/>
                    </a:cubicBezTo>
                    <a:cubicBezTo>
                      <a:pt x="298" y="1201"/>
                      <a:pt x="290" y="1342"/>
                      <a:pt x="240" y="1466"/>
                    </a:cubicBezTo>
                    <a:cubicBezTo>
                      <a:pt x="216" y="1516"/>
                      <a:pt x="191" y="1558"/>
                      <a:pt x="149" y="1599"/>
                    </a:cubicBezTo>
                    <a:cubicBezTo>
                      <a:pt x="116" y="1640"/>
                      <a:pt x="66" y="1657"/>
                      <a:pt x="25" y="1698"/>
                    </a:cubicBezTo>
                    <a:cubicBezTo>
                      <a:pt x="0" y="1732"/>
                      <a:pt x="25" y="1773"/>
                      <a:pt x="58" y="1773"/>
                    </a:cubicBezTo>
                    <a:cubicBezTo>
                      <a:pt x="63" y="1774"/>
                      <a:pt x="68" y="1774"/>
                      <a:pt x="73" y="1774"/>
                    </a:cubicBezTo>
                    <a:cubicBezTo>
                      <a:pt x="134" y="1774"/>
                      <a:pt x="194" y="1728"/>
                      <a:pt x="232" y="1682"/>
                    </a:cubicBezTo>
                    <a:cubicBezTo>
                      <a:pt x="274" y="1640"/>
                      <a:pt x="315" y="1582"/>
                      <a:pt x="340" y="1524"/>
                    </a:cubicBezTo>
                    <a:cubicBezTo>
                      <a:pt x="390" y="1392"/>
                      <a:pt x="406" y="1251"/>
                      <a:pt x="439" y="1118"/>
                    </a:cubicBezTo>
                    <a:cubicBezTo>
                      <a:pt x="472" y="978"/>
                      <a:pt x="530" y="853"/>
                      <a:pt x="572" y="721"/>
                    </a:cubicBezTo>
                    <a:cubicBezTo>
                      <a:pt x="646" y="497"/>
                      <a:pt x="680" y="232"/>
                      <a:pt x="837" y="50"/>
                    </a:cubicBezTo>
                    <a:cubicBezTo>
                      <a:pt x="850" y="30"/>
                      <a:pt x="832" y="0"/>
                      <a:pt x="8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8" name="Google Shape;2738;p5"/>
              <p:cNvSpPr/>
              <p:nvPr/>
            </p:nvSpPr>
            <p:spPr>
              <a:xfrm>
                <a:off x="2063400" y="1285400"/>
                <a:ext cx="5200" cy="3875"/>
              </a:xfrm>
              <a:custGeom>
                <a:rect b="b" l="l" r="r" t="t"/>
                <a:pathLst>
                  <a:path extrusionOk="0" h="155" w="208">
                    <a:moveTo>
                      <a:pt x="173" y="0"/>
                    </a:moveTo>
                    <a:cubicBezTo>
                      <a:pt x="165" y="0"/>
                      <a:pt x="157" y="2"/>
                      <a:pt x="150" y="6"/>
                    </a:cubicBezTo>
                    <a:cubicBezTo>
                      <a:pt x="125" y="22"/>
                      <a:pt x="100" y="30"/>
                      <a:pt x="84" y="47"/>
                    </a:cubicBezTo>
                    <a:lnTo>
                      <a:pt x="42" y="72"/>
                    </a:lnTo>
                    <a:cubicBezTo>
                      <a:pt x="26" y="80"/>
                      <a:pt x="9" y="88"/>
                      <a:pt x="1" y="113"/>
                    </a:cubicBezTo>
                    <a:cubicBezTo>
                      <a:pt x="1" y="122"/>
                      <a:pt x="1" y="130"/>
                      <a:pt x="9" y="138"/>
                    </a:cubicBezTo>
                    <a:cubicBezTo>
                      <a:pt x="9" y="146"/>
                      <a:pt x="17" y="155"/>
                      <a:pt x="26" y="155"/>
                    </a:cubicBezTo>
                    <a:lnTo>
                      <a:pt x="59" y="155"/>
                    </a:lnTo>
                    <a:cubicBezTo>
                      <a:pt x="59" y="146"/>
                      <a:pt x="67" y="146"/>
                      <a:pt x="67" y="146"/>
                    </a:cubicBezTo>
                    <a:cubicBezTo>
                      <a:pt x="75" y="146"/>
                      <a:pt x="75" y="138"/>
                      <a:pt x="84" y="138"/>
                    </a:cubicBezTo>
                    <a:lnTo>
                      <a:pt x="117" y="113"/>
                    </a:lnTo>
                    <a:cubicBezTo>
                      <a:pt x="142" y="97"/>
                      <a:pt x="166" y="80"/>
                      <a:pt x="191" y="72"/>
                    </a:cubicBezTo>
                    <a:cubicBezTo>
                      <a:pt x="208" y="55"/>
                      <a:pt x="208" y="39"/>
                      <a:pt x="200" y="14"/>
                    </a:cubicBezTo>
                    <a:cubicBezTo>
                      <a:pt x="195" y="4"/>
                      <a:pt x="184" y="0"/>
                      <a:pt x="1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9" name="Google Shape;2739;p5"/>
              <p:cNvSpPr/>
              <p:nvPr/>
            </p:nvSpPr>
            <p:spPr>
              <a:xfrm>
                <a:off x="2031725" y="1190550"/>
                <a:ext cx="36975" cy="48600"/>
              </a:xfrm>
              <a:custGeom>
                <a:rect b="b" l="l" r="r" t="t"/>
                <a:pathLst>
                  <a:path extrusionOk="0" h="1944" w="1479">
                    <a:moveTo>
                      <a:pt x="1427" y="0"/>
                    </a:moveTo>
                    <a:cubicBezTo>
                      <a:pt x="1421" y="0"/>
                      <a:pt x="1415" y="2"/>
                      <a:pt x="1409" y="5"/>
                    </a:cubicBezTo>
                    <a:cubicBezTo>
                      <a:pt x="1359" y="30"/>
                      <a:pt x="1326" y="63"/>
                      <a:pt x="1293" y="96"/>
                    </a:cubicBezTo>
                    <a:cubicBezTo>
                      <a:pt x="1251" y="129"/>
                      <a:pt x="1218" y="162"/>
                      <a:pt x="1185" y="195"/>
                    </a:cubicBezTo>
                    <a:cubicBezTo>
                      <a:pt x="1119" y="262"/>
                      <a:pt x="1052" y="328"/>
                      <a:pt x="986" y="394"/>
                    </a:cubicBezTo>
                    <a:cubicBezTo>
                      <a:pt x="870" y="518"/>
                      <a:pt x="754" y="643"/>
                      <a:pt x="646" y="767"/>
                    </a:cubicBezTo>
                    <a:cubicBezTo>
                      <a:pt x="539" y="891"/>
                      <a:pt x="431" y="1007"/>
                      <a:pt x="331" y="1123"/>
                    </a:cubicBezTo>
                    <a:cubicBezTo>
                      <a:pt x="240" y="1239"/>
                      <a:pt x="157" y="1364"/>
                      <a:pt x="91" y="1496"/>
                    </a:cubicBezTo>
                    <a:cubicBezTo>
                      <a:pt x="66" y="1562"/>
                      <a:pt x="33" y="1637"/>
                      <a:pt x="17" y="1703"/>
                    </a:cubicBezTo>
                    <a:cubicBezTo>
                      <a:pt x="8" y="1736"/>
                      <a:pt x="0" y="1778"/>
                      <a:pt x="0" y="1811"/>
                    </a:cubicBezTo>
                    <a:cubicBezTo>
                      <a:pt x="0" y="1844"/>
                      <a:pt x="0" y="1886"/>
                      <a:pt x="0" y="1919"/>
                    </a:cubicBezTo>
                    <a:cubicBezTo>
                      <a:pt x="0" y="1935"/>
                      <a:pt x="12" y="1944"/>
                      <a:pt x="25" y="1944"/>
                    </a:cubicBezTo>
                    <a:cubicBezTo>
                      <a:pt x="37" y="1944"/>
                      <a:pt x="50" y="1935"/>
                      <a:pt x="50" y="1919"/>
                    </a:cubicBezTo>
                    <a:cubicBezTo>
                      <a:pt x="58" y="1877"/>
                      <a:pt x="75" y="1836"/>
                      <a:pt x="83" y="1794"/>
                    </a:cubicBezTo>
                    <a:cubicBezTo>
                      <a:pt x="91" y="1761"/>
                      <a:pt x="108" y="1720"/>
                      <a:pt x="116" y="1687"/>
                    </a:cubicBezTo>
                    <a:cubicBezTo>
                      <a:pt x="149" y="1612"/>
                      <a:pt x="182" y="1538"/>
                      <a:pt x="224" y="1471"/>
                    </a:cubicBezTo>
                    <a:cubicBezTo>
                      <a:pt x="381" y="1214"/>
                      <a:pt x="588" y="999"/>
                      <a:pt x="787" y="775"/>
                    </a:cubicBezTo>
                    <a:cubicBezTo>
                      <a:pt x="903" y="659"/>
                      <a:pt x="1011" y="535"/>
                      <a:pt x="1127" y="419"/>
                    </a:cubicBezTo>
                    <a:cubicBezTo>
                      <a:pt x="1177" y="361"/>
                      <a:pt x="1235" y="303"/>
                      <a:pt x="1293" y="245"/>
                    </a:cubicBezTo>
                    <a:cubicBezTo>
                      <a:pt x="1326" y="212"/>
                      <a:pt x="1351" y="179"/>
                      <a:pt x="1384" y="146"/>
                    </a:cubicBezTo>
                    <a:cubicBezTo>
                      <a:pt x="1409" y="121"/>
                      <a:pt x="1442" y="96"/>
                      <a:pt x="1458" y="63"/>
                    </a:cubicBezTo>
                    <a:cubicBezTo>
                      <a:pt x="1479" y="29"/>
                      <a:pt x="1455" y="0"/>
                      <a:pt x="14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0" name="Google Shape;2740;p5"/>
              <p:cNvSpPr/>
              <p:nvPr/>
            </p:nvSpPr>
            <p:spPr>
              <a:xfrm>
                <a:off x="2075425" y="1182775"/>
                <a:ext cx="2725" cy="2675"/>
              </a:xfrm>
              <a:custGeom>
                <a:rect b="b" l="l" r="r" t="t"/>
                <a:pathLst>
                  <a:path extrusionOk="0" h="107" w="109">
                    <a:moveTo>
                      <a:pt x="91" y="1"/>
                    </a:moveTo>
                    <a:cubicBezTo>
                      <a:pt x="83" y="9"/>
                      <a:pt x="75" y="17"/>
                      <a:pt x="67" y="17"/>
                    </a:cubicBezTo>
                    <a:cubicBezTo>
                      <a:pt x="58" y="26"/>
                      <a:pt x="50" y="34"/>
                      <a:pt x="50" y="42"/>
                    </a:cubicBezTo>
                    <a:lnTo>
                      <a:pt x="9" y="75"/>
                    </a:lnTo>
                    <a:cubicBezTo>
                      <a:pt x="0" y="84"/>
                      <a:pt x="0" y="92"/>
                      <a:pt x="9" y="100"/>
                    </a:cubicBezTo>
                    <a:cubicBezTo>
                      <a:pt x="13" y="104"/>
                      <a:pt x="17" y="107"/>
                      <a:pt x="21" y="107"/>
                    </a:cubicBezTo>
                    <a:cubicBezTo>
                      <a:pt x="25" y="107"/>
                      <a:pt x="29" y="104"/>
                      <a:pt x="33" y="100"/>
                    </a:cubicBezTo>
                    <a:lnTo>
                      <a:pt x="67" y="67"/>
                    </a:lnTo>
                    <a:cubicBezTo>
                      <a:pt x="75" y="59"/>
                      <a:pt x="83" y="51"/>
                      <a:pt x="91" y="42"/>
                    </a:cubicBezTo>
                    <a:lnTo>
                      <a:pt x="108" y="17"/>
                    </a:lnTo>
                    <a:cubicBezTo>
                      <a:pt x="108" y="9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1" name="Google Shape;2741;p5"/>
              <p:cNvSpPr/>
              <p:nvPr/>
            </p:nvSpPr>
            <p:spPr>
              <a:xfrm>
                <a:off x="2033775" y="1270625"/>
                <a:ext cx="7275" cy="20925"/>
              </a:xfrm>
              <a:custGeom>
                <a:rect b="b" l="l" r="r" t="t"/>
                <a:pathLst>
                  <a:path extrusionOk="0" h="837" w="291">
                    <a:moveTo>
                      <a:pt x="60" y="1"/>
                    </a:moveTo>
                    <a:cubicBezTo>
                      <a:pt x="49" y="1"/>
                      <a:pt x="40" y="5"/>
                      <a:pt x="34" y="17"/>
                    </a:cubicBezTo>
                    <a:cubicBezTo>
                      <a:pt x="9" y="83"/>
                      <a:pt x="1" y="174"/>
                      <a:pt x="9" y="240"/>
                    </a:cubicBezTo>
                    <a:cubicBezTo>
                      <a:pt x="9" y="315"/>
                      <a:pt x="17" y="389"/>
                      <a:pt x="34" y="464"/>
                    </a:cubicBezTo>
                    <a:cubicBezTo>
                      <a:pt x="51" y="539"/>
                      <a:pt x="75" y="613"/>
                      <a:pt x="109" y="679"/>
                    </a:cubicBezTo>
                    <a:cubicBezTo>
                      <a:pt x="125" y="721"/>
                      <a:pt x="142" y="746"/>
                      <a:pt x="175" y="779"/>
                    </a:cubicBezTo>
                    <a:cubicBezTo>
                      <a:pt x="191" y="812"/>
                      <a:pt x="208" y="837"/>
                      <a:pt x="249" y="837"/>
                    </a:cubicBezTo>
                    <a:cubicBezTo>
                      <a:pt x="266" y="837"/>
                      <a:pt x="274" y="829"/>
                      <a:pt x="283" y="812"/>
                    </a:cubicBezTo>
                    <a:cubicBezTo>
                      <a:pt x="291" y="779"/>
                      <a:pt x="266" y="746"/>
                      <a:pt x="258" y="721"/>
                    </a:cubicBezTo>
                    <a:cubicBezTo>
                      <a:pt x="241" y="688"/>
                      <a:pt x="225" y="663"/>
                      <a:pt x="208" y="630"/>
                    </a:cubicBezTo>
                    <a:cubicBezTo>
                      <a:pt x="183" y="572"/>
                      <a:pt x="158" y="505"/>
                      <a:pt x="142" y="439"/>
                    </a:cubicBezTo>
                    <a:cubicBezTo>
                      <a:pt x="125" y="373"/>
                      <a:pt x="109" y="307"/>
                      <a:pt x="109" y="240"/>
                    </a:cubicBezTo>
                    <a:cubicBezTo>
                      <a:pt x="100" y="174"/>
                      <a:pt x="109" y="99"/>
                      <a:pt x="109" y="33"/>
                    </a:cubicBezTo>
                    <a:cubicBezTo>
                      <a:pt x="103" y="17"/>
                      <a:pt x="80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2" name="Google Shape;2742;p5"/>
              <p:cNvSpPr/>
              <p:nvPr/>
            </p:nvSpPr>
            <p:spPr>
              <a:xfrm>
                <a:off x="2033375" y="1287875"/>
                <a:ext cx="3275" cy="4900"/>
              </a:xfrm>
              <a:custGeom>
                <a:rect b="b" l="l" r="r" t="t"/>
                <a:pathLst>
                  <a:path extrusionOk="0" h="196" w="131">
                    <a:moveTo>
                      <a:pt x="37" y="0"/>
                    </a:moveTo>
                    <a:cubicBezTo>
                      <a:pt x="31" y="0"/>
                      <a:pt x="24" y="3"/>
                      <a:pt x="17" y="6"/>
                    </a:cubicBezTo>
                    <a:cubicBezTo>
                      <a:pt x="9" y="14"/>
                      <a:pt x="0" y="31"/>
                      <a:pt x="9" y="39"/>
                    </a:cubicBezTo>
                    <a:lnTo>
                      <a:pt x="9" y="47"/>
                    </a:lnTo>
                    <a:cubicBezTo>
                      <a:pt x="25" y="72"/>
                      <a:pt x="33" y="97"/>
                      <a:pt x="50" y="122"/>
                    </a:cubicBezTo>
                    <a:cubicBezTo>
                      <a:pt x="58" y="130"/>
                      <a:pt x="67" y="147"/>
                      <a:pt x="75" y="155"/>
                    </a:cubicBezTo>
                    <a:cubicBezTo>
                      <a:pt x="75" y="163"/>
                      <a:pt x="83" y="172"/>
                      <a:pt x="83" y="180"/>
                    </a:cubicBezTo>
                    <a:cubicBezTo>
                      <a:pt x="91" y="180"/>
                      <a:pt x="91" y="188"/>
                      <a:pt x="100" y="188"/>
                    </a:cubicBezTo>
                    <a:cubicBezTo>
                      <a:pt x="105" y="193"/>
                      <a:pt x="109" y="195"/>
                      <a:pt x="114" y="195"/>
                    </a:cubicBezTo>
                    <a:cubicBezTo>
                      <a:pt x="124" y="195"/>
                      <a:pt x="130" y="183"/>
                      <a:pt x="125" y="172"/>
                    </a:cubicBezTo>
                    <a:cubicBezTo>
                      <a:pt x="125" y="163"/>
                      <a:pt x="125" y="155"/>
                      <a:pt x="125" y="155"/>
                    </a:cubicBezTo>
                    <a:cubicBezTo>
                      <a:pt x="125" y="147"/>
                      <a:pt x="116" y="139"/>
                      <a:pt x="116" y="130"/>
                    </a:cubicBezTo>
                    <a:lnTo>
                      <a:pt x="91" y="89"/>
                    </a:lnTo>
                    <a:cubicBezTo>
                      <a:pt x="83" y="64"/>
                      <a:pt x="67" y="39"/>
                      <a:pt x="58" y="14"/>
                    </a:cubicBezTo>
                    <a:cubicBezTo>
                      <a:pt x="53" y="5"/>
                      <a:pt x="46" y="0"/>
                      <a:pt x="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3" name="Google Shape;2743;p5"/>
              <p:cNvSpPr/>
              <p:nvPr/>
            </p:nvSpPr>
            <p:spPr>
              <a:xfrm>
                <a:off x="2019500" y="1257700"/>
                <a:ext cx="4375" cy="30175"/>
              </a:xfrm>
              <a:custGeom>
                <a:rect b="b" l="l" r="r" t="t"/>
                <a:pathLst>
                  <a:path extrusionOk="0" h="1207" w="175">
                    <a:moveTo>
                      <a:pt x="93" y="1"/>
                    </a:moveTo>
                    <a:cubicBezTo>
                      <a:pt x="77" y="1"/>
                      <a:pt x="62" y="9"/>
                      <a:pt x="58" y="28"/>
                    </a:cubicBezTo>
                    <a:cubicBezTo>
                      <a:pt x="25" y="219"/>
                      <a:pt x="0" y="401"/>
                      <a:pt x="0" y="600"/>
                    </a:cubicBezTo>
                    <a:cubicBezTo>
                      <a:pt x="0" y="699"/>
                      <a:pt x="0" y="790"/>
                      <a:pt x="9" y="890"/>
                    </a:cubicBezTo>
                    <a:cubicBezTo>
                      <a:pt x="17" y="940"/>
                      <a:pt x="25" y="989"/>
                      <a:pt x="25" y="1031"/>
                    </a:cubicBezTo>
                    <a:cubicBezTo>
                      <a:pt x="33" y="1056"/>
                      <a:pt x="33" y="1080"/>
                      <a:pt x="42" y="1105"/>
                    </a:cubicBezTo>
                    <a:cubicBezTo>
                      <a:pt x="42" y="1114"/>
                      <a:pt x="42" y="1122"/>
                      <a:pt x="50" y="1138"/>
                    </a:cubicBezTo>
                    <a:cubicBezTo>
                      <a:pt x="42" y="1147"/>
                      <a:pt x="42" y="1155"/>
                      <a:pt x="50" y="1163"/>
                    </a:cubicBezTo>
                    <a:cubicBezTo>
                      <a:pt x="50" y="1191"/>
                      <a:pt x="78" y="1207"/>
                      <a:pt x="102" y="1207"/>
                    </a:cubicBezTo>
                    <a:cubicBezTo>
                      <a:pt x="107" y="1207"/>
                      <a:pt x="112" y="1206"/>
                      <a:pt x="116" y="1205"/>
                    </a:cubicBezTo>
                    <a:cubicBezTo>
                      <a:pt x="166" y="1188"/>
                      <a:pt x="174" y="1138"/>
                      <a:pt x="158" y="1097"/>
                    </a:cubicBezTo>
                    <a:cubicBezTo>
                      <a:pt x="141" y="1056"/>
                      <a:pt x="141" y="1006"/>
                      <a:pt x="133" y="964"/>
                    </a:cubicBezTo>
                    <a:cubicBezTo>
                      <a:pt x="125" y="857"/>
                      <a:pt x="116" y="757"/>
                      <a:pt x="108" y="658"/>
                    </a:cubicBezTo>
                    <a:cubicBezTo>
                      <a:pt x="100" y="451"/>
                      <a:pt x="108" y="235"/>
                      <a:pt x="133" y="36"/>
                    </a:cubicBezTo>
                    <a:cubicBezTo>
                      <a:pt x="133" y="14"/>
                      <a:pt x="113" y="1"/>
                      <a:pt x="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4" name="Google Shape;2744;p5"/>
              <p:cNvSpPr/>
              <p:nvPr/>
            </p:nvSpPr>
            <p:spPr>
              <a:xfrm>
                <a:off x="2017425" y="1268125"/>
                <a:ext cx="1875" cy="9575"/>
              </a:xfrm>
              <a:custGeom>
                <a:rect b="b" l="l" r="r" t="t"/>
                <a:pathLst>
                  <a:path extrusionOk="0" h="383" w="75">
                    <a:moveTo>
                      <a:pt x="34" y="1"/>
                    </a:moveTo>
                    <a:cubicBezTo>
                      <a:pt x="21" y="1"/>
                      <a:pt x="9" y="9"/>
                      <a:pt x="9" y="25"/>
                    </a:cubicBezTo>
                    <a:cubicBezTo>
                      <a:pt x="0" y="83"/>
                      <a:pt x="0" y="141"/>
                      <a:pt x="0" y="199"/>
                    </a:cubicBezTo>
                    <a:cubicBezTo>
                      <a:pt x="0" y="233"/>
                      <a:pt x="9" y="266"/>
                      <a:pt x="9" y="291"/>
                    </a:cubicBezTo>
                    <a:cubicBezTo>
                      <a:pt x="17" y="324"/>
                      <a:pt x="17" y="349"/>
                      <a:pt x="34" y="373"/>
                    </a:cubicBezTo>
                    <a:lnTo>
                      <a:pt x="25" y="373"/>
                    </a:lnTo>
                    <a:cubicBezTo>
                      <a:pt x="28" y="380"/>
                      <a:pt x="34" y="382"/>
                      <a:pt x="40" y="382"/>
                    </a:cubicBezTo>
                    <a:cubicBezTo>
                      <a:pt x="50" y="382"/>
                      <a:pt x="62" y="375"/>
                      <a:pt x="67" y="365"/>
                    </a:cubicBezTo>
                    <a:cubicBezTo>
                      <a:pt x="75" y="340"/>
                      <a:pt x="67" y="315"/>
                      <a:pt x="67" y="282"/>
                    </a:cubicBezTo>
                    <a:cubicBezTo>
                      <a:pt x="67" y="257"/>
                      <a:pt x="67" y="224"/>
                      <a:pt x="58" y="199"/>
                    </a:cubicBezTo>
                    <a:cubicBezTo>
                      <a:pt x="58" y="141"/>
                      <a:pt x="58" y="83"/>
                      <a:pt x="58" y="25"/>
                    </a:cubicBezTo>
                    <a:cubicBezTo>
                      <a:pt x="58" y="9"/>
                      <a:pt x="46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5" name="Google Shape;2745;p5"/>
              <p:cNvSpPr/>
              <p:nvPr/>
            </p:nvSpPr>
            <p:spPr>
              <a:xfrm>
                <a:off x="2015550" y="1282000"/>
                <a:ext cx="1700" cy="3750"/>
              </a:xfrm>
              <a:custGeom>
                <a:rect b="b" l="l" r="r" t="t"/>
                <a:pathLst>
                  <a:path extrusionOk="0" h="150" w="68">
                    <a:moveTo>
                      <a:pt x="34" y="1"/>
                    </a:moveTo>
                    <a:cubicBezTo>
                      <a:pt x="17" y="1"/>
                      <a:pt x="1" y="17"/>
                      <a:pt x="1" y="34"/>
                    </a:cubicBezTo>
                    <a:cubicBezTo>
                      <a:pt x="9" y="50"/>
                      <a:pt x="9" y="67"/>
                      <a:pt x="9" y="84"/>
                    </a:cubicBezTo>
                    <a:cubicBezTo>
                      <a:pt x="9" y="92"/>
                      <a:pt x="9" y="100"/>
                      <a:pt x="9" y="108"/>
                    </a:cubicBezTo>
                    <a:cubicBezTo>
                      <a:pt x="9" y="117"/>
                      <a:pt x="9" y="125"/>
                      <a:pt x="9" y="133"/>
                    </a:cubicBezTo>
                    <a:cubicBezTo>
                      <a:pt x="17" y="142"/>
                      <a:pt x="26" y="150"/>
                      <a:pt x="34" y="150"/>
                    </a:cubicBezTo>
                    <a:cubicBezTo>
                      <a:pt x="42" y="150"/>
                      <a:pt x="51" y="142"/>
                      <a:pt x="59" y="133"/>
                    </a:cubicBezTo>
                    <a:cubicBezTo>
                      <a:pt x="59" y="125"/>
                      <a:pt x="59" y="117"/>
                      <a:pt x="59" y="108"/>
                    </a:cubicBezTo>
                    <a:lnTo>
                      <a:pt x="67" y="108"/>
                    </a:lnTo>
                    <a:cubicBezTo>
                      <a:pt x="67" y="100"/>
                      <a:pt x="67" y="92"/>
                      <a:pt x="67" y="84"/>
                    </a:cubicBezTo>
                    <a:cubicBezTo>
                      <a:pt x="67" y="67"/>
                      <a:pt x="67" y="50"/>
                      <a:pt x="67" y="34"/>
                    </a:cubicBezTo>
                    <a:cubicBezTo>
                      <a:pt x="67" y="17"/>
                      <a:pt x="51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6" name="Google Shape;2746;p5"/>
              <p:cNvSpPr/>
              <p:nvPr/>
            </p:nvSpPr>
            <p:spPr>
              <a:xfrm>
                <a:off x="2051400" y="1321150"/>
                <a:ext cx="15350" cy="4850"/>
              </a:xfrm>
              <a:custGeom>
                <a:rect b="b" l="l" r="r" t="t"/>
                <a:pathLst>
                  <a:path extrusionOk="0" h="194" w="614">
                    <a:moveTo>
                      <a:pt x="58" y="1"/>
                    </a:moveTo>
                    <a:cubicBezTo>
                      <a:pt x="33" y="9"/>
                      <a:pt x="0" y="25"/>
                      <a:pt x="0" y="59"/>
                    </a:cubicBezTo>
                    <a:cubicBezTo>
                      <a:pt x="8" y="92"/>
                      <a:pt x="33" y="117"/>
                      <a:pt x="66" y="133"/>
                    </a:cubicBezTo>
                    <a:cubicBezTo>
                      <a:pt x="83" y="150"/>
                      <a:pt x="108" y="158"/>
                      <a:pt x="133" y="166"/>
                    </a:cubicBezTo>
                    <a:cubicBezTo>
                      <a:pt x="182" y="183"/>
                      <a:pt x="232" y="191"/>
                      <a:pt x="282" y="191"/>
                    </a:cubicBezTo>
                    <a:cubicBezTo>
                      <a:pt x="303" y="193"/>
                      <a:pt x="325" y="194"/>
                      <a:pt x="348" y="194"/>
                    </a:cubicBezTo>
                    <a:cubicBezTo>
                      <a:pt x="430" y="194"/>
                      <a:pt x="517" y="180"/>
                      <a:pt x="588" y="141"/>
                    </a:cubicBezTo>
                    <a:cubicBezTo>
                      <a:pt x="613" y="133"/>
                      <a:pt x="613" y="83"/>
                      <a:pt x="580" y="75"/>
                    </a:cubicBezTo>
                    <a:cubicBezTo>
                      <a:pt x="561" y="73"/>
                      <a:pt x="542" y="73"/>
                      <a:pt x="522" y="73"/>
                    </a:cubicBezTo>
                    <a:cubicBezTo>
                      <a:pt x="470" y="73"/>
                      <a:pt x="417" y="78"/>
                      <a:pt x="365" y="78"/>
                    </a:cubicBezTo>
                    <a:cubicBezTo>
                      <a:pt x="345" y="78"/>
                      <a:pt x="326" y="77"/>
                      <a:pt x="307" y="75"/>
                    </a:cubicBezTo>
                    <a:cubicBezTo>
                      <a:pt x="265" y="75"/>
                      <a:pt x="224" y="67"/>
                      <a:pt x="182" y="59"/>
                    </a:cubicBezTo>
                    <a:cubicBezTo>
                      <a:pt x="166" y="50"/>
                      <a:pt x="141" y="42"/>
                      <a:pt x="133" y="34"/>
                    </a:cubicBezTo>
                    <a:cubicBezTo>
                      <a:pt x="108" y="17"/>
                      <a:pt x="83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7" name="Google Shape;2747;p5"/>
              <p:cNvSpPr/>
              <p:nvPr/>
            </p:nvSpPr>
            <p:spPr>
              <a:xfrm>
                <a:off x="2060500" y="1315775"/>
                <a:ext cx="6050" cy="2025"/>
              </a:xfrm>
              <a:custGeom>
                <a:rect b="b" l="l" r="r" t="t"/>
                <a:pathLst>
                  <a:path extrusionOk="0" h="81" w="242">
                    <a:moveTo>
                      <a:pt x="200" y="0"/>
                    </a:moveTo>
                    <a:cubicBezTo>
                      <a:pt x="166" y="8"/>
                      <a:pt x="150" y="17"/>
                      <a:pt x="117" y="17"/>
                    </a:cubicBezTo>
                    <a:lnTo>
                      <a:pt x="26" y="17"/>
                    </a:lnTo>
                    <a:cubicBezTo>
                      <a:pt x="1" y="17"/>
                      <a:pt x="1" y="42"/>
                      <a:pt x="17" y="50"/>
                    </a:cubicBezTo>
                    <a:cubicBezTo>
                      <a:pt x="48" y="72"/>
                      <a:pt x="84" y="80"/>
                      <a:pt x="121" y="80"/>
                    </a:cubicBezTo>
                    <a:cubicBezTo>
                      <a:pt x="153" y="80"/>
                      <a:pt x="185" y="74"/>
                      <a:pt x="216" y="66"/>
                    </a:cubicBezTo>
                    <a:cubicBezTo>
                      <a:pt x="233" y="58"/>
                      <a:pt x="241" y="42"/>
                      <a:pt x="241" y="25"/>
                    </a:cubicBezTo>
                    <a:cubicBezTo>
                      <a:pt x="233" y="8"/>
                      <a:pt x="216" y="0"/>
                      <a:pt x="2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8" name="Google Shape;2748;p5"/>
              <p:cNvSpPr/>
              <p:nvPr/>
            </p:nvSpPr>
            <p:spPr>
              <a:xfrm>
                <a:off x="2021350" y="1327900"/>
                <a:ext cx="6375" cy="13775"/>
              </a:xfrm>
              <a:custGeom>
                <a:rect b="b" l="l" r="r" t="t"/>
                <a:pathLst>
                  <a:path extrusionOk="0" h="551" w="255">
                    <a:moveTo>
                      <a:pt x="52" y="1"/>
                    </a:moveTo>
                    <a:cubicBezTo>
                      <a:pt x="47" y="1"/>
                      <a:pt x="41" y="2"/>
                      <a:pt x="34" y="4"/>
                    </a:cubicBezTo>
                    <a:cubicBezTo>
                      <a:pt x="17" y="4"/>
                      <a:pt x="1" y="21"/>
                      <a:pt x="1" y="45"/>
                    </a:cubicBezTo>
                    <a:cubicBezTo>
                      <a:pt x="9" y="87"/>
                      <a:pt x="34" y="128"/>
                      <a:pt x="51" y="170"/>
                    </a:cubicBezTo>
                    <a:cubicBezTo>
                      <a:pt x="59" y="211"/>
                      <a:pt x="75" y="253"/>
                      <a:pt x="92" y="286"/>
                    </a:cubicBezTo>
                    <a:cubicBezTo>
                      <a:pt x="125" y="369"/>
                      <a:pt x="150" y="451"/>
                      <a:pt x="183" y="526"/>
                    </a:cubicBezTo>
                    <a:cubicBezTo>
                      <a:pt x="186" y="543"/>
                      <a:pt x="199" y="550"/>
                      <a:pt x="213" y="550"/>
                    </a:cubicBezTo>
                    <a:cubicBezTo>
                      <a:pt x="233" y="550"/>
                      <a:pt x="254" y="534"/>
                      <a:pt x="249" y="509"/>
                    </a:cubicBezTo>
                    <a:cubicBezTo>
                      <a:pt x="225" y="427"/>
                      <a:pt x="200" y="344"/>
                      <a:pt x="175" y="261"/>
                    </a:cubicBezTo>
                    <a:cubicBezTo>
                      <a:pt x="158" y="228"/>
                      <a:pt x="150" y="186"/>
                      <a:pt x="133" y="145"/>
                    </a:cubicBezTo>
                    <a:cubicBezTo>
                      <a:pt x="117" y="103"/>
                      <a:pt x="109" y="54"/>
                      <a:pt x="84" y="21"/>
                    </a:cubicBezTo>
                    <a:cubicBezTo>
                      <a:pt x="78" y="8"/>
                      <a:pt x="67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9" name="Google Shape;2749;p5"/>
              <p:cNvSpPr/>
              <p:nvPr/>
            </p:nvSpPr>
            <p:spPr>
              <a:xfrm>
                <a:off x="2019275" y="1330875"/>
                <a:ext cx="3775" cy="10200"/>
              </a:xfrm>
              <a:custGeom>
                <a:rect b="b" l="l" r="r" t="t"/>
                <a:pathLst>
                  <a:path extrusionOk="0" h="408" w="151">
                    <a:moveTo>
                      <a:pt x="20" y="0"/>
                    </a:moveTo>
                    <a:cubicBezTo>
                      <a:pt x="10" y="0"/>
                      <a:pt x="1" y="7"/>
                      <a:pt x="1" y="18"/>
                    </a:cubicBezTo>
                    <a:cubicBezTo>
                      <a:pt x="1" y="51"/>
                      <a:pt x="18" y="76"/>
                      <a:pt x="26" y="109"/>
                    </a:cubicBezTo>
                    <a:lnTo>
                      <a:pt x="51" y="192"/>
                    </a:lnTo>
                    <a:cubicBezTo>
                      <a:pt x="67" y="250"/>
                      <a:pt x="76" y="308"/>
                      <a:pt x="84" y="374"/>
                    </a:cubicBezTo>
                    <a:cubicBezTo>
                      <a:pt x="84" y="390"/>
                      <a:pt x="92" y="407"/>
                      <a:pt x="117" y="407"/>
                    </a:cubicBezTo>
                    <a:cubicBezTo>
                      <a:pt x="134" y="407"/>
                      <a:pt x="150" y="390"/>
                      <a:pt x="150" y="374"/>
                    </a:cubicBezTo>
                    <a:cubicBezTo>
                      <a:pt x="142" y="308"/>
                      <a:pt x="134" y="241"/>
                      <a:pt x="117" y="183"/>
                    </a:cubicBezTo>
                    <a:cubicBezTo>
                      <a:pt x="109" y="150"/>
                      <a:pt x="100" y="117"/>
                      <a:pt x="84" y="92"/>
                    </a:cubicBezTo>
                    <a:cubicBezTo>
                      <a:pt x="76" y="59"/>
                      <a:pt x="59" y="34"/>
                      <a:pt x="34" y="9"/>
                    </a:cubicBezTo>
                    <a:cubicBezTo>
                      <a:pt x="31" y="3"/>
                      <a:pt x="25" y="0"/>
                      <a:pt x="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0" name="Google Shape;2750;p5"/>
              <p:cNvSpPr/>
              <p:nvPr/>
            </p:nvSpPr>
            <p:spPr>
              <a:xfrm>
                <a:off x="1903700" y="1227550"/>
                <a:ext cx="2725" cy="20150"/>
              </a:xfrm>
              <a:custGeom>
                <a:rect b="b" l="l" r="r" t="t"/>
                <a:pathLst>
                  <a:path extrusionOk="0" h="806" w="109">
                    <a:moveTo>
                      <a:pt x="50" y="0"/>
                    </a:moveTo>
                    <a:cubicBezTo>
                      <a:pt x="40" y="0"/>
                      <a:pt x="30" y="7"/>
                      <a:pt x="25" y="16"/>
                    </a:cubicBezTo>
                    <a:cubicBezTo>
                      <a:pt x="1" y="74"/>
                      <a:pt x="17" y="149"/>
                      <a:pt x="25" y="207"/>
                    </a:cubicBezTo>
                    <a:cubicBezTo>
                      <a:pt x="25" y="273"/>
                      <a:pt x="25" y="339"/>
                      <a:pt x="25" y="397"/>
                    </a:cubicBezTo>
                    <a:cubicBezTo>
                      <a:pt x="34" y="530"/>
                      <a:pt x="34" y="654"/>
                      <a:pt x="25" y="787"/>
                    </a:cubicBezTo>
                    <a:cubicBezTo>
                      <a:pt x="25" y="799"/>
                      <a:pt x="36" y="805"/>
                      <a:pt x="46" y="805"/>
                    </a:cubicBezTo>
                    <a:cubicBezTo>
                      <a:pt x="57" y="805"/>
                      <a:pt x="67" y="799"/>
                      <a:pt x="67" y="787"/>
                    </a:cubicBezTo>
                    <a:cubicBezTo>
                      <a:pt x="83" y="654"/>
                      <a:pt x="100" y="522"/>
                      <a:pt x="100" y="389"/>
                    </a:cubicBezTo>
                    <a:cubicBezTo>
                      <a:pt x="100" y="331"/>
                      <a:pt x="100" y="265"/>
                      <a:pt x="100" y="198"/>
                    </a:cubicBezTo>
                    <a:cubicBezTo>
                      <a:pt x="100" y="140"/>
                      <a:pt x="108" y="66"/>
                      <a:pt x="75" y="16"/>
                    </a:cubicBezTo>
                    <a:cubicBezTo>
                      <a:pt x="68" y="5"/>
                      <a:pt x="59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1" name="Google Shape;2751;p5"/>
              <p:cNvSpPr/>
              <p:nvPr/>
            </p:nvSpPr>
            <p:spPr>
              <a:xfrm>
                <a:off x="1903700" y="1211575"/>
                <a:ext cx="1475" cy="2925"/>
              </a:xfrm>
              <a:custGeom>
                <a:rect b="b" l="l" r="r" t="t"/>
                <a:pathLst>
                  <a:path extrusionOk="0" h="117" w="59">
                    <a:moveTo>
                      <a:pt x="25" y="1"/>
                    </a:moveTo>
                    <a:cubicBezTo>
                      <a:pt x="17" y="9"/>
                      <a:pt x="17" y="9"/>
                      <a:pt x="17" y="17"/>
                    </a:cubicBezTo>
                    <a:cubicBezTo>
                      <a:pt x="17" y="17"/>
                      <a:pt x="9" y="25"/>
                      <a:pt x="9" y="34"/>
                    </a:cubicBezTo>
                    <a:cubicBezTo>
                      <a:pt x="9" y="34"/>
                      <a:pt x="9" y="42"/>
                      <a:pt x="9" y="50"/>
                    </a:cubicBezTo>
                    <a:cubicBezTo>
                      <a:pt x="1" y="59"/>
                      <a:pt x="1" y="75"/>
                      <a:pt x="1" y="83"/>
                    </a:cubicBezTo>
                    <a:cubicBezTo>
                      <a:pt x="1" y="92"/>
                      <a:pt x="1" y="100"/>
                      <a:pt x="1" y="108"/>
                    </a:cubicBezTo>
                    <a:cubicBezTo>
                      <a:pt x="9" y="117"/>
                      <a:pt x="17" y="117"/>
                      <a:pt x="25" y="117"/>
                    </a:cubicBezTo>
                    <a:cubicBezTo>
                      <a:pt x="34" y="117"/>
                      <a:pt x="42" y="117"/>
                      <a:pt x="50" y="108"/>
                    </a:cubicBezTo>
                    <a:cubicBezTo>
                      <a:pt x="50" y="108"/>
                      <a:pt x="59" y="100"/>
                      <a:pt x="59" y="92"/>
                    </a:cubicBezTo>
                    <a:cubicBezTo>
                      <a:pt x="59" y="83"/>
                      <a:pt x="59" y="67"/>
                      <a:pt x="59" y="59"/>
                    </a:cubicBezTo>
                    <a:cubicBezTo>
                      <a:pt x="59" y="50"/>
                      <a:pt x="59" y="42"/>
                      <a:pt x="59" y="42"/>
                    </a:cubicBezTo>
                    <a:cubicBezTo>
                      <a:pt x="59" y="34"/>
                      <a:pt x="59" y="25"/>
                      <a:pt x="59" y="25"/>
                    </a:cubicBezTo>
                    <a:cubicBezTo>
                      <a:pt x="59" y="9"/>
                      <a:pt x="50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2" name="Google Shape;2752;p5"/>
              <p:cNvSpPr/>
              <p:nvPr/>
            </p:nvSpPr>
            <p:spPr>
              <a:xfrm>
                <a:off x="1944925" y="1208650"/>
                <a:ext cx="2725" cy="11850"/>
              </a:xfrm>
              <a:custGeom>
                <a:rect b="b" l="l" r="r" t="t"/>
                <a:pathLst>
                  <a:path extrusionOk="0" h="474" w="109">
                    <a:moveTo>
                      <a:pt x="56" y="1"/>
                    </a:moveTo>
                    <a:cubicBezTo>
                      <a:pt x="22" y="1"/>
                      <a:pt x="8" y="38"/>
                      <a:pt x="0" y="76"/>
                    </a:cubicBezTo>
                    <a:cubicBezTo>
                      <a:pt x="0" y="118"/>
                      <a:pt x="0" y="159"/>
                      <a:pt x="0" y="200"/>
                    </a:cubicBezTo>
                    <a:cubicBezTo>
                      <a:pt x="0" y="250"/>
                      <a:pt x="0" y="292"/>
                      <a:pt x="9" y="333"/>
                    </a:cubicBezTo>
                    <a:cubicBezTo>
                      <a:pt x="17" y="374"/>
                      <a:pt x="25" y="416"/>
                      <a:pt x="42" y="457"/>
                    </a:cubicBezTo>
                    <a:cubicBezTo>
                      <a:pt x="48" y="469"/>
                      <a:pt x="56" y="473"/>
                      <a:pt x="65" y="473"/>
                    </a:cubicBezTo>
                    <a:cubicBezTo>
                      <a:pt x="82" y="473"/>
                      <a:pt x="100" y="457"/>
                      <a:pt x="100" y="441"/>
                    </a:cubicBezTo>
                    <a:cubicBezTo>
                      <a:pt x="108" y="408"/>
                      <a:pt x="100" y="366"/>
                      <a:pt x="100" y="333"/>
                    </a:cubicBezTo>
                    <a:cubicBezTo>
                      <a:pt x="92" y="300"/>
                      <a:pt x="92" y="258"/>
                      <a:pt x="92" y="225"/>
                    </a:cubicBezTo>
                    <a:lnTo>
                      <a:pt x="92" y="118"/>
                    </a:lnTo>
                    <a:cubicBezTo>
                      <a:pt x="92" y="101"/>
                      <a:pt x="92" y="84"/>
                      <a:pt x="92" y="68"/>
                    </a:cubicBezTo>
                    <a:cubicBezTo>
                      <a:pt x="92" y="68"/>
                      <a:pt x="92" y="68"/>
                      <a:pt x="92" y="60"/>
                    </a:cubicBezTo>
                    <a:cubicBezTo>
                      <a:pt x="92" y="60"/>
                      <a:pt x="98" y="41"/>
                      <a:pt x="94" y="41"/>
                    </a:cubicBezTo>
                    <a:lnTo>
                      <a:pt x="94" y="41"/>
                    </a:lnTo>
                    <a:cubicBezTo>
                      <a:pt x="94" y="41"/>
                      <a:pt x="93" y="42"/>
                      <a:pt x="92" y="43"/>
                    </a:cubicBezTo>
                    <a:cubicBezTo>
                      <a:pt x="100" y="26"/>
                      <a:pt x="92" y="10"/>
                      <a:pt x="67" y="2"/>
                    </a:cubicBezTo>
                    <a:cubicBezTo>
                      <a:pt x="63" y="1"/>
                      <a:pt x="60" y="1"/>
                      <a:pt x="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3" name="Google Shape;2753;p5"/>
              <p:cNvSpPr/>
              <p:nvPr/>
            </p:nvSpPr>
            <p:spPr>
              <a:xfrm>
                <a:off x="1942225" y="1206500"/>
                <a:ext cx="2300" cy="7600"/>
              </a:xfrm>
              <a:custGeom>
                <a:rect b="b" l="l" r="r" t="t"/>
                <a:pathLst>
                  <a:path extrusionOk="0" h="304" w="92">
                    <a:moveTo>
                      <a:pt x="33" y="1"/>
                    </a:moveTo>
                    <a:cubicBezTo>
                      <a:pt x="26" y="1"/>
                      <a:pt x="17" y="5"/>
                      <a:pt x="9" y="13"/>
                    </a:cubicBezTo>
                    <a:cubicBezTo>
                      <a:pt x="9" y="21"/>
                      <a:pt x="1" y="30"/>
                      <a:pt x="1" y="46"/>
                    </a:cubicBezTo>
                    <a:lnTo>
                      <a:pt x="1" y="79"/>
                    </a:lnTo>
                    <a:cubicBezTo>
                      <a:pt x="1" y="104"/>
                      <a:pt x="1" y="121"/>
                      <a:pt x="9" y="146"/>
                    </a:cubicBezTo>
                    <a:cubicBezTo>
                      <a:pt x="9" y="187"/>
                      <a:pt x="17" y="237"/>
                      <a:pt x="26" y="278"/>
                    </a:cubicBezTo>
                    <a:cubicBezTo>
                      <a:pt x="26" y="295"/>
                      <a:pt x="42" y="303"/>
                      <a:pt x="59" y="303"/>
                    </a:cubicBezTo>
                    <a:cubicBezTo>
                      <a:pt x="75" y="303"/>
                      <a:pt x="92" y="286"/>
                      <a:pt x="84" y="270"/>
                    </a:cubicBezTo>
                    <a:cubicBezTo>
                      <a:pt x="84" y="228"/>
                      <a:pt x="75" y="187"/>
                      <a:pt x="75" y="146"/>
                    </a:cubicBezTo>
                    <a:cubicBezTo>
                      <a:pt x="67" y="121"/>
                      <a:pt x="67" y="96"/>
                      <a:pt x="67" y="71"/>
                    </a:cubicBezTo>
                    <a:cubicBezTo>
                      <a:pt x="67" y="63"/>
                      <a:pt x="67" y="54"/>
                      <a:pt x="67" y="46"/>
                    </a:cubicBezTo>
                    <a:cubicBezTo>
                      <a:pt x="59" y="30"/>
                      <a:pt x="59" y="21"/>
                      <a:pt x="50" y="13"/>
                    </a:cubicBezTo>
                    <a:cubicBezTo>
                      <a:pt x="46" y="5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4" name="Google Shape;2754;p5"/>
              <p:cNvSpPr/>
              <p:nvPr/>
            </p:nvSpPr>
            <p:spPr>
              <a:xfrm>
                <a:off x="1940150" y="1198300"/>
                <a:ext cx="2325" cy="7700"/>
              </a:xfrm>
              <a:custGeom>
                <a:rect b="b" l="l" r="r" t="t"/>
                <a:pathLst>
                  <a:path extrusionOk="0" h="308" w="93">
                    <a:moveTo>
                      <a:pt x="54" y="0"/>
                    </a:moveTo>
                    <a:cubicBezTo>
                      <a:pt x="48" y="0"/>
                      <a:pt x="42" y="5"/>
                      <a:pt x="42" y="10"/>
                    </a:cubicBezTo>
                    <a:cubicBezTo>
                      <a:pt x="34" y="34"/>
                      <a:pt x="34" y="51"/>
                      <a:pt x="34" y="76"/>
                    </a:cubicBezTo>
                    <a:cubicBezTo>
                      <a:pt x="34" y="101"/>
                      <a:pt x="26" y="117"/>
                      <a:pt x="26" y="142"/>
                    </a:cubicBezTo>
                    <a:cubicBezTo>
                      <a:pt x="26" y="184"/>
                      <a:pt x="17" y="225"/>
                      <a:pt x="9" y="266"/>
                    </a:cubicBezTo>
                    <a:cubicBezTo>
                      <a:pt x="1" y="283"/>
                      <a:pt x="9" y="300"/>
                      <a:pt x="26" y="308"/>
                    </a:cubicBezTo>
                    <a:cubicBezTo>
                      <a:pt x="42" y="308"/>
                      <a:pt x="59" y="300"/>
                      <a:pt x="67" y="283"/>
                    </a:cubicBezTo>
                    <a:cubicBezTo>
                      <a:pt x="75" y="242"/>
                      <a:pt x="84" y="192"/>
                      <a:pt x="84" y="142"/>
                    </a:cubicBezTo>
                    <a:cubicBezTo>
                      <a:pt x="92" y="117"/>
                      <a:pt x="84" y="101"/>
                      <a:pt x="84" y="76"/>
                    </a:cubicBezTo>
                    <a:cubicBezTo>
                      <a:pt x="84" y="51"/>
                      <a:pt x="75" y="26"/>
                      <a:pt x="67" y="10"/>
                    </a:cubicBezTo>
                    <a:cubicBezTo>
                      <a:pt x="64" y="3"/>
                      <a:pt x="59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5" name="Google Shape;2755;p5"/>
              <p:cNvSpPr/>
              <p:nvPr/>
            </p:nvSpPr>
            <p:spPr>
              <a:xfrm>
                <a:off x="2062175" y="1204750"/>
                <a:ext cx="11025" cy="11200"/>
              </a:xfrm>
              <a:custGeom>
                <a:rect b="b" l="l" r="r" t="t"/>
                <a:pathLst>
                  <a:path extrusionOk="0" h="448" w="441">
                    <a:moveTo>
                      <a:pt x="391" y="1"/>
                    </a:moveTo>
                    <a:cubicBezTo>
                      <a:pt x="385" y="1"/>
                      <a:pt x="378" y="3"/>
                      <a:pt x="373" y="8"/>
                    </a:cubicBezTo>
                    <a:cubicBezTo>
                      <a:pt x="307" y="66"/>
                      <a:pt x="240" y="133"/>
                      <a:pt x="182" y="199"/>
                    </a:cubicBezTo>
                    <a:cubicBezTo>
                      <a:pt x="149" y="224"/>
                      <a:pt x="116" y="257"/>
                      <a:pt x="83" y="290"/>
                    </a:cubicBezTo>
                    <a:cubicBezTo>
                      <a:pt x="66" y="307"/>
                      <a:pt x="58" y="323"/>
                      <a:pt x="41" y="340"/>
                    </a:cubicBezTo>
                    <a:cubicBezTo>
                      <a:pt x="25" y="365"/>
                      <a:pt x="0" y="381"/>
                      <a:pt x="0" y="406"/>
                    </a:cubicBezTo>
                    <a:cubicBezTo>
                      <a:pt x="0" y="439"/>
                      <a:pt x="33" y="448"/>
                      <a:pt x="58" y="448"/>
                    </a:cubicBezTo>
                    <a:cubicBezTo>
                      <a:pt x="83" y="439"/>
                      <a:pt x="99" y="423"/>
                      <a:pt x="116" y="398"/>
                    </a:cubicBezTo>
                    <a:lnTo>
                      <a:pt x="157" y="348"/>
                    </a:lnTo>
                    <a:cubicBezTo>
                      <a:pt x="182" y="315"/>
                      <a:pt x="215" y="282"/>
                      <a:pt x="240" y="249"/>
                    </a:cubicBezTo>
                    <a:cubicBezTo>
                      <a:pt x="298" y="182"/>
                      <a:pt x="356" y="116"/>
                      <a:pt x="414" y="58"/>
                    </a:cubicBezTo>
                    <a:cubicBezTo>
                      <a:pt x="440" y="32"/>
                      <a:pt x="415" y="1"/>
                      <a:pt x="3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6" name="Google Shape;2756;p5"/>
              <p:cNvSpPr/>
              <p:nvPr/>
            </p:nvSpPr>
            <p:spPr>
              <a:xfrm>
                <a:off x="2055325" y="1214800"/>
                <a:ext cx="3350" cy="6550"/>
              </a:xfrm>
              <a:custGeom>
                <a:rect b="b" l="l" r="r" t="t"/>
                <a:pathLst>
                  <a:path extrusionOk="0" h="262" w="134">
                    <a:moveTo>
                      <a:pt x="102" y="1"/>
                    </a:moveTo>
                    <a:cubicBezTo>
                      <a:pt x="91" y="1"/>
                      <a:pt x="81" y="7"/>
                      <a:pt x="75" y="12"/>
                    </a:cubicBezTo>
                    <a:cubicBezTo>
                      <a:pt x="59" y="54"/>
                      <a:pt x="42" y="87"/>
                      <a:pt x="25" y="128"/>
                    </a:cubicBezTo>
                    <a:cubicBezTo>
                      <a:pt x="9" y="162"/>
                      <a:pt x="1" y="203"/>
                      <a:pt x="1" y="244"/>
                    </a:cubicBezTo>
                    <a:cubicBezTo>
                      <a:pt x="6" y="255"/>
                      <a:pt x="14" y="262"/>
                      <a:pt x="22" y="262"/>
                    </a:cubicBezTo>
                    <a:cubicBezTo>
                      <a:pt x="26" y="262"/>
                      <a:pt x="31" y="259"/>
                      <a:pt x="34" y="253"/>
                    </a:cubicBezTo>
                    <a:cubicBezTo>
                      <a:pt x="59" y="220"/>
                      <a:pt x="67" y="178"/>
                      <a:pt x="83" y="145"/>
                    </a:cubicBezTo>
                    <a:cubicBezTo>
                      <a:pt x="92" y="112"/>
                      <a:pt x="108" y="79"/>
                      <a:pt x="125" y="46"/>
                    </a:cubicBezTo>
                    <a:cubicBezTo>
                      <a:pt x="133" y="29"/>
                      <a:pt x="125" y="12"/>
                      <a:pt x="117" y="4"/>
                    </a:cubicBezTo>
                    <a:cubicBezTo>
                      <a:pt x="112" y="2"/>
                      <a:pt x="107" y="1"/>
                      <a:pt x="1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7" name="Google Shape;2757;p5"/>
              <p:cNvSpPr/>
              <p:nvPr/>
            </p:nvSpPr>
            <p:spPr>
              <a:xfrm>
                <a:off x="1953825" y="1277525"/>
                <a:ext cx="11000" cy="13000"/>
              </a:xfrm>
              <a:custGeom>
                <a:rect b="b" l="l" r="r" t="t"/>
                <a:pathLst>
                  <a:path extrusionOk="0" h="520" w="440">
                    <a:moveTo>
                      <a:pt x="308" y="0"/>
                    </a:moveTo>
                    <a:cubicBezTo>
                      <a:pt x="296" y="0"/>
                      <a:pt x="284" y="2"/>
                      <a:pt x="274" y="6"/>
                    </a:cubicBezTo>
                    <a:cubicBezTo>
                      <a:pt x="233" y="22"/>
                      <a:pt x="200" y="47"/>
                      <a:pt x="166" y="80"/>
                    </a:cubicBezTo>
                    <a:cubicBezTo>
                      <a:pt x="133" y="105"/>
                      <a:pt x="117" y="138"/>
                      <a:pt x="92" y="171"/>
                    </a:cubicBezTo>
                    <a:cubicBezTo>
                      <a:pt x="59" y="213"/>
                      <a:pt x="42" y="254"/>
                      <a:pt x="26" y="296"/>
                    </a:cubicBezTo>
                    <a:cubicBezTo>
                      <a:pt x="9" y="337"/>
                      <a:pt x="1" y="387"/>
                      <a:pt x="9" y="437"/>
                    </a:cubicBezTo>
                    <a:cubicBezTo>
                      <a:pt x="26" y="486"/>
                      <a:pt x="75" y="511"/>
                      <a:pt x="125" y="519"/>
                    </a:cubicBezTo>
                    <a:cubicBezTo>
                      <a:pt x="158" y="519"/>
                      <a:pt x="183" y="503"/>
                      <a:pt x="216" y="486"/>
                    </a:cubicBezTo>
                    <a:lnTo>
                      <a:pt x="224" y="486"/>
                    </a:lnTo>
                    <a:cubicBezTo>
                      <a:pt x="249" y="470"/>
                      <a:pt x="266" y="453"/>
                      <a:pt x="282" y="428"/>
                    </a:cubicBezTo>
                    <a:cubicBezTo>
                      <a:pt x="324" y="403"/>
                      <a:pt x="357" y="370"/>
                      <a:pt x="382" y="329"/>
                    </a:cubicBezTo>
                    <a:cubicBezTo>
                      <a:pt x="415" y="263"/>
                      <a:pt x="440" y="171"/>
                      <a:pt x="407" y="97"/>
                    </a:cubicBezTo>
                    <a:cubicBezTo>
                      <a:pt x="407" y="89"/>
                      <a:pt x="398" y="80"/>
                      <a:pt x="398" y="64"/>
                    </a:cubicBezTo>
                    <a:cubicBezTo>
                      <a:pt x="382" y="47"/>
                      <a:pt x="374" y="31"/>
                      <a:pt x="357" y="14"/>
                    </a:cubicBezTo>
                    <a:cubicBezTo>
                      <a:pt x="342" y="4"/>
                      <a:pt x="325" y="0"/>
                      <a:pt x="3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8" name="Google Shape;2758;p5"/>
              <p:cNvSpPr/>
              <p:nvPr/>
            </p:nvSpPr>
            <p:spPr>
              <a:xfrm>
                <a:off x="1953475" y="1265475"/>
                <a:ext cx="22950" cy="10125"/>
              </a:xfrm>
              <a:custGeom>
                <a:rect b="b" l="l" r="r" t="t"/>
                <a:pathLst>
                  <a:path extrusionOk="0" h="405" w="918">
                    <a:moveTo>
                      <a:pt x="314" y="1"/>
                    </a:moveTo>
                    <a:cubicBezTo>
                      <a:pt x="217" y="1"/>
                      <a:pt x="123" y="21"/>
                      <a:pt x="40" y="65"/>
                    </a:cubicBezTo>
                    <a:cubicBezTo>
                      <a:pt x="1" y="88"/>
                      <a:pt x="27" y="140"/>
                      <a:pt x="65" y="140"/>
                    </a:cubicBezTo>
                    <a:cubicBezTo>
                      <a:pt x="67" y="140"/>
                      <a:pt x="70" y="140"/>
                      <a:pt x="73" y="140"/>
                    </a:cubicBezTo>
                    <a:cubicBezTo>
                      <a:pt x="144" y="124"/>
                      <a:pt x="219" y="114"/>
                      <a:pt x="293" y="114"/>
                    </a:cubicBezTo>
                    <a:cubicBezTo>
                      <a:pt x="374" y="114"/>
                      <a:pt x="455" y="126"/>
                      <a:pt x="528" y="156"/>
                    </a:cubicBezTo>
                    <a:cubicBezTo>
                      <a:pt x="595" y="181"/>
                      <a:pt x="653" y="223"/>
                      <a:pt x="702" y="264"/>
                    </a:cubicBezTo>
                    <a:cubicBezTo>
                      <a:pt x="736" y="289"/>
                      <a:pt x="752" y="314"/>
                      <a:pt x="777" y="339"/>
                    </a:cubicBezTo>
                    <a:cubicBezTo>
                      <a:pt x="802" y="363"/>
                      <a:pt x="827" y="397"/>
                      <a:pt x="860" y="405"/>
                    </a:cubicBezTo>
                    <a:cubicBezTo>
                      <a:pt x="876" y="405"/>
                      <a:pt x="901" y="397"/>
                      <a:pt x="910" y="372"/>
                    </a:cubicBezTo>
                    <a:cubicBezTo>
                      <a:pt x="918" y="297"/>
                      <a:pt x="827" y="214"/>
                      <a:pt x="777" y="173"/>
                    </a:cubicBezTo>
                    <a:cubicBezTo>
                      <a:pt x="711" y="123"/>
                      <a:pt x="644" y="82"/>
                      <a:pt x="570" y="49"/>
                    </a:cubicBezTo>
                    <a:cubicBezTo>
                      <a:pt x="488" y="17"/>
                      <a:pt x="400" y="1"/>
                      <a:pt x="3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9" name="Google Shape;2759;p5"/>
              <p:cNvSpPr/>
              <p:nvPr/>
            </p:nvSpPr>
            <p:spPr>
              <a:xfrm>
                <a:off x="1966875" y="1264550"/>
                <a:ext cx="6000" cy="4050"/>
              </a:xfrm>
              <a:custGeom>
                <a:rect b="b" l="l" r="r" t="t"/>
                <a:pathLst>
                  <a:path extrusionOk="0" h="162" w="240">
                    <a:moveTo>
                      <a:pt x="41" y="0"/>
                    </a:moveTo>
                    <a:cubicBezTo>
                      <a:pt x="28" y="0"/>
                      <a:pt x="16" y="13"/>
                      <a:pt x="9" y="19"/>
                    </a:cubicBezTo>
                    <a:cubicBezTo>
                      <a:pt x="1" y="36"/>
                      <a:pt x="9" y="52"/>
                      <a:pt x="26" y="61"/>
                    </a:cubicBezTo>
                    <a:cubicBezTo>
                      <a:pt x="50" y="77"/>
                      <a:pt x="84" y="94"/>
                      <a:pt x="108" y="110"/>
                    </a:cubicBezTo>
                    <a:cubicBezTo>
                      <a:pt x="125" y="119"/>
                      <a:pt x="142" y="127"/>
                      <a:pt x="158" y="135"/>
                    </a:cubicBezTo>
                    <a:cubicBezTo>
                      <a:pt x="166" y="144"/>
                      <a:pt x="166" y="144"/>
                      <a:pt x="175" y="152"/>
                    </a:cubicBezTo>
                    <a:cubicBezTo>
                      <a:pt x="183" y="152"/>
                      <a:pt x="191" y="160"/>
                      <a:pt x="200" y="160"/>
                    </a:cubicBezTo>
                    <a:cubicBezTo>
                      <a:pt x="203" y="161"/>
                      <a:pt x="206" y="162"/>
                      <a:pt x="209" y="162"/>
                    </a:cubicBezTo>
                    <a:cubicBezTo>
                      <a:pt x="228" y="162"/>
                      <a:pt x="240" y="141"/>
                      <a:pt x="233" y="127"/>
                    </a:cubicBezTo>
                    <a:cubicBezTo>
                      <a:pt x="224" y="110"/>
                      <a:pt x="224" y="110"/>
                      <a:pt x="216" y="102"/>
                    </a:cubicBezTo>
                    <a:cubicBezTo>
                      <a:pt x="208" y="94"/>
                      <a:pt x="200" y="86"/>
                      <a:pt x="191" y="77"/>
                    </a:cubicBezTo>
                    <a:cubicBezTo>
                      <a:pt x="175" y="69"/>
                      <a:pt x="158" y="61"/>
                      <a:pt x="142" y="52"/>
                    </a:cubicBezTo>
                    <a:cubicBezTo>
                      <a:pt x="117" y="36"/>
                      <a:pt x="84" y="19"/>
                      <a:pt x="50" y="3"/>
                    </a:cubicBezTo>
                    <a:cubicBezTo>
                      <a:pt x="47" y="1"/>
                      <a:pt x="44" y="0"/>
                      <a:pt x="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0" name="Google Shape;2760;p5"/>
              <p:cNvSpPr/>
              <p:nvPr/>
            </p:nvSpPr>
            <p:spPr>
              <a:xfrm>
                <a:off x="1899400" y="1359850"/>
                <a:ext cx="24550" cy="11875"/>
              </a:xfrm>
              <a:custGeom>
                <a:rect b="b" l="l" r="r" t="t"/>
                <a:pathLst>
                  <a:path extrusionOk="0" h="475" w="982">
                    <a:moveTo>
                      <a:pt x="32" y="1"/>
                    </a:moveTo>
                    <a:cubicBezTo>
                      <a:pt x="12" y="1"/>
                      <a:pt x="0" y="29"/>
                      <a:pt x="15" y="43"/>
                    </a:cubicBezTo>
                    <a:cubicBezTo>
                      <a:pt x="81" y="101"/>
                      <a:pt x="156" y="143"/>
                      <a:pt x="231" y="176"/>
                    </a:cubicBezTo>
                    <a:cubicBezTo>
                      <a:pt x="305" y="217"/>
                      <a:pt x="388" y="251"/>
                      <a:pt x="463" y="284"/>
                    </a:cubicBezTo>
                    <a:cubicBezTo>
                      <a:pt x="620" y="358"/>
                      <a:pt x="777" y="416"/>
                      <a:pt x="935" y="474"/>
                    </a:cubicBezTo>
                    <a:lnTo>
                      <a:pt x="935" y="466"/>
                    </a:lnTo>
                    <a:cubicBezTo>
                      <a:pt x="940" y="468"/>
                      <a:pt x="944" y="469"/>
                      <a:pt x="948" y="469"/>
                    </a:cubicBezTo>
                    <a:cubicBezTo>
                      <a:pt x="972" y="469"/>
                      <a:pt x="981" y="432"/>
                      <a:pt x="960" y="425"/>
                    </a:cubicBezTo>
                    <a:cubicBezTo>
                      <a:pt x="802" y="358"/>
                      <a:pt x="653" y="284"/>
                      <a:pt x="496" y="209"/>
                    </a:cubicBezTo>
                    <a:cubicBezTo>
                      <a:pt x="421" y="176"/>
                      <a:pt x="347" y="135"/>
                      <a:pt x="272" y="101"/>
                    </a:cubicBezTo>
                    <a:cubicBezTo>
                      <a:pt x="197" y="60"/>
                      <a:pt x="123" y="19"/>
                      <a:pt x="40" y="2"/>
                    </a:cubicBezTo>
                    <a:cubicBezTo>
                      <a:pt x="37" y="1"/>
                      <a:pt x="35" y="1"/>
                      <a:pt x="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1" name="Google Shape;2761;p5"/>
              <p:cNvSpPr/>
              <p:nvPr/>
            </p:nvSpPr>
            <p:spPr>
              <a:xfrm>
                <a:off x="1868825" y="1345075"/>
                <a:ext cx="10975" cy="5825"/>
              </a:xfrm>
              <a:custGeom>
                <a:rect b="b" l="l" r="r" t="t"/>
                <a:pathLst>
                  <a:path extrusionOk="0" h="233" w="439">
                    <a:moveTo>
                      <a:pt x="38" y="1"/>
                    </a:moveTo>
                    <a:cubicBezTo>
                      <a:pt x="14" y="1"/>
                      <a:pt x="1" y="32"/>
                      <a:pt x="29" y="46"/>
                    </a:cubicBezTo>
                    <a:cubicBezTo>
                      <a:pt x="87" y="79"/>
                      <a:pt x="145" y="112"/>
                      <a:pt x="211" y="146"/>
                    </a:cubicBezTo>
                    <a:cubicBezTo>
                      <a:pt x="269" y="170"/>
                      <a:pt x="335" y="204"/>
                      <a:pt x="401" y="228"/>
                    </a:cubicBezTo>
                    <a:cubicBezTo>
                      <a:pt x="406" y="232"/>
                      <a:pt x="411" y="233"/>
                      <a:pt x="414" y="233"/>
                    </a:cubicBezTo>
                    <a:cubicBezTo>
                      <a:pt x="431" y="233"/>
                      <a:pt x="438" y="209"/>
                      <a:pt x="418" y="195"/>
                    </a:cubicBezTo>
                    <a:cubicBezTo>
                      <a:pt x="360" y="162"/>
                      <a:pt x="302" y="129"/>
                      <a:pt x="236" y="96"/>
                    </a:cubicBezTo>
                    <a:cubicBezTo>
                      <a:pt x="178" y="63"/>
                      <a:pt x="111" y="38"/>
                      <a:pt x="53" y="5"/>
                    </a:cubicBezTo>
                    <a:cubicBezTo>
                      <a:pt x="48" y="2"/>
                      <a:pt x="43" y="1"/>
                      <a:pt x="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2" name="Google Shape;2762;p5"/>
              <p:cNvSpPr/>
              <p:nvPr/>
            </p:nvSpPr>
            <p:spPr>
              <a:xfrm>
                <a:off x="1858350" y="1311075"/>
                <a:ext cx="3750" cy="4100"/>
              </a:xfrm>
              <a:custGeom>
                <a:rect b="b" l="l" r="r" t="t"/>
                <a:pathLst>
                  <a:path extrusionOk="0" h="164" w="150">
                    <a:moveTo>
                      <a:pt x="36" y="0"/>
                    </a:moveTo>
                    <a:cubicBezTo>
                      <a:pt x="28" y="0"/>
                      <a:pt x="18" y="4"/>
                      <a:pt x="8" y="14"/>
                    </a:cubicBezTo>
                    <a:cubicBezTo>
                      <a:pt x="0" y="22"/>
                      <a:pt x="0" y="39"/>
                      <a:pt x="17" y="56"/>
                    </a:cubicBezTo>
                    <a:cubicBezTo>
                      <a:pt x="25" y="64"/>
                      <a:pt x="33" y="72"/>
                      <a:pt x="33" y="80"/>
                    </a:cubicBezTo>
                    <a:cubicBezTo>
                      <a:pt x="50" y="97"/>
                      <a:pt x="58" y="105"/>
                      <a:pt x="66" y="130"/>
                    </a:cubicBezTo>
                    <a:cubicBezTo>
                      <a:pt x="66" y="130"/>
                      <a:pt x="66" y="138"/>
                      <a:pt x="75" y="147"/>
                    </a:cubicBezTo>
                    <a:cubicBezTo>
                      <a:pt x="83" y="163"/>
                      <a:pt x="108" y="163"/>
                      <a:pt x="124" y="163"/>
                    </a:cubicBezTo>
                    <a:cubicBezTo>
                      <a:pt x="141" y="155"/>
                      <a:pt x="149" y="130"/>
                      <a:pt x="141" y="114"/>
                    </a:cubicBezTo>
                    <a:cubicBezTo>
                      <a:pt x="141" y="97"/>
                      <a:pt x="133" y="80"/>
                      <a:pt x="124" y="72"/>
                    </a:cubicBezTo>
                    <a:cubicBezTo>
                      <a:pt x="116" y="56"/>
                      <a:pt x="100" y="39"/>
                      <a:pt x="91" y="31"/>
                    </a:cubicBezTo>
                    <a:cubicBezTo>
                      <a:pt x="83" y="22"/>
                      <a:pt x="66" y="6"/>
                      <a:pt x="50" y="6"/>
                    </a:cubicBezTo>
                    <a:cubicBezTo>
                      <a:pt x="46" y="2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3" name="Google Shape;2763;p5"/>
              <p:cNvSpPr/>
              <p:nvPr/>
            </p:nvSpPr>
            <p:spPr>
              <a:xfrm>
                <a:off x="1855450" y="1312650"/>
                <a:ext cx="1875" cy="1475"/>
              </a:xfrm>
              <a:custGeom>
                <a:rect b="b" l="l" r="r" t="t"/>
                <a:pathLst>
                  <a:path extrusionOk="0" h="59" w="75">
                    <a:moveTo>
                      <a:pt x="33" y="1"/>
                    </a:moveTo>
                    <a:cubicBezTo>
                      <a:pt x="0" y="1"/>
                      <a:pt x="0" y="59"/>
                      <a:pt x="33" y="59"/>
                    </a:cubicBezTo>
                    <a:cubicBezTo>
                      <a:pt x="75" y="59"/>
                      <a:pt x="75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4" name="Google Shape;2764;p5"/>
              <p:cNvSpPr/>
              <p:nvPr/>
            </p:nvSpPr>
            <p:spPr>
              <a:xfrm>
                <a:off x="1924825" y="1272050"/>
                <a:ext cx="11625" cy="8500"/>
              </a:xfrm>
              <a:custGeom>
                <a:rect b="b" l="l" r="r" t="t"/>
                <a:pathLst>
                  <a:path extrusionOk="0" h="340" w="465">
                    <a:moveTo>
                      <a:pt x="357" y="1"/>
                    </a:moveTo>
                    <a:cubicBezTo>
                      <a:pt x="332" y="1"/>
                      <a:pt x="316" y="1"/>
                      <a:pt x="291" y="9"/>
                    </a:cubicBezTo>
                    <a:cubicBezTo>
                      <a:pt x="241" y="18"/>
                      <a:pt x="200" y="34"/>
                      <a:pt x="158" y="59"/>
                    </a:cubicBezTo>
                    <a:cubicBezTo>
                      <a:pt x="117" y="84"/>
                      <a:pt x="84" y="117"/>
                      <a:pt x="59" y="158"/>
                    </a:cubicBezTo>
                    <a:cubicBezTo>
                      <a:pt x="42" y="175"/>
                      <a:pt x="34" y="200"/>
                      <a:pt x="26" y="225"/>
                    </a:cubicBezTo>
                    <a:cubicBezTo>
                      <a:pt x="9" y="250"/>
                      <a:pt x="1" y="283"/>
                      <a:pt x="17" y="308"/>
                    </a:cubicBezTo>
                    <a:cubicBezTo>
                      <a:pt x="29" y="325"/>
                      <a:pt x="54" y="339"/>
                      <a:pt x="73" y="339"/>
                    </a:cubicBezTo>
                    <a:cubicBezTo>
                      <a:pt x="81" y="339"/>
                      <a:pt x="87" y="337"/>
                      <a:pt x="92" y="332"/>
                    </a:cubicBezTo>
                    <a:cubicBezTo>
                      <a:pt x="117" y="316"/>
                      <a:pt x="125" y="299"/>
                      <a:pt x="125" y="283"/>
                    </a:cubicBezTo>
                    <a:cubicBezTo>
                      <a:pt x="133" y="274"/>
                      <a:pt x="133" y="266"/>
                      <a:pt x="133" y="258"/>
                    </a:cubicBezTo>
                    <a:cubicBezTo>
                      <a:pt x="133" y="258"/>
                      <a:pt x="133" y="250"/>
                      <a:pt x="133" y="250"/>
                    </a:cubicBezTo>
                    <a:lnTo>
                      <a:pt x="142" y="241"/>
                    </a:lnTo>
                    <a:cubicBezTo>
                      <a:pt x="150" y="233"/>
                      <a:pt x="150" y="225"/>
                      <a:pt x="158" y="216"/>
                    </a:cubicBezTo>
                    <a:cubicBezTo>
                      <a:pt x="158" y="208"/>
                      <a:pt x="166" y="208"/>
                      <a:pt x="166" y="208"/>
                    </a:cubicBezTo>
                    <a:cubicBezTo>
                      <a:pt x="166" y="208"/>
                      <a:pt x="166" y="200"/>
                      <a:pt x="166" y="200"/>
                    </a:cubicBezTo>
                    <a:cubicBezTo>
                      <a:pt x="175" y="192"/>
                      <a:pt x="183" y="192"/>
                      <a:pt x="191" y="183"/>
                    </a:cubicBezTo>
                    <a:cubicBezTo>
                      <a:pt x="191" y="175"/>
                      <a:pt x="200" y="175"/>
                      <a:pt x="200" y="167"/>
                    </a:cubicBezTo>
                    <a:cubicBezTo>
                      <a:pt x="208" y="158"/>
                      <a:pt x="216" y="158"/>
                      <a:pt x="224" y="150"/>
                    </a:cubicBezTo>
                    <a:cubicBezTo>
                      <a:pt x="241" y="142"/>
                      <a:pt x="258" y="134"/>
                      <a:pt x="274" y="125"/>
                    </a:cubicBezTo>
                    <a:cubicBezTo>
                      <a:pt x="282" y="125"/>
                      <a:pt x="291" y="117"/>
                      <a:pt x="291" y="117"/>
                    </a:cubicBezTo>
                    <a:lnTo>
                      <a:pt x="299" y="117"/>
                    </a:lnTo>
                    <a:cubicBezTo>
                      <a:pt x="307" y="109"/>
                      <a:pt x="316" y="109"/>
                      <a:pt x="324" y="109"/>
                    </a:cubicBezTo>
                    <a:cubicBezTo>
                      <a:pt x="349" y="100"/>
                      <a:pt x="365" y="92"/>
                      <a:pt x="382" y="84"/>
                    </a:cubicBezTo>
                    <a:cubicBezTo>
                      <a:pt x="398" y="76"/>
                      <a:pt x="415" y="67"/>
                      <a:pt x="432" y="59"/>
                    </a:cubicBezTo>
                    <a:cubicBezTo>
                      <a:pt x="465" y="51"/>
                      <a:pt x="456" y="9"/>
                      <a:pt x="423" y="9"/>
                    </a:cubicBezTo>
                    <a:cubicBezTo>
                      <a:pt x="407" y="9"/>
                      <a:pt x="382" y="1"/>
                      <a:pt x="3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5" name="Google Shape;2765;p5"/>
              <p:cNvSpPr/>
              <p:nvPr/>
            </p:nvSpPr>
            <p:spPr>
              <a:xfrm>
                <a:off x="1924100" y="1271325"/>
                <a:ext cx="4625" cy="6825"/>
              </a:xfrm>
              <a:custGeom>
                <a:rect b="b" l="l" r="r" t="t"/>
                <a:pathLst>
                  <a:path extrusionOk="0" h="273" w="185">
                    <a:moveTo>
                      <a:pt x="151" y="1"/>
                    </a:moveTo>
                    <a:cubicBezTo>
                      <a:pt x="147" y="1"/>
                      <a:pt x="142" y="2"/>
                      <a:pt x="137" y="5"/>
                    </a:cubicBezTo>
                    <a:cubicBezTo>
                      <a:pt x="96" y="38"/>
                      <a:pt x="63" y="71"/>
                      <a:pt x="38" y="113"/>
                    </a:cubicBezTo>
                    <a:cubicBezTo>
                      <a:pt x="13" y="154"/>
                      <a:pt x="5" y="204"/>
                      <a:pt x="5" y="254"/>
                    </a:cubicBezTo>
                    <a:cubicBezTo>
                      <a:pt x="1" y="266"/>
                      <a:pt x="9" y="272"/>
                      <a:pt x="19" y="272"/>
                    </a:cubicBezTo>
                    <a:cubicBezTo>
                      <a:pt x="30" y="272"/>
                      <a:pt x="42" y="266"/>
                      <a:pt x="46" y="254"/>
                    </a:cubicBezTo>
                    <a:cubicBezTo>
                      <a:pt x="63" y="171"/>
                      <a:pt x="104" y="96"/>
                      <a:pt x="171" y="47"/>
                    </a:cubicBezTo>
                    <a:cubicBezTo>
                      <a:pt x="184" y="26"/>
                      <a:pt x="170" y="1"/>
                      <a:pt x="1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6" name="Google Shape;2766;p5"/>
              <p:cNvSpPr/>
              <p:nvPr/>
            </p:nvSpPr>
            <p:spPr>
              <a:xfrm>
                <a:off x="1942925" y="1242625"/>
                <a:ext cx="5950" cy="3825"/>
              </a:xfrm>
              <a:custGeom>
                <a:rect b="b" l="l" r="r" t="t"/>
                <a:pathLst>
                  <a:path extrusionOk="0" h="153" w="238">
                    <a:moveTo>
                      <a:pt x="187" y="0"/>
                    </a:moveTo>
                    <a:cubicBezTo>
                      <a:pt x="176" y="0"/>
                      <a:pt x="165" y="1"/>
                      <a:pt x="155" y="1"/>
                    </a:cubicBezTo>
                    <a:cubicBezTo>
                      <a:pt x="138" y="10"/>
                      <a:pt x="114" y="18"/>
                      <a:pt x="97" y="26"/>
                    </a:cubicBezTo>
                    <a:cubicBezTo>
                      <a:pt x="56" y="43"/>
                      <a:pt x="22" y="84"/>
                      <a:pt x="6" y="117"/>
                    </a:cubicBezTo>
                    <a:cubicBezTo>
                      <a:pt x="0" y="135"/>
                      <a:pt x="15" y="153"/>
                      <a:pt x="27" y="153"/>
                    </a:cubicBezTo>
                    <a:cubicBezTo>
                      <a:pt x="32" y="153"/>
                      <a:pt x="37" y="150"/>
                      <a:pt x="39" y="142"/>
                    </a:cubicBezTo>
                    <a:cubicBezTo>
                      <a:pt x="64" y="109"/>
                      <a:pt x="89" y="93"/>
                      <a:pt x="122" y="76"/>
                    </a:cubicBezTo>
                    <a:lnTo>
                      <a:pt x="147" y="76"/>
                    </a:lnTo>
                    <a:cubicBezTo>
                      <a:pt x="155" y="68"/>
                      <a:pt x="163" y="68"/>
                      <a:pt x="172" y="68"/>
                    </a:cubicBezTo>
                    <a:cubicBezTo>
                      <a:pt x="196" y="59"/>
                      <a:pt x="213" y="59"/>
                      <a:pt x="230" y="43"/>
                    </a:cubicBezTo>
                    <a:cubicBezTo>
                      <a:pt x="238" y="35"/>
                      <a:pt x="238" y="26"/>
                      <a:pt x="230" y="18"/>
                    </a:cubicBezTo>
                    <a:cubicBezTo>
                      <a:pt x="220" y="3"/>
                      <a:pt x="204" y="0"/>
                      <a:pt x="1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7" name="Google Shape;2767;p5"/>
              <p:cNvSpPr/>
              <p:nvPr/>
            </p:nvSpPr>
            <p:spPr>
              <a:xfrm>
                <a:off x="1941400" y="1240575"/>
                <a:ext cx="4175" cy="3175"/>
              </a:xfrm>
              <a:custGeom>
                <a:rect b="b" l="l" r="r" t="t"/>
                <a:pathLst>
                  <a:path extrusionOk="0" h="127" w="167">
                    <a:moveTo>
                      <a:pt x="125" y="1"/>
                    </a:moveTo>
                    <a:lnTo>
                      <a:pt x="108" y="9"/>
                    </a:lnTo>
                    <a:cubicBezTo>
                      <a:pt x="92" y="17"/>
                      <a:pt x="83" y="25"/>
                      <a:pt x="67" y="34"/>
                    </a:cubicBezTo>
                    <a:cubicBezTo>
                      <a:pt x="50" y="50"/>
                      <a:pt x="25" y="67"/>
                      <a:pt x="9" y="92"/>
                    </a:cubicBezTo>
                    <a:cubicBezTo>
                      <a:pt x="1" y="100"/>
                      <a:pt x="9" y="117"/>
                      <a:pt x="17" y="125"/>
                    </a:cubicBezTo>
                    <a:cubicBezTo>
                      <a:pt x="21" y="125"/>
                      <a:pt x="25" y="127"/>
                      <a:pt x="30" y="127"/>
                    </a:cubicBezTo>
                    <a:cubicBezTo>
                      <a:pt x="34" y="127"/>
                      <a:pt x="38" y="125"/>
                      <a:pt x="42" y="117"/>
                    </a:cubicBezTo>
                    <a:cubicBezTo>
                      <a:pt x="50" y="108"/>
                      <a:pt x="59" y="100"/>
                      <a:pt x="67" y="92"/>
                    </a:cubicBezTo>
                    <a:cubicBezTo>
                      <a:pt x="75" y="92"/>
                      <a:pt x="75" y="92"/>
                      <a:pt x="75" y="83"/>
                    </a:cubicBezTo>
                    <a:lnTo>
                      <a:pt x="83" y="83"/>
                    </a:lnTo>
                    <a:cubicBezTo>
                      <a:pt x="83" y="75"/>
                      <a:pt x="92" y="75"/>
                      <a:pt x="100" y="67"/>
                    </a:cubicBezTo>
                    <a:cubicBezTo>
                      <a:pt x="108" y="67"/>
                      <a:pt x="117" y="59"/>
                      <a:pt x="125" y="50"/>
                    </a:cubicBezTo>
                    <a:lnTo>
                      <a:pt x="141" y="50"/>
                    </a:lnTo>
                    <a:cubicBezTo>
                      <a:pt x="150" y="42"/>
                      <a:pt x="158" y="42"/>
                      <a:pt x="166" y="34"/>
                    </a:cubicBezTo>
                    <a:cubicBezTo>
                      <a:pt x="166" y="25"/>
                      <a:pt x="166" y="9"/>
                      <a:pt x="158" y="9"/>
                    </a:cubicBezTo>
                    <a:cubicBezTo>
                      <a:pt x="150" y="1"/>
                      <a:pt x="141" y="1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8" name="Google Shape;2768;p5"/>
              <p:cNvSpPr/>
              <p:nvPr/>
            </p:nvSpPr>
            <p:spPr>
              <a:xfrm>
                <a:off x="2011725" y="1322400"/>
                <a:ext cx="1575" cy="10700"/>
              </a:xfrm>
              <a:custGeom>
                <a:rect b="b" l="l" r="r" t="t"/>
                <a:pathLst>
                  <a:path extrusionOk="0" h="428" w="63">
                    <a:moveTo>
                      <a:pt x="23" y="0"/>
                    </a:moveTo>
                    <a:cubicBezTo>
                      <a:pt x="11" y="0"/>
                      <a:pt x="1" y="9"/>
                      <a:pt x="5" y="25"/>
                    </a:cubicBezTo>
                    <a:cubicBezTo>
                      <a:pt x="5" y="91"/>
                      <a:pt x="5" y="158"/>
                      <a:pt x="13" y="224"/>
                    </a:cubicBezTo>
                    <a:cubicBezTo>
                      <a:pt x="13" y="290"/>
                      <a:pt x="5" y="357"/>
                      <a:pt x="21" y="415"/>
                    </a:cubicBezTo>
                    <a:cubicBezTo>
                      <a:pt x="21" y="423"/>
                      <a:pt x="27" y="427"/>
                      <a:pt x="34" y="427"/>
                    </a:cubicBezTo>
                    <a:cubicBezTo>
                      <a:pt x="40" y="427"/>
                      <a:pt x="46" y="423"/>
                      <a:pt x="46" y="415"/>
                    </a:cubicBezTo>
                    <a:cubicBezTo>
                      <a:pt x="63" y="357"/>
                      <a:pt x="63" y="282"/>
                      <a:pt x="63" y="224"/>
                    </a:cubicBezTo>
                    <a:cubicBezTo>
                      <a:pt x="63" y="158"/>
                      <a:pt x="54" y="91"/>
                      <a:pt x="54" y="25"/>
                    </a:cubicBezTo>
                    <a:cubicBezTo>
                      <a:pt x="50" y="9"/>
                      <a:pt x="36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9" name="Google Shape;2769;p5"/>
              <p:cNvSpPr/>
              <p:nvPr/>
            </p:nvSpPr>
            <p:spPr>
              <a:xfrm>
                <a:off x="2002775" y="1340175"/>
                <a:ext cx="4000" cy="10375"/>
              </a:xfrm>
              <a:custGeom>
                <a:rect b="b" l="l" r="r" t="t"/>
                <a:pathLst>
                  <a:path extrusionOk="0" h="415" w="160">
                    <a:moveTo>
                      <a:pt x="135" y="1"/>
                    </a:moveTo>
                    <a:cubicBezTo>
                      <a:pt x="125" y="1"/>
                      <a:pt x="114" y="7"/>
                      <a:pt x="114" y="18"/>
                    </a:cubicBezTo>
                    <a:cubicBezTo>
                      <a:pt x="98" y="85"/>
                      <a:pt x="81" y="143"/>
                      <a:pt x="64" y="209"/>
                    </a:cubicBezTo>
                    <a:cubicBezTo>
                      <a:pt x="40" y="267"/>
                      <a:pt x="15" y="325"/>
                      <a:pt x="6" y="391"/>
                    </a:cubicBezTo>
                    <a:cubicBezTo>
                      <a:pt x="1" y="403"/>
                      <a:pt x="11" y="415"/>
                      <a:pt x="24" y="415"/>
                    </a:cubicBezTo>
                    <a:cubicBezTo>
                      <a:pt x="29" y="415"/>
                      <a:pt x="35" y="413"/>
                      <a:pt x="40" y="408"/>
                    </a:cubicBezTo>
                    <a:cubicBezTo>
                      <a:pt x="81" y="358"/>
                      <a:pt x="106" y="292"/>
                      <a:pt x="122" y="226"/>
                    </a:cubicBezTo>
                    <a:cubicBezTo>
                      <a:pt x="139" y="159"/>
                      <a:pt x="147" y="93"/>
                      <a:pt x="156" y="27"/>
                    </a:cubicBezTo>
                    <a:cubicBezTo>
                      <a:pt x="160" y="9"/>
                      <a:pt x="148" y="1"/>
                      <a:pt x="1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0" name="Google Shape;2770;p5"/>
              <p:cNvSpPr/>
              <p:nvPr/>
            </p:nvSpPr>
            <p:spPr>
              <a:xfrm>
                <a:off x="1998375" y="1343475"/>
                <a:ext cx="2925" cy="7325"/>
              </a:xfrm>
              <a:custGeom>
                <a:rect b="b" l="l" r="r" t="t"/>
                <a:pathLst>
                  <a:path extrusionOk="0" h="293" w="117">
                    <a:moveTo>
                      <a:pt x="82" y="0"/>
                    </a:moveTo>
                    <a:cubicBezTo>
                      <a:pt x="69" y="0"/>
                      <a:pt x="57" y="14"/>
                      <a:pt x="50" y="27"/>
                    </a:cubicBezTo>
                    <a:cubicBezTo>
                      <a:pt x="42" y="69"/>
                      <a:pt x="33" y="102"/>
                      <a:pt x="25" y="143"/>
                    </a:cubicBezTo>
                    <a:cubicBezTo>
                      <a:pt x="17" y="185"/>
                      <a:pt x="0" y="226"/>
                      <a:pt x="0" y="268"/>
                    </a:cubicBezTo>
                    <a:cubicBezTo>
                      <a:pt x="0" y="276"/>
                      <a:pt x="8" y="292"/>
                      <a:pt x="17" y="292"/>
                    </a:cubicBezTo>
                    <a:cubicBezTo>
                      <a:pt x="25" y="292"/>
                      <a:pt x="42" y="292"/>
                      <a:pt x="42" y="276"/>
                    </a:cubicBezTo>
                    <a:cubicBezTo>
                      <a:pt x="66" y="243"/>
                      <a:pt x="83" y="201"/>
                      <a:pt x="91" y="160"/>
                    </a:cubicBezTo>
                    <a:cubicBezTo>
                      <a:pt x="100" y="127"/>
                      <a:pt x="108" y="85"/>
                      <a:pt x="116" y="44"/>
                    </a:cubicBezTo>
                    <a:cubicBezTo>
                      <a:pt x="116" y="27"/>
                      <a:pt x="108" y="11"/>
                      <a:pt x="91" y="2"/>
                    </a:cubicBezTo>
                    <a:cubicBezTo>
                      <a:pt x="88" y="1"/>
                      <a:pt x="85" y="0"/>
                      <a:pt x="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1" name="Google Shape;2771;p5"/>
              <p:cNvSpPr/>
              <p:nvPr/>
            </p:nvSpPr>
            <p:spPr>
              <a:xfrm>
                <a:off x="1994625" y="1347575"/>
                <a:ext cx="3550" cy="4875"/>
              </a:xfrm>
              <a:custGeom>
                <a:rect b="b" l="l" r="r" t="t"/>
                <a:pathLst>
                  <a:path extrusionOk="0" h="195" w="142">
                    <a:moveTo>
                      <a:pt x="96" y="1"/>
                    </a:moveTo>
                    <a:cubicBezTo>
                      <a:pt x="84" y="1"/>
                      <a:pt x="73" y="9"/>
                      <a:pt x="67" y="21"/>
                    </a:cubicBezTo>
                    <a:cubicBezTo>
                      <a:pt x="67" y="29"/>
                      <a:pt x="67" y="37"/>
                      <a:pt x="67" y="46"/>
                    </a:cubicBezTo>
                    <a:lnTo>
                      <a:pt x="59" y="46"/>
                    </a:lnTo>
                    <a:cubicBezTo>
                      <a:pt x="59" y="54"/>
                      <a:pt x="59" y="54"/>
                      <a:pt x="59" y="54"/>
                    </a:cubicBezTo>
                    <a:cubicBezTo>
                      <a:pt x="51" y="70"/>
                      <a:pt x="42" y="79"/>
                      <a:pt x="42" y="95"/>
                    </a:cubicBezTo>
                    <a:lnTo>
                      <a:pt x="18" y="128"/>
                    </a:lnTo>
                    <a:cubicBezTo>
                      <a:pt x="18" y="137"/>
                      <a:pt x="9" y="145"/>
                      <a:pt x="9" y="153"/>
                    </a:cubicBezTo>
                    <a:cubicBezTo>
                      <a:pt x="9" y="162"/>
                      <a:pt x="9" y="170"/>
                      <a:pt x="9" y="178"/>
                    </a:cubicBezTo>
                    <a:cubicBezTo>
                      <a:pt x="1" y="186"/>
                      <a:pt x="18" y="195"/>
                      <a:pt x="26" y="195"/>
                    </a:cubicBezTo>
                    <a:cubicBezTo>
                      <a:pt x="34" y="186"/>
                      <a:pt x="42" y="186"/>
                      <a:pt x="51" y="178"/>
                    </a:cubicBezTo>
                    <a:cubicBezTo>
                      <a:pt x="59" y="178"/>
                      <a:pt x="59" y="170"/>
                      <a:pt x="67" y="162"/>
                    </a:cubicBezTo>
                    <a:cubicBezTo>
                      <a:pt x="76" y="153"/>
                      <a:pt x="84" y="137"/>
                      <a:pt x="92" y="128"/>
                    </a:cubicBezTo>
                    <a:cubicBezTo>
                      <a:pt x="109" y="95"/>
                      <a:pt x="125" y="70"/>
                      <a:pt x="134" y="37"/>
                    </a:cubicBezTo>
                    <a:cubicBezTo>
                      <a:pt x="142" y="21"/>
                      <a:pt x="125" y="4"/>
                      <a:pt x="109" y="4"/>
                    </a:cubicBezTo>
                    <a:cubicBezTo>
                      <a:pt x="104" y="2"/>
                      <a:pt x="100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2" name="Google Shape;2772;p5"/>
              <p:cNvSpPr/>
              <p:nvPr/>
            </p:nvSpPr>
            <p:spPr>
              <a:xfrm>
                <a:off x="2048500" y="1377250"/>
                <a:ext cx="11125" cy="19575"/>
              </a:xfrm>
              <a:custGeom>
                <a:rect b="b" l="l" r="r" t="t"/>
                <a:pathLst>
                  <a:path extrusionOk="0" h="783" w="445">
                    <a:moveTo>
                      <a:pt x="410" y="0"/>
                    </a:moveTo>
                    <a:cubicBezTo>
                      <a:pt x="399" y="0"/>
                      <a:pt x="388" y="6"/>
                      <a:pt x="381" y="19"/>
                    </a:cubicBezTo>
                    <a:cubicBezTo>
                      <a:pt x="332" y="151"/>
                      <a:pt x="282" y="275"/>
                      <a:pt x="216" y="400"/>
                    </a:cubicBezTo>
                    <a:cubicBezTo>
                      <a:pt x="182" y="458"/>
                      <a:pt x="141" y="516"/>
                      <a:pt x="108" y="574"/>
                    </a:cubicBezTo>
                    <a:cubicBezTo>
                      <a:pt x="66" y="632"/>
                      <a:pt x="17" y="681"/>
                      <a:pt x="0" y="748"/>
                    </a:cubicBezTo>
                    <a:cubicBezTo>
                      <a:pt x="0" y="762"/>
                      <a:pt x="13" y="782"/>
                      <a:pt x="27" y="782"/>
                    </a:cubicBezTo>
                    <a:cubicBezTo>
                      <a:pt x="29" y="782"/>
                      <a:pt x="31" y="782"/>
                      <a:pt x="33" y="781"/>
                    </a:cubicBezTo>
                    <a:cubicBezTo>
                      <a:pt x="100" y="756"/>
                      <a:pt x="141" y="681"/>
                      <a:pt x="182" y="623"/>
                    </a:cubicBezTo>
                    <a:cubicBezTo>
                      <a:pt x="216" y="565"/>
                      <a:pt x="257" y="507"/>
                      <a:pt x="282" y="441"/>
                    </a:cubicBezTo>
                    <a:cubicBezTo>
                      <a:pt x="356" y="317"/>
                      <a:pt x="406" y="176"/>
                      <a:pt x="439" y="35"/>
                    </a:cubicBezTo>
                    <a:cubicBezTo>
                      <a:pt x="444" y="15"/>
                      <a:pt x="427" y="0"/>
                      <a:pt x="4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3" name="Google Shape;2773;p5"/>
              <p:cNvSpPr/>
              <p:nvPr/>
            </p:nvSpPr>
            <p:spPr>
              <a:xfrm>
                <a:off x="2045900" y="1383500"/>
                <a:ext cx="6150" cy="9275"/>
              </a:xfrm>
              <a:custGeom>
                <a:rect b="b" l="l" r="r" t="t"/>
                <a:pathLst>
                  <a:path extrusionOk="0" h="371" w="246">
                    <a:moveTo>
                      <a:pt x="220" y="1"/>
                    </a:moveTo>
                    <a:cubicBezTo>
                      <a:pt x="204" y="1"/>
                      <a:pt x="195" y="9"/>
                      <a:pt x="187" y="25"/>
                    </a:cubicBezTo>
                    <a:cubicBezTo>
                      <a:pt x="162" y="75"/>
                      <a:pt x="137" y="133"/>
                      <a:pt x="104" y="183"/>
                    </a:cubicBezTo>
                    <a:cubicBezTo>
                      <a:pt x="79" y="233"/>
                      <a:pt x="38" y="282"/>
                      <a:pt x="13" y="332"/>
                    </a:cubicBezTo>
                    <a:cubicBezTo>
                      <a:pt x="0" y="351"/>
                      <a:pt x="17" y="370"/>
                      <a:pt x="37" y="370"/>
                    </a:cubicBezTo>
                    <a:cubicBezTo>
                      <a:pt x="43" y="370"/>
                      <a:pt x="49" y="369"/>
                      <a:pt x="54" y="365"/>
                    </a:cubicBezTo>
                    <a:cubicBezTo>
                      <a:pt x="96" y="324"/>
                      <a:pt x="137" y="266"/>
                      <a:pt x="170" y="216"/>
                    </a:cubicBezTo>
                    <a:cubicBezTo>
                      <a:pt x="195" y="158"/>
                      <a:pt x="220" y="100"/>
                      <a:pt x="245" y="42"/>
                    </a:cubicBezTo>
                    <a:cubicBezTo>
                      <a:pt x="245" y="25"/>
                      <a:pt x="237" y="9"/>
                      <a:pt x="2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4" name="Google Shape;2774;p5"/>
              <p:cNvSpPr/>
              <p:nvPr/>
            </p:nvSpPr>
            <p:spPr>
              <a:xfrm>
                <a:off x="2038175" y="1390225"/>
                <a:ext cx="5575" cy="7475"/>
              </a:xfrm>
              <a:custGeom>
                <a:rect b="b" l="l" r="r" t="t"/>
                <a:pathLst>
                  <a:path extrusionOk="0" h="299" w="223">
                    <a:moveTo>
                      <a:pt x="185" y="1"/>
                    </a:moveTo>
                    <a:cubicBezTo>
                      <a:pt x="177" y="1"/>
                      <a:pt x="169" y="5"/>
                      <a:pt x="165" y="13"/>
                    </a:cubicBezTo>
                    <a:cubicBezTo>
                      <a:pt x="131" y="55"/>
                      <a:pt x="98" y="96"/>
                      <a:pt x="73" y="138"/>
                    </a:cubicBezTo>
                    <a:cubicBezTo>
                      <a:pt x="57" y="154"/>
                      <a:pt x="49" y="179"/>
                      <a:pt x="32" y="204"/>
                    </a:cubicBezTo>
                    <a:cubicBezTo>
                      <a:pt x="24" y="229"/>
                      <a:pt x="7" y="245"/>
                      <a:pt x="7" y="270"/>
                    </a:cubicBezTo>
                    <a:cubicBezTo>
                      <a:pt x="1" y="289"/>
                      <a:pt x="13" y="298"/>
                      <a:pt x="24" y="298"/>
                    </a:cubicBezTo>
                    <a:cubicBezTo>
                      <a:pt x="27" y="298"/>
                      <a:pt x="30" y="297"/>
                      <a:pt x="32" y="295"/>
                    </a:cubicBezTo>
                    <a:cubicBezTo>
                      <a:pt x="73" y="254"/>
                      <a:pt x="98" y="212"/>
                      <a:pt x="123" y="171"/>
                    </a:cubicBezTo>
                    <a:cubicBezTo>
                      <a:pt x="156" y="129"/>
                      <a:pt x="181" y="96"/>
                      <a:pt x="214" y="55"/>
                    </a:cubicBezTo>
                    <a:lnTo>
                      <a:pt x="206" y="55"/>
                    </a:lnTo>
                    <a:cubicBezTo>
                      <a:pt x="223" y="38"/>
                      <a:pt x="223" y="22"/>
                      <a:pt x="206" y="13"/>
                    </a:cubicBezTo>
                    <a:cubicBezTo>
                      <a:pt x="202" y="5"/>
                      <a:pt x="194" y="1"/>
                      <a:pt x="1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5" name="Google Shape;2775;p5"/>
              <p:cNvSpPr/>
              <p:nvPr/>
            </p:nvSpPr>
            <p:spPr>
              <a:xfrm>
                <a:off x="2056375" y="1393975"/>
                <a:ext cx="4575" cy="5925"/>
              </a:xfrm>
              <a:custGeom>
                <a:rect b="b" l="l" r="r" t="t"/>
                <a:pathLst>
                  <a:path extrusionOk="0" h="237" w="183">
                    <a:moveTo>
                      <a:pt x="147" y="1"/>
                    </a:moveTo>
                    <a:cubicBezTo>
                      <a:pt x="142" y="1"/>
                      <a:pt x="137" y="2"/>
                      <a:pt x="133" y="4"/>
                    </a:cubicBezTo>
                    <a:lnTo>
                      <a:pt x="124" y="4"/>
                    </a:lnTo>
                    <a:cubicBezTo>
                      <a:pt x="116" y="12"/>
                      <a:pt x="116" y="12"/>
                      <a:pt x="108" y="12"/>
                    </a:cubicBezTo>
                    <a:cubicBezTo>
                      <a:pt x="108" y="12"/>
                      <a:pt x="99" y="21"/>
                      <a:pt x="99" y="21"/>
                    </a:cubicBezTo>
                    <a:cubicBezTo>
                      <a:pt x="91" y="29"/>
                      <a:pt x="83" y="29"/>
                      <a:pt x="83" y="37"/>
                    </a:cubicBezTo>
                    <a:cubicBezTo>
                      <a:pt x="66" y="54"/>
                      <a:pt x="58" y="70"/>
                      <a:pt x="50" y="87"/>
                    </a:cubicBezTo>
                    <a:cubicBezTo>
                      <a:pt x="25" y="120"/>
                      <a:pt x="17" y="153"/>
                      <a:pt x="8" y="186"/>
                    </a:cubicBezTo>
                    <a:cubicBezTo>
                      <a:pt x="0" y="211"/>
                      <a:pt x="8" y="228"/>
                      <a:pt x="33" y="236"/>
                    </a:cubicBezTo>
                    <a:cubicBezTo>
                      <a:pt x="50" y="236"/>
                      <a:pt x="66" y="228"/>
                      <a:pt x="75" y="211"/>
                    </a:cubicBezTo>
                    <a:cubicBezTo>
                      <a:pt x="75" y="203"/>
                      <a:pt x="75" y="203"/>
                      <a:pt x="83" y="195"/>
                    </a:cubicBezTo>
                    <a:cubicBezTo>
                      <a:pt x="83" y="186"/>
                      <a:pt x="91" y="178"/>
                      <a:pt x="91" y="170"/>
                    </a:cubicBezTo>
                    <a:cubicBezTo>
                      <a:pt x="99" y="153"/>
                      <a:pt x="108" y="145"/>
                      <a:pt x="116" y="128"/>
                    </a:cubicBezTo>
                    <a:cubicBezTo>
                      <a:pt x="124" y="120"/>
                      <a:pt x="124" y="120"/>
                      <a:pt x="124" y="120"/>
                    </a:cubicBezTo>
                    <a:cubicBezTo>
                      <a:pt x="133" y="112"/>
                      <a:pt x="141" y="104"/>
                      <a:pt x="141" y="104"/>
                    </a:cubicBezTo>
                    <a:cubicBezTo>
                      <a:pt x="149" y="95"/>
                      <a:pt x="157" y="87"/>
                      <a:pt x="157" y="87"/>
                    </a:cubicBezTo>
                    <a:cubicBezTo>
                      <a:pt x="166" y="79"/>
                      <a:pt x="166" y="79"/>
                      <a:pt x="166" y="70"/>
                    </a:cubicBezTo>
                    <a:cubicBezTo>
                      <a:pt x="174" y="70"/>
                      <a:pt x="174" y="62"/>
                      <a:pt x="174" y="62"/>
                    </a:cubicBezTo>
                    <a:cubicBezTo>
                      <a:pt x="174" y="62"/>
                      <a:pt x="174" y="62"/>
                      <a:pt x="174" y="54"/>
                    </a:cubicBezTo>
                    <a:cubicBezTo>
                      <a:pt x="182" y="46"/>
                      <a:pt x="182" y="29"/>
                      <a:pt x="174" y="21"/>
                    </a:cubicBezTo>
                    <a:cubicBezTo>
                      <a:pt x="174" y="21"/>
                      <a:pt x="174" y="12"/>
                      <a:pt x="174" y="12"/>
                    </a:cubicBezTo>
                    <a:cubicBezTo>
                      <a:pt x="168" y="7"/>
                      <a:pt x="158" y="1"/>
                      <a:pt x="1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6" name="Google Shape;2776;p5"/>
              <p:cNvSpPr/>
              <p:nvPr/>
            </p:nvSpPr>
            <p:spPr>
              <a:xfrm>
                <a:off x="2051600" y="1401725"/>
                <a:ext cx="2725" cy="3350"/>
              </a:xfrm>
              <a:custGeom>
                <a:rect b="b" l="l" r="r" t="t"/>
                <a:pathLst>
                  <a:path extrusionOk="0" h="134" w="109">
                    <a:moveTo>
                      <a:pt x="13" y="76"/>
                    </a:moveTo>
                    <a:cubicBezTo>
                      <a:pt x="11" y="78"/>
                      <a:pt x="9" y="80"/>
                      <a:pt x="9" y="84"/>
                    </a:cubicBezTo>
                    <a:cubicBezTo>
                      <a:pt x="10" y="81"/>
                      <a:pt x="11" y="79"/>
                      <a:pt x="13" y="76"/>
                    </a:cubicBezTo>
                    <a:close/>
                    <a:moveTo>
                      <a:pt x="58" y="1"/>
                    </a:moveTo>
                    <a:cubicBezTo>
                      <a:pt x="58" y="1"/>
                      <a:pt x="50" y="9"/>
                      <a:pt x="50" y="17"/>
                    </a:cubicBezTo>
                    <a:cubicBezTo>
                      <a:pt x="42" y="17"/>
                      <a:pt x="42" y="17"/>
                      <a:pt x="42" y="26"/>
                    </a:cubicBezTo>
                    <a:cubicBezTo>
                      <a:pt x="42" y="34"/>
                      <a:pt x="34" y="34"/>
                      <a:pt x="34" y="42"/>
                    </a:cubicBezTo>
                    <a:cubicBezTo>
                      <a:pt x="27" y="56"/>
                      <a:pt x="20" y="64"/>
                      <a:pt x="13" y="76"/>
                    </a:cubicBezTo>
                    <a:lnTo>
                      <a:pt x="13" y="76"/>
                    </a:lnTo>
                    <a:cubicBezTo>
                      <a:pt x="15" y="75"/>
                      <a:pt x="17" y="75"/>
                      <a:pt x="17" y="75"/>
                    </a:cubicBezTo>
                    <a:lnTo>
                      <a:pt x="17" y="75"/>
                    </a:lnTo>
                    <a:cubicBezTo>
                      <a:pt x="9" y="84"/>
                      <a:pt x="9" y="84"/>
                      <a:pt x="9" y="92"/>
                    </a:cubicBezTo>
                    <a:cubicBezTo>
                      <a:pt x="0" y="92"/>
                      <a:pt x="0" y="100"/>
                      <a:pt x="0" y="100"/>
                    </a:cubicBezTo>
                    <a:cubicBezTo>
                      <a:pt x="0" y="108"/>
                      <a:pt x="9" y="117"/>
                      <a:pt x="17" y="125"/>
                    </a:cubicBezTo>
                    <a:cubicBezTo>
                      <a:pt x="17" y="133"/>
                      <a:pt x="34" y="133"/>
                      <a:pt x="42" y="133"/>
                    </a:cubicBezTo>
                    <a:cubicBezTo>
                      <a:pt x="50" y="133"/>
                      <a:pt x="58" y="133"/>
                      <a:pt x="67" y="125"/>
                    </a:cubicBezTo>
                    <a:cubicBezTo>
                      <a:pt x="75" y="108"/>
                      <a:pt x="83" y="92"/>
                      <a:pt x="92" y="75"/>
                    </a:cubicBezTo>
                    <a:cubicBezTo>
                      <a:pt x="100" y="67"/>
                      <a:pt x="100" y="67"/>
                      <a:pt x="100" y="59"/>
                    </a:cubicBezTo>
                    <a:cubicBezTo>
                      <a:pt x="100" y="50"/>
                      <a:pt x="108" y="50"/>
                      <a:pt x="108" y="42"/>
                    </a:cubicBezTo>
                    <a:lnTo>
                      <a:pt x="108" y="26"/>
                    </a:lnTo>
                    <a:cubicBezTo>
                      <a:pt x="108" y="17"/>
                      <a:pt x="100" y="17"/>
                      <a:pt x="100" y="9"/>
                    </a:cubicBezTo>
                    <a:cubicBezTo>
                      <a:pt x="100" y="9"/>
                      <a:pt x="92" y="1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7" name="Google Shape;2777;p5"/>
              <p:cNvSpPr/>
              <p:nvPr/>
            </p:nvSpPr>
            <p:spPr>
              <a:xfrm>
                <a:off x="2053250" y="1401725"/>
                <a:ext cx="250" cy="25"/>
              </a:xfrm>
              <a:custGeom>
                <a:rect b="b" l="l" r="r" t="t"/>
                <a:pathLst>
                  <a:path extrusionOk="0" h="1" w="10">
                    <a:moveTo>
                      <a:pt x="9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8" name="Google Shape;2778;p5"/>
              <p:cNvSpPr/>
              <p:nvPr/>
            </p:nvSpPr>
            <p:spPr>
              <a:xfrm>
                <a:off x="1967925" y="1427225"/>
                <a:ext cx="25350" cy="39700"/>
              </a:xfrm>
              <a:custGeom>
                <a:rect b="b" l="l" r="r" t="t"/>
                <a:pathLst>
                  <a:path extrusionOk="0" h="1588" w="1014">
                    <a:moveTo>
                      <a:pt x="971" y="0"/>
                    </a:moveTo>
                    <a:cubicBezTo>
                      <a:pt x="965" y="0"/>
                      <a:pt x="958" y="3"/>
                      <a:pt x="953" y="8"/>
                    </a:cubicBezTo>
                    <a:cubicBezTo>
                      <a:pt x="845" y="99"/>
                      <a:pt x="746" y="182"/>
                      <a:pt x="655" y="290"/>
                    </a:cubicBezTo>
                    <a:cubicBezTo>
                      <a:pt x="497" y="464"/>
                      <a:pt x="356" y="663"/>
                      <a:pt x="249" y="878"/>
                    </a:cubicBezTo>
                    <a:cubicBezTo>
                      <a:pt x="191" y="986"/>
                      <a:pt x="141" y="1093"/>
                      <a:pt x="100" y="1209"/>
                    </a:cubicBezTo>
                    <a:cubicBezTo>
                      <a:pt x="75" y="1259"/>
                      <a:pt x="50" y="1317"/>
                      <a:pt x="33" y="1375"/>
                    </a:cubicBezTo>
                    <a:cubicBezTo>
                      <a:pt x="17" y="1425"/>
                      <a:pt x="0" y="1491"/>
                      <a:pt x="8" y="1549"/>
                    </a:cubicBezTo>
                    <a:cubicBezTo>
                      <a:pt x="8" y="1575"/>
                      <a:pt x="25" y="1588"/>
                      <a:pt x="43" y="1588"/>
                    </a:cubicBezTo>
                    <a:cubicBezTo>
                      <a:pt x="54" y="1588"/>
                      <a:pt x="65" y="1583"/>
                      <a:pt x="75" y="1574"/>
                    </a:cubicBezTo>
                    <a:cubicBezTo>
                      <a:pt x="108" y="1516"/>
                      <a:pt x="133" y="1450"/>
                      <a:pt x="158" y="1383"/>
                    </a:cubicBezTo>
                    <a:cubicBezTo>
                      <a:pt x="174" y="1325"/>
                      <a:pt x="199" y="1267"/>
                      <a:pt x="224" y="1201"/>
                    </a:cubicBezTo>
                    <a:cubicBezTo>
                      <a:pt x="315" y="986"/>
                      <a:pt x="423" y="779"/>
                      <a:pt x="555" y="588"/>
                    </a:cubicBezTo>
                    <a:cubicBezTo>
                      <a:pt x="622" y="489"/>
                      <a:pt x="688" y="397"/>
                      <a:pt x="762" y="306"/>
                    </a:cubicBezTo>
                    <a:cubicBezTo>
                      <a:pt x="837" y="223"/>
                      <a:pt x="912" y="132"/>
                      <a:pt x="994" y="49"/>
                    </a:cubicBezTo>
                    <a:cubicBezTo>
                      <a:pt x="1014" y="30"/>
                      <a:pt x="993" y="0"/>
                      <a:pt x="9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9" name="Google Shape;2779;p5"/>
              <p:cNvSpPr/>
              <p:nvPr/>
            </p:nvSpPr>
            <p:spPr>
              <a:xfrm>
                <a:off x="1971900" y="1438350"/>
                <a:ext cx="5850" cy="8525"/>
              </a:xfrm>
              <a:custGeom>
                <a:rect b="b" l="l" r="r" t="t"/>
                <a:pathLst>
                  <a:path extrusionOk="0" h="341" w="234">
                    <a:moveTo>
                      <a:pt x="203" y="0"/>
                    </a:moveTo>
                    <a:cubicBezTo>
                      <a:pt x="197" y="0"/>
                      <a:pt x="192" y="3"/>
                      <a:pt x="189" y="10"/>
                    </a:cubicBezTo>
                    <a:cubicBezTo>
                      <a:pt x="156" y="60"/>
                      <a:pt x="123" y="110"/>
                      <a:pt x="90" y="160"/>
                    </a:cubicBezTo>
                    <a:cubicBezTo>
                      <a:pt x="65" y="209"/>
                      <a:pt x="32" y="267"/>
                      <a:pt x="7" y="317"/>
                    </a:cubicBezTo>
                    <a:cubicBezTo>
                      <a:pt x="1" y="329"/>
                      <a:pt x="12" y="340"/>
                      <a:pt x="24" y="340"/>
                    </a:cubicBezTo>
                    <a:cubicBezTo>
                      <a:pt x="30" y="340"/>
                      <a:pt x="35" y="338"/>
                      <a:pt x="40" y="334"/>
                    </a:cubicBezTo>
                    <a:cubicBezTo>
                      <a:pt x="73" y="284"/>
                      <a:pt x="106" y="234"/>
                      <a:pt x="131" y="184"/>
                    </a:cubicBezTo>
                    <a:cubicBezTo>
                      <a:pt x="164" y="135"/>
                      <a:pt x="197" y="85"/>
                      <a:pt x="222" y="35"/>
                    </a:cubicBezTo>
                    <a:cubicBezTo>
                      <a:pt x="234" y="18"/>
                      <a:pt x="217" y="0"/>
                      <a:pt x="2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0" name="Google Shape;2780;p5"/>
              <p:cNvSpPr/>
              <p:nvPr/>
            </p:nvSpPr>
            <p:spPr>
              <a:xfrm>
                <a:off x="1978275" y="1444150"/>
                <a:ext cx="6125" cy="10225"/>
              </a:xfrm>
              <a:custGeom>
                <a:rect b="b" l="l" r="r" t="t"/>
                <a:pathLst>
                  <a:path extrusionOk="0" h="409" w="245">
                    <a:moveTo>
                      <a:pt x="210" y="0"/>
                    </a:moveTo>
                    <a:cubicBezTo>
                      <a:pt x="203" y="0"/>
                      <a:pt x="196" y="3"/>
                      <a:pt x="191" y="10"/>
                    </a:cubicBezTo>
                    <a:cubicBezTo>
                      <a:pt x="150" y="68"/>
                      <a:pt x="116" y="135"/>
                      <a:pt x="83" y="193"/>
                    </a:cubicBezTo>
                    <a:cubicBezTo>
                      <a:pt x="50" y="259"/>
                      <a:pt x="17" y="325"/>
                      <a:pt x="0" y="392"/>
                    </a:cubicBezTo>
                    <a:cubicBezTo>
                      <a:pt x="0" y="402"/>
                      <a:pt x="10" y="409"/>
                      <a:pt x="19" y="409"/>
                    </a:cubicBezTo>
                    <a:cubicBezTo>
                      <a:pt x="25" y="409"/>
                      <a:pt x="30" y="406"/>
                      <a:pt x="34" y="400"/>
                    </a:cubicBezTo>
                    <a:cubicBezTo>
                      <a:pt x="67" y="342"/>
                      <a:pt x="92" y="276"/>
                      <a:pt x="125" y="218"/>
                    </a:cubicBezTo>
                    <a:cubicBezTo>
                      <a:pt x="158" y="160"/>
                      <a:pt x="191" y="93"/>
                      <a:pt x="232" y="35"/>
                    </a:cubicBezTo>
                    <a:cubicBezTo>
                      <a:pt x="244" y="18"/>
                      <a:pt x="227" y="0"/>
                      <a:pt x="2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1" name="Google Shape;2781;p5"/>
              <p:cNvSpPr/>
              <p:nvPr/>
            </p:nvSpPr>
            <p:spPr>
              <a:xfrm>
                <a:off x="1903275" y="1524400"/>
                <a:ext cx="22275" cy="20225"/>
              </a:xfrm>
              <a:custGeom>
                <a:rect b="b" l="l" r="r" t="t"/>
                <a:pathLst>
                  <a:path extrusionOk="0" h="809" w="891">
                    <a:moveTo>
                      <a:pt x="841" y="1"/>
                    </a:moveTo>
                    <a:cubicBezTo>
                      <a:pt x="835" y="1"/>
                      <a:pt x="828" y="3"/>
                      <a:pt x="821" y="7"/>
                    </a:cubicBezTo>
                    <a:cubicBezTo>
                      <a:pt x="672" y="98"/>
                      <a:pt x="523" y="206"/>
                      <a:pt x="390" y="322"/>
                    </a:cubicBezTo>
                    <a:cubicBezTo>
                      <a:pt x="324" y="388"/>
                      <a:pt x="258" y="446"/>
                      <a:pt x="200" y="521"/>
                    </a:cubicBezTo>
                    <a:cubicBezTo>
                      <a:pt x="134" y="579"/>
                      <a:pt x="76" y="645"/>
                      <a:pt x="26" y="728"/>
                    </a:cubicBezTo>
                    <a:cubicBezTo>
                      <a:pt x="1" y="766"/>
                      <a:pt x="38" y="808"/>
                      <a:pt x="79" y="808"/>
                    </a:cubicBezTo>
                    <a:cubicBezTo>
                      <a:pt x="92" y="808"/>
                      <a:pt x="105" y="804"/>
                      <a:pt x="117" y="794"/>
                    </a:cubicBezTo>
                    <a:cubicBezTo>
                      <a:pt x="175" y="728"/>
                      <a:pt x="225" y="653"/>
                      <a:pt x="283" y="587"/>
                    </a:cubicBezTo>
                    <a:cubicBezTo>
                      <a:pt x="341" y="521"/>
                      <a:pt x="399" y="463"/>
                      <a:pt x="457" y="405"/>
                    </a:cubicBezTo>
                    <a:cubicBezTo>
                      <a:pt x="581" y="280"/>
                      <a:pt x="714" y="173"/>
                      <a:pt x="863" y="73"/>
                    </a:cubicBezTo>
                    <a:cubicBezTo>
                      <a:pt x="890" y="46"/>
                      <a:pt x="872" y="1"/>
                      <a:pt x="8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2" name="Google Shape;2782;p5"/>
              <p:cNvSpPr/>
              <p:nvPr/>
            </p:nvSpPr>
            <p:spPr>
              <a:xfrm>
                <a:off x="1909325" y="1525850"/>
                <a:ext cx="5375" cy="6450"/>
              </a:xfrm>
              <a:custGeom>
                <a:rect b="b" l="l" r="r" t="t"/>
                <a:pathLst>
                  <a:path extrusionOk="0" h="258" w="215">
                    <a:moveTo>
                      <a:pt x="197" y="1"/>
                    </a:moveTo>
                    <a:cubicBezTo>
                      <a:pt x="192" y="1"/>
                      <a:pt x="186" y="3"/>
                      <a:pt x="182" y="7"/>
                    </a:cubicBezTo>
                    <a:cubicBezTo>
                      <a:pt x="124" y="82"/>
                      <a:pt x="57" y="156"/>
                      <a:pt x="8" y="239"/>
                    </a:cubicBezTo>
                    <a:cubicBezTo>
                      <a:pt x="1" y="246"/>
                      <a:pt x="10" y="258"/>
                      <a:pt x="19" y="258"/>
                    </a:cubicBezTo>
                    <a:cubicBezTo>
                      <a:pt x="21" y="258"/>
                      <a:pt x="23" y="257"/>
                      <a:pt x="24" y="256"/>
                    </a:cubicBezTo>
                    <a:cubicBezTo>
                      <a:pt x="90" y="181"/>
                      <a:pt x="148" y="106"/>
                      <a:pt x="206" y="32"/>
                    </a:cubicBezTo>
                    <a:cubicBezTo>
                      <a:pt x="215" y="24"/>
                      <a:pt x="215" y="15"/>
                      <a:pt x="206" y="7"/>
                    </a:cubicBezTo>
                    <a:cubicBezTo>
                      <a:pt x="206" y="3"/>
                      <a:pt x="202" y="1"/>
                      <a:pt x="1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3" name="Google Shape;2783;p5"/>
              <p:cNvSpPr/>
              <p:nvPr/>
            </p:nvSpPr>
            <p:spPr>
              <a:xfrm>
                <a:off x="1903950" y="1547000"/>
                <a:ext cx="4325" cy="5600"/>
              </a:xfrm>
              <a:custGeom>
                <a:rect b="b" l="l" r="r" t="t"/>
                <a:pathLst>
                  <a:path extrusionOk="0" h="224" w="173">
                    <a:moveTo>
                      <a:pt x="143" y="1"/>
                    </a:moveTo>
                    <a:cubicBezTo>
                      <a:pt x="136" y="1"/>
                      <a:pt x="128" y="5"/>
                      <a:pt x="123" y="14"/>
                    </a:cubicBezTo>
                    <a:cubicBezTo>
                      <a:pt x="107" y="39"/>
                      <a:pt x="82" y="72"/>
                      <a:pt x="65" y="105"/>
                    </a:cubicBezTo>
                    <a:cubicBezTo>
                      <a:pt x="49" y="130"/>
                      <a:pt x="32" y="163"/>
                      <a:pt x="7" y="197"/>
                    </a:cubicBezTo>
                    <a:cubicBezTo>
                      <a:pt x="0" y="210"/>
                      <a:pt x="16" y="224"/>
                      <a:pt x="31" y="224"/>
                    </a:cubicBezTo>
                    <a:cubicBezTo>
                      <a:pt x="34" y="224"/>
                      <a:pt x="37" y="223"/>
                      <a:pt x="40" y="221"/>
                    </a:cubicBezTo>
                    <a:cubicBezTo>
                      <a:pt x="65" y="188"/>
                      <a:pt x="82" y="155"/>
                      <a:pt x="107" y="130"/>
                    </a:cubicBezTo>
                    <a:cubicBezTo>
                      <a:pt x="131" y="97"/>
                      <a:pt x="148" y="64"/>
                      <a:pt x="173" y="39"/>
                    </a:cubicBezTo>
                    <a:cubicBezTo>
                      <a:pt x="173" y="23"/>
                      <a:pt x="173" y="6"/>
                      <a:pt x="156" y="6"/>
                    </a:cubicBezTo>
                    <a:cubicBezTo>
                      <a:pt x="153" y="3"/>
                      <a:pt x="148" y="1"/>
                      <a:pt x="1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4" name="Google Shape;2784;p5"/>
              <p:cNvSpPr/>
              <p:nvPr/>
            </p:nvSpPr>
            <p:spPr>
              <a:xfrm>
                <a:off x="1956950" y="1490775"/>
                <a:ext cx="22525" cy="17625"/>
              </a:xfrm>
              <a:custGeom>
                <a:rect b="b" l="l" r="r" t="t"/>
                <a:pathLst>
                  <a:path extrusionOk="0" h="705" w="901">
                    <a:moveTo>
                      <a:pt x="853" y="1"/>
                    </a:moveTo>
                    <a:cubicBezTo>
                      <a:pt x="850" y="1"/>
                      <a:pt x="848" y="1"/>
                      <a:pt x="845" y="1"/>
                    </a:cubicBezTo>
                    <a:cubicBezTo>
                      <a:pt x="481" y="43"/>
                      <a:pt x="232" y="341"/>
                      <a:pt x="25" y="615"/>
                    </a:cubicBezTo>
                    <a:cubicBezTo>
                      <a:pt x="0" y="639"/>
                      <a:pt x="17" y="681"/>
                      <a:pt x="41" y="697"/>
                    </a:cubicBezTo>
                    <a:cubicBezTo>
                      <a:pt x="51" y="702"/>
                      <a:pt x="60" y="704"/>
                      <a:pt x="69" y="704"/>
                    </a:cubicBezTo>
                    <a:cubicBezTo>
                      <a:pt x="92" y="704"/>
                      <a:pt x="112" y="690"/>
                      <a:pt x="124" y="673"/>
                    </a:cubicBezTo>
                    <a:cubicBezTo>
                      <a:pt x="315" y="424"/>
                      <a:pt x="530" y="142"/>
                      <a:pt x="853" y="76"/>
                    </a:cubicBezTo>
                    <a:cubicBezTo>
                      <a:pt x="901" y="68"/>
                      <a:pt x="896" y="1"/>
                      <a:pt x="8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5" name="Google Shape;2785;p5"/>
              <p:cNvSpPr/>
              <p:nvPr/>
            </p:nvSpPr>
            <p:spPr>
              <a:xfrm>
                <a:off x="1959000" y="1507900"/>
                <a:ext cx="6650" cy="5875"/>
              </a:xfrm>
              <a:custGeom>
                <a:rect b="b" l="l" r="r" t="t"/>
                <a:pathLst>
                  <a:path extrusionOk="0" h="235" w="266">
                    <a:moveTo>
                      <a:pt x="231" y="1"/>
                    </a:moveTo>
                    <a:cubicBezTo>
                      <a:pt x="226" y="1"/>
                      <a:pt x="221" y="2"/>
                      <a:pt x="216" y="4"/>
                    </a:cubicBezTo>
                    <a:cubicBezTo>
                      <a:pt x="175" y="29"/>
                      <a:pt x="142" y="62"/>
                      <a:pt x="100" y="95"/>
                    </a:cubicBezTo>
                    <a:cubicBezTo>
                      <a:pt x="67" y="128"/>
                      <a:pt x="34" y="162"/>
                      <a:pt x="9" y="203"/>
                    </a:cubicBezTo>
                    <a:cubicBezTo>
                      <a:pt x="1" y="211"/>
                      <a:pt x="9" y="228"/>
                      <a:pt x="17" y="228"/>
                    </a:cubicBezTo>
                    <a:cubicBezTo>
                      <a:pt x="22" y="232"/>
                      <a:pt x="26" y="234"/>
                      <a:pt x="30" y="234"/>
                    </a:cubicBezTo>
                    <a:cubicBezTo>
                      <a:pt x="34" y="234"/>
                      <a:pt x="38" y="232"/>
                      <a:pt x="42" y="228"/>
                    </a:cubicBezTo>
                    <a:cubicBezTo>
                      <a:pt x="59" y="220"/>
                      <a:pt x="67" y="211"/>
                      <a:pt x="75" y="203"/>
                    </a:cubicBezTo>
                    <a:lnTo>
                      <a:pt x="92" y="186"/>
                    </a:lnTo>
                    <a:cubicBezTo>
                      <a:pt x="109" y="170"/>
                      <a:pt x="125" y="153"/>
                      <a:pt x="142" y="137"/>
                    </a:cubicBezTo>
                    <a:cubicBezTo>
                      <a:pt x="175" y="104"/>
                      <a:pt x="208" y="79"/>
                      <a:pt x="249" y="54"/>
                    </a:cubicBezTo>
                    <a:cubicBezTo>
                      <a:pt x="258" y="46"/>
                      <a:pt x="266" y="29"/>
                      <a:pt x="258" y="12"/>
                    </a:cubicBezTo>
                    <a:cubicBezTo>
                      <a:pt x="252" y="7"/>
                      <a:pt x="242" y="1"/>
                      <a:pt x="2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6" name="Google Shape;2786;p5"/>
              <p:cNvSpPr/>
              <p:nvPr/>
            </p:nvSpPr>
            <p:spPr>
              <a:xfrm>
                <a:off x="1926700" y="1320250"/>
                <a:ext cx="13175" cy="11175"/>
              </a:xfrm>
              <a:custGeom>
                <a:rect b="b" l="l" r="r" t="t"/>
                <a:pathLst>
                  <a:path extrusionOk="0" h="447" w="527">
                    <a:moveTo>
                      <a:pt x="46" y="0"/>
                    </a:moveTo>
                    <a:cubicBezTo>
                      <a:pt x="39" y="0"/>
                      <a:pt x="32" y="1"/>
                      <a:pt x="25" y="3"/>
                    </a:cubicBezTo>
                    <a:cubicBezTo>
                      <a:pt x="9" y="3"/>
                      <a:pt x="0" y="20"/>
                      <a:pt x="0" y="37"/>
                    </a:cubicBezTo>
                    <a:cubicBezTo>
                      <a:pt x="9" y="61"/>
                      <a:pt x="33" y="78"/>
                      <a:pt x="58" y="95"/>
                    </a:cubicBezTo>
                    <a:cubicBezTo>
                      <a:pt x="75" y="103"/>
                      <a:pt x="100" y="119"/>
                      <a:pt x="125" y="136"/>
                    </a:cubicBezTo>
                    <a:cubicBezTo>
                      <a:pt x="166" y="161"/>
                      <a:pt x="207" y="194"/>
                      <a:pt x="249" y="227"/>
                    </a:cubicBezTo>
                    <a:cubicBezTo>
                      <a:pt x="332" y="285"/>
                      <a:pt x="406" y="360"/>
                      <a:pt x="473" y="434"/>
                    </a:cubicBezTo>
                    <a:cubicBezTo>
                      <a:pt x="479" y="443"/>
                      <a:pt x="486" y="447"/>
                      <a:pt x="493" y="447"/>
                    </a:cubicBezTo>
                    <a:cubicBezTo>
                      <a:pt x="511" y="447"/>
                      <a:pt x="526" y="417"/>
                      <a:pt x="514" y="393"/>
                    </a:cubicBezTo>
                    <a:cubicBezTo>
                      <a:pt x="448" y="318"/>
                      <a:pt x="373" y="235"/>
                      <a:pt x="290" y="169"/>
                    </a:cubicBezTo>
                    <a:cubicBezTo>
                      <a:pt x="249" y="128"/>
                      <a:pt x="207" y="95"/>
                      <a:pt x="166" y="61"/>
                    </a:cubicBezTo>
                    <a:cubicBezTo>
                      <a:pt x="130" y="40"/>
                      <a:pt x="88" y="0"/>
                      <a:pt x="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7" name="Google Shape;2787;p5"/>
              <p:cNvSpPr/>
              <p:nvPr/>
            </p:nvSpPr>
            <p:spPr>
              <a:xfrm>
                <a:off x="1920700" y="1314500"/>
                <a:ext cx="9125" cy="4275"/>
              </a:xfrm>
              <a:custGeom>
                <a:rect b="b" l="l" r="r" t="t"/>
                <a:pathLst>
                  <a:path extrusionOk="0" h="171" w="365">
                    <a:moveTo>
                      <a:pt x="41" y="0"/>
                    </a:moveTo>
                    <a:cubicBezTo>
                      <a:pt x="36" y="0"/>
                      <a:pt x="30" y="1"/>
                      <a:pt x="25" y="1"/>
                    </a:cubicBezTo>
                    <a:cubicBezTo>
                      <a:pt x="8" y="1"/>
                      <a:pt x="0" y="18"/>
                      <a:pt x="8" y="35"/>
                    </a:cubicBezTo>
                    <a:cubicBezTo>
                      <a:pt x="50" y="76"/>
                      <a:pt x="108" y="93"/>
                      <a:pt x="157" y="109"/>
                    </a:cubicBezTo>
                    <a:lnTo>
                      <a:pt x="315" y="167"/>
                    </a:lnTo>
                    <a:cubicBezTo>
                      <a:pt x="319" y="169"/>
                      <a:pt x="324" y="170"/>
                      <a:pt x="329" y="170"/>
                    </a:cubicBezTo>
                    <a:cubicBezTo>
                      <a:pt x="343" y="170"/>
                      <a:pt x="356" y="163"/>
                      <a:pt x="356" y="151"/>
                    </a:cubicBezTo>
                    <a:cubicBezTo>
                      <a:pt x="365" y="134"/>
                      <a:pt x="348" y="117"/>
                      <a:pt x="340" y="109"/>
                    </a:cubicBezTo>
                    <a:cubicBezTo>
                      <a:pt x="282" y="84"/>
                      <a:pt x="232" y="68"/>
                      <a:pt x="182" y="43"/>
                    </a:cubicBezTo>
                    <a:cubicBezTo>
                      <a:pt x="138" y="28"/>
                      <a:pt x="87" y="0"/>
                      <a:pt x="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8" name="Google Shape;2788;p5"/>
              <p:cNvSpPr/>
              <p:nvPr/>
            </p:nvSpPr>
            <p:spPr>
              <a:xfrm>
                <a:off x="1919300" y="1322150"/>
                <a:ext cx="5900" cy="4025"/>
              </a:xfrm>
              <a:custGeom>
                <a:rect b="b" l="l" r="r" t="t"/>
                <a:pathLst>
                  <a:path extrusionOk="0" h="161" w="236">
                    <a:moveTo>
                      <a:pt x="17" y="0"/>
                    </a:moveTo>
                    <a:cubicBezTo>
                      <a:pt x="5" y="0"/>
                      <a:pt x="0" y="21"/>
                      <a:pt x="15" y="35"/>
                    </a:cubicBezTo>
                    <a:cubicBezTo>
                      <a:pt x="73" y="77"/>
                      <a:pt x="131" y="118"/>
                      <a:pt x="189" y="159"/>
                    </a:cubicBezTo>
                    <a:cubicBezTo>
                      <a:pt x="191" y="160"/>
                      <a:pt x="194" y="161"/>
                      <a:pt x="197" y="161"/>
                    </a:cubicBezTo>
                    <a:cubicBezTo>
                      <a:pt x="218" y="161"/>
                      <a:pt x="236" y="133"/>
                      <a:pt x="213" y="118"/>
                    </a:cubicBezTo>
                    <a:cubicBezTo>
                      <a:pt x="155" y="77"/>
                      <a:pt x="89" y="43"/>
                      <a:pt x="23" y="2"/>
                    </a:cubicBezTo>
                    <a:cubicBezTo>
                      <a:pt x="21" y="1"/>
                      <a:pt x="19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9" name="Google Shape;2789;p5"/>
              <p:cNvSpPr/>
              <p:nvPr/>
            </p:nvSpPr>
            <p:spPr>
              <a:xfrm>
                <a:off x="1922825" y="1312625"/>
                <a:ext cx="3700" cy="2000"/>
              </a:xfrm>
              <a:custGeom>
                <a:rect b="b" l="l" r="r" t="t"/>
                <a:pathLst>
                  <a:path extrusionOk="0" h="80" w="148">
                    <a:moveTo>
                      <a:pt x="16" y="0"/>
                    </a:moveTo>
                    <a:cubicBezTo>
                      <a:pt x="4" y="0"/>
                      <a:pt x="0" y="20"/>
                      <a:pt x="14" y="27"/>
                    </a:cubicBezTo>
                    <a:cubicBezTo>
                      <a:pt x="48" y="43"/>
                      <a:pt x="81" y="60"/>
                      <a:pt x="106" y="76"/>
                    </a:cubicBezTo>
                    <a:cubicBezTo>
                      <a:pt x="110" y="79"/>
                      <a:pt x="115" y="80"/>
                      <a:pt x="120" y="80"/>
                    </a:cubicBezTo>
                    <a:cubicBezTo>
                      <a:pt x="131" y="80"/>
                      <a:pt x="141" y="74"/>
                      <a:pt x="147" y="68"/>
                    </a:cubicBezTo>
                    <a:cubicBezTo>
                      <a:pt x="147" y="52"/>
                      <a:pt x="139" y="35"/>
                      <a:pt x="130" y="35"/>
                    </a:cubicBezTo>
                    <a:cubicBezTo>
                      <a:pt x="89" y="18"/>
                      <a:pt x="56" y="10"/>
                      <a:pt x="23" y="2"/>
                    </a:cubicBezTo>
                    <a:cubicBezTo>
                      <a:pt x="20" y="1"/>
                      <a:pt x="18" y="0"/>
                      <a:pt x="1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0" name="Google Shape;2790;p5"/>
              <p:cNvSpPr/>
              <p:nvPr/>
            </p:nvSpPr>
            <p:spPr>
              <a:xfrm>
                <a:off x="1922800" y="1304100"/>
                <a:ext cx="2475" cy="2775"/>
              </a:xfrm>
              <a:custGeom>
                <a:rect b="b" l="l" r="r" t="t"/>
                <a:pathLst>
                  <a:path extrusionOk="0" h="111" w="99">
                    <a:moveTo>
                      <a:pt x="18" y="1"/>
                    </a:moveTo>
                    <a:cubicBezTo>
                      <a:pt x="10" y="1"/>
                      <a:pt x="0" y="13"/>
                      <a:pt x="7" y="20"/>
                    </a:cubicBezTo>
                    <a:cubicBezTo>
                      <a:pt x="15" y="28"/>
                      <a:pt x="15" y="36"/>
                      <a:pt x="15" y="45"/>
                    </a:cubicBezTo>
                    <a:cubicBezTo>
                      <a:pt x="24" y="45"/>
                      <a:pt x="32" y="53"/>
                      <a:pt x="32" y="61"/>
                    </a:cubicBezTo>
                    <a:lnTo>
                      <a:pt x="65" y="103"/>
                    </a:lnTo>
                    <a:cubicBezTo>
                      <a:pt x="65" y="103"/>
                      <a:pt x="73" y="111"/>
                      <a:pt x="82" y="111"/>
                    </a:cubicBezTo>
                    <a:lnTo>
                      <a:pt x="90" y="111"/>
                    </a:lnTo>
                    <a:cubicBezTo>
                      <a:pt x="90" y="103"/>
                      <a:pt x="98" y="103"/>
                      <a:pt x="98" y="94"/>
                    </a:cubicBezTo>
                    <a:cubicBezTo>
                      <a:pt x="98" y="86"/>
                      <a:pt x="90" y="86"/>
                      <a:pt x="90" y="86"/>
                    </a:cubicBezTo>
                    <a:lnTo>
                      <a:pt x="90" y="78"/>
                    </a:lnTo>
                    <a:cubicBezTo>
                      <a:pt x="82" y="69"/>
                      <a:pt x="65" y="53"/>
                      <a:pt x="57" y="45"/>
                    </a:cubicBezTo>
                    <a:cubicBezTo>
                      <a:pt x="57" y="36"/>
                      <a:pt x="49" y="28"/>
                      <a:pt x="40" y="20"/>
                    </a:cubicBezTo>
                    <a:cubicBezTo>
                      <a:pt x="40" y="20"/>
                      <a:pt x="32" y="11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1" name="Google Shape;2791;p5"/>
              <p:cNvSpPr/>
              <p:nvPr/>
            </p:nvSpPr>
            <p:spPr>
              <a:xfrm>
                <a:off x="2013900" y="1305000"/>
                <a:ext cx="1675" cy="3550"/>
              </a:xfrm>
              <a:custGeom>
                <a:rect b="b" l="l" r="r" t="t"/>
                <a:pathLst>
                  <a:path extrusionOk="0" h="142" w="67">
                    <a:moveTo>
                      <a:pt x="17" y="0"/>
                    </a:moveTo>
                    <a:cubicBezTo>
                      <a:pt x="9" y="0"/>
                      <a:pt x="1" y="9"/>
                      <a:pt x="1" y="17"/>
                    </a:cubicBezTo>
                    <a:cubicBezTo>
                      <a:pt x="1" y="33"/>
                      <a:pt x="1" y="50"/>
                      <a:pt x="1" y="75"/>
                    </a:cubicBezTo>
                    <a:cubicBezTo>
                      <a:pt x="9" y="91"/>
                      <a:pt x="9" y="108"/>
                      <a:pt x="17" y="125"/>
                    </a:cubicBezTo>
                    <a:cubicBezTo>
                      <a:pt x="17" y="141"/>
                      <a:pt x="34" y="141"/>
                      <a:pt x="42" y="141"/>
                    </a:cubicBezTo>
                    <a:cubicBezTo>
                      <a:pt x="59" y="141"/>
                      <a:pt x="67" y="125"/>
                      <a:pt x="59" y="108"/>
                    </a:cubicBezTo>
                    <a:cubicBezTo>
                      <a:pt x="59" y="91"/>
                      <a:pt x="50" y="75"/>
                      <a:pt x="50" y="58"/>
                    </a:cubicBezTo>
                    <a:cubicBezTo>
                      <a:pt x="50" y="42"/>
                      <a:pt x="42" y="25"/>
                      <a:pt x="34" y="9"/>
                    </a:cubicBezTo>
                    <a:cubicBezTo>
                      <a:pt x="34" y="0"/>
                      <a:pt x="25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2" name="Google Shape;2792;p5"/>
              <p:cNvSpPr/>
              <p:nvPr/>
            </p:nvSpPr>
            <p:spPr>
              <a:xfrm>
                <a:off x="2008375" y="1304500"/>
                <a:ext cx="2225" cy="6950"/>
              </a:xfrm>
              <a:custGeom>
                <a:rect b="b" l="l" r="r" t="t"/>
                <a:pathLst>
                  <a:path extrusionOk="0" h="278" w="89">
                    <a:moveTo>
                      <a:pt x="22" y="1"/>
                    </a:moveTo>
                    <a:cubicBezTo>
                      <a:pt x="12" y="1"/>
                      <a:pt x="0" y="8"/>
                      <a:pt x="6" y="20"/>
                    </a:cubicBezTo>
                    <a:cubicBezTo>
                      <a:pt x="31" y="95"/>
                      <a:pt x="48" y="178"/>
                      <a:pt x="39" y="261"/>
                    </a:cubicBezTo>
                    <a:cubicBezTo>
                      <a:pt x="31" y="269"/>
                      <a:pt x="48" y="277"/>
                      <a:pt x="56" y="277"/>
                    </a:cubicBezTo>
                    <a:cubicBezTo>
                      <a:pt x="72" y="277"/>
                      <a:pt x="81" y="269"/>
                      <a:pt x="81" y="252"/>
                    </a:cubicBezTo>
                    <a:cubicBezTo>
                      <a:pt x="89" y="169"/>
                      <a:pt x="72" y="87"/>
                      <a:pt x="31" y="4"/>
                    </a:cubicBezTo>
                    <a:cubicBezTo>
                      <a:pt x="29" y="2"/>
                      <a:pt x="25" y="1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3" name="Google Shape;2793;p5"/>
              <p:cNvSpPr/>
              <p:nvPr/>
            </p:nvSpPr>
            <p:spPr>
              <a:xfrm>
                <a:off x="1988000" y="1573550"/>
                <a:ext cx="46500" cy="34500"/>
              </a:xfrm>
              <a:custGeom>
                <a:rect b="b" l="l" r="r" t="t"/>
                <a:pathLst>
                  <a:path extrusionOk="0" h="1380" w="1860">
                    <a:moveTo>
                      <a:pt x="106" y="0"/>
                    </a:moveTo>
                    <a:cubicBezTo>
                      <a:pt x="101" y="0"/>
                      <a:pt x="97" y="2"/>
                      <a:pt x="92" y="5"/>
                    </a:cubicBezTo>
                    <a:cubicBezTo>
                      <a:pt x="1" y="54"/>
                      <a:pt x="75" y="154"/>
                      <a:pt x="125" y="203"/>
                    </a:cubicBezTo>
                    <a:cubicBezTo>
                      <a:pt x="183" y="278"/>
                      <a:pt x="249" y="344"/>
                      <a:pt x="316" y="411"/>
                    </a:cubicBezTo>
                    <a:cubicBezTo>
                      <a:pt x="457" y="551"/>
                      <a:pt x="606" y="667"/>
                      <a:pt x="763" y="783"/>
                    </a:cubicBezTo>
                    <a:cubicBezTo>
                      <a:pt x="770" y="787"/>
                      <a:pt x="778" y="789"/>
                      <a:pt x="785" y="789"/>
                    </a:cubicBezTo>
                    <a:cubicBezTo>
                      <a:pt x="809" y="789"/>
                      <a:pt x="829" y="768"/>
                      <a:pt x="829" y="742"/>
                    </a:cubicBezTo>
                    <a:cubicBezTo>
                      <a:pt x="838" y="717"/>
                      <a:pt x="829" y="701"/>
                      <a:pt x="829" y="684"/>
                    </a:cubicBezTo>
                    <a:lnTo>
                      <a:pt x="829" y="684"/>
                    </a:lnTo>
                    <a:cubicBezTo>
                      <a:pt x="921" y="792"/>
                      <a:pt x="1003" y="899"/>
                      <a:pt x="1095" y="999"/>
                    </a:cubicBezTo>
                    <a:cubicBezTo>
                      <a:pt x="1104" y="1008"/>
                      <a:pt x="1115" y="1012"/>
                      <a:pt x="1125" y="1012"/>
                    </a:cubicBezTo>
                    <a:cubicBezTo>
                      <a:pt x="1151" y="1012"/>
                      <a:pt x="1175" y="987"/>
                      <a:pt x="1169" y="957"/>
                    </a:cubicBezTo>
                    <a:cubicBezTo>
                      <a:pt x="1144" y="875"/>
                      <a:pt x="1111" y="792"/>
                      <a:pt x="1078" y="717"/>
                    </a:cubicBezTo>
                    <a:cubicBezTo>
                      <a:pt x="1070" y="692"/>
                      <a:pt x="1061" y="667"/>
                      <a:pt x="1045" y="643"/>
                    </a:cubicBezTo>
                    <a:lnTo>
                      <a:pt x="1045" y="643"/>
                    </a:lnTo>
                    <a:cubicBezTo>
                      <a:pt x="1086" y="676"/>
                      <a:pt x="1119" y="709"/>
                      <a:pt x="1153" y="734"/>
                    </a:cubicBezTo>
                    <a:cubicBezTo>
                      <a:pt x="1227" y="800"/>
                      <a:pt x="1302" y="866"/>
                      <a:pt x="1376" y="933"/>
                    </a:cubicBezTo>
                    <a:cubicBezTo>
                      <a:pt x="1525" y="1073"/>
                      <a:pt x="1666" y="1223"/>
                      <a:pt x="1807" y="1372"/>
                    </a:cubicBezTo>
                    <a:cubicBezTo>
                      <a:pt x="1811" y="1377"/>
                      <a:pt x="1815" y="1379"/>
                      <a:pt x="1820" y="1379"/>
                    </a:cubicBezTo>
                    <a:cubicBezTo>
                      <a:pt x="1838" y="1379"/>
                      <a:pt x="1860" y="1350"/>
                      <a:pt x="1840" y="1330"/>
                    </a:cubicBezTo>
                    <a:cubicBezTo>
                      <a:pt x="1708" y="1173"/>
                      <a:pt x="1567" y="1024"/>
                      <a:pt x="1418" y="883"/>
                    </a:cubicBezTo>
                    <a:cubicBezTo>
                      <a:pt x="1343" y="808"/>
                      <a:pt x="1269" y="742"/>
                      <a:pt x="1194" y="676"/>
                    </a:cubicBezTo>
                    <a:cubicBezTo>
                      <a:pt x="1119" y="609"/>
                      <a:pt x="1028" y="543"/>
                      <a:pt x="954" y="477"/>
                    </a:cubicBezTo>
                    <a:cubicBezTo>
                      <a:pt x="945" y="468"/>
                      <a:pt x="935" y="465"/>
                      <a:pt x="926" y="465"/>
                    </a:cubicBezTo>
                    <a:cubicBezTo>
                      <a:pt x="900" y="465"/>
                      <a:pt x="877" y="494"/>
                      <a:pt x="896" y="518"/>
                    </a:cubicBezTo>
                    <a:cubicBezTo>
                      <a:pt x="929" y="601"/>
                      <a:pt x="970" y="667"/>
                      <a:pt x="1003" y="750"/>
                    </a:cubicBezTo>
                    <a:cubicBezTo>
                      <a:pt x="1003" y="750"/>
                      <a:pt x="1003" y="750"/>
                      <a:pt x="1003" y="759"/>
                    </a:cubicBezTo>
                    <a:cubicBezTo>
                      <a:pt x="921" y="651"/>
                      <a:pt x="838" y="551"/>
                      <a:pt x="755" y="444"/>
                    </a:cubicBezTo>
                    <a:cubicBezTo>
                      <a:pt x="744" y="428"/>
                      <a:pt x="729" y="421"/>
                      <a:pt x="715" y="421"/>
                    </a:cubicBezTo>
                    <a:cubicBezTo>
                      <a:pt x="684" y="421"/>
                      <a:pt x="655" y="451"/>
                      <a:pt x="672" y="485"/>
                    </a:cubicBezTo>
                    <a:cubicBezTo>
                      <a:pt x="705" y="535"/>
                      <a:pt x="722" y="593"/>
                      <a:pt x="730" y="643"/>
                    </a:cubicBezTo>
                    <a:cubicBezTo>
                      <a:pt x="631" y="568"/>
                      <a:pt x="523" y="485"/>
                      <a:pt x="432" y="394"/>
                    </a:cubicBezTo>
                    <a:cubicBezTo>
                      <a:pt x="365" y="336"/>
                      <a:pt x="307" y="278"/>
                      <a:pt x="258" y="220"/>
                    </a:cubicBezTo>
                    <a:cubicBezTo>
                      <a:pt x="225" y="187"/>
                      <a:pt x="200" y="162"/>
                      <a:pt x="175" y="129"/>
                    </a:cubicBezTo>
                    <a:cubicBezTo>
                      <a:pt x="167" y="112"/>
                      <a:pt x="117" y="71"/>
                      <a:pt x="133" y="46"/>
                    </a:cubicBezTo>
                    <a:cubicBezTo>
                      <a:pt x="140" y="26"/>
                      <a:pt x="125" y="0"/>
                      <a:pt x="1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4" name="Google Shape;2794;p5"/>
              <p:cNvSpPr/>
              <p:nvPr/>
            </p:nvSpPr>
            <p:spPr>
              <a:xfrm>
                <a:off x="1983250" y="1576875"/>
                <a:ext cx="10675" cy="11175"/>
              </a:xfrm>
              <a:custGeom>
                <a:rect b="b" l="l" r="r" t="t"/>
                <a:pathLst>
                  <a:path extrusionOk="0" h="447" w="427">
                    <a:moveTo>
                      <a:pt x="25" y="1"/>
                    </a:moveTo>
                    <a:cubicBezTo>
                      <a:pt x="17" y="1"/>
                      <a:pt x="9" y="9"/>
                      <a:pt x="9" y="21"/>
                    </a:cubicBezTo>
                    <a:cubicBezTo>
                      <a:pt x="0" y="37"/>
                      <a:pt x="9" y="70"/>
                      <a:pt x="17" y="87"/>
                    </a:cubicBezTo>
                    <a:cubicBezTo>
                      <a:pt x="25" y="112"/>
                      <a:pt x="33" y="137"/>
                      <a:pt x="50" y="153"/>
                    </a:cubicBezTo>
                    <a:cubicBezTo>
                      <a:pt x="75" y="195"/>
                      <a:pt x="108" y="236"/>
                      <a:pt x="141" y="269"/>
                    </a:cubicBezTo>
                    <a:cubicBezTo>
                      <a:pt x="199" y="344"/>
                      <a:pt x="282" y="402"/>
                      <a:pt x="365" y="443"/>
                    </a:cubicBezTo>
                    <a:cubicBezTo>
                      <a:pt x="369" y="446"/>
                      <a:pt x="374" y="447"/>
                      <a:pt x="379" y="447"/>
                    </a:cubicBezTo>
                    <a:cubicBezTo>
                      <a:pt x="406" y="447"/>
                      <a:pt x="426" y="408"/>
                      <a:pt x="398" y="394"/>
                    </a:cubicBezTo>
                    <a:cubicBezTo>
                      <a:pt x="315" y="352"/>
                      <a:pt x="249" y="294"/>
                      <a:pt x="191" y="220"/>
                    </a:cubicBezTo>
                    <a:cubicBezTo>
                      <a:pt x="158" y="186"/>
                      <a:pt x="133" y="153"/>
                      <a:pt x="108" y="112"/>
                    </a:cubicBezTo>
                    <a:cubicBezTo>
                      <a:pt x="100" y="95"/>
                      <a:pt x="83" y="79"/>
                      <a:pt x="75" y="54"/>
                    </a:cubicBezTo>
                    <a:cubicBezTo>
                      <a:pt x="67" y="37"/>
                      <a:pt x="50" y="12"/>
                      <a:pt x="33" y="4"/>
                    </a:cubicBezTo>
                    <a:cubicBezTo>
                      <a:pt x="31" y="2"/>
                      <a:pt x="28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5" name="Google Shape;2795;p5"/>
              <p:cNvSpPr/>
              <p:nvPr/>
            </p:nvSpPr>
            <p:spPr>
              <a:xfrm>
                <a:off x="1976475" y="1575975"/>
                <a:ext cx="7300" cy="9550"/>
              </a:xfrm>
              <a:custGeom>
                <a:rect b="b" l="l" r="r" t="t"/>
                <a:pathLst>
                  <a:path extrusionOk="0" h="382" w="292">
                    <a:moveTo>
                      <a:pt x="17" y="0"/>
                    </a:moveTo>
                    <a:cubicBezTo>
                      <a:pt x="7" y="0"/>
                      <a:pt x="0" y="12"/>
                      <a:pt x="6" y="24"/>
                    </a:cubicBezTo>
                    <a:cubicBezTo>
                      <a:pt x="39" y="82"/>
                      <a:pt x="81" y="140"/>
                      <a:pt x="122" y="198"/>
                    </a:cubicBezTo>
                    <a:cubicBezTo>
                      <a:pt x="164" y="256"/>
                      <a:pt x="205" y="314"/>
                      <a:pt x="238" y="372"/>
                    </a:cubicBezTo>
                    <a:cubicBezTo>
                      <a:pt x="243" y="379"/>
                      <a:pt x="250" y="382"/>
                      <a:pt x="257" y="382"/>
                    </a:cubicBezTo>
                    <a:cubicBezTo>
                      <a:pt x="274" y="382"/>
                      <a:pt x="291" y="364"/>
                      <a:pt x="280" y="347"/>
                    </a:cubicBezTo>
                    <a:cubicBezTo>
                      <a:pt x="238" y="289"/>
                      <a:pt x="197" y="231"/>
                      <a:pt x="155" y="173"/>
                    </a:cubicBezTo>
                    <a:cubicBezTo>
                      <a:pt x="114" y="115"/>
                      <a:pt x="81" y="57"/>
                      <a:pt x="31" y="7"/>
                    </a:cubicBezTo>
                    <a:cubicBezTo>
                      <a:pt x="26" y="2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6" name="Google Shape;2796;p5"/>
              <p:cNvSpPr/>
              <p:nvPr/>
            </p:nvSpPr>
            <p:spPr>
              <a:xfrm>
                <a:off x="2023775" y="1590125"/>
                <a:ext cx="11400" cy="13025"/>
              </a:xfrm>
              <a:custGeom>
                <a:rect b="b" l="l" r="r" t="t"/>
                <a:pathLst>
                  <a:path extrusionOk="0" h="521" w="456">
                    <a:moveTo>
                      <a:pt x="24" y="0"/>
                    </a:moveTo>
                    <a:cubicBezTo>
                      <a:pt x="11" y="0"/>
                      <a:pt x="1" y="13"/>
                      <a:pt x="12" y="29"/>
                    </a:cubicBezTo>
                    <a:cubicBezTo>
                      <a:pt x="70" y="120"/>
                      <a:pt x="136" y="203"/>
                      <a:pt x="202" y="286"/>
                    </a:cubicBezTo>
                    <a:cubicBezTo>
                      <a:pt x="268" y="369"/>
                      <a:pt x="335" y="452"/>
                      <a:pt x="426" y="518"/>
                    </a:cubicBezTo>
                    <a:cubicBezTo>
                      <a:pt x="429" y="520"/>
                      <a:pt x="432" y="520"/>
                      <a:pt x="435" y="520"/>
                    </a:cubicBezTo>
                    <a:cubicBezTo>
                      <a:pt x="447" y="520"/>
                      <a:pt x="456" y="507"/>
                      <a:pt x="442" y="493"/>
                    </a:cubicBezTo>
                    <a:cubicBezTo>
                      <a:pt x="384" y="410"/>
                      <a:pt x="310" y="336"/>
                      <a:pt x="235" y="261"/>
                    </a:cubicBezTo>
                    <a:cubicBezTo>
                      <a:pt x="169" y="178"/>
                      <a:pt x="103" y="96"/>
                      <a:pt x="45" y="13"/>
                    </a:cubicBezTo>
                    <a:cubicBezTo>
                      <a:pt x="39" y="4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7" name="Google Shape;2797;p5"/>
              <p:cNvSpPr/>
              <p:nvPr/>
            </p:nvSpPr>
            <p:spPr>
              <a:xfrm>
                <a:off x="2003625" y="1538400"/>
                <a:ext cx="5050" cy="12725"/>
              </a:xfrm>
              <a:custGeom>
                <a:rect b="b" l="l" r="r" t="t"/>
                <a:pathLst>
                  <a:path extrusionOk="0" h="509" w="202">
                    <a:moveTo>
                      <a:pt x="168" y="1"/>
                    </a:moveTo>
                    <a:cubicBezTo>
                      <a:pt x="159" y="1"/>
                      <a:pt x="150" y="6"/>
                      <a:pt x="146" y="19"/>
                    </a:cubicBezTo>
                    <a:cubicBezTo>
                      <a:pt x="122" y="93"/>
                      <a:pt x="88" y="176"/>
                      <a:pt x="64" y="251"/>
                    </a:cubicBezTo>
                    <a:cubicBezTo>
                      <a:pt x="39" y="333"/>
                      <a:pt x="14" y="408"/>
                      <a:pt x="6" y="491"/>
                    </a:cubicBezTo>
                    <a:cubicBezTo>
                      <a:pt x="0" y="501"/>
                      <a:pt x="11" y="508"/>
                      <a:pt x="22" y="508"/>
                    </a:cubicBezTo>
                    <a:cubicBezTo>
                      <a:pt x="29" y="508"/>
                      <a:pt x="36" y="506"/>
                      <a:pt x="39" y="499"/>
                    </a:cubicBezTo>
                    <a:cubicBezTo>
                      <a:pt x="80" y="425"/>
                      <a:pt x="97" y="342"/>
                      <a:pt x="122" y="267"/>
                    </a:cubicBezTo>
                    <a:cubicBezTo>
                      <a:pt x="146" y="193"/>
                      <a:pt x="171" y="110"/>
                      <a:pt x="196" y="35"/>
                    </a:cubicBezTo>
                    <a:cubicBezTo>
                      <a:pt x="201" y="15"/>
                      <a:pt x="184" y="1"/>
                      <a:pt x="1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8" name="Google Shape;2798;p5"/>
              <p:cNvSpPr/>
              <p:nvPr/>
            </p:nvSpPr>
            <p:spPr>
              <a:xfrm>
                <a:off x="1999825" y="1546625"/>
                <a:ext cx="2000" cy="4900"/>
              </a:xfrm>
              <a:custGeom>
                <a:rect b="b" l="l" r="r" t="t"/>
                <a:pathLst>
                  <a:path extrusionOk="0" h="196" w="80">
                    <a:moveTo>
                      <a:pt x="54" y="0"/>
                    </a:moveTo>
                    <a:cubicBezTo>
                      <a:pt x="47" y="0"/>
                      <a:pt x="42" y="4"/>
                      <a:pt x="42" y="13"/>
                    </a:cubicBezTo>
                    <a:cubicBezTo>
                      <a:pt x="25" y="71"/>
                      <a:pt x="8" y="120"/>
                      <a:pt x="0" y="178"/>
                    </a:cubicBezTo>
                    <a:cubicBezTo>
                      <a:pt x="0" y="189"/>
                      <a:pt x="10" y="196"/>
                      <a:pt x="19" y="196"/>
                    </a:cubicBezTo>
                    <a:cubicBezTo>
                      <a:pt x="24" y="196"/>
                      <a:pt x="30" y="193"/>
                      <a:pt x="33" y="187"/>
                    </a:cubicBezTo>
                    <a:cubicBezTo>
                      <a:pt x="50" y="129"/>
                      <a:pt x="58" y="79"/>
                      <a:pt x="75" y="21"/>
                    </a:cubicBezTo>
                    <a:cubicBezTo>
                      <a:pt x="80" y="11"/>
                      <a:pt x="65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9" name="Google Shape;2799;p5"/>
              <p:cNvSpPr/>
              <p:nvPr/>
            </p:nvSpPr>
            <p:spPr>
              <a:xfrm>
                <a:off x="1986550" y="1547600"/>
                <a:ext cx="4175" cy="7525"/>
              </a:xfrm>
              <a:custGeom>
                <a:rect b="b" l="l" r="r" t="t"/>
                <a:pathLst>
                  <a:path extrusionOk="0" h="301" w="167">
                    <a:moveTo>
                      <a:pt x="142" y="1"/>
                    </a:moveTo>
                    <a:cubicBezTo>
                      <a:pt x="135" y="1"/>
                      <a:pt x="129" y="3"/>
                      <a:pt x="125" y="7"/>
                    </a:cubicBezTo>
                    <a:cubicBezTo>
                      <a:pt x="92" y="40"/>
                      <a:pt x="59" y="90"/>
                      <a:pt x="42" y="131"/>
                    </a:cubicBezTo>
                    <a:cubicBezTo>
                      <a:pt x="17" y="181"/>
                      <a:pt x="1" y="231"/>
                      <a:pt x="1" y="280"/>
                    </a:cubicBezTo>
                    <a:cubicBezTo>
                      <a:pt x="1" y="294"/>
                      <a:pt x="8" y="300"/>
                      <a:pt x="17" y="300"/>
                    </a:cubicBezTo>
                    <a:cubicBezTo>
                      <a:pt x="23" y="300"/>
                      <a:pt x="30" y="296"/>
                      <a:pt x="34" y="289"/>
                    </a:cubicBezTo>
                    <a:cubicBezTo>
                      <a:pt x="59" y="197"/>
                      <a:pt x="100" y="106"/>
                      <a:pt x="158" y="40"/>
                    </a:cubicBezTo>
                    <a:cubicBezTo>
                      <a:pt x="167" y="32"/>
                      <a:pt x="167" y="15"/>
                      <a:pt x="158" y="7"/>
                    </a:cubicBezTo>
                    <a:cubicBezTo>
                      <a:pt x="154" y="3"/>
                      <a:pt x="148" y="1"/>
                      <a:pt x="1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0" name="Google Shape;2800;p5"/>
              <p:cNvSpPr/>
              <p:nvPr/>
            </p:nvSpPr>
            <p:spPr>
              <a:xfrm>
                <a:off x="1979725" y="1553775"/>
                <a:ext cx="2100" cy="3750"/>
              </a:xfrm>
              <a:custGeom>
                <a:rect b="b" l="l" r="r" t="t"/>
                <a:pathLst>
                  <a:path extrusionOk="0" h="150" w="84">
                    <a:moveTo>
                      <a:pt x="75" y="0"/>
                    </a:moveTo>
                    <a:cubicBezTo>
                      <a:pt x="75" y="0"/>
                      <a:pt x="58" y="0"/>
                      <a:pt x="58" y="8"/>
                    </a:cubicBezTo>
                    <a:cubicBezTo>
                      <a:pt x="50" y="25"/>
                      <a:pt x="42" y="50"/>
                      <a:pt x="25" y="66"/>
                    </a:cubicBezTo>
                    <a:lnTo>
                      <a:pt x="0" y="133"/>
                    </a:lnTo>
                    <a:cubicBezTo>
                      <a:pt x="0" y="141"/>
                      <a:pt x="0" y="141"/>
                      <a:pt x="0" y="149"/>
                    </a:cubicBezTo>
                    <a:cubicBezTo>
                      <a:pt x="9" y="149"/>
                      <a:pt x="17" y="149"/>
                      <a:pt x="17" y="141"/>
                    </a:cubicBezTo>
                    <a:cubicBezTo>
                      <a:pt x="34" y="124"/>
                      <a:pt x="42" y="108"/>
                      <a:pt x="50" y="83"/>
                    </a:cubicBezTo>
                    <a:cubicBezTo>
                      <a:pt x="58" y="58"/>
                      <a:pt x="75" y="42"/>
                      <a:pt x="83" y="25"/>
                    </a:cubicBezTo>
                    <a:cubicBezTo>
                      <a:pt x="83" y="17"/>
                      <a:pt x="83" y="8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1" name="Google Shape;2801;p5"/>
              <p:cNvSpPr/>
              <p:nvPr/>
            </p:nvSpPr>
            <p:spPr>
              <a:xfrm>
                <a:off x="2026750" y="1470750"/>
                <a:ext cx="2625" cy="12625"/>
              </a:xfrm>
              <a:custGeom>
                <a:rect b="b" l="l" r="r" t="t"/>
                <a:pathLst>
                  <a:path extrusionOk="0" h="505" w="105">
                    <a:moveTo>
                      <a:pt x="78" y="1"/>
                    </a:moveTo>
                    <a:cubicBezTo>
                      <a:pt x="70" y="1"/>
                      <a:pt x="61" y="5"/>
                      <a:pt x="58" y="15"/>
                    </a:cubicBezTo>
                    <a:cubicBezTo>
                      <a:pt x="25" y="98"/>
                      <a:pt x="9" y="173"/>
                      <a:pt x="0" y="256"/>
                    </a:cubicBezTo>
                    <a:cubicBezTo>
                      <a:pt x="0" y="338"/>
                      <a:pt x="9" y="430"/>
                      <a:pt x="50" y="496"/>
                    </a:cubicBezTo>
                    <a:cubicBezTo>
                      <a:pt x="53" y="502"/>
                      <a:pt x="59" y="505"/>
                      <a:pt x="64" y="505"/>
                    </a:cubicBezTo>
                    <a:cubicBezTo>
                      <a:pt x="74" y="505"/>
                      <a:pt x="83" y="498"/>
                      <a:pt x="83" y="488"/>
                    </a:cubicBezTo>
                    <a:cubicBezTo>
                      <a:pt x="75" y="454"/>
                      <a:pt x="66" y="413"/>
                      <a:pt x="58" y="372"/>
                    </a:cubicBezTo>
                    <a:cubicBezTo>
                      <a:pt x="58" y="338"/>
                      <a:pt x="50" y="297"/>
                      <a:pt x="50" y="256"/>
                    </a:cubicBezTo>
                    <a:lnTo>
                      <a:pt x="58" y="256"/>
                    </a:lnTo>
                    <a:cubicBezTo>
                      <a:pt x="58" y="181"/>
                      <a:pt x="66" y="98"/>
                      <a:pt x="100" y="32"/>
                    </a:cubicBezTo>
                    <a:cubicBezTo>
                      <a:pt x="105" y="12"/>
                      <a:pt x="91" y="1"/>
                      <a:pt x="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2" name="Google Shape;2802;p5"/>
              <p:cNvSpPr/>
              <p:nvPr/>
            </p:nvSpPr>
            <p:spPr>
              <a:xfrm>
                <a:off x="2023025" y="1473825"/>
                <a:ext cx="2075" cy="8525"/>
              </a:xfrm>
              <a:custGeom>
                <a:rect b="b" l="l" r="r" t="t"/>
                <a:pathLst>
                  <a:path extrusionOk="0" h="341" w="83">
                    <a:moveTo>
                      <a:pt x="58" y="0"/>
                    </a:moveTo>
                    <a:cubicBezTo>
                      <a:pt x="50" y="0"/>
                      <a:pt x="42" y="8"/>
                      <a:pt x="33" y="17"/>
                    </a:cubicBezTo>
                    <a:lnTo>
                      <a:pt x="17" y="174"/>
                    </a:lnTo>
                    <a:cubicBezTo>
                      <a:pt x="17" y="199"/>
                      <a:pt x="8" y="224"/>
                      <a:pt x="8" y="249"/>
                    </a:cubicBezTo>
                    <a:cubicBezTo>
                      <a:pt x="8" y="273"/>
                      <a:pt x="0" y="298"/>
                      <a:pt x="0" y="323"/>
                    </a:cubicBezTo>
                    <a:cubicBezTo>
                      <a:pt x="5" y="333"/>
                      <a:pt x="17" y="340"/>
                      <a:pt x="27" y="340"/>
                    </a:cubicBezTo>
                    <a:cubicBezTo>
                      <a:pt x="33" y="340"/>
                      <a:pt x="38" y="338"/>
                      <a:pt x="42" y="331"/>
                    </a:cubicBezTo>
                    <a:cubicBezTo>
                      <a:pt x="50" y="307"/>
                      <a:pt x="50" y="282"/>
                      <a:pt x="50" y="249"/>
                    </a:cubicBezTo>
                    <a:cubicBezTo>
                      <a:pt x="58" y="224"/>
                      <a:pt x="58" y="199"/>
                      <a:pt x="58" y="174"/>
                    </a:cubicBezTo>
                    <a:lnTo>
                      <a:pt x="83" y="17"/>
                    </a:lnTo>
                    <a:cubicBezTo>
                      <a:pt x="83" y="8"/>
                      <a:pt x="66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3" name="Google Shape;2803;p5"/>
              <p:cNvSpPr/>
              <p:nvPr/>
            </p:nvSpPr>
            <p:spPr>
              <a:xfrm>
                <a:off x="1999200" y="1677425"/>
                <a:ext cx="13425" cy="43175"/>
              </a:xfrm>
              <a:custGeom>
                <a:rect b="b" l="l" r="r" t="t"/>
                <a:pathLst>
                  <a:path extrusionOk="0" h="1727" w="537">
                    <a:moveTo>
                      <a:pt x="83" y="1"/>
                    </a:moveTo>
                    <a:cubicBezTo>
                      <a:pt x="42" y="1"/>
                      <a:pt x="25" y="25"/>
                      <a:pt x="9" y="59"/>
                    </a:cubicBezTo>
                    <a:cubicBezTo>
                      <a:pt x="0" y="83"/>
                      <a:pt x="0" y="117"/>
                      <a:pt x="0" y="150"/>
                    </a:cubicBezTo>
                    <a:cubicBezTo>
                      <a:pt x="0" y="183"/>
                      <a:pt x="9" y="216"/>
                      <a:pt x="9" y="257"/>
                    </a:cubicBezTo>
                    <a:cubicBezTo>
                      <a:pt x="25" y="514"/>
                      <a:pt x="75" y="771"/>
                      <a:pt x="149" y="1020"/>
                    </a:cubicBezTo>
                    <a:cubicBezTo>
                      <a:pt x="191" y="1144"/>
                      <a:pt x="241" y="1260"/>
                      <a:pt x="290" y="1384"/>
                    </a:cubicBezTo>
                    <a:cubicBezTo>
                      <a:pt x="348" y="1500"/>
                      <a:pt x="415" y="1608"/>
                      <a:pt x="489" y="1716"/>
                    </a:cubicBezTo>
                    <a:cubicBezTo>
                      <a:pt x="494" y="1723"/>
                      <a:pt x="500" y="1726"/>
                      <a:pt x="506" y="1726"/>
                    </a:cubicBezTo>
                    <a:cubicBezTo>
                      <a:pt x="522" y="1726"/>
                      <a:pt x="536" y="1708"/>
                      <a:pt x="531" y="1691"/>
                    </a:cubicBezTo>
                    <a:cubicBezTo>
                      <a:pt x="473" y="1575"/>
                      <a:pt x="431" y="1451"/>
                      <a:pt x="381" y="1335"/>
                    </a:cubicBezTo>
                    <a:cubicBezTo>
                      <a:pt x="299" y="1119"/>
                      <a:pt x="232" y="904"/>
                      <a:pt x="183" y="688"/>
                    </a:cubicBezTo>
                    <a:cubicBezTo>
                      <a:pt x="166" y="572"/>
                      <a:pt x="149" y="465"/>
                      <a:pt x="133" y="357"/>
                    </a:cubicBezTo>
                    <a:cubicBezTo>
                      <a:pt x="133" y="299"/>
                      <a:pt x="125" y="241"/>
                      <a:pt x="125" y="191"/>
                    </a:cubicBezTo>
                    <a:cubicBezTo>
                      <a:pt x="116" y="158"/>
                      <a:pt x="116" y="125"/>
                      <a:pt x="116" y="100"/>
                    </a:cubicBezTo>
                    <a:cubicBezTo>
                      <a:pt x="116" y="92"/>
                      <a:pt x="116" y="83"/>
                      <a:pt x="116" y="83"/>
                    </a:cubicBezTo>
                    <a:cubicBezTo>
                      <a:pt x="116" y="75"/>
                      <a:pt x="116" y="75"/>
                      <a:pt x="125" y="75"/>
                    </a:cubicBezTo>
                    <a:cubicBezTo>
                      <a:pt x="133" y="67"/>
                      <a:pt x="133" y="50"/>
                      <a:pt x="133" y="42"/>
                    </a:cubicBezTo>
                    <a:cubicBezTo>
                      <a:pt x="125" y="17"/>
                      <a:pt x="108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4" name="Google Shape;2804;p5"/>
              <p:cNvSpPr/>
              <p:nvPr/>
            </p:nvSpPr>
            <p:spPr>
              <a:xfrm>
                <a:off x="2003950" y="1671225"/>
                <a:ext cx="6175" cy="32525"/>
              </a:xfrm>
              <a:custGeom>
                <a:rect b="b" l="l" r="r" t="t"/>
                <a:pathLst>
                  <a:path extrusionOk="0" h="1301" w="247">
                    <a:moveTo>
                      <a:pt x="63" y="0"/>
                    </a:moveTo>
                    <a:cubicBezTo>
                      <a:pt x="51" y="0"/>
                      <a:pt x="38" y="8"/>
                      <a:pt x="34" y="25"/>
                    </a:cubicBezTo>
                    <a:cubicBezTo>
                      <a:pt x="1" y="124"/>
                      <a:pt x="9" y="240"/>
                      <a:pt x="9" y="340"/>
                    </a:cubicBezTo>
                    <a:cubicBezTo>
                      <a:pt x="17" y="447"/>
                      <a:pt x="26" y="547"/>
                      <a:pt x="34" y="655"/>
                    </a:cubicBezTo>
                    <a:cubicBezTo>
                      <a:pt x="59" y="870"/>
                      <a:pt x="117" y="1069"/>
                      <a:pt x="175" y="1276"/>
                    </a:cubicBezTo>
                    <a:cubicBezTo>
                      <a:pt x="181" y="1293"/>
                      <a:pt x="195" y="1300"/>
                      <a:pt x="208" y="1300"/>
                    </a:cubicBezTo>
                    <a:cubicBezTo>
                      <a:pt x="227" y="1300"/>
                      <a:pt x="246" y="1284"/>
                      <a:pt x="241" y="1259"/>
                    </a:cubicBezTo>
                    <a:cubicBezTo>
                      <a:pt x="183" y="1052"/>
                      <a:pt x="158" y="845"/>
                      <a:pt x="133" y="638"/>
                    </a:cubicBezTo>
                    <a:cubicBezTo>
                      <a:pt x="125" y="539"/>
                      <a:pt x="117" y="431"/>
                      <a:pt x="109" y="331"/>
                    </a:cubicBezTo>
                    <a:cubicBezTo>
                      <a:pt x="109" y="224"/>
                      <a:pt x="117" y="124"/>
                      <a:pt x="92" y="25"/>
                    </a:cubicBezTo>
                    <a:cubicBezTo>
                      <a:pt x="88" y="8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5" name="Google Shape;2805;p5"/>
              <p:cNvSpPr/>
              <p:nvPr/>
            </p:nvSpPr>
            <p:spPr>
              <a:xfrm>
                <a:off x="2010800" y="1664925"/>
                <a:ext cx="2700" cy="25825"/>
              </a:xfrm>
              <a:custGeom>
                <a:rect b="b" l="l" r="r" t="t"/>
                <a:pathLst>
                  <a:path extrusionOk="0" h="1033" w="108">
                    <a:moveTo>
                      <a:pt x="43" y="0"/>
                    </a:moveTo>
                    <a:cubicBezTo>
                      <a:pt x="33" y="0"/>
                      <a:pt x="25" y="4"/>
                      <a:pt x="25" y="12"/>
                    </a:cubicBezTo>
                    <a:cubicBezTo>
                      <a:pt x="0" y="144"/>
                      <a:pt x="9" y="277"/>
                      <a:pt x="17" y="409"/>
                    </a:cubicBezTo>
                    <a:cubicBezTo>
                      <a:pt x="9" y="492"/>
                      <a:pt x="9" y="583"/>
                      <a:pt x="17" y="675"/>
                    </a:cubicBezTo>
                    <a:cubicBezTo>
                      <a:pt x="17" y="782"/>
                      <a:pt x="25" y="898"/>
                      <a:pt x="33" y="1014"/>
                    </a:cubicBezTo>
                    <a:cubicBezTo>
                      <a:pt x="38" y="1027"/>
                      <a:pt x="50" y="1033"/>
                      <a:pt x="61" y="1033"/>
                    </a:cubicBezTo>
                    <a:cubicBezTo>
                      <a:pt x="73" y="1033"/>
                      <a:pt x="83" y="1027"/>
                      <a:pt x="83" y="1014"/>
                    </a:cubicBezTo>
                    <a:cubicBezTo>
                      <a:pt x="75" y="898"/>
                      <a:pt x="67" y="791"/>
                      <a:pt x="67" y="675"/>
                    </a:cubicBezTo>
                    <a:lnTo>
                      <a:pt x="67" y="666"/>
                    </a:lnTo>
                    <a:cubicBezTo>
                      <a:pt x="69" y="671"/>
                      <a:pt x="73" y="673"/>
                      <a:pt x="78" y="673"/>
                    </a:cubicBezTo>
                    <a:cubicBezTo>
                      <a:pt x="91" y="673"/>
                      <a:pt x="108" y="659"/>
                      <a:pt x="108" y="641"/>
                    </a:cubicBezTo>
                    <a:cubicBezTo>
                      <a:pt x="83" y="534"/>
                      <a:pt x="75" y="434"/>
                      <a:pt x="67" y="327"/>
                    </a:cubicBezTo>
                    <a:cubicBezTo>
                      <a:pt x="67" y="227"/>
                      <a:pt x="67" y="128"/>
                      <a:pt x="67" y="20"/>
                    </a:cubicBezTo>
                    <a:cubicBezTo>
                      <a:pt x="67" y="6"/>
                      <a:pt x="54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6" name="Google Shape;2806;p5"/>
              <p:cNvSpPr/>
              <p:nvPr/>
            </p:nvSpPr>
            <p:spPr>
              <a:xfrm>
                <a:off x="2020325" y="1646275"/>
                <a:ext cx="3450" cy="30975"/>
              </a:xfrm>
              <a:custGeom>
                <a:rect b="b" l="l" r="r" t="t"/>
                <a:pathLst>
                  <a:path extrusionOk="0" h="1239" w="138">
                    <a:moveTo>
                      <a:pt x="120" y="1"/>
                    </a:moveTo>
                    <a:cubicBezTo>
                      <a:pt x="112" y="1"/>
                      <a:pt x="104" y="5"/>
                      <a:pt x="100" y="12"/>
                    </a:cubicBezTo>
                    <a:cubicBezTo>
                      <a:pt x="67" y="153"/>
                      <a:pt x="50" y="302"/>
                      <a:pt x="34" y="451"/>
                    </a:cubicBezTo>
                    <a:cubicBezTo>
                      <a:pt x="34" y="451"/>
                      <a:pt x="25" y="451"/>
                      <a:pt x="25" y="460"/>
                    </a:cubicBezTo>
                    <a:cubicBezTo>
                      <a:pt x="17" y="534"/>
                      <a:pt x="17" y="609"/>
                      <a:pt x="17" y="692"/>
                    </a:cubicBezTo>
                    <a:cubicBezTo>
                      <a:pt x="9" y="783"/>
                      <a:pt x="0" y="874"/>
                      <a:pt x="0" y="965"/>
                    </a:cubicBezTo>
                    <a:cubicBezTo>
                      <a:pt x="0" y="984"/>
                      <a:pt x="10" y="993"/>
                      <a:pt x="21" y="993"/>
                    </a:cubicBezTo>
                    <a:cubicBezTo>
                      <a:pt x="25" y="993"/>
                      <a:pt x="29" y="992"/>
                      <a:pt x="34" y="990"/>
                    </a:cubicBezTo>
                    <a:cubicBezTo>
                      <a:pt x="42" y="1064"/>
                      <a:pt x="50" y="1139"/>
                      <a:pt x="58" y="1213"/>
                    </a:cubicBezTo>
                    <a:cubicBezTo>
                      <a:pt x="62" y="1231"/>
                      <a:pt x="73" y="1238"/>
                      <a:pt x="83" y="1238"/>
                    </a:cubicBezTo>
                    <a:cubicBezTo>
                      <a:pt x="98" y="1238"/>
                      <a:pt x="113" y="1224"/>
                      <a:pt x="108" y="1205"/>
                    </a:cubicBezTo>
                    <a:cubicBezTo>
                      <a:pt x="92" y="1081"/>
                      <a:pt x="75" y="957"/>
                      <a:pt x="75" y="832"/>
                    </a:cubicBezTo>
                    <a:cubicBezTo>
                      <a:pt x="67" y="774"/>
                      <a:pt x="67" y="725"/>
                      <a:pt x="67" y="667"/>
                    </a:cubicBezTo>
                    <a:cubicBezTo>
                      <a:pt x="75" y="609"/>
                      <a:pt x="75" y="551"/>
                      <a:pt x="83" y="493"/>
                    </a:cubicBezTo>
                    <a:cubicBezTo>
                      <a:pt x="100" y="335"/>
                      <a:pt x="125" y="178"/>
                      <a:pt x="133" y="20"/>
                    </a:cubicBezTo>
                    <a:cubicBezTo>
                      <a:pt x="137" y="7"/>
                      <a:pt x="130" y="1"/>
                      <a:pt x="1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7" name="Google Shape;2807;p5"/>
              <p:cNvSpPr/>
              <p:nvPr/>
            </p:nvSpPr>
            <p:spPr>
              <a:xfrm>
                <a:off x="2023850" y="1641450"/>
                <a:ext cx="4775" cy="20350"/>
              </a:xfrm>
              <a:custGeom>
                <a:rect b="b" l="l" r="r" t="t"/>
                <a:pathLst>
                  <a:path extrusionOk="0" h="814" w="191">
                    <a:moveTo>
                      <a:pt x="145" y="0"/>
                    </a:moveTo>
                    <a:cubicBezTo>
                      <a:pt x="131" y="0"/>
                      <a:pt x="116" y="10"/>
                      <a:pt x="116" y="31"/>
                    </a:cubicBezTo>
                    <a:cubicBezTo>
                      <a:pt x="116" y="155"/>
                      <a:pt x="108" y="280"/>
                      <a:pt x="91" y="404"/>
                    </a:cubicBezTo>
                    <a:lnTo>
                      <a:pt x="91" y="396"/>
                    </a:lnTo>
                    <a:cubicBezTo>
                      <a:pt x="67" y="520"/>
                      <a:pt x="42" y="636"/>
                      <a:pt x="9" y="760"/>
                    </a:cubicBezTo>
                    <a:cubicBezTo>
                      <a:pt x="0" y="785"/>
                      <a:pt x="17" y="810"/>
                      <a:pt x="50" y="810"/>
                    </a:cubicBezTo>
                    <a:cubicBezTo>
                      <a:pt x="59" y="812"/>
                      <a:pt x="68" y="813"/>
                      <a:pt x="77" y="813"/>
                    </a:cubicBezTo>
                    <a:cubicBezTo>
                      <a:pt x="101" y="813"/>
                      <a:pt x="125" y="806"/>
                      <a:pt x="149" y="793"/>
                    </a:cubicBezTo>
                    <a:cubicBezTo>
                      <a:pt x="166" y="793"/>
                      <a:pt x="166" y="777"/>
                      <a:pt x="158" y="769"/>
                    </a:cubicBezTo>
                    <a:cubicBezTo>
                      <a:pt x="141" y="752"/>
                      <a:pt x="116" y="744"/>
                      <a:pt x="100" y="735"/>
                    </a:cubicBezTo>
                    <a:cubicBezTo>
                      <a:pt x="166" y="512"/>
                      <a:pt x="191" y="263"/>
                      <a:pt x="174" y="31"/>
                    </a:cubicBezTo>
                    <a:cubicBezTo>
                      <a:pt x="174" y="10"/>
                      <a:pt x="160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8" name="Google Shape;2808;p5"/>
              <p:cNvSpPr/>
              <p:nvPr/>
            </p:nvSpPr>
            <p:spPr>
              <a:xfrm>
                <a:off x="2030675" y="1641550"/>
                <a:ext cx="3550" cy="24475"/>
              </a:xfrm>
              <a:custGeom>
                <a:rect b="b" l="l" r="r" t="t"/>
                <a:pathLst>
                  <a:path extrusionOk="0" h="979" w="142">
                    <a:moveTo>
                      <a:pt x="112" y="1"/>
                    </a:moveTo>
                    <a:cubicBezTo>
                      <a:pt x="103" y="1"/>
                      <a:pt x="95" y="6"/>
                      <a:pt x="92" y="19"/>
                    </a:cubicBezTo>
                    <a:cubicBezTo>
                      <a:pt x="67" y="176"/>
                      <a:pt x="42" y="325"/>
                      <a:pt x="34" y="483"/>
                    </a:cubicBezTo>
                    <a:cubicBezTo>
                      <a:pt x="17" y="640"/>
                      <a:pt x="1" y="798"/>
                      <a:pt x="17" y="955"/>
                    </a:cubicBezTo>
                    <a:cubicBezTo>
                      <a:pt x="17" y="970"/>
                      <a:pt x="28" y="978"/>
                      <a:pt x="39" y="978"/>
                    </a:cubicBezTo>
                    <a:cubicBezTo>
                      <a:pt x="47" y="978"/>
                      <a:pt x="55" y="974"/>
                      <a:pt x="59" y="963"/>
                    </a:cubicBezTo>
                    <a:cubicBezTo>
                      <a:pt x="75" y="814"/>
                      <a:pt x="75" y="657"/>
                      <a:pt x="83" y="508"/>
                    </a:cubicBezTo>
                    <a:cubicBezTo>
                      <a:pt x="100" y="342"/>
                      <a:pt x="117" y="185"/>
                      <a:pt x="141" y="35"/>
                    </a:cubicBezTo>
                    <a:cubicBezTo>
                      <a:pt x="141" y="15"/>
                      <a:pt x="126" y="1"/>
                      <a:pt x="1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5"/>
              <p:cNvSpPr/>
              <p:nvPr/>
            </p:nvSpPr>
            <p:spPr>
              <a:xfrm>
                <a:off x="2090325" y="1700775"/>
                <a:ext cx="13075" cy="96050"/>
              </a:xfrm>
              <a:custGeom>
                <a:rect b="b" l="l" r="r" t="t"/>
                <a:pathLst>
                  <a:path extrusionOk="0" h="3842" w="523">
                    <a:moveTo>
                      <a:pt x="42" y="1"/>
                    </a:moveTo>
                    <a:cubicBezTo>
                      <a:pt x="30" y="1"/>
                      <a:pt x="17" y="7"/>
                      <a:pt x="17" y="19"/>
                    </a:cubicBezTo>
                    <a:cubicBezTo>
                      <a:pt x="1" y="251"/>
                      <a:pt x="26" y="467"/>
                      <a:pt x="75" y="691"/>
                    </a:cubicBezTo>
                    <a:cubicBezTo>
                      <a:pt x="175" y="1080"/>
                      <a:pt x="341" y="1461"/>
                      <a:pt x="390" y="1859"/>
                    </a:cubicBezTo>
                    <a:cubicBezTo>
                      <a:pt x="423" y="2083"/>
                      <a:pt x="415" y="2315"/>
                      <a:pt x="382" y="2538"/>
                    </a:cubicBezTo>
                    <a:cubicBezTo>
                      <a:pt x="365" y="2721"/>
                      <a:pt x="324" y="2903"/>
                      <a:pt x="299" y="3085"/>
                    </a:cubicBezTo>
                    <a:cubicBezTo>
                      <a:pt x="307" y="2977"/>
                      <a:pt x="307" y="2861"/>
                      <a:pt x="307" y="2754"/>
                    </a:cubicBezTo>
                    <a:cubicBezTo>
                      <a:pt x="299" y="2513"/>
                      <a:pt x="249" y="2281"/>
                      <a:pt x="191" y="2058"/>
                    </a:cubicBezTo>
                    <a:cubicBezTo>
                      <a:pt x="185" y="2041"/>
                      <a:pt x="170" y="2034"/>
                      <a:pt x="156" y="2034"/>
                    </a:cubicBezTo>
                    <a:cubicBezTo>
                      <a:pt x="135" y="2034"/>
                      <a:pt x="115" y="2050"/>
                      <a:pt x="125" y="2074"/>
                    </a:cubicBezTo>
                    <a:cubicBezTo>
                      <a:pt x="150" y="2207"/>
                      <a:pt x="167" y="2331"/>
                      <a:pt x="183" y="2464"/>
                    </a:cubicBezTo>
                    <a:cubicBezTo>
                      <a:pt x="200" y="2687"/>
                      <a:pt x="200" y="2919"/>
                      <a:pt x="175" y="3143"/>
                    </a:cubicBezTo>
                    <a:cubicBezTo>
                      <a:pt x="158" y="3259"/>
                      <a:pt x="142" y="3367"/>
                      <a:pt x="117" y="3475"/>
                    </a:cubicBezTo>
                    <a:cubicBezTo>
                      <a:pt x="109" y="3533"/>
                      <a:pt x="92" y="3591"/>
                      <a:pt x="84" y="3649"/>
                    </a:cubicBezTo>
                    <a:cubicBezTo>
                      <a:pt x="67" y="3698"/>
                      <a:pt x="51" y="3756"/>
                      <a:pt x="51" y="3806"/>
                    </a:cubicBezTo>
                    <a:cubicBezTo>
                      <a:pt x="51" y="3824"/>
                      <a:pt x="67" y="3841"/>
                      <a:pt x="86" y="3841"/>
                    </a:cubicBezTo>
                    <a:cubicBezTo>
                      <a:pt x="93" y="3841"/>
                      <a:pt x="101" y="3838"/>
                      <a:pt x="109" y="3831"/>
                    </a:cubicBezTo>
                    <a:cubicBezTo>
                      <a:pt x="142" y="3781"/>
                      <a:pt x="167" y="3715"/>
                      <a:pt x="183" y="3657"/>
                    </a:cubicBezTo>
                    <a:cubicBezTo>
                      <a:pt x="208" y="3591"/>
                      <a:pt x="225" y="3524"/>
                      <a:pt x="241" y="3458"/>
                    </a:cubicBezTo>
                    <a:cubicBezTo>
                      <a:pt x="258" y="3375"/>
                      <a:pt x="274" y="3292"/>
                      <a:pt x="283" y="3209"/>
                    </a:cubicBezTo>
                    <a:cubicBezTo>
                      <a:pt x="286" y="3221"/>
                      <a:pt x="295" y="3225"/>
                      <a:pt x="304" y="3225"/>
                    </a:cubicBezTo>
                    <a:cubicBezTo>
                      <a:pt x="316" y="3225"/>
                      <a:pt x="328" y="3218"/>
                      <a:pt x="332" y="3209"/>
                    </a:cubicBezTo>
                    <a:cubicBezTo>
                      <a:pt x="423" y="2977"/>
                      <a:pt x="473" y="2721"/>
                      <a:pt x="498" y="2472"/>
                    </a:cubicBezTo>
                    <a:cubicBezTo>
                      <a:pt x="523" y="2248"/>
                      <a:pt x="523" y="2016"/>
                      <a:pt x="490" y="1793"/>
                    </a:cubicBezTo>
                    <a:cubicBezTo>
                      <a:pt x="457" y="1594"/>
                      <a:pt x="399" y="1403"/>
                      <a:pt x="332" y="1213"/>
                    </a:cubicBezTo>
                    <a:cubicBezTo>
                      <a:pt x="274" y="1014"/>
                      <a:pt x="208" y="823"/>
                      <a:pt x="158" y="633"/>
                    </a:cubicBezTo>
                    <a:cubicBezTo>
                      <a:pt x="100" y="434"/>
                      <a:pt x="59" y="227"/>
                      <a:pt x="67" y="19"/>
                    </a:cubicBezTo>
                    <a:cubicBezTo>
                      <a:pt x="67" y="7"/>
                      <a:pt x="55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5"/>
              <p:cNvSpPr/>
              <p:nvPr/>
            </p:nvSpPr>
            <p:spPr>
              <a:xfrm>
                <a:off x="1908250" y="1707575"/>
                <a:ext cx="8000" cy="14625"/>
              </a:xfrm>
              <a:custGeom>
                <a:rect b="b" l="l" r="r" t="t"/>
                <a:pathLst>
                  <a:path extrusionOk="0" h="585" w="320">
                    <a:moveTo>
                      <a:pt x="40" y="0"/>
                    </a:moveTo>
                    <a:cubicBezTo>
                      <a:pt x="23" y="0"/>
                      <a:pt x="9" y="13"/>
                      <a:pt x="9" y="29"/>
                    </a:cubicBezTo>
                    <a:cubicBezTo>
                      <a:pt x="1" y="137"/>
                      <a:pt x="51" y="228"/>
                      <a:pt x="92" y="319"/>
                    </a:cubicBezTo>
                    <a:cubicBezTo>
                      <a:pt x="133" y="402"/>
                      <a:pt x="183" y="501"/>
                      <a:pt x="241" y="576"/>
                    </a:cubicBezTo>
                    <a:cubicBezTo>
                      <a:pt x="247" y="582"/>
                      <a:pt x="255" y="585"/>
                      <a:pt x="264" y="585"/>
                    </a:cubicBezTo>
                    <a:cubicBezTo>
                      <a:pt x="290" y="585"/>
                      <a:pt x="320" y="560"/>
                      <a:pt x="307" y="535"/>
                    </a:cubicBezTo>
                    <a:cubicBezTo>
                      <a:pt x="291" y="485"/>
                      <a:pt x="266" y="443"/>
                      <a:pt x="249" y="394"/>
                    </a:cubicBezTo>
                    <a:cubicBezTo>
                      <a:pt x="233" y="352"/>
                      <a:pt x="208" y="311"/>
                      <a:pt x="191" y="261"/>
                    </a:cubicBezTo>
                    <a:cubicBezTo>
                      <a:pt x="175" y="220"/>
                      <a:pt x="158" y="178"/>
                      <a:pt x="142" y="137"/>
                    </a:cubicBezTo>
                    <a:cubicBezTo>
                      <a:pt x="117" y="87"/>
                      <a:pt x="100" y="46"/>
                      <a:pt x="67" y="13"/>
                    </a:cubicBezTo>
                    <a:cubicBezTo>
                      <a:pt x="59" y="4"/>
                      <a:pt x="49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1" name="Google Shape;2811;p5"/>
              <p:cNvSpPr/>
              <p:nvPr/>
            </p:nvSpPr>
            <p:spPr>
              <a:xfrm>
                <a:off x="1905150" y="1699850"/>
                <a:ext cx="2650" cy="7175"/>
              </a:xfrm>
              <a:custGeom>
                <a:rect b="b" l="l" r="r" t="t"/>
                <a:pathLst>
                  <a:path extrusionOk="0" h="287" w="106">
                    <a:moveTo>
                      <a:pt x="18" y="0"/>
                    </a:moveTo>
                    <a:cubicBezTo>
                      <a:pt x="9" y="0"/>
                      <a:pt x="1" y="9"/>
                      <a:pt x="1" y="23"/>
                    </a:cubicBezTo>
                    <a:cubicBezTo>
                      <a:pt x="17" y="106"/>
                      <a:pt x="34" y="189"/>
                      <a:pt x="59" y="272"/>
                    </a:cubicBezTo>
                    <a:cubicBezTo>
                      <a:pt x="62" y="282"/>
                      <a:pt x="70" y="286"/>
                      <a:pt x="79" y="286"/>
                    </a:cubicBezTo>
                    <a:cubicBezTo>
                      <a:pt x="92" y="286"/>
                      <a:pt x="105" y="275"/>
                      <a:pt x="100" y="255"/>
                    </a:cubicBezTo>
                    <a:cubicBezTo>
                      <a:pt x="83" y="172"/>
                      <a:pt x="67" y="90"/>
                      <a:pt x="34" y="15"/>
                    </a:cubicBezTo>
                    <a:cubicBezTo>
                      <a:pt x="30" y="5"/>
                      <a:pt x="24" y="0"/>
                      <a:pt x="1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2" name="Google Shape;2812;p5"/>
              <p:cNvSpPr/>
              <p:nvPr/>
            </p:nvSpPr>
            <p:spPr>
              <a:xfrm>
                <a:off x="1981375" y="1758050"/>
                <a:ext cx="3475" cy="14300"/>
              </a:xfrm>
              <a:custGeom>
                <a:rect b="b" l="l" r="r" t="t"/>
                <a:pathLst>
                  <a:path extrusionOk="0" h="572" w="139">
                    <a:moveTo>
                      <a:pt x="43" y="1"/>
                    </a:moveTo>
                    <a:cubicBezTo>
                      <a:pt x="38" y="1"/>
                      <a:pt x="34" y="3"/>
                      <a:pt x="34" y="7"/>
                    </a:cubicBezTo>
                    <a:cubicBezTo>
                      <a:pt x="1" y="48"/>
                      <a:pt x="17" y="98"/>
                      <a:pt x="17" y="140"/>
                    </a:cubicBezTo>
                    <a:cubicBezTo>
                      <a:pt x="17" y="181"/>
                      <a:pt x="26" y="231"/>
                      <a:pt x="34" y="272"/>
                    </a:cubicBezTo>
                    <a:cubicBezTo>
                      <a:pt x="42" y="372"/>
                      <a:pt x="59" y="463"/>
                      <a:pt x="84" y="554"/>
                    </a:cubicBezTo>
                    <a:cubicBezTo>
                      <a:pt x="87" y="566"/>
                      <a:pt x="96" y="572"/>
                      <a:pt x="106" y="572"/>
                    </a:cubicBezTo>
                    <a:cubicBezTo>
                      <a:pt x="121" y="572"/>
                      <a:pt x="138" y="558"/>
                      <a:pt x="133" y="537"/>
                    </a:cubicBezTo>
                    <a:cubicBezTo>
                      <a:pt x="117" y="446"/>
                      <a:pt x="100" y="355"/>
                      <a:pt x="92" y="264"/>
                    </a:cubicBezTo>
                    <a:cubicBezTo>
                      <a:pt x="84" y="222"/>
                      <a:pt x="84" y="173"/>
                      <a:pt x="84" y="131"/>
                    </a:cubicBezTo>
                    <a:cubicBezTo>
                      <a:pt x="75" y="90"/>
                      <a:pt x="84" y="40"/>
                      <a:pt x="59" y="7"/>
                    </a:cubicBezTo>
                    <a:cubicBezTo>
                      <a:pt x="55" y="3"/>
                      <a:pt x="48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3" name="Google Shape;2813;p5"/>
              <p:cNvSpPr/>
              <p:nvPr/>
            </p:nvSpPr>
            <p:spPr>
              <a:xfrm>
                <a:off x="1978275" y="1747850"/>
                <a:ext cx="2500" cy="5825"/>
              </a:xfrm>
              <a:custGeom>
                <a:rect b="b" l="l" r="r" t="t"/>
                <a:pathLst>
                  <a:path extrusionOk="0" h="233" w="100">
                    <a:moveTo>
                      <a:pt x="25" y="1"/>
                    </a:moveTo>
                    <a:cubicBezTo>
                      <a:pt x="17" y="1"/>
                      <a:pt x="0" y="9"/>
                      <a:pt x="0" y="17"/>
                    </a:cubicBezTo>
                    <a:cubicBezTo>
                      <a:pt x="9" y="42"/>
                      <a:pt x="9" y="59"/>
                      <a:pt x="9" y="75"/>
                    </a:cubicBezTo>
                    <a:cubicBezTo>
                      <a:pt x="17" y="84"/>
                      <a:pt x="17" y="100"/>
                      <a:pt x="17" y="117"/>
                    </a:cubicBezTo>
                    <a:cubicBezTo>
                      <a:pt x="25" y="150"/>
                      <a:pt x="34" y="183"/>
                      <a:pt x="42" y="208"/>
                    </a:cubicBezTo>
                    <a:cubicBezTo>
                      <a:pt x="50" y="224"/>
                      <a:pt x="67" y="233"/>
                      <a:pt x="75" y="233"/>
                    </a:cubicBezTo>
                    <a:cubicBezTo>
                      <a:pt x="92" y="224"/>
                      <a:pt x="100" y="208"/>
                      <a:pt x="92" y="200"/>
                    </a:cubicBezTo>
                    <a:cubicBezTo>
                      <a:pt x="83" y="133"/>
                      <a:pt x="67" y="75"/>
                      <a:pt x="50" y="17"/>
                    </a:cubicBezTo>
                    <a:cubicBezTo>
                      <a:pt x="42" y="9"/>
                      <a:pt x="34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4" name="Google Shape;2814;p5"/>
              <p:cNvSpPr/>
              <p:nvPr/>
            </p:nvSpPr>
            <p:spPr>
              <a:xfrm>
                <a:off x="1979725" y="1759050"/>
                <a:ext cx="1875" cy="5600"/>
              </a:xfrm>
              <a:custGeom>
                <a:rect b="b" l="l" r="r" t="t"/>
                <a:pathLst>
                  <a:path extrusionOk="0" h="224" w="75">
                    <a:moveTo>
                      <a:pt x="9" y="0"/>
                    </a:moveTo>
                    <a:lnTo>
                      <a:pt x="9" y="8"/>
                    </a:lnTo>
                    <a:cubicBezTo>
                      <a:pt x="0" y="8"/>
                      <a:pt x="0" y="8"/>
                      <a:pt x="0" y="17"/>
                    </a:cubicBezTo>
                    <a:cubicBezTo>
                      <a:pt x="0" y="83"/>
                      <a:pt x="17" y="141"/>
                      <a:pt x="34" y="207"/>
                    </a:cubicBezTo>
                    <a:cubicBezTo>
                      <a:pt x="34" y="216"/>
                      <a:pt x="50" y="224"/>
                      <a:pt x="58" y="224"/>
                    </a:cubicBezTo>
                    <a:cubicBezTo>
                      <a:pt x="75" y="216"/>
                      <a:pt x="75" y="207"/>
                      <a:pt x="75" y="191"/>
                    </a:cubicBezTo>
                    <a:cubicBezTo>
                      <a:pt x="58" y="133"/>
                      <a:pt x="50" y="75"/>
                      <a:pt x="25" y="17"/>
                    </a:cubicBezTo>
                    <a:cubicBezTo>
                      <a:pt x="25" y="8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5" name="Google Shape;2815;p5"/>
              <p:cNvSpPr/>
              <p:nvPr/>
            </p:nvSpPr>
            <p:spPr>
              <a:xfrm>
                <a:off x="1793100" y="1143350"/>
                <a:ext cx="632000" cy="926825"/>
              </a:xfrm>
              <a:custGeom>
                <a:rect b="b" l="l" r="r" t="t"/>
                <a:pathLst>
                  <a:path extrusionOk="0" h="37073" w="25280">
                    <a:moveTo>
                      <a:pt x="5054" y="110"/>
                    </a:moveTo>
                    <a:cubicBezTo>
                      <a:pt x="5059" y="110"/>
                      <a:pt x="5065" y="111"/>
                      <a:pt x="5071" y="111"/>
                    </a:cubicBezTo>
                    <a:cubicBezTo>
                      <a:pt x="5121" y="120"/>
                      <a:pt x="5170" y="153"/>
                      <a:pt x="5203" y="186"/>
                    </a:cubicBezTo>
                    <a:cubicBezTo>
                      <a:pt x="5237" y="236"/>
                      <a:pt x="5270" y="285"/>
                      <a:pt x="5295" y="343"/>
                    </a:cubicBezTo>
                    <a:cubicBezTo>
                      <a:pt x="5319" y="401"/>
                      <a:pt x="5344" y="468"/>
                      <a:pt x="5377" y="526"/>
                    </a:cubicBezTo>
                    <a:cubicBezTo>
                      <a:pt x="5618" y="1039"/>
                      <a:pt x="5899" y="1528"/>
                      <a:pt x="6148" y="2025"/>
                    </a:cubicBezTo>
                    <a:cubicBezTo>
                      <a:pt x="6272" y="2274"/>
                      <a:pt x="6380" y="2531"/>
                      <a:pt x="6488" y="2796"/>
                    </a:cubicBezTo>
                    <a:cubicBezTo>
                      <a:pt x="6529" y="2920"/>
                      <a:pt x="6587" y="3036"/>
                      <a:pt x="6653" y="3152"/>
                    </a:cubicBezTo>
                    <a:cubicBezTo>
                      <a:pt x="6711" y="3235"/>
                      <a:pt x="6778" y="3326"/>
                      <a:pt x="6803" y="3426"/>
                    </a:cubicBezTo>
                    <a:lnTo>
                      <a:pt x="6786" y="3426"/>
                    </a:lnTo>
                    <a:cubicBezTo>
                      <a:pt x="6504" y="3426"/>
                      <a:pt x="6214" y="3434"/>
                      <a:pt x="5933" y="3450"/>
                    </a:cubicBezTo>
                    <a:cubicBezTo>
                      <a:pt x="5725" y="3459"/>
                      <a:pt x="5502" y="3492"/>
                      <a:pt x="5311" y="3591"/>
                    </a:cubicBezTo>
                    <a:cubicBezTo>
                      <a:pt x="5121" y="3699"/>
                      <a:pt x="5013" y="3873"/>
                      <a:pt x="4880" y="4039"/>
                    </a:cubicBezTo>
                    <a:cubicBezTo>
                      <a:pt x="4814" y="4122"/>
                      <a:pt x="4739" y="4196"/>
                      <a:pt x="4648" y="4254"/>
                    </a:cubicBezTo>
                    <a:cubicBezTo>
                      <a:pt x="4607" y="4279"/>
                      <a:pt x="4557" y="4304"/>
                      <a:pt x="4499" y="4329"/>
                    </a:cubicBezTo>
                    <a:cubicBezTo>
                      <a:pt x="4466" y="4337"/>
                      <a:pt x="4433" y="4345"/>
                      <a:pt x="4391" y="4362"/>
                    </a:cubicBezTo>
                    <a:cubicBezTo>
                      <a:pt x="4391" y="4296"/>
                      <a:pt x="4400" y="4229"/>
                      <a:pt x="4400" y="4171"/>
                    </a:cubicBezTo>
                    <a:cubicBezTo>
                      <a:pt x="4400" y="4014"/>
                      <a:pt x="4408" y="3865"/>
                      <a:pt x="4408" y="3716"/>
                    </a:cubicBezTo>
                    <a:cubicBezTo>
                      <a:pt x="4408" y="3566"/>
                      <a:pt x="4408" y="3417"/>
                      <a:pt x="4383" y="3268"/>
                    </a:cubicBezTo>
                    <a:cubicBezTo>
                      <a:pt x="4350" y="3136"/>
                      <a:pt x="4300" y="3003"/>
                      <a:pt x="4267" y="2862"/>
                    </a:cubicBezTo>
                    <a:cubicBezTo>
                      <a:pt x="4226" y="2730"/>
                      <a:pt x="4217" y="2589"/>
                      <a:pt x="4226" y="2440"/>
                    </a:cubicBezTo>
                    <a:cubicBezTo>
                      <a:pt x="4242" y="1909"/>
                      <a:pt x="4367" y="1379"/>
                      <a:pt x="4574" y="882"/>
                    </a:cubicBezTo>
                    <a:cubicBezTo>
                      <a:pt x="4673" y="642"/>
                      <a:pt x="4797" y="401"/>
                      <a:pt x="4947" y="178"/>
                    </a:cubicBezTo>
                    <a:cubicBezTo>
                      <a:pt x="4976" y="141"/>
                      <a:pt x="5006" y="110"/>
                      <a:pt x="5054" y="110"/>
                    </a:cubicBezTo>
                    <a:close/>
                    <a:moveTo>
                      <a:pt x="1309" y="5754"/>
                    </a:moveTo>
                    <a:cubicBezTo>
                      <a:pt x="1351" y="5812"/>
                      <a:pt x="1417" y="5845"/>
                      <a:pt x="1475" y="5870"/>
                    </a:cubicBezTo>
                    <a:cubicBezTo>
                      <a:pt x="1620" y="5921"/>
                      <a:pt x="1765" y="5946"/>
                      <a:pt x="1916" y="5946"/>
                    </a:cubicBezTo>
                    <a:cubicBezTo>
                      <a:pt x="1937" y="5946"/>
                      <a:pt x="1959" y="5945"/>
                      <a:pt x="1980" y="5944"/>
                    </a:cubicBezTo>
                    <a:cubicBezTo>
                      <a:pt x="2006" y="5944"/>
                      <a:pt x="2032" y="5944"/>
                      <a:pt x="2058" y="5944"/>
                    </a:cubicBezTo>
                    <a:cubicBezTo>
                      <a:pt x="2175" y="5944"/>
                      <a:pt x="2293" y="5950"/>
                      <a:pt x="2395" y="6011"/>
                    </a:cubicBezTo>
                    <a:cubicBezTo>
                      <a:pt x="2411" y="6019"/>
                      <a:pt x="2420" y="6019"/>
                      <a:pt x="2428" y="6027"/>
                    </a:cubicBezTo>
                    <a:cubicBezTo>
                      <a:pt x="2348" y="5995"/>
                      <a:pt x="2263" y="5984"/>
                      <a:pt x="2178" y="5984"/>
                    </a:cubicBezTo>
                    <a:cubicBezTo>
                      <a:pt x="2067" y="5984"/>
                      <a:pt x="1955" y="6001"/>
                      <a:pt x="1848" y="6011"/>
                    </a:cubicBezTo>
                    <a:cubicBezTo>
                      <a:pt x="1822" y="6012"/>
                      <a:pt x="1797" y="6013"/>
                      <a:pt x="1772" y="6013"/>
                    </a:cubicBezTo>
                    <a:cubicBezTo>
                      <a:pt x="1676" y="6013"/>
                      <a:pt x="1585" y="5999"/>
                      <a:pt x="1500" y="5953"/>
                    </a:cubicBezTo>
                    <a:cubicBezTo>
                      <a:pt x="1417" y="5911"/>
                      <a:pt x="1342" y="5845"/>
                      <a:pt x="1284" y="5762"/>
                    </a:cubicBezTo>
                    <a:cubicBezTo>
                      <a:pt x="1293" y="5762"/>
                      <a:pt x="1301" y="5762"/>
                      <a:pt x="1309" y="5754"/>
                    </a:cubicBezTo>
                    <a:close/>
                    <a:moveTo>
                      <a:pt x="2502" y="6218"/>
                    </a:moveTo>
                    <a:cubicBezTo>
                      <a:pt x="2502" y="6234"/>
                      <a:pt x="2494" y="6243"/>
                      <a:pt x="2494" y="6259"/>
                    </a:cubicBezTo>
                    <a:cubicBezTo>
                      <a:pt x="2486" y="6259"/>
                      <a:pt x="2486" y="6251"/>
                      <a:pt x="2478" y="6251"/>
                    </a:cubicBezTo>
                    <a:cubicBezTo>
                      <a:pt x="2469" y="6251"/>
                      <a:pt x="2461" y="6259"/>
                      <a:pt x="2453" y="6259"/>
                    </a:cubicBezTo>
                    <a:cubicBezTo>
                      <a:pt x="2453" y="6251"/>
                      <a:pt x="2444" y="6243"/>
                      <a:pt x="2444" y="6234"/>
                    </a:cubicBezTo>
                    <a:cubicBezTo>
                      <a:pt x="2461" y="6234"/>
                      <a:pt x="2486" y="6226"/>
                      <a:pt x="2502" y="6218"/>
                    </a:cubicBezTo>
                    <a:close/>
                    <a:moveTo>
                      <a:pt x="1293" y="6499"/>
                    </a:moveTo>
                    <a:lnTo>
                      <a:pt x="1400" y="6632"/>
                    </a:lnTo>
                    <a:cubicBezTo>
                      <a:pt x="1400" y="6640"/>
                      <a:pt x="1409" y="6649"/>
                      <a:pt x="1409" y="6657"/>
                    </a:cubicBezTo>
                    <a:cubicBezTo>
                      <a:pt x="1409" y="6690"/>
                      <a:pt x="1392" y="6731"/>
                      <a:pt x="1392" y="6765"/>
                    </a:cubicBezTo>
                    <a:cubicBezTo>
                      <a:pt x="1400" y="6806"/>
                      <a:pt x="1417" y="6839"/>
                      <a:pt x="1450" y="6864"/>
                    </a:cubicBezTo>
                    <a:cubicBezTo>
                      <a:pt x="1450" y="6905"/>
                      <a:pt x="1458" y="6947"/>
                      <a:pt x="1475" y="6988"/>
                    </a:cubicBezTo>
                    <a:cubicBezTo>
                      <a:pt x="1508" y="7137"/>
                      <a:pt x="1574" y="7278"/>
                      <a:pt x="1649" y="7419"/>
                    </a:cubicBezTo>
                    <a:cubicBezTo>
                      <a:pt x="1583" y="7452"/>
                      <a:pt x="1541" y="7527"/>
                      <a:pt x="1516" y="7601"/>
                    </a:cubicBezTo>
                    <a:cubicBezTo>
                      <a:pt x="1483" y="7693"/>
                      <a:pt x="1483" y="7792"/>
                      <a:pt x="1450" y="7883"/>
                    </a:cubicBezTo>
                    <a:cubicBezTo>
                      <a:pt x="1376" y="7842"/>
                      <a:pt x="1293" y="7792"/>
                      <a:pt x="1235" y="7726"/>
                    </a:cubicBezTo>
                    <a:cubicBezTo>
                      <a:pt x="1160" y="7635"/>
                      <a:pt x="1160" y="7519"/>
                      <a:pt x="1168" y="7411"/>
                    </a:cubicBezTo>
                    <a:cubicBezTo>
                      <a:pt x="1177" y="7278"/>
                      <a:pt x="1193" y="7146"/>
                      <a:pt x="1226" y="7021"/>
                    </a:cubicBezTo>
                    <a:cubicBezTo>
                      <a:pt x="1260" y="6905"/>
                      <a:pt x="1293" y="6789"/>
                      <a:pt x="1309" y="6673"/>
                    </a:cubicBezTo>
                    <a:cubicBezTo>
                      <a:pt x="1309" y="6615"/>
                      <a:pt x="1309" y="6557"/>
                      <a:pt x="1293" y="6499"/>
                    </a:cubicBezTo>
                    <a:close/>
                    <a:moveTo>
                      <a:pt x="4855" y="23559"/>
                    </a:moveTo>
                    <a:lnTo>
                      <a:pt x="5245" y="24065"/>
                    </a:lnTo>
                    <a:cubicBezTo>
                      <a:pt x="5253" y="24073"/>
                      <a:pt x="5261" y="24081"/>
                      <a:pt x="5278" y="24081"/>
                    </a:cubicBezTo>
                    <a:cubicBezTo>
                      <a:pt x="5361" y="24272"/>
                      <a:pt x="5452" y="24454"/>
                      <a:pt x="5560" y="24628"/>
                    </a:cubicBezTo>
                    <a:cubicBezTo>
                      <a:pt x="5634" y="24752"/>
                      <a:pt x="5709" y="24860"/>
                      <a:pt x="5800" y="24968"/>
                    </a:cubicBezTo>
                    <a:cubicBezTo>
                      <a:pt x="5875" y="25142"/>
                      <a:pt x="5966" y="25316"/>
                      <a:pt x="6082" y="25465"/>
                    </a:cubicBezTo>
                    <a:cubicBezTo>
                      <a:pt x="6189" y="25598"/>
                      <a:pt x="6314" y="25722"/>
                      <a:pt x="6438" y="25838"/>
                    </a:cubicBezTo>
                    <a:cubicBezTo>
                      <a:pt x="6562" y="25946"/>
                      <a:pt x="6678" y="26053"/>
                      <a:pt x="6794" y="26153"/>
                    </a:cubicBezTo>
                    <a:cubicBezTo>
                      <a:pt x="6827" y="26211"/>
                      <a:pt x="6852" y="26260"/>
                      <a:pt x="6885" y="26310"/>
                    </a:cubicBezTo>
                    <a:cubicBezTo>
                      <a:pt x="6943" y="26401"/>
                      <a:pt x="7001" y="26501"/>
                      <a:pt x="7117" y="26509"/>
                    </a:cubicBezTo>
                    <a:cubicBezTo>
                      <a:pt x="7142" y="26509"/>
                      <a:pt x="7159" y="26492"/>
                      <a:pt x="7167" y="26467"/>
                    </a:cubicBezTo>
                    <a:cubicBezTo>
                      <a:pt x="7250" y="26617"/>
                      <a:pt x="7333" y="26757"/>
                      <a:pt x="7441" y="26890"/>
                    </a:cubicBezTo>
                    <a:cubicBezTo>
                      <a:pt x="7449" y="26907"/>
                      <a:pt x="7465" y="26907"/>
                      <a:pt x="7474" y="26907"/>
                    </a:cubicBezTo>
                    <a:cubicBezTo>
                      <a:pt x="7532" y="26989"/>
                      <a:pt x="7573" y="27081"/>
                      <a:pt x="7598" y="27180"/>
                    </a:cubicBezTo>
                    <a:cubicBezTo>
                      <a:pt x="7606" y="27205"/>
                      <a:pt x="7615" y="27238"/>
                      <a:pt x="7615" y="27263"/>
                    </a:cubicBezTo>
                    <a:cubicBezTo>
                      <a:pt x="7623" y="27453"/>
                      <a:pt x="7623" y="27652"/>
                      <a:pt x="7615" y="27843"/>
                    </a:cubicBezTo>
                    <a:cubicBezTo>
                      <a:pt x="7590" y="28514"/>
                      <a:pt x="7457" y="29169"/>
                      <a:pt x="7341" y="29831"/>
                    </a:cubicBezTo>
                    <a:cubicBezTo>
                      <a:pt x="7333" y="29881"/>
                      <a:pt x="7316" y="29939"/>
                      <a:pt x="7308" y="29997"/>
                    </a:cubicBezTo>
                    <a:cubicBezTo>
                      <a:pt x="7300" y="30014"/>
                      <a:pt x="7291" y="30030"/>
                      <a:pt x="7283" y="30047"/>
                    </a:cubicBezTo>
                    <a:cubicBezTo>
                      <a:pt x="7076" y="30503"/>
                      <a:pt x="6877" y="30967"/>
                      <a:pt x="6678" y="31430"/>
                    </a:cubicBezTo>
                    <a:cubicBezTo>
                      <a:pt x="6579" y="31662"/>
                      <a:pt x="6479" y="31886"/>
                      <a:pt x="6380" y="32118"/>
                    </a:cubicBezTo>
                    <a:cubicBezTo>
                      <a:pt x="6289" y="32334"/>
                      <a:pt x="6206" y="32566"/>
                      <a:pt x="6165" y="32798"/>
                    </a:cubicBezTo>
                    <a:cubicBezTo>
                      <a:pt x="6148" y="32905"/>
                      <a:pt x="6148" y="33013"/>
                      <a:pt x="6131" y="33121"/>
                    </a:cubicBezTo>
                    <a:cubicBezTo>
                      <a:pt x="6115" y="33228"/>
                      <a:pt x="6073" y="33311"/>
                      <a:pt x="5991" y="33378"/>
                    </a:cubicBezTo>
                    <a:cubicBezTo>
                      <a:pt x="5908" y="33444"/>
                      <a:pt x="5817" y="33502"/>
                      <a:pt x="5742" y="33568"/>
                    </a:cubicBezTo>
                    <a:cubicBezTo>
                      <a:pt x="5659" y="33634"/>
                      <a:pt x="5576" y="33701"/>
                      <a:pt x="5502" y="33775"/>
                    </a:cubicBezTo>
                    <a:cubicBezTo>
                      <a:pt x="5203" y="34057"/>
                      <a:pt x="4938" y="34380"/>
                      <a:pt x="4731" y="34736"/>
                    </a:cubicBezTo>
                    <a:cubicBezTo>
                      <a:pt x="4623" y="34919"/>
                      <a:pt x="4532" y="35101"/>
                      <a:pt x="4449" y="35300"/>
                    </a:cubicBezTo>
                    <a:cubicBezTo>
                      <a:pt x="4400" y="35408"/>
                      <a:pt x="4333" y="35582"/>
                      <a:pt x="4209" y="35623"/>
                    </a:cubicBezTo>
                    <a:cubicBezTo>
                      <a:pt x="4202" y="35615"/>
                      <a:pt x="4191" y="35611"/>
                      <a:pt x="4180" y="35611"/>
                    </a:cubicBezTo>
                    <a:cubicBezTo>
                      <a:pt x="4166" y="35611"/>
                      <a:pt x="4152" y="35618"/>
                      <a:pt x="4143" y="35631"/>
                    </a:cubicBezTo>
                    <a:cubicBezTo>
                      <a:pt x="4101" y="35640"/>
                      <a:pt x="4085" y="35681"/>
                      <a:pt x="4101" y="35714"/>
                    </a:cubicBezTo>
                    <a:cubicBezTo>
                      <a:pt x="3994" y="35913"/>
                      <a:pt x="3903" y="36112"/>
                      <a:pt x="3803" y="36311"/>
                    </a:cubicBezTo>
                    <a:cubicBezTo>
                      <a:pt x="3737" y="36451"/>
                      <a:pt x="3646" y="36609"/>
                      <a:pt x="3505" y="36700"/>
                    </a:cubicBezTo>
                    <a:cubicBezTo>
                      <a:pt x="3404" y="36770"/>
                      <a:pt x="3283" y="36789"/>
                      <a:pt x="3160" y="36789"/>
                    </a:cubicBezTo>
                    <a:cubicBezTo>
                      <a:pt x="3080" y="36789"/>
                      <a:pt x="3000" y="36781"/>
                      <a:pt x="2925" y="36775"/>
                    </a:cubicBezTo>
                    <a:cubicBezTo>
                      <a:pt x="2701" y="36758"/>
                      <a:pt x="2486" y="36733"/>
                      <a:pt x="2270" y="36692"/>
                    </a:cubicBezTo>
                    <a:cubicBezTo>
                      <a:pt x="2163" y="36675"/>
                      <a:pt x="2055" y="36650"/>
                      <a:pt x="1956" y="36617"/>
                    </a:cubicBezTo>
                    <a:cubicBezTo>
                      <a:pt x="1898" y="36609"/>
                      <a:pt x="1848" y="36592"/>
                      <a:pt x="1790" y="36576"/>
                    </a:cubicBezTo>
                    <a:cubicBezTo>
                      <a:pt x="1765" y="36567"/>
                      <a:pt x="1740" y="36559"/>
                      <a:pt x="1707" y="36551"/>
                    </a:cubicBezTo>
                    <a:cubicBezTo>
                      <a:pt x="1682" y="36543"/>
                      <a:pt x="1657" y="36543"/>
                      <a:pt x="1632" y="36543"/>
                    </a:cubicBezTo>
                    <a:cubicBezTo>
                      <a:pt x="1583" y="36543"/>
                      <a:pt x="1574" y="36601"/>
                      <a:pt x="1608" y="36617"/>
                    </a:cubicBezTo>
                    <a:cubicBezTo>
                      <a:pt x="1624" y="36634"/>
                      <a:pt x="1641" y="36642"/>
                      <a:pt x="1657" y="36650"/>
                    </a:cubicBezTo>
                    <a:lnTo>
                      <a:pt x="1649" y="36650"/>
                    </a:lnTo>
                    <a:cubicBezTo>
                      <a:pt x="1566" y="36642"/>
                      <a:pt x="1492" y="36617"/>
                      <a:pt x="1409" y="36592"/>
                    </a:cubicBezTo>
                    <a:cubicBezTo>
                      <a:pt x="1351" y="36576"/>
                      <a:pt x="1284" y="36551"/>
                      <a:pt x="1218" y="36509"/>
                    </a:cubicBezTo>
                    <a:cubicBezTo>
                      <a:pt x="1168" y="36485"/>
                      <a:pt x="1152" y="36435"/>
                      <a:pt x="1160" y="36377"/>
                    </a:cubicBezTo>
                    <a:cubicBezTo>
                      <a:pt x="1177" y="36261"/>
                      <a:pt x="1268" y="36162"/>
                      <a:pt x="1351" y="36087"/>
                    </a:cubicBezTo>
                    <a:cubicBezTo>
                      <a:pt x="1450" y="35996"/>
                      <a:pt x="1574" y="35930"/>
                      <a:pt x="1690" y="35872"/>
                    </a:cubicBezTo>
                    <a:cubicBezTo>
                      <a:pt x="1815" y="35797"/>
                      <a:pt x="1947" y="35731"/>
                      <a:pt x="2088" y="35673"/>
                    </a:cubicBezTo>
                    <a:cubicBezTo>
                      <a:pt x="2125" y="35658"/>
                      <a:pt x="2116" y="35596"/>
                      <a:pt x="2077" y="35596"/>
                    </a:cubicBezTo>
                    <a:cubicBezTo>
                      <a:pt x="2073" y="35596"/>
                      <a:pt x="2068" y="35596"/>
                      <a:pt x="2063" y="35598"/>
                    </a:cubicBezTo>
                    <a:cubicBezTo>
                      <a:pt x="1881" y="35656"/>
                      <a:pt x="1707" y="35722"/>
                      <a:pt x="1541" y="35822"/>
                    </a:cubicBezTo>
                    <a:cubicBezTo>
                      <a:pt x="1417" y="35888"/>
                      <a:pt x="1284" y="35971"/>
                      <a:pt x="1193" y="36079"/>
                    </a:cubicBezTo>
                    <a:cubicBezTo>
                      <a:pt x="1102" y="36178"/>
                      <a:pt x="1019" y="36319"/>
                      <a:pt x="1044" y="36460"/>
                    </a:cubicBezTo>
                    <a:cubicBezTo>
                      <a:pt x="1061" y="36534"/>
                      <a:pt x="1110" y="36592"/>
                      <a:pt x="1177" y="36625"/>
                    </a:cubicBezTo>
                    <a:cubicBezTo>
                      <a:pt x="1218" y="36642"/>
                      <a:pt x="1268" y="36667"/>
                      <a:pt x="1309" y="36683"/>
                    </a:cubicBezTo>
                    <a:lnTo>
                      <a:pt x="1284" y="36683"/>
                    </a:lnTo>
                    <a:cubicBezTo>
                      <a:pt x="1218" y="36675"/>
                      <a:pt x="1160" y="36667"/>
                      <a:pt x="1094" y="36659"/>
                    </a:cubicBezTo>
                    <a:cubicBezTo>
                      <a:pt x="961" y="36642"/>
                      <a:pt x="829" y="36617"/>
                      <a:pt x="696" y="36584"/>
                    </a:cubicBezTo>
                    <a:cubicBezTo>
                      <a:pt x="638" y="36576"/>
                      <a:pt x="580" y="36559"/>
                      <a:pt x="522" y="36543"/>
                    </a:cubicBezTo>
                    <a:cubicBezTo>
                      <a:pt x="497" y="36534"/>
                      <a:pt x="423" y="36526"/>
                      <a:pt x="414" y="36493"/>
                    </a:cubicBezTo>
                    <a:cubicBezTo>
                      <a:pt x="414" y="36485"/>
                      <a:pt x="414" y="36476"/>
                      <a:pt x="414" y="36468"/>
                    </a:cubicBezTo>
                    <a:cubicBezTo>
                      <a:pt x="431" y="36460"/>
                      <a:pt x="439" y="36435"/>
                      <a:pt x="423" y="36402"/>
                    </a:cubicBezTo>
                    <a:cubicBezTo>
                      <a:pt x="423" y="36402"/>
                      <a:pt x="423" y="36402"/>
                      <a:pt x="414" y="36393"/>
                    </a:cubicBezTo>
                    <a:cubicBezTo>
                      <a:pt x="414" y="36377"/>
                      <a:pt x="423" y="36369"/>
                      <a:pt x="423" y="36352"/>
                    </a:cubicBezTo>
                    <a:cubicBezTo>
                      <a:pt x="423" y="36302"/>
                      <a:pt x="431" y="36261"/>
                      <a:pt x="431" y="36211"/>
                    </a:cubicBezTo>
                    <a:cubicBezTo>
                      <a:pt x="456" y="36037"/>
                      <a:pt x="514" y="35847"/>
                      <a:pt x="630" y="35706"/>
                    </a:cubicBezTo>
                    <a:cubicBezTo>
                      <a:pt x="754" y="35540"/>
                      <a:pt x="953" y="35466"/>
                      <a:pt x="1144" y="35391"/>
                    </a:cubicBezTo>
                    <a:cubicBezTo>
                      <a:pt x="1302" y="35327"/>
                      <a:pt x="1476" y="35264"/>
                      <a:pt x="1645" y="35264"/>
                    </a:cubicBezTo>
                    <a:cubicBezTo>
                      <a:pt x="1697" y="35264"/>
                      <a:pt x="1748" y="35270"/>
                      <a:pt x="1798" y="35283"/>
                    </a:cubicBezTo>
                    <a:cubicBezTo>
                      <a:pt x="1803" y="35285"/>
                      <a:pt x="1808" y="35286"/>
                      <a:pt x="1812" y="35286"/>
                    </a:cubicBezTo>
                    <a:cubicBezTo>
                      <a:pt x="1852" y="35286"/>
                      <a:pt x="1868" y="35224"/>
                      <a:pt x="1823" y="35209"/>
                    </a:cubicBezTo>
                    <a:cubicBezTo>
                      <a:pt x="1747" y="35183"/>
                      <a:pt x="1671" y="35173"/>
                      <a:pt x="1594" y="35173"/>
                    </a:cubicBezTo>
                    <a:cubicBezTo>
                      <a:pt x="1395" y="35173"/>
                      <a:pt x="1197" y="35245"/>
                      <a:pt x="1011" y="35316"/>
                    </a:cubicBezTo>
                    <a:cubicBezTo>
                      <a:pt x="903" y="35366"/>
                      <a:pt x="796" y="35408"/>
                      <a:pt x="704" y="35474"/>
                    </a:cubicBezTo>
                    <a:cubicBezTo>
                      <a:pt x="613" y="35532"/>
                      <a:pt x="539" y="35615"/>
                      <a:pt x="481" y="35706"/>
                    </a:cubicBezTo>
                    <a:cubicBezTo>
                      <a:pt x="381" y="35855"/>
                      <a:pt x="340" y="36037"/>
                      <a:pt x="315" y="36219"/>
                    </a:cubicBezTo>
                    <a:cubicBezTo>
                      <a:pt x="298" y="36195"/>
                      <a:pt x="290" y="36170"/>
                      <a:pt x="282" y="36145"/>
                    </a:cubicBezTo>
                    <a:cubicBezTo>
                      <a:pt x="232" y="36062"/>
                      <a:pt x="199" y="35971"/>
                      <a:pt x="174" y="35880"/>
                    </a:cubicBezTo>
                    <a:cubicBezTo>
                      <a:pt x="133" y="35714"/>
                      <a:pt x="116" y="35540"/>
                      <a:pt x="158" y="35374"/>
                    </a:cubicBezTo>
                    <a:cubicBezTo>
                      <a:pt x="182" y="35300"/>
                      <a:pt x="207" y="35217"/>
                      <a:pt x="265" y="35159"/>
                    </a:cubicBezTo>
                    <a:cubicBezTo>
                      <a:pt x="315" y="35109"/>
                      <a:pt x="381" y="35076"/>
                      <a:pt x="448" y="35060"/>
                    </a:cubicBezTo>
                    <a:cubicBezTo>
                      <a:pt x="515" y="35043"/>
                      <a:pt x="585" y="35037"/>
                      <a:pt x="655" y="35037"/>
                    </a:cubicBezTo>
                    <a:cubicBezTo>
                      <a:pt x="766" y="35037"/>
                      <a:pt x="876" y="35053"/>
                      <a:pt x="978" y="35068"/>
                    </a:cubicBezTo>
                    <a:cubicBezTo>
                      <a:pt x="1168" y="35093"/>
                      <a:pt x="1359" y="35118"/>
                      <a:pt x="1550" y="35142"/>
                    </a:cubicBezTo>
                    <a:cubicBezTo>
                      <a:pt x="1552" y="35144"/>
                      <a:pt x="1554" y="35144"/>
                      <a:pt x="1556" y="35144"/>
                    </a:cubicBezTo>
                    <a:cubicBezTo>
                      <a:pt x="1570" y="35144"/>
                      <a:pt x="1583" y="35124"/>
                      <a:pt x="1583" y="35109"/>
                    </a:cubicBezTo>
                    <a:lnTo>
                      <a:pt x="1831" y="35101"/>
                    </a:lnTo>
                    <a:cubicBezTo>
                      <a:pt x="1901" y="35101"/>
                      <a:pt x="1969" y="35102"/>
                      <a:pt x="2037" y="35102"/>
                    </a:cubicBezTo>
                    <a:cubicBezTo>
                      <a:pt x="2139" y="35102"/>
                      <a:pt x="2241" y="35099"/>
                      <a:pt x="2345" y="35084"/>
                    </a:cubicBezTo>
                    <a:cubicBezTo>
                      <a:pt x="2478" y="35076"/>
                      <a:pt x="2610" y="35035"/>
                      <a:pt x="2710" y="34935"/>
                    </a:cubicBezTo>
                    <a:cubicBezTo>
                      <a:pt x="2759" y="34877"/>
                      <a:pt x="2792" y="34819"/>
                      <a:pt x="2834" y="34761"/>
                    </a:cubicBezTo>
                    <a:cubicBezTo>
                      <a:pt x="2875" y="34687"/>
                      <a:pt x="2917" y="34620"/>
                      <a:pt x="2958" y="34546"/>
                    </a:cubicBezTo>
                    <a:cubicBezTo>
                      <a:pt x="3124" y="34264"/>
                      <a:pt x="3298" y="33982"/>
                      <a:pt x="3464" y="33692"/>
                    </a:cubicBezTo>
                    <a:cubicBezTo>
                      <a:pt x="3621" y="33436"/>
                      <a:pt x="3778" y="33170"/>
                      <a:pt x="3911" y="32897"/>
                    </a:cubicBezTo>
                    <a:cubicBezTo>
                      <a:pt x="3977" y="32756"/>
                      <a:pt x="4027" y="32615"/>
                      <a:pt x="4068" y="32474"/>
                    </a:cubicBezTo>
                    <a:cubicBezTo>
                      <a:pt x="4068" y="32466"/>
                      <a:pt x="4077" y="32466"/>
                      <a:pt x="4077" y="32458"/>
                    </a:cubicBezTo>
                    <a:cubicBezTo>
                      <a:pt x="4081" y="32460"/>
                      <a:pt x="4085" y="32461"/>
                      <a:pt x="4090" y="32461"/>
                    </a:cubicBezTo>
                    <a:cubicBezTo>
                      <a:pt x="4104" y="32461"/>
                      <a:pt x="4118" y="32452"/>
                      <a:pt x="4118" y="32433"/>
                    </a:cubicBezTo>
                    <a:cubicBezTo>
                      <a:pt x="4126" y="32292"/>
                      <a:pt x="4118" y="32151"/>
                      <a:pt x="4101" y="32010"/>
                    </a:cubicBezTo>
                    <a:cubicBezTo>
                      <a:pt x="4093" y="31878"/>
                      <a:pt x="4085" y="31737"/>
                      <a:pt x="4085" y="31596"/>
                    </a:cubicBezTo>
                    <a:cubicBezTo>
                      <a:pt x="4085" y="31356"/>
                      <a:pt x="4110" y="31124"/>
                      <a:pt x="4159" y="30892"/>
                    </a:cubicBezTo>
                    <a:cubicBezTo>
                      <a:pt x="4209" y="30677"/>
                      <a:pt x="4284" y="30461"/>
                      <a:pt x="4350" y="30246"/>
                    </a:cubicBezTo>
                    <a:cubicBezTo>
                      <a:pt x="4416" y="30039"/>
                      <a:pt x="4491" y="29831"/>
                      <a:pt x="4524" y="29616"/>
                    </a:cubicBezTo>
                    <a:cubicBezTo>
                      <a:pt x="4549" y="29508"/>
                      <a:pt x="4565" y="29401"/>
                      <a:pt x="4565" y="29285"/>
                    </a:cubicBezTo>
                    <a:cubicBezTo>
                      <a:pt x="4565" y="29185"/>
                      <a:pt x="4557" y="29077"/>
                      <a:pt x="4541" y="28970"/>
                    </a:cubicBezTo>
                    <a:cubicBezTo>
                      <a:pt x="4541" y="28951"/>
                      <a:pt x="4527" y="28942"/>
                      <a:pt x="4512" y="28942"/>
                    </a:cubicBezTo>
                    <a:cubicBezTo>
                      <a:pt x="4494" y="28942"/>
                      <a:pt x="4474" y="28955"/>
                      <a:pt x="4474" y="28978"/>
                    </a:cubicBezTo>
                    <a:cubicBezTo>
                      <a:pt x="4491" y="29144"/>
                      <a:pt x="4474" y="29309"/>
                      <a:pt x="4449" y="29475"/>
                    </a:cubicBezTo>
                    <a:cubicBezTo>
                      <a:pt x="4425" y="29301"/>
                      <a:pt x="4416" y="29119"/>
                      <a:pt x="4416" y="28937"/>
                    </a:cubicBezTo>
                    <a:cubicBezTo>
                      <a:pt x="4408" y="28696"/>
                      <a:pt x="4425" y="28464"/>
                      <a:pt x="4458" y="28232"/>
                    </a:cubicBezTo>
                    <a:cubicBezTo>
                      <a:pt x="4499" y="28009"/>
                      <a:pt x="4541" y="27777"/>
                      <a:pt x="4615" y="27569"/>
                    </a:cubicBezTo>
                    <a:cubicBezTo>
                      <a:pt x="4690" y="27354"/>
                      <a:pt x="4756" y="27130"/>
                      <a:pt x="4822" y="26915"/>
                    </a:cubicBezTo>
                    <a:cubicBezTo>
                      <a:pt x="4855" y="26799"/>
                      <a:pt x="4880" y="26691"/>
                      <a:pt x="4905" y="26583"/>
                    </a:cubicBezTo>
                    <a:cubicBezTo>
                      <a:pt x="4922" y="26525"/>
                      <a:pt x="4930" y="26467"/>
                      <a:pt x="4947" y="26409"/>
                    </a:cubicBezTo>
                    <a:cubicBezTo>
                      <a:pt x="4955" y="26351"/>
                      <a:pt x="4963" y="26293"/>
                      <a:pt x="4955" y="26244"/>
                    </a:cubicBezTo>
                    <a:cubicBezTo>
                      <a:pt x="4955" y="26211"/>
                      <a:pt x="4932" y="26195"/>
                      <a:pt x="4908" y="26195"/>
                    </a:cubicBezTo>
                    <a:cubicBezTo>
                      <a:pt x="4890" y="26195"/>
                      <a:pt x="4871" y="26205"/>
                      <a:pt x="4864" y="26227"/>
                    </a:cubicBezTo>
                    <a:cubicBezTo>
                      <a:pt x="4847" y="26269"/>
                      <a:pt x="4839" y="26310"/>
                      <a:pt x="4831" y="26351"/>
                    </a:cubicBezTo>
                    <a:cubicBezTo>
                      <a:pt x="4831" y="26293"/>
                      <a:pt x="4839" y="26227"/>
                      <a:pt x="4839" y="26169"/>
                    </a:cubicBezTo>
                    <a:cubicBezTo>
                      <a:pt x="4839" y="26020"/>
                      <a:pt x="4847" y="25871"/>
                      <a:pt x="4855" y="25730"/>
                    </a:cubicBezTo>
                    <a:cubicBezTo>
                      <a:pt x="4864" y="25540"/>
                      <a:pt x="4872" y="25357"/>
                      <a:pt x="4880" y="25167"/>
                    </a:cubicBezTo>
                    <a:cubicBezTo>
                      <a:pt x="4897" y="25167"/>
                      <a:pt x="4905" y="25150"/>
                      <a:pt x="4905" y="25125"/>
                    </a:cubicBezTo>
                    <a:cubicBezTo>
                      <a:pt x="4905" y="25026"/>
                      <a:pt x="4905" y="24935"/>
                      <a:pt x="4897" y="24835"/>
                    </a:cubicBezTo>
                    <a:cubicBezTo>
                      <a:pt x="4897" y="24819"/>
                      <a:pt x="4897" y="24810"/>
                      <a:pt x="4889" y="24810"/>
                    </a:cubicBezTo>
                    <a:cubicBezTo>
                      <a:pt x="4880" y="24628"/>
                      <a:pt x="4872" y="24438"/>
                      <a:pt x="4864" y="24255"/>
                    </a:cubicBezTo>
                    <a:cubicBezTo>
                      <a:pt x="4855" y="24023"/>
                      <a:pt x="4864" y="23791"/>
                      <a:pt x="4855" y="23559"/>
                    </a:cubicBezTo>
                    <a:close/>
                    <a:moveTo>
                      <a:pt x="12420" y="608"/>
                    </a:moveTo>
                    <a:cubicBezTo>
                      <a:pt x="12459" y="608"/>
                      <a:pt x="12498" y="613"/>
                      <a:pt x="12536" y="625"/>
                    </a:cubicBezTo>
                    <a:cubicBezTo>
                      <a:pt x="12569" y="633"/>
                      <a:pt x="12611" y="650"/>
                      <a:pt x="12627" y="675"/>
                    </a:cubicBezTo>
                    <a:cubicBezTo>
                      <a:pt x="12652" y="700"/>
                      <a:pt x="12636" y="749"/>
                      <a:pt x="12636" y="783"/>
                    </a:cubicBezTo>
                    <a:cubicBezTo>
                      <a:pt x="12619" y="882"/>
                      <a:pt x="12602" y="981"/>
                      <a:pt x="12594" y="1073"/>
                    </a:cubicBezTo>
                    <a:cubicBezTo>
                      <a:pt x="12528" y="1462"/>
                      <a:pt x="12470" y="1843"/>
                      <a:pt x="12420" y="2232"/>
                    </a:cubicBezTo>
                    <a:cubicBezTo>
                      <a:pt x="12312" y="3011"/>
                      <a:pt x="12246" y="3798"/>
                      <a:pt x="12172" y="4577"/>
                    </a:cubicBezTo>
                    <a:cubicBezTo>
                      <a:pt x="12147" y="4776"/>
                      <a:pt x="12122" y="4975"/>
                      <a:pt x="12114" y="5166"/>
                    </a:cubicBezTo>
                    <a:cubicBezTo>
                      <a:pt x="12114" y="5215"/>
                      <a:pt x="12114" y="5265"/>
                      <a:pt x="12130" y="5306"/>
                    </a:cubicBezTo>
                    <a:cubicBezTo>
                      <a:pt x="12147" y="5340"/>
                      <a:pt x="12163" y="5373"/>
                      <a:pt x="12155" y="5414"/>
                    </a:cubicBezTo>
                    <a:cubicBezTo>
                      <a:pt x="12138" y="5489"/>
                      <a:pt x="12072" y="5555"/>
                      <a:pt x="12031" y="5630"/>
                    </a:cubicBezTo>
                    <a:cubicBezTo>
                      <a:pt x="11989" y="5704"/>
                      <a:pt x="11948" y="5779"/>
                      <a:pt x="11923" y="5862"/>
                    </a:cubicBezTo>
                    <a:cubicBezTo>
                      <a:pt x="11890" y="5953"/>
                      <a:pt x="11873" y="6036"/>
                      <a:pt x="11848" y="6127"/>
                    </a:cubicBezTo>
                    <a:cubicBezTo>
                      <a:pt x="11815" y="6259"/>
                      <a:pt x="11741" y="6433"/>
                      <a:pt x="11575" y="6441"/>
                    </a:cubicBezTo>
                    <a:cubicBezTo>
                      <a:pt x="11525" y="6441"/>
                      <a:pt x="11509" y="6499"/>
                      <a:pt x="11542" y="6533"/>
                    </a:cubicBezTo>
                    <a:cubicBezTo>
                      <a:pt x="11567" y="6574"/>
                      <a:pt x="11534" y="6632"/>
                      <a:pt x="11517" y="6665"/>
                    </a:cubicBezTo>
                    <a:cubicBezTo>
                      <a:pt x="11476" y="6707"/>
                      <a:pt x="11434" y="6731"/>
                      <a:pt x="11384" y="6765"/>
                    </a:cubicBezTo>
                    <a:cubicBezTo>
                      <a:pt x="11310" y="6823"/>
                      <a:pt x="11219" y="6889"/>
                      <a:pt x="11210" y="6997"/>
                    </a:cubicBezTo>
                    <a:cubicBezTo>
                      <a:pt x="11210" y="7038"/>
                      <a:pt x="11252" y="7063"/>
                      <a:pt x="11277" y="7104"/>
                    </a:cubicBezTo>
                    <a:cubicBezTo>
                      <a:pt x="11293" y="7137"/>
                      <a:pt x="11310" y="7171"/>
                      <a:pt x="11318" y="7212"/>
                    </a:cubicBezTo>
                    <a:cubicBezTo>
                      <a:pt x="11343" y="7353"/>
                      <a:pt x="11268" y="7535"/>
                      <a:pt x="11119" y="7593"/>
                    </a:cubicBezTo>
                    <a:cubicBezTo>
                      <a:pt x="11075" y="7608"/>
                      <a:pt x="11090" y="7680"/>
                      <a:pt x="11128" y="7680"/>
                    </a:cubicBezTo>
                    <a:cubicBezTo>
                      <a:pt x="11133" y="7680"/>
                      <a:pt x="11138" y="7679"/>
                      <a:pt x="11144" y="7676"/>
                    </a:cubicBezTo>
                    <a:cubicBezTo>
                      <a:pt x="11161" y="7676"/>
                      <a:pt x="11177" y="7668"/>
                      <a:pt x="11186" y="7659"/>
                    </a:cubicBezTo>
                    <a:lnTo>
                      <a:pt x="11186" y="7659"/>
                    </a:lnTo>
                    <a:cubicBezTo>
                      <a:pt x="11152" y="7775"/>
                      <a:pt x="11136" y="7891"/>
                      <a:pt x="11128" y="8016"/>
                    </a:cubicBezTo>
                    <a:cubicBezTo>
                      <a:pt x="11119" y="8397"/>
                      <a:pt x="11244" y="8753"/>
                      <a:pt x="11310" y="9126"/>
                    </a:cubicBezTo>
                    <a:cubicBezTo>
                      <a:pt x="11343" y="9317"/>
                      <a:pt x="11360" y="9515"/>
                      <a:pt x="11326" y="9714"/>
                    </a:cubicBezTo>
                    <a:cubicBezTo>
                      <a:pt x="11318" y="9764"/>
                      <a:pt x="11310" y="9805"/>
                      <a:pt x="11310" y="9855"/>
                    </a:cubicBezTo>
                    <a:cubicBezTo>
                      <a:pt x="11318" y="9897"/>
                      <a:pt x="11335" y="9930"/>
                      <a:pt x="11360" y="9971"/>
                    </a:cubicBezTo>
                    <a:cubicBezTo>
                      <a:pt x="11376" y="9996"/>
                      <a:pt x="11409" y="10021"/>
                      <a:pt x="11418" y="10054"/>
                    </a:cubicBezTo>
                    <a:cubicBezTo>
                      <a:pt x="11418" y="10071"/>
                      <a:pt x="11409" y="10079"/>
                      <a:pt x="11409" y="10087"/>
                    </a:cubicBezTo>
                    <a:cubicBezTo>
                      <a:pt x="11409" y="10095"/>
                      <a:pt x="11401" y="10095"/>
                      <a:pt x="11401" y="10095"/>
                    </a:cubicBezTo>
                    <a:cubicBezTo>
                      <a:pt x="11398" y="10095"/>
                      <a:pt x="11395" y="10095"/>
                      <a:pt x="11392" y="10095"/>
                    </a:cubicBezTo>
                    <a:cubicBezTo>
                      <a:pt x="11347" y="10095"/>
                      <a:pt x="11312" y="10155"/>
                      <a:pt x="11351" y="10187"/>
                    </a:cubicBezTo>
                    <a:cubicBezTo>
                      <a:pt x="11426" y="10253"/>
                      <a:pt x="11418" y="10361"/>
                      <a:pt x="11409" y="10452"/>
                    </a:cubicBezTo>
                    <a:cubicBezTo>
                      <a:pt x="11393" y="10568"/>
                      <a:pt x="11376" y="10675"/>
                      <a:pt x="11368" y="10791"/>
                    </a:cubicBezTo>
                    <a:cubicBezTo>
                      <a:pt x="11360" y="10907"/>
                      <a:pt x="11360" y="11032"/>
                      <a:pt x="11376" y="11148"/>
                    </a:cubicBezTo>
                    <a:cubicBezTo>
                      <a:pt x="11384" y="11214"/>
                      <a:pt x="11393" y="11272"/>
                      <a:pt x="11409" y="11330"/>
                    </a:cubicBezTo>
                    <a:cubicBezTo>
                      <a:pt x="11418" y="11388"/>
                      <a:pt x="11434" y="11446"/>
                      <a:pt x="11434" y="11504"/>
                    </a:cubicBezTo>
                    <a:cubicBezTo>
                      <a:pt x="11442" y="11554"/>
                      <a:pt x="11434" y="11595"/>
                      <a:pt x="11401" y="11636"/>
                    </a:cubicBezTo>
                    <a:cubicBezTo>
                      <a:pt x="11382" y="11656"/>
                      <a:pt x="11358" y="11675"/>
                      <a:pt x="11328" y="11675"/>
                    </a:cubicBezTo>
                    <a:cubicBezTo>
                      <a:pt x="11320" y="11675"/>
                      <a:pt x="11311" y="11673"/>
                      <a:pt x="11302" y="11670"/>
                    </a:cubicBezTo>
                    <a:cubicBezTo>
                      <a:pt x="11295" y="11667"/>
                      <a:pt x="11289" y="11666"/>
                      <a:pt x="11283" y="11666"/>
                    </a:cubicBezTo>
                    <a:cubicBezTo>
                      <a:pt x="11230" y="11666"/>
                      <a:pt x="11209" y="11762"/>
                      <a:pt x="11277" y="11777"/>
                    </a:cubicBezTo>
                    <a:cubicBezTo>
                      <a:pt x="11297" y="11786"/>
                      <a:pt x="11316" y="11790"/>
                      <a:pt x="11335" y="11790"/>
                    </a:cubicBezTo>
                    <a:cubicBezTo>
                      <a:pt x="11353" y="11790"/>
                      <a:pt x="11372" y="11786"/>
                      <a:pt x="11393" y="11777"/>
                    </a:cubicBezTo>
                    <a:cubicBezTo>
                      <a:pt x="11600" y="12109"/>
                      <a:pt x="11832" y="12424"/>
                      <a:pt x="12064" y="12738"/>
                    </a:cubicBezTo>
                    <a:cubicBezTo>
                      <a:pt x="12288" y="13020"/>
                      <a:pt x="12520" y="13294"/>
                      <a:pt x="12743" y="13575"/>
                    </a:cubicBezTo>
                    <a:cubicBezTo>
                      <a:pt x="12851" y="13700"/>
                      <a:pt x="12950" y="13832"/>
                      <a:pt x="13017" y="13981"/>
                    </a:cubicBezTo>
                    <a:cubicBezTo>
                      <a:pt x="13050" y="14056"/>
                      <a:pt x="13066" y="14139"/>
                      <a:pt x="13100" y="14222"/>
                    </a:cubicBezTo>
                    <a:cubicBezTo>
                      <a:pt x="13133" y="14296"/>
                      <a:pt x="13182" y="14362"/>
                      <a:pt x="13249" y="14412"/>
                    </a:cubicBezTo>
                    <a:cubicBezTo>
                      <a:pt x="13307" y="14470"/>
                      <a:pt x="13373" y="14512"/>
                      <a:pt x="13431" y="14561"/>
                    </a:cubicBezTo>
                    <a:cubicBezTo>
                      <a:pt x="13489" y="14611"/>
                      <a:pt x="13547" y="14661"/>
                      <a:pt x="13605" y="14719"/>
                    </a:cubicBezTo>
                    <a:cubicBezTo>
                      <a:pt x="13704" y="14826"/>
                      <a:pt x="13804" y="14942"/>
                      <a:pt x="13878" y="15067"/>
                    </a:cubicBezTo>
                    <a:cubicBezTo>
                      <a:pt x="14011" y="15274"/>
                      <a:pt x="14102" y="15498"/>
                      <a:pt x="14152" y="15730"/>
                    </a:cubicBezTo>
                    <a:cubicBezTo>
                      <a:pt x="14145" y="15726"/>
                      <a:pt x="14137" y="15724"/>
                      <a:pt x="14129" y="15724"/>
                    </a:cubicBezTo>
                    <a:cubicBezTo>
                      <a:pt x="14100" y="15724"/>
                      <a:pt x="14069" y="15747"/>
                      <a:pt x="14069" y="15779"/>
                    </a:cubicBezTo>
                    <a:cubicBezTo>
                      <a:pt x="14086" y="15912"/>
                      <a:pt x="14127" y="16044"/>
                      <a:pt x="14218" y="16135"/>
                    </a:cubicBezTo>
                    <a:cubicBezTo>
                      <a:pt x="14228" y="16145"/>
                      <a:pt x="14240" y="16149"/>
                      <a:pt x="14252" y="16149"/>
                    </a:cubicBezTo>
                    <a:cubicBezTo>
                      <a:pt x="14261" y="16149"/>
                      <a:pt x="14269" y="16147"/>
                      <a:pt x="14276" y="16144"/>
                    </a:cubicBezTo>
                    <a:cubicBezTo>
                      <a:pt x="14284" y="16152"/>
                      <a:pt x="14293" y="16152"/>
                      <a:pt x="14293" y="16160"/>
                    </a:cubicBezTo>
                    <a:cubicBezTo>
                      <a:pt x="14458" y="16301"/>
                      <a:pt x="14583" y="16467"/>
                      <a:pt x="14715" y="16633"/>
                    </a:cubicBezTo>
                    <a:cubicBezTo>
                      <a:pt x="14856" y="16798"/>
                      <a:pt x="15005" y="16964"/>
                      <a:pt x="15171" y="17113"/>
                    </a:cubicBezTo>
                    <a:cubicBezTo>
                      <a:pt x="15345" y="17262"/>
                      <a:pt x="15535" y="17403"/>
                      <a:pt x="15709" y="17544"/>
                    </a:cubicBezTo>
                    <a:cubicBezTo>
                      <a:pt x="15892" y="17693"/>
                      <a:pt x="16066" y="17851"/>
                      <a:pt x="16231" y="18016"/>
                    </a:cubicBezTo>
                    <a:cubicBezTo>
                      <a:pt x="16563" y="18339"/>
                      <a:pt x="16878" y="18687"/>
                      <a:pt x="17201" y="19027"/>
                    </a:cubicBezTo>
                    <a:cubicBezTo>
                      <a:pt x="17516" y="19367"/>
                      <a:pt x="17847" y="19698"/>
                      <a:pt x="18203" y="20005"/>
                    </a:cubicBezTo>
                    <a:cubicBezTo>
                      <a:pt x="18237" y="20038"/>
                      <a:pt x="18261" y="20063"/>
                      <a:pt x="18295" y="20088"/>
                    </a:cubicBezTo>
                    <a:cubicBezTo>
                      <a:pt x="18278" y="20113"/>
                      <a:pt x="18278" y="20154"/>
                      <a:pt x="18311" y="20171"/>
                    </a:cubicBezTo>
                    <a:cubicBezTo>
                      <a:pt x="18394" y="20212"/>
                      <a:pt x="18477" y="20253"/>
                      <a:pt x="18560" y="20303"/>
                    </a:cubicBezTo>
                    <a:cubicBezTo>
                      <a:pt x="18759" y="20461"/>
                      <a:pt x="18957" y="20610"/>
                      <a:pt x="19165" y="20759"/>
                    </a:cubicBezTo>
                    <a:cubicBezTo>
                      <a:pt x="19554" y="21107"/>
                      <a:pt x="19877" y="21521"/>
                      <a:pt x="20200" y="21927"/>
                    </a:cubicBezTo>
                    <a:cubicBezTo>
                      <a:pt x="20465" y="22258"/>
                      <a:pt x="20730" y="22582"/>
                      <a:pt x="21020" y="22888"/>
                    </a:cubicBezTo>
                    <a:cubicBezTo>
                      <a:pt x="21327" y="23228"/>
                      <a:pt x="21642" y="23559"/>
                      <a:pt x="21915" y="23924"/>
                    </a:cubicBezTo>
                    <a:cubicBezTo>
                      <a:pt x="22205" y="24305"/>
                      <a:pt x="22437" y="24719"/>
                      <a:pt x="22678" y="25125"/>
                    </a:cubicBezTo>
                    <a:cubicBezTo>
                      <a:pt x="22934" y="25548"/>
                      <a:pt x="23191" y="25979"/>
                      <a:pt x="23440" y="26409"/>
                    </a:cubicBezTo>
                    <a:cubicBezTo>
                      <a:pt x="23688" y="26824"/>
                      <a:pt x="23945" y="27238"/>
                      <a:pt x="24186" y="27661"/>
                    </a:cubicBezTo>
                    <a:cubicBezTo>
                      <a:pt x="24418" y="28075"/>
                      <a:pt x="24658" y="28489"/>
                      <a:pt x="24840" y="28928"/>
                    </a:cubicBezTo>
                    <a:cubicBezTo>
                      <a:pt x="24923" y="29135"/>
                      <a:pt x="24998" y="29351"/>
                      <a:pt x="25039" y="29575"/>
                    </a:cubicBezTo>
                    <a:cubicBezTo>
                      <a:pt x="25080" y="29807"/>
                      <a:pt x="25080" y="30039"/>
                      <a:pt x="25056" y="30279"/>
                    </a:cubicBezTo>
                    <a:cubicBezTo>
                      <a:pt x="25014" y="30743"/>
                      <a:pt x="24898" y="31198"/>
                      <a:pt x="24890" y="31671"/>
                    </a:cubicBezTo>
                    <a:cubicBezTo>
                      <a:pt x="24890" y="31687"/>
                      <a:pt x="24904" y="31696"/>
                      <a:pt x="24919" y="31696"/>
                    </a:cubicBezTo>
                    <a:cubicBezTo>
                      <a:pt x="24933" y="31696"/>
                      <a:pt x="24948" y="31687"/>
                      <a:pt x="24948" y="31671"/>
                    </a:cubicBezTo>
                    <a:cubicBezTo>
                      <a:pt x="24956" y="31546"/>
                      <a:pt x="24964" y="31430"/>
                      <a:pt x="24989" y="31314"/>
                    </a:cubicBezTo>
                    <a:cubicBezTo>
                      <a:pt x="24998" y="31265"/>
                      <a:pt x="25006" y="31215"/>
                      <a:pt x="25014" y="31165"/>
                    </a:cubicBezTo>
                    <a:cubicBezTo>
                      <a:pt x="25022" y="31527"/>
                      <a:pt x="25047" y="31888"/>
                      <a:pt x="25079" y="32249"/>
                    </a:cubicBezTo>
                    <a:lnTo>
                      <a:pt x="25079" y="32249"/>
                    </a:lnTo>
                    <a:cubicBezTo>
                      <a:pt x="25067" y="32226"/>
                      <a:pt x="25044" y="32214"/>
                      <a:pt x="25024" y="32214"/>
                    </a:cubicBezTo>
                    <a:cubicBezTo>
                      <a:pt x="25001" y="32214"/>
                      <a:pt x="24981" y="32229"/>
                      <a:pt x="24981" y="32259"/>
                    </a:cubicBezTo>
                    <a:cubicBezTo>
                      <a:pt x="24981" y="32425"/>
                      <a:pt x="24981" y="32599"/>
                      <a:pt x="24973" y="32764"/>
                    </a:cubicBezTo>
                    <a:cubicBezTo>
                      <a:pt x="24964" y="32748"/>
                      <a:pt x="24956" y="32740"/>
                      <a:pt x="24940" y="32731"/>
                    </a:cubicBezTo>
                    <a:cubicBezTo>
                      <a:pt x="24931" y="32720"/>
                      <a:pt x="24917" y="32714"/>
                      <a:pt x="24903" y="32714"/>
                    </a:cubicBezTo>
                    <a:cubicBezTo>
                      <a:pt x="24877" y="32714"/>
                      <a:pt x="24851" y="32732"/>
                      <a:pt x="24857" y="32764"/>
                    </a:cubicBezTo>
                    <a:cubicBezTo>
                      <a:pt x="24865" y="32872"/>
                      <a:pt x="24873" y="32980"/>
                      <a:pt x="24882" y="33088"/>
                    </a:cubicBezTo>
                    <a:cubicBezTo>
                      <a:pt x="24848" y="33030"/>
                      <a:pt x="24824" y="32972"/>
                      <a:pt x="24799" y="32914"/>
                    </a:cubicBezTo>
                    <a:cubicBezTo>
                      <a:pt x="24749" y="32798"/>
                      <a:pt x="24724" y="32665"/>
                      <a:pt x="24683" y="32549"/>
                    </a:cubicBezTo>
                    <a:cubicBezTo>
                      <a:pt x="24679" y="32530"/>
                      <a:pt x="24663" y="32522"/>
                      <a:pt x="24648" y="32522"/>
                    </a:cubicBezTo>
                    <a:cubicBezTo>
                      <a:pt x="24628" y="32522"/>
                      <a:pt x="24608" y="32535"/>
                      <a:pt x="24608" y="32557"/>
                    </a:cubicBezTo>
                    <a:cubicBezTo>
                      <a:pt x="24608" y="32640"/>
                      <a:pt x="24625" y="32715"/>
                      <a:pt x="24650" y="32798"/>
                    </a:cubicBezTo>
                    <a:cubicBezTo>
                      <a:pt x="24633" y="32847"/>
                      <a:pt x="24633" y="32914"/>
                      <a:pt x="24625" y="32972"/>
                    </a:cubicBezTo>
                    <a:cubicBezTo>
                      <a:pt x="24616" y="33030"/>
                      <a:pt x="24616" y="33088"/>
                      <a:pt x="24608" y="33146"/>
                    </a:cubicBezTo>
                    <a:cubicBezTo>
                      <a:pt x="24608" y="33179"/>
                      <a:pt x="24608" y="33220"/>
                      <a:pt x="24600" y="33262"/>
                    </a:cubicBezTo>
                    <a:cubicBezTo>
                      <a:pt x="24591" y="33250"/>
                      <a:pt x="24578" y="33244"/>
                      <a:pt x="24565" y="33244"/>
                    </a:cubicBezTo>
                    <a:cubicBezTo>
                      <a:pt x="24540" y="33244"/>
                      <a:pt x="24514" y="33263"/>
                      <a:pt x="24509" y="33295"/>
                    </a:cubicBezTo>
                    <a:lnTo>
                      <a:pt x="24509" y="33336"/>
                    </a:lnTo>
                    <a:cubicBezTo>
                      <a:pt x="24509" y="33502"/>
                      <a:pt x="24517" y="33668"/>
                      <a:pt x="24534" y="33833"/>
                    </a:cubicBezTo>
                    <a:cubicBezTo>
                      <a:pt x="24525" y="33842"/>
                      <a:pt x="24517" y="33842"/>
                      <a:pt x="24509" y="33850"/>
                    </a:cubicBezTo>
                    <a:cubicBezTo>
                      <a:pt x="24509" y="33858"/>
                      <a:pt x="24509" y="33858"/>
                      <a:pt x="24509" y="33866"/>
                    </a:cubicBezTo>
                    <a:cubicBezTo>
                      <a:pt x="24360" y="33585"/>
                      <a:pt x="24244" y="33286"/>
                      <a:pt x="24186" y="32972"/>
                    </a:cubicBezTo>
                    <a:cubicBezTo>
                      <a:pt x="24186" y="32957"/>
                      <a:pt x="24174" y="32950"/>
                      <a:pt x="24162" y="32950"/>
                    </a:cubicBezTo>
                    <a:cubicBezTo>
                      <a:pt x="24146" y="32950"/>
                      <a:pt x="24128" y="32961"/>
                      <a:pt x="24128" y="32980"/>
                    </a:cubicBezTo>
                    <a:cubicBezTo>
                      <a:pt x="24136" y="33038"/>
                      <a:pt x="24144" y="33096"/>
                      <a:pt x="24152" y="33154"/>
                    </a:cubicBezTo>
                    <a:cubicBezTo>
                      <a:pt x="24210" y="33502"/>
                      <a:pt x="24368" y="33833"/>
                      <a:pt x="24542" y="34148"/>
                    </a:cubicBezTo>
                    <a:cubicBezTo>
                      <a:pt x="24542" y="34165"/>
                      <a:pt x="24542" y="34173"/>
                      <a:pt x="24550" y="34181"/>
                    </a:cubicBezTo>
                    <a:cubicBezTo>
                      <a:pt x="24558" y="34214"/>
                      <a:pt x="24567" y="34248"/>
                      <a:pt x="24575" y="34272"/>
                    </a:cubicBezTo>
                    <a:cubicBezTo>
                      <a:pt x="24592" y="34306"/>
                      <a:pt x="24600" y="34330"/>
                      <a:pt x="24625" y="34364"/>
                    </a:cubicBezTo>
                    <a:cubicBezTo>
                      <a:pt x="24633" y="34380"/>
                      <a:pt x="24650" y="34380"/>
                      <a:pt x="24666" y="34380"/>
                    </a:cubicBezTo>
                    <a:cubicBezTo>
                      <a:pt x="24674" y="34388"/>
                      <a:pt x="24674" y="34397"/>
                      <a:pt x="24683" y="34413"/>
                    </a:cubicBezTo>
                    <a:cubicBezTo>
                      <a:pt x="24799" y="34620"/>
                      <a:pt x="24923" y="34819"/>
                      <a:pt x="25014" y="35035"/>
                    </a:cubicBezTo>
                    <a:cubicBezTo>
                      <a:pt x="25097" y="35234"/>
                      <a:pt x="25155" y="35482"/>
                      <a:pt x="25006" y="35664"/>
                    </a:cubicBezTo>
                    <a:cubicBezTo>
                      <a:pt x="24882" y="35814"/>
                      <a:pt x="24683" y="35880"/>
                      <a:pt x="24509" y="35930"/>
                    </a:cubicBezTo>
                    <a:cubicBezTo>
                      <a:pt x="24260" y="35996"/>
                      <a:pt x="24012" y="36046"/>
                      <a:pt x="23763" y="36079"/>
                    </a:cubicBezTo>
                    <a:cubicBezTo>
                      <a:pt x="23569" y="36103"/>
                      <a:pt x="23379" y="36118"/>
                      <a:pt x="23188" y="36118"/>
                    </a:cubicBezTo>
                    <a:cubicBezTo>
                      <a:pt x="23117" y="36118"/>
                      <a:pt x="23047" y="36116"/>
                      <a:pt x="22976" y="36112"/>
                    </a:cubicBezTo>
                    <a:cubicBezTo>
                      <a:pt x="22719" y="36095"/>
                      <a:pt x="22470" y="36037"/>
                      <a:pt x="22214" y="35979"/>
                    </a:cubicBezTo>
                    <a:cubicBezTo>
                      <a:pt x="21981" y="35925"/>
                      <a:pt x="21741" y="35871"/>
                      <a:pt x="21494" y="35871"/>
                    </a:cubicBezTo>
                    <a:cubicBezTo>
                      <a:pt x="21477" y="35871"/>
                      <a:pt x="21460" y="35871"/>
                      <a:pt x="21443" y="35872"/>
                    </a:cubicBezTo>
                    <a:cubicBezTo>
                      <a:pt x="21244" y="35880"/>
                      <a:pt x="21037" y="35913"/>
                      <a:pt x="20846" y="35979"/>
                    </a:cubicBezTo>
                    <a:cubicBezTo>
                      <a:pt x="20855" y="35963"/>
                      <a:pt x="20863" y="35946"/>
                      <a:pt x="20863" y="35930"/>
                    </a:cubicBezTo>
                    <a:cubicBezTo>
                      <a:pt x="20875" y="35905"/>
                      <a:pt x="20847" y="35876"/>
                      <a:pt x="20818" y="35876"/>
                    </a:cubicBezTo>
                    <a:cubicBezTo>
                      <a:pt x="20807" y="35876"/>
                      <a:pt x="20797" y="35879"/>
                      <a:pt x="20788" y="35888"/>
                    </a:cubicBezTo>
                    <a:cubicBezTo>
                      <a:pt x="20697" y="35996"/>
                      <a:pt x="20648" y="36120"/>
                      <a:pt x="20556" y="36228"/>
                    </a:cubicBezTo>
                    <a:cubicBezTo>
                      <a:pt x="20482" y="36327"/>
                      <a:pt x="20391" y="36410"/>
                      <a:pt x="20275" y="36460"/>
                    </a:cubicBezTo>
                    <a:cubicBezTo>
                      <a:pt x="20167" y="36509"/>
                      <a:pt x="20043" y="36526"/>
                      <a:pt x="19919" y="36526"/>
                    </a:cubicBezTo>
                    <a:cubicBezTo>
                      <a:pt x="19901" y="36527"/>
                      <a:pt x="19884" y="36527"/>
                      <a:pt x="19867" y="36527"/>
                    </a:cubicBezTo>
                    <a:cubicBezTo>
                      <a:pt x="19620" y="36527"/>
                      <a:pt x="19379" y="36474"/>
                      <a:pt x="19131" y="36435"/>
                    </a:cubicBezTo>
                    <a:cubicBezTo>
                      <a:pt x="19082" y="36162"/>
                      <a:pt x="19024" y="35872"/>
                      <a:pt x="19082" y="35590"/>
                    </a:cubicBezTo>
                    <a:cubicBezTo>
                      <a:pt x="19107" y="35474"/>
                      <a:pt x="19156" y="35366"/>
                      <a:pt x="19214" y="35267"/>
                    </a:cubicBezTo>
                    <a:cubicBezTo>
                      <a:pt x="19281" y="35176"/>
                      <a:pt x="19363" y="35093"/>
                      <a:pt x="19463" y="35035"/>
                    </a:cubicBezTo>
                    <a:cubicBezTo>
                      <a:pt x="19492" y="35013"/>
                      <a:pt x="19483" y="34965"/>
                      <a:pt x="19452" y="34965"/>
                    </a:cubicBezTo>
                    <a:cubicBezTo>
                      <a:pt x="19448" y="34965"/>
                      <a:pt x="19443" y="34966"/>
                      <a:pt x="19438" y="34968"/>
                    </a:cubicBezTo>
                    <a:cubicBezTo>
                      <a:pt x="19330" y="35002"/>
                      <a:pt x="19239" y="35076"/>
                      <a:pt x="19173" y="35159"/>
                    </a:cubicBezTo>
                    <a:cubicBezTo>
                      <a:pt x="18891" y="35490"/>
                      <a:pt x="18924" y="35938"/>
                      <a:pt x="18999" y="36344"/>
                    </a:cubicBezTo>
                    <a:cubicBezTo>
                      <a:pt x="18982" y="36341"/>
                      <a:pt x="18965" y="36340"/>
                      <a:pt x="18947" y="36340"/>
                    </a:cubicBezTo>
                    <a:cubicBezTo>
                      <a:pt x="18911" y="36340"/>
                      <a:pt x="18875" y="36344"/>
                      <a:pt x="18841" y="36344"/>
                    </a:cubicBezTo>
                    <a:lnTo>
                      <a:pt x="18684" y="36344"/>
                    </a:lnTo>
                    <a:cubicBezTo>
                      <a:pt x="18585" y="36344"/>
                      <a:pt x="18493" y="36344"/>
                      <a:pt x="18394" y="36335"/>
                    </a:cubicBezTo>
                    <a:cubicBezTo>
                      <a:pt x="18261" y="36319"/>
                      <a:pt x="18112" y="36277"/>
                      <a:pt x="18046" y="36153"/>
                    </a:cubicBezTo>
                    <a:cubicBezTo>
                      <a:pt x="17971" y="36012"/>
                      <a:pt x="18013" y="35847"/>
                      <a:pt x="18063" y="35706"/>
                    </a:cubicBezTo>
                    <a:cubicBezTo>
                      <a:pt x="18087" y="35623"/>
                      <a:pt x="18121" y="35532"/>
                      <a:pt x="18154" y="35441"/>
                    </a:cubicBezTo>
                    <a:cubicBezTo>
                      <a:pt x="18179" y="35358"/>
                      <a:pt x="18212" y="35275"/>
                      <a:pt x="18245" y="35200"/>
                    </a:cubicBezTo>
                    <a:cubicBezTo>
                      <a:pt x="18319" y="35060"/>
                      <a:pt x="18435" y="34910"/>
                      <a:pt x="18601" y="34894"/>
                    </a:cubicBezTo>
                    <a:cubicBezTo>
                      <a:pt x="18643" y="34894"/>
                      <a:pt x="18643" y="34828"/>
                      <a:pt x="18601" y="34828"/>
                    </a:cubicBezTo>
                    <a:cubicBezTo>
                      <a:pt x="18386" y="34828"/>
                      <a:pt x="18228" y="34985"/>
                      <a:pt x="18145" y="35167"/>
                    </a:cubicBezTo>
                    <a:cubicBezTo>
                      <a:pt x="18096" y="35258"/>
                      <a:pt x="18063" y="35358"/>
                      <a:pt x="18029" y="35449"/>
                    </a:cubicBezTo>
                    <a:cubicBezTo>
                      <a:pt x="17996" y="35548"/>
                      <a:pt x="17963" y="35640"/>
                      <a:pt x="17930" y="35739"/>
                    </a:cubicBezTo>
                    <a:cubicBezTo>
                      <a:pt x="17889" y="35896"/>
                      <a:pt x="17864" y="36079"/>
                      <a:pt x="17947" y="36219"/>
                    </a:cubicBezTo>
                    <a:cubicBezTo>
                      <a:pt x="17913" y="36211"/>
                      <a:pt x="17880" y="36211"/>
                      <a:pt x="17839" y="36203"/>
                    </a:cubicBezTo>
                    <a:cubicBezTo>
                      <a:pt x="17789" y="36195"/>
                      <a:pt x="17739" y="36195"/>
                      <a:pt x="17690" y="36178"/>
                    </a:cubicBezTo>
                    <a:cubicBezTo>
                      <a:pt x="17665" y="36170"/>
                      <a:pt x="17657" y="36162"/>
                      <a:pt x="17640" y="36153"/>
                    </a:cubicBezTo>
                    <a:cubicBezTo>
                      <a:pt x="17632" y="36137"/>
                      <a:pt x="17623" y="36120"/>
                      <a:pt x="17623" y="36104"/>
                    </a:cubicBezTo>
                    <a:lnTo>
                      <a:pt x="17623" y="36104"/>
                    </a:lnTo>
                    <a:cubicBezTo>
                      <a:pt x="17629" y="36105"/>
                      <a:pt x="17636" y="36106"/>
                      <a:pt x="17642" y="36106"/>
                    </a:cubicBezTo>
                    <a:cubicBezTo>
                      <a:pt x="17663" y="36106"/>
                      <a:pt x="17683" y="36096"/>
                      <a:pt x="17690" y="36070"/>
                    </a:cubicBezTo>
                    <a:cubicBezTo>
                      <a:pt x="17690" y="36029"/>
                      <a:pt x="17690" y="35988"/>
                      <a:pt x="17690" y="35938"/>
                    </a:cubicBezTo>
                    <a:cubicBezTo>
                      <a:pt x="17698" y="35930"/>
                      <a:pt x="17690" y="35921"/>
                      <a:pt x="17690" y="35913"/>
                    </a:cubicBezTo>
                    <a:cubicBezTo>
                      <a:pt x="17690" y="35880"/>
                      <a:pt x="17690" y="35847"/>
                      <a:pt x="17690" y="35814"/>
                    </a:cubicBezTo>
                    <a:cubicBezTo>
                      <a:pt x="17690" y="35731"/>
                      <a:pt x="17698" y="35640"/>
                      <a:pt x="17706" y="35557"/>
                    </a:cubicBezTo>
                    <a:cubicBezTo>
                      <a:pt x="17715" y="35399"/>
                      <a:pt x="17731" y="35242"/>
                      <a:pt x="17773" y="35093"/>
                    </a:cubicBezTo>
                    <a:cubicBezTo>
                      <a:pt x="17806" y="34977"/>
                      <a:pt x="17855" y="34869"/>
                      <a:pt x="17947" y="34786"/>
                    </a:cubicBezTo>
                    <a:cubicBezTo>
                      <a:pt x="18029" y="34712"/>
                      <a:pt x="18129" y="34662"/>
                      <a:pt x="18237" y="34629"/>
                    </a:cubicBezTo>
                    <a:cubicBezTo>
                      <a:pt x="18477" y="34546"/>
                      <a:pt x="18750" y="34529"/>
                      <a:pt x="18999" y="34496"/>
                    </a:cubicBezTo>
                    <a:cubicBezTo>
                      <a:pt x="19305" y="34463"/>
                      <a:pt x="19612" y="34438"/>
                      <a:pt x="19919" y="34430"/>
                    </a:cubicBezTo>
                    <a:cubicBezTo>
                      <a:pt x="20068" y="34422"/>
                      <a:pt x="20225" y="34422"/>
                      <a:pt x="20374" y="34413"/>
                    </a:cubicBezTo>
                    <a:cubicBezTo>
                      <a:pt x="20523" y="34413"/>
                      <a:pt x="20681" y="34413"/>
                      <a:pt x="20830" y="34405"/>
                    </a:cubicBezTo>
                    <a:cubicBezTo>
                      <a:pt x="20855" y="34405"/>
                      <a:pt x="20863" y="34388"/>
                      <a:pt x="20863" y="34372"/>
                    </a:cubicBezTo>
                    <a:cubicBezTo>
                      <a:pt x="21037" y="34430"/>
                      <a:pt x="21211" y="34480"/>
                      <a:pt x="21393" y="34496"/>
                    </a:cubicBezTo>
                    <a:cubicBezTo>
                      <a:pt x="21395" y="34497"/>
                      <a:pt x="21398" y="34497"/>
                      <a:pt x="21400" y="34497"/>
                    </a:cubicBezTo>
                    <a:cubicBezTo>
                      <a:pt x="21435" y="34497"/>
                      <a:pt x="21441" y="34429"/>
                      <a:pt x="21402" y="34422"/>
                    </a:cubicBezTo>
                    <a:cubicBezTo>
                      <a:pt x="21277" y="34388"/>
                      <a:pt x="21145" y="34355"/>
                      <a:pt x="21020" y="34314"/>
                    </a:cubicBezTo>
                    <a:cubicBezTo>
                      <a:pt x="20896" y="34272"/>
                      <a:pt x="20772" y="34231"/>
                      <a:pt x="20656" y="34173"/>
                    </a:cubicBezTo>
                    <a:cubicBezTo>
                      <a:pt x="20416" y="34065"/>
                      <a:pt x="20192" y="33933"/>
                      <a:pt x="19985" y="33775"/>
                    </a:cubicBezTo>
                    <a:cubicBezTo>
                      <a:pt x="19975" y="33769"/>
                      <a:pt x="19966" y="33766"/>
                      <a:pt x="19957" y="33766"/>
                    </a:cubicBezTo>
                    <a:cubicBezTo>
                      <a:pt x="19919" y="33766"/>
                      <a:pt x="19890" y="33816"/>
                      <a:pt x="19910" y="33850"/>
                    </a:cubicBezTo>
                    <a:cubicBezTo>
                      <a:pt x="19943" y="33924"/>
                      <a:pt x="19968" y="33991"/>
                      <a:pt x="20001" y="34065"/>
                    </a:cubicBezTo>
                    <a:cubicBezTo>
                      <a:pt x="19728" y="33949"/>
                      <a:pt x="19479" y="33775"/>
                      <a:pt x="19281" y="33560"/>
                    </a:cubicBezTo>
                    <a:cubicBezTo>
                      <a:pt x="19269" y="33548"/>
                      <a:pt x="19255" y="33543"/>
                      <a:pt x="19241" y="33543"/>
                    </a:cubicBezTo>
                    <a:cubicBezTo>
                      <a:pt x="19208" y="33543"/>
                      <a:pt x="19178" y="33574"/>
                      <a:pt x="19189" y="33610"/>
                    </a:cubicBezTo>
                    <a:cubicBezTo>
                      <a:pt x="19214" y="33668"/>
                      <a:pt x="19239" y="33734"/>
                      <a:pt x="19264" y="33800"/>
                    </a:cubicBezTo>
                    <a:cubicBezTo>
                      <a:pt x="19173" y="33750"/>
                      <a:pt x="19090" y="33692"/>
                      <a:pt x="19007" y="33634"/>
                    </a:cubicBezTo>
                    <a:cubicBezTo>
                      <a:pt x="18568" y="33320"/>
                      <a:pt x="18228" y="32905"/>
                      <a:pt x="17980" y="32433"/>
                    </a:cubicBezTo>
                    <a:cubicBezTo>
                      <a:pt x="17972" y="32422"/>
                      <a:pt x="17960" y="32418"/>
                      <a:pt x="17949" y="32418"/>
                    </a:cubicBezTo>
                    <a:cubicBezTo>
                      <a:pt x="17925" y="32418"/>
                      <a:pt x="17902" y="32438"/>
                      <a:pt x="17913" y="32466"/>
                    </a:cubicBezTo>
                    <a:cubicBezTo>
                      <a:pt x="17971" y="32607"/>
                      <a:pt x="18046" y="32740"/>
                      <a:pt x="18129" y="32872"/>
                    </a:cubicBezTo>
                    <a:cubicBezTo>
                      <a:pt x="18427" y="33328"/>
                      <a:pt x="18850" y="33709"/>
                      <a:pt x="19330" y="33958"/>
                    </a:cubicBezTo>
                    <a:cubicBezTo>
                      <a:pt x="19340" y="33963"/>
                      <a:pt x="19351" y="33966"/>
                      <a:pt x="19361" y="33966"/>
                    </a:cubicBezTo>
                    <a:cubicBezTo>
                      <a:pt x="19395" y="33966"/>
                      <a:pt x="19426" y="33938"/>
                      <a:pt x="19413" y="33900"/>
                    </a:cubicBezTo>
                    <a:cubicBezTo>
                      <a:pt x="19397" y="33866"/>
                      <a:pt x="19388" y="33833"/>
                      <a:pt x="19372" y="33800"/>
                    </a:cubicBezTo>
                    <a:lnTo>
                      <a:pt x="19372" y="33800"/>
                    </a:lnTo>
                    <a:cubicBezTo>
                      <a:pt x="19579" y="33982"/>
                      <a:pt x="19827" y="34123"/>
                      <a:pt x="20084" y="34214"/>
                    </a:cubicBezTo>
                    <a:cubicBezTo>
                      <a:pt x="20090" y="34216"/>
                      <a:pt x="20096" y="34217"/>
                      <a:pt x="20101" y="34217"/>
                    </a:cubicBezTo>
                    <a:cubicBezTo>
                      <a:pt x="20141" y="34217"/>
                      <a:pt x="20165" y="34168"/>
                      <a:pt x="20150" y="34132"/>
                    </a:cubicBezTo>
                    <a:cubicBezTo>
                      <a:pt x="20126" y="34082"/>
                      <a:pt x="20101" y="34032"/>
                      <a:pt x="20076" y="33982"/>
                    </a:cubicBezTo>
                    <a:lnTo>
                      <a:pt x="20076" y="33982"/>
                    </a:lnTo>
                    <a:cubicBezTo>
                      <a:pt x="20250" y="34098"/>
                      <a:pt x="20432" y="34198"/>
                      <a:pt x="20614" y="34272"/>
                    </a:cubicBezTo>
                    <a:cubicBezTo>
                      <a:pt x="20664" y="34297"/>
                      <a:pt x="20714" y="34314"/>
                      <a:pt x="20755" y="34330"/>
                    </a:cubicBezTo>
                    <a:cubicBezTo>
                      <a:pt x="20606" y="34322"/>
                      <a:pt x="20449" y="34322"/>
                      <a:pt x="20291" y="34322"/>
                    </a:cubicBezTo>
                    <a:cubicBezTo>
                      <a:pt x="20109" y="34322"/>
                      <a:pt x="19935" y="34322"/>
                      <a:pt x="19753" y="34339"/>
                    </a:cubicBezTo>
                    <a:cubicBezTo>
                      <a:pt x="19438" y="34347"/>
                      <a:pt x="19131" y="34372"/>
                      <a:pt x="18817" y="34413"/>
                    </a:cubicBezTo>
                    <a:cubicBezTo>
                      <a:pt x="18560" y="34438"/>
                      <a:pt x="18295" y="34463"/>
                      <a:pt x="18063" y="34579"/>
                    </a:cubicBezTo>
                    <a:cubicBezTo>
                      <a:pt x="17955" y="34620"/>
                      <a:pt x="17864" y="34695"/>
                      <a:pt x="17789" y="34786"/>
                    </a:cubicBezTo>
                    <a:cubicBezTo>
                      <a:pt x="17706" y="34894"/>
                      <a:pt x="17665" y="35026"/>
                      <a:pt x="17632" y="35159"/>
                    </a:cubicBezTo>
                    <a:cubicBezTo>
                      <a:pt x="17615" y="35242"/>
                      <a:pt x="17607" y="35333"/>
                      <a:pt x="17599" y="35416"/>
                    </a:cubicBezTo>
                    <a:cubicBezTo>
                      <a:pt x="17582" y="35424"/>
                      <a:pt x="17574" y="35432"/>
                      <a:pt x="17574" y="35449"/>
                    </a:cubicBezTo>
                    <a:cubicBezTo>
                      <a:pt x="17582" y="35474"/>
                      <a:pt x="17516" y="35540"/>
                      <a:pt x="17499" y="35557"/>
                    </a:cubicBezTo>
                    <a:cubicBezTo>
                      <a:pt x="17474" y="35582"/>
                      <a:pt x="17449" y="35606"/>
                      <a:pt x="17416" y="35631"/>
                    </a:cubicBezTo>
                    <a:cubicBezTo>
                      <a:pt x="17368" y="35666"/>
                      <a:pt x="17308" y="35683"/>
                      <a:pt x="17246" y="35683"/>
                    </a:cubicBezTo>
                    <a:cubicBezTo>
                      <a:pt x="17234" y="35683"/>
                      <a:pt x="17222" y="35682"/>
                      <a:pt x="17209" y="35681"/>
                    </a:cubicBezTo>
                    <a:cubicBezTo>
                      <a:pt x="17135" y="35673"/>
                      <a:pt x="17060" y="35656"/>
                      <a:pt x="16985" y="35648"/>
                    </a:cubicBezTo>
                    <a:cubicBezTo>
                      <a:pt x="16951" y="35640"/>
                      <a:pt x="16913" y="35634"/>
                      <a:pt x="16875" y="35634"/>
                    </a:cubicBezTo>
                    <a:cubicBezTo>
                      <a:pt x="16832" y="35634"/>
                      <a:pt x="16789" y="35642"/>
                      <a:pt x="16753" y="35664"/>
                    </a:cubicBezTo>
                    <a:cubicBezTo>
                      <a:pt x="16729" y="35681"/>
                      <a:pt x="16729" y="35722"/>
                      <a:pt x="16762" y="35731"/>
                    </a:cubicBezTo>
                    <a:cubicBezTo>
                      <a:pt x="16811" y="35739"/>
                      <a:pt x="16853" y="35739"/>
                      <a:pt x="16903" y="35739"/>
                    </a:cubicBezTo>
                    <a:cubicBezTo>
                      <a:pt x="16919" y="35739"/>
                      <a:pt x="16936" y="35739"/>
                      <a:pt x="16952" y="35747"/>
                    </a:cubicBezTo>
                    <a:cubicBezTo>
                      <a:pt x="16936" y="35780"/>
                      <a:pt x="16919" y="35814"/>
                      <a:pt x="16894" y="35838"/>
                    </a:cubicBezTo>
                    <a:cubicBezTo>
                      <a:pt x="16720" y="36062"/>
                      <a:pt x="16397" y="36062"/>
                      <a:pt x="16140" y="36087"/>
                    </a:cubicBezTo>
                    <a:cubicBezTo>
                      <a:pt x="15817" y="36112"/>
                      <a:pt x="15502" y="36137"/>
                      <a:pt x="15179" y="36162"/>
                    </a:cubicBezTo>
                    <a:cubicBezTo>
                      <a:pt x="14541" y="36211"/>
                      <a:pt x="13895" y="36244"/>
                      <a:pt x="13249" y="36269"/>
                    </a:cubicBezTo>
                    <a:cubicBezTo>
                      <a:pt x="12611" y="36294"/>
                      <a:pt x="11973" y="36311"/>
                      <a:pt x="11335" y="36319"/>
                    </a:cubicBezTo>
                    <a:lnTo>
                      <a:pt x="10854" y="36319"/>
                    </a:lnTo>
                    <a:cubicBezTo>
                      <a:pt x="10780" y="36319"/>
                      <a:pt x="10703" y="36321"/>
                      <a:pt x="10626" y="36321"/>
                    </a:cubicBezTo>
                    <a:cubicBezTo>
                      <a:pt x="10550" y="36321"/>
                      <a:pt x="10473" y="36319"/>
                      <a:pt x="10398" y="36311"/>
                    </a:cubicBezTo>
                    <a:cubicBezTo>
                      <a:pt x="10282" y="36294"/>
                      <a:pt x="10183" y="36253"/>
                      <a:pt x="10117" y="36153"/>
                    </a:cubicBezTo>
                    <a:cubicBezTo>
                      <a:pt x="10050" y="36070"/>
                      <a:pt x="10026" y="35963"/>
                      <a:pt x="10034" y="35863"/>
                    </a:cubicBezTo>
                    <a:cubicBezTo>
                      <a:pt x="10042" y="35623"/>
                      <a:pt x="10224" y="35449"/>
                      <a:pt x="10423" y="35350"/>
                    </a:cubicBezTo>
                    <a:cubicBezTo>
                      <a:pt x="10688" y="35217"/>
                      <a:pt x="10987" y="35234"/>
                      <a:pt x="11268" y="35217"/>
                    </a:cubicBezTo>
                    <a:cubicBezTo>
                      <a:pt x="11318" y="35217"/>
                      <a:pt x="11318" y="35142"/>
                      <a:pt x="11268" y="35134"/>
                    </a:cubicBezTo>
                    <a:cubicBezTo>
                      <a:pt x="11186" y="35126"/>
                      <a:pt x="11111" y="35118"/>
                      <a:pt x="11028" y="35118"/>
                    </a:cubicBezTo>
                    <a:cubicBezTo>
                      <a:pt x="10746" y="35118"/>
                      <a:pt x="10440" y="35167"/>
                      <a:pt x="10208" y="35341"/>
                    </a:cubicBezTo>
                    <a:cubicBezTo>
                      <a:pt x="10017" y="35482"/>
                      <a:pt x="9901" y="35698"/>
                      <a:pt x="9918" y="35930"/>
                    </a:cubicBezTo>
                    <a:lnTo>
                      <a:pt x="9901" y="35930"/>
                    </a:lnTo>
                    <a:cubicBezTo>
                      <a:pt x="9893" y="35905"/>
                      <a:pt x="9885" y="35880"/>
                      <a:pt x="9876" y="35863"/>
                    </a:cubicBezTo>
                    <a:cubicBezTo>
                      <a:pt x="9860" y="35822"/>
                      <a:pt x="9843" y="35780"/>
                      <a:pt x="9827" y="35739"/>
                    </a:cubicBezTo>
                    <a:cubicBezTo>
                      <a:pt x="9802" y="35648"/>
                      <a:pt x="9785" y="35565"/>
                      <a:pt x="9777" y="35474"/>
                    </a:cubicBezTo>
                    <a:cubicBezTo>
                      <a:pt x="9769" y="35341"/>
                      <a:pt x="9794" y="35209"/>
                      <a:pt x="9852" y="35093"/>
                    </a:cubicBezTo>
                    <a:cubicBezTo>
                      <a:pt x="9926" y="34968"/>
                      <a:pt x="10042" y="34902"/>
                      <a:pt x="10175" y="34869"/>
                    </a:cubicBezTo>
                    <a:cubicBezTo>
                      <a:pt x="10249" y="34844"/>
                      <a:pt x="10324" y="34828"/>
                      <a:pt x="10398" y="34819"/>
                    </a:cubicBezTo>
                    <a:cubicBezTo>
                      <a:pt x="10430" y="34813"/>
                      <a:pt x="10461" y="34810"/>
                      <a:pt x="10491" y="34810"/>
                    </a:cubicBezTo>
                    <a:cubicBezTo>
                      <a:pt x="10540" y="34810"/>
                      <a:pt x="10588" y="34817"/>
                      <a:pt x="10639" y="34828"/>
                    </a:cubicBezTo>
                    <a:cubicBezTo>
                      <a:pt x="10804" y="34869"/>
                      <a:pt x="10970" y="34902"/>
                      <a:pt x="11136" y="34944"/>
                    </a:cubicBezTo>
                    <a:cubicBezTo>
                      <a:pt x="11138" y="34944"/>
                      <a:pt x="11141" y="34944"/>
                      <a:pt x="11143" y="34944"/>
                    </a:cubicBezTo>
                    <a:cubicBezTo>
                      <a:pt x="11180" y="34944"/>
                      <a:pt x="11199" y="34885"/>
                      <a:pt x="11152" y="34877"/>
                    </a:cubicBezTo>
                    <a:cubicBezTo>
                      <a:pt x="11053" y="34844"/>
                      <a:pt x="10954" y="34811"/>
                      <a:pt x="10846" y="34778"/>
                    </a:cubicBezTo>
                    <a:cubicBezTo>
                      <a:pt x="10755" y="34753"/>
                      <a:pt x="10655" y="34720"/>
                      <a:pt x="10548" y="34703"/>
                    </a:cubicBezTo>
                    <a:cubicBezTo>
                      <a:pt x="10525" y="34701"/>
                      <a:pt x="10503" y="34700"/>
                      <a:pt x="10480" y="34700"/>
                    </a:cubicBezTo>
                    <a:cubicBezTo>
                      <a:pt x="10417" y="34700"/>
                      <a:pt x="10351" y="34708"/>
                      <a:pt x="10291" y="34720"/>
                    </a:cubicBezTo>
                    <a:cubicBezTo>
                      <a:pt x="10208" y="34736"/>
                      <a:pt x="10133" y="34753"/>
                      <a:pt x="10050" y="34786"/>
                    </a:cubicBezTo>
                    <a:cubicBezTo>
                      <a:pt x="10009" y="34803"/>
                      <a:pt x="9968" y="34828"/>
                      <a:pt x="9926" y="34852"/>
                    </a:cubicBezTo>
                    <a:cubicBezTo>
                      <a:pt x="9943" y="34819"/>
                      <a:pt x="9951" y="34778"/>
                      <a:pt x="9959" y="34745"/>
                    </a:cubicBezTo>
                    <a:cubicBezTo>
                      <a:pt x="9984" y="34687"/>
                      <a:pt x="10017" y="34637"/>
                      <a:pt x="10050" y="34587"/>
                    </a:cubicBezTo>
                    <a:cubicBezTo>
                      <a:pt x="10150" y="34472"/>
                      <a:pt x="10293" y="34436"/>
                      <a:pt x="10439" y="34436"/>
                    </a:cubicBezTo>
                    <a:cubicBezTo>
                      <a:pt x="10535" y="34436"/>
                      <a:pt x="10633" y="34452"/>
                      <a:pt x="10722" y="34471"/>
                    </a:cubicBezTo>
                    <a:cubicBezTo>
                      <a:pt x="10838" y="34504"/>
                      <a:pt x="10954" y="34529"/>
                      <a:pt x="11070" y="34562"/>
                    </a:cubicBezTo>
                    <a:cubicBezTo>
                      <a:pt x="11078" y="34571"/>
                      <a:pt x="11086" y="34571"/>
                      <a:pt x="11094" y="34571"/>
                    </a:cubicBezTo>
                    <a:lnTo>
                      <a:pt x="11111" y="34571"/>
                    </a:lnTo>
                    <a:cubicBezTo>
                      <a:pt x="11260" y="34612"/>
                      <a:pt x="11401" y="34654"/>
                      <a:pt x="11550" y="34687"/>
                    </a:cubicBezTo>
                    <a:cubicBezTo>
                      <a:pt x="11553" y="34687"/>
                      <a:pt x="11556" y="34687"/>
                      <a:pt x="11559" y="34687"/>
                    </a:cubicBezTo>
                    <a:cubicBezTo>
                      <a:pt x="11602" y="34687"/>
                      <a:pt x="11614" y="34628"/>
                      <a:pt x="11567" y="34612"/>
                    </a:cubicBezTo>
                    <a:lnTo>
                      <a:pt x="11567" y="34612"/>
                    </a:lnTo>
                    <a:lnTo>
                      <a:pt x="11699" y="34637"/>
                    </a:lnTo>
                    <a:cubicBezTo>
                      <a:pt x="11890" y="34662"/>
                      <a:pt x="12089" y="34687"/>
                      <a:pt x="12279" y="34703"/>
                    </a:cubicBezTo>
                    <a:cubicBezTo>
                      <a:pt x="12501" y="34719"/>
                      <a:pt x="12722" y="34728"/>
                      <a:pt x="12943" y="34728"/>
                    </a:cubicBezTo>
                    <a:cubicBezTo>
                      <a:pt x="13409" y="34728"/>
                      <a:pt x="13873" y="34691"/>
                      <a:pt x="14334" y="34612"/>
                    </a:cubicBezTo>
                    <a:cubicBezTo>
                      <a:pt x="14674" y="34554"/>
                      <a:pt x="15013" y="34471"/>
                      <a:pt x="15345" y="34372"/>
                    </a:cubicBezTo>
                    <a:cubicBezTo>
                      <a:pt x="15419" y="34347"/>
                      <a:pt x="15486" y="34322"/>
                      <a:pt x="15544" y="34264"/>
                    </a:cubicBezTo>
                    <a:cubicBezTo>
                      <a:pt x="15585" y="34223"/>
                      <a:pt x="15602" y="34165"/>
                      <a:pt x="15610" y="34098"/>
                    </a:cubicBezTo>
                    <a:cubicBezTo>
                      <a:pt x="15618" y="34082"/>
                      <a:pt x="15618" y="34057"/>
                      <a:pt x="15618" y="34040"/>
                    </a:cubicBezTo>
                    <a:cubicBezTo>
                      <a:pt x="15627" y="34074"/>
                      <a:pt x="15643" y="34098"/>
                      <a:pt x="15668" y="34132"/>
                    </a:cubicBezTo>
                    <a:cubicBezTo>
                      <a:pt x="15676" y="34145"/>
                      <a:pt x="15688" y="34151"/>
                      <a:pt x="15699" y="34151"/>
                    </a:cubicBezTo>
                    <a:cubicBezTo>
                      <a:pt x="15724" y="34151"/>
                      <a:pt x="15748" y="34126"/>
                      <a:pt x="15743" y="34098"/>
                    </a:cubicBezTo>
                    <a:cubicBezTo>
                      <a:pt x="15726" y="34007"/>
                      <a:pt x="15718" y="33916"/>
                      <a:pt x="15685" y="33833"/>
                    </a:cubicBezTo>
                    <a:cubicBezTo>
                      <a:pt x="15681" y="33819"/>
                      <a:pt x="15669" y="33812"/>
                      <a:pt x="15658" y="33812"/>
                    </a:cubicBezTo>
                    <a:cubicBezTo>
                      <a:pt x="15642" y="33812"/>
                      <a:pt x="15627" y="33823"/>
                      <a:pt x="15627" y="33842"/>
                    </a:cubicBezTo>
                    <a:cubicBezTo>
                      <a:pt x="15627" y="33850"/>
                      <a:pt x="15627" y="33858"/>
                      <a:pt x="15627" y="33866"/>
                    </a:cubicBezTo>
                    <a:cubicBezTo>
                      <a:pt x="15602" y="33792"/>
                      <a:pt x="15585" y="33717"/>
                      <a:pt x="15560" y="33651"/>
                    </a:cubicBezTo>
                    <a:cubicBezTo>
                      <a:pt x="15560" y="33643"/>
                      <a:pt x="15560" y="33643"/>
                      <a:pt x="15552" y="33634"/>
                    </a:cubicBezTo>
                    <a:cubicBezTo>
                      <a:pt x="15547" y="33618"/>
                      <a:pt x="15536" y="33612"/>
                      <a:pt x="15524" y="33612"/>
                    </a:cubicBezTo>
                    <a:cubicBezTo>
                      <a:pt x="15500" y="33612"/>
                      <a:pt x="15472" y="33640"/>
                      <a:pt x="15477" y="33668"/>
                    </a:cubicBezTo>
                    <a:cubicBezTo>
                      <a:pt x="15477" y="33676"/>
                      <a:pt x="15477" y="33684"/>
                      <a:pt x="15477" y="33684"/>
                    </a:cubicBezTo>
                    <a:cubicBezTo>
                      <a:pt x="15477" y="33692"/>
                      <a:pt x="15469" y="33701"/>
                      <a:pt x="15461" y="33701"/>
                    </a:cubicBezTo>
                    <a:cubicBezTo>
                      <a:pt x="15444" y="33701"/>
                      <a:pt x="15428" y="33684"/>
                      <a:pt x="15419" y="33676"/>
                    </a:cubicBezTo>
                    <a:cubicBezTo>
                      <a:pt x="15395" y="33643"/>
                      <a:pt x="15378" y="33601"/>
                      <a:pt x="15370" y="33560"/>
                    </a:cubicBezTo>
                    <a:cubicBezTo>
                      <a:pt x="15337" y="33477"/>
                      <a:pt x="15320" y="33386"/>
                      <a:pt x="15295" y="33303"/>
                    </a:cubicBezTo>
                    <a:cubicBezTo>
                      <a:pt x="15262" y="33179"/>
                      <a:pt x="15229" y="33054"/>
                      <a:pt x="15163" y="32947"/>
                    </a:cubicBezTo>
                    <a:cubicBezTo>
                      <a:pt x="15171" y="32930"/>
                      <a:pt x="15171" y="32905"/>
                      <a:pt x="15171" y="32889"/>
                    </a:cubicBezTo>
                    <a:cubicBezTo>
                      <a:pt x="15179" y="32905"/>
                      <a:pt x="15187" y="32922"/>
                      <a:pt x="15196" y="32938"/>
                    </a:cubicBezTo>
                    <a:cubicBezTo>
                      <a:pt x="15204" y="32952"/>
                      <a:pt x="15215" y="32957"/>
                      <a:pt x="15225" y="32957"/>
                    </a:cubicBezTo>
                    <a:cubicBezTo>
                      <a:pt x="15246" y="32957"/>
                      <a:pt x="15265" y="32933"/>
                      <a:pt x="15254" y="32905"/>
                    </a:cubicBezTo>
                    <a:cubicBezTo>
                      <a:pt x="15221" y="32847"/>
                      <a:pt x="15187" y="32781"/>
                      <a:pt x="15163" y="32715"/>
                    </a:cubicBezTo>
                    <a:cubicBezTo>
                      <a:pt x="15155" y="32697"/>
                      <a:pt x="15141" y="32688"/>
                      <a:pt x="15126" y="32688"/>
                    </a:cubicBezTo>
                    <a:cubicBezTo>
                      <a:pt x="15107" y="32688"/>
                      <a:pt x="15088" y="32703"/>
                      <a:pt x="15088" y="32731"/>
                    </a:cubicBezTo>
                    <a:cubicBezTo>
                      <a:pt x="15080" y="32764"/>
                      <a:pt x="15080" y="32798"/>
                      <a:pt x="15080" y="32831"/>
                    </a:cubicBezTo>
                    <a:cubicBezTo>
                      <a:pt x="15073" y="32824"/>
                      <a:pt x="15065" y="32821"/>
                      <a:pt x="15058" y="32821"/>
                    </a:cubicBezTo>
                    <a:cubicBezTo>
                      <a:pt x="15039" y="32821"/>
                      <a:pt x="15022" y="32840"/>
                      <a:pt x="15022" y="32864"/>
                    </a:cubicBezTo>
                    <a:cubicBezTo>
                      <a:pt x="14939" y="32756"/>
                      <a:pt x="14873" y="32640"/>
                      <a:pt x="14823" y="32516"/>
                    </a:cubicBezTo>
                    <a:cubicBezTo>
                      <a:pt x="14816" y="32489"/>
                      <a:pt x="14797" y="32477"/>
                      <a:pt x="14778" y="32477"/>
                    </a:cubicBezTo>
                    <a:cubicBezTo>
                      <a:pt x="14750" y="32477"/>
                      <a:pt x="14722" y="32502"/>
                      <a:pt x="14732" y="32541"/>
                    </a:cubicBezTo>
                    <a:cubicBezTo>
                      <a:pt x="14740" y="32566"/>
                      <a:pt x="14740" y="32599"/>
                      <a:pt x="14740" y="32632"/>
                    </a:cubicBezTo>
                    <a:cubicBezTo>
                      <a:pt x="14666" y="32541"/>
                      <a:pt x="14608" y="32441"/>
                      <a:pt x="14550" y="32334"/>
                    </a:cubicBezTo>
                    <a:cubicBezTo>
                      <a:pt x="14516" y="32259"/>
                      <a:pt x="14492" y="32193"/>
                      <a:pt x="14467" y="32118"/>
                    </a:cubicBezTo>
                    <a:cubicBezTo>
                      <a:pt x="14442" y="32044"/>
                      <a:pt x="14425" y="31969"/>
                      <a:pt x="14392" y="31903"/>
                    </a:cubicBezTo>
                    <a:cubicBezTo>
                      <a:pt x="14385" y="31890"/>
                      <a:pt x="14375" y="31884"/>
                      <a:pt x="14365" y="31884"/>
                    </a:cubicBezTo>
                    <a:cubicBezTo>
                      <a:pt x="14349" y="31884"/>
                      <a:pt x="14334" y="31896"/>
                      <a:pt x="14334" y="31911"/>
                    </a:cubicBezTo>
                    <a:cubicBezTo>
                      <a:pt x="14334" y="31952"/>
                      <a:pt x="14334" y="31986"/>
                      <a:pt x="14342" y="32027"/>
                    </a:cubicBezTo>
                    <a:cubicBezTo>
                      <a:pt x="14293" y="31936"/>
                      <a:pt x="14235" y="31836"/>
                      <a:pt x="14185" y="31745"/>
                    </a:cubicBezTo>
                    <a:cubicBezTo>
                      <a:pt x="14177" y="31729"/>
                      <a:pt x="14164" y="31723"/>
                      <a:pt x="14152" y="31723"/>
                    </a:cubicBezTo>
                    <a:cubicBezTo>
                      <a:pt x="14139" y="31723"/>
                      <a:pt x="14127" y="31729"/>
                      <a:pt x="14119" y="31737"/>
                    </a:cubicBezTo>
                    <a:cubicBezTo>
                      <a:pt x="14044" y="31621"/>
                      <a:pt x="13978" y="31505"/>
                      <a:pt x="13912" y="31389"/>
                    </a:cubicBezTo>
                    <a:cubicBezTo>
                      <a:pt x="13837" y="31248"/>
                      <a:pt x="13762" y="31116"/>
                      <a:pt x="13696" y="30983"/>
                    </a:cubicBezTo>
                    <a:cubicBezTo>
                      <a:pt x="13638" y="30842"/>
                      <a:pt x="13580" y="30701"/>
                      <a:pt x="13539" y="30561"/>
                    </a:cubicBezTo>
                    <a:cubicBezTo>
                      <a:pt x="13489" y="30420"/>
                      <a:pt x="13456" y="30271"/>
                      <a:pt x="13431" y="30121"/>
                    </a:cubicBezTo>
                    <a:cubicBezTo>
                      <a:pt x="13406" y="29997"/>
                      <a:pt x="13373" y="29865"/>
                      <a:pt x="13414" y="29740"/>
                    </a:cubicBezTo>
                    <a:lnTo>
                      <a:pt x="13414" y="29740"/>
                    </a:lnTo>
                    <a:cubicBezTo>
                      <a:pt x="13456" y="29757"/>
                      <a:pt x="13497" y="29773"/>
                      <a:pt x="13539" y="29782"/>
                    </a:cubicBezTo>
                    <a:cubicBezTo>
                      <a:pt x="14019" y="29939"/>
                      <a:pt x="14508" y="30055"/>
                      <a:pt x="15005" y="30138"/>
                    </a:cubicBezTo>
                    <a:cubicBezTo>
                      <a:pt x="15010" y="30139"/>
                      <a:pt x="15014" y="30140"/>
                      <a:pt x="15018" y="30140"/>
                    </a:cubicBezTo>
                    <a:cubicBezTo>
                      <a:pt x="15044" y="30140"/>
                      <a:pt x="15063" y="30117"/>
                      <a:pt x="15063" y="30088"/>
                    </a:cubicBezTo>
                    <a:cubicBezTo>
                      <a:pt x="15063" y="30063"/>
                      <a:pt x="15063" y="30039"/>
                      <a:pt x="15071" y="30005"/>
                    </a:cubicBezTo>
                    <a:cubicBezTo>
                      <a:pt x="15270" y="30088"/>
                      <a:pt x="15469" y="30163"/>
                      <a:pt x="15676" y="30229"/>
                    </a:cubicBezTo>
                    <a:cubicBezTo>
                      <a:pt x="15701" y="30287"/>
                      <a:pt x="15726" y="30345"/>
                      <a:pt x="15759" y="30403"/>
                    </a:cubicBezTo>
                    <a:cubicBezTo>
                      <a:pt x="15762" y="30412"/>
                      <a:pt x="15769" y="30415"/>
                      <a:pt x="15776" y="30415"/>
                    </a:cubicBezTo>
                    <a:cubicBezTo>
                      <a:pt x="15790" y="30415"/>
                      <a:pt x="15806" y="30403"/>
                      <a:pt x="15801" y="30387"/>
                    </a:cubicBezTo>
                    <a:cubicBezTo>
                      <a:pt x="15784" y="30337"/>
                      <a:pt x="15767" y="30287"/>
                      <a:pt x="15751" y="30237"/>
                    </a:cubicBezTo>
                    <a:cubicBezTo>
                      <a:pt x="15776" y="30229"/>
                      <a:pt x="15776" y="30196"/>
                      <a:pt x="15751" y="30188"/>
                    </a:cubicBezTo>
                    <a:cubicBezTo>
                      <a:pt x="15751" y="30188"/>
                      <a:pt x="15743" y="30188"/>
                      <a:pt x="15734" y="30179"/>
                    </a:cubicBezTo>
                    <a:cubicBezTo>
                      <a:pt x="15685" y="29989"/>
                      <a:pt x="15643" y="29790"/>
                      <a:pt x="15627" y="29591"/>
                    </a:cubicBezTo>
                    <a:cubicBezTo>
                      <a:pt x="15585" y="29135"/>
                      <a:pt x="15660" y="28663"/>
                      <a:pt x="15842" y="28241"/>
                    </a:cubicBezTo>
                    <a:cubicBezTo>
                      <a:pt x="15933" y="28042"/>
                      <a:pt x="16041" y="27851"/>
                      <a:pt x="16165" y="27677"/>
                    </a:cubicBezTo>
                    <a:cubicBezTo>
                      <a:pt x="16231" y="27594"/>
                      <a:pt x="16298" y="27503"/>
                      <a:pt x="16372" y="27429"/>
                    </a:cubicBezTo>
                    <a:cubicBezTo>
                      <a:pt x="16447" y="27346"/>
                      <a:pt x="16530" y="27271"/>
                      <a:pt x="16596" y="27188"/>
                    </a:cubicBezTo>
                    <a:cubicBezTo>
                      <a:pt x="16596" y="27188"/>
                      <a:pt x="16596" y="27188"/>
                      <a:pt x="16596" y="27180"/>
                    </a:cubicBezTo>
                    <a:cubicBezTo>
                      <a:pt x="16878" y="27064"/>
                      <a:pt x="17168" y="26989"/>
                      <a:pt x="17466" y="26940"/>
                    </a:cubicBezTo>
                    <a:cubicBezTo>
                      <a:pt x="17698" y="26907"/>
                      <a:pt x="17938" y="26882"/>
                      <a:pt x="18179" y="26873"/>
                    </a:cubicBezTo>
                    <a:lnTo>
                      <a:pt x="18535" y="26873"/>
                    </a:lnTo>
                    <a:cubicBezTo>
                      <a:pt x="18612" y="26873"/>
                      <a:pt x="18689" y="26877"/>
                      <a:pt x="18769" y="26877"/>
                    </a:cubicBezTo>
                    <a:cubicBezTo>
                      <a:pt x="18809" y="26877"/>
                      <a:pt x="18850" y="26876"/>
                      <a:pt x="18891" y="26873"/>
                    </a:cubicBezTo>
                    <a:cubicBezTo>
                      <a:pt x="18916" y="26873"/>
                      <a:pt x="18924" y="26832"/>
                      <a:pt x="18899" y="26824"/>
                    </a:cubicBezTo>
                    <a:cubicBezTo>
                      <a:pt x="18759" y="26791"/>
                      <a:pt x="18609" y="26791"/>
                      <a:pt x="18477" y="26782"/>
                    </a:cubicBezTo>
                    <a:cubicBezTo>
                      <a:pt x="18427" y="26780"/>
                      <a:pt x="18378" y="26779"/>
                      <a:pt x="18330" y="26779"/>
                    </a:cubicBezTo>
                    <a:cubicBezTo>
                      <a:pt x="18234" y="26779"/>
                      <a:pt x="18140" y="26782"/>
                      <a:pt x="18046" y="26782"/>
                    </a:cubicBezTo>
                    <a:cubicBezTo>
                      <a:pt x="17549" y="26807"/>
                      <a:pt x="17043" y="26898"/>
                      <a:pt x="16579" y="27089"/>
                    </a:cubicBezTo>
                    <a:cubicBezTo>
                      <a:pt x="16356" y="27180"/>
                      <a:pt x="16140" y="27296"/>
                      <a:pt x="15941" y="27445"/>
                    </a:cubicBezTo>
                    <a:cubicBezTo>
                      <a:pt x="15842" y="27520"/>
                      <a:pt x="15726" y="27594"/>
                      <a:pt x="15668" y="27710"/>
                    </a:cubicBezTo>
                    <a:cubicBezTo>
                      <a:pt x="15627" y="27810"/>
                      <a:pt x="15627" y="27934"/>
                      <a:pt x="15701" y="28017"/>
                    </a:cubicBezTo>
                    <a:cubicBezTo>
                      <a:pt x="15707" y="28023"/>
                      <a:pt x="15714" y="28026"/>
                      <a:pt x="15720" y="28026"/>
                    </a:cubicBezTo>
                    <a:cubicBezTo>
                      <a:pt x="15739" y="28026"/>
                      <a:pt x="15753" y="28002"/>
                      <a:pt x="15734" y="27984"/>
                    </a:cubicBezTo>
                    <a:cubicBezTo>
                      <a:pt x="15643" y="27868"/>
                      <a:pt x="15743" y="27719"/>
                      <a:pt x="15834" y="27636"/>
                    </a:cubicBezTo>
                    <a:cubicBezTo>
                      <a:pt x="15933" y="27545"/>
                      <a:pt x="16041" y="27470"/>
                      <a:pt x="16157" y="27404"/>
                    </a:cubicBezTo>
                    <a:cubicBezTo>
                      <a:pt x="16215" y="27371"/>
                      <a:pt x="16281" y="27329"/>
                      <a:pt x="16347" y="27296"/>
                    </a:cubicBezTo>
                    <a:lnTo>
                      <a:pt x="16347" y="27296"/>
                    </a:lnTo>
                    <a:cubicBezTo>
                      <a:pt x="16323" y="27329"/>
                      <a:pt x="16289" y="27354"/>
                      <a:pt x="16265" y="27387"/>
                    </a:cubicBezTo>
                    <a:cubicBezTo>
                      <a:pt x="16182" y="27478"/>
                      <a:pt x="16099" y="27569"/>
                      <a:pt x="16024" y="27677"/>
                    </a:cubicBezTo>
                    <a:cubicBezTo>
                      <a:pt x="15759" y="28050"/>
                      <a:pt x="15585" y="28489"/>
                      <a:pt x="15535" y="28945"/>
                    </a:cubicBezTo>
                    <a:cubicBezTo>
                      <a:pt x="15486" y="29343"/>
                      <a:pt x="15519" y="29757"/>
                      <a:pt x="15643" y="30138"/>
                    </a:cubicBezTo>
                    <a:cubicBezTo>
                      <a:pt x="15444" y="30047"/>
                      <a:pt x="15237" y="29964"/>
                      <a:pt x="15030" y="29889"/>
                    </a:cubicBezTo>
                    <a:cubicBezTo>
                      <a:pt x="15026" y="29886"/>
                      <a:pt x="15021" y="29885"/>
                      <a:pt x="15016" y="29885"/>
                    </a:cubicBezTo>
                    <a:cubicBezTo>
                      <a:pt x="14994" y="29885"/>
                      <a:pt x="14972" y="29912"/>
                      <a:pt x="14972" y="29939"/>
                    </a:cubicBezTo>
                    <a:cubicBezTo>
                      <a:pt x="14972" y="29964"/>
                      <a:pt x="14972" y="29997"/>
                      <a:pt x="14964" y="30030"/>
                    </a:cubicBezTo>
                    <a:cubicBezTo>
                      <a:pt x="14616" y="29972"/>
                      <a:pt x="14276" y="29889"/>
                      <a:pt x="13936" y="29790"/>
                    </a:cubicBezTo>
                    <a:cubicBezTo>
                      <a:pt x="13771" y="29740"/>
                      <a:pt x="13613" y="29691"/>
                      <a:pt x="13456" y="29633"/>
                    </a:cubicBezTo>
                    <a:cubicBezTo>
                      <a:pt x="13381" y="29608"/>
                      <a:pt x="13307" y="29575"/>
                      <a:pt x="13224" y="29550"/>
                    </a:cubicBezTo>
                    <a:cubicBezTo>
                      <a:pt x="13207" y="29541"/>
                      <a:pt x="13182" y="29525"/>
                      <a:pt x="13158" y="29525"/>
                    </a:cubicBezTo>
                    <a:cubicBezTo>
                      <a:pt x="13141" y="29525"/>
                      <a:pt x="13124" y="29533"/>
                      <a:pt x="13108" y="29533"/>
                    </a:cubicBezTo>
                    <a:cubicBezTo>
                      <a:pt x="13101" y="29535"/>
                      <a:pt x="13095" y="29535"/>
                      <a:pt x="13088" y="29535"/>
                    </a:cubicBezTo>
                    <a:cubicBezTo>
                      <a:pt x="13059" y="29535"/>
                      <a:pt x="13027" y="29523"/>
                      <a:pt x="13000" y="29517"/>
                    </a:cubicBezTo>
                    <a:cubicBezTo>
                      <a:pt x="12743" y="29425"/>
                      <a:pt x="12503" y="29301"/>
                      <a:pt x="12288" y="29152"/>
                    </a:cubicBezTo>
                    <a:cubicBezTo>
                      <a:pt x="12064" y="28995"/>
                      <a:pt x="11865" y="28821"/>
                      <a:pt x="11691" y="28622"/>
                    </a:cubicBezTo>
                    <a:cubicBezTo>
                      <a:pt x="11525" y="28431"/>
                      <a:pt x="11384" y="28224"/>
                      <a:pt x="11260" y="28000"/>
                    </a:cubicBezTo>
                    <a:cubicBezTo>
                      <a:pt x="11285" y="27926"/>
                      <a:pt x="11302" y="27851"/>
                      <a:pt x="11335" y="27777"/>
                    </a:cubicBezTo>
                    <a:cubicBezTo>
                      <a:pt x="11368" y="27685"/>
                      <a:pt x="11409" y="27594"/>
                      <a:pt x="11451" y="27511"/>
                    </a:cubicBezTo>
                    <a:cubicBezTo>
                      <a:pt x="11500" y="27429"/>
                      <a:pt x="11550" y="27346"/>
                      <a:pt x="11600" y="27263"/>
                    </a:cubicBezTo>
                    <a:cubicBezTo>
                      <a:pt x="11641" y="27180"/>
                      <a:pt x="11674" y="27089"/>
                      <a:pt x="11691" y="26989"/>
                    </a:cubicBezTo>
                    <a:cubicBezTo>
                      <a:pt x="11716" y="26890"/>
                      <a:pt x="11724" y="26782"/>
                      <a:pt x="11732" y="26683"/>
                    </a:cubicBezTo>
                    <a:cubicBezTo>
                      <a:pt x="11757" y="26467"/>
                      <a:pt x="11782" y="26260"/>
                      <a:pt x="11799" y="26045"/>
                    </a:cubicBezTo>
                    <a:cubicBezTo>
                      <a:pt x="11824" y="25846"/>
                      <a:pt x="11848" y="25639"/>
                      <a:pt x="11865" y="25432"/>
                    </a:cubicBezTo>
                    <a:lnTo>
                      <a:pt x="11865" y="25432"/>
                    </a:lnTo>
                    <a:cubicBezTo>
                      <a:pt x="11865" y="25515"/>
                      <a:pt x="11865" y="25606"/>
                      <a:pt x="11857" y="25689"/>
                    </a:cubicBezTo>
                    <a:cubicBezTo>
                      <a:pt x="11857" y="25763"/>
                      <a:pt x="11848" y="25838"/>
                      <a:pt x="11840" y="25912"/>
                    </a:cubicBezTo>
                    <a:cubicBezTo>
                      <a:pt x="11840" y="25987"/>
                      <a:pt x="11824" y="26070"/>
                      <a:pt x="11832" y="26144"/>
                    </a:cubicBezTo>
                    <a:cubicBezTo>
                      <a:pt x="11832" y="26158"/>
                      <a:pt x="11842" y="26164"/>
                      <a:pt x="11852" y="26164"/>
                    </a:cubicBezTo>
                    <a:cubicBezTo>
                      <a:pt x="11861" y="26164"/>
                      <a:pt x="11870" y="26160"/>
                      <a:pt x="11873" y="26153"/>
                    </a:cubicBezTo>
                    <a:cubicBezTo>
                      <a:pt x="11898" y="26078"/>
                      <a:pt x="11898" y="26004"/>
                      <a:pt x="11906" y="25929"/>
                    </a:cubicBezTo>
                    <a:cubicBezTo>
                      <a:pt x="11915" y="25854"/>
                      <a:pt x="11923" y="25772"/>
                      <a:pt x="11923" y="25697"/>
                    </a:cubicBezTo>
                    <a:cubicBezTo>
                      <a:pt x="11923" y="25540"/>
                      <a:pt x="11923" y="25390"/>
                      <a:pt x="11915" y="25233"/>
                    </a:cubicBezTo>
                    <a:cubicBezTo>
                      <a:pt x="11911" y="25216"/>
                      <a:pt x="11896" y="25208"/>
                      <a:pt x="11884" y="25208"/>
                    </a:cubicBezTo>
                    <a:cubicBezTo>
                      <a:pt x="11871" y="25208"/>
                      <a:pt x="11861" y="25216"/>
                      <a:pt x="11865" y="25233"/>
                    </a:cubicBezTo>
                    <a:cubicBezTo>
                      <a:pt x="11865" y="25283"/>
                      <a:pt x="11865" y="25332"/>
                      <a:pt x="11865" y="25390"/>
                    </a:cubicBezTo>
                    <a:cubicBezTo>
                      <a:pt x="11861" y="25386"/>
                      <a:pt x="11855" y="25384"/>
                      <a:pt x="11849" y="25384"/>
                    </a:cubicBezTo>
                    <a:cubicBezTo>
                      <a:pt x="11844" y="25384"/>
                      <a:pt x="11840" y="25386"/>
                      <a:pt x="11840" y="25390"/>
                    </a:cubicBezTo>
                    <a:cubicBezTo>
                      <a:pt x="11799" y="25631"/>
                      <a:pt x="11766" y="25871"/>
                      <a:pt x="11732" y="26111"/>
                    </a:cubicBezTo>
                    <a:cubicBezTo>
                      <a:pt x="11691" y="26318"/>
                      <a:pt x="11666" y="26534"/>
                      <a:pt x="11633" y="26741"/>
                    </a:cubicBezTo>
                    <a:cubicBezTo>
                      <a:pt x="11625" y="26840"/>
                      <a:pt x="11616" y="26948"/>
                      <a:pt x="11583" y="27047"/>
                    </a:cubicBezTo>
                    <a:cubicBezTo>
                      <a:pt x="11550" y="27139"/>
                      <a:pt x="11500" y="27221"/>
                      <a:pt x="11451" y="27304"/>
                    </a:cubicBezTo>
                    <a:cubicBezTo>
                      <a:pt x="11409" y="27371"/>
                      <a:pt x="11376" y="27437"/>
                      <a:pt x="11343" y="27503"/>
                    </a:cubicBezTo>
                    <a:cubicBezTo>
                      <a:pt x="11351" y="27437"/>
                      <a:pt x="11360" y="27379"/>
                      <a:pt x="11368" y="27313"/>
                    </a:cubicBezTo>
                    <a:cubicBezTo>
                      <a:pt x="11401" y="27130"/>
                      <a:pt x="11409" y="26940"/>
                      <a:pt x="11418" y="26749"/>
                    </a:cubicBezTo>
                    <a:cubicBezTo>
                      <a:pt x="11418" y="26733"/>
                      <a:pt x="11405" y="26724"/>
                      <a:pt x="11392" y="26724"/>
                    </a:cubicBezTo>
                    <a:cubicBezTo>
                      <a:pt x="11378" y="26724"/>
                      <a:pt x="11364" y="26733"/>
                      <a:pt x="11360" y="26749"/>
                    </a:cubicBezTo>
                    <a:cubicBezTo>
                      <a:pt x="11335" y="26956"/>
                      <a:pt x="11293" y="27172"/>
                      <a:pt x="11260" y="27379"/>
                    </a:cubicBezTo>
                    <a:cubicBezTo>
                      <a:pt x="11194" y="27735"/>
                      <a:pt x="11103" y="28100"/>
                      <a:pt x="10995" y="28456"/>
                    </a:cubicBezTo>
                    <a:cubicBezTo>
                      <a:pt x="10937" y="28630"/>
                      <a:pt x="10879" y="28804"/>
                      <a:pt x="10813" y="28986"/>
                    </a:cubicBezTo>
                    <a:cubicBezTo>
                      <a:pt x="10788" y="29044"/>
                      <a:pt x="10763" y="29111"/>
                      <a:pt x="10730" y="29177"/>
                    </a:cubicBezTo>
                    <a:cubicBezTo>
                      <a:pt x="10763" y="29061"/>
                      <a:pt x="10788" y="28937"/>
                      <a:pt x="10804" y="28821"/>
                    </a:cubicBezTo>
                    <a:cubicBezTo>
                      <a:pt x="10829" y="28688"/>
                      <a:pt x="10854" y="28564"/>
                      <a:pt x="10871" y="28431"/>
                    </a:cubicBezTo>
                    <a:cubicBezTo>
                      <a:pt x="10876" y="28406"/>
                      <a:pt x="10857" y="28391"/>
                      <a:pt x="10838" y="28391"/>
                    </a:cubicBezTo>
                    <a:cubicBezTo>
                      <a:pt x="10825" y="28391"/>
                      <a:pt x="10811" y="28398"/>
                      <a:pt x="10804" y="28415"/>
                    </a:cubicBezTo>
                    <a:cubicBezTo>
                      <a:pt x="10771" y="28555"/>
                      <a:pt x="10730" y="28696"/>
                      <a:pt x="10697" y="28845"/>
                    </a:cubicBezTo>
                    <a:cubicBezTo>
                      <a:pt x="10639" y="29069"/>
                      <a:pt x="10589" y="29293"/>
                      <a:pt x="10539" y="29517"/>
                    </a:cubicBezTo>
                    <a:cubicBezTo>
                      <a:pt x="10539" y="29506"/>
                      <a:pt x="10532" y="29502"/>
                      <a:pt x="10524" y="29502"/>
                    </a:cubicBezTo>
                    <a:cubicBezTo>
                      <a:pt x="10512" y="29502"/>
                      <a:pt x="10498" y="29510"/>
                      <a:pt x="10498" y="29525"/>
                    </a:cubicBezTo>
                    <a:cubicBezTo>
                      <a:pt x="10490" y="29616"/>
                      <a:pt x="10473" y="29707"/>
                      <a:pt x="10465" y="29798"/>
                    </a:cubicBezTo>
                    <a:cubicBezTo>
                      <a:pt x="10465" y="29840"/>
                      <a:pt x="10456" y="29873"/>
                      <a:pt x="10456" y="29914"/>
                    </a:cubicBezTo>
                    <a:cubicBezTo>
                      <a:pt x="10448" y="29931"/>
                      <a:pt x="10448" y="29947"/>
                      <a:pt x="10440" y="29964"/>
                    </a:cubicBezTo>
                    <a:cubicBezTo>
                      <a:pt x="10432" y="30022"/>
                      <a:pt x="10415" y="30080"/>
                      <a:pt x="10398" y="30138"/>
                    </a:cubicBezTo>
                    <a:cubicBezTo>
                      <a:pt x="10382" y="30196"/>
                      <a:pt x="10365" y="30254"/>
                      <a:pt x="10357" y="30312"/>
                    </a:cubicBezTo>
                    <a:cubicBezTo>
                      <a:pt x="10357" y="30325"/>
                      <a:pt x="10368" y="30339"/>
                      <a:pt x="10386" y="30339"/>
                    </a:cubicBezTo>
                    <a:cubicBezTo>
                      <a:pt x="10390" y="30339"/>
                      <a:pt x="10394" y="30338"/>
                      <a:pt x="10398" y="30337"/>
                    </a:cubicBezTo>
                    <a:lnTo>
                      <a:pt x="10398" y="30337"/>
                    </a:lnTo>
                    <a:cubicBezTo>
                      <a:pt x="10365" y="30519"/>
                      <a:pt x="10316" y="30693"/>
                      <a:pt x="10258" y="30859"/>
                    </a:cubicBezTo>
                    <a:cubicBezTo>
                      <a:pt x="10183" y="31033"/>
                      <a:pt x="10084" y="31182"/>
                      <a:pt x="10001" y="31356"/>
                    </a:cubicBezTo>
                    <a:cubicBezTo>
                      <a:pt x="9926" y="31505"/>
                      <a:pt x="9885" y="31679"/>
                      <a:pt x="9860" y="31845"/>
                    </a:cubicBezTo>
                    <a:cubicBezTo>
                      <a:pt x="9818" y="32184"/>
                      <a:pt x="9852" y="32532"/>
                      <a:pt x="9777" y="32872"/>
                    </a:cubicBezTo>
                    <a:cubicBezTo>
                      <a:pt x="9736" y="33046"/>
                      <a:pt x="9661" y="33195"/>
                      <a:pt x="9562" y="33336"/>
                    </a:cubicBezTo>
                    <a:cubicBezTo>
                      <a:pt x="9454" y="33494"/>
                      <a:pt x="9355" y="33643"/>
                      <a:pt x="9288" y="33825"/>
                    </a:cubicBezTo>
                    <a:cubicBezTo>
                      <a:pt x="9222" y="33991"/>
                      <a:pt x="9189" y="34173"/>
                      <a:pt x="9156" y="34355"/>
                    </a:cubicBezTo>
                    <a:cubicBezTo>
                      <a:pt x="9123" y="34554"/>
                      <a:pt x="9089" y="34753"/>
                      <a:pt x="9056" y="34944"/>
                    </a:cubicBezTo>
                    <a:cubicBezTo>
                      <a:pt x="8982" y="35341"/>
                      <a:pt x="8899" y="35731"/>
                      <a:pt x="8799" y="36120"/>
                    </a:cubicBezTo>
                    <a:cubicBezTo>
                      <a:pt x="8766" y="36277"/>
                      <a:pt x="8717" y="36427"/>
                      <a:pt x="8642" y="36567"/>
                    </a:cubicBezTo>
                    <a:cubicBezTo>
                      <a:pt x="8559" y="36708"/>
                      <a:pt x="8443" y="36808"/>
                      <a:pt x="8294" y="36857"/>
                    </a:cubicBezTo>
                    <a:cubicBezTo>
                      <a:pt x="8182" y="36893"/>
                      <a:pt x="8062" y="36903"/>
                      <a:pt x="7945" y="36903"/>
                    </a:cubicBezTo>
                    <a:cubicBezTo>
                      <a:pt x="7898" y="36903"/>
                      <a:pt x="7851" y="36901"/>
                      <a:pt x="7805" y="36899"/>
                    </a:cubicBezTo>
                    <a:cubicBezTo>
                      <a:pt x="7598" y="36891"/>
                      <a:pt x="7391" y="36874"/>
                      <a:pt x="7192" y="36849"/>
                    </a:cubicBezTo>
                    <a:cubicBezTo>
                      <a:pt x="7093" y="36833"/>
                      <a:pt x="6993" y="36824"/>
                      <a:pt x="6894" y="36799"/>
                    </a:cubicBezTo>
                    <a:cubicBezTo>
                      <a:pt x="6852" y="36799"/>
                      <a:pt x="6811" y="36791"/>
                      <a:pt x="6761" y="36783"/>
                    </a:cubicBezTo>
                    <a:cubicBezTo>
                      <a:pt x="6755" y="36771"/>
                      <a:pt x="6740" y="36763"/>
                      <a:pt x="6726" y="36763"/>
                    </a:cubicBezTo>
                    <a:cubicBezTo>
                      <a:pt x="6721" y="36763"/>
                      <a:pt x="6716" y="36764"/>
                      <a:pt x="6711" y="36766"/>
                    </a:cubicBezTo>
                    <a:cubicBezTo>
                      <a:pt x="6687" y="36766"/>
                      <a:pt x="6662" y="36758"/>
                      <a:pt x="6645" y="36733"/>
                    </a:cubicBezTo>
                    <a:cubicBezTo>
                      <a:pt x="6629" y="36700"/>
                      <a:pt x="6629" y="36650"/>
                      <a:pt x="6629" y="36617"/>
                    </a:cubicBezTo>
                    <a:cubicBezTo>
                      <a:pt x="6629" y="36567"/>
                      <a:pt x="6629" y="36518"/>
                      <a:pt x="6629" y="36476"/>
                    </a:cubicBezTo>
                    <a:cubicBezTo>
                      <a:pt x="6629" y="36377"/>
                      <a:pt x="6637" y="36277"/>
                      <a:pt x="6653" y="36178"/>
                    </a:cubicBezTo>
                    <a:cubicBezTo>
                      <a:pt x="6670" y="36046"/>
                      <a:pt x="6687" y="35838"/>
                      <a:pt x="6819" y="35747"/>
                    </a:cubicBezTo>
                    <a:cubicBezTo>
                      <a:pt x="6885" y="35706"/>
                      <a:pt x="6968" y="35698"/>
                      <a:pt x="7043" y="35689"/>
                    </a:cubicBezTo>
                    <a:cubicBezTo>
                      <a:pt x="7126" y="35681"/>
                      <a:pt x="7200" y="35664"/>
                      <a:pt x="7267" y="35623"/>
                    </a:cubicBezTo>
                    <a:cubicBezTo>
                      <a:pt x="7322" y="35588"/>
                      <a:pt x="7291" y="35514"/>
                      <a:pt x="7240" y="35514"/>
                    </a:cubicBezTo>
                    <a:cubicBezTo>
                      <a:pt x="7230" y="35514"/>
                      <a:pt x="7220" y="35517"/>
                      <a:pt x="7209" y="35524"/>
                    </a:cubicBezTo>
                    <a:cubicBezTo>
                      <a:pt x="7142" y="35557"/>
                      <a:pt x="7059" y="35565"/>
                      <a:pt x="6985" y="35582"/>
                    </a:cubicBezTo>
                    <a:cubicBezTo>
                      <a:pt x="6910" y="35590"/>
                      <a:pt x="6819" y="35606"/>
                      <a:pt x="6753" y="35656"/>
                    </a:cubicBezTo>
                    <a:cubicBezTo>
                      <a:pt x="6687" y="35706"/>
                      <a:pt x="6637" y="35772"/>
                      <a:pt x="6604" y="35847"/>
                    </a:cubicBezTo>
                    <a:cubicBezTo>
                      <a:pt x="6579" y="35921"/>
                      <a:pt x="6562" y="36012"/>
                      <a:pt x="6546" y="36095"/>
                    </a:cubicBezTo>
                    <a:cubicBezTo>
                      <a:pt x="6529" y="36195"/>
                      <a:pt x="6521" y="36302"/>
                      <a:pt x="6513" y="36410"/>
                    </a:cubicBezTo>
                    <a:cubicBezTo>
                      <a:pt x="6513" y="36501"/>
                      <a:pt x="6504" y="36601"/>
                      <a:pt x="6513" y="36700"/>
                    </a:cubicBezTo>
                    <a:cubicBezTo>
                      <a:pt x="6529" y="36775"/>
                      <a:pt x="6562" y="36833"/>
                      <a:pt x="6620" y="36857"/>
                    </a:cubicBezTo>
                    <a:cubicBezTo>
                      <a:pt x="6620" y="36866"/>
                      <a:pt x="6612" y="36866"/>
                      <a:pt x="6604" y="36874"/>
                    </a:cubicBezTo>
                    <a:cubicBezTo>
                      <a:pt x="6571" y="36907"/>
                      <a:pt x="6529" y="36924"/>
                      <a:pt x="6479" y="36932"/>
                    </a:cubicBezTo>
                    <a:cubicBezTo>
                      <a:pt x="6421" y="36944"/>
                      <a:pt x="6361" y="36949"/>
                      <a:pt x="6301" y="36949"/>
                    </a:cubicBezTo>
                    <a:cubicBezTo>
                      <a:pt x="6241" y="36949"/>
                      <a:pt x="6181" y="36944"/>
                      <a:pt x="6123" y="36940"/>
                    </a:cubicBezTo>
                    <a:cubicBezTo>
                      <a:pt x="6065" y="36940"/>
                      <a:pt x="6007" y="36932"/>
                      <a:pt x="5949" y="36924"/>
                    </a:cubicBezTo>
                    <a:cubicBezTo>
                      <a:pt x="5916" y="36924"/>
                      <a:pt x="5875" y="36915"/>
                      <a:pt x="5841" y="36899"/>
                    </a:cubicBezTo>
                    <a:cubicBezTo>
                      <a:pt x="5800" y="36882"/>
                      <a:pt x="5783" y="36857"/>
                      <a:pt x="5775" y="36816"/>
                    </a:cubicBezTo>
                    <a:cubicBezTo>
                      <a:pt x="5767" y="36766"/>
                      <a:pt x="5767" y="36708"/>
                      <a:pt x="5759" y="36659"/>
                    </a:cubicBezTo>
                    <a:cubicBezTo>
                      <a:pt x="5742" y="36451"/>
                      <a:pt x="5701" y="36236"/>
                      <a:pt x="5725" y="36029"/>
                    </a:cubicBezTo>
                    <a:cubicBezTo>
                      <a:pt x="5775" y="35598"/>
                      <a:pt x="6198" y="35424"/>
                      <a:pt x="6546" y="35292"/>
                    </a:cubicBezTo>
                    <a:cubicBezTo>
                      <a:pt x="6591" y="35276"/>
                      <a:pt x="6581" y="35206"/>
                      <a:pt x="6536" y="35206"/>
                    </a:cubicBezTo>
                    <a:cubicBezTo>
                      <a:pt x="6531" y="35206"/>
                      <a:pt x="6526" y="35207"/>
                      <a:pt x="6521" y="35209"/>
                    </a:cubicBezTo>
                    <a:cubicBezTo>
                      <a:pt x="6281" y="35283"/>
                      <a:pt x="6032" y="35366"/>
                      <a:pt x="5841" y="35540"/>
                    </a:cubicBezTo>
                    <a:cubicBezTo>
                      <a:pt x="5767" y="35615"/>
                      <a:pt x="5701" y="35706"/>
                      <a:pt x="5667" y="35797"/>
                    </a:cubicBezTo>
                    <a:cubicBezTo>
                      <a:pt x="5618" y="35905"/>
                      <a:pt x="5601" y="36021"/>
                      <a:pt x="5601" y="36137"/>
                    </a:cubicBezTo>
                    <a:cubicBezTo>
                      <a:pt x="5601" y="36261"/>
                      <a:pt x="5618" y="36385"/>
                      <a:pt x="5626" y="36501"/>
                    </a:cubicBezTo>
                    <a:cubicBezTo>
                      <a:pt x="5634" y="36567"/>
                      <a:pt x="5643" y="36625"/>
                      <a:pt x="5643" y="36692"/>
                    </a:cubicBezTo>
                    <a:cubicBezTo>
                      <a:pt x="5651" y="36750"/>
                      <a:pt x="5651" y="36808"/>
                      <a:pt x="5667" y="36866"/>
                    </a:cubicBezTo>
                    <a:cubicBezTo>
                      <a:pt x="5601" y="36857"/>
                      <a:pt x="5535" y="36849"/>
                      <a:pt x="5460" y="36849"/>
                    </a:cubicBezTo>
                    <a:cubicBezTo>
                      <a:pt x="5394" y="36849"/>
                      <a:pt x="5336" y="36866"/>
                      <a:pt x="5261" y="36874"/>
                    </a:cubicBezTo>
                    <a:cubicBezTo>
                      <a:pt x="5212" y="36874"/>
                      <a:pt x="5145" y="36874"/>
                      <a:pt x="5112" y="36824"/>
                    </a:cubicBezTo>
                    <a:cubicBezTo>
                      <a:pt x="5087" y="36791"/>
                      <a:pt x="5071" y="36733"/>
                      <a:pt x="5071" y="36692"/>
                    </a:cubicBezTo>
                    <a:cubicBezTo>
                      <a:pt x="5063" y="36625"/>
                      <a:pt x="5063" y="36559"/>
                      <a:pt x="5063" y="36493"/>
                    </a:cubicBezTo>
                    <a:cubicBezTo>
                      <a:pt x="5063" y="36360"/>
                      <a:pt x="5071" y="36228"/>
                      <a:pt x="5096" y="36095"/>
                    </a:cubicBezTo>
                    <a:cubicBezTo>
                      <a:pt x="5137" y="35872"/>
                      <a:pt x="5187" y="35615"/>
                      <a:pt x="5369" y="35466"/>
                    </a:cubicBezTo>
                    <a:cubicBezTo>
                      <a:pt x="5510" y="35341"/>
                      <a:pt x="5709" y="35300"/>
                      <a:pt x="5883" y="35250"/>
                    </a:cubicBezTo>
                    <a:cubicBezTo>
                      <a:pt x="5974" y="35217"/>
                      <a:pt x="6065" y="35192"/>
                      <a:pt x="6156" y="35151"/>
                    </a:cubicBezTo>
                    <a:cubicBezTo>
                      <a:pt x="6198" y="35126"/>
                      <a:pt x="6239" y="35101"/>
                      <a:pt x="6281" y="35076"/>
                    </a:cubicBezTo>
                    <a:cubicBezTo>
                      <a:pt x="6305" y="35060"/>
                      <a:pt x="6322" y="35035"/>
                      <a:pt x="6347" y="35010"/>
                    </a:cubicBezTo>
                    <a:cubicBezTo>
                      <a:pt x="6579" y="34902"/>
                      <a:pt x="6769" y="34695"/>
                      <a:pt x="6885" y="34471"/>
                    </a:cubicBezTo>
                    <a:cubicBezTo>
                      <a:pt x="7018" y="34190"/>
                      <a:pt x="7010" y="33866"/>
                      <a:pt x="7084" y="33568"/>
                    </a:cubicBezTo>
                    <a:cubicBezTo>
                      <a:pt x="7159" y="33262"/>
                      <a:pt x="7291" y="32963"/>
                      <a:pt x="7358" y="32657"/>
                    </a:cubicBezTo>
                    <a:lnTo>
                      <a:pt x="7349" y="32657"/>
                    </a:lnTo>
                    <a:cubicBezTo>
                      <a:pt x="7424" y="32317"/>
                      <a:pt x="7374" y="31986"/>
                      <a:pt x="7341" y="31646"/>
                    </a:cubicBezTo>
                    <a:cubicBezTo>
                      <a:pt x="7275" y="30967"/>
                      <a:pt x="7374" y="30304"/>
                      <a:pt x="7499" y="29641"/>
                    </a:cubicBezTo>
                    <a:cubicBezTo>
                      <a:pt x="7557" y="29309"/>
                      <a:pt x="7623" y="28978"/>
                      <a:pt x="7664" y="28638"/>
                    </a:cubicBezTo>
                    <a:cubicBezTo>
                      <a:pt x="7714" y="28299"/>
                      <a:pt x="7739" y="27959"/>
                      <a:pt x="7739" y="27611"/>
                    </a:cubicBezTo>
                    <a:cubicBezTo>
                      <a:pt x="7747" y="27263"/>
                      <a:pt x="7722" y="26915"/>
                      <a:pt x="7697" y="26567"/>
                    </a:cubicBezTo>
                    <a:cubicBezTo>
                      <a:pt x="7673" y="26219"/>
                      <a:pt x="7648" y="25871"/>
                      <a:pt x="7573" y="25531"/>
                    </a:cubicBezTo>
                    <a:cubicBezTo>
                      <a:pt x="7569" y="25513"/>
                      <a:pt x="7554" y="25504"/>
                      <a:pt x="7538" y="25504"/>
                    </a:cubicBezTo>
                    <a:cubicBezTo>
                      <a:pt x="7519" y="25504"/>
                      <a:pt x="7499" y="25517"/>
                      <a:pt x="7499" y="25540"/>
                    </a:cubicBezTo>
                    <a:cubicBezTo>
                      <a:pt x="7499" y="25622"/>
                      <a:pt x="7507" y="25705"/>
                      <a:pt x="7515" y="25788"/>
                    </a:cubicBezTo>
                    <a:cubicBezTo>
                      <a:pt x="7540" y="26136"/>
                      <a:pt x="7573" y="26476"/>
                      <a:pt x="7598" y="26815"/>
                    </a:cubicBezTo>
                    <a:cubicBezTo>
                      <a:pt x="7598" y="26865"/>
                      <a:pt x="7598" y="26915"/>
                      <a:pt x="7606" y="26965"/>
                    </a:cubicBezTo>
                    <a:cubicBezTo>
                      <a:pt x="7565" y="26890"/>
                      <a:pt x="7515" y="26832"/>
                      <a:pt x="7465" y="26782"/>
                    </a:cubicBezTo>
                    <a:cubicBezTo>
                      <a:pt x="7457" y="26774"/>
                      <a:pt x="7457" y="26774"/>
                      <a:pt x="7449" y="26774"/>
                    </a:cubicBezTo>
                    <a:cubicBezTo>
                      <a:pt x="7291" y="26542"/>
                      <a:pt x="7167" y="26285"/>
                      <a:pt x="7076" y="26012"/>
                    </a:cubicBezTo>
                    <a:cubicBezTo>
                      <a:pt x="7070" y="25989"/>
                      <a:pt x="7052" y="25979"/>
                      <a:pt x="7033" y="25979"/>
                    </a:cubicBezTo>
                    <a:cubicBezTo>
                      <a:pt x="7004" y="25979"/>
                      <a:pt x="6971" y="26004"/>
                      <a:pt x="6977" y="26045"/>
                    </a:cubicBezTo>
                    <a:cubicBezTo>
                      <a:pt x="7001" y="26153"/>
                      <a:pt x="7026" y="26260"/>
                      <a:pt x="7043" y="26368"/>
                    </a:cubicBezTo>
                    <a:cubicBezTo>
                      <a:pt x="7035" y="26351"/>
                      <a:pt x="7026" y="26343"/>
                      <a:pt x="7018" y="26335"/>
                    </a:cubicBezTo>
                    <a:cubicBezTo>
                      <a:pt x="6993" y="26293"/>
                      <a:pt x="6960" y="26244"/>
                      <a:pt x="6935" y="26194"/>
                    </a:cubicBezTo>
                    <a:cubicBezTo>
                      <a:pt x="6877" y="26086"/>
                      <a:pt x="6819" y="25987"/>
                      <a:pt x="6769" y="25879"/>
                    </a:cubicBezTo>
                    <a:cubicBezTo>
                      <a:pt x="6720" y="25763"/>
                      <a:pt x="6662" y="25656"/>
                      <a:pt x="6612" y="25540"/>
                    </a:cubicBezTo>
                    <a:cubicBezTo>
                      <a:pt x="6595" y="25490"/>
                      <a:pt x="6571" y="25432"/>
                      <a:pt x="6546" y="25382"/>
                    </a:cubicBezTo>
                    <a:cubicBezTo>
                      <a:pt x="6521" y="25324"/>
                      <a:pt x="6496" y="25266"/>
                      <a:pt x="6471" y="25216"/>
                    </a:cubicBezTo>
                    <a:cubicBezTo>
                      <a:pt x="6465" y="25207"/>
                      <a:pt x="6452" y="25202"/>
                      <a:pt x="6439" y="25202"/>
                    </a:cubicBezTo>
                    <a:cubicBezTo>
                      <a:pt x="6419" y="25202"/>
                      <a:pt x="6400" y="25213"/>
                      <a:pt x="6405" y="25233"/>
                    </a:cubicBezTo>
                    <a:cubicBezTo>
                      <a:pt x="6421" y="25366"/>
                      <a:pt x="6479" y="25490"/>
                      <a:pt x="6529" y="25606"/>
                    </a:cubicBezTo>
                    <a:cubicBezTo>
                      <a:pt x="6571" y="25705"/>
                      <a:pt x="6620" y="25805"/>
                      <a:pt x="6670" y="25904"/>
                    </a:cubicBezTo>
                    <a:cubicBezTo>
                      <a:pt x="6604" y="25846"/>
                      <a:pt x="6546" y="25780"/>
                      <a:pt x="6479" y="25714"/>
                    </a:cubicBezTo>
                    <a:cubicBezTo>
                      <a:pt x="6355" y="25598"/>
                      <a:pt x="6231" y="25482"/>
                      <a:pt x="6140" y="25349"/>
                    </a:cubicBezTo>
                    <a:cubicBezTo>
                      <a:pt x="6107" y="25299"/>
                      <a:pt x="6073" y="25250"/>
                      <a:pt x="6049" y="25200"/>
                    </a:cubicBezTo>
                    <a:cubicBezTo>
                      <a:pt x="6057" y="25192"/>
                      <a:pt x="6057" y="25175"/>
                      <a:pt x="6049" y="25158"/>
                    </a:cubicBezTo>
                    <a:cubicBezTo>
                      <a:pt x="6024" y="25134"/>
                      <a:pt x="5999" y="25109"/>
                      <a:pt x="5982" y="25076"/>
                    </a:cubicBezTo>
                    <a:cubicBezTo>
                      <a:pt x="5949" y="25018"/>
                      <a:pt x="5924" y="24960"/>
                      <a:pt x="5899" y="24902"/>
                    </a:cubicBezTo>
                    <a:cubicBezTo>
                      <a:pt x="5825" y="24736"/>
                      <a:pt x="5759" y="24578"/>
                      <a:pt x="5692" y="24413"/>
                    </a:cubicBezTo>
                    <a:cubicBezTo>
                      <a:pt x="5659" y="24330"/>
                      <a:pt x="5618" y="24247"/>
                      <a:pt x="5585" y="24156"/>
                    </a:cubicBezTo>
                    <a:cubicBezTo>
                      <a:pt x="5568" y="24114"/>
                      <a:pt x="5543" y="24065"/>
                      <a:pt x="5527" y="24023"/>
                    </a:cubicBezTo>
                    <a:cubicBezTo>
                      <a:pt x="5502" y="23982"/>
                      <a:pt x="5485" y="23940"/>
                      <a:pt x="5460" y="23907"/>
                    </a:cubicBezTo>
                    <a:cubicBezTo>
                      <a:pt x="5451" y="23895"/>
                      <a:pt x="5439" y="23890"/>
                      <a:pt x="5427" y="23890"/>
                    </a:cubicBezTo>
                    <a:cubicBezTo>
                      <a:pt x="5407" y="23890"/>
                      <a:pt x="5389" y="23906"/>
                      <a:pt x="5394" y="23932"/>
                    </a:cubicBezTo>
                    <a:cubicBezTo>
                      <a:pt x="5402" y="23990"/>
                      <a:pt x="5427" y="24040"/>
                      <a:pt x="5444" y="24090"/>
                    </a:cubicBezTo>
                    <a:cubicBezTo>
                      <a:pt x="5460" y="24139"/>
                      <a:pt x="5485" y="24189"/>
                      <a:pt x="5502" y="24239"/>
                    </a:cubicBezTo>
                    <a:cubicBezTo>
                      <a:pt x="5543" y="24338"/>
                      <a:pt x="5576" y="24429"/>
                      <a:pt x="5618" y="24529"/>
                    </a:cubicBezTo>
                    <a:cubicBezTo>
                      <a:pt x="5626" y="24545"/>
                      <a:pt x="5634" y="24570"/>
                      <a:pt x="5643" y="24587"/>
                    </a:cubicBezTo>
                    <a:cubicBezTo>
                      <a:pt x="5518" y="24388"/>
                      <a:pt x="5419" y="24172"/>
                      <a:pt x="5336" y="23949"/>
                    </a:cubicBezTo>
                    <a:cubicBezTo>
                      <a:pt x="5322" y="23928"/>
                      <a:pt x="5298" y="23913"/>
                      <a:pt x="5275" y="23913"/>
                    </a:cubicBezTo>
                    <a:cubicBezTo>
                      <a:pt x="5271" y="23913"/>
                      <a:pt x="5266" y="23914"/>
                      <a:pt x="5261" y="23916"/>
                    </a:cubicBezTo>
                    <a:lnTo>
                      <a:pt x="5029" y="23609"/>
                    </a:lnTo>
                    <a:cubicBezTo>
                      <a:pt x="4855" y="23377"/>
                      <a:pt x="4681" y="23145"/>
                      <a:pt x="4507" y="22913"/>
                    </a:cubicBezTo>
                    <a:cubicBezTo>
                      <a:pt x="4408" y="22789"/>
                      <a:pt x="4300" y="22656"/>
                      <a:pt x="4226" y="22507"/>
                    </a:cubicBezTo>
                    <a:cubicBezTo>
                      <a:pt x="4226" y="22507"/>
                      <a:pt x="4226" y="22499"/>
                      <a:pt x="4217" y="22490"/>
                    </a:cubicBezTo>
                    <a:cubicBezTo>
                      <a:pt x="4184" y="22416"/>
                      <a:pt x="4168" y="22341"/>
                      <a:pt x="4159" y="22258"/>
                    </a:cubicBezTo>
                    <a:cubicBezTo>
                      <a:pt x="4159" y="22219"/>
                      <a:pt x="4131" y="22200"/>
                      <a:pt x="4104" y="22200"/>
                    </a:cubicBezTo>
                    <a:cubicBezTo>
                      <a:pt x="4080" y="22200"/>
                      <a:pt x="4056" y="22215"/>
                      <a:pt x="4052" y="22242"/>
                    </a:cubicBezTo>
                    <a:cubicBezTo>
                      <a:pt x="3961" y="22101"/>
                      <a:pt x="3894" y="21944"/>
                      <a:pt x="3836" y="21786"/>
                    </a:cubicBezTo>
                    <a:cubicBezTo>
                      <a:pt x="3662" y="21297"/>
                      <a:pt x="3555" y="20775"/>
                      <a:pt x="3497" y="20262"/>
                    </a:cubicBezTo>
                    <a:cubicBezTo>
                      <a:pt x="3439" y="19740"/>
                      <a:pt x="3430" y="19209"/>
                      <a:pt x="3488" y="18696"/>
                    </a:cubicBezTo>
                    <a:cubicBezTo>
                      <a:pt x="3488" y="18654"/>
                      <a:pt x="3453" y="18636"/>
                      <a:pt x="3423" y="18636"/>
                    </a:cubicBezTo>
                    <a:cubicBezTo>
                      <a:pt x="3417" y="18636"/>
                      <a:pt x="3411" y="18636"/>
                      <a:pt x="3406" y="18638"/>
                    </a:cubicBezTo>
                    <a:cubicBezTo>
                      <a:pt x="3406" y="18629"/>
                      <a:pt x="3397" y="18621"/>
                      <a:pt x="3397" y="18613"/>
                    </a:cubicBezTo>
                    <a:cubicBezTo>
                      <a:pt x="3389" y="18588"/>
                      <a:pt x="3389" y="18555"/>
                      <a:pt x="3397" y="18530"/>
                    </a:cubicBezTo>
                    <a:cubicBezTo>
                      <a:pt x="3406" y="18447"/>
                      <a:pt x="3414" y="18373"/>
                      <a:pt x="3422" y="18298"/>
                    </a:cubicBezTo>
                    <a:cubicBezTo>
                      <a:pt x="3447" y="18149"/>
                      <a:pt x="3480" y="17991"/>
                      <a:pt x="3530" y="17842"/>
                    </a:cubicBezTo>
                    <a:cubicBezTo>
                      <a:pt x="3613" y="17577"/>
                      <a:pt x="3729" y="17329"/>
                      <a:pt x="3853" y="17080"/>
                    </a:cubicBezTo>
                    <a:cubicBezTo>
                      <a:pt x="3919" y="16964"/>
                      <a:pt x="3986" y="16840"/>
                      <a:pt x="4035" y="16707"/>
                    </a:cubicBezTo>
                    <a:cubicBezTo>
                      <a:pt x="4060" y="16641"/>
                      <a:pt x="4068" y="16575"/>
                      <a:pt x="4052" y="16508"/>
                    </a:cubicBezTo>
                    <a:cubicBezTo>
                      <a:pt x="4027" y="16450"/>
                      <a:pt x="3986" y="16401"/>
                      <a:pt x="3977" y="16334"/>
                    </a:cubicBezTo>
                    <a:cubicBezTo>
                      <a:pt x="3961" y="16276"/>
                      <a:pt x="3969" y="16210"/>
                      <a:pt x="3986" y="16152"/>
                    </a:cubicBezTo>
                    <a:cubicBezTo>
                      <a:pt x="3994" y="16078"/>
                      <a:pt x="4010" y="16003"/>
                      <a:pt x="4019" y="15928"/>
                    </a:cubicBezTo>
                    <a:cubicBezTo>
                      <a:pt x="4044" y="15779"/>
                      <a:pt x="4068" y="15630"/>
                      <a:pt x="4101" y="15481"/>
                    </a:cubicBezTo>
                    <a:cubicBezTo>
                      <a:pt x="4151" y="15174"/>
                      <a:pt x="4201" y="14876"/>
                      <a:pt x="4251" y="14578"/>
                    </a:cubicBezTo>
                    <a:cubicBezTo>
                      <a:pt x="4257" y="14533"/>
                      <a:pt x="4219" y="14503"/>
                      <a:pt x="4186" y="14503"/>
                    </a:cubicBezTo>
                    <a:cubicBezTo>
                      <a:pt x="4176" y="14503"/>
                      <a:pt x="4167" y="14506"/>
                      <a:pt x="4159" y="14512"/>
                    </a:cubicBezTo>
                    <a:cubicBezTo>
                      <a:pt x="4159" y="14445"/>
                      <a:pt x="4159" y="14371"/>
                      <a:pt x="4159" y="14304"/>
                    </a:cubicBezTo>
                    <a:lnTo>
                      <a:pt x="4159" y="14006"/>
                    </a:lnTo>
                    <a:cubicBezTo>
                      <a:pt x="4159" y="13965"/>
                      <a:pt x="4151" y="13915"/>
                      <a:pt x="4159" y="13874"/>
                    </a:cubicBezTo>
                    <a:cubicBezTo>
                      <a:pt x="4159" y="13849"/>
                      <a:pt x="4159" y="13824"/>
                      <a:pt x="4184" y="13816"/>
                    </a:cubicBezTo>
                    <a:cubicBezTo>
                      <a:pt x="4217" y="13799"/>
                      <a:pt x="4251" y="13807"/>
                      <a:pt x="4275" y="13791"/>
                    </a:cubicBezTo>
                    <a:cubicBezTo>
                      <a:pt x="4309" y="13782"/>
                      <a:pt x="4342" y="13766"/>
                      <a:pt x="4358" y="13733"/>
                    </a:cubicBezTo>
                    <a:cubicBezTo>
                      <a:pt x="4375" y="13691"/>
                      <a:pt x="4350" y="13650"/>
                      <a:pt x="4300" y="13642"/>
                    </a:cubicBezTo>
                    <a:cubicBezTo>
                      <a:pt x="4242" y="13642"/>
                      <a:pt x="4184" y="13625"/>
                      <a:pt x="4126" y="13608"/>
                    </a:cubicBezTo>
                    <a:cubicBezTo>
                      <a:pt x="4093" y="13592"/>
                      <a:pt x="4019" y="13567"/>
                      <a:pt x="4010" y="13526"/>
                    </a:cubicBezTo>
                    <a:cubicBezTo>
                      <a:pt x="4010" y="13476"/>
                      <a:pt x="4035" y="13434"/>
                      <a:pt x="4060" y="13393"/>
                    </a:cubicBezTo>
                    <a:cubicBezTo>
                      <a:pt x="4085" y="13352"/>
                      <a:pt x="4118" y="13302"/>
                      <a:pt x="4135" y="13252"/>
                    </a:cubicBezTo>
                    <a:cubicBezTo>
                      <a:pt x="4184" y="13062"/>
                      <a:pt x="4044" y="12896"/>
                      <a:pt x="3977" y="12738"/>
                    </a:cubicBezTo>
                    <a:cubicBezTo>
                      <a:pt x="3936" y="12647"/>
                      <a:pt x="3928" y="12548"/>
                      <a:pt x="3919" y="12448"/>
                    </a:cubicBezTo>
                    <a:cubicBezTo>
                      <a:pt x="3911" y="12332"/>
                      <a:pt x="3911" y="12225"/>
                      <a:pt x="3919" y="12109"/>
                    </a:cubicBezTo>
                    <a:cubicBezTo>
                      <a:pt x="3919" y="11885"/>
                      <a:pt x="3928" y="11670"/>
                      <a:pt x="3952" y="11446"/>
                    </a:cubicBezTo>
                    <a:cubicBezTo>
                      <a:pt x="3959" y="11456"/>
                      <a:pt x="3969" y="11460"/>
                      <a:pt x="3980" y="11460"/>
                    </a:cubicBezTo>
                    <a:cubicBezTo>
                      <a:pt x="3995" y="11460"/>
                      <a:pt x="4010" y="11449"/>
                      <a:pt x="4010" y="11429"/>
                    </a:cubicBezTo>
                    <a:cubicBezTo>
                      <a:pt x="4010" y="11330"/>
                      <a:pt x="3994" y="11230"/>
                      <a:pt x="3986" y="11139"/>
                    </a:cubicBezTo>
                    <a:cubicBezTo>
                      <a:pt x="3986" y="11090"/>
                      <a:pt x="3986" y="11048"/>
                      <a:pt x="3994" y="11007"/>
                    </a:cubicBezTo>
                    <a:cubicBezTo>
                      <a:pt x="3994" y="10999"/>
                      <a:pt x="3994" y="10990"/>
                      <a:pt x="4002" y="10982"/>
                    </a:cubicBezTo>
                    <a:cubicBezTo>
                      <a:pt x="4002" y="10941"/>
                      <a:pt x="4010" y="10899"/>
                      <a:pt x="4019" y="10858"/>
                    </a:cubicBezTo>
                    <a:cubicBezTo>
                      <a:pt x="4060" y="10709"/>
                      <a:pt x="4151" y="10551"/>
                      <a:pt x="4077" y="10394"/>
                    </a:cubicBezTo>
                    <a:cubicBezTo>
                      <a:pt x="4044" y="10327"/>
                      <a:pt x="3986" y="10303"/>
                      <a:pt x="3936" y="10253"/>
                    </a:cubicBezTo>
                    <a:cubicBezTo>
                      <a:pt x="3911" y="10220"/>
                      <a:pt x="3911" y="10195"/>
                      <a:pt x="3919" y="10153"/>
                    </a:cubicBezTo>
                    <a:cubicBezTo>
                      <a:pt x="3928" y="10120"/>
                      <a:pt x="3928" y="10079"/>
                      <a:pt x="3928" y="10037"/>
                    </a:cubicBezTo>
                    <a:cubicBezTo>
                      <a:pt x="3928" y="9963"/>
                      <a:pt x="3911" y="9880"/>
                      <a:pt x="3878" y="9814"/>
                    </a:cubicBezTo>
                    <a:cubicBezTo>
                      <a:pt x="3845" y="9739"/>
                      <a:pt x="3787" y="9681"/>
                      <a:pt x="3737" y="9631"/>
                    </a:cubicBezTo>
                    <a:cubicBezTo>
                      <a:pt x="3629" y="9532"/>
                      <a:pt x="3522" y="9449"/>
                      <a:pt x="3472" y="9308"/>
                    </a:cubicBezTo>
                    <a:lnTo>
                      <a:pt x="3472" y="9308"/>
                    </a:lnTo>
                    <a:cubicBezTo>
                      <a:pt x="3505" y="9317"/>
                      <a:pt x="3538" y="9325"/>
                      <a:pt x="3571" y="9341"/>
                    </a:cubicBezTo>
                    <a:cubicBezTo>
                      <a:pt x="3580" y="9341"/>
                      <a:pt x="3596" y="9341"/>
                      <a:pt x="3604" y="9350"/>
                    </a:cubicBezTo>
                    <a:cubicBezTo>
                      <a:pt x="3638" y="9366"/>
                      <a:pt x="3671" y="9375"/>
                      <a:pt x="3712" y="9391"/>
                    </a:cubicBezTo>
                    <a:cubicBezTo>
                      <a:pt x="3754" y="9408"/>
                      <a:pt x="3795" y="9424"/>
                      <a:pt x="3836" y="9441"/>
                    </a:cubicBezTo>
                    <a:cubicBezTo>
                      <a:pt x="3845" y="9441"/>
                      <a:pt x="3853" y="9441"/>
                      <a:pt x="3861" y="9433"/>
                    </a:cubicBezTo>
                    <a:cubicBezTo>
                      <a:pt x="3870" y="9433"/>
                      <a:pt x="3870" y="9441"/>
                      <a:pt x="3878" y="9441"/>
                    </a:cubicBezTo>
                    <a:cubicBezTo>
                      <a:pt x="3986" y="9474"/>
                      <a:pt x="4093" y="9499"/>
                      <a:pt x="4201" y="9532"/>
                    </a:cubicBezTo>
                    <a:cubicBezTo>
                      <a:pt x="4383" y="9590"/>
                      <a:pt x="4557" y="9648"/>
                      <a:pt x="4739" y="9723"/>
                    </a:cubicBezTo>
                    <a:cubicBezTo>
                      <a:pt x="4905" y="9797"/>
                      <a:pt x="5063" y="9863"/>
                      <a:pt x="5245" y="9897"/>
                    </a:cubicBezTo>
                    <a:cubicBezTo>
                      <a:pt x="5358" y="9913"/>
                      <a:pt x="5475" y="9925"/>
                      <a:pt x="5591" y="9925"/>
                    </a:cubicBezTo>
                    <a:cubicBezTo>
                      <a:pt x="5653" y="9925"/>
                      <a:pt x="5715" y="9922"/>
                      <a:pt x="5775" y="9913"/>
                    </a:cubicBezTo>
                    <a:cubicBezTo>
                      <a:pt x="5866" y="9905"/>
                      <a:pt x="5949" y="9897"/>
                      <a:pt x="6032" y="9872"/>
                    </a:cubicBezTo>
                    <a:cubicBezTo>
                      <a:pt x="6123" y="9847"/>
                      <a:pt x="6214" y="9822"/>
                      <a:pt x="6281" y="9772"/>
                    </a:cubicBezTo>
                    <a:cubicBezTo>
                      <a:pt x="6311" y="9757"/>
                      <a:pt x="6299" y="9713"/>
                      <a:pt x="6265" y="9713"/>
                    </a:cubicBezTo>
                    <a:cubicBezTo>
                      <a:pt x="6262" y="9713"/>
                      <a:pt x="6259" y="9714"/>
                      <a:pt x="6256" y="9714"/>
                    </a:cubicBezTo>
                    <a:cubicBezTo>
                      <a:pt x="6165" y="9723"/>
                      <a:pt x="6065" y="9756"/>
                      <a:pt x="5966" y="9781"/>
                    </a:cubicBezTo>
                    <a:cubicBezTo>
                      <a:pt x="5875" y="9797"/>
                      <a:pt x="5783" y="9805"/>
                      <a:pt x="5684" y="9814"/>
                    </a:cubicBezTo>
                    <a:cubicBezTo>
                      <a:pt x="5510" y="9814"/>
                      <a:pt x="5344" y="9805"/>
                      <a:pt x="5170" y="9764"/>
                    </a:cubicBezTo>
                    <a:cubicBezTo>
                      <a:pt x="4996" y="9723"/>
                      <a:pt x="4839" y="9640"/>
                      <a:pt x="4673" y="9582"/>
                    </a:cubicBezTo>
                    <a:cubicBezTo>
                      <a:pt x="4499" y="9515"/>
                      <a:pt x="4317" y="9466"/>
                      <a:pt x="4135" y="9416"/>
                    </a:cubicBezTo>
                    <a:cubicBezTo>
                      <a:pt x="4044" y="9391"/>
                      <a:pt x="3952" y="9366"/>
                      <a:pt x="3861" y="9341"/>
                    </a:cubicBezTo>
                    <a:lnTo>
                      <a:pt x="3778" y="9317"/>
                    </a:lnTo>
                    <a:cubicBezTo>
                      <a:pt x="3720" y="9283"/>
                      <a:pt x="3654" y="9259"/>
                      <a:pt x="3588" y="9234"/>
                    </a:cubicBezTo>
                    <a:cubicBezTo>
                      <a:pt x="3488" y="9201"/>
                      <a:pt x="3389" y="9176"/>
                      <a:pt x="3290" y="9159"/>
                    </a:cubicBezTo>
                    <a:cubicBezTo>
                      <a:pt x="3099" y="9118"/>
                      <a:pt x="2917" y="9093"/>
                      <a:pt x="2734" y="9027"/>
                    </a:cubicBezTo>
                    <a:cubicBezTo>
                      <a:pt x="2569" y="8977"/>
                      <a:pt x="2411" y="8886"/>
                      <a:pt x="2279" y="8770"/>
                    </a:cubicBezTo>
                    <a:cubicBezTo>
                      <a:pt x="2138" y="8654"/>
                      <a:pt x="2014" y="8521"/>
                      <a:pt x="1906" y="8380"/>
                    </a:cubicBezTo>
                    <a:cubicBezTo>
                      <a:pt x="1856" y="8306"/>
                      <a:pt x="1806" y="8231"/>
                      <a:pt x="1757" y="8157"/>
                    </a:cubicBezTo>
                    <a:cubicBezTo>
                      <a:pt x="1732" y="8115"/>
                      <a:pt x="1707" y="8074"/>
                      <a:pt x="1682" y="8032"/>
                    </a:cubicBezTo>
                    <a:cubicBezTo>
                      <a:pt x="1657" y="7991"/>
                      <a:pt x="1632" y="7958"/>
                      <a:pt x="1599" y="7925"/>
                    </a:cubicBezTo>
                    <a:cubicBezTo>
                      <a:pt x="1591" y="7920"/>
                      <a:pt x="1585" y="7918"/>
                      <a:pt x="1579" y="7918"/>
                    </a:cubicBezTo>
                    <a:cubicBezTo>
                      <a:pt x="1572" y="7918"/>
                      <a:pt x="1566" y="7920"/>
                      <a:pt x="1558" y="7925"/>
                    </a:cubicBezTo>
                    <a:cubicBezTo>
                      <a:pt x="1583" y="7842"/>
                      <a:pt x="1591" y="7759"/>
                      <a:pt x="1608" y="7676"/>
                    </a:cubicBezTo>
                    <a:cubicBezTo>
                      <a:pt x="1624" y="7601"/>
                      <a:pt x="1666" y="7519"/>
                      <a:pt x="1757" y="7502"/>
                    </a:cubicBezTo>
                    <a:cubicBezTo>
                      <a:pt x="1790" y="7494"/>
                      <a:pt x="1806" y="7444"/>
                      <a:pt x="1790" y="7419"/>
                    </a:cubicBezTo>
                    <a:lnTo>
                      <a:pt x="1790" y="7419"/>
                    </a:lnTo>
                    <a:cubicBezTo>
                      <a:pt x="1873" y="7477"/>
                      <a:pt x="1972" y="7527"/>
                      <a:pt x="2072" y="7560"/>
                    </a:cubicBezTo>
                    <a:cubicBezTo>
                      <a:pt x="2428" y="7709"/>
                      <a:pt x="2792" y="7842"/>
                      <a:pt x="3140" y="7991"/>
                    </a:cubicBezTo>
                    <a:cubicBezTo>
                      <a:pt x="3505" y="8148"/>
                      <a:pt x="3861" y="8314"/>
                      <a:pt x="4209" y="8488"/>
                    </a:cubicBezTo>
                    <a:cubicBezTo>
                      <a:pt x="4383" y="8571"/>
                      <a:pt x="4557" y="8662"/>
                      <a:pt x="4723" y="8753"/>
                    </a:cubicBezTo>
                    <a:cubicBezTo>
                      <a:pt x="4897" y="8836"/>
                      <a:pt x="5054" y="8935"/>
                      <a:pt x="5237" y="9010"/>
                    </a:cubicBezTo>
                    <a:cubicBezTo>
                      <a:pt x="5352" y="9061"/>
                      <a:pt x="5478" y="9093"/>
                      <a:pt x="5605" y="9093"/>
                    </a:cubicBezTo>
                    <a:cubicBezTo>
                      <a:pt x="5643" y="9093"/>
                      <a:pt x="5680" y="9090"/>
                      <a:pt x="5717" y="9085"/>
                    </a:cubicBezTo>
                    <a:cubicBezTo>
                      <a:pt x="5841" y="9068"/>
                      <a:pt x="5957" y="9010"/>
                      <a:pt x="6040" y="8919"/>
                    </a:cubicBezTo>
                    <a:cubicBezTo>
                      <a:pt x="6040" y="8927"/>
                      <a:pt x="6040" y="8935"/>
                      <a:pt x="6040" y="8944"/>
                    </a:cubicBezTo>
                    <a:cubicBezTo>
                      <a:pt x="6040" y="8969"/>
                      <a:pt x="6040" y="9002"/>
                      <a:pt x="6040" y="9027"/>
                    </a:cubicBezTo>
                    <a:cubicBezTo>
                      <a:pt x="6040" y="9060"/>
                      <a:pt x="6065" y="9076"/>
                      <a:pt x="6098" y="9076"/>
                    </a:cubicBezTo>
                    <a:cubicBezTo>
                      <a:pt x="6102" y="9077"/>
                      <a:pt x="6105" y="9078"/>
                      <a:pt x="6108" y="9078"/>
                    </a:cubicBezTo>
                    <a:cubicBezTo>
                      <a:pt x="6128" y="9078"/>
                      <a:pt x="6141" y="9057"/>
                      <a:pt x="6148" y="9043"/>
                    </a:cubicBezTo>
                    <a:cubicBezTo>
                      <a:pt x="6148" y="9035"/>
                      <a:pt x="6148" y="9035"/>
                      <a:pt x="6148" y="9027"/>
                    </a:cubicBezTo>
                    <a:lnTo>
                      <a:pt x="6148" y="9018"/>
                    </a:lnTo>
                    <a:cubicBezTo>
                      <a:pt x="6148" y="9002"/>
                      <a:pt x="6148" y="8977"/>
                      <a:pt x="6148" y="8960"/>
                    </a:cubicBezTo>
                    <a:lnTo>
                      <a:pt x="6148" y="8935"/>
                    </a:lnTo>
                    <a:cubicBezTo>
                      <a:pt x="6148" y="8911"/>
                      <a:pt x="6148" y="8886"/>
                      <a:pt x="6148" y="8861"/>
                    </a:cubicBezTo>
                    <a:cubicBezTo>
                      <a:pt x="6148" y="8861"/>
                      <a:pt x="6140" y="8853"/>
                      <a:pt x="6140" y="8853"/>
                    </a:cubicBezTo>
                    <a:cubicBezTo>
                      <a:pt x="6140" y="8819"/>
                      <a:pt x="6131" y="8795"/>
                      <a:pt x="6123" y="8761"/>
                    </a:cubicBezTo>
                    <a:cubicBezTo>
                      <a:pt x="6115" y="8737"/>
                      <a:pt x="6107" y="8703"/>
                      <a:pt x="6090" y="8670"/>
                    </a:cubicBezTo>
                    <a:cubicBezTo>
                      <a:pt x="6079" y="8653"/>
                      <a:pt x="6062" y="8646"/>
                      <a:pt x="6045" y="8646"/>
                    </a:cubicBezTo>
                    <a:cubicBezTo>
                      <a:pt x="6012" y="8646"/>
                      <a:pt x="5980" y="8673"/>
                      <a:pt x="5991" y="8712"/>
                    </a:cubicBezTo>
                    <a:cubicBezTo>
                      <a:pt x="5999" y="8737"/>
                      <a:pt x="6007" y="8770"/>
                      <a:pt x="6015" y="8795"/>
                    </a:cubicBezTo>
                    <a:cubicBezTo>
                      <a:pt x="6024" y="8811"/>
                      <a:pt x="6024" y="8819"/>
                      <a:pt x="6024" y="8836"/>
                    </a:cubicBezTo>
                    <a:cubicBezTo>
                      <a:pt x="5931" y="8944"/>
                      <a:pt x="5782" y="8994"/>
                      <a:pt x="5635" y="8994"/>
                    </a:cubicBezTo>
                    <a:cubicBezTo>
                      <a:pt x="5624" y="8994"/>
                      <a:pt x="5612" y="8994"/>
                      <a:pt x="5601" y="8993"/>
                    </a:cubicBezTo>
                    <a:cubicBezTo>
                      <a:pt x="5419" y="8993"/>
                      <a:pt x="5245" y="8902"/>
                      <a:pt x="5079" y="8819"/>
                    </a:cubicBezTo>
                    <a:cubicBezTo>
                      <a:pt x="4756" y="8645"/>
                      <a:pt x="4425" y="8471"/>
                      <a:pt x="4085" y="8306"/>
                    </a:cubicBezTo>
                    <a:cubicBezTo>
                      <a:pt x="3754" y="8140"/>
                      <a:pt x="3414" y="7991"/>
                      <a:pt x="3074" y="7842"/>
                    </a:cubicBezTo>
                    <a:cubicBezTo>
                      <a:pt x="2900" y="7767"/>
                      <a:pt x="2726" y="7693"/>
                      <a:pt x="2552" y="7626"/>
                    </a:cubicBezTo>
                    <a:cubicBezTo>
                      <a:pt x="2395" y="7560"/>
                      <a:pt x="2229" y="7502"/>
                      <a:pt x="2063" y="7436"/>
                    </a:cubicBezTo>
                    <a:cubicBezTo>
                      <a:pt x="1922" y="7378"/>
                      <a:pt x="1782" y="7295"/>
                      <a:pt x="1690" y="7154"/>
                    </a:cubicBezTo>
                    <a:cubicBezTo>
                      <a:pt x="1632" y="7063"/>
                      <a:pt x="1591" y="6955"/>
                      <a:pt x="1591" y="6839"/>
                    </a:cubicBezTo>
                    <a:cubicBezTo>
                      <a:pt x="1616" y="6806"/>
                      <a:pt x="1624" y="6765"/>
                      <a:pt x="1649" y="6731"/>
                    </a:cubicBezTo>
                    <a:cubicBezTo>
                      <a:pt x="1740" y="6624"/>
                      <a:pt x="1881" y="6574"/>
                      <a:pt x="2014" y="6541"/>
                    </a:cubicBezTo>
                    <a:cubicBezTo>
                      <a:pt x="2171" y="6508"/>
                      <a:pt x="2353" y="6499"/>
                      <a:pt x="2494" y="6417"/>
                    </a:cubicBezTo>
                    <a:cubicBezTo>
                      <a:pt x="2618" y="6334"/>
                      <a:pt x="2652" y="6185"/>
                      <a:pt x="2585" y="6052"/>
                    </a:cubicBezTo>
                    <a:cubicBezTo>
                      <a:pt x="2519" y="5920"/>
                      <a:pt x="2362" y="5862"/>
                      <a:pt x="2221" y="5853"/>
                    </a:cubicBezTo>
                    <a:cubicBezTo>
                      <a:pt x="2190" y="5850"/>
                      <a:pt x="2160" y="5850"/>
                      <a:pt x="2130" y="5850"/>
                    </a:cubicBezTo>
                    <a:cubicBezTo>
                      <a:pt x="2070" y="5850"/>
                      <a:pt x="2011" y="5853"/>
                      <a:pt x="1956" y="5853"/>
                    </a:cubicBezTo>
                    <a:cubicBezTo>
                      <a:pt x="1864" y="5853"/>
                      <a:pt x="1782" y="5845"/>
                      <a:pt x="1699" y="5828"/>
                    </a:cubicBezTo>
                    <a:cubicBezTo>
                      <a:pt x="1616" y="5812"/>
                      <a:pt x="1541" y="5795"/>
                      <a:pt x="1467" y="5770"/>
                    </a:cubicBezTo>
                    <a:cubicBezTo>
                      <a:pt x="1417" y="5746"/>
                      <a:pt x="1342" y="5696"/>
                      <a:pt x="1359" y="5630"/>
                    </a:cubicBezTo>
                    <a:cubicBezTo>
                      <a:pt x="1384" y="5621"/>
                      <a:pt x="1409" y="5621"/>
                      <a:pt x="1434" y="5613"/>
                    </a:cubicBezTo>
                    <a:cubicBezTo>
                      <a:pt x="1508" y="5596"/>
                      <a:pt x="1583" y="5588"/>
                      <a:pt x="1666" y="5572"/>
                    </a:cubicBezTo>
                    <a:cubicBezTo>
                      <a:pt x="1823" y="5547"/>
                      <a:pt x="1980" y="5530"/>
                      <a:pt x="2138" y="5514"/>
                    </a:cubicBezTo>
                    <a:cubicBezTo>
                      <a:pt x="2469" y="5472"/>
                      <a:pt x="2792" y="5431"/>
                      <a:pt x="3116" y="5389"/>
                    </a:cubicBezTo>
                    <a:cubicBezTo>
                      <a:pt x="3654" y="5331"/>
                      <a:pt x="4358" y="5306"/>
                      <a:pt x="4657" y="4776"/>
                    </a:cubicBezTo>
                    <a:cubicBezTo>
                      <a:pt x="4673" y="4748"/>
                      <a:pt x="4652" y="4728"/>
                      <a:pt x="4632" y="4728"/>
                    </a:cubicBezTo>
                    <a:cubicBezTo>
                      <a:pt x="4622" y="4728"/>
                      <a:pt x="4612" y="4732"/>
                      <a:pt x="4607" y="4743"/>
                    </a:cubicBezTo>
                    <a:cubicBezTo>
                      <a:pt x="4483" y="4909"/>
                      <a:pt x="4309" y="5016"/>
                      <a:pt x="4118" y="5091"/>
                    </a:cubicBezTo>
                    <a:cubicBezTo>
                      <a:pt x="4118" y="5091"/>
                      <a:pt x="4126" y="5083"/>
                      <a:pt x="4126" y="5074"/>
                    </a:cubicBezTo>
                    <a:cubicBezTo>
                      <a:pt x="4131" y="5076"/>
                      <a:pt x="4135" y="5076"/>
                      <a:pt x="4140" y="5076"/>
                    </a:cubicBezTo>
                    <a:cubicBezTo>
                      <a:pt x="4162" y="5076"/>
                      <a:pt x="4186" y="5060"/>
                      <a:pt x="4193" y="5033"/>
                    </a:cubicBezTo>
                    <a:cubicBezTo>
                      <a:pt x="4226" y="4900"/>
                      <a:pt x="4259" y="4768"/>
                      <a:pt x="4300" y="4627"/>
                    </a:cubicBezTo>
                    <a:cubicBezTo>
                      <a:pt x="4309" y="4586"/>
                      <a:pt x="4317" y="4511"/>
                      <a:pt x="4367" y="4486"/>
                    </a:cubicBezTo>
                    <a:cubicBezTo>
                      <a:pt x="4416" y="4461"/>
                      <a:pt x="4474" y="4461"/>
                      <a:pt x="4524" y="4436"/>
                    </a:cubicBezTo>
                    <a:cubicBezTo>
                      <a:pt x="4623" y="4403"/>
                      <a:pt x="4715" y="4345"/>
                      <a:pt x="4797" y="4279"/>
                    </a:cubicBezTo>
                    <a:cubicBezTo>
                      <a:pt x="4880" y="4213"/>
                      <a:pt x="4938" y="4138"/>
                      <a:pt x="5005" y="4055"/>
                    </a:cubicBezTo>
                    <a:cubicBezTo>
                      <a:pt x="5129" y="3898"/>
                      <a:pt x="5245" y="3732"/>
                      <a:pt x="5444" y="3658"/>
                    </a:cubicBezTo>
                    <a:cubicBezTo>
                      <a:pt x="5626" y="3575"/>
                      <a:pt x="5833" y="3566"/>
                      <a:pt x="6032" y="3558"/>
                    </a:cubicBezTo>
                    <a:cubicBezTo>
                      <a:pt x="6239" y="3550"/>
                      <a:pt x="6446" y="3542"/>
                      <a:pt x="6653" y="3533"/>
                    </a:cubicBezTo>
                    <a:cubicBezTo>
                      <a:pt x="6662" y="3542"/>
                      <a:pt x="6670" y="3550"/>
                      <a:pt x="6687" y="3558"/>
                    </a:cubicBezTo>
                    <a:cubicBezTo>
                      <a:pt x="6769" y="3575"/>
                      <a:pt x="6852" y="3566"/>
                      <a:pt x="6943" y="3575"/>
                    </a:cubicBezTo>
                    <a:cubicBezTo>
                      <a:pt x="7018" y="3583"/>
                      <a:pt x="7101" y="3600"/>
                      <a:pt x="7175" y="3616"/>
                    </a:cubicBezTo>
                    <a:cubicBezTo>
                      <a:pt x="7474" y="3666"/>
                      <a:pt x="7764" y="3749"/>
                      <a:pt x="8062" y="3790"/>
                    </a:cubicBezTo>
                    <a:cubicBezTo>
                      <a:pt x="8203" y="3807"/>
                      <a:pt x="8344" y="3807"/>
                      <a:pt x="8493" y="3807"/>
                    </a:cubicBezTo>
                    <a:cubicBezTo>
                      <a:pt x="8526" y="3804"/>
                      <a:pt x="8561" y="3802"/>
                      <a:pt x="8596" y="3802"/>
                    </a:cubicBezTo>
                    <a:cubicBezTo>
                      <a:pt x="8681" y="3802"/>
                      <a:pt x="8765" y="3816"/>
                      <a:pt x="8824" y="3881"/>
                    </a:cubicBezTo>
                    <a:cubicBezTo>
                      <a:pt x="8833" y="3890"/>
                      <a:pt x="8844" y="3894"/>
                      <a:pt x="8854" y="3894"/>
                    </a:cubicBezTo>
                    <a:cubicBezTo>
                      <a:pt x="8874" y="3894"/>
                      <a:pt x="8893" y="3881"/>
                      <a:pt x="8899" y="3865"/>
                    </a:cubicBezTo>
                    <a:lnTo>
                      <a:pt x="8915" y="3865"/>
                    </a:lnTo>
                    <a:cubicBezTo>
                      <a:pt x="8927" y="3873"/>
                      <a:pt x="8942" y="3878"/>
                      <a:pt x="8958" y="3878"/>
                    </a:cubicBezTo>
                    <a:cubicBezTo>
                      <a:pt x="8987" y="3878"/>
                      <a:pt x="9018" y="3861"/>
                      <a:pt x="9023" y="3823"/>
                    </a:cubicBezTo>
                    <a:lnTo>
                      <a:pt x="9031" y="3649"/>
                    </a:lnTo>
                    <a:cubicBezTo>
                      <a:pt x="9031" y="3624"/>
                      <a:pt x="9031" y="3600"/>
                      <a:pt x="9040" y="3566"/>
                    </a:cubicBezTo>
                    <a:cubicBezTo>
                      <a:pt x="9040" y="3550"/>
                      <a:pt x="9040" y="3525"/>
                      <a:pt x="9048" y="3517"/>
                    </a:cubicBezTo>
                    <a:cubicBezTo>
                      <a:pt x="9054" y="3508"/>
                      <a:pt x="9062" y="3504"/>
                      <a:pt x="9071" y="3504"/>
                    </a:cubicBezTo>
                    <a:cubicBezTo>
                      <a:pt x="9087" y="3504"/>
                      <a:pt x="9104" y="3515"/>
                      <a:pt x="9114" y="3525"/>
                    </a:cubicBezTo>
                    <a:cubicBezTo>
                      <a:pt x="9147" y="3550"/>
                      <a:pt x="9164" y="3591"/>
                      <a:pt x="9181" y="3624"/>
                    </a:cubicBezTo>
                    <a:cubicBezTo>
                      <a:pt x="9191" y="3645"/>
                      <a:pt x="9209" y="3654"/>
                      <a:pt x="9227" y="3654"/>
                    </a:cubicBezTo>
                    <a:cubicBezTo>
                      <a:pt x="9252" y="3654"/>
                      <a:pt x="9279" y="3637"/>
                      <a:pt x="9288" y="3608"/>
                    </a:cubicBezTo>
                    <a:cubicBezTo>
                      <a:pt x="9313" y="3542"/>
                      <a:pt x="9338" y="3475"/>
                      <a:pt x="9371" y="3409"/>
                    </a:cubicBezTo>
                    <a:cubicBezTo>
                      <a:pt x="9512" y="3136"/>
                      <a:pt x="9727" y="2920"/>
                      <a:pt x="9951" y="2721"/>
                    </a:cubicBezTo>
                    <a:cubicBezTo>
                      <a:pt x="10067" y="2614"/>
                      <a:pt x="10183" y="2514"/>
                      <a:pt x="10299" y="2406"/>
                    </a:cubicBezTo>
                    <a:cubicBezTo>
                      <a:pt x="10415" y="2290"/>
                      <a:pt x="10531" y="2174"/>
                      <a:pt x="10639" y="2050"/>
                    </a:cubicBezTo>
                    <a:cubicBezTo>
                      <a:pt x="10862" y="1810"/>
                      <a:pt x="11078" y="1561"/>
                      <a:pt x="11310" y="1329"/>
                    </a:cubicBezTo>
                    <a:cubicBezTo>
                      <a:pt x="11534" y="1106"/>
                      <a:pt x="11782" y="874"/>
                      <a:pt x="12072" y="716"/>
                    </a:cubicBezTo>
                    <a:cubicBezTo>
                      <a:pt x="12173" y="660"/>
                      <a:pt x="12297" y="608"/>
                      <a:pt x="12420" y="608"/>
                    </a:cubicBezTo>
                    <a:close/>
                    <a:moveTo>
                      <a:pt x="5047" y="1"/>
                    </a:moveTo>
                    <a:cubicBezTo>
                      <a:pt x="5003" y="1"/>
                      <a:pt x="4960" y="11"/>
                      <a:pt x="4922" y="37"/>
                    </a:cubicBezTo>
                    <a:cubicBezTo>
                      <a:pt x="4872" y="78"/>
                      <a:pt x="4839" y="145"/>
                      <a:pt x="4806" y="194"/>
                    </a:cubicBezTo>
                    <a:cubicBezTo>
                      <a:pt x="4657" y="435"/>
                      <a:pt x="4532" y="683"/>
                      <a:pt x="4433" y="940"/>
                    </a:cubicBezTo>
                    <a:cubicBezTo>
                      <a:pt x="4333" y="1197"/>
                      <a:pt x="4259" y="1462"/>
                      <a:pt x="4201" y="1735"/>
                    </a:cubicBezTo>
                    <a:cubicBezTo>
                      <a:pt x="4151" y="2017"/>
                      <a:pt x="4110" y="2299"/>
                      <a:pt x="4118" y="2580"/>
                    </a:cubicBezTo>
                    <a:cubicBezTo>
                      <a:pt x="4118" y="2730"/>
                      <a:pt x="4151" y="2870"/>
                      <a:pt x="4193" y="3020"/>
                    </a:cubicBezTo>
                    <a:cubicBezTo>
                      <a:pt x="4234" y="3160"/>
                      <a:pt x="4275" y="3301"/>
                      <a:pt x="4284" y="3450"/>
                    </a:cubicBezTo>
                    <a:cubicBezTo>
                      <a:pt x="4292" y="3608"/>
                      <a:pt x="4292" y="3765"/>
                      <a:pt x="4284" y="3914"/>
                    </a:cubicBezTo>
                    <a:cubicBezTo>
                      <a:pt x="4284" y="4072"/>
                      <a:pt x="4275" y="4229"/>
                      <a:pt x="4275" y="4387"/>
                    </a:cubicBezTo>
                    <a:cubicBezTo>
                      <a:pt x="4275" y="4387"/>
                      <a:pt x="4275" y="4395"/>
                      <a:pt x="4275" y="4403"/>
                    </a:cubicBezTo>
                    <a:cubicBezTo>
                      <a:pt x="4259" y="4412"/>
                      <a:pt x="4242" y="4436"/>
                      <a:pt x="4226" y="4461"/>
                    </a:cubicBezTo>
                    <a:cubicBezTo>
                      <a:pt x="4201" y="4511"/>
                      <a:pt x="4193" y="4577"/>
                      <a:pt x="4176" y="4627"/>
                    </a:cubicBezTo>
                    <a:lnTo>
                      <a:pt x="4077" y="5000"/>
                    </a:lnTo>
                    <a:lnTo>
                      <a:pt x="4077" y="5008"/>
                    </a:lnTo>
                    <a:cubicBezTo>
                      <a:pt x="4077" y="5008"/>
                      <a:pt x="4068" y="5016"/>
                      <a:pt x="4068" y="5016"/>
                    </a:cubicBezTo>
                    <a:cubicBezTo>
                      <a:pt x="4068" y="5025"/>
                      <a:pt x="4060" y="5025"/>
                      <a:pt x="4060" y="5033"/>
                    </a:cubicBezTo>
                    <a:cubicBezTo>
                      <a:pt x="4060" y="5033"/>
                      <a:pt x="4060" y="5033"/>
                      <a:pt x="4052" y="5041"/>
                    </a:cubicBezTo>
                    <a:cubicBezTo>
                      <a:pt x="4052" y="5041"/>
                      <a:pt x="4052" y="5050"/>
                      <a:pt x="4052" y="5050"/>
                    </a:cubicBezTo>
                    <a:lnTo>
                      <a:pt x="4044" y="5050"/>
                    </a:lnTo>
                    <a:cubicBezTo>
                      <a:pt x="4044" y="5058"/>
                      <a:pt x="4035" y="5058"/>
                      <a:pt x="4035" y="5066"/>
                    </a:cubicBezTo>
                    <a:cubicBezTo>
                      <a:pt x="4027" y="5074"/>
                      <a:pt x="4010" y="5091"/>
                      <a:pt x="4002" y="5099"/>
                    </a:cubicBezTo>
                    <a:cubicBezTo>
                      <a:pt x="3986" y="5108"/>
                      <a:pt x="3969" y="5124"/>
                      <a:pt x="3969" y="5141"/>
                    </a:cubicBezTo>
                    <a:cubicBezTo>
                      <a:pt x="3911" y="5157"/>
                      <a:pt x="3853" y="5174"/>
                      <a:pt x="3795" y="5182"/>
                    </a:cubicBezTo>
                    <a:cubicBezTo>
                      <a:pt x="3638" y="5215"/>
                      <a:pt x="3480" y="5240"/>
                      <a:pt x="3323" y="5257"/>
                    </a:cubicBezTo>
                    <a:lnTo>
                      <a:pt x="2817" y="5315"/>
                    </a:lnTo>
                    <a:cubicBezTo>
                      <a:pt x="2486" y="5356"/>
                      <a:pt x="2154" y="5398"/>
                      <a:pt x="1823" y="5439"/>
                    </a:cubicBezTo>
                    <a:cubicBezTo>
                      <a:pt x="1740" y="5447"/>
                      <a:pt x="1657" y="5464"/>
                      <a:pt x="1566" y="5472"/>
                    </a:cubicBezTo>
                    <a:cubicBezTo>
                      <a:pt x="1500" y="5489"/>
                      <a:pt x="1425" y="5497"/>
                      <a:pt x="1351" y="5514"/>
                    </a:cubicBezTo>
                    <a:cubicBezTo>
                      <a:pt x="1293" y="5538"/>
                      <a:pt x="1226" y="5563"/>
                      <a:pt x="1185" y="5613"/>
                    </a:cubicBezTo>
                    <a:cubicBezTo>
                      <a:pt x="1135" y="5671"/>
                      <a:pt x="1119" y="5746"/>
                      <a:pt x="1102" y="5812"/>
                    </a:cubicBezTo>
                    <a:cubicBezTo>
                      <a:pt x="1086" y="5895"/>
                      <a:pt x="1069" y="5978"/>
                      <a:pt x="1052" y="6060"/>
                    </a:cubicBezTo>
                    <a:cubicBezTo>
                      <a:pt x="1044" y="6143"/>
                      <a:pt x="1052" y="6201"/>
                      <a:pt x="1102" y="6267"/>
                    </a:cubicBezTo>
                    <a:cubicBezTo>
                      <a:pt x="1127" y="6301"/>
                      <a:pt x="1160" y="6334"/>
                      <a:pt x="1185" y="6367"/>
                    </a:cubicBezTo>
                    <a:cubicBezTo>
                      <a:pt x="1185" y="6367"/>
                      <a:pt x="1185" y="6375"/>
                      <a:pt x="1185" y="6383"/>
                    </a:cubicBezTo>
                    <a:cubicBezTo>
                      <a:pt x="1243" y="6508"/>
                      <a:pt x="1210" y="6649"/>
                      <a:pt x="1177" y="6781"/>
                    </a:cubicBezTo>
                    <a:cubicBezTo>
                      <a:pt x="1144" y="6905"/>
                      <a:pt x="1102" y="7021"/>
                      <a:pt x="1077" y="7146"/>
                    </a:cubicBezTo>
                    <a:cubicBezTo>
                      <a:pt x="1061" y="7270"/>
                      <a:pt x="1036" y="7411"/>
                      <a:pt x="1044" y="7535"/>
                    </a:cubicBezTo>
                    <a:cubicBezTo>
                      <a:pt x="1052" y="7651"/>
                      <a:pt x="1102" y="7759"/>
                      <a:pt x="1185" y="7842"/>
                    </a:cubicBezTo>
                    <a:cubicBezTo>
                      <a:pt x="1260" y="7916"/>
                      <a:pt x="1359" y="7966"/>
                      <a:pt x="1450" y="8016"/>
                    </a:cubicBezTo>
                    <a:cubicBezTo>
                      <a:pt x="1460" y="8019"/>
                      <a:pt x="1471" y="8021"/>
                      <a:pt x="1480" y="8021"/>
                    </a:cubicBezTo>
                    <a:cubicBezTo>
                      <a:pt x="1494" y="8021"/>
                      <a:pt x="1507" y="8017"/>
                      <a:pt x="1516" y="8007"/>
                    </a:cubicBezTo>
                    <a:lnTo>
                      <a:pt x="1516" y="8007"/>
                    </a:lnTo>
                    <a:cubicBezTo>
                      <a:pt x="1516" y="8016"/>
                      <a:pt x="1516" y="8024"/>
                      <a:pt x="1508" y="8032"/>
                    </a:cubicBezTo>
                    <a:cubicBezTo>
                      <a:pt x="1508" y="8032"/>
                      <a:pt x="1508" y="8041"/>
                      <a:pt x="1508" y="8041"/>
                    </a:cubicBezTo>
                    <a:cubicBezTo>
                      <a:pt x="1500" y="8049"/>
                      <a:pt x="1500" y="8049"/>
                      <a:pt x="1500" y="8057"/>
                    </a:cubicBezTo>
                    <a:cubicBezTo>
                      <a:pt x="1492" y="8065"/>
                      <a:pt x="1492" y="8065"/>
                      <a:pt x="1483" y="8074"/>
                    </a:cubicBezTo>
                    <a:cubicBezTo>
                      <a:pt x="1483" y="8082"/>
                      <a:pt x="1483" y="8090"/>
                      <a:pt x="1475" y="8099"/>
                    </a:cubicBezTo>
                    <a:cubicBezTo>
                      <a:pt x="1475" y="8111"/>
                      <a:pt x="1490" y="8129"/>
                      <a:pt x="1504" y="8129"/>
                    </a:cubicBezTo>
                    <a:cubicBezTo>
                      <a:pt x="1508" y="8129"/>
                      <a:pt x="1513" y="8127"/>
                      <a:pt x="1516" y="8123"/>
                    </a:cubicBezTo>
                    <a:lnTo>
                      <a:pt x="1525" y="8123"/>
                    </a:lnTo>
                    <a:cubicBezTo>
                      <a:pt x="1533" y="8115"/>
                      <a:pt x="1533" y="8115"/>
                      <a:pt x="1541" y="8107"/>
                    </a:cubicBezTo>
                    <a:cubicBezTo>
                      <a:pt x="1550" y="8099"/>
                      <a:pt x="1550" y="8090"/>
                      <a:pt x="1550" y="8090"/>
                    </a:cubicBezTo>
                    <a:cubicBezTo>
                      <a:pt x="1558" y="8082"/>
                      <a:pt x="1558" y="8074"/>
                      <a:pt x="1566" y="8065"/>
                    </a:cubicBezTo>
                    <a:cubicBezTo>
                      <a:pt x="1566" y="8074"/>
                      <a:pt x="1574" y="8090"/>
                      <a:pt x="1574" y="8107"/>
                    </a:cubicBezTo>
                    <a:cubicBezTo>
                      <a:pt x="1574" y="8123"/>
                      <a:pt x="1574" y="8140"/>
                      <a:pt x="1583" y="8157"/>
                    </a:cubicBezTo>
                    <a:cubicBezTo>
                      <a:pt x="1583" y="8181"/>
                      <a:pt x="1583" y="8198"/>
                      <a:pt x="1608" y="8215"/>
                    </a:cubicBezTo>
                    <a:cubicBezTo>
                      <a:pt x="1616" y="8215"/>
                      <a:pt x="1624" y="8215"/>
                      <a:pt x="1632" y="8206"/>
                    </a:cubicBezTo>
                    <a:cubicBezTo>
                      <a:pt x="1641" y="8206"/>
                      <a:pt x="1641" y="8198"/>
                      <a:pt x="1641" y="8190"/>
                    </a:cubicBezTo>
                    <a:cubicBezTo>
                      <a:pt x="1657" y="8206"/>
                      <a:pt x="1666" y="8223"/>
                      <a:pt x="1674" y="8239"/>
                    </a:cubicBezTo>
                    <a:cubicBezTo>
                      <a:pt x="1732" y="8331"/>
                      <a:pt x="1790" y="8413"/>
                      <a:pt x="1856" y="8496"/>
                    </a:cubicBezTo>
                    <a:cubicBezTo>
                      <a:pt x="2088" y="8786"/>
                      <a:pt x="2378" y="9035"/>
                      <a:pt x="2734" y="9143"/>
                    </a:cubicBezTo>
                    <a:cubicBezTo>
                      <a:pt x="2917" y="9201"/>
                      <a:pt x="3107" y="9225"/>
                      <a:pt x="3290" y="9259"/>
                    </a:cubicBezTo>
                    <a:cubicBezTo>
                      <a:pt x="3331" y="9267"/>
                      <a:pt x="3372" y="9275"/>
                      <a:pt x="3414" y="9283"/>
                    </a:cubicBezTo>
                    <a:cubicBezTo>
                      <a:pt x="3406" y="9325"/>
                      <a:pt x="3414" y="9350"/>
                      <a:pt x="3422" y="9391"/>
                    </a:cubicBezTo>
                    <a:cubicBezTo>
                      <a:pt x="3430" y="9424"/>
                      <a:pt x="3455" y="9466"/>
                      <a:pt x="3480" y="9499"/>
                    </a:cubicBezTo>
                    <a:cubicBezTo>
                      <a:pt x="3530" y="9573"/>
                      <a:pt x="3596" y="9623"/>
                      <a:pt x="3662" y="9689"/>
                    </a:cubicBezTo>
                    <a:cubicBezTo>
                      <a:pt x="3712" y="9739"/>
                      <a:pt x="3770" y="9797"/>
                      <a:pt x="3795" y="9872"/>
                    </a:cubicBezTo>
                    <a:cubicBezTo>
                      <a:pt x="3828" y="9946"/>
                      <a:pt x="3836" y="10029"/>
                      <a:pt x="3820" y="10104"/>
                    </a:cubicBezTo>
                    <a:cubicBezTo>
                      <a:pt x="3812" y="10187"/>
                      <a:pt x="3803" y="10253"/>
                      <a:pt x="3861" y="10319"/>
                    </a:cubicBezTo>
                    <a:cubicBezTo>
                      <a:pt x="3903" y="10361"/>
                      <a:pt x="3969" y="10385"/>
                      <a:pt x="3986" y="10452"/>
                    </a:cubicBezTo>
                    <a:cubicBezTo>
                      <a:pt x="4010" y="10526"/>
                      <a:pt x="3986" y="10609"/>
                      <a:pt x="3961" y="10675"/>
                    </a:cubicBezTo>
                    <a:cubicBezTo>
                      <a:pt x="3928" y="10758"/>
                      <a:pt x="3903" y="10841"/>
                      <a:pt x="3886" y="10932"/>
                    </a:cubicBezTo>
                    <a:cubicBezTo>
                      <a:pt x="3878" y="11015"/>
                      <a:pt x="3870" y="11098"/>
                      <a:pt x="3870" y="11189"/>
                    </a:cubicBezTo>
                    <a:cubicBezTo>
                      <a:pt x="3853" y="11305"/>
                      <a:pt x="3836" y="11421"/>
                      <a:pt x="3828" y="11537"/>
                    </a:cubicBezTo>
                    <a:cubicBezTo>
                      <a:pt x="3803" y="11769"/>
                      <a:pt x="3795" y="12009"/>
                      <a:pt x="3803" y="12241"/>
                    </a:cubicBezTo>
                    <a:cubicBezTo>
                      <a:pt x="3803" y="12357"/>
                      <a:pt x="3803" y="12473"/>
                      <a:pt x="3820" y="12589"/>
                    </a:cubicBezTo>
                    <a:cubicBezTo>
                      <a:pt x="3836" y="12689"/>
                      <a:pt x="3870" y="12780"/>
                      <a:pt x="3919" y="12871"/>
                    </a:cubicBezTo>
                    <a:cubicBezTo>
                      <a:pt x="3961" y="12954"/>
                      <a:pt x="4019" y="13045"/>
                      <a:pt x="4027" y="13136"/>
                    </a:cubicBezTo>
                    <a:cubicBezTo>
                      <a:pt x="4035" y="13236"/>
                      <a:pt x="3961" y="13310"/>
                      <a:pt x="3919" y="13393"/>
                    </a:cubicBezTo>
                    <a:cubicBezTo>
                      <a:pt x="3878" y="13492"/>
                      <a:pt x="3894" y="13600"/>
                      <a:pt x="3986" y="13658"/>
                    </a:cubicBezTo>
                    <a:cubicBezTo>
                      <a:pt x="4027" y="13683"/>
                      <a:pt x="4068" y="13700"/>
                      <a:pt x="4110" y="13716"/>
                    </a:cubicBezTo>
                    <a:cubicBezTo>
                      <a:pt x="4101" y="13716"/>
                      <a:pt x="4093" y="13724"/>
                      <a:pt x="4085" y="13733"/>
                    </a:cubicBezTo>
                    <a:cubicBezTo>
                      <a:pt x="4027" y="13791"/>
                      <a:pt x="4035" y="13890"/>
                      <a:pt x="4035" y="13973"/>
                    </a:cubicBezTo>
                    <a:lnTo>
                      <a:pt x="4035" y="14288"/>
                    </a:lnTo>
                    <a:cubicBezTo>
                      <a:pt x="4035" y="14396"/>
                      <a:pt x="4035" y="14503"/>
                      <a:pt x="4044" y="14603"/>
                    </a:cubicBezTo>
                    <a:cubicBezTo>
                      <a:pt x="4044" y="14640"/>
                      <a:pt x="4067" y="14659"/>
                      <a:pt x="4092" y="14659"/>
                    </a:cubicBezTo>
                    <a:cubicBezTo>
                      <a:pt x="4101" y="14659"/>
                      <a:pt x="4110" y="14657"/>
                      <a:pt x="4118" y="14652"/>
                    </a:cubicBezTo>
                    <a:lnTo>
                      <a:pt x="4118" y="14652"/>
                    </a:lnTo>
                    <a:cubicBezTo>
                      <a:pt x="4060" y="14976"/>
                      <a:pt x="4010" y="15299"/>
                      <a:pt x="3952" y="15614"/>
                    </a:cubicBezTo>
                    <a:cubicBezTo>
                      <a:pt x="3928" y="15779"/>
                      <a:pt x="3894" y="15937"/>
                      <a:pt x="3870" y="16094"/>
                    </a:cubicBezTo>
                    <a:cubicBezTo>
                      <a:pt x="3861" y="16160"/>
                      <a:pt x="3845" y="16235"/>
                      <a:pt x="3853" y="16309"/>
                    </a:cubicBezTo>
                    <a:cubicBezTo>
                      <a:pt x="3861" y="16384"/>
                      <a:pt x="3886" y="16442"/>
                      <a:pt x="3919" y="16500"/>
                    </a:cubicBezTo>
                    <a:cubicBezTo>
                      <a:pt x="3961" y="16566"/>
                      <a:pt x="3936" y="16624"/>
                      <a:pt x="3911" y="16691"/>
                    </a:cubicBezTo>
                    <a:cubicBezTo>
                      <a:pt x="3886" y="16765"/>
                      <a:pt x="3853" y="16831"/>
                      <a:pt x="3820" y="16898"/>
                    </a:cubicBezTo>
                    <a:cubicBezTo>
                      <a:pt x="3754" y="17030"/>
                      <a:pt x="3679" y="17155"/>
                      <a:pt x="3613" y="17287"/>
                    </a:cubicBezTo>
                    <a:cubicBezTo>
                      <a:pt x="3488" y="17561"/>
                      <a:pt x="3389" y="17842"/>
                      <a:pt x="3331" y="18132"/>
                    </a:cubicBezTo>
                    <a:cubicBezTo>
                      <a:pt x="3306" y="18273"/>
                      <a:pt x="3281" y="18422"/>
                      <a:pt x="3273" y="18571"/>
                    </a:cubicBezTo>
                    <a:cubicBezTo>
                      <a:pt x="3273" y="18629"/>
                      <a:pt x="3306" y="18712"/>
                      <a:pt x="3364" y="18745"/>
                    </a:cubicBezTo>
                    <a:cubicBezTo>
                      <a:pt x="3339" y="19027"/>
                      <a:pt x="3323" y="19309"/>
                      <a:pt x="3331" y="19591"/>
                    </a:cubicBezTo>
                    <a:cubicBezTo>
                      <a:pt x="3348" y="20121"/>
                      <a:pt x="3422" y="20659"/>
                      <a:pt x="3555" y="21173"/>
                    </a:cubicBezTo>
                    <a:cubicBezTo>
                      <a:pt x="3621" y="21430"/>
                      <a:pt x="3704" y="21687"/>
                      <a:pt x="3803" y="21927"/>
                    </a:cubicBezTo>
                    <a:cubicBezTo>
                      <a:pt x="3870" y="22093"/>
                      <a:pt x="3952" y="22258"/>
                      <a:pt x="4068" y="22399"/>
                    </a:cubicBezTo>
                    <a:cubicBezTo>
                      <a:pt x="4093" y="22490"/>
                      <a:pt x="4135" y="22573"/>
                      <a:pt x="4184" y="22656"/>
                    </a:cubicBezTo>
                    <a:cubicBezTo>
                      <a:pt x="4251" y="22764"/>
                      <a:pt x="4342" y="22872"/>
                      <a:pt x="4416" y="22979"/>
                    </a:cubicBezTo>
                    <a:cubicBezTo>
                      <a:pt x="4516" y="23104"/>
                      <a:pt x="4607" y="23220"/>
                      <a:pt x="4698" y="23344"/>
                    </a:cubicBezTo>
                    <a:cubicBezTo>
                      <a:pt x="4731" y="23377"/>
                      <a:pt x="4756" y="23418"/>
                      <a:pt x="4789" y="23460"/>
                    </a:cubicBezTo>
                    <a:cubicBezTo>
                      <a:pt x="4773" y="23725"/>
                      <a:pt x="4773" y="23990"/>
                      <a:pt x="4781" y="24247"/>
                    </a:cubicBezTo>
                    <a:cubicBezTo>
                      <a:pt x="4781" y="24454"/>
                      <a:pt x="4789" y="24653"/>
                      <a:pt x="4797" y="24860"/>
                    </a:cubicBezTo>
                    <a:cubicBezTo>
                      <a:pt x="4781" y="25142"/>
                      <a:pt x="4773" y="25432"/>
                      <a:pt x="4756" y="25722"/>
                    </a:cubicBezTo>
                    <a:cubicBezTo>
                      <a:pt x="4756" y="25871"/>
                      <a:pt x="4748" y="26020"/>
                      <a:pt x="4748" y="26169"/>
                    </a:cubicBezTo>
                    <a:cubicBezTo>
                      <a:pt x="4739" y="26244"/>
                      <a:pt x="4739" y="26318"/>
                      <a:pt x="4739" y="26393"/>
                    </a:cubicBezTo>
                    <a:cubicBezTo>
                      <a:pt x="4739" y="26459"/>
                      <a:pt x="4739" y="26534"/>
                      <a:pt x="4748" y="26608"/>
                    </a:cubicBezTo>
                    <a:cubicBezTo>
                      <a:pt x="4748" y="26617"/>
                      <a:pt x="4764" y="26625"/>
                      <a:pt x="4773" y="26625"/>
                    </a:cubicBezTo>
                    <a:cubicBezTo>
                      <a:pt x="4748" y="26741"/>
                      <a:pt x="4715" y="26857"/>
                      <a:pt x="4681" y="26965"/>
                    </a:cubicBezTo>
                    <a:cubicBezTo>
                      <a:pt x="4648" y="27081"/>
                      <a:pt x="4615" y="27188"/>
                      <a:pt x="4574" y="27296"/>
                    </a:cubicBezTo>
                    <a:cubicBezTo>
                      <a:pt x="4541" y="27404"/>
                      <a:pt x="4516" y="27520"/>
                      <a:pt x="4483" y="27627"/>
                    </a:cubicBezTo>
                    <a:cubicBezTo>
                      <a:pt x="4425" y="27851"/>
                      <a:pt x="4375" y="28083"/>
                      <a:pt x="4350" y="28315"/>
                    </a:cubicBezTo>
                    <a:cubicBezTo>
                      <a:pt x="4292" y="28763"/>
                      <a:pt x="4300" y="29227"/>
                      <a:pt x="4408" y="29666"/>
                    </a:cubicBezTo>
                    <a:cubicBezTo>
                      <a:pt x="4400" y="29674"/>
                      <a:pt x="4400" y="29682"/>
                      <a:pt x="4400" y="29699"/>
                    </a:cubicBezTo>
                    <a:cubicBezTo>
                      <a:pt x="4292" y="30130"/>
                      <a:pt x="4110" y="30536"/>
                      <a:pt x="4019" y="30975"/>
                    </a:cubicBezTo>
                    <a:cubicBezTo>
                      <a:pt x="3977" y="31207"/>
                      <a:pt x="3961" y="31455"/>
                      <a:pt x="3969" y="31696"/>
                    </a:cubicBezTo>
                    <a:cubicBezTo>
                      <a:pt x="3977" y="31903"/>
                      <a:pt x="3986" y="32126"/>
                      <a:pt x="4035" y="32334"/>
                    </a:cubicBezTo>
                    <a:cubicBezTo>
                      <a:pt x="4019" y="32367"/>
                      <a:pt x="4002" y="32400"/>
                      <a:pt x="3994" y="32416"/>
                    </a:cubicBezTo>
                    <a:cubicBezTo>
                      <a:pt x="3969" y="32491"/>
                      <a:pt x="3944" y="32566"/>
                      <a:pt x="3911" y="32640"/>
                    </a:cubicBezTo>
                    <a:cubicBezTo>
                      <a:pt x="3853" y="32781"/>
                      <a:pt x="3787" y="32922"/>
                      <a:pt x="3704" y="33063"/>
                    </a:cubicBezTo>
                    <a:cubicBezTo>
                      <a:pt x="3571" y="33320"/>
                      <a:pt x="3414" y="33568"/>
                      <a:pt x="3265" y="33817"/>
                    </a:cubicBezTo>
                    <a:cubicBezTo>
                      <a:pt x="3107" y="34082"/>
                      <a:pt x="2942" y="34347"/>
                      <a:pt x="2784" y="34612"/>
                    </a:cubicBezTo>
                    <a:cubicBezTo>
                      <a:pt x="2718" y="34720"/>
                      <a:pt x="2660" y="34844"/>
                      <a:pt x="2544" y="34910"/>
                    </a:cubicBezTo>
                    <a:cubicBezTo>
                      <a:pt x="2436" y="34968"/>
                      <a:pt x="2312" y="34968"/>
                      <a:pt x="2188" y="34968"/>
                    </a:cubicBezTo>
                    <a:cubicBezTo>
                      <a:pt x="2038" y="34968"/>
                      <a:pt x="1881" y="34977"/>
                      <a:pt x="1732" y="34977"/>
                    </a:cubicBezTo>
                    <a:lnTo>
                      <a:pt x="1500" y="34977"/>
                    </a:lnTo>
                    <a:cubicBezTo>
                      <a:pt x="1425" y="34977"/>
                      <a:pt x="1351" y="34977"/>
                      <a:pt x="1268" y="34993"/>
                    </a:cubicBezTo>
                    <a:cubicBezTo>
                      <a:pt x="1260" y="34993"/>
                      <a:pt x="1260" y="34993"/>
                      <a:pt x="1251" y="35002"/>
                    </a:cubicBezTo>
                    <a:cubicBezTo>
                      <a:pt x="1127" y="34977"/>
                      <a:pt x="1003" y="34960"/>
                      <a:pt x="878" y="34935"/>
                    </a:cubicBezTo>
                    <a:cubicBezTo>
                      <a:pt x="800" y="34925"/>
                      <a:pt x="722" y="34918"/>
                      <a:pt x="644" y="34918"/>
                    </a:cubicBezTo>
                    <a:cubicBezTo>
                      <a:pt x="532" y="34918"/>
                      <a:pt x="422" y="34933"/>
                      <a:pt x="315" y="34977"/>
                    </a:cubicBezTo>
                    <a:cubicBezTo>
                      <a:pt x="149" y="35051"/>
                      <a:pt x="66" y="35217"/>
                      <a:pt x="33" y="35391"/>
                    </a:cubicBezTo>
                    <a:cubicBezTo>
                      <a:pt x="0" y="35573"/>
                      <a:pt x="17" y="35772"/>
                      <a:pt x="75" y="35946"/>
                    </a:cubicBezTo>
                    <a:lnTo>
                      <a:pt x="75" y="35963"/>
                    </a:lnTo>
                    <a:cubicBezTo>
                      <a:pt x="100" y="36046"/>
                      <a:pt x="141" y="36137"/>
                      <a:pt x="182" y="36219"/>
                    </a:cubicBezTo>
                    <a:cubicBezTo>
                      <a:pt x="216" y="36286"/>
                      <a:pt x="257" y="36360"/>
                      <a:pt x="298" y="36427"/>
                    </a:cubicBezTo>
                    <a:cubicBezTo>
                      <a:pt x="298" y="36435"/>
                      <a:pt x="298" y="36443"/>
                      <a:pt x="298" y="36451"/>
                    </a:cubicBezTo>
                    <a:cubicBezTo>
                      <a:pt x="298" y="36509"/>
                      <a:pt x="307" y="36559"/>
                      <a:pt x="348" y="36601"/>
                    </a:cubicBezTo>
                    <a:cubicBezTo>
                      <a:pt x="390" y="36634"/>
                      <a:pt x="456" y="36642"/>
                      <a:pt x="506" y="36659"/>
                    </a:cubicBezTo>
                    <a:cubicBezTo>
                      <a:pt x="572" y="36675"/>
                      <a:pt x="638" y="36692"/>
                      <a:pt x="696" y="36708"/>
                    </a:cubicBezTo>
                    <a:cubicBezTo>
                      <a:pt x="829" y="36733"/>
                      <a:pt x="961" y="36758"/>
                      <a:pt x="1086" y="36775"/>
                    </a:cubicBezTo>
                    <a:cubicBezTo>
                      <a:pt x="1152" y="36783"/>
                      <a:pt x="1218" y="36791"/>
                      <a:pt x="1284" y="36799"/>
                    </a:cubicBezTo>
                    <a:cubicBezTo>
                      <a:pt x="1318" y="36799"/>
                      <a:pt x="1356" y="36805"/>
                      <a:pt x="1394" y="36805"/>
                    </a:cubicBezTo>
                    <a:cubicBezTo>
                      <a:pt x="1422" y="36805"/>
                      <a:pt x="1450" y="36802"/>
                      <a:pt x="1475" y="36791"/>
                    </a:cubicBezTo>
                    <a:cubicBezTo>
                      <a:pt x="1500" y="36783"/>
                      <a:pt x="1508" y="36758"/>
                      <a:pt x="1508" y="36741"/>
                    </a:cubicBezTo>
                    <a:cubicBezTo>
                      <a:pt x="1558" y="36750"/>
                      <a:pt x="1608" y="36758"/>
                      <a:pt x="1649" y="36766"/>
                    </a:cubicBezTo>
                    <a:cubicBezTo>
                      <a:pt x="1692" y="36771"/>
                      <a:pt x="1743" y="36781"/>
                      <a:pt x="1793" y="36781"/>
                    </a:cubicBezTo>
                    <a:cubicBezTo>
                      <a:pt x="1830" y="36781"/>
                      <a:pt x="1866" y="36776"/>
                      <a:pt x="1898" y="36758"/>
                    </a:cubicBezTo>
                    <a:cubicBezTo>
                      <a:pt x="1906" y="36758"/>
                      <a:pt x="1914" y="36741"/>
                      <a:pt x="1914" y="36725"/>
                    </a:cubicBezTo>
                    <a:cubicBezTo>
                      <a:pt x="1939" y="36733"/>
                      <a:pt x="1956" y="36741"/>
                      <a:pt x="1980" y="36750"/>
                    </a:cubicBezTo>
                    <a:cubicBezTo>
                      <a:pt x="2096" y="36775"/>
                      <a:pt x="2221" y="36799"/>
                      <a:pt x="2345" y="36824"/>
                    </a:cubicBezTo>
                    <a:cubicBezTo>
                      <a:pt x="2577" y="36866"/>
                      <a:pt x="2801" y="36891"/>
                      <a:pt x="3033" y="36899"/>
                    </a:cubicBezTo>
                    <a:cubicBezTo>
                      <a:pt x="3075" y="36902"/>
                      <a:pt x="3118" y="36904"/>
                      <a:pt x="3160" y="36904"/>
                    </a:cubicBezTo>
                    <a:cubicBezTo>
                      <a:pt x="3234" y="36904"/>
                      <a:pt x="3307" y="36898"/>
                      <a:pt x="3381" y="36882"/>
                    </a:cubicBezTo>
                    <a:cubicBezTo>
                      <a:pt x="3464" y="36866"/>
                      <a:pt x="3546" y="36824"/>
                      <a:pt x="3621" y="36766"/>
                    </a:cubicBezTo>
                    <a:cubicBezTo>
                      <a:pt x="3762" y="36650"/>
                      <a:pt x="3853" y="36485"/>
                      <a:pt x="3928" y="36319"/>
                    </a:cubicBezTo>
                    <a:cubicBezTo>
                      <a:pt x="4019" y="36128"/>
                      <a:pt x="4110" y="35938"/>
                      <a:pt x="4193" y="35747"/>
                    </a:cubicBezTo>
                    <a:cubicBezTo>
                      <a:pt x="4217" y="35739"/>
                      <a:pt x="4251" y="35731"/>
                      <a:pt x="4275" y="35722"/>
                    </a:cubicBezTo>
                    <a:cubicBezTo>
                      <a:pt x="4441" y="35640"/>
                      <a:pt x="4507" y="35441"/>
                      <a:pt x="4582" y="35283"/>
                    </a:cubicBezTo>
                    <a:cubicBezTo>
                      <a:pt x="4665" y="35093"/>
                      <a:pt x="4756" y="34910"/>
                      <a:pt x="4872" y="34728"/>
                    </a:cubicBezTo>
                    <a:cubicBezTo>
                      <a:pt x="5096" y="34372"/>
                      <a:pt x="5369" y="34049"/>
                      <a:pt x="5684" y="33775"/>
                    </a:cubicBezTo>
                    <a:cubicBezTo>
                      <a:pt x="5759" y="33709"/>
                      <a:pt x="5841" y="33634"/>
                      <a:pt x="5924" y="33576"/>
                    </a:cubicBezTo>
                    <a:cubicBezTo>
                      <a:pt x="6015" y="33510"/>
                      <a:pt x="6107" y="33452"/>
                      <a:pt x="6173" y="33361"/>
                    </a:cubicBezTo>
                    <a:cubicBezTo>
                      <a:pt x="6231" y="33270"/>
                      <a:pt x="6247" y="33162"/>
                      <a:pt x="6256" y="33054"/>
                    </a:cubicBezTo>
                    <a:cubicBezTo>
                      <a:pt x="6272" y="32938"/>
                      <a:pt x="6281" y="32831"/>
                      <a:pt x="6305" y="32715"/>
                    </a:cubicBezTo>
                    <a:cubicBezTo>
                      <a:pt x="6355" y="32483"/>
                      <a:pt x="6446" y="32259"/>
                      <a:pt x="6546" y="32035"/>
                    </a:cubicBezTo>
                    <a:cubicBezTo>
                      <a:pt x="6645" y="31803"/>
                      <a:pt x="6736" y="31563"/>
                      <a:pt x="6836" y="31323"/>
                    </a:cubicBezTo>
                    <a:cubicBezTo>
                      <a:pt x="6985" y="30975"/>
                      <a:pt x="7134" y="30627"/>
                      <a:pt x="7267" y="30271"/>
                    </a:cubicBezTo>
                    <a:lnTo>
                      <a:pt x="7267" y="30271"/>
                    </a:lnTo>
                    <a:cubicBezTo>
                      <a:pt x="7242" y="30453"/>
                      <a:pt x="7225" y="30627"/>
                      <a:pt x="7209" y="30809"/>
                    </a:cubicBezTo>
                    <a:cubicBezTo>
                      <a:pt x="7192" y="31141"/>
                      <a:pt x="7209" y="31464"/>
                      <a:pt x="7250" y="31795"/>
                    </a:cubicBezTo>
                    <a:cubicBezTo>
                      <a:pt x="7267" y="31969"/>
                      <a:pt x="7283" y="32135"/>
                      <a:pt x="7283" y="32309"/>
                    </a:cubicBezTo>
                    <a:cubicBezTo>
                      <a:pt x="7275" y="32466"/>
                      <a:pt x="7250" y="32624"/>
                      <a:pt x="7209" y="32781"/>
                    </a:cubicBezTo>
                    <a:cubicBezTo>
                      <a:pt x="7126" y="33079"/>
                      <a:pt x="7001" y="33369"/>
                      <a:pt x="6943" y="33676"/>
                    </a:cubicBezTo>
                    <a:cubicBezTo>
                      <a:pt x="6910" y="33833"/>
                      <a:pt x="6910" y="33999"/>
                      <a:pt x="6877" y="34156"/>
                    </a:cubicBezTo>
                    <a:cubicBezTo>
                      <a:pt x="6852" y="34297"/>
                      <a:pt x="6803" y="34422"/>
                      <a:pt x="6736" y="34538"/>
                    </a:cubicBezTo>
                    <a:cubicBezTo>
                      <a:pt x="6637" y="34687"/>
                      <a:pt x="6496" y="34819"/>
                      <a:pt x="6339" y="34910"/>
                    </a:cubicBezTo>
                    <a:cubicBezTo>
                      <a:pt x="6330" y="34910"/>
                      <a:pt x="6322" y="34910"/>
                      <a:pt x="6314" y="34919"/>
                    </a:cubicBezTo>
                    <a:cubicBezTo>
                      <a:pt x="6281" y="34935"/>
                      <a:pt x="6256" y="34952"/>
                      <a:pt x="6231" y="34968"/>
                    </a:cubicBezTo>
                    <a:cubicBezTo>
                      <a:pt x="6198" y="34985"/>
                      <a:pt x="6173" y="34993"/>
                      <a:pt x="6140" y="35010"/>
                    </a:cubicBezTo>
                    <a:cubicBezTo>
                      <a:pt x="6131" y="35010"/>
                      <a:pt x="6123" y="35026"/>
                      <a:pt x="6115" y="35035"/>
                    </a:cubicBezTo>
                    <a:cubicBezTo>
                      <a:pt x="6090" y="35051"/>
                      <a:pt x="6057" y="35068"/>
                      <a:pt x="6024" y="35076"/>
                    </a:cubicBezTo>
                    <a:cubicBezTo>
                      <a:pt x="5916" y="35118"/>
                      <a:pt x="5808" y="35142"/>
                      <a:pt x="5701" y="35176"/>
                    </a:cubicBezTo>
                    <a:cubicBezTo>
                      <a:pt x="5493" y="35242"/>
                      <a:pt x="5303" y="35325"/>
                      <a:pt x="5179" y="35499"/>
                    </a:cubicBezTo>
                    <a:cubicBezTo>
                      <a:pt x="5104" y="35606"/>
                      <a:pt x="5063" y="35722"/>
                      <a:pt x="5029" y="35838"/>
                    </a:cubicBezTo>
                    <a:cubicBezTo>
                      <a:pt x="4996" y="35971"/>
                      <a:pt x="4971" y="36112"/>
                      <a:pt x="4955" y="36244"/>
                    </a:cubicBezTo>
                    <a:cubicBezTo>
                      <a:pt x="4938" y="36385"/>
                      <a:pt x="4938" y="36526"/>
                      <a:pt x="4947" y="36667"/>
                    </a:cubicBezTo>
                    <a:cubicBezTo>
                      <a:pt x="4955" y="36775"/>
                      <a:pt x="4980" y="36899"/>
                      <a:pt x="5087" y="36957"/>
                    </a:cubicBezTo>
                    <a:cubicBezTo>
                      <a:pt x="5127" y="36978"/>
                      <a:pt x="5170" y="36985"/>
                      <a:pt x="5215" y="36985"/>
                    </a:cubicBezTo>
                    <a:cubicBezTo>
                      <a:pt x="5291" y="36985"/>
                      <a:pt x="5370" y="36965"/>
                      <a:pt x="5444" y="36965"/>
                    </a:cubicBezTo>
                    <a:cubicBezTo>
                      <a:pt x="5463" y="36964"/>
                      <a:pt x="5482" y="36963"/>
                      <a:pt x="5500" y="36963"/>
                    </a:cubicBezTo>
                    <a:cubicBezTo>
                      <a:pt x="5587" y="36963"/>
                      <a:pt x="5668" y="36978"/>
                      <a:pt x="5750" y="36998"/>
                    </a:cubicBezTo>
                    <a:cubicBezTo>
                      <a:pt x="5792" y="37023"/>
                      <a:pt x="5833" y="37031"/>
                      <a:pt x="5875" y="37040"/>
                    </a:cubicBezTo>
                    <a:cubicBezTo>
                      <a:pt x="5991" y="37065"/>
                      <a:pt x="6115" y="37065"/>
                      <a:pt x="6239" y="37073"/>
                    </a:cubicBezTo>
                    <a:cubicBezTo>
                      <a:pt x="6355" y="37073"/>
                      <a:pt x="6479" y="37073"/>
                      <a:pt x="6587" y="37023"/>
                    </a:cubicBezTo>
                    <a:cubicBezTo>
                      <a:pt x="6629" y="36998"/>
                      <a:pt x="6678" y="36973"/>
                      <a:pt x="6711" y="36940"/>
                    </a:cubicBezTo>
                    <a:cubicBezTo>
                      <a:pt x="6720" y="36924"/>
                      <a:pt x="6736" y="36915"/>
                      <a:pt x="6745" y="36899"/>
                    </a:cubicBezTo>
                    <a:cubicBezTo>
                      <a:pt x="6919" y="36940"/>
                      <a:pt x="7109" y="36965"/>
                      <a:pt x="7291" y="36982"/>
                    </a:cubicBezTo>
                    <a:cubicBezTo>
                      <a:pt x="7490" y="37007"/>
                      <a:pt x="7689" y="37023"/>
                      <a:pt x="7896" y="37023"/>
                    </a:cubicBezTo>
                    <a:cubicBezTo>
                      <a:pt x="8070" y="37023"/>
                      <a:pt x="8253" y="37007"/>
                      <a:pt x="8410" y="36932"/>
                    </a:cubicBezTo>
                    <a:cubicBezTo>
                      <a:pt x="8733" y="36791"/>
                      <a:pt x="8841" y="36435"/>
                      <a:pt x="8915" y="36120"/>
                    </a:cubicBezTo>
                    <a:cubicBezTo>
                      <a:pt x="9015" y="35714"/>
                      <a:pt x="9098" y="35300"/>
                      <a:pt x="9181" y="34886"/>
                    </a:cubicBezTo>
                    <a:cubicBezTo>
                      <a:pt x="9214" y="34678"/>
                      <a:pt x="9247" y="34480"/>
                      <a:pt x="9288" y="34281"/>
                    </a:cubicBezTo>
                    <a:cubicBezTo>
                      <a:pt x="9321" y="34090"/>
                      <a:pt x="9363" y="33908"/>
                      <a:pt x="9446" y="33734"/>
                    </a:cubicBezTo>
                    <a:cubicBezTo>
                      <a:pt x="9528" y="33568"/>
                      <a:pt x="9653" y="33419"/>
                      <a:pt x="9744" y="33253"/>
                    </a:cubicBezTo>
                    <a:cubicBezTo>
                      <a:pt x="9827" y="33104"/>
                      <a:pt x="9885" y="32930"/>
                      <a:pt x="9910" y="32756"/>
                    </a:cubicBezTo>
                    <a:cubicBezTo>
                      <a:pt x="9959" y="32400"/>
                      <a:pt x="9926" y="32035"/>
                      <a:pt x="10001" y="31687"/>
                    </a:cubicBezTo>
                    <a:cubicBezTo>
                      <a:pt x="10017" y="31604"/>
                      <a:pt x="10042" y="31522"/>
                      <a:pt x="10075" y="31439"/>
                    </a:cubicBezTo>
                    <a:cubicBezTo>
                      <a:pt x="10117" y="31348"/>
                      <a:pt x="10166" y="31265"/>
                      <a:pt x="10216" y="31182"/>
                    </a:cubicBezTo>
                    <a:cubicBezTo>
                      <a:pt x="10307" y="31016"/>
                      <a:pt x="10382" y="30842"/>
                      <a:pt x="10423" y="30660"/>
                    </a:cubicBezTo>
                    <a:cubicBezTo>
                      <a:pt x="10473" y="30478"/>
                      <a:pt x="10498" y="30295"/>
                      <a:pt x="10514" y="30105"/>
                    </a:cubicBezTo>
                    <a:cubicBezTo>
                      <a:pt x="10531" y="30055"/>
                      <a:pt x="10548" y="30014"/>
                      <a:pt x="10556" y="29964"/>
                    </a:cubicBezTo>
                    <a:cubicBezTo>
                      <a:pt x="10589" y="29823"/>
                      <a:pt x="10614" y="29691"/>
                      <a:pt x="10647" y="29550"/>
                    </a:cubicBezTo>
                    <a:cubicBezTo>
                      <a:pt x="10655" y="29550"/>
                      <a:pt x="10664" y="29541"/>
                      <a:pt x="10664" y="29533"/>
                    </a:cubicBezTo>
                    <a:cubicBezTo>
                      <a:pt x="10780" y="29351"/>
                      <a:pt x="10862" y="29152"/>
                      <a:pt x="10937" y="28953"/>
                    </a:cubicBezTo>
                    <a:cubicBezTo>
                      <a:pt x="11003" y="28771"/>
                      <a:pt x="11070" y="28597"/>
                      <a:pt x="11128" y="28406"/>
                    </a:cubicBezTo>
                    <a:cubicBezTo>
                      <a:pt x="11131" y="28410"/>
                      <a:pt x="11136" y="28412"/>
                      <a:pt x="11141" y="28412"/>
                    </a:cubicBezTo>
                    <a:cubicBezTo>
                      <a:pt x="11148" y="28412"/>
                      <a:pt x="11156" y="28408"/>
                      <a:pt x="11161" y="28398"/>
                    </a:cubicBezTo>
                    <a:cubicBezTo>
                      <a:pt x="11177" y="28323"/>
                      <a:pt x="11194" y="28241"/>
                      <a:pt x="11210" y="28166"/>
                    </a:cubicBezTo>
                    <a:cubicBezTo>
                      <a:pt x="11277" y="28282"/>
                      <a:pt x="11360" y="28398"/>
                      <a:pt x="11442" y="28506"/>
                    </a:cubicBezTo>
                    <a:cubicBezTo>
                      <a:pt x="11650" y="28787"/>
                      <a:pt x="11906" y="29028"/>
                      <a:pt x="12188" y="29227"/>
                    </a:cubicBezTo>
                    <a:cubicBezTo>
                      <a:pt x="12329" y="29326"/>
                      <a:pt x="12478" y="29417"/>
                      <a:pt x="12636" y="29492"/>
                    </a:cubicBezTo>
                    <a:cubicBezTo>
                      <a:pt x="12710" y="29525"/>
                      <a:pt x="12793" y="29566"/>
                      <a:pt x="12876" y="29599"/>
                    </a:cubicBezTo>
                    <a:cubicBezTo>
                      <a:pt x="12938" y="29624"/>
                      <a:pt x="13011" y="29650"/>
                      <a:pt x="13078" y="29650"/>
                    </a:cubicBezTo>
                    <a:cubicBezTo>
                      <a:pt x="13100" y="29650"/>
                      <a:pt x="13121" y="29647"/>
                      <a:pt x="13141" y="29641"/>
                    </a:cubicBezTo>
                    <a:cubicBezTo>
                      <a:pt x="13199" y="29666"/>
                      <a:pt x="13249" y="29682"/>
                      <a:pt x="13307" y="29699"/>
                    </a:cubicBezTo>
                    <a:cubicBezTo>
                      <a:pt x="13249" y="29840"/>
                      <a:pt x="13290" y="30005"/>
                      <a:pt x="13315" y="30146"/>
                    </a:cubicBezTo>
                    <a:cubicBezTo>
                      <a:pt x="13373" y="30453"/>
                      <a:pt x="13472" y="30759"/>
                      <a:pt x="13605" y="31041"/>
                    </a:cubicBezTo>
                    <a:cubicBezTo>
                      <a:pt x="13680" y="31190"/>
                      <a:pt x="13754" y="31331"/>
                      <a:pt x="13845" y="31472"/>
                    </a:cubicBezTo>
                    <a:cubicBezTo>
                      <a:pt x="13928" y="31613"/>
                      <a:pt x="14011" y="31762"/>
                      <a:pt x="14102" y="31903"/>
                    </a:cubicBezTo>
                    <a:cubicBezTo>
                      <a:pt x="14111" y="31921"/>
                      <a:pt x="14125" y="31929"/>
                      <a:pt x="14139" y="31929"/>
                    </a:cubicBezTo>
                    <a:cubicBezTo>
                      <a:pt x="14152" y="31929"/>
                      <a:pt x="14165" y="31923"/>
                      <a:pt x="14177" y="31911"/>
                    </a:cubicBezTo>
                    <a:cubicBezTo>
                      <a:pt x="14235" y="32027"/>
                      <a:pt x="14309" y="32135"/>
                      <a:pt x="14392" y="32226"/>
                    </a:cubicBezTo>
                    <a:cubicBezTo>
                      <a:pt x="14417" y="32284"/>
                      <a:pt x="14442" y="32334"/>
                      <a:pt x="14458" y="32375"/>
                    </a:cubicBezTo>
                    <a:cubicBezTo>
                      <a:pt x="14533" y="32524"/>
                      <a:pt x="14632" y="32665"/>
                      <a:pt x="14740" y="32781"/>
                    </a:cubicBezTo>
                    <a:cubicBezTo>
                      <a:pt x="14749" y="32790"/>
                      <a:pt x="14762" y="32795"/>
                      <a:pt x="14775" y="32795"/>
                    </a:cubicBezTo>
                    <a:cubicBezTo>
                      <a:pt x="14796" y="32795"/>
                      <a:pt x="14818" y="32782"/>
                      <a:pt x="14823" y="32756"/>
                    </a:cubicBezTo>
                    <a:cubicBezTo>
                      <a:pt x="14889" y="32872"/>
                      <a:pt x="14972" y="32980"/>
                      <a:pt x="15080" y="33063"/>
                    </a:cubicBezTo>
                    <a:cubicBezTo>
                      <a:pt x="15088" y="33071"/>
                      <a:pt x="15098" y="33075"/>
                      <a:pt x="15109" y="33075"/>
                    </a:cubicBezTo>
                    <a:cubicBezTo>
                      <a:pt x="15119" y="33075"/>
                      <a:pt x="15129" y="33071"/>
                      <a:pt x="15138" y="33063"/>
                    </a:cubicBezTo>
                    <a:cubicBezTo>
                      <a:pt x="15196" y="33195"/>
                      <a:pt x="15229" y="33344"/>
                      <a:pt x="15262" y="33485"/>
                    </a:cubicBezTo>
                    <a:cubicBezTo>
                      <a:pt x="15287" y="33576"/>
                      <a:pt x="15312" y="33709"/>
                      <a:pt x="15395" y="33759"/>
                    </a:cubicBezTo>
                    <a:cubicBezTo>
                      <a:pt x="15419" y="33775"/>
                      <a:pt x="15444" y="33775"/>
                      <a:pt x="15469" y="33775"/>
                    </a:cubicBezTo>
                    <a:cubicBezTo>
                      <a:pt x="15486" y="33833"/>
                      <a:pt x="15502" y="33900"/>
                      <a:pt x="15511" y="33958"/>
                    </a:cubicBezTo>
                    <a:cubicBezTo>
                      <a:pt x="15519" y="34016"/>
                      <a:pt x="15519" y="34082"/>
                      <a:pt x="15494" y="34140"/>
                    </a:cubicBezTo>
                    <a:cubicBezTo>
                      <a:pt x="15461" y="34206"/>
                      <a:pt x="15395" y="34231"/>
                      <a:pt x="15320" y="34256"/>
                    </a:cubicBezTo>
                    <a:cubicBezTo>
                      <a:pt x="15237" y="34281"/>
                      <a:pt x="15146" y="34306"/>
                      <a:pt x="15055" y="34330"/>
                    </a:cubicBezTo>
                    <a:cubicBezTo>
                      <a:pt x="14417" y="34504"/>
                      <a:pt x="13746" y="34604"/>
                      <a:pt x="13083" y="34612"/>
                    </a:cubicBezTo>
                    <a:cubicBezTo>
                      <a:pt x="13026" y="34614"/>
                      <a:pt x="12969" y="34614"/>
                      <a:pt x="12912" y="34614"/>
                    </a:cubicBezTo>
                    <a:cubicBezTo>
                      <a:pt x="12638" y="34614"/>
                      <a:pt x="12365" y="34598"/>
                      <a:pt x="12097" y="34571"/>
                    </a:cubicBezTo>
                    <a:cubicBezTo>
                      <a:pt x="11931" y="34546"/>
                      <a:pt x="11766" y="34521"/>
                      <a:pt x="11600" y="34496"/>
                    </a:cubicBezTo>
                    <a:cubicBezTo>
                      <a:pt x="11496" y="34479"/>
                      <a:pt x="11383" y="34457"/>
                      <a:pt x="11274" y="34457"/>
                    </a:cubicBezTo>
                    <a:cubicBezTo>
                      <a:pt x="11227" y="34457"/>
                      <a:pt x="11181" y="34461"/>
                      <a:pt x="11136" y="34471"/>
                    </a:cubicBezTo>
                    <a:cubicBezTo>
                      <a:pt x="11111" y="34463"/>
                      <a:pt x="11086" y="34455"/>
                      <a:pt x="11053" y="34446"/>
                    </a:cubicBezTo>
                    <a:cubicBezTo>
                      <a:pt x="10861" y="34385"/>
                      <a:pt x="10651" y="34309"/>
                      <a:pt x="10440" y="34309"/>
                    </a:cubicBezTo>
                    <a:cubicBezTo>
                      <a:pt x="10368" y="34309"/>
                      <a:pt x="10296" y="34318"/>
                      <a:pt x="10224" y="34339"/>
                    </a:cubicBezTo>
                    <a:cubicBezTo>
                      <a:pt x="10100" y="34380"/>
                      <a:pt x="10001" y="34446"/>
                      <a:pt x="9926" y="34554"/>
                    </a:cubicBezTo>
                    <a:cubicBezTo>
                      <a:pt x="9893" y="34604"/>
                      <a:pt x="9860" y="34662"/>
                      <a:pt x="9843" y="34720"/>
                    </a:cubicBezTo>
                    <a:cubicBezTo>
                      <a:pt x="9818" y="34778"/>
                      <a:pt x="9794" y="34844"/>
                      <a:pt x="9785" y="34910"/>
                    </a:cubicBezTo>
                    <a:cubicBezTo>
                      <a:pt x="9785" y="34927"/>
                      <a:pt x="9794" y="34944"/>
                      <a:pt x="9810" y="34952"/>
                    </a:cubicBezTo>
                    <a:cubicBezTo>
                      <a:pt x="9777" y="34993"/>
                      <a:pt x="9752" y="35035"/>
                      <a:pt x="9727" y="35084"/>
                    </a:cubicBezTo>
                    <a:cubicBezTo>
                      <a:pt x="9661" y="35217"/>
                      <a:pt x="9644" y="35374"/>
                      <a:pt x="9661" y="35524"/>
                    </a:cubicBezTo>
                    <a:cubicBezTo>
                      <a:pt x="9669" y="35606"/>
                      <a:pt x="9694" y="35698"/>
                      <a:pt x="9719" y="35780"/>
                    </a:cubicBezTo>
                    <a:cubicBezTo>
                      <a:pt x="9736" y="35814"/>
                      <a:pt x="9744" y="35847"/>
                      <a:pt x="9760" y="35880"/>
                    </a:cubicBezTo>
                    <a:cubicBezTo>
                      <a:pt x="9760" y="35888"/>
                      <a:pt x="9760" y="35896"/>
                      <a:pt x="9760" y="35905"/>
                    </a:cubicBezTo>
                    <a:cubicBezTo>
                      <a:pt x="9769" y="35913"/>
                      <a:pt x="9769" y="35921"/>
                      <a:pt x="9777" y="35921"/>
                    </a:cubicBezTo>
                    <a:cubicBezTo>
                      <a:pt x="9794" y="35963"/>
                      <a:pt x="9802" y="35996"/>
                      <a:pt x="9835" y="36029"/>
                    </a:cubicBezTo>
                    <a:cubicBezTo>
                      <a:pt x="9843" y="36037"/>
                      <a:pt x="9860" y="36037"/>
                      <a:pt x="9868" y="36037"/>
                    </a:cubicBezTo>
                    <a:cubicBezTo>
                      <a:pt x="9893" y="36062"/>
                      <a:pt x="9910" y="36087"/>
                      <a:pt x="9934" y="36112"/>
                    </a:cubicBezTo>
                    <a:cubicBezTo>
                      <a:pt x="9943" y="36120"/>
                      <a:pt x="9951" y="36128"/>
                      <a:pt x="9959" y="36128"/>
                    </a:cubicBezTo>
                    <a:lnTo>
                      <a:pt x="9968" y="36128"/>
                    </a:lnTo>
                    <a:cubicBezTo>
                      <a:pt x="9968" y="36128"/>
                      <a:pt x="9968" y="36137"/>
                      <a:pt x="9968" y="36137"/>
                    </a:cubicBezTo>
                    <a:cubicBezTo>
                      <a:pt x="9992" y="36186"/>
                      <a:pt x="10026" y="36236"/>
                      <a:pt x="10067" y="36277"/>
                    </a:cubicBezTo>
                    <a:cubicBezTo>
                      <a:pt x="10166" y="36377"/>
                      <a:pt x="10299" y="36418"/>
                      <a:pt x="10440" y="36427"/>
                    </a:cubicBezTo>
                    <a:cubicBezTo>
                      <a:pt x="10597" y="36435"/>
                      <a:pt x="10755" y="36435"/>
                      <a:pt x="10920" y="36435"/>
                    </a:cubicBezTo>
                    <a:cubicBezTo>
                      <a:pt x="11086" y="36435"/>
                      <a:pt x="11260" y="36427"/>
                      <a:pt x="11426" y="36427"/>
                    </a:cubicBezTo>
                    <a:cubicBezTo>
                      <a:pt x="12105" y="36418"/>
                      <a:pt x="12776" y="36402"/>
                      <a:pt x="13456" y="36377"/>
                    </a:cubicBezTo>
                    <a:cubicBezTo>
                      <a:pt x="14127" y="36344"/>
                      <a:pt x="14798" y="36302"/>
                      <a:pt x="15477" y="36244"/>
                    </a:cubicBezTo>
                    <a:cubicBezTo>
                      <a:pt x="15643" y="36236"/>
                      <a:pt x="15809" y="36219"/>
                      <a:pt x="15975" y="36203"/>
                    </a:cubicBezTo>
                    <a:cubicBezTo>
                      <a:pt x="16140" y="36186"/>
                      <a:pt x="16298" y="36178"/>
                      <a:pt x="16463" y="36153"/>
                    </a:cubicBezTo>
                    <a:cubicBezTo>
                      <a:pt x="16604" y="36137"/>
                      <a:pt x="16745" y="36104"/>
                      <a:pt x="16861" y="36012"/>
                    </a:cubicBezTo>
                    <a:cubicBezTo>
                      <a:pt x="16952" y="35946"/>
                      <a:pt x="17010" y="35855"/>
                      <a:pt x="17035" y="35756"/>
                    </a:cubicBezTo>
                    <a:cubicBezTo>
                      <a:pt x="17094" y="35767"/>
                      <a:pt x="17156" y="35779"/>
                      <a:pt x="17217" y="35779"/>
                    </a:cubicBezTo>
                    <a:cubicBezTo>
                      <a:pt x="17243" y="35779"/>
                      <a:pt x="17268" y="35777"/>
                      <a:pt x="17292" y="35772"/>
                    </a:cubicBezTo>
                    <a:cubicBezTo>
                      <a:pt x="17383" y="35764"/>
                      <a:pt x="17466" y="35722"/>
                      <a:pt x="17524" y="35656"/>
                    </a:cubicBezTo>
                    <a:cubicBezTo>
                      <a:pt x="17549" y="35631"/>
                      <a:pt x="17565" y="35606"/>
                      <a:pt x="17582" y="35582"/>
                    </a:cubicBezTo>
                    <a:cubicBezTo>
                      <a:pt x="17582" y="35590"/>
                      <a:pt x="17582" y="35590"/>
                      <a:pt x="17582" y="35598"/>
                    </a:cubicBezTo>
                    <a:cubicBezTo>
                      <a:pt x="17574" y="35673"/>
                      <a:pt x="17574" y="35756"/>
                      <a:pt x="17574" y="35838"/>
                    </a:cubicBezTo>
                    <a:lnTo>
                      <a:pt x="17574" y="35930"/>
                    </a:lnTo>
                    <a:cubicBezTo>
                      <a:pt x="17565" y="35938"/>
                      <a:pt x="17549" y="35954"/>
                      <a:pt x="17541" y="35971"/>
                    </a:cubicBezTo>
                    <a:cubicBezTo>
                      <a:pt x="17524" y="36012"/>
                      <a:pt x="17516" y="36046"/>
                      <a:pt x="17507" y="36087"/>
                    </a:cubicBezTo>
                    <a:cubicBezTo>
                      <a:pt x="17507" y="36162"/>
                      <a:pt x="17549" y="36228"/>
                      <a:pt x="17607" y="36261"/>
                    </a:cubicBezTo>
                    <a:cubicBezTo>
                      <a:pt x="17665" y="36294"/>
                      <a:pt x="17731" y="36302"/>
                      <a:pt x="17797" y="36311"/>
                    </a:cubicBezTo>
                    <a:lnTo>
                      <a:pt x="18029" y="36311"/>
                    </a:lnTo>
                    <a:cubicBezTo>
                      <a:pt x="18129" y="36402"/>
                      <a:pt x="18261" y="36435"/>
                      <a:pt x="18394" y="36451"/>
                    </a:cubicBezTo>
                    <a:cubicBezTo>
                      <a:pt x="18493" y="36460"/>
                      <a:pt x="18585" y="36460"/>
                      <a:pt x="18684" y="36460"/>
                    </a:cubicBezTo>
                    <a:lnTo>
                      <a:pt x="18858" y="36460"/>
                    </a:lnTo>
                    <a:cubicBezTo>
                      <a:pt x="18916" y="36460"/>
                      <a:pt x="18966" y="36460"/>
                      <a:pt x="19024" y="36443"/>
                    </a:cubicBezTo>
                    <a:cubicBezTo>
                      <a:pt x="19024" y="36460"/>
                      <a:pt x="19024" y="36485"/>
                      <a:pt x="19032" y="36501"/>
                    </a:cubicBezTo>
                    <a:cubicBezTo>
                      <a:pt x="19032" y="36518"/>
                      <a:pt x="19057" y="36543"/>
                      <a:pt x="19073" y="36543"/>
                    </a:cubicBezTo>
                    <a:cubicBezTo>
                      <a:pt x="19247" y="36567"/>
                      <a:pt x="19413" y="36601"/>
                      <a:pt x="19587" y="36617"/>
                    </a:cubicBezTo>
                    <a:cubicBezTo>
                      <a:pt x="19689" y="36633"/>
                      <a:pt x="19795" y="36644"/>
                      <a:pt x="19900" y="36644"/>
                    </a:cubicBezTo>
                    <a:cubicBezTo>
                      <a:pt x="20068" y="36644"/>
                      <a:pt x="20235" y="36616"/>
                      <a:pt x="20382" y="36534"/>
                    </a:cubicBezTo>
                    <a:cubicBezTo>
                      <a:pt x="20498" y="36468"/>
                      <a:pt x="20598" y="36377"/>
                      <a:pt x="20672" y="36269"/>
                    </a:cubicBezTo>
                    <a:cubicBezTo>
                      <a:pt x="20714" y="36228"/>
                      <a:pt x="20747" y="36178"/>
                      <a:pt x="20780" y="36120"/>
                    </a:cubicBezTo>
                    <a:cubicBezTo>
                      <a:pt x="20838" y="36104"/>
                      <a:pt x="20888" y="36087"/>
                      <a:pt x="20946" y="36070"/>
                    </a:cubicBezTo>
                    <a:cubicBezTo>
                      <a:pt x="21132" y="36014"/>
                      <a:pt x="21319" y="35986"/>
                      <a:pt x="21509" y="35986"/>
                    </a:cubicBezTo>
                    <a:cubicBezTo>
                      <a:pt x="21572" y="35986"/>
                      <a:pt x="21636" y="35990"/>
                      <a:pt x="21700" y="35996"/>
                    </a:cubicBezTo>
                    <a:cubicBezTo>
                      <a:pt x="21965" y="36021"/>
                      <a:pt x="22222" y="36095"/>
                      <a:pt x="22479" y="36153"/>
                    </a:cubicBezTo>
                    <a:cubicBezTo>
                      <a:pt x="22709" y="36198"/>
                      <a:pt x="22946" y="36229"/>
                      <a:pt x="23184" y="36229"/>
                    </a:cubicBezTo>
                    <a:cubicBezTo>
                      <a:pt x="23211" y="36229"/>
                      <a:pt x="23238" y="36229"/>
                      <a:pt x="23266" y="36228"/>
                    </a:cubicBezTo>
                    <a:cubicBezTo>
                      <a:pt x="23531" y="36228"/>
                      <a:pt x="23796" y="36195"/>
                      <a:pt x="24061" y="36145"/>
                    </a:cubicBezTo>
                    <a:cubicBezTo>
                      <a:pt x="24293" y="36104"/>
                      <a:pt x="24534" y="36062"/>
                      <a:pt x="24749" y="35971"/>
                    </a:cubicBezTo>
                    <a:cubicBezTo>
                      <a:pt x="24931" y="35896"/>
                      <a:pt x="25105" y="35789"/>
                      <a:pt x="25188" y="35590"/>
                    </a:cubicBezTo>
                    <a:cubicBezTo>
                      <a:pt x="25279" y="35358"/>
                      <a:pt x="25180" y="35093"/>
                      <a:pt x="25072" y="34886"/>
                    </a:cubicBezTo>
                    <a:cubicBezTo>
                      <a:pt x="24964" y="34670"/>
                      <a:pt x="24848" y="34471"/>
                      <a:pt x="24732" y="34264"/>
                    </a:cubicBezTo>
                    <a:cubicBezTo>
                      <a:pt x="24699" y="34206"/>
                      <a:pt x="24666" y="34148"/>
                      <a:pt x="24633" y="34090"/>
                    </a:cubicBezTo>
                    <a:cubicBezTo>
                      <a:pt x="24625" y="34057"/>
                      <a:pt x="24616" y="34032"/>
                      <a:pt x="24616" y="34007"/>
                    </a:cubicBezTo>
                    <a:cubicBezTo>
                      <a:pt x="24608" y="33991"/>
                      <a:pt x="24608" y="33974"/>
                      <a:pt x="24600" y="33949"/>
                    </a:cubicBezTo>
                    <a:cubicBezTo>
                      <a:pt x="24600" y="33949"/>
                      <a:pt x="24600" y="33949"/>
                      <a:pt x="24600" y="33941"/>
                    </a:cubicBezTo>
                    <a:cubicBezTo>
                      <a:pt x="24625" y="33941"/>
                      <a:pt x="24650" y="33916"/>
                      <a:pt x="24650" y="33891"/>
                    </a:cubicBezTo>
                    <a:cubicBezTo>
                      <a:pt x="24633" y="33775"/>
                      <a:pt x="24633" y="33659"/>
                      <a:pt x="24625" y="33543"/>
                    </a:cubicBezTo>
                    <a:lnTo>
                      <a:pt x="24625" y="33543"/>
                    </a:lnTo>
                    <a:cubicBezTo>
                      <a:pt x="24630" y="33545"/>
                      <a:pt x="24636" y="33545"/>
                      <a:pt x="24641" y="33545"/>
                    </a:cubicBezTo>
                    <a:cubicBezTo>
                      <a:pt x="24668" y="33545"/>
                      <a:pt x="24691" y="33528"/>
                      <a:pt x="24691" y="33494"/>
                    </a:cubicBezTo>
                    <a:cubicBezTo>
                      <a:pt x="24699" y="33378"/>
                      <a:pt x="24708" y="33262"/>
                      <a:pt x="24708" y="33137"/>
                    </a:cubicBezTo>
                    <a:cubicBezTo>
                      <a:pt x="24708" y="33079"/>
                      <a:pt x="24708" y="33021"/>
                      <a:pt x="24708" y="32963"/>
                    </a:cubicBezTo>
                    <a:lnTo>
                      <a:pt x="24708" y="32955"/>
                    </a:lnTo>
                    <a:cubicBezTo>
                      <a:pt x="24766" y="33079"/>
                      <a:pt x="24824" y="33195"/>
                      <a:pt x="24898" y="33303"/>
                    </a:cubicBezTo>
                    <a:cubicBezTo>
                      <a:pt x="24912" y="33320"/>
                      <a:pt x="24931" y="33329"/>
                      <a:pt x="24950" y="33329"/>
                    </a:cubicBezTo>
                    <a:cubicBezTo>
                      <a:pt x="24975" y="33329"/>
                      <a:pt x="24998" y="33312"/>
                      <a:pt x="24998" y="33278"/>
                    </a:cubicBezTo>
                    <a:cubicBezTo>
                      <a:pt x="24998" y="33154"/>
                      <a:pt x="24989" y="33021"/>
                      <a:pt x="24973" y="32897"/>
                    </a:cubicBezTo>
                    <a:lnTo>
                      <a:pt x="24973" y="32897"/>
                    </a:lnTo>
                    <a:cubicBezTo>
                      <a:pt x="24981" y="32905"/>
                      <a:pt x="24989" y="32905"/>
                      <a:pt x="24998" y="32914"/>
                    </a:cubicBezTo>
                    <a:cubicBezTo>
                      <a:pt x="25008" y="32924"/>
                      <a:pt x="25021" y="32929"/>
                      <a:pt x="25033" y="32929"/>
                    </a:cubicBezTo>
                    <a:cubicBezTo>
                      <a:pt x="25058" y="32929"/>
                      <a:pt x="25080" y="32908"/>
                      <a:pt x="25080" y="32880"/>
                    </a:cubicBezTo>
                    <a:lnTo>
                      <a:pt x="25089" y="32499"/>
                    </a:lnTo>
                    <a:cubicBezTo>
                      <a:pt x="25097" y="32532"/>
                      <a:pt x="25114" y="32557"/>
                      <a:pt x="25130" y="32590"/>
                    </a:cubicBezTo>
                    <a:cubicBezTo>
                      <a:pt x="25137" y="32607"/>
                      <a:pt x="25152" y="32614"/>
                      <a:pt x="25168" y="32614"/>
                    </a:cubicBezTo>
                    <a:cubicBezTo>
                      <a:pt x="25192" y="32614"/>
                      <a:pt x="25218" y="32596"/>
                      <a:pt x="25213" y="32566"/>
                    </a:cubicBezTo>
                    <a:cubicBezTo>
                      <a:pt x="25155" y="32010"/>
                      <a:pt x="25114" y="31447"/>
                      <a:pt x="25072" y="30892"/>
                    </a:cubicBezTo>
                    <a:cubicBezTo>
                      <a:pt x="25138" y="30569"/>
                      <a:pt x="25188" y="30237"/>
                      <a:pt x="25180" y="29906"/>
                    </a:cubicBezTo>
                    <a:cubicBezTo>
                      <a:pt x="25172" y="29442"/>
                      <a:pt x="25014" y="29011"/>
                      <a:pt x="24815" y="28589"/>
                    </a:cubicBezTo>
                    <a:cubicBezTo>
                      <a:pt x="24608" y="28158"/>
                      <a:pt x="24376" y="27735"/>
                      <a:pt x="24128" y="27321"/>
                    </a:cubicBezTo>
                    <a:cubicBezTo>
                      <a:pt x="23879" y="26890"/>
                      <a:pt x="23622" y="26467"/>
                      <a:pt x="23374" y="26037"/>
                    </a:cubicBezTo>
                    <a:cubicBezTo>
                      <a:pt x="23117" y="25606"/>
                      <a:pt x="22860" y="25175"/>
                      <a:pt x="22603" y="24744"/>
                    </a:cubicBezTo>
                    <a:cubicBezTo>
                      <a:pt x="22363" y="24338"/>
                      <a:pt x="22106" y="23940"/>
                      <a:pt x="21799" y="23576"/>
                    </a:cubicBezTo>
                    <a:cubicBezTo>
                      <a:pt x="21509" y="23220"/>
                      <a:pt x="21178" y="22888"/>
                      <a:pt x="20871" y="22540"/>
                    </a:cubicBezTo>
                    <a:cubicBezTo>
                      <a:pt x="20598" y="22234"/>
                      <a:pt x="20349" y="21910"/>
                      <a:pt x="20092" y="21596"/>
                    </a:cubicBezTo>
                    <a:cubicBezTo>
                      <a:pt x="19844" y="21289"/>
                      <a:pt x="19595" y="20983"/>
                      <a:pt x="19305" y="20717"/>
                    </a:cubicBezTo>
                    <a:cubicBezTo>
                      <a:pt x="19065" y="20485"/>
                      <a:pt x="18792" y="20270"/>
                      <a:pt x="18485" y="20129"/>
                    </a:cubicBezTo>
                    <a:cubicBezTo>
                      <a:pt x="18361" y="20021"/>
                      <a:pt x="18245" y="19914"/>
                      <a:pt x="18121" y="19806"/>
                    </a:cubicBezTo>
                    <a:cubicBezTo>
                      <a:pt x="17781" y="19483"/>
                      <a:pt x="17458" y="19143"/>
                      <a:pt x="17143" y="18803"/>
                    </a:cubicBezTo>
                    <a:cubicBezTo>
                      <a:pt x="16828" y="18455"/>
                      <a:pt x="16513" y="18107"/>
                      <a:pt x="16173" y="17793"/>
                    </a:cubicBezTo>
                    <a:cubicBezTo>
                      <a:pt x="16008" y="17635"/>
                      <a:pt x="15825" y="17478"/>
                      <a:pt x="15643" y="17337"/>
                    </a:cubicBezTo>
                    <a:cubicBezTo>
                      <a:pt x="15469" y="17196"/>
                      <a:pt x="15287" y="17047"/>
                      <a:pt x="15121" y="16889"/>
                    </a:cubicBezTo>
                    <a:cubicBezTo>
                      <a:pt x="14815" y="16591"/>
                      <a:pt x="14599" y="16202"/>
                      <a:pt x="14243" y="15962"/>
                    </a:cubicBezTo>
                    <a:cubicBezTo>
                      <a:pt x="14284" y="15962"/>
                      <a:pt x="14309" y="15928"/>
                      <a:pt x="14309" y="15887"/>
                    </a:cubicBezTo>
                    <a:cubicBezTo>
                      <a:pt x="14260" y="15547"/>
                      <a:pt x="14127" y="15216"/>
                      <a:pt x="13928" y="14934"/>
                    </a:cubicBezTo>
                    <a:cubicBezTo>
                      <a:pt x="13845" y="14810"/>
                      <a:pt x="13746" y="14694"/>
                      <a:pt x="13638" y="14586"/>
                    </a:cubicBezTo>
                    <a:cubicBezTo>
                      <a:pt x="13580" y="14536"/>
                      <a:pt x="13522" y="14487"/>
                      <a:pt x="13456" y="14437"/>
                    </a:cubicBezTo>
                    <a:cubicBezTo>
                      <a:pt x="13398" y="14387"/>
                      <a:pt x="13323" y="14346"/>
                      <a:pt x="13274" y="14280"/>
                    </a:cubicBezTo>
                    <a:cubicBezTo>
                      <a:pt x="13216" y="14222"/>
                      <a:pt x="13191" y="14139"/>
                      <a:pt x="13166" y="14064"/>
                    </a:cubicBezTo>
                    <a:cubicBezTo>
                      <a:pt x="13141" y="13981"/>
                      <a:pt x="13108" y="13907"/>
                      <a:pt x="13066" y="13840"/>
                    </a:cubicBezTo>
                    <a:cubicBezTo>
                      <a:pt x="12992" y="13691"/>
                      <a:pt x="12876" y="13559"/>
                      <a:pt x="12768" y="13426"/>
                    </a:cubicBezTo>
                    <a:cubicBezTo>
                      <a:pt x="12536" y="13153"/>
                      <a:pt x="12304" y="12871"/>
                      <a:pt x="12080" y="12581"/>
                    </a:cubicBezTo>
                    <a:cubicBezTo>
                      <a:pt x="11865" y="12299"/>
                      <a:pt x="11666" y="12018"/>
                      <a:pt x="11467" y="11736"/>
                    </a:cubicBezTo>
                    <a:cubicBezTo>
                      <a:pt x="11509" y="11703"/>
                      <a:pt x="11542" y="11645"/>
                      <a:pt x="11550" y="11587"/>
                    </a:cubicBezTo>
                    <a:cubicBezTo>
                      <a:pt x="11575" y="11446"/>
                      <a:pt x="11517" y="11313"/>
                      <a:pt x="11500" y="11181"/>
                    </a:cubicBezTo>
                    <a:cubicBezTo>
                      <a:pt x="11484" y="11040"/>
                      <a:pt x="11476" y="10899"/>
                      <a:pt x="11484" y="10758"/>
                    </a:cubicBezTo>
                    <a:cubicBezTo>
                      <a:pt x="11492" y="10634"/>
                      <a:pt x="11525" y="10510"/>
                      <a:pt x="11525" y="10385"/>
                    </a:cubicBezTo>
                    <a:cubicBezTo>
                      <a:pt x="11534" y="10311"/>
                      <a:pt x="11525" y="10236"/>
                      <a:pt x="11484" y="10170"/>
                    </a:cubicBezTo>
                    <a:cubicBezTo>
                      <a:pt x="11517" y="10137"/>
                      <a:pt x="11534" y="10095"/>
                      <a:pt x="11534" y="10046"/>
                    </a:cubicBezTo>
                    <a:cubicBezTo>
                      <a:pt x="11525" y="10004"/>
                      <a:pt x="11500" y="9963"/>
                      <a:pt x="11476" y="9930"/>
                    </a:cubicBezTo>
                    <a:cubicBezTo>
                      <a:pt x="11451" y="9880"/>
                      <a:pt x="11426" y="9847"/>
                      <a:pt x="11434" y="9789"/>
                    </a:cubicBezTo>
                    <a:cubicBezTo>
                      <a:pt x="11434" y="9739"/>
                      <a:pt x="11451" y="9689"/>
                      <a:pt x="11451" y="9640"/>
                    </a:cubicBezTo>
                    <a:cubicBezTo>
                      <a:pt x="11459" y="9590"/>
                      <a:pt x="11459" y="9540"/>
                      <a:pt x="11459" y="9491"/>
                    </a:cubicBezTo>
                    <a:cubicBezTo>
                      <a:pt x="11459" y="9383"/>
                      <a:pt x="11451" y="9283"/>
                      <a:pt x="11442" y="9176"/>
                    </a:cubicBezTo>
                    <a:cubicBezTo>
                      <a:pt x="11409" y="8969"/>
                      <a:pt x="11351" y="8770"/>
                      <a:pt x="11310" y="8563"/>
                    </a:cubicBezTo>
                    <a:cubicBezTo>
                      <a:pt x="11235" y="8215"/>
                      <a:pt x="11194" y="7833"/>
                      <a:pt x="11360" y="7502"/>
                    </a:cubicBezTo>
                    <a:cubicBezTo>
                      <a:pt x="11360" y="7494"/>
                      <a:pt x="11360" y="7485"/>
                      <a:pt x="11360" y="7485"/>
                    </a:cubicBezTo>
                    <a:cubicBezTo>
                      <a:pt x="11451" y="7328"/>
                      <a:pt x="11442" y="7121"/>
                      <a:pt x="11326" y="6988"/>
                    </a:cubicBezTo>
                    <a:cubicBezTo>
                      <a:pt x="11335" y="6939"/>
                      <a:pt x="11376" y="6905"/>
                      <a:pt x="11409" y="6881"/>
                    </a:cubicBezTo>
                    <a:cubicBezTo>
                      <a:pt x="11459" y="6847"/>
                      <a:pt x="11509" y="6814"/>
                      <a:pt x="11558" y="6781"/>
                    </a:cubicBezTo>
                    <a:cubicBezTo>
                      <a:pt x="11625" y="6715"/>
                      <a:pt x="11674" y="6624"/>
                      <a:pt x="11658" y="6533"/>
                    </a:cubicBezTo>
                    <a:cubicBezTo>
                      <a:pt x="11708" y="6516"/>
                      <a:pt x="11749" y="6491"/>
                      <a:pt x="11790" y="6458"/>
                    </a:cubicBezTo>
                    <a:cubicBezTo>
                      <a:pt x="11923" y="6342"/>
                      <a:pt x="11948" y="6160"/>
                      <a:pt x="11998" y="5994"/>
                    </a:cubicBezTo>
                    <a:cubicBezTo>
                      <a:pt x="12022" y="5911"/>
                      <a:pt x="12056" y="5820"/>
                      <a:pt x="12097" y="5746"/>
                    </a:cubicBezTo>
                    <a:cubicBezTo>
                      <a:pt x="12147" y="5663"/>
                      <a:pt x="12205" y="5596"/>
                      <a:pt x="12238" y="5514"/>
                    </a:cubicBezTo>
                    <a:cubicBezTo>
                      <a:pt x="12263" y="5472"/>
                      <a:pt x="12271" y="5431"/>
                      <a:pt x="12271" y="5381"/>
                    </a:cubicBezTo>
                    <a:cubicBezTo>
                      <a:pt x="12271" y="5340"/>
                      <a:pt x="12263" y="5298"/>
                      <a:pt x="12246" y="5257"/>
                    </a:cubicBezTo>
                    <a:cubicBezTo>
                      <a:pt x="12230" y="5215"/>
                      <a:pt x="12230" y="5166"/>
                      <a:pt x="12238" y="5116"/>
                    </a:cubicBezTo>
                    <a:cubicBezTo>
                      <a:pt x="12246" y="5066"/>
                      <a:pt x="12246" y="5016"/>
                      <a:pt x="12254" y="4967"/>
                    </a:cubicBezTo>
                    <a:cubicBezTo>
                      <a:pt x="12271" y="4768"/>
                      <a:pt x="12288" y="4561"/>
                      <a:pt x="12312" y="4362"/>
                    </a:cubicBezTo>
                    <a:cubicBezTo>
                      <a:pt x="12387" y="3542"/>
                      <a:pt x="12470" y="2721"/>
                      <a:pt x="12586" y="1909"/>
                    </a:cubicBezTo>
                    <a:cubicBezTo>
                      <a:pt x="12611" y="1710"/>
                      <a:pt x="12644" y="1512"/>
                      <a:pt x="12669" y="1321"/>
                    </a:cubicBezTo>
                    <a:cubicBezTo>
                      <a:pt x="12685" y="1213"/>
                      <a:pt x="12702" y="1114"/>
                      <a:pt x="12718" y="1015"/>
                    </a:cubicBezTo>
                    <a:cubicBezTo>
                      <a:pt x="12735" y="915"/>
                      <a:pt x="12760" y="816"/>
                      <a:pt x="12760" y="716"/>
                    </a:cubicBezTo>
                    <a:cubicBezTo>
                      <a:pt x="12760" y="548"/>
                      <a:pt x="12573" y="490"/>
                      <a:pt x="12426" y="490"/>
                    </a:cubicBezTo>
                    <a:cubicBezTo>
                      <a:pt x="12407" y="490"/>
                      <a:pt x="12388" y="491"/>
                      <a:pt x="12370" y="493"/>
                    </a:cubicBezTo>
                    <a:cubicBezTo>
                      <a:pt x="12188" y="517"/>
                      <a:pt x="12031" y="600"/>
                      <a:pt x="11882" y="700"/>
                    </a:cubicBezTo>
                    <a:cubicBezTo>
                      <a:pt x="11310" y="1081"/>
                      <a:pt x="10887" y="1628"/>
                      <a:pt x="10415" y="2125"/>
                    </a:cubicBezTo>
                    <a:cubicBezTo>
                      <a:pt x="10183" y="2357"/>
                      <a:pt x="9934" y="2564"/>
                      <a:pt x="9702" y="2796"/>
                    </a:cubicBezTo>
                    <a:cubicBezTo>
                      <a:pt x="9504" y="2986"/>
                      <a:pt x="9321" y="3202"/>
                      <a:pt x="9222" y="3459"/>
                    </a:cubicBezTo>
                    <a:cubicBezTo>
                      <a:pt x="9205" y="3442"/>
                      <a:pt x="9189" y="3426"/>
                      <a:pt x="9164" y="3409"/>
                    </a:cubicBezTo>
                    <a:cubicBezTo>
                      <a:pt x="9137" y="3396"/>
                      <a:pt x="9106" y="3387"/>
                      <a:pt x="9075" y="3387"/>
                    </a:cubicBezTo>
                    <a:cubicBezTo>
                      <a:pt x="9048" y="3387"/>
                      <a:pt x="9021" y="3394"/>
                      <a:pt x="8998" y="3409"/>
                    </a:cubicBezTo>
                    <a:cubicBezTo>
                      <a:pt x="8965" y="3426"/>
                      <a:pt x="8949" y="3450"/>
                      <a:pt x="8932" y="3484"/>
                    </a:cubicBezTo>
                    <a:cubicBezTo>
                      <a:pt x="8915" y="3484"/>
                      <a:pt x="8891" y="3492"/>
                      <a:pt x="8891" y="3525"/>
                    </a:cubicBezTo>
                    <a:cubicBezTo>
                      <a:pt x="8891" y="3566"/>
                      <a:pt x="8891" y="3616"/>
                      <a:pt x="8891" y="3666"/>
                    </a:cubicBezTo>
                    <a:cubicBezTo>
                      <a:pt x="8866" y="3608"/>
                      <a:pt x="8841" y="3550"/>
                      <a:pt x="8816" y="3500"/>
                    </a:cubicBezTo>
                    <a:cubicBezTo>
                      <a:pt x="8810" y="3483"/>
                      <a:pt x="8797" y="3476"/>
                      <a:pt x="8783" y="3476"/>
                    </a:cubicBezTo>
                    <a:cubicBezTo>
                      <a:pt x="8757" y="3476"/>
                      <a:pt x="8728" y="3501"/>
                      <a:pt x="8733" y="3533"/>
                    </a:cubicBezTo>
                    <a:cubicBezTo>
                      <a:pt x="8750" y="3600"/>
                      <a:pt x="8775" y="3674"/>
                      <a:pt x="8791" y="3749"/>
                    </a:cubicBezTo>
                    <a:cubicBezTo>
                      <a:pt x="8700" y="3707"/>
                      <a:pt x="8592" y="3699"/>
                      <a:pt x="8501" y="3699"/>
                    </a:cubicBezTo>
                    <a:cubicBezTo>
                      <a:pt x="8195" y="3699"/>
                      <a:pt x="7896" y="3649"/>
                      <a:pt x="7598" y="3583"/>
                    </a:cubicBezTo>
                    <a:cubicBezTo>
                      <a:pt x="7449" y="3550"/>
                      <a:pt x="7300" y="3517"/>
                      <a:pt x="7142" y="3492"/>
                    </a:cubicBezTo>
                    <a:cubicBezTo>
                      <a:pt x="7068" y="3475"/>
                      <a:pt x="6993" y="3467"/>
                      <a:pt x="6919" y="3459"/>
                    </a:cubicBezTo>
                    <a:cubicBezTo>
                      <a:pt x="6910" y="3459"/>
                      <a:pt x="6894" y="3459"/>
                      <a:pt x="6885" y="3450"/>
                    </a:cubicBezTo>
                    <a:cubicBezTo>
                      <a:pt x="6894" y="3450"/>
                      <a:pt x="6894" y="3442"/>
                      <a:pt x="6894" y="3442"/>
                    </a:cubicBezTo>
                    <a:cubicBezTo>
                      <a:pt x="6894" y="3434"/>
                      <a:pt x="6894" y="3426"/>
                      <a:pt x="6894" y="3426"/>
                    </a:cubicBezTo>
                    <a:cubicBezTo>
                      <a:pt x="6894" y="3409"/>
                      <a:pt x="6902" y="3392"/>
                      <a:pt x="6902" y="3376"/>
                    </a:cubicBezTo>
                    <a:cubicBezTo>
                      <a:pt x="6902" y="3351"/>
                      <a:pt x="6910" y="3326"/>
                      <a:pt x="6919" y="3301"/>
                    </a:cubicBezTo>
                    <a:cubicBezTo>
                      <a:pt x="6935" y="3252"/>
                      <a:pt x="6968" y="3202"/>
                      <a:pt x="6985" y="3144"/>
                    </a:cubicBezTo>
                    <a:cubicBezTo>
                      <a:pt x="6992" y="3123"/>
                      <a:pt x="6976" y="3109"/>
                      <a:pt x="6956" y="3109"/>
                    </a:cubicBezTo>
                    <a:cubicBezTo>
                      <a:pt x="6952" y="3109"/>
                      <a:pt x="6948" y="3109"/>
                      <a:pt x="6943" y="3111"/>
                    </a:cubicBezTo>
                    <a:cubicBezTo>
                      <a:pt x="6902" y="3136"/>
                      <a:pt x="6877" y="3177"/>
                      <a:pt x="6861" y="3218"/>
                    </a:cubicBezTo>
                    <a:cubicBezTo>
                      <a:pt x="6861" y="3194"/>
                      <a:pt x="6852" y="3177"/>
                      <a:pt x="6852" y="3160"/>
                    </a:cubicBezTo>
                    <a:cubicBezTo>
                      <a:pt x="6848" y="3152"/>
                      <a:pt x="6842" y="3148"/>
                      <a:pt x="6836" y="3148"/>
                    </a:cubicBezTo>
                    <a:cubicBezTo>
                      <a:pt x="6829" y="3148"/>
                      <a:pt x="6823" y="3152"/>
                      <a:pt x="6819" y="3160"/>
                    </a:cubicBezTo>
                    <a:cubicBezTo>
                      <a:pt x="6811" y="3185"/>
                      <a:pt x="6811" y="3210"/>
                      <a:pt x="6811" y="3235"/>
                    </a:cubicBezTo>
                    <a:cubicBezTo>
                      <a:pt x="6769" y="3144"/>
                      <a:pt x="6711" y="3069"/>
                      <a:pt x="6662" y="2978"/>
                    </a:cubicBezTo>
                    <a:cubicBezTo>
                      <a:pt x="6595" y="2846"/>
                      <a:pt x="6554" y="2705"/>
                      <a:pt x="6496" y="2572"/>
                    </a:cubicBezTo>
                    <a:cubicBezTo>
                      <a:pt x="6388" y="2307"/>
                      <a:pt x="6264" y="2042"/>
                      <a:pt x="6140" y="1785"/>
                    </a:cubicBezTo>
                    <a:cubicBezTo>
                      <a:pt x="6007" y="1520"/>
                      <a:pt x="5866" y="1263"/>
                      <a:pt x="5734" y="1006"/>
                    </a:cubicBezTo>
                    <a:cubicBezTo>
                      <a:pt x="5667" y="874"/>
                      <a:pt x="5601" y="749"/>
                      <a:pt x="5535" y="617"/>
                    </a:cubicBezTo>
                    <a:cubicBezTo>
                      <a:pt x="5477" y="484"/>
                      <a:pt x="5427" y="360"/>
                      <a:pt x="5361" y="236"/>
                    </a:cubicBezTo>
                    <a:cubicBezTo>
                      <a:pt x="5303" y="120"/>
                      <a:pt x="5220" y="20"/>
                      <a:pt x="5087" y="4"/>
                    </a:cubicBezTo>
                    <a:cubicBezTo>
                      <a:pt x="5074" y="2"/>
                      <a:pt x="5060" y="1"/>
                      <a:pt x="50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6" name="Google Shape;2816;p5"/>
              <p:cNvSpPr/>
              <p:nvPr/>
            </p:nvSpPr>
            <p:spPr>
              <a:xfrm>
                <a:off x="1893550" y="2024800"/>
                <a:ext cx="225" cy="225"/>
              </a:xfrm>
              <a:custGeom>
                <a:rect b="b" l="l" r="r" t="t"/>
                <a:pathLst>
                  <a:path extrusionOk="0" h="9" w="9">
                    <a:moveTo>
                      <a:pt x="1" y="0"/>
                    </a:moveTo>
                    <a:lnTo>
                      <a:pt x="1" y="9"/>
                    </a:lnTo>
                    <a:cubicBezTo>
                      <a:pt x="9" y="9"/>
                      <a:pt x="9" y="9"/>
                      <a:pt x="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7" name="Google Shape;2817;p5"/>
              <p:cNvSpPr/>
              <p:nvPr/>
            </p:nvSpPr>
            <p:spPr>
              <a:xfrm>
                <a:off x="1890650" y="2024800"/>
                <a:ext cx="3550" cy="8175"/>
              </a:xfrm>
              <a:custGeom>
                <a:rect b="b" l="l" r="r" t="t"/>
                <a:pathLst>
                  <a:path extrusionOk="0" h="327" w="142">
                    <a:moveTo>
                      <a:pt x="92" y="0"/>
                    </a:moveTo>
                    <a:cubicBezTo>
                      <a:pt x="67" y="0"/>
                      <a:pt x="50" y="9"/>
                      <a:pt x="50" y="34"/>
                    </a:cubicBezTo>
                    <a:cubicBezTo>
                      <a:pt x="34" y="75"/>
                      <a:pt x="26" y="125"/>
                      <a:pt x="17" y="174"/>
                    </a:cubicBezTo>
                    <a:cubicBezTo>
                      <a:pt x="17" y="191"/>
                      <a:pt x="9" y="216"/>
                      <a:pt x="9" y="241"/>
                    </a:cubicBezTo>
                    <a:cubicBezTo>
                      <a:pt x="1" y="257"/>
                      <a:pt x="1" y="266"/>
                      <a:pt x="1" y="282"/>
                    </a:cubicBezTo>
                    <a:cubicBezTo>
                      <a:pt x="9" y="299"/>
                      <a:pt x="9" y="315"/>
                      <a:pt x="26" y="324"/>
                    </a:cubicBezTo>
                    <a:cubicBezTo>
                      <a:pt x="30" y="326"/>
                      <a:pt x="35" y="327"/>
                      <a:pt x="40" y="327"/>
                    </a:cubicBezTo>
                    <a:cubicBezTo>
                      <a:pt x="51" y="327"/>
                      <a:pt x="61" y="321"/>
                      <a:pt x="67" y="315"/>
                    </a:cubicBezTo>
                    <a:cubicBezTo>
                      <a:pt x="75" y="299"/>
                      <a:pt x="84" y="282"/>
                      <a:pt x="84" y="274"/>
                    </a:cubicBezTo>
                    <a:cubicBezTo>
                      <a:pt x="92" y="249"/>
                      <a:pt x="92" y="224"/>
                      <a:pt x="100" y="199"/>
                    </a:cubicBezTo>
                    <a:cubicBezTo>
                      <a:pt x="117" y="150"/>
                      <a:pt x="125" y="108"/>
                      <a:pt x="142" y="58"/>
                    </a:cubicBezTo>
                    <a:cubicBezTo>
                      <a:pt x="142" y="34"/>
                      <a:pt x="133" y="17"/>
                      <a:pt x="117" y="9"/>
                    </a:cubicBezTo>
                    <a:cubicBezTo>
                      <a:pt x="117" y="0"/>
                      <a:pt x="108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8" name="Google Shape;2818;p5"/>
              <p:cNvSpPr/>
              <p:nvPr/>
            </p:nvSpPr>
            <p:spPr>
              <a:xfrm>
                <a:off x="1892925" y="20248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9" name="Google Shape;2819;p5"/>
              <p:cNvSpPr/>
              <p:nvPr/>
            </p:nvSpPr>
            <p:spPr>
              <a:xfrm>
                <a:off x="1886925" y="2021925"/>
                <a:ext cx="2450" cy="9100"/>
              </a:xfrm>
              <a:custGeom>
                <a:rect b="b" l="l" r="r" t="t"/>
                <a:pathLst>
                  <a:path extrusionOk="0" h="364" w="98">
                    <a:moveTo>
                      <a:pt x="77" y="1"/>
                    </a:moveTo>
                    <a:cubicBezTo>
                      <a:pt x="73" y="1"/>
                      <a:pt x="69" y="3"/>
                      <a:pt x="67" y="8"/>
                    </a:cubicBezTo>
                    <a:cubicBezTo>
                      <a:pt x="9" y="115"/>
                      <a:pt x="1" y="240"/>
                      <a:pt x="17" y="347"/>
                    </a:cubicBezTo>
                    <a:cubicBezTo>
                      <a:pt x="25" y="364"/>
                      <a:pt x="34" y="364"/>
                      <a:pt x="50" y="364"/>
                    </a:cubicBezTo>
                    <a:cubicBezTo>
                      <a:pt x="59" y="364"/>
                      <a:pt x="67" y="347"/>
                      <a:pt x="67" y="339"/>
                    </a:cubicBezTo>
                    <a:cubicBezTo>
                      <a:pt x="50" y="231"/>
                      <a:pt x="67" y="132"/>
                      <a:pt x="92" y="24"/>
                    </a:cubicBezTo>
                    <a:cubicBezTo>
                      <a:pt x="98" y="13"/>
                      <a:pt x="87" y="1"/>
                      <a:pt x="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0" name="Google Shape;2820;p5"/>
              <p:cNvSpPr/>
              <p:nvPr/>
            </p:nvSpPr>
            <p:spPr>
              <a:xfrm>
                <a:off x="2013075" y="2009875"/>
                <a:ext cx="3750" cy="8525"/>
              </a:xfrm>
              <a:custGeom>
                <a:rect b="b" l="l" r="r" t="t"/>
                <a:pathLst>
                  <a:path extrusionOk="0" h="341" w="150">
                    <a:moveTo>
                      <a:pt x="116" y="0"/>
                    </a:moveTo>
                    <a:cubicBezTo>
                      <a:pt x="106" y="0"/>
                      <a:pt x="97" y="3"/>
                      <a:pt x="92" y="9"/>
                    </a:cubicBezTo>
                    <a:cubicBezTo>
                      <a:pt x="75" y="26"/>
                      <a:pt x="67" y="51"/>
                      <a:pt x="50" y="84"/>
                    </a:cubicBezTo>
                    <a:cubicBezTo>
                      <a:pt x="42" y="100"/>
                      <a:pt x="34" y="125"/>
                      <a:pt x="34" y="150"/>
                    </a:cubicBezTo>
                    <a:cubicBezTo>
                      <a:pt x="17" y="200"/>
                      <a:pt x="9" y="249"/>
                      <a:pt x="0" y="299"/>
                    </a:cubicBezTo>
                    <a:cubicBezTo>
                      <a:pt x="0" y="324"/>
                      <a:pt x="17" y="332"/>
                      <a:pt x="34" y="341"/>
                    </a:cubicBezTo>
                    <a:cubicBezTo>
                      <a:pt x="42" y="341"/>
                      <a:pt x="67" y="332"/>
                      <a:pt x="67" y="316"/>
                    </a:cubicBezTo>
                    <a:cubicBezTo>
                      <a:pt x="75" y="266"/>
                      <a:pt x="83" y="216"/>
                      <a:pt x="100" y="175"/>
                    </a:cubicBezTo>
                    <a:cubicBezTo>
                      <a:pt x="108" y="150"/>
                      <a:pt x="116" y="125"/>
                      <a:pt x="125" y="109"/>
                    </a:cubicBezTo>
                    <a:cubicBezTo>
                      <a:pt x="133" y="84"/>
                      <a:pt x="141" y="59"/>
                      <a:pt x="150" y="26"/>
                    </a:cubicBezTo>
                    <a:cubicBezTo>
                      <a:pt x="150" y="10"/>
                      <a:pt x="132" y="0"/>
                      <a:pt x="11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1" name="Google Shape;2821;p5"/>
              <p:cNvSpPr/>
              <p:nvPr/>
            </p:nvSpPr>
            <p:spPr>
              <a:xfrm>
                <a:off x="2012125" y="2007375"/>
                <a:ext cx="2625" cy="6725"/>
              </a:xfrm>
              <a:custGeom>
                <a:rect b="b" l="l" r="r" t="t"/>
                <a:pathLst>
                  <a:path extrusionOk="0" h="269" w="105">
                    <a:moveTo>
                      <a:pt x="86" y="1"/>
                    </a:moveTo>
                    <a:cubicBezTo>
                      <a:pt x="80" y="1"/>
                      <a:pt x="75" y="3"/>
                      <a:pt x="72" y="10"/>
                    </a:cubicBezTo>
                    <a:lnTo>
                      <a:pt x="72" y="18"/>
                    </a:lnTo>
                    <a:cubicBezTo>
                      <a:pt x="47" y="84"/>
                      <a:pt x="22" y="159"/>
                      <a:pt x="5" y="233"/>
                    </a:cubicBezTo>
                    <a:cubicBezTo>
                      <a:pt x="0" y="254"/>
                      <a:pt x="17" y="268"/>
                      <a:pt x="33" y="268"/>
                    </a:cubicBezTo>
                    <a:cubicBezTo>
                      <a:pt x="43" y="268"/>
                      <a:pt x="52" y="263"/>
                      <a:pt x="55" y="250"/>
                    </a:cubicBezTo>
                    <a:cubicBezTo>
                      <a:pt x="72" y="175"/>
                      <a:pt x="96" y="101"/>
                      <a:pt x="105" y="18"/>
                    </a:cubicBezTo>
                    <a:cubicBezTo>
                      <a:pt x="105" y="8"/>
                      <a:pt x="95" y="1"/>
                      <a:pt x="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2" name="Google Shape;2822;p5"/>
              <p:cNvSpPr/>
              <p:nvPr/>
            </p:nvSpPr>
            <p:spPr>
              <a:xfrm>
                <a:off x="2040825" y="1895750"/>
                <a:ext cx="5425" cy="11625"/>
              </a:xfrm>
              <a:custGeom>
                <a:rect b="b" l="l" r="r" t="t"/>
                <a:pathLst>
                  <a:path extrusionOk="0" h="465" w="217">
                    <a:moveTo>
                      <a:pt x="158" y="1"/>
                    </a:moveTo>
                    <a:cubicBezTo>
                      <a:pt x="125" y="17"/>
                      <a:pt x="100" y="67"/>
                      <a:pt x="92" y="100"/>
                    </a:cubicBezTo>
                    <a:cubicBezTo>
                      <a:pt x="75" y="133"/>
                      <a:pt x="67" y="166"/>
                      <a:pt x="59" y="199"/>
                    </a:cubicBezTo>
                    <a:cubicBezTo>
                      <a:pt x="50" y="233"/>
                      <a:pt x="34" y="274"/>
                      <a:pt x="25" y="307"/>
                    </a:cubicBezTo>
                    <a:cubicBezTo>
                      <a:pt x="17" y="340"/>
                      <a:pt x="9" y="382"/>
                      <a:pt x="1" y="415"/>
                    </a:cubicBezTo>
                    <a:cubicBezTo>
                      <a:pt x="1" y="440"/>
                      <a:pt x="17" y="456"/>
                      <a:pt x="42" y="465"/>
                    </a:cubicBezTo>
                    <a:cubicBezTo>
                      <a:pt x="59" y="465"/>
                      <a:pt x="83" y="456"/>
                      <a:pt x="100" y="440"/>
                    </a:cubicBezTo>
                    <a:cubicBezTo>
                      <a:pt x="133" y="373"/>
                      <a:pt x="150" y="299"/>
                      <a:pt x="175" y="233"/>
                    </a:cubicBezTo>
                    <a:cubicBezTo>
                      <a:pt x="183" y="199"/>
                      <a:pt x="191" y="166"/>
                      <a:pt x="199" y="125"/>
                    </a:cubicBezTo>
                    <a:cubicBezTo>
                      <a:pt x="208" y="92"/>
                      <a:pt x="216" y="50"/>
                      <a:pt x="199" y="17"/>
                    </a:cubicBezTo>
                    <a:cubicBezTo>
                      <a:pt x="191" y="1"/>
                      <a:pt x="175" y="1"/>
                      <a:pt x="1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3" name="Google Shape;2823;p5"/>
              <p:cNvSpPr/>
              <p:nvPr/>
            </p:nvSpPr>
            <p:spPr>
              <a:xfrm>
                <a:off x="2044775" y="1886850"/>
                <a:ext cx="1875" cy="4575"/>
              </a:xfrm>
              <a:custGeom>
                <a:rect b="b" l="l" r="r" t="t"/>
                <a:pathLst>
                  <a:path extrusionOk="0" h="183" w="75">
                    <a:moveTo>
                      <a:pt x="58" y="0"/>
                    </a:moveTo>
                    <a:cubicBezTo>
                      <a:pt x="50" y="0"/>
                      <a:pt x="41" y="9"/>
                      <a:pt x="41" y="17"/>
                    </a:cubicBezTo>
                    <a:cubicBezTo>
                      <a:pt x="33" y="25"/>
                      <a:pt x="33" y="42"/>
                      <a:pt x="33" y="50"/>
                    </a:cubicBezTo>
                    <a:cubicBezTo>
                      <a:pt x="25" y="58"/>
                      <a:pt x="25" y="67"/>
                      <a:pt x="25" y="75"/>
                    </a:cubicBezTo>
                    <a:cubicBezTo>
                      <a:pt x="17" y="100"/>
                      <a:pt x="8" y="116"/>
                      <a:pt x="8" y="133"/>
                    </a:cubicBezTo>
                    <a:cubicBezTo>
                      <a:pt x="0" y="158"/>
                      <a:pt x="17" y="174"/>
                      <a:pt x="33" y="183"/>
                    </a:cubicBezTo>
                    <a:cubicBezTo>
                      <a:pt x="58" y="183"/>
                      <a:pt x="75" y="166"/>
                      <a:pt x="75" y="149"/>
                    </a:cubicBezTo>
                    <a:cubicBezTo>
                      <a:pt x="75" y="125"/>
                      <a:pt x="75" y="108"/>
                      <a:pt x="75" y="83"/>
                    </a:cubicBezTo>
                    <a:cubicBezTo>
                      <a:pt x="75" y="75"/>
                      <a:pt x="75" y="67"/>
                      <a:pt x="75" y="58"/>
                    </a:cubicBezTo>
                    <a:lnTo>
                      <a:pt x="75" y="25"/>
                    </a:lnTo>
                    <a:cubicBezTo>
                      <a:pt x="75" y="17"/>
                      <a:pt x="66" y="9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4" name="Google Shape;2824;p5"/>
              <p:cNvSpPr/>
              <p:nvPr/>
            </p:nvSpPr>
            <p:spPr>
              <a:xfrm>
                <a:off x="2037925" y="1900775"/>
                <a:ext cx="1475" cy="8475"/>
              </a:xfrm>
              <a:custGeom>
                <a:rect b="b" l="l" r="r" t="t"/>
                <a:pathLst>
                  <a:path extrusionOk="0" h="339" w="59">
                    <a:moveTo>
                      <a:pt x="30" y="0"/>
                    </a:moveTo>
                    <a:cubicBezTo>
                      <a:pt x="23" y="0"/>
                      <a:pt x="17" y="3"/>
                      <a:pt x="17" y="7"/>
                    </a:cubicBezTo>
                    <a:cubicBezTo>
                      <a:pt x="1" y="56"/>
                      <a:pt x="1" y="114"/>
                      <a:pt x="1" y="164"/>
                    </a:cubicBezTo>
                    <a:cubicBezTo>
                      <a:pt x="9" y="214"/>
                      <a:pt x="9" y="264"/>
                      <a:pt x="9" y="313"/>
                    </a:cubicBezTo>
                    <a:cubicBezTo>
                      <a:pt x="9" y="330"/>
                      <a:pt x="19" y="338"/>
                      <a:pt x="30" y="338"/>
                    </a:cubicBezTo>
                    <a:cubicBezTo>
                      <a:pt x="40" y="338"/>
                      <a:pt x="50" y="330"/>
                      <a:pt x="50" y="313"/>
                    </a:cubicBezTo>
                    <a:lnTo>
                      <a:pt x="50" y="164"/>
                    </a:lnTo>
                    <a:cubicBezTo>
                      <a:pt x="59" y="114"/>
                      <a:pt x="59" y="56"/>
                      <a:pt x="42" y="7"/>
                    </a:cubicBezTo>
                    <a:cubicBezTo>
                      <a:pt x="42" y="3"/>
                      <a:pt x="36" y="0"/>
                      <a:pt x="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5" name="Google Shape;2825;p5"/>
              <p:cNvSpPr/>
              <p:nvPr/>
            </p:nvSpPr>
            <p:spPr>
              <a:xfrm>
                <a:off x="1937675" y="1781175"/>
                <a:ext cx="3975" cy="8475"/>
              </a:xfrm>
              <a:custGeom>
                <a:rect b="b" l="l" r="r" t="t"/>
                <a:pathLst>
                  <a:path extrusionOk="0" h="339" w="159">
                    <a:moveTo>
                      <a:pt x="27" y="0"/>
                    </a:moveTo>
                    <a:cubicBezTo>
                      <a:pt x="21" y="0"/>
                      <a:pt x="17" y="3"/>
                      <a:pt x="17" y="10"/>
                    </a:cubicBezTo>
                    <a:cubicBezTo>
                      <a:pt x="0" y="43"/>
                      <a:pt x="0" y="68"/>
                      <a:pt x="9" y="101"/>
                    </a:cubicBezTo>
                    <a:cubicBezTo>
                      <a:pt x="9" y="126"/>
                      <a:pt x="17" y="151"/>
                      <a:pt x="25" y="176"/>
                    </a:cubicBezTo>
                    <a:cubicBezTo>
                      <a:pt x="42" y="225"/>
                      <a:pt x="58" y="275"/>
                      <a:pt x="92" y="325"/>
                    </a:cubicBezTo>
                    <a:cubicBezTo>
                      <a:pt x="96" y="335"/>
                      <a:pt x="105" y="339"/>
                      <a:pt x="114" y="339"/>
                    </a:cubicBezTo>
                    <a:cubicBezTo>
                      <a:pt x="135" y="339"/>
                      <a:pt x="159" y="315"/>
                      <a:pt x="141" y="292"/>
                    </a:cubicBezTo>
                    <a:cubicBezTo>
                      <a:pt x="125" y="250"/>
                      <a:pt x="100" y="201"/>
                      <a:pt x="92" y="159"/>
                    </a:cubicBezTo>
                    <a:cubicBezTo>
                      <a:pt x="83" y="134"/>
                      <a:pt x="75" y="109"/>
                      <a:pt x="75" y="85"/>
                    </a:cubicBezTo>
                    <a:cubicBezTo>
                      <a:pt x="67" y="60"/>
                      <a:pt x="67" y="35"/>
                      <a:pt x="50" y="10"/>
                    </a:cubicBezTo>
                    <a:cubicBezTo>
                      <a:pt x="45" y="5"/>
                      <a:pt x="35" y="0"/>
                      <a:pt x="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6" name="Google Shape;2826;p5"/>
              <p:cNvSpPr/>
              <p:nvPr/>
            </p:nvSpPr>
            <p:spPr>
              <a:xfrm>
                <a:off x="1931675" y="1776350"/>
                <a:ext cx="2100" cy="5575"/>
              </a:xfrm>
              <a:custGeom>
                <a:rect b="b" l="l" r="r" t="t"/>
                <a:pathLst>
                  <a:path extrusionOk="0" h="223" w="84">
                    <a:moveTo>
                      <a:pt x="16" y="1"/>
                    </a:moveTo>
                    <a:cubicBezTo>
                      <a:pt x="8" y="1"/>
                      <a:pt x="0" y="7"/>
                      <a:pt x="0" y="12"/>
                    </a:cubicBezTo>
                    <a:cubicBezTo>
                      <a:pt x="0" y="79"/>
                      <a:pt x="8" y="137"/>
                      <a:pt x="25" y="203"/>
                    </a:cubicBezTo>
                    <a:cubicBezTo>
                      <a:pt x="25" y="215"/>
                      <a:pt x="34" y="223"/>
                      <a:pt x="45" y="223"/>
                    </a:cubicBezTo>
                    <a:cubicBezTo>
                      <a:pt x="49" y="223"/>
                      <a:pt x="54" y="222"/>
                      <a:pt x="58" y="220"/>
                    </a:cubicBezTo>
                    <a:cubicBezTo>
                      <a:pt x="75" y="220"/>
                      <a:pt x="83" y="203"/>
                      <a:pt x="75" y="186"/>
                    </a:cubicBezTo>
                    <a:cubicBezTo>
                      <a:pt x="66" y="128"/>
                      <a:pt x="50" y="62"/>
                      <a:pt x="25" y="4"/>
                    </a:cubicBezTo>
                    <a:cubicBezTo>
                      <a:pt x="23" y="2"/>
                      <a:pt x="19" y="1"/>
                      <a:pt x="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7" name="Google Shape;2827;p5"/>
              <p:cNvSpPr/>
              <p:nvPr/>
            </p:nvSpPr>
            <p:spPr>
              <a:xfrm>
                <a:off x="1891475" y="1669400"/>
                <a:ext cx="3550" cy="17225"/>
              </a:xfrm>
              <a:custGeom>
                <a:rect b="b" l="l" r="r" t="t"/>
                <a:pathLst>
                  <a:path extrusionOk="0" h="689" w="142">
                    <a:moveTo>
                      <a:pt x="91" y="1"/>
                    </a:moveTo>
                    <a:cubicBezTo>
                      <a:pt x="80" y="1"/>
                      <a:pt x="67" y="7"/>
                      <a:pt x="59" y="15"/>
                    </a:cubicBezTo>
                    <a:cubicBezTo>
                      <a:pt x="17" y="48"/>
                      <a:pt x="17" y="123"/>
                      <a:pt x="9" y="172"/>
                    </a:cubicBezTo>
                    <a:cubicBezTo>
                      <a:pt x="1" y="230"/>
                      <a:pt x="1" y="280"/>
                      <a:pt x="1" y="338"/>
                    </a:cubicBezTo>
                    <a:cubicBezTo>
                      <a:pt x="1" y="446"/>
                      <a:pt x="26" y="554"/>
                      <a:pt x="59" y="661"/>
                    </a:cubicBezTo>
                    <a:cubicBezTo>
                      <a:pt x="65" y="681"/>
                      <a:pt x="80" y="689"/>
                      <a:pt x="94" y="689"/>
                    </a:cubicBezTo>
                    <a:cubicBezTo>
                      <a:pt x="116" y="689"/>
                      <a:pt x="138" y="670"/>
                      <a:pt x="133" y="645"/>
                    </a:cubicBezTo>
                    <a:cubicBezTo>
                      <a:pt x="109" y="537"/>
                      <a:pt x="100" y="438"/>
                      <a:pt x="100" y="330"/>
                    </a:cubicBezTo>
                    <a:cubicBezTo>
                      <a:pt x="109" y="280"/>
                      <a:pt x="109" y="222"/>
                      <a:pt x="117" y="172"/>
                    </a:cubicBezTo>
                    <a:cubicBezTo>
                      <a:pt x="125" y="123"/>
                      <a:pt x="142" y="65"/>
                      <a:pt x="117" y="23"/>
                    </a:cubicBezTo>
                    <a:cubicBezTo>
                      <a:pt x="113" y="7"/>
                      <a:pt x="102" y="1"/>
                      <a:pt x="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8" name="Google Shape;2828;p5"/>
              <p:cNvSpPr/>
              <p:nvPr/>
            </p:nvSpPr>
            <p:spPr>
              <a:xfrm>
                <a:off x="1891900" y="1659200"/>
                <a:ext cx="2100" cy="3950"/>
              </a:xfrm>
              <a:custGeom>
                <a:rect b="b" l="l" r="r" t="t"/>
                <a:pathLst>
                  <a:path extrusionOk="0" h="158" w="84">
                    <a:moveTo>
                      <a:pt x="25" y="1"/>
                    </a:moveTo>
                    <a:cubicBezTo>
                      <a:pt x="17" y="1"/>
                      <a:pt x="9" y="1"/>
                      <a:pt x="9" y="9"/>
                    </a:cubicBezTo>
                    <a:cubicBezTo>
                      <a:pt x="0" y="9"/>
                      <a:pt x="0" y="17"/>
                      <a:pt x="0" y="25"/>
                    </a:cubicBezTo>
                    <a:cubicBezTo>
                      <a:pt x="0" y="67"/>
                      <a:pt x="9" y="100"/>
                      <a:pt x="17" y="133"/>
                    </a:cubicBezTo>
                    <a:cubicBezTo>
                      <a:pt x="17" y="141"/>
                      <a:pt x="25" y="150"/>
                      <a:pt x="25" y="158"/>
                    </a:cubicBezTo>
                    <a:lnTo>
                      <a:pt x="50" y="158"/>
                    </a:lnTo>
                    <a:cubicBezTo>
                      <a:pt x="75" y="150"/>
                      <a:pt x="83" y="133"/>
                      <a:pt x="75" y="117"/>
                    </a:cubicBezTo>
                    <a:cubicBezTo>
                      <a:pt x="67" y="83"/>
                      <a:pt x="58" y="50"/>
                      <a:pt x="50" y="17"/>
                    </a:cubicBezTo>
                    <a:cubicBezTo>
                      <a:pt x="50" y="9"/>
                      <a:pt x="34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9" name="Google Shape;2829;p5"/>
              <p:cNvSpPr/>
              <p:nvPr/>
            </p:nvSpPr>
            <p:spPr>
              <a:xfrm>
                <a:off x="1890450" y="1646350"/>
                <a:ext cx="2100" cy="1700"/>
              </a:xfrm>
              <a:custGeom>
                <a:rect b="b" l="l" r="r" t="t"/>
                <a:pathLst>
                  <a:path extrusionOk="0" h="68" w="84">
                    <a:moveTo>
                      <a:pt x="42" y="1"/>
                    </a:moveTo>
                    <a:cubicBezTo>
                      <a:pt x="0" y="1"/>
                      <a:pt x="0" y="67"/>
                      <a:pt x="42" y="67"/>
                    </a:cubicBezTo>
                    <a:cubicBezTo>
                      <a:pt x="83" y="67"/>
                      <a:pt x="83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0" name="Google Shape;2830;p5"/>
              <p:cNvSpPr/>
              <p:nvPr/>
            </p:nvSpPr>
            <p:spPr>
              <a:xfrm>
                <a:off x="2051175" y="1678275"/>
                <a:ext cx="7350" cy="20800"/>
              </a:xfrm>
              <a:custGeom>
                <a:rect b="b" l="l" r="r" t="t"/>
                <a:pathLst>
                  <a:path extrusionOk="0" h="832" w="294">
                    <a:moveTo>
                      <a:pt x="245" y="1"/>
                    </a:moveTo>
                    <a:cubicBezTo>
                      <a:pt x="233" y="1"/>
                      <a:pt x="222" y="5"/>
                      <a:pt x="216" y="16"/>
                    </a:cubicBezTo>
                    <a:cubicBezTo>
                      <a:pt x="167" y="141"/>
                      <a:pt x="117" y="265"/>
                      <a:pt x="84" y="389"/>
                    </a:cubicBezTo>
                    <a:cubicBezTo>
                      <a:pt x="67" y="455"/>
                      <a:pt x="51" y="513"/>
                      <a:pt x="34" y="580"/>
                    </a:cubicBezTo>
                    <a:cubicBezTo>
                      <a:pt x="26" y="646"/>
                      <a:pt x="1" y="721"/>
                      <a:pt x="1" y="787"/>
                    </a:cubicBezTo>
                    <a:cubicBezTo>
                      <a:pt x="1" y="815"/>
                      <a:pt x="27" y="832"/>
                      <a:pt x="51" y="832"/>
                    </a:cubicBezTo>
                    <a:cubicBezTo>
                      <a:pt x="70" y="832"/>
                      <a:pt x="88" y="821"/>
                      <a:pt x="92" y="795"/>
                    </a:cubicBezTo>
                    <a:cubicBezTo>
                      <a:pt x="109" y="737"/>
                      <a:pt x="117" y="671"/>
                      <a:pt x="125" y="605"/>
                    </a:cubicBezTo>
                    <a:cubicBezTo>
                      <a:pt x="133" y="538"/>
                      <a:pt x="150" y="480"/>
                      <a:pt x="167" y="414"/>
                    </a:cubicBezTo>
                    <a:cubicBezTo>
                      <a:pt x="200" y="290"/>
                      <a:pt x="233" y="165"/>
                      <a:pt x="283" y="41"/>
                    </a:cubicBezTo>
                    <a:cubicBezTo>
                      <a:pt x="294" y="19"/>
                      <a:pt x="268" y="1"/>
                      <a:pt x="2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1" name="Google Shape;2831;p5"/>
              <p:cNvSpPr/>
              <p:nvPr/>
            </p:nvSpPr>
            <p:spPr>
              <a:xfrm>
                <a:off x="2044775" y="1692500"/>
                <a:ext cx="2925" cy="7750"/>
              </a:xfrm>
              <a:custGeom>
                <a:rect b="b" l="l" r="r" t="t"/>
                <a:pathLst>
                  <a:path extrusionOk="0" h="310" w="117">
                    <a:moveTo>
                      <a:pt x="82" y="0"/>
                    </a:moveTo>
                    <a:cubicBezTo>
                      <a:pt x="69" y="0"/>
                      <a:pt x="56" y="12"/>
                      <a:pt x="50" y="19"/>
                    </a:cubicBezTo>
                    <a:cubicBezTo>
                      <a:pt x="41" y="69"/>
                      <a:pt x="33" y="110"/>
                      <a:pt x="25" y="160"/>
                    </a:cubicBezTo>
                    <a:cubicBezTo>
                      <a:pt x="8" y="201"/>
                      <a:pt x="0" y="243"/>
                      <a:pt x="8" y="292"/>
                    </a:cubicBezTo>
                    <a:cubicBezTo>
                      <a:pt x="8" y="303"/>
                      <a:pt x="18" y="310"/>
                      <a:pt x="27" y="310"/>
                    </a:cubicBezTo>
                    <a:cubicBezTo>
                      <a:pt x="33" y="310"/>
                      <a:pt x="38" y="307"/>
                      <a:pt x="41" y="301"/>
                    </a:cubicBezTo>
                    <a:cubicBezTo>
                      <a:pt x="66" y="259"/>
                      <a:pt x="75" y="218"/>
                      <a:pt x="83" y="176"/>
                    </a:cubicBezTo>
                    <a:cubicBezTo>
                      <a:pt x="91" y="127"/>
                      <a:pt x="99" y="85"/>
                      <a:pt x="108" y="36"/>
                    </a:cubicBezTo>
                    <a:cubicBezTo>
                      <a:pt x="116" y="19"/>
                      <a:pt x="108" y="2"/>
                      <a:pt x="91" y="2"/>
                    </a:cubicBezTo>
                    <a:cubicBezTo>
                      <a:pt x="88" y="1"/>
                      <a:pt x="85" y="0"/>
                      <a:pt x="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2" name="Google Shape;2832;p5"/>
              <p:cNvSpPr/>
              <p:nvPr/>
            </p:nvSpPr>
            <p:spPr>
              <a:xfrm>
                <a:off x="2038350" y="1694625"/>
                <a:ext cx="1875" cy="11700"/>
              </a:xfrm>
              <a:custGeom>
                <a:rect b="b" l="l" r="r" t="t"/>
                <a:pathLst>
                  <a:path extrusionOk="0" h="468" w="75">
                    <a:moveTo>
                      <a:pt x="32" y="0"/>
                    </a:moveTo>
                    <a:cubicBezTo>
                      <a:pt x="19" y="0"/>
                      <a:pt x="4" y="9"/>
                      <a:pt x="0" y="25"/>
                    </a:cubicBezTo>
                    <a:cubicBezTo>
                      <a:pt x="0" y="100"/>
                      <a:pt x="0" y="174"/>
                      <a:pt x="0" y="241"/>
                    </a:cubicBezTo>
                    <a:cubicBezTo>
                      <a:pt x="8" y="315"/>
                      <a:pt x="8" y="390"/>
                      <a:pt x="33" y="456"/>
                    </a:cubicBezTo>
                    <a:cubicBezTo>
                      <a:pt x="37" y="463"/>
                      <a:pt x="44" y="468"/>
                      <a:pt x="51" y="468"/>
                    </a:cubicBezTo>
                    <a:cubicBezTo>
                      <a:pt x="59" y="468"/>
                      <a:pt x="66" y="461"/>
                      <a:pt x="66" y="448"/>
                    </a:cubicBezTo>
                    <a:cubicBezTo>
                      <a:pt x="75" y="381"/>
                      <a:pt x="58" y="307"/>
                      <a:pt x="58" y="241"/>
                    </a:cubicBezTo>
                    <a:cubicBezTo>
                      <a:pt x="58" y="166"/>
                      <a:pt x="58" y="100"/>
                      <a:pt x="58" y="25"/>
                    </a:cubicBezTo>
                    <a:cubicBezTo>
                      <a:pt x="58" y="9"/>
                      <a:pt x="46" y="0"/>
                      <a:pt x="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3" name="Google Shape;2833;p5"/>
              <p:cNvSpPr/>
              <p:nvPr/>
            </p:nvSpPr>
            <p:spPr>
              <a:xfrm>
                <a:off x="2220425" y="1931625"/>
                <a:ext cx="25575" cy="36525"/>
              </a:xfrm>
              <a:custGeom>
                <a:rect b="b" l="l" r="r" t="t"/>
                <a:pathLst>
                  <a:path extrusionOk="0" h="1461" w="1023">
                    <a:moveTo>
                      <a:pt x="43" y="0"/>
                    </a:moveTo>
                    <a:cubicBezTo>
                      <a:pt x="29" y="0"/>
                      <a:pt x="13" y="9"/>
                      <a:pt x="8" y="24"/>
                    </a:cubicBezTo>
                    <a:cubicBezTo>
                      <a:pt x="0" y="90"/>
                      <a:pt x="8" y="156"/>
                      <a:pt x="25" y="223"/>
                    </a:cubicBezTo>
                    <a:cubicBezTo>
                      <a:pt x="33" y="289"/>
                      <a:pt x="50" y="347"/>
                      <a:pt x="66" y="405"/>
                    </a:cubicBezTo>
                    <a:cubicBezTo>
                      <a:pt x="216" y="852"/>
                      <a:pt x="539" y="1233"/>
                      <a:pt x="945" y="1457"/>
                    </a:cubicBezTo>
                    <a:cubicBezTo>
                      <a:pt x="950" y="1459"/>
                      <a:pt x="955" y="1460"/>
                      <a:pt x="960" y="1460"/>
                    </a:cubicBezTo>
                    <a:cubicBezTo>
                      <a:pt x="995" y="1460"/>
                      <a:pt x="1023" y="1413"/>
                      <a:pt x="986" y="1391"/>
                    </a:cubicBezTo>
                    <a:cubicBezTo>
                      <a:pt x="878" y="1325"/>
                      <a:pt x="779" y="1242"/>
                      <a:pt x="688" y="1159"/>
                    </a:cubicBezTo>
                    <a:cubicBezTo>
                      <a:pt x="530" y="1010"/>
                      <a:pt x="390" y="827"/>
                      <a:pt x="290" y="629"/>
                    </a:cubicBezTo>
                    <a:cubicBezTo>
                      <a:pt x="240" y="537"/>
                      <a:pt x="199" y="430"/>
                      <a:pt x="166" y="330"/>
                    </a:cubicBezTo>
                    <a:cubicBezTo>
                      <a:pt x="149" y="281"/>
                      <a:pt x="133" y="223"/>
                      <a:pt x="116" y="173"/>
                    </a:cubicBezTo>
                    <a:cubicBezTo>
                      <a:pt x="100" y="123"/>
                      <a:pt x="91" y="65"/>
                      <a:pt x="66" y="15"/>
                    </a:cubicBezTo>
                    <a:cubicBezTo>
                      <a:pt x="63" y="5"/>
                      <a:pt x="54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4" name="Google Shape;2834;p5"/>
              <p:cNvSpPr/>
              <p:nvPr/>
            </p:nvSpPr>
            <p:spPr>
              <a:xfrm>
                <a:off x="2211925" y="1929975"/>
                <a:ext cx="10100" cy="18675"/>
              </a:xfrm>
              <a:custGeom>
                <a:rect b="b" l="l" r="r" t="t"/>
                <a:pathLst>
                  <a:path extrusionOk="0" h="747" w="404">
                    <a:moveTo>
                      <a:pt x="30" y="0"/>
                    </a:moveTo>
                    <a:cubicBezTo>
                      <a:pt x="17" y="0"/>
                      <a:pt x="0" y="12"/>
                      <a:pt x="0" y="23"/>
                    </a:cubicBezTo>
                    <a:cubicBezTo>
                      <a:pt x="83" y="280"/>
                      <a:pt x="216" y="512"/>
                      <a:pt x="357" y="736"/>
                    </a:cubicBezTo>
                    <a:cubicBezTo>
                      <a:pt x="362" y="743"/>
                      <a:pt x="368" y="746"/>
                      <a:pt x="374" y="746"/>
                    </a:cubicBezTo>
                    <a:cubicBezTo>
                      <a:pt x="389" y="746"/>
                      <a:pt x="404" y="729"/>
                      <a:pt x="398" y="711"/>
                    </a:cubicBezTo>
                    <a:cubicBezTo>
                      <a:pt x="257" y="487"/>
                      <a:pt x="150" y="247"/>
                      <a:pt x="42" y="7"/>
                    </a:cubicBezTo>
                    <a:cubicBezTo>
                      <a:pt x="39" y="2"/>
                      <a:pt x="35" y="0"/>
                      <a:pt x="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5" name="Google Shape;2835;p5"/>
              <p:cNvSpPr/>
              <p:nvPr/>
            </p:nvSpPr>
            <p:spPr>
              <a:xfrm>
                <a:off x="2202875" y="1918325"/>
                <a:ext cx="8550" cy="17275"/>
              </a:xfrm>
              <a:custGeom>
                <a:rect b="b" l="l" r="r" t="t"/>
                <a:pathLst>
                  <a:path extrusionOk="0" h="691" w="342">
                    <a:moveTo>
                      <a:pt x="24" y="0"/>
                    </a:moveTo>
                    <a:cubicBezTo>
                      <a:pt x="13" y="0"/>
                      <a:pt x="1" y="9"/>
                      <a:pt x="6" y="26"/>
                    </a:cubicBezTo>
                    <a:cubicBezTo>
                      <a:pt x="89" y="241"/>
                      <a:pt x="197" y="456"/>
                      <a:pt x="288" y="680"/>
                    </a:cubicBezTo>
                    <a:cubicBezTo>
                      <a:pt x="293" y="687"/>
                      <a:pt x="300" y="690"/>
                      <a:pt x="307" y="690"/>
                    </a:cubicBezTo>
                    <a:cubicBezTo>
                      <a:pt x="324" y="690"/>
                      <a:pt x="341" y="673"/>
                      <a:pt x="329" y="655"/>
                    </a:cubicBezTo>
                    <a:cubicBezTo>
                      <a:pt x="238" y="440"/>
                      <a:pt x="147" y="216"/>
                      <a:pt x="39" y="9"/>
                    </a:cubicBezTo>
                    <a:cubicBezTo>
                      <a:pt x="36" y="3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6" name="Google Shape;2836;p5"/>
              <p:cNvSpPr/>
              <p:nvPr/>
            </p:nvSpPr>
            <p:spPr>
              <a:xfrm>
                <a:off x="2187275" y="1858950"/>
                <a:ext cx="17925" cy="71550"/>
              </a:xfrm>
              <a:custGeom>
                <a:rect b="b" l="l" r="r" t="t"/>
                <a:pathLst>
                  <a:path extrusionOk="0" h="2862" w="717">
                    <a:moveTo>
                      <a:pt x="83" y="1"/>
                    </a:moveTo>
                    <a:cubicBezTo>
                      <a:pt x="70" y="1"/>
                      <a:pt x="58" y="9"/>
                      <a:pt x="58" y="23"/>
                    </a:cubicBezTo>
                    <a:cubicBezTo>
                      <a:pt x="42" y="139"/>
                      <a:pt x="50" y="255"/>
                      <a:pt x="42" y="362"/>
                    </a:cubicBezTo>
                    <a:cubicBezTo>
                      <a:pt x="34" y="470"/>
                      <a:pt x="34" y="586"/>
                      <a:pt x="25" y="694"/>
                    </a:cubicBezTo>
                    <a:cubicBezTo>
                      <a:pt x="17" y="1083"/>
                      <a:pt x="0" y="1489"/>
                      <a:pt x="116" y="1862"/>
                    </a:cubicBezTo>
                    <a:cubicBezTo>
                      <a:pt x="166" y="2044"/>
                      <a:pt x="249" y="2218"/>
                      <a:pt x="340" y="2376"/>
                    </a:cubicBezTo>
                    <a:cubicBezTo>
                      <a:pt x="431" y="2541"/>
                      <a:pt x="539" y="2690"/>
                      <a:pt x="647" y="2848"/>
                    </a:cubicBezTo>
                    <a:cubicBezTo>
                      <a:pt x="654" y="2858"/>
                      <a:pt x="663" y="2862"/>
                      <a:pt x="673" y="2862"/>
                    </a:cubicBezTo>
                    <a:cubicBezTo>
                      <a:pt x="695" y="2862"/>
                      <a:pt x="716" y="2838"/>
                      <a:pt x="705" y="2815"/>
                    </a:cubicBezTo>
                    <a:cubicBezTo>
                      <a:pt x="597" y="2632"/>
                      <a:pt x="489" y="2450"/>
                      <a:pt x="398" y="2268"/>
                    </a:cubicBezTo>
                    <a:cubicBezTo>
                      <a:pt x="315" y="2102"/>
                      <a:pt x="241" y="1928"/>
                      <a:pt x="199" y="1754"/>
                    </a:cubicBezTo>
                    <a:cubicBezTo>
                      <a:pt x="158" y="1564"/>
                      <a:pt x="133" y="1373"/>
                      <a:pt x="133" y="1174"/>
                    </a:cubicBezTo>
                    <a:cubicBezTo>
                      <a:pt x="125" y="984"/>
                      <a:pt x="133" y="793"/>
                      <a:pt x="141" y="603"/>
                    </a:cubicBezTo>
                    <a:cubicBezTo>
                      <a:pt x="141" y="503"/>
                      <a:pt x="141" y="404"/>
                      <a:pt x="133" y="304"/>
                    </a:cubicBezTo>
                    <a:cubicBezTo>
                      <a:pt x="133" y="213"/>
                      <a:pt x="133" y="114"/>
                      <a:pt x="108" y="23"/>
                    </a:cubicBezTo>
                    <a:cubicBezTo>
                      <a:pt x="104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7" name="Google Shape;2837;p5"/>
              <p:cNvSpPr/>
              <p:nvPr/>
            </p:nvSpPr>
            <p:spPr>
              <a:xfrm>
                <a:off x="2224425" y="1808475"/>
                <a:ext cx="124150" cy="42700"/>
              </a:xfrm>
              <a:custGeom>
                <a:rect b="b" l="l" r="r" t="t"/>
                <a:pathLst>
                  <a:path extrusionOk="0" h="1708" w="4966">
                    <a:moveTo>
                      <a:pt x="1106" y="0"/>
                    </a:moveTo>
                    <a:cubicBezTo>
                      <a:pt x="976" y="0"/>
                      <a:pt x="846" y="6"/>
                      <a:pt x="718" y="20"/>
                    </a:cubicBezTo>
                    <a:cubicBezTo>
                      <a:pt x="594" y="36"/>
                      <a:pt x="478" y="53"/>
                      <a:pt x="362" y="86"/>
                    </a:cubicBezTo>
                    <a:cubicBezTo>
                      <a:pt x="304" y="94"/>
                      <a:pt x="254" y="111"/>
                      <a:pt x="196" y="128"/>
                    </a:cubicBezTo>
                    <a:cubicBezTo>
                      <a:pt x="138" y="152"/>
                      <a:pt x="89" y="169"/>
                      <a:pt x="31" y="194"/>
                    </a:cubicBezTo>
                    <a:cubicBezTo>
                      <a:pt x="0" y="202"/>
                      <a:pt x="12" y="245"/>
                      <a:pt x="33" y="245"/>
                    </a:cubicBezTo>
                    <a:cubicBezTo>
                      <a:pt x="35" y="245"/>
                      <a:pt x="37" y="244"/>
                      <a:pt x="39" y="244"/>
                    </a:cubicBezTo>
                    <a:cubicBezTo>
                      <a:pt x="105" y="219"/>
                      <a:pt x="172" y="210"/>
                      <a:pt x="238" y="194"/>
                    </a:cubicBezTo>
                    <a:cubicBezTo>
                      <a:pt x="304" y="177"/>
                      <a:pt x="362" y="161"/>
                      <a:pt x="420" y="152"/>
                    </a:cubicBezTo>
                    <a:cubicBezTo>
                      <a:pt x="553" y="128"/>
                      <a:pt x="685" y="103"/>
                      <a:pt x="818" y="94"/>
                    </a:cubicBezTo>
                    <a:cubicBezTo>
                      <a:pt x="900" y="89"/>
                      <a:pt x="982" y="86"/>
                      <a:pt x="1064" y="86"/>
                    </a:cubicBezTo>
                    <a:cubicBezTo>
                      <a:pt x="1452" y="86"/>
                      <a:pt x="1834" y="148"/>
                      <a:pt x="2210" y="244"/>
                    </a:cubicBezTo>
                    <a:cubicBezTo>
                      <a:pt x="2442" y="302"/>
                      <a:pt x="2674" y="376"/>
                      <a:pt x="2897" y="451"/>
                    </a:cubicBezTo>
                    <a:cubicBezTo>
                      <a:pt x="3013" y="492"/>
                      <a:pt x="3129" y="534"/>
                      <a:pt x="3245" y="575"/>
                    </a:cubicBezTo>
                    <a:cubicBezTo>
                      <a:pt x="3361" y="616"/>
                      <a:pt x="3469" y="666"/>
                      <a:pt x="3585" y="699"/>
                    </a:cubicBezTo>
                    <a:cubicBezTo>
                      <a:pt x="3588" y="700"/>
                      <a:pt x="3590" y="700"/>
                      <a:pt x="3592" y="700"/>
                    </a:cubicBezTo>
                    <a:cubicBezTo>
                      <a:pt x="3621" y="700"/>
                      <a:pt x="3633" y="657"/>
                      <a:pt x="3610" y="641"/>
                    </a:cubicBezTo>
                    <a:cubicBezTo>
                      <a:pt x="3599" y="636"/>
                      <a:pt x="3588" y="630"/>
                      <a:pt x="3577" y="625"/>
                    </a:cubicBezTo>
                    <a:lnTo>
                      <a:pt x="3577" y="625"/>
                    </a:lnTo>
                    <a:cubicBezTo>
                      <a:pt x="3718" y="691"/>
                      <a:pt x="3859" y="766"/>
                      <a:pt x="3991" y="840"/>
                    </a:cubicBezTo>
                    <a:cubicBezTo>
                      <a:pt x="4115" y="931"/>
                      <a:pt x="4231" y="1031"/>
                      <a:pt x="4347" y="1130"/>
                    </a:cubicBezTo>
                    <a:cubicBezTo>
                      <a:pt x="4555" y="1312"/>
                      <a:pt x="4737" y="1503"/>
                      <a:pt x="4927" y="1702"/>
                    </a:cubicBezTo>
                    <a:cubicBezTo>
                      <a:pt x="4931" y="1706"/>
                      <a:pt x="4935" y="1707"/>
                      <a:pt x="4939" y="1707"/>
                    </a:cubicBezTo>
                    <a:cubicBezTo>
                      <a:pt x="4953" y="1707"/>
                      <a:pt x="4965" y="1688"/>
                      <a:pt x="4952" y="1669"/>
                    </a:cubicBezTo>
                    <a:cubicBezTo>
                      <a:pt x="4787" y="1453"/>
                      <a:pt x="4579" y="1263"/>
                      <a:pt x="4372" y="1089"/>
                    </a:cubicBezTo>
                    <a:cubicBezTo>
                      <a:pt x="4356" y="1072"/>
                      <a:pt x="4339" y="1056"/>
                      <a:pt x="4323" y="1039"/>
                    </a:cubicBezTo>
                    <a:lnTo>
                      <a:pt x="4323" y="1039"/>
                    </a:lnTo>
                    <a:cubicBezTo>
                      <a:pt x="4513" y="1163"/>
                      <a:pt x="4704" y="1304"/>
                      <a:pt x="4886" y="1462"/>
                    </a:cubicBezTo>
                    <a:cubicBezTo>
                      <a:pt x="4891" y="1465"/>
                      <a:pt x="4896" y="1466"/>
                      <a:pt x="4901" y="1466"/>
                    </a:cubicBezTo>
                    <a:cubicBezTo>
                      <a:pt x="4921" y="1466"/>
                      <a:pt x="4939" y="1442"/>
                      <a:pt x="4919" y="1428"/>
                    </a:cubicBezTo>
                    <a:cubicBezTo>
                      <a:pt x="4811" y="1329"/>
                      <a:pt x="4695" y="1238"/>
                      <a:pt x="4579" y="1147"/>
                    </a:cubicBezTo>
                    <a:cubicBezTo>
                      <a:pt x="4389" y="1006"/>
                      <a:pt x="4190" y="882"/>
                      <a:pt x="3983" y="766"/>
                    </a:cubicBezTo>
                    <a:cubicBezTo>
                      <a:pt x="3900" y="708"/>
                      <a:pt x="3809" y="650"/>
                      <a:pt x="3726" y="592"/>
                    </a:cubicBezTo>
                    <a:cubicBezTo>
                      <a:pt x="3721" y="588"/>
                      <a:pt x="3717" y="587"/>
                      <a:pt x="3712" y="587"/>
                    </a:cubicBezTo>
                    <a:cubicBezTo>
                      <a:pt x="3694" y="587"/>
                      <a:pt x="3681" y="611"/>
                      <a:pt x="3701" y="625"/>
                    </a:cubicBezTo>
                    <a:cubicBezTo>
                      <a:pt x="3527" y="550"/>
                      <a:pt x="3353" y="476"/>
                      <a:pt x="3179" y="418"/>
                    </a:cubicBezTo>
                    <a:cubicBezTo>
                      <a:pt x="3176" y="416"/>
                      <a:pt x="3173" y="416"/>
                      <a:pt x="3170" y="416"/>
                    </a:cubicBezTo>
                    <a:cubicBezTo>
                      <a:pt x="3150" y="416"/>
                      <a:pt x="3140" y="436"/>
                      <a:pt x="3154" y="451"/>
                    </a:cubicBezTo>
                    <a:cubicBezTo>
                      <a:pt x="3047" y="409"/>
                      <a:pt x="2947" y="376"/>
                      <a:pt x="2839" y="335"/>
                    </a:cubicBezTo>
                    <a:cubicBezTo>
                      <a:pt x="2384" y="177"/>
                      <a:pt x="1903" y="53"/>
                      <a:pt x="1423" y="12"/>
                    </a:cubicBezTo>
                    <a:cubicBezTo>
                      <a:pt x="1318" y="4"/>
                      <a:pt x="1212" y="0"/>
                      <a:pt x="11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8" name="Google Shape;2838;p5"/>
              <p:cNvSpPr/>
              <p:nvPr/>
            </p:nvSpPr>
            <p:spPr>
              <a:xfrm>
                <a:off x="2281325" y="1937575"/>
                <a:ext cx="7875" cy="17250"/>
              </a:xfrm>
              <a:custGeom>
                <a:rect b="b" l="l" r="r" t="t"/>
                <a:pathLst>
                  <a:path extrusionOk="0" h="690" w="315">
                    <a:moveTo>
                      <a:pt x="39" y="0"/>
                    </a:moveTo>
                    <a:cubicBezTo>
                      <a:pt x="34" y="0"/>
                      <a:pt x="28" y="3"/>
                      <a:pt x="25" y="9"/>
                    </a:cubicBezTo>
                    <a:cubicBezTo>
                      <a:pt x="0" y="59"/>
                      <a:pt x="8" y="134"/>
                      <a:pt x="17" y="183"/>
                    </a:cubicBezTo>
                    <a:cubicBezTo>
                      <a:pt x="17" y="241"/>
                      <a:pt x="25" y="299"/>
                      <a:pt x="42" y="357"/>
                    </a:cubicBezTo>
                    <a:cubicBezTo>
                      <a:pt x="75" y="473"/>
                      <a:pt x="124" y="581"/>
                      <a:pt x="199" y="681"/>
                    </a:cubicBezTo>
                    <a:cubicBezTo>
                      <a:pt x="205" y="686"/>
                      <a:pt x="213" y="689"/>
                      <a:pt x="221" y="689"/>
                    </a:cubicBezTo>
                    <a:cubicBezTo>
                      <a:pt x="235" y="689"/>
                      <a:pt x="249" y="680"/>
                      <a:pt x="249" y="664"/>
                    </a:cubicBezTo>
                    <a:cubicBezTo>
                      <a:pt x="274" y="457"/>
                      <a:pt x="290" y="250"/>
                      <a:pt x="315" y="34"/>
                    </a:cubicBezTo>
                    <a:cubicBezTo>
                      <a:pt x="315" y="22"/>
                      <a:pt x="303" y="16"/>
                      <a:pt x="290" y="16"/>
                    </a:cubicBezTo>
                    <a:cubicBezTo>
                      <a:pt x="278" y="16"/>
                      <a:pt x="265" y="22"/>
                      <a:pt x="265" y="34"/>
                    </a:cubicBezTo>
                    <a:cubicBezTo>
                      <a:pt x="240" y="217"/>
                      <a:pt x="224" y="399"/>
                      <a:pt x="199" y="581"/>
                    </a:cubicBezTo>
                    <a:cubicBezTo>
                      <a:pt x="158" y="507"/>
                      <a:pt x="124" y="432"/>
                      <a:pt x="100" y="349"/>
                    </a:cubicBezTo>
                    <a:cubicBezTo>
                      <a:pt x="83" y="291"/>
                      <a:pt x="75" y="241"/>
                      <a:pt x="75" y="183"/>
                    </a:cubicBezTo>
                    <a:cubicBezTo>
                      <a:pt x="66" y="159"/>
                      <a:pt x="66" y="125"/>
                      <a:pt x="66" y="101"/>
                    </a:cubicBezTo>
                    <a:cubicBezTo>
                      <a:pt x="66" y="76"/>
                      <a:pt x="75" y="43"/>
                      <a:pt x="66" y="18"/>
                    </a:cubicBezTo>
                    <a:lnTo>
                      <a:pt x="58" y="18"/>
                    </a:lnTo>
                    <a:cubicBezTo>
                      <a:pt x="58" y="8"/>
                      <a:pt x="4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9" name="Google Shape;2839;p5"/>
              <p:cNvSpPr/>
              <p:nvPr/>
            </p:nvSpPr>
            <p:spPr>
              <a:xfrm>
                <a:off x="2275725" y="1933025"/>
                <a:ext cx="4900" cy="16150"/>
              </a:xfrm>
              <a:custGeom>
                <a:rect b="b" l="l" r="r" t="t"/>
                <a:pathLst>
                  <a:path extrusionOk="0" h="646" w="196">
                    <a:moveTo>
                      <a:pt x="22" y="0"/>
                    </a:moveTo>
                    <a:cubicBezTo>
                      <a:pt x="15" y="0"/>
                      <a:pt x="9" y="7"/>
                      <a:pt x="9" y="17"/>
                    </a:cubicBezTo>
                    <a:cubicBezTo>
                      <a:pt x="0" y="67"/>
                      <a:pt x="9" y="125"/>
                      <a:pt x="17" y="175"/>
                    </a:cubicBezTo>
                    <a:cubicBezTo>
                      <a:pt x="25" y="225"/>
                      <a:pt x="34" y="274"/>
                      <a:pt x="50" y="324"/>
                    </a:cubicBezTo>
                    <a:cubicBezTo>
                      <a:pt x="75" y="432"/>
                      <a:pt x="108" y="531"/>
                      <a:pt x="141" y="631"/>
                    </a:cubicBezTo>
                    <a:cubicBezTo>
                      <a:pt x="148" y="640"/>
                      <a:pt x="158" y="645"/>
                      <a:pt x="168" y="645"/>
                    </a:cubicBezTo>
                    <a:cubicBezTo>
                      <a:pt x="183" y="645"/>
                      <a:pt x="196" y="634"/>
                      <a:pt x="191" y="614"/>
                    </a:cubicBezTo>
                    <a:cubicBezTo>
                      <a:pt x="158" y="515"/>
                      <a:pt x="125" y="415"/>
                      <a:pt x="108" y="316"/>
                    </a:cubicBezTo>
                    <a:cubicBezTo>
                      <a:pt x="92" y="266"/>
                      <a:pt x="83" y="216"/>
                      <a:pt x="67" y="167"/>
                    </a:cubicBezTo>
                    <a:cubicBezTo>
                      <a:pt x="58" y="117"/>
                      <a:pt x="50" y="59"/>
                      <a:pt x="34" y="17"/>
                    </a:cubicBezTo>
                    <a:lnTo>
                      <a:pt x="34" y="9"/>
                    </a:lnTo>
                    <a:cubicBezTo>
                      <a:pt x="30" y="3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0" name="Google Shape;2840;p5"/>
              <p:cNvSpPr/>
              <p:nvPr/>
            </p:nvSpPr>
            <p:spPr>
              <a:xfrm>
                <a:off x="2267650" y="1925950"/>
                <a:ext cx="3650" cy="14125"/>
              </a:xfrm>
              <a:custGeom>
                <a:rect b="b" l="l" r="r" t="t"/>
                <a:pathLst>
                  <a:path extrusionOk="0" h="565" w="146">
                    <a:moveTo>
                      <a:pt x="25" y="0"/>
                    </a:moveTo>
                    <a:cubicBezTo>
                      <a:pt x="19" y="0"/>
                      <a:pt x="13" y="6"/>
                      <a:pt x="9" y="19"/>
                    </a:cubicBezTo>
                    <a:cubicBezTo>
                      <a:pt x="0" y="102"/>
                      <a:pt x="9" y="201"/>
                      <a:pt x="25" y="284"/>
                    </a:cubicBezTo>
                    <a:cubicBezTo>
                      <a:pt x="42" y="375"/>
                      <a:pt x="67" y="466"/>
                      <a:pt x="100" y="549"/>
                    </a:cubicBezTo>
                    <a:cubicBezTo>
                      <a:pt x="103" y="559"/>
                      <a:pt x="112" y="564"/>
                      <a:pt x="121" y="564"/>
                    </a:cubicBezTo>
                    <a:cubicBezTo>
                      <a:pt x="134" y="564"/>
                      <a:pt x="146" y="555"/>
                      <a:pt x="141" y="541"/>
                    </a:cubicBezTo>
                    <a:cubicBezTo>
                      <a:pt x="108" y="458"/>
                      <a:pt x="91" y="367"/>
                      <a:pt x="75" y="284"/>
                    </a:cubicBezTo>
                    <a:cubicBezTo>
                      <a:pt x="58" y="193"/>
                      <a:pt x="50" y="110"/>
                      <a:pt x="42" y="19"/>
                    </a:cubicBezTo>
                    <a:cubicBezTo>
                      <a:pt x="38" y="6"/>
                      <a:pt x="31" y="0"/>
                      <a:pt x="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1" name="Google Shape;2841;p5"/>
              <p:cNvSpPr/>
              <p:nvPr/>
            </p:nvSpPr>
            <p:spPr>
              <a:xfrm>
                <a:off x="2261625" y="1908575"/>
                <a:ext cx="2225" cy="11875"/>
              </a:xfrm>
              <a:custGeom>
                <a:rect b="b" l="l" r="r" t="t"/>
                <a:pathLst>
                  <a:path extrusionOk="0" h="475" w="89">
                    <a:moveTo>
                      <a:pt x="57" y="0"/>
                    </a:moveTo>
                    <a:cubicBezTo>
                      <a:pt x="51" y="0"/>
                      <a:pt x="46" y="3"/>
                      <a:pt x="42" y="10"/>
                    </a:cubicBezTo>
                    <a:cubicBezTo>
                      <a:pt x="26" y="26"/>
                      <a:pt x="26" y="34"/>
                      <a:pt x="18" y="59"/>
                    </a:cubicBezTo>
                    <a:cubicBezTo>
                      <a:pt x="18" y="76"/>
                      <a:pt x="9" y="92"/>
                      <a:pt x="9" y="117"/>
                    </a:cubicBezTo>
                    <a:cubicBezTo>
                      <a:pt x="1" y="150"/>
                      <a:pt x="1" y="192"/>
                      <a:pt x="1" y="225"/>
                    </a:cubicBezTo>
                    <a:cubicBezTo>
                      <a:pt x="9" y="308"/>
                      <a:pt x="18" y="382"/>
                      <a:pt x="34" y="457"/>
                    </a:cubicBezTo>
                    <a:cubicBezTo>
                      <a:pt x="37" y="470"/>
                      <a:pt x="46" y="475"/>
                      <a:pt x="56" y="475"/>
                    </a:cubicBezTo>
                    <a:cubicBezTo>
                      <a:pt x="72" y="475"/>
                      <a:pt x="89" y="461"/>
                      <a:pt x="84" y="440"/>
                    </a:cubicBezTo>
                    <a:cubicBezTo>
                      <a:pt x="76" y="374"/>
                      <a:pt x="67" y="300"/>
                      <a:pt x="67" y="225"/>
                    </a:cubicBezTo>
                    <a:cubicBezTo>
                      <a:pt x="67" y="192"/>
                      <a:pt x="76" y="159"/>
                      <a:pt x="76" y="117"/>
                    </a:cubicBezTo>
                    <a:cubicBezTo>
                      <a:pt x="84" y="84"/>
                      <a:pt x="84" y="51"/>
                      <a:pt x="76" y="18"/>
                    </a:cubicBezTo>
                    <a:cubicBezTo>
                      <a:pt x="76" y="8"/>
                      <a:pt x="66" y="0"/>
                      <a:pt x="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2" name="Google Shape;2842;p5"/>
              <p:cNvSpPr/>
              <p:nvPr/>
            </p:nvSpPr>
            <p:spPr>
              <a:xfrm>
                <a:off x="2261225" y="1900525"/>
                <a:ext cx="1875" cy="4375"/>
              </a:xfrm>
              <a:custGeom>
                <a:rect b="b" l="l" r="r" t="t"/>
                <a:pathLst>
                  <a:path extrusionOk="0" h="175" w="75">
                    <a:moveTo>
                      <a:pt x="58" y="0"/>
                    </a:moveTo>
                    <a:cubicBezTo>
                      <a:pt x="50" y="0"/>
                      <a:pt x="42" y="8"/>
                      <a:pt x="34" y="17"/>
                    </a:cubicBezTo>
                    <a:cubicBezTo>
                      <a:pt x="25" y="58"/>
                      <a:pt x="17" y="100"/>
                      <a:pt x="9" y="133"/>
                    </a:cubicBezTo>
                    <a:cubicBezTo>
                      <a:pt x="0" y="158"/>
                      <a:pt x="17" y="174"/>
                      <a:pt x="34" y="174"/>
                    </a:cubicBezTo>
                    <a:cubicBezTo>
                      <a:pt x="50" y="174"/>
                      <a:pt x="67" y="158"/>
                      <a:pt x="67" y="141"/>
                    </a:cubicBezTo>
                    <a:cubicBezTo>
                      <a:pt x="67" y="100"/>
                      <a:pt x="75" y="66"/>
                      <a:pt x="75" y="25"/>
                    </a:cubicBezTo>
                    <a:cubicBezTo>
                      <a:pt x="75" y="8"/>
                      <a:pt x="67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3" name="Google Shape;2843;p5"/>
              <p:cNvSpPr/>
              <p:nvPr/>
            </p:nvSpPr>
            <p:spPr>
              <a:xfrm>
                <a:off x="2257700" y="1891525"/>
                <a:ext cx="1900" cy="8600"/>
              </a:xfrm>
              <a:custGeom>
                <a:rect b="b" l="l" r="r" t="t"/>
                <a:pathLst>
                  <a:path extrusionOk="0" h="344" w="76">
                    <a:moveTo>
                      <a:pt x="56" y="1"/>
                    </a:moveTo>
                    <a:cubicBezTo>
                      <a:pt x="49" y="1"/>
                      <a:pt x="42" y="5"/>
                      <a:pt x="42" y="12"/>
                    </a:cubicBezTo>
                    <a:cubicBezTo>
                      <a:pt x="9" y="112"/>
                      <a:pt x="1" y="219"/>
                      <a:pt x="17" y="319"/>
                    </a:cubicBezTo>
                    <a:cubicBezTo>
                      <a:pt x="17" y="335"/>
                      <a:pt x="30" y="344"/>
                      <a:pt x="41" y="344"/>
                    </a:cubicBezTo>
                    <a:cubicBezTo>
                      <a:pt x="52" y="344"/>
                      <a:pt x="63" y="335"/>
                      <a:pt x="59" y="319"/>
                    </a:cubicBezTo>
                    <a:cubicBezTo>
                      <a:pt x="50" y="219"/>
                      <a:pt x="67" y="120"/>
                      <a:pt x="75" y="20"/>
                    </a:cubicBezTo>
                    <a:cubicBezTo>
                      <a:pt x="75" y="7"/>
                      <a:pt x="65" y="1"/>
                      <a:pt x="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4" name="Google Shape;2844;p5"/>
              <p:cNvSpPr/>
              <p:nvPr/>
            </p:nvSpPr>
            <p:spPr>
              <a:xfrm>
                <a:off x="2255000" y="1878825"/>
                <a:ext cx="2850" cy="11200"/>
              </a:xfrm>
              <a:custGeom>
                <a:rect b="b" l="l" r="r" t="t"/>
                <a:pathLst>
                  <a:path extrusionOk="0" h="448" w="114">
                    <a:moveTo>
                      <a:pt x="82" y="0"/>
                    </a:moveTo>
                    <a:cubicBezTo>
                      <a:pt x="72" y="0"/>
                      <a:pt x="62" y="5"/>
                      <a:pt x="59" y="15"/>
                    </a:cubicBezTo>
                    <a:cubicBezTo>
                      <a:pt x="26" y="147"/>
                      <a:pt x="1" y="288"/>
                      <a:pt x="1" y="429"/>
                    </a:cubicBezTo>
                    <a:cubicBezTo>
                      <a:pt x="1" y="441"/>
                      <a:pt x="11" y="448"/>
                      <a:pt x="22" y="448"/>
                    </a:cubicBezTo>
                    <a:cubicBezTo>
                      <a:pt x="32" y="448"/>
                      <a:pt x="42" y="441"/>
                      <a:pt x="42" y="429"/>
                    </a:cubicBezTo>
                    <a:cubicBezTo>
                      <a:pt x="51" y="288"/>
                      <a:pt x="67" y="156"/>
                      <a:pt x="109" y="31"/>
                    </a:cubicBezTo>
                    <a:cubicBezTo>
                      <a:pt x="114" y="11"/>
                      <a:pt x="97" y="0"/>
                      <a:pt x="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5" name="Google Shape;2845;p5"/>
              <p:cNvSpPr/>
              <p:nvPr/>
            </p:nvSpPr>
            <p:spPr>
              <a:xfrm>
                <a:off x="2256975" y="1862225"/>
                <a:ext cx="2000" cy="10600"/>
              </a:xfrm>
              <a:custGeom>
                <a:rect b="b" l="l" r="r" t="t"/>
                <a:pathLst>
                  <a:path extrusionOk="0" h="424" w="80">
                    <a:moveTo>
                      <a:pt x="64" y="0"/>
                    </a:moveTo>
                    <a:cubicBezTo>
                      <a:pt x="57" y="0"/>
                      <a:pt x="50" y="5"/>
                      <a:pt x="46" y="16"/>
                    </a:cubicBezTo>
                    <a:cubicBezTo>
                      <a:pt x="38" y="74"/>
                      <a:pt x="30" y="140"/>
                      <a:pt x="21" y="206"/>
                    </a:cubicBezTo>
                    <a:cubicBezTo>
                      <a:pt x="13" y="273"/>
                      <a:pt x="13" y="339"/>
                      <a:pt x="5" y="405"/>
                    </a:cubicBezTo>
                    <a:cubicBezTo>
                      <a:pt x="1" y="418"/>
                      <a:pt x="11" y="424"/>
                      <a:pt x="23" y="424"/>
                    </a:cubicBezTo>
                    <a:cubicBezTo>
                      <a:pt x="36" y="424"/>
                      <a:pt x="50" y="418"/>
                      <a:pt x="54" y="405"/>
                    </a:cubicBezTo>
                    <a:cubicBezTo>
                      <a:pt x="54" y="339"/>
                      <a:pt x="63" y="273"/>
                      <a:pt x="71" y="215"/>
                    </a:cubicBezTo>
                    <a:cubicBezTo>
                      <a:pt x="71" y="148"/>
                      <a:pt x="79" y="82"/>
                      <a:pt x="79" y="16"/>
                    </a:cubicBezTo>
                    <a:cubicBezTo>
                      <a:pt x="79" y="7"/>
                      <a:pt x="72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6" name="Google Shape;2846;p5"/>
              <p:cNvSpPr/>
              <p:nvPr/>
            </p:nvSpPr>
            <p:spPr>
              <a:xfrm>
                <a:off x="2269500" y="1894925"/>
                <a:ext cx="2100" cy="20750"/>
              </a:xfrm>
              <a:custGeom>
                <a:rect b="b" l="l" r="r" t="t"/>
                <a:pathLst>
                  <a:path extrusionOk="0" h="830" w="84">
                    <a:moveTo>
                      <a:pt x="26" y="0"/>
                    </a:moveTo>
                    <a:cubicBezTo>
                      <a:pt x="13" y="0"/>
                      <a:pt x="1" y="9"/>
                      <a:pt x="1" y="25"/>
                    </a:cubicBezTo>
                    <a:cubicBezTo>
                      <a:pt x="9" y="158"/>
                      <a:pt x="17" y="290"/>
                      <a:pt x="26" y="423"/>
                    </a:cubicBezTo>
                    <a:cubicBezTo>
                      <a:pt x="26" y="556"/>
                      <a:pt x="34" y="688"/>
                      <a:pt x="51" y="821"/>
                    </a:cubicBezTo>
                    <a:cubicBezTo>
                      <a:pt x="51" y="827"/>
                      <a:pt x="55" y="830"/>
                      <a:pt x="61" y="830"/>
                    </a:cubicBezTo>
                    <a:cubicBezTo>
                      <a:pt x="71" y="830"/>
                      <a:pt x="84" y="823"/>
                      <a:pt x="84" y="812"/>
                    </a:cubicBezTo>
                    <a:cubicBezTo>
                      <a:pt x="84" y="680"/>
                      <a:pt x="75" y="547"/>
                      <a:pt x="67" y="415"/>
                    </a:cubicBezTo>
                    <a:cubicBezTo>
                      <a:pt x="59" y="290"/>
                      <a:pt x="59" y="158"/>
                      <a:pt x="51" y="25"/>
                    </a:cubicBezTo>
                    <a:cubicBezTo>
                      <a:pt x="51" y="9"/>
                      <a:pt x="38" y="0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7" name="Google Shape;2847;p5"/>
              <p:cNvSpPr/>
              <p:nvPr/>
            </p:nvSpPr>
            <p:spPr>
              <a:xfrm>
                <a:off x="2294825" y="1969350"/>
                <a:ext cx="6600" cy="8250"/>
              </a:xfrm>
              <a:custGeom>
                <a:rect b="b" l="l" r="r" t="t"/>
                <a:pathLst>
                  <a:path extrusionOk="0" h="330" w="264">
                    <a:moveTo>
                      <a:pt x="28" y="1"/>
                    </a:moveTo>
                    <a:cubicBezTo>
                      <a:pt x="14" y="1"/>
                      <a:pt x="1" y="18"/>
                      <a:pt x="7" y="31"/>
                    </a:cubicBezTo>
                    <a:cubicBezTo>
                      <a:pt x="32" y="81"/>
                      <a:pt x="65" y="122"/>
                      <a:pt x="98" y="164"/>
                    </a:cubicBezTo>
                    <a:cubicBezTo>
                      <a:pt x="131" y="205"/>
                      <a:pt x="164" y="238"/>
                      <a:pt x="189" y="280"/>
                    </a:cubicBezTo>
                    <a:lnTo>
                      <a:pt x="197" y="280"/>
                    </a:lnTo>
                    <a:cubicBezTo>
                      <a:pt x="197" y="296"/>
                      <a:pt x="206" y="304"/>
                      <a:pt x="206" y="313"/>
                    </a:cubicBezTo>
                    <a:cubicBezTo>
                      <a:pt x="214" y="321"/>
                      <a:pt x="222" y="329"/>
                      <a:pt x="239" y="329"/>
                    </a:cubicBezTo>
                    <a:cubicBezTo>
                      <a:pt x="255" y="329"/>
                      <a:pt x="264" y="313"/>
                      <a:pt x="255" y="296"/>
                    </a:cubicBezTo>
                    <a:cubicBezTo>
                      <a:pt x="247" y="271"/>
                      <a:pt x="239" y="238"/>
                      <a:pt x="222" y="213"/>
                    </a:cubicBezTo>
                    <a:cubicBezTo>
                      <a:pt x="222" y="197"/>
                      <a:pt x="214" y="188"/>
                      <a:pt x="206" y="172"/>
                    </a:cubicBezTo>
                    <a:cubicBezTo>
                      <a:pt x="206" y="155"/>
                      <a:pt x="197" y="147"/>
                      <a:pt x="189" y="130"/>
                    </a:cubicBezTo>
                    <a:cubicBezTo>
                      <a:pt x="181" y="122"/>
                      <a:pt x="173" y="122"/>
                      <a:pt x="164" y="122"/>
                    </a:cubicBezTo>
                    <a:cubicBezTo>
                      <a:pt x="156" y="130"/>
                      <a:pt x="156" y="139"/>
                      <a:pt x="156" y="147"/>
                    </a:cubicBezTo>
                    <a:cubicBezTo>
                      <a:pt x="148" y="139"/>
                      <a:pt x="148" y="130"/>
                      <a:pt x="139" y="130"/>
                    </a:cubicBezTo>
                    <a:cubicBezTo>
                      <a:pt x="106" y="89"/>
                      <a:pt x="81" y="48"/>
                      <a:pt x="40" y="6"/>
                    </a:cubicBezTo>
                    <a:cubicBezTo>
                      <a:pt x="36" y="2"/>
                      <a:pt x="32" y="1"/>
                      <a:pt x="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8" name="Google Shape;2848;p5"/>
              <p:cNvSpPr/>
              <p:nvPr/>
            </p:nvSpPr>
            <p:spPr>
              <a:xfrm>
                <a:off x="2399375" y="1939875"/>
                <a:ext cx="3150" cy="13600"/>
              </a:xfrm>
              <a:custGeom>
                <a:rect b="b" l="l" r="r" t="t"/>
                <a:pathLst>
                  <a:path extrusionOk="0" h="544" w="126">
                    <a:moveTo>
                      <a:pt x="67" y="0"/>
                    </a:moveTo>
                    <a:cubicBezTo>
                      <a:pt x="34" y="0"/>
                      <a:pt x="17" y="17"/>
                      <a:pt x="9" y="50"/>
                    </a:cubicBezTo>
                    <a:cubicBezTo>
                      <a:pt x="9" y="100"/>
                      <a:pt x="1" y="149"/>
                      <a:pt x="1" y="199"/>
                    </a:cubicBezTo>
                    <a:cubicBezTo>
                      <a:pt x="1" y="207"/>
                      <a:pt x="9" y="216"/>
                      <a:pt x="17" y="216"/>
                    </a:cubicBezTo>
                    <a:lnTo>
                      <a:pt x="26" y="282"/>
                    </a:lnTo>
                    <a:cubicBezTo>
                      <a:pt x="26" y="323"/>
                      <a:pt x="26" y="365"/>
                      <a:pt x="34" y="406"/>
                    </a:cubicBezTo>
                    <a:cubicBezTo>
                      <a:pt x="34" y="439"/>
                      <a:pt x="42" y="481"/>
                      <a:pt x="51" y="522"/>
                    </a:cubicBezTo>
                    <a:cubicBezTo>
                      <a:pt x="54" y="537"/>
                      <a:pt x="66" y="543"/>
                      <a:pt x="78" y="543"/>
                    </a:cubicBezTo>
                    <a:cubicBezTo>
                      <a:pt x="93" y="543"/>
                      <a:pt x="109" y="533"/>
                      <a:pt x="109" y="514"/>
                    </a:cubicBezTo>
                    <a:cubicBezTo>
                      <a:pt x="117" y="473"/>
                      <a:pt x="125" y="431"/>
                      <a:pt x="125" y="398"/>
                    </a:cubicBezTo>
                    <a:lnTo>
                      <a:pt x="125" y="282"/>
                    </a:lnTo>
                    <a:cubicBezTo>
                      <a:pt x="125" y="207"/>
                      <a:pt x="117" y="125"/>
                      <a:pt x="117" y="50"/>
                    </a:cubicBezTo>
                    <a:cubicBezTo>
                      <a:pt x="117" y="25"/>
                      <a:pt x="92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9" name="Google Shape;2849;p5"/>
              <p:cNvSpPr/>
              <p:nvPr/>
            </p:nvSpPr>
            <p:spPr>
              <a:xfrm>
                <a:off x="2395025" y="1945775"/>
                <a:ext cx="2925" cy="9175"/>
              </a:xfrm>
              <a:custGeom>
                <a:rect b="b" l="l" r="r" t="t"/>
                <a:pathLst>
                  <a:path extrusionOk="0" h="367" w="117">
                    <a:moveTo>
                      <a:pt x="26" y="0"/>
                    </a:moveTo>
                    <a:cubicBezTo>
                      <a:pt x="19" y="0"/>
                      <a:pt x="13" y="5"/>
                      <a:pt x="9" y="13"/>
                    </a:cubicBezTo>
                    <a:cubicBezTo>
                      <a:pt x="1" y="38"/>
                      <a:pt x="1" y="71"/>
                      <a:pt x="1" y="96"/>
                    </a:cubicBezTo>
                    <a:cubicBezTo>
                      <a:pt x="1" y="129"/>
                      <a:pt x="1" y="154"/>
                      <a:pt x="9" y="187"/>
                    </a:cubicBezTo>
                    <a:cubicBezTo>
                      <a:pt x="17" y="245"/>
                      <a:pt x="42" y="295"/>
                      <a:pt x="59" y="353"/>
                    </a:cubicBezTo>
                    <a:cubicBezTo>
                      <a:pt x="64" y="362"/>
                      <a:pt x="74" y="366"/>
                      <a:pt x="84" y="366"/>
                    </a:cubicBezTo>
                    <a:cubicBezTo>
                      <a:pt x="91" y="366"/>
                      <a:pt x="97" y="364"/>
                      <a:pt x="100" y="361"/>
                    </a:cubicBezTo>
                    <a:cubicBezTo>
                      <a:pt x="117" y="353"/>
                      <a:pt x="117" y="336"/>
                      <a:pt x="117" y="319"/>
                    </a:cubicBezTo>
                    <a:cubicBezTo>
                      <a:pt x="92" y="270"/>
                      <a:pt x="75" y="220"/>
                      <a:pt x="67" y="170"/>
                    </a:cubicBezTo>
                    <a:cubicBezTo>
                      <a:pt x="59" y="137"/>
                      <a:pt x="59" y="112"/>
                      <a:pt x="51" y="87"/>
                    </a:cubicBezTo>
                    <a:cubicBezTo>
                      <a:pt x="51" y="63"/>
                      <a:pt x="51" y="38"/>
                      <a:pt x="42" y="13"/>
                    </a:cubicBezTo>
                    <a:cubicBezTo>
                      <a:pt x="38" y="5"/>
                      <a:pt x="32" y="0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0" name="Google Shape;2850;p5"/>
              <p:cNvSpPr/>
              <p:nvPr/>
            </p:nvSpPr>
            <p:spPr>
              <a:xfrm>
                <a:off x="2082875" y="1847825"/>
                <a:ext cx="9600" cy="14400"/>
              </a:xfrm>
              <a:custGeom>
                <a:rect b="b" l="l" r="r" t="t"/>
                <a:pathLst>
                  <a:path extrusionOk="0" h="576" w="384">
                    <a:moveTo>
                      <a:pt x="56" y="0"/>
                    </a:moveTo>
                    <a:cubicBezTo>
                      <a:pt x="45" y="0"/>
                      <a:pt x="31" y="6"/>
                      <a:pt x="25" y="12"/>
                    </a:cubicBezTo>
                    <a:cubicBezTo>
                      <a:pt x="1" y="45"/>
                      <a:pt x="9" y="70"/>
                      <a:pt x="25" y="103"/>
                    </a:cubicBezTo>
                    <a:cubicBezTo>
                      <a:pt x="34" y="128"/>
                      <a:pt x="50" y="153"/>
                      <a:pt x="59" y="178"/>
                    </a:cubicBezTo>
                    <a:cubicBezTo>
                      <a:pt x="83" y="227"/>
                      <a:pt x="100" y="269"/>
                      <a:pt x="125" y="318"/>
                    </a:cubicBezTo>
                    <a:cubicBezTo>
                      <a:pt x="183" y="410"/>
                      <a:pt x="249" y="484"/>
                      <a:pt x="324" y="567"/>
                    </a:cubicBezTo>
                    <a:cubicBezTo>
                      <a:pt x="328" y="573"/>
                      <a:pt x="334" y="576"/>
                      <a:pt x="340" y="576"/>
                    </a:cubicBezTo>
                    <a:cubicBezTo>
                      <a:pt x="360" y="576"/>
                      <a:pt x="384" y="551"/>
                      <a:pt x="365" y="526"/>
                    </a:cubicBezTo>
                    <a:cubicBezTo>
                      <a:pt x="307" y="443"/>
                      <a:pt x="266" y="360"/>
                      <a:pt x="216" y="269"/>
                    </a:cubicBezTo>
                    <a:cubicBezTo>
                      <a:pt x="191" y="219"/>
                      <a:pt x="175" y="178"/>
                      <a:pt x="150" y="128"/>
                    </a:cubicBezTo>
                    <a:cubicBezTo>
                      <a:pt x="141" y="111"/>
                      <a:pt x="133" y="86"/>
                      <a:pt x="125" y="70"/>
                    </a:cubicBezTo>
                    <a:cubicBezTo>
                      <a:pt x="117" y="37"/>
                      <a:pt x="100" y="4"/>
                      <a:pt x="67" y="4"/>
                    </a:cubicBezTo>
                    <a:cubicBezTo>
                      <a:pt x="64" y="1"/>
                      <a:pt x="61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1" name="Google Shape;2851;p5"/>
              <p:cNvSpPr/>
              <p:nvPr/>
            </p:nvSpPr>
            <p:spPr>
              <a:xfrm>
                <a:off x="2092625" y="1859125"/>
                <a:ext cx="3950" cy="5450"/>
              </a:xfrm>
              <a:custGeom>
                <a:rect b="b" l="l" r="r" t="t"/>
                <a:pathLst>
                  <a:path extrusionOk="0" h="218" w="158">
                    <a:moveTo>
                      <a:pt x="26" y="0"/>
                    </a:moveTo>
                    <a:cubicBezTo>
                      <a:pt x="12" y="0"/>
                      <a:pt x="0" y="12"/>
                      <a:pt x="0" y="24"/>
                    </a:cubicBezTo>
                    <a:cubicBezTo>
                      <a:pt x="8" y="40"/>
                      <a:pt x="17" y="57"/>
                      <a:pt x="25" y="74"/>
                    </a:cubicBezTo>
                    <a:cubicBezTo>
                      <a:pt x="33" y="90"/>
                      <a:pt x="41" y="98"/>
                      <a:pt x="50" y="115"/>
                    </a:cubicBezTo>
                    <a:cubicBezTo>
                      <a:pt x="66" y="148"/>
                      <a:pt x="83" y="173"/>
                      <a:pt x="99" y="198"/>
                    </a:cubicBezTo>
                    <a:cubicBezTo>
                      <a:pt x="105" y="210"/>
                      <a:pt x="116" y="218"/>
                      <a:pt x="128" y="218"/>
                    </a:cubicBezTo>
                    <a:cubicBezTo>
                      <a:pt x="132" y="218"/>
                      <a:pt x="136" y="217"/>
                      <a:pt x="141" y="214"/>
                    </a:cubicBezTo>
                    <a:cubicBezTo>
                      <a:pt x="157" y="206"/>
                      <a:pt x="157" y="181"/>
                      <a:pt x="149" y="165"/>
                    </a:cubicBezTo>
                    <a:cubicBezTo>
                      <a:pt x="133" y="140"/>
                      <a:pt x="116" y="115"/>
                      <a:pt x="99" y="82"/>
                    </a:cubicBezTo>
                    <a:cubicBezTo>
                      <a:pt x="91" y="74"/>
                      <a:pt x="83" y="57"/>
                      <a:pt x="75" y="49"/>
                    </a:cubicBezTo>
                    <a:lnTo>
                      <a:pt x="58" y="24"/>
                    </a:lnTo>
                    <a:cubicBezTo>
                      <a:pt x="50" y="16"/>
                      <a:pt x="50" y="16"/>
                      <a:pt x="41" y="7"/>
                    </a:cubicBezTo>
                    <a:cubicBezTo>
                      <a:pt x="37" y="2"/>
                      <a:pt x="31" y="0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2" name="Google Shape;2852;p5"/>
              <p:cNvSpPr/>
              <p:nvPr/>
            </p:nvSpPr>
            <p:spPr>
              <a:xfrm>
                <a:off x="2088675" y="1847700"/>
                <a:ext cx="2100" cy="1675"/>
              </a:xfrm>
              <a:custGeom>
                <a:rect b="b" l="l" r="r" t="t"/>
                <a:pathLst>
                  <a:path extrusionOk="0" h="67" w="84">
                    <a:moveTo>
                      <a:pt x="42" y="0"/>
                    </a:moveTo>
                    <a:cubicBezTo>
                      <a:pt x="1" y="0"/>
                      <a:pt x="1" y="67"/>
                      <a:pt x="42" y="67"/>
                    </a:cubicBezTo>
                    <a:cubicBezTo>
                      <a:pt x="83" y="67"/>
                      <a:pt x="83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3" name="Google Shape;2853;p5"/>
              <p:cNvSpPr/>
              <p:nvPr/>
            </p:nvSpPr>
            <p:spPr>
              <a:xfrm>
                <a:off x="2205300" y="1804600"/>
                <a:ext cx="28550" cy="8325"/>
              </a:xfrm>
              <a:custGeom>
                <a:rect b="b" l="l" r="r" t="t"/>
                <a:pathLst>
                  <a:path extrusionOk="0" h="333" w="1142">
                    <a:moveTo>
                      <a:pt x="821" y="1"/>
                    </a:moveTo>
                    <a:cubicBezTo>
                      <a:pt x="721" y="1"/>
                      <a:pt x="622" y="9"/>
                      <a:pt x="522" y="26"/>
                    </a:cubicBezTo>
                    <a:cubicBezTo>
                      <a:pt x="431" y="51"/>
                      <a:pt x="332" y="84"/>
                      <a:pt x="241" y="117"/>
                    </a:cubicBezTo>
                    <a:cubicBezTo>
                      <a:pt x="199" y="142"/>
                      <a:pt x="149" y="158"/>
                      <a:pt x="108" y="183"/>
                    </a:cubicBezTo>
                    <a:lnTo>
                      <a:pt x="108" y="191"/>
                    </a:lnTo>
                    <a:cubicBezTo>
                      <a:pt x="75" y="208"/>
                      <a:pt x="25" y="241"/>
                      <a:pt x="9" y="283"/>
                    </a:cubicBezTo>
                    <a:cubicBezTo>
                      <a:pt x="0" y="307"/>
                      <a:pt x="25" y="332"/>
                      <a:pt x="42" y="332"/>
                    </a:cubicBezTo>
                    <a:cubicBezTo>
                      <a:pt x="91" y="332"/>
                      <a:pt x="133" y="299"/>
                      <a:pt x="174" y="283"/>
                    </a:cubicBezTo>
                    <a:cubicBezTo>
                      <a:pt x="207" y="258"/>
                      <a:pt x="249" y="241"/>
                      <a:pt x="290" y="216"/>
                    </a:cubicBezTo>
                    <a:cubicBezTo>
                      <a:pt x="373" y="183"/>
                      <a:pt x="464" y="158"/>
                      <a:pt x="547" y="133"/>
                    </a:cubicBezTo>
                    <a:cubicBezTo>
                      <a:pt x="638" y="117"/>
                      <a:pt x="729" y="109"/>
                      <a:pt x="821" y="109"/>
                    </a:cubicBezTo>
                    <a:lnTo>
                      <a:pt x="953" y="109"/>
                    </a:lnTo>
                    <a:cubicBezTo>
                      <a:pt x="986" y="109"/>
                      <a:pt x="1016" y="105"/>
                      <a:pt x="1046" y="105"/>
                    </a:cubicBezTo>
                    <a:cubicBezTo>
                      <a:pt x="1062" y="105"/>
                      <a:pt x="1077" y="106"/>
                      <a:pt x="1094" y="109"/>
                    </a:cubicBezTo>
                    <a:cubicBezTo>
                      <a:pt x="1096" y="109"/>
                      <a:pt x="1098" y="109"/>
                      <a:pt x="1100" y="109"/>
                    </a:cubicBezTo>
                    <a:cubicBezTo>
                      <a:pt x="1129" y="109"/>
                      <a:pt x="1142" y="58"/>
                      <a:pt x="1111" y="51"/>
                    </a:cubicBezTo>
                    <a:cubicBezTo>
                      <a:pt x="1061" y="42"/>
                      <a:pt x="1011" y="17"/>
                      <a:pt x="961" y="9"/>
                    </a:cubicBezTo>
                    <a:cubicBezTo>
                      <a:pt x="912" y="1"/>
                      <a:pt x="870" y="1"/>
                      <a:pt x="8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4" name="Google Shape;2854;p5"/>
              <p:cNvSpPr/>
              <p:nvPr/>
            </p:nvSpPr>
            <p:spPr>
              <a:xfrm>
                <a:off x="2211550" y="1800675"/>
                <a:ext cx="10550" cy="4225"/>
              </a:xfrm>
              <a:custGeom>
                <a:rect b="b" l="l" r="r" t="t"/>
                <a:pathLst>
                  <a:path extrusionOk="0" h="169" w="422">
                    <a:moveTo>
                      <a:pt x="388" y="0"/>
                    </a:moveTo>
                    <a:cubicBezTo>
                      <a:pt x="314" y="0"/>
                      <a:pt x="247" y="9"/>
                      <a:pt x="181" y="34"/>
                    </a:cubicBezTo>
                    <a:cubicBezTo>
                      <a:pt x="115" y="50"/>
                      <a:pt x="49" y="92"/>
                      <a:pt x="7" y="141"/>
                    </a:cubicBezTo>
                    <a:cubicBezTo>
                      <a:pt x="0" y="155"/>
                      <a:pt x="10" y="168"/>
                      <a:pt x="23" y="168"/>
                    </a:cubicBezTo>
                    <a:cubicBezTo>
                      <a:pt x="26" y="168"/>
                      <a:pt x="29" y="168"/>
                      <a:pt x="32" y="166"/>
                    </a:cubicBezTo>
                    <a:cubicBezTo>
                      <a:pt x="90" y="133"/>
                      <a:pt x="140" y="100"/>
                      <a:pt x="198" y="83"/>
                    </a:cubicBezTo>
                    <a:cubicBezTo>
                      <a:pt x="241" y="65"/>
                      <a:pt x="289" y="55"/>
                      <a:pt x="339" y="55"/>
                    </a:cubicBezTo>
                    <a:cubicBezTo>
                      <a:pt x="355" y="55"/>
                      <a:pt x="372" y="56"/>
                      <a:pt x="388" y="58"/>
                    </a:cubicBezTo>
                    <a:cubicBezTo>
                      <a:pt x="421" y="58"/>
                      <a:pt x="421" y="9"/>
                      <a:pt x="3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5" name="Google Shape;2855;p5"/>
              <p:cNvSpPr/>
              <p:nvPr/>
            </p:nvSpPr>
            <p:spPr>
              <a:xfrm>
                <a:off x="2179675" y="1820900"/>
                <a:ext cx="9800" cy="10000"/>
              </a:xfrm>
              <a:custGeom>
                <a:rect b="b" l="l" r="r" t="t"/>
                <a:pathLst>
                  <a:path extrusionOk="0" h="400" w="392">
                    <a:moveTo>
                      <a:pt x="343" y="0"/>
                    </a:moveTo>
                    <a:cubicBezTo>
                      <a:pt x="338" y="0"/>
                      <a:pt x="334" y="1"/>
                      <a:pt x="329" y="3"/>
                    </a:cubicBezTo>
                    <a:cubicBezTo>
                      <a:pt x="180" y="78"/>
                      <a:pt x="48" y="211"/>
                      <a:pt x="6" y="376"/>
                    </a:cubicBezTo>
                    <a:cubicBezTo>
                      <a:pt x="0" y="388"/>
                      <a:pt x="19" y="400"/>
                      <a:pt x="34" y="400"/>
                    </a:cubicBezTo>
                    <a:cubicBezTo>
                      <a:pt x="40" y="400"/>
                      <a:pt x="45" y="398"/>
                      <a:pt x="48" y="393"/>
                    </a:cubicBezTo>
                    <a:cubicBezTo>
                      <a:pt x="89" y="318"/>
                      <a:pt x="122" y="252"/>
                      <a:pt x="180" y="194"/>
                    </a:cubicBezTo>
                    <a:cubicBezTo>
                      <a:pt x="230" y="136"/>
                      <a:pt x="288" y="95"/>
                      <a:pt x="362" y="61"/>
                    </a:cubicBezTo>
                    <a:cubicBezTo>
                      <a:pt x="391" y="40"/>
                      <a:pt x="370" y="0"/>
                      <a:pt x="3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6" name="Google Shape;2856;p5"/>
              <p:cNvSpPr/>
              <p:nvPr/>
            </p:nvSpPr>
            <p:spPr>
              <a:xfrm>
                <a:off x="2172150" y="1838175"/>
                <a:ext cx="3750" cy="8275"/>
              </a:xfrm>
              <a:custGeom>
                <a:rect b="b" l="l" r="r" t="t"/>
                <a:pathLst>
                  <a:path extrusionOk="0" h="331" w="150">
                    <a:moveTo>
                      <a:pt x="125" y="0"/>
                    </a:moveTo>
                    <a:cubicBezTo>
                      <a:pt x="108" y="0"/>
                      <a:pt x="92" y="8"/>
                      <a:pt x="92" y="25"/>
                    </a:cubicBezTo>
                    <a:cubicBezTo>
                      <a:pt x="59" y="116"/>
                      <a:pt x="17" y="207"/>
                      <a:pt x="1" y="307"/>
                    </a:cubicBezTo>
                    <a:cubicBezTo>
                      <a:pt x="1" y="318"/>
                      <a:pt x="9" y="330"/>
                      <a:pt x="20" y="330"/>
                    </a:cubicBezTo>
                    <a:cubicBezTo>
                      <a:pt x="24" y="330"/>
                      <a:pt x="29" y="328"/>
                      <a:pt x="34" y="323"/>
                    </a:cubicBezTo>
                    <a:cubicBezTo>
                      <a:pt x="75" y="232"/>
                      <a:pt x="108" y="133"/>
                      <a:pt x="141" y="33"/>
                    </a:cubicBezTo>
                    <a:cubicBezTo>
                      <a:pt x="150" y="25"/>
                      <a:pt x="141" y="8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7" name="Google Shape;2857;p5"/>
              <p:cNvSpPr/>
              <p:nvPr/>
            </p:nvSpPr>
            <p:spPr>
              <a:xfrm>
                <a:off x="2166175" y="1578600"/>
                <a:ext cx="10350" cy="10200"/>
              </a:xfrm>
              <a:custGeom>
                <a:rect b="b" l="l" r="r" t="t"/>
                <a:pathLst>
                  <a:path extrusionOk="0" h="408" w="414">
                    <a:moveTo>
                      <a:pt x="63" y="0"/>
                    </a:moveTo>
                    <a:cubicBezTo>
                      <a:pt x="33" y="0"/>
                      <a:pt x="0" y="30"/>
                      <a:pt x="8" y="59"/>
                    </a:cubicBezTo>
                    <a:cubicBezTo>
                      <a:pt x="16" y="76"/>
                      <a:pt x="24" y="93"/>
                      <a:pt x="32" y="101"/>
                    </a:cubicBezTo>
                    <a:cubicBezTo>
                      <a:pt x="41" y="109"/>
                      <a:pt x="49" y="117"/>
                      <a:pt x="49" y="117"/>
                    </a:cubicBezTo>
                    <a:cubicBezTo>
                      <a:pt x="66" y="134"/>
                      <a:pt x="82" y="151"/>
                      <a:pt x="99" y="159"/>
                    </a:cubicBezTo>
                    <a:cubicBezTo>
                      <a:pt x="124" y="184"/>
                      <a:pt x="157" y="217"/>
                      <a:pt x="182" y="242"/>
                    </a:cubicBezTo>
                    <a:cubicBezTo>
                      <a:pt x="206" y="267"/>
                      <a:pt x="240" y="291"/>
                      <a:pt x="264" y="325"/>
                    </a:cubicBezTo>
                    <a:cubicBezTo>
                      <a:pt x="281" y="333"/>
                      <a:pt x="289" y="349"/>
                      <a:pt x="306" y="366"/>
                    </a:cubicBezTo>
                    <a:cubicBezTo>
                      <a:pt x="322" y="383"/>
                      <a:pt x="339" y="399"/>
                      <a:pt x="356" y="399"/>
                    </a:cubicBezTo>
                    <a:lnTo>
                      <a:pt x="364" y="407"/>
                    </a:lnTo>
                    <a:cubicBezTo>
                      <a:pt x="380" y="407"/>
                      <a:pt x="414" y="391"/>
                      <a:pt x="405" y="366"/>
                    </a:cubicBezTo>
                    <a:cubicBezTo>
                      <a:pt x="405" y="325"/>
                      <a:pt x="364" y="283"/>
                      <a:pt x="339" y="250"/>
                    </a:cubicBezTo>
                    <a:cubicBezTo>
                      <a:pt x="314" y="225"/>
                      <a:pt x="289" y="192"/>
                      <a:pt x="264" y="167"/>
                    </a:cubicBezTo>
                    <a:cubicBezTo>
                      <a:pt x="240" y="134"/>
                      <a:pt x="206" y="109"/>
                      <a:pt x="182" y="76"/>
                    </a:cubicBezTo>
                    <a:lnTo>
                      <a:pt x="132" y="43"/>
                    </a:lnTo>
                    <a:cubicBezTo>
                      <a:pt x="124" y="35"/>
                      <a:pt x="115" y="18"/>
                      <a:pt x="107" y="18"/>
                    </a:cubicBezTo>
                    <a:cubicBezTo>
                      <a:pt x="99" y="10"/>
                      <a:pt x="90" y="10"/>
                      <a:pt x="82" y="1"/>
                    </a:cubicBezTo>
                    <a:lnTo>
                      <a:pt x="74" y="1"/>
                    </a:lnTo>
                    <a:cubicBezTo>
                      <a:pt x="70" y="1"/>
                      <a:pt x="67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8" name="Google Shape;2858;p5"/>
              <p:cNvSpPr/>
              <p:nvPr/>
            </p:nvSpPr>
            <p:spPr>
              <a:xfrm>
                <a:off x="2163925" y="1587050"/>
                <a:ext cx="7025" cy="9675"/>
              </a:xfrm>
              <a:custGeom>
                <a:rect b="b" l="l" r="r" t="t"/>
                <a:pathLst>
                  <a:path extrusionOk="0" h="387" w="281">
                    <a:moveTo>
                      <a:pt x="26" y="0"/>
                    </a:moveTo>
                    <a:cubicBezTo>
                      <a:pt x="13" y="0"/>
                      <a:pt x="0" y="9"/>
                      <a:pt x="6" y="28"/>
                    </a:cubicBezTo>
                    <a:cubicBezTo>
                      <a:pt x="15" y="61"/>
                      <a:pt x="31" y="86"/>
                      <a:pt x="48" y="119"/>
                    </a:cubicBezTo>
                    <a:cubicBezTo>
                      <a:pt x="73" y="144"/>
                      <a:pt x="89" y="177"/>
                      <a:pt x="106" y="202"/>
                    </a:cubicBezTo>
                    <a:lnTo>
                      <a:pt x="222" y="376"/>
                    </a:lnTo>
                    <a:cubicBezTo>
                      <a:pt x="227" y="383"/>
                      <a:pt x="234" y="386"/>
                      <a:pt x="242" y="386"/>
                    </a:cubicBezTo>
                    <a:cubicBezTo>
                      <a:pt x="261" y="386"/>
                      <a:pt x="281" y="369"/>
                      <a:pt x="263" y="351"/>
                    </a:cubicBezTo>
                    <a:cubicBezTo>
                      <a:pt x="230" y="293"/>
                      <a:pt x="197" y="235"/>
                      <a:pt x="156" y="177"/>
                    </a:cubicBezTo>
                    <a:cubicBezTo>
                      <a:pt x="139" y="144"/>
                      <a:pt x="122" y="119"/>
                      <a:pt x="98" y="86"/>
                    </a:cubicBezTo>
                    <a:cubicBezTo>
                      <a:pt x="81" y="61"/>
                      <a:pt x="64" y="28"/>
                      <a:pt x="40" y="3"/>
                    </a:cubicBezTo>
                    <a:cubicBezTo>
                      <a:pt x="35" y="1"/>
                      <a:pt x="31" y="0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9" name="Google Shape;2859;p5"/>
              <p:cNvSpPr/>
              <p:nvPr/>
            </p:nvSpPr>
            <p:spPr>
              <a:xfrm>
                <a:off x="2155575" y="1585175"/>
                <a:ext cx="5625" cy="10200"/>
              </a:xfrm>
              <a:custGeom>
                <a:rect b="b" l="l" r="r" t="t"/>
                <a:pathLst>
                  <a:path extrusionOk="0" h="408" w="225">
                    <a:moveTo>
                      <a:pt x="17" y="0"/>
                    </a:moveTo>
                    <a:cubicBezTo>
                      <a:pt x="9" y="0"/>
                      <a:pt x="1" y="6"/>
                      <a:pt x="1" y="12"/>
                    </a:cubicBezTo>
                    <a:cubicBezTo>
                      <a:pt x="1" y="45"/>
                      <a:pt x="9" y="86"/>
                      <a:pt x="17" y="120"/>
                    </a:cubicBezTo>
                    <a:cubicBezTo>
                      <a:pt x="26" y="153"/>
                      <a:pt x="42" y="186"/>
                      <a:pt x="59" y="219"/>
                    </a:cubicBezTo>
                    <a:cubicBezTo>
                      <a:pt x="92" y="285"/>
                      <a:pt x="133" y="343"/>
                      <a:pt x="175" y="401"/>
                    </a:cubicBezTo>
                    <a:cubicBezTo>
                      <a:pt x="179" y="405"/>
                      <a:pt x="187" y="408"/>
                      <a:pt x="195" y="408"/>
                    </a:cubicBezTo>
                    <a:cubicBezTo>
                      <a:pt x="204" y="408"/>
                      <a:pt x="212" y="405"/>
                      <a:pt x="216" y="401"/>
                    </a:cubicBezTo>
                    <a:cubicBezTo>
                      <a:pt x="224" y="385"/>
                      <a:pt x="224" y="376"/>
                      <a:pt x="216" y="360"/>
                    </a:cubicBezTo>
                    <a:cubicBezTo>
                      <a:pt x="175" y="310"/>
                      <a:pt x="142" y="252"/>
                      <a:pt x="109" y="186"/>
                    </a:cubicBezTo>
                    <a:cubicBezTo>
                      <a:pt x="92" y="161"/>
                      <a:pt x="84" y="128"/>
                      <a:pt x="67" y="95"/>
                    </a:cubicBezTo>
                    <a:cubicBezTo>
                      <a:pt x="51" y="70"/>
                      <a:pt x="42" y="37"/>
                      <a:pt x="26" y="4"/>
                    </a:cubicBezTo>
                    <a:cubicBezTo>
                      <a:pt x="23" y="1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0" name="Google Shape;2860;p5"/>
              <p:cNvSpPr/>
              <p:nvPr/>
            </p:nvSpPr>
            <p:spPr>
              <a:xfrm>
                <a:off x="2140450" y="1546725"/>
                <a:ext cx="6450" cy="10425"/>
              </a:xfrm>
              <a:custGeom>
                <a:rect b="b" l="l" r="r" t="t"/>
                <a:pathLst>
                  <a:path extrusionOk="0" h="417" w="258">
                    <a:moveTo>
                      <a:pt x="51" y="0"/>
                    </a:moveTo>
                    <a:cubicBezTo>
                      <a:pt x="34" y="0"/>
                      <a:pt x="26" y="17"/>
                      <a:pt x="18" y="34"/>
                    </a:cubicBezTo>
                    <a:cubicBezTo>
                      <a:pt x="1" y="67"/>
                      <a:pt x="18" y="108"/>
                      <a:pt x="26" y="150"/>
                    </a:cubicBezTo>
                    <a:lnTo>
                      <a:pt x="26" y="141"/>
                    </a:lnTo>
                    <a:cubicBezTo>
                      <a:pt x="34" y="183"/>
                      <a:pt x="42" y="216"/>
                      <a:pt x="59" y="241"/>
                    </a:cubicBezTo>
                    <a:cubicBezTo>
                      <a:pt x="92" y="307"/>
                      <a:pt x="134" y="357"/>
                      <a:pt x="192" y="406"/>
                    </a:cubicBezTo>
                    <a:cubicBezTo>
                      <a:pt x="196" y="411"/>
                      <a:pt x="207" y="416"/>
                      <a:pt x="218" y="416"/>
                    </a:cubicBezTo>
                    <a:cubicBezTo>
                      <a:pt x="226" y="416"/>
                      <a:pt x="234" y="413"/>
                      <a:pt x="241" y="406"/>
                    </a:cubicBezTo>
                    <a:cubicBezTo>
                      <a:pt x="258" y="390"/>
                      <a:pt x="258" y="365"/>
                      <a:pt x="241" y="348"/>
                    </a:cubicBezTo>
                    <a:cubicBezTo>
                      <a:pt x="200" y="307"/>
                      <a:pt x="167" y="257"/>
                      <a:pt x="142" y="199"/>
                    </a:cubicBezTo>
                    <a:cubicBezTo>
                      <a:pt x="134" y="174"/>
                      <a:pt x="125" y="141"/>
                      <a:pt x="117" y="116"/>
                    </a:cubicBezTo>
                    <a:cubicBezTo>
                      <a:pt x="117" y="108"/>
                      <a:pt x="117" y="100"/>
                      <a:pt x="109" y="92"/>
                    </a:cubicBezTo>
                    <a:cubicBezTo>
                      <a:pt x="109" y="92"/>
                      <a:pt x="109" y="88"/>
                      <a:pt x="109" y="86"/>
                    </a:cubicBezTo>
                    <a:cubicBezTo>
                      <a:pt x="109" y="86"/>
                      <a:pt x="109" y="75"/>
                      <a:pt x="109" y="75"/>
                    </a:cubicBezTo>
                    <a:lnTo>
                      <a:pt x="109" y="67"/>
                    </a:lnTo>
                    <a:cubicBezTo>
                      <a:pt x="109" y="58"/>
                      <a:pt x="109" y="50"/>
                      <a:pt x="109" y="50"/>
                    </a:cubicBezTo>
                    <a:cubicBezTo>
                      <a:pt x="109" y="42"/>
                      <a:pt x="100" y="25"/>
                      <a:pt x="100" y="17"/>
                    </a:cubicBezTo>
                    <a:cubicBezTo>
                      <a:pt x="92" y="0"/>
                      <a:pt x="67" y="0"/>
                      <a:pt x="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1" name="Google Shape;2861;p5"/>
              <p:cNvSpPr/>
              <p:nvPr/>
            </p:nvSpPr>
            <p:spPr>
              <a:xfrm>
                <a:off x="2140250" y="1558250"/>
                <a:ext cx="2925" cy="5350"/>
              </a:xfrm>
              <a:custGeom>
                <a:rect b="b" l="l" r="r" t="t"/>
                <a:pathLst>
                  <a:path extrusionOk="0" h="214" w="117">
                    <a:moveTo>
                      <a:pt x="21" y="0"/>
                    </a:moveTo>
                    <a:cubicBezTo>
                      <a:pt x="11" y="0"/>
                      <a:pt x="1" y="6"/>
                      <a:pt x="1" y="20"/>
                    </a:cubicBezTo>
                    <a:cubicBezTo>
                      <a:pt x="1" y="37"/>
                      <a:pt x="1" y="53"/>
                      <a:pt x="1" y="70"/>
                    </a:cubicBezTo>
                    <a:cubicBezTo>
                      <a:pt x="1" y="78"/>
                      <a:pt x="9" y="95"/>
                      <a:pt x="17" y="111"/>
                    </a:cubicBezTo>
                    <a:cubicBezTo>
                      <a:pt x="26" y="144"/>
                      <a:pt x="42" y="169"/>
                      <a:pt x="59" y="194"/>
                    </a:cubicBezTo>
                    <a:cubicBezTo>
                      <a:pt x="65" y="206"/>
                      <a:pt x="75" y="214"/>
                      <a:pt x="87" y="214"/>
                    </a:cubicBezTo>
                    <a:cubicBezTo>
                      <a:pt x="91" y="214"/>
                      <a:pt x="96" y="213"/>
                      <a:pt x="100" y="211"/>
                    </a:cubicBezTo>
                    <a:cubicBezTo>
                      <a:pt x="117" y="202"/>
                      <a:pt x="117" y="177"/>
                      <a:pt x="108" y="161"/>
                    </a:cubicBezTo>
                    <a:cubicBezTo>
                      <a:pt x="92" y="144"/>
                      <a:pt x="75" y="119"/>
                      <a:pt x="67" y="95"/>
                    </a:cubicBezTo>
                    <a:cubicBezTo>
                      <a:pt x="67" y="86"/>
                      <a:pt x="67" y="86"/>
                      <a:pt x="67" y="86"/>
                    </a:cubicBezTo>
                    <a:cubicBezTo>
                      <a:pt x="59" y="78"/>
                      <a:pt x="59" y="78"/>
                      <a:pt x="59" y="78"/>
                    </a:cubicBezTo>
                    <a:lnTo>
                      <a:pt x="59" y="53"/>
                    </a:lnTo>
                    <a:cubicBezTo>
                      <a:pt x="50" y="53"/>
                      <a:pt x="50" y="53"/>
                      <a:pt x="50" y="45"/>
                    </a:cubicBezTo>
                    <a:cubicBezTo>
                      <a:pt x="50" y="45"/>
                      <a:pt x="50" y="37"/>
                      <a:pt x="50" y="37"/>
                    </a:cubicBezTo>
                    <a:cubicBezTo>
                      <a:pt x="42" y="28"/>
                      <a:pt x="42" y="20"/>
                      <a:pt x="42" y="12"/>
                    </a:cubicBezTo>
                    <a:cubicBezTo>
                      <a:pt x="38" y="4"/>
                      <a:pt x="30" y="0"/>
                      <a:pt x="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2" name="Google Shape;2862;p5"/>
              <p:cNvSpPr/>
              <p:nvPr/>
            </p:nvSpPr>
            <p:spPr>
              <a:xfrm>
                <a:off x="2135150" y="1561425"/>
                <a:ext cx="3275" cy="7150"/>
              </a:xfrm>
              <a:custGeom>
                <a:rect b="b" l="l" r="r" t="t"/>
                <a:pathLst>
                  <a:path extrusionOk="0" h="286" w="131">
                    <a:moveTo>
                      <a:pt x="20" y="0"/>
                    </a:moveTo>
                    <a:cubicBezTo>
                      <a:pt x="11" y="0"/>
                      <a:pt x="1" y="7"/>
                      <a:pt x="6" y="17"/>
                    </a:cubicBezTo>
                    <a:cubicBezTo>
                      <a:pt x="6" y="59"/>
                      <a:pt x="22" y="100"/>
                      <a:pt x="31" y="142"/>
                    </a:cubicBezTo>
                    <a:cubicBezTo>
                      <a:pt x="47" y="183"/>
                      <a:pt x="56" y="224"/>
                      <a:pt x="72" y="266"/>
                    </a:cubicBezTo>
                    <a:cubicBezTo>
                      <a:pt x="78" y="278"/>
                      <a:pt x="89" y="286"/>
                      <a:pt x="97" y="286"/>
                    </a:cubicBezTo>
                    <a:cubicBezTo>
                      <a:pt x="100" y="286"/>
                      <a:pt x="103" y="285"/>
                      <a:pt x="105" y="282"/>
                    </a:cubicBezTo>
                    <a:cubicBezTo>
                      <a:pt x="122" y="282"/>
                      <a:pt x="130" y="266"/>
                      <a:pt x="130" y="249"/>
                    </a:cubicBezTo>
                    <a:cubicBezTo>
                      <a:pt x="114" y="208"/>
                      <a:pt x="105" y="166"/>
                      <a:pt x="89" y="125"/>
                    </a:cubicBezTo>
                    <a:cubicBezTo>
                      <a:pt x="72" y="84"/>
                      <a:pt x="56" y="42"/>
                      <a:pt x="39" y="9"/>
                    </a:cubicBezTo>
                    <a:lnTo>
                      <a:pt x="31" y="9"/>
                    </a:lnTo>
                    <a:cubicBezTo>
                      <a:pt x="31" y="3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3" name="Google Shape;2863;p5"/>
              <p:cNvSpPr/>
              <p:nvPr/>
            </p:nvSpPr>
            <p:spPr>
              <a:xfrm>
                <a:off x="1963775" y="1581150"/>
                <a:ext cx="2100" cy="8475"/>
              </a:xfrm>
              <a:custGeom>
                <a:rect b="b" l="l" r="r" t="t"/>
                <a:pathLst>
                  <a:path extrusionOk="0" h="339" w="84">
                    <a:moveTo>
                      <a:pt x="42" y="1"/>
                    </a:moveTo>
                    <a:cubicBezTo>
                      <a:pt x="25" y="1"/>
                      <a:pt x="9" y="11"/>
                      <a:pt x="9" y="32"/>
                    </a:cubicBezTo>
                    <a:cubicBezTo>
                      <a:pt x="9" y="82"/>
                      <a:pt x="9" y="123"/>
                      <a:pt x="9" y="173"/>
                    </a:cubicBezTo>
                    <a:cubicBezTo>
                      <a:pt x="0" y="189"/>
                      <a:pt x="0" y="214"/>
                      <a:pt x="0" y="239"/>
                    </a:cubicBezTo>
                    <a:cubicBezTo>
                      <a:pt x="0" y="256"/>
                      <a:pt x="0" y="281"/>
                      <a:pt x="0" y="297"/>
                    </a:cubicBezTo>
                    <a:cubicBezTo>
                      <a:pt x="0" y="305"/>
                      <a:pt x="9" y="314"/>
                      <a:pt x="9" y="322"/>
                    </a:cubicBezTo>
                    <a:cubicBezTo>
                      <a:pt x="17" y="330"/>
                      <a:pt x="25" y="339"/>
                      <a:pt x="42" y="339"/>
                    </a:cubicBezTo>
                    <a:cubicBezTo>
                      <a:pt x="50" y="339"/>
                      <a:pt x="67" y="330"/>
                      <a:pt x="75" y="322"/>
                    </a:cubicBezTo>
                    <a:cubicBezTo>
                      <a:pt x="75" y="322"/>
                      <a:pt x="75" y="314"/>
                      <a:pt x="75" y="314"/>
                    </a:cubicBezTo>
                    <a:lnTo>
                      <a:pt x="75" y="305"/>
                    </a:lnTo>
                    <a:cubicBezTo>
                      <a:pt x="83" y="281"/>
                      <a:pt x="75" y="256"/>
                      <a:pt x="75" y="239"/>
                    </a:cubicBezTo>
                    <a:cubicBezTo>
                      <a:pt x="75" y="214"/>
                      <a:pt x="75" y="189"/>
                      <a:pt x="75" y="173"/>
                    </a:cubicBezTo>
                    <a:cubicBezTo>
                      <a:pt x="75" y="123"/>
                      <a:pt x="75" y="82"/>
                      <a:pt x="75" y="32"/>
                    </a:cubicBezTo>
                    <a:cubicBezTo>
                      <a:pt x="75" y="11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4" name="Google Shape;2864;p5"/>
              <p:cNvSpPr/>
              <p:nvPr/>
            </p:nvSpPr>
            <p:spPr>
              <a:xfrm>
                <a:off x="1958400" y="1580700"/>
                <a:ext cx="5400" cy="6900"/>
              </a:xfrm>
              <a:custGeom>
                <a:rect b="b" l="l" r="r" t="t"/>
                <a:pathLst>
                  <a:path extrusionOk="0" h="276" w="216">
                    <a:moveTo>
                      <a:pt x="182" y="0"/>
                    </a:moveTo>
                    <a:cubicBezTo>
                      <a:pt x="58" y="0"/>
                      <a:pt x="0" y="158"/>
                      <a:pt x="41" y="257"/>
                    </a:cubicBezTo>
                    <a:cubicBezTo>
                      <a:pt x="46" y="270"/>
                      <a:pt x="54" y="276"/>
                      <a:pt x="62" y="276"/>
                    </a:cubicBezTo>
                    <a:cubicBezTo>
                      <a:pt x="70" y="276"/>
                      <a:pt x="79" y="270"/>
                      <a:pt x="83" y="257"/>
                    </a:cubicBezTo>
                    <a:cubicBezTo>
                      <a:pt x="91" y="232"/>
                      <a:pt x="91" y="207"/>
                      <a:pt x="91" y="183"/>
                    </a:cubicBezTo>
                    <a:cubicBezTo>
                      <a:pt x="91" y="166"/>
                      <a:pt x="99" y="158"/>
                      <a:pt x="99" y="149"/>
                    </a:cubicBezTo>
                    <a:cubicBezTo>
                      <a:pt x="99" y="141"/>
                      <a:pt x="99" y="133"/>
                      <a:pt x="99" y="133"/>
                    </a:cubicBezTo>
                    <a:lnTo>
                      <a:pt x="108" y="125"/>
                    </a:lnTo>
                    <a:lnTo>
                      <a:pt x="108" y="116"/>
                    </a:lnTo>
                    <a:cubicBezTo>
                      <a:pt x="116" y="100"/>
                      <a:pt x="124" y="91"/>
                      <a:pt x="141" y="75"/>
                    </a:cubicBezTo>
                    <a:cubicBezTo>
                      <a:pt x="141" y="75"/>
                      <a:pt x="141" y="75"/>
                      <a:pt x="149" y="67"/>
                    </a:cubicBezTo>
                    <a:lnTo>
                      <a:pt x="157" y="67"/>
                    </a:lnTo>
                    <a:cubicBezTo>
                      <a:pt x="157" y="67"/>
                      <a:pt x="166" y="58"/>
                      <a:pt x="174" y="58"/>
                    </a:cubicBezTo>
                    <a:lnTo>
                      <a:pt x="182" y="58"/>
                    </a:lnTo>
                    <a:cubicBezTo>
                      <a:pt x="215" y="58"/>
                      <a:pt x="215" y="0"/>
                      <a:pt x="1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5" name="Google Shape;2865;p5"/>
              <p:cNvSpPr/>
              <p:nvPr/>
            </p:nvSpPr>
            <p:spPr>
              <a:xfrm>
                <a:off x="2379750" y="2008575"/>
                <a:ext cx="7850" cy="9700"/>
              </a:xfrm>
              <a:custGeom>
                <a:rect b="b" l="l" r="r" t="t"/>
                <a:pathLst>
                  <a:path extrusionOk="0" h="388" w="314">
                    <a:moveTo>
                      <a:pt x="35" y="1"/>
                    </a:moveTo>
                    <a:cubicBezTo>
                      <a:pt x="16" y="1"/>
                      <a:pt x="0" y="16"/>
                      <a:pt x="7" y="36"/>
                    </a:cubicBezTo>
                    <a:cubicBezTo>
                      <a:pt x="7" y="69"/>
                      <a:pt x="32" y="103"/>
                      <a:pt x="57" y="127"/>
                    </a:cubicBezTo>
                    <a:cubicBezTo>
                      <a:pt x="73" y="152"/>
                      <a:pt x="98" y="185"/>
                      <a:pt x="115" y="210"/>
                    </a:cubicBezTo>
                    <a:cubicBezTo>
                      <a:pt x="156" y="260"/>
                      <a:pt x="198" y="318"/>
                      <a:pt x="239" y="376"/>
                    </a:cubicBezTo>
                    <a:cubicBezTo>
                      <a:pt x="251" y="382"/>
                      <a:pt x="262" y="388"/>
                      <a:pt x="274" y="388"/>
                    </a:cubicBezTo>
                    <a:cubicBezTo>
                      <a:pt x="279" y="388"/>
                      <a:pt x="284" y="387"/>
                      <a:pt x="289" y="384"/>
                    </a:cubicBezTo>
                    <a:cubicBezTo>
                      <a:pt x="305" y="376"/>
                      <a:pt x="314" y="351"/>
                      <a:pt x="305" y="335"/>
                    </a:cubicBezTo>
                    <a:cubicBezTo>
                      <a:pt x="264" y="277"/>
                      <a:pt x="222" y="219"/>
                      <a:pt x="181" y="169"/>
                    </a:cubicBezTo>
                    <a:cubicBezTo>
                      <a:pt x="164" y="136"/>
                      <a:pt x="140" y="111"/>
                      <a:pt x="123" y="78"/>
                    </a:cubicBezTo>
                    <a:cubicBezTo>
                      <a:pt x="98" y="53"/>
                      <a:pt x="82" y="20"/>
                      <a:pt x="48" y="3"/>
                    </a:cubicBezTo>
                    <a:cubicBezTo>
                      <a:pt x="44" y="2"/>
                      <a:pt x="40" y="1"/>
                      <a:pt x="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6" name="Google Shape;2866;p5"/>
              <p:cNvSpPr/>
              <p:nvPr/>
            </p:nvSpPr>
            <p:spPr>
              <a:xfrm>
                <a:off x="2374800" y="2012000"/>
                <a:ext cx="4800" cy="6650"/>
              </a:xfrm>
              <a:custGeom>
                <a:rect b="b" l="l" r="r" t="t"/>
                <a:pathLst>
                  <a:path extrusionOk="0" h="266" w="192">
                    <a:moveTo>
                      <a:pt x="21" y="0"/>
                    </a:moveTo>
                    <a:cubicBezTo>
                      <a:pt x="11" y="0"/>
                      <a:pt x="0" y="12"/>
                      <a:pt x="6" y="24"/>
                    </a:cubicBezTo>
                    <a:cubicBezTo>
                      <a:pt x="23" y="65"/>
                      <a:pt x="48" y="106"/>
                      <a:pt x="72" y="140"/>
                    </a:cubicBezTo>
                    <a:cubicBezTo>
                      <a:pt x="89" y="181"/>
                      <a:pt x="114" y="214"/>
                      <a:pt x="139" y="256"/>
                    </a:cubicBezTo>
                    <a:cubicBezTo>
                      <a:pt x="144" y="263"/>
                      <a:pt x="151" y="266"/>
                      <a:pt x="158" y="266"/>
                    </a:cubicBezTo>
                    <a:cubicBezTo>
                      <a:pt x="175" y="266"/>
                      <a:pt x="192" y="248"/>
                      <a:pt x="180" y="231"/>
                    </a:cubicBezTo>
                    <a:cubicBezTo>
                      <a:pt x="164" y="189"/>
                      <a:pt x="139" y="148"/>
                      <a:pt x="114" y="115"/>
                    </a:cubicBezTo>
                    <a:cubicBezTo>
                      <a:pt x="97" y="98"/>
                      <a:pt x="89" y="73"/>
                      <a:pt x="72" y="57"/>
                    </a:cubicBezTo>
                    <a:cubicBezTo>
                      <a:pt x="64" y="40"/>
                      <a:pt x="48" y="24"/>
                      <a:pt x="31" y="7"/>
                    </a:cubicBezTo>
                    <a:cubicBezTo>
                      <a:pt x="29" y="2"/>
                      <a:pt x="25" y="0"/>
                      <a:pt x="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7" name="Google Shape;2867;p5"/>
              <p:cNvSpPr/>
              <p:nvPr/>
            </p:nvSpPr>
            <p:spPr>
              <a:xfrm>
                <a:off x="2369200" y="2011175"/>
                <a:ext cx="4100" cy="5450"/>
              </a:xfrm>
              <a:custGeom>
                <a:rect b="b" l="l" r="r" t="t"/>
                <a:pathLst>
                  <a:path extrusionOk="0" h="218" w="164">
                    <a:moveTo>
                      <a:pt x="28" y="0"/>
                    </a:moveTo>
                    <a:cubicBezTo>
                      <a:pt x="16" y="0"/>
                      <a:pt x="0" y="14"/>
                      <a:pt x="6" y="32"/>
                    </a:cubicBezTo>
                    <a:cubicBezTo>
                      <a:pt x="6" y="40"/>
                      <a:pt x="6" y="48"/>
                      <a:pt x="15" y="57"/>
                    </a:cubicBezTo>
                    <a:cubicBezTo>
                      <a:pt x="15" y="65"/>
                      <a:pt x="23" y="73"/>
                      <a:pt x="23" y="81"/>
                    </a:cubicBezTo>
                    <a:lnTo>
                      <a:pt x="48" y="123"/>
                    </a:lnTo>
                    <a:cubicBezTo>
                      <a:pt x="64" y="148"/>
                      <a:pt x="89" y="173"/>
                      <a:pt x="106" y="206"/>
                    </a:cubicBezTo>
                    <a:cubicBezTo>
                      <a:pt x="112" y="212"/>
                      <a:pt x="122" y="217"/>
                      <a:pt x="133" y="217"/>
                    </a:cubicBezTo>
                    <a:cubicBezTo>
                      <a:pt x="138" y="217"/>
                      <a:pt x="142" y="216"/>
                      <a:pt x="147" y="214"/>
                    </a:cubicBezTo>
                    <a:cubicBezTo>
                      <a:pt x="156" y="206"/>
                      <a:pt x="164" y="189"/>
                      <a:pt x="156" y="173"/>
                    </a:cubicBezTo>
                    <a:lnTo>
                      <a:pt x="106" y="90"/>
                    </a:lnTo>
                    <a:cubicBezTo>
                      <a:pt x="89" y="81"/>
                      <a:pt x="81" y="65"/>
                      <a:pt x="73" y="48"/>
                    </a:cubicBezTo>
                    <a:lnTo>
                      <a:pt x="64" y="32"/>
                    </a:lnTo>
                    <a:cubicBezTo>
                      <a:pt x="56" y="23"/>
                      <a:pt x="48" y="15"/>
                      <a:pt x="40" y="7"/>
                    </a:cubicBezTo>
                    <a:cubicBezTo>
                      <a:pt x="37" y="2"/>
                      <a:pt x="33" y="0"/>
                      <a:pt x="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8" name="Google Shape;2868;p5"/>
              <p:cNvSpPr/>
              <p:nvPr/>
            </p:nvSpPr>
            <p:spPr>
              <a:xfrm>
                <a:off x="2153500" y="1937300"/>
                <a:ext cx="5825" cy="9175"/>
              </a:xfrm>
              <a:custGeom>
                <a:rect b="b" l="l" r="r" t="t"/>
                <a:pathLst>
                  <a:path extrusionOk="0" h="367" w="233">
                    <a:moveTo>
                      <a:pt x="57" y="1"/>
                    </a:moveTo>
                    <a:cubicBezTo>
                      <a:pt x="52" y="1"/>
                      <a:pt x="47" y="2"/>
                      <a:pt x="42" y="4"/>
                    </a:cubicBezTo>
                    <a:cubicBezTo>
                      <a:pt x="18" y="4"/>
                      <a:pt x="1" y="29"/>
                      <a:pt x="1" y="54"/>
                    </a:cubicBezTo>
                    <a:cubicBezTo>
                      <a:pt x="1" y="87"/>
                      <a:pt x="18" y="120"/>
                      <a:pt x="26" y="145"/>
                    </a:cubicBezTo>
                    <a:cubicBezTo>
                      <a:pt x="34" y="170"/>
                      <a:pt x="51" y="203"/>
                      <a:pt x="59" y="228"/>
                    </a:cubicBezTo>
                    <a:cubicBezTo>
                      <a:pt x="76" y="252"/>
                      <a:pt x="92" y="277"/>
                      <a:pt x="109" y="302"/>
                    </a:cubicBezTo>
                    <a:cubicBezTo>
                      <a:pt x="125" y="310"/>
                      <a:pt x="125" y="319"/>
                      <a:pt x="142" y="327"/>
                    </a:cubicBezTo>
                    <a:cubicBezTo>
                      <a:pt x="150" y="344"/>
                      <a:pt x="167" y="344"/>
                      <a:pt x="175" y="352"/>
                    </a:cubicBezTo>
                    <a:lnTo>
                      <a:pt x="175" y="360"/>
                    </a:lnTo>
                    <a:cubicBezTo>
                      <a:pt x="179" y="364"/>
                      <a:pt x="185" y="366"/>
                      <a:pt x="193" y="366"/>
                    </a:cubicBezTo>
                    <a:cubicBezTo>
                      <a:pt x="200" y="366"/>
                      <a:pt x="208" y="364"/>
                      <a:pt x="216" y="360"/>
                    </a:cubicBezTo>
                    <a:cubicBezTo>
                      <a:pt x="225" y="352"/>
                      <a:pt x="233" y="335"/>
                      <a:pt x="225" y="319"/>
                    </a:cubicBezTo>
                    <a:cubicBezTo>
                      <a:pt x="216" y="310"/>
                      <a:pt x="208" y="294"/>
                      <a:pt x="208" y="286"/>
                    </a:cubicBezTo>
                    <a:cubicBezTo>
                      <a:pt x="200" y="269"/>
                      <a:pt x="192" y="261"/>
                      <a:pt x="183" y="244"/>
                    </a:cubicBezTo>
                    <a:cubicBezTo>
                      <a:pt x="175" y="228"/>
                      <a:pt x="158" y="203"/>
                      <a:pt x="150" y="178"/>
                    </a:cubicBezTo>
                    <a:cubicBezTo>
                      <a:pt x="150" y="178"/>
                      <a:pt x="150" y="170"/>
                      <a:pt x="150" y="170"/>
                    </a:cubicBezTo>
                    <a:lnTo>
                      <a:pt x="142" y="170"/>
                    </a:lnTo>
                    <a:cubicBezTo>
                      <a:pt x="142" y="161"/>
                      <a:pt x="142" y="153"/>
                      <a:pt x="142" y="145"/>
                    </a:cubicBezTo>
                    <a:cubicBezTo>
                      <a:pt x="134" y="136"/>
                      <a:pt x="134" y="120"/>
                      <a:pt x="125" y="112"/>
                    </a:cubicBezTo>
                    <a:cubicBezTo>
                      <a:pt x="117" y="87"/>
                      <a:pt x="117" y="54"/>
                      <a:pt x="100" y="29"/>
                    </a:cubicBezTo>
                    <a:cubicBezTo>
                      <a:pt x="94" y="10"/>
                      <a:pt x="74" y="1"/>
                      <a:pt x="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9" name="Google Shape;2869;p5"/>
              <p:cNvSpPr/>
              <p:nvPr/>
            </p:nvSpPr>
            <p:spPr>
              <a:xfrm>
                <a:off x="2147100" y="1927150"/>
                <a:ext cx="3325" cy="5900"/>
              </a:xfrm>
              <a:custGeom>
                <a:rect b="b" l="l" r="r" t="t"/>
                <a:pathLst>
                  <a:path extrusionOk="0" h="236" w="133">
                    <a:moveTo>
                      <a:pt x="24" y="1"/>
                    </a:moveTo>
                    <a:cubicBezTo>
                      <a:pt x="13" y="1"/>
                      <a:pt x="0" y="8"/>
                      <a:pt x="0" y="20"/>
                    </a:cubicBezTo>
                    <a:cubicBezTo>
                      <a:pt x="8" y="29"/>
                      <a:pt x="8" y="37"/>
                      <a:pt x="8" y="45"/>
                    </a:cubicBezTo>
                    <a:cubicBezTo>
                      <a:pt x="8" y="54"/>
                      <a:pt x="8" y="62"/>
                      <a:pt x="17" y="70"/>
                    </a:cubicBezTo>
                    <a:lnTo>
                      <a:pt x="33" y="120"/>
                    </a:lnTo>
                    <a:cubicBezTo>
                      <a:pt x="42" y="145"/>
                      <a:pt x="50" y="178"/>
                      <a:pt x="66" y="211"/>
                    </a:cubicBezTo>
                    <a:cubicBezTo>
                      <a:pt x="72" y="223"/>
                      <a:pt x="83" y="231"/>
                      <a:pt x="95" y="231"/>
                    </a:cubicBezTo>
                    <a:cubicBezTo>
                      <a:pt x="99" y="231"/>
                      <a:pt x="103" y="230"/>
                      <a:pt x="108" y="228"/>
                    </a:cubicBezTo>
                    <a:lnTo>
                      <a:pt x="108" y="236"/>
                    </a:lnTo>
                    <a:cubicBezTo>
                      <a:pt x="133" y="228"/>
                      <a:pt x="133" y="203"/>
                      <a:pt x="124" y="186"/>
                    </a:cubicBezTo>
                    <a:cubicBezTo>
                      <a:pt x="116" y="153"/>
                      <a:pt x="100" y="120"/>
                      <a:pt x="83" y="95"/>
                    </a:cubicBezTo>
                    <a:lnTo>
                      <a:pt x="66" y="45"/>
                    </a:lnTo>
                    <a:cubicBezTo>
                      <a:pt x="58" y="37"/>
                      <a:pt x="58" y="37"/>
                      <a:pt x="50" y="29"/>
                    </a:cubicBezTo>
                    <a:cubicBezTo>
                      <a:pt x="50" y="20"/>
                      <a:pt x="42" y="12"/>
                      <a:pt x="33" y="4"/>
                    </a:cubicBezTo>
                    <a:cubicBezTo>
                      <a:pt x="31" y="2"/>
                      <a:pt x="28" y="1"/>
                      <a:pt x="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0" name="Google Shape;2870;p5"/>
              <p:cNvSpPr/>
              <p:nvPr/>
            </p:nvSpPr>
            <p:spPr>
              <a:xfrm>
                <a:off x="2143975" y="1919575"/>
                <a:ext cx="2525" cy="3550"/>
              </a:xfrm>
              <a:custGeom>
                <a:rect b="b" l="l" r="r" t="t"/>
                <a:pathLst>
                  <a:path extrusionOk="0" h="142" w="101">
                    <a:moveTo>
                      <a:pt x="9" y="0"/>
                    </a:moveTo>
                    <a:cubicBezTo>
                      <a:pt x="1" y="9"/>
                      <a:pt x="1" y="17"/>
                      <a:pt x="1" y="25"/>
                    </a:cubicBezTo>
                    <a:cubicBezTo>
                      <a:pt x="1" y="34"/>
                      <a:pt x="1" y="34"/>
                      <a:pt x="1" y="42"/>
                    </a:cubicBezTo>
                    <a:cubicBezTo>
                      <a:pt x="1" y="50"/>
                      <a:pt x="9" y="50"/>
                      <a:pt x="9" y="58"/>
                    </a:cubicBezTo>
                    <a:cubicBezTo>
                      <a:pt x="9" y="67"/>
                      <a:pt x="17" y="75"/>
                      <a:pt x="17" y="83"/>
                    </a:cubicBezTo>
                    <a:lnTo>
                      <a:pt x="42" y="125"/>
                    </a:lnTo>
                    <a:cubicBezTo>
                      <a:pt x="51" y="141"/>
                      <a:pt x="67" y="141"/>
                      <a:pt x="84" y="141"/>
                    </a:cubicBezTo>
                    <a:cubicBezTo>
                      <a:pt x="100" y="133"/>
                      <a:pt x="100" y="108"/>
                      <a:pt x="92" y="100"/>
                    </a:cubicBezTo>
                    <a:lnTo>
                      <a:pt x="67" y="50"/>
                    </a:lnTo>
                    <a:lnTo>
                      <a:pt x="59" y="34"/>
                    </a:lnTo>
                    <a:cubicBezTo>
                      <a:pt x="51" y="17"/>
                      <a:pt x="42" y="17"/>
                      <a:pt x="34" y="9"/>
                    </a:cubicBezTo>
                    <a:cubicBezTo>
                      <a:pt x="34" y="0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1" name="Google Shape;2871;p5"/>
              <p:cNvSpPr/>
              <p:nvPr/>
            </p:nvSpPr>
            <p:spPr>
              <a:xfrm>
                <a:off x="2137775" y="1912125"/>
                <a:ext cx="2925" cy="5350"/>
              </a:xfrm>
              <a:custGeom>
                <a:rect b="b" l="l" r="r" t="t"/>
                <a:pathLst>
                  <a:path extrusionOk="0" h="214" w="117">
                    <a:moveTo>
                      <a:pt x="17" y="0"/>
                    </a:moveTo>
                    <a:cubicBezTo>
                      <a:pt x="9" y="8"/>
                      <a:pt x="9" y="17"/>
                      <a:pt x="0" y="33"/>
                    </a:cubicBezTo>
                    <a:cubicBezTo>
                      <a:pt x="0" y="33"/>
                      <a:pt x="0" y="42"/>
                      <a:pt x="0" y="50"/>
                    </a:cubicBezTo>
                    <a:cubicBezTo>
                      <a:pt x="0" y="50"/>
                      <a:pt x="0" y="58"/>
                      <a:pt x="0" y="66"/>
                    </a:cubicBezTo>
                    <a:cubicBezTo>
                      <a:pt x="9" y="83"/>
                      <a:pt x="9" y="100"/>
                      <a:pt x="17" y="116"/>
                    </a:cubicBezTo>
                    <a:cubicBezTo>
                      <a:pt x="33" y="149"/>
                      <a:pt x="50" y="182"/>
                      <a:pt x="75" y="207"/>
                    </a:cubicBezTo>
                    <a:cubicBezTo>
                      <a:pt x="79" y="211"/>
                      <a:pt x="85" y="213"/>
                      <a:pt x="91" y="213"/>
                    </a:cubicBezTo>
                    <a:cubicBezTo>
                      <a:pt x="98" y="213"/>
                      <a:pt x="104" y="211"/>
                      <a:pt x="108" y="207"/>
                    </a:cubicBezTo>
                    <a:cubicBezTo>
                      <a:pt x="116" y="199"/>
                      <a:pt x="116" y="191"/>
                      <a:pt x="108" y="182"/>
                    </a:cubicBezTo>
                    <a:cubicBezTo>
                      <a:pt x="83" y="158"/>
                      <a:pt x="75" y="124"/>
                      <a:pt x="67" y="100"/>
                    </a:cubicBezTo>
                    <a:cubicBezTo>
                      <a:pt x="58" y="83"/>
                      <a:pt x="58" y="66"/>
                      <a:pt x="58" y="50"/>
                    </a:cubicBezTo>
                    <a:cubicBezTo>
                      <a:pt x="50" y="50"/>
                      <a:pt x="50" y="42"/>
                      <a:pt x="50" y="42"/>
                    </a:cubicBezTo>
                    <a:cubicBezTo>
                      <a:pt x="50" y="33"/>
                      <a:pt x="50" y="33"/>
                      <a:pt x="50" y="25"/>
                    </a:cubicBezTo>
                    <a:cubicBezTo>
                      <a:pt x="42" y="17"/>
                      <a:pt x="42" y="8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2" name="Google Shape;2872;p5"/>
              <p:cNvSpPr/>
              <p:nvPr/>
            </p:nvSpPr>
            <p:spPr>
              <a:xfrm>
                <a:off x="2218550" y="2022100"/>
                <a:ext cx="2725" cy="5000"/>
              </a:xfrm>
              <a:custGeom>
                <a:rect b="b" l="l" r="r" t="t"/>
                <a:pathLst>
                  <a:path extrusionOk="0" h="200" w="109">
                    <a:moveTo>
                      <a:pt x="83" y="1"/>
                    </a:moveTo>
                    <a:cubicBezTo>
                      <a:pt x="67" y="1"/>
                      <a:pt x="50" y="9"/>
                      <a:pt x="50" y="26"/>
                    </a:cubicBezTo>
                    <a:lnTo>
                      <a:pt x="25" y="100"/>
                    </a:lnTo>
                    <a:cubicBezTo>
                      <a:pt x="17" y="117"/>
                      <a:pt x="17" y="125"/>
                      <a:pt x="9" y="142"/>
                    </a:cubicBezTo>
                    <a:cubicBezTo>
                      <a:pt x="9" y="150"/>
                      <a:pt x="1" y="158"/>
                      <a:pt x="1" y="158"/>
                    </a:cubicBezTo>
                    <a:cubicBezTo>
                      <a:pt x="1" y="175"/>
                      <a:pt x="1" y="183"/>
                      <a:pt x="9" y="191"/>
                    </a:cubicBezTo>
                    <a:cubicBezTo>
                      <a:pt x="17" y="200"/>
                      <a:pt x="25" y="200"/>
                      <a:pt x="34" y="200"/>
                    </a:cubicBezTo>
                    <a:lnTo>
                      <a:pt x="42" y="200"/>
                    </a:lnTo>
                    <a:cubicBezTo>
                      <a:pt x="59" y="200"/>
                      <a:pt x="67" y="175"/>
                      <a:pt x="67" y="158"/>
                    </a:cubicBezTo>
                    <a:cubicBezTo>
                      <a:pt x="75" y="142"/>
                      <a:pt x="75" y="133"/>
                      <a:pt x="75" y="117"/>
                    </a:cubicBezTo>
                    <a:lnTo>
                      <a:pt x="100" y="34"/>
                    </a:lnTo>
                    <a:cubicBezTo>
                      <a:pt x="108" y="26"/>
                      <a:pt x="92" y="9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3" name="Google Shape;2873;p5"/>
              <p:cNvSpPr/>
              <p:nvPr/>
            </p:nvSpPr>
            <p:spPr>
              <a:xfrm>
                <a:off x="2216900" y="2020650"/>
                <a:ext cx="1475" cy="3750"/>
              </a:xfrm>
              <a:custGeom>
                <a:rect b="b" l="l" r="r" t="t"/>
                <a:pathLst>
                  <a:path extrusionOk="0" h="150" w="59">
                    <a:moveTo>
                      <a:pt x="42" y="1"/>
                    </a:moveTo>
                    <a:cubicBezTo>
                      <a:pt x="33" y="1"/>
                      <a:pt x="25" y="1"/>
                      <a:pt x="25" y="9"/>
                    </a:cubicBezTo>
                    <a:cubicBezTo>
                      <a:pt x="17" y="9"/>
                      <a:pt x="9" y="17"/>
                      <a:pt x="9" y="17"/>
                    </a:cubicBezTo>
                    <a:cubicBezTo>
                      <a:pt x="9" y="42"/>
                      <a:pt x="0" y="59"/>
                      <a:pt x="0" y="75"/>
                    </a:cubicBezTo>
                    <a:cubicBezTo>
                      <a:pt x="0" y="84"/>
                      <a:pt x="0" y="100"/>
                      <a:pt x="0" y="108"/>
                    </a:cubicBezTo>
                    <a:cubicBezTo>
                      <a:pt x="0" y="117"/>
                      <a:pt x="0" y="125"/>
                      <a:pt x="9" y="133"/>
                    </a:cubicBezTo>
                    <a:cubicBezTo>
                      <a:pt x="9" y="142"/>
                      <a:pt x="9" y="142"/>
                      <a:pt x="17" y="150"/>
                    </a:cubicBezTo>
                    <a:cubicBezTo>
                      <a:pt x="17" y="150"/>
                      <a:pt x="25" y="150"/>
                      <a:pt x="25" y="142"/>
                    </a:cubicBezTo>
                    <a:cubicBezTo>
                      <a:pt x="33" y="133"/>
                      <a:pt x="42" y="125"/>
                      <a:pt x="42" y="117"/>
                    </a:cubicBezTo>
                    <a:cubicBezTo>
                      <a:pt x="42" y="108"/>
                      <a:pt x="50" y="100"/>
                      <a:pt x="50" y="92"/>
                    </a:cubicBezTo>
                    <a:cubicBezTo>
                      <a:pt x="50" y="75"/>
                      <a:pt x="58" y="50"/>
                      <a:pt x="58" y="34"/>
                    </a:cubicBezTo>
                    <a:cubicBezTo>
                      <a:pt x="58" y="17"/>
                      <a:pt x="58" y="9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4" name="Google Shape;2874;p5"/>
              <p:cNvSpPr/>
              <p:nvPr/>
            </p:nvSpPr>
            <p:spPr>
              <a:xfrm>
                <a:off x="2131975" y="1897300"/>
                <a:ext cx="2100" cy="7300"/>
              </a:xfrm>
              <a:custGeom>
                <a:rect b="b" l="l" r="r" t="t"/>
                <a:pathLst>
                  <a:path extrusionOk="0" h="292" w="84">
                    <a:moveTo>
                      <a:pt x="36" y="0"/>
                    </a:moveTo>
                    <a:cubicBezTo>
                      <a:pt x="24" y="0"/>
                      <a:pt x="12" y="7"/>
                      <a:pt x="9" y="21"/>
                    </a:cubicBezTo>
                    <a:cubicBezTo>
                      <a:pt x="0" y="71"/>
                      <a:pt x="0" y="113"/>
                      <a:pt x="0" y="162"/>
                    </a:cubicBezTo>
                    <a:cubicBezTo>
                      <a:pt x="9" y="179"/>
                      <a:pt x="9" y="204"/>
                      <a:pt x="17" y="229"/>
                    </a:cubicBezTo>
                    <a:cubicBezTo>
                      <a:pt x="25" y="245"/>
                      <a:pt x="33" y="270"/>
                      <a:pt x="50" y="287"/>
                    </a:cubicBezTo>
                    <a:cubicBezTo>
                      <a:pt x="53" y="290"/>
                      <a:pt x="60" y="292"/>
                      <a:pt x="66" y="292"/>
                    </a:cubicBezTo>
                    <a:cubicBezTo>
                      <a:pt x="75" y="292"/>
                      <a:pt x="83" y="288"/>
                      <a:pt x="83" y="278"/>
                    </a:cubicBezTo>
                    <a:cubicBezTo>
                      <a:pt x="83" y="253"/>
                      <a:pt x="75" y="237"/>
                      <a:pt x="75" y="212"/>
                    </a:cubicBezTo>
                    <a:cubicBezTo>
                      <a:pt x="67" y="195"/>
                      <a:pt x="67" y="171"/>
                      <a:pt x="67" y="154"/>
                    </a:cubicBezTo>
                    <a:cubicBezTo>
                      <a:pt x="58" y="113"/>
                      <a:pt x="58" y="71"/>
                      <a:pt x="67" y="30"/>
                    </a:cubicBezTo>
                    <a:cubicBezTo>
                      <a:pt x="67" y="11"/>
                      <a:pt x="51" y="0"/>
                      <a:pt x="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5" name="Google Shape;2875;p5"/>
              <p:cNvSpPr/>
              <p:nvPr/>
            </p:nvSpPr>
            <p:spPr>
              <a:xfrm>
                <a:off x="2103600" y="1856250"/>
                <a:ext cx="10100" cy="13525"/>
              </a:xfrm>
              <a:custGeom>
                <a:rect b="b" l="l" r="r" t="t"/>
                <a:pathLst>
                  <a:path extrusionOk="0" h="541" w="404">
                    <a:moveTo>
                      <a:pt x="60" y="1"/>
                    </a:moveTo>
                    <a:cubicBezTo>
                      <a:pt x="52" y="1"/>
                      <a:pt x="44" y="3"/>
                      <a:pt x="33" y="6"/>
                    </a:cubicBezTo>
                    <a:cubicBezTo>
                      <a:pt x="17" y="15"/>
                      <a:pt x="0" y="31"/>
                      <a:pt x="0" y="48"/>
                    </a:cubicBezTo>
                    <a:cubicBezTo>
                      <a:pt x="0" y="81"/>
                      <a:pt x="17" y="106"/>
                      <a:pt x="33" y="131"/>
                    </a:cubicBezTo>
                    <a:cubicBezTo>
                      <a:pt x="42" y="155"/>
                      <a:pt x="58" y="172"/>
                      <a:pt x="66" y="197"/>
                    </a:cubicBezTo>
                    <a:cubicBezTo>
                      <a:pt x="91" y="238"/>
                      <a:pt x="116" y="280"/>
                      <a:pt x="149" y="313"/>
                    </a:cubicBezTo>
                    <a:cubicBezTo>
                      <a:pt x="182" y="354"/>
                      <a:pt x="207" y="396"/>
                      <a:pt x="240" y="429"/>
                    </a:cubicBezTo>
                    <a:cubicBezTo>
                      <a:pt x="274" y="470"/>
                      <a:pt x="307" y="512"/>
                      <a:pt x="340" y="537"/>
                    </a:cubicBezTo>
                    <a:cubicBezTo>
                      <a:pt x="346" y="540"/>
                      <a:pt x="352" y="541"/>
                      <a:pt x="358" y="541"/>
                    </a:cubicBezTo>
                    <a:cubicBezTo>
                      <a:pt x="383" y="541"/>
                      <a:pt x="403" y="514"/>
                      <a:pt x="390" y="487"/>
                    </a:cubicBezTo>
                    <a:cubicBezTo>
                      <a:pt x="373" y="445"/>
                      <a:pt x="340" y="412"/>
                      <a:pt x="315" y="371"/>
                    </a:cubicBezTo>
                    <a:cubicBezTo>
                      <a:pt x="290" y="338"/>
                      <a:pt x="265" y="296"/>
                      <a:pt x="240" y="255"/>
                    </a:cubicBezTo>
                    <a:cubicBezTo>
                      <a:pt x="216" y="222"/>
                      <a:pt x="191" y="180"/>
                      <a:pt x="166" y="139"/>
                    </a:cubicBezTo>
                    <a:cubicBezTo>
                      <a:pt x="158" y="122"/>
                      <a:pt x="141" y="97"/>
                      <a:pt x="133" y="81"/>
                    </a:cubicBezTo>
                    <a:cubicBezTo>
                      <a:pt x="124" y="56"/>
                      <a:pt x="116" y="31"/>
                      <a:pt x="91" y="15"/>
                    </a:cubicBezTo>
                    <a:cubicBezTo>
                      <a:pt x="82" y="5"/>
                      <a:pt x="72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6" name="Google Shape;2876;p5"/>
              <p:cNvSpPr/>
              <p:nvPr/>
            </p:nvSpPr>
            <p:spPr>
              <a:xfrm>
                <a:off x="2108425" y="1852875"/>
                <a:ext cx="3050" cy="5275"/>
              </a:xfrm>
              <a:custGeom>
                <a:rect b="b" l="l" r="r" t="t"/>
                <a:pathLst>
                  <a:path extrusionOk="0" h="211" w="122">
                    <a:moveTo>
                      <a:pt x="20" y="0"/>
                    </a:moveTo>
                    <a:cubicBezTo>
                      <a:pt x="9" y="0"/>
                      <a:pt x="1" y="9"/>
                      <a:pt x="6" y="25"/>
                    </a:cubicBezTo>
                    <a:cubicBezTo>
                      <a:pt x="23" y="83"/>
                      <a:pt x="47" y="141"/>
                      <a:pt x="72" y="199"/>
                    </a:cubicBezTo>
                    <a:cubicBezTo>
                      <a:pt x="78" y="205"/>
                      <a:pt x="88" y="211"/>
                      <a:pt x="96" y="211"/>
                    </a:cubicBezTo>
                    <a:cubicBezTo>
                      <a:pt x="100" y="211"/>
                      <a:pt x="103" y="210"/>
                      <a:pt x="105" y="208"/>
                    </a:cubicBezTo>
                    <a:cubicBezTo>
                      <a:pt x="122" y="199"/>
                      <a:pt x="122" y="183"/>
                      <a:pt x="122" y="174"/>
                    </a:cubicBezTo>
                    <a:cubicBezTo>
                      <a:pt x="97" y="116"/>
                      <a:pt x="64" y="58"/>
                      <a:pt x="39" y="9"/>
                    </a:cubicBezTo>
                    <a:cubicBezTo>
                      <a:pt x="33" y="3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7" name="Google Shape;2877;p5"/>
              <p:cNvSpPr/>
              <p:nvPr/>
            </p:nvSpPr>
            <p:spPr>
              <a:xfrm>
                <a:off x="1942650" y="1737350"/>
                <a:ext cx="6300" cy="20525"/>
              </a:xfrm>
              <a:custGeom>
                <a:rect b="b" l="l" r="r" t="t"/>
                <a:pathLst>
                  <a:path extrusionOk="0" h="821" w="252">
                    <a:moveTo>
                      <a:pt x="46" y="0"/>
                    </a:moveTo>
                    <a:cubicBezTo>
                      <a:pt x="40" y="0"/>
                      <a:pt x="33" y="2"/>
                      <a:pt x="25" y="6"/>
                    </a:cubicBezTo>
                    <a:cubicBezTo>
                      <a:pt x="0" y="31"/>
                      <a:pt x="0" y="64"/>
                      <a:pt x="0" y="98"/>
                    </a:cubicBezTo>
                    <a:cubicBezTo>
                      <a:pt x="0" y="131"/>
                      <a:pt x="0" y="164"/>
                      <a:pt x="9" y="197"/>
                    </a:cubicBezTo>
                    <a:cubicBezTo>
                      <a:pt x="17" y="272"/>
                      <a:pt x="25" y="338"/>
                      <a:pt x="42" y="404"/>
                    </a:cubicBezTo>
                    <a:cubicBezTo>
                      <a:pt x="67" y="545"/>
                      <a:pt x="116" y="678"/>
                      <a:pt x="174" y="802"/>
                    </a:cubicBezTo>
                    <a:lnTo>
                      <a:pt x="166" y="802"/>
                    </a:lnTo>
                    <a:cubicBezTo>
                      <a:pt x="174" y="815"/>
                      <a:pt x="187" y="821"/>
                      <a:pt x="199" y="821"/>
                    </a:cubicBezTo>
                    <a:cubicBezTo>
                      <a:pt x="225" y="821"/>
                      <a:pt x="252" y="797"/>
                      <a:pt x="241" y="769"/>
                    </a:cubicBezTo>
                    <a:cubicBezTo>
                      <a:pt x="207" y="644"/>
                      <a:pt x="174" y="512"/>
                      <a:pt x="149" y="379"/>
                    </a:cubicBezTo>
                    <a:cubicBezTo>
                      <a:pt x="141" y="321"/>
                      <a:pt x="125" y="255"/>
                      <a:pt x="116" y="189"/>
                    </a:cubicBezTo>
                    <a:cubicBezTo>
                      <a:pt x="116" y="156"/>
                      <a:pt x="108" y="122"/>
                      <a:pt x="100" y="89"/>
                    </a:cubicBezTo>
                    <a:cubicBezTo>
                      <a:pt x="91" y="56"/>
                      <a:pt x="91" y="23"/>
                      <a:pt x="67" y="6"/>
                    </a:cubicBezTo>
                    <a:cubicBezTo>
                      <a:pt x="58" y="2"/>
                      <a:pt x="52" y="0"/>
                      <a:pt x="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8" name="Google Shape;2878;p5"/>
              <p:cNvSpPr/>
              <p:nvPr/>
            </p:nvSpPr>
            <p:spPr>
              <a:xfrm>
                <a:off x="1937875" y="1734575"/>
                <a:ext cx="2000" cy="10050"/>
              </a:xfrm>
              <a:custGeom>
                <a:rect b="b" l="l" r="r" t="t"/>
                <a:pathLst>
                  <a:path extrusionOk="0" h="402" w="80">
                    <a:moveTo>
                      <a:pt x="23" y="0"/>
                    </a:moveTo>
                    <a:cubicBezTo>
                      <a:pt x="18" y="0"/>
                      <a:pt x="13" y="3"/>
                      <a:pt x="9" y="10"/>
                    </a:cubicBezTo>
                    <a:cubicBezTo>
                      <a:pt x="1" y="76"/>
                      <a:pt x="9" y="134"/>
                      <a:pt x="17" y="192"/>
                    </a:cubicBezTo>
                    <a:cubicBezTo>
                      <a:pt x="26" y="258"/>
                      <a:pt x="34" y="316"/>
                      <a:pt x="34" y="383"/>
                    </a:cubicBezTo>
                    <a:cubicBezTo>
                      <a:pt x="38" y="395"/>
                      <a:pt x="50" y="401"/>
                      <a:pt x="61" y="401"/>
                    </a:cubicBezTo>
                    <a:cubicBezTo>
                      <a:pt x="71" y="401"/>
                      <a:pt x="79" y="395"/>
                      <a:pt x="75" y="383"/>
                    </a:cubicBezTo>
                    <a:lnTo>
                      <a:pt x="67" y="192"/>
                    </a:lnTo>
                    <a:cubicBezTo>
                      <a:pt x="59" y="134"/>
                      <a:pt x="59" y="68"/>
                      <a:pt x="42" y="10"/>
                    </a:cubicBezTo>
                    <a:cubicBezTo>
                      <a:pt x="37" y="5"/>
                      <a:pt x="30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9" name="Google Shape;2879;p5"/>
              <p:cNvSpPr/>
              <p:nvPr/>
            </p:nvSpPr>
            <p:spPr>
              <a:xfrm>
                <a:off x="1947825" y="1733350"/>
                <a:ext cx="1475" cy="1075"/>
              </a:xfrm>
              <a:custGeom>
                <a:rect b="b" l="l" r="r" t="t"/>
                <a:pathLst>
                  <a:path extrusionOk="0" h="43" w="59">
                    <a:moveTo>
                      <a:pt x="25" y="1"/>
                    </a:moveTo>
                    <a:cubicBezTo>
                      <a:pt x="0" y="1"/>
                      <a:pt x="0" y="42"/>
                      <a:pt x="25" y="42"/>
                    </a:cubicBezTo>
                    <a:cubicBezTo>
                      <a:pt x="58" y="42"/>
                      <a:pt x="58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0" name="Google Shape;2880;p5"/>
              <p:cNvSpPr/>
              <p:nvPr/>
            </p:nvSpPr>
            <p:spPr>
              <a:xfrm>
                <a:off x="1886725" y="1618050"/>
                <a:ext cx="7900" cy="13675"/>
              </a:xfrm>
              <a:custGeom>
                <a:rect b="b" l="l" r="r" t="t"/>
                <a:pathLst>
                  <a:path extrusionOk="0" h="547" w="316">
                    <a:moveTo>
                      <a:pt x="248" y="0"/>
                    </a:moveTo>
                    <a:cubicBezTo>
                      <a:pt x="233" y="0"/>
                      <a:pt x="218" y="7"/>
                      <a:pt x="207" y="23"/>
                    </a:cubicBezTo>
                    <a:cubicBezTo>
                      <a:pt x="158" y="114"/>
                      <a:pt x="108" y="205"/>
                      <a:pt x="67" y="304"/>
                    </a:cubicBezTo>
                    <a:cubicBezTo>
                      <a:pt x="50" y="329"/>
                      <a:pt x="42" y="354"/>
                      <a:pt x="33" y="379"/>
                    </a:cubicBezTo>
                    <a:cubicBezTo>
                      <a:pt x="25" y="404"/>
                      <a:pt x="9" y="429"/>
                      <a:pt x="9" y="453"/>
                    </a:cubicBezTo>
                    <a:cubicBezTo>
                      <a:pt x="0" y="487"/>
                      <a:pt x="9" y="528"/>
                      <a:pt x="42" y="545"/>
                    </a:cubicBezTo>
                    <a:cubicBezTo>
                      <a:pt x="48" y="546"/>
                      <a:pt x="54" y="547"/>
                      <a:pt x="59" y="547"/>
                    </a:cubicBezTo>
                    <a:cubicBezTo>
                      <a:pt x="84" y="547"/>
                      <a:pt x="103" y="533"/>
                      <a:pt x="116" y="520"/>
                    </a:cubicBezTo>
                    <a:cubicBezTo>
                      <a:pt x="125" y="503"/>
                      <a:pt x="125" y="487"/>
                      <a:pt x="116" y="478"/>
                    </a:cubicBezTo>
                    <a:cubicBezTo>
                      <a:pt x="125" y="470"/>
                      <a:pt x="125" y="453"/>
                      <a:pt x="125" y="453"/>
                    </a:cubicBezTo>
                    <a:cubicBezTo>
                      <a:pt x="133" y="429"/>
                      <a:pt x="141" y="412"/>
                      <a:pt x="149" y="395"/>
                    </a:cubicBezTo>
                    <a:cubicBezTo>
                      <a:pt x="166" y="362"/>
                      <a:pt x="183" y="321"/>
                      <a:pt x="191" y="288"/>
                    </a:cubicBezTo>
                    <a:cubicBezTo>
                      <a:pt x="224" y="213"/>
                      <a:pt x="257" y="139"/>
                      <a:pt x="299" y="72"/>
                    </a:cubicBezTo>
                    <a:cubicBezTo>
                      <a:pt x="316" y="32"/>
                      <a:pt x="282" y="0"/>
                      <a:pt x="2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1" name="Google Shape;2881;p5"/>
              <p:cNvSpPr/>
              <p:nvPr/>
            </p:nvSpPr>
            <p:spPr>
              <a:xfrm>
                <a:off x="1888175" y="1604850"/>
                <a:ext cx="2300" cy="10775"/>
              </a:xfrm>
              <a:custGeom>
                <a:rect b="b" l="l" r="r" t="t"/>
                <a:pathLst>
                  <a:path extrusionOk="0" h="431" w="92">
                    <a:moveTo>
                      <a:pt x="57" y="0"/>
                    </a:moveTo>
                    <a:cubicBezTo>
                      <a:pt x="47" y="0"/>
                      <a:pt x="33" y="8"/>
                      <a:pt x="33" y="20"/>
                    </a:cubicBezTo>
                    <a:cubicBezTo>
                      <a:pt x="25" y="87"/>
                      <a:pt x="17" y="153"/>
                      <a:pt x="9" y="219"/>
                    </a:cubicBezTo>
                    <a:cubicBezTo>
                      <a:pt x="9" y="285"/>
                      <a:pt x="0" y="352"/>
                      <a:pt x="9" y="418"/>
                    </a:cubicBezTo>
                    <a:cubicBezTo>
                      <a:pt x="13" y="426"/>
                      <a:pt x="21" y="430"/>
                      <a:pt x="29" y="430"/>
                    </a:cubicBezTo>
                    <a:cubicBezTo>
                      <a:pt x="38" y="430"/>
                      <a:pt x="46" y="426"/>
                      <a:pt x="50" y="418"/>
                    </a:cubicBezTo>
                    <a:cubicBezTo>
                      <a:pt x="67" y="352"/>
                      <a:pt x="67" y="294"/>
                      <a:pt x="67" y="227"/>
                    </a:cubicBezTo>
                    <a:cubicBezTo>
                      <a:pt x="75" y="161"/>
                      <a:pt x="83" y="103"/>
                      <a:pt x="91" y="37"/>
                    </a:cubicBezTo>
                    <a:cubicBezTo>
                      <a:pt x="91" y="20"/>
                      <a:pt x="83" y="4"/>
                      <a:pt x="67" y="4"/>
                    </a:cubicBezTo>
                    <a:cubicBezTo>
                      <a:pt x="64" y="1"/>
                      <a:pt x="61" y="0"/>
                      <a:pt x="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82" name="Google Shape;2882;p5"/>
          <p:cNvGrpSpPr/>
          <p:nvPr/>
        </p:nvGrpSpPr>
        <p:grpSpPr>
          <a:xfrm>
            <a:off x="5144368" y="1389258"/>
            <a:ext cx="1768787" cy="2943213"/>
            <a:chOff x="6308950" y="539474"/>
            <a:chExt cx="2430000" cy="4068851"/>
          </a:xfrm>
        </p:grpSpPr>
        <p:sp>
          <p:nvSpPr>
            <p:cNvPr id="2883" name="Google Shape;2883;p5"/>
            <p:cNvSpPr/>
            <p:nvPr/>
          </p:nvSpPr>
          <p:spPr>
            <a:xfrm>
              <a:off x="6308950" y="4110325"/>
              <a:ext cx="2430000" cy="4980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84" name="Google Shape;2884;p5"/>
            <p:cNvGrpSpPr/>
            <p:nvPr/>
          </p:nvGrpSpPr>
          <p:grpSpPr>
            <a:xfrm>
              <a:off x="6586454" y="539474"/>
              <a:ext cx="1874992" cy="3995493"/>
              <a:chOff x="2617300" y="3834125"/>
              <a:chExt cx="468350" cy="998025"/>
            </a:xfrm>
          </p:grpSpPr>
          <p:sp>
            <p:nvSpPr>
              <p:cNvPr id="2885" name="Google Shape;2885;p5"/>
              <p:cNvSpPr/>
              <p:nvPr/>
            </p:nvSpPr>
            <p:spPr>
              <a:xfrm>
                <a:off x="2791075" y="3918450"/>
                <a:ext cx="3750" cy="11200"/>
              </a:xfrm>
              <a:custGeom>
                <a:rect b="b" l="l" r="r" t="t"/>
                <a:pathLst>
                  <a:path extrusionOk="0" h="448" w="150">
                    <a:moveTo>
                      <a:pt x="26" y="0"/>
                    </a:moveTo>
                    <a:lnTo>
                      <a:pt x="26" y="9"/>
                    </a:lnTo>
                    <a:cubicBezTo>
                      <a:pt x="1" y="125"/>
                      <a:pt x="50" y="232"/>
                      <a:pt x="92" y="340"/>
                    </a:cubicBezTo>
                    <a:cubicBezTo>
                      <a:pt x="108" y="373"/>
                      <a:pt x="133" y="406"/>
                      <a:pt x="150" y="448"/>
                    </a:cubicBezTo>
                    <a:lnTo>
                      <a:pt x="125" y="365"/>
                    </a:lnTo>
                    <a:cubicBezTo>
                      <a:pt x="92" y="241"/>
                      <a:pt x="59" y="125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6" name="Google Shape;2886;p5"/>
              <p:cNvSpPr/>
              <p:nvPr/>
            </p:nvSpPr>
            <p:spPr>
              <a:xfrm>
                <a:off x="2788600" y="3864750"/>
                <a:ext cx="75200" cy="142775"/>
              </a:xfrm>
              <a:custGeom>
                <a:rect b="b" l="l" r="r" t="t"/>
                <a:pathLst>
                  <a:path extrusionOk="0" h="5711" w="3008">
                    <a:moveTo>
                      <a:pt x="273" y="1"/>
                    </a:moveTo>
                    <a:cubicBezTo>
                      <a:pt x="229" y="1"/>
                      <a:pt x="187" y="11"/>
                      <a:pt x="149" y="35"/>
                    </a:cubicBezTo>
                    <a:cubicBezTo>
                      <a:pt x="42" y="110"/>
                      <a:pt x="17" y="276"/>
                      <a:pt x="9" y="392"/>
                    </a:cubicBezTo>
                    <a:cubicBezTo>
                      <a:pt x="0" y="574"/>
                      <a:pt x="25" y="765"/>
                      <a:pt x="50" y="947"/>
                    </a:cubicBezTo>
                    <a:cubicBezTo>
                      <a:pt x="108" y="1320"/>
                      <a:pt x="207" y="1684"/>
                      <a:pt x="299" y="2049"/>
                    </a:cubicBezTo>
                    <a:cubicBezTo>
                      <a:pt x="381" y="2372"/>
                      <a:pt x="489" y="2695"/>
                      <a:pt x="547" y="3018"/>
                    </a:cubicBezTo>
                    <a:lnTo>
                      <a:pt x="555" y="3026"/>
                    </a:lnTo>
                    <a:cubicBezTo>
                      <a:pt x="622" y="3101"/>
                      <a:pt x="721" y="3176"/>
                      <a:pt x="754" y="3267"/>
                    </a:cubicBezTo>
                    <a:cubicBezTo>
                      <a:pt x="763" y="3292"/>
                      <a:pt x="746" y="3316"/>
                      <a:pt x="713" y="3316"/>
                    </a:cubicBezTo>
                    <a:cubicBezTo>
                      <a:pt x="671" y="3308"/>
                      <a:pt x="638" y="3292"/>
                      <a:pt x="605" y="3267"/>
                    </a:cubicBezTo>
                    <a:lnTo>
                      <a:pt x="605" y="3267"/>
                    </a:lnTo>
                    <a:cubicBezTo>
                      <a:pt x="663" y="3316"/>
                      <a:pt x="713" y="3366"/>
                      <a:pt x="763" y="3424"/>
                    </a:cubicBezTo>
                    <a:cubicBezTo>
                      <a:pt x="870" y="3548"/>
                      <a:pt x="970" y="3706"/>
                      <a:pt x="953" y="3880"/>
                    </a:cubicBezTo>
                    <a:cubicBezTo>
                      <a:pt x="953" y="3903"/>
                      <a:pt x="933" y="3915"/>
                      <a:pt x="911" y="3915"/>
                    </a:cubicBezTo>
                    <a:cubicBezTo>
                      <a:pt x="893" y="3915"/>
                      <a:pt x="873" y="3907"/>
                      <a:pt x="862" y="3888"/>
                    </a:cubicBezTo>
                    <a:cubicBezTo>
                      <a:pt x="837" y="3838"/>
                      <a:pt x="821" y="3789"/>
                      <a:pt x="796" y="3747"/>
                    </a:cubicBezTo>
                    <a:cubicBezTo>
                      <a:pt x="790" y="3753"/>
                      <a:pt x="780" y="3759"/>
                      <a:pt x="769" y="3759"/>
                    </a:cubicBezTo>
                    <a:cubicBezTo>
                      <a:pt x="764" y="3759"/>
                      <a:pt x="759" y="3758"/>
                      <a:pt x="754" y="3756"/>
                    </a:cubicBezTo>
                    <a:lnTo>
                      <a:pt x="746" y="3756"/>
                    </a:lnTo>
                    <a:cubicBezTo>
                      <a:pt x="763" y="3780"/>
                      <a:pt x="771" y="3805"/>
                      <a:pt x="787" y="3830"/>
                    </a:cubicBezTo>
                    <a:cubicBezTo>
                      <a:pt x="829" y="3905"/>
                      <a:pt x="862" y="3996"/>
                      <a:pt x="903" y="4070"/>
                    </a:cubicBezTo>
                    <a:cubicBezTo>
                      <a:pt x="943" y="4118"/>
                      <a:pt x="914" y="4212"/>
                      <a:pt x="846" y="4212"/>
                    </a:cubicBezTo>
                    <a:cubicBezTo>
                      <a:pt x="843" y="4212"/>
                      <a:pt x="840" y="4212"/>
                      <a:pt x="837" y="4211"/>
                    </a:cubicBezTo>
                    <a:lnTo>
                      <a:pt x="837" y="4220"/>
                    </a:lnTo>
                    <a:cubicBezTo>
                      <a:pt x="854" y="4244"/>
                      <a:pt x="862" y="4278"/>
                      <a:pt x="879" y="4311"/>
                    </a:cubicBezTo>
                    <a:cubicBezTo>
                      <a:pt x="903" y="4369"/>
                      <a:pt x="920" y="4427"/>
                      <a:pt x="937" y="4476"/>
                    </a:cubicBezTo>
                    <a:cubicBezTo>
                      <a:pt x="945" y="4493"/>
                      <a:pt x="945" y="4501"/>
                      <a:pt x="953" y="4510"/>
                    </a:cubicBezTo>
                    <a:cubicBezTo>
                      <a:pt x="961" y="4551"/>
                      <a:pt x="978" y="4592"/>
                      <a:pt x="986" y="4634"/>
                    </a:cubicBezTo>
                    <a:cubicBezTo>
                      <a:pt x="992" y="4662"/>
                      <a:pt x="967" y="4679"/>
                      <a:pt x="942" y="4679"/>
                    </a:cubicBezTo>
                    <a:cubicBezTo>
                      <a:pt x="931" y="4679"/>
                      <a:pt x="920" y="4675"/>
                      <a:pt x="912" y="4667"/>
                    </a:cubicBezTo>
                    <a:lnTo>
                      <a:pt x="903" y="4659"/>
                    </a:lnTo>
                    <a:lnTo>
                      <a:pt x="903" y="4659"/>
                    </a:lnTo>
                    <a:cubicBezTo>
                      <a:pt x="920" y="4684"/>
                      <a:pt x="928" y="4708"/>
                      <a:pt x="937" y="4742"/>
                    </a:cubicBezTo>
                    <a:cubicBezTo>
                      <a:pt x="943" y="4772"/>
                      <a:pt x="918" y="4793"/>
                      <a:pt x="895" y="4793"/>
                    </a:cubicBezTo>
                    <a:cubicBezTo>
                      <a:pt x="886" y="4793"/>
                      <a:pt x="877" y="4790"/>
                      <a:pt x="870" y="4783"/>
                    </a:cubicBezTo>
                    <a:lnTo>
                      <a:pt x="862" y="4775"/>
                    </a:lnTo>
                    <a:lnTo>
                      <a:pt x="862" y="4775"/>
                    </a:lnTo>
                    <a:cubicBezTo>
                      <a:pt x="887" y="4949"/>
                      <a:pt x="912" y="5114"/>
                      <a:pt x="937" y="5288"/>
                    </a:cubicBezTo>
                    <a:cubicBezTo>
                      <a:pt x="953" y="5371"/>
                      <a:pt x="953" y="5462"/>
                      <a:pt x="970" y="5554"/>
                    </a:cubicBezTo>
                    <a:cubicBezTo>
                      <a:pt x="978" y="5595"/>
                      <a:pt x="986" y="5628"/>
                      <a:pt x="1003" y="5661"/>
                    </a:cubicBezTo>
                    <a:cubicBezTo>
                      <a:pt x="1003" y="5678"/>
                      <a:pt x="1011" y="5694"/>
                      <a:pt x="1019" y="5711"/>
                    </a:cubicBezTo>
                    <a:cubicBezTo>
                      <a:pt x="1036" y="5670"/>
                      <a:pt x="1044" y="5636"/>
                      <a:pt x="1061" y="5595"/>
                    </a:cubicBezTo>
                    <a:cubicBezTo>
                      <a:pt x="1061" y="5587"/>
                      <a:pt x="1053" y="5587"/>
                      <a:pt x="1053" y="5587"/>
                    </a:cubicBezTo>
                    <a:cubicBezTo>
                      <a:pt x="1028" y="5570"/>
                      <a:pt x="1019" y="5537"/>
                      <a:pt x="1036" y="5512"/>
                    </a:cubicBezTo>
                    <a:cubicBezTo>
                      <a:pt x="1044" y="5487"/>
                      <a:pt x="1061" y="5479"/>
                      <a:pt x="1086" y="5479"/>
                    </a:cubicBezTo>
                    <a:cubicBezTo>
                      <a:pt x="1152" y="5123"/>
                      <a:pt x="1268" y="4783"/>
                      <a:pt x="1450" y="4476"/>
                    </a:cubicBezTo>
                    <a:cubicBezTo>
                      <a:pt x="1558" y="4294"/>
                      <a:pt x="1682" y="4120"/>
                      <a:pt x="1823" y="3971"/>
                    </a:cubicBezTo>
                    <a:cubicBezTo>
                      <a:pt x="1889" y="3896"/>
                      <a:pt x="1964" y="3822"/>
                      <a:pt x="2038" y="3756"/>
                    </a:cubicBezTo>
                    <a:cubicBezTo>
                      <a:pt x="2055" y="3739"/>
                      <a:pt x="2088" y="3706"/>
                      <a:pt x="2113" y="3689"/>
                    </a:cubicBezTo>
                    <a:cubicBezTo>
                      <a:pt x="2196" y="3606"/>
                      <a:pt x="2279" y="3540"/>
                      <a:pt x="2370" y="3474"/>
                    </a:cubicBezTo>
                    <a:cubicBezTo>
                      <a:pt x="2494" y="3383"/>
                      <a:pt x="2627" y="3308"/>
                      <a:pt x="2759" y="3234"/>
                    </a:cubicBezTo>
                    <a:cubicBezTo>
                      <a:pt x="2826" y="3200"/>
                      <a:pt x="2892" y="3167"/>
                      <a:pt x="2958" y="3134"/>
                    </a:cubicBezTo>
                    <a:cubicBezTo>
                      <a:pt x="2975" y="3134"/>
                      <a:pt x="2991" y="3126"/>
                      <a:pt x="3008" y="3118"/>
                    </a:cubicBezTo>
                    <a:cubicBezTo>
                      <a:pt x="3008" y="3109"/>
                      <a:pt x="3008" y="3109"/>
                      <a:pt x="3000" y="3101"/>
                    </a:cubicBezTo>
                    <a:cubicBezTo>
                      <a:pt x="2983" y="3026"/>
                      <a:pt x="2966" y="2944"/>
                      <a:pt x="2950" y="2869"/>
                    </a:cubicBezTo>
                    <a:cubicBezTo>
                      <a:pt x="2950" y="2927"/>
                      <a:pt x="2950" y="2977"/>
                      <a:pt x="2950" y="3035"/>
                    </a:cubicBezTo>
                    <a:cubicBezTo>
                      <a:pt x="2950" y="3064"/>
                      <a:pt x="2927" y="3078"/>
                      <a:pt x="2903" y="3078"/>
                    </a:cubicBezTo>
                    <a:cubicBezTo>
                      <a:pt x="2879" y="3078"/>
                      <a:pt x="2855" y="3064"/>
                      <a:pt x="2850" y="3035"/>
                    </a:cubicBezTo>
                    <a:cubicBezTo>
                      <a:pt x="2826" y="2811"/>
                      <a:pt x="2776" y="2587"/>
                      <a:pt x="2710" y="2372"/>
                    </a:cubicBezTo>
                    <a:cubicBezTo>
                      <a:pt x="2685" y="2314"/>
                      <a:pt x="2668" y="2264"/>
                      <a:pt x="2643" y="2206"/>
                    </a:cubicBezTo>
                    <a:cubicBezTo>
                      <a:pt x="2627" y="2181"/>
                      <a:pt x="2610" y="2157"/>
                      <a:pt x="2585" y="2132"/>
                    </a:cubicBezTo>
                    <a:lnTo>
                      <a:pt x="2585" y="2132"/>
                    </a:lnTo>
                    <a:cubicBezTo>
                      <a:pt x="2618" y="2264"/>
                      <a:pt x="2643" y="2397"/>
                      <a:pt x="2652" y="2538"/>
                    </a:cubicBezTo>
                    <a:cubicBezTo>
                      <a:pt x="2656" y="2579"/>
                      <a:pt x="2625" y="2603"/>
                      <a:pt x="2594" y="2603"/>
                    </a:cubicBezTo>
                    <a:cubicBezTo>
                      <a:pt x="2568" y="2603"/>
                      <a:pt x="2543" y="2587"/>
                      <a:pt x="2536" y="2554"/>
                    </a:cubicBezTo>
                    <a:cubicBezTo>
                      <a:pt x="2519" y="2455"/>
                      <a:pt x="2494" y="2364"/>
                      <a:pt x="2469" y="2264"/>
                    </a:cubicBezTo>
                    <a:cubicBezTo>
                      <a:pt x="2462" y="2278"/>
                      <a:pt x="2448" y="2285"/>
                      <a:pt x="2434" y="2285"/>
                    </a:cubicBezTo>
                    <a:cubicBezTo>
                      <a:pt x="2414" y="2285"/>
                      <a:pt x="2395" y="2272"/>
                      <a:pt x="2395" y="2248"/>
                    </a:cubicBezTo>
                    <a:cubicBezTo>
                      <a:pt x="2353" y="1949"/>
                      <a:pt x="2212" y="1668"/>
                      <a:pt x="2014" y="1444"/>
                    </a:cubicBezTo>
                    <a:cubicBezTo>
                      <a:pt x="1947" y="1353"/>
                      <a:pt x="1864" y="1278"/>
                      <a:pt x="1782" y="1204"/>
                    </a:cubicBezTo>
                    <a:cubicBezTo>
                      <a:pt x="1475" y="955"/>
                      <a:pt x="1218" y="649"/>
                      <a:pt x="937" y="375"/>
                    </a:cubicBezTo>
                    <a:cubicBezTo>
                      <a:pt x="829" y="276"/>
                      <a:pt x="705" y="168"/>
                      <a:pt x="580" y="102"/>
                    </a:cubicBezTo>
                    <a:cubicBezTo>
                      <a:pt x="493" y="55"/>
                      <a:pt x="378" y="1"/>
                      <a:pt x="2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7" name="Google Shape;2887;p5"/>
              <p:cNvSpPr/>
              <p:nvPr/>
            </p:nvSpPr>
            <p:spPr>
              <a:xfrm>
                <a:off x="2792525" y="4115425"/>
                <a:ext cx="14525" cy="16250"/>
              </a:xfrm>
              <a:custGeom>
                <a:rect b="b" l="l" r="r" t="t"/>
                <a:pathLst>
                  <a:path extrusionOk="0" h="650" w="581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92"/>
                      <a:pt x="75" y="175"/>
                      <a:pt x="117" y="266"/>
                    </a:cubicBezTo>
                    <a:cubicBezTo>
                      <a:pt x="158" y="365"/>
                      <a:pt x="191" y="481"/>
                      <a:pt x="266" y="564"/>
                    </a:cubicBezTo>
                    <a:cubicBezTo>
                      <a:pt x="308" y="617"/>
                      <a:pt x="366" y="649"/>
                      <a:pt x="427" y="649"/>
                    </a:cubicBezTo>
                    <a:cubicBezTo>
                      <a:pt x="462" y="649"/>
                      <a:pt x="497" y="638"/>
                      <a:pt x="531" y="614"/>
                    </a:cubicBezTo>
                    <a:cubicBezTo>
                      <a:pt x="556" y="597"/>
                      <a:pt x="572" y="572"/>
                      <a:pt x="581" y="548"/>
                    </a:cubicBezTo>
                    <a:cubicBezTo>
                      <a:pt x="572" y="506"/>
                      <a:pt x="556" y="456"/>
                      <a:pt x="548" y="415"/>
                    </a:cubicBezTo>
                    <a:cubicBezTo>
                      <a:pt x="514" y="415"/>
                      <a:pt x="481" y="398"/>
                      <a:pt x="456" y="365"/>
                    </a:cubicBezTo>
                    <a:lnTo>
                      <a:pt x="456" y="357"/>
                    </a:lnTo>
                    <a:cubicBezTo>
                      <a:pt x="448" y="332"/>
                      <a:pt x="432" y="299"/>
                      <a:pt x="415" y="266"/>
                    </a:cubicBezTo>
                    <a:cubicBezTo>
                      <a:pt x="407" y="249"/>
                      <a:pt x="390" y="216"/>
                      <a:pt x="382" y="191"/>
                    </a:cubicBezTo>
                    <a:cubicBezTo>
                      <a:pt x="357" y="175"/>
                      <a:pt x="324" y="158"/>
                      <a:pt x="291" y="142"/>
                    </a:cubicBezTo>
                    <a:cubicBezTo>
                      <a:pt x="233" y="125"/>
                      <a:pt x="175" y="100"/>
                      <a:pt x="117" y="67"/>
                    </a:cubicBezTo>
                    <a:cubicBezTo>
                      <a:pt x="84" y="42"/>
                      <a:pt x="42" y="26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8" name="Google Shape;2888;p5"/>
              <p:cNvSpPr/>
              <p:nvPr/>
            </p:nvSpPr>
            <p:spPr>
              <a:xfrm>
                <a:off x="2784650" y="4095350"/>
                <a:ext cx="25500" cy="5825"/>
              </a:xfrm>
              <a:custGeom>
                <a:rect b="b" l="l" r="r" t="t"/>
                <a:pathLst>
                  <a:path extrusionOk="0" h="233" w="1020">
                    <a:moveTo>
                      <a:pt x="979" y="0"/>
                    </a:moveTo>
                    <a:cubicBezTo>
                      <a:pt x="937" y="0"/>
                      <a:pt x="887" y="0"/>
                      <a:pt x="846" y="8"/>
                    </a:cubicBezTo>
                    <a:cubicBezTo>
                      <a:pt x="755" y="8"/>
                      <a:pt x="664" y="25"/>
                      <a:pt x="581" y="41"/>
                    </a:cubicBezTo>
                    <a:cubicBezTo>
                      <a:pt x="390" y="75"/>
                      <a:pt x="200" y="133"/>
                      <a:pt x="26" y="207"/>
                    </a:cubicBezTo>
                    <a:cubicBezTo>
                      <a:pt x="17" y="215"/>
                      <a:pt x="9" y="215"/>
                      <a:pt x="1" y="215"/>
                    </a:cubicBezTo>
                    <a:lnTo>
                      <a:pt x="9" y="232"/>
                    </a:lnTo>
                    <a:cubicBezTo>
                      <a:pt x="200" y="199"/>
                      <a:pt x="382" y="166"/>
                      <a:pt x="573" y="133"/>
                    </a:cubicBezTo>
                    <a:cubicBezTo>
                      <a:pt x="689" y="116"/>
                      <a:pt x="796" y="99"/>
                      <a:pt x="912" y="83"/>
                    </a:cubicBezTo>
                    <a:cubicBezTo>
                      <a:pt x="912" y="75"/>
                      <a:pt x="921" y="66"/>
                      <a:pt x="929" y="66"/>
                    </a:cubicBezTo>
                    <a:cubicBezTo>
                      <a:pt x="954" y="41"/>
                      <a:pt x="987" y="17"/>
                      <a:pt x="10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9" name="Google Shape;2889;p5"/>
              <p:cNvSpPr/>
              <p:nvPr/>
            </p:nvSpPr>
            <p:spPr>
              <a:xfrm>
                <a:off x="2908725" y="4725875"/>
                <a:ext cx="51825" cy="52075"/>
              </a:xfrm>
              <a:custGeom>
                <a:rect b="b" l="l" r="r" t="t"/>
                <a:pathLst>
                  <a:path extrusionOk="0" h="2083" w="2073">
                    <a:moveTo>
                      <a:pt x="191" y="0"/>
                    </a:moveTo>
                    <a:lnTo>
                      <a:pt x="175" y="17"/>
                    </a:lnTo>
                    <a:cubicBezTo>
                      <a:pt x="117" y="66"/>
                      <a:pt x="59" y="116"/>
                      <a:pt x="1" y="157"/>
                    </a:cubicBezTo>
                    <a:cubicBezTo>
                      <a:pt x="1" y="191"/>
                      <a:pt x="9" y="224"/>
                      <a:pt x="17" y="257"/>
                    </a:cubicBezTo>
                    <a:cubicBezTo>
                      <a:pt x="34" y="389"/>
                      <a:pt x="59" y="514"/>
                      <a:pt x="75" y="646"/>
                    </a:cubicBezTo>
                    <a:cubicBezTo>
                      <a:pt x="92" y="771"/>
                      <a:pt x="125" y="903"/>
                      <a:pt x="109" y="1027"/>
                    </a:cubicBezTo>
                    <a:cubicBezTo>
                      <a:pt x="109" y="1052"/>
                      <a:pt x="100" y="1061"/>
                      <a:pt x="84" y="1069"/>
                    </a:cubicBezTo>
                    <a:cubicBezTo>
                      <a:pt x="150" y="1293"/>
                      <a:pt x="233" y="1516"/>
                      <a:pt x="307" y="1732"/>
                    </a:cubicBezTo>
                    <a:cubicBezTo>
                      <a:pt x="324" y="1781"/>
                      <a:pt x="349" y="1831"/>
                      <a:pt x="365" y="1881"/>
                    </a:cubicBezTo>
                    <a:cubicBezTo>
                      <a:pt x="374" y="1880"/>
                      <a:pt x="382" y="1880"/>
                      <a:pt x="390" y="1880"/>
                    </a:cubicBezTo>
                    <a:cubicBezTo>
                      <a:pt x="492" y="1880"/>
                      <a:pt x="604" y="1924"/>
                      <a:pt x="689" y="1939"/>
                    </a:cubicBezTo>
                    <a:cubicBezTo>
                      <a:pt x="805" y="1964"/>
                      <a:pt x="912" y="1989"/>
                      <a:pt x="1028" y="2013"/>
                    </a:cubicBezTo>
                    <a:cubicBezTo>
                      <a:pt x="1173" y="2043"/>
                      <a:pt x="1334" y="2082"/>
                      <a:pt x="1491" y="2082"/>
                    </a:cubicBezTo>
                    <a:cubicBezTo>
                      <a:pt x="1551" y="2082"/>
                      <a:pt x="1609" y="2077"/>
                      <a:pt x="1666" y="2063"/>
                    </a:cubicBezTo>
                    <a:cubicBezTo>
                      <a:pt x="1807" y="2038"/>
                      <a:pt x="2014" y="1889"/>
                      <a:pt x="1915" y="1723"/>
                    </a:cubicBezTo>
                    <a:cubicBezTo>
                      <a:pt x="1873" y="1641"/>
                      <a:pt x="1741" y="1599"/>
                      <a:pt x="1666" y="1549"/>
                    </a:cubicBezTo>
                    <a:cubicBezTo>
                      <a:pt x="1567" y="1483"/>
                      <a:pt x="1459" y="1409"/>
                      <a:pt x="1360" y="1342"/>
                    </a:cubicBezTo>
                    <a:cubicBezTo>
                      <a:pt x="1297" y="1307"/>
                      <a:pt x="1328" y="1225"/>
                      <a:pt x="1389" y="1225"/>
                    </a:cubicBezTo>
                    <a:cubicBezTo>
                      <a:pt x="1401" y="1225"/>
                      <a:pt x="1413" y="1228"/>
                      <a:pt x="1426" y="1235"/>
                    </a:cubicBezTo>
                    <a:cubicBezTo>
                      <a:pt x="1559" y="1293"/>
                      <a:pt x="1708" y="1342"/>
                      <a:pt x="1840" y="1417"/>
                    </a:cubicBezTo>
                    <a:cubicBezTo>
                      <a:pt x="1915" y="1450"/>
                      <a:pt x="1989" y="1491"/>
                      <a:pt x="2047" y="1549"/>
                    </a:cubicBezTo>
                    <a:cubicBezTo>
                      <a:pt x="2056" y="1525"/>
                      <a:pt x="2064" y="1491"/>
                      <a:pt x="2064" y="1467"/>
                    </a:cubicBezTo>
                    <a:cubicBezTo>
                      <a:pt x="2064" y="1433"/>
                      <a:pt x="2072" y="1392"/>
                      <a:pt x="2072" y="1359"/>
                    </a:cubicBezTo>
                    <a:lnTo>
                      <a:pt x="2072" y="1309"/>
                    </a:lnTo>
                    <a:cubicBezTo>
                      <a:pt x="2072" y="1302"/>
                      <a:pt x="2067" y="1280"/>
                      <a:pt x="2069" y="1280"/>
                    </a:cubicBezTo>
                    <a:lnTo>
                      <a:pt x="2069" y="1280"/>
                    </a:lnTo>
                    <a:cubicBezTo>
                      <a:pt x="2070" y="1280"/>
                      <a:pt x="2071" y="1281"/>
                      <a:pt x="2072" y="1284"/>
                    </a:cubicBezTo>
                    <a:cubicBezTo>
                      <a:pt x="2064" y="1235"/>
                      <a:pt x="2056" y="1193"/>
                      <a:pt x="2022" y="1168"/>
                    </a:cubicBezTo>
                    <a:cubicBezTo>
                      <a:pt x="1989" y="1143"/>
                      <a:pt x="1898" y="1135"/>
                      <a:pt x="1848" y="1127"/>
                    </a:cubicBezTo>
                    <a:cubicBezTo>
                      <a:pt x="1774" y="1110"/>
                      <a:pt x="1708" y="1094"/>
                      <a:pt x="1633" y="1077"/>
                    </a:cubicBezTo>
                    <a:cubicBezTo>
                      <a:pt x="1559" y="1069"/>
                      <a:pt x="1492" y="1061"/>
                      <a:pt x="1418" y="1044"/>
                    </a:cubicBezTo>
                    <a:cubicBezTo>
                      <a:pt x="1351" y="1036"/>
                      <a:pt x="1260" y="1027"/>
                      <a:pt x="1211" y="978"/>
                    </a:cubicBezTo>
                    <a:cubicBezTo>
                      <a:pt x="1194" y="961"/>
                      <a:pt x="1186" y="920"/>
                      <a:pt x="1211" y="903"/>
                    </a:cubicBezTo>
                    <a:cubicBezTo>
                      <a:pt x="1253" y="866"/>
                      <a:pt x="1310" y="856"/>
                      <a:pt x="1367" y="856"/>
                    </a:cubicBezTo>
                    <a:cubicBezTo>
                      <a:pt x="1398" y="856"/>
                      <a:pt x="1430" y="859"/>
                      <a:pt x="1459" y="862"/>
                    </a:cubicBezTo>
                    <a:cubicBezTo>
                      <a:pt x="1550" y="862"/>
                      <a:pt x="1633" y="870"/>
                      <a:pt x="1716" y="878"/>
                    </a:cubicBezTo>
                    <a:cubicBezTo>
                      <a:pt x="1782" y="887"/>
                      <a:pt x="1848" y="903"/>
                      <a:pt x="1923" y="911"/>
                    </a:cubicBezTo>
                    <a:cubicBezTo>
                      <a:pt x="1923" y="895"/>
                      <a:pt x="1915" y="887"/>
                      <a:pt x="1915" y="870"/>
                    </a:cubicBezTo>
                    <a:cubicBezTo>
                      <a:pt x="1906" y="845"/>
                      <a:pt x="1906" y="829"/>
                      <a:pt x="1898" y="812"/>
                    </a:cubicBezTo>
                    <a:cubicBezTo>
                      <a:pt x="1898" y="804"/>
                      <a:pt x="1890" y="795"/>
                      <a:pt x="1890" y="787"/>
                    </a:cubicBezTo>
                    <a:lnTo>
                      <a:pt x="1890" y="779"/>
                    </a:lnTo>
                    <a:lnTo>
                      <a:pt x="1882" y="779"/>
                    </a:lnTo>
                    <a:lnTo>
                      <a:pt x="1873" y="762"/>
                    </a:lnTo>
                    <a:lnTo>
                      <a:pt x="1873" y="754"/>
                    </a:lnTo>
                    <a:lnTo>
                      <a:pt x="1865" y="754"/>
                    </a:lnTo>
                    <a:cubicBezTo>
                      <a:pt x="1857" y="754"/>
                      <a:pt x="1857" y="754"/>
                      <a:pt x="1848" y="746"/>
                    </a:cubicBezTo>
                    <a:lnTo>
                      <a:pt x="1757" y="746"/>
                    </a:lnTo>
                    <a:cubicBezTo>
                      <a:pt x="1737" y="750"/>
                      <a:pt x="1716" y="752"/>
                      <a:pt x="1695" y="752"/>
                    </a:cubicBezTo>
                    <a:cubicBezTo>
                      <a:pt x="1675" y="752"/>
                      <a:pt x="1654" y="750"/>
                      <a:pt x="1633" y="746"/>
                    </a:cubicBezTo>
                    <a:cubicBezTo>
                      <a:pt x="1550" y="746"/>
                      <a:pt x="1467" y="746"/>
                      <a:pt x="1385" y="729"/>
                    </a:cubicBezTo>
                    <a:cubicBezTo>
                      <a:pt x="1351" y="729"/>
                      <a:pt x="1335" y="713"/>
                      <a:pt x="1327" y="688"/>
                    </a:cubicBezTo>
                    <a:lnTo>
                      <a:pt x="1327" y="671"/>
                    </a:lnTo>
                    <a:cubicBezTo>
                      <a:pt x="1269" y="655"/>
                      <a:pt x="1219" y="638"/>
                      <a:pt x="1161" y="630"/>
                    </a:cubicBezTo>
                    <a:cubicBezTo>
                      <a:pt x="1003" y="580"/>
                      <a:pt x="846" y="539"/>
                      <a:pt x="705" y="472"/>
                    </a:cubicBezTo>
                    <a:cubicBezTo>
                      <a:pt x="564" y="423"/>
                      <a:pt x="440" y="348"/>
                      <a:pt x="332" y="240"/>
                    </a:cubicBezTo>
                    <a:cubicBezTo>
                      <a:pt x="274" y="174"/>
                      <a:pt x="216" y="91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0" name="Google Shape;2890;p5"/>
              <p:cNvSpPr/>
              <p:nvPr/>
            </p:nvSpPr>
            <p:spPr>
              <a:xfrm>
                <a:off x="2623100" y="3838550"/>
                <a:ext cx="456550" cy="988225"/>
              </a:xfrm>
              <a:custGeom>
                <a:rect b="b" l="l" r="r" t="t"/>
                <a:pathLst>
                  <a:path extrusionOk="0" h="39529" w="18262">
                    <a:moveTo>
                      <a:pt x="10175" y="3834"/>
                    </a:moveTo>
                    <a:cubicBezTo>
                      <a:pt x="10175" y="3834"/>
                      <a:pt x="10175" y="3834"/>
                      <a:pt x="10175" y="3842"/>
                    </a:cubicBezTo>
                    <a:cubicBezTo>
                      <a:pt x="10176" y="3844"/>
                      <a:pt x="10178" y="3846"/>
                      <a:pt x="10180" y="3847"/>
                    </a:cubicBezTo>
                    <a:lnTo>
                      <a:pt x="10180" y="3847"/>
                    </a:lnTo>
                    <a:cubicBezTo>
                      <a:pt x="10178" y="3843"/>
                      <a:pt x="10176" y="3839"/>
                      <a:pt x="10175" y="3834"/>
                    </a:cubicBezTo>
                    <a:close/>
                    <a:moveTo>
                      <a:pt x="10374" y="3851"/>
                    </a:moveTo>
                    <a:lnTo>
                      <a:pt x="10374" y="3851"/>
                    </a:lnTo>
                    <a:cubicBezTo>
                      <a:pt x="10375" y="3860"/>
                      <a:pt x="10378" y="3870"/>
                      <a:pt x="10380" y="3879"/>
                    </a:cubicBezTo>
                    <a:lnTo>
                      <a:pt x="10380" y="3879"/>
                    </a:lnTo>
                    <a:cubicBezTo>
                      <a:pt x="10378" y="3870"/>
                      <a:pt x="10376" y="3860"/>
                      <a:pt x="10374" y="3851"/>
                    </a:cubicBezTo>
                    <a:close/>
                    <a:moveTo>
                      <a:pt x="10705" y="3942"/>
                    </a:moveTo>
                    <a:lnTo>
                      <a:pt x="10705" y="3942"/>
                    </a:lnTo>
                    <a:cubicBezTo>
                      <a:pt x="10706" y="3943"/>
                      <a:pt x="10707" y="3944"/>
                      <a:pt x="10708" y="3945"/>
                    </a:cubicBezTo>
                    <a:lnTo>
                      <a:pt x="10708" y="3945"/>
                    </a:lnTo>
                    <a:cubicBezTo>
                      <a:pt x="10707" y="3944"/>
                      <a:pt x="10706" y="3943"/>
                      <a:pt x="10705" y="3942"/>
                    </a:cubicBezTo>
                    <a:close/>
                    <a:moveTo>
                      <a:pt x="7026" y="15426"/>
                    </a:moveTo>
                    <a:cubicBezTo>
                      <a:pt x="7028" y="15426"/>
                      <a:pt x="7029" y="15427"/>
                      <a:pt x="7031" y="15428"/>
                    </a:cubicBezTo>
                    <a:lnTo>
                      <a:pt x="7031" y="15428"/>
                    </a:lnTo>
                    <a:cubicBezTo>
                      <a:pt x="7030" y="15427"/>
                      <a:pt x="7028" y="15426"/>
                      <a:pt x="7026" y="15426"/>
                    </a:cubicBezTo>
                    <a:close/>
                    <a:moveTo>
                      <a:pt x="18129" y="21536"/>
                    </a:moveTo>
                    <a:cubicBezTo>
                      <a:pt x="18129" y="21537"/>
                      <a:pt x="18129" y="21539"/>
                      <a:pt x="18129" y="21540"/>
                    </a:cubicBezTo>
                    <a:cubicBezTo>
                      <a:pt x="18129" y="21539"/>
                      <a:pt x="18129" y="21537"/>
                      <a:pt x="18129" y="21536"/>
                    </a:cubicBezTo>
                    <a:close/>
                    <a:moveTo>
                      <a:pt x="17756" y="22442"/>
                    </a:moveTo>
                    <a:cubicBezTo>
                      <a:pt x="17756" y="22442"/>
                      <a:pt x="17756" y="22443"/>
                      <a:pt x="17756" y="22443"/>
                    </a:cubicBezTo>
                    <a:cubicBezTo>
                      <a:pt x="17756" y="22443"/>
                      <a:pt x="17756" y="22442"/>
                      <a:pt x="17756" y="22442"/>
                    </a:cubicBezTo>
                    <a:close/>
                    <a:moveTo>
                      <a:pt x="13070" y="1"/>
                    </a:moveTo>
                    <a:cubicBezTo>
                      <a:pt x="13046" y="1"/>
                      <a:pt x="13020" y="5"/>
                      <a:pt x="12992" y="15"/>
                    </a:cubicBezTo>
                    <a:cubicBezTo>
                      <a:pt x="12876" y="56"/>
                      <a:pt x="12793" y="180"/>
                      <a:pt x="12718" y="280"/>
                    </a:cubicBezTo>
                    <a:cubicBezTo>
                      <a:pt x="12544" y="520"/>
                      <a:pt x="12362" y="769"/>
                      <a:pt x="12155" y="984"/>
                    </a:cubicBezTo>
                    <a:cubicBezTo>
                      <a:pt x="12147" y="988"/>
                      <a:pt x="12138" y="990"/>
                      <a:pt x="12130" y="990"/>
                    </a:cubicBezTo>
                    <a:cubicBezTo>
                      <a:pt x="12122" y="990"/>
                      <a:pt x="12114" y="988"/>
                      <a:pt x="12105" y="984"/>
                    </a:cubicBezTo>
                    <a:cubicBezTo>
                      <a:pt x="12031" y="1100"/>
                      <a:pt x="11964" y="1216"/>
                      <a:pt x="11906" y="1340"/>
                    </a:cubicBezTo>
                    <a:cubicBezTo>
                      <a:pt x="11708" y="1755"/>
                      <a:pt x="11567" y="2177"/>
                      <a:pt x="11500" y="2633"/>
                    </a:cubicBezTo>
                    <a:cubicBezTo>
                      <a:pt x="11476" y="2857"/>
                      <a:pt x="11459" y="3080"/>
                      <a:pt x="11459" y="3312"/>
                    </a:cubicBezTo>
                    <a:cubicBezTo>
                      <a:pt x="11467" y="3536"/>
                      <a:pt x="11509" y="3760"/>
                      <a:pt x="11509" y="3983"/>
                    </a:cubicBezTo>
                    <a:cubicBezTo>
                      <a:pt x="11509" y="4016"/>
                      <a:pt x="11484" y="4033"/>
                      <a:pt x="11459" y="4041"/>
                    </a:cubicBezTo>
                    <a:cubicBezTo>
                      <a:pt x="11453" y="4063"/>
                      <a:pt x="11430" y="4078"/>
                      <a:pt x="11407" y="4078"/>
                    </a:cubicBezTo>
                    <a:cubicBezTo>
                      <a:pt x="11395" y="4078"/>
                      <a:pt x="11384" y="4074"/>
                      <a:pt x="11376" y="4066"/>
                    </a:cubicBezTo>
                    <a:cubicBezTo>
                      <a:pt x="11376" y="4066"/>
                      <a:pt x="11376" y="4074"/>
                      <a:pt x="11376" y="4074"/>
                    </a:cubicBezTo>
                    <a:cubicBezTo>
                      <a:pt x="11370" y="4093"/>
                      <a:pt x="11354" y="4102"/>
                      <a:pt x="11337" y="4102"/>
                    </a:cubicBezTo>
                    <a:cubicBezTo>
                      <a:pt x="11310" y="4102"/>
                      <a:pt x="11280" y="4080"/>
                      <a:pt x="11285" y="4050"/>
                    </a:cubicBezTo>
                    <a:cubicBezTo>
                      <a:pt x="11285" y="4016"/>
                      <a:pt x="11293" y="3983"/>
                      <a:pt x="11293" y="3950"/>
                    </a:cubicBezTo>
                    <a:cubicBezTo>
                      <a:pt x="11277" y="3934"/>
                      <a:pt x="11268" y="3909"/>
                      <a:pt x="11252" y="3884"/>
                    </a:cubicBezTo>
                    <a:lnTo>
                      <a:pt x="11252" y="3884"/>
                    </a:lnTo>
                    <a:cubicBezTo>
                      <a:pt x="11260" y="3925"/>
                      <a:pt x="11260" y="3967"/>
                      <a:pt x="11260" y="4008"/>
                    </a:cubicBezTo>
                    <a:cubicBezTo>
                      <a:pt x="11260" y="4037"/>
                      <a:pt x="11237" y="4052"/>
                      <a:pt x="11215" y="4052"/>
                    </a:cubicBezTo>
                    <a:cubicBezTo>
                      <a:pt x="11192" y="4052"/>
                      <a:pt x="11169" y="4037"/>
                      <a:pt x="11169" y="4008"/>
                    </a:cubicBezTo>
                    <a:cubicBezTo>
                      <a:pt x="11161" y="4000"/>
                      <a:pt x="11161" y="3992"/>
                      <a:pt x="11161" y="3975"/>
                    </a:cubicBezTo>
                    <a:cubicBezTo>
                      <a:pt x="11154" y="3978"/>
                      <a:pt x="11146" y="3981"/>
                      <a:pt x="11137" y="3981"/>
                    </a:cubicBezTo>
                    <a:cubicBezTo>
                      <a:pt x="11125" y="3981"/>
                      <a:pt x="11112" y="3976"/>
                      <a:pt x="11103" y="3967"/>
                    </a:cubicBezTo>
                    <a:cubicBezTo>
                      <a:pt x="11094" y="3950"/>
                      <a:pt x="11078" y="3934"/>
                      <a:pt x="11070" y="3917"/>
                    </a:cubicBezTo>
                    <a:cubicBezTo>
                      <a:pt x="11061" y="3917"/>
                      <a:pt x="11061" y="3925"/>
                      <a:pt x="11061" y="3925"/>
                    </a:cubicBezTo>
                    <a:cubicBezTo>
                      <a:pt x="11061" y="3967"/>
                      <a:pt x="11053" y="4016"/>
                      <a:pt x="11053" y="4058"/>
                    </a:cubicBezTo>
                    <a:cubicBezTo>
                      <a:pt x="11053" y="4087"/>
                      <a:pt x="11028" y="4101"/>
                      <a:pt x="11003" y="4101"/>
                    </a:cubicBezTo>
                    <a:cubicBezTo>
                      <a:pt x="10978" y="4101"/>
                      <a:pt x="10954" y="4087"/>
                      <a:pt x="10954" y="4058"/>
                    </a:cubicBezTo>
                    <a:lnTo>
                      <a:pt x="10954" y="4050"/>
                    </a:lnTo>
                    <a:cubicBezTo>
                      <a:pt x="10920" y="4041"/>
                      <a:pt x="10896" y="4008"/>
                      <a:pt x="10904" y="3983"/>
                    </a:cubicBezTo>
                    <a:cubicBezTo>
                      <a:pt x="10904" y="3917"/>
                      <a:pt x="10920" y="3859"/>
                      <a:pt x="10937" y="3793"/>
                    </a:cubicBezTo>
                    <a:lnTo>
                      <a:pt x="10929" y="3793"/>
                    </a:lnTo>
                    <a:cubicBezTo>
                      <a:pt x="10920" y="3784"/>
                      <a:pt x="10912" y="3776"/>
                      <a:pt x="10904" y="3776"/>
                    </a:cubicBezTo>
                    <a:lnTo>
                      <a:pt x="10896" y="3776"/>
                    </a:lnTo>
                    <a:cubicBezTo>
                      <a:pt x="10892" y="3783"/>
                      <a:pt x="10886" y="3785"/>
                      <a:pt x="10878" y="3785"/>
                    </a:cubicBezTo>
                    <a:cubicBezTo>
                      <a:pt x="10866" y="3785"/>
                      <a:pt x="10851" y="3778"/>
                      <a:pt x="10846" y="3768"/>
                    </a:cubicBezTo>
                    <a:cubicBezTo>
                      <a:pt x="10846" y="3768"/>
                      <a:pt x="10838" y="3760"/>
                      <a:pt x="10838" y="3760"/>
                    </a:cubicBezTo>
                    <a:lnTo>
                      <a:pt x="10838" y="3768"/>
                    </a:lnTo>
                    <a:cubicBezTo>
                      <a:pt x="10838" y="3776"/>
                      <a:pt x="10829" y="3784"/>
                      <a:pt x="10829" y="3801"/>
                    </a:cubicBezTo>
                    <a:lnTo>
                      <a:pt x="10829" y="3809"/>
                    </a:lnTo>
                    <a:cubicBezTo>
                      <a:pt x="10829" y="3826"/>
                      <a:pt x="10838" y="3834"/>
                      <a:pt x="10838" y="3842"/>
                    </a:cubicBezTo>
                    <a:lnTo>
                      <a:pt x="10838" y="3859"/>
                    </a:lnTo>
                    <a:cubicBezTo>
                      <a:pt x="10846" y="3867"/>
                      <a:pt x="10846" y="3876"/>
                      <a:pt x="10846" y="3892"/>
                    </a:cubicBezTo>
                    <a:cubicBezTo>
                      <a:pt x="10854" y="3900"/>
                      <a:pt x="10854" y="3900"/>
                      <a:pt x="10854" y="3909"/>
                    </a:cubicBezTo>
                    <a:cubicBezTo>
                      <a:pt x="10871" y="3942"/>
                      <a:pt x="10887" y="3975"/>
                      <a:pt x="10896" y="4000"/>
                    </a:cubicBezTo>
                    <a:cubicBezTo>
                      <a:pt x="10912" y="4033"/>
                      <a:pt x="10896" y="4066"/>
                      <a:pt x="10871" y="4083"/>
                    </a:cubicBezTo>
                    <a:cubicBezTo>
                      <a:pt x="10862" y="4089"/>
                      <a:pt x="10851" y="4091"/>
                      <a:pt x="10840" y="4091"/>
                    </a:cubicBezTo>
                    <a:cubicBezTo>
                      <a:pt x="10820" y="4091"/>
                      <a:pt x="10799" y="4082"/>
                      <a:pt x="10788" y="4066"/>
                    </a:cubicBezTo>
                    <a:cubicBezTo>
                      <a:pt x="10764" y="4026"/>
                      <a:pt x="10740" y="3986"/>
                      <a:pt x="10708" y="3945"/>
                    </a:cubicBezTo>
                    <a:lnTo>
                      <a:pt x="10708" y="3945"/>
                    </a:lnTo>
                    <a:cubicBezTo>
                      <a:pt x="10713" y="3954"/>
                      <a:pt x="10714" y="3968"/>
                      <a:pt x="10722" y="3975"/>
                    </a:cubicBezTo>
                    <a:cubicBezTo>
                      <a:pt x="10727" y="4010"/>
                      <a:pt x="10692" y="4033"/>
                      <a:pt x="10661" y="4033"/>
                    </a:cubicBezTo>
                    <a:cubicBezTo>
                      <a:pt x="10640" y="4033"/>
                      <a:pt x="10620" y="4023"/>
                      <a:pt x="10614" y="4000"/>
                    </a:cubicBezTo>
                    <a:cubicBezTo>
                      <a:pt x="10597" y="3942"/>
                      <a:pt x="10564" y="3884"/>
                      <a:pt x="10539" y="3826"/>
                    </a:cubicBezTo>
                    <a:cubicBezTo>
                      <a:pt x="10539" y="3834"/>
                      <a:pt x="10539" y="3842"/>
                      <a:pt x="10539" y="3851"/>
                    </a:cubicBezTo>
                    <a:cubicBezTo>
                      <a:pt x="10556" y="3917"/>
                      <a:pt x="10572" y="3983"/>
                      <a:pt x="10589" y="4041"/>
                    </a:cubicBezTo>
                    <a:cubicBezTo>
                      <a:pt x="10599" y="4082"/>
                      <a:pt x="10562" y="4111"/>
                      <a:pt x="10528" y="4111"/>
                    </a:cubicBezTo>
                    <a:cubicBezTo>
                      <a:pt x="10507" y="4111"/>
                      <a:pt x="10488" y="4100"/>
                      <a:pt x="10481" y="4074"/>
                    </a:cubicBezTo>
                    <a:cubicBezTo>
                      <a:pt x="10473" y="4058"/>
                      <a:pt x="10465" y="4033"/>
                      <a:pt x="10465" y="4016"/>
                    </a:cubicBezTo>
                    <a:cubicBezTo>
                      <a:pt x="10459" y="4018"/>
                      <a:pt x="10453" y="4019"/>
                      <a:pt x="10446" y="4019"/>
                    </a:cubicBezTo>
                    <a:cubicBezTo>
                      <a:pt x="10426" y="4019"/>
                      <a:pt x="10407" y="4009"/>
                      <a:pt x="10407" y="3983"/>
                    </a:cubicBezTo>
                    <a:cubicBezTo>
                      <a:pt x="10400" y="3951"/>
                      <a:pt x="10389" y="3914"/>
                      <a:pt x="10380" y="3879"/>
                    </a:cubicBezTo>
                    <a:lnTo>
                      <a:pt x="10380" y="3879"/>
                    </a:lnTo>
                    <a:cubicBezTo>
                      <a:pt x="10393" y="3938"/>
                      <a:pt x="10400" y="4002"/>
                      <a:pt x="10407" y="4066"/>
                    </a:cubicBezTo>
                    <a:cubicBezTo>
                      <a:pt x="10411" y="4111"/>
                      <a:pt x="10382" y="4134"/>
                      <a:pt x="10351" y="4134"/>
                    </a:cubicBezTo>
                    <a:cubicBezTo>
                      <a:pt x="10325" y="4134"/>
                      <a:pt x="10298" y="4117"/>
                      <a:pt x="10291" y="4083"/>
                    </a:cubicBezTo>
                    <a:cubicBezTo>
                      <a:pt x="10274" y="4008"/>
                      <a:pt x="10258" y="3934"/>
                      <a:pt x="10241" y="3859"/>
                    </a:cubicBezTo>
                    <a:cubicBezTo>
                      <a:pt x="10234" y="3861"/>
                      <a:pt x="10228" y="3862"/>
                      <a:pt x="10221" y="3862"/>
                    </a:cubicBezTo>
                    <a:cubicBezTo>
                      <a:pt x="10206" y="3862"/>
                      <a:pt x="10191" y="3857"/>
                      <a:pt x="10180" y="3847"/>
                    </a:cubicBezTo>
                    <a:lnTo>
                      <a:pt x="10180" y="3847"/>
                    </a:lnTo>
                    <a:cubicBezTo>
                      <a:pt x="10195" y="3884"/>
                      <a:pt x="10209" y="3921"/>
                      <a:pt x="10216" y="3958"/>
                    </a:cubicBezTo>
                    <a:cubicBezTo>
                      <a:pt x="10224" y="4000"/>
                      <a:pt x="10191" y="4033"/>
                      <a:pt x="10158" y="4033"/>
                    </a:cubicBezTo>
                    <a:cubicBezTo>
                      <a:pt x="10153" y="4035"/>
                      <a:pt x="10148" y="4036"/>
                      <a:pt x="10144" y="4036"/>
                    </a:cubicBezTo>
                    <a:cubicBezTo>
                      <a:pt x="10132" y="4036"/>
                      <a:pt x="10120" y="4031"/>
                      <a:pt x="10108" y="4025"/>
                    </a:cubicBezTo>
                    <a:cubicBezTo>
                      <a:pt x="10092" y="4016"/>
                      <a:pt x="10092" y="4000"/>
                      <a:pt x="10084" y="3983"/>
                    </a:cubicBezTo>
                    <a:cubicBezTo>
                      <a:pt x="10084" y="3983"/>
                      <a:pt x="10084" y="3975"/>
                      <a:pt x="10084" y="3975"/>
                    </a:cubicBezTo>
                    <a:lnTo>
                      <a:pt x="10075" y="3958"/>
                    </a:lnTo>
                    <a:cubicBezTo>
                      <a:pt x="10075" y="3942"/>
                      <a:pt x="10067" y="3934"/>
                      <a:pt x="10059" y="3925"/>
                    </a:cubicBezTo>
                    <a:cubicBezTo>
                      <a:pt x="10059" y="3909"/>
                      <a:pt x="10050" y="3900"/>
                      <a:pt x="10042" y="3892"/>
                    </a:cubicBezTo>
                    <a:lnTo>
                      <a:pt x="10042" y="3876"/>
                    </a:lnTo>
                    <a:lnTo>
                      <a:pt x="10034" y="3867"/>
                    </a:lnTo>
                    <a:cubicBezTo>
                      <a:pt x="10026" y="3859"/>
                      <a:pt x="10026" y="3851"/>
                      <a:pt x="10017" y="3842"/>
                    </a:cubicBezTo>
                    <a:cubicBezTo>
                      <a:pt x="10017" y="3842"/>
                      <a:pt x="10017" y="3851"/>
                      <a:pt x="10017" y="3851"/>
                    </a:cubicBezTo>
                    <a:cubicBezTo>
                      <a:pt x="10001" y="3925"/>
                      <a:pt x="9976" y="4000"/>
                      <a:pt x="9943" y="4066"/>
                    </a:cubicBezTo>
                    <a:cubicBezTo>
                      <a:pt x="9934" y="4091"/>
                      <a:pt x="9926" y="4116"/>
                      <a:pt x="9918" y="4149"/>
                    </a:cubicBezTo>
                    <a:cubicBezTo>
                      <a:pt x="9914" y="4171"/>
                      <a:pt x="9899" y="4180"/>
                      <a:pt x="9881" y="4180"/>
                    </a:cubicBezTo>
                    <a:cubicBezTo>
                      <a:pt x="9860" y="4180"/>
                      <a:pt x="9836" y="4167"/>
                      <a:pt x="9827" y="4149"/>
                    </a:cubicBezTo>
                    <a:cubicBezTo>
                      <a:pt x="9810" y="4157"/>
                      <a:pt x="9802" y="4166"/>
                      <a:pt x="9785" y="4166"/>
                    </a:cubicBezTo>
                    <a:lnTo>
                      <a:pt x="9777" y="4166"/>
                    </a:lnTo>
                    <a:lnTo>
                      <a:pt x="9777" y="4182"/>
                    </a:lnTo>
                    <a:cubicBezTo>
                      <a:pt x="9777" y="4190"/>
                      <a:pt x="9785" y="4207"/>
                      <a:pt x="9777" y="4224"/>
                    </a:cubicBezTo>
                    <a:cubicBezTo>
                      <a:pt x="9769" y="4248"/>
                      <a:pt x="9760" y="4265"/>
                      <a:pt x="9736" y="4290"/>
                    </a:cubicBezTo>
                    <a:cubicBezTo>
                      <a:pt x="9736" y="4298"/>
                      <a:pt x="9727" y="4306"/>
                      <a:pt x="9719" y="4323"/>
                    </a:cubicBezTo>
                    <a:cubicBezTo>
                      <a:pt x="9714" y="4339"/>
                      <a:pt x="9702" y="4345"/>
                      <a:pt x="9690" y="4345"/>
                    </a:cubicBezTo>
                    <a:cubicBezTo>
                      <a:pt x="9683" y="4345"/>
                      <a:pt x="9675" y="4343"/>
                      <a:pt x="9669" y="4340"/>
                    </a:cubicBezTo>
                    <a:cubicBezTo>
                      <a:pt x="9653" y="4340"/>
                      <a:pt x="9644" y="4348"/>
                      <a:pt x="9636" y="4348"/>
                    </a:cubicBezTo>
                    <a:cubicBezTo>
                      <a:pt x="9578" y="4389"/>
                      <a:pt x="9520" y="4422"/>
                      <a:pt x="9454" y="4456"/>
                    </a:cubicBezTo>
                    <a:cubicBezTo>
                      <a:pt x="9338" y="4522"/>
                      <a:pt x="9214" y="4596"/>
                      <a:pt x="9098" y="4671"/>
                    </a:cubicBezTo>
                    <a:cubicBezTo>
                      <a:pt x="8998" y="4729"/>
                      <a:pt x="8899" y="4795"/>
                      <a:pt x="8808" y="4862"/>
                    </a:cubicBezTo>
                    <a:cubicBezTo>
                      <a:pt x="8783" y="4886"/>
                      <a:pt x="8766" y="4903"/>
                      <a:pt x="8741" y="4928"/>
                    </a:cubicBezTo>
                    <a:cubicBezTo>
                      <a:pt x="8675" y="4994"/>
                      <a:pt x="8609" y="5060"/>
                      <a:pt x="8542" y="5135"/>
                    </a:cubicBezTo>
                    <a:cubicBezTo>
                      <a:pt x="8418" y="5284"/>
                      <a:pt x="8302" y="5433"/>
                      <a:pt x="8203" y="5599"/>
                    </a:cubicBezTo>
                    <a:cubicBezTo>
                      <a:pt x="8054" y="5831"/>
                      <a:pt x="7929" y="6088"/>
                      <a:pt x="7847" y="6353"/>
                    </a:cubicBezTo>
                    <a:cubicBezTo>
                      <a:pt x="7896" y="6295"/>
                      <a:pt x="7946" y="6237"/>
                      <a:pt x="8012" y="6187"/>
                    </a:cubicBezTo>
                    <a:cubicBezTo>
                      <a:pt x="8021" y="6178"/>
                      <a:pt x="8032" y="6174"/>
                      <a:pt x="8042" y="6174"/>
                    </a:cubicBezTo>
                    <a:cubicBezTo>
                      <a:pt x="8078" y="6174"/>
                      <a:pt x="8113" y="6221"/>
                      <a:pt x="8087" y="6254"/>
                    </a:cubicBezTo>
                    <a:cubicBezTo>
                      <a:pt x="7996" y="6353"/>
                      <a:pt x="7921" y="6469"/>
                      <a:pt x="7863" y="6593"/>
                    </a:cubicBezTo>
                    <a:cubicBezTo>
                      <a:pt x="7921" y="6626"/>
                      <a:pt x="7987" y="6668"/>
                      <a:pt x="8045" y="6709"/>
                    </a:cubicBezTo>
                    <a:lnTo>
                      <a:pt x="8054" y="6718"/>
                    </a:lnTo>
                    <a:cubicBezTo>
                      <a:pt x="8054" y="6701"/>
                      <a:pt x="8062" y="6684"/>
                      <a:pt x="8078" y="6676"/>
                    </a:cubicBezTo>
                    <a:cubicBezTo>
                      <a:pt x="8087" y="6660"/>
                      <a:pt x="8103" y="6651"/>
                      <a:pt x="8128" y="6643"/>
                    </a:cubicBezTo>
                    <a:cubicBezTo>
                      <a:pt x="8145" y="6639"/>
                      <a:pt x="8161" y="6637"/>
                      <a:pt x="8178" y="6637"/>
                    </a:cubicBezTo>
                    <a:cubicBezTo>
                      <a:pt x="8194" y="6637"/>
                      <a:pt x="8211" y="6639"/>
                      <a:pt x="8228" y="6643"/>
                    </a:cubicBezTo>
                    <a:cubicBezTo>
                      <a:pt x="8302" y="6660"/>
                      <a:pt x="8352" y="6701"/>
                      <a:pt x="8402" y="6751"/>
                    </a:cubicBezTo>
                    <a:cubicBezTo>
                      <a:pt x="8443" y="6784"/>
                      <a:pt x="8468" y="6817"/>
                      <a:pt x="8501" y="6850"/>
                    </a:cubicBezTo>
                    <a:cubicBezTo>
                      <a:pt x="8493" y="6817"/>
                      <a:pt x="8493" y="6784"/>
                      <a:pt x="8484" y="6751"/>
                    </a:cubicBezTo>
                    <a:cubicBezTo>
                      <a:pt x="8484" y="6726"/>
                      <a:pt x="8501" y="6701"/>
                      <a:pt x="8534" y="6693"/>
                    </a:cubicBezTo>
                    <a:cubicBezTo>
                      <a:pt x="8559" y="6693"/>
                      <a:pt x="8592" y="6709"/>
                      <a:pt x="8592" y="6742"/>
                    </a:cubicBezTo>
                    <a:cubicBezTo>
                      <a:pt x="8600" y="6800"/>
                      <a:pt x="8617" y="6867"/>
                      <a:pt x="8625" y="6925"/>
                    </a:cubicBezTo>
                    <a:cubicBezTo>
                      <a:pt x="8625" y="6950"/>
                      <a:pt x="8634" y="6983"/>
                      <a:pt x="8642" y="7016"/>
                    </a:cubicBezTo>
                    <a:cubicBezTo>
                      <a:pt x="8642" y="7049"/>
                      <a:pt x="8642" y="7090"/>
                      <a:pt x="8617" y="7115"/>
                    </a:cubicBezTo>
                    <a:cubicBezTo>
                      <a:pt x="8612" y="7129"/>
                      <a:pt x="8603" y="7135"/>
                      <a:pt x="8592" y="7135"/>
                    </a:cubicBezTo>
                    <a:cubicBezTo>
                      <a:pt x="8584" y="7135"/>
                      <a:pt x="8575" y="7131"/>
                      <a:pt x="8567" y="7124"/>
                    </a:cubicBezTo>
                    <a:lnTo>
                      <a:pt x="8567" y="7132"/>
                    </a:lnTo>
                    <a:cubicBezTo>
                      <a:pt x="8555" y="7157"/>
                      <a:pt x="8526" y="7169"/>
                      <a:pt x="8498" y="7169"/>
                    </a:cubicBezTo>
                    <a:cubicBezTo>
                      <a:pt x="8470" y="7169"/>
                      <a:pt x="8443" y="7157"/>
                      <a:pt x="8435" y="7132"/>
                    </a:cubicBezTo>
                    <a:cubicBezTo>
                      <a:pt x="8426" y="7107"/>
                      <a:pt x="8418" y="7082"/>
                      <a:pt x="8410" y="7066"/>
                    </a:cubicBezTo>
                    <a:cubicBezTo>
                      <a:pt x="8402" y="7049"/>
                      <a:pt x="8402" y="7041"/>
                      <a:pt x="8393" y="7032"/>
                    </a:cubicBezTo>
                    <a:lnTo>
                      <a:pt x="8385" y="7016"/>
                    </a:lnTo>
                    <a:lnTo>
                      <a:pt x="8385" y="7008"/>
                    </a:lnTo>
                    <a:cubicBezTo>
                      <a:pt x="8352" y="6966"/>
                      <a:pt x="8327" y="6925"/>
                      <a:pt x="8294" y="6892"/>
                    </a:cubicBezTo>
                    <a:lnTo>
                      <a:pt x="8269" y="6867"/>
                    </a:lnTo>
                    <a:lnTo>
                      <a:pt x="8261" y="6858"/>
                    </a:lnTo>
                    <a:lnTo>
                      <a:pt x="8252" y="6850"/>
                    </a:lnTo>
                    <a:cubicBezTo>
                      <a:pt x="8236" y="6834"/>
                      <a:pt x="8219" y="6817"/>
                      <a:pt x="8194" y="6809"/>
                    </a:cubicBezTo>
                    <a:lnTo>
                      <a:pt x="8186" y="6800"/>
                    </a:lnTo>
                    <a:lnTo>
                      <a:pt x="8178" y="6800"/>
                    </a:lnTo>
                    <a:lnTo>
                      <a:pt x="8161" y="6792"/>
                    </a:lnTo>
                    <a:lnTo>
                      <a:pt x="8136" y="6792"/>
                    </a:lnTo>
                    <a:cubicBezTo>
                      <a:pt x="8153" y="6800"/>
                      <a:pt x="8170" y="6817"/>
                      <a:pt x="8186" y="6834"/>
                    </a:cubicBezTo>
                    <a:cubicBezTo>
                      <a:pt x="8236" y="6883"/>
                      <a:pt x="8286" y="6933"/>
                      <a:pt x="8294" y="6999"/>
                    </a:cubicBezTo>
                    <a:cubicBezTo>
                      <a:pt x="8301" y="7043"/>
                      <a:pt x="8264" y="7067"/>
                      <a:pt x="8233" y="7067"/>
                    </a:cubicBezTo>
                    <a:cubicBezTo>
                      <a:pt x="8228" y="7067"/>
                      <a:pt x="8224" y="7067"/>
                      <a:pt x="8219" y="7066"/>
                    </a:cubicBezTo>
                    <a:cubicBezTo>
                      <a:pt x="8186" y="7057"/>
                      <a:pt x="8153" y="7032"/>
                      <a:pt x="8136" y="7016"/>
                    </a:cubicBezTo>
                    <a:cubicBezTo>
                      <a:pt x="8120" y="6999"/>
                      <a:pt x="8103" y="6991"/>
                      <a:pt x="8095" y="6974"/>
                    </a:cubicBezTo>
                    <a:lnTo>
                      <a:pt x="8070" y="6950"/>
                    </a:lnTo>
                    <a:cubicBezTo>
                      <a:pt x="8029" y="6916"/>
                      <a:pt x="7987" y="6875"/>
                      <a:pt x="7946" y="6842"/>
                    </a:cubicBezTo>
                    <a:cubicBezTo>
                      <a:pt x="7896" y="6800"/>
                      <a:pt x="7855" y="6767"/>
                      <a:pt x="7805" y="6734"/>
                    </a:cubicBezTo>
                    <a:cubicBezTo>
                      <a:pt x="7797" y="6751"/>
                      <a:pt x="7797" y="6767"/>
                      <a:pt x="7789" y="6784"/>
                    </a:cubicBezTo>
                    <a:cubicBezTo>
                      <a:pt x="7797" y="6784"/>
                      <a:pt x="7813" y="6792"/>
                      <a:pt x="7822" y="6792"/>
                    </a:cubicBezTo>
                    <a:cubicBezTo>
                      <a:pt x="7905" y="6834"/>
                      <a:pt x="7962" y="6900"/>
                      <a:pt x="7996" y="6983"/>
                    </a:cubicBezTo>
                    <a:cubicBezTo>
                      <a:pt x="8008" y="7001"/>
                      <a:pt x="7994" y="7014"/>
                      <a:pt x="7979" y="7014"/>
                    </a:cubicBezTo>
                    <a:cubicBezTo>
                      <a:pt x="7973" y="7014"/>
                      <a:pt x="7967" y="7012"/>
                      <a:pt x="7962" y="7008"/>
                    </a:cubicBezTo>
                    <a:cubicBezTo>
                      <a:pt x="7929" y="6991"/>
                      <a:pt x="7905" y="6966"/>
                      <a:pt x="7871" y="6950"/>
                    </a:cubicBezTo>
                    <a:cubicBezTo>
                      <a:pt x="7847" y="6925"/>
                      <a:pt x="7813" y="6908"/>
                      <a:pt x="7789" y="6892"/>
                    </a:cubicBezTo>
                    <a:cubicBezTo>
                      <a:pt x="7780" y="6892"/>
                      <a:pt x="7772" y="6883"/>
                      <a:pt x="7764" y="6883"/>
                    </a:cubicBezTo>
                    <a:cubicBezTo>
                      <a:pt x="7755" y="6908"/>
                      <a:pt x="7747" y="6941"/>
                      <a:pt x="7747" y="6966"/>
                    </a:cubicBezTo>
                    <a:cubicBezTo>
                      <a:pt x="7731" y="7099"/>
                      <a:pt x="7731" y="7231"/>
                      <a:pt x="7731" y="7364"/>
                    </a:cubicBezTo>
                    <a:lnTo>
                      <a:pt x="7739" y="7356"/>
                    </a:lnTo>
                    <a:cubicBezTo>
                      <a:pt x="7745" y="7339"/>
                      <a:pt x="7758" y="7332"/>
                      <a:pt x="7771" y="7332"/>
                    </a:cubicBezTo>
                    <a:cubicBezTo>
                      <a:pt x="7792" y="7332"/>
                      <a:pt x="7813" y="7350"/>
                      <a:pt x="7813" y="7380"/>
                    </a:cubicBezTo>
                    <a:cubicBezTo>
                      <a:pt x="7797" y="7604"/>
                      <a:pt x="7813" y="7836"/>
                      <a:pt x="7822" y="8068"/>
                    </a:cubicBezTo>
                    <a:cubicBezTo>
                      <a:pt x="7830" y="8184"/>
                      <a:pt x="7830" y="8292"/>
                      <a:pt x="7822" y="8408"/>
                    </a:cubicBezTo>
                    <a:cubicBezTo>
                      <a:pt x="7822" y="8424"/>
                      <a:pt x="7822" y="8441"/>
                      <a:pt x="7813" y="8458"/>
                    </a:cubicBezTo>
                    <a:cubicBezTo>
                      <a:pt x="7838" y="8441"/>
                      <a:pt x="7855" y="8416"/>
                      <a:pt x="7880" y="8400"/>
                    </a:cubicBezTo>
                    <a:cubicBezTo>
                      <a:pt x="7888" y="8393"/>
                      <a:pt x="7897" y="8390"/>
                      <a:pt x="7906" y="8390"/>
                    </a:cubicBezTo>
                    <a:cubicBezTo>
                      <a:pt x="7941" y="8390"/>
                      <a:pt x="7972" y="8435"/>
                      <a:pt x="7946" y="8474"/>
                    </a:cubicBezTo>
                    <a:cubicBezTo>
                      <a:pt x="7896" y="8540"/>
                      <a:pt x="7838" y="8607"/>
                      <a:pt x="7780" y="8665"/>
                    </a:cubicBezTo>
                    <a:cubicBezTo>
                      <a:pt x="7772" y="8698"/>
                      <a:pt x="7755" y="8723"/>
                      <a:pt x="7739" y="8739"/>
                    </a:cubicBezTo>
                    <a:cubicBezTo>
                      <a:pt x="7731" y="8764"/>
                      <a:pt x="7706" y="8772"/>
                      <a:pt x="7681" y="8772"/>
                    </a:cubicBezTo>
                    <a:cubicBezTo>
                      <a:pt x="7482" y="8988"/>
                      <a:pt x="7267" y="9187"/>
                      <a:pt x="7068" y="9410"/>
                    </a:cubicBezTo>
                    <a:cubicBezTo>
                      <a:pt x="6935" y="9543"/>
                      <a:pt x="6811" y="9684"/>
                      <a:pt x="6703" y="9833"/>
                    </a:cubicBezTo>
                    <a:cubicBezTo>
                      <a:pt x="6637" y="9916"/>
                      <a:pt x="6587" y="9999"/>
                      <a:pt x="6537" y="10090"/>
                    </a:cubicBezTo>
                    <a:cubicBezTo>
                      <a:pt x="6504" y="10139"/>
                      <a:pt x="6471" y="10197"/>
                      <a:pt x="6446" y="10247"/>
                    </a:cubicBezTo>
                    <a:cubicBezTo>
                      <a:pt x="6670" y="10164"/>
                      <a:pt x="6910" y="10115"/>
                      <a:pt x="7159" y="10106"/>
                    </a:cubicBezTo>
                    <a:cubicBezTo>
                      <a:pt x="7210" y="10103"/>
                      <a:pt x="7263" y="10101"/>
                      <a:pt x="7317" y="10101"/>
                    </a:cubicBezTo>
                    <a:cubicBezTo>
                      <a:pt x="7393" y="10101"/>
                      <a:pt x="7471" y="10105"/>
                      <a:pt x="7548" y="10115"/>
                    </a:cubicBezTo>
                    <a:cubicBezTo>
                      <a:pt x="7581" y="10115"/>
                      <a:pt x="7623" y="10123"/>
                      <a:pt x="7656" y="10139"/>
                    </a:cubicBezTo>
                    <a:cubicBezTo>
                      <a:pt x="7747" y="10098"/>
                      <a:pt x="7838" y="10057"/>
                      <a:pt x="7938" y="10023"/>
                    </a:cubicBezTo>
                    <a:cubicBezTo>
                      <a:pt x="7947" y="10020"/>
                      <a:pt x="7957" y="10018"/>
                      <a:pt x="7967" y="10018"/>
                    </a:cubicBezTo>
                    <a:cubicBezTo>
                      <a:pt x="8026" y="10018"/>
                      <a:pt x="8082" y="10076"/>
                      <a:pt x="8054" y="10139"/>
                    </a:cubicBezTo>
                    <a:cubicBezTo>
                      <a:pt x="7971" y="10338"/>
                      <a:pt x="7863" y="10537"/>
                      <a:pt x="7747" y="10719"/>
                    </a:cubicBezTo>
                    <a:cubicBezTo>
                      <a:pt x="7697" y="10811"/>
                      <a:pt x="7631" y="10902"/>
                      <a:pt x="7565" y="10985"/>
                    </a:cubicBezTo>
                    <a:lnTo>
                      <a:pt x="7557" y="10993"/>
                    </a:lnTo>
                    <a:cubicBezTo>
                      <a:pt x="7515" y="11067"/>
                      <a:pt x="7465" y="11125"/>
                      <a:pt x="7407" y="11175"/>
                    </a:cubicBezTo>
                    <a:cubicBezTo>
                      <a:pt x="7391" y="11192"/>
                      <a:pt x="7383" y="11217"/>
                      <a:pt x="7383" y="11241"/>
                    </a:cubicBezTo>
                    <a:cubicBezTo>
                      <a:pt x="7383" y="11266"/>
                      <a:pt x="7374" y="11283"/>
                      <a:pt x="7366" y="11299"/>
                    </a:cubicBezTo>
                    <a:cubicBezTo>
                      <a:pt x="7374" y="11316"/>
                      <a:pt x="7374" y="11324"/>
                      <a:pt x="7383" y="11341"/>
                    </a:cubicBezTo>
                    <a:cubicBezTo>
                      <a:pt x="7474" y="11407"/>
                      <a:pt x="7515" y="11523"/>
                      <a:pt x="7499" y="11631"/>
                    </a:cubicBezTo>
                    <a:cubicBezTo>
                      <a:pt x="7540" y="11689"/>
                      <a:pt x="7631" y="11697"/>
                      <a:pt x="7697" y="11705"/>
                    </a:cubicBezTo>
                    <a:cubicBezTo>
                      <a:pt x="7799" y="11721"/>
                      <a:pt x="7901" y="11731"/>
                      <a:pt x="8000" y="11731"/>
                    </a:cubicBezTo>
                    <a:cubicBezTo>
                      <a:pt x="8055" y="11731"/>
                      <a:pt x="8109" y="11728"/>
                      <a:pt x="8161" y="11722"/>
                    </a:cubicBezTo>
                    <a:cubicBezTo>
                      <a:pt x="8443" y="11697"/>
                      <a:pt x="8725" y="11639"/>
                      <a:pt x="8990" y="11573"/>
                    </a:cubicBezTo>
                    <a:cubicBezTo>
                      <a:pt x="9131" y="11531"/>
                      <a:pt x="9238" y="11449"/>
                      <a:pt x="9379" y="11407"/>
                    </a:cubicBezTo>
                    <a:cubicBezTo>
                      <a:pt x="9417" y="11388"/>
                      <a:pt x="9459" y="11379"/>
                      <a:pt x="9498" y="11379"/>
                    </a:cubicBezTo>
                    <a:cubicBezTo>
                      <a:pt x="9511" y="11379"/>
                      <a:pt x="9524" y="11380"/>
                      <a:pt x="9537" y="11382"/>
                    </a:cubicBezTo>
                    <a:cubicBezTo>
                      <a:pt x="9564" y="11389"/>
                      <a:pt x="9590" y="11401"/>
                      <a:pt x="9617" y="11401"/>
                    </a:cubicBezTo>
                    <a:cubicBezTo>
                      <a:pt x="9624" y="11401"/>
                      <a:pt x="9630" y="11400"/>
                      <a:pt x="9636" y="11399"/>
                    </a:cubicBezTo>
                    <a:cubicBezTo>
                      <a:pt x="9678" y="11399"/>
                      <a:pt x="9678" y="11382"/>
                      <a:pt x="9711" y="11349"/>
                    </a:cubicBezTo>
                    <a:cubicBezTo>
                      <a:pt x="9779" y="11284"/>
                      <a:pt x="9858" y="11262"/>
                      <a:pt x="9940" y="11262"/>
                    </a:cubicBezTo>
                    <a:cubicBezTo>
                      <a:pt x="10086" y="11262"/>
                      <a:pt x="10244" y="11330"/>
                      <a:pt x="10382" y="11341"/>
                    </a:cubicBezTo>
                    <a:cubicBezTo>
                      <a:pt x="10401" y="11342"/>
                      <a:pt x="10421" y="11343"/>
                      <a:pt x="10440" y="11343"/>
                    </a:cubicBezTo>
                    <a:cubicBezTo>
                      <a:pt x="10650" y="11343"/>
                      <a:pt x="10842" y="11261"/>
                      <a:pt x="10987" y="11109"/>
                    </a:cubicBezTo>
                    <a:cubicBezTo>
                      <a:pt x="10995" y="11101"/>
                      <a:pt x="11003" y="11092"/>
                      <a:pt x="11020" y="11092"/>
                    </a:cubicBezTo>
                    <a:lnTo>
                      <a:pt x="11028" y="11076"/>
                    </a:lnTo>
                    <a:cubicBezTo>
                      <a:pt x="11045" y="11051"/>
                      <a:pt x="11070" y="11018"/>
                      <a:pt x="11094" y="10993"/>
                    </a:cubicBezTo>
                    <a:cubicBezTo>
                      <a:pt x="11111" y="10976"/>
                      <a:pt x="11128" y="10960"/>
                      <a:pt x="11144" y="10951"/>
                    </a:cubicBezTo>
                    <a:cubicBezTo>
                      <a:pt x="11161" y="10927"/>
                      <a:pt x="11177" y="10918"/>
                      <a:pt x="11202" y="10910"/>
                    </a:cubicBezTo>
                    <a:cubicBezTo>
                      <a:pt x="11128" y="10877"/>
                      <a:pt x="11053" y="10852"/>
                      <a:pt x="10978" y="10835"/>
                    </a:cubicBezTo>
                    <a:cubicBezTo>
                      <a:pt x="10954" y="10827"/>
                      <a:pt x="10929" y="10802"/>
                      <a:pt x="10937" y="10769"/>
                    </a:cubicBezTo>
                    <a:cubicBezTo>
                      <a:pt x="10937" y="10748"/>
                      <a:pt x="10962" y="10726"/>
                      <a:pt x="10985" y="10726"/>
                    </a:cubicBezTo>
                    <a:cubicBezTo>
                      <a:pt x="10988" y="10726"/>
                      <a:pt x="10992" y="10727"/>
                      <a:pt x="10995" y="10728"/>
                    </a:cubicBezTo>
                    <a:cubicBezTo>
                      <a:pt x="11094" y="10728"/>
                      <a:pt x="11186" y="10744"/>
                      <a:pt x="11285" y="10777"/>
                    </a:cubicBezTo>
                    <a:cubicBezTo>
                      <a:pt x="11368" y="10811"/>
                      <a:pt x="11442" y="10869"/>
                      <a:pt x="11484" y="10951"/>
                    </a:cubicBezTo>
                    <a:cubicBezTo>
                      <a:pt x="11509" y="11001"/>
                      <a:pt x="11517" y="11067"/>
                      <a:pt x="11476" y="11109"/>
                    </a:cubicBezTo>
                    <a:cubicBezTo>
                      <a:pt x="11460" y="11121"/>
                      <a:pt x="11444" y="11126"/>
                      <a:pt x="11428" y="11126"/>
                    </a:cubicBezTo>
                    <a:cubicBezTo>
                      <a:pt x="11401" y="11126"/>
                      <a:pt x="11375" y="11110"/>
                      <a:pt x="11360" y="11084"/>
                    </a:cubicBezTo>
                    <a:cubicBezTo>
                      <a:pt x="11351" y="11067"/>
                      <a:pt x="11351" y="11059"/>
                      <a:pt x="11343" y="11043"/>
                    </a:cubicBezTo>
                    <a:lnTo>
                      <a:pt x="11343" y="11034"/>
                    </a:lnTo>
                    <a:lnTo>
                      <a:pt x="11343" y="11026"/>
                    </a:lnTo>
                    <a:cubicBezTo>
                      <a:pt x="11335" y="11018"/>
                      <a:pt x="11335" y="11009"/>
                      <a:pt x="11326" y="11001"/>
                    </a:cubicBezTo>
                    <a:lnTo>
                      <a:pt x="11318" y="10993"/>
                    </a:lnTo>
                    <a:lnTo>
                      <a:pt x="11302" y="10976"/>
                    </a:lnTo>
                    <a:lnTo>
                      <a:pt x="11302" y="10976"/>
                    </a:lnTo>
                    <a:cubicBezTo>
                      <a:pt x="11302" y="10985"/>
                      <a:pt x="11310" y="10993"/>
                      <a:pt x="11302" y="11001"/>
                    </a:cubicBezTo>
                    <a:cubicBezTo>
                      <a:pt x="11302" y="11026"/>
                      <a:pt x="11285" y="11043"/>
                      <a:pt x="11268" y="11067"/>
                    </a:cubicBezTo>
                    <a:cubicBezTo>
                      <a:pt x="11260" y="11067"/>
                      <a:pt x="11252" y="11076"/>
                      <a:pt x="11252" y="11084"/>
                    </a:cubicBezTo>
                    <a:cubicBezTo>
                      <a:pt x="11235" y="11092"/>
                      <a:pt x="11227" y="11109"/>
                      <a:pt x="11210" y="11117"/>
                    </a:cubicBezTo>
                    <a:cubicBezTo>
                      <a:pt x="11186" y="11142"/>
                      <a:pt x="11161" y="11159"/>
                      <a:pt x="11136" y="11183"/>
                    </a:cubicBezTo>
                    <a:cubicBezTo>
                      <a:pt x="11128" y="11200"/>
                      <a:pt x="11119" y="11208"/>
                      <a:pt x="11103" y="11217"/>
                    </a:cubicBezTo>
                    <a:lnTo>
                      <a:pt x="11094" y="11233"/>
                    </a:lnTo>
                    <a:cubicBezTo>
                      <a:pt x="11086" y="11241"/>
                      <a:pt x="11078" y="11250"/>
                      <a:pt x="11070" y="11258"/>
                    </a:cubicBezTo>
                    <a:lnTo>
                      <a:pt x="11061" y="11266"/>
                    </a:lnTo>
                    <a:lnTo>
                      <a:pt x="11053" y="11275"/>
                    </a:lnTo>
                    <a:lnTo>
                      <a:pt x="11045" y="11275"/>
                    </a:lnTo>
                    <a:lnTo>
                      <a:pt x="11028" y="11291"/>
                    </a:lnTo>
                    <a:cubicBezTo>
                      <a:pt x="10890" y="11443"/>
                      <a:pt x="10683" y="11520"/>
                      <a:pt x="10472" y="11520"/>
                    </a:cubicBezTo>
                    <a:cubicBezTo>
                      <a:pt x="10442" y="11520"/>
                      <a:pt x="10412" y="11518"/>
                      <a:pt x="10382" y="11515"/>
                    </a:cubicBezTo>
                    <a:cubicBezTo>
                      <a:pt x="10249" y="11507"/>
                      <a:pt x="10125" y="11449"/>
                      <a:pt x="9992" y="11415"/>
                    </a:cubicBezTo>
                    <a:cubicBezTo>
                      <a:pt x="9961" y="11410"/>
                      <a:pt x="9932" y="11406"/>
                      <a:pt x="9905" y="11406"/>
                    </a:cubicBezTo>
                    <a:cubicBezTo>
                      <a:pt x="9855" y="11406"/>
                      <a:pt x="9812" y="11419"/>
                      <a:pt x="9769" y="11457"/>
                    </a:cubicBezTo>
                    <a:cubicBezTo>
                      <a:pt x="9732" y="11486"/>
                      <a:pt x="9701" y="11516"/>
                      <a:pt x="9654" y="11516"/>
                    </a:cubicBezTo>
                    <a:cubicBezTo>
                      <a:pt x="9648" y="11516"/>
                      <a:pt x="9642" y="11516"/>
                      <a:pt x="9636" y="11515"/>
                    </a:cubicBezTo>
                    <a:cubicBezTo>
                      <a:pt x="9603" y="11515"/>
                      <a:pt x="9570" y="11498"/>
                      <a:pt x="9537" y="11490"/>
                    </a:cubicBezTo>
                    <a:cubicBezTo>
                      <a:pt x="9521" y="11484"/>
                      <a:pt x="9504" y="11481"/>
                      <a:pt x="9487" y="11481"/>
                    </a:cubicBezTo>
                    <a:cubicBezTo>
                      <a:pt x="9459" y="11481"/>
                      <a:pt x="9430" y="11488"/>
                      <a:pt x="9404" y="11498"/>
                    </a:cubicBezTo>
                    <a:cubicBezTo>
                      <a:pt x="9338" y="11515"/>
                      <a:pt x="9280" y="11556"/>
                      <a:pt x="9214" y="11598"/>
                    </a:cubicBezTo>
                    <a:cubicBezTo>
                      <a:pt x="9081" y="11672"/>
                      <a:pt x="8940" y="11714"/>
                      <a:pt x="8791" y="11755"/>
                    </a:cubicBezTo>
                    <a:cubicBezTo>
                      <a:pt x="8504" y="11833"/>
                      <a:pt x="8217" y="11888"/>
                      <a:pt x="7923" y="11888"/>
                    </a:cubicBezTo>
                    <a:cubicBezTo>
                      <a:pt x="7903" y="11888"/>
                      <a:pt x="7883" y="11888"/>
                      <a:pt x="7863" y="11888"/>
                    </a:cubicBezTo>
                    <a:cubicBezTo>
                      <a:pt x="7739" y="11879"/>
                      <a:pt x="7565" y="11863"/>
                      <a:pt x="7457" y="11788"/>
                    </a:cubicBezTo>
                    <a:cubicBezTo>
                      <a:pt x="7449" y="11788"/>
                      <a:pt x="7441" y="11780"/>
                      <a:pt x="7432" y="11772"/>
                    </a:cubicBezTo>
                    <a:lnTo>
                      <a:pt x="7432" y="11780"/>
                    </a:lnTo>
                    <a:cubicBezTo>
                      <a:pt x="7532" y="12029"/>
                      <a:pt x="7822" y="12136"/>
                      <a:pt x="8078" y="12169"/>
                    </a:cubicBezTo>
                    <a:cubicBezTo>
                      <a:pt x="8240" y="12186"/>
                      <a:pt x="8402" y="12194"/>
                      <a:pt x="8562" y="12194"/>
                    </a:cubicBezTo>
                    <a:cubicBezTo>
                      <a:pt x="8723" y="12194"/>
                      <a:pt x="8882" y="12186"/>
                      <a:pt x="9040" y="12169"/>
                    </a:cubicBezTo>
                    <a:cubicBezTo>
                      <a:pt x="9363" y="12145"/>
                      <a:pt x="9678" y="12078"/>
                      <a:pt x="9992" y="12004"/>
                    </a:cubicBezTo>
                    <a:cubicBezTo>
                      <a:pt x="10274" y="11929"/>
                      <a:pt x="10564" y="11813"/>
                      <a:pt x="10862" y="11813"/>
                    </a:cubicBezTo>
                    <a:cubicBezTo>
                      <a:pt x="10887" y="11797"/>
                      <a:pt x="10920" y="11788"/>
                      <a:pt x="10954" y="11780"/>
                    </a:cubicBezTo>
                    <a:cubicBezTo>
                      <a:pt x="10995" y="11770"/>
                      <a:pt x="11032" y="11763"/>
                      <a:pt x="11071" y="11763"/>
                    </a:cubicBezTo>
                    <a:cubicBezTo>
                      <a:pt x="11095" y="11763"/>
                      <a:pt x="11119" y="11765"/>
                      <a:pt x="11144" y="11772"/>
                    </a:cubicBezTo>
                    <a:cubicBezTo>
                      <a:pt x="11210" y="11780"/>
                      <a:pt x="11277" y="11805"/>
                      <a:pt x="11335" y="11830"/>
                    </a:cubicBezTo>
                    <a:cubicBezTo>
                      <a:pt x="11384" y="11846"/>
                      <a:pt x="11451" y="11879"/>
                      <a:pt x="11467" y="11937"/>
                    </a:cubicBezTo>
                    <a:cubicBezTo>
                      <a:pt x="11467" y="11954"/>
                      <a:pt x="11451" y="11971"/>
                      <a:pt x="11434" y="11971"/>
                    </a:cubicBezTo>
                    <a:cubicBezTo>
                      <a:pt x="11409" y="11971"/>
                      <a:pt x="11384" y="11962"/>
                      <a:pt x="11360" y="11954"/>
                    </a:cubicBezTo>
                    <a:cubicBezTo>
                      <a:pt x="11335" y="11946"/>
                      <a:pt x="11310" y="11937"/>
                      <a:pt x="11285" y="11929"/>
                    </a:cubicBezTo>
                    <a:cubicBezTo>
                      <a:pt x="11235" y="11913"/>
                      <a:pt x="11186" y="11888"/>
                      <a:pt x="11128" y="11879"/>
                    </a:cubicBezTo>
                    <a:cubicBezTo>
                      <a:pt x="11107" y="11872"/>
                      <a:pt x="11086" y="11870"/>
                      <a:pt x="11064" y="11870"/>
                    </a:cubicBezTo>
                    <a:cubicBezTo>
                      <a:pt x="11034" y="11870"/>
                      <a:pt x="11004" y="11875"/>
                      <a:pt x="10970" y="11879"/>
                    </a:cubicBezTo>
                    <a:cubicBezTo>
                      <a:pt x="10970" y="11888"/>
                      <a:pt x="10962" y="11888"/>
                      <a:pt x="10954" y="11896"/>
                    </a:cubicBezTo>
                    <a:cubicBezTo>
                      <a:pt x="10813" y="11937"/>
                      <a:pt x="10655" y="11971"/>
                      <a:pt x="10506" y="12004"/>
                    </a:cubicBezTo>
                    <a:cubicBezTo>
                      <a:pt x="10349" y="12045"/>
                      <a:pt x="10191" y="12095"/>
                      <a:pt x="10034" y="12145"/>
                    </a:cubicBezTo>
                    <a:cubicBezTo>
                      <a:pt x="9992" y="12153"/>
                      <a:pt x="9951" y="12169"/>
                      <a:pt x="9901" y="12178"/>
                    </a:cubicBezTo>
                    <a:cubicBezTo>
                      <a:pt x="9694" y="12236"/>
                      <a:pt x="9479" y="12277"/>
                      <a:pt x="9255" y="12310"/>
                    </a:cubicBezTo>
                    <a:cubicBezTo>
                      <a:pt x="9052" y="12336"/>
                      <a:pt x="8845" y="12346"/>
                      <a:pt x="8640" y="12346"/>
                    </a:cubicBezTo>
                    <a:cubicBezTo>
                      <a:pt x="8577" y="12346"/>
                      <a:pt x="8514" y="12345"/>
                      <a:pt x="8451" y="12343"/>
                    </a:cubicBezTo>
                    <a:lnTo>
                      <a:pt x="8451" y="12343"/>
                    </a:lnTo>
                    <a:cubicBezTo>
                      <a:pt x="8468" y="12352"/>
                      <a:pt x="8476" y="12352"/>
                      <a:pt x="8484" y="12368"/>
                    </a:cubicBezTo>
                    <a:cubicBezTo>
                      <a:pt x="8534" y="12459"/>
                      <a:pt x="8534" y="12584"/>
                      <a:pt x="8526" y="12691"/>
                    </a:cubicBezTo>
                    <a:cubicBezTo>
                      <a:pt x="8526" y="12708"/>
                      <a:pt x="8526" y="12725"/>
                      <a:pt x="8518" y="12741"/>
                    </a:cubicBezTo>
                    <a:cubicBezTo>
                      <a:pt x="8518" y="12783"/>
                      <a:pt x="8509" y="12816"/>
                      <a:pt x="8493" y="12849"/>
                    </a:cubicBezTo>
                    <a:cubicBezTo>
                      <a:pt x="8476" y="12899"/>
                      <a:pt x="8451" y="12957"/>
                      <a:pt x="8410" y="12981"/>
                    </a:cubicBezTo>
                    <a:cubicBezTo>
                      <a:pt x="8401" y="12987"/>
                      <a:pt x="8392" y="12990"/>
                      <a:pt x="8384" y="12990"/>
                    </a:cubicBezTo>
                    <a:cubicBezTo>
                      <a:pt x="8370" y="12990"/>
                      <a:pt x="8357" y="12981"/>
                      <a:pt x="8352" y="12965"/>
                    </a:cubicBezTo>
                    <a:cubicBezTo>
                      <a:pt x="8352" y="12932"/>
                      <a:pt x="8360" y="12907"/>
                      <a:pt x="8368" y="12874"/>
                    </a:cubicBezTo>
                    <a:cubicBezTo>
                      <a:pt x="8368" y="12857"/>
                      <a:pt x="8377" y="12832"/>
                      <a:pt x="8377" y="12816"/>
                    </a:cubicBezTo>
                    <a:cubicBezTo>
                      <a:pt x="8393" y="12766"/>
                      <a:pt x="8402" y="12725"/>
                      <a:pt x="8410" y="12675"/>
                    </a:cubicBezTo>
                    <a:cubicBezTo>
                      <a:pt x="8410" y="12625"/>
                      <a:pt x="8418" y="12575"/>
                      <a:pt x="8410" y="12534"/>
                    </a:cubicBezTo>
                    <a:cubicBezTo>
                      <a:pt x="8410" y="12476"/>
                      <a:pt x="8410" y="12426"/>
                      <a:pt x="8410" y="12377"/>
                    </a:cubicBezTo>
                    <a:cubicBezTo>
                      <a:pt x="8410" y="12360"/>
                      <a:pt x="8418" y="12343"/>
                      <a:pt x="8435" y="12343"/>
                    </a:cubicBezTo>
                    <a:lnTo>
                      <a:pt x="8310" y="12343"/>
                    </a:lnTo>
                    <a:cubicBezTo>
                      <a:pt x="8377" y="12468"/>
                      <a:pt x="8335" y="12633"/>
                      <a:pt x="8294" y="12774"/>
                    </a:cubicBezTo>
                    <a:cubicBezTo>
                      <a:pt x="8261" y="12865"/>
                      <a:pt x="8228" y="12948"/>
                      <a:pt x="8178" y="13031"/>
                    </a:cubicBezTo>
                    <a:cubicBezTo>
                      <a:pt x="8178" y="13039"/>
                      <a:pt x="8170" y="13048"/>
                      <a:pt x="8161" y="13056"/>
                    </a:cubicBezTo>
                    <a:cubicBezTo>
                      <a:pt x="8128" y="13131"/>
                      <a:pt x="8078" y="13205"/>
                      <a:pt x="8012" y="13255"/>
                    </a:cubicBezTo>
                    <a:cubicBezTo>
                      <a:pt x="8008" y="13259"/>
                      <a:pt x="8004" y="13261"/>
                      <a:pt x="8000" y="13261"/>
                    </a:cubicBezTo>
                    <a:cubicBezTo>
                      <a:pt x="7996" y="13261"/>
                      <a:pt x="7991" y="13259"/>
                      <a:pt x="7987" y="13255"/>
                    </a:cubicBezTo>
                    <a:lnTo>
                      <a:pt x="7979" y="13255"/>
                    </a:lnTo>
                    <a:lnTo>
                      <a:pt x="7971" y="13271"/>
                    </a:lnTo>
                    <a:cubicBezTo>
                      <a:pt x="7962" y="13296"/>
                      <a:pt x="7954" y="13321"/>
                      <a:pt x="7946" y="13346"/>
                    </a:cubicBezTo>
                    <a:cubicBezTo>
                      <a:pt x="7929" y="13387"/>
                      <a:pt x="7921" y="13437"/>
                      <a:pt x="7905" y="13479"/>
                    </a:cubicBezTo>
                    <a:cubicBezTo>
                      <a:pt x="7921" y="13487"/>
                      <a:pt x="7938" y="13503"/>
                      <a:pt x="7938" y="13528"/>
                    </a:cubicBezTo>
                    <a:cubicBezTo>
                      <a:pt x="7954" y="13487"/>
                      <a:pt x="7971" y="13445"/>
                      <a:pt x="7987" y="13404"/>
                    </a:cubicBezTo>
                    <a:cubicBezTo>
                      <a:pt x="7993" y="13380"/>
                      <a:pt x="8009" y="13370"/>
                      <a:pt x="8026" y="13370"/>
                    </a:cubicBezTo>
                    <a:cubicBezTo>
                      <a:pt x="8056" y="13370"/>
                      <a:pt x="8089" y="13400"/>
                      <a:pt x="8078" y="13437"/>
                    </a:cubicBezTo>
                    <a:cubicBezTo>
                      <a:pt x="8037" y="13561"/>
                      <a:pt x="8012" y="13694"/>
                      <a:pt x="7987" y="13818"/>
                    </a:cubicBezTo>
                    <a:cubicBezTo>
                      <a:pt x="7987" y="13843"/>
                      <a:pt x="7987" y="13868"/>
                      <a:pt x="7987" y="13893"/>
                    </a:cubicBezTo>
                    <a:cubicBezTo>
                      <a:pt x="7979" y="13934"/>
                      <a:pt x="7979" y="13967"/>
                      <a:pt x="7971" y="14009"/>
                    </a:cubicBezTo>
                    <a:cubicBezTo>
                      <a:pt x="7971" y="14067"/>
                      <a:pt x="7971" y="14141"/>
                      <a:pt x="7954" y="14199"/>
                    </a:cubicBezTo>
                    <a:cubicBezTo>
                      <a:pt x="7950" y="14219"/>
                      <a:pt x="7935" y="14227"/>
                      <a:pt x="7920" y="14227"/>
                    </a:cubicBezTo>
                    <a:cubicBezTo>
                      <a:pt x="7902" y="14227"/>
                      <a:pt x="7884" y="14217"/>
                      <a:pt x="7880" y="14199"/>
                    </a:cubicBezTo>
                    <a:cubicBezTo>
                      <a:pt x="7855" y="14141"/>
                      <a:pt x="7855" y="14067"/>
                      <a:pt x="7855" y="14000"/>
                    </a:cubicBezTo>
                    <a:cubicBezTo>
                      <a:pt x="7855" y="13959"/>
                      <a:pt x="7863" y="13918"/>
                      <a:pt x="7863" y="13884"/>
                    </a:cubicBezTo>
                    <a:cubicBezTo>
                      <a:pt x="7871" y="13851"/>
                      <a:pt x="7871" y="13826"/>
                      <a:pt x="7880" y="13793"/>
                    </a:cubicBezTo>
                    <a:cubicBezTo>
                      <a:pt x="7888" y="13735"/>
                      <a:pt x="7896" y="13686"/>
                      <a:pt x="7913" y="13628"/>
                    </a:cubicBezTo>
                    <a:lnTo>
                      <a:pt x="7913" y="13628"/>
                    </a:lnTo>
                    <a:cubicBezTo>
                      <a:pt x="7888" y="13686"/>
                      <a:pt x="7863" y="13735"/>
                      <a:pt x="7838" y="13793"/>
                    </a:cubicBezTo>
                    <a:cubicBezTo>
                      <a:pt x="7830" y="13818"/>
                      <a:pt x="7822" y="13851"/>
                      <a:pt x="7813" y="13884"/>
                    </a:cubicBezTo>
                    <a:cubicBezTo>
                      <a:pt x="7805" y="13942"/>
                      <a:pt x="7789" y="14000"/>
                      <a:pt x="7755" y="14042"/>
                    </a:cubicBezTo>
                    <a:cubicBezTo>
                      <a:pt x="7752" y="14049"/>
                      <a:pt x="7743" y="14053"/>
                      <a:pt x="7734" y="14053"/>
                    </a:cubicBezTo>
                    <a:cubicBezTo>
                      <a:pt x="7722" y="14053"/>
                      <a:pt x="7710" y="14047"/>
                      <a:pt x="7706" y="14034"/>
                    </a:cubicBezTo>
                    <a:cubicBezTo>
                      <a:pt x="7697" y="14025"/>
                      <a:pt x="7697" y="14017"/>
                      <a:pt x="7697" y="14009"/>
                    </a:cubicBezTo>
                    <a:cubicBezTo>
                      <a:pt x="7615" y="14125"/>
                      <a:pt x="7532" y="14232"/>
                      <a:pt x="7474" y="14357"/>
                    </a:cubicBezTo>
                    <a:cubicBezTo>
                      <a:pt x="7399" y="14506"/>
                      <a:pt x="7358" y="14655"/>
                      <a:pt x="7308" y="14812"/>
                    </a:cubicBezTo>
                    <a:cubicBezTo>
                      <a:pt x="7316" y="14829"/>
                      <a:pt x="7316" y="14846"/>
                      <a:pt x="7308" y="14862"/>
                    </a:cubicBezTo>
                    <a:cubicBezTo>
                      <a:pt x="7300" y="14879"/>
                      <a:pt x="7283" y="14895"/>
                      <a:pt x="7275" y="14912"/>
                    </a:cubicBezTo>
                    <a:cubicBezTo>
                      <a:pt x="7250" y="14995"/>
                      <a:pt x="7225" y="15086"/>
                      <a:pt x="7192" y="15169"/>
                    </a:cubicBezTo>
                    <a:cubicBezTo>
                      <a:pt x="7167" y="15252"/>
                      <a:pt x="7142" y="15343"/>
                      <a:pt x="7084" y="15409"/>
                    </a:cubicBezTo>
                    <a:cubicBezTo>
                      <a:pt x="7072" y="15421"/>
                      <a:pt x="7056" y="15429"/>
                      <a:pt x="7041" y="15429"/>
                    </a:cubicBezTo>
                    <a:cubicBezTo>
                      <a:pt x="7038" y="15429"/>
                      <a:pt x="7034" y="15428"/>
                      <a:pt x="7031" y="15428"/>
                    </a:cubicBezTo>
                    <a:lnTo>
                      <a:pt x="7031" y="15428"/>
                    </a:lnTo>
                    <a:cubicBezTo>
                      <a:pt x="7053" y="15437"/>
                      <a:pt x="7067" y="15461"/>
                      <a:pt x="7051" y="15492"/>
                    </a:cubicBezTo>
                    <a:cubicBezTo>
                      <a:pt x="7001" y="15624"/>
                      <a:pt x="6943" y="15740"/>
                      <a:pt x="6877" y="15865"/>
                    </a:cubicBezTo>
                    <a:cubicBezTo>
                      <a:pt x="6844" y="15956"/>
                      <a:pt x="6819" y="16039"/>
                      <a:pt x="6769" y="16122"/>
                    </a:cubicBezTo>
                    <a:cubicBezTo>
                      <a:pt x="6764" y="16132"/>
                      <a:pt x="6753" y="16139"/>
                      <a:pt x="6741" y="16139"/>
                    </a:cubicBezTo>
                    <a:cubicBezTo>
                      <a:pt x="6734" y="16139"/>
                      <a:pt x="6726" y="16136"/>
                      <a:pt x="6720" y="16130"/>
                    </a:cubicBezTo>
                    <a:cubicBezTo>
                      <a:pt x="6711" y="16138"/>
                      <a:pt x="6711" y="16138"/>
                      <a:pt x="6711" y="16138"/>
                    </a:cubicBezTo>
                    <a:cubicBezTo>
                      <a:pt x="6587" y="16345"/>
                      <a:pt x="6463" y="16552"/>
                      <a:pt x="6355" y="16768"/>
                    </a:cubicBezTo>
                    <a:cubicBezTo>
                      <a:pt x="6289" y="16917"/>
                      <a:pt x="6231" y="17066"/>
                      <a:pt x="6189" y="17224"/>
                    </a:cubicBezTo>
                    <a:cubicBezTo>
                      <a:pt x="6214" y="17224"/>
                      <a:pt x="6247" y="17240"/>
                      <a:pt x="6247" y="17282"/>
                    </a:cubicBezTo>
                    <a:cubicBezTo>
                      <a:pt x="6256" y="17480"/>
                      <a:pt x="6189" y="17663"/>
                      <a:pt x="6073" y="17828"/>
                    </a:cubicBezTo>
                    <a:cubicBezTo>
                      <a:pt x="6065" y="17886"/>
                      <a:pt x="6065" y="17944"/>
                      <a:pt x="6057" y="18002"/>
                    </a:cubicBezTo>
                    <a:cubicBezTo>
                      <a:pt x="6049" y="18052"/>
                      <a:pt x="6049" y="18118"/>
                      <a:pt x="6007" y="18160"/>
                    </a:cubicBezTo>
                    <a:cubicBezTo>
                      <a:pt x="5995" y="18172"/>
                      <a:pt x="5982" y="18178"/>
                      <a:pt x="5970" y="18178"/>
                    </a:cubicBezTo>
                    <a:cubicBezTo>
                      <a:pt x="5957" y="18178"/>
                      <a:pt x="5945" y="18172"/>
                      <a:pt x="5933" y="18160"/>
                    </a:cubicBezTo>
                    <a:cubicBezTo>
                      <a:pt x="5899" y="18135"/>
                      <a:pt x="5891" y="18094"/>
                      <a:pt x="5891" y="18052"/>
                    </a:cubicBezTo>
                    <a:cubicBezTo>
                      <a:pt x="5808" y="18143"/>
                      <a:pt x="5717" y="18226"/>
                      <a:pt x="5651" y="18326"/>
                    </a:cubicBezTo>
                    <a:cubicBezTo>
                      <a:pt x="5527" y="18491"/>
                      <a:pt x="5444" y="18682"/>
                      <a:pt x="5369" y="18881"/>
                    </a:cubicBezTo>
                    <a:cubicBezTo>
                      <a:pt x="5336" y="18972"/>
                      <a:pt x="5311" y="19071"/>
                      <a:pt x="5278" y="19171"/>
                    </a:cubicBezTo>
                    <a:cubicBezTo>
                      <a:pt x="5245" y="19270"/>
                      <a:pt x="5228" y="19378"/>
                      <a:pt x="5170" y="19452"/>
                    </a:cubicBezTo>
                    <a:cubicBezTo>
                      <a:pt x="5158" y="19467"/>
                      <a:pt x="5143" y="19474"/>
                      <a:pt x="5128" y="19474"/>
                    </a:cubicBezTo>
                    <a:cubicBezTo>
                      <a:pt x="5101" y="19474"/>
                      <a:pt x="5073" y="19454"/>
                      <a:pt x="5063" y="19427"/>
                    </a:cubicBezTo>
                    <a:cubicBezTo>
                      <a:pt x="5063" y="19411"/>
                      <a:pt x="5054" y="19394"/>
                      <a:pt x="5054" y="19378"/>
                    </a:cubicBezTo>
                    <a:cubicBezTo>
                      <a:pt x="4889" y="19593"/>
                      <a:pt x="4723" y="19809"/>
                      <a:pt x="4549" y="20024"/>
                    </a:cubicBezTo>
                    <a:cubicBezTo>
                      <a:pt x="4342" y="20281"/>
                      <a:pt x="4135" y="20538"/>
                      <a:pt x="3936" y="20803"/>
                    </a:cubicBezTo>
                    <a:cubicBezTo>
                      <a:pt x="3737" y="21051"/>
                      <a:pt x="3555" y="21300"/>
                      <a:pt x="3422" y="21590"/>
                    </a:cubicBezTo>
                    <a:cubicBezTo>
                      <a:pt x="3289" y="21872"/>
                      <a:pt x="3198" y="22178"/>
                      <a:pt x="3099" y="22477"/>
                    </a:cubicBezTo>
                    <a:cubicBezTo>
                      <a:pt x="3082" y="22518"/>
                      <a:pt x="3066" y="22551"/>
                      <a:pt x="3057" y="22593"/>
                    </a:cubicBezTo>
                    <a:cubicBezTo>
                      <a:pt x="3140" y="22485"/>
                      <a:pt x="3223" y="22377"/>
                      <a:pt x="3314" y="22278"/>
                    </a:cubicBezTo>
                    <a:cubicBezTo>
                      <a:pt x="3323" y="22267"/>
                      <a:pt x="3335" y="22262"/>
                      <a:pt x="3346" y="22262"/>
                    </a:cubicBezTo>
                    <a:cubicBezTo>
                      <a:pt x="3379" y="22262"/>
                      <a:pt x="3413" y="22299"/>
                      <a:pt x="3389" y="22336"/>
                    </a:cubicBezTo>
                    <a:cubicBezTo>
                      <a:pt x="3231" y="22576"/>
                      <a:pt x="3082" y="22825"/>
                      <a:pt x="2941" y="23073"/>
                    </a:cubicBezTo>
                    <a:cubicBezTo>
                      <a:pt x="2693" y="23512"/>
                      <a:pt x="2478" y="23960"/>
                      <a:pt x="2270" y="24424"/>
                    </a:cubicBezTo>
                    <a:cubicBezTo>
                      <a:pt x="2221" y="24531"/>
                      <a:pt x="2163" y="24647"/>
                      <a:pt x="2113" y="24755"/>
                    </a:cubicBezTo>
                    <a:lnTo>
                      <a:pt x="2295" y="24473"/>
                    </a:lnTo>
                    <a:cubicBezTo>
                      <a:pt x="2303" y="24459"/>
                      <a:pt x="2314" y="24453"/>
                      <a:pt x="2327" y="24453"/>
                    </a:cubicBezTo>
                    <a:cubicBezTo>
                      <a:pt x="2356" y="24453"/>
                      <a:pt x="2387" y="24486"/>
                      <a:pt x="2370" y="24515"/>
                    </a:cubicBezTo>
                    <a:cubicBezTo>
                      <a:pt x="2221" y="24830"/>
                      <a:pt x="2080" y="25136"/>
                      <a:pt x="1922" y="25443"/>
                    </a:cubicBezTo>
                    <a:cubicBezTo>
                      <a:pt x="1666" y="25940"/>
                      <a:pt x="1384" y="26429"/>
                      <a:pt x="1152" y="26934"/>
                    </a:cubicBezTo>
                    <a:cubicBezTo>
                      <a:pt x="1086" y="27075"/>
                      <a:pt x="1028" y="27216"/>
                      <a:pt x="970" y="27357"/>
                    </a:cubicBezTo>
                    <a:cubicBezTo>
                      <a:pt x="980" y="27344"/>
                      <a:pt x="995" y="27338"/>
                      <a:pt x="1009" y="27338"/>
                    </a:cubicBezTo>
                    <a:cubicBezTo>
                      <a:pt x="1040" y="27338"/>
                      <a:pt x="1069" y="27364"/>
                      <a:pt x="1052" y="27398"/>
                    </a:cubicBezTo>
                    <a:cubicBezTo>
                      <a:pt x="953" y="27622"/>
                      <a:pt x="862" y="27837"/>
                      <a:pt x="762" y="28061"/>
                    </a:cubicBezTo>
                    <a:cubicBezTo>
                      <a:pt x="729" y="28177"/>
                      <a:pt x="704" y="28301"/>
                      <a:pt x="680" y="28426"/>
                    </a:cubicBezTo>
                    <a:cubicBezTo>
                      <a:pt x="671" y="28450"/>
                      <a:pt x="651" y="28463"/>
                      <a:pt x="631" y="28463"/>
                    </a:cubicBezTo>
                    <a:cubicBezTo>
                      <a:pt x="611" y="28463"/>
                      <a:pt x="593" y="28450"/>
                      <a:pt x="588" y="28426"/>
                    </a:cubicBezTo>
                    <a:cubicBezTo>
                      <a:pt x="481" y="28666"/>
                      <a:pt x="365" y="28906"/>
                      <a:pt x="282" y="29155"/>
                    </a:cubicBezTo>
                    <a:cubicBezTo>
                      <a:pt x="182" y="29436"/>
                      <a:pt x="124" y="29735"/>
                      <a:pt x="66" y="30025"/>
                    </a:cubicBezTo>
                    <a:cubicBezTo>
                      <a:pt x="100" y="29975"/>
                      <a:pt x="124" y="29917"/>
                      <a:pt x="158" y="29859"/>
                    </a:cubicBezTo>
                    <a:cubicBezTo>
                      <a:pt x="166" y="29844"/>
                      <a:pt x="181" y="29838"/>
                      <a:pt x="196" y="29838"/>
                    </a:cubicBezTo>
                    <a:cubicBezTo>
                      <a:pt x="224" y="29838"/>
                      <a:pt x="251" y="29860"/>
                      <a:pt x="240" y="29892"/>
                    </a:cubicBezTo>
                    <a:cubicBezTo>
                      <a:pt x="66" y="30315"/>
                      <a:pt x="0" y="30795"/>
                      <a:pt x="0" y="31251"/>
                    </a:cubicBezTo>
                    <a:cubicBezTo>
                      <a:pt x="0" y="31483"/>
                      <a:pt x="17" y="31715"/>
                      <a:pt x="42" y="31947"/>
                    </a:cubicBezTo>
                    <a:cubicBezTo>
                      <a:pt x="42" y="31972"/>
                      <a:pt x="50" y="31997"/>
                      <a:pt x="50" y="32021"/>
                    </a:cubicBezTo>
                    <a:cubicBezTo>
                      <a:pt x="75" y="31905"/>
                      <a:pt x="100" y="31781"/>
                      <a:pt x="124" y="31665"/>
                    </a:cubicBezTo>
                    <a:cubicBezTo>
                      <a:pt x="132" y="31632"/>
                      <a:pt x="157" y="31617"/>
                      <a:pt x="182" y="31617"/>
                    </a:cubicBezTo>
                    <a:cubicBezTo>
                      <a:pt x="214" y="31617"/>
                      <a:pt x="245" y="31640"/>
                      <a:pt x="240" y="31682"/>
                    </a:cubicBezTo>
                    <a:cubicBezTo>
                      <a:pt x="166" y="32220"/>
                      <a:pt x="133" y="32775"/>
                      <a:pt x="149" y="33322"/>
                    </a:cubicBezTo>
                    <a:cubicBezTo>
                      <a:pt x="149" y="33587"/>
                      <a:pt x="166" y="33861"/>
                      <a:pt x="191" y="34126"/>
                    </a:cubicBezTo>
                    <a:cubicBezTo>
                      <a:pt x="199" y="34159"/>
                      <a:pt x="199" y="34192"/>
                      <a:pt x="207" y="34234"/>
                    </a:cubicBezTo>
                    <a:cubicBezTo>
                      <a:pt x="224" y="34234"/>
                      <a:pt x="249" y="34258"/>
                      <a:pt x="249" y="34292"/>
                    </a:cubicBezTo>
                    <a:cubicBezTo>
                      <a:pt x="249" y="34424"/>
                      <a:pt x="274" y="34565"/>
                      <a:pt x="298" y="34689"/>
                    </a:cubicBezTo>
                    <a:cubicBezTo>
                      <a:pt x="323" y="34814"/>
                      <a:pt x="356" y="34938"/>
                      <a:pt x="398" y="35062"/>
                    </a:cubicBezTo>
                    <a:cubicBezTo>
                      <a:pt x="423" y="35120"/>
                      <a:pt x="448" y="35186"/>
                      <a:pt x="472" y="35244"/>
                    </a:cubicBezTo>
                    <a:cubicBezTo>
                      <a:pt x="482" y="35238"/>
                      <a:pt x="493" y="35235"/>
                      <a:pt x="504" y="35235"/>
                    </a:cubicBezTo>
                    <a:cubicBezTo>
                      <a:pt x="521" y="35235"/>
                      <a:pt x="540" y="35242"/>
                      <a:pt x="555" y="35253"/>
                    </a:cubicBezTo>
                    <a:cubicBezTo>
                      <a:pt x="613" y="35327"/>
                      <a:pt x="680" y="35394"/>
                      <a:pt x="738" y="35468"/>
                    </a:cubicBezTo>
                    <a:cubicBezTo>
                      <a:pt x="796" y="35534"/>
                      <a:pt x="854" y="35592"/>
                      <a:pt x="895" y="35667"/>
                    </a:cubicBezTo>
                    <a:cubicBezTo>
                      <a:pt x="912" y="35700"/>
                      <a:pt x="936" y="35758"/>
                      <a:pt x="887" y="35775"/>
                    </a:cubicBezTo>
                    <a:cubicBezTo>
                      <a:pt x="882" y="35777"/>
                      <a:pt x="877" y="35778"/>
                      <a:pt x="872" y="35778"/>
                    </a:cubicBezTo>
                    <a:cubicBezTo>
                      <a:pt x="860" y="35778"/>
                      <a:pt x="849" y="35772"/>
                      <a:pt x="837" y="35766"/>
                    </a:cubicBezTo>
                    <a:lnTo>
                      <a:pt x="837" y="35766"/>
                    </a:lnTo>
                    <a:cubicBezTo>
                      <a:pt x="870" y="35816"/>
                      <a:pt x="912" y="35858"/>
                      <a:pt x="961" y="35899"/>
                    </a:cubicBezTo>
                    <a:cubicBezTo>
                      <a:pt x="1119" y="36056"/>
                      <a:pt x="1301" y="36197"/>
                      <a:pt x="1500" y="36313"/>
                    </a:cubicBezTo>
                    <a:cubicBezTo>
                      <a:pt x="1707" y="36438"/>
                      <a:pt x="1931" y="36545"/>
                      <a:pt x="2154" y="36628"/>
                    </a:cubicBezTo>
                    <a:cubicBezTo>
                      <a:pt x="2179" y="36636"/>
                      <a:pt x="2196" y="36636"/>
                      <a:pt x="2212" y="36645"/>
                    </a:cubicBezTo>
                    <a:cubicBezTo>
                      <a:pt x="2179" y="36605"/>
                      <a:pt x="2209" y="36550"/>
                      <a:pt x="2252" y="36550"/>
                    </a:cubicBezTo>
                    <a:cubicBezTo>
                      <a:pt x="2263" y="36550"/>
                      <a:pt x="2275" y="36553"/>
                      <a:pt x="2287" y="36562"/>
                    </a:cubicBezTo>
                    <a:cubicBezTo>
                      <a:pt x="2519" y="36711"/>
                      <a:pt x="2767" y="36835"/>
                      <a:pt x="3033" y="36910"/>
                    </a:cubicBezTo>
                    <a:cubicBezTo>
                      <a:pt x="3266" y="36975"/>
                      <a:pt x="3518" y="37002"/>
                      <a:pt x="3761" y="37002"/>
                    </a:cubicBezTo>
                    <a:cubicBezTo>
                      <a:pt x="3795" y="37002"/>
                      <a:pt x="3828" y="37002"/>
                      <a:pt x="3861" y="37001"/>
                    </a:cubicBezTo>
                    <a:cubicBezTo>
                      <a:pt x="3919" y="37001"/>
                      <a:pt x="3936" y="37084"/>
                      <a:pt x="3869" y="37100"/>
                    </a:cubicBezTo>
                    <a:cubicBezTo>
                      <a:pt x="3754" y="37121"/>
                      <a:pt x="3638" y="37136"/>
                      <a:pt x="3522" y="37136"/>
                    </a:cubicBezTo>
                    <a:cubicBezTo>
                      <a:pt x="3497" y="37136"/>
                      <a:pt x="3472" y="37135"/>
                      <a:pt x="3447" y="37134"/>
                    </a:cubicBezTo>
                    <a:cubicBezTo>
                      <a:pt x="3430" y="37142"/>
                      <a:pt x="3414" y="37150"/>
                      <a:pt x="3397" y="37158"/>
                    </a:cubicBezTo>
                    <a:cubicBezTo>
                      <a:pt x="3372" y="37167"/>
                      <a:pt x="3347" y="37167"/>
                      <a:pt x="3356" y="37183"/>
                    </a:cubicBezTo>
                    <a:cubicBezTo>
                      <a:pt x="3364" y="37200"/>
                      <a:pt x="3414" y="37225"/>
                      <a:pt x="3439" y="37233"/>
                    </a:cubicBezTo>
                    <a:cubicBezTo>
                      <a:pt x="3472" y="37258"/>
                      <a:pt x="3513" y="37274"/>
                      <a:pt x="3546" y="37299"/>
                    </a:cubicBezTo>
                    <a:cubicBezTo>
                      <a:pt x="3687" y="37366"/>
                      <a:pt x="3828" y="37432"/>
                      <a:pt x="3969" y="37490"/>
                    </a:cubicBezTo>
                    <a:cubicBezTo>
                      <a:pt x="4110" y="37548"/>
                      <a:pt x="4259" y="37598"/>
                      <a:pt x="4416" y="37647"/>
                    </a:cubicBezTo>
                    <a:cubicBezTo>
                      <a:pt x="4474" y="37664"/>
                      <a:pt x="4541" y="37680"/>
                      <a:pt x="4599" y="37697"/>
                    </a:cubicBezTo>
                    <a:cubicBezTo>
                      <a:pt x="4611" y="37685"/>
                      <a:pt x="4623" y="37677"/>
                      <a:pt x="4638" y="37677"/>
                    </a:cubicBezTo>
                    <a:cubicBezTo>
                      <a:pt x="4644" y="37677"/>
                      <a:pt x="4650" y="37678"/>
                      <a:pt x="4657" y="37680"/>
                    </a:cubicBezTo>
                    <a:cubicBezTo>
                      <a:pt x="5187" y="37854"/>
                      <a:pt x="5734" y="37979"/>
                      <a:pt x="6289" y="38037"/>
                    </a:cubicBezTo>
                    <a:cubicBezTo>
                      <a:pt x="6297" y="38012"/>
                      <a:pt x="6322" y="37995"/>
                      <a:pt x="6355" y="37995"/>
                    </a:cubicBezTo>
                    <a:cubicBezTo>
                      <a:pt x="6595" y="38028"/>
                      <a:pt x="6836" y="38070"/>
                      <a:pt x="7076" y="38120"/>
                    </a:cubicBezTo>
                    <a:cubicBezTo>
                      <a:pt x="7101" y="38128"/>
                      <a:pt x="7126" y="38128"/>
                      <a:pt x="7151" y="38136"/>
                    </a:cubicBezTo>
                    <a:cubicBezTo>
                      <a:pt x="7465" y="38178"/>
                      <a:pt x="7780" y="38211"/>
                      <a:pt x="8095" y="38219"/>
                    </a:cubicBezTo>
                    <a:cubicBezTo>
                      <a:pt x="8159" y="38219"/>
                      <a:pt x="8223" y="38220"/>
                      <a:pt x="8287" y="38220"/>
                    </a:cubicBezTo>
                    <a:cubicBezTo>
                      <a:pt x="8416" y="38220"/>
                      <a:pt x="8545" y="38216"/>
                      <a:pt x="8667" y="38194"/>
                    </a:cubicBezTo>
                    <a:cubicBezTo>
                      <a:pt x="8741" y="38178"/>
                      <a:pt x="8808" y="38161"/>
                      <a:pt x="8874" y="38128"/>
                    </a:cubicBezTo>
                    <a:cubicBezTo>
                      <a:pt x="8882" y="38120"/>
                      <a:pt x="8882" y="38111"/>
                      <a:pt x="8882" y="38103"/>
                    </a:cubicBezTo>
                    <a:cubicBezTo>
                      <a:pt x="8890" y="38095"/>
                      <a:pt x="8899" y="38086"/>
                      <a:pt x="8907" y="38078"/>
                    </a:cubicBezTo>
                    <a:cubicBezTo>
                      <a:pt x="8882" y="38078"/>
                      <a:pt x="8866" y="38070"/>
                      <a:pt x="8857" y="38045"/>
                    </a:cubicBezTo>
                    <a:cubicBezTo>
                      <a:pt x="8849" y="38020"/>
                      <a:pt x="8866" y="37995"/>
                      <a:pt x="8882" y="37987"/>
                    </a:cubicBezTo>
                    <a:cubicBezTo>
                      <a:pt x="8924" y="37962"/>
                      <a:pt x="8965" y="37946"/>
                      <a:pt x="9006" y="37937"/>
                    </a:cubicBezTo>
                    <a:cubicBezTo>
                      <a:pt x="9023" y="37904"/>
                      <a:pt x="9048" y="37871"/>
                      <a:pt x="9064" y="37846"/>
                    </a:cubicBezTo>
                    <a:lnTo>
                      <a:pt x="9081" y="37805"/>
                    </a:lnTo>
                    <a:cubicBezTo>
                      <a:pt x="9081" y="37796"/>
                      <a:pt x="9089" y="37788"/>
                      <a:pt x="9089" y="37788"/>
                    </a:cubicBezTo>
                    <a:cubicBezTo>
                      <a:pt x="9098" y="37772"/>
                      <a:pt x="9098" y="37763"/>
                      <a:pt x="9106" y="37747"/>
                    </a:cubicBezTo>
                    <a:lnTo>
                      <a:pt x="9106" y="37730"/>
                    </a:lnTo>
                    <a:cubicBezTo>
                      <a:pt x="9106" y="37722"/>
                      <a:pt x="9114" y="37705"/>
                      <a:pt x="9114" y="37697"/>
                    </a:cubicBezTo>
                    <a:lnTo>
                      <a:pt x="9114" y="37689"/>
                    </a:lnTo>
                    <a:cubicBezTo>
                      <a:pt x="9106" y="37664"/>
                      <a:pt x="9114" y="37639"/>
                      <a:pt x="9122" y="37614"/>
                    </a:cubicBezTo>
                    <a:cubicBezTo>
                      <a:pt x="9098" y="37589"/>
                      <a:pt x="9081" y="37564"/>
                      <a:pt x="9064" y="37531"/>
                    </a:cubicBezTo>
                    <a:cubicBezTo>
                      <a:pt x="9056" y="37531"/>
                      <a:pt x="9056" y="37531"/>
                      <a:pt x="9048" y="37523"/>
                    </a:cubicBezTo>
                    <a:cubicBezTo>
                      <a:pt x="9023" y="37515"/>
                      <a:pt x="9006" y="37515"/>
                      <a:pt x="8982" y="37506"/>
                    </a:cubicBezTo>
                    <a:cubicBezTo>
                      <a:pt x="8940" y="37500"/>
                      <a:pt x="8898" y="37496"/>
                      <a:pt x="8856" y="37496"/>
                    </a:cubicBezTo>
                    <a:cubicBezTo>
                      <a:pt x="8790" y="37496"/>
                      <a:pt x="8724" y="37506"/>
                      <a:pt x="8658" y="37531"/>
                    </a:cubicBezTo>
                    <a:cubicBezTo>
                      <a:pt x="8654" y="37533"/>
                      <a:pt x="8649" y="37534"/>
                      <a:pt x="8644" y="37534"/>
                    </a:cubicBezTo>
                    <a:cubicBezTo>
                      <a:pt x="8600" y="37534"/>
                      <a:pt x="8564" y="37470"/>
                      <a:pt x="8609" y="37440"/>
                    </a:cubicBezTo>
                    <a:cubicBezTo>
                      <a:pt x="8675" y="37399"/>
                      <a:pt x="8741" y="37366"/>
                      <a:pt x="8816" y="37349"/>
                    </a:cubicBezTo>
                    <a:cubicBezTo>
                      <a:pt x="8844" y="37342"/>
                      <a:pt x="8873" y="37339"/>
                      <a:pt x="8904" y="37339"/>
                    </a:cubicBezTo>
                    <a:cubicBezTo>
                      <a:pt x="8945" y="37339"/>
                      <a:pt x="8988" y="37344"/>
                      <a:pt x="9031" y="37349"/>
                    </a:cubicBezTo>
                    <a:cubicBezTo>
                      <a:pt x="9031" y="37332"/>
                      <a:pt x="9031" y="37316"/>
                      <a:pt x="9031" y="37299"/>
                    </a:cubicBezTo>
                    <a:cubicBezTo>
                      <a:pt x="9027" y="37302"/>
                      <a:pt x="9022" y="37304"/>
                      <a:pt x="9016" y="37304"/>
                    </a:cubicBezTo>
                    <a:cubicBezTo>
                      <a:pt x="8992" y="37304"/>
                      <a:pt x="8964" y="37277"/>
                      <a:pt x="8957" y="37250"/>
                    </a:cubicBezTo>
                    <a:cubicBezTo>
                      <a:pt x="8948" y="37192"/>
                      <a:pt x="8940" y="37142"/>
                      <a:pt x="8899" y="37092"/>
                    </a:cubicBezTo>
                    <a:cubicBezTo>
                      <a:pt x="8849" y="37051"/>
                      <a:pt x="8791" y="37026"/>
                      <a:pt x="8733" y="37026"/>
                    </a:cubicBezTo>
                    <a:cubicBezTo>
                      <a:pt x="8714" y="37024"/>
                      <a:pt x="8694" y="37023"/>
                      <a:pt x="8675" y="37023"/>
                    </a:cubicBezTo>
                    <a:cubicBezTo>
                      <a:pt x="8535" y="37023"/>
                      <a:pt x="8391" y="37069"/>
                      <a:pt x="8252" y="37084"/>
                    </a:cubicBezTo>
                    <a:cubicBezTo>
                      <a:pt x="8178" y="37084"/>
                      <a:pt x="8095" y="37092"/>
                      <a:pt x="8020" y="37092"/>
                    </a:cubicBezTo>
                    <a:cubicBezTo>
                      <a:pt x="8037" y="37109"/>
                      <a:pt x="8037" y="37125"/>
                      <a:pt x="8037" y="37142"/>
                    </a:cubicBezTo>
                    <a:cubicBezTo>
                      <a:pt x="8037" y="37169"/>
                      <a:pt x="8015" y="37196"/>
                      <a:pt x="7980" y="37196"/>
                    </a:cubicBezTo>
                    <a:cubicBezTo>
                      <a:pt x="7972" y="37196"/>
                      <a:pt x="7963" y="37195"/>
                      <a:pt x="7954" y="37192"/>
                    </a:cubicBezTo>
                    <a:cubicBezTo>
                      <a:pt x="7838" y="37158"/>
                      <a:pt x="7722" y="37109"/>
                      <a:pt x="7606" y="37042"/>
                    </a:cubicBezTo>
                    <a:cubicBezTo>
                      <a:pt x="7507" y="37026"/>
                      <a:pt x="7407" y="36993"/>
                      <a:pt x="7325" y="36943"/>
                    </a:cubicBezTo>
                    <a:cubicBezTo>
                      <a:pt x="7291" y="36926"/>
                      <a:pt x="7291" y="36885"/>
                      <a:pt x="7308" y="36868"/>
                    </a:cubicBezTo>
                    <a:cubicBezTo>
                      <a:pt x="7258" y="36835"/>
                      <a:pt x="7209" y="36802"/>
                      <a:pt x="7159" y="36769"/>
                    </a:cubicBezTo>
                    <a:cubicBezTo>
                      <a:pt x="7084" y="36719"/>
                      <a:pt x="7001" y="36670"/>
                      <a:pt x="6952" y="36595"/>
                    </a:cubicBezTo>
                    <a:cubicBezTo>
                      <a:pt x="6902" y="36520"/>
                      <a:pt x="6910" y="36421"/>
                      <a:pt x="6910" y="36330"/>
                    </a:cubicBezTo>
                    <a:cubicBezTo>
                      <a:pt x="6919" y="36230"/>
                      <a:pt x="6927" y="36131"/>
                      <a:pt x="6935" y="36032"/>
                    </a:cubicBezTo>
                    <a:cubicBezTo>
                      <a:pt x="6919" y="36007"/>
                      <a:pt x="6910" y="35982"/>
                      <a:pt x="6902" y="35949"/>
                    </a:cubicBezTo>
                    <a:cubicBezTo>
                      <a:pt x="6861" y="35858"/>
                      <a:pt x="6827" y="35750"/>
                      <a:pt x="6819" y="35650"/>
                    </a:cubicBezTo>
                    <a:cubicBezTo>
                      <a:pt x="6811" y="35576"/>
                      <a:pt x="6819" y="35501"/>
                      <a:pt x="6844" y="35427"/>
                    </a:cubicBezTo>
                    <a:lnTo>
                      <a:pt x="6844" y="35427"/>
                    </a:lnTo>
                    <a:cubicBezTo>
                      <a:pt x="6761" y="35501"/>
                      <a:pt x="6670" y="35568"/>
                      <a:pt x="6579" y="35626"/>
                    </a:cubicBezTo>
                    <a:cubicBezTo>
                      <a:pt x="6571" y="35630"/>
                      <a:pt x="6563" y="35632"/>
                      <a:pt x="6554" y="35632"/>
                    </a:cubicBezTo>
                    <a:cubicBezTo>
                      <a:pt x="6516" y="35632"/>
                      <a:pt x="6479" y="35593"/>
                      <a:pt x="6513" y="35559"/>
                    </a:cubicBezTo>
                    <a:cubicBezTo>
                      <a:pt x="6687" y="35352"/>
                      <a:pt x="6894" y="35178"/>
                      <a:pt x="7084" y="34988"/>
                    </a:cubicBezTo>
                    <a:cubicBezTo>
                      <a:pt x="7275" y="34789"/>
                      <a:pt x="7457" y="34590"/>
                      <a:pt x="7639" y="34383"/>
                    </a:cubicBezTo>
                    <a:cubicBezTo>
                      <a:pt x="7648" y="34369"/>
                      <a:pt x="7663" y="34363"/>
                      <a:pt x="7676" y="34363"/>
                    </a:cubicBezTo>
                    <a:cubicBezTo>
                      <a:pt x="7687" y="34363"/>
                      <a:pt x="7698" y="34367"/>
                      <a:pt x="7706" y="34374"/>
                    </a:cubicBezTo>
                    <a:cubicBezTo>
                      <a:pt x="7731" y="34341"/>
                      <a:pt x="7747" y="34308"/>
                      <a:pt x="7772" y="34275"/>
                    </a:cubicBezTo>
                    <a:cubicBezTo>
                      <a:pt x="7896" y="34101"/>
                      <a:pt x="8004" y="33910"/>
                      <a:pt x="8078" y="33703"/>
                    </a:cubicBezTo>
                    <a:cubicBezTo>
                      <a:pt x="8203" y="33380"/>
                      <a:pt x="8236" y="33016"/>
                      <a:pt x="8153" y="32676"/>
                    </a:cubicBezTo>
                    <a:lnTo>
                      <a:pt x="8153" y="32676"/>
                    </a:lnTo>
                    <a:cubicBezTo>
                      <a:pt x="8128" y="32850"/>
                      <a:pt x="8070" y="33024"/>
                      <a:pt x="7971" y="33148"/>
                    </a:cubicBezTo>
                    <a:cubicBezTo>
                      <a:pt x="7954" y="33165"/>
                      <a:pt x="7935" y="33172"/>
                      <a:pt x="7917" y="33172"/>
                    </a:cubicBezTo>
                    <a:cubicBezTo>
                      <a:pt x="7881" y="33172"/>
                      <a:pt x="7849" y="33143"/>
                      <a:pt x="7855" y="33099"/>
                    </a:cubicBezTo>
                    <a:cubicBezTo>
                      <a:pt x="7855" y="32949"/>
                      <a:pt x="7896" y="32809"/>
                      <a:pt x="7913" y="32659"/>
                    </a:cubicBezTo>
                    <a:cubicBezTo>
                      <a:pt x="7921" y="32510"/>
                      <a:pt x="7929" y="32361"/>
                      <a:pt x="7921" y="32212"/>
                    </a:cubicBezTo>
                    <a:cubicBezTo>
                      <a:pt x="7905" y="31914"/>
                      <a:pt x="7847" y="31615"/>
                      <a:pt x="7764" y="31334"/>
                    </a:cubicBezTo>
                    <a:cubicBezTo>
                      <a:pt x="7581" y="30745"/>
                      <a:pt x="7267" y="30223"/>
                      <a:pt x="6885" y="29751"/>
                    </a:cubicBezTo>
                    <a:cubicBezTo>
                      <a:pt x="6859" y="29718"/>
                      <a:pt x="6890" y="29675"/>
                      <a:pt x="6925" y="29675"/>
                    </a:cubicBezTo>
                    <a:cubicBezTo>
                      <a:pt x="6934" y="29675"/>
                      <a:pt x="6943" y="29678"/>
                      <a:pt x="6952" y="29685"/>
                    </a:cubicBezTo>
                    <a:cubicBezTo>
                      <a:pt x="7159" y="29875"/>
                      <a:pt x="7333" y="30099"/>
                      <a:pt x="7490" y="30331"/>
                    </a:cubicBezTo>
                    <a:cubicBezTo>
                      <a:pt x="7764" y="30745"/>
                      <a:pt x="7979" y="31218"/>
                      <a:pt x="8087" y="31698"/>
                    </a:cubicBezTo>
                    <a:cubicBezTo>
                      <a:pt x="8145" y="31922"/>
                      <a:pt x="8170" y="32154"/>
                      <a:pt x="8170" y="32378"/>
                    </a:cubicBezTo>
                    <a:cubicBezTo>
                      <a:pt x="8443" y="32784"/>
                      <a:pt x="8451" y="33289"/>
                      <a:pt x="8302" y="33736"/>
                    </a:cubicBezTo>
                    <a:cubicBezTo>
                      <a:pt x="8228" y="33968"/>
                      <a:pt x="8112" y="34192"/>
                      <a:pt x="7971" y="34391"/>
                    </a:cubicBezTo>
                    <a:cubicBezTo>
                      <a:pt x="7896" y="34490"/>
                      <a:pt x="7822" y="34582"/>
                      <a:pt x="7739" y="34673"/>
                    </a:cubicBezTo>
                    <a:cubicBezTo>
                      <a:pt x="7664" y="34756"/>
                      <a:pt x="7581" y="34838"/>
                      <a:pt x="7482" y="34888"/>
                    </a:cubicBezTo>
                    <a:cubicBezTo>
                      <a:pt x="7474" y="34891"/>
                      <a:pt x="7467" y="34893"/>
                      <a:pt x="7460" y="34893"/>
                    </a:cubicBezTo>
                    <a:cubicBezTo>
                      <a:pt x="7429" y="34893"/>
                      <a:pt x="7406" y="34866"/>
                      <a:pt x="7399" y="34838"/>
                    </a:cubicBezTo>
                    <a:cubicBezTo>
                      <a:pt x="7333" y="34921"/>
                      <a:pt x="7267" y="34996"/>
                      <a:pt x="7192" y="35079"/>
                    </a:cubicBezTo>
                    <a:cubicBezTo>
                      <a:pt x="7167" y="35104"/>
                      <a:pt x="7142" y="35128"/>
                      <a:pt x="7117" y="35153"/>
                    </a:cubicBezTo>
                    <a:cubicBezTo>
                      <a:pt x="7093" y="35228"/>
                      <a:pt x="7076" y="35302"/>
                      <a:pt x="7059" y="35377"/>
                    </a:cubicBezTo>
                    <a:cubicBezTo>
                      <a:pt x="7059" y="35385"/>
                      <a:pt x="7068" y="35394"/>
                      <a:pt x="7068" y="35402"/>
                    </a:cubicBezTo>
                    <a:cubicBezTo>
                      <a:pt x="7076" y="35576"/>
                      <a:pt x="7084" y="35742"/>
                      <a:pt x="7093" y="35907"/>
                    </a:cubicBezTo>
                    <a:cubicBezTo>
                      <a:pt x="7126" y="36007"/>
                      <a:pt x="7167" y="36098"/>
                      <a:pt x="7192" y="36197"/>
                    </a:cubicBezTo>
                    <a:cubicBezTo>
                      <a:pt x="7205" y="36243"/>
                      <a:pt x="7166" y="36269"/>
                      <a:pt x="7128" y="36269"/>
                    </a:cubicBezTo>
                    <a:cubicBezTo>
                      <a:pt x="7119" y="36269"/>
                      <a:pt x="7109" y="36267"/>
                      <a:pt x="7101" y="36264"/>
                    </a:cubicBezTo>
                    <a:lnTo>
                      <a:pt x="7101" y="36264"/>
                    </a:lnTo>
                    <a:cubicBezTo>
                      <a:pt x="7101" y="36338"/>
                      <a:pt x="7093" y="36429"/>
                      <a:pt x="7134" y="36479"/>
                    </a:cubicBezTo>
                    <a:cubicBezTo>
                      <a:pt x="7184" y="36545"/>
                      <a:pt x="7283" y="36587"/>
                      <a:pt x="7358" y="36628"/>
                    </a:cubicBezTo>
                    <a:cubicBezTo>
                      <a:pt x="7432" y="36678"/>
                      <a:pt x="7507" y="36728"/>
                      <a:pt x="7581" y="36769"/>
                    </a:cubicBezTo>
                    <a:cubicBezTo>
                      <a:pt x="7656" y="36819"/>
                      <a:pt x="7722" y="36860"/>
                      <a:pt x="7797" y="36910"/>
                    </a:cubicBezTo>
                    <a:cubicBezTo>
                      <a:pt x="7847" y="36910"/>
                      <a:pt x="7888" y="36918"/>
                      <a:pt x="7938" y="36918"/>
                    </a:cubicBezTo>
                    <a:cubicBezTo>
                      <a:pt x="7963" y="36919"/>
                      <a:pt x="7988" y="36920"/>
                      <a:pt x="8013" y="36920"/>
                    </a:cubicBezTo>
                    <a:cubicBezTo>
                      <a:pt x="8178" y="36920"/>
                      <a:pt x="8343" y="36897"/>
                      <a:pt x="8501" y="36868"/>
                    </a:cubicBezTo>
                    <a:cubicBezTo>
                      <a:pt x="8569" y="36855"/>
                      <a:pt x="8641" y="36844"/>
                      <a:pt x="8712" y="36844"/>
                    </a:cubicBezTo>
                    <a:cubicBezTo>
                      <a:pt x="8813" y="36844"/>
                      <a:pt x="8912" y="36866"/>
                      <a:pt x="8990" y="36935"/>
                    </a:cubicBezTo>
                    <a:cubicBezTo>
                      <a:pt x="9031" y="36968"/>
                      <a:pt x="9064" y="37009"/>
                      <a:pt x="9089" y="37059"/>
                    </a:cubicBezTo>
                    <a:cubicBezTo>
                      <a:pt x="9106" y="37001"/>
                      <a:pt x="9114" y="36943"/>
                      <a:pt x="9131" y="36885"/>
                    </a:cubicBezTo>
                    <a:cubicBezTo>
                      <a:pt x="9172" y="36661"/>
                      <a:pt x="9205" y="36446"/>
                      <a:pt x="9230" y="36222"/>
                    </a:cubicBezTo>
                    <a:cubicBezTo>
                      <a:pt x="9197" y="36090"/>
                      <a:pt x="9222" y="35940"/>
                      <a:pt x="9230" y="35808"/>
                    </a:cubicBezTo>
                    <a:cubicBezTo>
                      <a:pt x="9238" y="35667"/>
                      <a:pt x="9247" y="35518"/>
                      <a:pt x="9238" y="35377"/>
                    </a:cubicBezTo>
                    <a:cubicBezTo>
                      <a:pt x="9238" y="35120"/>
                      <a:pt x="9222" y="34872"/>
                      <a:pt x="9180" y="34623"/>
                    </a:cubicBezTo>
                    <a:cubicBezTo>
                      <a:pt x="9172" y="34756"/>
                      <a:pt x="9164" y="34888"/>
                      <a:pt x="9164" y="35021"/>
                    </a:cubicBezTo>
                    <a:cubicBezTo>
                      <a:pt x="9156" y="35178"/>
                      <a:pt x="9180" y="35344"/>
                      <a:pt x="9131" y="35493"/>
                    </a:cubicBezTo>
                    <a:cubicBezTo>
                      <a:pt x="9126" y="35512"/>
                      <a:pt x="9106" y="35522"/>
                      <a:pt x="9086" y="35522"/>
                    </a:cubicBezTo>
                    <a:cubicBezTo>
                      <a:pt x="9070" y="35522"/>
                      <a:pt x="9055" y="35516"/>
                      <a:pt x="9048" y="35501"/>
                    </a:cubicBezTo>
                    <a:cubicBezTo>
                      <a:pt x="8965" y="35377"/>
                      <a:pt x="8957" y="35203"/>
                      <a:pt x="8965" y="35054"/>
                    </a:cubicBezTo>
                    <a:cubicBezTo>
                      <a:pt x="8965" y="34913"/>
                      <a:pt x="8982" y="34772"/>
                      <a:pt x="8990" y="34631"/>
                    </a:cubicBezTo>
                    <a:cubicBezTo>
                      <a:pt x="8973" y="34631"/>
                      <a:pt x="8965" y="34623"/>
                      <a:pt x="8957" y="34606"/>
                    </a:cubicBezTo>
                    <a:cubicBezTo>
                      <a:pt x="8924" y="34515"/>
                      <a:pt x="8932" y="34416"/>
                      <a:pt x="8932" y="34325"/>
                    </a:cubicBezTo>
                    <a:cubicBezTo>
                      <a:pt x="8932" y="34225"/>
                      <a:pt x="8924" y="34134"/>
                      <a:pt x="8924" y="34035"/>
                    </a:cubicBezTo>
                    <a:cubicBezTo>
                      <a:pt x="8924" y="33844"/>
                      <a:pt x="8915" y="33654"/>
                      <a:pt x="8899" y="33463"/>
                    </a:cubicBezTo>
                    <a:cubicBezTo>
                      <a:pt x="8882" y="33314"/>
                      <a:pt x="8866" y="33173"/>
                      <a:pt x="8849" y="33024"/>
                    </a:cubicBezTo>
                    <a:cubicBezTo>
                      <a:pt x="8837" y="33036"/>
                      <a:pt x="8820" y="33043"/>
                      <a:pt x="8805" y="33043"/>
                    </a:cubicBezTo>
                    <a:cubicBezTo>
                      <a:pt x="8789" y="33043"/>
                      <a:pt x="8774" y="33036"/>
                      <a:pt x="8766" y="33024"/>
                    </a:cubicBezTo>
                    <a:cubicBezTo>
                      <a:pt x="8675" y="32925"/>
                      <a:pt x="8650" y="32775"/>
                      <a:pt x="8625" y="32643"/>
                    </a:cubicBezTo>
                    <a:cubicBezTo>
                      <a:pt x="8609" y="32519"/>
                      <a:pt x="8592" y="32386"/>
                      <a:pt x="8576" y="32253"/>
                    </a:cubicBezTo>
                    <a:cubicBezTo>
                      <a:pt x="8564" y="32261"/>
                      <a:pt x="8553" y="32265"/>
                      <a:pt x="8543" y="32265"/>
                    </a:cubicBezTo>
                    <a:cubicBezTo>
                      <a:pt x="8530" y="32265"/>
                      <a:pt x="8518" y="32259"/>
                      <a:pt x="8509" y="32245"/>
                    </a:cubicBezTo>
                    <a:cubicBezTo>
                      <a:pt x="8451" y="32171"/>
                      <a:pt x="8435" y="32071"/>
                      <a:pt x="8426" y="31988"/>
                    </a:cubicBezTo>
                    <a:cubicBezTo>
                      <a:pt x="8410" y="31889"/>
                      <a:pt x="8402" y="31789"/>
                      <a:pt x="8385" y="31698"/>
                    </a:cubicBezTo>
                    <a:cubicBezTo>
                      <a:pt x="8360" y="31508"/>
                      <a:pt x="8335" y="31317"/>
                      <a:pt x="8327" y="31127"/>
                    </a:cubicBezTo>
                    <a:cubicBezTo>
                      <a:pt x="8319" y="31069"/>
                      <a:pt x="8319" y="31002"/>
                      <a:pt x="8319" y="30944"/>
                    </a:cubicBezTo>
                    <a:cubicBezTo>
                      <a:pt x="8310" y="30936"/>
                      <a:pt x="8294" y="30928"/>
                      <a:pt x="8286" y="30911"/>
                    </a:cubicBezTo>
                    <a:cubicBezTo>
                      <a:pt x="8219" y="30770"/>
                      <a:pt x="8228" y="30596"/>
                      <a:pt x="8219" y="30447"/>
                    </a:cubicBezTo>
                    <a:cubicBezTo>
                      <a:pt x="8211" y="30298"/>
                      <a:pt x="8203" y="30157"/>
                      <a:pt x="8203" y="30008"/>
                    </a:cubicBezTo>
                    <a:cubicBezTo>
                      <a:pt x="8203" y="29693"/>
                      <a:pt x="8228" y="29395"/>
                      <a:pt x="8269" y="29088"/>
                    </a:cubicBezTo>
                    <a:cubicBezTo>
                      <a:pt x="8277" y="29058"/>
                      <a:pt x="8297" y="29045"/>
                      <a:pt x="8318" y="29045"/>
                    </a:cubicBezTo>
                    <a:cubicBezTo>
                      <a:pt x="8343" y="29045"/>
                      <a:pt x="8368" y="29065"/>
                      <a:pt x="8368" y="29097"/>
                    </a:cubicBezTo>
                    <a:cubicBezTo>
                      <a:pt x="8368" y="29403"/>
                      <a:pt x="8368" y="29701"/>
                      <a:pt x="8377" y="30008"/>
                    </a:cubicBezTo>
                    <a:cubicBezTo>
                      <a:pt x="8377" y="30149"/>
                      <a:pt x="8385" y="30290"/>
                      <a:pt x="8393" y="30422"/>
                    </a:cubicBezTo>
                    <a:cubicBezTo>
                      <a:pt x="8418" y="30298"/>
                      <a:pt x="8451" y="30157"/>
                      <a:pt x="8509" y="30041"/>
                    </a:cubicBezTo>
                    <a:cubicBezTo>
                      <a:pt x="8517" y="30022"/>
                      <a:pt x="8537" y="30012"/>
                      <a:pt x="8557" y="30012"/>
                    </a:cubicBezTo>
                    <a:cubicBezTo>
                      <a:pt x="8580" y="30012"/>
                      <a:pt x="8604" y="30026"/>
                      <a:pt x="8609" y="30058"/>
                    </a:cubicBezTo>
                    <a:cubicBezTo>
                      <a:pt x="8617" y="30232"/>
                      <a:pt x="8576" y="30414"/>
                      <a:pt x="8551" y="30588"/>
                    </a:cubicBezTo>
                    <a:cubicBezTo>
                      <a:pt x="8526" y="30770"/>
                      <a:pt x="8509" y="30953"/>
                      <a:pt x="8526" y="31135"/>
                    </a:cubicBezTo>
                    <a:cubicBezTo>
                      <a:pt x="8542" y="31267"/>
                      <a:pt x="8559" y="31400"/>
                      <a:pt x="8576" y="31533"/>
                    </a:cubicBezTo>
                    <a:cubicBezTo>
                      <a:pt x="8576" y="31508"/>
                      <a:pt x="8576" y="31475"/>
                      <a:pt x="8576" y="31450"/>
                    </a:cubicBezTo>
                    <a:cubicBezTo>
                      <a:pt x="8580" y="31425"/>
                      <a:pt x="8603" y="31412"/>
                      <a:pt x="8624" y="31412"/>
                    </a:cubicBezTo>
                    <a:cubicBezTo>
                      <a:pt x="8646" y="31412"/>
                      <a:pt x="8667" y="31425"/>
                      <a:pt x="8667" y="31450"/>
                    </a:cubicBezTo>
                    <a:cubicBezTo>
                      <a:pt x="8692" y="31715"/>
                      <a:pt x="8741" y="31980"/>
                      <a:pt x="8774" y="32245"/>
                    </a:cubicBezTo>
                    <a:cubicBezTo>
                      <a:pt x="8783" y="32311"/>
                      <a:pt x="8799" y="32378"/>
                      <a:pt x="8808" y="32444"/>
                    </a:cubicBezTo>
                    <a:cubicBezTo>
                      <a:pt x="8808" y="32419"/>
                      <a:pt x="8816" y="32394"/>
                      <a:pt x="8816" y="32361"/>
                    </a:cubicBezTo>
                    <a:cubicBezTo>
                      <a:pt x="8823" y="32339"/>
                      <a:pt x="8842" y="32328"/>
                      <a:pt x="8860" y="32328"/>
                    </a:cubicBezTo>
                    <a:cubicBezTo>
                      <a:pt x="8884" y="32328"/>
                      <a:pt x="8907" y="32345"/>
                      <a:pt x="8907" y="32378"/>
                    </a:cubicBezTo>
                    <a:cubicBezTo>
                      <a:pt x="8890" y="32568"/>
                      <a:pt x="8957" y="32751"/>
                      <a:pt x="8998" y="32933"/>
                    </a:cubicBezTo>
                    <a:cubicBezTo>
                      <a:pt x="9040" y="33115"/>
                      <a:pt x="9064" y="33297"/>
                      <a:pt x="9081" y="33488"/>
                    </a:cubicBezTo>
                    <a:cubicBezTo>
                      <a:pt x="9089" y="33587"/>
                      <a:pt x="9098" y="33678"/>
                      <a:pt x="9106" y="33778"/>
                    </a:cubicBezTo>
                    <a:lnTo>
                      <a:pt x="9131" y="33538"/>
                    </a:lnTo>
                    <a:cubicBezTo>
                      <a:pt x="9134" y="33504"/>
                      <a:pt x="9159" y="33489"/>
                      <a:pt x="9185" y="33489"/>
                    </a:cubicBezTo>
                    <a:cubicBezTo>
                      <a:pt x="9218" y="33489"/>
                      <a:pt x="9251" y="33513"/>
                      <a:pt x="9247" y="33554"/>
                    </a:cubicBezTo>
                    <a:cubicBezTo>
                      <a:pt x="9230" y="33844"/>
                      <a:pt x="9214" y="34134"/>
                      <a:pt x="9189" y="34424"/>
                    </a:cubicBezTo>
                    <a:cubicBezTo>
                      <a:pt x="9197" y="34422"/>
                      <a:pt x="9204" y="34421"/>
                      <a:pt x="9212" y="34421"/>
                    </a:cubicBezTo>
                    <a:cubicBezTo>
                      <a:pt x="9236" y="34421"/>
                      <a:pt x="9257" y="34432"/>
                      <a:pt x="9263" y="34457"/>
                    </a:cubicBezTo>
                    <a:cubicBezTo>
                      <a:pt x="9346" y="34756"/>
                      <a:pt x="9412" y="35054"/>
                      <a:pt x="9437" y="35360"/>
                    </a:cubicBezTo>
                    <a:cubicBezTo>
                      <a:pt x="9454" y="35518"/>
                      <a:pt x="9454" y="35684"/>
                      <a:pt x="9446" y="35841"/>
                    </a:cubicBezTo>
                    <a:cubicBezTo>
                      <a:pt x="9446" y="35932"/>
                      <a:pt x="9437" y="36048"/>
                      <a:pt x="9404" y="36148"/>
                    </a:cubicBezTo>
                    <a:cubicBezTo>
                      <a:pt x="9396" y="36380"/>
                      <a:pt x="9379" y="36612"/>
                      <a:pt x="9346" y="36844"/>
                    </a:cubicBezTo>
                    <a:cubicBezTo>
                      <a:pt x="9330" y="36951"/>
                      <a:pt x="9313" y="37051"/>
                      <a:pt x="9288" y="37150"/>
                    </a:cubicBezTo>
                    <a:cubicBezTo>
                      <a:pt x="9272" y="37225"/>
                      <a:pt x="9238" y="37324"/>
                      <a:pt x="9255" y="37399"/>
                    </a:cubicBezTo>
                    <a:cubicBezTo>
                      <a:pt x="9255" y="37407"/>
                      <a:pt x="9263" y="37424"/>
                      <a:pt x="9263" y="37432"/>
                    </a:cubicBezTo>
                    <a:cubicBezTo>
                      <a:pt x="9272" y="37440"/>
                      <a:pt x="9272" y="37440"/>
                      <a:pt x="9272" y="37440"/>
                    </a:cubicBezTo>
                    <a:cubicBezTo>
                      <a:pt x="9272" y="37424"/>
                      <a:pt x="9272" y="37415"/>
                      <a:pt x="9272" y="37399"/>
                    </a:cubicBezTo>
                    <a:cubicBezTo>
                      <a:pt x="9276" y="37370"/>
                      <a:pt x="9302" y="37356"/>
                      <a:pt x="9329" y="37356"/>
                    </a:cubicBezTo>
                    <a:cubicBezTo>
                      <a:pt x="9349" y="37356"/>
                      <a:pt x="9369" y="37364"/>
                      <a:pt x="9379" y="37382"/>
                    </a:cubicBezTo>
                    <a:cubicBezTo>
                      <a:pt x="9454" y="37564"/>
                      <a:pt x="9462" y="37772"/>
                      <a:pt x="9454" y="37962"/>
                    </a:cubicBezTo>
                    <a:cubicBezTo>
                      <a:pt x="9454" y="38153"/>
                      <a:pt x="9404" y="38343"/>
                      <a:pt x="9454" y="38526"/>
                    </a:cubicBezTo>
                    <a:cubicBezTo>
                      <a:pt x="9495" y="38699"/>
                      <a:pt x="9644" y="38791"/>
                      <a:pt x="9794" y="38873"/>
                    </a:cubicBezTo>
                    <a:cubicBezTo>
                      <a:pt x="9885" y="38923"/>
                      <a:pt x="9968" y="38973"/>
                      <a:pt x="10050" y="39023"/>
                    </a:cubicBezTo>
                    <a:cubicBezTo>
                      <a:pt x="10092" y="39047"/>
                      <a:pt x="10133" y="39072"/>
                      <a:pt x="10175" y="39105"/>
                    </a:cubicBezTo>
                    <a:cubicBezTo>
                      <a:pt x="10183" y="39097"/>
                      <a:pt x="10191" y="39097"/>
                      <a:pt x="10208" y="39097"/>
                    </a:cubicBezTo>
                    <a:cubicBezTo>
                      <a:pt x="10490" y="39130"/>
                      <a:pt x="10771" y="39205"/>
                      <a:pt x="11036" y="39304"/>
                    </a:cubicBezTo>
                    <a:cubicBezTo>
                      <a:pt x="11161" y="39346"/>
                      <a:pt x="11285" y="39404"/>
                      <a:pt x="11418" y="39445"/>
                    </a:cubicBezTo>
                    <a:cubicBezTo>
                      <a:pt x="11476" y="39470"/>
                      <a:pt x="11542" y="39487"/>
                      <a:pt x="11608" y="39503"/>
                    </a:cubicBezTo>
                    <a:lnTo>
                      <a:pt x="11608" y="39487"/>
                    </a:lnTo>
                    <a:cubicBezTo>
                      <a:pt x="11600" y="39371"/>
                      <a:pt x="11558" y="39246"/>
                      <a:pt x="11500" y="39139"/>
                    </a:cubicBezTo>
                    <a:cubicBezTo>
                      <a:pt x="11434" y="39023"/>
                      <a:pt x="11343" y="38923"/>
                      <a:pt x="11351" y="38782"/>
                    </a:cubicBezTo>
                    <a:cubicBezTo>
                      <a:pt x="11351" y="38741"/>
                      <a:pt x="11384" y="38720"/>
                      <a:pt x="11419" y="38720"/>
                    </a:cubicBezTo>
                    <a:cubicBezTo>
                      <a:pt x="11453" y="38720"/>
                      <a:pt x="11488" y="38741"/>
                      <a:pt x="11492" y="38782"/>
                    </a:cubicBezTo>
                    <a:cubicBezTo>
                      <a:pt x="11492" y="38857"/>
                      <a:pt x="11550" y="38907"/>
                      <a:pt x="11592" y="38956"/>
                    </a:cubicBezTo>
                    <a:cubicBezTo>
                      <a:pt x="11650" y="39014"/>
                      <a:pt x="11699" y="39072"/>
                      <a:pt x="11732" y="39139"/>
                    </a:cubicBezTo>
                    <a:cubicBezTo>
                      <a:pt x="11799" y="39255"/>
                      <a:pt x="11840" y="39395"/>
                      <a:pt x="11848" y="39528"/>
                    </a:cubicBezTo>
                    <a:lnTo>
                      <a:pt x="11857" y="39528"/>
                    </a:lnTo>
                    <a:cubicBezTo>
                      <a:pt x="11931" y="39520"/>
                      <a:pt x="12006" y="39511"/>
                      <a:pt x="12080" y="39503"/>
                    </a:cubicBezTo>
                    <a:cubicBezTo>
                      <a:pt x="12147" y="39487"/>
                      <a:pt x="12221" y="39478"/>
                      <a:pt x="12296" y="39470"/>
                    </a:cubicBezTo>
                    <a:cubicBezTo>
                      <a:pt x="12304" y="39470"/>
                      <a:pt x="12321" y="39462"/>
                      <a:pt x="12329" y="39462"/>
                    </a:cubicBezTo>
                    <a:lnTo>
                      <a:pt x="12337" y="39462"/>
                    </a:lnTo>
                    <a:lnTo>
                      <a:pt x="12362" y="39445"/>
                    </a:lnTo>
                    <a:lnTo>
                      <a:pt x="12370" y="39445"/>
                    </a:lnTo>
                    <a:cubicBezTo>
                      <a:pt x="12379" y="39437"/>
                      <a:pt x="12379" y="39437"/>
                      <a:pt x="12387" y="39429"/>
                    </a:cubicBezTo>
                    <a:cubicBezTo>
                      <a:pt x="12387" y="39379"/>
                      <a:pt x="12412" y="39321"/>
                      <a:pt x="12428" y="39279"/>
                    </a:cubicBezTo>
                    <a:cubicBezTo>
                      <a:pt x="12453" y="39213"/>
                      <a:pt x="12478" y="39155"/>
                      <a:pt x="12470" y="39089"/>
                    </a:cubicBezTo>
                    <a:cubicBezTo>
                      <a:pt x="12462" y="38998"/>
                      <a:pt x="12412" y="38923"/>
                      <a:pt x="12337" y="38857"/>
                    </a:cubicBezTo>
                    <a:cubicBezTo>
                      <a:pt x="12180" y="38699"/>
                      <a:pt x="11981" y="38567"/>
                      <a:pt x="11948" y="38327"/>
                    </a:cubicBezTo>
                    <a:cubicBezTo>
                      <a:pt x="11943" y="38277"/>
                      <a:pt x="11981" y="38249"/>
                      <a:pt x="12020" y="38249"/>
                    </a:cubicBezTo>
                    <a:cubicBezTo>
                      <a:pt x="12052" y="38249"/>
                      <a:pt x="12086" y="38269"/>
                      <a:pt x="12097" y="38310"/>
                    </a:cubicBezTo>
                    <a:cubicBezTo>
                      <a:pt x="12122" y="38410"/>
                      <a:pt x="12221" y="38484"/>
                      <a:pt x="12296" y="38542"/>
                    </a:cubicBezTo>
                    <a:cubicBezTo>
                      <a:pt x="12379" y="38600"/>
                      <a:pt x="12462" y="38658"/>
                      <a:pt x="12528" y="38724"/>
                    </a:cubicBezTo>
                    <a:cubicBezTo>
                      <a:pt x="12536" y="38691"/>
                      <a:pt x="12536" y="38666"/>
                      <a:pt x="12536" y="38633"/>
                    </a:cubicBezTo>
                    <a:cubicBezTo>
                      <a:pt x="12536" y="38534"/>
                      <a:pt x="12486" y="38468"/>
                      <a:pt x="12428" y="38393"/>
                    </a:cubicBezTo>
                    <a:cubicBezTo>
                      <a:pt x="12362" y="38318"/>
                      <a:pt x="12288" y="38252"/>
                      <a:pt x="12230" y="38169"/>
                    </a:cubicBezTo>
                    <a:cubicBezTo>
                      <a:pt x="12230" y="38161"/>
                      <a:pt x="12221" y="38153"/>
                      <a:pt x="12213" y="38136"/>
                    </a:cubicBezTo>
                    <a:cubicBezTo>
                      <a:pt x="12196" y="38120"/>
                      <a:pt x="12180" y="38111"/>
                      <a:pt x="12163" y="38095"/>
                    </a:cubicBezTo>
                    <a:cubicBezTo>
                      <a:pt x="12072" y="38012"/>
                      <a:pt x="11981" y="37937"/>
                      <a:pt x="11890" y="37863"/>
                    </a:cubicBezTo>
                    <a:cubicBezTo>
                      <a:pt x="11815" y="37788"/>
                      <a:pt x="11732" y="37714"/>
                      <a:pt x="11683" y="37631"/>
                    </a:cubicBezTo>
                    <a:cubicBezTo>
                      <a:pt x="11625" y="37540"/>
                      <a:pt x="11592" y="37440"/>
                      <a:pt x="11558" y="37332"/>
                    </a:cubicBezTo>
                    <a:cubicBezTo>
                      <a:pt x="11492" y="37100"/>
                      <a:pt x="11418" y="36860"/>
                      <a:pt x="11360" y="36620"/>
                    </a:cubicBezTo>
                    <a:cubicBezTo>
                      <a:pt x="11310" y="36396"/>
                      <a:pt x="11277" y="36164"/>
                      <a:pt x="11268" y="35932"/>
                    </a:cubicBezTo>
                    <a:cubicBezTo>
                      <a:pt x="11252" y="35874"/>
                      <a:pt x="11244" y="35816"/>
                      <a:pt x="11235" y="35766"/>
                    </a:cubicBezTo>
                    <a:cubicBezTo>
                      <a:pt x="11194" y="35510"/>
                      <a:pt x="11152" y="35244"/>
                      <a:pt x="11128" y="34988"/>
                    </a:cubicBezTo>
                    <a:cubicBezTo>
                      <a:pt x="11094" y="34722"/>
                      <a:pt x="11070" y="34457"/>
                      <a:pt x="11053" y="34192"/>
                    </a:cubicBezTo>
                    <a:cubicBezTo>
                      <a:pt x="11028" y="33927"/>
                      <a:pt x="11028" y="33662"/>
                      <a:pt x="11028" y="33397"/>
                    </a:cubicBezTo>
                    <a:cubicBezTo>
                      <a:pt x="11028" y="33364"/>
                      <a:pt x="11051" y="33348"/>
                      <a:pt x="11073" y="33348"/>
                    </a:cubicBezTo>
                    <a:cubicBezTo>
                      <a:pt x="11091" y="33348"/>
                      <a:pt x="11107" y="33358"/>
                      <a:pt x="11111" y="33380"/>
                    </a:cubicBezTo>
                    <a:cubicBezTo>
                      <a:pt x="11136" y="33654"/>
                      <a:pt x="11177" y="33919"/>
                      <a:pt x="11210" y="34192"/>
                    </a:cubicBezTo>
                    <a:cubicBezTo>
                      <a:pt x="11244" y="34449"/>
                      <a:pt x="11277" y="34706"/>
                      <a:pt x="11310" y="34963"/>
                    </a:cubicBezTo>
                    <a:cubicBezTo>
                      <a:pt x="11335" y="35112"/>
                      <a:pt x="11360" y="35261"/>
                      <a:pt x="11384" y="35410"/>
                    </a:cubicBezTo>
                    <a:cubicBezTo>
                      <a:pt x="11409" y="35394"/>
                      <a:pt x="11426" y="35377"/>
                      <a:pt x="11451" y="35352"/>
                    </a:cubicBezTo>
                    <a:cubicBezTo>
                      <a:pt x="11542" y="35269"/>
                      <a:pt x="11625" y="35170"/>
                      <a:pt x="11699" y="35062"/>
                    </a:cubicBezTo>
                    <a:cubicBezTo>
                      <a:pt x="11815" y="34872"/>
                      <a:pt x="11898" y="34648"/>
                      <a:pt x="11915" y="34416"/>
                    </a:cubicBezTo>
                    <a:lnTo>
                      <a:pt x="11915" y="34416"/>
                    </a:lnTo>
                    <a:cubicBezTo>
                      <a:pt x="11848" y="34515"/>
                      <a:pt x="11782" y="34615"/>
                      <a:pt x="11708" y="34698"/>
                    </a:cubicBezTo>
                    <a:cubicBezTo>
                      <a:pt x="11695" y="34710"/>
                      <a:pt x="11678" y="34716"/>
                      <a:pt x="11662" y="34716"/>
                    </a:cubicBezTo>
                    <a:cubicBezTo>
                      <a:pt x="11625" y="34716"/>
                      <a:pt x="11591" y="34688"/>
                      <a:pt x="11608" y="34648"/>
                    </a:cubicBezTo>
                    <a:cubicBezTo>
                      <a:pt x="11749" y="34325"/>
                      <a:pt x="11931" y="34026"/>
                      <a:pt x="12072" y="33712"/>
                    </a:cubicBezTo>
                    <a:cubicBezTo>
                      <a:pt x="12147" y="33554"/>
                      <a:pt x="12213" y="33397"/>
                      <a:pt x="12271" y="33231"/>
                    </a:cubicBezTo>
                    <a:lnTo>
                      <a:pt x="12271" y="33231"/>
                    </a:lnTo>
                    <a:cubicBezTo>
                      <a:pt x="12089" y="33422"/>
                      <a:pt x="11890" y="33587"/>
                      <a:pt x="11683" y="33761"/>
                    </a:cubicBezTo>
                    <a:cubicBezTo>
                      <a:pt x="11673" y="33771"/>
                      <a:pt x="11662" y="33776"/>
                      <a:pt x="11651" y="33776"/>
                    </a:cubicBezTo>
                    <a:cubicBezTo>
                      <a:pt x="11611" y="33776"/>
                      <a:pt x="11577" y="33710"/>
                      <a:pt x="11616" y="33670"/>
                    </a:cubicBezTo>
                    <a:cubicBezTo>
                      <a:pt x="11848" y="33447"/>
                      <a:pt x="12089" y="33215"/>
                      <a:pt x="12288" y="32966"/>
                    </a:cubicBezTo>
                    <a:cubicBezTo>
                      <a:pt x="12627" y="32535"/>
                      <a:pt x="12826" y="32021"/>
                      <a:pt x="12917" y="31483"/>
                    </a:cubicBezTo>
                    <a:cubicBezTo>
                      <a:pt x="12967" y="31218"/>
                      <a:pt x="12984" y="30944"/>
                      <a:pt x="12992" y="30679"/>
                    </a:cubicBezTo>
                    <a:cubicBezTo>
                      <a:pt x="12959" y="30257"/>
                      <a:pt x="12975" y="29834"/>
                      <a:pt x="12942" y="29411"/>
                    </a:cubicBezTo>
                    <a:cubicBezTo>
                      <a:pt x="12917" y="29113"/>
                      <a:pt x="12876" y="28815"/>
                      <a:pt x="12818" y="28517"/>
                    </a:cubicBezTo>
                    <a:cubicBezTo>
                      <a:pt x="12768" y="28218"/>
                      <a:pt x="12685" y="27912"/>
                      <a:pt x="12685" y="27605"/>
                    </a:cubicBezTo>
                    <a:cubicBezTo>
                      <a:pt x="12685" y="27583"/>
                      <a:pt x="12706" y="27573"/>
                      <a:pt x="12728" y="27573"/>
                    </a:cubicBezTo>
                    <a:cubicBezTo>
                      <a:pt x="12748" y="27573"/>
                      <a:pt x="12769" y="27581"/>
                      <a:pt x="12776" y="27597"/>
                    </a:cubicBezTo>
                    <a:cubicBezTo>
                      <a:pt x="12843" y="27738"/>
                      <a:pt x="12884" y="27895"/>
                      <a:pt x="12917" y="28044"/>
                    </a:cubicBezTo>
                    <a:cubicBezTo>
                      <a:pt x="12959" y="28194"/>
                      <a:pt x="12992" y="28343"/>
                      <a:pt x="13017" y="28492"/>
                    </a:cubicBezTo>
                    <a:cubicBezTo>
                      <a:pt x="13075" y="28782"/>
                      <a:pt x="13116" y="29088"/>
                      <a:pt x="13133" y="29387"/>
                    </a:cubicBezTo>
                    <a:cubicBezTo>
                      <a:pt x="13141" y="29469"/>
                      <a:pt x="13141" y="29552"/>
                      <a:pt x="13141" y="29635"/>
                    </a:cubicBezTo>
                    <a:cubicBezTo>
                      <a:pt x="13149" y="29643"/>
                      <a:pt x="13158" y="29660"/>
                      <a:pt x="13166" y="29677"/>
                    </a:cubicBezTo>
                    <a:cubicBezTo>
                      <a:pt x="13199" y="29884"/>
                      <a:pt x="13207" y="30091"/>
                      <a:pt x="13216" y="30306"/>
                    </a:cubicBezTo>
                    <a:cubicBezTo>
                      <a:pt x="13249" y="30505"/>
                      <a:pt x="13282" y="30704"/>
                      <a:pt x="13307" y="30903"/>
                    </a:cubicBezTo>
                    <a:cubicBezTo>
                      <a:pt x="13373" y="31458"/>
                      <a:pt x="13406" y="32030"/>
                      <a:pt x="13348" y="32585"/>
                    </a:cubicBezTo>
                    <a:cubicBezTo>
                      <a:pt x="13348" y="32593"/>
                      <a:pt x="13348" y="32593"/>
                      <a:pt x="13348" y="32593"/>
                    </a:cubicBezTo>
                    <a:cubicBezTo>
                      <a:pt x="13315" y="32867"/>
                      <a:pt x="13232" y="33132"/>
                      <a:pt x="13216" y="33405"/>
                    </a:cubicBezTo>
                    <a:cubicBezTo>
                      <a:pt x="13191" y="33687"/>
                      <a:pt x="13323" y="33910"/>
                      <a:pt x="13447" y="34151"/>
                    </a:cubicBezTo>
                    <a:cubicBezTo>
                      <a:pt x="13464" y="34192"/>
                      <a:pt x="13439" y="34234"/>
                      <a:pt x="13406" y="34250"/>
                    </a:cubicBezTo>
                    <a:cubicBezTo>
                      <a:pt x="13497" y="34325"/>
                      <a:pt x="13588" y="34399"/>
                      <a:pt x="13671" y="34482"/>
                    </a:cubicBezTo>
                    <a:cubicBezTo>
                      <a:pt x="13804" y="34615"/>
                      <a:pt x="13878" y="34789"/>
                      <a:pt x="13945" y="34963"/>
                    </a:cubicBezTo>
                    <a:cubicBezTo>
                      <a:pt x="14019" y="35145"/>
                      <a:pt x="14077" y="35336"/>
                      <a:pt x="14110" y="35526"/>
                    </a:cubicBezTo>
                    <a:cubicBezTo>
                      <a:pt x="14119" y="35592"/>
                      <a:pt x="14127" y="35650"/>
                      <a:pt x="14135" y="35708"/>
                    </a:cubicBezTo>
                    <a:cubicBezTo>
                      <a:pt x="14201" y="35841"/>
                      <a:pt x="14235" y="35982"/>
                      <a:pt x="14259" y="36131"/>
                    </a:cubicBezTo>
                    <a:cubicBezTo>
                      <a:pt x="14276" y="36322"/>
                      <a:pt x="14293" y="36504"/>
                      <a:pt x="14351" y="36686"/>
                    </a:cubicBezTo>
                    <a:cubicBezTo>
                      <a:pt x="14409" y="36868"/>
                      <a:pt x="14516" y="36993"/>
                      <a:pt x="14682" y="37092"/>
                    </a:cubicBezTo>
                    <a:cubicBezTo>
                      <a:pt x="14765" y="37142"/>
                      <a:pt x="14848" y="37183"/>
                      <a:pt x="14931" y="37225"/>
                    </a:cubicBezTo>
                    <a:cubicBezTo>
                      <a:pt x="14997" y="37250"/>
                      <a:pt x="15063" y="37266"/>
                      <a:pt x="15113" y="37308"/>
                    </a:cubicBezTo>
                    <a:cubicBezTo>
                      <a:pt x="15287" y="37341"/>
                      <a:pt x="15469" y="37390"/>
                      <a:pt x="15643" y="37448"/>
                    </a:cubicBezTo>
                    <a:cubicBezTo>
                      <a:pt x="15734" y="37482"/>
                      <a:pt x="15817" y="37523"/>
                      <a:pt x="15892" y="37573"/>
                    </a:cubicBezTo>
                    <a:cubicBezTo>
                      <a:pt x="15975" y="37622"/>
                      <a:pt x="16049" y="37689"/>
                      <a:pt x="16132" y="37714"/>
                    </a:cubicBezTo>
                    <a:cubicBezTo>
                      <a:pt x="16179" y="37729"/>
                      <a:pt x="16227" y="37735"/>
                      <a:pt x="16276" y="37735"/>
                    </a:cubicBezTo>
                    <a:cubicBezTo>
                      <a:pt x="16304" y="37735"/>
                      <a:pt x="16334" y="37733"/>
                      <a:pt x="16364" y="37730"/>
                    </a:cubicBezTo>
                    <a:cubicBezTo>
                      <a:pt x="16389" y="37697"/>
                      <a:pt x="16430" y="37672"/>
                      <a:pt x="16472" y="37647"/>
                    </a:cubicBezTo>
                    <a:cubicBezTo>
                      <a:pt x="16521" y="37614"/>
                      <a:pt x="16579" y="37581"/>
                      <a:pt x="16629" y="37540"/>
                    </a:cubicBezTo>
                    <a:cubicBezTo>
                      <a:pt x="16662" y="37515"/>
                      <a:pt x="16712" y="37490"/>
                      <a:pt x="16737" y="37448"/>
                    </a:cubicBezTo>
                    <a:lnTo>
                      <a:pt x="16729" y="37440"/>
                    </a:lnTo>
                    <a:cubicBezTo>
                      <a:pt x="16704" y="37415"/>
                      <a:pt x="16679" y="37399"/>
                      <a:pt x="16654" y="37382"/>
                    </a:cubicBezTo>
                    <a:cubicBezTo>
                      <a:pt x="16555" y="37291"/>
                      <a:pt x="16455" y="37200"/>
                      <a:pt x="16364" y="37100"/>
                    </a:cubicBezTo>
                    <a:cubicBezTo>
                      <a:pt x="16281" y="37001"/>
                      <a:pt x="16198" y="36902"/>
                      <a:pt x="16115" y="36794"/>
                    </a:cubicBezTo>
                    <a:cubicBezTo>
                      <a:pt x="16089" y="36755"/>
                      <a:pt x="16124" y="36696"/>
                      <a:pt x="16165" y="36696"/>
                    </a:cubicBezTo>
                    <a:cubicBezTo>
                      <a:pt x="16176" y="36696"/>
                      <a:pt x="16187" y="36700"/>
                      <a:pt x="16198" y="36711"/>
                    </a:cubicBezTo>
                    <a:cubicBezTo>
                      <a:pt x="16314" y="36819"/>
                      <a:pt x="16439" y="36926"/>
                      <a:pt x="16555" y="37026"/>
                    </a:cubicBezTo>
                    <a:cubicBezTo>
                      <a:pt x="16613" y="37076"/>
                      <a:pt x="16671" y="37134"/>
                      <a:pt x="16737" y="37175"/>
                    </a:cubicBezTo>
                    <a:cubicBezTo>
                      <a:pt x="16795" y="37225"/>
                      <a:pt x="16861" y="37266"/>
                      <a:pt x="16903" y="37324"/>
                    </a:cubicBezTo>
                    <a:cubicBezTo>
                      <a:pt x="16911" y="37332"/>
                      <a:pt x="16919" y="37349"/>
                      <a:pt x="16927" y="37357"/>
                    </a:cubicBezTo>
                    <a:cubicBezTo>
                      <a:pt x="16936" y="37341"/>
                      <a:pt x="16952" y="37324"/>
                      <a:pt x="16969" y="37308"/>
                    </a:cubicBezTo>
                    <a:cubicBezTo>
                      <a:pt x="16977" y="37283"/>
                      <a:pt x="16985" y="37266"/>
                      <a:pt x="17002" y="37241"/>
                    </a:cubicBezTo>
                    <a:cubicBezTo>
                      <a:pt x="17035" y="37175"/>
                      <a:pt x="17068" y="37100"/>
                      <a:pt x="17068" y="37018"/>
                    </a:cubicBezTo>
                    <a:cubicBezTo>
                      <a:pt x="17060" y="36935"/>
                      <a:pt x="17002" y="36877"/>
                      <a:pt x="16936" y="36827"/>
                    </a:cubicBezTo>
                    <a:cubicBezTo>
                      <a:pt x="16861" y="36769"/>
                      <a:pt x="16770" y="36719"/>
                      <a:pt x="16695" y="36661"/>
                    </a:cubicBezTo>
                    <a:cubicBezTo>
                      <a:pt x="16604" y="36595"/>
                      <a:pt x="16521" y="36529"/>
                      <a:pt x="16430" y="36462"/>
                    </a:cubicBezTo>
                    <a:cubicBezTo>
                      <a:pt x="16387" y="36426"/>
                      <a:pt x="16419" y="36358"/>
                      <a:pt x="16467" y="36358"/>
                    </a:cubicBezTo>
                    <a:cubicBezTo>
                      <a:pt x="16474" y="36358"/>
                      <a:pt x="16481" y="36360"/>
                      <a:pt x="16488" y="36363"/>
                    </a:cubicBezTo>
                    <a:cubicBezTo>
                      <a:pt x="16604" y="36413"/>
                      <a:pt x="16712" y="36471"/>
                      <a:pt x="16828" y="36529"/>
                    </a:cubicBezTo>
                    <a:cubicBezTo>
                      <a:pt x="16894" y="36562"/>
                      <a:pt x="16969" y="36603"/>
                      <a:pt x="17035" y="36653"/>
                    </a:cubicBezTo>
                    <a:cubicBezTo>
                      <a:pt x="17035" y="36603"/>
                      <a:pt x="17027" y="36545"/>
                      <a:pt x="17019" y="36504"/>
                    </a:cubicBezTo>
                    <a:cubicBezTo>
                      <a:pt x="16985" y="36380"/>
                      <a:pt x="16861" y="36346"/>
                      <a:pt x="16753" y="36313"/>
                    </a:cubicBezTo>
                    <a:cubicBezTo>
                      <a:pt x="16596" y="36264"/>
                      <a:pt x="16430" y="36214"/>
                      <a:pt x="16281" y="36164"/>
                    </a:cubicBezTo>
                    <a:cubicBezTo>
                      <a:pt x="16265" y="36156"/>
                      <a:pt x="16248" y="36148"/>
                      <a:pt x="16240" y="36148"/>
                    </a:cubicBezTo>
                    <a:cubicBezTo>
                      <a:pt x="16214" y="36153"/>
                      <a:pt x="16189" y="36156"/>
                      <a:pt x="16163" y="36156"/>
                    </a:cubicBezTo>
                    <a:cubicBezTo>
                      <a:pt x="15976" y="36156"/>
                      <a:pt x="15802" y="36005"/>
                      <a:pt x="15693" y="35866"/>
                    </a:cubicBezTo>
                    <a:cubicBezTo>
                      <a:pt x="15535" y="35650"/>
                      <a:pt x="15461" y="35385"/>
                      <a:pt x="15395" y="35137"/>
                    </a:cubicBezTo>
                    <a:cubicBezTo>
                      <a:pt x="15312" y="34855"/>
                      <a:pt x="15237" y="34582"/>
                      <a:pt x="15163" y="34300"/>
                    </a:cubicBezTo>
                    <a:cubicBezTo>
                      <a:pt x="15121" y="34167"/>
                      <a:pt x="15088" y="34026"/>
                      <a:pt x="15055" y="33894"/>
                    </a:cubicBezTo>
                    <a:cubicBezTo>
                      <a:pt x="15047" y="33886"/>
                      <a:pt x="15047" y="33869"/>
                      <a:pt x="15047" y="33852"/>
                    </a:cubicBezTo>
                    <a:cubicBezTo>
                      <a:pt x="15038" y="33894"/>
                      <a:pt x="15038" y="33935"/>
                      <a:pt x="15038" y="33977"/>
                    </a:cubicBezTo>
                    <a:cubicBezTo>
                      <a:pt x="15038" y="33997"/>
                      <a:pt x="15022" y="34008"/>
                      <a:pt x="15004" y="34008"/>
                    </a:cubicBezTo>
                    <a:cubicBezTo>
                      <a:pt x="14987" y="34008"/>
                      <a:pt x="14968" y="33997"/>
                      <a:pt x="14964" y="33977"/>
                    </a:cubicBezTo>
                    <a:cubicBezTo>
                      <a:pt x="14955" y="33819"/>
                      <a:pt x="14939" y="33670"/>
                      <a:pt x="14931" y="33513"/>
                    </a:cubicBezTo>
                    <a:cubicBezTo>
                      <a:pt x="14931" y="33413"/>
                      <a:pt x="14931" y="33322"/>
                      <a:pt x="14931" y="33231"/>
                    </a:cubicBezTo>
                    <a:cubicBezTo>
                      <a:pt x="14931" y="33181"/>
                      <a:pt x="14931" y="33132"/>
                      <a:pt x="14939" y="33082"/>
                    </a:cubicBezTo>
                    <a:cubicBezTo>
                      <a:pt x="14939" y="32784"/>
                      <a:pt x="14955" y="32485"/>
                      <a:pt x="14980" y="32187"/>
                    </a:cubicBezTo>
                    <a:cubicBezTo>
                      <a:pt x="14997" y="31889"/>
                      <a:pt x="15030" y="31591"/>
                      <a:pt x="15063" y="31292"/>
                    </a:cubicBezTo>
                    <a:cubicBezTo>
                      <a:pt x="15080" y="31185"/>
                      <a:pt x="15096" y="31077"/>
                      <a:pt x="15113" y="30969"/>
                    </a:cubicBezTo>
                    <a:cubicBezTo>
                      <a:pt x="15096" y="30961"/>
                      <a:pt x="15080" y="30953"/>
                      <a:pt x="15080" y="30928"/>
                    </a:cubicBezTo>
                    <a:cubicBezTo>
                      <a:pt x="15129" y="30729"/>
                      <a:pt x="15163" y="30522"/>
                      <a:pt x="15212" y="30323"/>
                    </a:cubicBezTo>
                    <a:cubicBezTo>
                      <a:pt x="15254" y="30132"/>
                      <a:pt x="15312" y="29950"/>
                      <a:pt x="15361" y="29759"/>
                    </a:cubicBezTo>
                    <a:cubicBezTo>
                      <a:pt x="15535" y="29105"/>
                      <a:pt x="15718" y="28450"/>
                      <a:pt x="15867" y="27788"/>
                    </a:cubicBezTo>
                    <a:cubicBezTo>
                      <a:pt x="15941" y="27456"/>
                      <a:pt x="16008" y="27125"/>
                      <a:pt x="16049" y="26793"/>
                    </a:cubicBezTo>
                    <a:cubicBezTo>
                      <a:pt x="16074" y="26652"/>
                      <a:pt x="16091" y="26512"/>
                      <a:pt x="16107" y="26362"/>
                    </a:cubicBezTo>
                    <a:cubicBezTo>
                      <a:pt x="16107" y="26346"/>
                      <a:pt x="16107" y="26321"/>
                      <a:pt x="16107" y="26304"/>
                    </a:cubicBezTo>
                    <a:cubicBezTo>
                      <a:pt x="16115" y="26263"/>
                      <a:pt x="16115" y="26222"/>
                      <a:pt x="16124" y="26172"/>
                    </a:cubicBezTo>
                    <a:lnTo>
                      <a:pt x="16124" y="26172"/>
                    </a:lnTo>
                    <a:cubicBezTo>
                      <a:pt x="16074" y="26296"/>
                      <a:pt x="16016" y="26429"/>
                      <a:pt x="15925" y="26520"/>
                    </a:cubicBezTo>
                    <a:cubicBezTo>
                      <a:pt x="15914" y="26531"/>
                      <a:pt x="15901" y="26535"/>
                      <a:pt x="15888" y="26535"/>
                    </a:cubicBezTo>
                    <a:cubicBezTo>
                      <a:pt x="15853" y="26535"/>
                      <a:pt x="15819" y="26501"/>
                      <a:pt x="15825" y="26470"/>
                    </a:cubicBezTo>
                    <a:cubicBezTo>
                      <a:pt x="15834" y="26338"/>
                      <a:pt x="15892" y="26205"/>
                      <a:pt x="15941" y="26081"/>
                    </a:cubicBezTo>
                    <a:cubicBezTo>
                      <a:pt x="15983" y="25956"/>
                      <a:pt x="16024" y="25832"/>
                      <a:pt x="16057" y="25700"/>
                    </a:cubicBezTo>
                    <a:cubicBezTo>
                      <a:pt x="16132" y="25443"/>
                      <a:pt x="16190" y="25169"/>
                      <a:pt x="16231" y="24904"/>
                    </a:cubicBezTo>
                    <a:cubicBezTo>
                      <a:pt x="16235" y="24867"/>
                      <a:pt x="16261" y="24850"/>
                      <a:pt x="16288" y="24850"/>
                    </a:cubicBezTo>
                    <a:cubicBezTo>
                      <a:pt x="16321" y="24850"/>
                      <a:pt x="16356" y="24875"/>
                      <a:pt x="16356" y="24921"/>
                    </a:cubicBezTo>
                    <a:cubicBezTo>
                      <a:pt x="16356" y="25037"/>
                      <a:pt x="16347" y="25153"/>
                      <a:pt x="16331" y="25269"/>
                    </a:cubicBezTo>
                    <a:cubicBezTo>
                      <a:pt x="16364" y="25194"/>
                      <a:pt x="16397" y="25111"/>
                      <a:pt x="16414" y="25037"/>
                    </a:cubicBezTo>
                    <a:cubicBezTo>
                      <a:pt x="16447" y="24921"/>
                      <a:pt x="16422" y="24796"/>
                      <a:pt x="16405" y="24680"/>
                    </a:cubicBezTo>
                    <a:cubicBezTo>
                      <a:pt x="16397" y="24622"/>
                      <a:pt x="16397" y="24556"/>
                      <a:pt x="16389" y="24498"/>
                    </a:cubicBezTo>
                    <a:cubicBezTo>
                      <a:pt x="16389" y="24448"/>
                      <a:pt x="16389" y="24374"/>
                      <a:pt x="16356" y="24341"/>
                    </a:cubicBezTo>
                    <a:cubicBezTo>
                      <a:pt x="16328" y="24313"/>
                      <a:pt x="16347" y="24261"/>
                      <a:pt x="16379" y="24261"/>
                    </a:cubicBezTo>
                    <a:cubicBezTo>
                      <a:pt x="16385" y="24261"/>
                      <a:pt x="16391" y="24262"/>
                      <a:pt x="16397" y="24266"/>
                    </a:cubicBezTo>
                    <a:cubicBezTo>
                      <a:pt x="16497" y="24316"/>
                      <a:pt x="16521" y="24415"/>
                      <a:pt x="16538" y="24515"/>
                    </a:cubicBezTo>
                    <a:cubicBezTo>
                      <a:pt x="16571" y="24448"/>
                      <a:pt x="16604" y="24374"/>
                      <a:pt x="16637" y="24308"/>
                    </a:cubicBezTo>
                    <a:cubicBezTo>
                      <a:pt x="16778" y="24051"/>
                      <a:pt x="16994" y="23852"/>
                      <a:pt x="17168" y="23628"/>
                    </a:cubicBezTo>
                    <a:cubicBezTo>
                      <a:pt x="17176" y="23620"/>
                      <a:pt x="17184" y="23612"/>
                      <a:pt x="17193" y="23603"/>
                    </a:cubicBezTo>
                    <a:cubicBezTo>
                      <a:pt x="17292" y="23396"/>
                      <a:pt x="17400" y="23189"/>
                      <a:pt x="17507" y="22990"/>
                    </a:cubicBezTo>
                    <a:cubicBezTo>
                      <a:pt x="17607" y="22692"/>
                      <a:pt x="17657" y="22369"/>
                      <a:pt x="17698" y="22054"/>
                    </a:cubicBezTo>
                    <a:cubicBezTo>
                      <a:pt x="17702" y="22036"/>
                      <a:pt x="17716" y="22027"/>
                      <a:pt x="17731" y="22027"/>
                    </a:cubicBezTo>
                    <a:cubicBezTo>
                      <a:pt x="17751" y="22027"/>
                      <a:pt x="17773" y="22042"/>
                      <a:pt x="17773" y="22071"/>
                    </a:cubicBezTo>
                    <a:cubicBezTo>
                      <a:pt x="17764" y="22194"/>
                      <a:pt x="17764" y="22318"/>
                      <a:pt x="17756" y="22442"/>
                    </a:cubicBezTo>
                    <a:lnTo>
                      <a:pt x="17756" y="22442"/>
                    </a:lnTo>
                    <a:cubicBezTo>
                      <a:pt x="17757" y="22434"/>
                      <a:pt x="17764" y="22426"/>
                      <a:pt x="17764" y="22419"/>
                    </a:cubicBezTo>
                    <a:cubicBezTo>
                      <a:pt x="17938" y="21963"/>
                      <a:pt x="18054" y="21457"/>
                      <a:pt x="18005" y="20969"/>
                    </a:cubicBezTo>
                    <a:cubicBezTo>
                      <a:pt x="18005" y="20941"/>
                      <a:pt x="18030" y="20924"/>
                      <a:pt x="18054" y="20924"/>
                    </a:cubicBezTo>
                    <a:cubicBezTo>
                      <a:pt x="18074" y="20924"/>
                      <a:pt x="18092" y="20935"/>
                      <a:pt x="18096" y="20960"/>
                    </a:cubicBezTo>
                    <a:cubicBezTo>
                      <a:pt x="18129" y="21149"/>
                      <a:pt x="18137" y="21347"/>
                      <a:pt x="18129" y="21536"/>
                    </a:cubicBezTo>
                    <a:lnTo>
                      <a:pt x="18129" y="21536"/>
                    </a:lnTo>
                    <a:cubicBezTo>
                      <a:pt x="18130" y="21521"/>
                      <a:pt x="18137" y="21505"/>
                      <a:pt x="18137" y="21482"/>
                    </a:cubicBezTo>
                    <a:cubicBezTo>
                      <a:pt x="18154" y="21391"/>
                      <a:pt x="18170" y="21292"/>
                      <a:pt x="18179" y="21192"/>
                    </a:cubicBezTo>
                    <a:cubicBezTo>
                      <a:pt x="18162" y="21184"/>
                      <a:pt x="18145" y="21167"/>
                      <a:pt x="18145" y="21143"/>
                    </a:cubicBezTo>
                    <a:cubicBezTo>
                      <a:pt x="18137" y="21068"/>
                      <a:pt x="18154" y="20985"/>
                      <a:pt x="18162" y="20911"/>
                    </a:cubicBezTo>
                    <a:cubicBezTo>
                      <a:pt x="18170" y="20853"/>
                      <a:pt x="18179" y="20786"/>
                      <a:pt x="18187" y="20728"/>
                    </a:cubicBezTo>
                    <a:cubicBezTo>
                      <a:pt x="18179" y="20596"/>
                      <a:pt x="18162" y="20471"/>
                      <a:pt x="18145" y="20347"/>
                    </a:cubicBezTo>
                    <a:cubicBezTo>
                      <a:pt x="18112" y="20140"/>
                      <a:pt x="18096" y="19933"/>
                      <a:pt x="18071" y="19726"/>
                    </a:cubicBezTo>
                    <a:cubicBezTo>
                      <a:pt x="18066" y="19701"/>
                      <a:pt x="18091" y="19682"/>
                      <a:pt x="18114" y="19682"/>
                    </a:cubicBezTo>
                    <a:cubicBezTo>
                      <a:pt x="18129" y="19682"/>
                      <a:pt x="18142" y="19690"/>
                      <a:pt x="18145" y="19709"/>
                    </a:cubicBezTo>
                    <a:cubicBezTo>
                      <a:pt x="18187" y="19825"/>
                      <a:pt x="18220" y="19949"/>
                      <a:pt x="18245" y="20065"/>
                    </a:cubicBezTo>
                    <a:cubicBezTo>
                      <a:pt x="18253" y="19983"/>
                      <a:pt x="18253" y="19900"/>
                      <a:pt x="18261" y="19825"/>
                    </a:cubicBezTo>
                    <a:cubicBezTo>
                      <a:pt x="18261" y="19784"/>
                      <a:pt x="18261" y="19742"/>
                      <a:pt x="18261" y="19709"/>
                    </a:cubicBezTo>
                    <a:lnTo>
                      <a:pt x="18253" y="19701"/>
                    </a:lnTo>
                    <a:cubicBezTo>
                      <a:pt x="18253" y="19585"/>
                      <a:pt x="18253" y="19469"/>
                      <a:pt x="18212" y="19361"/>
                    </a:cubicBezTo>
                    <a:cubicBezTo>
                      <a:pt x="18179" y="19262"/>
                      <a:pt x="18121" y="19179"/>
                      <a:pt x="18046" y="19096"/>
                    </a:cubicBezTo>
                    <a:cubicBezTo>
                      <a:pt x="18021" y="19071"/>
                      <a:pt x="17996" y="19038"/>
                      <a:pt x="17971" y="19013"/>
                    </a:cubicBezTo>
                    <a:cubicBezTo>
                      <a:pt x="17880" y="18905"/>
                      <a:pt x="17797" y="18798"/>
                      <a:pt x="17715" y="18682"/>
                    </a:cubicBezTo>
                    <a:cubicBezTo>
                      <a:pt x="17532" y="18450"/>
                      <a:pt x="17383" y="18201"/>
                      <a:pt x="17242" y="17944"/>
                    </a:cubicBezTo>
                    <a:cubicBezTo>
                      <a:pt x="17224" y="17903"/>
                      <a:pt x="17262" y="17870"/>
                      <a:pt x="17297" y="17870"/>
                    </a:cubicBezTo>
                    <a:cubicBezTo>
                      <a:pt x="17311" y="17870"/>
                      <a:pt x="17324" y="17875"/>
                      <a:pt x="17333" y="17886"/>
                    </a:cubicBezTo>
                    <a:cubicBezTo>
                      <a:pt x="17466" y="18085"/>
                      <a:pt x="17615" y="18284"/>
                      <a:pt x="17773" y="18466"/>
                    </a:cubicBezTo>
                    <a:cubicBezTo>
                      <a:pt x="17814" y="18516"/>
                      <a:pt x="17855" y="18566"/>
                      <a:pt x="17897" y="18615"/>
                    </a:cubicBezTo>
                    <a:cubicBezTo>
                      <a:pt x="17922" y="18640"/>
                      <a:pt x="17938" y="18657"/>
                      <a:pt x="17963" y="18682"/>
                    </a:cubicBezTo>
                    <a:cubicBezTo>
                      <a:pt x="17963" y="18640"/>
                      <a:pt x="17955" y="18599"/>
                      <a:pt x="17955" y="18558"/>
                    </a:cubicBezTo>
                    <a:cubicBezTo>
                      <a:pt x="17938" y="18384"/>
                      <a:pt x="17930" y="18201"/>
                      <a:pt x="17930" y="18019"/>
                    </a:cubicBezTo>
                    <a:cubicBezTo>
                      <a:pt x="17930" y="17837"/>
                      <a:pt x="17938" y="17646"/>
                      <a:pt x="17938" y="17456"/>
                    </a:cubicBezTo>
                    <a:cubicBezTo>
                      <a:pt x="17938" y="17273"/>
                      <a:pt x="17963" y="17091"/>
                      <a:pt x="17971" y="16909"/>
                    </a:cubicBezTo>
                    <a:cubicBezTo>
                      <a:pt x="17971" y="16900"/>
                      <a:pt x="17971" y="16892"/>
                      <a:pt x="17980" y="16884"/>
                    </a:cubicBezTo>
                    <a:cubicBezTo>
                      <a:pt x="17996" y="16726"/>
                      <a:pt x="18013" y="16577"/>
                      <a:pt x="18029" y="16420"/>
                    </a:cubicBezTo>
                    <a:cubicBezTo>
                      <a:pt x="18071" y="16064"/>
                      <a:pt x="18121" y="15699"/>
                      <a:pt x="18005" y="15351"/>
                    </a:cubicBezTo>
                    <a:cubicBezTo>
                      <a:pt x="17994" y="15308"/>
                      <a:pt x="18028" y="15276"/>
                      <a:pt x="18062" y="15276"/>
                    </a:cubicBezTo>
                    <a:cubicBezTo>
                      <a:pt x="18081" y="15276"/>
                      <a:pt x="18100" y="15286"/>
                      <a:pt x="18112" y="15310"/>
                    </a:cubicBezTo>
                    <a:cubicBezTo>
                      <a:pt x="18145" y="15392"/>
                      <a:pt x="18179" y="15467"/>
                      <a:pt x="18203" y="15550"/>
                    </a:cubicBezTo>
                    <a:cubicBezTo>
                      <a:pt x="18203" y="15500"/>
                      <a:pt x="18203" y="15459"/>
                      <a:pt x="18203" y="15409"/>
                    </a:cubicBezTo>
                    <a:cubicBezTo>
                      <a:pt x="18203" y="15334"/>
                      <a:pt x="18195" y="15260"/>
                      <a:pt x="18187" y="15185"/>
                    </a:cubicBezTo>
                    <a:cubicBezTo>
                      <a:pt x="18170" y="15020"/>
                      <a:pt x="18154" y="14854"/>
                      <a:pt x="18129" y="14696"/>
                    </a:cubicBezTo>
                    <a:cubicBezTo>
                      <a:pt x="18104" y="14564"/>
                      <a:pt x="18063" y="14415"/>
                      <a:pt x="17947" y="14324"/>
                    </a:cubicBezTo>
                    <a:cubicBezTo>
                      <a:pt x="17912" y="14296"/>
                      <a:pt x="17941" y="14251"/>
                      <a:pt x="17980" y="14251"/>
                    </a:cubicBezTo>
                    <a:cubicBezTo>
                      <a:pt x="17988" y="14251"/>
                      <a:pt x="17996" y="14253"/>
                      <a:pt x="18005" y="14257"/>
                    </a:cubicBezTo>
                    <a:cubicBezTo>
                      <a:pt x="18038" y="14282"/>
                      <a:pt x="18071" y="14307"/>
                      <a:pt x="18104" y="14340"/>
                    </a:cubicBezTo>
                    <a:cubicBezTo>
                      <a:pt x="18096" y="14299"/>
                      <a:pt x="18087" y="14266"/>
                      <a:pt x="18071" y="14224"/>
                    </a:cubicBezTo>
                    <a:cubicBezTo>
                      <a:pt x="18038" y="14166"/>
                      <a:pt x="18005" y="14108"/>
                      <a:pt x="17963" y="14042"/>
                    </a:cubicBezTo>
                    <a:cubicBezTo>
                      <a:pt x="17897" y="13926"/>
                      <a:pt x="17822" y="13810"/>
                      <a:pt x="17748" y="13686"/>
                    </a:cubicBezTo>
                    <a:cubicBezTo>
                      <a:pt x="17748" y="13760"/>
                      <a:pt x="17731" y="13826"/>
                      <a:pt x="17690" y="13876"/>
                    </a:cubicBezTo>
                    <a:cubicBezTo>
                      <a:pt x="17682" y="13888"/>
                      <a:pt x="17667" y="13894"/>
                      <a:pt x="17653" y="13894"/>
                    </a:cubicBezTo>
                    <a:cubicBezTo>
                      <a:pt x="17636" y="13894"/>
                      <a:pt x="17620" y="13886"/>
                      <a:pt x="17615" y="13868"/>
                    </a:cubicBezTo>
                    <a:cubicBezTo>
                      <a:pt x="17599" y="13818"/>
                      <a:pt x="17599" y="13768"/>
                      <a:pt x="17599" y="13719"/>
                    </a:cubicBezTo>
                    <a:cubicBezTo>
                      <a:pt x="17590" y="13669"/>
                      <a:pt x="17582" y="13619"/>
                      <a:pt x="17574" y="13578"/>
                    </a:cubicBezTo>
                    <a:cubicBezTo>
                      <a:pt x="17557" y="13470"/>
                      <a:pt x="17516" y="13379"/>
                      <a:pt x="17483" y="13288"/>
                    </a:cubicBezTo>
                    <a:cubicBezTo>
                      <a:pt x="17400" y="13081"/>
                      <a:pt x="17300" y="12882"/>
                      <a:pt x="17209" y="12691"/>
                    </a:cubicBezTo>
                    <a:cubicBezTo>
                      <a:pt x="17209" y="12675"/>
                      <a:pt x="17209" y="12667"/>
                      <a:pt x="17209" y="12650"/>
                    </a:cubicBezTo>
                    <a:cubicBezTo>
                      <a:pt x="17176" y="12600"/>
                      <a:pt x="17135" y="12551"/>
                      <a:pt x="17093" y="12501"/>
                    </a:cubicBezTo>
                    <a:cubicBezTo>
                      <a:pt x="17074" y="12469"/>
                      <a:pt x="17100" y="12421"/>
                      <a:pt x="17131" y="12421"/>
                    </a:cubicBezTo>
                    <a:cubicBezTo>
                      <a:pt x="17141" y="12421"/>
                      <a:pt x="17150" y="12425"/>
                      <a:pt x="17159" y="12435"/>
                    </a:cubicBezTo>
                    <a:cubicBezTo>
                      <a:pt x="17234" y="12509"/>
                      <a:pt x="17317" y="12584"/>
                      <a:pt x="17383" y="12667"/>
                    </a:cubicBezTo>
                    <a:cubicBezTo>
                      <a:pt x="17375" y="12650"/>
                      <a:pt x="17367" y="12633"/>
                      <a:pt x="17358" y="12617"/>
                    </a:cubicBezTo>
                    <a:cubicBezTo>
                      <a:pt x="17333" y="12592"/>
                      <a:pt x="17300" y="12567"/>
                      <a:pt x="17275" y="12534"/>
                    </a:cubicBezTo>
                    <a:cubicBezTo>
                      <a:pt x="17184" y="12435"/>
                      <a:pt x="17118" y="12310"/>
                      <a:pt x="17068" y="12186"/>
                    </a:cubicBezTo>
                    <a:cubicBezTo>
                      <a:pt x="17052" y="12145"/>
                      <a:pt x="17035" y="12103"/>
                      <a:pt x="17019" y="12053"/>
                    </a:cubicBezTo>
                    <a:cubicBezTo>
                      <a:pt x="16977" y="11954"/>
                      <a:pt x="16944" y="11846"/>
                      <a:pt x="16911" y="11739"/>
                    </a:cubicBezTo>
                    <a:cubicBezTo>
                      <a:pt x="16903" y="11739"/>
                      <a:pt x="16894" y="11739"/>
                      <a:pt x="16886" y="11730"/>
                    </a:cubicBezTo>
                    <a:cubicBezTo>
                      <a:pt x="16845" y="11689"/>
                      <a:pt x="16820" y="11623"/>
                      <a:pt x="16803" y="11565"/>
                    </a:cubicBezTo>
                    <a:cubicBezTo>
                      <a:pt x="16794" y="11577"/>
                      <a:pt x="16780" y="11582"/>
                      <a:pt x="16767" y="11582"/>
                    </a:cubicBezTo>
                    <a:cubicBezTo>
                      <a:pt x="16744" y="11582"/>
                      <a:pt x="16720" y="11566"/>
                      <a:pt x="16720" y="11540"/>
                    </a:cubicBezTo>
                    <a:cubicBezTo>
                      <a:pt x="16712" y="11507"/>
                      <a:pt x="16712" y="11473"/>
                      <a:pt x="16712" y="11440"/>
                    </a:cubicBezTo>
                    <a:cubicBezTo>
                      <a:pt x="16712" y="11407"/>
                      <a:pt x="16704" y="11382"/>
                      <a:pt x="16704" y="11349"/>
                    </a:cubicBezTo>
                    <a:cubicBezTo>
                      <a:pt x="16704" y="11291"/>
                      <a:pt x="16704" y="11225"/>
                      <a:pt x="16704" y="11167"/>
                    </a:cubicBezTo>
                    <a:cubicBezTo>
                      <a:pt x="16695" y="11117"/>
                      <a:pt x="16695" y="11059"/>
                      <a:pt x="16687" y="11009"/>
                    </a:cubicBezTo>
                    <a:cubicBezTo>
                      <a:pt x="16679" y="10943"/>
                      <a:pt x="16671" y="10885"/>
                      <a:pt x="16662" y="10827"/>
                    </a:cubicBezTo>
                    <a:cubicBezTo>
                      <a:pt x="16646" y="10811"/>
                      <a:pt x="16646" y="10794"/>
                      <a:pt x="16654" y="10777"/>
                    </a:cubicBezTo>
                    <a:cubicBezTo>
                      <a:pt x="16646" y="10703"/>
                      <a:pt x="16646" y="10637"/>
                      <a:pt x="16637" y="10570"/>
                    </a:cubicBezTo>
                    <a:cubicBezTo>
                      <a:pt x="16633" y="10537"/>
                      <a:pt x="16660" y="10518"/>
                      <a:pt x="16686" y="10518"/>
                    </a:cubicBezTo>
                    <a:cubicBezTo>
                      <a:pt x="16706" y="10518"/>
                      <a:pt x="16725" y="10529"/>
                      <a:pt x="16729" y="10554"/>
                    </a:cubicBezTo>
                    <a:cubicBezTo>
                      <a:pt x="16745" y="10637"/>
                      <a:pt x="16762" y="10728"/>
                      <a:pt x="16778" y="10811"/>
                    </a:cubicBezTo>
                    <a:cubicBezTo>
                      <a:pt x="16778" y="10819"/>
                      <a:pt x="16787" y="10835"/>
                      <a:pt x="16787" y="10844"/>
                    </a:cubicBezTo>
                    <a:cubicBezTo>
                      <a:pt x="16811" y="10918"/>
                      <a:pt x="16828" y="11001"/>
                      <a:pt x="16836" y="11076"/>
                    </a:cubicBezTo>
                    <a:cubicBezTo>
                      <a:pt x="16836" y="11101"/>
                      <a:pt x="16836" y="11117"/>
                      <a:pt x="16845" y="11142"/>
                    </a:cubicBezTo>
                    <a:lnTo>
                      <a:pt x="16845" y="11150"/>
                    </a:lnTo>
                    <a:cubicBezTo>
                      <a:pt x="16845" y="11159"/>
                      <a:pt x="16853" y="11175"/>
                      <a:pt x="16853" y="11192"/>
                    </a:cubicBezTo>
                    <a:lnTo>
                      <a:pt x="16886" y="11192"/>
                    </a:lnTo>
                    <a:cubicBezTo>
                      <a:pt x="16886" y="11175"/>
                      <a:pt x="16878" y="11150"/>
                      <a:pt x="16878" y="11134"/>
                    </a:cubicBezTo>
                    <a:cubicBezTo>
                      <a:pt x="16878" y="11125"/>
                      <a:pt x="16878" y="11117"/>
                      <a:pt x="16878" y="11109"/>
                    </a:cubicBezTo>
                    <a:cubicBezTo>
                      <a:pt x="16853" y="10927"/>
                      <a:pt x="16820" y="10744"/>
                      <a:pt x="16770" y="10570"/>
                    </a:cubicBezTo>
                    <a:cubicBezTo>
                      <a:pt x="16770" y="10562"/>
                      <a:pt x="16770" y="10554"/>
                      <a:pt x="16778" y="10545"/>
                    </a:cubicBezTo>
                    <a:cubicBezTo>
                      <a:pt x="16753" y="10479"/>
                      <a:pt x="16729" y="10405"/>
                      <a:pt x="16704" y="10338"/>
                    </a:cubicBezTo>
                    <a:cubicBezTo>
                      <a:pt x="16687" y="10294"/>
                      <a:pt x="16726" y="10261"/>
                      <a:pt x="16763" y="10261"/>
                    </a:cubicBezTo>
                    <a:cubicBezTo>
                      <a:pt x="16782" y="10261"/>
                      <a:pt x="16800" y="10269"/>
                      <a:pt x="16811" y="10289"/>
                    </a:cubicBezTo>
                    <a:cubicBezTo>
                      <a:pt x="16811" y="10264"/>
                      <a:pt x="16834" y="10249"/>
                      <a:pt x="16859" y="10249"/>
                    </a:cubicBezTo>
                    <a:cubicBezTo>
                      <a:pt x="16868" y="10249"/>
                      <a:pt x="16877" y="10251"/>
                      <a:pt x="16886" y="10255"/>
                    </a:cubicBezTo>
                    <a:cubicBezTo>
                      <a:pt x="16878" y="10222"/>
                      <a:pt x="16869" y="10197"/>
                      <a:pt x="16853" y="10164"/>
                    </a:cubicBezTo>
                    <a:cubicBezTo>
                      <a:pt x="16803" y="9974"/>
                      <a:pt x="16737" y="9783"/>
                      <a:pt x="16679" y="9601"/>
                    </a:cubicBezTo>
                    <a:cubicBezTo>
                      <a:pt x="16664" y="9555"/>
                      <a:pt x="16697" y="9517"/>
                      <a:pt x="16734" y="9517"/>
                    </a:cubicBezTo>
                    <a:cubicBezTo>
                      <a:pt x="16738" y="9517"/>
                      <a:pt x="16742" y="9517"/>
                      <a:pt x="16745" y="9518"/>
                    </a:cubicBezTo>
                    <a:cubicBezTo>
                      <a:pt x="16704" y="9410"/>
                      <a:pt x="16646" y="9303"/>
                      <a:pt x="16579" y="9203"/>
                    </a:cubicBezTo>
                    <a:cubicBezTo>
                      <a:pt x="16405" y="8913"/>
                      <a:pt x="16173" y="8665"/>
                      <a:pt x="15958" y="8400"/>
                    </a:cubicBezTo>
                    <a:cubicBezTo>
                      <a:pt x="15950" y="8400"/>
                      <a:pt x="15950" y="8391"/>
                      <a:pt x="15950" y="8383"/>
                    </a:cubicBezTo>
                    <a:cubicBezTo>
                      <a:pt x="15941" y="8366"/>
                      <a:pt x="15933" y="8358"/>
                      <a:pt x="15933" y="8342"/>
                    </a:cubicBezTo>
                    <a:cubicBezTo>
                      <a:pt x="15933" y="8333"/>
                      <a:pt x="15925" y="8325"/>
                      <a:pt x="15917" y="8325"/>
                    </a:cubicBezTo>
                    <a:cubicBezTo>
                      <a:pt x="15892" y="8292"/>
                      <a:pt x="15867" y="8259"/>
                      <a:pt x="15842" y="8234"/>
                    </a:cubicBezTo>
                    <a:cubicBezTo>
                      <a:pt x="15842" y="8240"/>
                      <a:pt x="15837" y="8253"/>
                      <a:pt x="15826" y="8253"/>
                    </a:cubicBezTo>
                    <a:cubicBezTo>
                      <a:pt x="15823" y="8253"/>
                      <a:pt x="15820" y="8252"/>
                      <a:pt x="15817" y="8250"/>
                    </a:cubicBezTo>
                    <a:cubicBezTo>
                      <a:pt x="15801" y="8250"/>
                      <a:pt x="15792" y="8242"/>
                      <a:pt x="15801" y="8226"/>
                    </a:cubicBezTo>
                    <a:cubicBezTo>
                      <a:pt x="15801" y="8209"/>
                      <a:pt x="15801" y="8201"/>
                      <a:pt x="15801" y="8184"/>
                    </a:cubicBezTo>
                    <a:cubicBezTo>
                      <a:pt x="15776" y="8159"/>
                      <a:pt x="15759" y="8134"/>
                      <a:pt x="15734" y="8101"/>
                    </a:cubicBezTo>
                    <a:cubicBezTo>
                      <a:pt x="15718" y="8101"/>
                      <a:pt x="15718" y="8093"/>
                      <a:pt x="15709" y="8076"/>
                    </a:cubicBezTo>
                    <a:lnTo>
                      <a:pt x="15643" y="8002"/>
                    </a:lnTo>
                    <a:cubicBezTo>
                      <a:pt x="15560" y="7902"/>
                      <a:pt x="15436" y="7786"/>
                      <a:pt x="15403" y="7654"/>
                    </a:cubicBezTo>
                    <a:cubicBezTo>
                      <a:pt x="15396" y="7620"/>
                      <a:pt x="15428" y="7591"/>
                      <a:pt x="15458" y="7591"/>
                    </a:cubicBezTo>
                    <a:cubicBezTo>
                      <a:pt x="15465" y="7591"/>
                      <a:pt x="15471" y="7593"/>
                      <a:pt x="15477" y="7596"/>
                    </a:cubicBezTo>
                    <a:cubicBezTo>
                      <a:pt x="15602" y="7646"/>
                      <a:pt x="15701" y="7795"/>
                      <a:pt x="15784" y="7894"/>
                    </a:cubicBezTo>
                    <a:cubicBezTo>
                      <a:pt x="15792" y="7902"/>
                      <a:pt x="15792" y="7911"/>
                      <a:pt x="15801" y="7919"/>
                    </a:cubicBezTo>
                    <a:cubicBezTo>
                      <a:pt x="15784" y="7844"/>
                      <a:pt x="15759" y="7770"/>
                      <a:pt x="15726" y="7704"/>
                    </a:cubicBezTo>
                    <a:cubicBezTo>
                      <a:pt x="15685" y="7604"/>
                      <a:pt x="15627" y="7513"/>
                      <a:pt x="15569" y="7430"/>
                    </a:cubicBezTo>
                    <a:cubicBezTo>
                      <a:pt x="15519" y="7347"/>
                      <a:pt x="15436" y="7256"/>
                      <a:pt x="15444" y="7157"/>
                    </a:cubicBezTo>
                    <a:cubicBezTo>
                      <a:pt x="15444" y="7142"/>
                      <a:pt x="15457" y="7122"/>
                      <a:pt x="15476" y="7122"/>
                    </a:cubicBezTo>
                    <a:cubicBezTo>
                      <a:pt x="15479" y="7122"/>
                      <a:pt x="15482" y="7122"/>
                      <a:pt x="15486" y="7124"/>
                    </a:cubicBezTo>
                    <a:cubicBezTo>
                      <a:pt x="15535" y="7140"/>
                      <a:pt x="15577" y="7173"/>
                      <a:pt x="15610" y="7215"/>
                    </a:cubicBezTo>
                    <a:cubicBezTo>
                      <a:pt x="15602" y="7198"/>
                      <a:pt x="15602" y="7182"/>
                      <a:pt x="15593" y="7165"/>
                    </a:cubicBezTo>
                    <a:cubicBezTo>
                      <a:pt x="15544" y="6991"/>
                      <a:pt x="15477" y="6825"/>
                      <a:pt x="15411" y="6651"/>
                    </a:cubicBezTo>
                    <a:cubicBezTo>
                      <a:pt x="15395" y="6610"/>
                      <a:pt x="15378" y="6568"/>
                      <a:pt x="15361" y="6519"/>
                    </a:cubicBezTo>
                    <a:lnTo>
                      <a:pt x="15353" y="6510"/>
                    </a:lnTo>
                    <a:cubicBezTo>
                      <a:pt x="15320" y="6469"/>
                      <a:pt x="15270" y="6436"/>
                      <a:pt x="15245" y="6386"/>
                    </a:cubicBezTo>
                    <a:cubicBezTo>
                      <a:pt x="15216" y="6350"/>
                      <a:pt x="15245" y="6300"/>
                      <a:pt x="15286" y="6300"/>
                    </a:cubicBezTo>
                    <a:cubicBezTo>
                      <a:pt x="15292" y="6300"/>
                      <a:pt x="15297" y="6301"/>
                      <a:pt x="15303" y="6303"/>
                    </a:cubicBezTo>
                    <a:cubicBezTo>
                      <a:pt x="15312" y="6312"/>
                      <a:pt x="15312" y="6312"/>
                      <a:pt x="15320" y="6312"/>
                    </a:cubicBezTo>
                    <a:cubicBezTo>
                      <a:pt x="15312" y="6278"/>
                      <a:pt x="15312" y="6245"/>
                      <a:pt x="15303" y="6204"/>
                    </a:cubicBezTo>
                    <a:cubicBezTo>
                      <a:pt x="15287" y="6196"/>
                      <a:pt x="15279" y="6179"/>
                      <a:pt x="15279" y="6154"/>
                    </a:cubicBezTo>
                    <a:cubicBezTo>
                      <a:pt x="15279" y="6055"/>
                      <a:pt x="15279" y="5955"/>
                      <a:pt x="15279" y="5856"/>
                    </a:cubicBezTo>
                    <a:cubicBezTo>
                      <a:pt x="15270" y="5814"/>
                      <a:pt x="15262" y="5773"/>
                      <a:pt x="15245" y="5732"/>
                    </a:cubicBezTo>
                    <a:cubicBezTo>
                      <a:pt x="15237" y="5707"/>
                      <a:pt x="15270" y="5698"/>
                      <a:pt x="15287" y="5698"/>
                    </a:cubicBezTo>
                    <a:cubicBezTo>
                      <a:pt x="15287" y="5549"/>
                      <a:pt x="15287" y="5400"/>
                      <a:pt x="15270" y="5259"/>
                    </a:cubicBezTo>
                    <a:cubicBezTo>
                      <a:pt x="15245" y="4961"/>
                      <a:pt x="15212" y="4679"/>
                      <a:pt x="15146" y="4389"/>
                    </a:cubicBezTo>
                    <a:cubicBezTo>
                      <a:pt x="15080" y="4108"/>
                      <a:pt x="14989" y="3826"/>
                      <a:pt x="14873" y="3553"/>
                    </a:cubicBezTo>
                    <a:cubicBezTo>
                      <a:pt x="14815" y="3420"/>
                      <a:pt x="14757" y="3287"/>
                      <a:pt x="14690" y="3163"/>
                    </a:cubicBezTo>
                    <a:cubicBezTo>
                      <a:pt x="14624" y="3039"/>
                      <a:pt x="14541" y="2915"/>
                      <a:pt x="14500" y="2774"/>
                    </a:cubicBezTo>
                    <a:lnTo>
                      <a:pt x="14500" y="2782"/>
                    </a:lnTo>
                    <a:cubicBezTo>
                      <a:pt x="14500" y="2815"/>
                      <a:pt x="14483" y="2832"/>
                      <a:pt x="14458" y="2840"/>
                    </a:cubicBezTo>
                    <a:cubicBezTo>
                      <a:pt x="14450" y="2843"/>
                      <a:pt x="14441" y="2845"/>
                      <a:pt x="14432" y="2845"/>
                    </a:cubicBezTo>
                    <a:cubicBezTo>
                      <a:pt x="14414" y="2845"/>
                      <a:pt x="14398" y="2837"/>
                      <a:pt x="14392" y="2815"/>
                    </a:cubicBezTo>
                    <a:cubicBezTo>
                      <a:pt x="14259" y="2492"/>
                      <a:pt x="14127" y="2169"/>
                      <a:pt x="13994" y="1846"/>
                    </a:cubicBezTo>
                    <a:cubicBezTo>
                      <a:pt x="13754" y="1291"/>
                      <a:pt x="13530" y="727"/>
                      <a:pt x="13273" y="172"/>
                    </a:cubicBezTo>
                    <a:cubicBezTo>
                      <a:pt x="13227" y="78"/>
                      <a:pt x="13169" y="1"/>
                      <a:pt x="130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1" name="Google Shape;2891;p5"/>
              <p:cNvSpPr/>
              <p:nvPr/>
            </p:nvSpPr>
            <p:spPr>
              <a:xfrm>
                <a:off x="2678200" y="4609150"/>
                <a:ext cx="7350" cy="22675"/>
              </a:xfrm>
              <a:custGeom>
                <a:rect b="b" l="l" r="r" t="t"/>
                <a:pathLst>
                  <a:path extrusionOk="0" h="907" w="294">
                    <a:moveTo>
                      <a:pt x="231" y="0"/>
                    </a:moveTo>
                    <a:cubicBezTo>
                      <a:pt x="218" y="0"/>
                      <a:pt x="206" y="6"/>
                      <a:pt x="199" y="21"/>
                    </a:cubicBezTo>
                    <a:cubicBezTo>
                      <a:pt x="116" y="145"/>
                      <a:pt x="58" y="286"/>
                      <a:pt x="25" y="435"/>
                    </a:cubicBezTo>
                    <a:cubicBezTo>
                      <a:pt x="8" y="501"/>
                      <a:pt x="0" y="576"/>
                      <a:pt x="0" y="651"/>
                    </a:cubicBezTo>
                    <a:cubicBezTo>
                      <a:pt x="0" y="725"/>
                      <a:pt x="17" y="808"/>
                      <a:pt x="42" y="883"/>
                    </a:cubicBezTo>
                    <a:cubicBezTo>
                      <a:pt x="48" y="899"/>
                      <a:pt x="63" y="907"/>
                      <a:pt x="78" y="907"/>
                    </a:cubicBezTo>
                    <a:cubicBezTo>
                      <a:pt x="101" y="907"/>
                      <a:pt x="124" y="891"/>
                      <a:pt x="124" y="866"/>
                    </a:cubicBezTo>
                    <a:cubicBezTo>
                      <a:pt x="133" y="800"/>
                      <a:pt x="149" y="733"/>
                      <a:pt x="158" y="667"/>
                    </a:cubicBezTo>
                    <a:cubicBezTo>
                      <a:pt x="158" y="601"/>
                      <a:pt x="166" y="526"/>
                      <a:pt x="174" y="460"/>
                    </a:cubicBezTo>
                    <a:cubicBezTo>
                      <a:pt x="191" y="327"/>
                      <a:pt x="224" y="187"/>
                      <a:pt x="282" y="62"/>
                    </a:cubicBezTo>
                    <a:cubicBezTo>
                      <a:pt x="293" y="33"/>
                      <a:pt x="260" y="0"/>
                      <a:pt x="2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2" name="Google Shape;2892;p5"/>
              <p:cNvSpPr/>
              <p:nvPr/>
            </p:nvSpPr>
            <p:spPr>
              <a:xfrm>
                <a:off x="2684400" y="4630100"/>
                <a:ext cx="2525" cy="8625"/>
              </a:xfrm>
              <a:custGeom>
                <a:rect b="b" l="l" r="r" t="t"/>
                <a:pathLst>
                  <a:path extrusionOk="0" h="345" w="101">
                    <a:moveTo>
                      <a:pt x="51" y="1"/>
                    </a:moveTo>
                    <a:cubicBezTo>
                      <a:pt x="48" y="1"/>
                      <a:pt x="45" y="2"/>
                      <a:pt x="42" y="3"/>
                    </a:cubicBezTo>
                    <a:cubicBezTo>
                      <a:pt x="17" y="3"/>
                      <a:pt x="1" y="28"/>
                      <a:pt x="1" y="45"/>
                    </a:cubicBezTo>
                    <a:cubicBezTo>
                      <a:pt x="9" y="94"/>
                      <a:pt x="9" y="144"/>
                      <a:pt x="9" y="194"/>
                    </a:cubicBezTo>
                    <a:cubicBezTo>
                      <a:pt x="9" y="210"/>
                      <a:pt x="17" y="235"/>
                      <a:pt x="17" y="260"/>
                    </a:cubicBezTo>
                    <a:cubicBezTo>
                      <a:pt x="17" y="268"/>
                      <a:pt x="26" y="285"/>
                      <a:pt x="26" y="293"/>
                    </a:cubicBezTo>
                    <a:cubicBezTo>
                      <a:pt x="26" y="310"/>
                      <a:pt x="34" y="318"/>
                      <a:pt x="42" y="335"/>
                    </a:cubicBezTo>
                    <a:cubicBezTo>
                      <a:pt x="52" y="339"/>
                      <a:pt x="61" y="344"/>
                      <a:pt x="71" y="344"/>
                    </a:cubicBezTo>
                    <a:cubicBezTo>
                      <a:pt x="78" y="344"/>
                      <a:pt x="85" y="342"/>
                      <a:pt x="92" y="335"/>
                    </a:cubicBezTo>
                    <a:cubicBezTo>
                      <a:pt x="92" y="318"/>
                      <a:pt x="100" y="310"/>
                      <a:pt x="100" y="293"/>
                    </a:cubicBezTo>
                    <a:lnTo>
                      <a:pt x="100" y="260"/>
                    </a:lnTo>
                    <a:cubicBezTo>
                      <a:pt x="100" y="235"/>
                      <a:pt x="100" y="210"/>
                      <a:pt x="100" y="185"/>
                    </a:cubicBezTo>
                    <a:lnTo>
                      <a:pt x="84" y="36"/>
                    </a:lnTo>
                    <a:cubicBezTo>
                      <a:pt x="84" y="16"/>
                      <a:pt x="67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3" name="Google Shape;2893;p5"/>
              <p:cNvSpPr/>
              <p:nvPr/>
            </p:nvSpPr>
            <p:spPr>
              <a:xfrm>
                <a:off x="2678400" y="4586100"/>
                <a:ext cx="4175" cy="11375"/>
              </a:xfrm>
              <a:custGeom>
                <a:rect b="b" l="l" r="r" t="t"/>
                <a:pathLst>
                  <a:path extrusionOk="0" h="455" w="167">
                    <a:moveTo>
                      <a:pt x="130" y="0"/>
                    </a:moveTo>
                    <a:cubicBezTo>
                      <a:pt x="118" y="0"/>
                      <a:pt x="106" y="5"/>
                      <a:pt x="100" y="15"/>
                    </a:cubicBezTo>
                    <a:cubicBezTo>
                      <a:pt x="83" y="40"/>
                      <a:pt x="67" y="73"/>
                      <a:pt x="58" y="98"/>
                    </a:cubicBezTo>
                    <a:cubicBezTo>
                      <a:pt x="50" y="114"/>
                      <a:pt x="50" y="131"/>
                      <a:pt x="42" y="147"/>
                    </a:cubicBezTo>
                    <a:cubicBezTo>
                      <a:pt x="42" y="164"/>
                      <a:pt x="25" y="172"/>
                      <a:pt x="25" y="197"/>
                    </a:cubicBezTo>
                    <a:cubicBezTo>
                      <a:pt x="9" y="255"/>
                      <a:pt x="9" y="321"/>
                      <a:pt x="0" y="379"/>
                    </a:cubicBezTo>
                    <a:cubicBezTo>
                      <a:pt x="0" y="413"/>
                      <a:pt x="25" y="446"/>
                      <a:pt x="58" y="454"/>
                    </a:cubicBezTo>
                    <a:cubicBezTo>
                      <a:pt x="92" y="454"/>
                      <a:pt x="125" y="429"/>
                      <a:pt x="133" y="396"/>
                    </a:cubicBezTo>
                    <a:cubicBezTo>
                      <a:pt x="133" y="338"/>
                      <a:pt x="141" y="272"/>
                      <a:pt x="150" y="214"/>
                    </a:cubicBezTo>
                    <a:cubicBezTo>
                      <a:pt x="150" y="205"/>
                      <a:pt x="150" y="189"/>
                      <a:pt x="150" y="181"/>
                    </a:cubicBezTo>
                    <a:cubicBezTo>
                      <a:pt x="150" y="172"/>
                      <a:pt x="150" y="172"/>
                      <a:pt x="150" y="172"/>
                    </a:cubicBezTo>
                    <a:cubicBezTo>
                      <a:pt x="158" y="156"/>
                      <a:pt x="158" y="139"/>
                      <a:pt x="158" y="123"/>
                    </a:cubicBezTo>
                    <a:cubicBezTo>
                      <a:pt x="166" y="98"/>
                      <a:pt x="166" y="65"/>
                      <a:pt x="166" y="31"/>
                    </a:cubicBezTo>
                    <a:cubicBezTo>
                      <a:pt x="166" y="11"/>
                      <a:pt x="148" y="0"/>
                      <a:pt x="1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4" name="Google Shape;2894;p5"/>
              <p:cNvSpPr/>
              <p:nvPr/>
            </p:nvSpPr>
            <p:spPr>
              <a:xfrm>
                <a:off x="2684000" y="4654975"/>
                <a:ext cx="7050" cy="15175"/>
              </a:xfrm>
              <a:custGeom>
                <a:rect b="b" l="l" r="r" t="t"/>
                <a:pathLst>
                  <a:path extrusionOk="0" h="607" w="282">
                    <a:moveTo>
                      <a:pt x="76" y="1"/>
                    </a:moveTo>
                    <a:cubicBezTo>
                      <a:pt x="44" y="1"/>
                      <a:pt x="8" y="24"/>
                      <a:pt x="8" y="60"/>
                    </a:cubicBezTo>
                    <a:cubicBezTo>
                      <a:pt x="0" y="94"/>
                      <a:pt x="0" y="118"/>
                      <a:pt x="17" y="152"/>
                    </a:cubicBezTo>
                    <a:cubicBezTo>
                      <a:pt x="25" y="168"/>
                      <a:pt x="33" y="185"/>
                      <a:pt x="42" y="210"/>
                    </a:cubicBezTo>
                    <a:cubicBezTo>
                      <a:pt x="58" y="251"/>
                      <a:pt x="66" y="292"/>
                      <a:pt x="83" y="334"/>
                    </a:cubicBezTo>
                    <a:cubicBezTo>
                      <a:pt x="100" y="375"/>
                      <a:pt x="116" y="417"/>
                      <a:pt x="133" y="458"/>
                    </a:cubicBezTo>
                    <a:cubicBezTo>
                      <a:pt x="141" y="508"/>
                      <a:pt x="158" y="549"/>
                      <a:pt x="191" y="591"/>
                    </a:cubicBezTo>
                    <a:cubicBezTo>
                      <a:pt x="199" y="602"/>
                      <a:pt x="210" y="607"/>
                      <a:pt x="220" y="607"/>
                    </a:cubicBezTo>
                    <a:cubicBezTo>
                      <a:pt x="240" y="607"/>
                      <a:pt x="260" y="590"/>
                      <a:pt x="265" y="574"/>
                    </a:cubicBezTo>
                    <a:cubicBezTo>
                      <a:pt x="282" y="524"/>
                      <a:pt x="273" y="475"/>
                      <a:pt x="265" y="425"/>
                    </a:cubicBezTo>
                    <a:cubicBezTo>
                      <a:pt x="257" y="375"/>
                      <a:pt x="240" y="334"/>
                      <a:pt x="232" y="292"/>
                    </a:cubicBezTo>
                    <a:cubicBezTo>
                      <a:pt x="224" y="243"/>
                      <a:pt x="207" y="201"/>
                      <a:pt x="191" y="160"/>
                    </a:cubicBezTo>
                    <a:cubicBezTo>
                      <a:pt x="191" y="135"/>
                      <a:pt x="182" y="118"/>
                      <a:pt x="174" y="94"/>
                    </a:cubicBezTo>
                    <a:cubicBezTo>
                      <a:pt x="158" y="60"/>
                      <a:pt x="141" y="36"/>
                      <a:pt x="108" y="11"/>
                    </a:cubicBezTo>
                    <a:cubicBezTo>
                      <a:pt x="99" y="4"/>
                      <a:pt x="88" y="1"/>
                      <a:pt x="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5" name="Google Shape;2895;p5"/>
              <p:cNvSpPr/>
              <p:nvPr/>
            </p:nvSpPr>
            <p:spPr>
              <a:xfrm>
                <a:off x="2682950" y="4529650"/>
                <a:ext cx="5425" cy="15000"/>
              </a:xfrm>
              <a:custGeom>
                <a:rect b="b" l="l" r="r" t="t"/>
                <a:pathLst>
                  <a:path extrusionOk="0" h="600" w="217">
                    <a:moveTo>
                      <a:pt x="174" y="1"/>
                    </a:moveTo>
                    <a:cubicBezTo>
                      <a:pt x="166" y="1"/>
                      <a:pt x="157" y="4"/>
                      <a:pt x="150" y="11"/>
                    </a:cubicBezTo>
                    <a:cubicBezTo>
                      <a:pt x="92" y="86"/>
                      <a:pt x="67" y="177"/>
                      <a:pt x="50" y="268"/>
                    </a:cubicBezTo>
                    <a:cubicBezTo>
                      <a:pt x="26" y="359"/>
                      <a:pt x="9" y="458"/>
                      <a:pt x="1" y="550"/>
                    </a:cubicBezTo>
                    <a:cubicBezTo>
                      <a:pt x="1" y="574"/>
                      <a:pt x="26" y="599"/>
                      <a:pt x="59" y="599"/>
                    </a:cubicBezTo>
                    <a:cubicBezTo>
                      <a:pt x="84" y="599"/>
                      <a:pt x="100" y="574"/>
                      <a:pt x="108" y="550"/>
                    </a:cubicBezTo>
                    <a:cubicBezTo>
                      <a:pt x="117" y="467"/>
                      <a:pt x="133" y="376"/>
                      <a:pt x="158" y="293"/>
                    </a:cubicBezTo>
                    <a:cubicBezTo>
                      <a:pt x="166" y="251"/>
                      <a:pt x="183" y="210"/>
                      <a:pt x="191" y="168"/>
                    </a:cubicBezTo>
                    <a:cubicBezTo>
                      <a:pt x="200" y="127"/>
                      <a:pt x="208" y="77"/>
                      <a:pt x="216" y="36"/>
                    </a:cubicBezTo>
                    <a:cubicBezTo>
                      <a:pt x="216" y="18"/>
                      <a:pt x="195" y="1"/>
                      <a:pt x="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6" name="Google Shape;2896;p5"/>
              <p:cNvSpPr/>
              <p:nvPr/>
            </p:nvSpPr>
            <p:spPr>
              <a:xfrm>
                <a:off x="2690000" y="4537875"/>
                <a:ext cx="1875" cy="9250"/>
              </a:xfrm>
              <a:custGeom>
                <a:rect b="b" l="l" r="r" t="t"/>
                <a:pathLst>
                  <a:path extrusionOk="0" h="370" w="75">
                    <a:moveTo>
                      <a:pt x="61" y="1"/>
                    </a:moveTo>
                    <a:cubicBezTo>
                      <a:pt x="54" y="1"/>
                      <a:pt x="46" y="5"/>
                      <a:pt x="42" y="13"/>
                    </a:cubicBezTo>
                    <a:cubicBezTo>
                      <a:pt x="9" y="121"/>
                      <a:pt x="0" y="229"/>
                      <a:pt x="9" y="345"/>
                    </a:cubicBezTo>
                    <a:cubicBezTo>
                      <a:pt x="9" y="361"/>
                      <a:pt x="23" y="370"/>
                      <a:pt x="38" y="370"/>
                    </a:cubicBezTo>
                    <a:cubicBezTo>
                      <a:pt x="52" y="370"/>
                      <a:pt x="67" y="361"/>
                      <a:pt x="67" y="345"/>
                    </a:cubicBezTo>
                    <a:cubicBezTo>
                      <a:pt x="58" y="237"/>
                      <a:pt x="67" y="121"/>
                      <a:pt x="75" y="13"/>
                    </a:cubicBezTo>
                    <a:cubicBezTo>
                      <a:pt x="75" y="5"/>
                      <a:pt x="69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7" name="Google Shape;2897;p5"/>
              <p:cNvSpPr/>
              <p:nvPr/>
            </p:nvSpPr>
            <p:spPr>
              <a:xfrm>
                <a:off x="2856325" y="3975225"/>
                <a:ext cx="8975" cy="33250"/>
              </a:xfrm>
              <a:custGeom>
                <a:rect b="b" l="l" r="r" t="t"/>
                <a:pathLst>
                  <a:path extrusionOk="0" h="1330" w="359">
                    <a:moveTo>
                      <a:pt x="253" y="0"/>
                    </a:moveTo>
                    <a:cubicBezTo>
                      <a:pt x="233" y="0"/>
                      <a:pt x="214" y="10"/>
                      <a:pt x="208" y="33"/>
                    </a:cubicBezTo>
                    <a:cubicBezTo>
                      <a:pt x="166" y="165"/>
                      <a:pt x="125" y="306"/>
                      <a:pt x="92" y="439"/>
                    </a:cubicBezTo>
                    <a:cubicBezTo>
                      <a:pt x="59" y="571"/>
                      <a:pt x="25" y="712"/>
                      <a:pt x="25" y="845"/>
                    </a:cubicBezTo>
                    <a:cubicBezTo>
                      <a:pt x="25" y="872"/>
                      <a:pt x="43" y="888"/>
                      <a:pt x="63" y="888"/>
                    </a:cubicBezTo>
                    <a:cubicBezTo>
                      <a:pt x="67" y="888"/>
                      <a:pt x="71" y="887"/>
                      <a:pt x="75" y="886"/>
                    </a:cubicBezTo>
                    <a:lnTo>
                      <a:pt x="75" y="886"/>
                    </a:lnTo>
                    <a:cubicBezTo>
                      <a:pt x="67" y="936"/>
                      <a:pt x="50" y="977"/>
                      <a:pt x="42" y="1027"/>
                    </a:cubicBezTo>
                    <a:cubicBezTo>
                      <a:pt x="25" y="1110"/>
                      <a:pt x="1" y="1209"/>
                      <a:pt x="9" y="1300"/>
                    </a:cubicBezTo>
                    <a:cubicBezTo>
                      <a:pt x="14" y="1316"/>
                      <a:pt x="30" y="1329"/>
                      <a:pt x="45" y="1329"/>
                    </a:cubicBezTo>
                    <a:cubicBezTo>
                      <a:pt x="53" y="1329"/>
                      <a:pt x="61" y="1326"/>
                      <a:pt x="67" y="1317"/>
                    </a:cubicBezTo>
                    <a:cubicBezTo>
                      <a:pt x="100" y="1234"/>
                      <a:pt x="117" y="1143"/>
                      <a:pt x="141" y="1052"/>
                    </a:cubicBezTo>
                    <a:cubicBezTo>
                      <a:pt x="158" y="961"/>
                      <a:pt x="175" y="869"/>
                      <a:pt x="199" y="787"/>
                    </a:cubicBezTo>
                    <a:cubicBezTo>
                      <a:pt x="241" y="604"/>
                      <a:pt x="299" y="422"/>
                      <a:pt x="349" y="240"/>
                    </a:cubicBezTo>
                    <a:cubicBezTo>
                      <a:pt x="358" y="215"/>
                      <a:pt x="339" y="199"/>
                      <a:pt x="318" y="199"/>
                    </a:cubicBezTo>
                    <a:cubicBezTo>
                      <a:pt x="304" y="199"/>
                      <a:pt x="289" y="206"/>
                      <a:pt x="282" y="223"/>
                    </a:cubicBezTo>
                    <a:cubicBezTo>
                      <a:pt x="257" y="298"/>
                      <a:pt x="233" y="364"/>
                      <a:pt x="208" y="439"/>
                    </a:cubicBezTo>
                    <a:cubicBezTo>
                      <a:pt x="233" y="314"/>
                      <a:pt x="266" y="182"/>
                      <a:pt x="307" y="66"/>
                    </a:cubicBezTo>
                    <a:cubicBezTo>
                      <a:pt x="317" y="25"/>
                      <a:pt x="284" y="0"/>
                      <a:pt x="2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8" name="Google Shape;2898;p5"/>
              <p:cNvSpPr/>
              <p:nvPr/>
            </p:nvSpPr>
            <p:spPr>
              <a:xfrm>
                <a:off x="2780100" y="3954350"/>
                <a:ext cx="200750" cy="189450"/>
              </a:xfrm>
              <a:custGeom>
                <a:rect b="b" l="l" r="r" t="t"/>
                <a:pathLst>
                  <a:path extrusionOk="0" h="7578" w="8030">
                    <a:moveTo>
                      <a:pt x="6737" y="6775"/>
                    </a:moveTo>
                    <a:cubicBezTo>
                      <a:pt x="6737" y="6783"/>
                      <a:pt x="6728" y="6792"/>
                      <a:pt x="6728" y="6800"/>
                    </a:cubicBezTo>
                    <a:cubicBezTo>
                      <a:pt x="6687" y="6833"/>
                      <a:pt x="6654" y="6858"/>
                      <a:pt x="6612" y="6866"/>
                    </a:cubicBezTo>
                    <a:cubicBezTo>
                      <a:pt x="6612" y="6858"/>
                      <a:pt x="6621" y="6850"/>
                      <a:pt x="6629" y="6841"/>
                    </a:cubicBezTo>
                    <a:cubicBezTo>
                      <a:pt x="6662" y="6825"/>
                      <a:pt x="6704" y="6800"/>
                      <a:pt x="6737" y="6775"/>
                    </a:cubicBezTo>
                    <a:close/>
                    <a:moveTo>
                      <a:pt x="3519" y="1"/>
                    </a:moveTo>
                    <a:cubicBezTo>
                      <a:pt x="3509" y="1"/>
                      <a:pt x="3498" y="5"/>
                      <a:pt x="3489" y="14"/>
                    </a:cubicBezTo>
                    <a:cubicBezTo>
                      <a:pt x="3431" y="72"/>
                      <a:pt x="3381" y="138"/>
                      <a:pt x="3331" y="205"/>
                    </a:cubicBezTo>
                    <a:cubicBezTo>
                      <a:pt x="3290" y="221"/>
                      <a:pt x="3248" y="246"/>
                      <a:pt x="3207" y="279"/>
                    </a:cubicBezTo>
                    <a:cubicBezTo>
                      <a:pt x="3215" y="263"/>
                      <a:pt x="3224" y="238"/>
                      <a:pt x="3232" y="221"/>
                    </a:cubicBezTo>
                    <a:cubicBezTo>
                      <a:pt x="3238" y="191"/>
                      <a:pt x="3218" y="170"/>
                      <a:pt x="3197" y="170"/>
                    </a:cubicBezTo>
                    <a:cubicBezTo>
                      <a:pt x="3189" y="170"/>
                      <a:pt x="3181" y="173"/>
                      <a:pt x="3174" y="180"/>
                    </a:cubicBezTo>
                    <a:cubicBezTo>
                      <a:pt x="3124" y="221"/>
                      <a:pt x="3091" y="279"/>
                      <a:pt x="3066" y="329"/>
                    </a:cubicBezTo>
                    <a:cubicBezTo>
                      <a:pt x="3050" y="346"/>
                      <a:pt x="3041" y="370"/>
                      <a:pt x="3025" y="395"/>
                    </a:cubicBezTo>
                    <a:cubicBezTo>
                      <a:pt x="2925" y="462"/>
                      <a:pt x="2842" y="544"/>
                      <a:pt x="2768" y="644"/>
                    </a:cubicBezTo>
                    <a:cubicBezTo>
                      <a:pt x="2760" y="652"/>
                      <a:pt x="2751" y="669"/>
                      <a:pt x="2743" y="677"/>
                    </a:cubicBezTo>
                    <a:lnTo>
                      <a:pt x="2743" y="660"/>
                    </a:lnTo>
                    <a:cubicBezTo>
                      <a:pt x="2760" y="627"/>
                      <a:pt x="2731" y="593"/>
                      <a:pt x="2703" y="593"/>
                    </a:cubicBezTo>
                    <a:cubicBezTo>
                      <a:pt x="2690" y="593"/>
                      <a:pt x="2676" y="600"/>
                      <a:pt x="2668" y="619"/>
                    </a:cubicBezTo>
                    <a:cubicBezTo>
                      <a:pt x="2586" y="760"/>
                      <a:pt x="2528" y="909"/>
                      <a:pt x="2486" y="1066"/>
                    </a:cubicBezTo>
                    <a:cubicBezTo>
                      <a:pt x="2470" y="1149"/>
                      <a:pt x="2453" y="1232"/>
                      <a:pt x="2453" y="1315"/>
                    </a:cubicBezTo>
                    <a:cubicBezTo>
                      <a:pt x="2453" y="1323"/>
                      <a:pt x="2445" y="1340"/>
                      <a:pt x="2445" y="1356"/>
                    </a:cubicBezTo>
                    <a:cubicBezTo>
                      <a:pt x="2387" y="1622"/>
                      <a:pt x="2387" y="1903"/>
                      <a:pt x="2395" y="2177"/>
                    </a:cubicBezTo>
                    <a:cubicBezTo>
                      <a:pt x="2403" y="2450"/>
                      <a:pt x="2428" y="2740"/>
                      <a:pt x="2312" y="2989"/>
                    </a:cubicBezTo>
                    <a:cubicBezTo>
                      <a:pt x="2204" y="3221"/>
                      <a:pt x="1972" y="3353"/>
                      <a:pt x="1782" y="3511"/>
                    </a:cubicBezTo>
                    <a:cubicBezTo>
                      <a:pt x="1583" y="3676"/>
                      <a:pt x="1409" y="3867"/>
                      <a:pt x="1252" y="4066"/>
                    </a:cubicBezTo>
                    <a:cubicBezTo>
                      <a:pt x="1086" y="4265"/>
                      <a:pt x="937" y="4472"/>
                      <a:pt x="771" y="4671"/>
                    </a:cubicBezTo>
                    <a:cubicBezTo>
                      <a:pt x="697" y="4770"/>
                      <a:pt x="605" y="4861"/>
                      <a:pt x="523" y="4952"/>
                    </a:cubicBezTo>
                    <a:cubicBezTo>
                      <a:pt x="423" y="5043"/>
                      <a:pt x="315" y="5118"/>
                      <a:pt x="224" y="5217"/>
                    </a:cubicBezTo>
                    <a:cubicBezTo>
                      <a:pt x="1" y="5449"/>
                      <a:pt x="125" y="5756"/>
                      <a:pt x="233" y="6013"/>
                    </a:cubicBezTo>
                    <a:cubicBezTo>
                      <a:pt x="299" y="6154"/>
                      <a:pt x="373" y="6295"/>
                      <a:pt x="481" y="6402"/>
                    </a:cubicBezTo>
                    <a:cubicBezTo>
                      <a:pt x="481" y="6402"/>
                      <a:pt x="481" y="6411"/>
                      <a:pt x="481" y="6411"/>
                    </a:cubicBezTo>
                    <a:cubicBezTo>
                      <a:pt x="564" y="6709"/>
                      <a:pt x="688" y="7073"/>
                      <a:pt x="1028" y="7148"/>
                    </a:cubicBezTo>
                    <a:cubicBezTo>
                      <a:pt x="1061" y="7156"/>
                      <a:pt x="1103" y="7165"/>
                      <a:pt x="1136" y="7165"/>
                    </a:cubicBezTo>
                    <a:cubicBezTo>
                      <a:pt x="1161" y="7165"/>
                      <a:pt x="1202" y="7165"/>
                      <a:pt x="1219" y="7173"/>
                    </a:cubicBezTo>
                    <a:cubicBezTo>
                      <a:pt x="1252" y="7189"/>
                      <a:pt x="1243" y="7239"/>
                      <a:pt x="1252" y="7264"/>
                    </a:cubicBezTo>
                    <a:cubicBezTo>
                      <a:pt x="1260" y="7305"/>
                      <a:pt x="1268" y="7347"/>
                      <a:pt x="1293" y="7380"/>
                    </a:cubicBezTo>
                    <a:cubicBezTo>
                      <a:pt x="1368" y="7488"/>
                      <a:pt x="1509" y="7529"/>
                      <a:pt x="1633" y="7546"/>
                    </a:cubicBezTo>
                    <a:cubicBezTo>
                      <a:pt x="1805" y="7569"/>
                      <a:pt x="1983" y="7578"/>
                      <a:pt x="2161" y="7578"/>
                    </a:cubicBezTo>
                    <a:cubicBezTo>
                      <a:pt x="2360" y="7578"/>
                      <a:pt x="2559" y="7567"/>
                      <a:pt x="2751" y="7554"/>
                    </a:cubicBezTo>
                    <a:cubicBezTo>
                      <a:pt x="3141" y="7529"/>
                      <a:pt x="3522" y="7479"/>
                      <a:pt x="3895" y="7397"/>
                    </a:cubicBezTo>
                    <a:cubicBezTo>
                      <a:pt x="4284" y="7305"/>
                      <a:pt x="4657" y="7181"/>
                      <a:pt x="5055" y="7181"/>
                    </a:cubicBezTo>
                    <a:cubicBezTo>
                      <a:pt x="5069" y="7186"/>
                      <a:pt x="5083" y="7191"/>
                      <a:pt x="5099" y="7191"/>
                    </a:cubicBezTo>
                    <a:cubicBezTo>
                      <a:pt x="5111" y="7191"/>
                      <a:pt x="5124" y="7188"/>
                      <a:pt x="5138" y="7181"/>
                    </a:cubicBezTo>
                    <a:lnTo>
                      <a:pt x="5179" y="7181"/>
                    </a:lnTo>
                    <a:cubicBezTo>
                      <a:pt x="5212" y="7181"/>
                      <a:pt x="5229" y="7173"/>
                      <a:pt x="5237" y="7148"/>
                    </a:cubicBezTo>
                    <a:cubicBezTo>
                      <a:pt x="5316" y="7164"/>
                      <a:pt x="5391" y="7170"/>
                      <a:pt x="5468" y="7170"/>
                    </a:cubicBezTo>
                    <a:cubicBezTo>
                      <a:pt x="5512" y="7170"/>
                      <a:pt x="5556" y="7168"/>
                      <a:pt x="5602" y="7165"/>
                    </a:cubicBezTo>
                    <a:lnTo>
                      <a:pt x="5602" y="7165"/>
                    </a:lnTo>
                    <a:cubicBezTo>
                      <a:pt x="5585" y="7214"/>
                      <a:pt x="5602" y="7281"/>
                      <a:pt x="5676" y="7281"/>
                    </a:cubicBezTo>
                    <a:cubicBezTo>
                      <a:pt x="5867" y="7272"/>
                      <a:pt x="6049" y="7198"/>
                      <a:pt x="6198" y="7082"/>
                    </a:cubicBezTo>
                    <a:cubicBezTo>
                      <a:pt x="6206" y="7073"/>
                      <a:pt x="6215" y="7065"/>
                      <a:pt x="6223" y="7057"/>
                    </a:cubicBezTo>
                    <a:cubicBezTo>
                      <a:pt x="6264" y="7049"/>
                      <a:pt x="6306" y="7032"/>
                      <a:pt x="6339" y="7024"/>
                    </a:cubicBezTo>
                    <a:lnTo>
                      <a:pt x="6430" y="7024"/>
                    </a:lnTo>
                    <a:cubicBezTo>
                      <a:pt x="6438" y="7028"/>
                      <a:pt x="6449" y="7030"/>
                      <a:pt x="6459" y="7030"/>
                    </a:cubicBezTo>
                    <a:cubicBezTo>
                      <a:pt x="6469" y="7030"/>
                      <a:pt x="6480" y="7028"/>
                      <a:pt x="6488" y="7024"/>
                    </a:cubicBezTo>
                    <a:cubicBezTo>
                      <a:pt x="6554" y="7024"/>
                      <a:pt x="6629" y="7024"/>
                      <a:pt x="6687" y="6999"/>
                    </a:cubicBezTo>
                    <a:cubicBezTo>
                      <a:pt x="6745" y="6974"/>
                      <a:pt x="6795" y="6933"/>
                      <a:pt x="6836" y="6883"/>
                    </a:cubicBezTo>
                    <a:cubicBezTo>
                      <a:pt x="6844" y="6957"/>
                      <a:pt x="6869" y="7024"/>
                      <a:pt x="6911" y="7090"/>
                    </a:cubicBezTo>
                    <a:cubicBezTo>
                      <a:pt x="6944" y="7231"/>
                      <a:pt x="6985" y="7372"/>
                      <a:pt x="7027" y="7504"/>
                    </a:cubicBezTo>
                    <a:cubicBezTo>
                      <a:pt x="7038" y="7546"/>
                      <a:pt x="7077" y="7567"/>
                      <a:pt x="7116" y="7567"/>
                    </a:cubicBezTo>
                    <a:cubicBezTo>
                      <a:pt x="7161" y="7567"/>
                      <a:pt x="7205" y="7538"/>
                      <a:pt x="7201" y="7479"/>
                    </a:cubicBezTo>
                    <a:cubicBezTo>
                      <a:pt x="7192" y="7397"/>
                      <a:pt x="7184" y="7314"/>
                      <a:pt x="7184" y="7231"/>
                    </a:cubicBezTo>
                    <a:cubicBezTo>
                      <a:pt x="7201" y="7223"/>
                      <a:pt x="7209" y="7214"/>
                      <a:pt x="7225" y="7214"/>
                    </a:cubicBezTo>
                    <a:cubicBezTo>
                      <a:pt x="7259" y="7189"/>
                      <a:pt x="7292" y="7156"/>
                      <a:pt x="7308" y="7115"/>
                    </a:cubicBezTo>
                    <a:lnTo>
                      <a:pt x="7341" y="7165"/>
                    </a:lnTo>
                    <a:cubicBezTo>
                      <a:pt x="7350" y="7173"/>
                      <a:pt x="7350" y="7181"/>
                      <a:pt x="7350" y="7189"/>
                    </a:cubicBezTo>
                    <a:cubicBezTo>
                      <a:pt x="7358" y="7198"/>
                      <a:pt x="7366" y="7214"/>
                      <a:pt x="7383" y="7223"/>
                    </a:cubicBezTo>
                    <a:cubicBezTo>
                      <a:pt x="7416" y="7272"/>
                      <a:pt x="7441" y="7322"/>
                      <a:pt x="7482" y="7363"/>
                    </a:cubicBezTo>
                    <a:cubicBezTo>
                      <a:pt x="7506" y="7393"/>
                      <a:pt x="7543" y="7415"/>
                      <a:pt x="7584" y="7415"/>
                    </a:cubicBezTo>
                    <a:cubicBezTo>
                      <a:pt x="7600" y="7415"/>
                      <a:pt x="7616" y="7412"/>
                      <a:pt x="7631" y="7405"/>
                    </a:cubicBezTo>
                    <a:cubicBezTo>
                      <a:pt x="7640" y="7397"/>
                      <a:pt x="7648" y="7388"/>
                      <a:pt x="7656" y="7380"/>
                    </a:cubicBezTo>
                    <a:cubicBezTo>
                      <a:pt x="7656" y="7397"/>
                      <a:pt x="7665" y="7413"/>
                      <a:pt x="7673" y="7421"/>
                    </a:cubicBezTo>
                    <a:cubicBezTo>
                      <a:pt x="7694" y="7456"/>
                      <a:pt x="7726" y="7473"/>
                      <a:pt x="7760" y="7473"/>
                    </a:cubicBezTo>
                    <a:cubicBezTo>
                      <a:pt x="7767" y="7473"/>
                      <a:pt x="7774" y="7472"/>
                      <a:pt x="7781" y="7471"/>
                    </a:cubicBezTo>
                    <a:cubicBezTo>
                      <a:pt x="7791" y="7511"/>
                      <a:pt x="7820" y="7528"/>
                      <a:pt x="7851" y="7528"/>
                    </a:cubicBezTo>
                    <a:cubicBezTo>
                      <a:pt x="7897" y="7528"/>
                      <a:pt x="7945" y="7489"/>
                      <a:pt x="7930" y="7430"/>
                    </a:cubicBezTo>
                    <a:cubicBezTo>
                      <a:pt x="7930" y="7405"/>
                      <a:pt x="7930" y="7380"/>
                      <a:pt x="7921" y="7355"/>
                    </a:cubicBezTo>
                    <a:cubicBezTo>
                      <a:pt x="7971" y="7347"/>
                      <a:pt x="8029" y="7297"/>
                      <a:pt x="8004" y="7247"/>
                    </a:cubicBezTo>
                    <a:lnTo>
                      <a:pt x="8013" y="7247"/>
                    </a:lnTo>
                    <a:cubicBezTo>
                      <a:pt x="7946" y="7090"/>
                      <a:pt x="7897" y="6924"/>
                      <a:pt x="7847" y="6767"/>
                    </a:cubicBezTo>
                    <a:cubicBezTo>
                      <a:pt x="7847" y="6734"/>
                      <a:pt x="7839" y="6692"/>
                      <a:pt x="7839" y="6659"/>
                    </a:cubicBezTo>
                    <a:cubicBezTo>
                      <a:pt x="7839" y="6593"/>
                      <a:pt x="7781" y="6560"/>
                      <a:pt x="7731" y="6560"/>
                    </a:cubicBezTo>
                    <a:cubicBezTo>
                      <a:pt x="7681" y="6560"/>
                      <a:pt x="7631" y="6593"/>
                      <a:pt x="7631" y="6651"/>
                    </a:cubicBezTo>
                    <a:lnTo>
                      <a:pt x="7631" y="6667"/>
                    </a:lnTo>
                    <a:cubicBezTo>
                      <a:pt x="7631" y="6651"/>
                      <a:pt x="7623" y="6634"/>
                      <a:pt x="7623" y="6626"/>
                    </a:cubicBezTo>
                    <a:cubicBezTo>
                      <a:pt x="7623" y="6609"/>
                      <a:pt x="7615" y="6601"/>
                      <a:pt x="7615" y="6593"/>
                    </a:cubicBezTo>
                    <a:cubicBezTo>
                      <a:pt x="7598" y="6551"/>
                      <a:pt x="7590" y="6510"/>
                      <a:pt x="7565" y="6469"/>
                    </a:cubicBezTo>
                    <a:cubicBezTo>
                      <a:pt x="7565" y="6452"/>
                      <a:pt x="7573" y="6444"/>
                      <a:pt x="7573" y="6427"/>
                    </a:cubicBezTo>
                    <a:cubicBezTo>
                      <a:pt x="7573" y="6402"/>
                      <a:pt x="7573" y="6386"/>
                      <a:pt x="7573" y="6369"/>
                    </a:cubicBezTo>
                    <a:cubicBezTo>
                      <a:pt x="7573" y="6319"/>
                      <a:pt x="7532" y="6278"/>
                      <a:pt x="7482" y="6278"/>
                    </a:cubicBezTo>
                    <a:cubicBezTo>
                      <a:pt x="7474" y="6278"/>
                      <a:pt x="7466" y="6286"/>
                      <a:pt x="7457" y="6286"/>
                    </a:cubicBezTo>
                    <a:cubicBezTo>
                      <a:pt x="7449" y="6253"/>
                      <a:pt x="7424" y="6237"/>
                      <a:pt x="7391" y="6228"/>
                    </a:cubicBezTo>
                    <a:cubicBezTo>
                      <a:pt x="7350" y="6228"/>
                      <a:pt x="7300" y="6253"/>
                      <a:pt x="7292" y="6295"/>
                    </a:cubicBezTo>
                    <a:cubicBezTo>
                      <a:pt x="7283" y="6336"/>
                      <a:pt x="7267" y="6377"/>
                      <a:pt x="7259" y="6419"/>
                    </a:cubicBezTo>
                    <a:cubicBezTo>
                      <a:pt x="7250" y="6435"/>
                      <a:pt x="7250" y="6452"/>
                      <a:pt x="7242" y="6469"/>
                    </a:cubicBezTo>
                    <a:cubicBezTo>
                      <a:pt x="7250" y="6411"/>
                      <a:pt x="7259" y="6344"/>
                      <a:pt x="7259" y="6278"/>
                    </a:cubicBezTo>
                    <a:cubicBezTo>
                      <a:pt x="7263" y="6237"/>
                      <a:pt x="7227" y="6213"/>
                      <a:pt x="7191" y="6213"/>
                    </a:cubicBezTo>
                    <a:cubicBezTo>
                      <a:pt x="7162" y="6213"/>
                      <a:pt x="7133" y="6228"/>
                      <a:pt x="7126" y="6261"/>
                    </a:cubicBezTo>
                    <a:cubicBezTo>
                      <a:pt x="7126" y="6270"/>
                      <a:pt x="7126" y="6270"/>
                      <a:pt x="7126" y="6278"/>
                    </a:cubicBezTo>
                    <a:lnTo>
                      <a:pt x="7109" y="6278"/>
                    </a:lnTo>
                    <a:cubicBezTo>
                      <a:pt x="7118" y="6261"/>
                      <a:pt x="7126" y="6237"/>
                      <a:pt x="7134" y="6220"/>
                    </a:cubicBezTo>
                    <a:cubicBezTo>
                      <a:pt x="7146" y="6180"/>
                      <a:pt x="7106" y="6148"/>
                      <a:pt x="7072" y="6148"/>
                    </a:cubicBezTo>
                    <a:cubicBezTo>
                      <a:pt x="7057" y="6148"/>
                      <a:pt x="7043" y="6155"/>
                      <a:pt x="7035" y="6170"/>
                    </a:cubicBezTo>
                    <a:lnTo>
                      <a:pt x="7035" y="6137"/>
                    </a:lnTo>
                    <a:cubicBezTo>
                      <a:pt x="7035" y="6097"/>
                      <a:pt x="7002" y="6075"/>
                      <a:pt x="6968" y="6075"/>
                    </a:cubicBezTo>
                    <a:cubicBezTo>
                      <a:pt x="6946" y="6075"/>
                      <a:pt x="6924" y="6084"/>
                      <a:pt x="6911" y="6104"/>
                    </a:cubicBezTo>
                    <a:cubicBezTo>
                      <a:pt x="6894" y="6129"/>
                      <a:pt x="6886" y="6154"/>
                      <a:pt x="6869" y="6179"/>
                    </a:cubicBezTo>
                    <a:cubicBezTo>
                      <a:pt x="6869" y="6137"/>
                      <a:pt x="6861" y="6096"/>
                      <a:pt x="6861" y="6054"/>
                    </a:cubicBezTo>
                    <a:cubicBezTo>
                      <a:pt x="6852" y="6008"/>
                      <a:pt x="6814" y="5983"/>
                      <a:pt x="6778" y="5983"/>
                    </a:cubicBezTo>
                    <a:cubicBezTo>
                      <a:pt x="6744" y="5983"/>
                      <a:pt x="6712" y="6006"/>
                      <a:pt x="6712" y="6054"/>
                    </a:cubicBezTo>
                    <a:cubicBezTo>
                      <a:pt x="6712" y="6087"/>
                      <a:pt x="6704" y="6129"/>
                      <a:pt x="6695" y="6162"/>
                    </a:cubicBezTo>
                    <a:cubicBezTo>
                      <a:pt x="6691" y="6160"/>
                      <a:pt x="6686" y="6159"/>
                      <a:pt x="6682" y="6159"/>
                    </a:cubicBezTo>
                    <a:cubicBezTo>
                      <a:pt x="6667" y="6159"/>
                      <a:pt x="6652" y="6168"/>
                      <a:pt x="6646" y="6187"/>
                    </a:cubicBezTo>
                    <a:cubicBezTo>
                      <a:pt x="6629" y="6245"/>
                      <a:pt x="6612" y="6303"/>
                      <a:pt x="6596" y="6361"/>
                    </a:cubicBezTo>
                    <a:cubicBezTo>
                      <a:pt x="6579" y="6369"/>
                      <a:pt x="6571" y="6369"/>
                      <a:pt x="6563" y="6377"/>
                    </a:cubicBezTo>
                    <a:cubicBezTo>
                      <a:pt x="6546" y="6394"/>
                      <a:pt x="6530" y="6402"/>
                      <a:pt x="6521" y="6411"/>
                    </a:cubicBezTo>
                    <a:cubicBezTo>
                      <a:pt x="6521" y="6402"/>
                      <a:pt x="6513" y="6394"/>
                      <a:pt x="6513" y="6377"/>
                    </a:cubicBezTo>
                    <a:cubicBezTo>
                      <a:pt x="6499" y="6336"/>
                      <a:pt x="6460" y="6313"/>
                      <a:pt x="6421" y="6313"/>
                    </a:cubicBezTo>
                    <a:cubicBezTo>
                      <a:pt x="6389" y="6313"/>
                      <a:pt x="6357" y="6328"/>
                      <a:pt x="6339" y="6361"/>
                    </a:cubicBezTo>
                    <a:cubicBezTo>
                      <a:pt x="6273" y="6469"/>
                      <a:pt x="6190" y="6560"/>
                      <a:pt x="6099" y="6643"/>
                    </a:cubicBezTo>
                    <a:cubicBezTo>
                      <a:pt x="5867" y="6734"/>
                      <a:pt x="5618" y="6775"/>
                      <a:pt x="5378" y="6817"/>
                    </a:cubicBezTo>
                    <a:cubicBezTo>
                      <a:pt x="5328" y="6825"/>
                      <a:pt x="5270" y="6833"/>
                      <a:pt x="5212" y="6841"/>
                    </a:cubicBezTo>
                    <a:cubicBezTo>
                      <a:pt x="5055" y="6717"/>
                      <a:pt x="4872" y="6634"/>
                      <a:pt x="4690" y="6551"/>
                    </a:cubicBezTo>
                    <a:cubicBezTo>
                      <a:pt x="4500" y="6452"/>
                      <a:pt x="4259" y="6311"/>
                      <a:pt x="4201" y="6087"/>
                    </a:cubicBezTo>
                    <a:cubicBezTo>
                      <a:pt x="4160" y="5955"/>
                      <a:pt x="4218" y="5822"/>
                      <a:pt x="4226" y="5690"/>
                    </a:cubicBezTo>
                    <a:cubicBezTo>
                      <a:pt x="4234" y="5574"/>
                      <a:pt x="4201" y="5449"/>
                      <a:pt x="4135" y="5350"/>
                    </a:cubicBezTo>
                    <a:cubicBezTo>
                      <a:pt x="4002" y="5151"/>
                      <a:pt x="3787" y="5052"/>
                      <a:pt x="3580" y="4952"/>
                    </a:cubicBezTo>
                    <a:cubicBezTo>
                      <a:pt x="3364" y="4845"/>
                      <a:pt x="3149" y="4712"/>
                      <a:pt x="3132" y="4447"/>
                    </a:cubicBezTo>
                    <a:cubicBezTo>
                      <a:pt x="3116" y="4306"/>
                      <a:pt x="3141" y="4173"/>
                      <a:pt x="3149" y="4041"/>
                    </a:cubicBezTo>
                    <a:cubicBezTo>
                      <a:pt x="3149" y="3900"/>
                      <a:pt x="3132" y="3768"/>
                      <a:pt x="3083" y="3635"/>
                    </a:cubicBezTo>
                    <a:cubicBezTo>
                      <a:pt x="3074" y="3610"/>
                      <a:pt x="3058" y="3577"/>
                      <a:pt x="3050" y="3544"/>
                    </a:cubicBezTo>
                    <a:cubicBezTo>
                      <a:pt x="3058" y="3328"/>
                      <a:pt x="3058" y="3113"/>
                      <a:pt x="3074" y="2889"/>
                    </a:cubicBezTo>
                    <a:cubicBezTo>
                      <a:pt x="3074" y="2864"/>
                      <a:pt x="3050" y="2856"/>
                      <a:pt x="3033" y="2856"/>
                    </a:cubicBezTo>
                    <a:cubicBezTo>
                      <a:pt x="3033" y="2790"/>
                      <a:pt x="3033" y="2732"/>
                      <a:pt x="3041" y="2674"/>
                    </a:cubicBezTo>
                    <a:cubicBezTo>
                      <a:pt x="3050" y="2525"/>
                      <a:pt x="3058" y="2367"/>
                      <a:pt x="3074" y="2218"/>
                    </a:cubicBezTo>
                    <a:cubicBezTo>
                      <a:pt x="3079" y="2189"/>
                      <a:pt x="3051" y="2172"/>
                      <a:pt x="3024" y="2172"/>
                    </a:cubicBezTo>
                    <a:cubicBezTo>
                      <a:pt x="3005" y="2172"/>
                      <a:pt x="2987" y="2181"/>
                      <a:pt x="2983" y="2202"/>
                    </a:cubicBezTo>
                    <a:cubicBezTo>
                      <a:pt x="2958" y="2359"/>
                      <a:pt x="2942" y="2508"/>
                      <a:pt x="2925" y="2666"/>
                    </a:cubicBezTo>
                    <a:cubicBezTo>
                      <a:pt x="2917" y="2740"/>
                      <a:pt x="2917" y="2823"/>
                      <a:pt x="2917" y="2898"/>
                    </a:cubicBezTo>
                    <a:cubicBezTo>
                      <a:pt x="2917" y="2972"/>
                      <a:pt x="2917" y="3055"/>
                      <a:pt x="2942" y="3130"/>
                    </a:cubicBezTo>
                    <a:cubicBezTo>
                      <a:pt x="2942" y="3138"/>
                      <a:pt x="2958" y="3146"/>
                      <a:pt x="2967" y="3146"/>
                    </a:cubicBezTo>
                    <a:cubicBezTo>
                      <a:pt x="2967" y="3221"/>
                      <a:pt x="2967" y="3295"/>
                      <a:pt x="2967" y="3362"/>
                    </a:cubicBezTo>
                    <a:cubicBezTo>
                      <a:pt x="2950" y="3328"/>
                      <a:pt x="2934" y="3295"/>
                      <a:pt x="2917" y="3254"/>
                    </a:cubicBezTo>
                    <a:cubicBezTo>
                      <a:pt x="2876" y="3113"/>
                      <a:pt x="2851" y="2972"/>
                      <a:pt x="2842" y="2831"/>
                    </a:cubicBezTo>
                    <a:cubicBezTo>
                      <a:pt x="2834" y="2748"/>
                      <a:pt x="2834" y="2674"/>
                      <a:pt x="2834" y="2591"/>
                    </a:cubicBezTo>
                    <a:cubicBezTo>
                      <a:pt x="2876" y="2218"/>
                      <a:pt x="2950" y="1854"/>
                      <a:pt x="3041" y="1489"/>
                    </a:cubicBezTo>
                    <a:cubicBezTo>
                      <a:pt x="3108" y="1249"/>
                      <a:pt x="3190" y="1008"/>
                      <a:pt x="3282" y="768"/>
                    </a:cubicBezTo>
                    <a:cubicBezTo>
                      <a:pt x="3290" y="735"/>
                      <a:pt x="3306" y="710"/>
                      <a:pt x="3315" y="677"/>
                    </a:cubicBezTo>
                    <a:cubicBezTo>
                      <a:pt x="3356" y="602"/>
                      <a:pt x="3398" y="520"/>
                      <a:pt x="3422" y="437"/>
                    </a:cubicBezTo>
                    <a:cubicBezTo>
                      <a:pt x="3472" y="312"/>
                      <a:pt x="3522" y="188"/>
                      <a:pt x="3563" y="56"/>
                    </a:cubicBezTo>
                    <a:cubicBezTo>
                      <a:pt x="3569" y="26"/>
                      <a:pt x="3546" y="1"/>
                      <a:pt x="35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9" name="Google Shape;2899;p5"/>
              <p:cNvSpPr/>
              <p:nvPr/>
            </p:nvSpPr>
            <p:spPr>
              <a:xfrm>
                <a:off x="2814775" y="4128000"/>
                <a:ext cx="264875" cy="428500"/>
              </a:xfrm>
              <a:custGeom>
                <a:rect b="b" l="l" r="r" t="t"/>
                <a:pathLst>
                  <a:path extrusionOk="0" h="17140" w="10595">
                    <a:moveTo>
                      <a:pt x="511" y="2255"/>
                    </a:moveTo>
                    <a:cubicBezTo>
                      <a:pt x="548" y="2255"/>
                      <a:pt x="590" y="2274"/>
                      <a:pt x="652" y="2340"/>
                    </a:cubicBezTo>
                    <a:cubicBezTo>
                      <a:pt x="656" y="2340"/>
                      <a:pt x="658" y="2342"/>
                      <a:pt x="660" y="2344"/>
                    </a:cubicBezTo>
                    <a:lnTo>
                      <a:pt x="660" y="2344"/>
                    </a:lnTo>
                    <a:cubicBezTo>
                      <a:pt x="613" y="2320"/>
                      <a:pt x="566" y="2297"/>
                      <a:pt x="519" y="2273"/>
                    </a:cubicBezTo>
                    <a:cubicBezTo>
                      <a:pt x="507" y="2267"/>
                      <a:pt x="494" y="2264"/>
                      <a:pt x="481" y="2264"/>
                    </a:cubicBezTo>
                    <a:cubicBezTo>
                      <a:pt x="471" y="2264"/>
                      <a:pt x="461" y="2266"/>
                      <a:pt x="451" y="2269"/>
                    </a:cubicBezTo>
                    <a:lnTo>
                      <a:pt x="451" y="2269"/>
                    </a:lnTo>
                    <a:cubicBezTo>
                      <a:pt x="471" y="2261"/>
                      <a:pt x="490" y="2255"/>
                      <a:pt x="511" y="2255"/>
                    </a:cubicBezTo>
                    <a:close/>
                    <a:moveTo>
                      <a:pt x="1174" y="3027"/>
                    </a:moveTo>
                    <a:cubicBezTo>
                      <a:pt x="1174" y="3036"/>
                      <a:pt x="1157" y="3069"/>
                      <a:pt x="1149" y="3069"/>
                    </a:cubicBezTo>
                    <a:cubicBezTo>
                      <a:pt x="1146" y="3070"/>
                      <a:pt x="1143" y="3071"/>
                      <a:pt x="1140" y="3071"/>
                    </a:cubicBezTo>
                    <a:cubicBezTo>
                      <a:pt x="1126" y="3071"/>
                      <a:pt x="1111" y="3057"/>
                      <a:pt x="1091" y="3044"/>
                    </a:cubicBezTo>
                    <a:cubicBezTo>
                      <a:pt x="1124" y="3036"/>
                      <a:pt x="1149" y="3036"/>
                      <a:pt x="1174" y="3027"/>
                    </a:cubicBezTo>
                    <a:close/>
                    <a:moveTo>
                      <a:pt x="1613" y="2671"/>
                    </a:moveTo>
                    <a:lnTo>
                      <a:pt x="1613" y="2671"/>
                    </a:lnTo>
                    <a:cubicBezTo>
                      <a:pt x="1679" y="2886"/>
                      <a:pt x="1762" y="3110"/>
                      <a:pt x="1895" y="3292"/>
                    </a:cubicBezTo>
                    <a:cubicBezTo>
                      <a:pt x="1837" y="3251"/>
                      <a:pt x="1795" y="3193"/>
                      <a:pt x="1762" y="3135"/>
                    </a:cubicBezTo>
                    <a:lnTo>
                      <a:pt x="1754" y="3135"/>
                    </a:lnTo>
                    <a:cubicBezTo>
                      <a:pt x="1679" y="2994"/>
                      <a:pt x="1646" y="2828"/>
                      <a:pt x="1613" y="2671"/>
                    </a:cubicBezTo>
                    <a:close/>
                    <a:moveTo>
                      <a:pt x="2939" y="3384"/>
                    </a:moveTo>
                    <a:cubicBezTo>
                      <a:pt x="2963" y="3433"/>
                      <a:pt x="2988" y="3491"/>
                      <a:pt x="3013" y="3549"/>
                    </a:cubicBezTo>
                    <a:cubicBezTo>
                      <a:pt x="2988" y="3500"/>
                      <a:pt x="2963" y="3442"/>
                      <a:pt x="2930" y="3392"/>
                    </a:cubicBezTo>
                    <a:cubicBezTo>
                      <a:pt x="2930" y="3392"/>
                      <a:pt x="2939" y="3384"/>
                      <a:pt x="2939" y="3384"/>
                    </a:cubicBezTo>
                    <a:close/>
                    <a:moveTo>
                      <a:pt x="2864" y="3466"/>
                    </a:moveTo>
                    <a:cubicBezTo>
                      <a:pt x="2881" y="3500"/>
                      <a:pt x="2897" y="3541"/>
                      <a:pt x="2914" y="3574"/>
                    </a:cubicBezTo>
                    <a:cubicBezTo>
                      <a:pt x="2914" y="3582"/>
                      <a:pt x="2914" y="3582"/>
                      <a:pt x="2914" y="3582"/>
                    </a:cubicBezTo>
                    <a:cubicBezTo>
                      <a:pt x="2889" y="3558"/>
                      <a:pt x="2856" y="3533"/>
                      <a:pt x="2823" y="3508"/>
                    </a:cubicBezTo>
                    <a:cubicBezTo>
                      <a:pt x="2839" y="3491"/>
                      <a:pt x="2856" y="3483"/>
                      <a:pt x="2864" y="3466"/>
                    </a:cubicBezTo>
                    <a:close/>
                    <a:moveTo>
                      <a:pt x="10462" y="9958"/>
                    </a:moveTo>
                    <a:lnTo>
                      <a:pt x="10462" y="9958"/>
                    </a:lnTo>
                    <a:cubicBezTo>
                      <a:pt x="10462" y="9959"/>
                      <a:pt x="10462" y="9961"/>
                      <a:pt x="10462" y="9962"/>
                    </a:cubicBezTo>
                    <a:cubicBezTo>
                      <a:pt x="10462" y="9961"/>
                      <a:pt x="10462" y="9959"/>
                      <a:pt x="10462" y="9958"/>
                    </a:cubicBezTo>
                    <a:close/>
                    <a:moveTo>
                      <a:pt x="10089" y="10868"/>
                    </a:moveTo>
                    <a:cubicBezTo>
                      <a:pt x="10089" y="10870"/>
                      <a:pt x="10089" y="10872"/>
                      <a:pt x="10089" y="10874"/>
                    </a:cubicBezTo>
                    <a:cubicBezTo>
                      <a:pt x="10089" y="10872"/>
                      <a:pt x="10089" y="10870"/>
                      <a:pt x="10089" y="10868"/>
                    </a:cubicBezTo>
                    <a:close/>
                    <a:moveTo>
                      <a:pt x="6924" y="16210"/>
                    </a:moveTo>
                    <a:cubicBezTo>
                      <a:pt x="6940" y="16268"/>
                      <a:pt x="6965" y="16334"/>
                      <a:pt x="6982" y="16392"/>
                    </a:cubicBezTo>
                    <a:lnTo>
                      <a:pt x="6965" y="16417"/>
                    </a:lnTo>
                    <a:cubicBezTo>
                      <a:pt x="6957" y="16342"/>
                      <a:pt x="6940" y="16276"/>
                      <a:pt x="6924" y="16210"/>
                    </a:cubicBezTo>
                    <a:close/>
                    <a:moveTo>
                      <a:pt x="8066" y="0"/>
                    </a:moveTo>
                    <a:cubicBezTo>
                      <a:pt x="8037" y="0"/>
                      <a:pt x="8009" y="6"/>
                      <a:pt x="7984" y="20"/>
                    </a:cubicBezTo>
                    <a:cubicBezTo>
                      <a:pt x="7893" y="53"/>
                      <a:pt x="7860" y="161"/>
                      <a:pt x="7819" y="252"/>
                    </a:cubicBezTo>
                    <a:cubicBezTo>
                      <a:pt x="7719" y="517"/>
                      <a:pt x="7520" y="765"/>
                      <a:pt x="7247" y="840"/>
                    </a:cubicBezTo>
                    <a:cubicBezTo>
                      <a:pt x="7191" y="856"/>
                      <a:pt x="7133" y="864"/>
                      <a:pt x="7074" y="864"/>
                    </a:cubicBezTo>
                    <a:cubicBezTo>
                      <a:pt x="6841" y="864"/>
                      <a:pt x="6611" y="736"/>
                      <a:pt x="6551" y="517"/>
                    </a:cubicBezTo>
                    <a:cubicBezTo>
                      <a:pt x="6112" y="608"/>
                      <a:pt x="5971" y="1254"/>
                      <a:pt x="5532" y="1321"/>
                    </a:cubicBezTo>
                    <a:cubicBezTo>
                      <a:pt x="5506" y="1325"/>
                      <a:pt x="5481" y="1326"/>
                      <a:pt x="5456" y="1326"/>
                    </a:cubicBezTo>
                    <a:cubicBezTo>
                      <a:pt x="5174" y="1326"/>
                      <a:pt x="4931" y="1081"/>
                      <a:pt x="4695" y="906"/>
                    </a:cubicBezTo>
                    <a:cubicBezTo>
                      <a:pt x="4447" y="906"/>
                      <a:pt x="4024" y="608"/>
                      <a:pt x="3734" y="567"/>
                    </a:cubicBezTo>
                    <a:cubicBezTo>
                      <a:pt x="3573" y="546"/>
                      <a:pt x="3412" y="538"/>
                      <a:pt x="3251" y="538"/>
                    </a:cubicBezTo>
                    <a:cubicBezTo>
                      <a:pt x="3031" y="538"/>
                      <a:pt x="2811" y="552"/>
                      <a:pt x="2591" y="567"/>
                    </a:cubicBezTo>
                    <a:cubicBezTo>
                      <a:pt x="2466" y="575"/>
                      <a:pt x="2359" y="583"/>
                      <a:pt x="2251" y="591"/>
                    </a:cubicBezTo>
                    <a:cubicBezTo>
                      <a:pt x="2019" y="616"/>
                      <a:pt x="1803" y="658"/>
                      <a:pt x="1596" y="724"/>
                    </a:cubicBezTo>
                    <a:cubicBezTo>
                      <a:pt x="1389" y="799"/>
                      <a:pt x="1190" y="906"/>
                      <a:pt x="983" y="1064"/>
                    </a:cubicBezTo>
                    <a:cubicBezTo>
                      <a:pt x="942" y="1097"/>
                      <a:pt x="909" y="1130"/>
                      <a:pt x="859" y="1163"/>
                    </a:cubicBezTo>
                    <a:cubicBezTo>
                      <a:pt x="817" y="1205"/>
                      <a:pt x="759" y="1246"/>
                      <a:pt x="710" y="1287"/>
                    </a:cubicBezTo>
                    <a:cubicBezTo>
                      <a:pt x="643" y="1345"/>
                      <a:pt x="577" y="1412"/>
                      <a:pt x="511" y="1478"/>
                    </a:cubicBezTo>
                    <a:cubicBezTo>
                      <a:pt x="445" y="1544"/>
                      <a:pt x="387" y="1602"/>
                      <a:pt x="329" y="1677"/>
                    </a:cubicBezTo>
                    <a:cubicBezTo>
                      <a:pt x="320" y="1677"/>
                      <a:pt x="320" y="1685"/>
                      <a:pt x="312" y="1693"/>
                    </a:cubicBezTo>
                    <a:cubicBezTo>
                      <a:pt x="204" y="1826"/>
                      <a:pt x="113" y="1967"/>
                      <a:pt x="80" y="2099"/>
                    </a:cubicBezTo>
                    <a:cubicBezTo>
                      <a:pt x="20" y="2304"/>
                      <a:pt x="1" y="2357"/>
                      <a:pt x="23" y="2357"/>
                    </a:cubicBezTo>
                    <a:cubicBezTo>
                      <a:pt x="39" y="2357"/>
                      <a:pt x="81" y="2325"/>
                      <a:pt x="146" y="2306"/>
                    </a:cubicBezTo>
                    <a:lnTo>
                      <a:pt x="146" y="2306"/>
                    </a:lnTo>
                    <a:cubicBezTo>
                      <a:pt x="138" y="2340"/>
                      <a:pt x="163" y="2364"/>
                      <a:pt x="188" y="2364"/>
                    </a:cubicBezTo>
                    <a:cubicBezTo>
                      <a:pt x="403" y="2398"/>
                      <a:pt x="486" y="2572"/>
                      <a:pt x="569" y="2746"/>
                    </a:cubicBezTo>
                    <a:cubicBezTo>
                      <a:pt x="618" y="2867"/>
                      <a:pt x="722" y="3052"/>
                      <a:pt x="866" y="3052"/>
                    </a:cubicBezTo>
                    <a:cubicBezTo>
                      <a:pt x="869" y="3052"/>
                      <a:pt x="872" y="3052"/>
                      <a:pt x="875" y="3052"/>
                    </a:cubicBezTo>
                    <a:cubicBezTo>
                      <a:pt x="917" y="3102"/>
                      <a:pt x="958" y="3160"/>
                      <a:pt x="1016" y="3201"/>
                    </a:cubicBezTo>
                    <a:cubicBezTo>
                      <a:pt x="1057" y="3233"/>
                      <a:pt x="1099" y="3248"/>
                      <a:pt x="1140" y="3248"/>
                    </a:cubicBezTo>
                    <a:cubicBezTo>
                      <a:pt x="1214" y="3248"/>
                      <a:pt x="1283" y="3199"/>
                      <a:pt x="1331" y="3118"/>
                    </a:cubicBezTo>
                    <a:cubicBezTo>
                      <a:pt x="1381" y="3036"/>
                      <a:pt x="1422" y="2953"/>
                      <a:pt x="1472" y="2862"/>
                    </a:cubicBezTo>
                    <a:cubicBezTo>
                      <a:pt x="1530" y="3118"/>
                      <a:pt x="1638" y="3375"/>
                      <a:pt x="1878" y="3500"/>
                    </a:cubicBezTo>
                    <a:cubicBezTo>
                      <a:pt x="1994" y="3566"/>
                      <a:pt x="2127" y="3574"/>
                      <a:pt x="2259" y="3582"/>
                    </a:cubicBezTo>
                    <a:cubicBezTo>
                      <a:pt x="2325" y="3605"/>
                      <a:pt x="2399" y="3616"/>
                      <a:pt x="2473" y="3616"/>
                    </a:cubicBezTo>
                    <a:cubicBezTo>
                      <a:pt x="2510" y="3616"/>
                      <a:pt x="2546" y="3613"/>
                      <a:pt x="2582" y="3607"/>
                    </a:cubicBezTo>
                    <a:cubicBezTo>
                      <a:pt x="2607" y="3616"/>
                      <a:pt x="2640" y="3624"/>
                      <a:pt x="2665" y="3640"/>
                    </a:cubicBezTo>
                    <a:cubicBezTo>
                      <a:pt x="2723" y="3765"/>
                      <a:pt x="2781" y="3897"/>
                      <a:pt x="2806" y="4038"/>
                    </a:cubicBezTo>
                    <a:cubicBezTo>
                      <a:pt x="2831" y="4129"/>
                      <a:pt x="2856" y="4229"/>
                      <a:pt x="2864" y="4328"/>
                    </a:cubicBezTo>
                    <a:cubicBezTo>
                      <a:pt x="2872" y="4378"/>
                      <a:pt x="2872" y="4428"/>
                      <a:pt x="2881" y="4469"/>
                    </a:cubicBezTo>
                    <a:cubicBezTo>
                      <a:pt x="2881" y="4527"/>
                      <a:pt x="2881" y="4585"/>
                      <a:pt x="2897" y="4635"/>
                    </a:cubicBezTo>
                    <a:cubicBezTo>
                      <a:pt x="2910" y="4668"/>
                      <a:pt x="2936" y="4684"/>
                      <a:pt x="2963" y="4684"/>
                    </a:cubicBezTo>
                    <a:cubicBezTo>
                      <a:pt x="2990" y="4684"/>
                      <a:pt x="3017" y="4668"/>
                      <a:pt x="3030" y="4635"/>
                    </a:cubicBezTo>
                    <a:cubicBezTo>
                      <a:pt x="3046" y="4585"/>
                      <a:pt x="3038" y="4527"/>
                      <a:pt x="3030" y="4469"/>
                    </a:cubicBezTo>
                    <a:cubicBezTo>
                      <a:pt x="3030" y="4419"/>
                      <a:pt x="3021" y="4361"/>
                      <a:pt x="3013" y="4312"/>
                    </a:cubicBezTo>
                    <a:cubicBezTo>
                      <a:pt x="2988" y="4204"/>
                      <a:pt x="2963" y="4104"/>
                      <a:pt x="2930" y="4005"/>
                    </a:cubicBezTo>
                    <a:cubicBezTo>
                      <a:pt x="2905" y="3939"/>
                      <a:pt x="2881" y="3864"/>
                      <a:pt x="2847" y="3798"/>
                    </a:cubicBezTo>
                    <a:lnTo>
                      <a:pt x="2847" y="3798"/>
                    </a:lnTo>
                    <a:cubicBezTo>
                      <a:pt x="2881" y="3839"/>
                      <a:pt x="2905" y="3881"/>
                      <a:pt x="2922" y="3922"/>
                    </a:cubicBezTo>
                    <a:cubicBezTo>
                      <a:pt x="3030" y="4154"/>
                      <a:pt x="3046" y="4419"/>
                      <a:pt x="3204" y="4626"/>
                    </a:cubicBezTo>
                    <a:cubicBezTo>
                      <a:pt x="3212" y="4643"/>
                      <a:pt x="3237" y="4651"/>
                      <a:pt x="3253" y="4651"/>
                    </a:cubicBezTo>
                    <a:cubicBezTo>
                      <a:pt x="3262" y="4742"/>
                      <a:pt x="3270" y="4834"/>
                      <a:pt x="3270" y="4925"/>
                    </a:cubicBezTo>
                    <a:cubicBezTo>
                      <a:pt x="3278" y="5148"/>
                      <a:pt x="3262" y="5372"/>
                      <a:pt x="3253" y="5596"/>
                    </a:cubicBezTo>
                    <a:cubicBezTo>
                      <a:pt x="3249" y="5664"/>
                      <a:pt x="3301" y="5697"/>
                      <a:pt x="3355" y="5697"/>
                    </a:cubicBezTo>
                    <a:cubicBezTo>
                      <a:pt x="3400" y="5697"/>
                      <a:pt x="3446" y="5674"/>
                      <a:pt x="3461" y="5629"/>
                    </a:cubicBezTo>
                    <a:cubicBezTo>
                      <a:pt x="3485" y="5480"/>
                      <a:pt x="3502" y="5322"/>
                      <a:pt x="3502" y="5173"/>
                    </a:cubicBezTo>
                    <a:cubicBezTo>
                      <a:pt x="3519" y="4958"/>
                      <a:pt x="3552" y="4742"/>
                      <a:pt x="3585" y="4527"/>
                    </a:cubicBezTo>
                    <a:cubicBezTo>
                      <a:pt x="3618" y="4486"/>
                      <a:pt x="3643" y="4444"/>
                      <a:pt x="3676" y="4403"/>
                    </a:cubicBezTo>
                    <a:cubicBezTo>
                      <a:pt x="3684" y="4461"/>
                      <a:pt x="3693" y="4519"/>
                      <a:pt x="3701" y="4568"/>
                    </a:cubicBezTo>
                    <a:cubicBezTo>
                      <a:pt x="3709" y="4651"/>
                      <a:pt x="3726" y="4734"/>
                      <a:pt x="3734" y="4809"/>
                    </a:cubicBezTo>
                    <a:cubicBezTo>
                      <a:pt x="3751" y="4892"/>
                      <a:pt x="3759" y="4983"/>
                      <a:pt x="3784" y="5057"/>
                    </a:cubicBezTo>
                    <a:cubicBezTo>
                      <a:pt x="3791" y="5076"/>
                      <a:pt x="3807" y="5085"/>
                      <a:pt x="3822" y="5085"/>
                    </a:cubicBezTo>
                    <a:cubicBezTo>
                      <a:pt x="3841" y="5085"/>
                      <a:pt x="3858" y="5072"/>
                      <a:pt x="3858" y="5049"/>
                    </a:cubicBezTo>
                    <a:cubicBezTo>
                      <a:pt x="3858" y="4966"/>
                      <a:pt x="3842" y="4883"/>
                      <a:pt x="3825" y="4800"/>
                    </a:cubicBezTo>
                    <a:cubicBezTo>
                      <a:pt x="3817" y="4718"/>
                      <a:pt x="3800" y="4635"/>
                      <a:pt x="3784" y="4560"/>
                    </a:cubicBezTo>
                    <a:cubicBezTo>
                      <a:pt x="3775" y="4477"/>
                      <a:pt x="3759" y="4394"/>
                      <a:pt x="3742" y="4312"/>
                    </a:cubicBezTo>
                    <a:cubicBezTo>
                      <a:pt x="3809" y="4229"/>
                      <a:pt x="3867" y="4146"/>
                      <a:pt x="3925" y="4063"/>
                    </a:cubicBezTo>
                    <a:cubicBezTo>
                      <a:pt x="3991" y="4378"/>
                      <a:pt x="4049" y="4701"/>
                      <a:pt x="4099" y="5024"/>
                    </a:cubicBezTo>
                    <a:cubicBezTo>
                      <a:pt x="4157" y="5447"/>
                      <a:pt x="4198" y="5869"/>
                      <a:pt x="4239" y="6292"/>
                    </a:cubicBezTo>
                    <a:cubicBezTo>
                      <a:pt x="4244" y="6315"/>
                      <a:pt x="4270" y="6331"/>
                      <a:pt x="4292" y="6331"/>
                    </a:cubicBezTo>
                    <a:cubicBezTo>
                      <a:pt x="4308" y="6331"/>
                      <a:pt x="4322" y="6322"/>
                      <a:pt x="4322" y="6300"/>
                    </a:cubicBezTo>
                    <a:cubicBezTo>
                      <a:pt x="4372" y="5969"/>
                      <a:pt x="4413" y="5637"/>
                      <a:pt x="4413" y="5298"/>
                    </a:cubicBezTo>
                    <a:cubicBezTo>
                      <a:pt x="4430" y="5372"/>
                      <a:pt x="4455" y="5455"/>
                      <a:pt x="4480" y="5530"/>
                    </a:cubicBezTo>
                    <a:cubicBezTo>
                      <a:pt x="4480" y="5563"/>
                      <a:pt x="4480" y="5596"/>
                      <a:pt x="4488" y="5637"/>
                    </a:cubicBezTo>
                    <a:cubicBezTo>
                      <a:pt x="4496" y="5762"/>
                      <a:pt x="4505" y="5894"/>
                      <a:pt x="4513" y="6018"/>
                    </a:cubicBezTo>
                    <a:cubicBezTo>
                      <a:pt x="4521" y="6159"/>
                      <a:pt x="4521" y="6300"/>
                      <a:pt x="4554" y="6433"/>
                    </a:cubicBezTo>
                    <a:cubicBezTo>
                      <a:pt x="4562" y="6476"/>
                      <a:pt x="4594" y="6496"/>
                      <a:pt x="4629" y="6496"/>
                    </a:cubicBezTo>
                    <a:cubicBezTo>
                      <a:pt x="4673" y="6496"/>
                      <a:pt x="4720" y="6464"/>
                      <a:pt x="4720" y="6408"/>
                    </a:cubicBezTo>
                    <a:cubicBezTo>
                      <a:pt x="4728" y="6308"/>
                      <a:pt x="4745" y="6209"/>
                      <a:pt x="4753" y="6110"/>
                    </a:cubicBezTo>
                    <a:cubicBezTo>
                      <a:pt x="4795" y="6242"/>
                      <a:pt x="4828" y="6366"/>
                      <a:pt x="4861" y="6491"/>
                    </a:cubicBezTo>
                    <a:cubicBezTo>
                      <a:pt x="4952" y="6897"/>
                      <a:pt x="4977" y="7294"/>
                      <a:pt x="4985" y="7709"/>
                    </a:cubicBezTo>
                    <a:cubicBezTo>
                      <a:pt x="4985" y="7760"/>
                      <a:pt x="5028" y="7791"/>
                      <a:pt x="5069" y="7791"/>
                    </a:cubicBezTo>
                    <a:cubicBezTo>
                      <a:pt x="5101" y="7791"/>
                      <a:pt x="5132" y="7773"/>
                      <a:pt x="5143" y="7733"/>
                    </a:cubicBezTo>
                    <a:cubicBezTo>
                      <a:pt x="5184" y="7510"/>
                      <a:pt x="5209" y="7294"/>
                      <a:pt x="5209" y="7079"/>
                    </a:cubicBezTo>
                    <a:cubicBezTo>
                      <a:pt x="5217" y="7137"/>
                      <a:pt x="5225" y="7203"/>
                      <a:pt x="5234" y="7261"/>
                    </a:cubicBezTo>
                    <a:cubicBezTo>
                      <a:pt x="5225" y="7162"/>
                      <a:pt x="5259" y="7054"/>
                      <a:pt x="5308" y="6955"/>
                    </a:cubicBezTo>
                    <a:lnTo>
                      <a:pt x="5308" y="6955"/>
                    </a:lnTo>
                    <a:cubicBezTo>
                      <a:pt x="5300" y="6988"/>
                      <a:pt x="5300" y="7021"/>
                      <a:pt x="5292" y="7046"/>
                    </a:cubicBezTo>
                    <a:cubicBezTo>
                      <a:pt x="5292" y="7071"/>
                      <a:pt x="5300" y="7095"/>
                      <a:pt x="5325" y="7104"/>
                    </a:cubicBezTo>
                    <a:cubicBezTo>
                      <a:pt x="5329" y="7105"/>
                      <a:pt x="5334" y="7106"/>
                      <a:pt x="5338" y="7106"/>
                    </a:cubicBezTo>
                    <a:cubicBezTo>
                      <a:pt x="5358" y="7106"/>
                      <a:pt x="5375" y="7091"/>
                      <a:pt x="5375" y="7071"/>
                    </a:cubicBezTo>
                    <a:cubicBezTo>
                      <a:pt x="5391" y="6988"/>
                      <a:pt x="5408" y="6897"/>
                      <a:pt x="5416" y="6814"/>
                    </a:cubicBezTo>
                    <a:cubicBezTo>
                      <a:pt x="5424" y="6806"/>
                      <a:pt x="5433" y="6797"/>
                      <a:pt x="5441" y="6789"/>
                    </a:cubicBezTo>
                    <a:lnTo>
                      <a:pt x="5441" y="6789"/>
                    </a:lnTo>
                    <a:cubicBezTo>
                      <a:pt x="5631" y="7800"/>
                      <a:pt x="5325" y="8893"/>
                      <a:pt x="4654" y="9664"/>
                    </a:cubicBezTo>
                    <a:cubicBezTo>
                      <a:pt x="4665" y="9663"/>
                      <a:pt x="4676" y="9662"/>
                      <a:pt x="4687" y="9662"/>
                    </a:cubicBezTo>
                    <a:cubicBezTo>
                      <a:pt x="4928" y="9662"/>
                      <a:pt x="5027" y="10007"/>
                      <a:pt x="5035" y="10261"/>
                    </a:cubicBezTo>
                    <a:cubicBezTo>
                      <a:pt x="5068" y="11197"/>
                      <a:pt x="5093" y="12133"/>
                      <a:pt x="5126" y="13069"/>
                    </a:cubicBezTo>
                    <a:cubicBezTo>
                      <a:pt x="5167" y="14221"/>
                      <a:pt x="5242" y="15464"/>
                      <a:pt x="5805" y="16442"/>
                    </a:cubicBezTo>
                    <a:cubicBezTo>
                      <a:pt x="5838" y="16649"/>
                      <a:pt x="5830" y="16864"/>
                      <a:pt x="5913" y="17071"/>
                    </a:cubicBezTo>
                    <a:cubicBezTo>
                      <a:pt x="5930" y="17115"/>
                      <a:pt x="5975" y="17140"/>
                      <a:pt x="6017" y="17140"/>
                    </a:cubicBezTo>
                    <a:cubicBezTo>
                      <a:pt x="6055" y="17140"/>
                      <a:pt x="6092" y="17119"/>
                      <a:pt x="6104" y="17071"/>
                    </a:cubicBezTo>
                    <a:cubicBezTo>
                      <a:pt x="6120" y="17021"/>
                      <a:pt x="6137" y="16972"/>
                      <a:pt x="6153" y="16922"/>
                    </a:cubicBezTo>
                    <a:cubicBezTo>
                      <a:pt x="6162" y="16939"/>
                      <a:pt x="6170" y="16947"/>
                      <a:pt x="6178" y="16964"/>
                    </a:cubicBezTo>
                    <a:cubicBezTo>
                      <a:pt x="6186" y="16897"/>
                      <a:pt x="6195" y="16831"/>
                      <a:pt x="6203" y="16773"/>
                    </a:cubicBezTo>
                    <a:cubicBezTo>
                      <a:pt x="6286" y="16558"/>
                      <a:pt x="6377" y="16350"/>
                      <a:pt x="6468" y="16143"/>
                    </a:cubicBezTo>
                    <a:cubicBezTo>
                      <a:pt x="6534" y="16044"/>
                      <a:pt x="6609" y="15953"/>
                      <a:pt x="6700" y="15870"/>
                    </a:cubicBezTo>
                    <a:cubicBezTo>
                      <a:pt x="6783" y="16127"/>
                      <a:pt x="6833" y="16400"/>
                      <a:pt x="6858" y="16682"/>
                    </a:cubicBezTo>
                    <a:cubicBezTo>
                      <a:pt x="6862" y="16724"/>
                      <a:pt x="6899" y="16750"/>
                      <a:pt x="6934" y="16750"/>
                    </a:cubicBezTo>
                    <a:cubicBezTo>
                      <a:pt x="6961" y="16750"/>
                      <a:pt x="6988" y="16734"/>
                      <a:pt x="6998" y="16698"/>
                    </a:cubicBezTo>
                    <a:cubicBezTo>
                      <a:pt x="7032" y="16607"/>
                      <a:pt x="7081" y="16516"/>
                      <a:pt x="7131" y="16433"/>
                    </a:cubicBezTo>
                    <a:cubicBezTo>
                      <a:pt x="7181" y="16384"/>
                      <a:pt x="7230" y="16326"/>
                      <a:pt x="7280" y="16268"/>
                    </a:cubicBezTo>
                    <a:cubicBezTo>
                      <a:pt x="7371" y="16185"/>
                      <a:pt x="7471" y="16118"/>
                      <a:pt x="7570" y="16052"/>
                    </a:cubicBezTo>
                    <a:cubicBezTo>
                      <a:pt x="7786" y="15886"/>
                      <a:pt x="7960" y="15679"/>
                      <a:pt x="8076" y="15431"/>
                    </a:cubicBezTo>
                    <a:cubicBezTo>
                      <a:pt x="8092" y="15398"/>
                      <a:pt x="8100" y="15373"/>
                      <a:pt x="8117" y="15340"/>
                    </a:cubicBezTo>
                    <a:lnTo>
                      <a:pt x="8117" y="15340"/>
                    </a:lnTo>
                    <a:cubicBezTo>
                      <a:pt x="8100" y="15406"/>
                      <a:pt x="8092" y="15480"/>
                      <a:pt x="8067" y="15555"/>
                    </a:cubicBezTo>
                    <a:cubicBezTo>
                      <a:pt x="8034" y="15679"/>
                      <a:pt x="8001" y="15828"/>
                      <a:pt x="7943" y="15953"/>
                    </a:cubicBezTo>
                    <a:cubicBezTo>
                      <a:pt x="7932" y="15987"/>
                      <a:pt x="7959" y="16017"/>
                      <a:pt x="7988" y="16017"/>
                    </a:cubicBezTo>
                    <a:cubicBezTo>
                      <a:pt x="8001" y="16017"/>
                      <a:pt x="8015" y="16010"/>
                      <a:pt x="8026" y="15994"/>
                    </a:cubicBezTo>
                    <a:cubicBezTo>
                      <a:pt x="8100" y="15878"/>
                      <a:pt x="8167" y="15762"/>
                      <a:pt x="8216" y="15630"/>
                    </a:cubicBezTo>
                    <a:cubicBezTo>
                      <a:pt x="8266" y="15514"/>
                      <a:pt x="8299" y="15381"/>
                      <a:pt x="8324" y="15257"/>
                    </a:cubicBezTo>
                    <a:cubicBezTo>
                      <a:pt x="8357" y="15124"/>
                      <a:pt x="8374" y="14983"/>
                      <a:pt x="8390" y="14851"/>
                    </a:cubicBezTo>
                    <a:cubicBezTo>
                      <a:pt x="8407" y="14826"/>
                      <a:pt x="8424" y="14809"/>
                      <a:pt x="8440" y="14784"/>
                    </a:cubicBezTo>
                    <a:lnTo>
                      <a:pt x="8440" y="14726"/>
                    </a:lnTo>
                    <a:cubicBezTo>
                      <a:pt x="8448" y="14685"/>
                      <a:pt x="8448" y="14644"/>
                      <a:pt x="8457" y="14594"/>
                    </a:cubicBezTo>
                    <a:lnTo>
                      <a:pt x="8457" y="14594"/>
                    </a:lnTo>
                    <a:cubicBezTo>
                      <a:pt x="8440" y="14635"/>
                      <a:pt x="8424" y="14677"/>
                      <a:pt x="8407" y="14718"/>
                    </a:cubicBezTo>
                    <a:cubicBezTo>
                      <a:pt x="8415" y="14627"/>
                      <a:pt x="8415" y="14528"/>
                      <a:pt x="8424" y="14436"/>
                    </a:cubicBezTo>
                    <a:cubicBezTo>
                      <a:pt x="8432" y="14254"/>
                      <a:pt x="8448" y="14072"/>
                      <a:pt x="8457" y="13890"/>
                    </a:cubicBezTo>
                    <a:cubicBezTo>
                      <a:pt x="8498" y="13707"/>
                      <a:pt x="8540" y="13517"/>
                      <a:pt x="8564" y="13326"/>
                    </a:cubicBezTo>
                    <a:cubicBezTo>
                      <a:pt x="8568" y="13289"/>
                      <a:pt x="8594" y="13272"/>
                      <a:pt x="8621" y="13272"/>
                    </a:cubicBezTo>
                    <a:cubicBezTo>
                      <a:pt x="8654" y="13272"/>
                      <a:pt x="8689" y="13297"/>
                      <a:pt x="8689" y="13343"/>
                    </a:cubicBezTo>
                    <a:cubicBezTo>
                      <a:pt x="8689" y="13459"/>
                      <a:pt x="8680" y="13575"/>
                      <a:pt x="8672" y="13691"/>
                    </a:cubicBezTo>
                    <a:cubicBezTo>
                      <a:pt x="8697" y="13616"/>
                      <a:pt x="8730" y="13533"/>
                      <a:pt x="8755" y="13459"/>
                    </a:cubicBezTo>
                    <a:cubicBezTo>
                      <a:pt x="8780" y="13343"/>
                      <a:pt x="8755" y="13218"/>
                      <a:pt x="8747" y="13102"/>
                    </a:cubicBezTo>
                    <a:cubicBezTo>
                      <a:pt x="8738" y="13044"/>
                      <a:pt x="8730" y="12978"/>
                      <a:pt x="8722" y="12920"/>
                    </a:cubicBezTo>
                    <a:cubicBezTo>
                      <a:pt x="8722" y="12870"/>
                      <a:pt x="8730" y="12796"/>
                      <a:pt x="8689" y="12763"/>
                    </a:cubicBezTo>
                    <a:cubicBezTo>
                      <a:pt x="8661" y="12735"/>
                      <a:pt x="8680" y="12683"/>
                      <a:pt x="8712" y="12683"/>
                    </a:cubicBezTo>
                    <a:cubicBezTo>
                      <a:pt x="8718" y="12683"/>
                      <a:pt x="8724" y="12684"/>
                      <a:pt x="8730" y="12688"/>
                    </a:cubicBezTo>
                    <a:cubicBezTo>
                      <a:pt x="8830" y="12738"/>
                      <a:pt x="8854" y="12837"/>
                      <a:pt x="8871" y="12937"/>
                    </a:cubicBezTo>
                    <a:cubicBezTo>
                      <a:pt x="8904" y="12870"/>
                      <a:pt x="8937" y="12796"/>
                      <a:pt x="8970" y="12730"/>
                    </a:cubicBezTo>
                    <a:cubicBezTo>
                      <a:pt x="9111" y="12473"/>
                      <a:pt x="9327" y="12274"/>
                      <a:pt x="9509" y="12050"/>
                    </a:cubicBezTo>
                    <a:cubicBezTo>
                      <a:pt x="9509" y="12042"/>
                      <a:pt x="9517" y="12034"/>
                      <a:pt x="9526" y="12025"/>
                    </a:cubicBezTo>
                    <a:cubicBezTo>
                      <a:pt x="9625" y="11818"/>
                      <a:pt x="9733" y="11619"/>
                      <a:pt x="9840" y="11412"/>
                    </a:cubicBezTo>
                    <a:cubicBezTo>
                      <a:pt x="9940" y="11114"/>
                      <a:pt x="9990" y="10791"/>
                      <a:pt x="10031" y="10484"/>
                    </a:cubicBezTo>
                    <a:cubicBezTo>
                      <a:pt x="10035" y="10461"/>
                      <a:pt x="10051" y="10451"/>
                      <a:pt x="10067" y="10451"/>
                    </a:cubicBezTo>
                    <a:cubicBezTo>
                      <a:pt x="10086" y="10451"/>
                      <a:pt x="10106" y="10466"/>
                      <a:pt x="10106" y="10493"/>
                    </a:cubicBezTo>
                    <a:cubicBezTo>
                      <a:pt x="10097" y="10615"/>
                      <a:pt x="10097" y="10737"/>
                      <a:pt x="10089" y="10868"/>
                    </a:cubicBezTo>
                    <a:lnTo>
                      <a:pt x="10089" y="10868"/>
                    </a:lnTo>
                    <a:cubicBezTo>
                      <a:pt x="10091" y="10855"/>
                      <a:pt x="10097" y="10848"/>
                      <a:pt x="10097" y="10841"/>
                    </a:cubicBezTo>
                    <a:cubicBezTo>
                      <a:pt x="10280" y="10385"/>
                      <a:pt x="10396" y="9888"/>
                      <a:pt x="10338" y="9399"/>
                    </a:cubicBezTo>
                    <a:cubicBezTo>
                      <a:pt x="10338" y="9366"/>
                      <a:pt x="10364" y="9346"/>
                      <a:pt x="10389" y="9346"/>
                    </a:cubicBezTo>
                    <a:cubicBezTo>
                      <a:pt x="10408" y="9346"/>
                      <a:pt x="10425" y="9357"/>
                      <a:pt x="10429" y="9382"/>
                    </a:cubicBezTo>
                    <a:cubicBezTo>
                      <a:pt x="10462" y="9571"/>
                      <a:pt x="10470" y="9769"/>
                      <a:pt x="10462" y="9958"/>
                    </a:cubicBezTo>
                    <a:lnTo>
                      <a:pt x="10462" y="9958"/>
                    </a:lnTo>
                    <a:cubicBezTo>
                      <a:pt x="10463" y="9943"/>
                      <a:pt x="10470" y="9928"/>
                      <a:pt x="10470" y="9913"/>
                    </a:cubicBezTo>
                    <a:cubicBezTo>
                      <a:pt x="10495" y="9813"/>
                      <a:pt x="10503" y="9714"/>
                      <a:pt x="10512" y="9614"/>
                    </a:cubicBezTo>
                    <a:cubicBezTo>
                      <a:pt x="10495" y="9606"/>
                      <a:pt x="10478" y="9589"/>
                      <a:pt x="10478" y="9565"/>
                    </a:cubicBezTo>
                    <a:cubicBezTo>
                      <a:pt x="10470" y="9490"/>
                      <a:pt x="10487" y="9415"/>
                      <a:pt x="10495" y="9333"/>
                    </a:cubicBezTo>
                    <a:cubicBezTo>
                      <a:pt x="10503" y="9275"/>
                      <a:pt x="10512" y="9208"/>
                      <a:pt x="10520" y="9150"/>
                    </a:cubicBezTo>
                    <a:cubicBezTo>
                      <a:pt x="10512" y="9018"/>
                      <a:pt x="10495" y="8893"/>
                      <a:pt x="10478" y="8769"/>
                    </a:cubicBezTo>
                    <a:cubicBezTo>
                      <a:pt x="10454" y="8562"/>
                      <a:pt x="10429" y="8355"/>
                      <a:pt x="10404" y="8148"/>
                    </a:cubicBezTo>
                    <a:cubicBezTo>
                      <a:pt x="10399" y="8123"/>
                      <a:pt x="10424" y="8104"/>
                      <a:pt x="10449" y="8104"/>
                    </a:cubicBezTo>
                    <a:cubicBezTo>
                      <a:pt x="10465" y="8104"/>
                      <a:pt x="10480" y="8112"/>
                      <a:pt x="10487" y="8131"/>
                    </a:cubicBezTo>
                    <a:cubicBezTo>
                      <a:pt x="10520" y="8247"/>
                      <a:pt x="10553" y="8371"/>
                      <a:pt x="10578" y="8487"/>
                    </a:cubicBezTo>
                    <a:cubicBezTo>
                      <a:pt x="10586" y="8405"/>
                      <a:pt x="10594" y="8330"/>
                      <a:pt x="10594" y="8247"/>
                    </a:cubicBezTo>
                    <a:cubicBezTo>
                      <a:pt x="10594" y="8206"/>
                      <a:pt x="10594" y="8173"/>
                      <a:pt x="10594" y="8131"/>
                    </a:cubicBezTo>
                    <a:cubicBezTo>
                      <a:pt x="10536" y="7924"/>
                      <a:pt x="10470" y="7725"/>
                      <a:pt x="10396" y="7526"/>
                    </a:cubicBezTo>
                    <a:cubicBezTo>
                      <a:pt x="10304" y="7311"/>
                      <a:pt x="10213" y="7104"/>
                      <a:pt x="10114" y="6897"/>
                    </a:cubicBezTo>
                    <a:cubicBezTo>
                      <a:pt x="9691" y="5994"/>
                      <a:pt x="9202" y="5107"/>
                      <a:pt x="9202" y="4121"/>
                    </a:cubicBezTo>
                    <a:cubicBezTo>
                      <a:pt x="9202" y="4038"/>
                      <a:pt x="9202" y="3947"/>
                      <a:pt x="9244" y="3864"/>
                    </a:cubicBezTo>
                    <a:cubicBezTo>
                      <a:pt x="9244" y="4071"/>
                      <a:pt x="9260" y="4270"/>
                      <a:pt x="9302" y="4469"/>
                    </a:cubicBezTo>
                    <a:cubicBezTo>
                      <a:pt x="9343" y="4668"/>
                      <a:pt x="9393" y="4858"/>
                      <a:pt x="9451" y="5049"/>
                    </a:cubicBezTo>
                    <a:cubicBezTo>
                      <a:pt x="9484" y="5148"/>
                      <a:pt x="9517" y="5248"/>
                      <a:pt x="9550" y="5347"/>
                    </a:cubicBezTo>
                    <a:cubicBezTo>
                      <a:pt x="9584" y="5438"/>
                      <a:pt x="9617" y="5538"/>
                      <a:pt x="9683" y="5612"/>
                    </a:cubicBezTo>
                    <a:cubicBezTo>
                      <a:pt x="9695" y="5622"/>
                      <a:pt x="9707" y="5626"/>
                      <a:pt x="9720" y="5626"/>
                    </a:cubicBezTo>
                    <a:cubicBezTo>
                      <a:pt x="9753" y="5626"/>
                      <a:pt x="9785" y="5599"/>
                      <a:pt x="9791" y="5563"/>
                    </a:cubicBezTo>
                    <a:cubicBezTo>
                      <a:pt x="9799" y="5480"/>
                      <a:pt x="9766" y="5380"/>
                      <a:pt x="9741" y="5298"/>
                    </a:cubicBezTo>
                    <a:cubicBezTo>
                      <a:pt x="9708" y="5198"/>
                      <a:pt x="9675" y="5107"/>
                      <a:pt x="9650" y="5008"/>
                    </a:cubicBezTo>
                    <a:cubicBezTo>
                      <a:pt x="9592" y="4825"/>
                      <a:pt x="9534" y="4635"/>
                      <a:pt x="9492" y="4444"/>
                    </a:cubicBezTo>
                    <a:cubicBezTo>
                      <a:pt x="9443" y="4212"/>
                      <a:pt x="9410" y="3972"/>
                      <a:pt x="9401" y="3732"/>
                    </a:cubicBezTo>
                    <a:cubicBezTo>
                      <a:pt x="9450" y="3707"/>
                      <a:pt x="9505" y="3696"/>
                      <a:pt x="9563" y="3696"/>
                    </a:cubicBezTo>
                    <a:cubicBezTo>
                      <a:pt x="9643" y="3696"/>
                      <a:pt x="9727" y="3718"/>
                      <a:pt x="9799" y="3756"/>
                    </a:cubicBezTo>
                    <a:cubicBezTo>
                      <a:pt x="9832" y="3781"/>
                      <a:pt x="9874" y="3814"/>
                      <a:pt x="9907" y="3839"/>
                    </a:cubicBezTo>
                    <a:cubicBezTo>
                      <a:pt x="9940" y="3947"/>
                      <a:pt x="9973" y="4046"/>
                      <a:pt x="9998" y="4146"/>
                    </a:cubicBezTo>
                    <a:cubicBezTo>
                      <a:pt x="10064" y="4378"/>
                      <a:pt x="10114" y="4602"/>
                      <a:pt x="10164" y="4825"/>
                    </a:cubicBezTo>
                    <a:cubicBezTo>
                      <a:pt x="10175" y="4873"/>
                      <a:pt x="10213" y="4895"/>
                      <a:pt x="10252" y="4895"/>
                    </a:cubicBezTo>
                    <a:cubicBezTo>
                      <a:pt x="10301" y="4895"/>
                      <a:pt x="10350" y="4860"/>
                      <a:pt x="10346" y="4800"/>
                    </a:cubicBezTo>
                    <a:cubicBezTo>
                      <a:pt x="10346" y="4535"/>
                      <a:pt x="10346" y="4270"/>
                      <a:pt x="10346" y="4005"/>
                    </a:cubicBezTo>
                    <a:cubicBezTo>
                      <a:pt x="10346" y="3872"/>
                      <a:pt x="10346" y="3748"/>
                      <a:pt x="10354" y="3616"/>
                    </a:cubicBezTo>
                    <a:cubicBezTo>
                      <a:pt x="10354" y="3599"/>
                      <a:pt x="10354" y="3591"/>
                      <a:pt x="10354" y="3582"/>
                    </a:cubicBezTo>
                    <a:cubicBezTo>
                      <a:pt x="10412" y="3665"/>
                      <a:pt x="10478" y="3756"/>
                      <a:pt x="10545" y="3831"/>
                    </a:cubicBezTo>
                    <a:cubicBezTo>
                      <a:pt x="10545" y="3756"/>
                      <a:pt x="10536" y="3682"/>
                      <a:pt x="10528" y="3607"/>
                    </a:cubicBezTo>
                    <a:cubicBezTo>
                      <a:pt x="10512" y="3450"/>
                      <a:pt x="10503" y="3284"/>
                      <a:pt x="10470" y="3127"/>
                    </a:cubicBezTo>
                    <a:cubicBezTo>
                      <a:pt x="10445" y="2986"/>
                      <a:pt x="10404" y="2845"/>
                      <a:pt x="10296" y="2754"/>
                    </a:cubicBezTo>
                    <a:cubicBezTo>
                      <a:pt x="10256" y="2727"/>
                      <a:pt x="10281" y="2679"/>
                      <a:pt x="10318" y="2679"/>
                    </a:cubicBezTo>
                    <a:cubicBezTo>
                      <a:pt x="10327" y="2679"/>
                      <a:pt x="10336" y="2681"/>
                      <a:pt x="10346" y="2688"/>
                    </a:cubicBezTo>
                    <a:cubicBezTo>
                      <a:pt x="10387" y="2704"/>
                      <a:pt x="10420" y="2737"/>
                      <a:pt x="10445" y="2762"/>
                    </a:cubicBezTo>
                    <a:cubicBezTo>
                      <a:pt x="10437" y="2729"/>
                      <a:pt x="10429" y="2688"/>
                      <a:pt x="10420" y="2654"/>
                    </a:cubicBezTo>
                    <a:cubicBezTo>
                      <a:pt x="10387" y="2588"/>
                      <a:pt x="10346" y="2530"/>
                      <a:pt x="10313" y="2472"/>
                    </a:cubicBezTo>
                    <a:cubicBezTo>
                      <a:pt x="10238" y="2356"/>
                      <a:pt x="10164" y="2232"/>
                      <a:pt x="10089" y="2116"/>
                    </a:cubicBezTo>
                    <a:cubicBezTo>
                      <a:pt x="10089" y="2182"/>
                      <a:pt x="10081" y="2257"/>
                      <a:pt x="10039" y="2298"/>
                    </a:cubicBezTo>
                    <a:cubicBezTo>
                      <a:pt x="10027" y="2311"/>
                      <a:pt x="10008" y="2319"/>
                      <a:pt x="9992" y="2319"/>
                    </a:cubicBezTo>
                    <a:cubicBezTo>
                      <a:pt x="9975" y="2319"/>
                      <a:pt x="9961" y="2311"/>
                      <a:pt x="9956" y="2290"/>
                    </a:cubicBezTo>
                    <a:cubicBezTo>
                      <a:pt x="9940" y="2248"/>
                      <a:pt x="9940" y="2199"/>
                      <a:pt x="9940" y="2149"/>
                    </a:cubicBezTo>
                    <a:cubicBezTo>
                      <a:pt x="9940" y="2099"/>
                      <a:pt x="9932" y="2050"/>
                      <a:pt x="9923" y="2000"/>
                    </a:cubicBezTo>
                    <a:cubicBezTo>
                      <a:pt x="9898" y="1901"/>
                      <a:pt x="9865" y="1801"/>
                      <a:pt x="9824" y="1710"/>
                    </a:cubicBezTo>
                    <a:cubicBezTo>
                      <a:pt x="9741" y="1511"/>
                      <a:pt x="9650" y="1312"/>
                      <a:pt x="9559" y="1113"/>
                    </a:cubicBezTo>
                    <a:cubicBezTo>
                      <a:pt x="9550" y="1105"/>
                      <a:pt x="9550" y="1089"/>
                      <a:pt x="9559" y="1080"/>
                    </a:cubicBezTo>
                    <a:cubicBezTo>
                      <a:pt x="9517" y="1031"/>
                      <a:pt x="9476" y="981"/>
                      <a:pt x="9434" y="923"/>
                    </a:cubicBezTo>
                    <a:cubicBezTo>
                      <a:pt x="9415" y="890"/>
                      <a:pt x="9442" y="847"/>
                      <a:pt x="9475" y="847"/>
                    </a:cubicBezTo>
                    <a:cubicBezTo>
                      <a:pt x="9483" y="847"/>
                      <a:pt x="9492" y="850"/>
                      <a:pt x="9501" y="857"/>
                    </a:cubicBezTo>
                    <a:cubicBezTo>
                      <a:pt x="9584" y="931"/>
                      <a:pt x="9658" y="1014"/>
                      <a:pt x="9724" y="1089"/>
                    </a:cubicBezTo>
                    <a:cubicBezTo>
                      <a:pt x="9724" y="1080"/>
                      <a:pt x="9716" y="1064"/>
                      <a:pt x="9708" y="1047"/>
                    </a:cubicBezTo>
                    <a:cubicBezTo>
                      <a:pt x="9675" y="1022"/>
                      <a:pt x="9650" y="989"/>
                      <a:pt x="9625" y="964"/>
                    </a:cubicBezTo>
                    <a:cubicBezTo>
                      <a:pt x="9534" y="865"/>
                      <a:pt x="9468" y="732"/>
                      <a:pt x="9410" y="608"/>
                    </a:cubicBezTo>
                    <a:cubicBezTo>
                      <a:pt x="9393" y="567"/>
                      <a:pt x="9376" y="525"/>
                      <a:pt x="9360" y="484"/>
                    </a:cubicBezTo>
                    <a:cubicBezTo>
                      <a:pt x="8987" y="335"/>
                      <a:pt x="8614" y="194"/>
                      <a:pt x="8241" y="45"/>
                    </a:cubicBezTo>
                    <a:cubicBezTo>
                      <a:pt x="8186" y="22"/>
                      <a:pt x="8123" y="0"/>
                      <a:pt x="80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0" name="Google Shape;2900;p5"/>
              <p:cNvSpPr/>
              <p:nvPr/>
            </p:nvSpPr>
            <p:spPr>
              <a:xfrm>
                <a:off x="2912725" y="4638375"/>
                <a:ext cx="28150" cy="39475"/>
              </a:xfrm>
              <a:custGeom>
                <a:rect b="b" l="l" r="r" t="t"/>
                <a:pathLst>
                  <a:path extrusionOk="0" h="1579" w="1126">
                    <a:moveTo>
                      <a:pt x="1069" y="0"/>
                    </a:moveTo>
                    <a:cubicBezTo>
                      <a:pt x="1054" y="0"/>
                      <a:pt x="1038" y="11"/>
                      <a:pt x="1034" y="28"/>
                    </a:cubicBezTo>
                    <a:cubicBezTo>
                      <a:pt x="1001" y="95"/>
                      <a:pt x="1001" y="178"/>
                      <a:pt x="984" y="252"/>
                    </a:cubicBezTo>
                    <a:cubicBezTo>
                      <a:pt x="968" y="327"/>
                      <a:pt x="943" y="401"/>
                      <a:pt x="910" y="476"/>
                    </a:cubicBezTo>
                    <a:cubicBezTo>
                      <a:pt x="852" y="617"/>
                      <a:pt x="769" y="749"/>
                      <a:pt x="686" y="874"/>
                    </a:cubicBezTo>
                    <a:cubicBezTo>
                      <a:pt x="512" y="1130"/>
                      <a:pt x="263" y="1313"/>
                      <a:pt x="31" y="1512"/>
                    </a:cubicBezTo>
                    <a:cubicBezTo>
                      <a:pt x="1" y="1534"/>
                      <a:pt x="27" y="1579"/>
                      <a:pt x="64" y="1579"/>
                    </a:cubicBezTo>
                    <a:cubicBezTo>
                      <a:pt x="67" y="1579"/>
                      <a:pt x="70" y="1578"/>
                      <a:pt x="73" y="1578"/>
                    </a:cubicBezTo>
                    <a:cubicBezTo>
                      <a:pt x="156" y="1561"/>
                      <a:pt x="230" y="1536"/>
                      <a:pt x="305" y="1495"/>
                    </a:cubicBezTo>
                    <a:cubicBezTo>
                      <a:pt x="379" y="1454"/>
                      <a:pt x="446" y="1404"/>
                      <a:pt x="512" y="1346"/>
                    </a:cubicBezTo>
                    <a:cubicBezTo>
                      <a:pt x="636" y="1238"/>
                      <a:pt x="752" y="1106"/>
                      <a:pt x="843" y="965"/>
                    </a:cubicBezTo>
                    <a:cubicBezTo>
                      <a:pt x="935" y="824"/>
                      <a:pt x="1001" y="675"/>
                      <a:pt x="1042" y="509"/>
                    </a:cubicBezTo>
                    <a:cubicBezTo>
                      <a:pt x="1067" y="434"/>
                      <a:pt x="1084" y="352"/>
                      <a:pt x="1092" y="269"/>
                    </a:cubicBezTo>
                    <a:cubicBezTo>
                      <a:pt x="1109" y="194"/>
                      <a:pt x="1125" y="103"/>
                      <a:pt x="1100" y="28"/>
                    </a:cubicBezTo>
                    <a:cubicBezTo>
                      <a:pt x="1096" y="9"/>
                      <a:pt x="1083" y="0"/>
                      <a:pt x="10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1" name="Google Shape;2901;p5"/>
              <p:cNvSpPr/>
              <p:nvPr/>
            </p:nvSpPr>
            <p:spPr>
              <a:xfrm>
                <a:off x="2926675" y="4639200"/>
                <a:ext cx="9000" cy="21075"/>
              </a:xfrm>
              <a:custGeom>
                <a:rect b="b" l="l" r="r" t="t"/>
                <a:pathLst>
                  <a:path extrusionOk="0" h="843" w="360">
                    <a:moveTo>
                      <a:pt x="275" y="0"/>
                    </a:moveTo>
                    <a:cubicBezTo>
                      <a:pt x="270" y="0"/>
                      <a:pt x="265" y="1"/>
                      <a:pt x="261" y="4"/>
                    </a:cubicBezTo>
                    <a:cubicBezTo>
                      <a:pt x="211" y="37"/>
                      <a:pt x="203" y="128"/>
                      <a:pt x="194" y="186"/>
                    </a:cubicBezTo>
                    <a:cubicBezTo>
                      <a:pt x="178" y="252"/>
                      <a:pt x="161" y="319"/>
                      <a:pt x="145" y="393"/>
                    </a:cubicBezTo>
                    <a:cubicBezTo>
                      <a:pt x="128" y="459"/>
                      <a:pt x="103" y="517"/>
                      <a:pt x="87" y="584"/>
                    </a:cubicBezTo>
                    <a:cubicBezTo>
                      <a:pt x="62" y="650"/>
                      <a:pt x="45" y="716"/>
                      <a:pt x="12" y="783"/>
                    </a:cubicBezTo>
                    <a:cubicBezTo>
                      <a:pt x="1" y="816"/>
                      <a:pt x="24" y="843"/>
                      <a:pt x="48" y="843"/>
                    </a:cubicBezTo>
                    <a:cubicBezTo>
                      <a:pt x="59" y="843"/>
                      <a:pt x="70" y="837"/>
                      <a:pt x="78" y="824"/>
                    </a:cubicBezTo>
                    <a:cubicBezTo>
                      <a:pt x="128" y="766"/>
                      <a:pt x="169" y="708"/>
                      <a:pt x="203" y="642"/>
                    </a:cubicBezTo>
                    <a:cubicBezTo>
                      <a:pt x="236" y="575"/>
                      <a:pt x="261" y="509"/>
                      <a:pt x="285" y="435"/>
                    </a:cubicBezTo>
                    <a:cubicBezTo>
                      <a:pt x="302" y="360"/>
                      <a:pt x="327" y="294"/>
                      <a:pt x="335" y="219"/>
                    </a:cubicBezTo>
                    <a:cubicBezTo>
                      <a:pt x="343" y="161"/>
                      <a:pt x="360" y="53"/>
                      <a:pt x="310" y="12"/>
                    </a:cubicBezTo>
                    <a:cubicBezTo>
                      <a:pt x="299" y="6"/>
                      <a:pt x="287" y="0"/>
                      <a:pt x="2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2" name="Google Shape;2902;p5"/>
              <p:cNvSpPr/>
              <p:nvPr/>
            </p:nvSpPr>
            <p:spPr>
              <a:xfrm>
                <a:off x="2933375" y="4626225"/>
                <a:ext cx="2725" cy="6725"/>
              </a:xfrm>
              <a:custGeom>
                <a:rect b="b" l="l" r="r" t="t"/>
                <a:pathLst>
                  <a:path extrusionOk="0" h="269" w="109">
                    <a:moveTo>
                      <a:pt x="92" y="1"/>
                    </a:moveTo>
                    <a:cubicBezTo>
                      <a:pt x="75" y="1"/>
                      <a:pt x="67" y="9"/>
                      <a:pt x="59" y="17"/>
                    </a:cubicBezTo>
                    <a:cubicBezTo>
                      <a:pt x="59" y="26"/>
                      <a:pt x="51" y="34"/>
                      <a:pt x="51" y="42"/>
                    </a:cubicBezTo>
                    <a:cubicBezTo>
                      <a:pt x="42" y="50"/>
                      <a:pt x="42" y="59"/>
                      <a:pt x="42" y="67"/>
                    </a:cubicBezTo>
                    <a:cubicBezTo>
                      <a:pt x="34" y="84"/>
                      <a:pt x="34" y="100"/>
                      <a:pt x="26" y="117"/>
                    </a:cubicBezTo>
                    <a:cubicBezTo>
                      <a:pt x="17" y="150"/>
                      <a:pt x="9" y="191"/>
                      <a:pt x="9" y="224"/>
                    </a:cubicBezTo>
                    <a:cubicBezTo>
                      <a:pt x="1" y="241"/>
                      <a:pt x="9" y="266"/>
                      <a:pt x="34" y="266"/>
                    </a:cubicBezTo>
                    <a:cubicBezTo>
                      <a:pt x="38" y="268"/>
                      <a:pt x="42" y="269"/>
                      <a:pt x="46" y="269"/>
                    </a:cubicBezTo>
                    <a:cubicBezTo>
                      <a:pt x="58" y="269"/>
                      <a:pt x="69" y="260"/>
                      <a:pt x="75" y="241"/>
                    </a:cubicBezTo>
                    <a:cubicBezTo>
                      <a:pt x="84" y="208"/>
                      <a:pt x="92" y="175"/>
                      <a:pt x="92" y="142"/>
                    </a:cubicBezTo>
                    <a:cubicBezTo>
                      <a:pt x="100" y="100"/>
                      <a:pt x="109" y="67"/>
                      <a:pt x="109" y="26"/>
                    </a:cubicBezTo>
                    <a:cubicBezTo>
                      <a:pt x="109" y="17"/>
                      <a:pt x="100" y="9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3" name="Google Shape;2903;p5"/>
              <p:cNvSpPr/>
              <p:nvPr/>
            </p:nvSpPr>
            <p:spPr>
              <a:xfrm>
                <a:off x="2938825" y="4604275"/>
                <a:ext cx="9700" cy="46525"/>
              </a:xfrm>
              <a:custGeom>
                <a:rect b="b" l="l" r="r" t="t"/>
                <a:pathLst>
                  <a:path extrusionOk="0" h="1861" w="388">
                    <a:moveTo>
                      <a:pt x="304" y="1"/>
                    </a:moveTo>
                    <a:cubicBezTo>
                      <a:pt x="285" y="1"/>
                      <a:pt x="265" y="14"/>
                      <a:pt x="255" y="34"/>
                    </a:cubicBezTo>
                    <a:cubicBezTo>
                      <a:pt x="230" y="100"/>
                      <a:pt x="239" y="166"/>
                      <a:pt x="239" y="241"/>
                    </a:cubicBezTo>
                    <a:cubicBezTo>
                      <a:pt x="239" y="315"/>
                      <a:pt x="239" y="390"/>
                      <a:pt x="239" y="473"/>
                    </a:cubicBezTo>
                    <a:cubicBezTo>
                      <a:pt x="239" y="622"/>
                      <a:pt x="222" y="771"/>
                      <a:pt x="205" y="928"/>
                    </a:cubicBezTo>
                    <a:cubicBezTo>
                      <a:pt x="189" y="1078"/>
                      <a:pt x="164" y="1227"/>
                      <a:pt x="131" y="1368"/>
                    </a:cubicBezTo>
                    <a:cubicBezTo>
                      <a:pt x="89" y="1525"/>
                      <a:pt x="56" y="1674"/>
                      <a:pt x="7" y="1823"/>
                    </a:cubicBezTo>
                    <a:cubicBezTo>
                      <a:pt x="1" y="1845"/>
                      <a:pt x="18" y="1860"/>
                      <a:pt x="34" y="1860"/>
                    </a:cubicBezTo>
                    <a:cubicBezTo>
                      <a:pt x="42" y="1860"/>
                      <a:pt x="51" y="1856"/>
                      <a:pt x="56" y="1848"/>
                    </a:cubicBezTo>
                    <a:cubicBezTo>
                      <a:pt x="114" y="1707"/>
                      <a:pt x="189" y="1558"/>
                      <a:pt x="230" y="1417"/>
                    </a:cubicBezTo>
                    <a:cubicBezTo>
                      <a:pt x="272" y="1260"/>
                      <a:pt x="313" y="1102"/>
                      <a:pt x="338" y="945"/>
                    </a:cubicBezTo>
                    <a:cubicBezTo>
                      <a:pt x="371" y="796"/>
                      <a:pt x="379" y="638"/>
                      <a:pt x="388" y="489"/>
                    </a:cubicBezTo>
                    <a:cubicBezTo>
                      <a:pt x="388" y="406"/>
                      <a:pt x="388" y="324"/>
                      <a:pt x="388" y="241"/>
                    </a:cubicBezTo>
                    <a:cubicBezTo>
                      <a:pt x="388" y="158"/>
                      <a:pt x="379" y="92"/>
                      <a:pt x="338" y="25"/>
                    </a:cubicBezTo>
                    <a:cubicBezTo>
                      <a:pt x="331" y="8"/>
                      <a:pt x="318" y="1"/>
                      <a:pt x="30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4" name="Google Shape;2904;p5"/>
              <p:cNvSpPr/>
              <p:nvPr/>
            </p:nvSpPr>
            <p:spPr>
              <a:xfrm>
                <a:off x="2941675" y="4606300"/>
                <a:ext cx="2700" cy="11875"/>
              </a:xfrm>
              <a:custGeom>
                <a:rect b="b" l="l" r="r" t="t"/>
                <a:pathLst>
                  <a:path extrusionOk="0" h="475" w="108">
                    <a:moveTo>
                      <a:pt x="67" y="0"/>
                    </a:moveTo>
                    <a:cubicBezTo>
                      <a:pt x="56" y="0"/>
                      <a:pt x="46" y="6"/>
                      <a:pt x="42" y="19"/>
                    </a:cubicBezTo>
                    <a:cubicBezTo>
                      <a:pt x="17" y="85"/>
                      <a:pt x="9" y="160"/>
                      <a:pt x="9" y="226"/>
                    </a:cubicBezTo>
                    <a:cubicBezTo>
                      <a:pt x="9" y="301"/>
                      <a:pt x="0" y="367"/>
                      <a:pt x="0" y="433"/>
                    </a:cubicBezTo>
                    <a:cubicBezTo>
                      <a:pt x="0" y="458"/>
                      <a:pt x="17" y="475"/>
                      <a:pt x="42" y="475"/>
                    </a:cubicBezTo>
                    <a:cubicBezTo>
                      <a:pt x="58" y="475"/>
                      <a:pt x="75" y="458"/>
                      <a:pt x="75" y="433"/>
                    </a:cubicBezTo>
                    <a:cubicBezTo>
                      <a:pt x="83" y="367"/>
                      <a:pt x="91" y="301"/>
                      <a:pt x="100" y="226"/>
                    </a:cubicBezTo>
                    <a:cubicBezTo>
                      <a:pt x="100" y="160"/>
                      <a:pt x="108" y="85"/>
                      <a:pt x="91" y="19"/>
                    </a:cubicBezTo>
                    <a:cubicBezTo>
                      <a:pt x="87" y="6"/>
                      <a:pt x="77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5" name="Google Shape;2905;p5"/>
              <p:cNvSpPr/>
              <p:nvPr/>
            </p:nvSpPr>
            <p:spPr>
              <a:xfrm>
                <a:off x="2926225" y="4620125"/>
                <a:ext cx="4275" cy="13350"/>
              </a:xfrm>
              <a:custGeom>
                <a:rect b="b" l="l" r="r" t="t"/>
                <a:pathLst>
                  <a:path extrusionOk="0" h="534" w="171">
                    <a:moveTo>
                      <a:pt x="140" y="0"/>
                    </a:moveTo>
                    <a:cubicBezTo>
                      <a:pt x="134" y="0"/>
                      <a:pt x="127" y="4"/>
                      <a:pt x="121" y="13"/>
                    </a:cubicBezTo>
                    <a:cubicBezTo>
                      <a:pt x="113" y="29"/>
                      <a:pt x="105" y="46"/>
                      <a:pt x="96" y="71"/>
                    </a:cubicBezTo>
                    <a:cubicBezTo>
                      <a:pt x="96" y="87"/>
                      <a:pt x="88" y="104"/>
                      <a:pt x="80" y="120"/>
                    </a:cubicBezTo>
                    <a:cubicBezTo>
                      <a:pt x="71" y="162"/>
                      <a:pt x="63" y="203"/>
                      <a:pt x="55" y="245"/>
                    </a:cubicBezTo>
                    <a:cubicBezTo>
                      <a:pt x="38" y="328"/>
                      <a:pt x="22" y="410"/>
                      <a:pt x="5" y="485"/>
                    </a:cubicBezTo>
                    <a:cubicBezTo>
                      <a:pt x="0" y="515"/>
                      <a:pt x="23" y="533"/>
                      <a:pt x="43" y="533"/>
                    </a:cubicBezTo>
                    <a:cubicBezTo>
                      <a:pt x="56" y="533"/>
                      <a:pt x="68" y="526"/>
                      <a:pt x="71" y="510"/>
                    </a:cubicBezTo>
                    <a:cubicBezTo>
                      <a:pt x="96" y="427"/>
                      <a:pt x="113" y="344"/>
                      <a:pt x="129" y="270"/>
                    </a:cubicBezTo>
                    <a:cubicBezTo>
                      <a:pt x="138" y="228"/>
                      <a:pt x="146" y="187"/>
                      <a:pt x="154" y="145"/>
                    </a:cubicBezTo>
                    <a:cubicBezTo>
                      <a:pt x="154" y="129"/>
                      <a:pt x="163" y="112"/>
                      <a:pt x="163" y="87"/>
                    </a:cubicBezTo>
                    <a:cubicBezTo>
                      <a:pt x="171" y="71"/>
                      <a:pt x="163" y="46"/>
                      <a:pt x="163" y="29"/>
                    </a:cubicBezTo>
                    <a:lnTo>
                      <a:pt x="171" y="29"/>
                    </a:lnTo>
                    <a:cubicBezTo>
                      <a:pt x="165" y="13"/>
                      <a:pt x="153" y="0"/>
                      <a:pt x="1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6" name="Google Shape;2906;p5"/>
              <p:cNvSpPr/>
              <p:nvPr/>
            </p:nvSpPr>
            <p:spPr>
              <a:xfrm>
                <a:off x="2940625" y="4555100"/>
                <a:ext cx="6875" cy="39675"/>
              </a:xfrm>
              <a:custGeom>
                <a:rect b="b" l="l" r="r" t="t"/>
                <a:pathLst>
                  <a:path extrusionOk="0" h="1587" w="275">
                    <a:moveTo>
                      <a:pt x="65" y="1"/>
                    </a:moveTo>
                    <a:cubicBezTo>
                      <a:pt x="51" y="1"/>
                      <a:pt x="39" y="7"/>
                      <a:pt x="34" y="20"/>
                    </a:cubicBezTo>
                    <a:cubicBezTo>
                      <a:pt x="1" y="70"/>
                      <a:pt x="17" y="128"/>
                      <a:pt x="17" y="186"/>
                    </a:cubicBezTo>
                    <a:cubicBezTo>
                      <a:pt x="26" y="244"/>
                      <a:pt x="42" y="310"/>
                      <a:pt x="51" y="377"/>
                    </a:cubicBezTo>
                    <a:cubicBezTo>
                      <a:pt x="67" y="501"/>
                      <a:pt x="84" y="633"/>
                      <a:pt x="92" y="758"/>
                    </a:cubicBezTo>
                    <a:cubicBezTo>
                      <a:pt x="117" y="1015"/>
                      <a:pt x="125" y="1280"/>
                      <a:pt x="150" y="1537"/>
                    </a:cubicBezTo>
                    <a:cubicBezTo>
                      <a:pt x="150" y="1570"/>
                      <a:pt x="173" y="1586"/>
                      <a:pt x="197" y="1586"/>
                    </a:cubicBezTo>
                    <a:cubicBezTo>
                      <a:pt x="220" y="1586"/>
                      <a:pt x="245" y="1570"/>
                      <a:pt x="249" y="1537"/>
                    </a:cubicBezTo>
                    <a:cubicBezTo>
                      <a:pt x="274" y="1280"/>
                      <a:pt x="266" y="1006"/>
                      <a:pt x="241" y="741"/>
                    </a:cubicBezTo>
                    <a:cubicBezTo>
                      <a:pt x="225" y="617"/>
                      <a:pt x="216" y="493"/>
                      <a:pt x="191" y="368"/>
                    </a:cubicBezTo>
                    <a:cubicBezTo>
                      <a:pt x="183" y="302"/>
                      <a:pt x="175" y="227"/>
                      <a:pt x="167" y="169"/>
                    </a:cubicBezTo>
                    <a:cubicBezTo>
                      <a:pt x="150" y="111"/>
                      <a:pt x="142" y="53"/>
                      <a:pt x="100" y="12"/>
                    </a:cubicBezTo>
                    <a:cubicBezTo>
                      <a:pt x="89" y="5"/>
                      <a:pt x="76" y="1"/>
                      <a:pt x="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7" name="Google Shape;2907;p5"/>
              <p:cNvSpPr/>
              <p:nvPr/>
            </p:nvSpPr>
            <p:spPr>
              <a:xfrm>
                <a:off x="2952850" y="4628200"/>
                <a:ext cx="96975" cy="153625"/>
              </a:xfrm>
              <a:custGeom>
                <a:rect b="b" l="l" r="r" t="t"/>
                <a:pathLst>
                  <a:path extrusionOk="0" h="6145" w="3879">
                    <a:moveTo>
                      <a:pt x="289" y="1"/>
                    </a:moveTo>
                    <a:cubicBezTo>
                      <a:pt x="280" y="1"/>
                      <a:pt x="272" y="4"/>
                      <a:pt x="266" y="13"/>
                    </a:cubicBezTo>
                    <a:cubicBezTo>
                      <a:pt x="208" y="121"/>
                      <a:pt x="183" y="245"/>
                      <a:pt x="158" y="353"/>
                    </a:cubicBezTo>
                    <a:cubicBezTo>
                      <a:pt x="133" y="477"/>
                      <a:pt x="117" y="601"/>
                      <a:pt x="108" y="725"/>
                    </a:cubicBezTo>
                    <a:cubicBezTo>
                      <a:pt x="92" y="850"/>
                      <a:pt x="92" y="974"/>
                      <a:pt x="92" y="1098"/>
                    </a:cubicBezTo>
                    <a:cubicBezTo>
                      <a:pt x="92" y="1165"/>
                      <a:pt x="100" y="1231"/>
                      <a:pt x="108" y="1297"/>
                    </a:cubicBezTo>
                    <a:cubicBezTo>
                      <a:pt x="75" y="1471"/>
                      <a:pt x="42" y="1645"/>
                      <a:pt x="26" y="1819"/>
                    </a:cubicBezTo>
                    <a:cubicBezTo>
                      <a:pt x="1" y="2101"/>
                      <a:pt x="133" y="2324"/>
                      <a:pt x="257" y="2565"/>
                    </a:cubicBezTo>
                    <a:cubicBezTo>
                      <a:pt x="274" y="2606"/>
                      <a:pt x="249" y="2639"/>
                      <a:pt x="216" y="2664"/>
                    </a:cubicBezTo>
                    <a:cubicBezTo>
                      <a:pt x="307" y="2730"/>
                      <a:pt x="398" y="2805"/>
                      <a:pt x="481" y="2888"/>
                    </a:cubicBezTo>
                    <a:cubicBezTo>
                      <a:pt x="614" y="3020"/>
                      <a:pt x="688" y="3203"/>
                      <a:pt x="755" y="3368"/>
                    </a:cubicBezTo>
                    <a:cubicBezTo>
                      <a:pt x="829" y="3551"/>
                      <a:pt x="887" y="3750"/>
                      <a:pt x="920" y="3940"/>
                    </a:cubicBezTo>
                    <a:cubicBezTo>
                      <a:pt x="929" y="3998"/>
                      <a:pt x="937" y="4064"/>
                      <a:pt x="945" y="4122"/>
                    </a:cubicBezTo>
                    <a:cubicBezTo>
                      <a:pt x="1011" y="4255"/>
                      <a:pt x="1045" y="4396"/>
                      <a:pt x="1069" y="4545"/>
                    </a:cubicBezTo>
                    <a:cubicBezTo>
                      <a:pt x="1086" y="4727"/>
                      <a:pt x="1103" y="4918"/>
                      <a:pt x="1161" y="5092"/>
                    </a:cubicBezTo>
                    <a:cubicBezTo>
                      <a:pt x="1219" y="5282"/>
                      <a:pt x="1326" y="5398"/>
                      <a:pt x="1492" y="5498"/>
                    </a:cubicBezTo>
                    <a:cubicBezTo>
                      <a:pt x="1575" y="5548"/>
                      <a:pt x="1658" y="5597"/>
                      <a:pt x="1741" y="5630"/>
                    </a:cubicBezTo>
                    <a:cubicBezTo>
                      <a:pt x="1807" y="5655"/>
                      <a:pt x="1873" y="5672"/>
                      <a:pt x="1923" y="5713"/>
                    </a:cubicBezTo>
                    <a:cubicBezTo>
                      <a:pt x="2097" y="5755"/>
                      <a:pt x="2279" y="5804"/>
                      <a:pt x="2453" y="5862"/>
                    </a:cubicBezTo>
                    <a:cubicBezTo>
                      <a:pt x="2544" y="5896"/>
                      <a:pt x="2627" y="5937"/>
                      <a:pt x="2702" y="5987"/>
                    </a:cubicBezTo>
                    <a:cubicBezTo>
                      <a:pt x="2785" y="6028"/>
                      <a:pt x="2851" y="6094"/>
                      <a:pt x="2942" y="6128"/>
                    </a:cubicBezTo>
                    <a:cubicBezTo>
                      <a:pt x="2988" y="6138"/>
                      <a:pt x="3034" y="6145"/>
                      <a:pt x="3082" y="6145"/>
                    </a:cubicBezTo>
                    <a:cubicBezTo>
                      <a:pt x="3112" y="6145"/>
                      <a:pt x="3142" y="6142"/>
                      <a:pt x="3174" y="6136"/>
                    </a:cubicBezTo>
                    <a:cubicBezTo>
                      <a:pt x="3199" y="6111"/>
                      <a:pt x="3240" y="6086"/>
                      <a:pt x="3282" y="6061"/>
                    </a:cubicBezTo>
                    <a:cubicBezTo>
                      <a:pt x="3331" y="6028"/>
                      <a:pt x="3389" y="5987"/>
                      <a:pt x="3439" y="5954"/>
                    </a:cubicBezTo>
                    <a:cubicBezTo>
                      <a:pt x="3472" y="5929"/>
                      <a:pt x="3522" y="5896"/>
                      <a:pt x="3547" y="5862"/>
                    </a:cubicBezTo>
                    <a:lnTo>
                      <a:pt x="3539" y="5846"/>
                    </a:lnTo>
                    <a:cubicBezTo>
                      <a:pt x="3514" y="5829"/>
                      <a:pt x="3489" y="5813"/>
                      <a:pt x="3464" y="5788"/>
                    </a:cubicBezTo>
                    <a:cubicBezTo>
                      <a:pt x="3365" y="5697"/>
                      <a:pt x="3265" y="5606"/>
                      <a:pt x="3174" y="5506"/>
                    </a:cubicBezTo>
                    <a:cubicBezTo>
                      <a:pt x="3091" y="5415"/>
                      <a:pt x="3008" y="5307"/>
                      <a:pt x="2925" y="5200"/>
                    </a:cubicBezTo>
                    <a:cubicBezTo>
                      <a:pt x="2899" y="5160"/>
                      <a:pt x="2936" y="5105"/>
                      <a:pt x="2977" y="5105"/>
                    </a:cubicBezTo>
                    <a:cubicBezTo>
                      <a:pt x="2987" y="5105"/>
                      <a:pt x="2998" y="5108"/>
                      <a:pt x="3008" y="5117"/>
                    </a:cubicBezTo>
                    <a:cubicBezTo>
                      <a:pt x="3124" y="5233"/>
                      <a:pt x="3249" y="5332"/>
                      <a:pt x="3365" y="5440"/>
                    </a:cubicBezTo>
                    <a:cubicBezTo>
                      <a:pt x="3423" y="5490"/>
                      <a:pt x="3481" y="5539"/>
                      <a:pt x="3547" y="5589"/>
                    </a:cubicBezTo>
                    <a:cubicBezTo>
                      <a:pt x="3597" y="5630"/>
                      <a:pt x="3671" y="5680"/>
                      <a:pt x="3713" y="5730"/>
                    </a:cubicBezTo>
                    <a:cubicBezTo>
                      <a:pt x="3721" y="5746"/>
                      <a:pt x="3729" y="5755"/>
                      <a:pt x="3737" y="5771"/>
                    </a:cubicBezTo>
                    <a:cubicBezTo>
                      <a:pt x="3746" y="5746"/>
                      <a:pt x="3762" y="5730"/>
                      <a:pt x="3779" y="5713"/>
                    </a:cubicBezTo>
                    <a:cubicBezTo>
                      <a:pt x="3787" y="5697"/>
                      <a:pt x="3795" y="5672"/>
                      <a:pt x="3812" y="5655"/>
                    </a:cubicBezTo>
                    <a:cubicBezTo>
                      <a:pt x="3845" y="5589"/>
                      <a:pt x="3878" y="5506"/>
                      <a:pt x="3878" y="5432"/>
                    </a:cubicBezTo>
                    <a:cubicBezTo>
                      <a:pt x="3870" y="5349"/>
                      <a:pt x="3812" y="5291"/>
                      <a:pt x="3746" y="5241"/>
                    </a:cubicBezTo>
                    <a:cubicBezTo>
                      <a:pt x="3671" y="5183"/>
                      <a:pt x="3588" y="5133"/>
                      <a:pt x="3505" y="5075"/>
                    </a:cubicBezTo>
                    <a:cubicBezTo>
                      <a:pt x="3414" y="5009"/>
                      <a:pt x="3331" y="4943"/>
                      <a:pt x="3240" y="4868"/>
                    </a:cubicBezTo>
                    <a:cubicBezTo>
                      <a:pt x="3204" y="4839"/>
                      <a:pt x="3231" y="4772"/>
                      <a:pt x="3277" y="4772"/>
                    </a:cubicBezTo>
                    <a:cubicBezTo>
                      <a:pt x="3284" y="4772"/>
                      <a:pt x="3291" y="4774"/>
                      <a:pt x="3298" y="4777"/>
                    </a:cubicBezTo>
                    <a:cubicBezTo>
                      <a:pt x="3414" y="4827"/>
                      <a:pt x="3522" y="4885"/>
                      <a:pt x="3638" y="4943"/>
                    </a:cubicBezTo>
                    <a:cubicBezTo>
                      <a:pt x="3704" y="4976"/>
                      <a:pt x="3779" y="5017"/>
                      <a:pt x="3845" y="5067"/>
                    </a:cubicBezTo>
                    <a:cubicBezTo>
                      <a:pt x="3845" y="5009"/>
                      <a:pt x="3837" y="4959"/>
                      <a:pt x="3829" y="4910"/>
                    </a:cubicBezTo>
                    <a:cubicBezTo>
                      <a:pt x="3795" y="4785"/>
                      <a:pt x="3671" y="4752"/>
                      <a:pt x="3563" y="4719"/>
                    </a:cubicBezTo>
                    <a:cubicBezTo>
                      <a:pt x="3406" y="4678"/>
                      <a:pt x="3240" y="4628"/>
                      <a:pt x="3091" y="4570"/>
                    </a:cubicBezTo>
                    <a:cubicBezTo>
                      <a:pt x="3075" y="4570"/>
                      <a:pt x="3058" y="4562"/>
                      <a:pt x="3050" y="4562"/>
                    </a:cubicBezTo>
                    <a:cubicBezTo>
                      <a:pt x="3028" y="4566"/>
                      <a:pt x="3006" y="4568"/>
                      <a:pt x="2984" y="4568"/>
                    </a:cubicBezTo>
                    <a:cubicBezTo>
                      <a:pt x="2793" y="4568"/>
                      <a:pt x="2615" y="4413"/>
                      <a:pt x="2503" y="4272"/>
                    </a:cubicBezTo>
                    <a:cubicBezTo>
                      <a:pt x="2345" y="4064"/>
                      <a:pt x="2271" y="3799"/>
                      <a:pt x="2205" y="3551"/>
                    </a:cubicBezTo>
                    <a:cubicBezTo>
                      <a:pt x="2122" y="3269"/>
                      <a:pt x="2047" y="2996"/>
                      <a:pt x="1973" y="2714"/>
                    </a:cubicBezTo>
                    <a:cubicBezTo>
                      <a:pt x="1931" y="2581"/>
                      <a:pt x="1898" y="2440"/>
                      <a:pt x="1865" y="2308"/>
                    </a:cubicBezTo>
                    <a:cubicBezTo>
                      <a:pt x="1857" y="2291"/>
                      <a:pt x="1857" y="2283"/>
                      <a:pt x="1857" y="2266"/>
                    </a:cubicBezTo>
                    <a:cubicBezTo>
                      <a:pt x="1848" y="2308"/>
                      <a:pt x="1848" y="2349"/>
                      <a:pt x="1848" y="2391"/>
                    </a:cubicBezTo>
                    <a:cubicBezTo>
                      <a:pt x="1848" y="2411"/>
                      <a:pt x="1832" y="2422"/>
                      <a:pt x="1814" y="2422"/>
                    </a:cubicBezTo>
                    <a:cubicBezTo>
                      <a:pt x="1797" y="2422"/>
                      <a:pt x="1778" y="2411"/>
                      <a:pt x="1774" y="2391"/>
                    </a:cubicBezTo>
                    <a:cubicBezTo>
                      <a:pt x="1765" y="2233"/>
                      <a:pt x="1749" y="2076"/>
                      <a:pt x="1741" y="1919"/>
                    </a:cubicBezTo>
                    <a:cubicBezTo>
                      <a:pt x="1741" y="1827"/>
                      <a:pt x="1741" y="1736"/>
                      <a:pt x="1741" y="1637"/>
                    </a:cubicBezTo>
                    <a:cubicBezTo>
                      <a:pt x="1741" y="1645"/>
                      <a:pt x="1741" y="1645"/>
                      <a:pt x="1732" y="1645"/>
                    </a:cubicBezTo>
                    <a:cubicBezTo>
                      <a:pt x="1732" y="1537"/>
                      <a:pt x="1732" y="1438"/>
                      <a:pt x="1732" y="1330"/>
                    </a:cubicBezTo>
                    <a:cubicBezTo>
                      <a:pt x="1732" y="1156"/>
                      <a:pt x="1724" y="991"/>
                      <a:pt x="1724" y="825"/>
                    </a:cubicBezTo>
                    <a:cubicBezTo>
                      <a:pt x="1724" y="734"/>
                      <a:pt x="1724" y="643"/>
                      <a:pt x="1724" y="560"/>
                    </a:cubicBezTo>
                    <a:cubicBezTo>
                      <a:pt x="1716" y="477"/>
                      <a:pt x="1724" y="386"/>
                      <a:pt x="1699" y="303"/>
                    </a:cubicBezTo>
                    <a:cubicBezTo>
                      <a:pt x="1691" y="283"/>
                      <a:pt x="1674" y="275"/>
                      <a:pt x="1658" y="275"/>
                    </a:cubicBezTo>
                    <a:cubicBezTo>
                      <a:pt x="1639" y="275"/>
                      <a:pt x="1621" y="285"/>
                      <a:pt x="1616" y="303"/>
                    </a:cubicBezTo>
                    <a:cubicBezTo>
                      <a:pt x="1583" y="377"/>
                      <a:pt x="1591" y="477"/>
                      <a:pt x="1583" y="560"/>
                    </a:cubicBezTo>
                    <a:cubicBezTo>
                      <a:pt x="1583" y="643"/>
                      <a:pt x="1583" y="725"/>
                      <a:pt x="1583" y="808"/>
                    </a:cubicBezTo>
                    <a:cubicBezTo>
                      <a:pt x="1583" y="991"/>
                      <a:pt x="1583" y="1165"/>
                      <a:pt x="1591" y="1347"/>
                    </a:cubicBezTo>
                    <a:cubicBezTo>
                      <a:pt x="1591" y="1496"/>
                      <a:pt x="1600" y="1637"/>
                      <a:pt x="1608" y="1786"/>
                    </a:cubicBezTo>
                    <a:cubicBezTo>
                      <a:pt x="1591" y="1811"/>
                      <a:pt x="1567" y="1827"/>
                      <a:pt x="1542" y="1852"/>
                    </a:cubicBezTo>
                    <a:cubicBezTo>
                      <a:pt x="1517" y="1645"/>
                      <a:pt x="1500" y="1446"/>
                      <a:pt x="1484" y="1239"/>
                    </a:cubicBezTo>
                    <a:cubicBezTo>
                      <a:pt x="1480" y="1223"/>
                      <a:pt x="1465" y="1214"/>
                      <a:pt x="1452" y="1214"/>
                    </a:cubicBezTo>
                    <a:cubicBezTo>
                      <a:pt x="1438" y="1214"/>
                      <a:pt x="1426" y="1223"/>
                      <a:pt x="1426" y="1239"/>
                    </a:cubicBezTo>
                    <a:cubicBezTo>
                      <a:pt x="1426" y="1471"/>
                      <a:pt x="1434" y="1703"/>
                      <a:pt x="1451" y="1927"/>
                    </a:cubicBezTo>
                    <a:cubicBezTo>
                      <a:pt x="1434" y="1943"/>
                      <a:pt x="1409" y="1960"/>
                      <a:pt x="1393" y="1968"/>
                    </a:cubicBezTo>
                    <a:cubicBezTo>
                      <a:pt x="1384" y="1952"/>
                      <a:pt x="1384" y="1927"/>
                      <a:pt x="1384" y="1910"/>
                    </a:cubicBezTo>
                    <a:cubicBezTo>
                      <a:pt x="1376" y="1753"/>
                      <a:pt x="1359" y="1579"/>
                      <a:pt x="1301" y="1438"/>
                    </a:cubicBezTo>
                    <a:cubicBezTo>
                      <a:pt x="1298" y="1426"/>
                      <a:pt x="1288" y="1420"/>
                      <a:pt x="1279" y="1420"/>
                    </a:cubicBezTo>
                    <a:cubicBezTo>
                      <a:pt x="1268" y="1420"/>
                      <a:pt x="1256" y="1428"/>
                      <a:pt x="1252" y="1446"/>
                    </a:cubicBezTo>
                    <a:cubicBezTo>
                      <a:pt x="1235" y="1595"/>
                      <a:pt x="1268" y="1761"/>
                      <a:pt x="1277" y="1910"/>
                    </a:cubicBezTo>
                    <a:cubicBezTo>
                      <a:pt x="1277" y="1943"/>
                      <a:pt x="1277" y="1977"/>
                      <a:pt x="1277" y="2001"/>
                    </a:cubicBezTo>
                    <a:cubicBezTo>
                      <a:pt x="1270" y="2002"/>
                      <a:pt x="1264" y="2003"/>
                      <a:pt x="1257" y="2003"/>
                    </a:cubicBezTo>
                    <a:cubicBezTo>
                      <a:pt x="1214" y="2003"/>
                      <a:pt x="1171" y="1980"/>
                      <a:pt x="1127" y="1952"/>
                    </a:cubicBezTo>
                    <a:cubicBezTo>
                      <a:pt x="1136" y="1877"/>
                      <a:pt x="1136" y="1794"/>
                      <a:pt x="1136" y="1711"/>
                    </a:cubicBezTo>
                    <a:cubicBezTo>
                      <a:pt x="1136" y="1653"/>
                      <a:pt x="1127" y="1604"/>
                      <a:pt x="1127" y="1537"/>
                    </a:cubicBezTo>
                    <a:cubicBezTo>
                      <a:pt x="1119" y="1488"/>
                      <a:pt x="1119" y="1430"/>
                      <a:pt x="1111" y="1380"/>
                    </a:cubicBezTo>
                    <a:cubicBezTo>
                      <a:pt x="1107" y="1368"/>
                      <a:pt x="1096" y="1361"/>
                      <a:pt x="1087" y="1361"/>
                    </a:cubicBezTo>
                    <a:cubicBezTo>
                      <a:pt x="1078" y="1361"/>
                      <a:pt x="1069" y="1368"/>
                      <a:pt x="1069" y="1380"/>
                    </a:cubicBezTo>
                    <a:cubicBezTo>
                      <a:pt x="1053" y="1430"/>
                      <a:pt x="1053" y="1488"/>
                      <a:pt x="1053" y="1537"/>
                    </a:cubicBezTo>
                    <a:cubicBezTo>
                      <a:pt x="1045" y="1595"/>
                      <a:pt x="1036" y="1653"/>
                      <a:pt x="1036" y="1711"/>
                    </a:cubicBezTo>
                    <a:cubicBezTo>
                      <a:pt x="1036" y="1769"/>
                      <a:pt x="1045" y="1827"/>
                      <a:pt x="1045" y="1877"/>
                    </a:cubicBezTo>
                    <a:cubicBezTo>
                      <a:pt x="1036" y="1877"/>
                      <a:pt x="1028" y="1869"/>
                      <a:pt x="1028" y="1861"/>
                    </a:cubicBezTo>
                    <a:cubicBezTo>
                      <a:pt x="937" y="1778"/>
                      <a:pt x="854" y="1687"/>
                      <a:pt x="771" y="1587"/>
                    </a:cubicBezTo>
                    <a:cubicBezTo>
                      <a:pt x="763" y="1488"/>
                      <a:pt x="755" y="1397"/>
                      <a:pt x="738" y="1297"/>
                    </a:cubicBezTo>
                    <a:cubicBezTo>
                      <a:pt x="705" y="982"/>
                      <a:pt x="639" y="667"/>
                      <a:pt x="597" y="353"/>
                    </a:cubicBezTo>
                    <a:cubicBezTo>
                      <a:pt x="593" y="334"/>
                      <a:pt x="578" y="325"/>
                      <a:pt x="562" y="325"/>
                    </a:cubicBezTo>
                    <a:cubicBezTo>
                      <a:pt x="543" y="325"/>
                      <a:pt x="523" y="338"/>
                      <a:pt x="523" y="361"/>
                    </a:cubicBezTo>
                    <a:cubicBezTo>
                      <a:pt x="556" y="684"/>
                      <a:pt x="572" y="1007"/>
                      <a:pt x="597" y="1330"/>
                    </a:cubicBezTo>
                    <a:cubicBezTo>
                      <a:pt x="597" y="1339"/>
                      <a:pt x="597" y="1347"/>
                      <a:pt x="597" y="1355"/>
                    </a:cubicBezTo>
                    <a:cubicBezTo>
                      <a:pt x="489" y="1198"/>
                      <a:pt x="382" y="1032"/>
                      <a:pt x="299" y="858"/>
                    </a:cubicBezTo>
                    <a:cubicBezTo>
                      <a:pt x="274" y="883"/>
                      <a:pt x="257" y="899"/>
                      <a:pt x="241" y="916"/>
                    </a:cubicBezTo>
                    <a:cubicBezTo>
                      <a:pt x="249" y="858"/>
                      <a:pt x="249" y="800"/>
                      <a:pt x="257" y="734"/>
                    </a:cubicBezTo>
                    <a:cubicBezTo>
                      <a:pt x="274" y="618"/>
                      <a:pt x="291" y="502"/>
                      <a:pt x="299" y="386"/>
                    </a:cubicBezTo>
                    <a:cubicBezTo>
                      <a:pt x="315" y="270"/>
                      <a:pt x="332" y="145"/>
                      <a:pt x="324" y="29"/>
                    </a:cubicBezTo>
                    <a:cubicBezTo>
                      <a:pt x="324" y="13"/>
                      <a:pt x="306" y="1"/>
                      <a:pt x="28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8" name="Google Shape;2908;p5"/>
              <p:cNvSpPr/>
              <p:nvPr/>
            </p:nvSpPr>
            <p:spPr>
              <a:xfrm>
                <a:off x="2995100" y="4616475"/>
                <a:ext cx="2525" cy="9975"/>
              </a:xfrm>
              <a:custGeom>
                <a:rect b="b" l="l" r="r" t="t"/>
                <a:pathLst>
                  <a:path extrusionOk="0" h="399" w="101">
                    <a:moveTo>
                      <a:pt x="72" y="0"/>
                    </a:moveTo>
                    <a:cubicBezTo>
                      <a:pt x="59" y="0"/>
                      <a:pt x="46" y="6"/>
                      <a:pt x="42" y="18"/>
                    </a:cubicBezTo>
                    <a:cubicBezTo>
                      <a:pt x="1" y="126"/>
                      <a:pt x="1" y="242"/>
                      <a:pt x="17" y="358"/>
                    </a:cubicBezTo>
                    <a:cubicBezTo>
                      <a:pt x="17" y="374"/>
                      <a:pt x="34" y="399"/>
                      <a:pt x="59" y="399"/>
                    </a:cubicBezTo>
                    <a:cubicBezTo>
                      <a:pt x="75" y="399"/>
                      <a:pt x="100" y="374"/>
                      <a:pt x="92" y="358"/>
                    </a:cubicBezTo>
                    <a:cubicBezTo>
                      <a:pt x="92" y="300"/>
                      <a:pt x="92" y="250"/>
                      <a:pt x="92" y="192"/>
                    </a:cubicBezTo>
                    <a:cubicBezTo>
                      <a:pt x="100" y="134"/>
                      <a:pt x="100" y="84"/>
                      <a:pt x="100" y="26"/>
                    </a:cubicBezTo>
                    <a:cubicBezTo>
                      <a:pt x="100" y="8"/>
                      <a:pt x="86" y="0"/>
                      <a:pt x="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9" name="Google Shape;2909;p5"/>
              <p:cNvSpPr/>
              <p:nvPr/>
            </p:nvSpPr>
            <p:spPr>
              <a:xfrm>
                <a:off x="2815525" y="4500075"/>
                <a:ext cx="125550" cy="329750"/>
              </a:xfrm>
              <a:custGeom>
                <a:rect b="b" l="l" r="r" t="t"/>
                <a:pathLst>
                  <a:path extrusionOk="0" h="13190" w="5022">
                    <a:moveTo>
                      <a:pt x="605" y="1484"/>
                    </a:moveTo>
                    <a:cubicBezTo>
                      <a:pt x="613" y="1517"/>
                      <a:pt x="630" y="1550"/>
                      <a:pt x="647" y="1583"/>
                    </a:cubicBezTo>
                    <a:cubicBezTo>
                      <a:pt x="647" y="1600"/>
                      <a:pt x="655" y="1617"/>
                      <a:pt x="663" y="1625"/>
                    </a:cubicBezTo>
                    <a:cubicBezTo>
                      <a:pt x="647" y="1625"/>
                      <a:pt x="630" y="1625"/>
                      <a:pt x="613" y="1633"/>
                    </a:cubicBezTo>
                    <a:cubicBezTo>
                      <a:pt x="605" y="1583"/>
                      <a:pt x="605" y="1534"/>
                      <a:pt x="605" y="1484"/>
                    </a:cubicBezTo>
                    <a:close/>
                    <a:moveTo>
                      <a:pt x="332" y="1575"/>
                    </a:moveTo>
                    <a:cubicBezTo>
                      <a:pt x="348" y="1633"/>
                      <a:pt x="373" y="1691"/>
                      <a:pt x="398" y="1749"/>
                    </a:cubicBezTo>
                    <a:cubicBezTo>
                      <a:pt x="406" y="1766"/>
                      <a:pt x="415" y="1791"/>
                      <a:pt x="423" y="1807"/>
                    </a:cubicBezTo>
                    <a:cubicBezTo>
                      <a:pt x="415" y="1815"/>
                      <a:pt x="415" y="1824"/>
                      <a:pt x="406" y="1832"/>
                    </a:cubicBezTo>
                    <a:cubicBezTo>
                      <a:pt x="406" y="1840"/>
                      <a:pt x="398" y="1857"/>
                      <a:pt x="390" y="1873"/>
                    </a:cubicBezTo>
                    <a:cubicBezTo>
                      <a:pt x="373" y="1832"/>
                      <a:pt x="357" y="1782"/>
                      <a:pt x="348" y="1741"/>
                    </a:cubicBezTo>
                    <a:cubicBezTo>
                      <a:pt x="348" y="1733"/>
                      <a:pt x="348" y="1733"/>
                      <a:pt x="348" y="1724"/>
                    </a:cubicBezTo>
                    <a:cubicBezTo>
                      <a:pt x="340" y="1675"/>
                      <a:pt x="332" y="1625"/>
                      <a:pt x="332" y="1575"/>
                    </a:cubicBezTo>
                    <a:close/>
                    <a:moveTo>
                      <a:pt x="2776" y="1948"/>
                    </a:moveTo>
                    <a:cubicBezTo>
                      <a:pt x="2776" y="1973"/>
                      <a:pt x="2768" y="1989"/>
                      <a:pt x="2759" y="2006"/>
                    </a:cubicBezTo>
                    <a:cubicBezTo>
                      <a:pt x="2735" y="2031"/>
                      <a:pt x="2710" y="2056"/>
                      <a:pt x="2685" y="2072"/>
                    </a:cubicBezTo>
                    <a:cubicBezTo>
                      <a:pt x="2718" y="2031"/>
                      <a:pt x="2751" y="1989"/>
                      <a:pt x="2776" y="1948"/>
                    </a:cubicBezTo>
                    <a:close/>
                    <a:moveTo>
                      <a:pt x="1392" y="2263"/>
                    </a:moveTo>
                    <a:lnTo>
                      <a:pt x="1392" y="2263"/>
                    </a:lnTo>
                    <a:cubicBezTo>
                      <a:pt x="1475" y="2321"/>
                      <a:pt x="1566" y="2379"/>
                      <a:pt x="1666" y="2428"/>
                    </a:cubicBezTo>
                    <a:cubicBezTo>
                      <a:pt x="1691" y="2437"/>
                      <a:pt x="1707" y="2453"/>
                      <a:pt x="1732" y="2470"/>
                    </a:cubicBezTo>
                    <a:lnTo>
                      <a:pt x="1715" y="2478"/>
                    </a:lnTo>
                    <a:cubicBezTo>
                      <a:pt x="1599" y="2420"/>
                      <a:pt x="1492" y="2346"/>
                      <a:pt x="1392" y="2263"/>
                    </a:cubicBezTo>
                    <a:close/>
                    <a:moveTo>
                      <a:pt x="1757" y="2718"/>
                    </a:moveTo>
                    <a:cubicBezTo>
                      <a:pt x="1840" y="2743"/>
                      <a:pt x="1931" y="2760"/>
                      <a:pt x="2022" y="2760"/>
                    </a:cubicBezTo>
                    <a:cubicBezTo>
                      <a:pt x="2005" y="2768"/>
                      <a:pt x="1997" y="2768"/>
                      <a:pt x="1981" y="2768"/>
                    </a:cubicBezTo>
                    <a:cubicBezTo>
                      <a:pt x="1954" y="2773"/>
                      <a:pt x="1928" y="2775"/>
                      <a:pt x="1902" y="2775"/>
                    </a:cubicBezTo>
                    <a:cubicBezTo>
                      <a:pt x="1833" y="2775"/>
                      <a:pt x="1768" y="2759"/>
                      <a:pt x="1707" y="2735"/>
                    </a:cubicBezTo>
                    <a:cubicBezTo>
                      <a:pt x="1724" y="2727"/>
                      <a:pt x="1740" y="2727"/>
                      <a:pt x="1757" y="2718"/>
                    </a:cubicBezTo>
                    <a:close/>
                    <a:moveTo>
                      <a:pt x="173" y="1"/>
                    </a:moveTo>
                    <a:cubicBezTo>
                      <a:pt x="151" y="1"/>
                      <a:pt x="128" y="15"/>
                      <a:pt x="133" y="42"/>
                    </a:cubicBezTo>
                    <a:cubicBezTo>
                      <a:pt x="158" y="258"/>
                      <a:pt x="158" y="465"/>
                      <a:pt x="166" y="680"/>
                    </a:cubicBezTo>
                    <a:cubicBezTo>
                      <a:pt x="152" y="673"/>
                      <a:pt x="136" y="669"/>
                      <a:pt x="122" y="669"/>
                    </a:cubicBezTo>
                    <a:cubicBezTo>
                      <a:pt x="85" y="669"/>
                      <a:pt x="51" y="691"/>
                      <a:pt x="34" y="738"/>
                    </a:cubicBezTo>
                    <a:cubicBezTo>
                      <a:pt x="0" y="821"/>
                      <a:pt x="34" y="937"/>
                      <a:pt x="50" y="1028"/>
                    </a:cubicBezTo>
                    <a:cubicBezTo>
                      <a:pt x="58" y="1128"/>
                      <a:pt x="75" y="1227"/>
                      <a:pt x="83" y="1318"/>
                    </a:cubicBezTo>
                    <a:lnTo>
                      <a:pt x="158" y="1931"/>
                    </a:lnTo>
                    <a:cubicBezTo>
                      <a:pt x="183" y="2105"/>
                      <a:pt x="183" y="2304"/>
                      <a:pt x="257" y="2470"/>
                    </a:cubicBezTo>
                    <a:cubicBezTo>
                      <a:pt x="299" y="2578"/>
                      <a:pt x="398" y="2669"/>
                      <a:pt x="506" y="2685"/>
                    </a:cubicBezTo>
                    <a:cubicBezTo>
                      <a:pt x="514" y="2884"/>
                      <a:pt x="497" y="3091"/>
                      <a:pt x="497" y="3290"/>
                    </a:cubicBezTo>
                    <a:cubicBezTo>
                      <a:pt x="506" y="3522"/>
                      <a:pt x="522" y="3754"/>
                      <a:pt x="547" y="3986"/>
                    </a:cubicBezTo>
                    <a:cubicBezTo>
                      <a:pt x="547" y="4003"/>
                      <a:pt x="555" y="4011"/>
                      <a:pt x="572" y="4019"/>
                    </a:cubicBezTo>
                    <a:cubicBezTo>
                      <a:pt x="580" y="4202"/>
                      <a:pt x="597" y="4384"/>
                      <a:pt x="613" y="4574"/>
                    </a:cubicBezTo>
                    <a:cubicBezTo>
                      <a:pt x="630" y="4840"/>
                      <a:pt x="638" y="5105"/>
                      <a:pt x="705" y="5362"/>
                    </a:cubicBezTo>
                    <a:cubicBezTo>
                      <a:pt x="771" y="5610"/>
                      <a:pt x="912" y="5826"/>
                      <a:pt x="1011" y="6058"/>
                    </a:cubicBezTo>
                    <a:cubicBezTo>
                      <a:pt x="1102" y="6290"/>
                      <a:pt x="1160" y="6530"/>
                      <a:pt x="1210" y="6778"/>
                    </a:cubicBezTo>
                    <a:cubicBezTo>
                      <a:pt x="1268" y="7027"/>
                      <a:pt x="1301" y="7284"/>
                      <a:pt x="1343" y="7532"/>
                    </a:cubicBezTo>
                    <a:cubicBezTo>
                      <a:pt x="1384" y="7806"/>
                      <a:pt x="1434" y="8079"/>
                      <a:pt x="1459" y="8344"/>
                    </a:cubicBezTo>
                    <a:cubicBezTo>
                      <a:pt x="1525" y="8891"/>
                      <a:pt x="1533" y="9438"/>
                      <a:pt x="1525" y="9985"/>
                    </a:cubicBezTo>
                    <a:cubicBezTo>
                      <a:pt x="1517" y="10532"/>
                      <a:pt x="1483" y="11070"/>
                      <a:pt x="1483" y="11617"/>
                    </a:cubicBezTo>
                    <a:cubicBezTo>
                      <a:pt x="1492" y="11841"/>
                      <a:pt x="1525" y="12073"/>
                      <a:pt x="1682" y="12238"/>
                    </a:cubicBezTo>
                    <a:cubicBezTo>
                      <a:pt x="1823" y="12388"/>
                      <a:pt x="2022" y="12462"/>
                      <a:pt x="2213" y="12520"/>
                    </a:cubicBezTo>
                    <a:cubicBezTo>
                      <a:pt x="2461" y="12586"/>
                      <a:pt x="2693" y="12661"/>
                      <a:pt x="2933" y="12752"/>
                    </a:cubicBezTo>
                    <a:cubicBezTo>
                      <a:pt x="3165" y="12843"/>
                      <a:pt x="3389" y="12959"/>
                      <a:pt x="3621" y="13059"/>
                    </a:cubicBezTo>
                    <a:cubicBezTo>
                      <a:pt x="3801" y="13135"/>
                      <a:pt x="4012" y="13189"/>
                      <a:pt x="4217" y="13189"/>
                    </a:cubicBezTo>
                    <a:cubicBezTo>
                      <a:pt x="4437" y="13189"/>
                      <a:pt x="4651" y="13127"/>
                      <a:pt x="4814" y="12959"/>
                    </a:cubicBezTo>
                    <a:cubicBezTo>
                      <a:pt x="4963" y="12802"/>
                      <a:pt x="5021" y="12586"/>
                      <a:pt x="4988" y="12371"/>
                    </a:cubicBezTo>
                    <a:cubicBezTo>
                      <a:pt x="4955" y="12139"/>
                      <a:pt x="4831" y="11932"/>
                      <a:pt x="4690" y="11750"/>
                    </a:cubicBezTo>
                    <a:cubicBezTo>
                      <a:pt x="4533" y="11567"/>
                      <a:pt x="4367" y="11402"/>
                      <a:pt x="4234" y="11195"/>
                    </a:cubicBezTo>
                    <a:cubicBezTo>
                      <a:pt x="4093" y="10996"/>
                      <a:pt x="4002" y="10780"/>
                      <a:pt x="3903" y="10557"/>
                    </a:cubicBezTo>
                    <a:cubicBezTo>
                      <a:pt x="3886" y="10523"/>
                      <a:pt x="3870" y="10490"/>
                      <a:pt x="3853" y="10457"/>
                    </a:cubicBezTo>
                    <a:cubicBezTo>
                      <a:pt x="3895" y="10449"/>
                      <a:pt x="3919" y="10424"/>
                      <a:pt x="3919" y="10383"/>
                    </a:cubicBezTo>
                    <a:cubicBezTo>
                      <a:pt x="3861" y="9778"/>
                      <a:pt x="3770" y="9173"/>
                      <a:pt x="3654" y="8576"/>
                    </a:cubicBezTo>
                    <a:cubicBezTo>
                      <a:pt x="3605" y="8286"/>
                      <a:pt x="3538" y="7996"/>
                      <a:pt x="3497" y="7706"/>
                    </a:cubicBezTo>
                    <a:cubicBezTo>
                      <a:pt x="3455" y="7408"/>
                      <a:pt x="3472" y="7110"/>
                      <a:pt x="3513" y="6812"/>
                    </a:cubicBezTo>
                    <a:cubicBezTo>
                      <a:pt x="3555" y="6522"/>
                      <a:pt x="3596" y="6240"/>
                      <a:pt x="3613" y="5950"/>
                    </a:cubicBezTo>
                    <a:cubicBezTo>
                      <a:pt x="3629" y="5643"/>
                      <a:pt x="3613" y="5345"/>
                      <a:pt x="3605" y="5038"/>
                    </a:cubicBezTo>
                    <a:cubicBezTo>
                      <a:pt x="3588" y="4417"/>
                      <a:pt x="3555" y="3804"/>
                      <a:pt x="3513" y="3191"/>
                    </a:cubicBezTo>
                    <a:cubicBezTo>
                      <a:pt x="3489" y="2851"/>
                      <a:pt x="3464" y="2503"/>
                      <a:pt x="3439" y="2155"/>
                    </a:cubicBezTo>
                    <a:cubicBezTo>
                      <a:pt x="3431" y="2064"/>
                      <a:pt x="3431" y="1965"/>
                      <a:pt x="3422" y="1865"/>
                    </a:cubicBezTo>
                    <a:cubicBezTo>
                      <a:pt x="3439" y="1774"/>
                      <a:pt x="3447" y="1675"/>
                      <a:pt x="3464" y="1575"/>
                    </a:cubicBezTo>
                    <a:cubicBezTo>
                      <a:pt x="3489" y="1360"/>
                      <a:pt x="3497" y="1153"/>
                      <a:pt x="3513" y="945"/>
                    </a:cubicBezTo>
                    <a:cubicBezTo>
                      <a:pt x="3513" y="829"/>
                      <a:pt x="3522" y="722"/>
                      <a:pt x="3530" y="606"/>
                    </a:cubicBezTo>
                    <a:cubicBezTo>
                      <a:pt x="3530" y="515"/>
                      <a:pt x="3555" y="374"/>
                      <a:pt x="3505" y="299"/>
                    </a:cubicBezTo>
                    <a:cubicBezTo>
                      <a:pt x="3495" y="285"/>
                      <a:pt x="3480" y="276"/>
                      <a:pt x="3466" y="276"/>
                    </a:cubicBezTo>
                    <a:cubicBezTo>
                      <a:pt x="3456" y="276"/>
                      <a:pt x="3446" y="280"/>
                      <a:pt x="3439" y="291"/>
                    </a:cubicBezTo>
                    <a:cubicBezTo>
                      <a:pt x="3381" y="357"/>
                      <a:pt x="3389" y="481"/>
                      <a:pt x="3381" y="564"/>
                    </a:cubicBezTo>
                    <a:cubicBezTo>
                      <a:pt x="3373" y="672"/>
                      <a:pt x="3364" y="780"/>
                      <a:pt x="3356" y="887"/>
                    </a:cubicBezTo>
                    <a:cubicBezTo>
                      <a:pt x="3348" y="970"/>
                      <a:pt x="3348" y="1053"/>
                      <a:pt x="3339" y="1136"/>
                    </a:cubicBezTo>
                    <a:cubicBezTo>
                      <a:pt x="3339" y="1020"/>
                      <a:pt x="3331" y="904"/>
                      <a:pt x="3306" y="788"/>
                    </a:cubicBezTo>
                    <a:cubicBezTo>
                      <a:pt x="3299" y="756"/>
                      <a:pt x="3275" y="742"/>
                      <a:pt x="3250" y="742"/>
                    </a:cubicBezTo>
                    <a:cubicBezTo>
                      <a:pt x="3217" y="742"/>
                      <a:pt x="3182" y="767"/>
                      <a:pt x="3182" y="805"/>
                    </a:cubicBezTo>
                    <a:cubicBezTo>
                      <a:pt x="3174" y="1045"/>
                      <a:pt x="3124" y="1293"/>
                      <a:pt x="3033" y="1525"/>
                    </a:cubicBezTo>
                    <a:cubicBezTo>
                      <a:pt x="3041" y="1484"/>
                      <a:pt x="3041" y="1451"/>
                      <a:pt x="3041" y="1409"/>
                    </a:cubicBezTo>
                    <a:cubicBezTo>
                      <a:pt x="3041" y="1376"/>
                      <a:pt x="3049" y="1335"/>
                      <a:pt x="3049" y="1302"/>
                    </a:cubicBezTo>
                    <a:cubicBezTo>
                      <a:pt x="3074" y="1153"/>
                      <a:pt x="3074" y="1003"/>
                      <a:pt x="3033" y="879"/>
                    </a:cubicBezTo>
                    <a:cubicBezTo>
                      <a:pt x="3025" y="854"/>
                      <a:pt x="3000" y="838"/>
                      <a:pt x="2975" y="838"/>
                    </a:cubicBezTo>
                    <a:cubicBezTo>
                      <a:pt x="2963" y="811"/>
                      <a:pt x="2941" y="798"/>
                      <a:pt x="2920" y="798"/>
                    </a:cubicBezTo>
                    <a:cubicBezTo>
                      <a:pt x="2897" y="798"/>
                      <a:pt x="2875" y="815"/>
                      <a:pt x="2875" y="846"/>
                    </a:cubicBezTo>
                    <a:cubicBezTo>
                      <a:pt x="2867" y="970"/>
                      <a:pt x="2867" y="1103"/>
                      <a:pt x="2867" y="1227"/>
                    </a:cubicBezTo>
                    <a:cubicBezTo>
                      <a:pt x="2851" y="1302"/>
                      <a:pt x="2834" y="1376"/>
                      <a:pt x="2809" y="1443"/>
                    </a:cubicBezTo>
                    <a:cubicBezTo>
                      <a:pt x="2743" y="1633"/>
                      <a:pt x="2635" y="1807"/>
                      <a:pt x="2511" y="1956"/>
                    </a:cubicBezTo>
                    <a:cubicBezTo>
                      <a:pt x="2387" y="2105"/>
                      <a:pt x="2237" y="2230"/>
                      <a:pt x="2080" y="2329"/>
                    </a:cubicBezTo>
                    <a:cubicBezTo>
                      <a:pt x="2047" y="2329"/>
                      <a:pt x="2005" y="2321"/>
                      <a:pt x="1972" y="2312"/>
                    </a:cubicBezTo>
                    <a:cubicBezTo>
                      <a:pt x="1914" y="2296"/>
                      <a:pt x="1865" y="2279"/>
                      <a:pt x="1807" y="2254"/>
                    </a:cubicBezTo>
                    <a:cubicBezTo>
                      <a:pt x="1666" y="2163"/>
                      <a:pt x="1517" y="2064"/>
                      <a:pt x="1376" y="1956"/>
                    </a:cubicBezTo>
                    <a:cubicBezTo>
                      <a:pt x="1251" y="1865"/>
                      <a:pt x="1127" y="1766"/>
                      <a:pt x="1003" y="1666"/>
                    </a:cubicBezTo>
                    <a:cubicBezTo>
                      <a:pt x="937" y="1608"/>
                      <a:pt x="862" y="1542"/>
                      <a:pt x="829" y="1459"/>
                    </a:cubicBezTo>
                    <a:cubicBezTo>
                      <a:pt x="812" y="1426"/>
                      <a:pt x="804" y="1393"/>
                      <a:pt x="796" y="1360"/>
                    </a:cubicBezTo>
                    <a:cubicBezTo>
                      <a:pt x="787" y="1343"/>
                      <a:pt x="787" y="1335"/>
                      <a:pt x="779" y="1327"/>
                    </a:cubicBezTo>
                    <a:cubicBezTo>
                      <a:pt x="779" y="1318"/>
                      <a:pt x="779" y="1302"/>
                      <a:pt x="779" y="1293"/>
                    </a:cubicBezTo>
                    <a:cubicBezTo>
                      <a:pt x="775" y="1280"/>
                      <a:pt x="765" y="1274"/>
                      <a:pt x="756" y="1274"/>
                    </a:cubicBezTo>
                    <a:cubicBezTo>
                      <a:pt x="749" y="1274"/>
                      <a:pt x="741" y="1278"/>
                      <a:pt x="738" y="1285"/>
                    </a:cubicBezTo>
                    <a:cubicBezTo>
                      <a:pt x="727" y="1282"/>
                      <a:pt x="716" y="1280"/>
                      <a:pt x="705" y="1280"/>
                    </a:cubicBezTo>
                    <a:cubicBezTo>
                      <a:pt x="662" y="1280"/>
                      <a:pt x="617" y="1304"/>
                      <a:pt x="597" y="1343"/>
                    </a:cubicBezTo>
                    <a:cubicBezTo>
                      <a:pt x="597" y="1244"/>
                      <a:pt x="597" y="1144"/>
                      <a:pt x="597" y="1045"/>
                    </a:cubicBezTo>
                    <a:cubicBezTo>
                      <a:pt x="597" y="904"/>
                      <a:pt x="605" y="755"/>
                      <a:pt x="605" y="606"/>
                    </a:cubicBezTo>
                    <a:cubicBezTo>
                      <a:pt x="605" y="531"/>
                      <a:pt x="613" y="457"/>
                      <a:pt x="613" y="382"/>
                    </a:cubicBezTo>
                    <a:cubicBezTo>
                      <a:pt x="605" y="316"/>
                      <a:pt x="613" y="241"/>
                      <a:pt x="572" y="183"/>
                    </a:cubicBezTo>
                    <a:cubicBezTo>
                      <a:pt x="564" y="168"/>
                      <a:pt x="551" y="161"/>
                      <a:pt x="538" y="161"/>
                    </a:cubicBezTo>
                    <a:cubicBezTo>
                      <a:pt x="522" y="161"/>
                      <a:pt x="506" y="170"/>
                      <a:pt x="497" y="183"/>
                    </a:cubicBezTo>
                    <a:cubicBezTo>
                      <a:pt x="456" y="241"/>
                      <a:pt x="448" y="316"/>
                      <a:pt x="439" y="382"/>
                    </a:cubicBezTo>
                    <a:cubicBezTo>
                      <a:pt x="431" y="457"/>
                      <a:pt x="423" y="531"/>
                      <a:pt x="423" y="606"/>
                    </a:cubicBezTo>
                    <a:cubicBezTo>
                      <a:pt x="406" y="755"/>
                      <a:pt x="406" y="912"/>
                      <a:pt x="415" y="1061"/>
                    </a:cubicBezTo>
                    <a:cubicBezTo>
                      <a:pt x="398" y="995"/>
                      <a:pt x="381" y="921"/>
                      <a:pt x="365" y="846"/>
                    </a:cubicBezTo>
                    <a:cubicBezTo>
                      <a:pt x="315" y="573"/>
                      <a:pt x="265" y="299"/>
                      <a:pt x="216" y="34"/>
                    </a:cubicBezTo>
                    <a:cubicBezTo>
                      <a:pt x="212" y="11"/>
                      <a:pt x="193" y="1"/>
                      <a:pt x="1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0" name="Google Shape;2910;p5"/>
              <p:cNvSpPr/>
              <p:nvPr/>
            </p:nvSpPr>
            <p:spPr>
              <a:xfrm>
                <a:off x="2887600" y="4502250"/>
                <a:ext cx="2300" cy="8425"/>
              </a:xfrm>
              <a:custGeom>
                <a:rect b="b" l="l" r="r" t="t"/>
                <a:pathLst>
                  <a:path extrusionOk="0" h="337" w="92">
                    <a:moveTo>
                      <a:pt x="46" y="1"/>
                    </a:moveTo>
                    <a:cubicBezTo>
                      <a:pt x="38" y="1"/>
                      <a:pt x="30" y="5"/>
                      <a:pt x="26" y="13"/>
                    </a:cubicBezTo>
                    <a:cubicBezTo>
                      <a:pt x="17" y="22"/>
                      <a:pt x="17" y="30"/>
                      <a:pt x="9" y="46"/>
                    </a:cubicBezTo>
                    <a:cubicBezTo>
                      <a:pt x="9" y="55"/>
                      <a:pt x="9" y="71"/>
                      <a:pt x="9" y="80"/>
                    </a:cubicBezTo>
                    <a:cubicBezTo>
                      <a:pt x="9" y="104"/>
                      <a:pt x="1" y="129"/>
                      <a:pt x="1" y="154"/>
                    </a:cubicBezTo>
                    <a:lnTo>
                      <a:pt x="1" y="295"/>
                    </a:lnTo>
                    <a:cubicBezTo>
                      <a:pt x="1" y="312"/>
                      <a:pt x="26" y="336"/>
                      <a:pt x="50" y="336"/>
                    </a:cubicBezTo>
                    <a:cubicBezTo>
                      <a:pt x="75" y="336"/>
                      <a:pt x="92" y="320"/>
                      <a:pt x="92" y="295"/>
                    </a:cubicBezTo>
                    <a:lnTo>
                      <a:pt x="92" y="154"/>
                    </a:lnTo>
                    <a:cubicBezTo>
                      <a:pt x="92" y="129"/>
                      <a:pt x="92" y="104"/>
                      <a:pt x="84" y="88"/>
                    </a:cubicBezTo>
                    <a:cubicBezTo>
                      <a:pt x="84" y="71"/>
                      <a:pt x="84" y="63"/>
                      <a:pt x="84" y="46"/>
                    </a:cubicBezTo>
                    <a:cubicBezTo>
                      <a:pt x="84" y="30"/>
                      <a:pt x="75" y="22"/>
                      <a:pt x="67" y="13"/>
                    </a:cubicBezTo>
                    <a:cubicBezTo>
                      <a:pt x="63" y="5"/>
                      <a:pt x="55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1" name="Google Shape;2911;p5"/>
              <p:cNvSpPr/>
              <p:nvPr/>
            </p:nvSpPr>
            <p:spPr>
              <a:xfrm>
                <a:off x="2873925" y="4533050"/>
                <a:ext cx="2725" cy="10775"/>
              </a:xfrm>
              <a:custGeom>
                <a:rect b="b" l="l" r="r" t="t"/>
                <a:pathLst>
                  <a:path extrusionOk="0" h="431" w="109">
                    <a:moveTo>
                      <a:pt x="81" y="1"/>
                    </a:moveTo>
                    <a:cubicBezTo>
                      <a:pt x="72" y="1"/>
                      <a:pt x="62" y="5"/>
                      <a:pt x="59" y="16"/>
                    </a:cubicBezTo>
                    <a:cubicBezTo>
                      <a:pt x="42" y="82"/>
                      <a:pt x="42" y="140"/>
                      <a:pt x="26" y="206"/>
                    </a:cubicBezTo>
                    <a:cubicBezTo>
                      <a:pt x="17" y="264"/>
                      <a:pt x="9" y="331"/>
                      <a:pt x="1" y="397"/>
                    </a:cubicBezTo>
                    <a:cubicBezTo>
                      <a:pt x="1" y="414"/>
                      <a:pt x="26" y="430"/>
                      <a:pt x="42" y="430"/>
                    </a:cubicBezTo>
                    <a:cubicBezTo>
                      <a:pt x="67" y="430"/>
                      <a:pt x="75" y="414"/>
                      <a:pt x="84" y="397"/>
                    </a:cubicBezTo>
                    <a:cubicBezTo>
                      <a:pt x="84" y="331"/>
                      <a:pt x="100" y="273"/>
                      <a:pt x="100" y="206"/>
                    </a:cubicBezTo>
                    <a:cubicBezTo>
                      <a:pt x="100" y="148"/>
                      <a:pt x="109" y="82"/>
                      <a:pt x="109" y="24"/>
                    </a:cubicBezTo>
                    <a:cubicBezTo>
                      <a:pt x="109" y="10"/>
                      <a:pt x="95" y="1"/>
                      <a:pt x="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2" name="Google Shape;2912;p5"/>
              <p:cNvSpPr/>
              <p:nvPr/>
            </p:nvSpPr>
            <p:spPr>
              <a:xfrm>
                <a:off x="2843475" y="4525250"/>
                <a:ext cx="3775" cy="9275"/>
              </a:xfrm>
              <a:custGeom>
                <a:rect b="b" l="l" r="r" t="t"/>
                <a:pathLst>
                  <a:path extrusionOk="0" h="371" w="151">
                    <a:moveTo>
                      <a:pt x="33" y="1"/>
                    </a:moveTo>
                    <a:cubicBezTo>
                      <a:pt x="18" y="1"/>
                      <a:pt x="1" y="13"/>
                      <a:pt x="1" y="30"/>
                    </a:cubicBezTo>
                    <a:cubicBezTo>
                      <a:pt x="1" y="54"/>
                      <a:pt x="1" y="79"/>
                      <a:pt x="1" y="96"/>
                    </a:cubicBezTo>
                    <a:cubicBezTo>
                      <a:pt x="1" y="112"/>
                      <a:pt x="9" y="129"/>
                      <a:pt x="9" y="137"/>
                    </a:cubicBezTo>
                    <a:lnTo>
                      <a:pt x="9" y="137"/>
                    </a:lnTo>
                    <a:cubicBezTo>
                      <a:pt x="9" y="136"/>
                      <a:pt x="9" y="135"/>
                      <a:pt x="8" y="135"/>
                    </a:cubicBezTo>
                    <a:cubicBezTo>
                      <a:pt x="6" y="135"/>
                      <a:pt x="1" y="146"/>
                      <a:pt x="1" y="146"/>
                    </a:cubicBezTo>
                    <a:cubicBezTo>
                      <a:pt x="1" y="162"/>
                      <a:pt x="1" y="170"/>
                      <a:pt x="9" y="179"/>
                    </a:cubicBezTo>
                    <a:lnTo>
                      <a:pt x="34" y="328"/>
                    </a:lnTo>
                    <a:cubicBezTo>
                      <a:pt x="41" y="349"/>
                      <a:pt x="67" y="371"/>
                      <a:pt x="95" y="371"/>
                    </a:cubicBezTo>
                    <a:cubicBezTo>
                      <a:pt x="100" y="371"/>
                      <a:pt x="104" y="370"/>
                      <a:pt x="109" y="369"/>
                    </a:cubicBezTo>
                    <a:cubicBezTo>
                      <a:pt x="133" y="353"/>
                      <a:pt x="150" y="328"/>
                      <a:pt x="142" y="295"/>
                    </a:cubicBezTo>
                    <a:lnTo>
                      <a:pt x="142" y="295"/>
                    </a:lnTo>
                    <a:lnTo>
                      <a:pt x="142" y="303"/>
                    </a:lnTo>
                    <a:lnTo>
                      <a:pt x="125" y="212"/>
                    </a:lnTo>
                    <a:cubicBezTo>
                      <a:pt x="125" y="195"/>
                      <a:pt x="117" y="179"/>
                      <a:pt x="117" y="162"/>
                    </a:cubicBezTo>
                    <a:cubicBezTo>
                      <a:pt x="117" y="154"/>
                      <a:pt x="117" y="146"/>
                      <a:pt x="109" y="137"/>
                    </a:cubicBezTo>
                    <a:cubicBezTo>
                      <a:pt x="109" y="129"/>
                      <a:pt x="100" y="121"/>
                      <a:pt x="92" y="121"/>
                    </a:cubicBezTo>
                    <a:cubicBezTo>
                      <a:pt x="92" y="104"/>
                      <a:pt x="84" y="88"/>
                      <a:pt x="75" y="71"/>
                    </a:cubicBezTo>
                    <a:cubicBezTo>
                      <a:pt x="75" y="54"/>
                      <a:pt x="59" y="30"/>
                      <a:pt x="51" y="13"/>
                    </a:cubicBezTo>
                    <a:cubicBezTo>
                      <a:pt x="48" y="4"/>
                      <a:pt x="41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3" name="Google Shape;2913;p5"/>
              <p:cNvSpPr/>
              <p:nvPr/>
            </p:nvSpPr>
            <p:spPr>
              <a:xfrm>
                <a:off x="2898800" y="4485750"/>
                <a:ext cx="2500" cy="18925"/>
              </a:xfrm>
              <a:custGeom>
                <a:rect b="b" l="l" r="r" t="t"/>
                <a:pathLst>
                  <a:path extrusionOk="0" h="757" w="100">
                    <a:moveTo>
                      <a:pt x="53" y="0"/>
                    </a:moveTo>
                    <a:cubicBezTo>
                      <a:pt x="42" y="0"/>
                      <a:pt x="29" y="6"/>
                      <a:pt x="25" y="19"/>
                    </a:cubicBezTo>
                    <a:cubicBezTo>
                      <a:pt x="8" y="77"/>
                      <a:pt x="8" y="135"/>
                      <a:pt x="8" y="184"/>
                    </a:cubicBezTo>
                    <a:cubicBezTo>
                      <a:pt x="0" y="242"/>
                      <a:pt x="0" y="300"/>
                      <a:pt x="0" y="358"/>
                    </a:cubicBezTo>
                    <a:cubicBezTo>
                      <a:pt x="0" y="474"/>
                      <a:pt x="0" y="590"/>
                      <a:pt x="0" y="706"/>
                    </a:cubicBezTo>
                    <a:cubicBezTo>
                      <a:pt x="0" y="740"/>
                      <a:pt x="25" y="756"/>
                      <a:pt x="50" y="756"/>
                    </a:cubicBezTo>
                    <a:cubicBezTo>
                      <a:pt x="75" y="756"/>
                      <a:pt x="100" y="740"/>
                      <a:pt x="100" y="706"/>
                    </a:cubicBezTo>
                    <a:cubicBezTo>
                      <a:pt x="100" y="590"/>
                      <a:pt x="100" y="474"/>
                      <a:pt x="100" y="358"/>
                    </a:cubicBezTo>
                    <a:cubicBezTo>
                      <a:pt x="100" y="300"/>
                      <a:pt x="100" y="242"/>
                      <a:pt x="100" y="184"/>
                    </a:cubicBezTo>
                    <a:cubicBezTo>
                      <a:pt x="91" y="135"/>
                      <a:pt x="91" y="77"/>
                      <a:pt x="75" y="19"/>
                    </a:cubicBezTo>
                    <a:cubicBezTo>
                      <a:pt x="75" y="6"/>
                      <a:pt x="64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4" name="Google Shape;2914;p5"/>
              <p:cNvSpPr/>
              <p:nvPr/>
            </p:nvSpPr>
            <p:spPr>
              <a:xfrm>
                <a:off x="2792950" y="4657075"/>
                <a:ext cx="64650" cy="107975"/>
              </a:xfrm>
              <a:custGeom>
                <a:rect b="b" l="l" r="r" t="t"/>
                <a:pathLst>
                  <a:path extrusionOk="0" h="4319" w="2586">
                    <a:moveTo>
                      <a:pt x="2006" y="1"/>
                    </a:moveTo>
                    <a:cubicBezTo>
                      <a:pt x="1945" y="1"/>
                      <a:pt x="1879" y="54"/>
                      <a:pt x="1889" y="134"/>
                    </a:cubicBezTo>
                    <a:cubicBezTo>
                      <a:pt x="1898" y="200"/>
                      <a:pt x="1914" y="266"/>
                      <a:pt x="1922" y="333"/>
                    </a:cubicBezTo>
                    <a:cubicBezTo>
                      <a:pt x="1906" y="391"/>
                      <a:pt x="1889" y="449"/>
                      <a:pt x="1873" y="498"/>
                    </a:cubicBezTo>
                    <a:cubicBezTo>
                      <a:pt x="1815" y="648"/>
                      <a:pt x="1724" y="788"/>
                      <a:pt x="1608" y="896"/>
                    </a:cubicBezTo>
                    <a:cubicBezTo>
                      <a:pt x="1492" y="1020"/>
                      <a:pt x="1326" y="1078"/>
                      <a:pt x="1218" y="1211"/>
                    </a:cubicBezTo>
                    <a:cubicBezTo>
                      <a:pt x="1119" y="1335"/>
                      <a:pt x="1086" y="1501"/>
                      <a:pt x="986" y="1625"/>
                    </a:cubicBezTo>
                    <a:cubicBezTo>
                      <a:pt x="787" y="1874"/>
                      <a:pt x="506" y="2039"/>
                      <a:pt x="315" y="2288"/>
                    </a:cubicBezTo>
                    <a:cubicBezTo>
                      <a:pt x="100" y="2570"/>
                      <a:pt x="0" y="2926"/>
                      <a:pt x="58" y="3274"/>
                    </a:cubicBezTo>
                    <a:cubicBezTo>
                      <a:pt x="116" y="3589"/>
                      <a:pt x="315" y="3879"/>
                      <a:pt x="597" y="4028"/>
                    </a:cubicBezTo>
                    <a:cubicBezTo>
                      <a:pt x="920" y="4202"/>
                      <a:pt x="1293" y="4169"/>
                      <a:pt x="1641" y="4227"/>
                    </a:cubicBezTo>
                    <a:cubicBezTo>
                      <a:pt x="1779" y="4247"/>
                      <a:pt x="1927" y="4318"/>
                      <a:pt x="2069" y="4318"/>
                    </a:cubicBezTo>
                    <a:cubicBezTo>
                      <a:pt x="2107" y="4318"/>
                      <a:pt x="2143" y="4313"/>
                      <a:pt x="2179" y="4301"/>
                    </a:cubicBezTo>
                    <a:cubicBezTo>
                      <a:pt x="2320" y="4252"/>
                      <a:pt x="2411" y="4111"/>
                      <a:pt x="2461" y="3970"/>
                    </a:cubicBezTo>
                    <a:cubicBezTo>
                      <a:pt x="2527" y="3796"/>
                      <a:pt x="2552" y="3605"/>
                      <a:pt x="2569" y="3423"/>
                    </a:cubicBezTo>
                    <a:cubicBezTo>
                      <a:pt x="2585" y="3224"/>
                      <a:pt x="2577" y="3025"/>
                      <a:pt x="2569" y="2835"/>
                    </a:cubicBezTo>
                    <a:cubicBezTo>
                      <a:pt x="2536" y="2379"/>
                      <a:pt x="2444" y="1932"/>
                      <a:pt x="2362" y="1493"/>
                    </a:cubicBezTo>
                    <a:cubicBezTo>
                      <a:pt x="2270" y="1020"/>
                      <a:pt x="2196" y="540"/>
                      <a:pt x="2096" y="76"/>
                    </a:cubicBezTo>
                    <a:cubicBezTo>
                      <a:pt x="2083" y="23"/>
                      <a:pt x="2046" y="1"/>
                      <a:pt x="2006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5" name="Google Shape;2915;p5"/>
              <p:cNvSpPr/>
              <p:nvPr/>
            </p:nvSpPr>
            <p:spPr>
              <a:xfrm>
                <a:off x="2900750" y="4670300"/>
                <a:ext cx="61250" cy="109825"/>
              </a:xfrm>
              <a:custGeom>
                <a:rect b="b" l="l" r="r" t="t"/>
                <a:pathLst>
                  <a:path extrusionOk="0" h="4393" w="2450">
                    <a:moveTo>
                      <a:pt x="1140" y="0"/>
                    </a:moveTo>
                    <a:cubicBezTo>
                      <a:pt x="1116" y="0"/>
                      <a:pt x="1092" y="9"/>
                      <a:pt x="1074" y="27"/>
                    </a:cubicBezTo>
                    <a:cubicBezTo>
                      <a:pt x="908" y="201"/>
                      <a:pt x="734" y="375"/>
                      <a:pt x="552" y="524"/>
                    </a:cubicBezTo>
                    <a:cubicBezTo>
                      <a:pt x="512" y="559"/>
                      <a:pt x="475" y="574"/>
                      <a:pt x="443" y="574"/>
                    </a:cubicBezTo>
                    <a:cubicBezTo>
                      <a:pt x="323" y="574"/>
                      <a:pt x="257" y="369"/>
                      <a:pt x="237" y="251"/>
                    </a:cubicBezTo>
                    <a:cubicBezTo>
                      <a:pt x="222" y="196"/>
                      <a:pt x="173" y="170"/>
                      <a:pt x="124" y="170"/>
                    </a:cubicBezTo>
                    <a:cubicBezTo>
                      <a:pt x="62" y="170"/>
                      <a:pt x="0" y="211"/>
                      <a:pt x="5" y="284"/>
                    </a:cubicBezTo>
                    <a:cubicBezTo>
                      <a:pt x="13" y="566"/>
                      <a:pt x="30" y="848"/>
                      <a:pt x="55" y="1129"/>
                    </a:cubicBezTo>
                    <a:cubicBezTo>
                      <a:pt x="71" y="1320"/>
                      <a:pt x="80" y="1519"/>
                      <a:pt x="121" y="1709"/>
                    </a:cubicBezTo>
                    <a:cubicBezTo>
                      <a:pt x="129" y="1792"/>
                      <a:pt x="129" y="1867"/>
                      <a:pt x="138" y="1950"/>
                    </a:cubicBezTo>
                    <a:cubicBezTo>
                      <a:pt x="179" y="2347"/>
                      <a:pt x="229" y="2745"/>
                      <a:pt x="278" y="3143"/>
                    </a:cubicBezTo>
                    <a:cubicBezTo>
                      <a:pt x="295" y="3325"/>
                      <a:pt x="312" y="3507"/>
                      <a:pt x="345" y="3690"/>
                    </a:cubicBezTo>
                    <a:cubicBezTo>
                      <a:pt x="370" y="3830"/>
                      <a:pt x="411" y="3971"/>
                      <a:pt x="502" y="4087"/>
                    </a:cubicBezTo>
                    <a:cubicBezTo>
                      <a:pt x="602" y="4212"/>
                      <a:pt x="751" y="4270"/>
                      <a:pt x="908" y="4303"/>
                    </a:cubicBezTo>
                    <a:cubicBezTo>
                      <a:pt x="1090" y="4344"/>
                      <a:pt x="1273" y="4369"/>
                      <a:pt x="1463" y="4386"/>
                    </a:cubicBezTo>
                    <a:cubicBezTo>
                      <a:pt x="1529" y="4389"/>
                      <a:pt x="1600" y="4393"/>
                      <a:pt x="1672" y="4393"/>
                    </a:cubicBezTo>
                    <a:cubicBezTo>
                      <a:pt x="1933" y="4393"/>
                      <a:pt x="2206" y="4345"/>
                      <a:pt x="2317" y="4079"/>
                    </a:cubicBezTo>
                    <a:cubicBezTo>
                      <a:pt x="2383" y="3922"/>
                      <a:pt x="2408" y="3739"/>
                      <a:pt x="2424" y="3574"/>
                    </a:cubicBezTo>
                    <a:cubicBezTo>
                      <a:pt x="2449" y="3408"/>
                      <a:pt x="2433" y="3242"/>
                      <a:pt x="2358" y="3093"/>
                    </a:cubicBezTo>
                    <a:cubicBezTo>
                      <a:pt x="2201" y="2778"/>
                      <a:pt x="1828" y="2762"/>
                      <a:pt x="1530" y="2654"/>
                    </a:cubicBezTo>
                    <a:cubicBezTo>
                      <a:pt x="1231" y="2538"/>
                      <a:pt x="925" y="2356"/>
                      <a:pt x="701" y="2115"/>
                    </a:cubicBezTo>
                    <a:cubicBezTo>
                      <a:pt x="643" y="2057"/>
                      <a:pt x="602" y="1991"/>
                      <a:pt x="643" y="1908"/>
                    </a:cubicBezTo>
                    <a:cubicBezTo>
                      <a:pt x="684" y="1825"/>
                      <a:pt x="742" y="1751"/>
                      <a:pt x="776" y="1668"/>
                    </a:cubicBezTo>
                    <a:cubicBezTo>
                      <a:pt x="850" y="1502"/>
                      <a:pt x="883" y="1320"/>
                      <a:pt x="908" y="1138"/>
                    </a:cubicBezTo>
                    <a:cubicBezTo>
                      <a:pt x="941" y="964"/>
                      <a:pt x="974" y="790"/>
                      <a:pt x="1057" y="624"/>
                    </a:cubicBezTo>
                    <a:cubicBezTo>
                      <a:pt x="1140" y="458"/>
                      <a:pt x="1240" y="293"/>
                      <a:pt x="1240" y="94"/>
                    </a:cubicBezTo>
                    <a:cubicBezTo>
                      <a:pt x="1240" y="37"/>
                      <a:pt x="1190" y="0"/>
                      <a:pt x="1140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6" name="Google Shape;2916;p5"/>
              <p:cNvSpPr/>
              <p:nvPr/>
            </p:nvSpPr>
            <p:spPr>
              <a:xfrm>
                <a:off x="2769100" y="4647675"/>
                <a:ext cx="64050" cy="86375"/>
              </a:xfrm>
              <a:custGeom>
                <a:rect b="b" l="l" r="r" t="t"/>
                <a:pathLst>
                  <a:path extrusionOk="0" h="3455" w="2562">
                    <a:moveTo>
                      <a:pt x="2417" y="0"/>
                    </a:moveTo>
                    <a:cubicBezTo>
                      <a:pt x="2392" y="0"/>
                      <a:pt x="2367" y="13"/>
                      <a:pt x="2354" y="38"/>
                    </a:cubicBezTo>
                    <a:cubicBezTo>
                      <a:pt x="2272" y="170"/>
                      <a:pt x="2288" y="328"/>
                      <a:pt x="2272" y="477"/>
                    </a:cubicBezTo>
                    <a:cubicBezTo>
                      <a:pt x="2255" y="634"/>
                      <a:pt x="2238" y="783"/>
                      <a:pt x="2214" y="941"/>
                    </a:cubicBezTo>
                    <a:cubicBezTo>
                      <a:pt x="2172" y="1222"/>
                      <a:pt x="2114" y="1504"/>
                      <a:pt x="1990" y="1769"/>
                    </a:cubicBezTo>
                    <a:cubicBezTo>
                      <a:pt x="1775" y="2250"/>
                      <a:pt x="1377" y="2623"/>
                      <a:pt x="929" y="2888"/>
                    </a:cubicBezTo>
                    <a:cubicBezTo>
                      <a:pt x="664" y="3053"/>
                      <a:pt x="366" y="3203"/>
                      <a:pt x="76" y="3319"/>
                    </a:cubicBezTo>
                    <a:cubicBezTo>
                      <a:pt x="1" y="3349"/>
                      <a:pt x="14" y="3454"/>
                      <a:pt x="86" y="3454"/>
                    </a:cubicBezTo>
                    <a:cubicBezTo>
                      <a:pt x="93" y="3454"/>
                      <a:pt x="101" y="3453"/>
                      <a:pt x="109" y="3451"/>
                    </a:cubicBezTo>
                    <a:cubicBezTo>
                      <a:pt x="407" y="3368"/>
                      <a:pt x="681" y="3277"/>
                      <a:pt x="946" y="3128"/>
                    </a:cubicBezTo>
                    <a:cubicBezTo>
                      <a:pt x="1203" y="2987"/>
                      <a:pt x="1435" y="2821"/>
                      <a:pt x="1642" y="2623"/>
                    </a:cubicBezTo>
                    <a:cubicBezTo>
                      <a:pt x="1841" y="2432"/>
                      <a:pt x="2007" y="2217"/>
                      <a:pt x="2147" y="1985"/>
                    </a:cubicBezTo>
                    <a:cubicBezTo>
                      <a:pt x="2296" y="1711"/>
                      <a:pt x="2379" y="1413"/>
                      <a:pt x="2429" y="1115"/>
                    </a:cubicBezTo>
                    <a:cubicBezTo>
                      <a:pt x="2462" y="941"/>
                      <a:pt x="2479" y="758"/>
                      <a:pt x="2504" y="584"/>
                    </a:cubicBezTo>
                    <a:cubicBezTo>
                      <a:pt x="2520" y="402"/>
                      <a:pt x="2562" y="203"/>
                      <a:pt x="2479" y="38"/>
                    </a:cubicBezTo>
                    <a:cubicBezTo>
                      <a:pt x="2466" y="13"/>
                      <a:pt x="2441" y="0"/>
                      <a:pt x="24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7" name="Google Shape;2917;p5"/>
              <p:cNvSpPr/>
              <p:nvPr/>
            </p:nvSpPr>
            <p:spPr>
              <a:xfrm>
                <a:off x="2826975" y="4663800"/>
                <a:ext cx="12800" cy="27300"/>
              </a:xfrm>
              <a:custGeom>
                <a:rect b="b" l="l" r="r" t="t"/>
                <a:pathLst>
                  <a:path extrusionOk="0" h="1092" w="512">
                    <a:moveTo>
                      <a:pt x="426" y="1"/>
                    </a:moveTo>
                    <a:cubicBezTo>
                      <a:pt x="411" y="1"/>
                      <a:pt x="395" y="6"/>
                      <a:pt x="379" y="22"/>
                    </a:cubicBezTo>
                    <a:cubicBezTo>
                      <a:pt x="329" y="89"/>
                      <a:pt x="313" y="188"/>
                      <a:pt x="296" y="271"/>
                    </a:cubicBezTo>
                    <a:cubicBezTo>
                      <a:pt x="280" y="354"/>
                      <a:pt x="255" y="445"/>
                      <a:pt x="230" y="528"/>
                    </a:cubicBezTo>
                    <a:cubicBezTo>
                      <a:pt x="180" y="685"/>
                      <a:pt x="122" y="859"/>
                      <a:pt x="31" y="1000"/>
                    </a:cubicBezTo>
                    <a:cubicBezTo>
                      <a:pt x="0" y="1044"/>
                      <a:pt x="44" y="1092"/>
                      <a:pt x="89" y="1092"/>
                    </a:cubicBezTo>
                    <a:cubicBezTo>
                      <a:pt x="104" y="1092"/>
                      <a:pt x="118" y="1087"/>
                      <a:pt x="131" y="1074"/>
                    </a:cubicBezTo>
                    <a:cubicBezTo>
                      <a:pt x="189" y="1008"/>
                      <a:pt x="247" y="934"/>
                      <a:pt x="296" y="859"/>
                    </a:cubicBezTo>
                    <a:cubicBezTo>
                      <a:pt x="338" y="776"/>
                      <a:pt x="371" y="693"/>
                      <a:pt x="404" y="602"/>
                    </a:cubicBezTo>
                    <a:cubicBezTo>
                      <a:pt x="437" y="519"/>
                      <a:pt x="454" y="428"/>
                      <a:pt x="470" y="345"/>
                    </a:cubicBezTo>
                    <a:cubicBezTo>
                      <a:pt x="487" y="296"/>
                      <a:pt x="495" y="254"/>
                      <a:pt x="495" y="205"/>
                    </a:cubicBezTo>
                    <a:cubicBezTo>
                      <a:pt x="503" y="163"/>
                      <a:pt x="512" y="113"/>
                      <a:pt x="503" y="64"/>
                    </a:cubicBezTo>
                    <a:cubicBezTo>
                      <a:pt x="503" y="64"/>
                      <a:pt x="503" y="55"/>
                      <a:pt x="503" y="55"/>
                    </a:cubicBezTo>
                    <a:cubicBezTo>
                      <a:pt x="503" y="47"/>
                      <a:pt x="503" y="47"/>
                      <a:pt x="503" y="47"/>
                    </a:cubicBezTo>
                    <a:cubicBezTo>
                      <a:pt x="503" y="39"/>
                      <a:pt x="503" y="31"/>
                      <a:pt x="503" y="31"/>
                    </a:cubicBezTo>
                    <a:cubicBezTo>
                      <a:pt x="503" y="22"/>
                      <a:pt x="495" y="22"/>
                      <a:pt x="495" y="22"/>
                    </a:cubicBezTo>
                    <a:cubicBezTo>
                      <a:pt x="495" y="14"/>
                      <a:pt x="487" y="14"/>
                      <a:pt x="487" y="6"/>
                    </a:cubicBezTo>
                    <a:lnTo>
                      <a:pt x="454" y="6"/>
                    </a:lnTo>
                    <a:cubicBezTo>
                      <a:pt x="445" y="3"/>
                      <a:pt x="436" y="1"/>
                      <a:pt x="4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8" name="Google Shape;2918;p5"/>
              <p:cNvSpPr/>
              <p:nvPr/>
            </p:nvSpPr>
            <p:spPr>
              <a:xfrm>
                <a:off x="2780600" y="4712050"/>
                <a:ext cx="30150" cy="24475"/>
              </a:xfrm>
              <a:custGeom>
                <a:rect b="b" l="l" r="r" t="t"/>
                <a:pathLst>
                  <a:path extrusionOk="0" h="979" w="1206">
                    <a:moveTo>
                      <a:pt x="1122" y="0"/>
                    </a:moveTo>
                    <a:cubicBezTo>
                      <a:pt x="1108" y="0"/>
                      <a:pt x="1094" y="5"/>
                      <a:pt x="1083" y="14"/>
                    </a:cubicBezTo>
                    <a:cubicBezTo>
                      <a:pt x="917" y="155"/>
                      <a:pt x="743" y="296"/>
                      <a:pt x="561" y="429"/>
                    </a:cubicBezTo>
                    <a:cubicBezTo>
                      <a:pt x="478" y="503"/>
                      <a:pt x="387" y="570"/>
                      <a:pt x="295" y="636"/>
                    </a:cubicBezTo>
                    <a:cubicBezTo>
                      <a:pt x="246" y="669"/>
                      <a:pt x="196" y="710"/>
                      <a:pt x="146" y="744"/>
                    </a:cubicBezTo>
                    <a:cubicBezTo>
                      <a:pt x="105" y="785"/>
                      <a:pt x="63" y="826"/>
                      <a:pt x="30" y="876"/>
                    </a:cubicBezTo>
                    <a:cubicBezTo>
                      <a:pt x="1" y="921"/>
                      <a:pt x="44" y="978"/>
                      <a:pt x="95" y="978"/>
                    </a:cubicBezTo>
                    <a:cubicBezTo>
                      <a:pt x="101" y="978"/>
                      <a:pt x="107" y="977"/>
                      <a:pt x="113" y="976"/>
                    </a:cubicBezTo>
                    <a:cubicBezTo>
                      <a:pt x="229" y="942"/>
                      <a:pt x="320" y="876"/>
                      <a:pt x="420" y="802"/>
                    </a:cubicBezTo>
                    <a:cubicBezTo>
                      <a:pt x="511" y="727"/>
                      <a:pt x="610" y="652"/>
                      <a:pt x="701" y="578"/>
                    </a:cubicBezTo>
                    <a:cubicBezTo>
                      <a:pt x="875" y="429"/>
                      <a:pt x="1041" y="271"/>
                      <a:pt x="1174" y="81"/>
                    </a:cubicBezTo>
                    <a:cubicBezTo>
                      <a:pt x="1205" y="43"/>
                      <a:pt x="1165" y="0"/>
                      <a:pt x="11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9" name="Google Shape;2919;p5"/>
              <p:cNvSpPr/>
              <p:nvPr/>
            </p:nvSpPr>
            <p:spPr>
              <a:xfrm>
                <a:off x="2789625" y="4728225"/>
                <a:ext cx="11825" cy="8650"/>
              </a:xfrm>
              <a:custGeom>
                <a:rect b="b" l="l" r="r" t="t"/>
                <a:pathLst>
                  <a:path extrusionOk="0" h="346" w="473">
                    <a:moveTo>
                      <a:pt x="409" y="1"/>
                    </a:moveTo>
                    <a:cubicBezTo>
                      <a:pt x="402" y="1"/>
                      <a:pt x="396" y="2"/>
                      <a:pt x="390" y="5"/>
                    </a:cubicBezTo>
                    <a:cubicBezTo>
                      <a:pt x="316" y="30"/>
                      <a:pt x="241" y="63"/>
                      <a:pt x="175" y="105"/>
                    </a:cubicBezTo>
                    <a:cubicBezTo>
                      <a:pt x="142" y="130"/>
                      <a:pt x="108" y="155"/>
                      <a:pt x="84" y="179"/>
                    </a:cubicBezTo>
                    <a:cubicBezTo>
                      <a:pt x="67" y="188"/>
                      <a:pt x="50" y="204"/>
                      <a:pt x="42" y="221"/>
                    </a:cubicBezTo>
                    <a:cubicBezTo>
                      <a:pt x="26" y="237"/>
                      <a:pt x="9" y="254"/>
                      <a:pt x="9" y="279"/>
                    </a:cubicBezTo>
                    <a:cubicBezTo>
                      <a:pt x="1" y="320"/>
                      <a:pt x="26" y="345"/>
                      <a:pt x="67" y="345"/>
                    </a:cubicBezTo>
                    <a:cubicBezTo>
                      <a:pt x="84" y="337"/>
                      <a:pt x="100" y="329"/>
                      <a:pt x="117" y="312"/>
                    </a:cubicBezTo>
                    <a:cubicBezTo>
                      <a:pt x="133" y="304"/>
                      <a:pt x="150" y="295"/>
                      <a:pt x="166" y="279"/>
                    </a:cubicBezTo>
                    <a:cubicBezTo>
                      <a:pt x="175" y="279"/>
                      <a:pt x="183" y="271"/>
                      <a:pt x="191" y="262"/>
                    </a:cubicBezTo>
                    <a:cubicBezTo>
                      <a:pt x="191" y="262"/>
                      <a:pt x="191" y="262"/>
                      <a:pt x="200" y="254"/>
                    </a:cubicBezTo>
                    <a:cubicBezTo>
                      <a:pt x="216" y="246"/>
                      <a:pt x="233" y="229"/>
                      <a:pt x="241" y="221"/>
                    </a:cubicBezTo>
                    <a:cubicBezTo>
                      <a:pt x="274" y="204"/>
                      <a:pt x="299" y="188"/>
                      <a:pt x="332" y="171"/>
                    </a:cubicBezTo>
                    <a:cubicBezTo>
                      <a:pt x="349" y="163"/>
                      <a:pt x="365" y="155"/>
                      <a:pt x="382" y="146"/>
                    </a:cubicBezTo>
                    <a:cubicBezTo>
                      <a:pt x="390" y="146"/>
                      <a:pt x="398" y="138"/>
                      <a:pt x="407" y="138"/>
                    </a:cubicBezTo>
                    <a:lnTo>
                      <a:pt x="415" y="130"/>
                    </a:lnTo>
                    <a:lnTo>
                      <a:pt x="423" y="130"/>
                    </a:lnTo>
                    <a:cubicBezTo>
                      <a:pt x="448" y="113"/>
                      <a:pt x="473" y="80"/>
                      <a:pt x="465" y="47"/>
                    </a:cubicBezTo>
                    <a:cubicBezTo>
                      <a:pt x="458" y="27"/>
                      <a:pt x="435" y="1"/>
                      <a:pt x="4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0" name="Google Shape;2920;p5"/>
              <p:cNvSpPr/>
              <p:nvPr/>
            </p:nvSpPr>
            <p:spPr>
              <a:xfrm>
                <a:off x="2802675" y="4669200"/>
                <a:ext cx="15575" cy="38275"/>
              </a:xfrm>
              <a:custGeom>
                <a:rect b="b" l="l" r="r" t="t"/>
                <a:pathLst>
                  <a:path extrusionOk="0" h="1531" w="623">
                    <a:moveTo>
                      <a:pt x="485" y="1"/>
                    </a:moveTo>
                    <a:cubicBezTo>
                      <a:pt x="473" y="1"/>
                      <a:pt x="461" y="5"/>
                      <a:pt x="448" y="13"/>
                    </a:cubicBezTo>
                    <a:cubicBezTo>
                      <a:pt x="365" y="96"/>
                      <a:pt x="365" y="254"/>
                      <a:pt x="349" y="361"/>
                    </a:cubicBezTo>
                    <a:cubicBezTo>
                      <a:pt x="332" y="477"/>
                      <a:pt x="299" y="602"/>
                      <a:pt x="266" y="718"/>
                    </a:cubicBezTo>
                    <a:cubicBezTo>
                      <a:pt x="191" y="966"/>
                      <a:pt x="117" y="1215"/>
                      <a:pt x="17" y="1455"/>
                    </a:cubicBezTo>
                    <a:cubicBezTo>
                      <a:pt x="0" y="1495"/>
                      <a:pt x="34" y="1531"/>
                      <a:pt x="67" y="1531"/>
                    </a:cubicBezTo>
                    <a:cubicBezTo>
                      <a:pt x="83" y="1531"/>
                      <a:pt x="98" y="1523"/>
                      <a:pt x="108" y="1505"/>
                    </a:cubicBezTo>
                    <a:cubicBezTo>
                      <a:pt x="233" y="1264"/>
                      <a:pt x="390" y="1041"/>
                      <a:pt x="481" y="776"/>
                    </a:cubicBezTo>
                    <a:cubicBezTo>
                      <a:pt x="523" y="651"/>
                      <a:pt x="556" y="527"/>
                      <a:pt x="581" y="394"/>
                    </a:cubicBezTo>
                    <a:cubicBezTo>
                      <a:pt x="597" y="287"/>
                      <a:pt x="622" y="96"/>
                      <a:pt x="523" y="13"/>
                    </a:cubicBezTo>
                    <a:cubicBezTo>
                      <a:pt x="510" y="5"/>
                      <a:pt x="498" y="1"/>
                      <a:pt x="4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1" name="Google Shape;2921;p5"/>
              <p:cNvSpPr/>
              <p:nvPr/>
            </p:nvSpPr>
            <p:spPr>
              <a:xfrm>
                <a:off x="2813025" y="4655025"/>
                <a:ext cx="3350" cy="9550"/>
              </a:xfrm>
              <a:custGeom>
                <a:rect b="b" l="l" r="r" t="t"/>
                <a:pathLst>
                  <a:path extrusionOk="0" h="382" w="134">
                    <a:moveTo>
                      <a:pt x="84" y="0"/>
                    </a:moveTo>
                    <a:cubicBezTo>
                      <a:pt x="67" y="0"/>
                      <a:pt x="51" y="17"/>
                      <a:pt x="51" y="34"/>
                    </a:cubicBezTo>
                    <a:cubicBezTo>
                      <a:pt x="42" y="50"/>
                      <a:pt x="34" y="75"/>
                      <a:pt x="34" y="100"/>
                    </a:cubicBezTo>
                    <a:cubicBezTo>
                      <a:pt x="34" y="100"/>
                      <a:pt x="34" y="108"/>
                      <a:pt x="34" y="116"/>
                    </a:cubicBezTo>
                    <a:lnTo>
                      <a:pt x="26" y="125"/>
                    </a:lnTo>
                    <a:cubicBezTo>
                      <a:pt x="18" y="133"/>
                      <a:pt x="18" y="141"/>
                      <a:pt x="18" y="158"/>
                    </a:cubicBezTo>
                    <a:cubicBezTo>
                      <a:pt x="18" y="166"/>
                      <a:pt x="18" y="166"/>
                      <a:pt x="18" y="174"/>
                    </a:cubicBezTo>
                    <a:cubicBezTo>
                      <a:pt x="9" y="224"/>
                      <a:pt x="9" y="266"/>
                      <a:pt x="1" y="315"/>
                    </a:cubicBezTo>
                    <a:cubicBezTo>
                      <a:pt x="1" y="348"/>
                      <a:pt x="34" y="382"/>
                      <a:pt x="67" y="382"/>
                    </a:cubicBezTo>
                    <a:cubicBezTo>
                      <a:pt x="100" y="373"/>
                      <a:pt x="125" y="348"/>
                      <a:pt x="125" y="315"/>
                    </a:cubicBezTo>
                    <a:cubicBezTo>
                      <a:pt x="134" y="266"/>
                      <a:pt x="134" y="224"/>
                      <a:pt x="134" y="174"/>
                    </a:cubicBezTo>
                    <a:cubicBezTo>
                      <a:pt x="134" y="158"/>
                      <a:pt x="134" y="150"/>
                      <a:pt x="125" y="133"/>
                    </a:cubicBezTo>
                    <a:lnTo>
                      <a:pt x="125" y="125"/>
                    </a:lnTo>
                    <a:lnTo>
                      <a:pt x="125" y="108"/>
                    </a:lnTo>
                    <a:lnTo>
                      <a:pt x="117" y="34"/>
                    </a:lnTo>
                    <a:cubicBezTo>
                      <a:pt x="117" y="17"/>
                      <a:pt x="100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2" name="Google Shape;2922;p5"/>
              <p:cNvSpPr/>
              <p:nvPr/>
            </p:nvSpPr>
            <p:spPr>
              <a:xfrm>
                <a:off x="2812625" y="4642300"/>
                <a:ext cx="3550" cy="5375"/>
              </a:xfrm>
              <a:custGeom>
                <a:rect b="b" l="l" r="r" t="t"/>
                <a:pathLst>
                  <a:path extrusionOk="0" h="215" w="142">
                    <a:moveTo>
                      <a:pt x="40" y="1"/>
                    </a:moveTo>
                    <a:cubicBezTo>
                      <a:pt x="35" y="1"/>
                      <a:pt x="30" y="2"/>
                      <a:pt x="25" y="4"/>
                    </a:cubicBezTo>
                    <a:cubicBezTo>
                      <a:pt x="9" y="12"/>
                      <a:pt x="0" y="29"/>
                      <a:pt x="0" y="54"/>
                    </a:cubicBezTo>
                    <a:cubicBezTo>
                      <a:pt x="9" y="70"/>
                      <a:pt x="9" y="95"/>
                      <a:pt x="17" y="112"/>
                    </a:cubicBezTo>
                    <a:cubicBezTo>
                      <a:pt x="17" y="128"/>
                      <a:pt x="17" y="137"/>
                      <a:pt x="25" y="145"/>
                    </a:cubicBezTo>
                    <a:lnTo>
                      <a:pt x="34" y="178"/>
                    </a:lnTo>
                    <a:cubicBezTo>
                      <a:pt x="42" y="195"/>
                      <a:pt x="50" y="203"/>
                      <a:pt x="58" y="211"/>
                    </a:cubicBezTo>
                    <a:cubicBezTo>
                      <a:pt x="69" y="211"/>
                      <a:pt x="77" y="215"/>
                      <a:pt x="85" y="215"/>
                    </a:cubicBezTo>
                    <a:cubicBezTo>
                      <a:pt x="90" y="215"/>
                      <a:pt x="94" y="214"/>
                      <a:pt x="100" y="211"/>
                    </a:cubicBezTo>
                    <a:cubicBezTo>
                      <a:pt x="116" y="211"/>
                      <a:pt x="125" y="203"/>
                      <a:pt x="133" y="186"/>
                    </a:cubicBezTo>
                    <a:cubicBezTo>
                      <a:pt x="141" y="178"/>
                      <a:pt x="141" y="161"/>
                      <a:pt x="133" y="153"/>
                    </a:cubicBezTo>
                    <a:cubicBezTo>
                      <a:pt x="133" y="137"/>
                      <a:pt x="133" y="128"/>
                      <a:pt x="125" y="120"/>
                    </a:cubicBezTo>
                    <a:cubicBezTo>
                      <a:pt x="116" y="103"/>
                      <a:pt x="116" y="87"/>
                      <a:pt x="108" y="79"/>
                    </a:cubicBezTo>
                    <a:cubicBezTo>
                      <a:pt x="100" y="54"/>
                      <a:pt x="83" y="37"/>
                      <a:pt x="75" y="21"/>
                    </a:cubicBezTo>
                    <a:cubicBezTo>
                      <a:pt x="69" y="8"/>
                      <a:pt x="54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3" name="Google Shape;2923;p5"/>
              <p:cNvSpPr/>
              <p:nvPr/>
            </p:nvSpPr>
            <p:spPr>
              <a:xfrm>
                <a:off x="2705425" y="4761375"/>
                <a:ext cx="150300" cy="37325"/>
              </a:xfrm>
              <a:custGeom>
                <a:rect b="b" l="l" r="r" t="t"/>
                <a:pathLst>
                  <a:path extrusionOk="0" h="1493" w="6012">
                    <a:moveTo>
                      <a:pt x="5271" y="0"/>
                    </a:moveTo>
                    <a:cubicBezTo>
                      <a:pt x="5232" y="0"/>
                      <a:pt x="5194" y="17"/>
                      <a:pt x="5167" y="55"/>
                    </a:cubicBezTo>
                    <a:cubicBezTo>
                      <a:pt x="5142" y="105"/>
                      <a:pt x="5158" y="187"/>
                      <a:pt x="5216" y="221"/>
                    </a:cubicBezTo>
                    <a:cubicBezTo>
                      <a:pt x="5440" y="320"/>
                      <a:pt x="5457" y="593"/>
                      <a:pt x="5341" y="784"/>
                    </a:cubicBezTo>
                    <a:cubicBezTo>
                      <a:pt x="5183" y="859"/>
                      <a:pt x="5001" y="883"/>
                      <a:pt x="4827" y="900"/>
                    </a:cubicBezTo>
                    <a:cubicBezTo>
                      <a:pt x="4479" y="925"/>
                      <a:pt x="4131" y="941"/>
                      <a:pt x="3775" y="950"/>
                    </a:cubicBezTo>
                    <a:cubicBezTo>
                      <a:pt x="2946" y="883"/>
                      <a:pt x="2101" y="950"/>
                      <a:pt x="1281" y="751"/>
                    </a:cubicBezTo>
                    <a:cubicBezTo>
                      <a:pt x="850" y="643"/>
                      <a:pt x="444" y="469"/>
                      <a:pt x="96" y="196"/>
                    </a:cubicBezTo>
                    <a:cubicBezTo>
                      <a:pt x="89" y="192"/>
                      <a:pt x="82" y="190"/>
                      <a:pt x="74" y="190"/>
                    </a:cubicBezTo>
                    <a:cubicBezTo>
                      <a:pt x="37" y="190"/>
                      <a:pt x="1" y="236"/>
                      <a:pt x="21" y="270"/>
                    </a:cubicBezTo>
                    <a:cubicBezTo>
                      <a:pt x="262" y="610"/>
                      <a:pt x="701" y="801"/>
                      <a:pt x="1098" y="917"/>
                    </a:cubicBezTo>
                    <a:cubicBezTo>
                      <a:pt x="1521" y="1049"/>
                      <a:pt x="1960" y="1091"/>
                      <a:pt x="2399" y="1115"/>
                    </a:cubicBezTo>
                    <a:cubicBezTo>
                      <a:pt x="2772" y="1132"/>
                      <a:pt x="3145" y="1140"/>
                      <a:pt x="3518" y="1157"/>
                    </a:cubicBezTo>
                    <a:cubicBezTo>
                      <a:pt x="3526" y="1165"/>
                      <a:pt x="3534" y="1173"/>
                      <a:pt x="3543" y="1173"/>
                    </a:cubicBezTo>
                    <a:cubicBezTo>
                      <a:pt x="3820" y="1320"/>
                      <a:pt x="4134" y="1373"/>
                      <a:pt x="4443" y="1373"/>
                    </a:cubicBezTo>
                    <a:cubicBezTo>
                      <a:pt x="4466" y="1373"/>
                      <a:pt x="4489" y="1373"/>
                      <a:pt x="4512" y="1372"/>
                    </a:cubicBezTo>
                    <a:cubicBezTo>
                      <a:pt x="4520" y="1422"/>
                      <a:pt x="4562" y="1472"/>
                      <a:pt x="4628" y="1480"/>
                    </a:cubicBezTo>
                    <a:cubicBezTo>
                      <a:pt x="4712" y="1487"/>
                      <a:pt x="4799" y="1493"/>
                      <a:pt x="4885" y="1493"/>
                    </a:cubicBezTo>
                    <a:cubicBezTo>
                      <a:pt x="5180" y="1493"/>
                      <a:pt x="5471" y="1430"/>
                      <a:pt x="5664" y="1173"/>
                    </a:cubicBezTo>
                    <a:cubicBezTo>
                      <a:pt x="5672" y="1165"/>
                      <a:pt x="5689" y="1149"/>
                      <a:pt x="5697" y="1132"/>
                    </a:cubicBezTo>
                    <a:cubicBezTo>
                      <a:pt x="5738" y="1107"/>
                      <a:pt x="5771" y="1074"/>
                      <a:pt x="5805" y="1041"/>
                    </a:cubicBezTo>
                    <a:cubicBezTo>
                      <a:pt x="5954" y="883"/>
                      <a:pt x="6012" y="668"/>
                      <a:pt x="5921" y="469"/>
                    </a:cubicBezTo>
                    <a:lnTo>
                      <a:pt x="5912" y="469"/>
                    </a:lnTo>
                    <a:cubicBezTo>
                      <a:pt x="5904" y="453"/>
                      <a:pt x="5896" y="436"/>
                      <a:pt x="5879" y="428"/>
                    </a:cubicBezTo>
                    <a:cubicBezTo>
                      <a:pt x="5863" y="320"/>
                      <a:pt x="5821" y="212"/>
                      <a:pt x="5738" y="129"/>
                    </a:cubicBezTo>
                    <a:cubicBezTo>
                      <a:pt x="5717" y="105"/>
                      <a:pt x="5690" y="95"/>
                      <a:pt x="5664" y="95"/>
                    </a:cubicBezTo>
                    <a:cubicBezTo>
                      <a:pt x="5608" y="95"/>
                      <a:pt x="5553" y="140"/>
                      <a:pt x="5548" y="196"/>
                    </a:cubicBezTo>
                    <a:cubicBezTo>
                      <a:pt x="5498" y="121"/>
                      <a:pt x="5423" y="55"/>
                      <a:pt x="5332" y="13"/>
                    </a:cubicBezTo>
                    <a:cubicBezTo>
                      <a:pt x="5312" y="5"/>
                      <a:pt x="5291" y="0"/>
                      <a:pt x="527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4" name="Google Shape;2924;p5"/>
              <p:cNvSpPr/>
              <p:nvPr/>
            </p:nvSpPr>
            <p:spPr>
              <a:xfrm>
                <a:off x="2817600" y="4016300"/>
                <a:ext cx="18450" cy="21250"/>
              </a:xfrm>
              <a:custGeom>
                <a:rect b="b" l="l" r="r" t="t"/>
                <a:pathLst>
                  <a:path extrusionOk="0" h="850" w="738">
                    <a:moveTo>
                      <a:pt x="449" y="1"/>
                    </a:moveTo>
                    <a:cubicBezTo>
                      <a:pt x="427" y="1"/>
                      <a:pt x="403" y="7"/>
                      <a:pt x="381" y="22"/>
                    </a:cubicBezTo>
                    <a:cubicBezTo>
                      <a:pt x="341" y="9"/>
                      <a:pt x="299" y="3"/>
                      <a:pt x="257" y="3"/>
                    </a:cubicBezTo>
                    <a:cubicBezTo>
                      <a:pt x="186" y="3"/>
                      <a:pt x="115" y="22"/>
                      <a:pt x="58" y="63"/>
                    </a:cubicBezTo>
                    <a:cubicBezTo>
                      <a:pt x="25" y="88"/>
                      <a:pt x="0" y="130"/>
                      <a:pt x="9" y="171"/>
                    </a:cubicBezTo>
                    <a:cubicBezTo>
                      <a:pt x="17" y="221"/>
                      <a:pt x="42" y="246"/>
                      <a:pt x="83" y="262"/>
                    </a:cubicBezTo>
                    <a:cubicBezTo>
                      <a:pt x="50" y="312"/>
                      <a:pt x="42" y="378"/>
                      <a:pt x="33" y="436"/>
                    </a:cubicBezTo>
                    <a:cubicBezTo>
                      <a:pt x="25" y="494"/>
                      <a:pt x="17" y="552"/>
                      <a:pt x="17" y="610"/>
                    </a:cubicBezTo>
                    <a:cubicBezTo>
                      <a:pt x="17" y="668"/>
                      <a:pt x="33" y="734"/>
                      <a:pt x="91" y="768"/>
                    </a:cubicBezTo>
                    <a:lnTo>
                      <a:pt x="108" y="768"/>
                    </a:lnTo>
                    <a:cubicBezTo>
                      <a:pt x="125" y="801"/>
                      <a:pt x="158" y="834"/>
                      <a:pt x="199" y="842"/>
                    </a:cubicBezTo>
                    <a:cubicBezTo>
                      <a:pt x="215" y="847"/>
                      <a:pt x="230" y="850"/>
                      <a:pt x="245" y="850"/>
                    </a:cubicBezTo>
                    <a:cubicBezTo>
                      <a:pt x="325" y="850"/>
                      <a:pt x="395" y="781"/>
                      <a:pt x="423" y="718"/>
                    </a:cubicBezTo>
                    <a:cubicBezTo>
                      <a:pt x="439" y="685"/>
                      <a:pt x="448" y="660"/>
                      <a:pt x="456" y="627"/>
                    </a:cubicBezTo>
                    <a:cubicBezTo>
                      <a:pt x="464" y="643"/>
                      <a:pt x="481" y="652"/>
                      <a:pt x="489" y="660"/>
                    </a:cubicBezTo>
                    <a:cubicBezTo>
                      <a:pt x="505" y="670"/>
                      <a:pt x="523" y="674"/>
                      <a:pt x="540" y="674"/>
                    </a:cubicBezTo>
                    <a:cubicBezTo>
                      <a:pt x="567" y="674"/>
                      <a:pt x="593" y="663"/>
                      <a:pt x="613" y="643"/>
                    </a:cubicBezTo>
                    <a:cubicBezTo>
                      <a:pt x="671" y="585"/>
                      <a:pt x="713" y="511"/>
                      <a:pt x="729" y="436"/>
                    </a:cubicBezTo>
                    <a:cubicBezTo>
                      <a:pt x="738" y="403"/>
                      <a:pt x="738" y="370"/>
                      <a:pt x="738" y="345"/>
                    </a:cubicBezTo>
                    <a:cubicBezTo>
                      <a:pt x="738" y="328"/>
                      <a:pt x="738" y="312"/>
                      <a:pt x="729" y="295"/>
                    </a:cubicBezTo>
                    <a:lnTo>
                      <a:pt x="738" y="295"/>
                    </a:lnTo>
                    <a:cubicBezTo>
                      <a:pt x="738" y="262"/>
                      <a:pt x="729" y="237"/>
                      <a:pt x="704" y="212"/>
                    </a:cubicBezTo>
                    <a:cubicBezTo>
                      <a:pt x="646" y="146"/>
                      <a:pt x="588" y="88"/>
                      <a:pt x="522" y="30"/>
                    </a:cubicBezTo>
                    <a:cubicBezTo>
                      <a:pt x="504" y="12"/>
                      <a:pt x="477" y="1"/>
                      <a:pt x="449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5" name="Google Shape;2925;p5"/>
              <p:cNvSpPr/>
              <p:nvPr/>
            </p:nvSpPr>
            <p:spPr>
              <a:xfrm>
                <a:off x="2871425" y="4008700"/>
                <a:ext cx="43350" cy="22075"/>
              </a:xfrm>
              <a:custGeom>
                <a:rect b="b" l="l" r="r" t="t"/>
                <a:pathLst>
                  <a:path extrusionOk="0" h="883" w="1734">
                    <a:moveTo>
                      <a:pt x="1221" y="0"/>
                    </a:moveTo>
                    <a:cubicBezTo>
                      <a:pt x="1101" y="0"/>
                      <a:pt x="985" y="14"/>
                      <a:pt x="863" y="28"/>
                    </a:cubicBezTo>
                    <a:cubicBezTo>
                      <a:pt x="565" y="77"/>
                      <a:pt x="291" y="185"/>
                      <a:pt x="43" y="342"/>
                    </a:cubicBezTo>
                    <a:cubicBezTo>
                      <a:pt x="1" y="370"/>
                      <a:pt x="24" y="422"/>
                      <a:pt x="62" y="422"/>
                    </a:cubicBezTo>
                    <a:cubicBezTo>
                      <a:pt x="69" y="422"/>
                      <a:pt x="77" y="421"/>
                      <a:pt x="84" y="417"/>
                    </a:cubicBezTo>
                    <a:cubicBezTo>
                      <a:pt x="142" y="392"/>
                      <a:pt x="209" y="359"/>
                      <a:pt x="267" y="334"/>
                    </a:cubicBezTo>
                    <a:lnTo>
                      <a:pt x="267" y="334"/>
                    </a:lnTo>
                    <a:cubicBezTo>
                      <a:pt x="175" y="400"/>
                      <a:pt x="101" y="475"/>
                      <a:pt x="26" y="566"/>
                    </a:cubicBezTo>
                    <a:cubicBezTo>
                      <a:pt x="10" y="591"/>
                      <a:pt x="18" y="632"/>
                      <a:pt x="51" y="641"/>
                    </a:cubicBezTo>
                    <a:cubicBezTo>
                      <a:pt x="35" y="666"/>
                      <a:pt x="26" y="690"/>
                      <a:pt x="26" y="715"/>
                    </a:cubicBezTo>
                    <a:cubicBezTo>
                      <a:pt x="10" y="773"/>
                      <a:pt x="35" y="823"/>
                      <a:pt x="84" y="848"/>
                    </a:cubicBezTo>
                    <a:cubicBezTo>
                      <a:pt x="109" y="856"/>
                      <a:pt x="134" y="856"/>
                      <a:pt x="159" y="856"/>
                    </a:cubicBezTo>
                    <a:cubicBezTo>
                      <a:pt x="179" y="871"/>
                      <a:pt x="205" y="883"/>
                      <a:pt x="231" y="883"/>
                    </a:cubicBezTo>
                    <a:cubicBezTo>
                      <a:pt x="249" y="883"/>
                      <a:pt x="267" y="878"/>
                      <a:pt x="283" y="864"/>
                    </a:cubicBezTo>
                    <a:cubicBezTo>
                      <a:pt x="308" y="840"/>
                      <a:pt x="341" y="823"/>
                      <a:pt x="366" y="806"/>
                    </a:cubicBezTo>
                    <a:lnTo>
                      <a:pt x="399" y="806"/>
                    </a:lnTo>
                    <a:cubicBezTo>
                      <a:pt x="481" y="801"/>
                      <a:pt x="563" y="795"/>
                      <a:pt x="645" y="795"/>
                    </a:cubicBezTo>
                    <a:cubicBezTo>
                      <a:pt x="679" y="795"/>
                      <a:pt x="713" y="796"/>
                      <a:pt x="747" y="798"/>
                    </a:cubicBezTo>
                    <a:cubicBezTo>
                      <a:pt x="852" y="813"/>
                      <a:pt x="949" y="875"/>
                      <a:pt x="1053" y="875"/>
                    </a:cubicBezTo>
                    <a:cubicBezTo>
                      <a:pt x="1064" y="875"/>
                      <a:pt x="1075" y="874"/>
                      <a:pt x="1087" y="873"/>
                    </a:cubicBezTo>
                    <a:cubicBezTo>
                      <a:pt x="1145" y="864"/>
                      <a:pt x="1186" y="831"/>
                      <a:pt x="1195" y="773"/>
                    </a:cubicBezTo>
                    <a:cubicBezTo>
                      <a:pt x="1195" y="773"/>
                      <a:pt x="1203" y="773"/>
                      <a:pt x="1203" y="782"/>
                    </a:cubicBezTo>
                    <a:cubicBezTo>
                      <a:pt x="1215" y="786"/>
                      <a:pt x="1227" y="788"/>
                      <a:pt x="1238" y="788"/>
                    </a:cubicBezTo>
                    <a:cubicBezTo>
                      <a:pt x="1334" y="788"/>
                      <a:pt x="1392" y="642"/>
                      <a:pt x="1311" y="583"/>
                    </a:cubicBezTo>
                    <a:cubicBezTo>
                      <a:pt x="1335" y="533"/>
                      <a:pt x="1344" y="475"/>
                      <a:pt x="1294" y="434"/>
                    </a:cubicBezTo>
                    <a:cubicBezTo>
                      <a:pt x="1277" y="417"/>
                      <a:pt x="1253" y="400"/>
                      <a:pt x="1228" y="392"/>
                    </a:cubicBezTo>
                    <a:cubicBezTo>
                      <a:pt x="1219" y="376"/>
                      <a:pt x="1211" y="367"/>
                      <a:pt x="1195" y="359"/>
                    </a:cubicBezTo>
                    <a:lnTo>
                      <a:pt x="1195" y="359"/>
                    </a:lnTo>
                    <a:cubicBezTo>
                      <a:pt x="1248" y="366"/>
                      <a:pt x="1296" y="388"/>
                      <a:pt x="1347" y="388"/>
                    </a:cubicBezTo>
                    <a:cubicBezTo>
                      <a:pt x="1360" y="388"/>
                      <a:pt x="1372" y="387"/>
                      <a:pt x="1385" y="384"/>
                    </a:cubicBezTo>
                    <a:cubicBezTo>
                      <a:pt x="1451" y="376"/>
                      <a:pt x="1468" y="284"/>
                      <a:pt x="1427" y="235"/>
                    </a:cubicBezTo>
                    <a:cubicBezTo>
                      <a:pt x="1377" y="185"/>
                      <a:pt x="1302" y="177"/>
                      <a:pt x="1236" y="160"/>
                    </a:cubicBezTo>
                    <a:cubicBezTo>
                      <a:pt x="1219" y="160"/>
                      <a:pt x="1195" y="152"/>
                      <a:pt x="1178" y="152"/>
                    </a:cubicBezTo>
                    <a:lnTo>
                      <a:pt x="1294" y="152"/>
                    </a:lnTo>
                    <a:cubicBezTo>
                      <a:pt x="1360" y="152"/>
                      <a:pt x="1427" y="160"/>
                      <a:pt x="1493" y="168"/>
                    </a:cubicBezTo>
                    <a:cubicBezTo>
                      <a:pt x="1539" y="174"/>
                      <a:pt x="1584" y="184"/>
                      <a:pt x="1627" y="184"/>
                    </a:cubicBezTo>
                    <a:cubicBezTo>
                      <a:pt x="1647" y="184"/>
                      <a:pt x="1665" y="182"/>
                      <a:pt x="1683" y="177"/>
                    </a:cubicBezTo>
                    <a:cubicBezTo>
                      <a:pt x="1717" y="160"/>
                      <a:pt x="1733" y="119"/>
                      <a:pt x="1708" y="94"/>
                    </a:cubicBezTo>
                    <a:lnTo>
                      <a:pt x="1708" y="86"/>
                    </a:lnTo>
                    <a:cubicBezTo>
                      <a:pt x="1659" y="44"/>
                      <a:pt x="1592" y="36"/>
                      <a:pt x="1526" y="28"/>
                    </a:cubicBezTo>
                    <a:cubicBezTo>
                      <a:pt x="1451" y="11"/>
                      <a:pt x="1377" y="11"/>
                      <a:pt x="1302" y="3"/>
                    </a:cubicBezTo>
                    <a:cubicBezTo>
                      <a:pt x="1275" y="1"/>
                      <a:pt x="1248" y="0"/>
                      <a:pt x="122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6" name="Google Shape;2926;p5"/>
              <p:cNvSpPr/>
              <p:nvPr/>
            </p:nvSpPr>
            <p:spPr>
              <a:xfrm>
                <a:off x="2787775" y="3882250"/>
                <a:ext cx="55075" cy="122025"/>
              </a:xfrm>
              <a:custGeom>
                <a:rect b="b" l="l" r="r" t="t"/>
                <a:pathLst>
                  <a:path extrusionOk="0" h="4881" w="2203">
                    <a:moveTo>
                      <a:pt x="62" y="0"/>
                    </a:moveTo>
                    <a:cubicBezTo>
                      <a:pt x="30" y="0"/>
                      <a:pt x="0" y="21"/>
                      <a:pt x="0" y="65"/>
                    </a:cubicBezTo>
                    <a:cubicBezTo>
                      <a:pt x="17" y="255"/>
                      <a:pt x="50" y="446"/>
                      <a:pt x="100" y="628"/>
                    </a:cubicBezTo>
                    <a:cubicBezTo>
                      <a:pt x="75" y="645"/>
                      <a:pt x="66" y="678"/>
                      <a:pt x="66" y="711"/>
                    </a:cubicBezTo>
                    <a:cubicBezTo>
                      <a:pt x="83" y="926"/>
                      <a:pt x="141" y="1125"/>
                      <a:pt x="207" y="1324"/>
                    </a:cubicBezTo>
                    <a:cubicBezTo>
                      <a:pt x="240" y="1423"/>
                      <a:pt x="274" y="1515"/>
                      <a:pt x="298" y="1614"/>
                    </a:cubicBezTo>
                    <a:cubicBezTo>
                      <a:pt x="323" y="1722"/>
                      <a:pt x="340" y="1829"/>
                      <a:pt x="365" y="1937"/>
                    </a:cubicBezTo>
                    <a:cubicBezTo>
                      <a:pt x="414" y="2136"/>
                      <a:pt x="530" y="2318"/>
                      <a:pt x="622" y="2500"/>
                    </a:cubicBezTo>
                    <a:cubicBezTo>
                      <a:pt x="655" y="2691"/>
                      <a:pt x="688" y="2882"/>
                      <a:pt x="721" y="3064"/>
                    </a:cubicBezTo>
                    <a:cubicBezTo>
                      <a:pt x="754" y="3205"/>
                      <a:pt x="787" y="3337"/>
                      <a:pt x="820" y="3478"/>
                    </a:cubicBezTo>
                    <a:cubicBezTo>
                      <a:pt x="854" y="3619"/>
                      <a:pt x="862" y="3752"/>
                      <a:pt x="862" y="3901"/>
                    </a:cubicBezTo>
                    <a:cubicBezTo>
                      <a:pt x="862" y="4207"/>
                      <a:pt x="887" y="4514"/>
                      <a:pt x="970" y="4812"/>
                    </a:cubicBezTo>
                    <a:cubicBezTo>
                      <a:pt x="982" y="4858"/>
                      <a:pt x="1021" y="4880"/>
                      <a:pt x="1061" y="4880"/>
                    </a:cubicBezTo>
                    <a:cubicBezTo>
                      <a:pt x="1100" y="4880"/>
                      <a:pt x="1139" y="4858"/>
                      <a:pt x="1152" y="4812"/>
                    </a:cubicBezTo>
                    <a:cubicBezTo>
                      <a:pt x="1202" y="4638"/>
                      <a:pt x="1260" y="4464"/>
                      <a:pt x="1309" y="4282"/>
                    </a:cubicBezTo>
                    <a:cubicBezTo>
                      <a:pt x="1367" y="4116"/>
                      <a:pt x="1400" y="3942"/>
                      <a:pt x="1516" y="3801"/>
                    </a:cubicBezTo>
                    <a:cubicBezTo>
                      <a:pt x="1624" y="3660"/>
                      <a:pt x="1757" y="3536"/>
                      <a:pt x="1873" y="3404"/>
                    </a:cubicBezTo>
                    <a:cubicBezTo>
                      <a:pt x="1989" y="3279"/>
                      <a:pt x="2105" y="3155"/>
                      <a:pt x="2179" y="2998"/>
                    </a:cubicBezTo>
                    <a:cubicBezTo>
                      <a:pt x="2203" y="2942"/>
                      <a:pt x="2181" y="2864"/>
                      <a:pt x="2115" y="2864"/>
                    </a:cubicBezTo>
                    <a:cubicBezTo>
                      <a:pt x="2112" y="2864"/>
                      <a:pt x="2108" y="2865"/>
                      <a:pt x="2105" y="2865"/>
                    </a:cubicBezTo>
                    <a:lnTo>
                      <a:pt x="2105" y="2857"/>
                    </a:lnTo>
                    <a:cubicBezTo>
                      <a:pt x="1980" y="2865"/>
                      <a:pt x="1856" y="2898"/>
                      <a:pt x="1740" y="2931"/>
                    </a:cubicBezTo>
                    <a:cubicBezTo>
                      <a:pt x="1707" y="2940"/>
                      <a:pt x="1674" y="2948"/>
                      <a:pt x="1641" y="2956"/>
                    </a:cubicBezTo>
                    <a:cubicBezTo>
                      <a:pt x="1533" y="2931"/>
                      <a:pt x="1425" y="2890"/>
                      <a:pt x="1326" y="2815"/>
                    </a:cubicBezTo>
                    <a:cubicBezTo>
                      <a:pt x="1284" y="2782"/>
                      <a:pt x="1243" y="2741"/>
                      <a:pt x="1202" y="2699"/>
                    </a:cubicBezTo>
                    <a:cubicBezTo>
                      <a:pt x="1193" y="2683"/>
                      <a:pt x="1177" y="2666"/>
                      <a:pt x="1168" y="2650"/>
                    </a:cubicBezTo>
                    <a:cubicBezTo>
                      <a:pt x="1094" y="2542"/>
                      <a:pt x="1028" y="2426"/>
                      <a:pt x="961" y="2310"/>
                    </a:cubicBezTo>
                    <a:cubicBezTo>
                      <a:pt x="920" y="2235"/>
                      <a:pt x="878" y="2152"/>
                      <a:pt x="837" y="2078"/>
                    </a:cubicBezTo>
                    <a:cubicBezTo>
                      <a:pt x="771" y="1929"/>
                      <a:pt x="721" y="1771"/>
                      <a:pt x="671" y="1614"/>
                    </a:cubicBezTo>
                    <a:cubicBezTo>
                      <a:pt x="663" y="1564"/>
                      <a:pt x="646" y="1515"/>
                      <a:pt x="630" y="1465"/>
                    </a:cubicBezTo>
                    <a:cubicBezTo>
                      <a:pt x="605" y="1365"/>
                      <a:pt x="572" y="1266"/>
                      <a:pt x="539" y="1167"/>
                    </a:cubicBezTo>
                    <a:cubicBezTo>
                      <a:pt x="506" y="1067"/>
                      <a:pt x="472" y="959"/>
                      <a:pt x="439" y="860"/>
                    </a:cubicBezTo>
                    <a:cubicBezTo>
                      <a:pt x="348" y="578"/>
                      <a:pt x="240" y="313"/>
                      <a:pt x="133" y="48"/>
                    </a:cubicBezTo>
                    <a:cubicBezTo>
                      <a:pt x="121" y="17"/>
                      <a:pt x="91" y="0"/>
                      <a:pt x="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7" name="Google Shape;2927;p5"/>
              <p:cNvSpPr/>
              <p:nvPr/>
            </p:nvSpPr>
            <p:spPr>
              <a:xfrm>
                <a:off x="2905625" y="3837325"/>
                <a:ext cx="48925" cy="116825"/>
              </a:xfrm>
              <a:custGeom>
                <a:rect b="b" l="l" r="r" t="t"/>
                <a:pathLst>
                  <a:path extrusionOk="0" h="4673" w="1957">
                    <a:moveTo>
                      <a:pt x="1804" y="1"/>
                    </a:moveTo>
                    <a:cubicBezTo>
                      <a:pt x="1794" y="1"/>
                      <a:pt x="1784" y="2"/>
                      <a:pt x="1774" y="6"/>
                    </a:cubicBezTo>
                    <a:cubicBezTo>
                      <a:pt x="1658" y="47"/>
                      <a:pt x="1550" y="105"/>
                      <a:pt x="1442" y="163"/>
                    </a:cubicBezTo>
                    <a:cubicBezTo>
                      <a:pt x="1243" y="387"/>
                      <a:pt x="1045" y="610"/>
                      <a:pt x="871" y="859"/>
                    </a:cubicBezTo>
                    <a:cubicBezTo>
                      <a:pt x="871" y="859"/>
                      <a:pt x="862" y="867"/>
                      <a:pt x="862" y="867"/>
                    </a:cubicBezTo>
                    <a:cubicBezTo>
                      <a:pt x="771" y="1058"/>
                      <a:pt x="688" y="1240"/>
                      <a:pt x="589" y="1422"/>
                    </a:cubicBezTo>
                    <a:cubicBezTo>
                      <a:pt x="539" y="1563"/>
                      <a:pt x="489" y="1712"/>
                      <a:pt x="440" y="1853"/>
                    </a:cubicBezTo>
                    <a:cubicBezTo>
                      <a:pt x="299" y="2276"/>
                      <a:pt x="175" y="2707"/>
                      <a:pt x="83" y="3146"/>
                    </a:cubicBezTo>
                    <a:cubicBezTo>
                      <a:pt x="42" y="3361"/>
                      <a:pt x="1" y="3585"/>
                      <a:pt x="9" y="3800"/>
                    </a:cubicBezTo>
                    <a:cubicBezTo>
                      <a:pt x="17" y="3991"/>
                      <a:pt x="59" y="4215"/>
                      <a:pt x="224" y="4322"/>
                    </a:cubicBezTo>
                    <a:cubicBezTo>
                      <a:pt x="315" y="4380"/>
                      <a:pt x="431" y="4397"/>
                      <a:pt x="539" y="4422"/>
                    </a:cubicBezTo>
                    <a:cubicBezTo>
                      <a:pt x="663" y="4455"/>
                      <a:pt x="788" y="4480"/>
                      <a:pt x="912" y="4505"/>
                    </a:cubicBezTo>
                    <a:cubicBezTo>
                      <a:pt x="1177" y="4563"/>
                      <a:pt x="1442" y="4612"/>
                      <a:pt x="1707" y="4670"/>
                    </a:cubicBezTo>
                    <a:cubicBezTo>
                      <a:pt x="1715" y="4672"/>
                      <a:pt x="1722" y="4673"/>
                      <a:pt x="1729" y="4673"/>
                    </a:cubicBezTo>
                    <a:cubicBezTo>
                      <a:pt x="1818" y="4673"/>
                      <a:pt x="1882" y="4534"/>
                      <a:pt x="1782" y="4488"/>
                    </a:cubicBezTo>
                    <a:cubicBezTo>
                      <a:pt x="1475" y="4347"/>
                      <a:pt x="1169" y="4198"/>
                      <a:pt x="937" y="3949"/>
                    </a:cubicBezTo>
                    <a:cubicBezTo>
                      <a:pt x="705" y="3701"/>
                      <a:pt x="639" y="3378"/>
                      <a:pt x="630" y="3046"/>
                    </a:cubicBezTo>
                    <a:cubicBezTo>
                      <a:pt x="614" y="2342"/>
                      <a:pt x="879" y="1663"/>
                      <a:pt x="1194" y="1050"/>
                    </a:cubicBezTo>
                    <a:cubicBezTo>
                      <a:pt x="1260" y="917"/>
                      <a:pt x="1335" y="784"/>
                      <a:pt x="1426" y="652"/>
                    </a:cubicBezTo>
                    <a:cubicBezTo>
                      <a:pt x="1567" y="486"/>
                      <a:pt x="1724" y="337"/>
                      <a:pt x="1881" y="196"/>
                    </a:cubicBezTo>
                    <a:cubicBezTo>
                      <a:pt x="1956" y="129"/>
                      <a:pt x="1896" y="1"/>
                      <a:pt x="1804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8" name="Google Shape;2928;p5"/>
              <p:cNvSpPr/>
              <p:nvPr/>
            </p:nvSpPr>
            <p:spPr>
              <a:xfrm>
                <a:off x="2892150" y="4434400"/>
                <a:ext cx="7700" cy="44800"/>
              </a:xfrm>
              <a:custGeom>
                <a:rect b="b" l="l" r="r" t="t"/>
                <a:pathLst>
                  <a:path extrusionOk="0" h="1792" w="308">
                    <a:moveTo>
                      <a:pt x="108" y="0"/>
                    </a:moveTo>
                    <a:cubicBezTo>
                      <a:pt x="92" y="0"/>
                      <a:pt x="76" y="8"/>
                      <a:pt x="67" y="26"/>
                    </a:cubicBezTo>
                    <a:cubicBezTo>
                      <a:pt x="1" y="142"/>
                      <a:pt x="34" y="300"/>
                      <a:pt x="51" y="424"/>
                    </a:cubicBezTo>
                    <a:cubicBezTo>
                      <a:pt x="67" y="573"/>
                      <a:pt x="76" y="714"/>
                      <a:pt x="84" y="863"/>
                    </a:cubicBezTo>
                    <a:cubicBezTo>
                      <a:pt x="92" y="1012"/>
                      <a:pt x="84" y="1153"/>
                      <a:pt x="84" y="1302"/>
                    </a:cubicBezTo>
                    <a:cubicBezTo>
                      <a:pt x="84" y="1368"/>
                      <a:pt x="84" y="1435"/>
                      <a:pt x="84" y="1501"/>
                    </a:cubicBezTo>
                    <a:cubicBezTo>
                      <a:pt x="84" y="1584"/>
                      <a:pt x="92" y="1658"/>
                      <a:pt x="84" y="1733"/>
                    </a:cubicBezTo>
                    <a:cubicBezTo>
                      <a:pt x="84" y="1770"/>
                      <a:pt x="115" y="1792"/>
                      <a:pt x="146" y="1792"/>
                    </a:cubicBezTo>
                    <a:cubicBezTo>
                      <a:pt x="169" y="1792"/>
                      <a:pt x="193" y="1779"/>
                      <a:pt x="200" y="1750"/>
                    </a:cubicBezTo>
                    <a:cubicBezTo>
                      <a:pt x="208" y="1675"/>
                      <a:pt x="241" y="1600"/>
                      <a:pt x="258" y="1526"/>
                    </a:cubicBezTo>
                    <a:cubicBezTo>
                      <a:pt x="274" y="1451"/>
                      <a:pt x="283" y="1377"/>
                      <a:pt x="291" y="1302"/>
                    </a:cubicBezTo>
                    <a:cubicBezTo>
                      <a:pt x="299" y="1153"/>
                      <a:pt x="308" y="1012"/>
                      <a:pt x="308" y="863"/>
                    </a:cubicBezTo>
                    <a:cubicBezTo>
                      <a:pt x="299" y="714"/>
                      <a:pt x="299" y="573"/>
                      <a:pt x="283" y="424"/>
                    </a:cubicBezTo>
                    <a:cubicBezTo>
                      <a:pt x="266" y="291"/>
                      <a:pt x="258" y="109"/>
                      <a:pt x="142" y="18"/>
                    </a:cubicBezTo>
                    <a:cubicBezTo>
                      <a:pt x="134" y="6"/>
                      <a:pt x="121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9" name="Google Shape;2929;p5"/>
              <p:cNvSpPr/>
              <p:nvPr/>
            </p:nvSpPr>
            <p:spPr>
              <a:xfrm>
                <a:off x="2891125" y="4414950"/>
                <a:ext cx="5200" cy="12700"/>
              </a:xfrm>
              <a:custGeom>
                <a:rect b="b" l="l" r="r" t="t"/>
                <a:pathLst>
                  <a:path extrusionOk="0" h="508" w="208">
                    <a:moveTo>
                      <a:pt x="175" y="1"/>
                    </a:moveTo>
                    <a:cubicBezTo>
                      <a:pt x="166" y="1"/>
                      <a:pt x="150" y="9"/>
                      <a:pt x="150" y="25"/>
                    </a:cubicBezTo>
                    <a:cubicBezTo>
                      <a:pt x="133" y="67"/>
                      <a:pt x="125" y="100"/>
                      <a:pt x="117" y="141"/>
                    </a:cubicBezTo>
                    <a:cubicBezTo>
                      <a:pt x="108" y="133"/>
                      <a:pt x="92" y="117"/>
                      <a:pt x="75" y="117"/>
                    </a:cubicBezTo>
                    <a:cubicBezTo>
                      <a:pt x="50" y="117"/>
                      <a:pt x="34" y="133"/>
                      <a:pt x="25" y="150"/>
                    </a:cubicBezTo>
                    <a:cubicBezTo>
                      <a:pt x="17" y="158"/>
                      <a:pt x="17" y="175"/>
                      <a:pt x="17" y="191"/>
                    </a:cubicBezTo>
                    <a:cubicBezTo>
                      <a:pt x="9" y="208"/>
                      <a:pt x="9" y="216"/>
                      <a:pt x="9" y="233"/>
                    </a:cubicBezTo>
                    <a:cubicBezTo>
                      <a:pt x="1" y="249"/>
                      <a:pt x="1" y="266"/>
                      <a:pt x="1" y="282"/>
                    </a:cubicBezTo>
                    <a:cubicBezTo>
                      <a:pt x="1" y="340"/>
                      <a:pt x="9" y="390"/>
                      <a:pt x="9" y="440"/>
                    </a:cubicBezTo>
                    <a:cubicBezTo>
                      <a:pt x="9" y="477"/>
                      <a:pt x="29" y="507"/>
                      <a:pt x="63" y="507"/>
                    </a:cubicBezTo>
                    <a:cubicBezTo>
                      <a:pt x="67" y="507"/>
                      <a:pt x="71" y="507"/>
                      <a:pt x="75" y="506"/>
                    </a:cubicBezTo>
                    <a:cubicBezTo>
                      <a:pt x="108" y="506"/>
                      <a:pt x="133" y="481"/>
                      <a:pt x="133" y="440"/>
                    </a:cubicBezTo>
                    <a:lnTo>
                      <a:pt x="141" y="282"/>
                    </a:lnTo>
                    <a:lnTo>
                      <a:pt x="141" y="241"/>
                    </a:lnTo>
                    <a:cubicBezTo>
                      <a:pt x="141" y="241"/>
                      <a:pt x="141" y="249"/>
                      <a:pt x="150" y="249"/>
                    </a:cubicBezTo>
                    <a:cubicBezTo>
                      <a:pt x="175" y="249"/>
                      <a:pt x="199" y="224"/>
                      <a:pt x="208" y="199"/>
                    </a:cubicBezTo>
                    <a:cubicBezTo>
                      <a:pt x="208" y="141"/>
                      <a:pt x="208" y="92"/>
                      <a:pt x="208" y="34"/>
                    </a:cubicBezTo>
                    <a:lnTo>
                      <a:pt x="199" y="34"/>
                    </a:lnTo>
                    <a:cubicBezTo>
                      <a:pt x="199" y="17"/>
                      <a:pt x="191" y="9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0" name="Google Shape;2930;p5"/>
              <p:cNvSpPr/>
              <p:nvPr/>
            </p:nvSpPr>
            <p:spPr>
              <a:xfrm>
                <a:off x="2627825" y="4696950"/>
                <a:ext cx="128675" cy="66150"/>
              </a:xfrm>
              <a:custGeom>
                <a:rect b="b" l="l" r="r" t="t"/>
                <a:pathLst>
                  <a:path extrusionOk="0" h="2646" w="5147">
                    <a:moveTo>
                      <a:pt x="1081" y="1388"/>
                    </a:moveTo>
                    <a:cubicBezTo>
                      <a:pt x="1620" y="1686"/>
                      <a:pt x="2199" y="1905"/>
                      <a:pt x="2794" y="2044"/>
                    </a:cubicBezTo>
                    <a:cubicBezTo>
                      <a:pt x="2578" y="2027"/>
                      <a:pt x="2371" y="2002"/>
                      <a:pt x="2164" y="1944"/>
                    </a:cubicBezTo>
                    <a:cubicBezTo>
                      <a:pt x="1932" y="1886"/>
                      <a:pt x="1717" y="1795"/>
                      <a:pt x="1518" y="1687"/>
                    </a:cubicBezTo>
                    <a:cubicBezTo>
                      <a:pt x="1460" y="1654"/>
                      <a:pt x="1410" y="1621"/>
                      <a:pt x="1361" y="1588"/>
                    </a:cubicBezTo>
                    <a:cubicBezTo>
                      <a:pt x="1352" y="1571"/>
                      <a:pt x="1336" y="1571"/>
                      <a:pt x="1319" y="1563"/>
                    </a:cubicBezTo>
                    <a:cubicBezTo>
                      <a:pt x="1235" y="1509"/>
                      <a:pt x="1158" y="1449"/>
                      <a:pt x="1081" y="1388"/>
                    </a:cubicBezTo>
                    <a:close/>
                    <a:moveTo>
                      <a:pt x="64" y="0"/>
                    </a:moveTo>
                    <a:cubicBezTo>
                      <a:pt x="32" y="0"/>
                      <a:pt x="0" y="27"/>
                      <a:pt x="10" y="72"/>
                    </a:cubicBezTo>
                    <a:cubicBezTo>
                      <a:pt x="43" y="254"/>
                      <a:pt x="101" y="428"/>
                      <a:pt x="167" y="594"/>
                    </a:cubicBezTo>
                    <a:cubicBezTo>
                      <a:pt x="134" y="627"/>
                      <a:pt x="118" y="693"/>
                      <a:pt x="151" y="734"/>
                    </a:cubicBezTo>
                    <a:cubicBezTo>
                      <a:pt x="225" y="834"/>
                      <a:pt x="308" y="942"/>
                      <a:pt x="391" y="1041"/>
                    </a:cubicBezTo>
                    <a:cubicBezTo>
                      <a:pt x="557" y="1306"/>
                      <a:pt x="781" y="1538"/>
                      <a:pt x="1021" y="1737"/>
                    </a:cubicBezTo>
                    <a:cubicBezTo>
                      <a:pt x="1046" y="1762"/>
                      <a:pt x="1079" y="1778"/>
                      <a:pt x="1104" y="1803"/>
                    </a:cubicBezTo>
                    <a:cubicBezTo>
                      <a:pt x="1029" y="1836"/>
                      <a:pt x="1004" y="1961"/>
                      <a:pt x="1095" y="2019"/>
                    </a:cubicBezTo>
                    <a:cubicBezTo>
                      <a:pt x="1736" y="2428"/>
                      <a:pt x="2495" y="2646"/>
                      <a:pt x="3251" y="2646"/>
                    </a:cubicBezTo>
                    <a:cubicBezTo>
                      <a:pt x="3414" y="2646"/>
                      <a:pt x="3577" y="2636"/>
                      <a:pt x="3738" y="2615"/>
                    </a:cubicBezTo>
                    <a:cubicBezTo>
                      <a:pt x="4004" y="2582"/>
                      <a:pt x="4260" y="2532"/>
                      <a:pt x="4509" y="2450"/>
                    </a:cubicBezTo>
                    <a:cubicBezTo>
                      <a:pt x="4509" y="2450"/>
                      <a:pt x="4517" y="2441"/>
                      <a:pt x="4517" y="2441"/>
                    </a:cubicBezTo>
                    <a:cubicBezTo>
                      <a:pt x="4550" y="2450"/>
                      <a:pt x="4584" y="2450"/>
                      <a:pt x="4625" y="2458"/>
                    </a:cubicBezTo>
                    <a:cubicBezTo>
                      <a:pt x="4658" y="2458"/>
                      <a:pt x="4691" y="2468"/>
                      <a:pt x="4724" y="2468"/>
                    </a:cubicBezTo>
                    <a:cubicBezTo>
                      <a:pt x="4733" y="2468"/>
                      <a:pt x="4741" y="2468"/>
                      <a:pt x="4749" y="2466"/>
                    </a:cubicBezTo>
                    <a:cubicBezTo>
                      <a:pt x="4782" y="2466"/>
                      <a:pt x="4824" y="2483"/>
                      <a:pt x="4865" y="2491"/>
                    </a:cubicBezTo>
                    <a:cubicBezTo>
                      <a:pt x="4907" y="2491"/>
                      <a:pt x="4915" y="2425"/>
                      <a:pt x="4882" y="2408"/>
                    </a:cubicBezTo>
                    <a:cubicBezTo>
                      <a:pt x="4849" y="2383"/>
                      <a:pt x="4807" y="2375"/>
                      <a:pt x="4766" y="2358"/>
                    </a:cubicBezTo>
                    <a:cubicBezTo>
                      <a:pt x="4724" y="2334"/>
                      <a:pt x="4675" y="2334"/>
                      <a:pt x="4633" y="2325"/>
                    </a:cubicBezTo>
                    <a:lnTo>
                      <a:pt x="4592" y="2325"/>
                    </a:lnTo>
                    <a:cubicBezTo>
                      <a:pt x="4592" y="2300"/>
                      <a:pt x="4575" y="2276"/>
                      <a:pt x="4559" y="2251"/>
                    </a:cubicBezTo>
                    <a:cubicBezTo>
                      <a:pt x="4666" y="2226"/>
                      <a:pt x="4774" y="2193"/>
                      <a:pt x="4890" y="2151"/>
                    </a:cubicBezTo>
                    <a:cubicBezTo>
                      <a:pt x="4923" y="2151"/>
                      <a:pt x="4965" y="2143"/>
                      <a:pt x="5006" y="2135"/>
                    </a:cubicBezTo>
                    <a:lnTo>
                      <a:pt x="5039" y="2135"/>
                    </a:lnTo>
                    <a:cubicBezTo>
                      <a:pt x="5139" y="2118"/>
                      <a:pt x="5147" y="1994"/>
                      <a:pt x="5089" y="1936"/>
                    </a:cubicBezTo>
                    <a:cubicBezTo>
                      <a:pt x="5067" y="1900"/>
                      <a:pt x="5033" y="1876"/>
                      <a:pt x="4981" y="1876"/>
                    </a:cubicBezTo>
                    <a:cubicBezTo>
                      <a:pt x="4973" y="1876"/>
                      <a:pt x="4965" y="1877"/>
                      <a:pt x="4956" y="1878"/>
                    </a:cubicBezTo>
                    <a:cubicBezTo>
                      <a:pt x="4874" y="1894"/>
                      <a:pt x="4791" y="1911"/>
                      <a:pt x="4700" y="1919"/>
                    </a:cubicBezTo>
                    <a:cubicBezTo>
                      <a:pt x="4575" y="1936"/>
                      <a:pt x="4443" y="1944"/>
                      <a:pt x="4318" y="1961"/>
                    </a:cubicBezTo>
                    <a:cubicBezTo>
                      <a:pt x="4273" y="1962"/>
                      <a:pt x="4227" y="1962"/>
                      <a:pt x="4181" y="1962"/>
                    </a:cubicBezTo>
                    <a:cubicBezTo>
                      <a:pt x="3158" y="1962"/>
                      <a:pt x="2141" y="1698"/>
                      <a:pt x="1245" y="1207"/>
                    </a:cubicBezTo>
                    <a:cubicBezTo>
                      <a:pt x="938" y="1041"/>
                      <a:pt x="648" y="842"/>
                      <a:pt x="383" y="618"/>
                    </a:cubicBezTo>
                    <a:cubicBezTo>
                      <a:pt x="358" y="594"/>
                      <a:pt x="341" y="560"/>
                      <a:pt x="325" y="527"/>
                    </a:cubicBezTo>
                    <a:cubicBezTo>
                      <a:pt x="242" y="370"/>
                      <a:pt x="167" y="212"/>
                      <a:pt x="118" y="38"/>
                    </a:cubicBezTo>
                    <a:cubicBezTo>
                      <a:pt x="108" y="12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1" name="Google Shape;2931;p5"/>
              <p:cNvSpPr/>
              <p:nvPr/>
            </p:nvSpPr>
            <p:spPr>
              <a:xfrm>
                <a:off x="2726875" y="4767850"/>
                <a:ext cx="21350" cy="7200"/>
              </a:xfrm>
              <a:custGeom>
                <a:rect b="b" l="l" r="r" t="t"/>
                <a:pathLst>
                  <a:path extrusionOk="0" h="288" w="854">
                    <a:moveTo>
                      <a:pt x="83" y="1"/>
                    </a:moveTo>
                    <a:cubicBezTo>
                      <a:pt x="54" y="1"/>
                      <a:pt x="24" y="18"/>
                      <a:pt x="17" y="53"/>
                    </a:cubicBezTo>
                    <a:cubicBezTo>
                      <a:pt x="0" y="94"/>
                      <a:pt x="25" y="127"/>
                      <a:pt x="66" y="136"/>
                    </a:cubicBezTo>
                    <a:cubicBezTo>
                      <a:pt x="207" y="185"/>
                      <a:pt x="348" y="235"/>
                      <a:pt x="489" y="268"/>
                    </a:cubicBezTo>
                    <a:cubicBezTo>
                      <a:pt x="538" y="280"/>
                      <a:pt x="586" y="288"/>
                      <a:pt x="635" y="288"/>
                    </a:cubicBezTo>
                    <a:cubicBezTo>
                      <a:pt x="652" y="288"/>
                      <a:pt x="670" y="287"/>
                      <a:pt x="688" y="285"/>
                    </a:cubicBezTo>
                    <a:cubicBezTo>
                      <a:pt x="762" y="276"/>
                      <a:pt x="854" y="227"/>
                      <a:pt x="854" y="144"/>
                    </a:cubicBezTo>
                    <a:cubicBezTo>
                      <a:pt x="854" y="119"/>
                      <a:pt x="837" y="94"/>
                      <a:pt x="812" y="86"/>
                    </a:cubicBezTo>
                    <a:cubicBezTo>
                      <a:pt x="801" y="83"/>
                      <a:pt x="790" y="82"/>
                      <a:pt x="779" y="82"/>
                    </a:cubicBezTo>
                    <a:cubicBezTo>
                      <a:pt x="757" y="82"/>
                      <a:pt x="735" y="86"/>
                      <a:pt x="713" y="86"/>
                    </a:cubicBezTo>
                    <a:lnTo>
                      <a:pt x="696" y="86"/>
                    </a:lnTo>
                    <a:cubicBezTo>
                      <a:pt x="688" y="94"/>
                      <a:pt x="671" y="94"/>
                      <a:pt x="655" y="94"/>
                    </a:cubicBezTo>
                    <a:cubicBezTo>
                      <a:pt x="597" y="94"/>
                      <a:pt x="564" y="86"/>
                      <a:pt x="506" y="69"/>
                    </a:cubicBezTo>
                    <a:cubicBezTo>
                      <a:pt x="373" y="44"/>
                      <a:pt x="240" y="20"/>
                      <a:pt x="100" y="3"/>
                    </a:cubicBezTo>
                    <a:cubicBezTo>
                      <a:pt x="94" y="2"/>
                      <a:pt x="88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2" name="Google Shape;2932;p5"/>
              <p:cNvSpPr/>
              <p:nvPr/>
            </p:nvSpPr>
            <p:spPr>
              <a:xfrm>
                <a:off x="2627450" y="4573375"/>
                <a:ext cx="13275" cy="50850"/>
              </a:xfrm>
              <a:custGeom>
                <a:rect b="b" l="l" r="r" t="t"/>
                <a:pathLst>
                  <a:path extrusionOk="0" h="2034" w="531">
                    <a:moveTo>
                      <a:pt x="418" y="1"/>
                    </a:moveTo>
                    <a:cubicBezTo>
                      <a:pt x="403" y="1"/>
                      <a:pt x="388" y="4"/>
                      <a:pt x="373" y="10"/>
                    </a:cubicBezTo>
                    <a:cubicBezTo>
                      <a:pt x="298" y="52"/>
                      <a:pt x="274" y="159"/>
                      <a:pt x="240" y="234"/>
                    </a:cubicBezTo>
                    <a:cubicBezTo>
                      <a:pt x="207" y="308"/>
                      <a:pt x="182" y="391"/>
                      <a:pt x="158" y="474"/>
                    </a:cubicBezTo>
                    <a:cubicBezTo>
                      <a:pt x="108" y="640"/>
                      <a:pt x="66" y="814"/>
                      <a:pt x="42" y="980"/>
                    </a:cubicBezTo>
                    <a:cubicBezTo>
                      <a:pt x="17" y="1154"/>
                      <a:pt x="0" y="1319"/>
                      <a:pt x="0" y="1493"/>
                    </a:cubicBezTo>
                    <a:cubicBezTo>
                      <a:pt x="8" y="1584"/>
                      <a:pt x="17" y="1676"/>
                      <a:pt x="25" y="1758"/>
                    </a:cubicBezTo>
                    <a:cubicBezTo>
                      <a:pt x="42" y="1841"/>
                      <a:pt x="50" y="1924"/>
                      <a:pt x="83" y="2007"/>
                    </a:cubicBezTo>
                    <a:cubicBezTo>
                      <a:pt x="94" y="2025"/>
                      <a:pt x="114" y="2034"/>
                      <a:pt x="134" y="2034"/>
                    </a:cubicBezTo>
                    <a:cubicBezTo>
                      <a:pt x="160" y="2034"/>
                      <a:pt x="186" y="2019"/>
                      <a:pt x="191" y="1990"/>
                    </a:cubicBezTo>
                    <a:cubicBezTo>
                      <a:pt x="207" y="1916"/>
                      <a:pt x="199" y="1833"/>
                      <a:pt x="199" y="1758"/>
                    </a:cubicBezTo>
                    <a:cubicBezTo>
                      <a:pt x="199" y="1676"/>
                      <a:pt x="199" y="1593"/>
                      <a:pt x="207" y="1502"/>
                    </a:cubicBezTo>
                    <a:cubicBezTo>
                      <a:pt x="216" y="1336"/>
                      <a:pt x="224" y="1170"/>
                      <a:pt x="249" y="1013"/>
                    </a:cubicBezTo>
                    <a:cubicBezTo>
                      <a:pt x="274" y="847"/>
                      <a:pt x="315" y="698"/>
                      <a:pt x="365" y="540"/>
                    </a:cubicBezTo>
                    <a:cubicBezTo>
                      <a:pt x="390" y="458"/>
                      <a:pt x="414" y="375"/>
                      <a:pt x="448" y="300"/>
                    </a:cubicBezTo>
                    <a:cubicBezTo>
                      <a:pt x="481" y="226"/>
                      <a:pt x="530" y="143"/>
                      <a:pt x="506" y="60"/>
                    </a:cubicBezTo>
                    <a:lnTo>
                      <a:pt x="506" y="60"/>
                    </a:lnTo>
                    <a:lnTo>
                      <a:pt x="506" y="68"/>
                    </a:lnTo>
                    <a:cubicBezTo>
                      <a:pt x="493" y="25"/>
                      <a:pt x="458" y="1"/>
                      <a:pt x="4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3" name="Google Shape;2933;p5"/>
              <p:cNvSpPr/>
              <p:nvPr/>
            </p:nvSpPr>
            <p:spPr>
              <a:xfrm>
                <a:off x="2635725" y="4589400"/>
                <a:ext cx="4800" cy="20025"/>
              </a:xfrm>
              <a:custGeom>
                <a:rect b="b" l="l" r="r" t="t"/>
                <a:pathLst>
                  <a:path extrusionOk="0" h="801" w="192">
                    <a:moveTo>
                      <a:pt x="145" y="0"/>
                    </a:moveTo>
                    <a:cubicBezTo>
                      <a:pt x="130" y="0"/>
                      <a:pt x="113" y="8"/>
                      <a:pt x="100" y="24"/>
                    </a:cubicBezTo>
                    <a:cubicBezTo>
                      <a:pt x="67" y="73"/>
                      <a:pt x="50" y="140"/>
                      <a:pt x="42" y="198"/>
                    </a:cubicBezTo>
                    <a:cubicBezTo>
                      <a:pt x="25" y="256"/>
                      <a:pt x="17" y="314"/>
                      <a:pt x="9" y="380"/>
                    </a:cubicBezTo>
                    <a:cubicBezTo>
                      <a:pt x="1" y="496"/>
                      <a:pt x="1" y="620"/>
                      <a:pt x="9" y="745"/>
                    </a:cubicBezTo>
                    <a:cubicBezTo>
                      <a:pt x="13" y="782"/>
                      <a:pt x="44" y="801"/>
                      <a:pt x="73" y="801"/>
                    </a:cubicBezTo>
                    <a:cubicBezTo>
                      <a:pt x="102" y="801"/>
                      <a:pt x="129" y="782"/>
                      <a:pt x="125" y="745"/>
                    </a:cubicBezTo>
                    <a:cubicBezTo>
                      <a:pt x="125" y="629"/>
                      <a:pt x="133" y="513"/>
                      <a:pt x="141" y="388"/>
                    </a:cubicBezTo>
                    <a:cubicBezTo>
                      <a:pt x="150" y="339"/>
                      <a:pt x="158" y="281"/>
                      <a:pt x="166" y="223"/>
                    </a:cubicBezTo>
                    <a:cubicBezTo>
                      <a:pt x="175" y="165"/>
                      <a:pt x="191" y="107"/>
                      <a:pt x="191" y="49"/>
                    </a:cubicBezTo>
                    <a:cubicBezTo>
                      <a:pt x="191" y="18"/>
                      <a:pt x="170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4" name="Google Shape;2934;p5"/>
              <p:cNvSpPr/>
              <p:nvPr/>
            </p:nvSpPr>
            <p:spPr>
              <a:xfrm>
                <a:off x="2636975" y="4558575"/>
                <a:ext cx="6025" cy="8850"/>
              </a:xfrm>
              <a:custGeom>
                <a:rect b="b" l="l" r="r" t="t"/>
                <a:pathLst>
                  <a:path extrusionOk="0" h="354" w="241">
                    <a:moveTo>
                      <a:pt x="187" y="0"/>
                    </a:moveTo>
                    <a:cubicBezTo>
                      <a:pt x="177" y="0"/>
                      <a:pt x="167" y="4"/>
                      <a:pt x="158" y="14"/>
                    </a:cubicBezTo>
                    <a:cubicBezTo>
                      <a:pt x="141" y="22"/>
                      <a:pt x="133" y="30"/>
                      <a:pt x="125" y="47"/>
                    </a:cubicBezTo>
                    <a:cubicBezTo>
                      <a:pt x="116" y="55"/>
                      <a:pt x="116" y="64"/>
                      <a:pt x="108" y="72"/>
                    </a:cubicBezTo>
                    <a:cubicBezTo>
                      <a:pt x="100" y="97"/>
                      <a:pt x="83" y="113"/>
                      <a:pt x="75" y="138"/>
                    </a:cubicBezTo>
                    <a:lnTo>
                      <a:pt x="9" y="262"/>
                    </a:lnTo>
                    <a:cubicBezTo>
                      <a:pt x="0" y="287"/>
                      <a:pt x="0" y="329"/>
                      <a:pt x="33" y="345"/>
                    </a:cubicBezTo>
                    <a:cubicBezTo>
                      <a:pt x="45" y="351"/>
                      <a:pt x="58" y="354"/>
                      <a:pt x="70" y="354"/>
                    </a:cubicBezTo>
                    <a:cubicBezTo>
                      <a:pt x="93" y="354"/>
                      <a:pt x="114" y="345"/>
                      <a:pt x="125" y="329"/>
                    </a:cubicBezTo>
                    <a:cubicBezTo>
                      <a:pt x="141" y="279"/>
                      <a:pt x="166" y="238"/>
                      <a:pt x="183" y="196"/>
                    </a:cubicBezTo>
                    <a:cubicBezTo>
                      <a:pt x="199" y="180"/>
                      <a:pt x="207" y="155"/>
                      <a:pt x="216" y="138"/>
                    </a:cubicBezTo>
                    <a:cubicBezTo>
                      <a:pt x="216" y="122"/>
                      <a:pt x="224" y="113"/>
                      <a:pt x="224" y="105"/>
                    </a:cubicBezTo>
                    <a:cubicBezTo>
                      <a:pt x="232" y="88"/>
                      <a:pt x="232" y="80"/>
                      <a:pt x="241" y="64"/>
                    </a:cubicBezTo>
                    <a:lnTo>
                      <a:pt x="241" y="47"/>
                    </a:lnTo>
                    <a:cubicBezTo>
                      <a:pt x="241" y="30"/>
                      <a:pt x="224" y="14"/>
                      <a:pt x="207" y="6"/>
                    </a:cubicBezTo>
                    <a:cubicBezTo>
                      <a:pt x="201" y="2"/>
                      <a:pt x="194" y="0"/>
                      <a:pt x="1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5" name="Google Shape;2935;p5"/>
              <p:cNvSpPr/>
              <p:nvPr/>
            </p:nvSpPr>
            <p:spPr>
              <a:xfrm>
                <a:off x="2802075" y="4569200"/>
                <a:ext cx="38750" cy="99650"/>
              </a:xfrm>
              <a:custGeom>
                <a:rect b="b" l="l" r="r" t="t"/>
                <a:pathLst>
                  <a:path extrusionOk="0" h="3986" w="1550">
                    <a:moveTo>
                      <a:pt x="809" y="0"/>
                    </a:moveTo>
                    <a:cubicBezTo>
                      <a:pt x="796" y="0"/>
                      <a:pt x="783" y="8"/>
                      <a:pt x="779" y="28"/>
                    </a:cubicBezTo>
                    <a:cubicBezTo>
                      <a:pt x="729" y="243"/>
                      <a:pt x="754" y="484"/>
                      <a:pt x="779" y="707"/>
                    </a:cubicBezTo>
                    <a:cubicBezTo>
                      <a:pt x="759" y="693"/>
                      <a:pt x="737" y="684"/>
                      <a:pt x="716" y="684"/>
                    </a:cubicBezTo>
                    <a:cubicBezTo>
                      <a:pt x="700" y="684"/>
                      <a:pt x="685" y="689"/>
                      <a:pt x="671" y="699"/>
                    </a:cubicBezTo>
                    <a:cubicBezTo>
                      <a:pt x="646" y="707"/>
                      <a:pt x="630" y="732"/>
                      <a:pt x="638" y="765"/>
                    </a:cubicBezTo>
                    <a:cubicBezTo>
                      <a:pt x="663" y="973"/>
                      <a:pt x="696" y="1171"/>
                      <a:pt x="737" y="1370"/>
                    </a:cubicBezTo>
                    <a:cubicBezTo>
                      <a:pt x="563" y="1055"/>
                      <a:pt x="348" y="765"/>
                      <a:pt x="124" y="492"/>
                    </a:cubicBezTo>
                    <a:cubicBezTo>
                      <a:pt x="111" y="477"/>
                      <a:pt x="96" y="471"/>
                      <a:pt x="81" y="471"/>
                    </a:cubicBezTo>
                    <a:cubicBezTo>
                      <a:pt x="39" y="471"/>
                      <a:pt x="0" y="521"/>
                      <a:pt x="25" y="558"/>
                    </a:cubicBezTo>
                    <a:cubicBezTo>
                      <a:pt x="248" y="881"/>
                      <a:pt x="431" y="1229"/>
                      <a:pt x="596" y="1577"/>
                    </a:cubicBezTo>
                    <a:cubicBezTo>
                      <a:pt x="770" y="1934"/>
                      <a:pt x="911" y="2298"/>
                      <a:pt x="1011" y="2671"/>
                    </a:cubicBezTo>
                    <a:cubicBezTo>
                      <a:pt x="1019" y="2679"/>
                      <a:pt x="1019" y="2688"/>
                      <a:pt x="1027" y="2704"/>
                    </a:cubicBezTo>
                    <a:cubicBezTo>
                      <a:pt x="1035" y="2754"/>
                      <a:pt x="1052" y="2812"/>
                      <a:pt x="1060" y="2862"/>
                    </a:cubicBezTo>
                    <a:cubicBezTo>
                      <a:pt x="1110" y="3218"/>
                      <a:pt x="1185" y="3574"/>
                      <a:pt x="1284" y="3914"/>
                    </a:cubicBezTo>
                    <a:cubicBezTo>
                      <a:pt x="1301" y="3964"/>
                      <a:pt x="1340" y="3986"/>
                      <a:pt x="1380" y="3986"/>
                    </a:cubicBezTo>
                    <a:cubicBezTo>
                      <a:pt x="1439" y="3986"/>
                      <a:pt x="1498" y="3938"/>
                      <a:pt x="1483" y="3864"/>
                    </a:cubicBezTo>
                    <a:cubicBezTo>
                      <a:pt x="1466" y="3790"/>
                      <a:pt x="1450" y="3715"/>
                      <a:pt x="1433" y="3641"/>
                    </a:cubicBezTo>
                    <a:cubicBezTo>
                      <a:pt x="1491" y="3632"/>
                      <a:pt x="1549" y="3574"/>
                      <a:pt x="1533" y="3508"/>
                    </a:cubicBezTo>
                    <a:cubicBezTo>
                      <a:pt x="1433" y="3143"/>
                      <a:pt x="1350" y="2779"/>
                      <a:pt x="1276" y="2414"/>
                    </a:cubicBezTo>
                    <a:cubicBezTo>
                      <a:pt x="1284" y="2398"/>
                      <a:pt x="1284" y="2381"/>
                      <a:pt x="1276" y="2356"/>
                    </a:cubicBezTo>
                    <a:cubicBezTo>
                      <a:pt x="1259" y="2290"/>
                      <a:pt x="1243" y="2232"/>
                      <a:pt x="1226" y="2166"/>
                    </a:cubicBezTo>
                    <a:cubicBezTo>
                      <a:pt x="1193" y="1959"/>
                      <a:pt x="1151" y="1743"/>
                      <a:pt x="1118" y="1536"/>
                    </a:cubicBezTo>
                    <a:cubicBezTo>
                      <a:pt x="1118" y="1503"/>
                      <a:pt x="1093" y="1478"/>
                      <a:pt x="1069" y="1478"/>
                    </a:cubicBezTo>
                    <a:cubicBezTo>
                      <a:pt x="1035" y="1329"/>
                      <a:pt x="1002" y="1180"/>
                      <a:pt x="961" y="1039"/>
                    </a:cubicBezTo>
                    <a:cubicBezTo>
                      <a:pt x="953" y="1022"/>
                      <a:pt x="953" y="1014"/>
                      <a:pt x="944" y="1006"/>
                    </a:cubicBezTo>
                    <a:cubicBezTo>
                      <a:pt x="936" y="915"/>
                      <a:pt x="919" y="832"/>
                      <a:pt x="911" y="749"/>
                    </a:cubicBezTo>
                    <a:cubicBezTo>
                      <a:pt x="903" y="625"/>
                      <a:pt x="895" y="500"/>
                      <a:pt x="886" y="376"/>
                    </a:cubicBezTo>
                    <a:cubicBezTo>
                      <a:pt x="878" y="260"/>
                      <a:pt x="870" y="136"/>
                      <a:pt x="845" y="28"/>
                    </a:cubicBezTo>
                    <a:cubicBezTo>
                      <a:pt x="841" y="11"/>
                      <a:pt x="825" y="0"/>
                      <a:pt x="80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6" name="Google Shape;2936;p5"/>
              <p:cNvSpPr/>
              <p:nvPr/>
            </p:nvSpPr>
            <p:spPr>
              <a:xfrm>
                <a:off x="2805000" y="4559925"/>
                <a:ext cx="11275" cy="25675"/>
              </a:xfrm>
              <a:custGeom>
                <a:rect b="b" l="l" r="r" t="t"/>
                <a:pathLst>
                  <a:path extrusionOk="0" h="1027" w="451">
                    <a:moveTo>
                      <a:pt x="41" y="1"/>
                    </a:moveTo>
                    <a:cubicBezTo>
                      <a:pt x="18" y="1"/>
                      <a:pt x="1" y="26"/>
                      <a:pt x="7" y="51"/>
                    </a:cubicBezTo>
                    <a:cubicBezTo>
                      <a:pt x="15" y="134"/>
                      <a:pt x="73" y="200"/>
                      <a:pt x="107" y="275"/>
                    </a:cubicBezTo>
                    <a:cubicBezTo>
                      <a:pt x="140" y="349"/>
                      <a:pt x="173" y="432"/>
                      <a:pt x="206" y="507"/>
                    </a:cubicBezTo>
                    <a:cubicBezTo>
                      <a:pt x="264" y="664"/>
                      <a:pt x="314" y="830"/>
                      <a:pt x="339" y="987"/>
                    </a:cubicBezTo>
                    <a:cubicBezTo>
                      <a:pt x="346" y="1014"/>
                      <a:pt x="372" y="1027"/>
                      <a:pt x="396" y="1027"/>
                    </a:cubicBezTo>
                    <a:cubicBezTo>
                      <a:pt x="424" y="1027"/>
                      <a:pt x="451" y="1010"/>
                      <a:pt x="446" y="979"/>
                    </a:cubicBezTo>
                    <a:cubicBezTo>
                      <a:pt x="421" y="797"/>
                      <a:pt x="380" y="623"/>
                      <a:pt x="322" y="457"/>
                    </a:cubicBezTo>
                    <a:cubicBezTo>
                      <a:pt x="289" y="374"/>
                      <a:pt x="256" y="291"/>
                      <a:pt x="214" y="217"/>
                    </a:cubicBezTo>
                    <a:cubicBezTo>
                      <a:pt x="173" y="142"/>
                      <a:pt x="131" y="59"/>
                      <a:pt x="65" y="10"/>
                    </a:cubicBezTo>
                    <a:cubicBezTo>
                      <a:pt x="57" y="4"/>
                      <a:pt x="49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7" name="Google Shape;2937;p5"/>
              <p:cNvSpPr/>
              <p:nvPr/>
            </p:nvSpPr>
            <p:spPr>
              <a:xfrm>
                <a:off x="2800050" y="4552600"/>
                <a:ext cx="4650" cy="10200"/>
              </a:xfrm>
              <a:custGeom>
                <a:rect b="b" l="l" r="r" t="t"/>
                <a:pathLst>
                  <a:path extrusionOk="0" h="408" w="186">
                    <a:moveTo>
                      <a:pt x="24" y="0"/>
                    </a:moveTo>
                    <a:cubicBezTo>
                      <a:pt x="13" y="0"/>
                      <a:pt x="1" y="13"/>
                      <a:pt x="6" y="29"/>
                    </a:cubicBezTo>
                    <a:cubicBezTo>
                      <a:pt x="39" y="145"/>
                      <a:pt x="81" y="261"/>
                      <a:pt x="106" y="377"/>
                    </a:cubicBezTo>
                    <a:cubicBezTo>
                      <a:pt x="113" y="398"/>
                      <a:pt x="128" y="407"/>
                      <a:pt x="144" y="407"/>
                    </a:cubicBezTo>
                    <a:cubicBezTo>
                      <a:pt x="165" y="407"/>
                      <a:pt x="185" y="390"/>
                      <a:pt x="180" y="361"/>
                    </a:cubicBezTo>
                    <a:cubicBezTo>
                      <a:pt x="147" y="236"/>
                      <a:pt x="106" y="120"/>
                      <a:pt x="39" y="13"/>
                    </a:cubicBezTo>
                    <a:cubicBezTo>
                      <a:pt x="36" y="4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5"/>
              <p:cNvSpPr/>
              <p:nvPr/>
            </p:nvSpPr>
            <p:spPr>
              <a:xfrm>
                <a:off x="2914325" y="4296900"/>
                <a:ext cx="6850" cy="30875"/>
              </a:xfrm>
              <a:custGeom>
                <a:rect b="b" l="l" r="r" t="t"/>
                <a:pathLst>
                  <a:path extrusionOk="0" h="1235" w="274">
                    <a:moveTo>
                      <a:pt x="160" y="1"/>
                    </a:moveTo>
                    <a:cubicBezTo>
                      <a:pt x="135" y="1"/>
                      <a:pt x="112" y="13"/>
                      <a:pt x="108" y="41"/>
                    </a:cubicBezTo>
                    <a:cubicBezTo>
                      <a:pt x="75" y="232"/>
                      <a:pt x="75" y="422"/>
                      <a:pt x="59" y="613"/>
                    </a:cubicBezTo>
                    <a:cubicBezTo>
                      <a:pt x="42" y="704"/>
                      <a:pt x="34" y="795"/>
                      <a:pt x="17" y="886"/>
                    </a:cubicBezTo>
                    <a:cubicBezTo>
                      <a:pt x="9" y="936"/>
                      <a:pt x="1" y="994"/>
                      <a:pt x="1" y="1044"/>
                    </a:cubicBezTo>
                    <a:cubicBezTo>
                      <a:pt x="9" y="1085"/>
                      <a:pt x="1" y="1143"/>
                      <a:pt x="17" y="1185"/>
                    </a:cubicBezTo>
                    <a:cubicBezTo>
                      <a:pt x="28" y="1217"/>
                      <a:pt x="52" y="1235"/>
                      <a:pt x="80" y="1235"/>
                    </a:cubicBezTo>
                    <a:cubicBezTo>
                      <a:pt x="94" y="1235"/>
                      <a:pt x="110" y="1229"/>
                      <a:pt x="125" y="1218"/>
                    </a:cubicBezTo>
                    <a:cubicBezTo>
                      <a:pt x="158" y="1185"/>
                      <a:pt x="166" y="1135"/>
                      <a:pt x="191" y="1093"/>
                    </a:cubicBezTo>
                    <a:cubicBezTo>
                      <a:pt x="208" y="1044"/>
                      <a:pt x="224" y="994"/>
                      <a:pt x="233" y="944"/>
                    </a:cubicBezTo>
                    <a:cubicBezTo>
                      <a:pt x="249" y="845"/>
                      <a:pt x="257" y="737"/>
                      <a:pt x="266" y="638"/>
                    </a:cubicBezTo>
                    <a:cubicBezTo>
                      <a:pt x="274" y="447"/>
                      <a:pt x="274" y="232"/>
                      <a:pt x="224" y="41"/>
                    </a:cubicBezTo>
                    <a:cubicBezTo>
                      <a:pt x="216" y="15"/>
                      <a:pt x="187" y="1"/>
                      <a:pt x="1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5"/>
              <p:cNvSpPr/>
              <p:nvPr/>
            </p:nvSpPr>
            <p:spPr>
              <a:xfrm>
                <a:off x="2909350" y="4331925"/>
                <a:ext cx="3975" cy="13325"/>
              </a:xfrm>
              <a:custGeom>
                <a:rect b="b" l="l" r="r" t="t"/>
                <a:pathLst>
                  <a:path extrusionOk="0" h="533" w="159">
                    <a:moveTo>
                      <a:pt x="105" y="1"/>
                    </a:moveTo>
                    <a:cubicBezTo>
                      <a:pt x="82" y="1"/>
                      <a:pt x="58" y="14"/>
                      <a:pt x="50" y="40"/>
                    </a:cubicBezTo>
                    <a:cubicBezTo>
                      <a:pt x="34" y="115"/>
                      <a:pt x="17" y="190"/>
                      <a:pt x="9" y="272"/>
                    </a:cubicBezTo>
                    <a:cubicBezTo>
                      <a:pt x="1" y="314"/>
                      <a:pt x="1" y="347"/>
                      <a:pt x="1" y="388"/>
                    </a:cubicBezTo>
                    <a:cubicBezTo>
                      <a:pt x="1" y="430"/>
                      <a:pt x="1" y="471"/>
                      <a:pt x="9" y="513"/>
                    </a:cubicBezTo>
                    <a:cubicBezTo>
                      <a:pt x="14" y="526"/>
                      <a:pt x="26" y="533"/>
                      <a:pt x="38" y="533"/>
                    </a:cubicBezTo>
                    <a:cubicBezTo>
                      <a:pt x="49" y="533"/>
                      <a:pt x="60" y="528"/>
                      <a:pt x="67" y="521"/>
                    </a:cubicBezTo>
                    <a:cubicBezTo>
                      <a:pt x="92" y="488"/>
                      <a:pt x="100" y="446"/>
                      <a:pt x="108" y="413"/>
                    </a:cubicBezTo>
                    <a:cubicBezTo>
                      <a:pt x="117" y="372"/>
                      <a:pt x="133" y="330"/>
                      <a:pt x="133" y="289"/>
                    </a:cubicBezTo>
                    <a:cubicBezTo>
                      <a:pt x="142" y="206"/>
                      <a:pt x="150" y="132"/>
                      <a:pt x="158" y="49"/>
                    </a:cubicBezTo>
                    <a:cubicBezTo>
                      <a:pt x="158" y="18"/>
                      <a:pt x="132" y="1"/>
                      <a:pt x="1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0" name="Google Shape;2940;p5"/>
              <p:cNvSpPr/>
              <p:nvPr/>
            </p:nvSpPr>
            <p:spPr>
              <a:xfrm>
                <a:off x="2912875" y="4349300"/>
                <a:ext cx="3950" cy="9300"/>
              </a:xfrm>
              <a:custGeom>
                <a:rect b="b" l="l" r="r" t="t"/>
                <a:pathLst>
                  <a:path extrusionOk="0" h="372" w="158">
                    <a:moveTo>
                      <a:pt x="117" y="0"/>
                    </a:moveTo>
                    <a:lnTo>
                      <a:pt x="117" y="8"/>
                    </a:lnTo>
                    <a:cubicBezTo>
                      <a:pt x="112" y="7"/>
                      <a:pt x="108" y="6"/>
                      <a:pt x="103" y="6"/>
                    </a:cubicBezTo>
                    <a:cubicBezTo>
                      <a:pt x="83" y="6"/>
                      <a:pt x="65" y="21"/>
                      <a:pt x="59" y="41"/>
                    </a:cubicBezTo>
                    <a:cubicBezTo>
                      <a:pt x="42" y="91"/>
                      <a:pt x="25" y="141"/>
                      <a:pt x="17" y="191"/>
                    </a:cubicBezTo>
                    <a:cubicBezTo>
                      <a:pt x="9" y="215"/>
                      <a:pt x="9" y="240"/>
                      <a:pt x="1" y="273"/>
                    </a:cubicBezTo>
                    <a:cubicBezTo>
                      <a:pt x="1" y="282"/>
                      <a:pt x="1" y="298"/>
                      <a:pt x="1" y="315"/>
                    </a:cubicBezTo>
                    <a:cubicBezTo>
                      <a:pt x="9" y="323"/>
                      <a:pt x="9" y="340"/>
                      <a:pt x="9" y="348"/>
                    </a:cubicBezTo>
                    <a:cubicBezTo>
                      <a:pt x="14" y="362"/>
                      <a:pt x="30" y="371"/>
                      <a:pt x="44" y="371"/>
                    </a:cubicBezTo>
                    <a:cubicBezTo>
                      <a:pt x="54" y="371"/>
                      <a:pt x="63" y="367"/>
                      <a:pt x="67" y="356"/>
                    </a:cubicBezTo>
                    <a:cubicBezTo>
                      <a:pt x="75" y="348"/>
                      <a:pt x="83" y="331"/>
                      <a:pt x="83" y="323"/>
                    </a:cubicBezTo>
                    <a:cubicBezTo>
                      <a:pt x="92" y="307"/>
                      <a:pt x="92" y="298"/>
                      <a:pt x="100" y="282"/>
                    </a:cubicBezTo>
                    <a:cubicBezTo>
                      <a:pt x="100" y="257"/>
                      <a:pt x="108" y="232"/>
                      <a:pt x="117" y="207"/>
                    </a:cubicBezTo>
                    <a:cubicBezTo>
                      <a:pt x="125" y="157"/>
                      <a:pt x="133" y="116"/>
                      <a:pt x="150" y="66"/>
                    </a:cubicBezTo>
                    <a:cubicBezTo>
                      <a:pt x="158" y="41"/>
                      <a:pt x="141" y="8"/>
                      <a:pt x="1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1" name="Google Shape;2941;p5"/>
              <p:cNvSpPr/>
              <p:nvPr/>
            </p:nvSpPr>
            <p:spPr>
              <a:xfrm>
                <a:off x="2923650" y="4312425"/>
                <a:ext cx="3125" cy="12350"/>
              </a:xfrm>
              <a:custGeom>
                <a:rect b="b" l="l" r="r" t="t"/>
                <a:pathLst>
                  <a:path extrusionOk="0" h="494" w="125">
                    <a:moveTo>
                      <a:pt x="58" y="0"/>
                    </a:moveTo>
                    <a:cubicBezTo>
                      <a:pt x="34" y="0"/>
                      <a:pt x="9" y="25"/>
                      <a:pt x="9" y="50"/>
                    </a:cubicBezTo>
                    <a:cubicBezTo>
                      <a:pt x="9" y="191"/>
                      <a:pt x="0" y="323"/>
                      <a:pt x="9" y="464"/>
                    </a:cubicBezTo>
                    <a:cubicBezTo>
                      <a:pt x="9" y="483"/>
                      <a:pt x="24" y="494"/>
                      <a:pt x="41" y="494"/>
                    </a:cubicBezTo>
                    <a:cubicBezTo>
                      <a:pt x="54" y="494"/>
                      <a:pt x="68" y="487"/>
                      <a:pt x="75" y="472"/>
                    </a:cubicBezTo>
                    <a:cubicBezTo>
                      <a:pt x="116" y="340"/>
                      <a:pt x="125" y="191"/>
                      <a:pt x="116" y="50"/>
                    </a:cubicBezTo>
                    <a:cubicBezTo>
                      <a:pt x="116" y="25"/>
                      <a:pt x="92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2" name="Google Shape;2942;p5"/>
              <p:cNvSpPr/>
              <p:nvPr/>
            </p:nvSpPr>
            <p:spPr>
              <a:xfrm>
                <a:off x="2923450" y="4344525"/>
                <a:ext cx="3750" cy="11525"/>
              </a:xfrm>
              <a:custGeom>
                <a:rect b="b" l="l" r="r" t="t"/>
                <a:pathLst>
                  <a:path extrusionOk="0" h="461" w="150">
                    <a:moveTo>
                      <a:pt x="108" y="0"/>
                    </a:moveTo>
                    <a:cubicBezTo>
                      <a:pt x="83" y="0"/>
                      <a:pt x="42" y="9"/>
                      <a:pt x="33" y="42"/>
                    </a:cubicBezTo>
                    <a:cubicBezTo>
                      <a:pt x="33" y="75"/>
                      <a:pt x="25" y="108"/>
                      <a:pt x="25" y="141"/>
                    </a:cubicBezTo>
                    <a:cubicBezTo>
                      <a:pt x="17" y="174"/>
                      <a:pt x="8" y="208"/>
                      <a:pt x="8" y="241"/>
                    </a:cubicBezTo>
                    <a:cubicBezTo>
                      <a:pt x="8" y="307"/>
                      <a:pt x="0" y="365"/>
                      <a:pt x="8" y="431"/>
                    </a:cubicBezTo>
                    <a:cubicBezTo>
                      <a:pt x="8" y="450"/>
                      <a:pt x="21" y="461"/>
                      <a:pt x="36" y="461"/>
                    </a:cubicBezTo>
                    <a:cubicBezTo>
                      <a:pt x="47" y="461"/>
                      <a:pt x="59" y="454"/>
                      <a:pt x="66" y="440"/>
                    </a:cubicBezTo>
                    <a:cubicBezTo>
                      <a:pt x="91" y="382"/>
                      <a:pt x="100" y="324"/>
                      <a:pt x="116" y="257"/>
                    </a:cubicBezTo>
                    <a:cubicBezTo>
                      <a:pt x="124" y="232"/>
                      <a:pt x="124" y="199"/>
                      <a:pt x="133" y="166"/>
                    </a:cubicBezTo>
                    <a:cubicBezTo>
                      <a:pt x="141" y="141"/>
                      <a:pt x="141" y="108"/>
                      <a:pt x="149" y="75"/>
                    </a:cubicBezTo>
                    <a:cubicBezTo>
                      <a:pt x="149" y="42"/>
                      <a:pt x="141" y="9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3" name="Google Shape;2943;p5"/>
              <p:cNvSpPr/>
              <p:nvPr/>
            </p:nvSpPr>
            <p:spPr>
              <a:xfrm>
                <a:off x="2898575" y="4284000"/>
                <a:ext cx="3150" cy="29075"/>
              </a:xfrm>
              <a:custGeom>
                <a:rect b="b" l="l" r="r" t="t"/>
                <a:pathLst>
                  <a:path extrusionOk="0" h="1163" w="126">
                    <a:moveTo>
                      <a:pt x="39" y="0"/>
                    </a:moveTo>
                    <a:cubicBezTo>
                      <a:pt x="19" y="0"/>
                      <a:pt x="1" y="15"/>
                      <a:pt x="1" y="44"/>
                    </a:cubicBezTo>
                    <a:cubicBezTo>
                      <a:pt x="1" y="226"/>
                      <a:pt x="1" y="408"/>
                      <a:pt x="1" y="599"/>
                    </a:cubicBezTo>
                    <a:cubicBezTo>
                      <a:pt x="1" y="690"/>
                      <a:pt x="1" y="781"/>
                      <a:pt x="1" y="872"/>
                    </a:cubicBezTo>
                    <a:cubicBezTo>
                      <a:pt x="1" y="963"/>
                      <a:pt x="1" y="1054"/>
                      <a:pt x="26" y="1137"/>
                    </a:cubicBezTo>
                    <a:cubicBezTo>
                      <a:pt x="30" y="1154"/>
                      <a:pt x="44" y="1162"/>
                      <a:pt x="59" y="1162"/>
                    </a:cubicBezTo>
                    <a:cubicBezTo>
                      <a:pt x="73" y="1162"/>
                      <a:pt x="88" y="1154"/>
                      <a:pt x="92" y="1137"/>
                    </a:cubicBezTo>
                    <a:cubicBezTo>
                      <a:pt x="125" y="1054"/>
                      <a:pt x="125" y="963"/>
                      <a:pt x="125" y="872"/>
                    </a:cubicBezTo>
                    <a:cubicBezTo>
                      <a:pt x="125" y="781"/>
                      <a:pt x="125" y="690"/>
                      <a:pt x="125" y="599"/>
                    </a:cubicBezTo>
                    <a:lnTo>
                      <a:pt x="117" y="599"/>
                    </a:lnTo>
                    <a:cubicBezTo>
                      <a:pt x="117" y="408"/>
                      <a:pt x="100" y="226"/>
                      <a:pt x="84" y="44"/>
                    </a:cubicBezTo>
                    <a:cubicBezTo>
                      <a:pt x="80" y="15"/>
                      <a:pt x="5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4" name="Google Shape;2944;p5"/>
              <p:cNvSpPr/>
              <p:nvPr/>
            </p:nvSpPr>
            <p:spPr>
              <a:xfrm>
                <a:off x="2976475" y="4020975"/>
                <a:ext cx="69850" cy="101400"/>
              </a:xfrm>
              <a:custGeom>
                <a:rect b="b" l="l" r="r" t="t"/>
                <a:pathLst>
                  <a:path extrusionOk="0" h="4056" w="2794">
                    <a:moveTo>
                      <a:pt x="1457" y="1475"/>
                    </a:moveTo>
                    <a:lnTo>
                      <a:pt x="1457" y="1475"/>
                    </a:lnTo>
                    <a:cubicBezTo>
                      <a:pt x="1459" y="1478"/>
                      <a:pt x="1461" y="1481"/>
                      <a:pt x="1463" y="1485"/>
                    </a:cubicBezTo>
                    <a:lnTo>
                      <a:pt x="1463" y="1485"/>
                    </a:lnTo>
                    <a:cubicBezTo>
                      <a:pt x="1461" y="1482"/>
                      <a:pt x="1459" y="1478"/>
                      <a:pt x="1457" y="1475"/>
                    </a:cubicBezTo>
                    <a:close/>
                    <a:moveTo>
                      <a:pt x="1562" y="1640"/>
                    </a:moveTo>
                    <a:lnTo>
                      <a:pt x="1562" y="1640"/>
                    </a:lnTo>
                    <a:cubicBezTo>
                      <a:pt x="1574" y="1657"/>
                      <a:pt x="1587" y="1674"/>
                      <a:pt x="1599" y="1691"/>
                    </a:cubicBezTo>
                    <a:cubicBezTo>
                      <a:pt x="1599" y="1691"/>
                      <a:pt x="1599" y="1699"/>
                      <a:pt x="1599" y="1699"/>
                    </a:cubicBezTo>
                    <a:cubicBezTo>
                      <a:pt x="1587" y="1679"/>
                      <a:pt x="1575" y="1659"/>
                      <a:pt x="1562" y="1640"/>
                    </a:cubicBezTo>
                    <a:close/>
                    <a:moveTo>
                      <a:pt x="1061" y="3522"/>
                    </a:moveTo>
                    <a:cubicBezTo>
                      <a:pt x="1069" y="3563"/>
                      <a:pt x="1077" y="3596"/>
                      <a:pt x="1086" y="3638"/>
                    </a:cubicBezTo>
                    <a:cubicBezTo>
                      <a:pt x="1077" y="3671"/>
                      <a:pt x="1061" y="3737"/>
                      <a:pt x="1028" y="3746"/>
                    </a:cubicBezTo>
                    <a:cubicBezTo>
                      <a:pt x="1011" y="3704"/>
                      <a:pt x="1003" y="3663"/>
                      <a:pt x="994" y="3630"/>
                    </a:cubicBezTo>
                    <a:cubicBezTo>
                      <a:pt x="986" y="3605"/>
                      <a:pt x="978" y="3580"/>
                      <a:pt x="978" y="3555"/>
                    </a:cubicBezTo>
                    <a:cubicBezTo>
                      <a:pt x="1003" y="3555"/>
                      <a:pt x="1036" y="3547"/>
                      <a:pt x="1061" y="3522"/>
                    </a:cubicBezTo>
                    <a:close/>
                    <a:moveTo>
                      <a:pt x="1146" y="0"/>
                    </a:moveTo>
                    <a:cubicBezTo>
                      <a:pt x="1132" y="0"/>
                      <a:pt x="1116" y="9"/>
                      <a:pt x="1110" y="25"/>
                    </a:cubicBezTo>
                    <a:cubicBezTo>
                      <a:pt x="1086" y="59"/>
                      <a:pt x="1102" y="100"/>
                      <a:pt x="1102" y="133"/>
                    </a:cubicBezTo>
                    <a:cubicBezTo>
                      <a:pt x="1110" y="175"/>
                      <a:pt x="1127" y="216"/>
                      <a:pt x="1135" y="249"/>
                    </a:cubicBezTo>
                    <a:cubicBezTo>
                      <a:pt x="1160" y="315"/>
                      <a:pt x="1177" y="390"/>
                      <a:pt x="1202" y="456"/>
                    </a:cubicBezTo>
                    <a:cubicBezTo>
                      <a:pt x="1208" y="482"/>
                      <a:pt x="1235" y="503"/>
                      <a:pt x="1262" y="503"/>
                    </a:cubicBezTo>
                    <a:cubicBezTo>
                      <a:pt x="1270" y="503"/>
                      <a:pt x="1277" y="501"/>
                      <a:pt x="1284" y="498"/>
                    </a:cubicBezTo>
                    <a:cubicBezTo>
                      <a:pt x="1309" y="489"/>
                      <a:pt x="1326" y="473"/>
                      <a:pt x="1334" y="448"/>
                    </a:cubicBezTo>
                    <a:cubicBezTo>
                      <a:pt x="1342" y="465"/>
                      <a:pt x="1351" y="481"/>
                      <a:pt x="1359" y="506"/>
                    </a:cubicBezTo>
                    <a:cubicBezTo>
                      <a:pt x="1359" y="572"/>
                      <a:pt x="1376" y="647"/>
                      <a:pt x="1392" y="713"/>
                    </a:cubicBezTo>
                    <a:cubicBezTo>
                      <a:pt x="1386" y="712"/>
                      <a:pt x="1380" y="711"/>
                      <a:pt x="1375" y="711"/>
                    </a:cubicBezTo>
                    <a:cubicBezTo>
                      <a:pt x="1312" y="711"/>
                      <a:pt x="1247" y="787"/>
                      <a:pt x="1284" y="862"/>
                    </a:cubicBezTo>
                    <a:cubicBezTo>
                      <a:pt x="1326" y="970"/>
                      <a:pt x="1376" y="1078"/>
                      <a:pt x="1425" y="1185"/>
                    </a:cubicBezTo>
                    <a:cubicBezTo>
                      <a:pt x="1413" y="1183"/>
                      <a:pt x="1400" y="1182"/>
                      <a:pt x="1388" y="1182"/>
                    </a:cubicBezTo>
                    <a:cubicBezTo>
                      <a:pt x="1351" y="1182"/>
                      <a:pt x="1316" y="1192"/>
                      <a:pt x="1284" y="1210"/>
                    </a:cubicBezTo>
                    <a:cubicBezTo>
                      <a:pt x="1259" y="1176"/>
                      <a:pt x="1225" y="1162"/>
                      <a:pt x="1192" y="1162"/>
                    </a:cubicBezTo>
                    <a:cubicBezTo>
                      <a:pt x="1128" y="1162"/>
                      <a:pt x="1069" y="1217"/>
                      <a:pt x="1086" y="1293"/>
                    </a:cubicBezTo>
                    <a:cubicBezTo>
                      <a:pt x="1102" y="1392"/>
                      <a:pt x="1119" y="1492"/>
                      <a:pt x="1144" y="1591"/>
                    </a:cubicBezTo>
                    <a:cubicBezTo>
                      <a:pt x="1110" y="1608"/>
                      <a:pt x="1094" y="1641"/>
                      <a:pt x="1119" y="1691"/>
                    </a:cubicBezTo>
                    <a:cubicBezTo>
                      <a:pt x="1119" y="1699"/>
                      <a:pt x="1127" y="1707"/>
                      <a:pt x="1127" y="1716"/>
                    </a:cubicBezTo>
                    <a:cubicBezTo>
                      <a:pt x="1152" y="1774"/>
                      <a:pt x="1177" y="1840"/>
                      <a:pt x="1210" y="1898"/>
                    </a:cubicBezTo>
                    <a:cubicBezTo>
                      <a:pt x="1226" y="1981"/>
                      <a:pt x="1243" y="2072"/>
                      <a:pt x="1268" y="2155"/>
                    </a:cubicBezTo>
                    <a:cubicBezTo>
                      <a:pt x="1210" y="2055"/>
                      <a:pt x="1152" y="1948"/>
                      <a:pt x="1102" y="1840"/>
                    </a:cubicBezTo>
                    <a:cubicBezTo>
                      <a:pt x="1083" y="1799"/>
                      <a:pt x="1052" y="1783"/>
                      <a:pt x="1019" y="1783"/>
                    </a:cubicBezTo>
                    <a:cubicBezTo>
                      <a:pt x="952" y="1783"/>
                      <a:pt x="878" y="1853"/>
                      <a:pt x="895" y="1931"/>
                    </a:cubicBezTo>
                    <a:cubicBezTo>
                      <a:pt x="903" y="1964"/>
                      <a:pt x="903" y="2006"/>
                      <a:pt x="912" y="2039"/>
                    </a:cubicBezTo>
                    <a:cubicBezTo>
                      <a:pt x="895" y="2026"/>
                      <a:pt x="875" y="2021"/>
                      <a:pt x="854" y="2021"/>
                    </a:cubicBezTo>
                    <a:cubicBezTo>
                      <a:pt x="794" y="2021"/>
                      <a:pt x="729" y="2070"/>
                      <a:pt x="729" y="2138"/>
                    </a:cubicBezTo>
                    <a:cubicBezTo>
                      <a:pt x="738" y="2254"/>
                      <a:pt x="738" y="2370"/>
                      <a:pt x="746" y="2494"/>
                    </a:cubicBezTo>
                    <a:cubicBezTo>
                      <a:pt x="738" y="2503"/>
                      <a:pt x="721" y="2511"/>
                      <a:pt x="713" y="2528"/>
                    </a:cubicBezTo>
                    <a:cubicBezTo>
                      <a:pt x="704" y="2486"/>
                      <a:pt x="688" y="2453"/>
                      <a:pt x="671" y="2412"/>
                    </a:cubicBezTo>
                    <a:cubicBezTo>
                      <a:pt x="646" y="2370"/>
                      <a:pt x="613" y="2329"/>
                      <a:pt x="555" y="2329"/>
                    </a:cubicBezTo>
                    <a:cubicBezTo>
                      <a:pt x="506" y="2329"/>
                      <a:pt x="448" y="2362"/>
                      <a:pt x="439" y="2412"/>
                    </a:cubicBezTo>
                    <a:cubicBezTo>
                      <a:pt x="423" y="2503"/>
                      <a:pt x="414" y="2594"/>
                      <a:pt x="406" y="2685"/>
                    </a:cubicBezTo>
                    <a:lnTo>
                      <a:pt x="398" y="2685"/>
                    </a:lnTo>
                    <a:cubicBezTo>
                      <a:pt x="370" y="2649"/>
                      <a:pt x="324" y="2629"/>
                      <a:pt x="281" y="2629"/>
                    </a:cubicBezTo>
                    <a:cubicBezTo>
                      <a:pt x="234" y="2629"/>
                      <a:pt x="191" y="2654"/>
                      <a:pt x="182" y="2710"/>
                    </a:cubicBezTo>
                    <a:cubicBezTo>
                      <a:pt x="168" y="2701"/>
                      <a:pt x="150" y="2696"/>
                      <a:pt x="132" y="2696"/>
                    </a:cubicBezTo>
                    <a:cubicBezTo>
                      <a:pt x="70" y="2696"/>
                      <a:pt x="0" y="2747"/>
                      <a:pt x="0" y="2818"/>
                    </a:cubicBezTo>
                    <a:cubicBezTo>
                      <a:pt x="8" y="3124"/>
                      <a:pt x="108" y="3414"/>
                      <a:pt x="282" y="3671"/>
                    </a:cubicBezTo>
                    <a:cubicBezTo>
                      <a:pt x="307" y="3737"/>
                      <a:pt x="340" y="3804"/>
                      <a:pt x="373" y="3878"/>
                    </a:cubicBezTo>
                    <a:cubicBezTo>
                      <a:pt x="390" y="3895"/>
                      <a:pt x="398" y="3911"/>
                      <a:pt x="414" y="3920"/>
                    </a:cubicBezTo>
                    <a:cubicBezTo>
                      <a:pt x="423" y="3944"/>
                      <a:pt x="439" y="3969"/>
                      <a:pt x="448" y="3994"/>
                    </a:cubicBezTo>
                    <a:cubicBezTo>
                      <a:pt x="466" y="4035"/>
                      <a:pt x="502" y="4054"/>
                      <a:pt x="540" y="4054"/>
                    </a:cubicBezTo>
                    <a:cubicBezTo>
                      <a:pt x="571" y="4054"/>
                      <a:pt x="604" y="4041"/>
                      <a:pt x="630" y="4019"/>
                    </a:cubicBezTo>
                    <a:cubicBezTo>
                      <a:pt x="644" y="4025"/>
                      <a:pt x="659" y="4028"/>
                      <a:pt x="675" y="4028"/>
                    </a:cubicBezTo>
                    <a:cubicBezTo>
                      <a:pt x="741" y="4028"/>
                      <a:pt x="807" y="3974"/>
                      <a:pt x="787" y="3886"/>
                    </a:cubicBezTo>
                    <a:cubicBezTo>
                      <a:pt x="779" y="3845"/>
                      <a:pt x="771" y="3804"/>
                      <a:pt x="762" y="3762"/>
                    </a:cubicBezTo>
                    <a:lnTo>
                      <a:pt x="762" y="3762"/>
                    </a:lnTo>
                    <a:cubicBezTo>
                      <a:pt x="787" y="3795"/>
                      <a:pt x="804" y="3837"/>
                      <a:pt x="829" y="3870"/>
                    </a:cubicBezTo>
                    <a:cubicBezTo>
                      <a:pt x="837" y="3886"/>
                      <a:pt x="854" y="3903"/>
                      <a:pt x="870" y="3920"/>
                    </a:cubicBezTo>
                    <a:cubicBezTo>
                      <a:pt x="895" y="3936"/>
                      <a:pt x="920" y="3961"/>
                      <a:pt x="961" y="3969"/>
                    </a:cubicBezTo>
                    <a:cubicBezTo>
                      <a:pt x="983" y="3976"/>
                      <a:pt x="1005" y="3979"/>
                      <a:pt x="1026" y="3979"/>
                    </a:cubicBezTo>
                    <a:cubicBezTo>
                      <a:pt x="1086" y="3979"/>
                      <a:pt x="1142" y="3954"/>
                      <a:pt x="1185" y="3911"/>
                    </a:cubicBezTo>
                    <a:cubicBezTo>
                      <a:pt x="1197" y="3915"/>
                      <a:pt x="1212" y="3917"/>
                      <a:pt x="1226" y="3917"/>
                    </a:cubicBezTo>
                    <a:cubicBezTo>
                      <a:pt x="1241" y="3917"/>
                      <a:pt x="1255" y="3915"/>
                      <a:pt x="1268" y="3911"/>
                    </a:cubicBezTo>
                    <a:cubicBezTo>
                      <a:pt x="1326" y="3895"/>
                      <a:pt x="1351" y="3837"/>
                      <a:pt x="1342" y="3779"/>
                    </a:cubicBezTo>
                    <a:cubicBezTo>
                      <a:pt x="1334" y="3737"/>
                      <a:pt x="1326" y="3696"/>
                      <a:pt x="1326" y="3654"/>
                    </a:cubicBezTo>
                    <a:cubicBezTo>
                      <a:pt x="1334" y="3621"/>
                      <a:pt x="1342" y="3580"/>
                      <a:pt x="1351" y="3547"/>
                    </a:cubicBezTo>
                    <a:cubicBezTo>
                      <a:pt x="1367" y="3621"/>
                      <a:pt x="1384" y="3688"/>
                      <a:pt x="1400" y="3762"/>
                    </a:cubicBezTo>
                    <a:cubicBezTo>
                      <a:pt x="1410" y="3815"/>
                      <a:pt x="1449" y="3837"/>
                      <a:pt x="1490" y="3837"/>
                    </a:cubicBezTo>
                    <a:cubicBezTo>
                      <a:pt x="1553" y="3837"/>
                      <a:pt x="1623" y="3784"/>
                      <a:pt x="1608" y="3704"/>
                    </a:cubicBezTo>
                    <a:cubicBezTo>
                      <a:pt x="1583" y="3588"/>
                      <a:pt x="1566" y="3480"/>
                      <a:pt x="1550" y="3373"/>
                    </a:cubicBezTo>
                    <a:lnTo>
                      <a:pt x="1550" y="3373"/>
                    </a:lnTo>
                    <a:cubicBezTo>
                      <a:pt x="1583" y="3447"/>
                      <a:pt x="1624" y="3530"/>
                      <a:pt x="1666" y="3605"/>
                    </a:cubicBezTo>
                    <a:cubicBezTo>
                      <a:pt x="1682" y="3641"/>
                      <a:pt x="1714" y="3657"/>
                      <a:pt x="1746" y="3657"/>
                    </a:cubicBezTo>
                    <a:cubicBezTo>
                      <a:pt x="1810" y="3657"/>
                      <a:pt x="1878" y="3598"/>
                      <a:pt x="1856" y="3522"/>
                    </a:cubicBezTo>
                    <a:cubicBezTo>
                      <a:pt x="1840" y="3472"/>
                      <a:pt x="1831" y="3422"/>
                      <a:pt x="1815" y="3373"/>
                    </a:cubicBezTo>
                    <a:lnTo>
                      <a:pt x="1815" y="3373"/>
                    </a:lnTo>
                    <a:cubicBezTo>
                      <a:pt x="1864" y="3480"/>
                      <a:pt x="1914" y="3588"/>
                      <a:pt x="1964" y="3696"/>
                    </a:cubicBezTo>
                    <a:cubicBezTo>
                      <a:pt x="1981" y="3733"/>
                      <a:pt x="2008" y="3748"/>
                      <a:pt x="2038" y="3748"/>
                    </a:cubicBezTo>
                    <a:cubicBezTo>
                      <a:pt x="2080" y="3748"/>
                      <a:pt x="2126" y="3715"/>
                      <a:pt x="2146" y="3671"/>
                    </a:cubicBezTo>
                    <a:cubicBezTo>
                      <a:pt x="2160" y="3680"/>
                      <a:pt x="2176" y="3684"/>
                      <a:pt x="2192" y="3684"/>
                    </a:cubicBezTo>
                    <a:cubicBezTo>
                      <a:pt x="2234" y="3684"/>
                      <a:pt x="2277" y="3657"/>
                      <a:pt x="2295" y="3621"/>
                    </a:cubicBezTo>
                    <a:lnTo>
                      <a:pt x="2370" y="3978"/>
                    </a:lnTo>
                    <a:cubicBezTo>
                      <a:pt x="2381" y="4032"/>
                      <a:pt x="2424" y="4056"/>
                      <a:pt x="2470" y="4056"/>
                    </a:cubicBezTo>
                    <a:cubicBezTo>
                      <a:pt x="2528" y="4056"/>
                      <a:pt x="2590" y="4015"/>
                      <a:pt x="2585" y="3944"/>
                    </a:cubicBezTo>
                    <a:lnTo>
                      <a:pt x="2577" y="3663"/>
                    </a:lnTo>
                    <a:lnTo>
                      <a:pt x="2577" y="3663"/>
                    </a:lnTo>
                    <a:cubicBezTo>
                      <a:pt x="2591" y="3668"/>
                      <a:pt x="2607" y="3670"/>
                      <a:pt x="2621" y="3670"/>
                    </a:cubicBezTo>
                    <a:cubicBezTo>
                      <a:pt x="2683" y="3670"/>
                      <a:pt x="2739" y="3630"/>
                      <a:pt x="2726" y="3563"/>
                    </a:cubicBezTo>
                    <a:cubicBezTo>
                      <a:pt x="2710" y="3389"/>
                      <a:pt x="2685" y="3215"/>
                      <a:pt x="2660" y="3041"/>
                    </a:cubicBezTo>
                    <a:cubicBezTo>
                      <a:pt x="2660" y="3041"/>
                      <a:pt x="2660" y="3033"/>
                      <a:pt x="2660" y="3025"/>
                    </a:cubicBezTo>
                    <a:cubicBezTo>
                      <a:pt x="2660" y="2813"/>
                      <a:pt x="2620" y="2609"/>
                      <a:pt x="2563" y="2413"/>
                    </a:cubicBezTo>
                    <a:lnTo>
                      <a:pt x="2563" y="2413"/>
                    </a:lnTo>
                    <a:cubicBezTo>
                      <a:pt x="2566" y="2418"/>
                      <a:pt x="2569" y="2423"/>
                      <a:pt x="2569" y="2428"/>
                    </a:cubicBezTo>
                    <a:cubicBezTo>
                      <a:pt x="2589" y="2467"/>
                      <a:pt x="2621" y="2483"/>
                      <a:pt x="2653" y="2483"/>
                    </a:cubicBezTo>
                    <a:cubicBezTo>
                      <a:pt x="2722" y="2483"/>
                      <a:pt x="2793" y="2406"/>
                      <a:pt x="2759" y="2320"/>
                    </a:cubicBezTo>
                    <a:cubicBezTo>
                      <a:pt x="2660" y="2113"/>
                      <a:pt x="2536" y="1906"/>
                      <a:pt x="2403" y="1716"/>
                    </a:cubicBezTo>
                    <a:cubicBezTo>
                      <a:pt x="2304" y="1566"/>
                      <a:pt x="2212" y="1417"/>
                      <a:pt x="2105" y="1268"/>
                    </a:cubicBezTo>
                    <a:cubicBezTo>
                      <a:pt x="1956" y="929"/>
                      <a:pt x="1782" y="597"/>
                      <a:pt x="1591" y="274"/>
                    </a:cubicBezTo>
                    <a:cubicBezTo>
                      <a:pt x="1567" y="240"/>
                      <a:pt x="1531" y="223"/>
                      <a:pt x="1498" y="223"/>
                    </a:cubicBezTo>
                    <a:cubicBezTo>
                      <a:pt x="1474" y="223"/>
                      <a:pt x="1451" y="232"/>
                      <a:pt x="1434" y="249"/>
                    </a:cubicBezTo>
                    <a:cubicBezTo>
                      <a:pt x="1428" y="248"/>
                      <a:pt x="1422" y="248"/>
                      <a:pt x="1416" y="248"/>
                    </a:cubicBezTo>
                    <a:cubicBezTo>
                      <a:pt x="1364" y="248"/>
                      <a:pt x="1316" y="279"/>
                      <a:pt x="1301" y="324"/>
                    </a:cubicBezTo>
                    <a:cubicBezTo>
                      <a:pt x="1293" y="291"/>
                      <a:pt x="1276" y="249"/>
                      <a:pt x="1268" y="216"/>
                    </a:cubicBezTo>
                    <a:cubicBezTo>
                      <a:pt x="1260" y="175"/>
                      <a:pt x="1251" y="133"/>
                      <a:pt x="1235" y="100"/>
                    </a:cubicBezTo>
                    <a:cubicBezTo>
                      <a:pt x="1226" y="83"/>
                      <a:pt x="1218" y="67"/>
                      <a:pt x="1210" y="50"/>
                    </a:cubicBezTo>
                    <a:cubicBezTo>
                      <a:pt x="1202" y="34"/>
                      <a:pt x="1185" y="17"/>
                      <a:pt x="1168" y="9"/>
                    </a:cubicBezTo>
                    <a:cubicBezTo>
                      <a:pt x="1163" y="3"/>
                      <a:pt x="1155" y="0"/>
                      <a:pt x="114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5" name="Google Shape;2945;p5"/>
              <p:cNvSpPr/>
              <p:nvPr/>
            </p:nvSpPr>
            <p:spPr>
              <a:xfrm>
                <a:off x="3003400" y="4013650"/>
                <a:ext cx="2500" cy="5475"/>
              </a:xfrm>
              <a:custGeom>
                <a:rect b="b" l="l" r="r" t="t"/>
                <a:pathLst>
                  <a:path extrusionOk="0" h="219" w="100">
                    <a:moveTo>
                      <a:pt x="38" y="0"/>
                    </a:moveTo>
                    <a:cubicBezTo>
                      <a:pt x="34" y="0"/>
                      <a:pt x="30" y="1"/>
                      <a:pt x="25" y="4"/>
                    </a:cubicBezTo>
                    <a:cubicBezTo>
                      <a:pt x="9" y="4"/>
                      <a:pt x="0" y="12"/>
                      <a:pt x="0" y="28"/>
                    </a:cubicBezTo>
                    <a:cubicBezTo>
                      <a:pt x="0" y="45"/>
                      <a:pt x="0" y="53"/>
                      <a:pt x="0" y="62"/>
                    </a:cubicBezTo>
                    <a:cubicBezTo>
                      <a:pt x="0" y="78"/>
                      <a:pt x="0" y="86"/>
                      <a:pt x="0" y="103"/>
                    </a:cubicBezTo>
                    <a:lnTo>
                      <a:pt x="9" y="169"/>
                    </a:lnTo>
                    <a:cubicBezTo>
                      <a:pt x="9" y="202"/>
                      <a:pt x="25" y="219"/>
                      <a:pt x="58" y="219"/>
                    </a:cubicBezTo>
                    <a:cubicBezTo>
                      <a:pt x="83" y="211"/>
                      <a:pt x="100" y="186"/>
                      <a:pt x="91" y="161"/>
                    </a:cubicBezTo>
                    <a:lnTo>
                      <a:pt x="100" y="161"/>
                    </a:lnTo>
                    <a:cubicBezTo>
                      <a:pt x="91" y="136"/>
                      <a:pt x="83" y="111"/>
                      <a:pt x="83" y="86"/>
                    </a:cubicBezTo>
                    <a:cubicBezTo>
                      <a:pt x="75" y="78"/>
                      <a:pt x="75" y="70"/>
                      <a:pt x="75" y="53"/>
                    </a:cubicBezTo>
                    <a:cubicBezTo>
                      <a:pt x="67" y="45"/>
                      <a:pt x="67" y="37"/>
                      <a:pt x="58" y="20"/>
                    </a:cubicBezTo>
                    <a:cubicBezTo>
                      <a:pt x="58" y="8"/>
                      <a:pt x="49" y="0"/>
                      <a:pt x="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5"/>
              <p:cNvSpPr/>
              <p:nvPr/>
            </p:nvSpPr>
            <p:spPr>
              <a:xfrm>
                <a:off x="2933600" y="3877875"/>
                <a:ext cx="54275" cy="77700"/>
              </a:xfrm>
              <a:custGeom>
                <a:rect b="b" l="l" r="r" t="t"/>
                <a:pathLst>
                  <a:path extrusionOk="0" h="3108" w="2171">
                    <a:moveTo>
                      <a:pt x="593" y="0"/>
                    </a:moveTo>
                    <a:cubicBezTo>
                      <a:pt x="579" y="0"/>
                      <a:pt x="565" y="7"/>
                      <a:pt x="555" y="24"/>
                    </a:cubicBezTo>
                    <a:cubicBezTo>
                      <a:pt x="547" y="32"/>
                      <a:pt x="547" y="32"/>
                      <a:pt x="547" y="41"/>
                    </a:cubicBezTo>
                    <a:cubicBezTo>
                      <a:pt x="539" y="41"/>
                      <a:pt x="522" y="49"/>
                      <a:pt x="514" y="66"/>
                    </a:cubicBezTo>
                    <a:cubicBezTo>
                      <a:pt x="340" y="215"/>
                      <a:pt x="257" y="430"/>
                      <a:pt x="199" y="637"/>
                    </a:cubicBezTo>
                    <a:cubicBezTo>
                      <a:pt x="141" y="869"/>
                      <a:pt x="100" y="1101"/>
                      <a:pt x="91" y="1333"/>
                    </a:cubicBezTo>
                    <a:cubicBezTo>
                      <a:pt x="91" y="1342"/>
                      <a:pt x="91" y="1358"/>
                      <a:pt x="91" y="1366"/>
                    </a:cubicBezTo>
                    <a:cubicBezTo>
                      <a:pt x="83" y="1383"/>
                      <a:pt x="83" y="1400"/>
                      <a:pt x="83" y="1416"/>
                    </a:cubicBezTo>
                    <a:cubicBezTo>
                      <a:pt x="42" y="1748"/>
                      <a:pt x="0" y="2178"/>
                      <a:pt x="224" y="2452"/>
                    </a:cubicBezTo>
                    <a:cubicBezTo>
                      <a:pt x="232" y="2477"/>
                      <a:pt x="240" y="2501"/>
                      <a:pt x="257" y="2535"/>
                    </a:cubicBezTo>
                    <a:cubicBezTo>
                      <a:pt x="216" y="2559"/>
                      <a:pt x="232" y="2617"/>
                      <a:pt x="282" y="2617"/>
                    </a:cubicBezTo>
                    <a:cubicBezTo>
                      <a:pt x="282" y="2617"/>
                      <a:pt x="290" y="2617"/>
                      <a:pt x="290" y="2626"/>
                    </a:cubicBezTo>
                    <a:cubicBezTo>
                      <a:pt x="307" y="2659"/>
                      <a:pt x="323" y="2684"/>
                      <a:pt x="340" y="2717"/>
                    </a:cubicBezTo>
                    <a:cubicBezTo>
                      <a:pt x="356" y="2742"/>
                      <a:pt x="381" y="2758"/>
                      <a:pt x="406" y="2758"/>
                    </a:cubicBezTo>
                    <a:cubicBezTo>
                      <a:pt x="464" y="2800"/>
                      <a:pt x="530" y="2816"/>
                      <a:pt x="597" y="2833"/>
                    </a:cubicBezTo>
                    <a:cubicBezTo>
                      <a:pt x="779" y="2883"/>
                      <a:pt x="961" y="2924"/>
                      <a:pt x="1135" y="2965"/>
                    </a:cubicBezTo>
                    <a:cubicBezTo>
                      <a:pt x="1309" y="3007"/>
                      <a:pt x="1483" y="3048"/>
                      <a:pt x="1657" y="3081"/>
                    </a:cubicBezTo>
                    <a:cubicBezTo>
                      <a:pt x="1729" y="3093"/>
                      <a:pt x="1817" y="3107"/>
                      <a:pt x="1901" y="3107"/>
                    </a:cubicBezTo>
                    <a:cubicBezTo>
                      <a:pt x="1991" y="3107"/>
                      <a:pt x="2078" y="3091"/>
                      <a:pt x="2138" y="3040"/>
                    </a:cubicBezTo>
                    <a:cubicBezTo>
                      <a:pt x="2171" y="3015"/>
                      <a:pt x="2154" y="2965"/>
                      <a:pt x="2121" y="2957"/>
                    </a:cubicBezTo>
                    <a:cubicBezTo>
                      <a:pt x="2047" y="2924"/>
                      <a:pt x="1947" y="2932"/>
                      <a:pt x="1864" y="2924"/>
                    </a:cubicBezTo>
                    <a:cubicBezTo>
                      <a:pt x="1806" y="2916"/>
                      <a:pt x="1748" y="2907"/>
                      <a:pt x="1690" y="2891"/>
                    </a:cubicBezTo>
                    <a:cubicBezTo>
                      <a:pt x="1740" y="2883"/>
                      <a:pt x="1781" y="2874"/>
                      <a:pt x="1831" y="2849"/>
                    </a:cubicBezTo>
                    <a:cubicBezTo>
                      <a:pt x="1939" y="2800"/>
                      <a:pt x="2030" y="2709"/>
                      <a:pt x="1989" y="2576"/>
                    </a:cubicBezTo>
                    <a:cubicBezTo>
                      <a:pt x="1964" y="2518"/>
                      <a:pt x="1922" y="2468"/>
                      <a:pt x="1889" y="2419"/>
                    </a:cubicBezTo>
                    <a:cubicBezTo>
                      <a:pt x="1848" y="2369"/>
                      <a:pt x="1815" y="2319"/>
                      <a:pt x="1773" y="2269"/>
                    </a:cubicBezTo>
                    <a:cubicBezTo>
                      <a:pt x="1682" y="2137"/>
                      <a:pt x="1583" y="2013"/>
                      <a:pt x="1491" y="1888"/>
                    </a:cubicBezTo>
                    <a:cubicBezTo>
                      <a:pt x="1475" y="1847"/>
                      <a:pt x="1458" y="1797"/>
                      <a:pt x="1450" y="1756"/>
                    </a:cubicBezTo>
                    <a:cubicBezTo>
                      <a:pt x="1445" y="1730"/>
                      <a:pt x="1427" y="1721"/>
                      <a:pt x="1409" y="1721"/>
                    </a:cubicBezTo>
                    <a:cubicBezTo>
                      <a:pt x="1397" y="1721"/>
                      <a:pt x="1385" y="1725"/>
                      <a:pt x="1375" y="1731"/>
                    </a:cubicBezTo>
                    <a:cubicBezTo>
                      <a:pt x="1359" y="1714"/>
                      <a:pt x="1351" y="1690"/>
                      <a:pt x="1334" y="1673"/>
                    </a:cubicBezTo>
                    <a:cubicBezTo>
                      <a:pt x="1218" y="1507"/>
                      <a:pt x="1110" y="1333"/>
                      <a:pt x="1019" y="1159"/>
                    </a:cubicBezTo>
                    <a:cubicBezTo>
                      <a:pt x="986" y="936"/>
                      <a:pt x="969" y="704"/>
                      <a:pt x="978" y="480"/>
                    </a:cubicBezTo>
                    <a:cubicBezTo>
                      <a:pt x="978" y="456"/>
                      <a:pt x="957" y="441"/>
                      <a:pt x="937" y="441"/>
                    </a:cubicBezTo>
                    <a:cubicBezTo>
                      <a:pt x="921" y="441"/>
                      <a:pt x="907" y="450"/>
                      <a:pt x="903" y="472"/>
                    </a:cubicBezTo>
                    <a:cubicBezTo>
                      <a:pt x="887" y="579"/>
                      <a:pt x="878" y="695"/>
                      <a:pt x="878" y="811"/>
                    </a:cubicBezTo>
                    <a:cubicBezTo>
                      <a:pt x="796" y="596"/>
                      <a:pt x="738" y="380"/>
                      <a:pt x="713" y="148"/>
                    </a:cubicBezTo>
                    <a:cubicBezTo>
                      <a:pt x="704" y="99"/>
                      <a:pt x="680" y="57"/>
                      <a:pt x="638" y="41"/>
                    </a:cubicBezTo>
                    <a:cubicBezTo>
                      <a:pt x="633" y="16"/>
                      <a:pt x="613" y="0"/>
                      <a:pt x="59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5"/>
              <p:cNvSpPr/>
              <p:nvPr/>
            </p:nvSpPr>
            <p:spPr>
              <a:xfrm>
                <a:off x="2814900" y="3911525"/>
                <a:ext cx="33175" cy="38300"/>
              </a:xfrm>
              <a:custGeom>
                <a:rect b="b" l="l" r="r" t="t"/>
                <a:pathLst>
                  <a:path extrusionOk="0" h="1532" w="1327">
                    <a:moveTo>
                      <a:pt x="252" y="0"/>
                    </a:moveTo>
                    <a:cubicBezTo>
                      <a:pt x="221" y="0"/>
                      <a:pt x="194" y="17"/>
                      <a:pt x="183" y="45"/>
                    </a:cubicBezTo>
                    <a:cubicBezTo>
                      <a:pt x="166" y="45"/>
                      <a:pt x="158" y="37"/>
                      <a:pt x="150" y="37"/>
                    </a:cubicBezTo>
                    <a:cubicBezTo>
                      <a:pt x="141" y="33"/>
                      <a:pt x="131" y="32"/>
                      <a:pt x="122" y="32"/>
                    </a:cubicBezTo>
                    <a:cubicBezTo>
                      <a:pt x="88" y="32"/>
                      <a:pt x="53" y="52"/>
                      <a:pt x="34" y="78"/>
                    </a:cubicBezTo>
                    <a:cubicBezTo>
                      <a:pt x="1" y="112"/>
                      <a:pt x="1" y="161"/>
                      <a:pt x="25" y="203"/>
                    </a:cubicBezTo>
                    <a:cubicBezTo>
                      <a:pt x="50" y="261"/>
                      <a:pt x="75" y="319"/>
                      <a:pt x="108" y="377"/>
                    </a:cubicBezTo>
                    <a:cubicBezTo>
                      <a:pt x="108" y="385"/>
                      <a:pt x="117" y="402"/>
                      <a:pt x="125" y="418"/>
                    </a:cubicBezTo>
                    <a:cubicBezTo>
                      <a:pt x="150" y="468"/>
                      <a:pt x="175" y="518"/>
                      <a:pt x="208" y="576"/>
                    </a:cubicBezTo>
                    <a:cubicBezTo>
                      <a:pt x="198" y="572"/>
                      <a:pt x="189" y="571"/>
                      <a:pt x="179" y="571"/>
                    </a:cubicBezTo>
                    <a:cubicBezTo>
                      <a:pt x="112" y="571"/>
                      <a:pt x="45" y="643"/>
                      <a:pt x="67" y="708"/>
                    </a:cubicBezTo>
                    <a:cubicBezTo>
                      <a:pt x="191" y="1048"/>
                      <a:pt x="423" y="1338"/>
                      <a:pt x="730" y="1512"/>
                    </a:cubicBezTo>
                    <a:cubicBezTo>
                      <a:pt x="745" y="1522"/>
                      <a:pt x="763" y="1527"/>
                      <a:pt x="781" y="1527"/>
                    </a:cubicBezTo>
                    <a:cubicBezTo>
                      <a:pt x="821" y="1527"/>
                      <a:pt x="862" y="1504"/>
                      <a:pt x="879" y="1470"/>
                    </a:cubicBezTo>
                    <a:cubicBezTo>
                      <a:pt x="920" y="1445"/>
                      <a:pt x="937" y="1396"/>
                      <a:pt x="928" y="1354"/>
                    </a:cubicBezTo>
                    <a:cubicBezTo>
                      <a:pt x="928" y="1329"/>
                      <a:pt x="928" y="1305"/>
                      <a:pt x="912" y="1280"/>
                    </a:cubicBezTo>
                    <a:cubicBezTo>
                      <a:pt x="904" y="1247"/>
                      <a:pt x="879" y="1205"/>
                      <a:pt x="862" y="1172"/>
                    </a:cubicBezTo>
                    <a:lnTo>
                      <a:pt x="862" y="1139"/>
                    </a:lnTo>
                    <a:cubicBezTo>
                      <a:pt x="879" y="1155"/>
                      <a:pt x="895" y="1172"/>
                      <a:pt x="920" y="1189"/>
                    </a:cubicBezTo>
                    <a:cubicBezTo>
                      <a:pt x="978" y="1271"/>
                      <a:pt x="1036" y="1354"/>
                      <a:pt x="1078" y="1445"/>
                    </a:cubicBezTo>
                    <a:cubicBezTo>
                      <a:pt x="1099" y="1495"/>
                      <a:pt x="1138" y="1532"/>
                      <a:pt x="1185" y="1532"/>
                    </a:cubicBezTo>
                    <a:cubicBezTo>
                      <a:pt x="1193" y="1532"/>
                      <a:pt x="1201" y="1531"/>
                      <a:pt x="1210" y="1528"/>
                    </a:cubicBezTo>
                    <a:cubicBezTo>
                      <a:pt x="1268" y="1512"/>
                      <a:pt x="1310" y="1445"/>
                      <a:pt x="1285" y="1387"/>
                    </a:cubicBezTo>
                    <a:cubicBezTo>
                      <a:pt x="1268" y="1346"/>
                      <a:pt x="1252" y="1296"/>
                      <a:pt x="1235" y="1247"/>
                    </a:cubicBezTo>
                    <a:cubicBezTo>
                      <a:pt x="1235" y="1247"/>
                      <a:pt x="1243" y="1238"/>
                      <a:pt x="1243" y="1222"/>
                    </a:cubicBezTo>
                    <a:cubicBezTo>
                      <a:pt x="1252" y="1172"/>
                      <a:pt x="1235" y="1122"/>
                      <a:pt x="1227" y="1073"/>
                    </a:cubicBezTo>
                    <a:lnTo>
                      <a:pt x="1227" y="1073"/>
                    </a:lnTo>
                    <a:cubicBezTo>
                      <a:pt x="1233" y="1085"/>
                      <a:pt x="1252" y="1092"/>
                      <a:pt x="1269" y="1092"/>
                    </a:cubicBezTo>
                    <a:cubicBezTo>
                      <a:pt x="1275" y="1092"/>
                      <a:pt x="1280" y="1091"/>
                      <a:pt x="1285" y="1089"/>
                    </a:cubicBezTo>
                    <a:cubicBezTo>
                      <a:pt x="1301" y="1081"/>
                      <a:pt x="1326" y="1048"/>
                      <a:pt x="1318" y="1023"/>
                    </a:cubicBezTo>
                    <a:cubicBezTo>
                      <a:pt x="1293" y="973"/>
                      <a:pt x="1276" y="932"/>
                      <a:pt x="1260" y="890"/>
                    </a:cubicBezTo>
                    <a:cubicBezTo>
                      <a:pt x="1252" y="874"/>
                      <a:pt x="1252" y="865"/>
                      <a:pt x="1243" y="857"/>
                    </a:cubicBezTo>
                    <a:cubicBezTo>
                      <a:pt x="1235" y="841"/>
                      <a:pt x="1235" y="832"/>
                      <a:pt x="1227" y="824"/>
                    </a:cubicBezTo>
                    <a:cubicBezTo>
                      <a:pt x="1218" y="816"/>
                      <a:pt x="1218" y="807"/>
                      <a:pt x="1210" y="791"/>
                    </a:cubicBezTo>
                    <a:cubicBezTo>
                      <a:pt x="1202" y="783"/>
                      <a:pt x="1194" y="774"/>
                      <a:pt x="1185" y="758"/>
                    </a:cubicBezTo>
                    <a:cubicBezTo>
                      <a:pt x="1177" y="750"/>
                      <a:pt x="1167" y="746"/>
                      <a:pt x="1156" y="746"/>
                    </a:cubicBezTo>
                    <a:cubicBezTo>
                      <a:pt x="1134" y="746"/>
                      <a:pt x="1111" y="763"/>
                      <a:pt x="1111" y="791"/>
                    </a:cubicBezTo>
                    <a:cubicBezTo>
                      <a:pt x="1111" y="807"/>
                      <a:pt x="1111" y="816"/>
                      <a:pt x="1119" y="832"/>
                    </a:cubicBezTo>
                    <a:cubicBezTo>
                      <a:pt x="1119" y="841"/>
                      <a:pt x="1127" y="849"/>
                      <a:pt x="1127" y="865"/>
                    </a:cubicBezTo>
                    <a:cubicBezTo>
                      <a:pt x="1136" y="874"/>
                      <a:pt x="1136" y="882"/>
                      <a:pt x="1136" y="890"/>
                    </a:cubicBezTo>
                    <a:cubicBezTo>
                      <a:pt x="1119" y="857"/>
                      <a:pt x="1102" y="824"/>
                      <a:pt x="1078" y="791"/>
                    </a:cubicBezTo>
                    <a:cubicBezTo>
                      <a:pt x="1003" y="683"/>
                      <a:pt x="912" y="584"/>
                      <a:pt x="812" y="501"/>
                    </a:cubicBezTo>
                    <a:cubicBezTo>
                      <a:pt x="680" y="302"/>
                      <a:pt x="506" y="128"/>
                      <a:pt x="299" y="12"/>
                    </a:cubicBezTo>
                    <a:cubicBezTo>
                      <a:pt x="283" y="4"/>
                      <a:pt x="267" y="0"/>
                      <a:pt x="2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5"/>
              <p:cNvSpPr/>
              <p:nvPr/>
            </p:nvSpPr>
            <p:spPr>
              <a:xfrm>
                <a:off x="2801425" y="4126625"/>
                <a:ext cx="25" cy="225"/>
              </a:xfrm>
              <a:custGeom>
                <a:rect b="b" l="l" r="r" t="t"/>
                <a:pathLst>
                  <a:path extrusionOk="0" h="9" w="1">
                    <a:moveTo>
                      <a:pt x="1" y="8"/>
                    </a:moveTo>
                    <a:cubicBezTo>
                      <a:pt x="1" y="8"/>
                      <a:pt x="1" y="0"/>
                      <a:pt x="1" y="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5"/>
              <p:cNvSpPr/>
              <p:nvPr/>
            </p:nvSpPr>
            <p:spPr>
              <a:xfrm>
                <a:off x="2791900" y="4093750"/>
                <a:ext cx="108150" cy="47800"/>
              </a:xfrm>
              <a:custGeom>
                <a:rect b="b" l="l" r="r" t="t"/>
                <a:pathLst>
                  <a:path extrusionOk="0" h="1912" w="4326">
                    <a:moveTo>
                      <a:pt x="2344" y="1367"/>
                    </a:moveTo>
                    <a:cubicBezTo>
                      <a:pt x="2314" y="1376"/>
                      <a:pt x="2284" y="1391"/>
                      <a:pt x="2246" y="1406"/>
                    </a:cubicBezTo>
                    <a:cubicBezTo>
                      <a:pt x="2196" y="1423"/>
                      <a:pt x="2138" y="1439"/>
                      <a:pt x="2080" y="1456"/>
                    </a:cubicBezTo>
                    <a:cubicBezTo>
                      <a:pt x="2080" y="1456"/>
                      <a:pt x="2080" y="1448"/>
                      <a:pt x="2080" y="1439"/>
                    </a:cubicBezTo>
                    <a:cubicBezTo>
                      <a:pt x="2168" y="1415"/>
                      <a:pt x="2256" y="1391"/>
                      <a:pt x="2344" y="1367"/>
                    </a:cubicBezTo>
                    <a:close/>
                    <a:moveTo>
                      <a:pt x="979" y="1489"/>
                    </a:moveTo>
                    <a:cubicBezTo>
                      <a:pt x="1003" y="1497"/>
                      <a:pt x="1028" y="1514"/>
                      <a:pt x="1053" y="1522"/>
                    </a:cubicBezTo>
                    <a:lnTo>
                      <a:pt x="921" y="1522"/>
                    </a:lnTo>
                    <a:cubicBezTo>
                      <a:pt x="929" y="1514"/>
                      <a:pt x="929" y="1514"/>
                      <a:pt x="937" y="1514"/>
                    </a:cubicBezTo>
                    <a:cubicBezTo>
                      <a:pt x="945" y="1506"/>
                      <a:pt x="962" y="1506"/>
                      <a:pt x="970" y="1497"/>
                    </a:cubicBezTo>
                    <a:cubicBezTo>
                      <a:pt x="970" y="1497"/>
                      <a:pt x="979" y="1489"/>
                      <a:pt x="979" y="1489"/>
                    </a:cubicBezTo>
                    <a:close/>
                    <a:moveTo>
                      <a:pt x="1262" y="0"/>
                    </a:moveTo>
                    <a:cubicBezTo>
                      <a:pt x="1245" y="0"/>
                      <a:pt x="1228" y="9"/>
                      <a:pt x="1219" y="31"/>
                    </a:cubicBezTo>
                    <a:cubicBezTo>
                      <a:pt x="1169" y="147"/>
                      <a:pt x="1128" y="263"/>
                      <a:pt x="1061" y="379"/>
                    </a:cubicBezTo>
                    <a:cubicBezTo>
                      <a:pt x="1003" y="487"/>
                      <a:pt x="921" y="586"/>
                      <a:pt x="887" y="710"/>
                    </a:cubicBezTo>
                    <a:cubicBezTo>
                      <a:pt x="879" y="735"/>
                      <a:pt x="871" y="760"/>
                      <a:pt x="871" y="785"/>
                    </a:cubicBezTo>
                    <a:cubicBezTo>
                      <a:pt x="864" y="784"/>
                      <a:pt x="856" y="783"/>
                      <a:pt x="849" y="783"/>
                    </a:cubicBezTo>
                    <a:cubicBezTo>
                      <a:pt x="797" y="783"/>
                      <a:pt x="743" y="810"/>
                      <a:pt x="722" y="868"/>
                    </a:cubicBezTo>
                    <a:cubicBezTo>
                      <a:pt x="722" y="876"/>
                      <a:pt x="722" y="884"/>
                      <a:pt x="713" y="893"/>
                    </a:cubicBezTo>
                    <a:lnTo>
                      <a:pt x="705" y="893"/>
                    </a:lnTo>
                    <a:cubicBezTo>
                      <a:pt x="655" y="926"/>
                      <a:pt x="631" y="975"/>
                      <a:pt x="622" y="1025"/>
                    </a:cubicBezTo>
                    <a:cubicBezTo>
                      <a:pt x="581" y="1083"/>
                      <a:pt x="573" y="1149"/>
                      <a:pt x="581" y="1216"/>
                    </a:cubicBezTo>
                    <a:cubicBezTo>
                      <a:pt x="556" y="1158"/>
                      <a:pt x="515" y="1108"/>
                      <a:pt x="465" y="1058"/>
                    </a:cubicBezTo>
                    <a:cubicBezTo>
                      <a:pt x="415" y="1017"/>
                      <a:pt x="357" y="975"/>
                      <a:pt x="291" y="951"/>
                    </a:cubicBezTo>
                    <a:cubicBezTo>
                      <a:pt x="258" y="934"/>
                      <a:pt x="225" y="917"/>
                      <a:pt x="183" y="909"/>
                    </a:cubicBezTo>
                    <a:lnTo>
                      <a:pt x="158" y="909"/>
                    </a:lnTo>
                    <a:cubicBezTo>
                      <a:pt x="150" y="909"/>
                      <a:pt x="142" y="901"/>
                      <a:pt x="133" y="901"/>
                    </a:cubicBezTo>
                    <a:lnTo>
                      <a:pt x="84" y="901"/>
                    </a:lnTo>
                    <a:cubicBezTo>
                      <a:pt x="77" y="899"/>
                      <a:pt x="71" y="898"/>
                      <a:pt x="65" y="898"/>
                    </a:cubicBezTo>
                    <a:cubicBezTo>
                      <a:pt x="47" y="898"/>
                      <a:pt x="30" y="907"/>
                      <a:pt x="17" y="926"/>
                    </a:cubicBezTo>
                    <a:cubicBezTo>
                      <a:pt x="1" y="951"/>
                      <a:pt x="1" y="984"/>
                      <a:pt x="26" y="1000"/>
                    </a:cubicBezTo>
                    <a:cubicBezTo>
                      <a:pt x="34" y="1009"/>
                      <a:pt x="51" y="1017"/>
                      <a:pt x="59" y="1033"/>
                    </a:cubicBezTo>
                    <a:cubicBezTo>
                      <a:pt x="67" y="1033"/>
                      <a:pt x="67" y="1042"/>
                      <a:pt x="75" y="1042"/>
                    </a:cubicBezTo>
                    <a:cubicBezTo>
                      <a:pt x="84" y="1050"/>
                      <a:pt x="84" y="1050"/>
                      <a:pt x="92" y="1058"/>
                    </a:cubicBezTo>
                    <a:cubicBezTo>
                      <a:pt x="100" y="1058"/>
                      <a:pt x="109" y="1067"/>
                      <a:pt x="109" y="1067"/>
                    </a:cubicBezTo>
                    <a:lnTo>
                      <a:pt x="133" y="1091"/>
                    </a:lnTo>
                    <a:cubicBezTo>
                      <a:pt x="150" y="1100"/>
                      <a:pt x="158" y="1108"/>
                      <a:pt x="175" y="1116"/>
                    </a:cubicBezTo>
                    <a:cubicBezTo>
                      <a:pt x="200" y="1133"/>
                      <a:pt x="225" y="1149"/>
                      <a:pt x="249" y="1166"/>
                    </a:cubicBezTo>
                    <a:cubicBezTo>
                      <a:pt x="258" y="1166"/>
                      <a:pt x="258" y="1174"/>
                      <a:pt x="266" y="1174"/>
                    </a:cubicBezTo>
                    <a:cubicBezTo>
                      <a:pt x="274" y="1183"/>
                      <a:pt x="291" y="1199"/>
                      <a:pt x="299" y="1207"/>
                    </a:cubicBezTo>
                    <a:cubicBezTo>
                      <a:pt x="307" y="1216"/>
                      <a:pt x="316" y="1224"/>
                      <a:pt x="324" y="1232"/>
                    </a:cubicBezTo>
                    <a:cubicBezTo>
                      <a:pt x="332" y="1241"/>
                      <a:pt x="332" y="1241"/>
                      <a:pt x="341" y="1249"/>
                    </a:cubicBezTo>
                    <a:cubicBezTo>
                      <a:pt x="349" y="1265"/>
                      <a:pt x="365" y="1290"/>
                      <a:pt x="382" y="1315"/>
                    </a:cubicBezTo>
                    <a:lnTo>
                      <a:pt x="387" y="1325"/>
                    </a:lnTo>
                    <a:lnTo>
                      <a:pt x="387" y="1325"/>
                    </a:lnTo>
                    <a:cubicBezTo>
                      <a:pt x="385" y="1323"/>
                      <a:pt x="382" y="1323"/>
                      <a:pt x="382" y="1323"/>
                    </a:cubicBezTo>
                    <a:lnTo>
                      <a:pt x="382" y="1323"/>
                    </a:lnTo>
                    <a:cubicBezTo>
                      <a:pt x="382" y="1323"/>
                      <a:pt x="390" y="1332"/>
                      <a:pt x="390" y="1332"/>
                    </a:cubicBezTo>
                    <a:cubicBezTo>
                      <a:pt x="390" y="1340"/>
                      <a:pt x="399" y="1348"/>
                      <a:pt x="399" y="1365"/>
                    </a:cubicBezTo>
                    <a:cubicBezTo>
                      <a:pt x="399" y="1365"/>
                      <a:pt x="399" y="1373"/>
                      <a:pt x="399" y="1381"/>
                    </a:cubicBezTo>
                    <a:cubicBezTo>
                      <a:pt x="399" y="1406"/>
                      <a:pt x="407" y="1439"/>
                      <a:pt x="423" y="1464"/>
                    </a:cubicBezTo>
                    <a:cubicBezTo>
                      <a:pt x="448" y="1497"/>
                      <a:pt x="473" y="1522"/>
                      <a:pt x="515" y="1522"/>
                    </a:cubicBezTo>
                    <a:cubicBezTo>
                      <a:pt x="556" y="1522"/>
                      <a:pt x="589" y="1497"/>
                      <a:pt x="614" y="1464"/>
                    </a:cubicBezTo>
                    <a:cubicBezTo>
                      <a:pt x="631" y="1439"/>
                      <a:pt x="631" y="1406"/>
                      <a:pt x="631" y="1373"/>
                    </a:cubicBezTo>
                    <a:cubicBezTo>
                      <a:pt x="655" y="1423"/>
                      <a:pt x="689" y="1464"/>
                      <a:pt x="730" y="1489"/>
                    </a:cubicBezTo>
                    <a:cubicBezTo>
                      <a:pt x="705" y="1497"/>
                      <a:pt x="672" y="1514"/>
                      <a:pt x="655" y="1547"/>
                    </a:cubicBezTo>
                    <a:cubicBezTo>
                      <a:pt x="622" y="1605"/>
                      <a:pt x="647" y="1663"/>
                      <a:pt x="697" y="1696"/>
                    </a:cubicBezTo>
                    <a:cubicBezTo>
                      <a:pt x="730" y="1729"/>
                      <a:pt x="763" y="1746"/>
                      <a:pt x="805" y="1763"/>
                    </a:cubicBezTo>
                    <a:cubicBezTo>
                      <a:pt x="945" y="1895"/>
                      <a:pt x="1169" y="1912"/>
                      <a:pt x="1360" y="1912"/>
                    </a:cubicBezTo>
                    <a:cubicBezTo>
                      <a:pt x="1641" y="1903"/>
                      <a:pt x="1931" y="1862"/>
                      <a:pt x="2196" y="1746"/>
                    </a:cubicBezTo>
                    <a:cubicBezTo>
                      <a:pt x="2246" y="1729"/>
                      <a:pt x="2288" y="1680"/>
                      <a:pt x="2271" y="1622"/>
                    </a:cubicBezTo>
                    <a:cubicBezTo>
                      <a:pt x="2354" y="1597"/>
                      <a:pt x="2428" y="1564"/>
                      <a:pt x="2503" y="1531"/>
                    </a:cubicBezTo>
                    <a:cubicBezTo>
                      <a:pt x="2619" y="1473"/>
                      <a:pt x="2727" y="1398"/>
                      <a:pt x="2843" y="1357"/>
                    </a:cubicBezTo>
                    <a:cubicBezTo>
                      <a:pt x="3050" y="1274"/>
                      <a:pt x="3282" y="1265"/>
                      <a:pt x="3497" y="1249"/>
                    </a:cubicBezTo>
                    <a:cubicBezTo>
                      <a:pt x="3696" y="1241"/>
                      <a:pt x="3895" y="1207"/>
                      <a:pt x="4077" y="1141"/>
                    </a:cubicBezTo>
                    <a:cubicBezTo>
                      <a:pt x="4135" y="1125"/>
                      <a:pt x="4185" y="1100"/>
                      <a:pt x="4235" y="1067"/>
                    </a:cubicBezTo>
                    <a:cubicBezTo>
                      <a:pt x="4326" y="1018"/>
                      <a:pt x="4269" y="886"/>
                      <a:pt x="4184" y="886"/>
                    </a:cubicBezTo>
                    <a:cubicBezTo>
                      <a:pt x="4169" y="886"/>
                      <a:pt x="4152" y="891"/>
                      <a:pt x="4135" y="901"/>
                    </a:cubicBezTo>
                    <a:cubicBezTo>
                      <a:pt x="4052" y="946"/>
                      <a:pt x="3964" y="960"/>
                      <a:pt x="3873" y="960"/>
                    </a:cubicBezTo>
                    <a:cubicBezTo>
                      <a:pt x="3746" y="960"/>
                      <a:pt x="3615" y="932"/>
                      <a:pt x="3489" y="917"/>
                    </a:cubicBezTo>
                    <a:cubicBezTo>
                      <a:pt x="3453" y="914"/>
                      <a:pt x="3418" y="912"/>
                      <a:pt x="3383" y="912"/>
                    </a:cubicBezTo>
                    <a:cubicBezTo>
                      <a:pt x="3184" y="912"/>
                      <a:pt x="2999" y="966"/>
                      <a:pt x="2801" y="1009"/>
                    </a:cubicBezTo>
                    <a:cubicBezTo>
                      <a:pt x="2553" y="1075"/>
                      <a:pt x="2304" y="1125"/>
                      <a:pt x="2056" y="1174"/>
                    </a:cubicBezTo>
                    <a:cubicBezTo>
                      <a:pt x="1926" y="1196"/>
                      <a:pt x="1773" y="1242"/>
                      <a:pt x="1628" y="1242"/>
                    </a:cubicBezTo>
                    <a:cubicBezTo>
                      <a:pt x="1551" y="1242"/>
                      <a:pt x="1476" y="1229"/>
                      <a:pt x="1409" y="1191"/>
                    </a:cubicBezTo>
                    <a:cubicBezTo>
                      <a:pt x="1244" y="1100"/>
                      <a:pt x="1161" y="909"/>
                      <a:pt x="1144" y="727"/>
                    </a:cubicBezTo>
                    <a:cubicBezTo>
                      <a:pt x="1144" y="710"/>
                      <a:pt x="1136" y="694"/>
                      <a:pt x="1119" y="677"/>
                    </a:cubicBezTo>
                    <a:cubicBezTo>
                      <a:pt x="1210" y="478"/>
                      <a:pt x="1335" y="288"/>
                      <a:pt x="1326" y="56"/>
                    </a:cubicBezTo>
                    <a:cubicBezTo>
                      <a:pt x="1321" y="25"/>
                      <a:pt x="1290" y="0"/>
                      <a:pt x="12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5"/>
              <p:cNvSpPr/>
              <p:nvPr/>
            </p:nvSpPr>
            <p:spPr>
              <a:xfrm>
                <a:off x="2702225" y="4349375"/>
                <a:ext cx="33675" cy="48075"/>
              </a:xfrm>
              <a:custGeom>
                <a:rect b="b" l="l" r="r" t="t"/>
                <a:pathLst>
                  <a:path extrusionOk="0" h="1923" w="1347">
                    <a:moveTo>
                      <a:pt x="1201" y="0"/>
                    </a:moveTo>
                    <a:cubicBezTo>
                      <a:pt x="1184" y="0"/>
                      <a:pt x="1167" y="4"/>
                      <a:pt x="1152" y="14"/>
                    </a:cubicBezTo>
                    <a:cubicBezTo>
                      <a:pt x="994" y="96"/>
                      <a:pt x="870" y="270"/>
                      <a:pt x="754" y="411"/>
                    </a:cubicBezTo>
                    <a:cubicBezTo>
                      <a:pt x="638" y="552"/>
                      <a:pt x="539" y="718"/>
                      <a:pt x="439" y="875"/>
                    </a:cubicBezTo>
                    <a:cubicBezTo>
                      <a:pt x="348" y="1033"/>
                      <a:pt x="257" y="1190"/>
                      <a:pt x="174" y="1356"/>
                    </a:cubicBezTo>
                    <a:cubicBezTo>
                      <a:pt x="100" y="1522"/>
                      <a:pt x="25" y="1687"/>
                      <a:pt x="0" y="1878"/>
                    </a:cubicBezTo>
                    <a:cubicBezTo>
                      <a:pt x="0" y="1905"/>
                      <a:pt x="26" y="1923"/>
                      <a:pt x="51" y="1923"/>
                    </a:cubicBezTo>
                    <a:cubicBezTo>
                      <a:pt x="72" y="1923"/>
                      <a:pt x="92" y="1912"/>
                      <a:pt x="100" y="1886"/>
                    </a:cubicBezTo>
                    <a:cubicBezTo>
                      <a:pt x="174" y="1538"/>
                      <a:pt x="431" y="1256"/>
                      <a:pt x="630" y="966"/>
                    </a:cubicBezTo>
                    <a:cubicBezTo>
                      <a:pt x="721" y="826"/>
                      <a:pt x="829" y="685"/>
                      <a:pt x="936" y="552"/>
                    </a:cubicBezTo>
                    <a:cubicBezTo>
                      <a:pt x="1052" y="420"/>
                      <a:pt x="1193" y="295"/>
                      <a:pt x="1293" y="154"/>
                    </a:cubicBezTo>
                    <a:cubicBezTo>
                      <a:pt x="1347" y="80"/>
                      <a:pt x="1274" y="0"/>
                      <a:pt x="12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1" name="Google Shape;2951;p5"/>
              <p:cNvSpPr/>
              <p:nvPr/>
            </p:nvSpPr>
            <p:spPr>
              <a:xfrm>
                <a:off x="2719825" y="4366400"/>
                <a:ext cx="12250" cy="16725"/>
              </a:xfrm>
              <a:custGeom>
                <a:rect b="b" l="l" r="r" t="t"/>
                <a:pathLst>
                  <a:path extrusionOk="0" h="669" w="490">
                    <a:moveTo>
                      <a:pt x="383" y="0"/>
                    </a:moveTo>
                    <a:cubicBezTo>
                      <a:pt x="365" y="0"/>
                      <a:pt x="347" y="5"/>
                      <a:pt x="332" y="12"/>
                    </a:cubicBezTo>
                    <a:cubicBezTo>
                      <a:pt x="282" y="45"/>
                      <a:pt x="249" y="95"/>
                      <a:pt x="216" y="145"/>
                    </a:cubicBezTo>
                    <a:cubicBezTo>
                      <a:pt x="174" y="186"/>
                      <a:pt x="141" y="236"/>
                      <a:pt x="108" y="285"/>
                    </a:cubicBezTo>
                    <a:cubicBezTo>
                      <a:pt x="50" y="377"/>
                      <a:pt x="9" y="493"/>
                      <a:pt x="0" y="609"/>
                    </a:cubicBezTo>
                    <a:cubicBezTo>
                      <a:pt x="0" y="633"/>
                      <a:pt x="25" y="658"/>
                      <a:pt x="50" y="667"/>
                    </a:cubicBezTo>
                    <a:cubicBezTo>
                      <a:pt x="56" y="668"/>
                      <a:pt x="62" y="669"/>
                      <a:pt x="68" y="669"/>
                    </a:cubicBezTo>
                    <a:cubicBezTo>
                      <a:pt x="92" y="669"/>
                      <a:pt x="111" y="655"/>
                      <a:pt x="125" y="642"/>
                    </a:cubicBezTo>
                    <a:cubicBezTo>
                      <a:pt x="183" y="559"/>
                      <a:pt x="232" y="468"/>
                      <a:pt x="282" y="385"/>
                    </a:cubicBezTo>
                    <a:cubicBezTo>
                      <a:pt x="290" y="360"/>
                      <a:pt x="307" y="343"/>
                      <a:pt x="324" y="327"/>
                    </a:cubicBezTo>
                    <a:cubicBezTo>
                      <a:pt x="332" y="310"/>
                      <a:pt x="340" y="302"/>
                      <a:pt x="348" y="294"/>
                    </a:cubicBezTo>
                    <a:cubicBezTo>
                      <a:pt x="348" y="294"/>
                      <a:pt x="348" y="285"/>
                      <a:pt x="348" y="285"/>
                    </a:cubicBezTo>
                    <a:cubicBezTo>
                      <a:pt x="348" y="285"/>
                      <a:pt x="357" y="285"/>
                      <a:pt x="357" y="277"/>
                    </a:cubicBezTo>
                    <a:cubicBezTo>
                      <a:pt x="382" y="244"/>
                      <a:pt x="423" y="211"/>
                      <a:pt x="448" y="169"/>
                    </a:cubicBezTo>
                    <a:cubicBezTo>
                      <a:pt x="456" y="161"/>
                      <a:pt x="464" y="161"/>
                      <a:pt x="464" y="153"/>
                    </a:cubicBezTo>
                    <a:cubicBezTo>
                      <a:pt x="464" y="153"/>
                      <a:pt x="464" y="153"/>
                      <a:pt x="464" y="145"/>
                    </a:cubicBezTo>
                    <a:cubicBezTo>
                      <a:pt x="473" y="145"/>
                      <a:pt x="473" y="136"/>
                      <a:pt x="481" y="128"/>
                    </a:cubicBezTo>
                    <a:cubicBezTo>
                      <a:pt x="489" y="87"/>
                      <a:pt x="473" y="45"/>
                      <a:pt x="440" y="20"/>
                    </a:cubicBezTo>
                    <a:cubicBezTo>
                      <a:pt x="426" y="7"/>
                      <a:pt x="405" y="0"/>
                      <a:pt x="3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2" name="Google Shape;2952;p5"/>
              <p:cNvSpPr/>
              <p:nvPr/>
            </p:nvSpPr>
            <p:spPr>
              <a:xfrm>
                <a:off x="2729550" y="4371275"/>
                <a:ext cx="5225" cy="7450"/>
              </a:xfrm>
              <a:custGeom>
                <a:rect b="b" l="l" r="r" t="t"/>
                <a:pathLst>
                  <a:path extrusionOk="0" h="298" w="209">
                    <a:moveTo>
                      <a:pt x="175" y="1"/>
                    </a:moveTo>
                    <a:cubicBezTo>
                      <a:pt x="169" y="1"/>
                      <a:pt x="163" y="3"/>
                      <a:pt x="158" y="8"/>
                    </a:cubicBezTo>
                    <a:cubicBezTo>
                      <a:pt x="150" y="16"/>
                      <a:pt x="142" y="24"/>
                      <a:pt x="133" y="32"/>
                    </a:cubicBezTo>
                    <a:cubicBezTo>
                      <a:pt x="117" y="41"/>
                      <a:pt x="117" y="49"/>
                      <a:pt x="109" y="57"/>
                    </a:cubicBezTo>
                    <a:cubicBezTo>
                      <a:pt x="100" y="74"/>
                      <a:pt x="84" y="90"/>
                      <a:pt x="75" y="107"/>
                    </a:cubicBezTo>
                    <a:cubicBezTo>
                      <a:pt x="51" y="140"/>
                      <a:pt x="34" y="182"/>
                      <a:pt x="9" y="215"/>
                    </a:cubicBezTo>
                    <a:cubicBezTo>
                      <a:pt x="1" y="240"/>
                      <a:pt x="9" y="273"/>
                      <a:pt x="34" y="289"/>
                    </a:cubicBezTo>
                    <a:cubicBezTo>
                      <a:pt x="43" y="295"/>
                      <a:pt x="53" y="298"/>
                      <a:pt x="62" y="298"/>
                    </a:cubicBezTo>
                    <a:cubicBezTo>
                      <a:pt x="79" y="298"/>
                      <a:pt x="95" y="289"/>
                      <a:pt x="100" y="273"/>
                    </a:cubicBezTo>
                    <a:cubicBezTo>
                      <a:pt x="125" y="231"/>
                      <a:pt x="142" y="198"/>
                      <a:pt x="167" y="165"/>
                    </a:cubicBezTo>
                    <a:cubicBezTo>
                      <a:pt x="175" y="140"/>
                      <a:pt x="183" y="124"/>
                      <a:pt x="191" y="107"/>
                    </a:cubicBezTo>
                    <a:cubicBezTo>
                      <a:pt x="191" y="90"/>
                      <a:pt x="200" y="82"/>
                      <a:pt x="200" y="74"/>
                    </a:cubicBezTo>
                    <a:cubicBezTo>
                      <a:pt x="208" y="57"/>
                      <a:pt x="208" y="49"/>
                      <a:pt x="208" y="32"/>
                    </a:cubicBezTo>
                    <a:cubicBezTo>
                      <a:pt x="208" y="15"/>
                      <a:pt x="191" y="1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3" name="Google Shape;2953;p5"/>
              <p:cNvSpPr/>
              <p:nvPr/>
            </p:nvSpPr>
            <p:spPr>
              <a:xfrm>
                <a:off x="2752275" y="4243400"/>
                <a:ext cx="41975" cy="77325"/>
              </a:xfrm>
              <a:custGeom>
                <a:rect b="b" l="l" r="r" t="t"/>
                <a:pathLst>
                  <a:path extrusionOk="0" h="3093" w="1679">
                    <a:moveTo>
                      <a:pt x="1574" y="1"/>
                    </a:moveTo>
                    <a:cubicBezTo>
                      <a:pt x="1561" y="1"/>
                      <a:pt x="1548" y="4"/>
                      <a:pt x="1536" y="10"/>
                    </a:cubicBezTo>
                    <a:cubicBezTo>
                      <a:pt x="1445" y="68"/>
                      <a:pt x="1379" y="168"/>
                      <a:pt x="1312" y="251"/>
                    </a:cubicBezTo>
                    <a:cubicBezTo>
                      <a:pt x="1246" y="342"/>
                      <a:pt x="1188" y="441"/>
                      <a:pt x="1130" y="541"/>
                    </a:cubicBezTo>
                    <a:cubicBezTo>
                      <a:pt x="1022" y="731"/>
                      <a:pt x="940" y="938"/>
                      <a:pt x="873" y="1154"/>
                    </a:cubicBezTo>
                    <a:cubicBezTo>
                      <a:pt x="840" y="1262"/>
                      <a:pt x="824" y="1369"/>
                      <a:pt x="790" y="1477"/>
                    </a:cubicBezTo>
                    <a:cubicBezTo>
                      <a:pt x="757" y="1585"/>
                      <a:pt x="699" y="1676"/>
                      <a:pt x="625" y="1759"/>
                    </a:cubicBezTo>
                    <a:cubicBezTo>
                      <a:pt x="476" y="1924"/>
                      <a:pt x="351" y="2107"/>
                      <a:pt x="260" y="2306"/>
                    </a:cubicBezTo>
                    <a:cubicBezTo>
                      <a:pt x="202" y="2421"/>
                      <a:pt x="152" y="2537"/>
                      <a:pt x="111" y="2662"/>
                    </a:cubicBezTo>
                    <a:cubicBezTo>
                      <a:pt x="70" y="2778"/>
                      <a:pt x="45" y="2902"/>
                      <a:pt x="12" y="3026"/>
                    </a:cubicBezTo>
                    <a:cubicBezTo>
                      <a:pt x="1" y="3065"/>
                      <a:pt x="33" y="3092"/>
                      <a:pt x="63" y="3092"/>
                    </a:cubicBezTo>
                    <a:cubicBezTo>
                      <a:pt x="79" y="3092"/>
                      <a:pt x="94" y="3085"/>
                      <a:pt x="103" y="3068"/>
                    </a:cubicBezTo>
                    <a:cubicBezTo>
                      <a:pt x="194" y="2869"/>
                      <a:pt x="285" y="2662"/>
                      <a:pt x="393" y="2471"/>
                    </a:cubicBezTo>
                    <a:cubicBezTo>
                      <a:pt x="492" y="2272"/>
                      <a:pt x="608" y="2090"/>
                      <a:pt x="757" y="1924"/>
                    </a:cubicBezTo>
                    <a:cubicBezTo>
                      <a:pt x="832" y="1850"/>
                      <a:pt x="898" y="1775"/>
                      <a:pt x="948" y="1676"/>
                    </a:cubicBezTo>
                    <a:cubicBezTo>
                      <a:pt x="989" y="1576"/>
                      <a:pt x="1014" y="1469"/>
                      <a:pt x="1047" y="1353"/>
                    </a:cubicBezTo>
                    <a:cubicBezTo>
                      <a:pt x="1097" y="1146"/>
                      <a:pt x="1172" y="930"/>
                      <a:pt x="1271" y="740"/>
                    </a:cubicBezTo>
                    <a:cubicBezTo>
                      <a:pt x="1321" y="624"/>
                      <a:pt x="1387" y="524"/>
                      <a:pt x="1453" y="416"/>
                    </a:cubicBezTo>
                    <a:cubicBezTo>
                      <a:pt x="1520" y="317"/>
                      <a:pt x="1611" y="218"/>
                      <a:pt x="1652" y="102"/>
                    </a:cubicBezTo>
                    <a:cubicBezTo>
                      <a:pt x="1679" y="49"/>
                      <a:pt x="1626" y="1"/>
                      <a:pt x="15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4" name="Google Shape;2954;p5"/>
              <p:cNvSpPr/>
              <p:nvPr/>
            </p:nvSpPr>
            <p:spPr>
              <a:xfrm>
                <a:off x="2781750" y="4257275"/>
                <a:ext cx="8725" cy="14225"/>
              </a:xfrm>
              <a:custGeom>
                <a:rect b="b" l="l" r="r" t="t"/>
                <a:pathLst>
                  <a:path extrusionOk="0" h="569" w="349">
                    <a:moveTo>
                      <a:pt x="288" y="0"/>
                    </a:moveTo>
                    <a:cubicBezTo>
                      <a:pt x="283" y="0"/>
                      <a:pt x="279" y="1"/>
                      <a:pt x="274" y="2"/>
                    </a:cubicBezTo>
                    <a:cubicBezTo>
                      <a:pt x="216" y="19"/>
                      <a:pt x="191" y="69"/>
                      <a:pt x="175" y="118"/>
                    </a:cubicBezTo>
                    <a:cubicBezTo>
                      <a:pt x="150" y="160"/>
                      <a:pt x="133" y="201"/>
                      <a:pt x="117" y="243"/>
                    </a:cubicBezTo>
                    <a:cubicBezTo>
                      <a:pt x="75" y="325"/>
                      <a:pt x="51" y="417"/>
                      <a:pt x="9" y="499"/>
                    </a:cubicBezTo>
                    <a:cubicBezTo>
                      <a:pt x="1" y="524"/>
                      <a:pt x="17" y="557"/>
                      <a:pt x="42" y="566"/>
                    </a:cubicBezTo>
                    <a:cubicBezTo>
                      <a:pt x="48" y="568"/>
                      <a:pt x="55" y="569"/>
                      <a:pt x="61" y="569"/>
                    </a:cubicBezTo>
                    <a:cubicBezTo>
                      <a:pt x="79" y="569"/>
                      <a:pt x="96" y="559"/>
                      <a:pt x="109" y="541"/>
                    </a:cubicBezTo>
                    <a:cubicBezTo>
                      <a:pt x="150" y="466"/>
                      <a:pt x="200" y="392"/>
                      <a:pt x="241" y="309"/>
                    </a:cubicBezTo>
                    <a:cubicBezTo>
                      <a:pt x="266" y="267"/>
                      <a:pt x="283" y="234"/>
                      <a:pt x="299" y="193"/>
                    </a:cubicBezTo>
                    <a:cubicBezTo>
                      <a:pt x="316" y="168"/>
                      <a:pt x="324" y="151"/>
                      <a:pt x="332" y="127"/>
                    </a:cubicBezTo>
                    <a:cubicBezTo>
                      <a:pt x="341" y="102"/>
                      <a:pt x="349" y="60"/>
                      <a:pt x="341" y="44"/>
                    </a:cubicBezTo>
                    <a:cubicBezTo>
                      <a:pt x="334" y="16"/>
                      <a:pt x="310" y="0"/>
                      <a:pt x="2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5" name="Google Shape;2955;p5"/>
              <p:cNvSpPr/>
              <p:nvPr/>
            </p:nvSpPr>
            <p:spPr>
              <a:xfrm>
                <a:off x="2787350" y="4263075"/>
                <a:ext cx="5625" cy="8550"/>
              </a:xfrm>
              <a:custGeom>
                <a:rect b="b" l="l" r="r" t="t"/>
                <a:pathLst>
                  <a:path extrusionOk="0" h="342" w="225">
                    <a:moveTo>
                      <a:pt x="170" y="1"/>
                    </a:moveTo>
                    <a:cubicBezTo>
                      <a:pt x="136" y="1"/>
                      <a:pt x="115" y="30"/>
                      <a:pt x="100" y="52"/>
                    </a:cubicBezTo>
                    <a:cubicBezTo>
                      <a:pt x="83" y="77"/>
                      <a:pt x="67" y="93"/>
                      <a:pt x="59" y="118"/>
                    </a:cubicBezTo>
                    <a:cubicBezTo>
                      <a:pt x="34" y="168"/>
                      <a:pt x="17" y="218"/>
                      <a:pt x="9" y="267"/>
                    </a:cubicBezTo>
                    <a:cubicBezTo>
                      <a:pt x="1" y="301"/>
                      <a:pt x="17" y="334"/>
                      <a:pt x="50" y="342"/>
                    </a:cubicBezTo>
                    <a:cubicBezTo>
                      <a:pt x="75" y="342"/>
                      <a:pt x="108" y="334"/>
                      <a:pt x="117" y="301"/>
                    </a:cubicBezTo>
                    <a:cubicBezTo>
                      <a:pt x="117" y="276"/>
                      <a:pt x="125" y="251"/>
                      <a:pt x="133" y="234"/>
                    </a:cubicBezTo>
                    <a:cubicBezTo>
                      <a:pt x="141" y="226"/>
                      <a:pt x="141" y="218"/>
                      <a:pt x="141" y="218"/>
                    </a:cubicBezTo>
                    <a:cubicBezTo>
                      <a:pt x="141" y="218"/>
                      <a:pt x="141" y="209"/>
                      <a:pt x="141" y="209"/>
                    </a:cubicBezTo>
                    <a:cubicBezTo>
                      <a:pt x="150" y="201"/>
                      <a:pt x="158" y="185"/>
                      <a:pt x="158" y="176"/>
                    </a:cubicBezTo>
                    <a:cubicBezTo>
                      <a:pt x="175" y="151"/>
                      <a:pt x="183" y="135"/>
                      <a:pt x="191" y="118"/>
                    </a:cubicBezTo>
                    <a:cubicBezTo>
                      <a:pt x="208" y="85"/>
                      <a:pt x="224" y="60"/>
                      <a:pt x="216" y="27"/>
                    </a:cubicBezTo>
                    <a:cubicBezTo>
                      <a:pt x="208" y="11"/>
                      <a:pt x="199" y="2"/>
                      <a:pt x="183" y="2"/>
                    </a:cubicBezTo>
                    <a:cubicBezTo>
                      <a:pt x="178" y="1"/>
                      <a:pt x="174" y="1"/>
                      <a:pt x="1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5"/>
              <p:cNvSpPr/>
              <p:nvPr/>
            </p:nvSpPr>
            <p:spPr>
              <a:xfrm>
                <a:off x="2801600" y="4196250"/>
                <a:ext cx="14350" cy="31275"/>
              </a:xfrm>
              <a:custGeom>
                <a:rect b="b" l="l" r="r" t="t"/>
                <a:pathLst>
                  <a:path extrusionOk="0" h="1251" w="574">
                    <a:moveTo>
                      <a:pt x="469" y="1"/>
                    </a:moveTo>
                    <a:cubicBezTo>
                      <a:pt x="433" y="1"/>
                      <a:pt x="400" y="18"/>
                      <a:pt x="375" y="49"/>
                    </a:cubicBezTo>
                    <a:cubicBezTo>
                      <a:pt x="317" y="132"/>
                      <a:pt x="284" y="239"/>
                      <a:pt x="251" y="339"/>
                    </a:cubicBezTo>
                    <a:cubicBezTo>
                      <a:pt x="209" y="422"/>
                      <a:pt x="176" y="513"/>
                      <a:pt x="143" y="604"/>
                    </a:cubicBezTo>
                    <a:cubicBezTo>
                      <a:pt x="85" y="786"/>
                      <a:pt x="52" y="985"/>
                      <a:pt x="11" y="1176"/>
                    </a:cubicBezTo>
                    <a:cubicBezTo>
                      <a:pt x="0" y="1221"/>
                      <a:pt x="36" y="1251"/>
                      <a:pt x="71" y="1251"/>
                    </a:cubicBezTo>
                    <a:cubicBezTo>
                      <a:pt x="94" y="1251"/>
                      <a:pt x="117" y="1238"/>
                      <a:pt x="127" y="1209"/>
                    </a:cubicBezTo>
                    <a:cubicBezTo>
                      <a:pt x="176" y="1018"/>
                      <a:pt x="259" y="844"/>
                      <a:pt x="334" y="662"/>
                    </a:cubicBezTo>
                    <a:cubicBezTo>
                      <a:pt x="367" y="579"/>
                      <a:pt x="400" y="488"/>
                      <a:pt x="441" y="405"/>
                    </a:cubicBezTo>
                    <a:cubicBezTo>
                      <a:pt x="475" y="314"/>
                      <a:pt x="533" y="223"/>
                      <a:pt x="566" y="132"/>
                    </a:cubicBezTo>
                    <a:cubicBezTo>
                      <a:pt x="574" y="82"/>
                      <a:pt x="549" y="24"/>
                      <a:pt x="508" y="7"/>
                    </a:cubicBezTo>
                    <a:cubicBezTo>
                      <a:pt x="495" y="3"/>
                      <a:pt x="482" y="1"/>
                      <a:pt x="4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7" name="Google Shape;2957;p5"/>
              <p:cNvSpPr/>
              <p:nvPr/>
            </p:nvSpPr>
            <p:spPr>
              <a:xfrm>
                <a:off x="2795850" y="3865325"/>
                <a:ext cx="33150" cy="23125"/>
              </a:xfrm>
              <a:custGeom>
                <a:rect b="b" l="l" r="r" t="t"/>
                <a:pathLst>
                  <a:path extrusionOk="0" h="925" w="1326">
                    <a:moveTo>
                      <a:pt x="171" y="1"/>
                    </a:moveTo>
                    <a:cubicBezTo>
                      <a:pt x="126" y="1"/>
                      <a:pt x="82" y="9"/>
                      <a:pt x="42" y="29"/>
                    </a:cubicBezTo>
                    <a:cubicBezTo>
                      <a:pt x="0" y="46"/>
                      <a:pt x="0" y="112"/>
                      <a:pt x="42" y="128"/>
                    </a:cubicBezTo>
                    <a:cubicBezTo>
                      <a:pt x="141" y="178"/>
                      <a:pt x="257" y="186"/>
                      <a:pt x="365" y="228"/>
                    </a:cubicBezTo>
                    <a:cubicBezTo>
                      <a:pt x="473" y="286"/>
                      <a:pt x="572" y="352"/>
                      <a:pt x="655" y="427"/>
                    </a:cubicBezTo>
                    <a:cubicBezTo>
                      <a:pt x="746" y="510"/>
                      <a:pt x="837" y="592"/>
                      <a:pt x="920" y="684"/>
                    </a:cubicBezTo>
                    <a:cubicBezTo>
                      <a:pt x="978" y="733"/>
                      <a:pt x="1028" y="783"/>
                      <a:pt x="1086" y="833"/>
                    </a:cubicBezTo>
                    <a:cubicBezTo>
                      <a:pt x="1132" y="871"/>
                      <a:pt x="1186" y="925"/>
                      <a:pt x="1254" y="925"/>
                    </a:cubicBezTo>
                    <a:cubicBezTo>
                      <a:pt x="1258" y="925"/>
                      <a:pt x="1263" y="924"/>
                      <a:pt x="1268" y="924"/>
                    </a:cubicBezTo>
                    <a:cubicBezTo>
                      <a:pt x="1293" y="924"/>
                      <a:pt x="1318" y="907"/>
                      <a:pt x="1318" y="874"/>
                    </a:cubicBezTo>
                    <a:cubicBezTo>
                      <a:pt x="1326" y="800"/>
                      <a:pt x="1268" y="742"/>
                      <a:pt x="1218" y="692"/>
                    </a:cubicBezTo>
                    <a:cubicBezTo>
                      <a:pt x="1168" y="634"/>
                      <a:pt x="1102" y="576"/>
                      <a:pt x="1044" y="518"/>
                    </a:cubicBezTo>
                    <a:cubicBezTo>
                      <a:pt x="953" y="427"/>
                      <a:pt x="854" y="336"/>
                      <a:pt x="746" y="253"/>
                    </a:cubicBezTo>
                    <a:cubicBezTo>
                      <a:pt x="638" y="178"/>
                      <a:pt x="531" y="112"/>
                      <a:pt x="415" y="62"/>
                    </a:cubicBezTo>
                    <a:cubicBezTo>
                      <a:pt x="344" y="30"/>
                      <a:pt x="256" y="1"/>
                      <a:pt x="1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8" name="Google Shape;2958;p5"/>
              <p:cNvSpPr/>
              <p:nvPr/>
            </p:nvSpPr>
            <p:spPr>
              <a:xfrm>
                <a:off x="2953400" y="3843900"/>
                <a:ext cx="16050" cy="33425"/>
              </a:xfrm>
              <a:custGeom>
                <a:rect b="b" l="l" r="r" t="t"/>
                <a:pathLst>
                  <a:path extrusionOk="0" h="1337" w="642">
                    <a:moveTo>
                      <a:pt x="64" y="0"/>
                    </a:moveTo>
                    <a:cubicBezTo>
                      <a:pt x="33" y="0"/>
                      <a:pt x="1" y="27"/>
                      <a:pt x="12" y="66"/>
                    </a:cubicBezTo>
                    <a:cubicBezTo>
                      <a:pt x="45" y="173"/>
                      <a:pt x="61" y="289"/>
                      <a:pt x="103" y="397"/>
                    </a:cubicBezTo>
                    <a:cubicBezTo>
                      <a:pt x="136" y="505"/>
                      <a:pt x="177" y="604"/>
                      <a:pt x="219" y="712"/>
                    </a:cubicBezTo>
                    <a:cubicBezTo>
                      <a:pt x="302" y="911"/>
                      <a:pt x="368" y="1118"/>
                      <a:pt x="459" y="1309"/>
                    </a:cubicBezTo>
                    <a:cubicBezTo>
                      <a:pt x="469" y="1329"/>
                      <a:pt x="485" y="1337"/>
                      <a:pt x="501" y="1337"/>
                    </a:cubicBezTo>
                    <a:cubicBezTo>
                      <a:pt x="524" y="1337"/>
                      <a:pt x="549" y="1320"/>
                      <a:pt x="559" y="1300"/>
                    </a:cubicBezTo>
                    <a:cubicBezTo>
                      <a:pt x="641" y="1085"/>
                      <a:pt x="501" y="853"/>
                      <a:pt x="418" y="654"/>
                    </a:cubicBezTo>
                    <a:cubicBezTo>
                      <a:pt x="376" y="555"/>
                      <a:pt x="327" y="447"/>
                      <a:pt x="285" y="347"/>
                    </a:cubicBezTo>
                    <a:cubicBezTo>
                      <a:pt x="227" y="231"/>
                      <a:pt x="161" y="132"/>
                      <a:pt x="103" y="24"/>
                    </a:cubicBezTo>
                    <a:cubicBezTo>
                      <a:pt x="94" y="7"/>
                      <a:pt x="79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9" name="Google Shape;2959;p5"/>
              <p:cNvSpPr/>
              <p:nvPr/>
            </p:nvSpPr>
            <p:spPr>
              <a:xfrm>
                <a:off x="2967775" y="3892825"/>
                <a:ext cx="3950" cy="8550"/>
              </a:xfrm>
              <a:custGeom>
                <a:rect b="b" l="l" r="r" t="t"/>
                <a:pathLst>
                  <a:path extrusionOk="0" h="342" w="158">
                    <a:moveTo>
                      <a:pt x="61" y="1"/>
                    </a:moveTo>
                    <a:cubicBezTo>
                      <a:pt x="53" y="1"/>
                      <a:pt x="44" y="3"/>
                      <a:pt x="33" y="6"/>
                    </a:cubicBezTo>
                    <a:cubicBezTo>
                      <a:pt x="25" y="14"/>
                      <a:pt x="8" y="23"/>
                      <a:pt x="8" y="39"/>
                    </a:cubicBezTo>
                    <a:cubicBezTo>
                      <a:pt x="0" y="56"/>
                      <a:pt x="0" y="72"/>
                      <a:pt x="8" y="97"/>
                    </a:cubicBezTo>
                    <a:cubicBezTo>
                      <a:pt x="8" y="97"/>
                      <a:pt x="8" y="97"/>
                      <a:pt x="8" y="106"/>
                    </a:cubicBezTo>
                    <a:cubicBezTo>
                      <a:pt x="8" y="106"/>
                      <a:pt x="17" y="114"/>
                      <a:pt x="17" y="114"/>
                    </a:cubicBezTo>
                    <a:cubicBezTo>
                      <a:pt x="17" y="122"/>
                      <a:pt x="25" y="130"/>
                      <a:pt x="25" y="147"/>
                    </a:cubicBezTo>
                    <a:cubicBezTo>
                      <a:pt x="33" y="164"/>
                      <a:pt x="33" y="188"/>
                      <a:pt x="42" y="205"/>
                    </a:cubicBezTo>
                    <a:cubicBezTo>
                      <a:pt x="50" y="222"/>
                      <a:pt x="50" y="246"/>
                      <a:pt x="58" y="263"/>
                    </a:cubicBezTo>
                    <a:cubicBezTo>
                      <a:pt x="58" y="288"/>
                      <a:pt x="66" y="304"/>
                      <a:pt x="75" y="329"/>
                    </a:cubicBezTo>
                    <a:cubicBezTo>
                      <a:pt x="83" y="338"/>
                      <a:pt x="93" y="342"/>
                      <a:pt x="104" y="342"/>
                    </a:cubicBezTo>
                    <a:cubicBezTo>
                      <a:pt x="114" y="342"/>
                      <a:pt x="124" y="338"/>
                      <a:pt x="133" y="329"/>
                    </a:cubicBezTo>
                    <a:cubicBezTo>
                      <a:pt x="149" y="304"/>
                      <a:pt x="149" y="280"/>
                      <a:pt x="149" y="255"/>
                    </a:cubicBezTo>
                    <a:cubicBezTo>
                      <a:pt x="158" y="230"/>
                      <a:pt x="158" y="205"/>
                      <a:pt x="158" y="188"/>
                    </a:cubicBezTo>
                    <a:cubicBezTo>
                      <a:pt x="158" y="139"/>
                      <a:pt x="141" y="89"/>
                      <a:pt x="116" y="48"/>
                    </a:cubicBezTo>
                    <a:cubicBezTo>
                      <a:pt x="116" y="31"/>
                      <a:pt x="108" y="23"/>
                      <a:pt x="91" y="14"/>
                    </a:cubicBezTo>
                    <a:cubicBezTo>
                      <a:pt x="82" y="5"/>
                      <a:pt x="72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5"/>
              <p:cNvSpPr/>
              <p:nvPr/>
            </p:nvSpPr>
            <p:spPr>
              <a:xfrm>
                <a:off x="2971500" y="3904150"/>
                <a:ext cx="2925" cy="7425"/>
              </a:xfrm>
              <a:custGeom>
                <a:rect b="b" l="l" r="r" t="t"/>
                <a:pathLst>
                  <a:path extrusionOk="0" h="297" w="117">
                    <a:moveTo>
                      <a:pt x="58" y="1"/>
                    </a:moveTo>
                    <a:cubicBezTo>
                      <a:pt x="25" y="1"/>
                      <a:pt x="0" y="25"/>
                      <a:pt x="0" y="59"/>
                    </a:cubicBezTo>
                    <a:lnTo>
                      <a:pt x="0" y="175"/>
                    </a:lnTo>
                    <a:cubicBezTo>
                      <a:pt x="0" y="183"/>
                      <a:pt x="0" y="199"/>
                      <a:pt x="0" y="208"/>
                    </a:cubicBezTo>
                    <a:cubicBezTo>
                      <a:pt x="9" y="216"/>
                      <a:pt x="9" y="224"/>
                      <a:pt x="9" y="233"/>
                    </a:cubicBezTo>
                    <a:cubicBezTo>
                      <a:pt x="17" y="257"/>
                      <a:pt x="25" y="282"/>
                      <a:pt x="42" y="291"/>
                    </a:cubicBezTo>
                    <a:cubicBezTo>
                      <a:pt x="46" y="295"/>
                      <a:pt x="52" y="297"/>
                      <a:pt x="57" y="297"/>
                    </a:cubicBezTo>
                    <a:cubicBezTo>
                      <a:pt x="62" y="297"/>
                      <a:pt x="67" y="295"/>
                      <a:pt x="67" y="291"/>
                    </a:cubicBezTo>
                    <a:cubicBezTo>
                      <a:pt x="91" y="282"/>
                      <a:pt x="100" y="257"/>
                      <a:pt x="100" y="233"/>
                    </a:cubicBezTo>
                    <a:cubicBezTo>
                      <a:pt x="108" y="224"/>
                      <a:pt x="108" y="216"/>
                      <a:pt x="108" y="208"/>
                    </a:cubicBezTo>
                    <a:cubicBezTo>
                      <a:pt x="116" y="199"/>
                      <a:pt x="116" y="183"/>
                      <a:pt x="116" y="175"/>
                    </a:cubicBezTo>
                    <a:lnTo>
                      <a:pt x="116" y="59"/>
                    </a:lnTo>
                    <a:cubicBezTo>
                      <a:pt x="116" y="34"/>
                      <a:pt x="91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1" name="Google Shape;2961;p5"/>
              <p:cNvSpPr/>
              <p:nvPr/>
            </p:nvSpPr>
            <p:spPr>
              <a:xfrm>
                <a:off x="2677775" y="4424525"/>
                <a:ext cx="20525" cy="36350"/>
              </a:xfrm>
              <a:custGeom>
                <a:rect b="b" l="l" r="r" t="t"/>
                <a:pathLst>
                  <a:path extrusionOk="0" h="1454" w="821">
                    <a:moveTo>
                      <a:pt x="722" y="0"/>
                    </a:moveTo>
                    <a:cubicBezTo>
                      <a:pt x="700" y="0"/>
                      <a:pt x="673" y="14"/>
                      <a:pt x="655" y="32"/>
                    </a:cubicBezTo>
                    <a:cubicBezTo>
                      <a:pt x="572" y="123"/>
                      <a:pt x="514" y="247"/>
                      <a:pt x="456" y="363"/>
                    </a:cubicBezTo>
                    <a:cubicBezTo>
                      <a:pt x="407" y="471"/>
                      <a:pt x="349" y="579"/>
                      <a:pt x="299" y="686"/>
                    </a:cubicBezTo>
                    <a:cubicBezTo>
                      <a:pt x="257" y="794"/>
                      <a:pt x="216" y="910"/>
                      <a:pt x="175" y="1026"/>
                    </a:cubicBezTo>
                    <a:cubicBezTo>
                      <a:pt x="133" y="1142"/>
                      <a:pt x="92" y="1258"/>
                      <a:pt x="25" y="1366"/>
                    </a:cubicBezTo>
                    <a:cubicBezTo>
                      <a:pt x="1" y="1403"/>
                      <a:pt x="40" y="1453"/>
                      <a:pt x="79" y="1453"/>
                    </a:cubicBezTo>
                    <a:cubicBezTo>
                      <a:pt x="92" y="1453"/>
                      <a:pt x="106" y="1447"/>
                      <a:pt x="117" y="1432"/>
                    </a:cubicBezTo>
                    <a:cubicBezTo>
                      <a:pt x="274" y="1250"/>
                      <a:pt x="357" y="1009"/>
                      <a:pt x="464" y="794"/>
                    </a:cubicBezTo>
                    <a:cubicBezTo>
                      <a:pt x="514" y="678"/>
                      <a:pt x="572" y="570"/>
                      <a:pt x="630" y="454"/>
                    </a:cubicBezTo>
                    <a:cubicBezTo>
                      <a:pt x="688" y="347"/>
                      <a:pt x="771" y="239"/>
                      <a:pt x="812" y="115"/>
                    </a:cubicBezTo>
                    <a:cubicBezTo>
                      <a:pt x="821" y="90"/>
                      <a:pt x="812" y="48"/>
                      <a:pt x="788" y="24"/>
                    </a:cubicBezTo>
                    <a:lnTo>
                      <a:pt x="788" y="32"/>
                    </a:lnTo>
                    <a:cubicBezTo>
                      <a:pt x="771" y="15"/>
                      <a:pt x="763" y="7"/>
                      <a:pt x="746" y="7"/>
                    </a:cubicBezTo>
                    <a:cubicBezTo>
                      <a:pt x="739" y="2"/>
                      <a:pt x="731" y="0"/>
                      <a:pt x="7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2" name="Google Shape;2962;p5"/>
              <p:cNvSpPr/>
              <p:nvPr/>
            </p:nvSpPr>
            <p:spPr>
              <a:xfrm>
                <a:off x="2690575" y="4437400"/>
                <a:ext cx="7250" cy="13825"/>
              </a:xfrm>
              <a:custGeom>
                <a:rect b="b" l="l" r="r" t="t"/>
                <a:pathLst>
                  <a:path extrusionOk="0" h="553" w="290">
                    <a:moveTo>
                      <a:pt x="244" y="0"/>
                    </a:moveTo>
                    <a:cubicBezTo>
                      <a:pt x="234" y="0"/>
                      <a:pt x="225" y="4"/>
                      <a:pt x="218" y="14"/>
                    </a:cubicBezTo>
                    <a:lnTo>
                      <a:pt x="218" y="6"/>
                    </a:lnTo>
                    <a:cubicBezTo>
                      <a:pt x="184" y="47"/>
                      <a:pt x="168" y="80"/>
                      <a:pt x="151" y="122"/>
                    </a:cubicBezTo>
                    <a:cubicBezTo>
                      <a:pt x="126" y="163"/>
                      <a:pt x="110" y="204"/>
                      <a:pt x="93" y="246"/>
                    </a:cubicBezTo>
                    <a:cubicBezTo>
                      <a:pt x="60" y="329"/>
                      <a:pt x="35" y="412"/>
                      <a:pt x="10" y="494"/>
                    </a:cubicBezTo>
                    <a:cubicBezTo>
                      <a:pt x="1" y="529"/>
                      <a:pt x="30" y="552"/>
                      <a:pt x="58" y="552"/>
                    </a:cubicBezTo>
                    <a:cubicBezTo>
                      <a:pt x="77" y="552"/>
                      <a:pt x="95" y="542"/>
                      <a:pt x="102" y="519"/>
                    </a:cubicBezTo>
                    <a:cubicBezTo>
                      <a:pt x="126" y="445"/>
                      <a:pt x="151" y="362"/>
                      <a:pt x="184" y="287"/>
                    </a:cubicBezTo>
                    <a:cubicBezTo>
                      <a:pt x="201" y="246"/>
                      <a:pt x="218" y="213"/>
                      <a:pt x="234" y="171"/>
                    </a:cubicBezTo>
                    <a:cubicBezTo>
                      <a:pt x="251" y="130"/>
                      <a:pt x="276" y="97"/>
                      <a:pt x="284" y="47"/>
                    </a:cubicBezTo>
                    <a:cubicBezTo>
                      <a:pt x="290" y="24"/>
                      <a:pt x="267" y="0"/>
                      <a:pt x="2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5"/>
              <p:cNvSpPr/>
              <p:nvPr/>
            </p:nvSpPr>
            <p:spPr>
              <a:xfrm>
                <a:off x="2699575" y="4432400"/>
                <a:ext cx="8600" cy="17400"/>
              </a:xfrm>
              <a:custGeom>
                <a:rect b="b" l="l" r="r" t="t"/>
                <a:pathLst>
                  <a:path extrusionOk="0" h="696" w="344">
                    <a:moveTo>
                      <a:pt x="310" y="1"/>
                    </a:moveTo>
                    <a:cubicBezTo>
                      <a:pt x="298" y="1"/>
                      <a:pt x="287" y="5"/>
                      <a:pt x="280" y="15"/>
                    </a:cubicBezTo>
                    <a:cubicBezTo>
                      <a:pt x="255" y="65"/>
                      <a:pt x="239" y="114"/>
                      <a:pt x="214" y="172"/>
                    </a:cubicBezTo>
                    <a:cubicBezTo>
                      <a:pt x="197" y="222"/>
                      <a:pt x="172" y="272"/>
                      <a:pt x="156" y="322"/>
                    </a:cubicBezTo>
                    <a:cubicBezTo>
                      <a:pt x="114" y="421"/>
                      <a:pt x="73" y="520"/>
                      <a:pt x="23" y="620"/>
                    </a:cubicBezTo>
                    <a:cubicBezTo>
                      <a:pt x="1" y="660"/>
                      <a:pt x="36" y="695"/>
                      <a:pt x="72" y="695"/>
                    </a:cubicBezTo>
                    <a:cubicBezTo>
                      <a:pt x="88" y="695"/>
                      <a:pt x="104" y="688"/>
                      <a:pt x="114" y="670"/>
                    </a:cubicBezTo>
                    <a:cubicBezTo>
                      <a:pt x="164" y="570"/>
                      <a:pt x="214" y="471"/>
                      <a:pt x="255" y="363"/>
                    </a:cubicBezTo>
                    <a:cubicBezTo>
                      <a:pt x="280" y="305"/>
                      <a:pt x="288" y="247"/>
                      <a:pt x="305" y="197"/>
                    </a:cubicBezTo>
                    <a:cubicBezTo>
                      <a:pt x="322" y="139"/>
                      <a:pt x="338" y="90"/>
                      <a:pt x="338" y="32"/>
                    </a:cubicBezTo>
                    <a:cubicBezTo>
                      <a:pt x="343" y="12"/>
                      <a:pt x="327" y="1"/>
                      <a:pt x="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4" name="Google Shape;2964;p5"/>
              <p:cNvSpPr/>
              <p:nvPr/>
            </p:nvSpPr>
            <p:spPr>
              <a:xfrm>
                <a:off x="2708650" y="4433500"/>
                <a:ext cx="7825" cy="14700"/>
              </a:xfrm>
              <a:custGeom>
                <a:rect b="b" l="l" r="r" t="t"/>
                <a:pathLst>
                  <a:path extrusionOk="0" h="588" w="313">
                    <a:moveTo>
                      <a:pt x="277" y="1"/>
                    </a:moveTo>
                    <a:cubicBezTo>
                      <a:pt x="267" y="1"/>
                      <a:pt x="257" y="4"/>
                      <a:pt x="249" y="12"/>
                    </a:cubicBezTo>
                    <a:cubicBezTo>
                      <a:pt x="199" y="87"/>
                      <a:pt x="166" y="178"/>
                      <a:pt x="124" y="261"/>
                    </a:cubicBezTo>
                    <a:cubicBezTo>
                      <a:pt x="83" y="344"/>
                      <a:pt x="50" y="435"/>
                      <a:pt x="8" y="518"/>
                    </a:cubicBezTo>
                    <a:cubicBezTo>
                      <a:pt x="0" y="543"/>
                      <a:pt x="0" y="568"/>
                      <a:pt x="25" y="584"/>
                    </a:cubicBezTo>
                    <a:cubicBezTo>
                      <a:pt x="32" y="586"/>
                      <a:pt x="39" y="587"/>
                      <a:pt x="46" y="587"/>
                    </a:cubicBezTo>
                    <a:cubicBezTo>
                      <a:pt x="66" y="587"/>
                      <a:pt x="85" y="580"/>
                      <a:pt x="91" y="568"/>
                    </a:cubicBezTo>
                    <a:cubicBezTo>
                      <a:pt x="133" y="476"/>
                      <a:pt x="166" y="394"/>
                      <a:pt x="207" y="302"/>
                    </a:cubicBezTo>
                    <a:cubicBezTo>
                      <a:pt x="240" y="220"/>
                      <a:pt x="290" y="128"/>
                      <a:pt x="307" y="37"/>
                    </a:cubicBezTo>
                    <a:cubicBezTo>
                      <a:pt x="312" y="15"/>
                      <a:pt x="296" y="1"/>
                      <a:pt x="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5" name="Google Shape;2965;p5"/>
              <p:cNvSpPr/>
              <p:nvPr/>
            </p:nvSpPr>
            <p:spPr>
              <a:xfrm>
                <a:off x="2634275" y="4658350"/>
                <a:ext cx="8925" cy="27850"/>
              </a:xfrm>
              <a:custGeom>
                <a:rect b="b" l="l" r="r" t="t"/>
                <a:pathLst>
                  <a:path extrusionOk="0" h="1114" w="357">
                    <a:moveTo>
                      <a:pt x="85" y="1"/>
                    </a:moveTo>
                    <a:cubicBezTo>
                      <a:pt x="63" y="1"/>
                      <a:pt x="42" y="13"/>
                      <a:pt x="34" y="41"/>
                    </a:cubicBezTo>
                    <a:cubicBezTo>
                      <a:pt x="1" y="141"/>
                      <a:pt x="9" y="249"/>
                      <a:pt x="9" y="356"/>
                    </a:cubicBezTo>
                    <a:cubicBezTo>
                      <a:pt x="17" y="464"/>
                      <a:pt x="25" y="580"/>
                      <a:pt x="34" y="688"/>
                    </a:cubicBezTo>
                    <a:cubicBezTo>
                      <a:pt x="42" y="779"/>
                      <a:pt x="50" y="878"/>
                      <a:pt x="83" y="961"/>
                    </a:cubicBezTo>
                    <a:cubicBezTo>
                      <a:pt x="110" y="1027"/>
                      <a:pt x="172" y="1113"/>
                      <a:pt x="247" y="1113"/>
                    </a:cubicBezTo>
                    <a:cubicBezTo>
                      <a:pt x="266" y="1113"/>
                      <a:pt x="287" y="1107"/>
                      <a:pt x="307" y="1094"/>
                    </a:cubicBezTo>
                    <a:cubicBezTo>
                      <a:pt x="340" y="1077"/>
                      <a:pt x="357" y="1036"/>
                      <a:pt x="349" y="1002"/>
                    </a:cubicBezTo>
                    <a:cubicBezTo>
                      <a:pt x="340" y="969"/>
                      <a:pt x="307" y="936"/>
                      <a:pt x="299" y="920"/>
                    </a:cubicBezTo>
                    <a:cubicBezTo>
                      <a:pt x="282" y="903"/>
                      <a:pt x="282" y="886"/>
                      <a:pt x="274" y="853"/>
                    </a:cubicBezTo>
                    <a:cubicBezTo>
                      <a:pt x="249" y="771"/>
                      <a:pt x="241" y="688"/>
                      <a:pt x="233" y="605"/>
                    </a:cubicBezTo>
                    <a:cubicBezTo>
                      <a:pt x="216" y="505"/>
                      <a:pt x="208" y="414"/>
                      <a:pt x="191" y="323"/>
                    </a:cubicBezTo>
                    <a:cubicBezTo>
                      <a:pt x="183" y="224"/>
                      <a:pt x="175" y="133"/>
                      <a:pt x="141" y="41"/>
                    </a:cubicBezTo>
                    <a:cubicBezTo>
                      <a:pt x="133" y="16"/>
                      <a:pt x="10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5"/>
              <p:cNvSpPr/>
              <p:nvPr/>
            </p:nvSpPr>
            <p:spPr>
              <a:xfrm>
                <a:off x="2642150" y="4660825"/>
                <a:ext cx="6025" cy="17300"/>
              </a:xfrm>
              <a:custGeom>
                <a:rect b="b" l="l" r="r" t="t"/>
                <a:pathLst>
                  <a:path extrusionOk="0" h="692" w="241">
                    <a:moveTo>
                      <a:pt x="67" y="0"/>
                    </a:moveTo>
                    <a:cubicBezTo>
                      <a:pt x="34" y="0"/>
                      <a:pt x="0" y="25"/>
                      <a:pt x="0" y="58"/>
                    </a:cubicBezTo>
                    <a:cubicBezTo>
                      <a:pt x="9" y="166"/>
                      <a:pt x="25" y="274"/>
                      <a:pt x="50" y="382"/>
                    </a:cubicBezTo>
                    <a:cubicBezTo>
                      <a:pt x="67" y="431"/>
                      <a:pt x="83" y="489"/>
                      <a:pt x="100" y="539"/>
                    </a:cubicBezTo>
                    <a:cubicBezTo>
                      <a:pt x="125" y="589"/>
                      <a:pt x="141" y="638"/>
                      <a:pt x="183" y="680"/>
                    </a:cubicBezTo>
                    <a:cubicBezTo>
                      <a:pt x="191" y="688"/>
                      <a:pt x="200" y="692"/>
                      <a:pt x="209" y="692"/>
                    </a:cubicBezTo>
                    <a:cubicBezTo>
                      <a:pt x="226" y="692"/>
                      <a:pt x="241" y="677"/>
                      <a:pt x="241" y="655"/>
                    </a:cubicBezTo>
                    <a:cubicBezTo>
                      <a:pt x="241" y="605"/>
                      <a:pt x="224" y="556"/>
                      <a:pt x="216" y="506"/>
                    </a:cubicBezTo>
                    <a:cubicBezTo>
                      <a:pt x="199" y="456"/>
                      <a:pt x="191" y="406"/>
                      <a:pt x="174" y="357"/>
                    </a:cubicBezTo>
                    <a:cubicBezTo>
                      <a:pt x="150" y="257"/>
                      <a:pt x="133" y="158"/>
                      <a:pt x="125" y="58"/>
                    </a:cubicBezTo>
                    <a:cubicBezTo>
                      <a:pt x="125" y="25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7" name="Google Shape;2967;p5"/>
              <p:cNvSpPr/>
              <p:nvPr/>
            </p:nvSpPr>
            <p:spPr>
              <a:xfrm>
                <a:off x="2951000" y="4020275"/>
                <a:ext cx="5200" cy="11325"/>
              </a:xfrm>
              <a:custGeom>
                <a:rect b="b" l="l" r="r" t="t"/>
                <a:pathLst>
                  <a:path extrusionOk="0" h="453" w="208">
                    <a:moveTo>
                      <a:pt x="48" y="0"/>
                    </a:moveTo>
                    <a:cubicBezTo>
                      <a:pt x="23" y="0"/>
                      <a:pt x="0" y="17"/>
                      <a:pt x="0" y="45"/>
                    </a:cubicBezTo>
                    <a:cubicBezTo>
                      <a:pt x="0" y="62"/>
                      <a:pt x="8" y="78"/>
                      <a:pt x="8" y="95"/>
                    </a:cubicBezTo>
                    <a:cubicBezTo>
                      <a:pt x="8" y="111"/>
                      <a:pt x="17" y="120"/>
                      <a:pt x="17" y="136"/>
                    </a:cubicBezTo>
                    <a:cubicBezTo>
                      <a:pt x="25" y="169"/>
                      <a:pt x="33" y="194"/>
                      <a:pt x="42" y="227"/>
                    </a:cubicBezTo>
                    <a:cubicBezTo>
                      <a:pt x="42" y="244"/>
                      <a:pt x="42" y="261"/>
                      <a:pt x="50" y="277"/>
                    </a:cubicBezTo>
                    <a:cubicBezTo>
                      <a:pt x="50" y="277"/>
                      <a:pt x="50" y="285"/>
                      <a:pt x="50" y="294"/>
                    </a:cubicBezTo>
                    <a:cubicBezTo>
                      <a:pt x="50" y="294"/>
                      <a:pt x="50" y="302"/>
                      <a:pt x="50" y="310"/>
                    </a:cubicBezTo>
                    <a:cubicBezTo>
                      <a:pt x="58" y="343"/>
                      <a:pt x="50" y="393"/>
                      <a:pt x="75" y="418"/>
                    </a:cubicBezTo>
                    <a:cubicBezTo>
                      <a:pt x="88" y="440"/>
                      <a:pt x="112" y="452"/>
                      <a:pt x="136" y="452"/>
                    </a:cubicBezTo>
                    <a:cubicBezTo>
                      <a:pt x="157" y="452"/>
                      <a:pt x="179" y="442"/>
                      <a:pt x="191" y="418"/>
                    </a:cubicBezTo>
                    <a:cubicBezTo>
                      <a:pt x="207" y="385"/>
                      <a:pt x="199" y="335"/>
                      <a:pt x="191" y="294"/>
                    </a:cubicBezTo>
                    <a:cubicBezTo>
                      <a:pt x="191" y="261"/>
                      <a:pt x="182" y="227"/>
                      <a:pt x="174" y="194"/>
                    </a:cubicBezTo>
                    <a:cubicBezTo>
                      <a:pt x="166" y="161"/>
                      <a:pt x="149" y="128"/>
                      <a:pt x="141" y="95"/>
                    </a:cubicBezTo>
                    <a:cubicBezTo>
                      <a:pt x="124" y="62"/>
                      <a:pt x="108" y="37"/>
                      <a:pt x="83" y="12"/>
                    </a:cubicBezTo>
                    <a:cubicBezTo>
                      <a:pt x="72" y="4"/>
                      <a:pt x="60" y="0"/>
                      <a:pt x="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8" name="Google Shape;2968;p5"/>
              <p:cNvSpPr/>
              <p:nvPr/>
            </p:nvSpPr>
            <p:spPr>
              <a:xfrm>
                <a:off x="2955950" y="4020925"/>
                <a:ext cx="2925" cy="7900"/>
              </a:xfrm>
              <a:custGeom>
                <a:rect b="b" l="l" r="r" t="t"/>
                <a:pathLst>
                  <a:path extrusionOk="0" h="316" w="117">
                    <a:moveTo>
                      <a:pt x="44" y="0"/>
                    </a:moveTo>
                    <a:cubicBezTo>
                      <a:pt x="40" y="0"/>
                      <a:pt x="37" y="1"/>
                      <a:pt x="34" y="3"/>
                    </a:cubicBezTo>
                    <a:cubicBezTo>
                      <a:pt x="9" y="11"/>
                      <a:pt x="1" y="36"/>
                      <a:pt x="1" y="61"/>
                    </a:cubicBezTo>
                    <a:lnTo>
                      <a:pt x="26" y="185"/>
                    </a:lnTo>
                    <a:cubicBezTo>
                      <a:pt x="26" y="210"/>
                      <a:pt x="26" y="226"/>
                      <a:pt x="34" y="251"/>
                    </a:cubicBezTo>
                    <a:cubicBezTo>
                      <a:pt x="42" y="276"/>
                      <a:pt x="51" y="301"/>
                      <a:pt x="75" y="309"/>
                    </a:cubicBezTo>
                    <a:cubicBezTo>
                      <a:pt x="80" y="313"/>
                      <a:pt x="84" y="315"/>
                      <a:pt x="88" y="315"/>
                    </a:cubicBezTo>
                    <a:cubicBezTo>
                      <a:pt x="92" y="315"/>
                      <a:pt x="96" y="313"/>
                      <a:pt x="100" y="309"/>
                    </a:cubicBezTo>
                    <a:cubicBezTo>
                      <a:pt x="117" y="301"/>
                      <a:pt x="117" y="284"/>
                      <a:pt x="117" y="268"/>
                    </a:cubicBezTo>
                    <a:lnTo>
                      <a:pt x="117" y="235"/>
                    </a:lnTo>
                    <a:cubicBezTo>
                      <a:pt x="117" y="218"/>
                      <a:pt x="109" y="193"/>
                      <a:pt x="109" y="168"/>
                    </a:cubicBezTo>
                    <a:cubicBezTo>
                      <a:pt x="100" y="119"/>
                      <a:pt x="92" y="77"/>
                      <a:pt x="84" y="36"/>
                    </a:cubicBezTo>
                    <a:cubicBezTo>
                      <a:pt x="77" y="15"/>
                      <a:pt x="59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5"/>
              <p:cNvSpPr/>
              <p:nvPr/>
            </p:nvSpPr>
            <p:spPr>
              <a:xfrm>
                <a:off x="2963825" y="4019275"/>
                <a:ext cx="3750" cy="7275"/>
              </a:xfrm>
              <a:custGeom>
                <a:rect b="b" l="l" r="r" t="t"/>
                <a:pathLst>
                  <a:path extrusionOk="0" h="291" w="150">
                    <a:moveTo>
                      <a:pt x="55" y="0"/>
                    </a:moveTo>
                    <a:cubicBezTo>
                      <a:pt x="51" y="0"/>
                      <a:pt x="47" y="1"/>
                      <a:pt x="42" y="2"/>
                    </a:cubicBezTo>
                    <a:cubicBezTo>
                      <a:pt x="17" y="11"/>
                      <a:pt x="1" y="35"/>
                      <a:pt x="9" y="60"/>
                    </a:cubicBezTo>
                    <a:cubicBezTo>
                      <a:pt x="17" y="102"/>
                      <a:pt x="34" y="135"/>
                      <a:pt x="42" y="168"/>
                    </a:cubicBezTo>
                    <a:cubicBezTo>
                      <a:pt x="50" y="185"/>
                      <a:pt x="50" y="201"/>
                      <a:pt x="59" y="218"/>
                    </a:cubicBezTo>
                    <a:cubicBezTo>
                      <a:pt x="67" y="226"/>
                      <a:pt x="67" y="243"/>
                      <a:pt x="75" y="251"/>
                    </a:cubicBezTo>
                    <a:cubicBezTo>
                      <a:pt x="75" y="259"/>
                      <a:pt x="84" y="267"/>
                      <a:pt x="84" y="276"/>
                    </a:cubicBezTo>
                    <a:cubicBezTo>
                      <a:pt x="90" y="285"/>
                      <a:pt x="102" y="290"/>
                      <a:pt x="114" y="290"/>
                    </a:cubicBezTo>
                    <a:cubicBezTo>
                      <a:pt x="132" y="290"/>
                      <a:pt x="150" y="279"/>
                      <a:pt x="150" y="259"/>
                    </a:cubicBezTo>
                    <a:cubicBezTo>
                      <a:pt x="150" y="243"/>
                      <a:pt x="150" y="234"/>
                      <a:pt x="150" y="226"/>
                    </a:cubicBezTo>
                    <a:cubicBezTo>
                      <a:pt x="150" y="218"/>
                      <a:pt x="142" y="209"/>
                      <a:pt x="142" y="193"/>
                    </a:cubicBezTo>
                    <a:cubicBezTo>
                      <a:pt x="133" y="176"/>
                      <a:pt x="133" y="160"/>
                      <a:pt x="125" y="143"/>
                    </a:cubicBezTo>
                    <a:cubicBezTo>
                      <a:pt x="117" y="110"/>
                      <a:pt x="108" y="77"/>
                      <a:pt x="100" y="35"/>
                    </a:cubicBezTo>
                    <a:cubicBezTo>
                      <a:pt x="93" y="15"/>
                      <a:pt x="75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0" name="Google Shape;2970;p5"/>
              <p:cNvSpPr/>
              <p:nvPr/>
            </p:nvSpPr>
            <p:spPr>
              <a:xfrm>
                <a:off x="3016850" y="4434275"/>
                <a:ext cx="17425" cy="46675"/>
              </a:xfrm>
              <a:custGeom>
                <a:rect b="b" l="l" r="r" t="t"/>
                <a:pathLst>
                  <a:path extrusionOk="0" h="1867" w="697">
                    <a:moveTo>
                      <a:pt x="573" y="0"/>
                    </a:moveTo>
                    <a:cubicBezTo>
                      <a:pt x="559" y="0"/>
                      <a:pt x="546" y="5"/>
                      <a:pt x="539" y="15"/>
                    </a:cubicBezTo>
                    <a:cubicBezTo>
                      <a:pt x="448" y="131"/>
                      <a:pt x="457" y="305"/>
                      <a:pt x="432" y="437"/>
                    </a:cubicBezTo>
                    <a:cubicBezTo>
                      <a:pt x="407" y="595"/>
                      <a:pt x="374" y="744"/>
                      <a:pt x="332" y="893"/>
                    </a:cubicBezTo>
                    <a:cubicBezTo>
                      <a:pt x="249" y="1191"/>
                      <a:pt x="150" y="1489"/>
                      <a:pt x="17" y="1779"/>
                    </a:cubicBezTo>
                    <a:cubicBezTo>
                      <a:pt x="0" y="1825"/>
                      <a:pt x="38" y="1867"/>
                      <a:pt x="74" y="1867"/>
                    </a:cubicBezTo>
                    <a:cubicBezTo>
                      <a:pt x="91" y="1867"/>
                      <a:pt x="107" y="1858"/>
                      <a:pt x="117" y="1837"/>
                    </a:cubicBezTo>
                    <a:cubicBezTo>
                      <a:pt x="283" y="1556"/>
                      <a:pt x="415" y="1266"/>
                      <a:pt x="506" y="959"/>
                    </a:cubicBezTo>
                    <a:cubicBezTo>
                      <a:pt x="556" y="802"/>
                      <a:pt x="589" y="644"/>
                      <a:pt x="614" y="487"/>
                    </a:cubicBezTo>
                    <a:cubicBezTo>
                      <a:pt x="639" y="354"/>
                      <a:pt x="697" y="164"/>
                      <a:pt x="631" y="31"/>
                    </a:cubicBezTo>
                    <a:cubicBezTo>
                      <a:pt x="621" y="11"/>
                      <a:pt x="595" y="0"/>
                      <a:pt x="5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1" name="Google Shape;2971;p5"/>
              <p:cNvSpPr/>
              <p:nvPr/>
            </p:nvSpPr>
            <p:spPr>
              <a:xfrm>
                <a:off x="3026225" y="4406100"/>
                <a:ext cx="29175" cy="63675"/>
              </a:xfrm>
              <a:custGeom>
                <a:rect b="b" l="l" r="r" t="t"/>
                <a:pathLst>
                  <a:path extrusionOk="0" h="2547" w="1167">
                    <a:moveTo>
                      <a:pt x="1066" y="0"/>
                    </a:moveTo>
                    <a:cubicBezTo>
                      <a:pt x="1046" y="0"/>
                      <a:pt x="1025" y="7"/>
                      <a:pt x="1010" y="23"/>
                    </a:cubicBezTo>
                    <a:cubicBezTo>
                      <a:pt x="960" y="73"/>
                      <a:pt x="943" y="139"/>
                      <a:pt x="927" y="214"/>
                    </a:cubicBezTo>
                    <a:cubicBezTo>
                      <a:pt x="902" y="288"/>
                      <a:pt x="877" y="363"/>
                      <a:pt x="860" y="437"/>
                    </a:cubicBezTo>
                    <a:cubicBezTo>
                      <a:pt x="811" y="578"/>
                      <a:pt x="761" y="718"/>
                      <a:pt x="712" y="859"/>
                    </a:cubicBezTo>
                    <a:lnTo>
                      <a:pt x="712" y="859"/>
                    </a:lnTo>
                    <a:cubicBezTo>
                      <a:pt x="713" y="836"/>
                      <a:pt x="721" y="807"/>
                      <a:pt x="728" y="785"/>
                    </a:cubicBezTo>
                    <a:cubicBezTo>
                      <a:pt x="744" y="703"/>
                      <a:pt x="761" y="611"/>
                      <a:pt x="720" y="529"/>
                    </a:cubicBezTo>
                    <a:cubicBezTo>
                      <a:pt x="710" y="505"/>
                      <a:pt x="685" y="495"/>
                      <a:pt x="659" y="495"/>
                    </a:cubicBezTo>
                    <a:cubicBezTo>
                      <a:pt x="639" y="495"/>
                      <a:pt x="618" y="501"/>
                      <a:pt x="604" y="512"/>
                    </a:cubicBezTo>
                    <a:cubicBezTo>
                      <a:pt x="537" y="570"/>
                      <a:pt x="521" y="661"/>
                      <a:pt x="504" y="736"/>
                    </a:cubicBezTo>
                    <a:cubicBezTo>
                      <a:pt x="488" y="819"/>
                      <a:pt x="471" y="901"/>
                      <a:pt x="454" y="976"/>
                    </a:cubicBezTo>
                    <a:cubicBezTo>
                      <a:pt x="421" y="1150"/>
                      <a:pt x="388" y="1316"/>
                      <a:pt x="338" y="1481"/>
                    </a:cubicBezTo>
                    <a:cubicBezTo>
                      <a:pt x="256" y="1813"/>
                      <a:pt x="164" y="2144"/>
                      <a:pt x="24" y="2451"/>
                    </a:cubicBezTo>
                    <a:cubicBezTo>
                      <a:pt x="1" y="2502"/>
                      <a:pt x="41" y="2546"/>
                      <a:pt x="82" y="2546"/>
                    </a:cubicBezTo>
                    <a:cubicBezTo>
                      <a:pt x="100" y="2546"/>
                      <a:pt x="119" y="2537"/>
                      <a:pt x="131" y="2517"/>
                    </a:cubicBezTo>
                    <a:cubicBezTo>
                      <a:pt x="222" y="2368"/>
                      <a:pt x="314" y="2210"/>
                      <a:pt x="380" y="2053"/>
                    </a:cubicBezTo>
                    <a:cubicBezTo>
                      <a:pt x="446" y="1904"/>
                      <a:pt x="496" y="1746"/>
                      <a:pt x="537" y="1589"/>
                    </a:cubicBezTo>
                    <a:cubicBezTo>
                      <a:pt x="662" y="1374"/>
                      <a:pt x="778" y="1158"/>
                      <a:pt x="885" y="934"/>
                    </a:cubicBezTo>
                    <a:cubicBezTo>
                      <a:pt x="943" y="794"/>
                      <a:pt x="993" y="653"/>
                      <a:pt x="1043" y="512"/>
                    </a:cubicBezTo>
                    <a:cubicBezTo>
                      <a:pt x="1068" y="437"/>
                      <a:pt x="1092" y="363"/>
                      <a:pt x="1117" y="288"/>
                    </a:cubicBezTo>
                    <a:cubicBezTo>
                      <a:pt x="1134" y="214"/>
                      <a:pt x="1167" y="139"/>
                      <a:pt x="1142" y="56"/>
                    </a:cubicBezTo>
                    <a:cubicBezTo>
                      <a:pt x="1132" y="20"/>
                      <a:pt x="1099" y="0"/>
                      <a:pt x="10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5"/>
              <p:cNvSpPr/>
              <p:nvPr/>
            </p:nvSpPr>
            <p:spPr>
              <a:xfrm>
                <a:off x="3044400" y="4389775"/>
                <a:ext cx="19700" cy="50400"/>
              </a:xfrm>
              <a:custGeom>
                <a:rect b="b" l="l" r="r" t="t"/>
                <a:pathLst>
                  <a:path extrusionOk="0" h="2016" w="788">
                    <a:moveTo>
                      <a:pt x="730" y="1"/>
                    </a:moveTo>
                    <a:cubicBezTo>
                      <a:pt x="703" y="1"/>
                      <a:pt x="675" y="15"/>
                      <a:pt x="664" y="46"/>
                    </a:cubicBezTo>
                    <a:lnTo>
                      <a:pt x="664" y="38"/>
                    </a:lnTo>
                    <a:cubicBezTo>
                      <a:pt x="556" y="361"/>
                      <a:pt x="490" y="684"/>
                      <a:pt x="382" y="1008"/>
                    </a:cubicBezTo>
                    <a:cubicBezTo>
                      <a:pt x="283" y="1322"/>
                      <a:pt x="158" y="1645"/>
                      <a:pt x="17" y="1952"/>
                    </a:cubicBezTo>
                    <a:cubicBezTo>
                      <a:pt x="0" y="1986"/>
                      <a:pt x="30" y="2016"/>
                      <a:pt x="58" y="2016"/>
                    </a:cubicBezTo>
                    <a:cubicBezTo>
                      <a:pt x="71" y="2016"/>
                      <a:pt x="84" y="2009"/>
                      <a:pt x="92" y="1993"/>
                    </a:cubicBezTo>
                    <a:cubicBezTo>
                      <a:pt x="266" y="1695"/>
                      <a:pt x="415" y="1389"/>
                      <a:pt x="539" y="1066"/>
                    </a:cubicBezTo>
                    <a:cubicBezTo>
                      <a:pt x="655" y="742"/>
                      <a:pt x="763" y="403"/>
                      <a:pt x="788" y="55"/>
                    </a:cubicBezTo>
                    <a:cubicBezTo>
                      <a:pt x="788" y="19"/>
                      <a:pt x="760" y="1"/>
                      <a:pt x="7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3" name="Google Shape;2973;p5"/>
              <p:cNvSpPr/>
              <p:nvPr/>
            </p:nvSpPr>
            <p:spPr>
              <a:xfrm>
                <a:off x="2946650" y="4369900"/>
                <a:ext cx="6025" cy="32875"/>
              </a:xfrm>
              <a:custGeom>
                <a:rect b="b" l="l" r="r" t="t"/>
                <a:pathLst>
                  <a:path extrusionOk="0" h="1315" w="241">
                    <a:moveTo>
                      <a:pt x="125" y="0"/>
                    </a:moveTo>
                    <a:cubicBezTo>
                      <a:pt x="96" y="0"/>
                      <a:pt x="68" y="14"/>
                      <a:pt x="50" y="46"/>
                    </a:cubicBezTo>
                    <a:cubicBezTo>
                      <a:pt x="0" y="137"/>
                      <a:pt x="17" y="270"/>
                      <a:pt x="17" y="369"/>
                    </a:cubicBezTo>
                    <a:cubicBezTo>
                      <a:pt x="17" y="469"/>
                      <a:pt x="17" y="568"/>
                      <a:pt x="25" y="667"/>
                    </a:cubicBezTo>
                    <a:cubicBezTo>
                      <a:pt x="25" y="875"/>
                      <a:pt x="66" y="1073"/>
                      <a:pt x="108" y="1272"/>
                    </a:cubicBezTo>
                    <a:cubicBezTo>
                      <a:pt x="111" y="1301"/>
                      <a:pt x="134" y="1314"/>
                      <a:pt x="159" y="1314"/>
                    </a:cubicBezTo>
                    <a:cubicBezTo>
                      <a:pt x="190" y="1314"/>
                      <a:pt x="224" y="1293"/>
                      <a:pt x="224" y="1256"/>
                    </a:cubicBezTo>
                    <a:cubicBezTo>
                      <a:pt x="216" y="1065"/>
                      <a:pt x="224" y="866"/>
                      <a:pt x="216" y="667"/>
                    </a:cubicBezTo>
                    <a:cubicBezTo>
                      <a:pt x="216" y="568"/>
                      <a:pt x="216" y="469"/>
                      <a:pt x="224" y="369"/>
                    </a:cubicBezTo>
                    <a:cubicBezTo>
                      <a:pt x="224" y="319"/>
                      <a:pt x="224" y="278"/>
                      <a:pt x="224" y="228"/>
                    </a:cubicBezTo>
                    <a:cubicBezTo>
                      <a:pt x="232" y="179"/>
                      <a:pt x="240" y="112"/>
                      <a:pt x="224" y="63"/>
                    </a:cubicBezTo>
                    <a:cubicBezTo>
                      <a:pt x="205" y="25"/>
                      <a:pt x="164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4" name="Google Shape;2974;p5"/>
              <p:cNvSpPr/>
              <p:nvPr/>
            </p:nvSpPr>
            <p:spPr>
              <a:xfrm>
                <a:off x="2952225" y="4381025"/>
                <a:ext cx="3975" cy="13650"/>
              </a:xfrm>
              <a:custGeom>
                <a:rect b="b" l="l" r="r" t="t"/>
                <a:pathLst>
                  <a:path extrusionOk="0" h="546" w="159">
                    <a:moveTo>
                      <a:pt x="108" y="1"/>
                    </a:moveTo>
                    <a:cubicBezTo>
                      <a:pt x="100" y="1"/>
                      <a:pt x="92" y="3"/>
                      <a:pt x="84" y="7"/>
                    </a:cubicBezTo>
                    <a:cubicBezTo>
                      <a:pt x="51" y="32"/>
                      <a:pt x="51" y="90"/>
                      <a:pt x="42" y="123"/>
                    </a:cubicBezTo>
                    <a:cubicBezTo>
                      <a:pt x="34" y="164"/>
                      <a:pt x="26" y="206"/>
                      <a:pt x="26" y="247"/>
                    </a:cubicBezTo>
                    <a:cubicBezTo>
                      <a:pt x="17" y="330"/>
                      <a:pt x="9" y="405"/>
                      <a:pt x="1" y="488"/>
                    </a:cubicBezTo>
                    <a:cubicBezTo>
                      <a:pt x="1" y="521"/>
                      <a:pt x="34" y="546"/>
                      <a:pt x="59" y="546"/>
                    </a:cubicBezTo>
                    <a:cubicBezTo>
                      <a:pt x="100" y="546"/>
                      <a:pt x="117" y="521"/>
                      <a:pt x="125" y="488"/>
                    </a:cubicBezTo>
                    <a:cubicBezTo>
                      <a:pt x="133" y="405"/>
                      <a:pt x="142" y="330"/>
                      <a:pt x="150" y="247"/>
                    </a:cubicBezTo>
                    <a:cubicBezTo>
                      <a:pt x="150" y="206"/>
                      <a:pt x="158" y="173"/>
                      <a:pt x="158" y="131"/>
                    </a:cubicBezTo>
                    <a:cubicBezTo>
                      <a:pt x="158" y="90"/>
                      <a:pt x="158" y="40"/>
                      <a:pt x="133" y="7"/>
                    </a:cubicBezTo>
                    <a:cubicBezTo>
                      <a:pt x="125" y="3"/>
                      <a:pt x="117" y="1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5" name="Google Shape;2975;p5"/>
              <p:cNvSpPr/>
              <p:nvPr/>
            </p:nvSpPr>
            <p:spPr>
              <a:xfrm>
                <a:off x="2958850" y="4389950"/>
                <a:ext cx="2925" cy="5350"/>
              </a:xfrm>
              <a:custGeom>
                <a:rect b="b" l="l" r="r" t="t"/>
                <a:pathLst>
                  <a:path extrusionOk="0" h="214" w="117">
                    <a:moveTo>
                      <a:pt x="91" y="0"/>
                    </a:moveTo>
                    <a:cubicBezTo>
                      <a:pt x="83" y="0"/>
                      <a:pt x="74" y="5"/>
                      <a:pt x="67" y="15"/>
                    </a:cubicBezTo>
                    <a:cubicBezTo>
                      <a:pt x="59" y="23"/>
                      <a:pt x="51" y="31"/>
                      <a:pt x="42" y="48"/>
                    </a:cubicBezTo>
                    <a:cubicBezTo>
                      <a:pt x="42" y="56"/>
                      <a:pt x="34" y="73"/>
                      <a:pt x="34" y="89"/>
                    </a:cubicBezTo>
                    <a:cubicBezTo>
                      <a:pt x="26" y="114"/>
                      <a:pt x="17" y="139"/>
                      <a:pt x="9" y="155"/>
                    </a:cubicBezTo>
                    <a:cubicBezTo>
                      <a:pt x="1" y="180"/>
                      <a:pt x="17" y="205"/>
                      <a:pt x="34" y="213"/>
                    </a:cubicBezTo>
                    <a:cubicBezTo>
                      <a:pt x="59" y="213"/>
                      <a:pt x="84" y="205"/>
                      <a:pt x="84" y="180"/>
                    </a:cubicBezTo>
                    <a:lnTo>
                      <a:pt x="109" y="106"/>
                    </a:lnTo>
                    <a:cubicBezTo>
                      <a:pt x="109" y="97"/>
                      <a:pt x="109" y="81"/>
                      <a:pt x="117" y="64"/>
                    </a:cubicBezTo>
                    <a:lnTo>
                      <a:pt x="117" y="31"/>
                    </a:lnTo>
                    <a:cubicBezTo>
                      <a:pt x="117" y="11"/>
                      <a:pt x="105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6" name="Google Shape;2976;p5"/>
              <p:cNvSpPr/>
              <p:nvPr/>
            </p:nvSpPr>
            <p:spPr>
              <a:xfrm>
                <a:off x="3022775" y="4189175"/>
                <a:ext cx="12950" cy="34425"/>
              </a:xfrm>
              <a:custGeom>
                <a:rect b="b" l="l" r="r" t="t"/>
                <a:pathLst>
                  <a:path extrusionOk="0" h="1377" w="518">
                    <a:moveTo>
                      <a:pt x="88" y="1"/>
                    </a:moveTo>
                    <a:cubicBezTo>
                      <a:pt x="43" y="1"/>
                      <a:pt x="0" y="48"/>
                      <a:pt x="29" y="100"/>
                    </a:cubicBezTo>
                    <a:cubicBezTo>
                      <a:pt x="87" y="191"/>
                      <a:pt x="120" y="282"/>
                      <a:pt x="153" y="381"/>
                    </a:cubicBezTo>
                    <a:cubicBezTo>
                      <a:pt x="186" y="489"/>
                      <a:pt x="220" y="589"/>
                      <a:pt x="244" y="688"/>
                    </a:cubicBezTo>
                    <a:cubicBezTo>
                      <a:pt x="261" y="787"/>
                      <a:pt x="278" y="887"/>
                      <a:pt x="278" y="995"/>
                    </a:cubicBezTo>
                    <a:cubicBezTo>
                      <a:pt x="286" y="1044"/>
                      <a:pt x="286" y="1094"/>
                      <a:pt x="278" y="1144"/>
                    </a:cubicBezTo>
                    <a:cubicBezTo>
                      <a:pt x="278" y="1202"/>
                      <a:pt x="269" y="1260"/>
                      <a:pt x="294" y="1318"/>
                    </a:cubicBezTo>
                    <a:cubicBezTo>
                      <a:pt x="308" y="1355"/>
                      <a:pt x="343" y="1377"/>
                      <a:pt x="378" y="1377"/>
                    </a:cubicBezTo>
                    <a:cubicBezTo>
                      <a:pt x="406" y="1377"/>
                      <a:pt x="433" y="1363"/>
                      <a:pt x="452" y="1334"/>
                    </a:cubicBezTo>
                    <a:cubicBezTo>
                      <a:pt x="518" y="1243"/>
                      <a:pt x="501" y="1094"/>
                      <a:pt x="493" y="995"/>
                    </a:cubicBezTo>
                    <a:cubicBezTo>
                      <a:pt x="493" y="879"/>
                      <a:pt x="468" y="763"/>
                      <a:pt x="443" y="647"/>
                    </a:cubicBezTo>
                    <a:cubicBezTo>
                      <a:pt x="418" y="539"/>
                      <a:pt x="385" y="431"/>
                      <a:pt x="336" y="323"/>
                    </a:cubicBezTo>
                    <a:cubicBezTo>
                      <a:pt x="286" y="224"/>
                      <a:pt x="220" y="125"/>
                      <a:pt x="145" y="33"/>
                    </a:cubicBezTo>
                    <a:cubicBezTo>
                      <a:pt x="130" y="10"/>
                      <a:pt x="109" y="1"/>
                      <a:pt x="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7" name="Google Shape;2977;p5"/>
              <p:cNvSpPr/>
              <p:nvPr/>
            </p:nvSpPr>
            <p:spPr>
              <a:xfrm>
                <a:off x="3032400" y="4193900"/>
                <a:ext cx="5000" cy="15225"/>
              </a:xfrm>
              <a:custGeom>
                <a:rect b="b" l="l" r="r" t="t"/>
                <a:pathLst>
                  <a:path extrusionOk="0" h="609" w="200">
                    <a:moveTo>
                      <a:pt x="55" y="0"/>
                    </a:moveTo>
                    <a:cubicBezTo>
                      <a:pt x="50" y="0"/>
                      <a:pt x="46" y="1"/>
                      <a:pt x="42" y="2"/>
                    </a:cubicBezTo>
                    <a:cubicBezTo>
                      <a:pt x="17" y="10"/>
                      <a:pt x="0" y="43"/>
                      <a:pt x="9" y="68"/>
                    </a:cubicBezTo>
                    <a:cubicBezTo>
                      <a:pt x="33" y="151"/>
                      <a:pt x="58" y="242"/>
                      <a:pt x="67" y="325"/>
                    </a:cubicBezTo>
                    <a:cubicBezTo>
                      <a:pt x="67" y="366"/>
                      <a:pt x="75" y="408"/>
                      <a:pt x="83" y="458"/>
                    </a:cubicBezTo>
                    <a:cubicBezTo>
                      <a:pt x="83" y="474"/>
                      <a:pt x="83" y="499"/>
                      <a:pt x="91" y="524"/>
                    </a:cubicBezTo>
                    <a:cubicBezTo>
                      <a:pt x="91" y="549"/>
                      <a:pt x="100" y="565"/>
                      <a:pt x="108" y="590"/>
                    </a:cubicBezTo>
                    <a:cubicBezTo>
                      <a:pt x="116" y="603"/>
                      <a:pt x="129" y="609"/>
                      <a:pt x="141" y="609"/>
                    </a:cubicBezTo>
                    <a:cubicBezTo>
                      <a:pt x="154" y="609"/>
                      <a:pt x="166" y="603"/>
                      <a:pt x="174" y="590"/>
                    </a:cubicBezTo>
                    <a:cubicBezTo>
                      <a:pt x="199" y="549"/>
                      <a:pt x="199" y="499"/>
                      <a:pt x="199" y="449"/>
                    </a:cubicBezTo>
                    <a:cubicBezTo>
                      <a:pt x="199" y="408"/>
                      <a:pt x="191" y="358"/>
                      <a:pt x="183" y="308"/>
                    </a:cubicBezTo>
                    <a:cubicBezTo>
                      <a:pt x="166" y="217"/>
                      <a:pt x="141" y="126"/>
                      <a:pt x="108" y="43"/>
                    </a:cubicBezTo>
                    <a:cubicBezTo>
                      <a:pt x="101" y="22"/>
                      <a:pt x="81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8" name="Google Shape;2978;p5"/>
              <p:cNvSpPr/>
              <p:nvPr/>
            </p:nvSpPr>
            <p:spPr>
              <a:xfrm>
                <a:off x="3037375" y="4191250"/>
                <a:ext cx="5200" cy="20975"/>
              </a:xfrm>
              <a:custGeom>
                <a:rect b="b" l="l" r="r" t="t"/>
                <a:pathLst>
                  <a:path extrusionOk="0" h="839" w="208">
                    <a:moveTo>
                      <a:pt x="66" y="0"/>
                    </a:moveTo>
                    <a:cubicBezTo>
                      <a:pt x="42" y="0"/>
                      <a:pt x="0" y="25"/>
                      <a:pt x="8" y="58"/>
                    </a:cubicBezTo>
                    <a:cubicBezTo>
                      <a:pt x="17" y="182"/>
                      <a:pt x="33" y="315"/>
                      <a:pt x="50" y="439"/>
                    </a:cubicBezTo>
                    <a:cubicBezTo>
                      <a:pt x="58" y="564"/>
                      <a:pt x="75" y="688"/>
                      <a:pt x="116" y="812"/>
                    </a:cubicBezTo>
                    <a:cubicBezTo>
                      <a:pt x="123" y="830"/>
                      <a:pt x="138" y="839"/>
                      <a:pt x="153" y="839"/>
                    </a:cubicBezTo>
                    <a:cubicBezTo>
                      <a:pt x="172" y="839"/>
                      <a:pt x="191" y="824"/>
                      <a:pt x="191" y="796"/>
                    </a:cubicBezTo>
                    <a:cubicBezTo>
                      <a:pt x="207" y="680"/>
                      <a:pt x="191" y="547"/>
                      <a:pt x="174" y="431"/>
                    </a:cubicBezTo>
                    <a:cubicBezTo>
                      <a:pt x="158" y="307"/>
                      <a:pt x="149" y="182"/>
                      <a:pt x="133" y="58"/>
                    </a:cubicBezTo>
                    <a:cubicBezTo>
                      <a:pt x="124" y="25"/>
                      <a:pt x="108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9" name="Google Shape;2979;p5"/>
              <p:cNvSpPr/>
              <p:nvPr/>
            </p:nvSpPr>
            <p:spPr>
              <a:xfrm>
                <a:off x="2953275" y="4201025"/>
                <a:ext cx="6450" cy="19175"/>
              </a:xfrm>
              <a:custGeom>
                <a:rect b="b" l="l" r="r" t="t"/>
                <a:pathLst>
                  <a:path extrusionOk="0" h="767" w="258">
                    <a:moveTo>
                      <a:pt x="66" y="1"/>
                    </a:moveTo>
                    <a:cubicBezTo>
                      <a:pt x="37" y="1"/>
                      <a:pt x="9" y="19"/>
                      <a:pt x="9" y="57"/>
                    </a:cubicBezTo>
                    <a:cubicBezTo>
                      <a:pt x="0" y="173"/>
                      <a:pt x="9" y="297"/>
                      <a:pt x="25" y="413"/>
                    </a:cubicBezTo>
                    <a:cubicBezTo>
                      <a:pt x="33" y="463"/>
                      <a:pt x="50" y="521"/>
                      <a:pt x="66" y="579"/>
                    </a:cubicBezTo>
                    <a:cubicBezTo>
                      <a:pt x="83" y="637"/>
                      <a:pt x="100" y="695"/>
                      <a:pt x="141" y="744"/>
                    </a:cubicBezTo>
                    <a:cubicBezTo>
                      <a:pt x="152" y="760"/>
                      <a:pt x="167" y="767"/>
                      <a:pt x="184" y="767"/>
                    </a:cubicBezTo>
                    <a:cubicBezTo>
                      <a:pt x="219" y="767"/>
                      <a:pt x="257" y="737"/>
                      <a:pt x="257" y="703"/>
                    </a:cubicBezTo>
                    <a:cubicBezTo>
                      <a:pt x="249" y="645"/>
                      <a:pt x="216" y="587"/>
                      <a:pt x="199" y="529"/>
                    </a:cubicBezTo>
                    <a:cubicBezTo>
                      <a:pt x="182" y="479"/>
                      <a:pt x="174" y="429"/>
                      <a:pt x="158" y="380"/>
                    </a:cubicBezTo>
                    <a:cubicBezTo>
                      <a:pt x="133" y="272"/>
                      <a:pt x="124" y="164"/>
                      <a:pt x="124" y="57"/>
                    </a:cubicBezTo>
                    <a:cubicBezTo>
                      <a:pt x="124" y="19"/>
                      <a:pt x="95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0" name="Google Shape;2980;p5"/>
              <p:cNvSpPr/>
              <p:nvPr/>
            </p:nvSpPr>
            <p:spPr>
              <a:xfrm>
                <a:off x="2959900" y="4202600"/>
                <a:ext cx="4175" cy="11450"/>
              </a:xfrm>
              <a:custGeom>
                <a:rect b="b" l="l" r="r" t="t"/>
                <a:pathLst>
                  <a:path extrusionOk="0" h="458" w="167">
                    <a:moveTo>
                      <a:pt x="77" y="1"/>
                    </a:moveTo>
                    <a:cubicBezTo>
                      <a:pt x="74" y="1"/>
                      <a:pt x="70" y="1"/>
                      <a:pt x="67" y="2"/>
                    </a:cubicBezTo>
                    <a:cubicBezTo>
                      <a:pt x="33" y="2"/>
                      <a:pt x="17" y="27"/>
                      <a:pt x="9" y="60"/>
                    </a:cubicBezTo>
                    <a:cubicBezTo>
                      <a:pt x="0" y="126"/>
                      <a:pt x="9" y="201"/>
                      <a:pt x="17" y="275"/>
                    </a:cubicBezTo>
                    <a:cubicBezTo>
                      <a:pt x="25" y="308"/>
                      <a:pt x="25" y="342"/>
                      <a:pt x="42" y="375"/>
                    </a:cubicBezTo>
                    <a:cubicBezTo>
                      <a:pt x="58" y="408"/>
                      <a:pt x="83" y="441"/>
                      <a:pt x="116" y="458"/>
                    </a:cubicBezTo>
                    <a:cubicBezTo>
                      <a:pt x="133" y="458"/>
                      <a:pt x="149" y="458"/>
                      <a:pt x="149" y="441"/>
                    </a:cubicBezTo>
                    <a:cubicBezTo>
                      <a:pt x="166" y="408"/>
                      <a:pt x="158" y="375"/>
                      <a:pt x="158" y="350"/>
                    </a:cubicBezTo>
                    <a:cubicBezTo>
                      <a:pt x="149" y="308"/>
                      <a:pt x="141" y="275"/>
                      <a:pt x="133" y="242"/>
                    </a:cubicBezTo>
                    <a:cubicBezTo>
                      <a:pt x="133" y="226"/>
                      <a:pt x="125" y="226"/>
                      <a:pt x="125" y="201"/>
                    </a:cubicBezTo>
                    <a:lnTo>
                      <a:pt x="125" y="159"/>
                    </a:lnTo>
                    <a:cubicBezTo>
                      <a:pt x="125" y="126"/>
                      <a:pt x="125" y="93"/>
                      <a:pt x="125" y="60"/>
                    </a:cubicBezTo>
                    <a:cubicBezTo>
                      <a:pt x="132" y="30"/>
                      <a:pt x="106" y="1"/>
                      <a:pt x="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1" name="Google Shape;2981;p5"/>
              <p:cNvSpPr/>
              <p:nvPr/>
            </p:nvSpPr>
            <p:spPr>
              <a:xfrm>
                <a:off x="2968175" y="4205700"/>
                <a:ext cx="4600" cy="14150"/>
              </a:xfrm>
              <a:custGeom>
                <a:rect b="b" l="l" r="r" t="t"/>
                <a:pathLst>
                  <a:path extrusionOk="0" h="566" w="184">
                    <a:moveTo>
                      <a:pt x="64" y="0"/>
                    </a:moveTo>
                    <a:cubicBezTo>
                      <a:pt x="59" y="0"/>
                      <a:pt x="55" y="1"/>
                      <a:pt x="50" y="2"/>
                    </a:cubicBezTo>
                    <a:cubicBezTo>
                      <a:pt x="17" y="10"/>
                      <a:pt x="1" y="44"/>
                      <a:pt x="9" y="68"/>
                    </a:cubicBezTo>
                    <a:cubicBezTo>
                      <a:pt x="17" y="151"/>
                      <a:pt x="34" y="234"/>
                      <a:pt x="50" y="309"/>
                    </a:cubicBezTo>
                    <a:cubicBezTo>
                      <a:pt x="67" y="392"/>
                      <a:pt x="75" y="474"/>
                      <a:pt x="108" y="549"/>
                    </a:cubicBezTo>
                    <a:cubicBezTo>
                      <a:pt x="117" y="557"/>
                      <a:pt x="133" y="566"/>
                      <a:pt x="150" y="566"/>
                    </a:cubicBezTo>
                    <a:cubicBezTo>
                      <a:pt x="166" y="557"/>
                      <a:pt x="175" y="541"/>
                      <a:pt x="175" y="532"/>
                    </a:cubicBezTo>
                    <a:cubicBezTo>
                      <a:pt x="183" y="450"/>
                      <a:pt x="166" y="367"/>
                      <a:pt x="158" y="284"/>
                    </a:cubicBezTo>
                    <a:cubicBezTo>
                      <a:pt x="142" y="201"/>
                      <a:pt x="133" y="126"/>
                      <a:pt x="117" y="44"/>
                    </a:cubicBezTo>
                    <a:cubicBezTo>
                      <a:pt x="110" y="16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2" name="Google Shape;2982;p5"/>
              <p:cNvSpPr/>
              <p:nvPr/>
            </p:nvSpPr>
            <p:spPr>
              <a:xfrm>
                <a:off x="3021075" y="4310450"/>
                <a:ext cx="6375" cy="42950"/>
              </a:xfrm>
              <a:custGeom>
                <a:rect b="b" l="l" r="r" t="t"/>
                <a:pathLst>
                  <a:path extrusionOk="0" h="1718" w="255">
                    <a:moveTo>
                      <a:pt x="140" y="1"/>
                    </a:moveTo>
                    <a:cubicBezTo>
                      <a:pt x="119" y="1"/>
                      <a:pt x="98" y="14"/>
                      <a:pt x="89" y="38"/>
                    </a:cubicBezTo>
                    <a:cubicBezTo>
                      <a:pt x="64" y="96"/>
                      <a:pt x="64" y="162"/>
                      <a:pt x="64" y="220"/>
                    </a:cubicBezTo>
                    <a:cubicBezTo>
                      <a:pt x="64" y="295"/>
                      <a:pt x="64" y="361"/>
                      <a:pt x="64" y="427"/>
                    </a:cubicBezTo>
                    <a:cubicBezTo>
                      <a:pt x="64" y="560"/>
                      <a:pt x="64" y="692"/>
                      <a:pt x="64" y="833"/>
                    </a:cubicBezTo>
                    <a:cubicBezTo>
                      <a:pt x="56" y="1107"/>
                      <a:pt x="47" y="1380"/>
                      <a:pt x="6" y="1653"/>
                    </a:cubicBezTo>
                    <a:cubicBezTo>
                      <a:pt x="1" y="1693"/>
                      <a:pt x="31" y="1717"/>
                      <a:pt x="59" y="1717"/>
                    </a:cubicBezTo>
                    <a:cubicBezTo>
                      <a:pt x="79" y="1717"/>
                      <a:pt x="98" y="1705"/>
                      <a:pt x="105" y="1678"/>
                    </a:cubicBezTo>
                    <a:cubicBezTo>
                      <a:pt x="172" y="1405"/>
                      <a:pt x="230" y="1131"/>
                      <a:pt x="246" y="850"/>
                    </a:cubicBezTo>
                    <a:cubicBezTo>
                      <a:pt x="254" y="709"/>
                      <a:pt x="254" y="568"/>
                      <a:pt x="254" y="427"/>
                    </a:cubicBezTo>
                    <a:cubicBezTo>
                      <a:pt x="246" y="361"/>
                      <a:pt x="246" y="295"/>
                      <a:pt x="230" y="228"/>
                    </a:cubicBezTo>
                    <a:cubicBezTo>
                      <a:pt x="221" y="162"/>
                      <a:pt x="213" y="87"/>
                      <a:pt x="180" y="21"/>
                    </a:cubicBezTo>
                    <a:cubicBezTo>
                      <a:pt x="169" y="7"/>
                      <a:pt x="155" y="1"/>
                      <a:pt x="1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3" name="Google Shape;2983;p5"/>
              <p:cNvSpPr/>
              <p:nvPr/>
            </p:nvSpPr>
            <p:spPr>
              <a:xfrm>
                <a:off x="3027525" y="4323150"/>
                <a:ext cx="4475" cy="17450"/>
              </a:xfrm>
              <a:custGeom>
                <a:rect b="b" l="l" r="r" t="t"/>
                <a:pathLst>
                  <a:path extrusionOk="0" h="698" w="179">
                    <a:moveTo>
                      <a:pt x="133" y="1"/>
                    </a:moveTo>
                    <a:cubicBezTo>
                      <a:pt x="121" y="1"/>
                      <a:pt x="108" y="7"/>
                      <a:pt x="104" y="19"/>
                    </a:cubicBezTo>
                    <a:cubicBezTo>
                      <a:pt x="79" y="60"/>
                      <a:pt x="71" y="110"/>
                      <a:pt x="63" y="168"/>
                    </a:cubicBezTo>
                    <a:cubicBezTo>
                      <a:pt x="54" y="217"/>
                      <a:pt x="46" y="275"/>
                      <a:pt x="38" y="333"/>
                    </a:cubicBezTo>
                    <a:cubicBezTo>
                      <a:pt x="30" y="433"/>
                      <a:pt x="21" y="541"/>
                      <a:pt x="5" y="648"/>
                    </a:cubicBezTo>
                    <a:cubicBezTo>
                      <a:pt x="0" y="681"/>
                      <a:pt x="29" y="698"/>
                      <a:pt x="57" y="698"/>
                    </a:cubicBezTo>
                    <a:cubicBezTo>
                      <a:pt x="79" y="698"/>
                      <a:pt x="100" y="687"/>
                      <a:pt x="104" y="665"/>
                    </a:cubicBezTo>
                    <a:cubicBezTo>
                      <a:pt x="112" y="557"/>
                      <a:pt x="129" y="449"/>
                      <a:pt x="146" y="342"/>
                    </a:cubicBezTo>
                    <a:cubicBezTo>
                      <a:pt x="154" y="292"/>
                      <a:pt x="162" y="242"/>
                      <a:pt x="170" y="184"/>
                    </a:cubicBezTo>
                    <a:cubicBezTo>
                      <a:pt x="170" y="126"/>
                      <a:pt x="179" y="77"/>
                      <a:pt x="170" y="27"/>
                    </a:cubicBezTo>
                    <a:lnTo>
                      <a:pt x="162" y="27"/>
                    </a:lnTo>
                    <a:cubicBezTo>
                      <a:pt x="162" y="9"/>
                      <a:pt x="148" y="1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4" name="Google Shape;2984;p5"/>
              <p:cNvSpPr/>
              <p:nvPr/>
            </p:nvSpPr>
            <p:spPr>
              <a:xfrm>
                <a:off x="3034150" y="4316975"/>
                <a:ext cx="6150" cy="19300"/>
              </a:xfrm>
              <a:custGeom>
                <a:rect b="b" l="l" r="r" t="t"/>
                <a:pathLst>
                  <a:path extrusionOk="0" h="772" w="246">
                    <a:moveTo>
                      <a:pt x="200" y="0"/>
                    </a:moveTo>
                    <a:cubicBezTo>
                      <a:pt x="193" y="0"/>
                      <a:pt x="185" y="3"/>
                      <a:pt x="179" y="9"/>
                    </a:cubicBezTo>
                    <a:cubicBezTo>
                      <a:pt x="137" y="50"/>
                      <a:pt x="121" y="116"/>
                      <a:pt x="104" y="166"/>
                    </a:cubicBezTo>
                    <a:cubicBezTo>
                      <a:pt x="79" y="224"/>
                      <a:pt x="71" y="290"/>
                      <a:pt x="63" y="348"/>
                    </a:cubicBezTo>
                    <a:cubicBezTo>
                      <a:pt x="38" y="464"/>
                      <a:pt x="21" y="589"/>
                      <a:pt x="5" y="713"/>
                    </a:cubicBezTo>
                    <a:cubicBezTo>
                      <a:pt x="0" y="750"/>
                      <a:pt x="37" y="772"/>
                      <a:pt x="72" y="772"/>
                    </a:cubicBezTo>
                    <a:cubicBezTo>
                      <a:pt x="100" y="772"/>
                      <a:pt x="125" y="759"/>
                      <a:pt x="129" y="730"/>
                    </a:cubicBezTo>
                    <a:cubicBezTo>
                      <a:pt x="146" y="605"/>
                      <a:pt x="162" y="489"/>
                      <a:pt x="187" y="373"/>
                    </a:cubicBezTo>
                    <a:cubicBezTo>
                      <a:pt x="204" y="315"/>
                      <a:pt x="212" y="257"/>
                      <a:pt x="220" y="199"/>
                    </a:cubicBezTo>
                    <a:cubicBezTo>
                      <a:pt x="229" y="141"/>
                      <a:pt x="245" y="83"/>
                      <a:pt x="229" y="25"/>
                    </a:cubicBezTo>
                    <a:cubicBezTo>
                      <a:pt x="229" y="9"/>
                      <a:pt x="215" y="0"/>
                      <a:pt x="2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5" name="Google Shape;2985;p5"/>
              <p:cNvSpPr/>
              <p:nvPr/>
            </p:nvSpPr>
            <p:spPr>
              <a:xfrm>
                <a:off x="2994650" y="4337450"/>
                <a:ext cx="6075" cy="15950"/>
              </a:xfrm>
              <a:custGeom>
                <a:rect b="b" l="l" r="r" t="t"/>
                <a:pathLst>
                  <a:path extrusionOk="0" h="638" w="243">
                    <a:moveTo>
                      <a:pt x="211" y="0"/>
                    </a:moveTo>
                    <a:cubicBezTo>
                      <a:pt x="201" y="0"/>
                      <a:pt x="191" y="6"/>
                      <a:pt x="185" y="18"/>
                    </a:cubicBezTo>
                    <a:cubicBezTo>
                      <a:pt x="151" y="109"/>
                      <a:pt x="127" y="201"/>
                      <a:pt x="102" y="292"/>
                    </a:cubicBezTo>
                    <a:cubicBezTo>
                      <a:pt x="77" y="391"/>
                      <a:pt x="44" y="482"/>
                      <a:pt x="11" y="573"/>
                    </a:cubicBezTo>
                    <a:cubicBezTo>
                      <a:pt x="1" y="613"/>
                      <a:pt x="31" y="637"/>
                      <a:pt x="63" y="637"/>
                    </a:cubicBezTo>
                    <a:cubicBezTo>
                      <a:pt x="85" y="637"/>
                      <a:pt x="108" y="625"/>
                      <a:pt x="118" y="598"/>
                    </a:cubicBezTo>
                    <a:cubicBezTo>
                      <a:pt x="151" y="507"/>
                      <a:pt x="176" y="416"/>
                      <a:pt x="201" y="325"/>
                    </a:cubicBezTo>
                    <a:cubicBezTo>
                      <a:pt x="209" y="275"/>
                      <a:pt x="218" y="225"/>
                      <a:pt x="226" y="184"/>
                    </a:cubicBezTo>
                    <a:cubicBezTo>
                      <a:pt x="234" y="134"/>
                      <a:pt x="243" y="85"/>
                      <a:pt x="243" y="35"/>
                    </a:cubicBezTo>
                    <a:cubicBezTo>
                      <a:pt x="243" y="14"/>
                      <a:pt x="227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6" name="Google Shape;2986;p5"/>
              <p:cNvSpPr/>
              <p:nvPr/>
            </p:nvSpPr>
            <p:spPr>
              <a:xfrm>
                <a:off x="2873100" y="4179000"/>
                <a:ext cx="7275" cy="23575"/>
              </a:xfrm>
              <a:custGeom>
                <a:rect b="b" l="l" r="r" t="t"/>
                <a:pathLst>
                  <a:path extrusionOk="0" h="943" w="291">
                    <a:moveTo>
                      <a:pt x="124" y="1"/>
                    </a:moveTo>
                    <a:cubicBezTo>
                      <a:pt x="99" y="1"/>
                      <a:pt x="74" y="14"/>
                      <a:pt x="67" y="43"/>
                    </a:cubicBezTo>
                    <a:cubicBezTo>
                      <a:pt x="26" y="192"/>
                      <a:pt x="1" y="333"/>
                      <a:pt x="17" y="482"/>
                    </a:cubicBezTo>
                    <a:cubicBezTo>
                      <a:pt x="17" y="556"/>
                      <a:pt x="34" y="639"/>
                      <a:pt x="50" y="714"/>
                    </a:cubicBezTo>
                    <a:cubicBezTo>
                      <a:pt x="67" y="788"/>
                      <a:pt x="92" y="863"/>
                      <a:pt x="150" y="921"/>
                    </a:cubicBezTo>
                    <a:cubicBezTo>
                      <a:pt x="168" y="936"/>
                      <a:pt x="187" y="943"/>
                      <a:pt x="205" y="943"/>
                    </a:cubicBezTo>
                    <a:cubicBezTo>
                      <a:pt x="247" y="943"/>
                      <a:pt x="282" y="909"/>
                      <a:pt x="282" y="863"/>
                    </a:cubicBezTo>
                    <a:cubicBezTo>
                      <a:pt x="291" y="797"/>
                      <a:pt x="266" y="730"/>
                      <a:pt x="249" y="656"/>
                    </a:cubicBezTo>
                    <a:cubicBezTo>
                      <a:pt x="233" y="590"/>
                      <a:pt x="216" y="523"/>
                      <a:pt x="208" y="457"/>
                    </a:cubicBezTo>
                    <a:cubicBezTo>
                      <a:pt x="183" y="324"/>
                      <a:pt x="175" y="192"/>
                      <a:pt x="183" y="59"/>
                    </a:cubicBezTo>
                    <a:cubicBezTo>
                      <a:pt x="188" y="22"/>
                      <a:pt x="156" y="1"/>
                      <a:pt x="1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7" name="Google Shape;2987;p5"/>
              <p:cNvSpPr/>
              <p:nvPr/>
            </p:nvSpPr>
            <p:spPr>
              <a:xfrm>
                <a:off x="2880525" y="4189150"/>
                <a:ext cx="7100" cy="23075"/>
              </a:xfrm>
              <a:custGeom>
                <a:rect b="b" l="l" r="r" t="t"/>
                <a:pathLst>
                  <a:path extrusionOk="0" h="923" w="284">
                    <a:moveTo>
                      <a:pt x="69" y="1"/>
                    </a:moveTo>
                    <a:cubicBezTo>
                      <a:pt x="36" y="1"/>
                      <a:pt x="0" y="31"/>
                      <a:pt x="10" y="76"/>
                    </a:cubicBezTo>
                    <a:cubicBezTo>
                      <a:pt x="35" y="217"/>
                      <a:pt x="60" y="358"/>
                      <a:pt x="93" y="498"/>
                    </a:cubicBezTo>
                    <a:cubicBezTo>
                      <a:pt x="118" y="631"/>
                      <a:pt x="143" y="772"/>
                      <a:pt x="201" y="904"/>
                    </a:cubicBezTo>
                    <a:cubicBezTo>
                      <a:pt x="207" y="917"/>
                      <a:pt x="219" y="922"/>
                      <a:pt x="231" y="922"/>
                    </a:cubicBezTo>
                    <a:cubicBezTo>
                      <a:pt x="252" y="922"/>
                      <a:pt x="275" y="906"/>
                      <a:pt x="275" y="880"/>
                    </a:cubicBezTo>
                    <a:cubicBezTo>
                      <a:pt x="284" y="739"/>
                      <a:pt x="242" y="598"/>
                      <a:pt x="209" y="465"/>
                    </a:cubicBezTo>
                    <a:cubicBezTo>
                      <a:pt x="184" y="324"/>
                      <a:pt x="151" y="184"/>
                      <a:pt x="118" y="43"/>
                    </a:cubicBezTo>
                    <a:cubicBezTo>
                      <a:pt x="111" y="13"/>
                      <a:pt x="91" y="1"/>
                      <a:pt x="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8" name="Google Shape;2988;p5"/>
              <p:cNvSpPr/>
              <p:nvPr/>
            </p:nvSpPr>
            <p:spPr>
              <a:xfrm>
                <a:off x="2822575" y="4022000"/>
                <a:ext cx="9125" cy="15400"/>
              </a:xfrm>
              <a:custGeom>
                <a:rect b="b" l="l" r="r" t="t"/>
                <a:pathLst>
                  <a:path extrusionOk="0" h="616" w="365">
                    <a:moveTo>
                      <a:pt x="168" y="1"/>
                    </a:moveTo>
                    <a:cubicBezTo>
                      <a:pt x="141" y="1"/>
                      <a:pt x="114" y="11"/>
                      <a:pt x="99" y="34"/>
                    </a:cubicBezTo>
                    <a:lnTo>
                      <a:pt x="91" y="51"/>
                    </a:lnTo>
                    <a:cubicBezTo>
                      <a:pt x="58" y="67"/>
                      <a:pt x="41" y="92"/>
                      <a:pt x="25" y="125"/>
                    </a:cubicBezTo>
                    <a:cubicBezTo>
                      <a:pt x="8" y="158"/>
                      <a:pt x="0" y="200"/>
                      <a:pt x="0" y="241"/>
                    </a:cubicBezTo>
                    <a:cubicBezTo>
                      <a:pt x="0" y="283"/>
                      <a:pt x="0" y="324"/>
                      <a:pt x="0" y="366"/>
                    </a:cubicBezTo>
                    <a:cubicBezTo>
                      <a:pt x="8" y="407"/>
                      <a:pt x="17" y="440"/>
                      <a:pt x="25" y="482"/>
                    </a:cubicBezTo>
                    <a:cubicBezTo>
                      <a:pt x="33" y="531"/>
                      <a:pt x="58" y="581"/>
                      <a:pt x="116" y="606"/>
                    </a:cubicBezTo>
                    <a:cubicBezTo>
                      <a:pt x="130" y="613"/>
                      <a:pt x="145" y="616"/>
                      <a:pt x="160" y="616"/>
                    </a:cubicBezTo>
                    <a:cubicBezTo>
                      <a:pt x="197" y="616"/>
                      <a:pt x="236" y="596"/>
                      <a:pt x="265" y="573"/>
                    </a:cubicBezTo>
                    <a:cubicBezTo>
                      <a:pt x="298" y="540"/>
                      <a:pt x="307" y="498"/>
                      <a:pt x="323" y="457"/>
                    </a:cubicBezTo>
                    <a:cubicBezTo>
                      <a:pt x="356" y="308"/>
                      <a:pt x="365" y="117"/>
                      <a:pt x="224" y="18"/>
                    </a:cubicBezTo>
                    <a:cubicBezTo>
                      <a:pt x="209" y="7"/>
                      <a:pt x="189" y="1"/>
                      <a:pt x="1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9" name="Google Shape;2989;p5"/>
              <p:cNvSpPr/>
              <p:nvPr/>
            </p:nvSpPr>
            <p:spPr>
              <a:xfrm>
                <a:off x="2879950" y="4020475"/>
                <a:ext cx="10575" cy="14200"/>
              </a:xfrm>
              <a:custGeom>
                <a:rect b="b" l="l" r="r" t="t"/>
                <a:pathLst>
                  <a:path extrusionOk="0" h="568" w="423">
                    <a:moveTo>
                      <a:pt x="238" y="1"/>
                    </a:moveTo>
                    <a:cubicBezTo>
                      <a:pt x="195" y="1"/>
                      <a:pt x="151" y="16"/>
                      <a:pt x="116" y="45"/>
                    </a:cubicBezTo>
                    <a:cubicBezTo>
                      <a:pt x="75" y="79"/>
                      <a:pt x="50" y="137"/>
                      <a:pt x="25" y="186"/>
                    </a:cubicBezTo>
                    <a:cubicBezTo>
                      <a:pt x="17" y="244"/>
                      <a:pt x="0" y="294"/>
                      <a:pt x="8" y="352"/>
                    </a:cubicBezTo>
                    <a:cubicBezTo>
                      <a:pt x="17" y="402"/>
                      <a:pt x="42" y="435"/>
                      <a:pt x="75" y="460"/>
                    </a:cubicBezTo>
                    <a:cubicBezTo>
                      <a:pt x="100" y="509"/>
                      <a:pt x="124" y="543"/>
                      <a:pt x="174" y="559"/>
                    </a:cubicBezTo>
                    <a:cubicBezTo>
                      <a:pt x="192" y="565"/>
                      <a:pt x="208" y="568"/>
                      <a:pt x="225" y="568"/>
                    </a:cubicBezTo>
                    <a:cubicBezTo>
                      <a:pt x="254" y="568"/>
                      <a:pt x="283" y="559"/>
                      <a:pt x="315" y="543"/>
                    </a:cubicBezTo>
                    <a:cubicBezTo>
                      <a:pt x="340" y="518"/>
                      <a:pt x="356" y="493"/>
                      <a:pt x="373" y="460"/>
                    </a:cubicBezTo>
                    <a:cubicBezTo>
                      <a:pt x="398" y="418"/>
                      <a:pt x="414" y="369"/>
                      <a:pt x="414" y="327"/>
                    </a:cubicBezTo>
                    <a:cubicBezTo>
                      <a:pt x="423" y="277"/>
                      <a:pt x="423" y="228"/>
                      <a:pt x="414" y="186"/>
                    </a:cubicBezTo>
                    <a:cubicBezTo>
                      <a:pt x="406" y="120"/>
                      <a:pt x="381" y="62"/>
                      <a:pt x="323" y="21"/>
                    </a:cubicBezTo>
                    <a:cubicBezTo>
                      <a:pt x="297" y="7"/>
                      <a:pt x="268" y="1"/>
                      <a:pt x="2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0" name="Google Shape;2990;p5"/>
              <p:cNvSpPr/>
              <p:nvPr/>
            </p:nvSpPr>
            <p:spPr>
              <a:xfrm>
                <a:off x="2866425" y="3994225"/>
                <a:ext cx="29075" cy="22000"/>
              </a:xfrm>
              <a:custGeom>
                <a:rect b="b" l="l" r="r" t="t"/>
                <a:pathLst>
                  <a:path extrusionOk="0" h="880" w="1163">
                    <a:moveTo>
                      <a:pt x="711" y="1"/>
                    </a:moveTo>
                    <a:cubicBezTo>
                      <a:pt x="707" y="1"/>
                      <a:pt x="703" y="1"/>
                      <a:pt x="699" y="2"/>
                    </a:cubicBezTo>
                    <a:cubicBezTo>
                      <a:pt x="649" y="2"/>
                      <a:pt x="616" y="27"/>
                      <a:pt x="574" y="43"/>
                    </a:cubicBezTo>
                    <a:cubicBezTo>
                      <a:pt x="533" y="68"/>
                      <a:pt x="491" y="93"/>
                      <a:pt x="458" y="126"/>
                    </a:cubicBezTo>
                    <a:cubicBezTo>
                      <a:pt x="384" y="184"/>
                      <a:pt x="326" y="259"/>
                      <a:pt x="268" y="325"/>
                    </a:cubicBezTo>
                    <a:cubicBezTo>
                      <a:pt x="143" y="474"/>
                      <a:pt x="61" y="631"/>
                      <a:pt x="11" y="814"/>
                    </a:cubicBezTo>
                    <a:cubicBezTo>
                      <a:pt x="1" y="854"/>
                      <a:pt x="37" y="879"/>
                      <a:pt x="73" y="879"/>
                    </a:cubicBezTo>
                    <a:cubicBezTo>
                      <a:pt x="95" y="879"/>
                      <a:pt x="117" y="869"/>
                      <a:pt x="127" y="847"/>
                    </a:cubicBezTo>
                    <a:cubicBezTo>
                      <a:pt x="160" y="772"/>
                      <a:pt x="193" y="706"/>
                      <a:pt x="235" y="640"/>
                    </a:cubicBezTo>
                    <a:cubicBezTo>
                      <a:pt x="246" y="647"/>
                      <a:pt x="255" y="651"/>
                      <a:pt x="265" y="651"/>
                    </a:cubicBezTo>
                    <a:cubicBezTo>
                      <a:pt x="276" y="651"/>
                      <a:pt x="287" y="645"/>
                      <a:pt x="301" y="631"/>
                    </a:cubicBezTo>
                    <a:cubicBezTo>
                      <a:pt x="417" y="524"/>
                      <a:pt x="549" y="424"/>
                      <a:pt x="690" y="358"/>
                    </a:cubicBezTo>
                    <a:cubicBezTo>
                      <a:pt x="765" y="317"/>
                      <a:pt x="831" y="283"/>
                      <a:pt x="906" y="259"/>
                    </a:cubicBezTo>
                    <a:lnTo>
                      <a:pt x="906" y="267"/>
                    </a:lnTo>
                    <a:cubicBezTo>
                      <a:pt x="947" y="250"/>
                      <a:pt x="980" y="242"/>
                      <a:pt x="1022" y="225"/>
                    </a:cubicBezTo>
                    <a:cubicBezTo>
                      <a:pt x="1055" y="209"/>
                      <a:pt x="1105" y="201"/>
                      <a:pt x="1138" y="176"/>
                    </a:cubicBezTo>
                    <a:cubicBezTo>
                      <a:pt x="1163" y="151"/>
                      <a:pt x="1154" y="101"/>
                      <a:pt x="1121" y="93"/>
                    </a:cubicBezTo>
                    <a:cubicBezTo>
                      <a:pt x="1104" y="86"/>
                      <a:pt x="1086" y="83"/>
                      <a:pt x="1069" y="83"/>
                    </a:cubicBezTo>
                    <a:cubicBezTo>
                      <a:pt x="1045" y="83"/>
                      <a:pt x="1021" y="88"/>
                      <a:pt x="997" y="93"/>
                    </a:cubicBezTo>
                    <a:cubicBezTo>
                      <a:pt x="955" y="93"/>
                      <a:pt x="906" y="101"/>
                      <a:pt x="864" y="118"/>
                    </a:cubicBezTo>
                    <a:cubicBezTo>
                      <a:pt x="781" y="143"/>
                      <a:pt x="699" y="176"/>
                      <a:pt x="624" y="217"/>
                    </a:cubicBezTo>
                    <a:cubicBezTo>
                      <a:pt x="599" y="234"/>
                      <a:pt x="574" y="250"/>
                      <a:pt x="549" y="267"/>
                    </a:cubicBezTo>
                    <a:lnTo>
                      <a:pt x="566" y="250"/>
                    </a:lnTo>
                    <a:cubicBezTo>
                      <a:pt x="599" y="225"/>
                      <a:pt x="632" y="201"/>
                      <a:pt x="657" y="167"/>
                    </a:cubicBezTo>
                    <a:cubicBezTo>
                      <a:pt x="690" y="134"/>
                      <a:pt x="723" y="109"/>
                      <a:pt x="748" y="76"/>
                    </a:cubicBezTo>
                    <a:cubicBezTo>
                      <a:pt x="771" y="38"/>
                      <a:pt x="752" y="1"/>
                      <a:pt x="7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1" name="Google Shape;2991;p5"/>
              <p:cNvSpPr/>
              <p:nvPr/>
            </p:nvSpPr>
            <p:spPr>
              <a:xfrm>
                <a:off x="2878025" y="3999925"/>
                <a:ext cx="23475" cy="8550"/>
              </a:xfrm>
              <a:custGeom>
                <a:rect b="b" l="l" r="r" t="t"/>
                <a:pathLst>
                  <a:path extrusionOk="0" h="342" w="939">
                    <a:moveTo>
                      <a:pt x="766" y="1"/>
                    </a:moveTo>
                    <a:cubicBezTo>
                      <a:pt x="738" y="1"/>
                      <a:pt x="709" y="3"/>
                      <a:pt x="682" y="6"/>
                    </a:cubicBezTo>
                    <a:cubicBezTo>
                      <a:pt x="607" y="22"/>
                      <a:pt x="533" y="39"/>
                      <a:pt x="467" y="55"/>
                    </a:cubicBezTo>
                    <a:cubicBezTo>
                      <a:pt x="317" y="105"/>
                      <a:pt x="177" y="163"/>
                      <a:pt x="44" y="238"/>
                    </a:cubicBezTo>
                    <a:cubicBezTo>
                      <a:pt x="0" y="267"/>
                      <a:pt x="34" y="341"/>
                      <a:pt x="82" y="341"/>
                    </a:cubicBezTo>
                    <a:cubicBezTo>
                      <a:pt x="88" y="341"/>
                      <a:pt x="95" y="340"/>
                      <a:pt x="102" y="337"/>
                    </a:cubicBezTo>
                    <a:cubicBezTo>
                      <a:pt x="235" y="279"/>
                      <a:pt x="367" y="229"/>
                      <a:pt x="500" y="188"/>
                    </a:cubicBezTo>
                    <a:cubicBezTo>
                      <a:pt x="566" y="171"/>
                      <a:pt x="632" y="155"/>
                      <a:pt x="707" y="147"/>
                    </a:cubicBezTo>
                    <a:cubicBezTo>
                      <a:pt x="773" y="130"/>
                      <a:pt x="848" y="122"/>
                      <a:pt x="906" y="89"/>
                    </a:cubicBezTo>
                    <a:cubicBezTo>
                      <a:pt x="939" y="72"/>
                      <a:pt x="939" y="31"/>
                      <a:pt x="906" y="22"/>
                    </a:cubicBezTo>
                    <a:cubicBezTo>
                      <a:pt x="864" y="7"/>
                      <a:pt x="815" y="1"/>
                      <a:pt x="7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2" name="Google Shape;2992;p5"/>
              <p:cNvSpPr/>
              <p:nvPr/>
            </p:nvSpPr>
            <p:spPr>
              <a:xfrm>
                <a:off x="2896375" y="4002750"/>
                <a:ext cx="19850" cy="6950"/>
              </a:xfrm>
              <a:custGeom>
                <a:rect b="b" l="l" r="r" t="t"/>
                <a:pathLst>
                  <a:path extrusionOk="0" h="278" w="794">
                    <a:moveTo>
                      <a:pt x="329" y="0"/>
                    </a:moveTo>
                    <a:cubicBezTo>
                      <a:pt x="230" y="17"/>
                      <a:pt x="139" y="42"/>
                      <a:pt x="47" y="75"/>
                    </a:cubicBezTo>
                    <a:cubicBezTo>
                      <a:pt x="0" y="91"/>
                      <a:pt x="20" y="158"/>
                      <a:pt x="65" y="158"/>
                    </a:cubicBezTo>
                    <a:cubicBezTo>
                      <a:pt x="67" y="158"/>
                      <a:pt x="70" y="158"/>
                      <a:pt x="72" y="158"/>
                    </a:cubicBezTo>
                    <a:cubicBezTo>
                      <a:pt x="155" y="150"/>
                      <a:pt x="246" y="141"/>
                      <a:pt x="337" y="133"/>
                    </a:cubicBezTo>
                    <a:cubicBezTo>
                      <a:pt x="371" y="133"/>
                      <a:pt x="412" y="133"/>
                      <a:pt x="453" y="141"/>
                    </a:cubicBezTo>
                    <a:cubicBezTo>
                      <a:pt x="478" y="141"/>
                      <a:pt x="503" y="150"/>
                      <a:pt x="511" y="150"/>
                    </a:cubicBezTo>
                    <a:cubicBezTo>
                      <a:pt x="503" y="158"/>
                      <a:pt x="495" y="166"/>
                      <a:pt x="487" y="183"/>
                    </a:cubicBezTo>
                    <a:cubicBezTo>
                      <a:pt x="487" y="199"/>
                      <a:pt x="495" y="224"/>
                      <a:pt x="511" y="232"/>
                    </a:cubicBezTo>
                    <a:cubicBezTo>
                      <a:pt x="561" y="249"/>
                      <a:pt x="603" y="257"/>
                      <a:pt x="644" y="266"/>
                    </a:cubicBezTo>
                    <a:cubicBezTo>
                      <a:pt x="661" y="274"/>
                      <a:pt x="685" y="274"/>
                      <a:pt x="702" y="274"/>
                    </a:cubicBezTo>
                    <a:lnTo>
                      <a:pt x="710" y="274"/>
                    </a:lnTo>
                    <a:cubicBezTo>
                      <a:pt x="716" y="274"/>
                      <a:pt x="725" y="278"/>
                      <a:pt x="733" y="278"/>
                    </a:cubicBezTo>
                    <a:cubicBezTo>
                      <a:pt x="737" y="278"/>
                      <a:pt x="741" y="277"/>
                      <a:pt x="743" y="274"/>
                    </a:cubicBezTo>
                    <a:cubicBezTo>
                      <a:pt x="760" y="274"/>
                      <a:pt x="768" y="266"/>
                      <a:pt x="777" y="257"/>
                    </a:cubicBezTo>
                    <a:cubicBezTo>
                      <a:pt x="793" y="249"/>
                      <a:pt x="793" y="232"/>
                      <a:pt x="785" y="216"/>
                    </a:cubicBezTo>
                    <a:cubicBezTo>
                      <a:pt x="777" y="208"/>
                      <a:pt x="768" y="199"/>
                      <a:pt x="752" y="191"/>
                    </a:cubicBezTo>
                    <a:cubicBezTo>
                      <a:pt x="743" y="191"/>
                      <a:pt x="727" y="191"/>
                      <a:pt x="719" y="183"/>
                    </a:cubicBezTo>
                    <a:lnTo>
                      <a:pt x="694" y="183"/>
                    </a:lnTo>
                    <a:cubicBezTo>
                      <a:pt x="685" y="174"/>
                      <a:pt x="669" y="174"/>
                      <a:pt x="661" y="166"/>
                    </a:cubicBezTo>
                    <a:cubicBezTo>
                      <a:pt x="636" y="166"/>
                      <a:pt x="611" y="158"/>
                      <a:pt x="586" y="158"/>
                    </a:cubicBezTo>
                    <a:cubicBezTo>
                      <a:pt x="627" y="150"/>
                      <a:pt x="644" y="108"/>
                      <a:pt x="619" y="75"/>
                    </a:cubicBezTo>
                    <a:cubicBezTo>
                      <a:pt x="603" y="50"/>
                      <a:pt x="578" y="42"/>
                      <a:pt x="561" y="34"/>
                    </a:cubicBezTo>
                    <a:cubicBezTo>
                      <a:pt x="536" y="17"/>
                      <a:pt x="511" y="9"/>
                      <a:pt x="478" y="9"/>
                    </a:cubicBezTo>
                    <a:cubicBezTo>
                      <a:pt x="429" y="0"/>
                      <a:pt x="379" y="0"/>
                      <a:pt x="3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3" name="Google Shape;2993;p5"/>
              <p:cNvSpPr/>
              <p:nvPr/>
            </p:nvSpPr>
            <p:spPr>
              <a:xfrm>
                <a:off x="2849700" y="4003800"/>
                <a:ext cx="11250" cy="30950"/>
              </a:xfrm>
              <a:custGeom>
                <a:rect b="b" l="l" r="r" t="t"/>
                <a:pathLst>
                  <a:path extrusionOk="0" h="1238" w="450">
                    <a:moveTo>
                      <a:pt x="395" y="1"/>
                    </a:moveTo>
                    <a:cubicBezTo>
                      <a:pt x="384" y="1"/>
                      <a:pt x="374" y="5"/>
                      <a:pt x="365" y="16"/>
                    </a:cubicBezTo>
                    <a:cubicBezTo>
                      <a:pt x="307" y="99"/>
                      <a:pt x="249" y="182"/>
                      <a:pt x="208" y="273"/>
                    </a:cubicBezTo>
                    <a:cubicBezTo>
                      <a:pt x="158" y="364"/>
                      <a:pt x="133" y="464"/>
                      <a:pt x="100" y="563"/>
                    </a:cubicBezTo>
                    <a:cubicBezTo>
                      <a:pt x="75" y="671"/>
                      <a:pt x="50" y="770"/>
                      <a:pt x="34" y="870"/>
                    </a:cubicBezTo>
                    <a:cubicBezTo>
                      <a:pt x="17" y="978"/>
                      <a:pt x="0" y="1085"/>
                      <a:pt x="25" y="1185"/>
                    </a:cubicBezTo>
                    <a:cubicBezTo>
                      <a:pt x="35" y="1218"/>
                      <a:pt x="63" y="1237"/>
                      <a:pt x="90" y="1237"/>
                    </a:cubicBezTo>
                    <a:cubicBezTo>
                      <a:pt x="111" y="1237"/>
                      <a:pt x="131" y="1226"/>
                      <a:pt x="141" y="1201"/>
                    </a:cubicBezTo>
                    <a:cubicBezTo>
                      <a:pt x="183" y="1110"/>
                      <a:pt x="191" y="1011"/>
                      <a:pt x="199" y="920"/>
                    </a:cubicBezTo>
                    <a:cubicBezTo>
                      <a:pt x="208" y="820"/>
                      <a:pt x="224" y="721"/>
                      <a:pt x="241" y="621"/>
                    </a:cubicBezTo>
                    <a:cubicBezTo>
                      <a:pt x="274" y="431"/>
                      <a:pt x="332" y="224"/>
                      <a:pt x="431" y="66"/>
                    </a:cubicBezTo>
                    <a:cubicBezTo>
                      <a:pt x="450" y="36"/>
                      <a:pt x="423" y="1"/>
                      <a:pt x="3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4" name="Google Shape;2994;p5"/>
              <p:cNvSpPr/>
              <p:nvPr/>
            </p:nvSpPr>
            <p:spPr>
              <a:xfrm>
                <a:off x="2854675" y="4035475"/>
                <a:ext cx="2925" cy="9025"/>
              </a:xfrm>
              <a:custGeom>
                <a:rect b="b" l="l" r="r" t="t"/>
                <a:pathLst>
                  <a:path extrusionOk="0" h="361" w="117">
                    <a:moveTo>
                      <a:pt x="58" y="1"/>
                    </a:moveTo>
                    <a:cubicBezTo>
                      <a:pt x="33" y="1"/>
                      <a:pt x="9" y="25"/>
                      <a:pt x="9" y="50"/>
                    </a:cubicBezTo>
                    <a:cubicBezTo>
                      <a:pt x="9" y="100"/>
                      <a:pt x="0" y="141"/>
                      <a:pt x="0" y="191"/>
                    </a:cubicBezTo>
                    <a:cubicBezTo>
                      <a:pt x="0" y="224"/>
                      <a:pt x="0" y="249"/>
                      <a:pt x="0" y="274"/>
                    </a:cubicBezTo>
                    <a:cubicBezTo>
                      <a:pt x="0" y="307"/>
                      <a:pt x="9" y="332"/>
                      <a:pt x="33" y="357"/>
                    </a:cubicBezTo>
                    <a:cubicBezTo>
                      <a:pt x="36" y="360"/>
                      <a:pt x="40" y="360"/>
                      <a:pt x="44" y="360"/>
                    </a:cubicBezTo>
                    <a:cubicBezTo>
                      <a:pt x="53" y="360"/>
                      <a:pt x="64" y="357"/>
                      <a:pt x="75" y="357"/>
                    </a:cubicBezTo>
                    <a:cubicBezTo>
                      <a:pt x="100" y="332"/>
                      <a:pt x="100" y="307"/>
                      <a:pt x="108" y="274"/>
                    </a:cubicBezTo>
                    <a:cubicBezTo>
                      <a:pt x="108" y="249"/>
                      <a:pt x="116" y="224"/>
                      <a:pt x="116" y="208"/>
                    </a:cubicBezTo>
                    <a:cubicBezTo>
                      <a:pt x="116" y="150"/>
                      <a:pt x="116" y="100"/>
                      <a:pt x="108" y="50"/>
                    </a:cubicBezTo>
                    <a:cubicBezTo>
                      <a:pt x="108" y="25"/>
                      <a:pt x="83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5" name="Google Shape;2995;p5"/>
              <p:cNvSpPr/>
              <p:nvPr/>
            </p:nvSpPr>
            <p:spPr>
              <a:xfrm>
                <a:off x="2822825" y="4084975"/>
                <a:ext cx="2250" cy="1700"/>
              </a:xfrm>
              <a:custGeom>
                <a:rect b="b" l="l" r="r" t="t"/>
                <a:pathLst>
                  <a:path extrusionOk="0" h="68" w="90">
                    <a:moveTo>
                      <a:pt x="40" y="1"/>
                    </a:moveTo>
                    <a:cubicBezTo>
                      <a:pt x="1" y="9"/>
                      <a:pt x="6" y="68"/>
                      <a:pt x="41" y="68"/>
                    </a:cubicBezTo>
                    <a:cubicBezTo>
                      <a:pt x="43" y="68"/>
                      <a:pt x="46" y="68"/>
                      <a:pt x="48" y="67"/>
                    </a:cubicBezTo>
                    <a:cubicBezTo>
                      <a:pt x="89" y="59"/>
                      <a:pt x="81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6" name="Google Shape;2996;p5"/>
              <p:cNvSpPr/>
              <p:nvPr/>
            </p:nvSpPr>
            <p:spPr>
              <a:xfrm>
                <a:off x="2825875" y="4084975"/>
                <a:ext cx="2925" cy="2925"/>
              </a:xfrm>
              <a:custGeom>
                <a:rect b="b" l="l" r="r" t="t"/>
                <a:pathLst>
                  <a:path extrusionOk="0" h="117" w="117">
                    <a:moveTo>
                      <a:pt x="83" y="1"/>
                    </a:moveTo>
                    <a:cubicBezTo>
                      <a:pt x="83" y="1"/>
                      <a:pt x="75" y="9"/>
                      <a:pt x="67" y="9"/>
                    </a:cubicBezTo>
                    <a:lnTo>
                      <a:pt x="50" y="26"/>
                    </a:lnTo>
                    <a:lnTo>
                      <a:pt x="17" y="50"/>
                    </a:lnTo>
                    <a:cubicBezTo>
                      <a:pt x="9" y="59"/>
                      <a:pt x="1" y="67"/>
                      <a:pt x="1" y="75"/>
                    </a:cubicBezTo>
                    <a:cubicBezTo>
                      <a:pt x="1" y="84"/>
                      <a:pt x="1" y="100"/>
                      <a:pt x="9" y="100"/>
                    </a:cubicBezTo>
                    <a:cubicBezTo>
                      <a:pt x="17" y="108"/>
                      <a:pt x="25" y="117"/>
                      <a:pt x="34" y="117"/>
                    </a:cubicBezTo>
                    <a:cubicBezTo>
                      <a:pt x="50" y="117"/>
                      <a:pt x="59" y="108"/>
                      <a:pt x="67" y="100"/>
                    </a:cubicBezTo>
                    <a:lnTo>
                      <a:pt x="92" y="67"/>
                    </a:lnTo>
                    <a:lnTo>
                      <a:pt x="100" y="50"/>
                    </a:lnTo>
                    <a:cubicBezTo>
                      <a:pt x="108" y="42"/>
                      <a:pt x="108" y="34"/>
                      <a:pt x="117" y="26"/>
                    </a:cubicBezTo>
                    <a:lnTo>
                      <a:pt x="117" y="17"/>
                    </a:lnTo>
                    <a:lnTo>
                      <a:pt x="10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7" name="Google Shape;2997;p5"/>
              <p:cNvSpPr/>
              <p:nvPr/>
            </p:nvSpPr>
            <p:spPr>
              <a:xfrm>
                <a:off x="2900650" y="4130275"/>
                <a:ext cx="11225" cy="5275"/>
              </a:xfrm>
              <a:custGeom>
                <a:rect b="b" l="l" r="r" t="t"/>
                <a:pathLst>
                  <a:path extrusionOk="0" h="211" w="449">
                    <a:moveTo>
                      <a:pt x="91" y="0"/>
                    </a:moveTo>
                    <a:cubicBezTo>
                      <a:pt x="72" y="0"/>
                      <a:pt x="52" y="1"/>
                      <a:pt x="34" y="3"/>
                    </a:cubicBezTo>
                    <a:cubicBezTo>
                      <a:pt x="1" y="12"/>
                      <a:pt x="1" y="70"/>
                      <a:pt x="34" y="78"/>
                    </a:cubicBezTo>
                    <a:cubicBezTo>
                      <a:pt x="100" y="78"/>
                      <a:pt x="166" y="94"/>
                      <a:pt x="224" y="119"/>
                    </a:cubicBezTo>
                    <a:cubicBezTo>
                      <a:pt x="258" y="128"/>
                      <a:pt x="282" y="144"/>
                      <a:pt x="316" y="161"/>
                    </a:cubicBezTo>
                    <a:cubicBezTo>
                      <a:pt x="324" y="169"/>
                      <a:pt x="340" y="177"/>
                      <a:pt x="357" y="186"/>
                    </a:cubicBezTo>
                    <a:cubicBezTo>
                      <a:pt x="365" y="194"/>
                      <a:pt x="374" y="194"/>
                      <a:pt x="382" y="202"/>
                    </a:cubicBezTo>
                    <a:cubicBezTo>
                      <a:pt x="390" y="202"/>
                      <a:pt x="398" y="202"/>
                      <a:pt x="407" y="210"/>
                    </a:cubicBezTo>
                    <a:cubicBezTo>
                      <a:pt x="432" y="210"/>
                      <a:pt x="448" y="186"/>
                      <a:pt x="440" y="169"/>
                    </a:cubicBezTo>
                    <a:cubicBezTo>
                      <a:pt x="432" y="144"/>
                      <a:pt x="423" y="128"/>
                      <a:pt x="407" y="111"/>
                    </a:cubicBezTo>
                    <a:lnTo>
                      <a:pt x="407" y="119"/>
                    </a:lnTo>
                    <a:cubicBezTo>
                      <a:pt x="390" y="103"/>
                      <a:pt x="382" y="94"/>
                      <a:pt x="365" y="78"/>
                    </a:cubicBezTo>
                    <a:cubicBezTo>
                      <a:pt x="332" y="61"/>
                      <a:pt x="299" y="45"/>
                      <a:pt x="258" y="28"/>
                    </a:cubicBezTo>
                    <a:cubicBezTo>
                      <a:pt x="208" y="9"/>
                      <a:pt x="149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8" name="Google Shape;2998;p5"/>
              <p:cNvSpPr/>
              <p:nvPr/>
            </p:nvSpPr>
            <p:spPr>
              <a:xfrm>
                <a:off x="2902100" y="4125675"/>
                <a:ext cx="24050" cy="12575"/>
              </a:xfrm>
              <a:custGeom>
                <a:rect b="b" l="l" r="r" t="t"/>
                <a:pathLst>
                  <a:path extrusionOk="0" h="503" w="962">
                    <a:moveTo>
                      <a:pt x="134" y="1"/>
                    </a:moveTo>
                    <a:cubicBezTo>
                      <a:pt x="103" y="1"/>
                      <a:pt x="73" y="2"/>
                      <a:pt x="42" y="5"/>
                    </a:cubicBezTo>
                    <a:cubicBezTo>
                      <a:pt x="1" y="13"/>
                      <a:pt x="1" y="88"/>
                      <a:pt x="42" y="88"/>
                    </a:cubicBezTo>
                    <a:cubicBezTo>
                      <a:pt x="208" y="96"/>
                      <a:pt x="382" y="138"/>
                      <a:pt x="531" y="212"/>
                    </a:cubicBezTo>
                    <a:cubicBezTo>
                      <a:pt x="606" y="245"/>
                      <a:pt x="672" y="295"/>
                      <a:pt x="730" y="345"/>
                    </a:cubicBezTo>
                    <a:cubicBezTo>
                      <a:pt x="763" y="370"/>
                      <a:pt x="796" y="403"/>
                      <a:pt x="829" y="428"/>
                    </a:cubicBezTo>
                    <a:cubicBezTo>
                      <a:pt x="862" y="461"/>
                      <a:pt x="879" y="486"/>
                      <a:pt x="929" y="502"/>
                    </a:cubicBezTo>
                    <a:cubicBezTo>
                      <a:pt x="945" y="502"/>
                      <a:pt x="962" y="486"/>
                      <a:pt x="962" y="469"/>
                    </a:cubicBezTo>
                    <a:cubicBezTo>
                      <a:pt x="962" y="428"/>
                      <a:pt x="937" y="394"/>
                      <a:pt x="904" y="353"/>
                    </a:cubicBezTo>
                    <a:cubicBezTo>
                      <a:pt x="879" y="320"/>
                      <a:pt x="846" y="287"/>
                      <a:pt x="813" y="254"/>
                    </a:cubicBezTo>
                    <a:cubicBezTo>
                      <a:pt x="746" y="196"/>
                      <a:pt x="664" y="146"/>
                      <a:pt x="581" y="104"/>
                    </a:cubicBezTo>
                    <a:cubicBezTo>
                      <a:pt x="443" y="35"/>
                      <a:pt x="287" y="1"/>
                      <a:pt x="1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9" name="Google Shape;2999;p5"/>
              <p:cNvSpPr/>
              <p:nvPr/>
            </p:nvSpPr>
            <p:spPr>
              <a:xfrm>
                <a:off x="2920125" y="4125500"/>
                <a:ext cx="12050" cy="11075"/>
              </a:xfrm>
              <a:custGeom>
                <a:rect b="b" l="l" r="r" t="t"/>
                <a:pathLst>
                  <a:path extrusionOk="0" h="443" w="482">
                    <a:moveTo>
                      <a:pt x="57" y="1"/>
                    </a:moveTo>
                    <a:cubicBezTo>
                      <a:pt x="38" y="1"/>
                      <a:pt x="21" y="10"/>
                      <a:pt x="9" y="29"/>
                    </a:cubicBezTo>
                    <a:cubicBezTo>
                      <a:pt x="1" y="53"/>
                      <a:pt x="17" y="78"/>
                      <a:pt x="42" y="87"/>
                    </a:cubicBezTo>
                    <a:cubicBezTo>
                      <a:pt x="75" y="103"/>
                      <a:pt x="108" y="128"/>
                      <a:pt x="141" y="153"/>
                    </a:cubicBezTo>
                    <a:cubicBezTo>
                      <a:pt x="158" y="169"/>
                      <a:pt x="175" y="178"/>
                      <a:pt x="191" y="194"/>
                    </a:cubicBezTo>
                    <a:cubicBezTo>
                      <a:pt x="199" y="203"/>
                      <a:pt x="208" y="211"/>
                      <a:pt x="216" y="211"/>
                    </a:cubicBezTo>
                    <a:lnTo>
                      <a:pt x="224" y="219"/>
                    </a:lnTo>
                    <a:lnTo>
                      <a:pt x="233" y="227"/>
                    </a:lnTo>
                    <a:cubicBezTo>
                      <a:pt x="266" y="261"/>
                      <a:pt x="291" y="294"/>
                      <a:pt x="315" y="327"/>
                    </a:cubicBezTo>
                    <a:cubicBezTo>
                      <a:pt x="340" y="368"/>
                      <a:pt x="365" y="410"/>
                      <a:pt x="398" y="435"/>
                    </a:cubicBezTo>
                    <a:cubicBezTo>
                      <a:pt x="409" y="440"/>
                      <a:pt x="419" y="443"/>
                      <a:pt x="428" y="443"/>
                    </a:cubicBezTo>
                    <a:cubicBezTo>
                      <a:pt x="446" y="443"/>
                      <a:pt x="459" y="432"/>
                      <a:pt x="465" y="410"/>
                    </a:cubicBezTo>
                    <a:cubicBezTo>
                      <a:pt x="481" y="352"/>
                      <a:pt x="448" y="302"/>
                      <a:pt x="423" y="252"/>
                    </a:cubicBezTo>
                    <a:cubicBezTo>
                      <a:pt x="390" y="211"/>
                      <a:pt x="357" y="178"/>
                      <a:pt x="324" y="145"/>
                    </a:cubicBezTo>
                    <a:cubicBezTo>
                      <a:pt x="249" y="78"/>
                      <a:pt x="166" y="29"/>
                      <a:pt x="75" y="4"/>
                    </a:cubicBezTo>
                    <a:cubicBezTo>
                      <a:pt x="69" y="2"/>
                      <a:pt x="63" y="1"/>
                      <a:pt x="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0" name="Google Shape;3000;p5"/>
              <p:cNvSpPr/>
              <p:nvPr/>
            </p:nvSpPr>
            <p:spPr>
              <a:xfrm>
                <a:off x="2928975" y="4125100"/>
                <a:ext cx="8150" cy="11650"/>
              </a:xfrm>
              <a:custGeom>
                <a:rect b="b" l="l" r="r" t="t"/>
                <a:pathLst>
                  <a:path extrusionOk="0" h="466" w="326">
                    <a:moveTo>
                      <a:pt x="53" y="1"/>
                    </a:moveTo>
                    <a:cubicBezTo>
                      <a:pt x="25" y="1"/>
                      <a:pt x="0" y="37"/>
                      <a:pt x="19" y="69"/>
                    </a:cubicBezTo>
                    <a:cubicBezTo>
                      <a:pt x="69" y="127"/>
                      <a:pt x="119" y="185"/>
                      <a:pt x="152" y="260"/>
                    </a:cubicBezTo>
                    <a:cubicBezTo>
                      <a:pt x="177" y="293"/>
                      <a:pt x="185" y="326"/>
                      <a:pt x="210" y="359"/>
                    </a:cubicBezTo>
                    <a:cubicBezTo>
                      <a:pt x="218" y="376"/>
                      <a:pt x="227" y="393"/>
                      <a:pt x="235" y="417"/>
                    </a:cubicBezTo>
                    <a:cubicBezTo>
                      <a:pt x="243" y="426"/>
                      <a:pt x="243" y="434"/>
                      <a:pt x="251" y="442"/>
                    </a:cubicBezTo>
                    <a:cubicBezTo>
                      <a:pt x="260" y="451"/>
                      <a:pt x="268" y="459"/>
                      <a:pt x="276" y="459"/>
                    </a:cubicBezTo>
                    <a:cubicBezTo>
                      <a:pt x="281" y="464"/>
                      <a:pt x="287" y="466"/>
                      <a:pt x="292" y="466"/>
                    </a:cubicBezTo>
                    <a:cubicBezTo>
                      <a:pt x="305" y="466"/>
                      <a:pt x="318" y="454"/>
                      <a:pt x="318" y="442"/>
                    </a:cubicBezTo>
                    <a:cubicBezTo>
                      <a:pt x="326" y="401"/>
                      <a:pt x="309" y="359"/>
                      <a:pt x="301" y="318"/>
                    </a:cubicBezTo>
                    <a:cubicBezTo>
                      <a:pt x="285" y="277"/>
                      <a:pt x="260" y="243"/>
                      <a:pt x="235" y="202"/>
                    </a:cubicBezTo>
                    <a:cubicBezTo>
                      <a:pt x="193" y="127"/>
                      <a:pt x="135" y="69"/>
                      <a:pt x="77" y="11"/>
                    </a:cubicBezTo>
                    <a:cubicBezTo>
                      <a:pt x="70" y="4"/>
                      <a:pt x="61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1" name="Google Shape;3001;p5"/>
              <p:cNvSpPr/>
              <p:nvPr/>
            </p:nvSpPr>
            <p:spPr>
              <a:xfrm>
                <a:off x="2847425" y="4037200"/>
                <a:ext cx="7675" cy="19800"/>
              </a:xfrm>
              <a:custGeom>
                <a:rect b="b" l="l" r="r" t="t"/>
                <a:pathLst>
                  <a:path extrusionOk="0" h="792" w="307">
                    <a:moveTo>
                      <a:pt x="66" y="1"/>
                    </a:moveTo>
                    <a:cubicBezTo>
                      <a:pt x="55" y="1"/>
                      <a:pt x="45" y="7"/>
                      <a:pt x="42" y="23"/>
                    </a:cubicBezTo>
                    <a:cubicBezTo>
                      <a:pt x="17" y="89"/>
                      <a:pt x="0" y="155"/>
                      <a:pt x="0" y="230"/>
                    </a:cubicBezTo>
                    <a:cubicBezTo>
                      <a:pt x="0" y="304"/>
                      <a:pt x="9" y="371"/>
                      <a:pt x="33" y="437"/>
                    </a:cubicBezTo>
                    <a:cubicBezTo>
                      <a:pt x="58" y="503"/>
                      <a:pt x="91" y="561"/>
                      <a:pt x="125" y="627"/>
                    </a:cubicBezTo>
                    <a:cubicBezTo>
                      <a:pt x="149" y="652"/>
                      <a:pt x="166" y="677"/>
                      <a:pt x="183" y="710"/>
                    </a:cubicBezTo>
                    <a:cubicBezTo>
                      <a:pt x="207" y="735"/>
                      <a:pt x="224" y="768"/>
                      <a:pt x="257" y="785"/>
                    </a:cubicBezTo>
                    <a:cubicBezTo>
                      <a:pt x="264" y="790"/>
                      <a:pt x="271" y="792"/>
                      <a:pt x="277" y="792"/>
                    </a:cubicBezTo>
                    <a:cubicBezTo>
                      <a:pt x="294" y="792"/>
                      <a:pt x="307" y="778"/>
                      <a:pt x="307" y="760"/>
                    </a:cubicBezTo>
                    <a:cubicBezTo>
                      <a:pt x="307" y="727"/>
                      <a:pt x="290" y="702"/>
                      <a:pt x="282" y="669"/>
                    </a:cubicBezTo>
                    <a:cubicBezTo>
                      <a:pt x="265" y="636"/>
                      <a:pt x="257" y="603"/>
                      <a:pt x="241" y="578"/>
                    </a:cubicBezTo>
                    <a:cubicBezTo>
                      <a:pt x="207" y="520"/>
                      <a:pt x="174" y="470"/>
                      <a:pt x="149" y="420"/>
                    </a:cubicBezTo>
                    <a:cubicBezTo>
                      <a:pt x="100" y="296"/>
                      <a:pt x="108" y="164"/>
                      <a:pt x="108" y="39"/>
                    </a:cubicBezTo>
                    <a:cubicBezTo>
                      <a:pt x="108" y="18"/>
                      <a:pt x="85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2" name="Google Shape;3002;p5"/>
              <p:cNvSpPr/>
              <p:nvPr/>
            </p:nvSpPr>
            <p:spPr>
              <a:xfrm>
                <a:off x="2857150" y="4062225"/>
                <a:ext cx="6600" cy="13425"/>
              </a:xfrm>
              <a:custGeom>
                <a:rect b="b" l="l" r="r" t="t"/>
                <a:pathLst>
                  <a:path extrusionOk="0" h="537" w="264">
                    <a:moveTo>
                      <a:pt x="54" y="1"/>
                    </a:moveTo>
                    <a:cubicBezTo>
                      <a:pt x="44" y="1"/>
                      <a:pt x="33" y="6"/>
                      <a:pt x="26" y="16"/>
                    </a:cubicBezTo>
                    <a:cubicBezTo>
                      <a:pt x="9" y="57"/>
                      <a:pt x="1" y="99"/>
                      <a:pt x="1" y="148"/>
                    </a:cubicBezTo>
                    <a:cubicBezTo>
                      <a:pt x="9" y="190"/>
                      <a:pt x="26" y="240"/>
                      <a:pt x="42" y="281"/>
                    </a:cubicBezTo>
                    <a:cubicBezTo>
                      <a:pt x="67" y="322"/>
                      <a:pt x="84" y="364"/>
                      <a:pt x="108" y="405"/>
                    </a:cubicBezTo>
                    <a:cubicBezTo>
                      <a:pt x="133" y="455"/>
                      <a:pt x="166" y="496"/>
                      <a:pt x="208" y="530"/>
                    </a:cubicBezTo>
                    <a:cubicBezTo>
                      <a:pt x="215" y="534"/>
                      <a:pt x="222" y="536"/>
                      <a:pt x="230" y="536"/>
                    </a:cubicBezTo>
                    <a:cubicBezTo>
                      <a:pt x="248" y="536"/>
                      <a:pt x="264" y="523"/>
                      <a:pt x="258" y="505"/>
                    </a:cubicBezTo>
                    <a:cubicBezTo>
                      <a:pt x="249" y="455"/>
                      <a:pt x="241" y="414"/>
                      <a:pt x="216" y="372"/>
                    </a:cubicBezTo>
                    <a:cubicBezTo>
                      <a:pt x="200" y="331"/>
                      <a:pt x="175" y="289"/>
                      <a:pt x="150" y="248"/>
                    </a:cubicBezTo>
                    <a:cubicBezTo>
                      <a:pt x="133" y="215"/>
                      <a:pt x="117" y="182"/>
                      <a:pt x="100" y="140"/>
                    </a:cubicBezTo>
                    <a:cubicBezTo>
                      <a:pt x="84" y="107"/>
                      <a:pt x="75" y="66"/>
                      <a:pt x="75" y="24"/>
                    </a:cubicBezTo>
                    <a:cubicBezTo>
                      <a:pt x="80" y="10"/>
                      <a:pt x="68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3" name="Google Shape;3003;p5"/>
              <p:cNvSpPr/>
              <p:nvPr/>
            </p:nvSpPr>
            <p:spPr>
              <a:xfrm>
                <a:off x="2856950" y="4077050"/>
                <a:ext cx="6650" cy="8175"/>
              </a:xfrm>
              <a:custGeom>
                <a:rect b="b" l="l" r="r" t="t"/>
                <a:pathLst>
                  <a:path extrusionOk="0" h="327" w="266">
                    <a:moveTo>
                      <a:pt x="51" y="1"/>
                    </a:moveTo>
                    <a:cubicBezTo>
                      <a:pt x="48" y="1"/>
                      <a:pt x="45" y="1"/>
                      <a:pt x="42" y="3"/>
                    </a:cubicBezTo>
                    <a:cubicBezTo>
                      <a:pt x="25" y="3"/>
                      <a:pt x="0" y="19"/>
                      <a:pt x="9" y="44"/>
                    </a:cubicBezTo>
                    <a:cubicBezTo>
                      <a:pt x="25" y="102"/>
                      <a:pt x="50" y="160"/>
                      <a:pt x="92" y="210"/>
                    </a:cubicBezTo>
                    <a:cubicBezTo>
                      <a:pt x="108" y="235"/>
                      <a:pt x="133" y="260"/>
                      <a:pt x="158" y="276"/>
                    </a:cubicBezTo>
                    <a:cubicBezTo>
                      <a:pt x="166" y="285"/>
                      <a:pt x="174" y="301"/>
                      <a:pt x="191" y="301"/>
                    </a:cubicBezTo>
                    <a:cubicBezTo>
                      <a:pt x="208" y="318"/>
                      <a:pt x="224" y="318"/>
                      <a:pt x="241" y="326"/>
                    </a:cubicBezTo>
                    <a:cubicBezTo>
                      <a:pt x="257" y="326"/>
                      <a:pt x="266" y="301"/>
                      <a:pt x="257" y="285"/>
                    </a:cubicBezTo>
                    <a:cubicBezTo>
                      <a:pt x="249" y="276"/>
                      <a:pt x="241" y="268"/>
                      <a:pt x="232" y="260"/>
                    </a:cubicBezTo>
                    <a:lnTo>
                      <a:pt x="199" y="235"/>
                    </a:lnTo>
                    <a:cubicBezTo>
                      <a:pt x="183" y="210"/>
                      <a:pt x="166" y="185"/>
                      <a:pt x="150" y="169"/>
                    </a:cubicBezTo>
                    <a:cubicBezTo>
                      <a:pt x="116" y="127"/>
                      <a:pt x="92" y="77"/>
                      <a:pt x="83" y="28"/>
                    </a:cubicBezTo>
                    <a:cubicBezTo>
                      <a:pt x="77" y="14"/>
                      <a:pt x="64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4" name="Google Shape;3004;p5"/>
              <p:cNvSpPr/>
              <p:nvPr/>
            </p:nvSpPr>
            <p:spPr>
              <a:xfrm>
                <a:off x="2858200" y="4089775"/>
                <a:ext cx="5600" cy="6625"/>
              </a:xfrm>
              <a:custGeom>
                <a:rect b="b" l="l" r="r" t="t"/>
                <a:pathLst>
                  <a:path extrusionOk="0" h="265" w="224">
                    <a:moveTo>
                      <a:pt x="46" y="1"/>
                    </a:moveTo>
                    <a:cubicBezTo>
                      <a:pt x="40" y="1"/>
                      <a:pt x="32" y="3"/>
                      <a:pt x="25" y="8"/>
                    </a:cubicBezTo>
                    <a:cubicBezTo>
                      <a:pt x="8" y="16"/>
                      <a:pt x="0" y="41"/>
                      <a:pt x="8" y="57"/>
                    </a:cubicBezTo>
                    <a:cubicBezTo>
                      <a:pt x="25" y="99"/>
                      <a:pt x="50" y="140"/>
                      <a:pt x="83" y="173"/>
                    </a:cubicBezTo>
                    <a:cubicBezTo>
                      <a:pt x="91" y="190"/>
                      <a:pt x="108" y="206"/>
                      <a:pt x="124" y="223"/>
                    </a:cubicBezTo>
                    <a:lnTo>
                      <a:pt x="149" y="248"/>
                    </a:lnTo>
                    <a:cubicBezTo>
                      <a:pt x="158" y="256"/>
                      <a:pt x="174" y="256"/>
                      <a:pt x="182" y="264"/>
                    </a:cubicBezTo>
                    <a:cubicBezTo>
                      <a:pt x="199" y="264"/>
                      <a:pt x="224" y="256"/>
                      <a:pt x="216" y="240"/>
                    </a:cubicBezTo>
                    <a:cubicBezTo>
                      <a:pt x="216" y="223"/>
                      <a:pt x="207" y="215"/>
                      <a:pt x="207" y="206"/>
                    </a:cubicBezTo>
                    <a:cubicBezTo>
                      <a:pt x="199" y="198"/>
                      <a:pt x="191" y="182"/>
                      <a:pt x="182" y="173"/>
                    </a:cubicBezTo>
                    <a:lnTo>
                      <a:pt x="182" y="182"/>
                    </a:lnTo>
                    <a:cubicBezTo>
                      <a:pt x="174" y="157"/>
                      <a:pt x="158" y="140"/>
                      <a:pt x="149" y="124"/>
                    </a:cubicBezTo>
                    <a:cubicBezTo>
                      <a:pt x="133" y="107"/>
                      <a:pt x="124" y="90"/>
                      <a:pt x="116" y="74"/>
                    </a:cubicBezTo>
                    <a:cubicBezTo>
                      <a:pt x="108" y="66"/>
                      <a:pt x="100" y="57"/>
                      <a:pt x="100" y="49"/>
                    </a:cubicBezTo>
                    <a:lnTo>
                      <a:pt x="91" y="49"/>
                    </a:lnTo>
                    <a:lnTo>
                      <a:pt x="91" y="41"/>
                    </a:lnTo>
                    <a:lnTo>
                      <a:pt x="83" y="24"/>
                    </a:lnTo>
                    <a:cubicBezTo>
                      <a:pt x="77" y="12"/>
                      <a:pt x="63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5" name="Google Shape;3005;p5"/>
              <p:cNvSpPr/>
              <p:nvPr/>
            </p:nvSpPr>
            <p:spPr>
              <a:xfrm>
                <a:off x="2821725" y="4114400"/>
                <a:ext cx="3150" cy="2500"/>
              </a:xfrm>
              <a:custGeom>
                <a:rect b="b" l="l" r="r" t="t"/>
                <a:pathLst>
                  <a:path extrusionOk="0" h="100" w="126">
                    <a:moveTo>
                      <a:pt x="51" y="0"/>
                    </a:moveTo>
                    <a:lnTo>
                      <a:pt x="42" y="9"/>
                    </a:lnTo>
                    <a:lnTo>
                      <a:pt x="26" y="9"/>
                    </a:lnTo>
                    <a:lnTo>
                      <a:pt x="9" y="25"/>
                    </a:lnTo>
                    <a:lnTo>
                      <a:pt x="1" y="42"/>
                    </a:lnTo>
                    <a:cubicBezTo>
                      <a:pt x="1" y="42"/>
                      <a:pt x="1" y="50"/>
                      <a:pt x="1" y="58"/>
                    </a:cubicBezTo>
                    <a:lnTo>
                      <a:pt x="9" y="67"/>
                    </a:lnTo>
                    <a:cubicBezTo>
                      <a:pt x="9" y="75"/>
                      <a:pt x="17" y="83"/>
                      <a:pt x="17" y="83"/>
                    </a:cubicBezTo>
                    <a:lnTo>
                      <a:pt x="34" y="91"/>
                    </a:lnTo>
                    <a:cubicBezTo>
                      <a:pt x="42" y="100"/>
                      <a:pt x="42" y="100"/>
                      <a:pt x="51" y="100"/>
                    </a:cubicBezTo>
                    <a:lnTo>
                      <a:pt x="67" y="100"/>
                    </a:lnTo>
                    <a:cubicBezTo>
                      <a:pt x="75" y="100"/>
                      <a:pt x="84" y="100"/>
                      <a:pt x="92" y="91"/>
                    </a:cubicBezTo>
                    <a:lnTo>
                      <a:pt x="100" y="83"/>
                    </a:lnTo>
                    <a:lnTo>
                      <a:pt x="117" y="75"/>
                    </a:lnTo>
                    <a:lnTo>
                      <a:pt x="117" y="58"/>
                    </a:lnTo>
                    <a:cubicBezTo>
                      <a:pt x="117" y="50"/>
                      <a:pt x="125" y="50"/>
                      <a:pt x="117" y="42"/>
                    </a:cubicBezTo>
                    <a:lnTo>
                      <a:pt x="117" y="25"/>
                    </a:lnTo>
                    <a:lnTo>
                      <a:pt x="109" y="17"/>
                    </a:lnTo>
                    <a:lnTo>
                      <a:pt x="117" y="17"/>
                    </a:lnTo>
                    <a:lnTo>
                      <a:pt x="100" y="9"/>
                    </a:lnTo>
                    <a:cubicBezTo>
                      <a:pt x="100" y="9"/>
                      <a:pt x="92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6" name="Google Shape;3006;p5"/>
              <p:cNvSpPr/>
              <p:nvPr/>
            </p:nvSpPr>
            <p:spPr>
              <a:xfrm>
                <a:off x="2830025" y="4110875"/>
                <a:ext cx="2925" cy="2725"/>
              </a:xfrm>
              <a:custGeom>
                <a:rect b="b" l="l" r="r" t="t"/>
                <a:pathLst>
                  <a:path extrusionOk="0" h="109" w="117">
                    <a:moveTo>
                      <a:pt x="50" y="0"/>
                    </a:moveTo>
                    <a:lnTo>
                      <a:pt x="33" y="9"/>
                    </a:lnTo>
                    <a:lnTo>
                      <a:pt x="25" y="17"/>
                    </a:lnTo>
                    <a:cubicBezTo>
                      <a:pt x="17" y="17"/>
                      <a:pt x="17" y="25"/>
                      <a:pt x="9" y="34"/>
                    </a:cubicBezTo>
                    <a:cubicBezTo>
                      <a:pt x="0" y="42"/>
                      <a:pt x="0" y="42"/>
                      <a:pt x="0" y="58"/>
                    </a:cubicBezTo>
                    <a:lnTo>
                      <a:pt x="0" y="67"/>
                    </a:lnTo>
                    <a:cubicBezTo>
                      <a:pt x="0" y="75"/>
                      <a:pt x="0" y="83"/>
                      <a:pt x="9" y="92"/>
                    </a:cubicBezTo>
                    <a:lnTo>
                      <a:pt x="25" y="108"/>
                    </a:lnTo>
                    <a:lnTo>
                      <a:pt x="58" y="108"/>
                    </a:lnTo>
                    <a:cubicBezTo>
                      <a:pt x="67" y="108"/>
                      <a:pt x="75" y="108"/>
                      <a:pt x="75" y="100"/>
                    </a:cubicBezTo>
                    <a:cubicBezTo>
                      <a:pt x="83" y="92"/>
                      <a:pt x="91" y="92"/>
                      <a:pt x="91" y="83"/>
                    </a:cubicBezTo>
                    <a:lnTo>
                      <a:pt x="100" y="67"/>
                    </a:lnTo>
                    <a:lnTo>
                      <a:pt x="100" y="58"/>
                    </a:lnTo>
                    <a:lnTo>
                      <a:pt x="108" y="58"/>
                    </a:lnTo>
                    <a:lnTo>
                      <a:pt x="116" y="42"/>
                    </a:lnTo>
                    <a:lnTo>
                      <a:pt x="108" y="50"/>
                    </a:lnTo>
                    <a:lnTo>
                      <a:pt x="108" y="50"/>
                    </a:lnTo>
                    <a:lnTo>
                      <a:pt x="116" y="34"/>
                    </a:lnTo>
                    <a:lnTo>
                      <a:pt x="116" y="25"/>
                    </a:lnTo>
                    <a:lnTo>
                      <a:pt x="116" y="17"/>
                    </a:lnTo>
                    <a:lnTo>
                      <a:pt x="108" y="9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7" name="Google Shape;3007;p5"/>
              <p:cNvSpPr/>
              <p:nvPr/>
            </p:nvSpPr>
            <p:spPr>
              <a:xfrm>
                <a:off x="2827525" y="4118125"/>
                <a:ext cx="2725" cy="1975"/>
              </a:xfrm>
              <a:custGeom>
                <a:rect b="b" l="l" r="r" t="t"/>
                <a:pathLst>
                  <a:path extrusionOk="0" h="79" w="109">
                    <a:moveTo>
                      <a:pt x="34" y="0"/>
                    </a:moveTo>
                    <a:lnTo>
                      <a:pt x="17" y="9"/>
                    </a:lnTo>
                    <a:lnTo>
                      <a:pt x="9" y="17"/>
                    </a:lnTo>
                    <a:lnTo>
                      <a:pt x="1" y="25"/>
                    </a:lnTo>
                    <a:lnTo>
                      <a:pt x="1" y="42"/>
                    </a:lnTo>
                    <a:lnTo>
                      <a:pt x="9" y="58"/>
                    </a:lnTo>
                    <a:cubicBezTo>
                      <a:pt x="9" y="58"/>
                      <a:pt x="9" y="67"/>
                      <a:pt x="17" y="67"/>
                    </a:cubicBezTo>
                    <a:cubicBezTo>
                      <a:pt x="23" y="73"/>
                      <a:pt x="29" y="78"/>
                      <a:pt x="38" y="78"/>
                    </a:cubicBezTo>
                    <a:cubicBezTo>
                      <a:pt x="42" y="78"/>
                      <a:pt x="46" y="77"/>
                      <a:pt x="51" y="75"/>
                    </a:cubicBezTo>
                    <a:lnTo>
                      <a:pt x="67" y="75"/>
                    </a:lnTo>
                    <a:cubicBezTo>
                      <a:pt x="75" y="75"/>
                      <a:pt x="84" y="67"/>
                      <a:pt x="92" y="67"/>
                    </a:cubicBezTo>
                    <a:lnTo>
                      <a:pt x="92" y="58"/>
                    </a:lnTo>
                    <a:lnTo>
                      <a:pt x="100" y="50"/>
                    </a:lnTo>
                    <a:lnTo>
                      <a:pt x="109" y="42"/>
                    </a:lnTo>
                    <a:lnTo>
                      <a:pt x="109" y="34"/>
                    </a:lnTo>
                    <a:cubicBezTo>
                      <a:pt x="109" y="25"/>
                      <a:pt x="100" y="17"/>
                      <a:pt x="100" y="9"/>
                    </a:cubicBezTo>
                    <a:lnTo>
                      <a:pt x="8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8" name="Google Shape;3008;p5"/>
              <p:cNvSpPr/>
              <p:nvPr/>
            </p:nvSpPr>
            <p:spPr>
              <a:xfrm>
                <a:off x="2835000" y="4117700"/>
                <a:ext cx="3550" cy="1900"/>
              </a:xfrm>
              <a:custGeom>
                <a:rect b="b" l="l" r="r" t="t"/>
                <a:pathLst>
                  <a:path extrusionOk="0" h="76" w="142">
                    <a:moveTo>
                      <a:pt x="42" y="1"/>
                    </a:moveTo>
                    <a:cubicBezTo>
                      <a:pt x="17" y="1"/>
                      <a:pt x="0" y="17"/>
                      <a:pt x="0" y="42"/>
                    </a:cubicBezTo>
                    <a:cubicBezTo>
                      <a:pt x="0" y="51"/>
                      <a:pt x="0" y="59"/>
                      <a:pt x="8" y="67"/>
                    </a:cubicBezTo>
                    <a:lnTo>
                      <a:pt x="25" y="75"/>
                    </a:lnTo>
                    <a:lnTo>
                      <a:pt x="116" y="75"/>
                    </a:lnTo>
                    <a:cubicBezTo>
                      <a:pt x="116" y="75"/>
                      <a:pt x="124" y="67"/>
                      <a:pt x="133" y="67"/>
                    </a:cubicBezTo>
                    <a:cubicBezTo>
                      <a:pt x="141" y="67"/>
                      <a:pt x="141" y="59"/>
                      <a:pt x="141" y="51"/>
                    </a:cubicBezTo>
                    <a:cubicBezTo>
                      <a:pt x="141" y="34"/>
                      <a:pt x="141" y="26"/>
                      <a:pt x="133" y="26"/>
                    </a:cubicBezTo>
                    <a:cubicBezTo>
                      <a:pt x="124" y="26"/>
                      <a:pt x="116" y="17"/>
                      <a:pt x="108" y="17"/>
                    </a:cubicBezTo>
                    <a:cubicBezTo>
                      <a:pt x="100" y="9"/>
                      <a:pt x="91" y="9"/>
                      <a:pt x="83" y="9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9" name="Google Shape;3009;p5"/>
              <p:cNvSpPr/>
              <p:nvPr/>
            </p:nvSpPr>
            <p:spPr>
              <a:xfrm>
                <a:off x="2797300" y="4122050"/>
                <a:ext cx="2500" cy="2100"/>
              </a:xfrm>
              <a:custGeom>
                <a:rect b="b" l="l" r="r" t="t"/>
                <a:pathLst>
                  <a:path extrusionOk="0" h="84" w="100">
                    <a:moveTo>
                      <a:pt x="42" y="1"/>
                    </a:moveTo>
                    <a:lnTo>
                      <a:pt x="25" y="9"/>
                    </a:lnTo>
                    <a:lnTo>
                      <a:pt x="17" y="9"/>
                    </a:lnTo>
                    <a:lnTo>
                      <a:pt x="9" y="26"/>
                    </a:lnTo>
                    <a:lnTo>
                      <a:pt x="0" y="34"/>
                    </a:lnTo>
                    <a:lnTo>
                      <a:pt x="0" y="42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9" y="67"/>
                    </a:lnTo>
                    <a:lnTo>
                      <a:pt x="17" y="75"/>
                    </a:lnTo>
                    <a:lnTo>
                      <a:pt x="25" y="84"/>
                    </a:lnTo>
                    <a:lnTo>
                      <a:pt x="58" y="84"/>
                    </a:lnTo>
                    <a:lnTo>
                      <a:pt x="75" y="75"/>
                    </a:lnTo>
                    <a:lnTo>
                      <a:pt x="83" y="67"/>
                    </a:lnTo>
                    <a:lnTo>
                      <a:pt x="91" y="51"/>
                    </a:lnTo>
                    <a:lnTo>
                      <a:pt x="100" y="51"/>
                    </a:lnTo>
                    <a:lnTo>
                      <a:pt x="100" y="34"/>
                    </a:lnTo>
                    <a:lnTo>
                      <a:pt x="100" y="26"/>
                    </a:lnTo>
                    <a:lnTo>
                      <a:pt x="91" y="9"/>
                    </a:lnTo>
                    <a:cubicBezTo>
                      <a:pt x="83" y="9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0" name="Google Shape;3010;p5"/>
              <p:cNvSpPr/>
              <p:nvPr/>
            </p:nvSpPr>
            <p:spPr>
              <a:xfrm>
                <a:off x="2799000" y="4125150"/>
                <a:ext cx="2600" cy="1925"/>
              </a:xfrm>
              <a:custGeom>
                <a:rect b="b" l="l" r="r" t="t"/>
                <a:pathLst>
                  <a:path extrusionOk="0" h="77" w="104">
                    <a:moveTo>
                      <a:pt x="56" y="0"/>
                    </a:moveTo>
                    <a:cubicBezTo>
                      <a:pt x="53" y="0"/>
                      <a:pt x="51" y="1"/>
                      <a:pt x="48" y="1"/>
                    </a:cubicBezTo>
                    <a:cubicBezTo>
                      <a:pt x="1" y="1"/>
                      <a:pt x="6" y="76"/>
                      <a:pt x="50" y="76"/>
                    </a:cubicBezTo>
                    <a:cubicBezTo>
                      <a:pt x="52" y="76"/>
                      <a:pt x="54" y="76"/>
                      <a:pt x="57" y="76"/>
                    </a:cubicBezTo>
                    <a:cubicBezTo>
                      <a:pt x="104" y="68"/>
                      <a:pt x="99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1" name="Google Shape;3011;p5"/>
              <p:cNvSpPr/>
              <p:nvPr/>
            </p:nvSpPr>
            <p:spPr>
              <a:xfrm>
                <a:off x="2831475" y="4027600"/>
                <a:ext cx="11000" cy="13950"/>
              </a:xfrm>
              <a:custGeom>
                <a:rect b="b" l="l" r="r" t="t"/>
                <a:pathLst>
                  <a:path extrusionOk="0" h="558" w="440">
                    <a:moveTo>
                      <a:pt x="390" y="1"/>
                    </a:moveTo>
                    <a:cubicBezTo>
                      <a:pt x="340" y="17"/>
                      <a:pt x="323" y="84"/>
                      <a:pt x="307" y="125"/>
                    </a:cubicBezTo>
                    <a:cubicBezTo>
                      <a:pt x="274" y="166"/>
                      <a:pt x="249" y="208"/>
                      <a:pt x="216" y="249"/>
                    </a:cubicBezTo>
                    <a:cubicBezTo>
                      <a:pt x="183" y="291"/>
                      <a:pt x="141" y="324"/>
                      <a:pt x="108" y="357"/>
                    </a:cubicBezTo>
                    <a:cubicBezTo>
                      <a:pt x="91" y="382"/>
                      <a:pt x="75" y="398"/>
                      <a:pt x="58" y="423"/>
                    </a:cubicBezTo>
                    <a:cubicBezTo>
                      <a:pt x="42" y="440"/>
                      <a:pt x="25" y="465"/>
                      <a:pt x="17" y="490"/>
                    </a:cubicBezTo>
                    <a:cubicBezTo>
                      <a:pt x="0" y="506"/>
                      <a:pt x="0" y="531"/>
                      <a:pt x="17" y="548"/>
                    </a:cubicBezTo>
                    <a:cubicBezTo>
                      <a:pt x="26" y="552"/>
                      <a:pt x="39" y="557"/>
                      <a:pt x="51" y="557"/>
                    </a:cubicBezTo>
                    <a:cubicBezTo>
                      <a:pt x="59" y="557"/>
                      <a:pt x="68" y="555"/>
                      <a:pt x="75" y="548"/>
                    </a:cubicBezTo>
                    <a:cubicBezTo>
                      <a:pt x="91" y="531"/>
                      <a:pt x="108" y="514"/>
                      <a:pt x="133" y="498"/>
                    </a:cubicBezTo>
                    <a:cubicBezTo>
                      <a:pt x="149" y="473"/>
                      <a:pt x="174" y="448"/>
                      <a:pt x="191" y="432"/>
                    </a:cubicBezTo>
                    <a:cubicBezTo>
                      <a:pt x="232" y="390"/>
                      <a:pt x="257" y="349"/>
                      <a:pt x="299" y="307"/>
                    </a:cubicBezTo>
                    <a:cubicBezTo>
                      <a:pt x="332" y="266"/>
                      <a:pt x="365" y="224"/>
                      <a:pt x="390" y="175"/>
                    </a:cubicBezTo>
                    <a:cubicBezTo>
                      <a:pt x="398" y="150"/>
                      <a:pt x="415" y="125"/>
                      <a:pt x="423" y="100"/>
                    </a:cubicBezTo>
                    <a:cubicBezTo>
                      <a:pt x="431" y="84"/>
                      <a:pt x="439" y="34"/>
                      <a:pt x="415" y="17"/>
                    </a:cubicBezTo>
                    <a:cubicBezTo>
                      <a:pt x="415" y="9"/>
                      <a:pt x="398" y="1"/>
                      <a:pt x="3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2" name="Google Shape;3012;p5"/>
              <p:cNvSpPr/>
              <p:nvPr/>
            </p:nvSpPr>
            <p:spPr>
              <a:xfrm>
                <a:off x="2842325" y="4014475"/>
                <a:ext cx="2850" cy="10150"/>
              </a:xfrm>
              <a:custGeom>
                <a:rect b="b" l="l" r="r" t="t"/>
                <a:pathLst>
                  <a:path extrusionOk="0" h="406" w="114">
                    <a:moveTo>
                      <a:pt x="83" y="0"/>
                    </a:moveTo>
                    <a:cubicBezTo>
                      <a:pt x="81" y="0"/>
                      <a:pt x="80" y="1"/>
                      <a:pt x="80" y="4"/>
                    </a:cubicBezTo>
                    <a:cubicBezTo>
                      <a:pt x="63" y="29"/>
                      <a:pt x="63" y="62"/>
                      <a:pt x="63" y="95"/>
                    </a:cubicBezTo>
                    <a:cubicBezTo>
                      <a:pt x="72" y="128"/>
                      <a:pt x="63" y="161"/>
                      <a:pt x="63" y="186"/>
                    </a:cubicBezTo>
                    <a:cubicBezTo>
                      <a:pt x="55" y="219"/>
                      <a:pt x="47" y="252"/>
                      <a:pt x="39" y="285"/>
                    </a:cubicBezTo>
                    <a:cubicBezTo>
                      <a:pt x="22" y="319"/>
                      <a:pt x="14" y="343"/>
                      <a:pt x="5" y="377"/>
                    </a:cubicBezTo>
                    <a:cubicBezTo>
                      <a:pt x="0" y="393"/>
                      <a:pt x="16" y="405"/>
                      <a:pt x="30" y="405"/>
                    </a:cubicBezTo>
                    <a:cubicBezTo>
                      <a:pt x="37" y="405"/>
                      <a:pt x="44" y="402"/>
                      <a:pt x="47" y="393"/>
                    </a:cubicBezTo>
                    <a:cubicBezTo>
                      <a:pt x="55" y="360"/>
                      <a:pt x="72" y="327"/>
                      <a:pt x="80" y="294"/>
                    </a:cubicBezTo>
                    <a:cubicBezTo>
                      <a:pt x="80" y="261"/>
                      <a:pt x="88" y="227"/>
                      <a:pt x="97" y="194"/>
                    </a:cubicBezTo>
                    <a:cubicBezTo>
                      <a:pt x="97" y="161"/>
                      <a:pt x="105" y="128"/>
                      <a:pt x="105" y="95"/>
                    </a:cubicBezTo>
                    <a:cubicBezTo>
                      <a:pt x="105" y="70"/>
                      <a:pt x="113" y="29"/>
                      <a:pt x="97" y="4"/>
                    </a:cubicBezTo>
                    <a:cubicBezTo>
                      <a:pt x="91" y="4"/>
                      <a:pt x="86" y="0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3" name="Google Shape;3013;p5"/>
              <p:cNvSpPr/>
              <p:nvPr/>
            </p:nvSpPr>
            <p:spPr>
              <a:xfrm>
                <a:off x="2843475" y="4004400"/>
                <a:ext cx="1900" cy="4575"/>
              </a:xfrm>
              <a:custGeom>
                <a:rect b="b" l="l" r="r" t="t"/>
                <a:pathLst>
                  <a:path extrusionOk="0" h="183" w="76">
                    <a:moveTo>
                      <a:pt x="9" y="1"/>
                    </a:moveTo>
                    <a:cubicBezTo>
                      <a:pt x="1" y="17"/>
                      <a:pt x="1" y="34"/>
                      <a:pt x="1" y="42"/>
                    </a:cubicBezTo>
                    <a:cubicBezTo>
                      <a:pt x="1" y="59"/>
                      <a:pt x="1" y="75"/>
                      <a:pt x="9" y="84"/>
                    </a:cubicBezTo>
                    <a:cubicBezTo>
                      <a:pt x="9" y="100"/>
                      <a:pt x="9" y="117"/>
                      <a:pt x="9" y="125"/>
                    </a:cubicBezTo>
                    <a:cubicBezTo>
                      <a:pt x="17" y="142"/>
                      <a:pt x="17" y="158"/>
                      <a:pt x="26" y="166"/>
                    </a:cubicBezTo>
                    <a:cubicBezTo>
                      <a:pt x="26" y="183"/>
                      <a:pt x="42" y="183"/>
                      <a:pt x="59" y="183"/>
                    </a:cubicBezTo>
                    <a:cubicBezTo>
                      <a:pt x="67" y="175"/>
                      <a:pt x="75" y="166"/>
                      <a:pt x="67" y="150"/>
                    </a:cubicBezTo>
                    <a:cubicBezTo>
                      <a:pt x="59" y="125"/>
                      <a:pt x="59" y="100"/>
                      <a:pt x="51" y="75"/>
                    </a:cubicBezTo>
                    <a:cubicBezTo>
                      <a:pt x="42" y="59"/>
                      <a:pt x="42" y="50"/>
                      <a:pt x="42" y="42"/>
                    </a:cubicBezTo>
                    <a:cubicBezTo>
                      <a:pt x="34" y="26"/>
                      <a:pt x="34" y="9"/>
                      <a:pt x="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4" name="Google Shape;3014;p5"/>
              <p:cNvSpPr/>
              <p:nvPr/>
            </p:nvSpPr>
            <p:spPr>
              <a:xfrm>
                <a:off x="2841200" y="3994750"/>
                <a:ext cx="2300" cy="6375"/>
              </a:xfrm>
              <a:custGeom>
                <a:rect b="b" l="l" r="r" t="t"/>
                <a:pathLst>
                  <a:path extrusionOk="0" h="255" w="92">
                    <a:moveTo>
                      <a:pt x="29" y="0"/>
                    </a:moveTo>
                    <a:cubicBezTo>
                      <a:pt x="22" y="0"/>
                      <a:pt x="14" y="4"/>
                      <a:pt x="9" y="14"/>
                    </a:cubicBezTo>
                    <a:cubicBezTo>
                      <a:pt x="9" y="22"/>
                      <a:pt x="9" y="30"/>
                      <a:pt x="9" y="39"/>
                    </a:cubicBezTo>
                    <a:cubicBezTo>
                      <a:pt x="9" y="47"/>
                      <a:pt x="9" y="47"/>
                      <a:pt x="1" y="55"/>
                    </a:cubicBezTo>
                    <a:cubicBezTo>
                      <a:pt x="1" y="64"/>
                      <a:pt x="1" y="80"/>
                      <a:pt x="1" y="97"/>
                    </a:cubicBezTo>
                    <a:cubicBezTo>
                      <a:pt x="1" y="105"/>
                      <a:pt x="1" y="113"/>
                      <a:pt x="1" y="122"/>
                    </a:cubicBezTo>
                    <a:cubicBezTo>
                      <a:pt x="1" y="138"/>
                      <a:pt x="9" y="155"/>
                      <a:pt x="9" y="171"/>
                    </a:cubicBezTo>
                    <a:lnTo>
                      <a:pt x="17" y="171"/>
                    </a:lnTo>
                    <a:cubicBezTo>
                      <a:pt x="17" y="188"/>
                      <a:pt x="17" y="204"/>
                      <a:pt x="26" y="221"/>
                    </a:cubicBezTo>
                    <a:cubicBezTo>
                      <a:pt x="26" y="238"/>
                      <a:pt x="42" y="254"/>
                      <a:pt x="59" y="254"/>
                    </a:cubicBezTo>
                    <a:cubicBezTo>
                      <a:pt x="84" y="246"/>
                      <a:pt x="92" y="229"/>
                      <a:pt x="92" y="213"/>
                    </a:cubicBezTo>
                    <a:lnTo>
                      <a:pt x="84" y="163"/>
                    </a:lnTo>
                    <a:cubicBezTo>
                      <a:pt x="84" y="146"/>
                      <a:pt x="84" y="122"/>
                      <a:pt x="84" y="105"/>
                    </a:cubicBezTo>
                    <a:cubicBezTo>
                      <a:pt x="75" y="88"/>
                      <a:pt x="75" y="64"/>
                      <a:pt x="67" y="47"/>
                    </a:cubicBezTo>
                    <a:cubicBezTo>
                      <a:pt x="59" y="47"/>
                      <a:pt x="59" y="39"/>
                      <a:pt x="59" y="30"/>
                    </a:cubicBezTo>
                    <a:cubicBezTo>
                      <a:pt x="50" y="22"/>
                      <a:pt x="50" y="14"/>
                      <a:pt x="42" y="6"/>
                    </a:cubicBezTo>
                    <a:cubicBezTo>
                      <a:pt x="39" y="2"/>
                      <a:pt x="34" y="0"/>
                      <a:pt x="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5" name="Google Shape;3015;p5"/>
              <p:cNvSpPr/>
              <p:nvPr/>
            </p:nvSpPr>
            <p:spPr>
              <a:xfrm>
                <a:off x="2840250" y="3973050"/>
                <a:ext cx="9475" cy="16800"/>
              </a:xfrm>
              <a:custGeom>
                <a:rect b="b" l="l" r="r" t="t"/>
                <a:pathLst>
                  <a:path extrusionOk="0" h="672" w="379">
                    <a:moveTo>
                      <a:pt x="351" y="0"/>
                    </a:moveTo>
                    <a:cubicBezTo>
                      <a:pt x="346" y="0"/>
                      <a:pt x="341" y="2"/>
                      <a:pt x="337" y="4"/>
                    </a:cubicBezTo>
                    <a:cubicBezTo>
                      <a:pt x="287" y="28"/>
                      <a:pt x="254" y="86"/>
                      <a:pt x="229" y="128"/>
                    </a:cubicBezTo>
                    <a:cubicBezTo>
                      <a:pt x="196" y="186"/>
                      <a:pt x="171" y="236"/>
                      <a:pt x="138" y="294"/>
                    </a:cubicBezTo>
                    <a:cubicBezTo>
                      <a:pt x="88" y="401"/>
                      <a:pt x="47" y="509"/>
                      <a:pt x="6" y="625"/>
                    </a:cubicBezTo>
                    <a:cubicBezTo>
                      <a:pt x="0" y="651"/>
                      <a:pt x="22" y="671"/>
                      <a:pt x="45" y="671"/>
                    </a:cubicBezTo>
                    <a:cubicBezTo>
                      <a:pt x="58" y="671"/>
                      <a:pt x="71" y="665"/>
                      <a:pt x="80" y="650"/>
                    </a:cubicBezTo>
                    <a:cubicBezTo>
                      <a:pt x="130" y="542"/>
                      <a:pt x="180" y="443"/>
                      <a:pt x="238" y="335"/>
                    </a:cubicBezTo>
                    <a:cubicBezTo>
                      <a:pt x="262" y="285"/>
                      <a:pt x="296" y="236"/>
                      <a:pt x="320" y="186"/>
                    </a:cubicBezTo>
                    <a:cubicBezTo>
                      <a:pt x="345" y="136"/>
                      <a:pt x="378" y="78"/>
                      <a:pt x="378" y="28"/>
                    </a:cubicBezTo>
                    <a:cubicBezTo>
                      <a:pt x="378" y="10"/>
                      <a:pt x="364" y="0"/>
                      <a:pt x="3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6" name="Google Shape;3016;p5"/>
              <p:cNvSpPr/>
              <p:nvPr/>
            </p:nvSpPr>
            <p:spPr>
              <a:xfrm>
                <a:off x="2858600" y="3975450"/>
                <a:ext cx="6650" cy="23650"/>
              </a:xfrm>
              <a:custGeom>
                <a:rect b="b" l="l" r="r" t="t"/>
                <a:pathLst>
                  <a:path extrusionOk="0" h="946" w="266">
                    <a:moveTo>
                      <a:pt x="195" y="1"/>
                    </a:moveTo>
                    <a:cubicBezTo>
                      <a:pt x="152" y="1"/>
                      <a:pt x="131" y="86"/>
                      <a:pt x="117" y="115"/>
                    </a:cubicBezTo>
                    <a:cubicBezTo>
                      <a:pt x="75" y="231"/>
                      <a:pt x="42" y="355"/>
                      <a:pt x="26" y="488"/>
                    </a:cubicBezTo>
                    <a:cubicBezTo>
                      <a:pt x="17" y="562"/>
                      <a:pt x="9" y="637"/>
                      <a:pt x="1" y="711"/>
                    </a:cubicBezTo>
                    <a:cubicBezTo>
                      <a:pt x="1" y="778"/>
                      <a:pt x="9" y="852"/>
                      <a:pt x="9" y="927"/>
                    </a:cubicBezTo>
                    <a:cubicBezTo>
                      <a:pt x="9" y="939"/>
                      <a:pt x="19" y="945"/>
                      <a:pt x="30" y="945"/>
                    </a:cubicBezTo>
                    <a:cubicBezTo>
                      <a:pt x="40" y="945"/>
                      <a:pt x="50" y="939"/>
                      <a:pt x="50" y="927"/>
                    </a:cubicBezTo>
                    <a:cubicBezTo>
                      <a:pt x="59" y="860"/>
                      <a:pt x="75" y="794"/>
                      <a:pt x="84" y="736"/>
                    </a:cubicBezTo>
                    <a:cubicBezTo>
                      <a:pt x="92" y="662"/>
                      <a:pt x="92" y="595"/>
                      <a:pt x="100" y="529"/>
                    </a:cubicBezTo>
                    <a:cubicBezTo>
                      <a:pt x="117" y="405"/>
                      <a:pt x="150" y="272"/>
                      <a:pt x="191" y="148"/>
                    </a:cubicBezTo>
                    <a:cubicBezTo>
                      <a:pt x="208" y="115"/>
                      <a:pt x="266" y="32"/>
                      <a:pt x="216" y="7"/>
                    </a:cubicBezTo>
                    <a:cubicBezTo>
                      <a:pt x="209" y="3"/>
                      <a:pt x="202" y="1"/>
                      <a:pt x="1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7" name="Google Shape;3017;p5"/>
              <p:cNvSpPr/>
              <p:nvPr/>
            </p:nvSpPr>
            <p:spPr>
              <a:xfrm>
                <a:off x="2865225" y="3966700"/>
                <a:ext cx="3350" cy="4175"/>
              </a:xfrm>
              <a:custGeom>
                <a:rect b="b" l="l" r="r" t="t"/>
                <a:pathLst>
                  <a:path extrusionOk="0" h="167" w="134">
                    <a:moveTo>
                      <a:pt x="100" y="1"/>
                    </a:moveTo>
                    <a:lnTo>
                      <a:pt x="92" y="9"/>
                    </a:lnTo>
                    <a:cubicBezTo>
                      <a:pt x="84" y="9"/>
                      <a:pt x="75" y="9"/>
                      <a:pt x="67" y="17"/>
                    </a:cubicBezTo>
                    <a:lnTo>
                      <a:pt x="59" y="34"/>
                    </a:lnTo>
                    <a:lnTo>
                      <a:pt x="51" y="42"/>
                    </a:lnTo>
                    <a:lnTo>
                      <a:pt x="42" y="59"/>
                    </a:lnTo>
                    <a:cubicBezTo>
                      <a:pt x="34" y="75"/>
                      <a:pt x="17" y="92"/>
                      <a:pt x="9" y="108"/>
                    </a:cubicBezTo>
                    <a:cubicBezTo>
                      <a:pt x="1" y="117"/>
                      <a:pt x="1" y="125"/>
                      <a:pt x="1" y="133"/>
                    </a:cubicBezTo>
                    <a:cubicBezTo>
                      <a:pt x="1" y="142"/>
                      <a:pt x="9" y="158"/>
                      <a:pt x="17" y="158"/>
                    </a:cubicBezTo>
                    <a:cubicBezTo>
                      <a:pt x="26" y="166"/>
                      <a:pt x="34" y="166"/>
                      <a:pt x="42" y="166"/>
                    </a:cubicBezTo>
                    <a:cubicBezTo>
                      <a:pt x="51" y="166"/>
                      <a:pt x="59" y="158"/>
                      <a:pt x="67" y="150"/>
                    </a:cubicBezTo>
                    <a:cubicBezTo>
                      <a:pt x="75" y="133"/>
                      <a:pt x="92" y="117"/>
                      <a:pt x="100" y="100"/>
                    </a:cubicBezTo>
                    <a:cubicBezTo>
                      <a:pt x="109" y="92"/>
                      <a:pt x="117" y="84"/>
                      <a:pt x="125" y="67"/>
                    </a:cubicBezTo>
                    <a:lnTo>
                      <a:pt x="125" y="59"/>
                    </a:lnTo>
                    <a:cubicBezTo>
                      <a:pt x="133" y="50"/>
                      <a:pt x="133" y="34"/>
                      <a:pt x="133" y="26"/>
                    </a:cubicBezTo>
                    <a:cubicBezTo>
                      <a:pt x="133" y="17"/>
                      <a:pt x="125" y="9"/>
                      <a:pt x="117" y="9"/>
                    </a:cubicBezTo>
                    <a:cubicBezTo>
                      <a:pt x="117" y="1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8" name="Google Shape;3018;p5"/>
              <p:cNvSpPr/>
              <p:nvPr/>
            </p:nvSpPr>
            <p:spPr>
              <a:xfrm>
                <a:off x="2858400" y="3955725"/>
                <a:ext cx="8725" cy="8750"/>
              </a:xfrm>
              <a:custGeom>
                <a:rect b="b" l="l" r="r" t="t"/>
                <a:pathLst>
                  <a:path extrusionOk="0" h="350" w="349">
                    <a:moveTo>
                      <a:pt x="307" y="1"/>
                    </a:moveTo>
                    <a:cubicBezTo>
                      <a:pt x="299" y="9"/>
                      <a:pt x="290" y="9"/>
                      <a:pt x="282" y="17"/>
                    </a:cubicBezTo>
                    <a:cubicBezTo>
                      <a:pt x="266" y="25"/>
                      <a:pt x="249" y="34"/>
                      <a:pt x="232" y="50"/>
                    </a:cubicBezTo>
                    <a:cubicBezTo>
                      <a:pt x="208" y="75"/>
                      <a:pt x="174" y="100"/>
                      <a:pt x="150" y="133"/>
                    </a:cubicBezTo>
                    <a:cubicBezTo>
                      <a:pt x="100" y="183"/>
                      <a:pt x="58" y="241"/>
                      <a:pt x="9" y="299"/>
                    </a:cubicBezTo>
                    <a:cubicBezTo>
                      <a:pt x="0" y="315"/>
                      <a:pt x="9" y="332"/>
                      <a:pt x="17" y="340"/>
                    </a:cubicBezTo>
                    <a:cubicBezTo>
                      <a:pt x="24" y="347"/>
                      <a:pt x="31" y="350"/>
                      <a:pt x="37" y="350"/>
                    </a:cubicBezTo>
                    <a:cubicBezTo>
                      <a:pt x="46" y="350"/>
                      <a:pt x="54" y="345"/>
                      <a:pt x="58" y="340"/>
                    </a:cubicBezTo>
                    <a:cubicBezTo>
                      <a:pt x="108" y="282"/>
                      <a:pt x="166" y="241"/>
                      <a:pt x="216" y="191"/>
                    </a:cubicBezTo>
                    <a:cubicBezTo>
                      <a:pt x="241" y="158"/>
                      <a:pt x="266" y="141"/>
                      <a:pt x="290" y="108"/>
                    </a:cubicBezTo>
                    <a:cubicBezTo>
                      <a:pt x="307" y="100"/>
                      <a:pt x="315" y="83"/>
                      <a:pt x="324" y="67"/>
                    </a:cubicBezTo>
                    <a:cubicBezTo>
                      <a:pt x="340" y="59"/>
                      <a:pt x="348" y="42"/>
                      <a:pt x="348" y="25"/>
                    </a:cubicBezTo>
                    <a:cubicBezTo>
                      <a:pt x="348" y="9"/>
                      <a:pt x="348" y="1"/>
                      <a:pt x="3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9" name="Google Shape;3019;p5"/>
              <p:cNvSpPr/>
              <p:nvPr/>
            </p:nvSpPr>
            <p:spPr>
              <a:xfrm>
                <a:off x="2867100" y="3959250"/>
                <a:ext cx="1900" cy="2725"/>
              </a:xfrm>
              <a:custGeom>
                <a:rect b="b" l="l" r="r" t="t"/>
                <a:pathLst>
                  <a:path extrusionOk="0" h="109" w="76">
                    <a:moveTo>
                      <a:pt x="42" y="0"/>
                    </a:moveTo>
                    <a:cubicBezTo>
                      <a:pt x="34" y="9"/>
                      <a:pt x="25" y="9"/>
                      <a:pt x="25" y="17"/>
                    </a:cubicBezTo>
                    <a:cubicBezTo>
                      <a:pt x="17" y="25"/>
                      <a:pt x="9" y="42"/>
                      <a:pt x="9" y="58"/>
                    </a:cubicBezTo>
                    <a:cubicBezTo>
                      <a:pt x="9" y="58"/>
                      <a:pt x="0" y="67"/>
                      <a:pt x="9" y="75"/>
                    </a:cubicBezTo>
                    <a:cubicBezTo>
                      <a:pt x="9" y="83"/>
                      <a:pt x="9" y="92"/>
                      <a:pt x="9" y="100"/>
                    </a:cubicBezTo>
                    <a:cubicBezTo>
                      <a:pt x="17" y="100"/>
                      <a:pt x="17" y="108"/>
                      <a:pt x="25" y="108"/>
                    </a:cubicBezTo>
                    <a:lnTo>
                      <a:pt x="42" y="100"/>
                    </a:lnTo>
                    <a:lnTo>
                      <a:pt x="42" y="83"/>
                    </a:lnTo>
                    <a:lnTo>
                      <a:pt x="50" y="75"/>
                    </a:lnTo>
                    <a:cubicBezTo>
                      <a:pt x="50" y="67"/>
                      <a:pt x="50" y="58"/>
                      <a:pt x="58" y="58"/>
                    </a:cubicBezTo>
                    <a:lnTo>
                      <a:pt x="67" y="42"/>
                    </a:lnTo>
                    <a:cubicBezTo>
                      <a:pt x="75" y="34"/>
                      <a:pt x="67" y="17"/>
                      <a:pt x="58" y="9"/>
                    </a:cubicBezTo>
                    <a:cubicBezTo>
                      <a:pt x="50" y="9"/>
                      <a:pt x="50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0" name="Google Shape;3020;p5"/>
              <p:cNvSpPr/>
              <p:nvPr/>
            </p:nvSpPr>
            <p:spPr>
              <a:xfrm>
                <a:off x="2936000" y="4113375"/>
                <a:ext cx="8800" cy="13925"/>
              </a:xfrm>
              <a:custGeom>
                <a:rect b="b" l="l" r="r" t="t"/>
                <a:pathLst>
                  <a:path extrusionOk="0" h="557" w="352">
                    <a:moveTo>
                      <a:pt x="63" y="1"/>
                    </a:moveTo>
                    <a:cubicBezTo>
                      <a:pt x="33" y="1"/>
                      <a:pt x="0" y="33"/>
                      <a:pt x="20" y="66"/>
                    </a:cubicBezTo>
                    <a:cubicBezTo>
                      <a:pt x="62" y="141"/>
                      <a:pt x="111" y="215"/>
                      <a:pt x="144" y="290"/>
                    </a:cubicBezTo>
                    <a:cubicBezTo>
                      <a:pt x="161" y="331"/>
                      <a:pt x="178" y="373"/>
                      <a:pt x="194" y="414"/>
                    </a:cubicBezTo>
                    <a:cubicBezTo>
                      <a:pt x="202" y="456"/>
                      <a:pt x="211" y="505"/>
                      <a:pt x="244" y="538"/>
                    </a:cubicBezTo>
                    <a:cubicBezTo>
                      <a:pt x="255" y="550"/>
                      <a:pt x="269" y="556"/>
                      <a:pt x="281" y="556"/>
                    </a:cubicBezTo>
                    <a:cubicBezTo>
                      <a:pt x="296" y="556"/>
                      <a:pt x="309" y="548"/>
                      <a:pt x="318" y="530"/>
                    </a:cubicBezTo>
                    <a:cubicBezTo>
                      <a:pt x="352" y="480"/>
                      <a:pt x="327" y="431"/>
                      <a:pt x="318" y="381"/>
                    </a:cubicBezTo>
                    <a:cubicBezTo>
                      <a:pt x="302" y="331"/>
                      <a:pt x="285" y="282"/>
                      <a:pt x="269" y="240"/>
                    </a:cubicBezTo>
                    <a:cubicBezTo>
                      <a:pt x="227" y="157"/>
                      <a:pt x="169" y="66"/>
                      <a:pt x="86" y="8"/>
                    </a:cubicBezTo>
                    <a:cubicBezTo>
                      <a:pt x="79" y="3"/>
                      <a:pt x="71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1" name="Google Shape;3021;p5"/>
              <p:cNvSpPr/>
              <p:nvPr/>
            </p:nvSpPr>
            <p:spPr>
              <a:xfrm>
                <a:off x="2941875" y="4109575"/>
                <a:ext cx="5400" cy="9500"/>
              </a:xfrm>
              <a:custGeom>
                <a:rect b="b" l="l" r="r" t="t"/>
                <a:pathLst>
                  <a:path extrusionOk="0" h="380" w="216">
                    <a:moveTo>
                      <a:pt x="44" y="1"/>
                    </a:moveTo>
                    <a:cubicBezTo>
                      <a:pt x="40" y="1"/>
                      <a:pt x="37" y="1"/>
                      <a:pt x="34" y="3"/>
                    </a:cubicBezTo>
                    <a:cubicBezTo>
                      <a:pt x="9" y="11"/>
                      <a:pt x="1" y="44"/>
                      <a:pt x="9" y="61"/>
                    </a:cubicBezTo>
                    <a:cubicBezTo>
                      <a:pt x="34" y="119"/>
                      <a:pt x="50" y="168"/>
                      <a:pt x="75" y="218"/>
                    </a:cubicBezTo>
                    <a:cubicBezTo>
                      <a:pt x="83" y="243"/>
                      <a:pt x="100" y="268"/>
                      <a:pt x="108" y="293"/>
                    </a:cubicBezTo>
                    <a:cubicBezTo>
                      <a:pt x="125" y="318"/>
                      <a:pt x="141" y="342"/>
                      <a:pt x="158" y="367"/>
                    </a:cubicBezTo>
                    <a:cubicBezTo>
                      <a:pt x="163" y="376"/>
                      <a:pt x="172" y="379"/>
                      <a:pt x="180" y="379"/>
                    </a:cubicBezTo>
                    <a:cubicBezTo>
                      <a:pt x="198" y="379"/>
                      <a:pt x="216" y="365"/>
                      <a:pt x="216" y="342"/>
                    </a:cubicBezTo>
                    <a:cubicBezTo>
                      <a:pt x="208" y="318"/>
                      <a:pt x="199" y="293"/>
                      <a:pt x="191" y="260"/>
                    </a:cubicBezTo>
                    <a:cubicBezTo>
                      <a:pt x="183" y="235"/>
                      <a:pt x="166" y="210"/>
                      <a:pt x="158" y="185"/>
                    </a:cubicBezTo>
                    <a:cubicBezTo>
                      <a:pt x="133" y="135"/>
                      <a:pt x="108" y="77"/>
                      <a:pt x="92" y="28"/>
                    </a:cubicBezTo>
                    <a:cubicBezTo>
                      <a:pt x="85" y="14"/>
                      <a:pt x="62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2" name="Google Shape;3022;p5"/>
              <p:cNvSpPr/>
              <p:nvPr/>
            </p:nvSpPr>
            <p:spPr>
              <a:xfrm>
                <a:off x="2947775" y="4106075"/>
                <a:ext cx="5250" cy="12025"/>
              </a:xfrm>
              <a:custGeom>
                <a:rect b="b" l="l" r="r" t="t"/>
                <a:pathLst>
                  <a:path extrusionOk="0" h="481" w="210">
                    <a:moveTo>
                      <a:pt x="44" y="0"/>
                    </a:moveTo>
                    <a:cubicBezTo>
                      <a:pt x="22" y="0"/>
                      <a:pt x="0" y="15"/>
                      <a:pt x="5" y="43"/>
                    </a:cubicBezTo>
                    <a:cubicBezTo>
                      <a:pt x="21" y="118"/>
                      <a:pt x="46" y="192"/>
                      <a:pt x="63" y="267"/>
                    </a:cubicBezTo>
                    <a:cubicBezTo>
                      <a:pt x="88" y="342"/>
                      <a:pt x="121" y="408"/>
                      <a:pt x="162" y="474"/>
                    </a:cubicBezTo>
                    <a:cubicBezTo>
                      <a:pt x="167" y="479"/>
                      <a:pt x="173" y="481"/>
                      <a:pt x="180" y="481"/>
                    </a:cubicBezTo>
                    <a:cubicBezTo>
                      <a:pt x="195" y="481"/>
                      <a:pt x="210" y="469"/>
                      <a:pt x="204" y="458"/>
                    </a:cubicBezTo>
                    <a:cubicBezTo>
                      <a:pt x="187" y="383"/>
                      <a:pt x="162" y="317"/>
                      <a:pt x="137" y="242"/>
                    </a:cubicBezTo>
                    <a:cubicBezTo>
                      <a:pt x="113" y="176"/>
                      <a:pt x="96" y="101"/>
                      <a:pt x="79" y="27"/>
                    </a:cubicBezTo>
                    <a:cubicBezTo>
                      <a:pt x="76" y="9"/>
                      <a:pt x="60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3" name="Google Shape;3023;p5"/>
              <p:cNvSpPr/>
              <p:nvPr/>
            </p:nvSpPr>
            <p:spPr>
              <a:xfrm>
                <a:off x="2949125" y="4097450"/>
                <a:ext cx="12100" cy="17375"/>
              </a:xfrm>
              <a:custGeom>
                <a:rect b="b" l="l" r="r" t="t"/>
                <a:pathLst>
                  <a:path extrusionOk="0" h="695" w="484">
                    <a:moveTo>
                      <a:pt x="65" y="0"/>
                    </a:moveTo>
                    <a:cubicBezTo>
                      <a:pt x="31" y="0"/>
                      <a:pt x="1" y="37"/>
                      <a:pt x="25" y="73"/>
                    </a:cubicBezTo>
                    <a:cubicBezTo>
                      <a:pt x="175" y="264"/>
                      <a:pt x="290" y="463"/>
                      <a:pt x="398" y="670"/>
                    </a:cubicBezTo>
                    <a:cubicBezTo>
                      <a:pt x="407" y="687"/>
                      <a:pt x="421" y="695"/>
                      <a:pt x="434" y="695"/>
                    </a:cubicBezTo>
                    <a:cubicBezTo>
                      <a:pt x="459" y="695"/>
                      <a:pt x="484" y="669"/>
                      <a:pt x="473" y="637"/>
                    </a:cubicBezTo>
                    <a:cubicBezTo>
                      <a:pt x="406" y="405"/>
                      <a:pt x="266" y="198"/>
                      <a:pt x="100" y="15"/>
                    </a:cubicBezTo>
                    <a:cubicBezTo>
                      <a:pt x="89" y="5"/>
                      <a:pt x="77" y="0"/>
                      <a:pt x="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4" name="Google Shape;3024;p5"/>
              <p:cNvSpPr/>
              <p:nvPr/>
            </p:nvSpPr>
            <p:spPr>
              <a:xfrm>
                <a:off x="2957625" y="4101575"/>
                <a:ext cx="14525" cy="28050"/>
              </a:xfrm>
              <a:custGeom>
                <a:rect b="b" l="l" r="r" t="t"/>
                <a:pathLst>
                  <a:path extrusionOk="0" h="1122" w="581">
                    <a:moveTo>
                      <a:pt x="64" y="1"/>
                    </a:moveTo>
                    <a:cubicBezTo>
                      <a:pt x="30" y="1"/>
                      <a:pt x="1" y="35"/>
                      <a:pt x="25" y="66"/>
                    </a:cubicBezTo>
                    <a:cubicBezTo>
                      <a:pt x="158" y="215"/>
                      <a:pt x="265" y="372"/>
                      <a:pt x="340" y="546"/>
                    </a:cubicBezTo>
                    <a:cubicBezTo>
                      <a:pt x="423" y="720"/>
                      <a:pt x="464" y="911"/>
                      <a:pt x="506" y="1093"/>
                    </a:cubicBezTo>
                    <a:cubicBezTo>
                      <a:pt x="514" y="1111"/>
                      <a:pt x="535" y="1121"/>
                      <a:pt x="552" y="1121"/>
                    </a:cubicBezTo>
                    <a:cubicBezTo>
                      <a:pt x="567" y="1121"/>
                      <a:pt x="580" y="1113"/>
                      <a:pt x="580" y="1093"/>
                    </a:cubicBezTo>
                    <a:cubicBezTo>
                      <a:pt x="580" y="894"/>
                      <a:pt x="522" y="696"/>
                      <a:pt x="439" y="513"/>
                    </a:cubicBezTo>
                    <a:cubicBezTo>
                      <a:pt x="356" y="331"/>
                      <a:pt x="240" y="165"/>
                      <a:pt x="100" y="16"/>
                    </a:cubicBezTo>
                    <a:cubicBezTo>
                      <a:pt x="89" y="5"/>
                      <a:pt x="76" y="1"/>
                      <a:pt x="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5" name="Google Shape;3025;p5"/>
              <p:cNvSpPr/>
              <p:nvPr/>
            </p:nvSpPr>
            <p:spPr>
              <a:xfrm>
                <a:off x="2971500" y="4102200"/>
                <a:ext cx="8150" cy="23775"/>
              </a:xfrm>
              <a:custGeom>
                <a:rect b="b" l="l" r="r" t="t"/>
                <a:pathLst>
                  <a:path extrusionOk="0" h="951" w="326">
                    <a:moveTo>
                      <a:pt x="44" y="1"/>
                    </a:moveTo>
                    <a:cubicBezTo>
                      <a:pt x="22" y="1"/>
                      <a:pt x="0" y="19"/>
                      <a:pt x="0" y="49"/>
                    </a:cubicBezTo>
                    <a:lnTo>
                      <a:pt x="9" y="49"/>
                    </a:lnTo>
                    <a:cubicBezTo>
                      <a:pt x="9" y="124"/>
                      <a:pt x="33" y="198"/>
                      <a:pt x="50" y="273"/>
                    </a:cubicBezTo>
                    <a:cubicBezTo>
                      <a:pt x="67" y="339"/>
                      <a:pt x="91" y="414"/>
                      <a:pt x="108" y="488"/>
                    </a:cubicBezTo>
                    <a:cubicBezTo>
                      <a:pt x="149" y="637"/>
                      <a:pt x="191" y="778"/>
                      <a:pt x="232" y="927"/>
                    </a:cubicBezTo>
                    <a:cubicBezTo>
                      <a:pt x="239" y="944"/>
                      <a:pt x="255" y="951"/>
                      <a:pt x="272" y="951"/>
                    </a:cubicBezTo>
                    <a:cubicBezTo>
                      <a:pt x="298" y="951"/>
                      <a:pt x="325" y="933"/>
                      <a:pt x="315" y="903"/>
                    </a:cubicBezTo>
                    <a:cubicBezTo>
                      <a:pt x="282" y="753"/>
                      <a:pt x="249" y="604"/>
                      <a:pt x="207" y="455"/>
                    </a:cubicBezTo>
                    <a:cubicBezTo>
                      <a:pt x="191" y="381"/>
                      <a:pt x="174" y="306"/>
                      <a:pt x="149" y="240"/>
                    </a:cubicBezTo>
                    <a:cubicBezTo>
                      <a:pt x="133" y="165"/>
                      <a:pt x="116" y="91"/>
                      <a:pt x="83" y="24"/>
                    </a:cubicBezTo>
                    <a:cubicBezTo>
                      <a:pt x="74" y="8"/>
                      <a:pt x="59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6" name="Google Shape;3026;p5"/>
              <p:cNvSpPr/>
              <p:nvPr/>
            </p:nvSpPr>
            <p:spPr>
              <a:xfrm>
                <a:off x="2979425" y="4094200"/>
                <a:ext cx="10325" cy="24150"/>
              </a:xfrm>
              <a:custGeom>
                <a:rect b="b" l="l" r="r" t="t"/>
                <a:pathLst>
                  <a:path extrusionOk="0" h="966" w="413">
                    <a:moveTo>
                      <a:pt x="34" y="1"/>
                    </a:moveTo>
                    <a:cubicBezTo>
                      <a:pt x="18" y="1"/>
                      <a:pt x="1" y="16"/>
                      <a:pt x="6" y="38"/>
                    </a:cubicBezTo>
                    <a:lnTo>
                      <a:pt x="6" y="29"/>
                    </a:lnTo>
                    <a:cubicBezTo>
                      <a:pt x="6" y="112"/>
                      <a:pt x="40" y="187"/>
                      <a:pt x="64" y="253"/>
                    </a:cubicBezTo>
                    <a:cubicBezTo>
                      <a:pt x="89" y="336"/>
                      <a:pt x="122" y="411"/>
                      <a:pt x="147" y="485"/>
                    </a:cubicBezTo>
                    <a:cubicBezTo>
                      <a:pt x="205" y="634"/>
                      <a:pt x="263" y="783"/>
                      <a:pt x="313" y="941"/>
                    </a:cubicBezTo>
                    <a:cubicBezTo>
                      <a:pt x="319" y="958"/>
                      <a:pt x="333" y="965"/>
                      <a:pt x="348" y="965"/>
                    </a:cubicBezTo>
                    <a:cubicBezTo>
                      <a:pt x="378" y="965"/>
                      <a:pt x="412" y="938"/>
                      <a:pt x="396" y="899"/>
                    </a:cubicBezTo>
                    <a:cubicBezTo>
                      <a:pt x="354" y="750"/>
                      <a:pt x="305" y="593"/>
                      <a:pt x="255" y="444"/>
                    </a:cubicBezTo>
                    <a:cubicBezTo>
                      <a:pt x="222" y="369"/>
                      <a:pt x="197" y="295"/>
                      <a:pt x="172" y="220"/>
                    </a:cubicBezTo>
                    <a:cubicBezTo>
                      <a:pt x="139" y="145"/>
                      <a:pt x="106" y="71"/>
                      <a:pt x="56" y="13"/>
                    </a:cubicBezTo>
                    <a:cubicBezTo>
                      <a:pt x="51" y="5"/>
                      <a:pt x="42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7" name="Google Shape;3027;p5"/>
              <p:cNvSpPr/>
              <p:nvPr/>
            </p:nvSpPr>
            <p:spPr>
              <a:xfrm>
                <a:off x="2986000" y="4096300"/>
                <a:ext cx="7675" cy="11050"/>
              </a:xfrm>
              <a:custGeom>
                <a:rect b="b" l="l" r="r" t="t"/>
                <a:pathLst>
                  <a:path extrusionOk="0" h="442" w="307">
                    <a:moveTo>
                      <a:pt x="44" y="0"/>
                    </a:moveTo>
                    <a:cubicBezTo>
                      <a:pt x="33" y="0"/>
                      <a:pt x="23" y="6"/>
                      <a:pt x="17" y="12"/>
                    </a:cubicBezTo>
                    <a:cubicBezTo>
                      <a:pt x="0" y="45"/>
                      <a:pt x="9" y="103"/>
                      <a:pt x="17" y="136"/>
                    </a:cubicBezTo>
                    <a:cubicBezTo>
                      <a:pt x="33" y="169"/>
                      <a:pt x="50" y="202"/>
                      <a:pt x="67" y="235"/>
                    </a:cubicBezTo>
                    <a:cubicBezTo>
                      <a:pt x="108" y="302"/>
                      <a:pt x="149" y="360"/>
                      <a:pt x="199" y="418"/>
                    </a:cubicBezTo>
                    <a:cubicBezTo>
                      <a:pt x="209" y="432"/>
                      <a:pt x="224" y="441"/>
                      <a:pt x="240" y="441"/>
                    </a:cubicBezTo>
                    <a:cubicBezTo>
                      <a:pt x="251" y="441"/>
                      <a:pt x="263" y="436"/>
                      <a:pt x="274" y="426"/>
                    </a:cubicBezTo>
                    <a:cubicBezTo>
                      <a:pt x="299" y="409"/>
                      <a:pt x="307" y="376"/>
                      <a:pt x="282" y="351"/>
                    </a:cubicBezTo>
                    <a:cubicBezTo>
                      <a:pt x="241" y="302"/>
                      <a:pt x="207" y="244"/>
                      <a:pt x="174" y="177"/>
                    </a:cubicBezTo>
                    <a:lnTo>
                      <a:pt x="174" y="186"/>
                    </a:lnTo>
                    <a:cubicBezTo>
                      <a:pt x="141" y="119"/>
                      <a:pt x="125" y="37"/>
                      <a:pt x="58" y="3"/>
                    </a:cubicBezTo>
                    <a:cubicBezTo>
                      <a:pt x="53" y="1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8" name="Google Shape;3028;p5"/>
              <p:cNvSpPr/>
              <p:nvPr/>
            </p:nvSpPr>
            <p:spPr>
              <a:xfrm>
                <a:off x="2996150" y="4095875"/>
                <a:ext cx="4775" cy="13400"/>
              </a:xfrm>
              <a:custGeom>
                <a:rect b="b" l="l" r="r" t="t"/>
                <a:pathLst>
                  <a:path extrusionOk="0" h="536" w="191">
                    <a:moveTo>
                      <a:pt x="29" y="1"/>
                    </a:moveTo>
                    <a:cubicBezTo>
                      <a:pt x="19" y="1"/>
                      <a:pt x="9" y="7"/>
                      <a:pt x="9" y="20"/>
                    </a:cubicBezTo>
                    <a:cubicBezTo>
                      <a:pt x="0" y="95"/>
                      <a:pt x="17" y="178"/>
                      <a:pt x="25" y="252"/>
                    </a:cubicBezTo>
                    <a:cubicBezTo>
                      <a:pt x="42" y="335"/>
                      <a:pt x="58" y="410"/>
                      <a:pt x="75" y="493"/>
                    </a:cubicBezTo>
                    <a:cubicBezTo>
                      <a:pt x="82" y="514"/>
                      <a:pt x="102" y="536"/>
                      <a:pt x="128" y="536"/>
                    </a:cubicBezTo>
                    <a:cubicBezTo>
                      <a:pt x="132" y="536"/>
                      <a:pt x="137" y="535"/>
                      <a:pt x="141" y="534"/>
                    </a:cubicBezTo>
                    <a:cubicBezTo>
                      <a:pt x="166" y="534"/>
                      <a:pt x="191" y="501"/>
                      <a:pt x="183" y="476"/>
                    </a:cubicBezTo>
                    <a:cubicBezTo>
                      <a:pt x="166" y="402"/>
                      <a:pt x="149" y="319"/>
                      <a:pt x="133" y="244"/>
                    </a:cubicBezTo>
                    <a:cubicBezTo>
                      <a:pt x="116" y="161"/>
                      <a:pt x="91" y="87"/>
                      <a:pt x="50" y="12"/>
                    </a:cubicBezTo>
                    <a:cubicBezTo>
                      <a:pt x="46" y="5"/>
                      <a:pt x="38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9" name="Google Shape;3029;p5"/>
              <p:cNvSpPr/>
              <p:nvPr/>
            </p:nvSpPr>
            <p:spPr>
              <a:xfrm>
                <a:off x="3001525" y="4082050"/>
                <a:ext cx="6650" cy="39225"/>
              </a:xfrm>
              <a:custGeom>
                <a:rect b="b" l="l" r="r" t="t"/>
                <a:pathLst>
                  <a:path extrusionOk="0" h="1569" w="266">
                    <a:moveTo>
                      <a:pt x="54" y="0"/>
                    </a:moveTo>
                    <a:cubicBezTo>
                      <a:pt x="27" y="0"/>
                      <a:pt x="1" y="15"/>
                      <a:pt x="1" y="43"/>
                    </a:cubicBezTo>
                    <a:cubicBezTo>
                      <a:pt x="1" y="167"/>
                      <a:pt x="26" y="283"/>
                      <a:pt x="42" y="408"/>
                    </a:cubicBezTo>
                    <a:cubicBezTo>
                      <a:pt x="50" y="532"/>
                      <a:pt x="75" y="656"/>
                      <a:pt x="84" y="781"/>
                    </a:cubicBezTo>
                    <a:lnTo>
                      <a:pt x="92" y="781"/>
                    </a:lnTo>
                    <a:cubicBezTo>
                      <a:pt x="117" y="1029"/>
                      <a:pt x="142" y="1278"/>
                      <a:pt x="166" y="1526"/>
                    </a:cubicBezTo>
                    <a:cubicBezTo>
                      <a:pt x="166" y="1555"/>
                      <a:pt x="186" y="1568"/>
                      <a:pt x="207" y="1568"/>
                    </a:cubicBezTo>
                    <a:cubicBezTo>
                      <a:pt x="235" y="1568"/>
                      <a:pt x="266" y="1547"/>
                      <a:pt x="266" y="1510"/>
                    </a:cubicBezTo>
                    <a:cubicBezTo>
                      <a:pt x="258" y="1261"/>
                      <a:pt x="241" y="1013"/>
                      <a:pt x="216" y="756"/>
                    </a:cubicBezTo>
                    <a:cubicBezTo>
                      <a:pt x="208" y="631"/>
                      <a:pt x="191" y="507"/>
                      <a:pt x="175" y="383"/>
                    </a:cubicBezTo>
                    <a:cubicBezTo>
                      <a:pt x="158" y="267"/>
                      <a:pt x="142" y="143"/>
                      <a:pt x="100" y="27"/>
                    </a:cubicBezTo>
                    <a:cubicBezTo>
                      <a:pt x="93" y="9"/>
                      <a:pt x="73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0" name="Google Shape;3030;p5"/>
              <p:cNvSpPr/>
              <p:nvPr/>
            </p:nvSpPr>
            <p:spPr>
              <a:xfrm>
                <a:off x="3008650" y="4078900"/>
                <a:ext cx="9050" cy="33925"/>
              </a:xfrm>
              <a:custGeom>
                <a:rect b="b" l="l" r="r" t="t"/>
                <a:pathLst>
                  <a:path extrusionOk="0" h="1357" w="362">
                    <a:moveTo>
                      <a:pt x="49" y="0"/>
                    </a:moveTo>
                    <a:cubicBezTo>
                      <a:pt x="25" y="0"/>
                      <a:pt x="0" y="17"/>
                      <a:pt x="6" y="45"/>
                    </a:cubicBezTo>
                    <a:cubicBezTo>
                      <a:pt x="64" y="252"/>
                      <a:pt x="147" y="443"/>
                      <a:pt x="188" y="658"/>
                    </a:cubicBezTo>
                    <a:cubicBezTo>
                      <a:pt x="238" y="865"/>
                      <a:pt x="246" y="1089"/>
                      <a:pt x="238" y="1304"/>
                    </a:cubicBezTo>
                    <a:cubicBezTo>
                      <a:pt x="238" y="1337"/>
                      <a:pt x="267" y="1357"/>
                      <a:pt x="294" y="1357"/>
                    </a:cubicBezTo>
                    <a:cubicBezTo>
                      <a:pt x="315" y="1357"/>
                      <a:pt x="334" y="1346"/>
                      <a:pt x="337" y="1321"/>
                    </a:cubicBezTo>
                    <a:cubicBezTo>
                      <a:pt x="362" y="1089"/>
                      <a:pt x="354" y="865"/>
                      <a:pt x="312" y="641"/>
                    </a:cubicBezTo>
                    <a:cubicBezTo>
                      <a:pt x="271" y="426"/>
                      <a:pt x="213" y="186"/>
                      <a:pt x="80" y="12"/>
                    </a:cubicBezTo>
                    <a:cubicBezTo>
                      <a:pt x="72" y="4"/>
                      <a:pt x="61" y="0"/>
                      <a:pt x="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1" name="Google Shape;3031;p5"/>
              <p:cNvSpPr/>
              <p:nvPr/>
            </p:nvSpPr>
            <p:spPr>
              <a:xfrm>
                <a:off x="3017075" y="4080300"/>
                <a:ext cx="6850" cy="31950"/>
              </a:xfrm>
              <a:custGeom>
                <a:rect b="b" l="l" r="r" t="t"/>
                <a:pathLst>
                  <a:path extrusionOk="0" h="1278" w="274">
                    <a:moveTo>
                      <a:pt x="53" y="1"/>
                    </a:moveTo>
                    <a:cubicBezTo>
                      <a:pt x="26" y="1"/>
                      <a:pt x="0" y="21"/>
                      <a:pt x="0" y="55"/>
                    </a:cubicBezTo>
                    <a:cubicBezTo>
                      <a:pt x="8" y="155"/>
                      <a:pt x="33" y="254"/>
                      <a:pt x="58" y="345"/>
                    </a:cubicBezTo>
                    <a:cubicBezTo>
                      <a:pt x="83" y="445"/>
                      <a:pt x="100" y="544"/>
                      <a:pt x="116" y="643"/>
                    </a:cubicBezTo>
                    <a:cubicBezTo>
                      <a:pt x="149" y="842"/>
                      <a:pt x="166" y="1033"/>
                      <a:pt x="174" y="1240"/>
                    </a:cubicBezTo>
                    <a:cubicBezTo>
                      <a:pt x="174" y="1265"/>
                      <a:pt x="197" y="1277"/>
                      <a:pt x="220" y="1277"/>
                    </a:cubicBezTo>
                    <a:cubicBezTo>
                      <a:pt x="242" y="1277"/>
                      <a:pt x="265" y="1265"/>
                      <a:pt x="265" y="1240"/>
                    </a:cubicBezTo>
                    <a:cubicBezTo>
                      <a:pt x="274" y="1033"/>
                      <a:pt x="265" y="826"/>
                      <a:pt x="240" y="627"/>
                    </a:cubicBezTo>
                    <a:cubicBezTo>
                      <a:pt x="216" y="428"/>
                      <a:pt x="191" y="204"/>
                      <a:pt x="100" y="30"/>
                    </a:cubicBezTo>
                    <a:cubicBezTo>
                      <a:pt x="89" y="10"/>
                      <a:pt x="71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2" name="Google Shape;3032;p5"/>
              <p:cNvSpPr/>
              <p:nvPr/>
            </p:nvSpPr>
            <p:spPr>
              <a:xfrm>
                <a:off x="3012550" y="4047250"/>
                <a:ext cx="25400" cy="36900"/>
              </a:xfrm>
              <a:custGeom>
                <a:rect b="b" l="l" r="r" t="t"/>
                <a:pathLst>
                  <a:path extrusionOk="0" h="1476" w="1016">
                    <a:moveTo>
                      <a:pt x="83" y="1"/>
                    </a:moveTo>
                    <a:cubicBezTo>
                      <a:pt x="40" y="1"/>
                      <a:pt x="1" y="49"/>
                      <a:pt x="32" y="93"/>
                    </a:cubicBezTo>
                    <a:cubicBezTo>
                      <a:pt x="214" y="300"/>
                      <a:pt x="380" y="515"/>
                      <a:pt x="529" y="747"/>
                    </a:cubicBezTo>
                    <a:cubicBezTo>
                      <a:pt x="604" y="863"/>
                      <a:pt x="678" y="988"/>
                      <a:pt x="745" y="1112"/>
                    </a:cubicBezTo>
                    <a:cubicBezTo>
                      <a:pt x="803" y="1228"/>
                      <a:pt x="861" y="1352"/>
                      <a:pt x="935" y="1460"/>
                    </a:cubicBezTo>
                    <a:cubicBezTo>
                      <a:pt x="943" y="1471"/>
                      <a:pt x="955" y="1476"/>
                      <a:pt x="967" y="1476"/>
                    </a:cubicBezTo>
                    <a:cubicBezTo>
                      <a:pt x="991" y="1476"/>
                      <a:pt x="1015" y="1457"/>
                      <a:pt x="1010" y="1435"/>
                    </a:cubicBezTo>
                    <a:cubicBezTo>
                      <a:pt x="985" y="1303"/>
                      <a:pt x="927" y="1178"/>
                      <a:pt x="861" y="1054"/>
                    </a:cubicBezTo>
                    <a:cubicBezTo>
                      <a:pt x="803" y="930"/>
                      <a:pt x="728" y="805"/>
                      <a:pt x="653" y="689"/>
                    </a:cubicBezTo>
                    <a:cubicBezTo>
                      <a:pt x="496" y="449"/>
                      <a:pt x="322" y="225"/>
                      <a:pt x="123" y="18"/>
                    </a:cubicBezTo>
                    <a:cubicBezTo>
                      <a:pt x="111" y="6"/>
                      <a:pt x="97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3" name="Google Shape;3033;p5"/>
              <p:cNvSpPr/>
              <p:nvPr/>
            </p:nvSpPr>
            <p:spPr>
              <a:xfrm>
                <a:off x="2965075" y="4042975"/>
                <a:ext cx="4575" cy="17000"/>
              </a:xfrm>
              <a:custGeom>
                <a:rect b="b" l="l" r="r" t="t"/>
                <a:pathLst>
                  <a:path extrusionOk="0" h="680" w="183">
                    <a:moveTo>
                      <a:pt x="73" y="0"/>
                    </a:moveTo>
                    <a:cubicBezTo>
                      <a:pt x="55" y="0"/>
                      <a:pt x="31" y="14"/>
                      <a:pt x="25" y="32"/>
                    </a:cubicBezTo>
                    <a:cubicBezTo>
                      <a:pt x="0" y="82"/>
                      <a:pt x="17" y="140"/>
                      <a:pt x="25" y="189"/>
                    </a:cubicBezTo>
                    <a:cubicBezTo>
                      <a:pt x="34" y="239"/>
                      <a:pt x="42" y="289"/>
                      <a:pt x="42" y="339"/>
                    </a:cubicBezTo>
                    <a:cubicBezTo>
                      <a:pt x="50" y="388"/>
                      <a:pt x="50" y="438"/>
                      <a:pt x="50" y="488"/>
                    </a:cubicBezTo>
                    <a:cubicBezTo>
                      <a:pt x="58" y="546"/>
                      <a:pt x="67" y="595"/>
                      <a:pt x="67" y="645"/>
                    </a:cubicBezTo>
                    <a:cubicBezTo>
                      <a:pt x="67" y="669"/>
                      <a:pt x="82" y="679"/>
                      <a:pt x="99" y="679"/>
                    </a:cubicBezTo>
                    <a:cubicBezTo>
                      <a:pt x="117" y="679"/>
                      <a:pt x="137" y="667"/>
                      <a:pt x="141" y="645"/>
                    </a:cubicBezTo>
                    <a:cubicBezTo>
                      <a:pt x="158" y="595"/>
                      <a:pt x="166" y="546"/>
                      <a:pt x="174" y="488"/>
                    </a:cubicBezTo>
                    <a:cubicBezTo>
                      <a:pt x="183" y="438"/>
                      <a:pt x="183" y="380"/>
                      <a:pt x="174" y="322"/>
                    </a:cubicBezTo>
                    <a:cubicBezTo>
                      <a:pt x="174" y="272"/>
                      <a:pt x="174" y="214"/>
                      <a:pt x="158" y="165"/>
                    </a:cubicBezTo>
                    <a:cubicBezTo>
                      <a:pt x="150" y="107"/>
                      <a:pt x="141" y="49"/>
                      <a:pt x="92" y="7"/>
                    </a:cubicBezTo>
                    <a:cubicBezTo>
                      <a:pt x="87" y="2"/>
                      <a:pt x="80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4" name="Google Shape;3034;p5"/>
              <p:cNvSpPr/>
              <p:nvPr/>
            </p:nvSpPr>
            <p:spPr>
              <a:xfrm>
                <a:off x="2970250" y="4042100"/>
                <a:ext cx="3350" cy="11500"/>
              </a:xfrm>
              <a:custGeom>
                <a:rect b="b" l="l" r="r" t="t"/>
                <a:pathLst>
                  <a:path extrusionOk="0" h="460" w="134">
                    <a:moveTo>
                      <a:pt x="56" y="0"/>
                    </a:moveTo>
                    <a:cubicBezTo>
                      <a:pt x="44" y="0"/>
                      <a:pt x="34" y="9"/>
                      <a:pt x="34" y="26"/>
                    </a:cubicBezTo>
                    <a:cubicBezTo>
                      <a:pt x="25" y="84"/>
                      <a:pt x="34" y="150"/>
                      <a:pt x="34" y="208"/>
                    </a:cubicBezTo>
                    <a:cubicBezTo>
                      <a:pt x="34" y="274"/>
                      <a:pt x="25" y="340"/>
                      <a:pt x="9" y="398"/>
                    </a:cubicBezTo>
                    <a:cubicBezTo>
                      <a:pt x="1" y="423"/>
                      <a:pt x="9" y="440"/>
                      <a:pt x="34" y="456"/>
                    </a:cubicBezTo>
                    <a:lnTo>
                      <a:pt x="25" y="456"/>
                    </a:lnTo>
                    <a:cubicBezTo>
                      <a:pt x="32" y="458"/>
                      <a:pt x="38" y="459"/>
                      <a:pt x="44" y="459"/>
                    </a:cubicBezTo>
                    <a:cubicBezTo>
                      <a:pt x="62" y="459"/>
                      <a:pt x="77" y="450"/>
                      <a:pt x="83" y="431"/>
                    </a:cubicBezTo>
                    <a:cubicBezTo>
                      <a:pt x="108" y="365"/>
                      <a:pt x="125" y="291"/>
                      <a:pt x="133" y="224"/>
                    </a:cubicBezTo>
                    <a:cubicBezTo>
                      <a:pt x="133" y="150"/>
                      <a:pt x="125" y="67"/>
                      <a:pt x="75" y="9"/>
                    </a:cubicBezTo>
                    <a:cubicBezTo>
                      <a:pt x="69" y="3"/>
                      <a:pt x="62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5" name="Google Shape;3035;p5"/>
              <p:cNvSpPr/>
              <p:nvPr/>
            </p:nvSpPr>
            <p:spPr>
              <a:xfrm>
                <a:off x="2973775" y="4039625"/>
                <a:ext cx="4175" cy="9550"/>
              </a:xfrm>
              <a:custGeom>
                <a:rect b="b" l="l" r="r" t="t"/>
                <a:pathLst>
                  <a:path extrusionOk="0" h="382" w="167">
                    <a:moveTo>
                      <a:pt x="75" y="0"/>
                    </a:moveTo>
                    <a:cubicBezTo>
                      <a:pt x="50" y="0"/>
                      <a:pt x="34" y="0"/>
                      <a:pt x="25" y="17"/>
                    </a:cubicBezTo>
                    <a:cubicBezTo>
                      <a:pt x="0" y="42"/>
                      <a:pt x="9" y="83"/>
                      <a:pt x="17" y="116"/>
                    </a:cubicBezTo>
                    <a:cubicBezTo>
                      <a:pt x="25" y="125"/>
                      <a:pt x="25" y="141"/>
                      <a:pt x="34" y="158"/>
                    </a:cubicBezTo>
                    <a:cubicBezTo>
                      <a:pt x="34" y="158"/>
                      <a:pt x="34" y="163"/>
                      <a:pt x="34" y="166"/>
                    </a:cubicBezTo>
                    <a:lnTo>
                      <a:pt x="42" y="183"/>
                    </a:lnTo>
                    <a:cubicBezTo>
                      <a:pt x="50" y="241"/>
                      <a:pt x="58" y="290"/>
                      <a:pt x="67" y="340"/>
                    </a:cubicBezTo>
                    <a:cubicBezTo>
                      <a:pt x="75" y="365"/>
                      <a:pt x="100" y="381"/>
                      <a:pt x="125" y="381"/>
                    </a:cubicBezTo>
                    <a:cubicBezTo>
                      <a:pt x="150" y="373"/>
                      <a:pt x="166" y="357"/>
                      <a:pt x="158" y="332"/>
                    </a:cubicBezTo>
                    <a:cubicBezTo>
                      <a:pt x="158" y="274"/>
                      <a:pt x="150" y="224"/>
                      <a:pt x="141" y="166"/>
                    </a:cubicBezTo>
                    <a:cubicBezTo>
                      <a:pt x="141" y="141"/>
                      <a:pt x="133" y="116"/>
                      <a:pt x="125" y="83"/>
                    </a:cubicBezTo>
                    <a:cubicBezTo>
                      <a:pt x="116" y="58"/>
                      <a:pt x="108" y="9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6" name="Google Shape;3036;p5"/>
              <p:cNvSpPr/>
              <p:nvPr/>
            </p:nvSpPr>
            <p:spPr>
              <a:xfrm>
                <a:off x="2944975" y="3932675"/>
                <a:ext cx="3150" cy="12400"/>
              </a:xfrm>
              <a:custGeom>
                <a:rect b="b" l="l" r="r" t="t"/>
                <a:pathLst>
                  <a:path extrusionOk="0" h="496" w="126">
                    <a:moveTo>
                      <a:pt x="52" y="1"/>
                    </a:moveTo>
                    <a:cubicBezTo>
                      <a:pt x="37" y="1"/>
                      <a:pt x="21" y="9"/>
                      <a:pt x="17" y="28"/>
                    </a:cubicBezTo>
                    <a:cubicBezTo>
                      <a:pt x="1" y="111"/>
                      <a:pt x="1" y="185"/>
                      <a:pt x="9" y="268"/>
                    </a:cubicBezTo>
                    <a:cubicBezTo>
                      <a:pt x="9" y="301"/>
                      <a:pt x="17" y="343"/>
                      <a:pt x="26" y="376"/>
                    </a:cubicBezTo>
                    <a:cubicBezTo>
                      <a:pt x="34" y="401"/>
                      <a:pt x="42" y="417"/>
                      <a:pt x="42" y="434"/>
                    </a:cubicBezTo>
                    <a:cubicBezTo>
                      <a:pt x="51" y="459"/>
                      <a:pt x="67" y="467"/>
                      <a:pt x="75" y="483"/>
                    </a:cubicBezTo>
                    <a:cubicBezTo>
                      <a:pt x="81" y="492"/>
                      <a:pt x="89" y="496"/>
                      <a:pt x="97" y="496"/>
                    </a:cubicBezTo>
                    <a:cubicBezTo>
                      <a:pt x="111" y="496"/>
                      <a:pt x="125" y="483"/>
                      <a:pt x="125" y="467"/>
                    </a:cubicBezTo>
                    <a:cubicBezTo>
                      <a:pt x="125" y="442"/>
                      <a:pt x="125" y="425"/>
                      <a:pt x="117" y="409"/>
                    </a:cubicBezTo>
                    <a:cubicBezTo>
                      <a:pt x="109" y="392"/>
                      <a:pt x="109" y="376"/>
                      <a:pt x="109" y="359"/>
                    </a:cubicBezTo>
                    <a:cubicBezTo>
                      <a:pt x="100" y="326"/>
                      <a:pt x="92" y="293"/>
                      <a:pt x="84" y="251"/>
                    </a:cubicBezTo>
                    <a:cubicBezTo>
                      <a:pt x="75" y="185"/>
                      <a:pt x="75" y="111"/>
                      <a:pt x="84" y="36"/>
                    </a:cubicBezTo>
                    <a:cubicBezTo>
                      <a:pt x="88" y="13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7" name="Google Shape;3037;p5"/>
              <p:cNvSpPr/>
              <p:nvPr/>
            </p:nvSpPr>
            <p:spPr>
              <a:xfrm>
                <a:off x="2950450" y="3937225"/>
                <a:ext cx="3475" cy="10200"/>
              </a:xfrm>
              <a:custGeom>
                <a:rect b="b" l="l" r="r" t="t"/>
                <a:pathLst>
                  <a:path extrusionOk="0" h="408" w="139">
                    <a:moveTo>
                      <a:pt x="49" y="0"/>
                    </a:moveTo>
                    <a:cubicBezTo>
                      <a:pt x="26" y="0"/>
                      <a:pt x="1" y="20"/>
                      <a:pt x="6" y="53"/>
                    </a:cubicBezTo>
                    <a:cubicBezTo>
                      <a:pt x="14" y="111"/>
                      <a:pt x="14" y="161"/>
                      <a:pt x="22" y="219"/>
                    </a:cubicBezTo>
                    <a:cubicBezTo>
                      <a:pt x="30" y="277"/>
                      <a:pt x="39" y="343"/>
                      <a:pt x="64" y="393"/>
                    </a:cubicBezTo>
                    <a:cubicBezTo>
                      <a:pt x="70" y="403"/>
                      <a:pt x="80" y="408"/>
                      <a:pt x="90" y="408"/>
                    </a:cubicBezTo>
                    <a:cubicBezTo>
                      <a:pt x="103" y="408"/>
                      <a:pt x="117" y="399"/>
                      <a:pt x="122" y="384"/>
                    </a:cubicBezTo>
                    <a:cubicBezTo>
                      <a:pt x="138" y="326"/>
                      <a:pt x="122" y="268"/>
                      <a:pt x="122" y="210"/>
                    </a:cubicBezTo>
                    <a:cubicBezTo>
                      <a:pt x="113" y="152"/>
                      <a:pt x="105" y="94"/>
                      <a:pt x="88" y="36"/>
                    </a:cubicBezTo>
                    <a:cubicBezTo>
                      <a:pt x="85" y="11"/>
                      <a:pt x="67" y="0"/>
                      <a:pt x="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8" name="Google Shape;3038;p5"/>
              <p:cNvSpPr/>
              <p:nvPr/>
            </p:nvSpPr>
            <p:spPr>
              <a:xfrm>
                <a:off x="2987250" y="3949525"/>
                <a:ext cx="3125" cy="13275"/>
              </a:xfrm>
              <a:custGeom>
                <a:rect b="b" l="l" r="r" t="t"/>
                <a:pathLst>
                  <a:path extrusionOk="0" h="531" w="125">
                    <a:moveTo>
                      <a:pt x="66" y="0"/>
                    </a:moveTo>
                    <a:cubicBezTo>
                      <a:pt x="50" y="0"/>
                      <a:pt x="25" y="8"/>
                      <a:pt x="25" y="25"/>
                    </a:cubicBezTo>
                    <a:cubicBezTo>
                      <a:pt x="0" y="99"/>
                      <a:pt x="8" y="182"/>
                      <a:pt x="8" y="257"/>
                    </a:cubicBezTo>
                    <a:cubicBezTo>
                      <a:pt x="8" y="331"/>
                      <a:pt x="17" y="414"/>
                      <a:pt x="25" y="489"/>
                    </a:cubicBezTo>
                    <a:cubicBezTo>
                      <a:pt x="33" y="514"/>
                      <a:pt x="58" y="530"/>
                      <a:pt x="83" y="530"/>
                    </a:cubicBezTo>
                    <a:cubicBezTo>
                      <a:pt x="108" y="522"/>
                      <a:pt x="124" y="497"/>
                      <a:pt x="124" y="472"/>
                    </a:cubicBezTo>
                    <a:cubicBezTo>
                      <a:pt x="124" y="398"/>
                      <a:pt x="124" y="323"/>
                      <a:pt x="116" y="249"/>
                    </a:cubicBezTo>
                    <a:cubicBezTo>
                      <a:pt x="116" y="182"/>
                      <a:pt x="116" y="108"/>
                      <a:pt x="99" y="33"/>
                    </a:cubicBezTo>
                    <a:cubicBezTo>
                      <a:pt x="99" y="17"/>
                      <a:pt x="83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9" name="Google Shape;3039;p5"/>
              <p:cNvSpPr/>
              <p:nvPr/>
            </p:nvSpPr>
            <p:spPr>
              <a:xfrm>
                <a:off x="2815500" y="3906200"/>
                <a:ext cx="24700" cy="30375"/>
              </a:xfrm>
              <a:custGeom>
                <a:rect b="b" l="l" r="r" t="t"/>
                <a:pathLst>
                  <a:path extrusionOk="0" h="1215" w="988">
                    <a:moveTo>
                      <a:pt x="60" y="1"/>
                    </a:moveTo>
                    <a:cubicBezTo>
                      <a:pt x="27" y="1"/>
                      <a:pt x="1" y="49"/>
                      <a:pt x="35" y="76"/>
                    </a:cubicBezTo>
                    <a:cubicBezTo>
                      <a:pt x="209" y="242"/>
                      <a:pt x="382" y="424"/>
                      <a:pt x="523" y="615"/>
                    </a:cubicBezTo>
                    <a:cubicBezTo>
                      <a:pt x="598" y="706"/>
                      <a:pt x="656" y="805"/>
                      <a:pt x="706" y="904"/>
                    </a:cubicBezTo>
                    <a:cubicBezTo>
                      <a:pt x="730" y="954"/>
                      <a:pt x="755" y="1012"/>
                      <a:pt x="780" y="1070"/>
                    </a:cubicBezTo>
                    <a:cubicBezTo>
                      <a:pt x="805" y="1112"/>
                      <a:pt x="838" y="1178"/>
                      <a:pt x="880" y="1203"/>
                    </a:cubicBezTo>
                    <a:cubicBezTo>
                      <a:pt x="892" y="1210"/>
                      <a:pt x="906" y="1214"/>
                      <a:pt x="919" y="1214"/>
                    </a:cubicBezTo>
                    <a:cubicBezTo>
                      <a:pt x="948" y="1214"/>
                      <a:pt x="973" y="1196"/>
                      <a:pt x="979" y="1161"/>
                    </a:cubicBezTo>
                    <a:cubicBezTo>
                      <a:pt x="987" y="1112"/>
                      <a:pt x="962" y="1037"/>
                      <a:pt x="938" y="987"/>
                    </a:cubicBezTo>
                    <a:cubicBezTo>
                      <a:pt x="921" y="929"/>
                      <a:pt x="888" y="880"/>
                      <a:pt x="863" y="822"/>
                    </a:cubicBezTo>
                    <a:cubicBezTo>
                      <a:pt x="805" y="714"/>
                      <a:pt x="722" y="615"/>
                      <a:pt x="639" y="523"/>
                    </a:cubicBezTo>
                    <a:cubicBezTo>
                      <a:pt x="474" y="333"/>
                      <a:pt x="283" y="167"/>
                      <a:pt x="84" y="10"/>
                    </a:cubicBezTo>
                    <a:cubicBezTo>
                      <a:pt x="76" y="3"/>
                      <a:pt x="68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0" name="Google Shape;3040;p5"/>
              <p:cNvSpPr/>
              <p:nvPr/>
            </p:nvSpPr>
            <p:spPr>
              <a:xfrm>
                <a:off x="2841000" y="3937950"/>
                <a:ext cx="3750" cy="6200"/>
              </a:xfrm>
              <a:custGeom>
                <a:rect b="b" l="l" r="r" t="t"/>
                <a:pathLst>
                  <a:path extrusionOk="0" h="248" w="150">
                    <a:moveTo>
                      <a:pt x="56" y="1"/>
                    </a:moveTo>
                    <a:cubicBezTo>
                      <a:pt x="48" y="1"/>
                      <a:pt x="41" y="3"/>
                      <a:pt x="34" y="7"/>
                    </a:cubicBezTo>
                    <a:cubicBezTo>
                      <a:pt x="9" y="16"/>
                      <a:pt x="0" y="40"/>
                      <a:pt x="9" y="65"/>
                    </a:cubicBezTo>
                    <a:lnTo>
                      <a:pt x="42" y="148"/>
                    </a:lnTo>
                    <a:cubicBezTo>
                      <a:pt x="42" y="173"/>
                      <a:pt x="50" y="190"/>
                      <a:pt x="67" y="206"/>
                    </a:cubicBezTo>
                    <a:lnTo>
                      <a:pt x="67" y="214"/>
                    </a:lnTo>
                    <a:cubicBezTo>
                      <a:pt x="75" y="223"/>
                      <a:pt x="83" y="223"/>
                      <a:pt x="83" y="231"/>
                    </a:cubicBezTo>
                    <a:cubicBezTo>
                      <a:pt x="92" y="248"/>
                      <a:pt x="108" y="248"/>
                      <a:pt x="125" y="248"/>
                    </a:cubicBezTo>
                    <a:cubicBezTo>
                      <a:pt x="133" y="239"/>
                      <a:pt x="150" y="231"/>
                      <a:pt x="150" y="214"/>
                    </a:cubicBezTo>
                    <a:lnTo>
                      <a:pt x="150" y="190"/>
                    </a:lnTo>
                    <a:lnTo>
                      <a:pt x="150" y="181"/>
                    </a:lnTo>
                    <a:lnTo>
                      <a:pt x="150" y="173"/>
                    </a:lnTo>
                    <a:cubicBezTo>
                      <a:pt x="150" y="156"/>
                      <a:pt x="141" y="132"/>
                      <a:pt x="133" y="115"/>
                    </a:cubicBezTo>
                    <a:cubicBezTo>
                      <a:pt x="125" y="82"/>
                      <a:pt x="108" y="57"/>
                      <a:pt x="100" y="32"/>
                    </a:cubicBezTo>
                    <a:cubicBezTo>
                      <a:pt x="94" y="14"/>
                      <a:pt x="75" y="1"/>
                      <a:pt x="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1" name="Google Shape;3041;p5"/>
              <p:cNvSpPr/>
              <p:nvPr/>
            </p:nvSpPr>
            <p:spPr>
              <a:xfrm>
                <a:off x="2824025" y="3905150"/>
                <a:ext cx="8600" cy="10050"/>
              </a:xfrm>
              <a:custGeom>
                <a:rect b="b" l="l" r="r" t="t"/>
                <a:pathLst>
                  <a:path extrusionOk="0" h="402" w="344">
                    <a:moveTo>
                      <a:pt x="40" y="1"/>
                    </a:moveTo>
                    <a:cubicBezTo>
                      <a:pt x="32" y="1"/>
                      <a:pt x="24" y="3"/>
                      <a:pt x="17" y="10"/>
                    </a:cubicBezTo>
                    <a:cubicBezTo>
                      <a:pt x="8" y="19"/>
                      <a:pt x="0" y="43"/>
                      <a:pt x="17" y="52"/>
                    </a:cubicBezTo>
                    <a:cubicBezTo>
                      <a:pt x="66" y="110"/>
                      <a:pt x="108" y="168"/>
                      <a:pt x="149" y="217"/>
                    </a:cubicBezTo>
                    <a:cubicBezTo>
                      <a:pt x="199" y="275"/>
                      <a:pt x="232" y="342"/>
                      <a:pt x="282" y="391"/>
                    </a:cubicBezTo>
                    <a:cubicBezTo>
                      <a:pt x="289" y="398"/>
                      <a:pt x="297" y="401"/>
                      <a:pt x="305" y="401"/>
                    </a:cubicBezTo>
                    <a:cubicBezTo>
                      <a:pt x="325" y="401"/>
                      <a:pt x="343" y="382"/>
                      <a:pt x="331" y="358"/>
                    </a:cubicBezTo>
                    <a:cubicBezTo>
                      <a:pt x="307" y="292"/>
                      <a:pt x="257" y="234"/>
                      <a:pt x="215" y="176"/>
                    </a:cubicBezTo>
                    <a:cubicBezTo>
                      <a:pt x="166" y="118"/>
                      <a:pt x="116" y="68"/>
                      <a:pt x="66" y="10"/>
                    </a:cubicBezTo>
                    <a:cubicBezTo>
                      <a:pt x="62" y="5"/>
                      <a:pt x="51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2" name="Google Shape;3042;p5"/>
              <p:cNvSpPr/>
              <p:nvPr/>
            </p:nvSpPr>
            <p:spPr>
              <a:xfrm>
                <a:off x="2815175" y="3931525"/>
                <a:ext cx="13825" cy="28275"/>
              </a:xfrm>
              <a:custGeom>
                <a:rect b="b" l="l" r="r" t="t"/>
                <a:pathLst>
                  <a:path extrusionOk="0" h="1131" w="553">
                    <a:moveTo>
                      <a:pt x="40" y="0"/>
                    </a:moveTo>
                    <a:cubicBezTo>
                      <a:pt x="21" y="0"/>
                      <a:pt x="1" y="19"/>
                      <a:pt x="6" y="41"/>
                    </a:cubicBezTo>
                    <a:cubicBezTo>
                      <a:pt x="56" y="231"/>
                      <a:pt x="114" y="422"/>
                      <a:pt x="188" y="604"/>
                    </a:cubicBezTo>
                    <a:cubicBezTo>
                      <a:pt x="230" y="695"/>
                      <a:pt x="263" y="786"/>
                      <a:pt x="304" y="869"/>
                    </a:cubicBezTo>
                    <a:cubicBezTo>
                      <a:pt x="329" y="911"/>
                      <a:pt x="354" y="952"/>
                      <a:pt x="371" y="1002"/>
                    </a:cubicBezTo>
                    <a:cubicBezTo>
                      <a:pt x="395" y="1043"/>
                      <a:pt x="412" y="1093"/>
                      <a:pt x="453" y="1118"/>
                    </a:cubicBezTo>
                    <a:cubicBezTo>
                      <a:pt x="467" y="1127"/>
                      <a:pt x="481" y="1131"/>
                      <a:pt x="493" y="1131"/>
                    </a:cubicBezTo>
                    <a:cubicBezTo>
                      <a:pt x="527" y="1131"/>
                      <a:pt x="553" y="1102"/>
                      <a:pt x="553" y="1060"/>
                    </a:cubicBezTo>
                    <a:cubicBezTo>
                      <a:pt x="553" y="1018"/>
                      <a:pt x="520" y="977"/>
                      <a:pt x="495" y="935"/>
                    </a:cubicBezTo>
                    <a:cubicBezTo>
                      <a:pt x="478" y="894"/>
                      <a:pt x="453" y="853"/>
                      <a:pt x="429" y="803"/>
                    </a:cubicBezTo>
                    <a:cubicBezTo>
                      <a:pt x="387" y="720"/>
                      <a:pt x="346" y="629"/>
                      <a:pt x="304" y="546"/>
                    </a:cubicBezTo>
                    <a:cubicBezTo>
                      <a:pt x="222" y="372"/>
                      <a:pt x="130" y="198"/>
                      <a:pt x="64" y="16"/>
                    </a:cubicBezTo>
                    <a:cubicBezTo>
                      <a:pt x="59" y="5"/>
                      <a:pt x="49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3" name="Google Shape;3043;p5"/>
              <p:cNvSpPr/>
              <p:nvPr/>
            </p:nvSpPr>
            <p:spPr>
              <a:xfrm>
                <a:off x="2828300" y="3951900"/>
                <a:ext cx="3000" cy="5800"/>
              </a:xfrm>
              <a:custGeom>
                <a:rect b="b" l="l" r="r" t="t"/>
                <a:pathLst>
                  <a:path extrusionOk="0" h="232" w="120">
                    <a:moveTo>
                      <a:pt x="29" y="1"/>
                    </a:moveTo>
                    <a:cubicBezTo>
                      <a:pt x="15" y="1"/>
                      <a:pt x="0" y="16"/>
                      <a:pt x="11" y="38"/>
                    </a:cubicBezTo>
                    <a:cubicBezTo>
                      <a:pt x="20" y="71"/>
                      <a:pt x="36" y="96"/>
                      <a:pt x="44" y="129"/>
                    </a:cubicBezTo>
                    <a:cubicBezTo>
                      <a:pt x="53" y="145"/>
                      <a:pt x="61" y="162"/>
                      <a:pt x="69" y="178"/>
                    </a:cubicBezTo>
                    <a:cubicBezTo>
                      <a:pt x="78" y="195"/>
                      <a:pt x="86" y="212"/>
                      <a:pt x="94" y="228"/>
                    </a:cubicBezTo>
                    <a:cubicBezTo>
                      <a:pt x="96" y="230"/>
                      <a:pt x="99" y="231"/>
                      <a:pt x="102" y="231"/>
                    </a:cubicBezTo>
                    <a:cubicBezTo>
                      <a:pt x="110" y="231"/>
                      <a:pt x="119" y="224"/>
                      <a:pt x="119" y="212"/>
                    </a:cubicBezTo>
                    <a:cubicBezTo>
                      <a:pt x="119" y="195"/>
                      <a:pt x="111" y="178"/>
                      <a:pt x="111" y="162"/>
                    </a:cubicBezTo>
                    <a:cubicBezTo>
                      <a:pt x="102" y="145"/>
                      <a:pt x="94" y="129"/>
                      <a:pt x="86" y="112"/>
                    </a:cubicBezTo>
                    <a:lnTo>
                      <a:pt x="44" y="13"/>
                    </a:lnTo>
                    <a:cubicBezTo>
                      <a:pt x="42" y="4"/>
                      <a:pt x="35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4" name="Google Shape;3044;p5"/>
              <p:cNvSpPr/>
              <p:nvPr/>
            </p:nvSpPr>
            <p:spPr>
              <a:xfrm>
                <a:off x="2977175" y="3929425"/>
                <a:ext cx="6150" cy="19850"/>
              </a:xfrm>
              <a:custGeom>
                <a:rect b="b" l="l" r="r" t="t"/>
                <a:pathLst>
                  <a:path extrusionOk="0" h="794" w="246">
                    <a:moveTo>
                      <a:pt x="43" y="0"/>
                    </a:moveTo>
                    <a:cubicBezTo>
                      <a:pt x="22" y="0"/>
                      <a:pt x="0" y="23"/>
                      <a:pt x="5" y="50"/>
                    </a:cubicBezTo>
                    <a:cubicBezTo>
                      <a:pt x="38" y="166"/>
                      <a:pt x="63" y="282"/>
                      <a:pt x="80" y="398"/>
                    </a:cubicBezTo>
                    <a:cubicBezTo>
                      <a:pt x="88" y="448"/>
                      <a:pt x="96" y="506"/>
                      <a:pt x="96" y="564"/>
                    </a:cubicBezTo>
                    <a:cubicBezTo>
                      <a:pt x="105" y="622"/>
                      <a:pt x="105" y="680"/>
                      <a:pt x="113" y="738"/>
                    </a:cubicBezTo>
                    <a:cubicBezTo>
                      <a:pt x="117" y="775"/>
                      <a:pt x="148" y="794"/>
                      <a:pt x="179" y="794"/>
                    </a:cubicBezTo>
                    <a:cubicBezTo>
                      <a:pt x="210" y="794"/>
                      <a:pt x="241" y="775"/>
                      <a:pt x="246" y="738"/>
                    </a:cubicBezTo>
                    <a:cubicBezTo>
                      <a:pt x="246" y="680"/>
                      <a:pt x="237" y="613"/>
                      <a:pt x="229" y="547"/>
                    </a:cubicBezTo>
                    <a:cubicBezTo>
                      <a:pt x="221" y="489"/>
                      <a:pt x="212" y="431"/>
                      <a:pt x="196" y="373"/>
                    </a:cubicBezTo>
                    <a:cubicBezTo>
                      <a:pt x="171" y="249"/>
                      <a:pt x="121" y="133"/>
                      <a:pt x="72" y="25"/>
                    </a:cubicBezTo>
                    <a:cubicBezTo>
                      <a:pt x="66" y="7"/>
                      <a:pt x="54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5" name="Google Shape;3045;p5"/>
              <p:cNvSpPr/>
              <p:nvPr/>
            </p:nvSpPr>
            <p:spPr>
              <a:xfrm>
                <a:off x="2971700" y="3915375"/>
                <a:ext cx="5425" cy="10525"/>
              </a:xfrm>
              <a:custGeom>
                <a:rect b="b" l="l" r="r" t="t"/>
                <a:pathLst>
                  <a:path extrusionOk="0" h="421" w="217">
                    <a:moveTo>
                      <a:pt x="42" y="1"/>
                    </a:moveTo>
                    <a:cubicBezTo>
                      <a:pt x="25" y="1"/>
                      <a:pt x="7" y="14"/>
                      <a:pt x="1" y="32"/>
                    </a:cubicBezTo>
                    <a:cubicBezTo>
                      <a:pt x="1" y="65"/>
                      <a:pt x="17" y="107"/>
                      <a:pt x="25" y="140"/>
                    </a:cubicBezTo>
                    <a:cubicBezTo>
                      <a:pt x="34" y="165"/>
                      <a:pt x="50" y="190"/>
                      <a:pt x="59" y="223"/>
                    </a:cubicBezTo>
                    <a:lnTo>
                      <a:pt x="133" y="397"/>
                    </a:lnTo>
                    <a:cubicBezTo>
                      <a:pt x="139" y="408"/>
                      <a:pt x="153" y="420"/>
                      <a:pt x="170" y="420"/>
                    </a:cubicBezTo>
                    <a:cubicBezTo>
                      <a:pt x="177" y="420"/>
                      <a:pt x="184" y="418"/>
                      <a:pt x="191" y="413"/>
                    </a:cubicBezTo>
                    <a:cubicBezTo>
                      <a:pt x="208" y="405"/>
                      <a:pt x="216" y="380"/>
                      <a:pt x="208" y="364"/>
                    </a:cubicBezTo>
                    <a:cubicBezTo>
                      <a:pt x="191" y="297"/>
                      <a:pt x="166" y="239"/>
                      <a:pt x="150" y="181"/>
                    </a:cubicBezTo>
                    <a:cubicBezTo>
                      <a:pt x="133" y="156"/>
                      <a:pt x="125" y="123"/>
                      <a:pt x="117" y="98"/>
                    </a:cubicBezTo>
                    <a:lnTo>
                      <a:pt x="92" y="57"/>
                    </a:lnTo>
                    <a:cubicBezTo>
                      <a:pt x="83" y="40"/>
                      <a:pt x="75" y="24"/>
                      <a:pt x="59" y="7"/>
                    </a:cubicBezTo>
                    <a:cubicBezTo>
                      <a:pt x="54" y="3"/>
                      <a:pt x="48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6" name="Google Shape;3046;p5"/>
              <p:cNvSpPr/>
              <p:nvPr/>
            </p:nvSpPr>
            <p:spPr>
              <a:xfrm>
                <a:off x="2965500" y="3900675"/>
                <a:ext cx="3325" cy="6475"/>
              </a:xfrm>
              <a:custGeom>
                <a:rect b="b" l="l" r="r" t="t"/>
                <a:pathLst>
                  <a:path extrusionOk="0" h="259" w="133">
                    <a:moveTo>
                      <a:pt x="23" y="0"/>
                    </a:moveTo>
                    <a:cubicBezTo>
                      <a:pt x="12" y="0"/>
                      <a:pt x="0" y="12"/>
                      <a:pt x="0" y="24"/>
                    </a:cubicBezTo>
                    <a:cubicBezTo>
                      <a:pt x="8" y="57"/>
                      <a:pt x="17" y="98"/>
                      <a:pt x="33" y="131"/>
                    </a:cubicBezTo>
                    <a:cubicBezTo>
                      <a:pt x="41" y="164"/>
                      <a:pt x="58" y="206"/>
                      <a:pt x="66" y="239"/>
                    </a:cubicBezTo>
                    <a:lnTo>
                      <a:pt x="75" y="239"/>
                    </a:lnTo>
                    <a:cubicBezTo>
                      <a:pt x="75" y="251"/>
                      <a:pt x="88" y="259"/>
                      <a:pt x="98" y="259"/>
                    </a:cubicBezTo>
                    <a:cubicBezTo>
                      <a:pt x="102" y="259"/>
                      <a:pt x="106" y="258"/>
                      <a:pt x="108" y="256"/>
                    </a:cubicBezTo>
                    <a:cubicBezTo>
                      <a:pt x="124" y="247"/>
                      <a:pt x="133" y="231"/>
                      <a:pt x="124" y="214"/>
                    </a:cubicBezTo>
                    <a:cubicBezTo>
                      <a:pt x="116" y="181"/>
                      <a:pt x="99" y="148"/>
                      <a:pt x="83" y="106"/>
                    </a:cubicBezTo>
                    <a:cubicBezTo>
                      <a:pt x="75" y="73"/>
                      <a:pt x="58" y="40"/>
                      <a:pt x="33" y="7"/>
                    </a:cubicBezTo>
                    <a:cubicBezTo>
                      <a:pt x="31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7" name="Google Shape;3047;p5"/>
              <p:cNvSpPr/>
              <p:nvPr/>
            </p:nvSpPr>
            <p:spPr>
              <a:xfrm>
                <a:off x="2945800" y="3881675"/>
                <a:ext cx="4525" cy="10300"/>
              </a:xfrm>
              <a:custGeom>
                <a:rect b="b" l="l" r="r" t="t"/>
                <a:pathLst>
                  <a:path extrusionOk="0" h="412" w="181">
                    <a:moveTo>
                      <a:pt x="154" y="1"/>
                    </a:moveTo>
                    <a:cubicBezTo>
                      <a:pt x="147" y="1"/>
                      <a:pt x="139" y="4"/>
                      <a:pt x="134" y="13"/>
                    </a:cubicBezTo>
                    <a:cubicBezTo>
                      <a:pt x="109" y="71"/>
                      <a:pt x="76" y="137"/>
                      <a:pt x="51" y="195"/>
                    </a:cubicBezTo>
                    <a:cubicBezTo>
                      <a:pt x="42" y="228"/>
                      <a:pt x="34" y="262"/>
                      <a:pt x="26" y="295"/>
                    </a:cubicBezTo>
                    <a:cubicBezTo>
                      <a:pt x="18" y="328"/>
                      <a:pt x="9" y="361"/>
                      <a:pt x="1" y="394"/>
                    </a:cubicBezTo>
                    <a:cubicBezTo>
                      <a:pt x="1" y="404"/>
                      <a:pt x="14" y="411"/>
                      <a:pt x="23" y="411"/>
                    </a:cubicBezTo>
                    <a:cubicBezTo>
                      <a:pt x="29" y="411"/>
                      <a:pt x="34" y="409"/>
                      <a:pt x="34" y="402"/>
                    </a:cubicBezTo>
                    <a:cubicBezTo>
                      <a:pt x="51" y="378"/>
                      <a:pt x="59" y="344"/>
                      <a:pt x="67" y="311"/>
                    </a:cubicBezTo>
                    <a:cubicBezTo>
                      <a:pt x="84" y="278"/>
                      <a:pt x="92" y="253"/>
                      <a:pt x="109" y="220"/>
                    </a:cubicBezTo>
                    <a:cubicBezTo>
                      <a:pt x="125" y="154"/>
                      <a:pt x="150" y="88"/>
                      <a:pt x="175" y="30"/>
                    </a:cubicBezTo>
                    <a:cubicBezTo>
                      <a:pt x="180" y="13"/>
                      <a:pt x="168" y="1"/>
                      <a:pt x="1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8" name="Google Shape;3048;p5"/>
              <p:cNvSpPr/>
              <p:nvPr/>
            </p:nvSpPr>
            <p:spPr>
              <a:xfrm>
                <a:off x="2958250" y="3944500"/>
                <a:ext cx="5200" cy="15800"/>
              </a:xfrm>
              <a:custGeom>
                <a:rect b="b" l="l" r="r" t="t"/>
                <a:pathLst>
                  <a:path extrusionOk="0" h="632" w="208">
                    <a:moveTo>
                      <a:pt x="50" y="0"/>
                    </a:moveTo>
                    <a:cubicBezTo>
                      <a:pt x="25" y="0"/>
                      <a:pt x="0" y="15"/>
                      <a:pt x="0" y="44"/>
                    </a:cubicBezTo>
                    <a:cubicBezTo>
                      <a:pt x="0" y="143"/>
                      <a:pt x="0" y="242"/>
                      <a:pt x="17" y="342"/>
                    </a:cubicBezTo>
                    <a:cubicBezTo>
                      <a:pt x="25" y="392"/>
                      <a:pt x="41" y="441"/>
                      <a:pt x="58" y="491"/>
                    </a:cubicBezTo>
                    <a:cubicBezTo>
                      <a:pt x="66" y="516"/>
                      <a:pt x="75" y="541"/>
                      <a:pt x="91" y="566"/>
                    </a:cubicBezTo>
                    <a:cubicBezTo>
                      <a:pt x="108" y="590"/>
                      <a:pt x="116" y="607"/>
                      <a:pt x="141" y="624"/>
                    </a:cubicBezTo>
                    <a:cubicBezTo>
                      <a:pt x="149" y="629"/>
                      <a:pt x="157" y="632"/>
                      <a:pt x="165" y="632"/>
                    </a:cubicBezTo>
                    <a:cubicBezTo>
                      <a:pt x="181" y="632"/>
                      <a:pt x="193" y="621"/>
                      <a:pt x="199" y="599"/>
                    </a:cubicBezTo>
                    <a:cubicBezTo>
                      <a:pt x="207" y="574"/>
                      <a:pt x="199" y="557"/>
                      <a:pt x="191" y="532"/>
                    </a:cubicBezTo>
                    <a:cubicBezTo>
                      <a:pt x="191" y="499"/>
                      <a:pt x="182" y="483"/>
                      <a:pt x="174" y="458"/>
                    </a:cubicBezTo>
                    <a:cubicBezTo>
                      <a:pt x="157" y="408"/>
                      <a:pt x="149" y="367"/>
                      <a:pt x="141" y="325"/>
                    </a:cubicBezTo>
                    <a:cubicBezTo>
                      <a:pt x="116" y="234"/>
                      <a:pt x="108" y="135"/>
                      <a:pt x="99" y="44"/>
                    </a:cubicBezTo>
                    <a:cubicBezTo>
                      <a:pt x="99" y="1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5"/>
              <p:cNvSpPr/>
              <p:nvPr/>
            </p:nvSpPr>
            <p:spPr>
              <a:xfrm>
                <a:off x="2962800" y="3945925"/>
                <a:ext cx="5400" cy="12650"/>
              </a:xfrm>
              <a:custGeom>
                <a:rect b="b" l="l" r="r" t="t"/>
                <a:pathLst>
                  <a:path extrusionOk="0" h="506" w="216">
                    <a:moveTo>
                      <a:pt x="53" y="0"/>
                    </a:moveTo>
                    <a:cubicBezTo>
                      <a:pt x="46" y="0"/>
                      <a:pt x="40" y="1"/>
                      <a:pt x="33" y="3"/>
                    </a:cubicBezTo>
                    <a:cubicBezTo>
                      <a:pt x="9" y="11"/>
                      <a:pt x="0" y="45"/>
                      <a:pt x="9" y="69"/>
                    </a:cubicBezTo>
                    <a:lnTo>
                      <a:pt x="75" y="285"/>
                    </a:lnTo>
                    <a:cubicBezTo>
                      <a:pt x="91" y="359"/>
                      <a:pt x="116" y="434"/>
                      <a:pt x="158" y="492"/>
                    </a:cubicBezTo>
                    <a:cubicBezTo>
                      <a:pt x="163" y="502"/>
                      <a:pt x="170" y="506"/>
                      <a:pt x="179" y="506"/>
                    </a:cubicBezTo>
                    <a:cubicBezTo>
                      <a:pt x="185" y="506"/>
                      <a:pt x="192" y="504"/>
                      <a:pt x="199" y="500"/>
                    </a:cubicBezTo>
                    <a:cubicBezTo>
                      <a:pt x="216" y="500"/>
                      <a:pt x="216" y="484"/>
                      <a:pt x="216" y="467"/>
                    </a:cubicBezTo>
                    <a:cubicBezTo>
                      <a:pt x="216" y="393"/>
                      <a:pt x="191" y="318"/>
                      <a:pt x="166" y="243"/>
                    </a:cubicBezTo>
                    <a:lnTo>
                      <a:pt x="100" y="28"/>
                    </a:lnTo>
                    <a:cubicBezTo>
                      <a:pt x="94" y="9"/>
                      <a:pt x="73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5"/>
              <p:cNvSpPr/>
              <p:nvPr/>
            </p:nvSpPr>
            <p:spPr>
              <a:xfrm>
                <a:off x="2928400" y="3900525"/>
                <a:ext cx="21125" cy="53150"/>
              </a:xfrm>
              <a:custGeom>
                <a:rect b="b" l="l" r="r" t="t"/>
                <a:pathLst>
                  <a:path extrusionOk="0" h="2126" w="845">
                    <a:moveTo>
                      <a:pt x="294" y="1"/>
                    </a:moveTo>
                    <a:cubicBezTo>
                      <a:pt x="274" y="1"/>
                      <a:pt x="254" y="13"/>
                      <a:pt x="250" y="38"/>
                    </a:cubicBezTo>
                    <a:cubicBezTo>
                      <a:pt x="225" y="394"/>
                      <a:pt x="225" y="750"/>
                      <a:pt x="258" y="1107"/>
                    </a:cubicBezTo>
                    <a:cubicBezTo>
                      <a:pt x="266" y="1181"/>
                      <a:pt x="274" y="1256"/>
                      <a:pt x="291" y="1330"/>
                    </a:cubicBezTo>
                    <a:cubicBezTo>
                      <a:pt x="208" y="1181"/>
                      <a:pt x="142" y="1016"/>
                      <a:pt x="100" y="850"/>
                    </a:cubicBezTo>
                    <a:cubicBezTo>
                      <a:pt x="93" y="823"/>
                      <a:pt x="69" y="810"/>
                      <a:pt x="47" y="810"/>
                    </a:cubicBezTo>
                    <a:cubicBezTo>
                      <a:pt x="22" y="810"/>
                      <a:pt x="0" y="827"/>
                      <a:pt x="9" y="858"/>
                    </a:cubicBezTo>
                    <a:cubicBezTo>
                      <a:pt x="59" y="1107"/>
                      <a:pt x="150" y="1339"/>
                      <a:pt x="283" y="1554"/>
                    </a:cubicBezTo>
                    <a:cubicBezTo>
                      <a:pt x="308" y="1595"/>
                      <a:pt x="332" y="1637"/>
                      <a:pt x="366" y="1678"/>
                    </a:cubicBezTo>
                    <a:cubicBezTo>
                      <a:pt x="407" y="1827"/>
                      <a:pt x="457" y="1993"/>
                      <a:pt x="556" y="2101"/>
                    </a:cubicBezTo>
                    <a:cubicBezTo>
                      <a:pt x="570" y="2118"/>
                      <a:pt x="589" y="2125"/>
                      <a:pt x="608" y="2125"/>
                    </a:cubicBezTo>
                    <a:cubicBezTo>
                      <a:pt x="643" y="2125"/>
                      <a:pt x="678" y="2098"/>
                      <a:pt x="672" y="2059"/>
                    </a:cubicBezTo>
                    <a:cubicBezTo>
                      <a:pt x="664" y="2043"/>
                      <a:pt x="664" y="2035"/>
                      <a:pt x="664" y="2018"/>
                    </a:cubicBezTo>
                    <a:lnTo>
                      <a:pt x="664" y="2018"/>
                    </a:lnTo>
                    <a:cubicBezTo>
                      <a:pt x="697" y="2051"/>
                      <a:pt x="738" y="2076"/>
                      <a:pt x="788" y="2093"/>
                    </a:cubicBezTo>
                    <a:cubicBezTo>
                      <a:pt x="791" y="2094"/>
                      <a:pt x="795" y="2094"/>
                      <a:pt x="798" y="2094"/>
                    </a:cubicBezTo>
                    <a:cubicBezTo>
                      <a:pt x="821" y="2094"/>
                      <a:pt x="845" y="2072"/>
                      <a:pt x="838" y="2043"/>
                    </a:cubicBezTo>
                    <a:cubicBezTo>
                      <a:pt x="788" y="1943"/>
                      <a:pt x="689" y="1869"/>
                      <a:pt x="614" y="1786"/>
                    </a:cubicBezTo>
                    <a:cubicBezTo>
                      <a:pt x="598" y="1769"/>
                      <a:pt x="581" y="1745"/>
                      <a:pt x="564" y="1728"/>
                    </a:cubicBezTo>
                    <a:cubicBezTo>
                      <a:pt x="548" y="1678"/>
                      <a:pt x="531" y="1637"/>
                      <a:pt x="515" y="1587"/>
                    </a:cubicBezTo>
                    <a:cubicBezTo>
                      <a:pt x="465" y="1421"/>
                      <a:pt x="424" y="1247"/>
                      <a:pt x="399" y="1074"/>
                    </a:cubicBezTo>
                    <a:cubicBezTo>
                      <a:pt x="349" y="726"/>
                      <a:pt x="332" y="378"/>
                      <a:pt x="332" y="38"/>
                    </a:cubicBezTo>
                    <a:cubicBezTo>
                      <a:pt x="332" y="13"/>
                      <a:pt x="314" y="1"/>
                      <a:pt x="2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5"/>
              <p:cNvSpPr/>
              <p:nvPr/>
            </p:nvSpPr>
            <p:spPr>
              <a:xfrm>
                <a:off x="3008500" y="4058600"/>
                <a:ext cx="14100" cy="19575"/>
              </a:xfrm>
              <a:custGeom>
                <a:rect b="b" l="l" r="r" t="t"/>
                <a:pathLst>
                  <a:path extrusionOk="0" h="783" w="564">
                    <a:moveTo>
                      <a:pt x="40" y="0"/>
                    </a:moveTo>
                    <a:cubicBezTo>
                      <a:pt x="14" y="0"/>
                      <a:pt x="1" y="40"/>
                      <a:pt x="37" y="61"/>
                    </a:cubicBezTo>
                    <a:cubicBezTo>
                      <a:pt x="161" y="128"/>
                      <a:pt x="252" y="235"/>
                      <a:pt x="327" y="360"/>
                    </a:cubicBezTo>
                    <a:cubicBezTo>
                      <a:pt x="360" y="426"/>
                      <a:pt x="393" y="492"/>
                      <a:pt x="426" y="567"/>
                    </a:cubicBezTo>
                    <a:cubicBezTo>
                      <a:pt x="451" y="641"/>
                      <a:pt x="484" y="716"/>
                      <a:pt x="525" y="774"/>
                    </a:cubicBezTo>
                    <a:cubicBezTo>
                      <a:pt x="531" y="780"/>
                      <a:pt x="538" y="783"/>
                      <a:pt x="544" y="783"/>
                    </a:cubicBezTo>
                    <a:cubicBezTo>
                      <a:pt x="555" y="783"/>
                      <a:pt x="564" y="774"/>
                      <a:pt x="559" y="757"/>
                    </a:cubicBezTo>
                    <a:cubicBezTo>
                      <a:pt x="559" y="675"/>
                      <a:pt x="525" y="592"/>
                      <a:pt x="501" y="517"/>
                    </a:cubicBezTo>
                    <a:cubicBezTo>
                      <a:pt x="467" y="443"/>
                      <a:pt x="426" y="360"/>
                      <a:pt x="385" y="293"/>
                    </a:cubicBezTo>
                    <a:cubicBezTo>
                      <a:pt x="302" y="169"/>
                      <a:pt x="194" y="61"/>
                      <a:pt x="53" y="3"/>
                    </a:cubicBezTo>
                    <a:cubicBezTo>
                      <a:pt x="49" y="1"/>
                      <a:pt x="44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5"/>
              <p:cNvSpPr/>
              <p:nvPr/>
            </p:nvSpPr>
            <p:spPr>
              <a:xfrm>
                <a:off x="3025975" y="4082225"/>
                <a:ext cx="6750" cy="9650"/>
              </a:xfrm>
              <a:custGeom>
                <a:rect b="b" l="l" r="r" t="t"/>
                <a:pathLst>
                  <a:path extrusionOk="0" h="386" w="270">
                    <a:moveTo>
                      <a:pt x="47" y="1"/>
                    </a:moveTo>
                    <a:cubicBezTo>
                      <a:pt x="43" y="1"/>
                      <a:pt x="38" y="2"/>
                      <a:pt x="34" y="3"/>
                    </a:cubicBezTo>
                    <a:cubicBezTo>
                      <a:pt x="17" y="11"/>
                      <a:pt x="0" y="44"/>
                      <a:pt x="17" y="61"/>
                    </a:cubicBezTo>
                    <a:cubicBezTo>
                      <a:pt x="42" y="111"/>
                      <a:pt x="75" y="169"/>
                      <a:pt x="108" y="218"/>
                    </a:cubicBezTo>
                    <a:cubicBezTo>
                      <a:pt x="141" y="276"/>
                      <a:pt x="174" y="326"/>
                      <a:pt x="216" y="376"/>
                    </a:cubicBezTo>
                    <a:cubicBezTo>
                      <a:pt x="221" y="383"/>
                      <a:pt x="227" y="386"/>
                      <a:pt x="234" y="386"/>
                    </a:cubicBezTo>
                    <a:cubicBezTo>
                      <a:pt x="251" y="386"/>
                      <a:pt x="269" y="366"/>
                      <a:pt x="257" y="343"/>
                    </a:cubicBezTo>
                    <a:cubicBezTo>
                      <a:pt x="241" y="293"/>
                      <a:pt x="216" y="235"/>
                      <a:pt x="183" y="185"/>
                    </a:cubicBezTo>
                    <a:cubicBezTo>
                      <a:pt x="150" y="136"/>
                      <a:pt x="125" y="78"/>
                      <a:pt x="92" y="28"/>
                    </a:cubicBezTo>
                    <a:cubicBezTo>
                      <a:pt x="85" y="14"/>
                      <a:pt x="67" y="1"/>
                      <a:pt x="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5"/>
              <p:cNvSpPr/>
              <p:nvPr/>
            </p:nvSpPr>
            <p:spPr>
              <a:xfrm>
                <a:off x="2831875" y="4177025"/>
                <a:ext cx="6550" cy="20750"/>
              </a:xfrm>
              <a:custGeom>
                <a:rect b="b" l="l" r="r" t="t"/>
                <a:pathLst>
                  <a:path extrusionOk="0" h="830" w="262">
                    <a:moveTo>
                      <a:pt x="210" y="1"/>
                    </a:moveTo>
                    <a:cubicBezTo>
                      <a:pt x="200" y="1"/>
                      <a:pt x="190" y="5"/>
                      <a:pt x="183" y="14"/>
                    </a:cubicBezTo>
                    <a:cubicBezTo>
                      <a:pt x="100" y="130"/>
                      <a:pt x="51" y="263"/>
                      <a:pt x="26" y="395"/>
                    </a:cubicBezTo>
                    <a:cubicBezTo>
                      <a:pt x="9" y="461"/>
                      <a:pt x="1" y="536"/>
                      <a:pt x="1" y="602"/>
                    </a:cubicBezTo>
                    <a:cubicBezTo>
                      <a:pt x="9" y="669"/>
                      <a:pt x="17" y="743"/>
                      <a:pt x="42" y="809"/>
                    </a:cubicBezTo>
                    <a:cubicBezTo>
                      <a:pt x="49" y="823"/>
                      <a:pt x="63" y="830"/>
                      <a:pt x="78" y="830"/>
                    </a:cubicBezTo>
                    <a:cubicBezTo>
                      <a:pt x="97" y="830"/>
                      <a:pt x="117" y="817"/>
                      <a:pt x="117" y="793"/>
                    </a:cubicBezTo>
                    <a:cubicBezTo>
                      <a:pt x="125" y="760"/>
                      <a:pt x="125" y="735"/>
                      <a:pt x="125" y="702"/>
                    </a:cubicBezTo>
                    <a:cubicBezTo>
                      <a:pt x="125" y="669"/>
                      <a:pt x="125" y="635"/>
                      <a:pt x="133" y="602"/>
                    </a:cubicBezTo>
                    <a:cubicBezTo>
                      <a:pt x="133" y="544"/>
                      <a:pt x="133" y="478"/>
                      <a:pt x="150" y="420"/>
                    </a:cubicBezTo>
                    <a:cubicBezTo>
                      <a:pt x="167" y="296"/>
                      <a:pt x="208" y="171"/>
                      <a:pt x="249" y="55"/>
                    </a:cubicBezTo>
                    <a:cubicBezTo>
                      <a:pt x="261" y="26"/>
                      <a:pt x="235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5"/>
              <p:cNvSpPr/>
              <p:nvPr/>
            </p:nvSpPr>
            <p:spPr>
              <a:xfrm>
                <a:off x="2838300" y="4186675"/>
                <a:ext cx="2725" cy="14175"/>
              </a:xfrm>
              <a:custGeom>
                <a:rect b="b" l="l" r="r" t="t"/>
                <a:pathLst>
                  <a:path extrusionOk="0" h="567" w="109">
                    <a:moveTo>
                      <a:pt x="67" y="1"/>
                    </a:moveTo>
                    <a:cubicBezTo>
                      <a:pt x="42" y="1"/>
                      <a:pt x="17" y="17"/>
                      <a:pt x="17" y="42"/>
                    </a:cubicBezTo>
                    <a:cubicBezTo>
                      <a:pt x="9" y="125"/>
                      <a:pt x="1" y="216"/>
                      <a:pt x="1" y="299"/>
                    </a:cubicBezTo>
                    <a:cubicBezTo>
                      <a:pt x="1" y="382"/>
                      <a:pt x="9" y="473"/>
                      <a:pt x="42" y="548"/>
                    </a:cubicBezTo>
                    <a:cubicBezTo>
                      <a:pt x="46" y="561"/>
                      <a:pt x="54" y="566"/>
                      <a:pt x="63" y="566"/>
                    </a:cubicBezTo>
                    <a:cubicBezTo>
                      <a:pt x="77" y="566"/>
                      <a:pt x="92" y="554"/>
                      <a:pt x="92" y="539"/>
                    </a:cubicBezTo>
                    <a:cubicBezTo>
                      <a:pt x="108" y="465"/>
                      <a:pt x="108" y="374"/>
                      <a:pt x="108" y="299"/>
                    </a:cubicBezTo>
                    <a:cubicBezTo>
                      <a:pt x="100" y="216"/>
                      <a:pt x="100" y="133"/>
                      <a:pt x="108" y="51"/>
                    </a:cubicBezTo>
                    <a:cubicBezTo>
                      <a:pt x="108" y="26"/>
                      <a:pt x="92" y="9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5"/>
              <p:cNvSpPr/>
              <p:nvPr/>
            </p:nvSpPr>
            <p:spPr>
              <a:xfrm>
                <a:off x="2843075" y="4192275"/>
                <a:ext cx="2100" cy="9150"/>
              </a:xfrm>
              <a:custGeom>
                <a:rect b="b" l="l" r="r" t="t"/>
                <a:pathLst>
                  <a:path extrusionOk="0" h="366" w="84">
                    <a:moveTo>
                      <a:pt x="42" y="1"/>
                    </a:moveTo>
                    <a:cubicBezTo>
                      <a:pt x="25" y="1"/>
                      <a:pt x="0" y="9"/>
                      <a:pt x="0" y="34"/>
                    </a:cubicBezTo>
                    <a:cubicBezTo>
                      <a:pt x="0" y="83"/>
                      <a:pt x="0" y="141"/>
                      <a:pt x="0" y="191"/>
                    </a:cubicBezTo>
                    <a:cubicBezTo>
                      <a:pt x="9" y="216"/>
                      <a:pt x="9" y="241"/>
                      <a:pt x="17" y="274"/>
                    </a:cubicBezTo>
                    <a:cubicBezTo>
                      <a:pt x="17" y="299"/>
                      <a:pt x="33" y="324"/>
                      <a:pt x="42" y="349"/>
                    </a:cubicBezTo>
                    <a:cubicBezTo>
                      <a:pt x="42" y="357"/>
                      <a:pt x="58" y="365"/>
                      <a:pt x="67" y="365"/>
                    </a:cubicBezTo>
                    <a:cubicBezTo>
                      <a:pt x="83" y="357"/>
                      <a:pt x="83" y="349"/>
                      <a:pt x="83" y="340"/>
                    </a:cubicBezTo>
                    <a:cubicBezTo>
                      <a:pt x="83" y="315"/>
                      <a:pt x="83" y="291"/>
                      <a:pt x="83" y="266"/>
                    </a:cubicBezTo>
                    <a:cubicBezTo>
                      <a:pt x="83" y="241"/>
                      <a:pt x="83" y="216"/>
                      <a:pt x="75" y="191"/>
                    </a:cubicBezTo>
                    <a:cubicBezTo>
                      <a:pt x="75" y="141"/>
                      <a:pt x="75" y="92"/>
                      <a:pt x="75" y="42"/>
                    </a:cubicBezTo>
                    <a:cubicBezTo>
                      <a:pt x="75" y="25"/>
                      <a:pt x="67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5"/>
              <p:cNvSpPr/>
              <p:nvPr/>
            </p:nvSpPr>
            <p:spPr>
              <a:xfrm>
                <a:off x="2925200" y="4197600"/>
                <a:ext cx="2825" cy="15125"/>
              </a:xfrm>
              <a:custGeom>
                <a:rect b="b" l="l" r="r" t="t"/>
                <a:pathLst>
                  <a:path extrusionOk="0" h="605" w="113">
                    <a:moveTo>
                      <a:pt x="32" y="1"/>
                    </a:moveTo>
                    <a:cubicBezTo>
                      <a:pt x="16" y="1"/>
                      <a:pt x="0" y="13"/>
                      <a:pt x="5" y="36"/>
                    </a:cubicBezTo>
                    <a:cubicBezTo>
                      <a:pt x="21" y="127"/>
                      <a:pt x="30" y="218"/>
                      <a:pt x="30" y="310"/>
                    </a:cubicBezTo>
                    <a:cubicBezTo>
                      <a:pt x="38" y="401"/>
                      <a:pt x="38" y="492"/>
                      <a:pt x="38" y="583"/>
                    </a:cubicBezTo>
                    <a:cubicBezTo>
                      <a:pt x="38" y="598"/>
                      <a:pt x="47" y="605"/>
                      <a:pt x="56" y="605"/>
                    </a:cubicBezTo>
                    <a:cubicBezTo>
                      <a:pt x="67" y="605"/>
                      <a:pt x="79" y="596"/>
                      <a:pt x="79" y="583"/>
                    </a:cubicBezTo>
                    <a:cubicBezTo>
                      <a:pt x="104" y="492"/>
                      <a:pt x="112" y="401"/>
                      <a:pt x="104" y="301"/>
                    </a:cubicBezTo>
                    <a:cubicBezTo>
                      <a:pt x="104" y="210"/>
                      <a:pt x="88" y="119"/>
                      <a:pt x="63" y="28"/>
                    </a:cubicBezTo>
                    <a:cubicBezTo>
                      <a:pt x="59" y="9"/>
                      <a:pt x="45" y="1"/>
                      <a:pt x="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5"/>
              <p:cNvSpPr/>
              <p:nvPr/>
            </p:nvSpPr>
            <p:spPr>
              <a:xfrm>
                <a:off x="2929025" y="4203875"/>
                <a:ext cx="3150" cy="9150"/>
              </a:xfrm>
              <a:custGeom>
                <a:rect b="b" l="l" r="r" t="t"/>
                <a:pathLst>
                  <a:path extrusionOk="0" h="366" w="126">
                    <a:moveTo>
                      <a:pt x="75" y="1"/>
                    </a:moveTo>
                    <a:cubicBezTo>
                      <a:pt x="51" y="1"/>
                      <a:pt x="17" y="17"/>
                      <a:pt x="17" y="50"/>
                    </a:cubicBezTo>
                    <a:cubicBezTo>
                      <a:pt x="17" y="100"/>
                      <a:pt x="9" y="141"/>
                      <a:pt x="9" y="191"/>
                    </a:cubicBezTo>
                    <a:cubicBezTo>
                      <a:pt x="1" y="216"/>
                      <a:pt x="1" y="241"/>
                      <a:pt x="1" y="257"/>
                    </a:cubicBezTo>
                    <a:cubicBezTo>
                      <a:pt x="1" y="274"/>
                      <a:pt x="1" y="291"/>
                      <a:pt x="1" y="307"/>
                    </a:cubicBezTo>
                    <a:cubicBezTo>
                      <a:pt x="1" y="315"/>
                      <a:pt x="9" y="332"/>
                      <a:pt x="9" y="349"/>
                    </a:cubicBezTo>
                    <a:cubicBezTo>
                      <a:pt x="17" y="357"/>
                      <a:pt x="34" y="365"/>
                      <a:pt x="42" y="365"/>
                    </a:cubicBezTo>
                    <a:cubicBezTo>
                      <a:pt x="59" y="365"/>
                      <a:pt x="67" y="357"/>
                      <a:pt x="75" y="349"/>
                    </a:cubicBezTo>
                    <a:cubicBezTo>
                      <a:pt x="84" y="324"/>
                      <a:pt x="92" y="299"/>
                      <a:pt x="100" y="274"/>
                    </a:cubicBezTo>
                    <a:cubicBezTo>
                      <a:pt x="100" y="249"/>
                      <a:pt x="109" y="224"/>
                      <a:pt x="109" y="199"/>
                    </a:cubicBezTo>
                    <a:cubicBezTo>
                      <a:pt x="117" y="158"/>
                      <a:pt x="117" y="108"/>
                      <a:pt x="125" y="67"/>
                    </a:cubicBezTo>
                    <a:cubicBezTo>
                      <a:pt x="125" y="34"/>
                      <a:pt x="109" y="9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5"/>
              <p:cNvSpPr/>
              <p:nvPr/>
            </p:nvSpPr>
            <p:spPr>
              <a:xfrm>
                <a:off x="2987550" y="4196625"/>
                <a:ext cx="4900" cy="14125"/>
              </a:xfrm>
              <a:custGeom>
                <a:rect b="b" l="l" r="r" t="t"/>
                <a:pathLst>
                  <a:path extrusionOk="0" h="565" w="196">
                    <a:moveTo>
                      <a:pt x="40" y="0"/>
                    </a:moveTo>
                    <a:cubicBezTo>
                      <a:pt x="20" y="0"/>
                      <a:pt x="0" y="15"/>
                      <a:pt x="5" y="42"/>
                    </a:cubicBezTo>
                    <a:cubicBezTo>
                      <a:pt x="21" y="133"/>
                      <a:pt x="38" y="216"/>
                      <a:pt x="54" y="307"/>
                    </a:cubicBezTo>
                    <a:cubicBezTo>
                      <a:pt x="63" y="349"/>
                      <a:pt x="71" y="390"/>
                      <a:pt x="79" y="431"/>
                    </a:cubicBezTo>
                    <a:cubicBezTo>
                      <a:pt x="87" y="456"/>
                      <a:pt x="87" y="481"/>
                      <a:pt x="96" y="498"/>
                    </a:cubicBezTo>
                    <a:cubicBezTo>
                      <a:pt x="104" y="523"/>
                      <a:pt x="112" y="539"/>
                      <a:pt x="129" y="556"/>
                    </a:cubicBezTo>
                    <a:cubicBezTo>
                      <a:pt x="135" y="562"/>
                      <a:pt x="143" y="565"/>
                      <a:pt x="150" y="565"/>
                    </a:cubicBezTo>
                    <a:cubicBezTo>
                      <a:pt x="162" y="565"/>
                      <a:pt x="173" y="558"/>
                      <a:pt x="179" y="547"/>
                    </a:cubicBezTo>
                    <a:cubicBezTo>
                      <a:pt x="195" y="506"/>
                      <a:pt x="179" y="456"/>
                      <a:pt x="170" y="423"/>
                    </a:cubicBezTo>
                    <a:cubicBezTo>
                      <a:pt x="162" y="373"/>
                      <a:pt x="154" y="332"/>
                      <a:pt x="145" y="291"/>
                    </a:cubicBezTo>
                    <a:cubicBezTo>
                      <a:pt x="121" y="208"/>
                      <a:pt x="104" y="117"/>
                      <a:pt x="79" y="34"/>
                    </a:cubicBezTo>
                    <a:cubicBezTo>
                      <a:pt x="75" y="11"/>
                      <a:pt x="58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5"/>
              <p:cNvSpPr/>
              <p:nvPr/>
            </p:nvSpPr>
            <p:spPr>
              <a:xfrm>
                <a:off x="2990425" y="4199600"/>
                <a:ext cx="4425" cy="9700"/>
              </a:xfrm>
              <a:custGeom>
                <a:rect b="b" l="l" r="r" t="t"/>
                <a:pathLst>
                  <a:path extrusionOk="0" h="388" w="177">
                    <a:moveTo>
                      <a:pt x="51" y="1"/>
                    </a:moveTo>
                    <a:cubicBezTo>
                      <a:pt x="27" y="1"/>
                      <a:pt x="1" y="18"/>
                      <a:pt x="6" y="47"/>
                    </a:cubicBezTo>
                    <a:cubicBezTo>
                      <a:pt x="14" y="105"/>
                      <a:pt x="30" y="163"/>
                      <a:pt x="47" y="221"/>
                    </a:cubicBezTo>
                    <a:cubicBezTo>
                      <a:pt x="64" y="279"/>
                      <a:pt x="88" y="329"/>
                      <a:pt x="130" y="379"/>
                    </a:cubicBezTo>
                    <a:cubicBezTo>
                      <a:pt x="136" y="385"/>
                      <a:pt x="144" y="387"/>
                      <a:pt x="151" y="387"/>
                    </a:cubicBezTo>
                    <a:cubicBezTo>
                      <a:pt x="165" y="387"/>
                      <a:pt x="177" y="378"/>
                      <a:pt x="171" y="362"/>
                    </a:cubicBezTo>
                    <a:cubicBezTo>
                      <a:pt x="163" y="329"/>
                      <a:pt x="155" y="304"/>
                      <a:pt x="146" y="271"/>
                    </a:cubicBezTo>
                    <a:cubicBezTo>
                      <a:pt x="138" y="246"/>
                      <a:pt x="130" y="221"/>
                      <a:pt x="122" y="196"/>
                    </a:cubicBezTo>
                    <a:cubicBezTo>
                      <a:pt x="105" y="138"/>
                      <a:pt x="97" y="89"/>
                      <a:pt x="88" y="31"/>
                    </a:cubicBezTo>
                    <a:cubicBezTo>
                      <a:pt x="85" y="10"/>
                      <a:pt x="68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5"/>
              <p:cNvSpPr/>
              <p:nvPr/>
            </p:nvSpPr>
            <p:spPr>
              <a:xfrm>
                <a:off x="2996150" y="4204500"/>
                <a:ext cx="3125" cy="7900"/>
              </a:xfrm>
              <a:custGeom>
                <a:rect b="b" l="l" r="r" t="t"/>
                <a:pathLst>
                  <a:path extrusionOk="0" h="316" w="125">
                    <a:moveTo>
                      <a:pt x="42" y="0"/>
                    </a:moveTo>
                    <a:cubicBezTo>
                      <a:pt x="17" y="9"/>
                      <a:pt x="0" y="25"/>
                      <a:pt x="0" y="50"/>
                    </a:cubicBezTo>
                    <a:lnTo>
                      <a:pt x="17" y="174"/>
                    </a:lnTo>
                    <a:cubicBezTo>
                      <a:pt x="25" y="191"/>
                      <a:pt x="25" y="208"/>
                      <a:pt x="33" y="232"/>
                    </a:cubicBezTo>
                    <a:lnTo>
                      <a:pt x="42" y="257"/>
                    </a:lnTo>
                    <a:cubicBezTo>
                      <a:pt x="42" y="274"/>
                      <a:pt x="42" y="282"/>
                      <a:pt x="50" y="299"/>
                    </a:cubicBezTo>
                    <a:cubicBezTo>
                      <a:pt x="57" y="310"/>
                      <a:pt x="69" y="316"/>
                      <a:pt x="81" y="316"/>
                    </a:cubicBezTo>
                    <a:cubicBezTo>
                      <a:pt x="96" y="316"/>
                      <a:pt x="112" y="306"/>
                      <a:pt x="116" y="282"/>
                    </a:cubicBezTo>
                    <a:cubicBezTo>
                      <a:pt x="116" y="274"/>
                      <a:pt x="125" y="266"/>
                      <a:pt x="116" y="249"/>
                    </a:cubicBezTo>
                    <a:cubicBezTo>
                      <a:pt x="116" y="241"/>
                      <a:pt x="116" y="232"/>
                      <a:pt x="116" y="216"/>
                    </a:cubicBezTo>
                    <a:cubicBezTo>
                      <a:pt x="116" y="199"/>
                      <a:pt x="116" y="183"/>
                      <a:pt x="116" y="158"/>
                    </a:cubicBezTo>
                    <a:lnTo>
                      <a:pt x="100" y="42"/>
                    </a:lnTo>
                    <a:cubicBezTo>
                      <a:pt x="91" y="17"/>
                      <a:pt x="67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5"/>
              <p:cNvSpPr/>
              <p:nvPr/>
            </p:nvSpPr>
            <p:spPr>
              <a:xfrm>
                <a:off x="3024400" y="4190325"/>
                <a:ext cx="9475" cy="14750"/>
              </a:xfrm>
              <a:custGeom>
                <a:rect b="b" l="l" r="r" t="t"/>
                <a:pathLst>
                  <a:path extrusionOk="0" h="590" w="379">
                    <a:moveTo>
                      <a:pt x="42" y="1"/>
                    </a:moveTo>
                    <a:cubicBezTo>
                      <a:pt x="16" y="1"/>
                      <a:pt x="1" y="41"/>
                      <a:pt x="22" y="62"/>
                    </a:cubicBezTo>
                    <a:cubicBezTo>
                      <a:pt x="113" y="112"/>
                      <a:pt x="179" y="195"/>
                      <a:pt x="229" y="286"/>
                    </a:cubicBezTo>
                    <a:cubicBezTo>
                      <a:pt x="246" y="327"/>
                      <a:pt x="271" y="377"/>
                      <a:pt x="279" y="427"/>
                    </a:cubicBezTo>
                    <a:cubicBezTo>
                      <a:pt x="287" y="476"/>
                      <a:pt x="295" y="526"/>
                      <a:pt x="312" y="576"/>
                    </a:cubicBezTo>
                    <a:cubicBezTo>
                      <a:pt x="317" y="585"/>
                      <a:pt x="325" y="589"/>
                      <a:pt x="332" y="589"/>
                    </a:cubicBezTo>
                    <a:cubicBezTo>
                      <a:pt x="337" y="589"/>
                      <a:pt x="342" y="587"/>
                      <a:pt x="345" y="584"/>
                    </a:cubicBezTo>
                    <a:cubicBezTo>
                      <a:pt x="378" y="526"/>
                      <a:pt x="378" y="468"/>
                      <a:pt x="370" y="410"/>
                    </a:cubicBezTo>
                    <a:cubicBezTo>
                      <a:pt x="353" y="352"/>
                      <a:pt x="337" y="294"/>
                      <a:pt x="304" y="244"/>
                    </a:cubicBezTo>
                    <a:cubicBezTo>
                      <a:pt x="246" y="145"/>
                      <a:pt x="163" y="62"/>
                      <a:pt x="55" y="4"/>
                    </a:cubicBezTo>
                    <a:cubicBezTo>
                      <a:pt x="51" y="2"/>
                      <a:pt x="46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5"/>
              <p:cNvSpPr/>
              <p:nvPr/>
            </p:nvSpPr>
            <p:spPr>
              <a:xfrm>
                <a:off x="3030525" y="4190950"/>
                <a:ext cx="6825" cy="9275"/>
              </a:xfrm>
              <a:custGeom>
                <a:rect b="b" l="l" r="r" t="t"/>
                <a:pathLst>
                  <a:path extrusionOk="0" h="371" w="273">
                    <a:moveTo>
                      <a:pt x="43" y="1"/>
                    </a:moveTo>
                    <a:cubicBezTo>
                      <a:pt x="34" y="1"/>
                      <a:pt x="25" y="5"/>
                      <a:pt x="17" y="12"/>
                    </a:cubicBezTo>
                    <a:cubicBezTo>
                      <a:pt x="1" y="29"/>
                      <a:pt x="1" y="45"/>
                      <a:pt x="9" y="70"/>
                    </a:cubicBezTo>
                    <a:cubicBezTo>
                      <a:pt x="42" y="120"/>
                      <a:pt x="75" y="170"/>
                      <a:pt x="100" y="219"/>
                    </a:cubicBezTo>
                    <a:lnTo>
                      <a:pt x="108" y="219"/>
                    </a:lnTo>
                    <a:cubicBezTo>
                      <a:pt x="133" y="269"/>
                      <a:pt x="166" y="327"/>
                      <a:pt x="216" y="368"/>
                    </a:cubicBezTo>
                    <a:cubicBezTo>
                      <a:pt x="219" y="370"/>
                      <a:pt x="223" y="371"/>
                      <a:pt x="227" y="371"/>
                    </a:cubicBezTo>
                    <a:cubicBezTo>
                      <a:pt x="246" y="371"/>
                      <a:pt x="273" y="356"/>
                      <a:pt x="266" y="335"/>
                    </a:cubicBezTo>
                    <a:cubicBezTo>
                      <a:pt x="249" y="277"/>
                      <a:pt x="208" y="219"/>
                      <a:pt x="175" y="170"/>
                    </a:cubicBezTo>
                    <a:cubicBezTo>
                      <a:pt x="142" y="120"/>
                      <a:pt x="108" y="70"/>
                      <a:pt x="75" y="20"/>
                    </a:cubicBezTo>
                    <a:cubicBezTo>
                      <a:pt x="66" y="7"/>
                      <a:pt x="55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5"/>
              <p:cNvSpPr/>
              <p:nvPr/>
            </p:nvSpPr>
            <p:spPr>
              <a:xfrm>
                <a:off x="3036950" y="4190325"/>
                <a:ext cx="6850" cy="8900"/>
              </a:xfrm>
              <a:custGeom>
                <a:rect b="b" l="l" r="r" t="t"/>
                <a:pathLst>
                  <a:path extrusionOk="0" h="356" w="274">
                    <a:moveTo>
                      <a:pt x="52" y="1"/>
                    </a:moveTo>
                    <a:cubicBezTo>
                      <a:pt x="46" y="1"/>
                      <a:pt x="40" y="2"/>
                      <a:pt x="34" y="4"/>
                    </a:cubicBezTo>
                    <a:cubicBezTo>
                      <a:pt x="9" y="21"/>
                      <a:pt x="1" y="45"/>
                      <a:pt x="9" y="70"/>
                    </a:cubicBezTo>
                    <a:cubicBezTo>
                      <a:pt x="34" y="128"/>
                      <a:pt x="59" y="178"/>
                      <a:pt x="92" y="228"/>
                    </a:cubicBezTo>
                    <a:cubicBezTo>
                      <a:pt x="133" y="277"/>
                      <a:pt x="183" y="327"/>
                      <a:pt x="233" y="352"/>
                    </a:cubicBezTo>
                    <a:cubicBezTo>
                      <a:pt x="235" y="354"/>
                      <a:pt x="238" y="355"/>
                      <a:pt x="242" y="355"/>
                    </a:cubicBezTo>
                    <a:cubicBezTo>
                      <a:pt x="250" y="355"/>
                      <a:pt x="260" y="350"/>
                      <a:pt x="266" y="344"/>
                    </a:cubicBezTo>
                    <a:cubicBezTo>
                      <a:pt x="274" y="335"/>
                      <a:pt x="274" y="319"/>
                      <a:pt x="266" y="311"/>
                    </a:cubicBezTo>
                    <a:cubicBezTo>
                      <a:pt x="249" y="286"/>
                      <a:pt x="241" y="261"/>
                      <a:pt x="224" y="244"/>
                    </a:cubicBezTo>
                    <a:lnTo>
                      <a:pt x="224" y="236"/>
                    </a:lnTo>
                    <a:cubicBezTo>
                      <a:pt x="199" y="219"/>
                      <a:pt x="191" y="195"/>
                      <a:pt x="175" y="170"/>
                    </a:cubicBezTo>
                    <a:cubicBezTo>
                      <a:pt x="166" y="161"/>
                      <a:pt x="158" y="145"/>
                      <a:pt x="150" y="137"/>
                    </a:cubicBezTo>
                    <a:lnTo>
                      <a:pt x="141" y="128"/>
                    </a:lnTo>
                    <a:cubicBezTo>
                      <a:pt x="141" y="120"/>
                      <a:pt x="133" y="112"/>
                      <a:pt x="133" y="103"/>
                    </a:cubicBezTo>
                    <a:cubicBezTo>
                      <a:pt x="117" y="79"/>
                      <a:pt x="108" y="54"/>
                      <a:pt x="92" y="29"/>
                    </a:cubicBezTo>
                    <a:cubicBezTo>
                      <a:pt x="85" y="10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5"/>
              <p:cNvSpPr/>
              <p:nvPr/>
            </p:nvSpPr>
            <p:spPr>
              <a:xfrm>
                <a:off x="3033425" y="4220875"/>
                <a:ext cx="6025" cy="25250"/>
              </a:xfrm>
              <a:custGeom>
                <a:rect b="b" l="l" r="r" t="t"/>
                <a:pathLst>
                  <a:path extrusionOk="0" h="1010" w="241">
                    <a:moveTo>
                      <a:pt x="47" y="0"/>
                    </a:moveTo>
                    <a:cubicBezTo>
                      <a:pt x="32" y="0"/>
                      <a:pt x="17" y="8"/>
                      <a:pt x="17" y="25"/>
                    </a:cubicBezTo>
                    <a:cubicBezTo>
                      <a:pt x="1" y="199"/>
                      <a:pt x="9" y="365"/>
                      <a:pt x="34" y="539"/>
                    </a:cubicBezTo>
                    <a:cubicBezTo>
                      <a:pt x="50" y="621"/>
                      <a:pt x="67" y="704"/>
                      <a:pt x="84" y="787"/>
                    </a:cubicBezTo>
                    <a:cubicBezTo>
                      <a:pt x="108" y="853"/>
                      <a:pt x="133" y="953"/>
                      <a:pt x="183" y="1003"/>
                    </a:cubicBezTo>
                    <a:cubicBezTo>
                      <a:pt x="188" y="1007"/>
                      <a:pt x="194" y="1009"/>
                      <a:pt x="200" y="1009"/>
                    </a:cubicBezTo>
                    <a:cubicBezTo>
                      <a:pt x="215" y="1009"/>
                      <a:pt x="233" y="996"/>
                      <a:pt x="233" y="978"/>
                    </a:cubicBezTo>
                    <a:cubicBezTo>
                      <a:pt x="241" y="936"/>
                      <a:pt x="233" y="903"/>
                      <a:pt x="216" y="870"/>
                    </a:cubicBezTo>
                    <a:cubicBezTo>
                      <a:pt x="208" y="820"/>
                      <a:pt x="200" y="787"/>
                      <a:pt x="191" y="746"/>
                    </a:cubicBezTo>
                    <a:cubicBezTo>
                      <a:pt x="166" y="663"/>
                      <a:pt x="150" y="588"/>
                      <a:pt x="142" y="514"/>
                    </a:cubicBezTo>
                    <a:cubicBezTo>
                      <a:pt x="108" y="348"/>
                      <a:pt x="92" y="191"/>
                      <a:pt x="84" y="25"/>
                    </a:cubicBezTo>
                    <a:cubicBezTo>
                      <a:pt x="79" y="8"/>
                      <a:pt x="63" y="0"/>
                      <a:pt x="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5"/>
              <p:cNvSpPr/>
              <p:nvPr/>
            </p:nvSpPr>
            <p:spPr>
              <a:xfrm>
                <a:off x="3037575" y="4228375"/>
                <a:ext cx="3750" cy="13075"/>
              </a:xfrm>
              <a:custGeom>
                <a:rect b="b" l="l" r="r" t="t"/>
                <a:pathLst>
                  <a:path extrusionOk="0" h="523" w="150">
                    <a:moveTo>
                      <a:pt x="34" y="0"/>
                    </a:moveTo>
                    <a:cubicBezTo>
                      <a:pt x="17" y="0"/>
                      <a:pt x="0" y="11"/>
                      <a:pt x="0" y="31"/>
                    </a:cubicBezTo>
                    <a:cubicBezTo>
                      <a:pt x="0" y="114"/>
                      <a:pt x="0" y="197"/>
                      <a:pt x="17" y="280"/>
                    </a:cubicBezTo>
                    <a:cubicBezTo>
                      <a:pt x="25" y="321"/>
                      <a:pt x="34" y="363"/>
                      <a:pt x="50" y="396"/>
                    </a:cubicBezTo>
                    <a:cubicBezTo>
                      <a:pt x="50" y="421"/>
                      <a:pt x="58" y="437"/>
                      <a:pt x="67" y="462"/>
                    </a:cubicBezTo>
                    <a:cubicBezTo>
                      <a:pt x="75" y="479"/>
                      <a:pt x="92" y="495"/>
                      <a:pt x="100" y="512"/>
                    </a:cubicBezTo>
                    <a:cubicBezTo>
                      <a:pt x="105" y="519"/>
                      <a:pt x="111" y="522"/>
                      <a:pt x="117" y="522"/>
                    </a:cubicBezTo>
                    <a:cubicBezTo>
                      <a:pt x="133" y="522"/>
                      <a:pt x="150" y="505"/>
                      <a:pt x="150" y="487"/>
                    </a:cubicBezTo>
                    <a:cubicBezTo>
                      <a:pt x="141" y="471"/>
                      <a:pt x="141" y="446"/>
                      <a:pt x="141" y="429"/>
                    </a:cubicBezTo>
                    <a:cubicBezTo>
                      <a:pt x="133" y="413"/>
                      <a:pt x="125" y="396"/>
                      <a:pt x="125" y="379"/>
                    </a:cubicBezTo>
                    <a:cubicBezTo>
                      <a:pt x="108" y="338"/>
                      <a:pt x="100" y="305"/>
                      <a:pt x="92" y="263"/>
                    </a:cubicBezTo>
                    <a:cubicBezTo>
                      <a:pt x="75" y="189"/>
                      <a:pt x="67" y="106"/>
                      <a:pt x="67" y="31"/>
                    </a:cubicBezTo>
                    <a:cubicBezTo>
                      <a:pt x="67" y="11"/>
                      <a:pt x="5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5"/>
              <p:cNvSpPr/>
              <p:nvPr/>
            </p:nvSpPr>
            <p:spPr>
              <a:xfrm>
                <a:off x="2955975" y="4261050"/>
                <a:ext cx="10375" cy="33400"/>
              </a:xfrm>
              <a:custGeom>
                <a:rect b="b" l="l" r="r" t="t"/>
                <a:pathLst>
                  <a:path extrusionOk="0" h="1336" w="415">
                    <a:moveTo>
                      <a:pt x="53" y="1"/>
                    </a:moveTo>
                    <a:cubicBezTo>
                      <a:pt x="26" y="1"/>
                      <a:pt x="0" y="26"/>
                      <a:pt x="16" y="58"/>
                    </a:cubicBezTo>
                    <a:cubicBezTo>
                      <a:pt x="91" y="266"/>
                      <a:pt x="132" y="481"/>
                      <a:pt x="174" y="705"/>
                    </a:cubicBezTo>
                    <a:cubicBezTo>
                      <a:pt x="190" y="812"/>
                      <a:pt x="199" y="920"/>
                      <a:pt x="207" y="1036"/>
                    </a:cubicBezTo>
                    <a:cubicBezTo>
                      <a:pt x="207" y="1127"/>
                      <a:pt x="190" y="1252"/>
                      <a:pt x="265" y="1326"/>
                    </a:cubicBezTo>
                    <a:cubicBezTo>
                      <a:pt x="272" y="1333"/>
                      <a:pt x="282" y="1336"/>
                      <a:pt x="292" y="1336"/>
                    </a:cubicBezTo>
                    <a:cubicBezTo>
                      <a:pt x="307" y="1336"/>
                      <a:pt x="322" y="1331"/>
                      <a:pt x="331" y="1326"/>
                    </a:cubicBezTo>
                    <a:cubicBezTo>
                      <a:pt x="414" y="1252"/>
                      <a:pt x="389" y="1111"/>
                      <a:pt x="381" y="1011"/>
                    </a:cubicBezTo>
                    <a:cubicBezTo>
                      <a:pt x="373" y="895"/>
                      <a:pt x="356" y="779"/>
                      <a:pt x="331" y="672"/>
                    </a:cubicBezTo>
                    <a:cubicBezTo>
                      <a:pt x="282" y="448"/>
                      <a:pt x="190" y="232"/>
                      <a:pt x="91" y="25"/>
                    </a:cubicBezTo>
                    <a:cubicBezTo>
                      <a:pt x="82" y="8"/>
                      <a:pt x="68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5"/>
              <p:cNvSpPr/>
              <p:nvPr/>
            </p:nvSpPr>
            <p:spPr>
              <a:xfrm>
                <a:off x="2967500" y="4280325"/>
                <a:ext cx="5275" cy="16375"/>
              </a:xfrm>
              <a:custGeom>
                <a:rect b="b" l="l" r="r" t="t"/>
                <a:pathLst>
                  <a:path extrusionOk="0" h="655" w="211">
                    <a:moveTo>
                      <a:pt x="56" y="0"/>
                    </a:moveTo>
                    <a:cubicBezTo>
                      <a:pt x="28" y="0"/>
                      <a:pt x="0" y="26"/>
                      <a:pt x="11" y="58"/>
                    </a:cubicBezTo>
                    <a:cubicBezTo>
                      <a:pt x="53" y="157"/>
                      <a:pt x="77" y="257"/>
                      <a:pt x="86" y="356"/>
                    </a:cubicBezTo>
                    <a:cubicBezTo>
                      <a:pt x="94" y="406"/>
                      <a:pt x="94" y="456"/>
                      <a:pt x="94" y="505"/>
                    </a:cubicBezTo>
                    <a:cubicBezTo>
                      <a:pt x="94" y="547"/>
                      <a:pt x="86" y="621"/>
                      <a:pt x="127" y="646"/>
                    </a:cubicBezTo>
                    <a:cubicBezTo>
                      <a:pt x="135" y="655"/>
                      <a:pt x="152" y="655"/>
                      <a:pt x="160" y="655"/>
                    </a:cubicBezTo>
                    <a:cubicBezTo>
                      <a:pt x="210" y="630"/>
                      <a:pt x="202" y="555"/>
                      <a:pt x="202" y="505"/>
                    </a:cubicBezTo>
                    <a:cubicBezTo>
                      <a:pt x="202" y="447"/>
                      <a:pt x="202" y="389"/>
                      <a:pt x="193" y="340"/>
                    </a:cubicBezTo>
                    <a:cubicBezTo>
                      <a:pt x="169" y="232"/>
                      <a:pt x="144" y="124"/>
                      <a:pt x="94" y="25"/>
                    </a:cubicBezTo>
                    <a:cubicBezTo>
                      <a:pt x="85" y="7"/>
                      <a:pt x="71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5"/>
              <p:cNvSpPr/>
              <p:nvPr/>
            </p:nvSpPr>
            <p:spPr>
              <a:xfrm>
                <a:off x="2972525" y="4287200"/>
                <a:ext cx="3550" cy="16875"/>
              </a:xfrm>
              <a:custGeom>
                <a:rect b="b" l="l" r="r" t="t"/>
                <a:pathLst>
                  <a:path extrusionOk="0" h="675" w="142">
                    <a:moveTo>
                      <a:pt x="43" y="0"/>
                    </a:moveTo>
                    <a:cubicBezTo>
                      <a:pt x="20" y="0"/>
                      <a:pt x="0" y="17"/>
                      <a:pt x="9" y="48"/>
                    </a:cubicBezTo>
                    <a:cubicBezTo>
                      <a:pt x="26" y="148"/>
                      <a:pt x="42" y="247"/>
                      <a:pt x="50" y="346"/>
                    </a:cubicBezTo>
                    <a:cubicBezTo>
                      <a:pt x="50" y="454"/>
                      <a:pt x="50" y="554"/>
                      <a:pt x="50" y="653"/>
                    </a:cubicBezTo>
                    <a:cubicBezTo>
                      <a:pt x="54" y="668"/>
                      <a:pt x="65" y="675"/>
                      <a:pt x="77" y="675"/>
                    </a:cubicBezTo>
                    <a:cubicBezTo>
                      <a:pt x="90" y="675"/>
                      <a:pt x="104" y="666"/>
                      <a:pt x="108" y="653"/>
                    </a:cubicBezTo>
                    <a:cubicBezTo>
                      <a:pt x="142" y="554"/>
                      <a:pt x="142" y="446"/>
                      <a:pt x="133" y="346"/>
                    </a:cubicBezTo>
                    <a:cubicBezTo>
                      <a:pt x="125" y="239"/>
                      <a:pt x="117" y="139"/>
                      <a:pt x="92" y="40"/>
                    </a:cubicBezTo>
                    <a:cubicBezTo>
                      <a:pt x="84" y="13"/>
                      <a:pt x="62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5"/>
              <p:cNvSpPr/>
              <p:nvPr/>
            </p:nvSpPr>
            <p:spPr>
              <a:xfrm>
                <a:off x="2894850" y="4229300"/>
                <a:ext cx="3900" cy="12400"/>
              </a:xfrm>
              <a:custGeom>
                <a:rect b="b" l="l" r="r" t="t"/>
                <a:pathLst>
                  <a:path extrusionOk="0" h="496" w="156">
                    <a:moveTo>
                      <a:pt x="50" y="1"/>
                    </a:moveTo>
                    <a:cubicBezTo>
                      <a:pt x="37" y="1"/>
                      <a:pt x="26" y="14"/>
                      <a:pt x="26" y="28"/>
                    </a:cubicBezTo>
                    <a:cubicBezTo>
                      <a:pt x="1" y="102"/>
                      <a:pt x="1" y="185"/>
                      <a:pt x="9" y="260"/>
                    </a:cubicBezTo>
                    <a:cubicBezTo>
                      <a:pt x="17" y="334"/>
                      <a:pt x="34" y="425"/>
                      <a:pt x="84" y="483"/>
                    </a:cubicBezTo>
                    <a:cubicBezTo>
                      <a:pt x="92" y="492"/>
                      <a:pt x="103" y="495"/>
                      <a:pt x="114" y="495"/>
                    </a:cubicBezTo>
                    <a:cubicBezTo>
                      <a:pt x="135" y="495"/>
                      <a:pt x="155" y="481"/>
                      <a:pt x="150" y="458"/>
                    </a:cubicBezTo>
                    <a:cubicBezTo>
                      <a:pt x="133" y="384"/>
                      <a:pt x="100" y="318"/>
                      <a:pt x="92" y="251"/>
                    </a:cubicBezTo>
                    <a:cubicBezTo>
                      <a:pt x="75" y="177"/>
                      <a:pt x="75" y="102"/>
                      <a:pt x="84" y="36"/>
                    </a:cubicBezTo>
                    <a:cubicBezTo>
                      <a:pt x="92" y="19"/>
                      <a:pt x="75" y="3"/>
                      <a:pt x="59" y="3"/>
                    </a:cubicBezTo>
                    <a:cubicBezTo>
                      <a:pt x="56" y="1"/>
                      <a:pt x="53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5"/>
              <p:cNvSpPr/>
              <p:nvPr/>
            </p:nvSpPr>
            <p:spPr>
              <a:xfrm>
                <a:off x="2899000" y="4233850"/>
                <a:ext cx="3900" cy="11775"/>
              </a:xfrm>
              <a:custGeom>
                <a:rect b="b" l="l" r="r" t="t"/>
                <a:pathLst>
                  <a:path extrusionOk="0" h="471" w="156">
                    <a:moveTo>
                      <a:pt x="45" y="1"/>
                    </a:moveTo>
                    <a:cubicBezTo>
                      <a:pt x="26" y="1"/>
                      <a:pt x="9" y="16"/>
                      <a:pt x="9" y="36"/>
                    </a:cubicBezTo>
                    <a:cubicBezTo>
                      <a:pt x="0" y="111"/>
                      <a:pt x="0" y="185"/>
                      <a:pt x="17" y="252"/>
                    </a:cubicBezTo>
                    <a:cubicBezTo>
                      <a:pt x="25" y="293"/>
                      <a:pt x="34" y="326"/>
                      <a:pt x="42" y="359"/>
                    </a:cubicBezTo>
                    <a:lnTo>
                      <a:pt x="42" y="368"/>
                    </a:lnTo>
                    <a:cubicBezTo>
                      <a:pt x="50" y="384"/>
                      <a:pt x="58" y="401"/>
                      <a:pt x="67" y="409"/>
                    </a:cubicBezTo>
                    <a:cubicBezTo>
                      <a:pt x="75" y="434"/>
                      <a:pt x="83" y="442"/>
                      <a:pt x="100" y="459"/>
                    </a:cubicBezTo>
                    <a:cubicBezTo>
                      <a:pt x="105" y="467"/>
                      <a:pt x="114" y="471"/>
                      <a:pt x="122" y="471"/>
                    </a:cubicBezTo>
                    <a:cubicBezTo>
                      <a:pt x="139" y="471"/>
                      <a:pt x="155" y="456"/>
                      <a:pt x="150" y="434"/>
                    </a:cubicBezTo>
                    <a:cubicBezTo>
                      <a:pt x="150" y="417"/>
                      <a:pt x="150" y="401"/>
                      <a:pt x="141" y="384"/>
                    </a:cubicBezTo>
                    <a:cubicBezTo>
                      <a:pt x="141" y="368"/>
                      <a:pt x="133" y="359"/>
                      <a:pt x="133" y="343"/>
                    </a:cubicBezTo>
                    <a:cubicBezTo>
                      <a:pt x="125" y="310"/>
                      <a:pt x="116" y="276"/>
                      <a:pt x="108" y="243"/>
                    </a:cubicBezTo>
                    <a:cubicBezTo>
                      <a:pt x="92" y="177"/>
                      <a:pt x="92" y="111"/>
                      <a:pt x="92" y="44"/>
                    </a:cubicBezTo>
                    <a:cubicBezTo>
                      <a:pt x="92" y="28"/>
                      <a:pt x="83" y="3"/>
                      <a:pt x="58" y="3"/>
                    </a:cubicBezTo>
                    <a:cubicBezTo>
                      <a:pt x="54" y="2"/>
                      <a:pt x="50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5"/>
              <p:cNvSpPr/>
              <p:nvPr/>
            </p:nvSpPr>
            <p:spPr>
              <a:xfrm>
                <a:off x="2990550" y="4123775"/>
                <a:ext cx="3350" cy="21125"/>
              </a:xfrm>
              <a:custGeom>
                <a:rect b="b" l="l" r="r" t="t"/>
                <a:pathLst>
                  <a:path extrusionOk="0" h="845" w="134">
                    <a:moveTo>
                      <a:pt x="54" y="0"/>
                    </a:moveTo>
                    <a:cubicBezTo>
                      <a:pt x="50" y="0"/>
                      <a:pt x="46" y="2"/>
                      <a:pt x="42" y="6"/>
                    </a:cubicBezTo>
                    <a:cubicBezTo>
                      <a:pt x="1" y="56"/>
                      <a:pt x="17" y="131"/>
                      <a:pt x="17" y="189"/>
                    </a:cubicBezTo>
                    <a:cubicBezTo>
                      <a:pt x="17" y="255"/>
                      <a:pt x="17" y="321"/>
                      <a:pt x="17" y="388"/>
                    </a:cubicBezTo>
                    <a:cubicBezTo>
                      <a:pt x="25" y="520"/>
                      <a:pt x="25" y="653"/>
                      <a:pt x="17" y="794"/>
                    </a:cubicBezTo>
                    <a:cubicBezTo>
                      <a:pt x="13" y="825"/>
                      <a:pt x="41" y="845"/>
                      <a:pt x="67" y="845"/>
                    </a:cubicBezTo>
                    <a:cubicBezTo>
                      <a:pt x="88" y="845"/>
                      <a:pt x="108" y="832"/>
                      <a:pt x="108" y="802"/>
                    </a:cubicBezTo>
                    <a:cubicBezTo>
                      <a:pt x="125" y="661"/>
                      <a:pt x="133" y="528"/>
                      <a:pt x="133" y="388"/>
                    </a:cubicBezTo>
                    <a:cubicBezTo>
                      <a:pt x="133" y="313"/>
                      <a:pt x="125" y="247"/>
                      <a:pt x="117" y="172"/>
                    </a:cubicBezTo>
                    <a:cubicBezTo>
                      <a:pt x="117" y="114"/>
                      <a:pt x="108" y="48"/>
                      <a:pt x="67" y="6"/>
                    </a:cubicBezTo>
                    <a:cubicBezTo>
                      <a:pt x="63" y="2"/>
                      <a:pt x="59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5"/>
              <p:cNvSpPr/>
              <p:nvPr/>
            </p:nvSpPr>
            <p:spPr>
              <a:xfrm>
                <a:off x="2995950" y="4125225"/>
                <a:ext cx="4150" cy="13900"/>
              </a:xfrm>
              <a:custGeom>
                <a:rect b="b" l="l" r="r" t="t"/>
                <a:pathLst>
                  <a:path extrusionOk="0" h="556" w="166">
                    <a:moveTo>
                      <a:pt x="108" y="0"/>
                    </a:moveTo>
                    <a:cubicBezTo>
                      <a:pt x="102" y="0"/>
                      <a:pt x="95" y="2"/>
                      <a:pt x="91" y="6"/>
                    </a:cubicBezTo>
                    <a:cubicBezTo>
                      <a:pt x="66" y="31"/>
                      <a:pt x="58" y="81"/>
                      <a:pt x="58" y="122"/>
                    </a:cubicBezTo>
                    <a:cubicBezTo>
                      <a:pt x="58" y="164"/>
                      <a:pt x="58" y="205"/>
                      <a:pt x="50" y="247"/>
                    </a:cubicBezTo>
                    <a:cubicBezTo>
                      <a:pt x="41" y="330"/>
                      <a:pt x="33" y="412"/>
                      <a:pt x="8" y="487"/>
                    </a:cubicBezTo>
                    <a:cubicBezTo>
                      <a:pt x="0" y="512"/>
                      <a:pt x="8" y="537"/>
                      <a:pt x="33" y="553"/>
                    </a:cubicBezTo>
                    <a:cubicBezTo>
                      <a:pt x="36" y="555"/>
                      <a:pt x="40" y="555"/>
                      <a:pt x="44" y="555"/>
                    </a:cubicBezTo>
                    <a:cubicBezTo>
                      <a:pt x="61" y="555"/>
                      <a:pt x="84" y="542"/>
                      <a:pt x="91" y="528"/>
                    </a:cubicBezTo>
                    <a:cubicBezTo>
                      <a:pt x="116" y="437"/>
                      <a:pt x="141" y="354"/>
                      <a:pt x="149" y="263"/>
                    </a:cubicBezTo>
                    <a:cubicBezTo>
                      <a:pt x="157" y="222"/>
                      <a:pt x="166" y="172"/>
                      <a:pt x="166" y="131"/>
                    </a:cubicBezTo>
                    <a:cubicBezTo>
                      <a:pt x="166" y="89"/>
                      <a:pt x="157" y="31"/>
                      <a:pt x="124" y="6"/>
                    </a:cubicBezTo>
                    <a:cubicBezTo>
                      <a:pt x="120" y="2"/>
                      <a:pt x="114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5"/>
              <p:cNvSpPr/>
              <p:nvPr/>
            </p:nvSpPr>
            <p:spPr>
              <a:xfrm>
                <a:off x="3015000" y="4120525"/>
                <a:ext cx="3125" cy="14275"/>
              </a:xfrm>
              <a:custGeom>
                <a:rect b="b" l="l" r="r" t="t"/>
                <a:pathLst>
                  <a:path extrusionOk="0" h="571" w="125">
                    <a:moveTo>
                      <a:pt x="44" y="1"/>
                    </a:moveTo>
                    <a:cubicBezTo>
                      <a:pt x="35" y="1"/>
                      <a:pt x="26" y="7"/>
                      <a:pt x="17" y="20"/>
                    </a:cubicBezTo>
                    <a:cubicBezTo>
                      <a:pt x="9" y="45"/>
                      <a:pt x="0" y="54"/>
                      <a:pt x="0" y="78"/>
                    </a:cubicBezTo>
                    <a:cubicBezTo>
                      <a:pt x="0" y="103"/>
                      <a:pt x="0" y="128"/>
                      <a:pt x="0" y="153"/>
                    </a:cubicBezTo>
                    <a:cubicBezTo>
                      <a:pt x="9" y="194"/>
                      <a:pt x="9" y="236"/>
                      <a:pt x="17" y="277"/>
                    </a:cubicBezTo>
                    <a:cubicBezTo>
                      <a:pt x="25" y="368"/>
                      <a:pt x="33" y="451"/>
                      <a:pt x="33" y="542"/>
                    </a:cubicBezTo>
                    <a:cubicBezTo>
                      <a:pt x="33" y="562"/>
                      <a:pt x="46" y="570"/>
                      <a:pt x="61" y="570"/>
                    </a:cubicBezTo>
                    <a:cubicBezTo>
                      <a:pt x="77" y="570"/>
                      <a:pt x="95" y="560"/>
                      <a:pt x="100" y="542"/>
                    </a:cubicBezTo>
                    <a:cubicBezTo>
                      <a:pt x="116" y="451"/>
                      <a:pt x="125" y="360"/>
                      <a:pt x="125" y="269"/>
                    </a:cubicBezTo>
                    <a:cubicBezTo>
                      <a:pt x="125" y="228"/>
                      <a:pt x="125" y="186"/>
                      <a:pt x="116" y="145"/>
                    </a:cubicBezTo>
                    <a:cubicBezTo>
                      <a:pt x="116" y="120"/>
                      <a:pt x="108" y="95"/>
                      <a:pt x="100" y="70"/>
                    </a:cubicBezTo>
                    <a:cubicBezTo>
                      <a:pt x="91" y="45"/>
                      <a:pt x="91" y="29"/>
                      <a:pt x="67" y="12"/>
                    </a:cubicBezTo>
                    <a:cubicBezTo>
                      <a:pt x="59" y="5"/>
                      <a:pt x="52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5"/>
              <p:cNvSpPr/>
              <p:nvPr/>
            </p:nvSpPr>
            <p:spPr>
              <a:xfrm>
                <a:off x="3033025" y="4113725"/>
                <a:ext cx="9550" cy="26425"/>
              </a:xfrm>
              <a:custGeom>
                <a:rect b="b" l="l" r="r" t="t"/>
                <a:pathLst>
                  <a:path extrusionOk="0" h="1057" w="382">
                    <a:moveTo>
                      <a:pt x="53" y="0"/>
                    </a:moveTo>
                    <a:cubicBezTo>
                      <a:pt x="29" y="0"/>
                      <a:pt x="4" y="15"/>
                      <a:pt x="0" y="44"/>
                    </a:cubicBezTo>
                    <a:cubicBezTo>
                      <a:pt x="0" y="185"/>
                      <a:pt x="8" y="334"/>
                      <a:pt x="33" y="475"/>
                    </a:cubicBezTo>
                    <a:cubicBezTo>
                      <a:pt x="42" y="549"/>
                      <a:pt x="58" y="616"/>
                      <a:pt x="83" y="690"/>
                    </a:cubicBezTo>
                    <a:cubicBezTo>
                      <a:pt x="100" y="748"/>
                      <a:pt x="116" y="831"/>
                      <a:pt x="166" y="881"/>
                    </a:cubicBezTo>
                    <a:cubicBezTo>
                      <a:pt x="172" y="885"/>
                      <a:pt x="180" y="887"/>
                      <a:pt x="188" y="887"/>
                    </a:cubicBezTo>
                    <a:cubicBezTo>
                      <a:pt x="210" y="887"/>
                      <a:pt x="232" y="872"/>
                      <a:pt x="232" y="848"/>
                    </a:cubicBezTo>
                    <a:lnTo>
                      <a:pt x="232" y="839"/>
                    </a:lnTo>
                    <a:cubicBezTo>
                      <a:pt x="257" y="914"/>
                      <a:pt x="282" y="980"/>
                      <a:pt x="323" y="1046"/>
                    </a:cubicBezTo>
                    <a:cubicBezTo>
                      <a:pt x="328" y="1054"/>
                      <a:pt x="335" y="1057"/>
                      <a:pt x="343" y="1057"/>
                    </a:cubicBezTo>
                    <a:cubicBezTo>
                      <a:pt x="361" y="1057"/>
                      <a:pt x="381" y="1039"/>
                      <a:pt x="381" y="1022"/>
                    </a:cubicBezTo>
                    <a:cubicBezTo>
                      <a:pt x="373" y="939"/>
                      <a:pt x="340" y="856"/>
                      <a:pt x="315" y="781"/>
                    </a:cubicBezTo>
                    <a:cubicBezTo>
                      <a:pt x="290" y="707"/>
                      <a:pt x="257" y="632"/>
                      <a:pt x="232" y="558"/>
                    </a:cubicBezTo>
                    <a:cubicBezTo>
                      <a:pt x="226" y="539"/>
                      <a:pt x="210" y="530"/>
                      <a:pt x="193" y="530"/>
                    </a:cubicBezTo>
                    <a:cubicBezTo>
                      <a:pt x="187" y="530"/>
                      <a:pt x="180" y="531"/>
                      <a:pt x="174" y="533"/>
                    </a:cubicBezTo>
                    <a:lnTo>
                      <a:pt x="166" y="533"/>
                    </a:lnTo>
                    <a:cubicBezTo>
                      <a:pt x="158" y="508"/>
                      <a:pt x="158" y="483"/>
                      <a:pt x="149" y="450"/>
                    </a:cubicBezTo>
                    <a:cubicBezTo>
                      <a:pt x="124" y="317"/>
                      <a:pt x="108" y="176"/>
                      <a:pt x="100" y="44"/>
                    </a:cubicBezTo>
                    <a:cubicBezTo>
                      <a:pt x="100" y="15"/>
                      <a:pt x="77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5"/>
              <p:cNvSpPr/>
              <p:nvPr/>
            </p:nvSpPr>
            <p:spPr>
              <a:xfrm>
                <a:off x="2617300" y="3834125"/>
                <a:ext cx="468350" cy="998025"/>
              </a:xfrm>
              <a:custGeom>
                <a:rect b="b" l="l" r="r" t="t"/>
                <a:pathLst>
                  <a:path extrusionOk="0" h="39921" w="18734">
                    <a:moveTo>
                      <a:pt x="6977" y="3373"/>
                    </a:moveTo>
                    <a:cubicBezTo>
                      <a:pt x="7010" y="3489"/>
                      <a:pt x="7043" y="3614"/>
                      <a:pt x="7076" y="3738"/>
                    </a:cubicBezTo>
                    <a:lnTo>
                      <a:pt x="7101" y="3812"/>
                    </a:lnTo>
                    <a:cubicBezTo>
                      <a:pt x="7084" y="3779"/>
                      <a:pt x="7059" y="3746"/>
                      <a:pt x="7043" y="3713"/>
                    </a:cubicBezTo>
                    <a:cubicBezTo>
                      <a:pt x="7001" y="3605"/>
                      <a:pt x="6952" y="3498"/>
                      <a:pt x="6977" y="3382"/>
                    </a:cubicBezTo>
                    <a:lnTo>
                      <a:pt x="6977" y="3373"/>
                    </a:lnTo>
                    <a:close/>
                    <a:moveTo>
                      <a:pt x="11070" y="3920"/>
                    </a:moveTo>
                    <a:cubicBezTo>
                      <a:pt x="11070" y="3920"/>
                      <a:pt x="11078" y="3928"/>
                      <a:pt x="11078" y="3928"/>
                    </a:cubicBezTo>
                    <a:cubicBezTo>
                      <a:pt x="11088" y="3939"/>
                      <a:pt x="11101" y="3946"/>
                      <a:pt x="11114" y="3946"/>
                    </a:cubicBezTo>
                    <a:cubicBezTo>
                      <a:pt x="11122" y="3946"/>
                      <a:pt x="11130" y="3943"/>
                      <a:pt x="11136" y="3937"/>
                    </a:cubicBezTo>
                    <a:cubicBezTo>
                      <a:pt x="11144" y="3945"/>
                      <a:pt x="11152" y="3945"/>
                      <a:pt x="11161" y="3953"/>
                    </a:cubicBezTo>
                    <a:cubicBezTo>
                      <a:pt x="11169" y="3953"/>
                      <a:pt x="11169" y="3961"/>
                      <a:pt x="11169" y="3961"/>
                    </a:cubicBezTo>
                    <a:cubicBezTo>
                      <a:pt x="11152" y="4019"/>
                      <a:pt x="11144" y="4077"/>
                      <a:pt x="11136" y="4144"/>
                    </a:cubicBezTo>
                    <a:cubicBezTo>
                      <a:pt x="11136" y="4151"/>
                      <a:pt x="11137" y="4159"/>
                      <a:pt x="11139" y="4166"/>
                    </a:cubicBezTo>
                    <a:lnTo>
                      <a:pt x="11139" y="4166"/>
                    </a:lnTo>
                    <a:cubicBezTo>
                      <a:pt x="11138" y="4164"/>
                      <a:pt x="11137" y="4162"/>
                      <a:pt x="11136" y="4160"/>
                    </a:cubicBezTo>
                    <a:cubicBezTo>
                      <a:pt x="11119" y="4135"/>
                      <a:pt x="11103" y="4102"/>
                      <a:pt x="11086" y="4069"/>
                    </a:cubicBezTo>
                    <a:cubicBezTo>
                      <a:pt x="11086" y="4061"/>
                      <a:pt x="11086" y="4061"/>
                      <a:pt x="11086" y="4053"/>
                    </a:cubicBezTo>
                    <a:cubicBezTo>
                      <a:pt x="11078" y="4044"/>
                      <a:pt x="11078" y="4028"/>
                      <a:pt x="11078" y="4019"/>
                    </a:cubicBezTo>
                    <a:lnTo>
                      <a:pt x="11070" y="4003"/>
                    </a:lnTo>
                    <a:cubicBezTo>
                      <a:pt x="11070" y="3995"/>
                      <a:pt x="11070" y="3986"/>
                      <a:pt x="11070" y="3978"/>
                    </a:cubicBezTo>
                    <a:lnTo>
                      <a:pt x="11070" y="3970"/>
                    </a:lnTo>
                    <a:lnTo>
                      <a:pt x="11070" y="3961"/>
                    </a:lnTo>
                    <a:cubicBezTo>
                      <a:pt x="11070" y="3953"/>
                      <a:pt x="11070" y="3937"/>
                      <a:pt x="11070" y="3928"/>
                    </a:cubicBezTo>
                    <a:lnTo>
                      <a:pt x="11070" y="3920"/>
                    </a:lnTo>
                    <a:close/>
                    <a:moveTo>
                      <a:pt x="7128" y="1222"/>
                    </a:moveTo>
                    <a:cubicBezTo>
                      <a:pt x="7231" y="1222"/>
                      <a:pt x="7343" y="1278"/>
                      <a:pt x="7424" y="1318"/>
                    </a:cubicBezTo>
                    <a:cubicBezTo>
                      <a:pt x="7557" y="1393"/>
                      <a:pt x="7673" y="1501"/>
                      <a:pt x="7780" y="1600"/>
                    </a:cubicBezTo>
                    <a:cubicBezTo>
                      <a:pt x="8070" y="1874"/>
                      <a:pt x="8319" y="2180"/>
                      <a:pt x="8634" y="2420"/>
                    </a:cubicBezTo>
                    <a:cubicBezTo>
                      <a:pt x="8716" y="2503"/>
                      <a:pt x="8791" y="2578"/>
                      <a:pt x="8866" y="2669"/>
                    </a:cubicBezTo>
                    <a:cubicBezTo>
                      <a:pt x="9064" y="2893"/>
                      <a:pt x="9205" y="3174"/>
                      <a:pt x="9238" y="3473"/>
                    </a:cubicBezTo>
                    <a:cubicBezTo>
                      <a:pt x="9243" y="3497"/>
                      <a:pt x="9265" y="3510"/>
                      <a:pt x="9286" y="3510"/>
                    </a:cubicBezTo>
                    <a:cubicBezTo>
                      <a:pt x="9300" y="3510"/>
                      <a:pt x="9314" y="3503"/>
                      <a:pt x="9321" y="3489"/>
                    </a:cubicBezTo>
                    <a:cubicBezTo>
                      <a:pt x="9346" y="3589"/>
                      <a:pt x="9371" y="3680"/>
                      <a:pt x="9388" y="3779"/>
                    </a:cubicBezTo>
                    <a:cubicBezTo>
                      <a:pt x="9391" y="3812"/>
                      <a:pt x="9416" y="3828"/>
                      <a:pt x="9442" y="3828"/>
                    </a:cubicBezTo>
                    <a:cubicBezTo>
                      <a:pt x="9475" y="3828"/>
                      <a:pt x="9508" y="3804"/>
                      <a:pt x="9504" y="3763"/>
                    </a:cubicBezTo>
                    <a:cubicBezTo>
                      <a:pt x="9487" y="3622"/>
                      <a:pt x="9462" y="3489"/>
                      <a:pt x="9437" y="3357"/>
                    </a:cubicBezTo>
                    <a:lnTo>
                      <a:pt x="9437" y="3357"/>
                    </a:lnTo>
                    <a:cubicBezTo>
                      <a:pt x="9454" y="3382"/>
                      <a:pt x="9479" y="3406"/>
                      <a:pt x="9495" y="3431"/>
                    </a:cubicBezTo>
                    <a:cubicBezTo>
                      <a:pt x="9520" y="3481"/>
                      <a:pt x="9537" y="3539"/>
                      <a:pt x="9553" y="3597"/>
                    </a:cubicBezTo>
                    <a:cubicBezTo>
                      <a:pt x="9628" y="3812"/>
                      <a:pt x="9669" y="4036"/>
                      <a:pt x="9702" y="4260"/>
                    </a:cubicBezTo>
                    <a:cubicBezTo>
                      <a:pt x="9707" y="4286"/>
                      <a:pt x="9733" y="4300"/>
                      <a:pt x="9758" y="4300"/>
                    </a:cubicBezTo>
                    <a:cubicBezTo>
                      <a:pt x="9781" y="4300"/>
                      <a:pt x="9802" y="4288"/>
                      <a:pt x="9802" y="4260"/>
                    </a:cubicBezTo>
                    <a:cubicBezTo>
                      <a:pt x="9802" y="4202"/>
                      <a:pt x="9802" y="4152"/>
                      <a:pt x="9794" y="4094"/>
                    </a:cubicBezTo>
                    <a:lnTo>
                      <a:pt x="9794" y="4094"/>
                    </a:lnTo>
                    <a:cubicBezTo>
                      <a:pt x="9818" y="4169"/>
                      <a:pt x="9835" y="4243"/>
                      <a:pt x="9852" y="4326"/>
                    </a:cubicBezTo>
                    <a:cubicBezTo>
                      <a:pt x="9852" y="4326"/>
                      <a:pt x="9852" y="4334"/>
                      <a:pt x="9860" y="4343"/>
                    </a:cubicBezTo>
                    <a:cubicBezTo>
                      <a:pt x="9843" y="4351"/>
                      <a:pt x="9827" y="4351"/>
                      <a:pt x="9810" y="4359"/>
                    </a:cubicBezTo>
                    <a:cubicBezTo>
                      <a:pt x="9744" y="4392"/>
                      <a:pt x="9678" y="4425"/>
                      <a:pt x="9611" y="4459"/>
                    </a:cubicBezTo>
                    <a:cubicBezTo>
                      <a:pt x="9479" y="4533"/>
                      <a:pt x="9346" y="4608"/>
                      <a:pt x="9222" y="4691"/>
                    </a:cubicBezTo>
                    <a:cubicBezTo>
                      <a:pt x="9131" y="4757"/>
                      <a:pt x="9040" y="4831"/>
                      <a:pt x="8965" y="4906"/>
                    </a:cubicBezTo>
                    <a:cubicBezTo>
                      <a:pt x="8932" y="4931"/>
                      <a:pt x="8907" y="4956"/>
                      <a:pt x="8882" y="4981"/>
                    </a:cubicBezTo>
                    <a:cubicBezTo>
                      <a:pt x="8808" y="5047"/>
                      <a:pt x="8741" y="5121"/>
                      <a:pt x="8667" y="5196"/>
                    </a:cubicBezTo>
                    <a:cubicBezTo>
                      <a:pt x="8526" y="5345"/>
                      <a:pt x="8410" y="5519"/>
                      <a:pt x="8302" y="5693"/>
                    </a:cubicBezTo>
                    <a:cubicBezTo>
                      <a:pt x="8112" y="6008"/>
                      <a:pt x="7996" y="6348"/>
                      <a:pt x="7929" y="6704"/>
                    </a:cubicBezTo>
                    <a:cubicBezTo>
                      <a:pt x="7913" y="6704"/>
                      <a:pt x="7896" y="6712"/>
                      <a:pt x="7880" y="6737"/>
                    </a:cubicBezTo>
                    <a:cubicBezTo>
                      <a:pt x="7871" y="6754"/>
                      <a:pt x="7871" y="6795"/>
                      <a:pt x="7896" y="6812"/>
                    </a:cubicBezTo>
                    <a:cubicBezTo>
                      <a:pt x="7905" y="6812"/>
                      <a:pt x="7905" y="6812"/>
                      <a:pt x="7913" y="6820"/>
                    </a:cubicBezTo>
                    <a:cubicBezTo>
                      <a:pt x="7896" y="6853"/>
                      <a:pt x="7880" y="6895"/>
                      <a:pt x="7871" y="6936"/>
                    </a:cubicBezTo>
                    <a:cubicBezTo>
                      <a:pt x="7863" y="6919"/>
                      <a:pt x="7855" y="6903"/>
                      <a:pt x="7847" y="6886"/>
                    </a:cubicBezTo>
                    <a:cubicBezTo>
                      <a:pt x="7838" y="6853"/>
                      <a:pt x="7830" y="6812"/>
                      <a:pt x="7822" y="6779"/>
                    </a:cubicBezTo>
                    <a:cubicBezTo>
                      <a:pt x="7805" y="6687"/>
                      <a:pt x="7797" y="6596"/>
                      <a:pt x="7789" y="6505"/>
                    </a:cubicBezTo>
                    <a:cubicBezTo>
                      <a:pt x="7764" y="6339"/>
                      <a:pt x="7739" y="6165"/>
                      <a:pt x="7706" y="6000"/>
                    </a:cubicBezTo>
                    <a:lnTo>
                      <a:pt x="7706" y="6000"/>
                    </a:lnTo>
                    <a:lnTo>
                      <a:pt x="7714" y="6008"/>
                    </a:lnTo>
                    <a:cubicBezTo>
                      <a:pt x="7723" y="6012"/>
                      <a:pt x="7732" y="6014"/>
                      <a:pt x="7740" y="6014"/>
                    </a:cubicBezTo>
                    <a:cubicBezTo>
                      <a:pt x="7765" y="6014"/>
                      <a:pt x="7786" y="5997"/>
                      <a:pt x="7780" y="5967"/>
                    </a:cubicBezTo>
                    <a:lnTo>
                      <a:pt x="7789" y="5967"/>
                    </a:lnTo>
                    <a:cubicBezTo>
                      <a:pt x="7780" y="5933"/>
                      <a:pt x="7772" y="5909"/>
                      <a:pt x="7755" y="5884"/>
                    </a:cubicBezTo>
                    <a:lnTo>
                      <a:pt x="7755" y="5884"/>
                    </a:lnTo>
                    <a:lnTo>
                      <a:pt x="7764" y="5892"/>
                    </a:lnTo>
                    <a:cubicBezTo>
                      <a:pt x="7772" y="5900"/>
                      <a:pt x="7782" y="5904"/>
                      <a:pt x="7793" y="5904"/>
                    </a:cubicBezTo>
                    <a:cubicBezTo>
                      <a:pt x="7815" y="5904"/>
                      <a:pt x="7838" y="5887"/>
                      <a:pt x="7838" y="5859"/>
                    </a:cubicBezTo>
                    <a:cubicBezTo>
                      <a:pt x="7830" y="5817"/>
                      <a:pt x="7813" y="5776"/>
                      <a:pt x="7805" y="5735"/>
                    </a:cubicBezTo>
                    <a:cubicBezTo>
                      <a:pt x="7797" y="5726"/>
                      <a:pt x="7797" y="5710"/>
                      <a:pt x="7789" y="5701"/>
                    </a:cubicBezTo>
                    <a:cubicBezTo>
                      <a:pt x="7772" y="5643"/>
                      <a:pt x="7747" y="5594"/>
                      <a:pt x="7731" y="5536"/>
                    </a:cubicBezTo>
                    <a:cubicBezTo>
                      <a:pt x="7714" y="5503"/>
                      <a:pt x="7706" y="5469"/>
                      <a:pt x="7689" y="5436"/>
                    </a:cubicBezTo>
                    <a:lnTo>
                      <a:pt x="7689" y="5428"/>
                    </a:lnTo>
                    <a:cubicBezTo>
                      <a:pt x="7692" y="5428"/>
                      <a:pt x="7695" y="5429"/>
                      <a:pt x="7698" y="5429"/>
                    </a:cubicBezTo>
                    <a:cubicBezTo>
                      <a:pt x="7766" y="5429"/>
                      <a:pt x="7787" y="5343"/>
                      <a:pt x="7755" y="5295"/>
                    </a:cubicBezTo>
                    <a:cubicBezTo>
                      <a:pt x="7706" y="5221"/>
                      <a:pt x="7681" y="5130"/>
                      <a:pt x="7639" y="5055"/>
                    </a:cubicBezTo>
                    <a:cubicBezTo>
                      <a:pt x="7623" y="5030"/>
                      <a:pt x="7615" y="5005"/>
                      <a:pt x="7598" y="4972"/>
                    </a:cubicBezTo>
                    <a:lnTo>
                      <a:pt x="7598" y="4972"/>
                    </a:lnTo>
                    <a:lnTo>
                      <a:pt x="7606" y="4981"/>
                    </a:lnTo>
                    <a:cubicBezTo>
                      <a:pt x="7611" y="4983"/>
                      <a:pt x="7615" y="4984"/>
                      <a:pt x="7619" y="4984"/>
                    </a:cubicBezTo>
                    <a:cubicBezTo>
                      <a:pt x="7631" y="4984"/>
                      <a:pt x="7642" y="4976"/>
                      <a:pt x="7648" y="4964"/>
                    </a:cubicBezTo>
                    <a:cubicBezTo>
                      <a:pt x="7673" y="5014"/>
                      <a:pt x="7689" y="5063"/>
                      <a:pt x="7714" y="5113"/>
                    </a:cubicBezTo>
                    <a:cubicBezTo>
                      <a:pt x="7725" y="5128"/>
                      <a:pt x="7743" y="5136"/>
                      <a:pt x="7760" y="5136"/>
                    </a:cubicBezTo>
                    <a:cubicBezTo>
                      <a:pt x="7781" y="5136"/>
                      <a:pt x="7801" y="5124"/>
                      <a:pt x="7805" y="5097"/>
                    </a:cubicBezTo>
                    <a:cubicBezTo>
                      <a:pt x="7822" y="4931"/>
                      <a:pt x="7722" y="4773"/>
                      <a:pt x="7615" y="4649"/>
                    </a:cubicBezTo>
                    <a:cubicBezTo>
                      <a:pt x="7565" y="4591"/>
                      <a:pt x="7515" y="4541"/>
                      <a:pt x="7457" y="4492"/>
                    </a:cubicBezTo>
                    <a:lnTo>
                      <a:pt x="7457" y="4492"/>
                    </a:lnTo>
                    <a:cubicBezTo>
                      <a:pt x="7490" y="4517"/>
                      <a:pt x="7523" y="4533"/>
                      <a:pt x="7565" y="4541"/>
                    </a:cubicBezTo>
                    <a:cubicBezTo>
                      <a:pt x="7598" y="4541"/>
                      <a:pt x="7615" y="4517"/>
                      <a:pt x="7606" y="4492"/>
                    </a:cubicBezTo>
                    <a:cubicBezTo>
                      <a:pt x="7573" y="4401"/>
                      <a:pt x="7474" y="4318"/>
                      <a:pt x="7407" y="4251"/>
                    </a:cubicBezTo>
                    <a:lnTo>
                      <a:pt x="7399" y="4243"/>
                    </a:lnTo>
                    <a:cubicBezTo>
                      <a:pt x="7341" y="3912"/>
                      <a:pt x="7233" y="3597"/>
                      <a:pt x="7151" y="3274"/>
                    </a:cubicBezTo>
                    <a:cubicBezTo>
                      <a:pt x="7059" y="2909"/>
                      <a:pt x="6960" y="2545"/>
                      <a:pt x="6902" y="2172"/>
                    </a:cubicBezTo>
                    <a:cubicBezTo>
                      <a:pt x="6869" y="1990"/>
                      <a:pt x="6852" y="1799"/>
                      <a:pt x="6861" y="1617"/>
                    </a:cubicBezTo>
                    <a:cubicBezTo>
                      <a:pt x="6869" y="1501"/>
                      <a:pt x="6894" y="1335"/>
                      <a:pt x="7001" y="1260"/>
                    </a:cubicBezTo>
                    <a:cubicBezTo>
                      <a:pt x="7039" y="1233"/>
                      <a:pt x="7083" y="1222"/>
                      <a:pt x="7128" y="1222"/>
                    </a:cubicBezTo>
                    <a:close/>
                    <a:moveTo>
                      <a:pt x="7714" y="10449"/>
                    </a:moveTo>
                    <a:cubicBezTo>
                      <a:pt x="7681" y="10474"/>
                      <a:pt x="7648" y="10490"/>
                      <a:pt x="7623" y="10515"/>
                    </a:cubicBezTo>
                    <a:cubicBezTo>
                      <a:pt x="7615" y="10524"/>
                      <a:pt x="7606" y="10532"/>
                      <a:pt x="7606" y="10532"/>
                    </a:cubicBezTo>
                    <a:cubicBezTo>
                      <a:pt x="7490" y="10548"/>
                      <a:pt x="7383" y="10565"/>
                      <a:pt x="7275" y="10582"/>
                    </a:cubicBezTo>
                    <a:cubicBezTo>
                      <a:pt x="7084" y="10615"/>
                      <a:pt x="6894" y="10648"/>
                      <a:pt x="6703" y="10681"/>
                    </a:cubicBezTo>
                    <a:lnTo>
                      <a:pt x="6695" y="10664"/>
                    </a:lnTo>
                    <a:cubicBezTo>
                      <a:pt x="6703" y="10664"/>
                      <a:pt x="6711" y="10664"/>
                      <a:pt x="6720" y="10656"/>
                    </a:cubicBezTo>
                    <a:cubicBezTo>
                      <a:pt x="6902" y="10582"/>
                      <a:pt x="7084" y="10524"/>
                      <a:pt x="7275" y="10490"/>
                    </a:cubicBezTo>
                    <a:cubicBezTo>
                      <a:pt x="7366" y="10474"/>
                      <a:pt x="7457" y="10457"/>
                      <a:pt x="7548" y="10457"/>
                    </a:cubicBezTo>
                    <a:cubicBezTo>
                      <a:pt x="7590" y="10449"/>
                      <a:pt x="7631" y="10449"/>
                      <a:pt x="7673" y="10449"/>
                    </a:cubicBezTo>
                    <a:close/>
                    <a:moveTo>
                      <a:pt x="7010" y="11253"/>
                    </a:moveTo>
                    <a:lnTo>
                      <a:pt x="7010" y="11253"/>
                    </a:lnTo>
                    <a:cubicBezTo>
                      <a:pt x="7051" y="11278"/>
                      <a:pt x="7093" y="11294"/>
                      <a:pt x="7126" y="11319"/>
                    </a:cubicBezTo>
                    <a:cubicBezTo>
                      <a:pt x="7184" y="11344"/>
                      <a:pt x="7242" y="11377"/>
                      <a:pt x="7300" y="11394"/>
                    </a:cubicBezTo>
                    <a:cubicBezTo>
                      <a:pt x="7333" y="11410"/>
                      <a:pt x="7366" y="11427"/>
                      <a:pt x="7391" y="11443"/>
                    </a:cubicBezTo>
                    <a:cubicBezTo>
                      <a:pt x="7399" y="11460"/>
                      <a:pt x="7416" y="11501"/>
                      <a:pt x="7424" y="11518"/>
                    </a:cubicBezTo>
                    <a:cubicBezTo>
                      <a:pt x="7432" y="11551"/>
                      <a:pt x="7449" y="11576"/>
                      <a:pt x="7465" y="11609"/>
                    </a:cubicBezTo>
                    <a:cubicBezTo>
                      <a:pt x="7486" y="11644"/>
                      <a:pt x="7513" y="11661"/>
                      <a:pt x="7540" y="11661"/>
                    </a:cubicBezTo>
                    <a:cubicBezTo>
                      <a:pt x="7545" y="11661"/>
                      <a:pt x="7551" y="11660"/>
                      <a:pt x="7557" y="11659"/>
                    </a:cubicBezTo>
                    <a:cubicBezTo>
                      <a:pt x="7573" y="11708"/>
                      <a:pt x="7581" y="11750"/>
                      <a:pt x="7590" y="11800"/>
                    </a:cubicBezTo>
                    <a:cubicBezTo>
                      <a:pt x="7581" y="11824"/>
                      <a:pt x="7565" y="11841"/>
                      <a:pt x="7540" y="11858"/>
                    </a:cubicBezTo>
                    <a:lnTo>
                      <a:pt x="7540" y="11866"/>
                    </a:lnTo>
                    <a:cubicBezTo>
                      <a:pt x="7508" y="11889"/>
                      <a:pt x="7474" y="11899"/>
                      <a:pt x="7441" y="11899"/>
                    </a:cubicBezTo>
                    <a:cubicBezTo>
                      <a:pt x="7378" y="11899"/>
                      <a:pt x="7318" y="11865"/>
                      <a:pt x="7275" y="11816"/>
                    </a:cubicBezTo>
                    <a:cubicBezTo>
                      <a:pt x="7200" y="11725"/>
                      <a:pt x="7167" y="11617"/>
                      <a:pt x="7126" y="11518"/>
                    </a:cubicBezTo>
                    <a:cubicBezTo>
                      <a:pt x="7084" y="11427"/>
                      <a:pt x="7051" y="11336"/>
                      <a:pt x="7010" y="11253"/>
                    </a:cubicBezTo>
                    <a:close/>
                    <a:moveTo>
                      <a:pt x="11840" y="35670"/>
                    </a:moveTo>
                    <a:cubicBezTo>
                      <a:pt x="11873" y="35761"/>
                      <a:pt x="11931" y="35844"/>
                      <a:pt x="11989" y="35902"/>
                    </a:cubicBezTo>
                    <a:lnTo>
                      <a:pt x="11998" y="35902"/>
                    </a:lnTo>
                    <a:cubicBezTo>
                      <a:pt x="12097" y="36018"/>
                      <a:pt x="12221" y="36084"/>
                      <a:pt x="12362" y="36142"/>
                    </a:cubicBezTo>
                    <a:cubicBezTo>
                      <a:pt x="12511" y="36209"/>
                      <a:pt x="12660" y="36250"/>
                      <a:pt x="12818" y="36291"/>
                    </a:cubicBezTo>
                    <a:cubicBezTo>
                      <a:pt x="12876" y="36308"/>
                      <a:pt x="12926" y="36325"/>
                      <a:pt x="12984" y="36333"/>
                    </a:cubicBezTo>
                    <a:lnTo>
                      <a:pt x="12984" y="36349"/>
                    </a:lnTo>
                    <a:cubicBezTo>
                      <a:pt x="12992" y="36383"/>
                      <a:pt x="13008" y="36399"/>
                      <a:pt x="13042" y="36399"/>
                    </a:cubicBezTo>
                    <a:cubicBezTo>
                      <a:pt x="13124" y="36407"/>
                      <a:pt x="13207" y="36416"/>
                      <a:pt x="13290" y="36416"/>
                    </a:cubicBezTo>
                    <a:lnTo>
                      <a:pt x="13505" y="36416"/>
                    </a:lnTo>
                    <a:cubicBezTo>
                      <a:pt x="13514" y="36416"/>
                      <a:pt x="13514" y="36416"/>
                      <a:pt x="13522" y="36424"/>
                    </a:cubicBezTo>
                    <a:lnTo>
                      <a:pt x="13530" y="36424"/>
                    </a:lnTo>
                    <a:lnTo>
                      <a:pt x="13539" y="36449"/>
                    </a:lnTo>
                    <a:lnTo>
                      <a:pt x="13547" y="36449"/>
                    </a:lnTo>
                    <a:lnTo>
                      <a:pt x="13547" y="36457"/>
                    </a:lnTo>
                    <a:cubicBezTo>
                      <a:pt x="13547" y="36465"/>
                      <a:pt x="13547" y="36474"/>
                      <a:pt x="13555" y="36482"/>
                    </a:cubicBezTo>
                    <a:cubicBezTo>
                      <a:pt x="13563" y="36499"/>
                      <a:pt x="13563" y="36515"/>
                      <a:pt x="13572" y="36540"/>
                    </a:cubicBezTo>
                    <a:cubicBezTo>
                      <a:pt x="13572" y="36557"/>
                      <a:pt x="13572" y="36565"/>
                      <a:pt x="13580" y="36581"/>
                    </a:cubicBezTo>
                    <a:cubicBezTo>
                      <a:pt x="13505" y="36565"/>
                      <a:pt x="13439" y="36557"/>
                      <a:pt x="13365" y="36548"/>
                    </a:cubicBezTo>
                    <a:cubicBezTo>
                      <a:pt x="13282" y="36540"/>
                      <a:pt x="13199" y="36532"/>
                      <a:pt x="13116" y="36523"/>
                    </a:cubicBezTo>
                    <a:cubicBezTo>
                      <a:pt x="13098" y="36523"/>
                      <a:pt x="13078" y="36523"/>
                      <a:pt x="13059" y="36523"/>
                    </a:cubicBezTo>
                    <a:cubicBezTo>
                      <a:pt x="12991" y="36523"/>
                      <a:pt x="12919" y="36528"/>
                      <a:pt x="12868" y="36573"/>
                    </a:cubicBezTo>
                    <a:cubicBezTo>
                      <a:pt x="12843" y="36590"/>
                      <a:pt x="12843" y="36631"/>
                      <a:pt x="12868" y="36648"/>
                    </a:cubicBezTo>
                    <a:cubicBezTo>
                      <a:pt x="12917" y="36697"/>
                      <a:pt x="13008" y="36706"/>
                      <a:pt x="13075" y="36714"/>
                    </a:cubicBezTo>
                    <a:cubicBezTo>
                      <a:pt x="13149" y="36722"/>
                      <a:pt x="13216" y="36739"/>
                      <a:pt x="13290" y="36747"/>
                    </a:cubicBezTo>
                    <a:cubicBezTo>
                      <a:pt x="13365" y="36764"/>
                      <a:pt x="13431" y="36772"/>
                      <a:pt x="13505" y="36789"/>
                    </a:cubicBezTo>
                    <a:cubicBezTo>
                      <a:pt x="13555" y="36797"/>
                      <a:pt x="13646" y="36813"/>
                      <a:pt x="13679" y="36838"/>
                    </a:cubicBezTo>
                    <a:cubicBezTo>
                      <a:pt x="13704" y="36863"/>
                      <a:pt x="13721" y="36896"/>
                      <a:pt x="13721" y="36946"/>
                    </a:cubicBezTo>
                    <a:cubicBezTo>
                      <a:pt x="13721" y="36945"/>
                      <a:pt x="13721" y="36945"/>
                      <a:pt x="13721" y="36945"/>
                    </a:cubicBezTo>
                    <a:cubicBezTo>
                      <a:pt x="13723" y="36945"/>
                      <a:pt x="13729" y="36972"/>
                      <a:pt x="13729" y="36979"/>
                    </a:cubicBezTo>
                    <a:lnTo>
                      <a:pt x="13729" y="37021"/>
                    </a:lnTo>
                    <a:cubicBezTo>
                      <a:pt x="13729" y="37062"/>
                      <a:pt x="13721" y="37095"/>
                      <a:pt x="13721" y="37128"/>
                    </a:cubicBezTo>
                    <a:cubicBezTo>
                      <a:pt x="13713" y="37161"/>
                      <a:pt x="13713" y="37195"/>
                      <a:pt x="13704" y="37219"/>
                    </a:cubicBezTo>
                    <a:cubicBezTo>
                      <a:pt x="13646" y="37161"/>
                      <a:pt x="13572" y="37120"/>
                      <a:pt x="13497" y="37079"/>
                    </a:cubicBezTo>
                    <a:cubicBezTo>
                      <a:pt x="13356" y="37012"/>
                      <a:pt x="13216" y="36963"/>
                      <a:pt x="13075" y="36896"/>
                    </a:cubicBezTo>
                    <a:cubicBezTo>
                      <a:pt x="13064" y="36892"/>
                      <a:pt x="13054" y="36890"/>
                      <a:pt x="13045" y="36890"/>
                    </a:cubicBezTo>
                    <a:cubicBezTo>
                      <a:pt x="12986" y="36890"/>
                      <a:pt x="12951" y="36969"/>
                      <a:pt x="13008" y="37012"/>
                    </a:cubicBezTo>
                    <a:cubicBezTo>
                      <a:pt x="13116" y="37079"/>
                      <a:pt x="13216" y="37153"/>
                      <a:pt x="13323" y="37219"/>
                    </a:cubicBezTo>
                    <a:cubicBezTo>
                      <a:pt x="13398" y="37269"/>
                      <a:pt x="13530" y="37302"/>
                      <a:pt x="13572" y="37385"/>
                    </a:cubicBezTo>
                    <a:cubicBezTo>
                      <a:pt x="13663" y="37559"/>
                      <a:pt x="13464" y="37708"/>
                      <a:pt x="13323" y="37733"/>
                    </a:cubicBezTo>
                    <a:cubicBezTo>
                      <a:pt x="13273" y="37743"/>
                      <a:pt x="13221" y="37747"/>
                      <a:pt x="13169" y="37747"/>
                    </a:cubicBezTo>
                    <a:cubicBezTo>
                      <a:pt x="13005" y="37747"/>
                      <a:pt x="12836" y="37706"/>
                      <a:pt x="12685" y="37675"/>
                    </a:cubicBezTo>
                    <a:cubicBezTo>
                      <a:pt x="12569" y="37650"/>
                      <a:pt x="12462" y="37634"/>
                      <a:pt x="12346" y="37609"/>
                    </a:cubicBezTo>
                    <a:cubicBezTo>
                      <a:pt x="12262" y="37586"/>
                      <a:pt x="12152" y="37550"/>
                      <a:pt x="12051" y="37550"/>
                    </a:cubicBezTo>
                    <a:cubicBezTo>
                      <a:pt x="12042" y="37550"/>
                      <a:pt x="12032" y="37550"/>
                      <a:pt x="12022" y="37551"/>
                    </a:cubicBezTo>
                    <a:cubicBezTo>
                      <a:pt x="12006" y="37501"/>
                      <a:pt x="11981" y="37451"/>
                      <a:pt x="11964" y="37402"/>
                    </a:cubicBezTo>
                    <a:cubicBezTo>
                      <a:pt x="11890" y="37178"/>
                      <a:pt x="11807" y="36963"/>
                      <a:pt x="11741" y="36739"/>
                    </a:cubicBezTo>
                    <a:cubicBezTo>
                      <a:pt x="11749" y="36731"/>
                      <a:pt x="11766" y="36714"/>
                      <a:pt x="11766" y="36697"/>
                    </a:cubicBezTo>
                    <a:cubicBezTo>
                      <a:pt x="11774" y="36573"/>
                      <a:pt x="11749" y="36441"/>
                      <a:pt x="11732" y="36308"/>
                    </a:cubicBezTo>
                    <a:cubicBezTo>
                      <a:pt x="11716" y="36184"/>
                      <a:pt x="11691" y="36051"/>
                      <a:pt x="11674" y="35927"/>
                    </a:cubicBezTo>
                    <a:cubicBezTo>
                      <a:pt x="11666" y="35894"/>
                      <a:pt x="11658" y="35861"/>
                      <a:pt x="11658" y="35827"/>
                    </a:cubicBezTo>
                    <a:cubicBezTo>
                      <a:pt x="11716" y="35786"/>
                      <a:pt x="11774" y="35736"/>
                      <a:pt x="11832" y="35678"/>
                    </a:cubicBezTo>
                    <a:lnTo>
                      <a:pt x="11840" y="35670"/>
                    </a:lnTo>
                    <a:close/>
                    <a:moveTo>
                      <a:pt x="13298" y="162"/>
                    </a:moveTo>
                    <a:cubicBezTo>
                      <a:pt x="13399" y="162"/>
                      <a:pt x="13458" y="246"/>
                      <a:pt x="13505" y="341"/>
                    </a:cubicBezTo>
                    <a:cubicBezTo>
                      <a:pt x="13762" y="888"/>
                      <a:pt x="13986" y="1451"/>
                      <a:pt x="14226" y="2014"/>
                    </a:cubicBezTo>
                    <a:cubicBezTo>
                      <a:pt x="14359" y="2338"/>
                      <a:pt x="14500" y="2652"/>
                      <a:pt x="14624" y="2984"/>
                    </a:cubicBezTo>
                    <a:cubicBezTo>
                      <a:pt x="14629" y="3003"/>
                      <a:pt x="14642" y="3011"/>
                      <a:pt x="14658" y="3011"/>
                    </a:cubicBezTo>
                    <a:cubicBezTo>
                      <a:pt x="14668" y="3011"/>
                      <a:pt x="14680" y="3007"/>
                      <a:pt x="14690" y="3000"/>
                    </a:cubicBezTo>
                    <a:cubicBezTo>
                      <a:pt x="14715" y="3000"/>
                      <a:pt x="14732" y="2984"/>
                      <a:pt x="14732" y="2951"/>
                    </a:cubicBezTo>
                    <a:lnTo>
                      <a:pt x="14732" y="2942"/>
                    </a:lnTo>
                    <a:cubicBezTo>
                      <a:pt x="14781" y="3075"/>
                      <a:pt x="14856" y="3199"/>
                      <a:pt x="14922" y="3332"/>
                    </a:cubicBezTo>
                    <a:cubicBezTo>
                      <a:pt x="14989" y="3456"/>
                      <a:pt x="15047" y="3589"/>
                      <a:pt x="15105" y="3721"/>
                    </a:cubicBezTo>
                    <a:cubicBezTo>
                      <a:pt x="15221" y="3986"/>
                      <a:pt x="15312" y="4268"/>
                      <a:pt x="15378" y="4558"/>
                    </a:cubicBezTo>
                    <a:cubicBezTo>
                      <a:pt x="15444" y="4840"/>
                      <a:pt x="15486" y="5130"/>
                      <a:pt x="15502" y="5420"/>
                    </a:cubicBezTo>
                    <a:cubicBezTo>
                      <a:pt x="15519" y="5569"/>
                      <a:pt x="15519" y="5718"/>
                      <a:pt x="15519" y="5867"/>
                    </a:cubicBezTo>
                    <a:cubicBezTo>
                      <a:pt x="15515" y="5865"/>
                      <a:pt x="15510" y="5864"/>
                      <a:pt x="15504" y="5864"/>
                    </a:cubicBezTo>
                    <a:cubicBezTo>
                      <a:pt x="15488" y="5864"/>
                      <a:pt x="15471" y="5873"/>
                      <a:pt x="15477" y="5892"/>
                    </a:cubicBezTo>
                    <a:cubicBezTo>
                      <a:pt x="15494" y="5933"/>
                      <a:pt x="15502" y="5983"/>
                      <a:pt x="15511" y="6025"/>
                    </a:cubicBezTo>
                    <a:cubicBezTo>
                      <a:pt x="15511" y="6124"/>
                      <a:pt x="15511" y="6223"/>
                      <a:pt x="15511" y="6315"/>
                    </a:cubicBezTo>
                    <a:cubicBezTo>
                      <a:pt x="15511" y="6348"/>
                      <a:pt x="15519" y="6364"/>
                      <a:pt x="15535" y="6373"/>
                    </a:cubicBezTo>
                    <a:cubicBezTo>
                      <a:pt x="15544" y="6406"/>
                      <a:pt x="15544" y="6447"/>
                      <a:pt x="15552" y="6480"/>
                    </a:cubicBezTo>
                    <a:cubicBezTo>
                      <a:pt x="15544" y="6480"/>
                      <a:pt x="15544" y="6472"/>
                      <a:pt x="15535" y="6472"/>
                    </a:cubicBezTo>
                    <a:cubicBezTo>
                      <a:pt x="15528" y="6468"/>
                      <a:pt x="15521" y="6467"/>
                      <a:pt x="15514" y="6467"/>
                    </a:cubicBezTo>
                    <a:cubicBezTo>
                      <a:pt x="15475" y="6467"/>
                      <a:pt x="15449" y="6520"/>
                      <a:pt x="15477" y="6555"/>
                    </a:cubicBezTo>
                    <a:cubicBezTo>
                      <a:pt x="15502" y="6605"/>
                      <a:pt x="15552" y="6638"/>
                      <a:pt x="15585" y="6679"/>
                    </a:cubicBezTo>
                    <a:lnTo>
                      <a:pt x="15593" y="6687"/>
                    </a:lnTo>
                    <a:cubicBezTo>
                      <a:pt x="15610" y="6729"/>
                      <a:pt x="15627" y="6779"/>
                      <a:pt x="15643" y="6820"/>
                    </a:cubicBezTo>
                    <a:cubicBezTo>
                      <a:pt x="15701" y="6986"/>
                      <a:pt x="15776" y="7160"/>
                      <a:pt x="15825" y="7334"/>
                    </a:cubicBezTo>
                    <a:cubicBezTo>
                      <a:pt x="15833" y="7348"/>
                      <a:pt x="15834" y="7363"/>
                      <a:pt x="15840" y="7372"/>
                    </a:cubicBezTo>
                    <a:lnTo>
                      <a:pt x="15840" y="7372"/>
                    </a:lnTo>
                    <a:cubicBezTo>
                      <a:pt x="15807" y="7332"/>
                      <a:pt x="15766" y="7300"/>
                      <a:pt x="15718" y="7292"/>
                    </a:cubicBezTo>
                    <a:cubicBezTo>
                      <a:pt x="15713" y="7291"/>
                      <a:pt x="15709" y="7290"/>
                      <a:pt x="15705" y="7290"/>
                    </a:cubicBezTo>
                    <a:cubicBezTo>
                      <a:pt x="15688" y="7290"/>
                      <a:pt x="15676" y="7305"/>
                      <a:pt x="15676" y="7325"/>
                    </a:cubicBezTo>
                    <a:cubicBezTo>
                      <a:pt x="15668" y="7417"/>
                      <a:pt x="15751" y="7516"/>
                      <a:pt x="15801" y="7591"/>
                    </a:cubicBezTo>
                    <a:cubicBezTo>
                      <a:pt x="15859" y="7682"/>
                      <a:pt x="15908" y="7773"/>
                      <a:pt x="15958" y="7864"/>
                    </a:cubicBezTo>
                    <a:cubicBezTo>
                      <a:pt x="15991" y="7939"/>
                      <a:pt x="16016" y="8013"/>
                      <a:pt x="16033" y="8088"/>
                    </a:cubicBezTo>
                    <a:cubicBezTo>
                      <a:pt x="16024" y="8079"/>
                      <a:pt x="16016" y="8071"/>
                      <a:pt x="16016" y="8063"/>
                    </a:cubicBezTo>
                    <a:cubicBezTo>
                      <a:pt x="15925" y="7963"/>
                      <a:pt x="15834" y="7814"/>
                      <a:pt x="15709" y="7765"/>
                    </a:cubicBezTo>
                    <a:cubicBezTo>
                      <a:pt x="15703" y="7762"/>
                      <a:pt x="15697" y="7760"/>
                      <a:pt x="15690" y="7760"/>
                    </a:cubicBezTo>
                    <a:cubicBezTo>
                      <a:pt x="15660" y="7760"/>
                      <a:pt x="15628" y="7789"/>
                      <a:pt x="15635" y="7823"/>
                    </a:cubicBezTo>
                    <a:cubicBezTo>
                      <a:pt x="15668" y="7955"/>
                      <a:pt x="15792" y="8071"/>
                      <a:pt x="15875" y="8171"/>
                    </a:cubicBezTo>
                    <a:cubicBezTo>
                      <a:pt x="15900" y="8195"/>
                      <a:pt x="15917" y="8220"/>
                      <a:pt x="15941" y="8245"/>
                    </a:cubicBezTo>
                    <a:cubicBezTo>
                      <a:pt x="15941" y="8253"/>
                      <a:pt x="15950" y="8262"/>
                      <a:pt x="15966" y="8270"/>
                    </a:cubicBezTo>
                    <a:cubicBezTo>
                      <a:pt x="15983" y="8295"/>
                      <a:pt x="16008" y="8320"/>
                      <a:pt x="16033" y="8353"/>
                    </a:cubicBezTo>
                    <a:cubicBezTo>
                      <a:pt x="16033" y="8361"/>
                      <a:pt x="16033" y="8378"/>
                      <a:pt x="16024" y="8394"/>
                    </a:cubicBezTo>
                    <a:cubicBezTo>
                      <a:pt x="16024" y="8403"/>
                      <a:pt x="16033" y="8419"/>
                      <a:pt x="16049" y="8419"/>
                    </a:cubicBezTo>
                    <a:cubicBezTo>
                      <a:pt x="16057" y="8419"/>
                      <a:pt x="16074" y="8411"/>
                      <a:pt x="16074" y="8403"/>
                    </a:cubicBezTo>
                    <a:cubicBezTo>
                      <a:pt x="16099" y="8427"/>
                      <a:pt x="16124" y="8461"/>
                      <a:pt x="16149" y="8485"/>
                    </a:cubicBezTo>
                    <a:cubicBezTo>
                      <a:pt x="16157" y="8494"/>
                      <a:pt x="16157" y="8502"/>
                      <a:pt x="16165" y="8510"/>
                    </a:cubicBezTo>
                    <a:cubicBezTo>
                      <a:pt x="16165" y="8519"/>
                      <a:pt x="16165" y="8535"/>
                      <a:pt x="16173" y="8552"/>
                    </a:cubicBezTo>
                    <a:cubicBezTo>
                      <a:pt x="16173" y="8560"/>
                      <a:pt x="16182" y="8560"/>
                      <a:pt x="16182" y="8568"/>
                    </a:cubicBezTo>
                    <a:cubicBezTo>
                      <a:pt x="16405" y="8833"/>
                      <a:pt x="16629" y="9082"/>
                      <a:pt x="16811" y="9372"/>
                    </a:cubicBezTo>
                    <a:cubicBezTo>
                      <a:pt x="16869" y="9471"/>
                      <a:pt x="16927" y="9579"/>
                      <a:pt x="16977" y="9687"/>
                    </a:cubicBezTo>
                    <a:cubicBezTo>
                      <a:pt x="16974" y="9686"/>
                      <a:pt x="16970" y="9686"/>
                      <a:pt x="16966" y="9686"/>
                    </a:cubicBezTo>
                    <a:cubicBezTo>
                      <a:pt x="16928" y="9686"/>
                      <a:pt x="16887" y="9724"/>
                      <a:pt x="16903" y="9770"/>
                    </a:cubicBezTo>
                    <a:cubicBezTo>
                      <a:pt x="16969" y="9952"/>
                      <a:pt x="17027" y="10142"/>
                      <a:pt x="17085" y="10333"/>
                    </a:cubicBezTo>
                    <a:cubicBezTo>
                      <a:pt x="17093" y="10358"/>
                      <a:pt x="17101" y="10391"/>
                      <a:pt x="17110" y="10424"/>
                    </a:cubicBezTo>
                    <a:cubicBezTo>
                      <a:pt x="17103" y="10420"/>
                      <a:pt x="17095" y="10418"/>
                      <a:pt x="17087" y="10418"/>
                    </a:cubicBezTo>
                    <a:cubicBezTo>
                      <a:pt x="17065" y="10418"/>
                      <a:pt x="17041" y="10433"/>
                      <a:pt x="17035" y="10457"/>
                    </a:cubicBezTo>
                    <a:cubicBezTo>
                      <a:pt x="17027" y="10438"/>
                      <a:pt x="17010" y="10430"/>
                      <a:pt x="16993" y="10430"/>
                    </a:cubicBezTo>
                    <a:cubicBezTo>
                      <a:pt x="16958" y="10430"/>
                      <a:pt x="16919" y="10463"/>
                      <a:pt x="16936" y="10507"/>
                    </a:cubicBezTo>
                    <a:cubicBezTo>
                      <a:pt x="16961" y="10573"/>
                      <a:pt x="16985" y="10648"/>
                      <a:pt x="17002" y="10714"/>
                    </a:cubicBezTo>
                    <a:cubicBezTo>
                      <a:pt x="17002" y="10722"/>
                      <a:pt x="17002" y="10731"/>
                      <a:pt x="17002" y="10739"/>
                    </a:cubicBezTo>
                    <a:cubicBezTo>
                      <a:pt x="17043" y="10913"/>
                      <a:pt x="17077" y="11095"/>
                      <a:pt x="17101" y="11278"/>
                    </a:cubicBezTo>
                    <a:cubicBezTo>
                      <a:pt x="17101" y="11286"/>
                      <a:pt x="17110" y="11294"/>
                      <a:pt x="17110" y="11302"/>
                    </a:cubicBezTo>
                    <a:cubicBezTo>
                      <a:pt x="17110" y="11319"/>
                      <a:pt x="17110" y="11344"/>
                      <a:pt x="17118" y="11360"/>
                    </a:cubicBezTo>
                    <a:lnTo>
                      <a:pt x="17085" y="11360"/>
                    </a:lnTo>
                    <a:cubicBezTo>
                      <a:pt x="17077" y="11344"/>
                      <a:pt x="17077" y="11336"/>
                      <a:pt x="17068" y="11319"/>
                    </a:cubicBezTo>
                    <a:lnTo>
                      <a:pt x="17068" y="11311"/>
                    </a:lnTo>
                    <a:cubicBezTo>
                      <a:pt x="17068" y="11286"/>
                      <a:pt x="17068" y="11269"/>
                      <a:pt x="17068" y="11244"/>
                    </a:cubicBezTo>
                    <a:cubicBezTo>
                      <a:pt x="17052" y="11170"/>
                      <a:pt x="17043" y="11087"/>
                      <a:pt x="17019" y="11012"/>
                    </a:cubicBezTo>
                    <a:cubicBezTo>
                      <a:pt x="17019" y="11004"/>
                      <a:pt x="17010" y="10996"/>
                      <a:pt x="17002" y="10979"/>
                    </a:cubicBezTo>
                    <a:cubicBezTo>
                      <a:pt x="16985" y="10896"/>
                      <a:pt x="16969" y="10814"/>
                      <a:pt x="16952" y="10722"/>
                    </a:cubicBezTo>
                    <a:cubicBezTo>
                      <a:pt x="16949" y="10698"/>
                      <a:pt x="16931" y="10686"/>
                      <a:pt x="16913" y="10686"/>
                    </a:cubicBezTo>
                    <a:cubicBezTo>
                      <a:pt x="16888" y="10686"/>
                      <a:pt x="16861" y="10706"/>
                      <a:pt x="16861" y="10739"/>
                    </a:cubicBezTo>
                    <a:cubicBezTo>
                      <a:pt x="16869" y="10805"/>
                      <a:pt x="16878" y="10872"/>
                      <a:pt x="16886" y="10946"/>
                    </a:cubicBezTo>
                    <a:cubicBezTo>
                      <a:pt x="16869" y="10963"/>
                      <a:pt x="16878" y="10988"/>
                      <a:pt x="16894" y="10996"/>
                    </a:cubicBezTo>
                    <a:cubicBezTo>
                      <a:pt x="16903" y="11054"/>
                      <a:pt x="16911" y="11120"/>
                      <a:pt x="16919" y="11178"/>
                    </a:cubicBezTo>
                    <a:cubicBezTo>
                      <a:pt x="16919" y="11228"/>
                      <a:pt x="16927" y="11286"/>
                      <a:pt x="16927" y="11336"/>
                    </a:cubicBezTo>
                    <a:cubicBezTo>
                      <a:pt x="16936" y="11402"/>
                      <a:pt x="16936" y="11460"/>
                      <a:pt x="16936" y="11518"/>
                    </a:cubicBezTo>
                    <a:cubicBezTo>
                      <a:pt x="16936" y="11551"/>
                      <a:pt x="16936" y="11584"/>
                      <a:pt x="16944" y="11617"/>
                    </a:cubicBezTo>
                    <a:cubicBezTo>
                      <a:pt x="16944" y="11650"/>
                      <a:pt x="16944" y="11675"/>
                      <a:pt x="16944" y="11708"/>
                    </a:cubicBezTo>
                    <a:cubicBezTo>
                      <a:pt x="16949" y="11735"/>
                      <a:pt x="16974" y="11751"/>
                      <a:pt x="16998" y="11751"/>
                    </a:cubicBezTo>
                    <a:cubicBezTo>
                      <a:pt x="17012" y="11751"/>
                      <a:pt x="17026" y="11745"/>
                      <a:pt x="17035" y="11733"/>
                    </a:cubicBezTo>
                    <a:cubicBezTo>
                      <a:pt x="17052" y="11800"/>
                      <a:pt x="17068" y="11858"/>
                      <a:pt x="17118" y="11899"/>
                    </a:cubicBezTo>
                    <a:cubicBezTo>
                      <a:pt x="17126" y="11907"/>
                      <a:pt x="17126" y="11907"/>
                      <a:pt x="17135" y="11907"/>
                    </a:cubicBezTo>
                    <a:cubicBezTo>
                      <a:pt x="17184" y="12065"/>
                      <a:pt x="17234" y="12214"/>
                      <a:pt x="17292" y="12355"/>
                    </a:cubicBezTo>
                    <a:cubicBezTo>
                      <a:pt x="17350" y="12479"/>
                      <a:pt x="17416" y="12603"/>
                      <a:pt x="17507" y="12711"/>
                    </a:cubicBezTo>
                    <a:cubicBezTo>
                      <a:pt x="17532" y="12736"/>
                      <a:pt x="17557" y="12769"/>
                      <a:pt x="17590" y="12786"/>
                    </a:cubicBezTo>
                    <a:cubicBezTo>
                      <a:pt x="17599" y="12802"/>
                      <a:pt x="17607" y="12819"/>
                      <a:pt x="17615" y="12835"/>
                    </a:cubicBezTo>
                    <a:cubicBezTo>
                      <a:pt x="17541" y="12752"/>
                      <a:pt x="17466" y="12678"/>
                      <a:pt x="17383" y="12603"/>
                    </a:cubicBezTo>
                    <a:cubicBezTo>
                      <a:pt x="17376" y="12594"/>
                      <a:pt x="17367" y="12590"/>
                      <a:pt x="17359" y="12590"/>
                    </a:cubicBezTo>
                    <a:cubicBezTo>
                      <a:pt x="17329" y="12590"/>
                      <a:pt x="17299" y="12637"/>
                      <a:pt x="17325" y="12670"/>
                    </a:cubicBezTo>
                    <a:cubicBezTo>
                      <a:pt x="17358" y="12719"/>
                      <a:pt x="17400" y="12769"/>
                      <a:pt x="17441" y="12819"/>
                    </a:cubicBezTo>
                    <a:cubicBezTo>
                      <a:pt x="17433" y="12835"/>
                      <a:pt x="17433" y="12844"/>
                      <a:pt x="17441" y="12860"/>
                    </a:cubicBezTo>
                    <a:cubicBezTo>
                      <a:pt x="17532" y="13051"/>
                      <a:pt x="17623" y="13250"/>
                      <a:pt x="17706" y="13457"/>
                    </a:cubicBezTo>
                    <a:cubicBezTo>
                      <a:pt x="17748" y="13548"/>
                      <a:pt x="17781" y="13639"/>
                      <a:pt x="17806" y="13747"/>
                    </a:cubicBezTo>
                    <a:cubicBezTo>
                      <a:pt x="17814" y="13788"/>
                      <a:pt x="17822" y="13838"/>
                      <a:pt x="17822" y="13887"/>
                    </a:cubicBezTo>
                    <a:cubicBezTo>
                      <a:pt x="17822" y="13937"/>
                      <a:pt x="17822" y="13987"/>
                      <a:pt x="17839" y="14037"/>
                    </a:cubicBezTo>
                    <a:cubicBezTo>
                      <a:pt x="17843" y="14054"/>
                      <a:pt x="17860" y="14063"/>
                      <a:pt x="17878" y="14063"/>
                    </a:cubicBezTo>
                    <a:cubicBezTo>
                      <a:pt x="17893" y="14063"/>
                      <a:pt x="17910" y="14056"/>
                      <a:pt x="17922" y="14045"/>
                    </a:cubicBezTo>
                    <a:cubicBezTo>
                      <a:pt x="17963" y="13995"/>
                      <a:pt x="17971" y="13929"/>
                      <a:pt x="17971" y="13863"/>
                    </a:cubicBezTo>
                    <a:cubicBezTo>
                      <a:pt x="18046" y="13979"/>
                      <a:pt x="18121" y="14095"/>
                      <a:pt x="18195" y="14211"/>
                    </a:cubicBezTo>
                    <a:cubicBezTo>
                      <a:pt x="18228" y="14277"/>
                      <a:pt x="18270" y="14335"/>
                      <a:pt x="18303" y="14393"/>
                    </a:cubicBezTo>
                    <a:cubicBezTo>
                      <a:pt x="18311" y="14434"/>
                      <a:pt x="18319" y="14467"/>
                      <a:pt x="18328" y="14509"/>
                    </a:cubicBezTo>
                    <a:cubicBezTo>
                      <a:pt x="18303" y="14476"/>
                      <a:pt x="18270" y="14451"/>
                      <a:pt x="18228" y="14426"/>
                    </a:cubicBezTo>
                    <a:cubicBezTo>
                      <a:pt x="18221" y="14422"/>
                      <a:pt x="18214" y="14420"/>
                      <a:pt x="18207" y="14420"/>
                    </a:cubicBezTo>
                    <a:cubicBezTo>
                      <a:pt x="18170" y="14420"/>
                      <a:pt x="18137" y="14466"/>
                      <a:pt x="18179" y="14501"/>
                    </a:cubicBezTo>
                    <a:cubicBezTo>
                      <a:pt x="18295" y="14583"/>
                      <a:pt x="18328" y="14733"/>
                      <a:pt x="18353" y="14865"/>
                    </a:cubicBezTo>
                    <a:cubicBezTo>
                      <a:pt x="18386" y="15031"/>
                      <a:pt x="18394" y="15188"/>
                      <a:pt x="18411" y="15354"/>
                    </a:cubicBezTo>
                    <a:cubicBezTo>
                      <a:pt x="18427" y="15478"/>
                      <a:pt x="18435" y="15594"/>
                      <a:pt x="18427" y="15719"/>
                    </a:cubicBezTo>
                    <a:cubicBezTo>
                      <a:pt x="18402" y="15636"/>
                      <a:pt x="18377" y="15561"/>
                      <a:pt x="18336" y="15478"/>
                    </a:cubicBezTo>
                    <a:cubicBezTo>
                      <a:pt x="18327" y="15455"/>
                      <a:pt x="18309" y="15445"/>
                      <a:pt x="18291" y="15445"/>
                    </a:cubicBezTo>
                    <a:cubicBezTo>
                      <a:pt x="18257" y="15445"/>
                      <a:pt x="18220" y="15480"/>
                      <a:pt x="18237" y="15528"/>
                    </a:cubicBezTo>
                    <a:cubicBezTo>
                      <a:pt x="18344" y="15876"/>
                      <a:pt x="18295" y="16232"/>
                      <a:pt x="18253" y="16589"/>
                    </a:cubicBezTo>
                    <a:cubicBezTo>
                      <a:pt x="18237" y="16746"/>
                      <a:pt x="18228" y="16895"/>
                      <a:pt x="18212" y="17053"/>
                    </a:cubicBezTo>
                    <a:cubicBezTo>
                      <a:pt x="18203" y="17061"/>
                      <a:pt x="18195" y="17069"/>
                      <a:pt x="18195" y="17077"/>
                    </a:cubicBezTo>
                    <a:cubicBezTo>
                      <a:pt x="18187" y="17268"/>
                      <a:pt x="18170" y="17442"/>
                      <a:pt x="18170" y="17624"/>
                    </a:cubicBezTo>
                    <a:cubicBezTo>
                      <a:pt x="18162" y="17815"/>
                      <a:pt x="18162" y="17997"/>
                      <a:pt x="18162" y="18188"/>
                    </a:cubicBezTo>
                    <a:cubicBezTo>
                      <a:pt x="18162" y="18370"/>
                      <a:pt x="18162" y="18552"/>
                      <a:pt x="18179" y="18726"/>
                    </a:cubicBezTo>
                    <a:cubicBezTo>
                      <a:pt x="18187" y="18768"/>
                      <a:pt x="18187" y="18809"/>
                      <a:pt x="18195" y="18850"/>
                    </a:cubicBezTo>
                    <a:cubicBezTo>
                      <a:pt x="18170" y="18834"/>
                      <a:pt x="18145" y="18809"/>
                      <a:pt x="18129" y="18784"/>
                    </a:cubicBezTo>
                    <a:cubicBezTo>
                      <a:pt x="17922" y="18552"/>
                      <a:pt x="17723" y="18312"/>
                      <a:pt x="17557" y="18055"/>
                    </a:cubicBezTo>
                    <a:cubicBezTo>
                      <a:pt x="17548" y="18043"/>
                      <a:pt x="17534" y="18038"/>
                      <a:pt x="17521" y="18038"/>
                    </a:cubicBezTo>
                    <a:cubicBezTo>
                      <a:pt x="17486" y="18038"/>
                      <a:pt x="17450" y="18071"/>
                      <a:pt x="17474" y="18113"/>
                    </a:cubicBezTo>
                    <a:cubicBezTo>
                      <a:pt x="17615" y="18370"/>
                      <a:pt x="17756" y="18619"/>
                      <a:pt x="17938" y="18850"/>
                    </a:cubicBezTo>
                    <a:cubicBezTo>
                      <a:pt x="18021" y="18966"/>
                      <a:pt x="18104" y="19074"/>
                      <a:pt x="18195" y="19182"/>
                    </a:cubicBezTo>
                    <a:cubicBezTo>
                      <a:pt x="18286" y="19281"/>
                      <a:pt x="18394" y="19397"/>
                      <a:pt x="18435" y="19530"/>
                    </a:cubicBezTo>
                    <a:cubicBezTo>
                      <a:pt x="18485" y="19671"/>
                      <a:pt x="18477" y="19836"/>
                      <a:pt x="18477" y="19986"/>
                    </a:cubicBezTo>
                    <a:lnTo>
                      <a:pt x="18493" y="20002"/>
                    </a:lnTo>
                    <a:cubicBezTo>
                      <a:pt x="18493" y="20077"/>
                      <a:pt x="18485" y="20160"/>
                      <a:pt x="18477" y="20242"/>
                    </a:cubicBezTo>
                    <a:cubicBezTo>
                      <a:pt x="18452" y="20118"/>
                      <a:pt x="18419" y="20002"/>
                      <a:pt x="18377" y="19878"/>
                    </a:cubicBezTo>
                    <a:cubicBezTo>
                      <a:pt x="18374" y="19863"/>
                      <a:pt x="18363" y="19857"/>
                      <a:pt x="18349" y="19857"/>
                    </a:cubicBezTo>
                    <a:cubicBezTo>
                      <a:pt x="18326" y="19857"/>
                      <a:pt x="18298" y="19876"/>
                      <a:pt x="18303" y="19903"/>
                    </a:cubicBezTo>
                    <a:cubicBezTo>
                      <a:pt x="18328" y="20110"/>
                      <a:pt x="18344" y="20317"/>
                      <a:pt x="18377" y="20516"/>
                    </a:cubicBezTo>
                    <a:cubicBezTo>
                      <a:pt x="18394" y="20648"/>
                      <a:pt x="18411" y="20773"/>
                      <a:pt x="18419" y="20897"/>
                    </a:cubicBezTo>
                    <a:cubicBezTo>
                      <a:pt x="18411" y="20963"/>
                      <a:pt x="18402" y="21030"/>
                      <a:pt x="18394" y="21088"/>
                    </a:cubicBezTo>
                    <a:cubicBezTo>
                      <a:pt x="18386" y="21162"/>
                      <a:pt x="18369" y="21245"/>
                      <a:pt x="18377" y="21320"/>
                    </a:cubicBezTo>
                    <a:cubicBezTo>
                      <a:pt x="18377" y="21344"/>
                      <a:pt x="18394" y="21361"/>
                      <a:pt x="18411" y="21369"/>
                    </a:cubicBezTo>
                    <a:cubicBezTo>
                      <a:pt x="18402" y="21469"/>
                      <a:pt x="18394" y="21568"/>
                      <a:pt x="18369" y="21659"/>
                    </a:cubicBezTo>
                    <a:cubicBezTo>
                      <a:pt x="18369" y="21674"/>
                      <a:pt x="18363" y="21688"/>
                      <a:pt x="18361" y="21708"/>
                    </a:cubicBezTo>
                    <a:lnTo>
                      <a:pt x="18361" y="21708"/>
                    </a:lnTo>
                    <a:cubicBezTo>
                      <a:pt x="18369" y="21513"/>
                      <a:pt x="18360" y="21325"/>
                      <a:pt x="18328" y="21137"/>
                    </a:cubicBezTo>
                    <a:cubicBezTo>
                      <a:pt x="18324" y="21110"/>
                      <a:pt x="18304" y="21098"/>
                      <a:pt x="18284" y="21098"/>
                    </a:cubicBezTo>
                    <a:cubicBezTo>
                      <a:pt x="18260" y="21098"/>
                      <a:pt x="18237" y="21115"/>
                      <a:pt x="18237" y="21146"/>
                    </a:cubicBezTo>
                    <a:cubicBezTo>
                      <a:pt x="18286" y="21634"/>
                      <a:pt x="18179" y="22140"/>
                      <a:pt x="17996" y="22587"/>
                    </a:cubicBezTo>
                    <a:cubicBezTo>
                      <a:pt x="17996" y="22603"/>
                      <a:pt x="17989" y="22611"/>
                      <a:pt x="17988" y="22619"/>
                    </a:cubicBezTo>
                    <a:lnTo>
                      <a:pt x="17988" y="22619"/>
                    </a:lnTo>
                    <a:cubicBezTo>
                      <a:pt x="17996" y="22495"/>
                      <a:pt x="18005" y="22371"/>
                      <a:pt x="18005" y="22239"/>
                    </a:cubicBezTo>
                    <a:cubicBezTo>
                      <a:pt x="18005" y="22216"/>
                      <a:pt x="17983" y="22200"/>
                      <a:pt x="17963" y="22200"/>
                    </a:cubicBezTo>
                    <a:cubicBezTo>
                      <a:pt x="17948" y="22200"/>
                      <a:pt x="17934" y="22209"/>
                      <a:pt x="17930" y="22231"/>
                    </a:cubicBezTo>
                    <a:cubicBezTo>
                      <a:pt x="17889" y="22546"/>
                      <a:pt x="17839" y="22861"/>
                      <a:pt x="17739" y="23167"/>
                    </a:cubicBezTo>
                    <a:cubicBezTo>
                      <a:pt x="17632" y="23366"/>
                      <a:pt x="17524" y="23565"/>
                      <a:pt x="17425" y="23772"/>
                    </a:cubicBezTo>
                    <a:cubicBezTo>
                      <a:pt x="17416" y="23780"/>
                      <a:pt x="17408" y="23789"/>
                      <a:pt x="17408" y="23797"/>
                    </a:cubicBezTo>
                    <a:cubicBezTo>
                      <a:pt x="17226" y="24029"/>
                      <a:pt x="17010" y="24228"/>
                      <a:pt x="16869" y="24485"/>
                    </a:cubicBezTo>
                    <a:cubicBezTo>
                      <a:pt x="16836" y="24551"/>
                      <a:pt x="16803" y="24617"/>
                      <a:pt x="16770" y="24692"/>
                    </a:cubicBezTo>
                    <a:cubicBezTo>
                      <a:pt x="16753" y="24592"/>
                      <a:pt x="16729" y="24493"/>
                      <a:pt x="16629" y="24435"/>
                    </a:cubicBezTo>
                    <a:cubicBezTo>
                      <a:pt x="16623" y="24431"/>
                      <a:pt x="16618" y="24430"/>
                      <a:pt x="16613" y="24430"/>
                    </a:cubicBezTo>
                    <a:cubicBezTo>
                      <a:pt x="16580" y="24430"/>
                      <a:pt x="16559" y="24489"/>
                      <a:pt x="16588" y="24518"/>
                    </a:cubicBezTo>
                    <a:cubicBezTo>
                      <a:pt x="16629" y="24551"/>
                      <a:pt x="16621" y="24625"/>
                      <a:pt x="16621" y="24667"/>
                    </a:cubicBezTo>
                    <a:cubicBezTo>
                      <a:pt x="16621" y="24733"/>
                      <a:pt x="16629" y="24791"/>
                      <a:pt x="16637" y="24849"/>
                    </a:cubicBezTo>
                    <a:cubicBezTo>
                      <a:pt x="16654" y="24973"/>
                      <a:pt x="16679" y="25089"/>
                      <a:pt x="16646" y="25205"/>
                    </a:cubicBezTo>
                    <a:cubicBezTo>
                      <a:pt x="16629" y="25288"/>
                      <a:pt x="16596" y="25363"/>
                      <a:pt x="16563" y="25437"/>
                    </a:cubicBezTo>
                    <a:cubicBezTo>
                      <a:pt x="16579" y="25330"/>
                      <a:pt x="16588" y="25214"/>
                      <a:pt x="16588" y="25098"/>
                    </a:cubicBezTo>
                    <a:cubicBezTo>
                      <a:pt x="16588" y="25051"/>
                      <a:pt x="16552" y="25023"/>
                      <a:pt x="16518" y="25023"/>
                    </a:cubicBezTo>
                    <a:cubicBezTo>
                      <a:pt x="16492" y="25023"/>
                      <a:pt x="16467" y="25041"/>
                      <a:pt x="16463" y="25081"/>
                    </a:cubicBezTo>
                    <a:cubicBezTo>
                      <a:pt x="16422" y="25346"/>
                      <a:pt x="16364" y="25611"/>
                      <a:pt x="16289" y="25877"/>
                    </a:cubicBezTo>
                    <a:cubicBezTo>
                      <a:pt x="16256" y="26001"/>
                      <a:pt x="16215" y="26125"/>
                      <a:pt x="16173" y="26258"/>
                    </a:cubicBezTo>
                    <a:cubicBezTo>
                      <a:pt x="16124" y="26382"/>
                      <a:pt x="16066" y="26506"/>
                      <a:pt x="16057" y="26639"/>
                    </a:cubicBezTo>
                    <a:cubicBezTo>
                      <a:pt x="16051" y="26676"/>
                      <a:pt x="16086" y="26712"/>
                      <a:pt x="16121" y="26712"/>
                    </a:cubicBezTo>
                    <a:cubicBezTo>
                      <a:pt x="16133" y="26712"/>
                      <a:pt x="16146" y="26708"/>
                      <a:pt x="16157" y="26697"/>
                    </a:cubicBezTo>
                    <a:cubicBezTo>
                      <a:pt x="16248" y="26606"/>
                      <a:pt x="16306" y="26473"/>
                      <a:pt x="16347" y="26349"/>
                    </a:cubicBezTo>
                    <a:lnTo>
                      <a:pt x="16347" y="26349"/>
                    </a:lnTo>
                    <a:cubicBezTo>
                      <a:pt x="16347" y="26390"/>
                      <a:pt x="16347" y="26440"/>
                      <a:pt x="16339" y="26481"/>
                    </a:cubicBezTo>
                    <a:cubicBezTo>
                      <a:pt x="16323" y="26647"/>
                      <a:pt x="16306" y="26805"/>
                      <a:pt x="16281" y="26970"/>
                    </a:cubicBezTo>
                    <a:cubicBezTo>
                      <a:pt x="16231" y="27302"/>
                      <a:pt x="16173" y="27633"/>
                      <a:pt x="16099" y="27956"/>
                    </a:cubicBezTo>
                    <a:cubicBezTo>
                      <a:pt x="15950" y="28627"/>
                      <a:pt x="15767" y="29282"/>
                      <a:pt x="15585" y="29936"/>
                    </a:cubicBezTo>
                    <a:cubicBezTo>
                      <a:pt x="15535" y="30127"/>
                      <a:pt x="15486" y="30309"/>
                      <a:pt x="15444" y="30500"/>
                    </a:cubicBezTo>
                    <a:cubicBezTo>
                      <a:pt x="15395" y="30699"/>
                      <a:pt x="15353" y="30898"/>
                      <a:pt x="15312" y="31105"/>
                    </a:cubicBezTo>
                    <a:cubicBezTo>
                      <a:pt x="15312" y="31121"/>
                      <a:pt x="15328" y="31138"/>
                      <a:pt x="15345" y="31146"/>
                    </a:cubicBezTo>
                    <a:cubicBezTo>
                      <a:pt x="15328" y="31254"/>
                      <a:pt x="15312" y="31362"/>
                      <a:pt x="15295" y="31469"/>
                    </a:cubicBezTo>
                    <a:cubicBezTo>
                      <a:pt x="15262" y="31768"/>
                      <a:pt x="15229" y="32066"/>
                      <a:pt x="15212" y="32364"/>
                    </a:cubicBezTo>
                    <a:cubicBezTo>
                      <a:pt x="15187" y="32662"/>
                      <a:pt x="15171" y="32961"/>
                      <a:pt x="15171" y="33259"/>
                    </a:cubicBezTo>
                    <a:cubicBezTo>
                      <a:pt x="15163" y="33400"/>
                      <a:pt x="15163" y="33541"/>
                      <a:pt x="15171" y="33682"/>
                    </a:cubicBezTo>
                    <a:cubicBezTo>
                      <a:pt x="15171" y="33839"/>
                      <a:pt x="15187" y="33996"/>
                      <a:pt x="15196" y="34154"/>
                    </a:cubicBezTo>
                    <a:cubicBezTo>
                      <a:pt x="15200" y="34174"/>
                      <a:pt x="15219" y="34185"/>
                      <a:pt x="15236" y="34185"/>
                    </a:cubicBezTo>
                    <a:cubicBezTo>
                      <a:pt x="15254" y="34185"/>
                      <a:pt x="15270" y="34174"/>
                      <a:pt x="15270" y="34154"/>
                    </a:cubicBezTo>
                    <a:cubicBezTo>
                      <a:pt x="15270" y="34112"/>
                      <a:pt x="15279" y="34071"/>
                      <a:pt x="15279" y="34029"/>
                    </a:cubicBezTo>
                    <a:cubicBezTo>
                      <a:pt x="15279" y="34046"/>
                      <a:pt x="15287" y="34054"/>
                      <a:pt x="15287" y="34071"/>
                    </a:cubicBezTo>
                    <a:cubicBezTo>
                      <a:pt x="15320" y="34203"/>
                      <a:pt x="15353" y="34336"/>
                      <a:pt x="15395" y="34477"/>
                    </a:cubicBezTo>
                    <a:cubicBezTo>
                      <a:pt x="15469" y="34750"/>
                      <a:pt x="15544" y="35032"/>
                      <a:pt x="15627" y="35305"/>
                    </a:cubicBezTo>
                    <a:cubicBezTo>
                      <a:pt x="15693" y="35562"/>
                      <a:pt x="15767" y="35819"/>
                      <a:pt x="15925" y="36035"/>
                    </a:cubicBezTo>
                    <a:cubicBezTo>
                      <a:pt x="16034" y="36173"/>
                      <a:pt x="16208" y="36325"/>
                      <a:pt x="16395" y="36325"/>
                    </a:cubicBezTo>
                    <a:cubicBezTo>
                      <a:pt x="16421" y="36325"/>
                      <a:pt x="16446" y="36322"/>
                      <a:pt x="16472" y="36316"/>
                    </a:cubicBezTo>
                    <a:cubicBezTo>
                      <a:pt x="16480" y="36325"/>
                      <a:pt x="16497" y="36333"/>
                      <a:pt x="16513" y="36333"/>
                    </a:cubicBezTo>
                    <a:cubicBezTo>
                      <a:pt x="16662" y="36391"/>
                      <a:pt x="16828" y="36432"/>
                      <a:pt x="16985" y="36482"/>
                    </a:cubicBezTo>
                    <a:cubicBezTo>
                      <a:pt x="17093" y="36515"/>
                      <a:pt x="17217" y="36548"/>
                      <a:pt x="17251" y="36673"/>
                    </a:cubicBezTo>
                    <a:cubicBezTo>
                      <a:pt x="17259" y="36722"/>
                      <a:pt x="17267" y="36772"/>
                      <a:pt x="17267" y="36822"/>
                    </a:cubicBezTo>
                    <a:cubicBezTo>
                      <a:pt x="17201" y="36780"/>
                      <a:pt x="17135" y="36739"/>
                      <a:pt x="17060" y="36697"/>
                    </a:cubicBezTo>
                    <a:cubicBezTo>
                      <a:pt x="16944" y="36639"/>
                      <a:pt x="16836" y="36590"/>
                      <a:pt x="16720" y="36540"/>
                    </a:cubicBezTo>
                    <a:cubicBezTo>
                      <a:pt x="16712" y="36537"/>
                      <a:pt x="16704" y="36535"/>
                      <a:pt x="16697" y="36535"/>
                    </a:cubicBezTo>
                    <a:cubicBezTo>
                      <a:pt x="16650" y="36535"/>
                      <a:pt x="16619" y="36595"/>
                      <a:pt x="16662" y="36631"/>
                    </a:cubicBezTo>
                    <a:cubicBezTo>
                      <a:pt x="16753" y="36706"/>
                      <a:pt x="16836" y="36772"/>
                      <a:pt x="16927" y="36838"/>
                    </a:cubicBezTo>
                    <a:cubicBezTo>
                      <a:pt x="17002" y="36896"/>
                      <a:pt x="17093" y="36946"/>
                      <a:pt x="17168" y="37004"/>
                    </a:cubicBezTo>
                    <a:cubicBezTo>
                      <a:pt x="17234" y="37054"/>
                      <a:pt x="17292" y="37112"/>
                      <a:pt x="17300" y="37195"/>
                    </a:cubicBezTo>
                    <a:cubicBezTo>
                      <a:pt x="17300" y="37269"/>
                      <a:pt x="17267" y="37352"/>
                      <a:pt x="17234" y="37418"/>
                    </a:cubicBezTo>
                    <a:cubicBezTo>
                      <a:pt x="17217" y="37435"/>
                      <a:pt x="17209" y="37460"/>
                      <a:pt x="17201" y="37476"/>
                    </a:cubicBezTo>
                    <a:cubicBezTo>
                      <a:pt x="17184" y="37493"/>
                      <a:pt x="17168" y="37509"/>
                      <a:pt x="17159" y="37534"/>
                    </a:cubicBezTo>
                    <a:cubicBezTo>
                      <a:pt x="17151" y="37518"/>
                      <a:pt x="17143" y="37509"/>
                      <a:pt x="17135" y="37501"/>
                    </a:cubicBezTo>
                    <a:cubicBezTo>
                      <a:pt x="17093" y="37443"/>
                      <a:pt x="17027" y="37393"/>
                      <a:pt x="16969" y="37352"/>
                    </a:cubicBezTo>
                    <a:cubicBezTo>
                      <a:pt x="16903" y="37302"/>
                      <a:pt x="16845" y="37253"/>
                      <a:pt x="16787" y="37203"/>
                    </a:cubicBezTo>
                    <a:cubicBezTo>
                      <a:pt x="16671" y="37095"/>
                      <a:pt x="16546" y="36996"/>
                      <a:pt x="16430" y="36880"/>
                    </a:cubicBezTo>
                    <a:cubicBezTo>
                      <a:pt x="16420" y="36871"/>
                      <a:pt x="16409" y="36868"/>
                      <a:pt x="16399" y="36868"/>
                    </a:cubicBezTo>
                    <a:cubicBezTo>
                      <a:pt x="16358" y="36868"/>
                      <a:pt x="16323" y="36923"/>
                      <a:pt x="16356" y="36963"/>
                    </a:cubicBezTo>
                    <a:cubicBezTo>
                      <a:pt x="16430" y="37070"/>
                      <a:pt x="16513" y="37178"/>
                      <a:pt x="16604" y="37269"/>
                    </a:cubicBezTo>
                    <a:cubicBezTo>
                      <a:pt x="16695" y="37369"/>
                      <a:pt x="16787" y="37460"/>
                      <a:pt x="16886" y="37551"/>
                    </a:cubicBezTo>
                    <a:cubicBezTo>
                      <a:pt x="16911" y="37576"/>
                      <a:pt x="16936" y="37592"/>
                      <a:pt x="16961" y="37609"/>
                    </a:cubicBezTo>
                    <a:lnTo>
                      <a:pt x="16969" y="37625"/>
                    </a:lnTo>
                    <a:cubicBezTo>
                      <a:pt x="16944" y="37659"/>
                      <a:pt x="16894" y="37692"/>
                      <a:pt x="16861" y="37717"/>
                    </a:cubicBezTo>
                    <a:cubicBezTo>
                      <a:pt x="16811" y="37750"/>
                      <a:pt x="16753" y="37791"/>
                      <a:pt x="16704" y="37824"/>
                    </a:cubicBezTo>
                    <a:cubicBezTo>
                      <a:pt x="16662" y="37849"/>
                      <a:pt x="16621" y="37874"/>
                      <a:pt x="16596" y="37899"/>
                    </a:cubicBezTo>
                    <a:cubicBezTo>
                      <a:pt x="16567" y="37905"/>
                      <a:pt x="16538" y="37907"/>
                      <a:pt x="16511" y="37907"/>
                    </a:cubicBezTo>
                    <a:cubicBezTo>
                      <a:pt x="16460" y="37907"/>
                      <a:pt x="16412" y="37898"/>
                      <a:pt x="16364" y="37882"/>
                    </a:cubicBezTo>
                    <a:cubicBezTo>
                      <a:pt x="16273" y="37857"/>
                      <a:pt x="16207" y="37791"/>
                      <a:pt x="16124" y="37741"/>
                    </a:cubicBezTo>
                    <a:cubicBezTo>
                      <a:pt x="16049" y="37692"/>
                      <a:pt x="15966" y="37659"/>
                      <a:pt x="15875" y="37625"/>
                    </a:cubicBezTo>
                    <a:cubicBezTo>
                      <a:pt x="15701" y="37567"/>
                      <a:pt x="15519" y="37518"/>
                      <a:pt x="15345" y="37476"/>
                    </a:cubicBezTo>
                    <a:cubicBezTo>
                      <a:pt x="15295" y="37435"/>
                      <a:pt x="15229" y="37418"/>
                      <a:pt x="15171" y="37393"/>
                    </a:cubicBezTo>
                    <a:cubicBezTo>
                      <a:pt x="15080" y="37360"/>
                      <a:pt x="14997" y="37311"/>
                      <a:pt x="14914" y="37261"/>
                    </a:cubicBezTo>
                    <a:cubicBezTo>
                      <a:pt x="14748" y="37161"/>
                      <a:pt x="14641" y="37037"/>
                      <a:pt x="14583" y="36855"/>
                    </a:cubicBezTo>
                    <a:cubicBezTo>
                      <a:pt x="14525" y="36681"/>
                      <a:pt x="14508" y="36490"/>
                      <a:pt x="14491" y="36308"/>
                    </a:cubicBezTo>
                    <a:cubicBezTo>
                      <a:pt x="14467" y="36159"/>
                      <a:pt x="14433" y="36018"/>
                      <a:pt x="14367" y="35885"/>
                    </a:cubicBezTo>
                    <a:cubicBezTo>
                      <a:pt x="14359" y="35819"/>
                      <a:pt x="14351" y="35761"/>
                      <a:pt x="14342" y="35703"/>
                    </a:cubicBezTo>
                    <a:cubicBezTo>
                      <a:pt x="14309" y="35513"/>
                      <a:pt x="14251" y="35314"/>
                      <a:pt x="14177" y="35131"/>
                    </a:cubicBezTo>
                    <a:cubicBezTo>
                      <a:pt x="14110" y="34966"/>
                      <a:pt x="14036" y="34783"/>
                      <a:pt x="13903" y="34651"/>
                    </a:cubicBezTo>
                    <a:cubicBezTo>
                      <a:pt x="13820" y="34568"/>
                      <a:pt x="13729" y="34493"/>
                      <a:pt x="13638" y="34427"/>
                    </a:cubicBezTo>
                    <a:cubicBezTo>
                      <a:pt x="13671" y="34402"/>
                      <a:pt x="13696" y="34369"/>
                      <a:pt x="13679" y="34328"/>
                    </a:cubicBezTo>
                    <a:cubicBezTo>
                      <a:pt x="13555" y="34087"/>
                      <a:pt x="13423" y="33864"/>
                      <a:pt x="13448" y="33582"/>
                    </a:cubicBezTo>
                    <a:cubicBezTo>
                      <a:pt x="13464" y="33309"/>
                      <a:pt x="13547" y="33044"/>
                      <a:pt x="13580" y="32770"/>
                    </a:cubicBezTo>
                    <a:cubicBezTo>
                      <a:pt x="13646" y="32207"/>
                      <a:pt x="13605" y="31635"/>
                      <a:pt x="13539" y="31072"/>
                    </a:cubicBezTo>
                    <a:cubicBezTo>
                      <a:pt x="13514" y="30873"/>
                      <a:pt x="13481" y="30674"/>
                      <a:pt x="13448" y="30483"/>
                    </a:cubicBezTo>
                    <a:cubicBezTo>
                      <a:pt x="13439" y="30268"/>
                      <a:pt x="13431" y="30052"/>
                      <a:pt x="13398" y="29845"/>
                    </a:cubicBezTo>
                    <a:cubicBezTo>
                      <a:pt x="13398" y="29829"/>
                      <a:pt x="13381" y="29812"/>
                      <a:pt x="13373" y="29812"/>
                    </a:cubicBezTo>
                    <a:cubicBezTo>
                      <a:pt x="13373" y="29729"/>
                      <a:pt x="13373" y="29638"/>
                      <a:pt x="13365" y="29555"/>
                    </a:cubicBezTo>
                    <a:cubicBezTo>
                      <a:pt x="13348" y="29257"/>
                      <a:pt x="13307" y="28959"/>
                      <a:pt x="13249" y="28661"/>
                    </a:cubicBezTo>
                    <a:cubicBezTo>
                      <a:pt x="13224" y="28511"/>
                      <a:pt x="13191" y="28362"/>
                      <a:pt x="13149" y="28221"/>
                    </a:cubicBezTo>
                    <a:cubicBezTo>
                      <a:pt x="13116" y="28064"/>
                      <a:pt x="13075" y="27907"/>
                      <a:pt x="13008" y="27774"/>
                    </a:cubicBezTo>
                    <a:cubicBezTo>
                      <a:pt x="13000" y="27754"/>
                      <a:pt x="12979" y="27744"/>
                      <a:pt x="12959" y="27744"/>
                    </a:cubicBezTo>
                    <a:cubicBezTo>
                      <a:pt x="12938" y="27744"/>
                      <a:pt x="12917" y="27756"/>
                      <a:pt x="12917" y="27782"/>
                    </a:cubicBezTo>
                    <a:cubicBezTo>
                      <a:pt x="12909" y="28089"/>
                      <a:pt x="13000" y="28395"/>
                      <a:pt x="13050" y="28694"/>
                    </a:cubicBezTo>
                    <a:cubicBezTo>
                      <a:pt x="13108" y="28984"/>
                      <a:pt x="13149" y="29282"/>
                      <a:pt x="13174" y="29588"/>
                    </a:cubicBezTo>
                    <a:cubicBezTo>
                      <a:pt x="13207" y="30011"/>
                      <a:pt x="13191" y="30434"/>
                      <a:pt x="13224" y="30856"/>
                    </a:cubicBezTo>
                    <a:cubicBezTo>
                      <a:pt x="13207" y="31121"/>
                      <a:pt x="13191" y="31386"/>
                      <a:pt x="13149" y="31660"/>
                    </a:cubicBezTo>
                    <a:cubicBezTo>
                      <a:pt x="13058" y="32190"/>
                      <a:pt x="12859" y="32712"/>
                      <a:pt x="12520" y="33135"/>
                    </a:cubicBezTo>
                    <a:cubicBezTo>
                      <a:pt x="12321" y="33392"/>
                      <a:pt x="12080" y="33624"/>
                      <a:pt x="11848" y="33847"/>
                    </a:cubicBezTo>
                    <a:cubicBezTo>
                      <a:pt x="11808" y="33888"/>
                      <a:pt x="11844" y="33950"/>
                      <a:pt x="11890" y="33950"/>
                    </a:cubicBezTo>
                    <a:cubicBezTo>
                      <a:pt x="11901" y="33950"/>
                      <a:pt x="11912" y="33946"/>
                      <a:pt x="11923" y="33938"/>
                    </a:cubicBezTo>
                    <a:cubicBezTo>
                      <a:pt x="12122" y="33764"/>
                      <a:pt x="12321" y="33599"/>
                      <a:pt x="12511" y="33408"/>
                    </a:cubicBezTo>
                    <a:lnTo>
                      <a:pt x="12511" y="33408"/>
                    </a:lnTo>
                    <a:cubicBezTo>
                      <a:pt x="12445" y="33566"/>
                      <a:pt x="12379" y="33731"/>
                      <a:pt x="12304" y="33880"/>
                    </a:cubicBezTo>
                    <a:cubicBezTo>
                      <a:pt x="12163" y="34203"/>
                      <a:pt x="11981" y="34502"/>
                      <a:pt x="11840" y="34817"/>
                    </a:cubicBezTo>
                    <a:cubicBezTo>
                      <a:pt x="11823" y="34863"/>
                      <a:pt x="11858" y="34893"/>
                      <a:pt x="11895" y="34893"/>
                    </a:cubicBezTo>
                    <a:cubicBezTo>
                      <a:pt x="11911" y="34893"/>
                      <a:pt x="11927" y="34887"/>
                      <a:pt x="11940" y="34875"/>
                    </a:cubicBezTo>
                    <a:cubicBezTo>
                      <a:pt x="12014" y="34783"/>
                      <a:pt x="12089" y="34692"/>
                      <a:pt x="12147" y="34593"/>
                    </a:cubicBezTo>
                    <a:lnTo>
                      <a:pt x="12147" y="34593"/>
                    </a:lnTo>
                    <a:cubicBezTo>
                      <a:pt x="12130" y="34825"/>
                      <a:pt x="12047" y="35049"/>
                      <a:pt x="11931" y="35239"/>
                    </a:cubicBezTo>
                    <a:cubicBezTo>
                      <a:pt x="11857" y="35347"/>
                      <a:pt x="11774" y="35446"/>
                      <a:pt x="11683" y="35529"/>
                    </a:cubicBezTo>
                    <a:cubicBezTo>
                      <a:pt x="11658" y="35546"/>
                      <a:pt x="11641" y="35571"/>
                      <a:pt x="11616" y="35587"/>
                    </a:cubicBezTo>
                    <a:cubicBezTo>
                      <a:pt x="11592" y="35438"/>
                      <a:pt x="11567" y="35289"/>
                      <a:pt x="11542" y="35140"/>
                    </a:cubicBezTo>
                    <a:cubicBezTo>
                      <a:pt x="11509" y="34883"/>
                      <a:pt x="11476" y="34626"/>
                      <a:pt x="11442" y="34361"/>
                    </a:cubicBezTo>
                    <a:cubicBezTo>
                      <a:pt x="11409" y="34096"/>
                      <a:pt x="11368" y="33831"/>
                      <a:pt x="11343" y="33557"/>
                    </a:cubicBezTo>
                    <a:cubicBezTo>
                      <a:pt x="11339" y="33535"/>
                      <a:pt x="11323" y="33525"/>
                      <a:pt x="11305" y="33525"/>
                    </a:cubicBezTo>
                    <a:cubicBezTo>
                      <a:pt x="11283" y="33525"/>
                      <a:pt x="11260" y="33541"/>
                      <a:pt x="11260" y="33574"/>
                    </a:cubicBezTo>
                    <a:cubicBezTo>
                      <a:pt x="11260" y="33839"/>
                      <a:pt x="11260" y="34104"/>
                      <a:pt x="11285" y="34369"/>
                    </a:cubicBezTo>
                    <a:cubicBezTo>
                      <a:pt x="11302" y="34634"/>
                      <a:pt x="11326" y="34899"/>
                      <a:pt x="11360" y="35165"/>
                    </a:cubicBezTo>
                    <a:cubicBezTo>
                      <a:pt x="11384" y="35421"/>
                      <a:pt x="11426" y="35678"/>
                      <a:pt x="11467" y="35935"/>
                    </a:cubicBezTo>
                    <a:cubicBezTo>
                      <a:pt x="11476" y="35993"/>
                      <a:pt x="11484" y="36051"/>
                      <a:pt x="11500" y="36109"/>
                    </a:cubicBezTo>
                    <a:cubicBezTo>
                      <a:pt x="11509" y="36341"/>
                      <a:pt x="11542" y="36573"/>
                      <a:pt x="11592" y="36797"/>
                    </a:cubicBezTo>
                    <a:cubicBezTo>
                      <a:pt x="11650" y="37037"/>
                      <a:pt x="11724" y="37269"/>
                      <a:pt x="11790" y="37509"/>
                    </a:cubicBezTo>
                    <a:cubicBezTo>
                      <a:pt x="11824" y="37609"/>
                      <a:pt x="11857" y="37708"/>
                      <a:pt x="11915" y="37808"/>
                    </a:cubicBezTo>
                    <a:cubicBezTo>
                      <a:pt x="11973" y="37891"/>
                      <a:pt x="12047" y="37965"/>
                      <a:pt x="12122" y="38031"/>
                    </a:cubicBezTo>
                    <a:cubicBezTo>
                      <a:pt x="12213" y="38114"/>
                      <a:pt x="12304" y="38189"/>
                      <a:pt x="12395" y="38272"/>
                    </a:cubicBezTo>
                    <a:cubicBezTo>
                      <a:pt x="12412" y="38288"/>
                      <a:pt x="12428" y="38297"/>
                      <a:pt x="12445" y="38313"/>
                    </a:cubicBezTo>
                    <a:cubicBezTo>
                      <a:pt x="12453" y="38321"/>
                      <a:pt x="12462" y="38338"/>
                      <a:pt x="12470" y="38346"/>
                    </a:cubicBezTo>
                    <a:cubicBezTo>
                      <a:pt x="12528" y="38421"/>
                      <a:pt x="12594" y="38495"/>
                      <a:pt x="12660" y="38570"/>
                    </a:cubicBezTo>
                    <a:cubicBezTo>
                      <a:pt x="12718" y="38636"/>
                      <a:pt x="12776" y="38711"/>
                      <a:pt x="12776" y="38802"/>
                    </a:cubicBezTo>
                    <a:cubicBezTo>
                      <a:pt x="12776" y="38835"/>
                      <a:pt x="12768" y="38868"/>
                      <a:pt x="12768" y="38901"/>
                    </a:cubicBezTo>
                    <a:cubicBezTo>
                      <a:pt x="12694" y="38835"/>
                      <a:pt x="12611" y="38777"/>
                      <a:pt x="12536" y="38719"/>
                    </a:cubicBezTo>
                    <a:cubicBezTo>
                      <a:pt x="12453" y="38661"/>
                      <a:pt x="12362" y="38587"/>
                      <a:pt x="12329" y="38487"/>
                    </a:cubicBezTo>
                    <a:cubicBezTo>
                      <a:pt x="12321" y="38446"/>
                      <a:pt x="12288" y="38426"/>
                      <a:pt x="12256" y="38426"/>
                    </a:cubicBezTo>
                    <a:cubicBezTo>
                      <a:pt x="12217" y="38426"/>
                      <a:pt x="12179" y="38454"/>
                      <a:pt x="12188" y="38504"/>
                    </a:cubicBezTo>
                    <a:cubicBezTo>
                      <a:pt x="12213" y="38744"/>
                      <a:pt x="12420" y="38876"/>
                      <a:pt x="12578" y="39034"/>
                    </a:cubicBezTo>
                    <a:cubicBezTo>
                      <a:pt x="12644" y="39100"/>
                      <a:pt x="12702" y="39175"/>
                      <a:pt x="12710" y="39258"/>
                    </a:cubicBezTo>
                    <a:cubicBezTo>
                      <a:pt x="12710" y="39332"/>
                      <a:pt x="12685" y="39390"/>
                      <a:pt x="12660" y="39448"/>
                    </a:cubicBezTo>
                    <a:cubicBezTo>
                      <a:pt x="12644" y="39498"/>
                      <a:pt x="12627" y="39556"/>
                      <a:pt x="12627" y="39606"/>
                    </a:cubicBezTo>
                    <a:cubicBezTo>
                      <a:pt x="12619" y="39614"/>
                      <a:pt x="12611" y="39614"/>
                      <a:pt x="12611" y="39622"/>
                    </a:cubicBezTo>
                    <a:lnTo>
                      <a:pt x="12602" y="39622"/>
                    </a:lnTo>
                    <a:lnTo>
                      <a:pt x="12578" y="39630"/>
                    </a:lnTo>
                    <a:lnTo>
                      <a:pt x="12569" y="39639"/>
                    </a:lnTo>
                    <a:lnTo>
                      <a:pt x="12561" y="39639"/>
                    </a:lnTo>
                    <a:lnTo>
                      <a:pt x="12528" y="39647"/>
                    </a:lnTo>
                    <a:cubicBezTo>
                      <a:pt x="12462" y="39655"/>
                      <a:pt x="12387" y="39664"/>
                      <a:pt x="12312" y="39672"/>
                    </a:cubicBezTo>
                    <a:cubicBezTo>
                      <a:pt x="12238" y="39688"/>
                      <a:pt x="12163" y="39688"/>
                      <a:pt x="12097" y="39705"/>
                    </a:cubicBezTo>
                    <a:lnTo>
                      <a:pt x="12080" y="39705"/>
                    </a:lnTo>
                    <a:cubicBezTo>
                      <a:pt x="12080" y="39572"/>
                      <a:pt x="12039" y="39432"/>
                      <a:pt x="11973" y="39324"/>
                    </a:cubicBezTo>
                    <a:cubicBezTo>
                      <a:pt x="11931" y="39249"/>
                      <a:pt x="11882" y="39191"/>
                      <a:pt x="11832" y="39133"/>
                    </a:cubicBezTo>
                    <a:cubicBezTo>
                      <a:pt x="11782" y="39084"/>
                      <a:pt x="11732" y="39034"/>
                      <a:pt x="11724" y="38959"/>
                    </a:cubicBezTo>
                    <a:cubicBezTo>
                      <a:pt x="11724" y="38918"/>
                      <a:pt x="11689" y="38897"/>
                      <a:pt x="11654" y="38897"/>
                    </a:cubicBezTo>
                    <a:cubicBezTo>
                      <a:pt x="11618" y="38897"/>
                      <a:pt x="11583" y="38918"/>
                      <a:pt x="11583" y="38959"/>
                    </a:cubicBezTo>
                    <a:cubicBezTo>
                      <a:pt x="11575" y="39100"/>
                      <a:pt x="11666" y="39200"/>
                      <a:pt x="11732" y="39316"/>
                    </a:cubicBezTo>
                    <a:cubicBezTo>
                      <a:pt x="11790" y="39423"/>
                      <a:pt x="11832" y="39548"/>
                      <a:pt x="11848" y="39664"/>
                    </a:cubicBezTo>
                    <a:lnTo>
                      <a:pt x="11848" y="39680"/>
                    </a:lnTo>
                    <a:cubicBezTo>
                      <a:pt x="11782" y="39664"/>
                      <a:pt x="11716" y="39647"/>
                      <a:pt x="11650" y="39622"/>
                    </a:cubicBezTo>
                    <a:cubicBezTo>
                      <a:pt x="11525" y="39572"/>
                      <a:pt x="11401" y="39523"/>
                      <a:pt x="11277" y="39481"/>
                    </a:cubicBezTo>
                    <a:cubicBezTo>
                      <a:pt x="11003" y="39382"/>
                      <a:pt x="10722" y="39307"/>
                      <a:pt x="10440" y="39274"/>
                    </a:cubicBezTo>
                    <a:lnTo>
                      <a:pt x="10415" y="39274"/>
                    </a:lnTo>
                    <a:cubicBezTo>
                      <a:pt x="10374" y="39249"/>
                      <a:pt x="10332" y="39224"/>
                      <a:pt x="10291" y="39200"/>
                    </a:cubicBezTo>
                    <a:cubicBezTo>
                      <a:pt x="10208" y="39150"/>
                      <a:pt x="10117" y="39100"/>
                      <a:pt x="10034" y="39050"/>
                    </a:cubicBezTo>
                    <a:cubicBezTo>
                      <a:pt x="9885" y="38968"/>
                      <a:pt x="9736" y="38876"/>
                      <a:pt x="9686" y="38703"/>
                    </a:cubicBezTo>
                    <a:cubicBezTo>
                      <a:pt x="9644" y="38520"/>
                      <a:pt x="9686" y="38321"/>
                      <a:pt x="9694" y="38139"/>
                    </a:cubicBezTo>
                    <a:cubicBezTo>
                      <a:pt x="9694" y="37949"/>
                      <a:pt x="9694" y="37733"/>
                      <a:pt x="9611" y="37559"/>
                    </a:cubicBezTo>
                    <a:cubicBezTo>
                      <a:pt x="9604" y="37537"/>
                      <a:pt x="9585" y="37526"/>
                      <a:pt x="9566" y="37526"/>
                    </a:cubicBezTo>
                    <a:cubicBezTo>
                      <a:pt x="9542" y="37526"/>
                      <a:pt x="9517" y="37543"/>
                      <a:pt x="9512" y="37576"/>
                    </a:cubicBezTo>
                    <a:cubicBezTo>
                      <a:pt x="9512" y="37592"/>
                      <a:pt x="9512" y="37601"/>
                      <a:pt x="9512" y="37617"/>
                    </a:cubicBezTo>
                    <a:cubicBezTo>
                      <a:pt x="9512" y="37617"/>
                      <a:pt x="9504" y="37609"/>
                      <a:pt x="9504" y="37609"/>
                    </a:cubicBezTo>
                    <a:cubicBezTo>
                      <a:pt x="9504" y="37601"/>
                      <a:pt x="9495" y="37584"/>
                      <a:pt x="9495" y="37576"/>
                    </a:cubicBezTo>
                    <a:cubicBezTo>
                      <a:pt x="9470" y="37493"/>
                      <a:pt x="9512" y="37402"/>
                      <a:pt x="9528" y="37327"/>
                    </a:cubicBezTo>
                    <a:cubicBezTo>
                      <a:pt x="9553" y="37228"/>
                      <a:pt x="9570" y="37120"/>
                      <a:pt x="9586" y="37021"/>
                    </a:cubicBezTo>
                    <a:cubicBezTo>
                      <a:pt x="9620" y="36789"/>
                      <a:pt x="9636" y="36557"/>
                      <a:pt x="9636" y="36325"/>
                    </a:cubicBezTo>
                    <a:cubicBezTo>
                      <a:pt x="9678" y="36225"/>
                      <a:pt x="9678" y="36109"/>
                      <a:pt x="9686" y="36018"/>
                    </a:cubicBezTo>
                    <a:cubicBezTo>
                      <a:pt x="9694" y="35852"/>
                      <a:pt x="9686" y="35695"/>
                      <a:pt x="9678" y="35537"/>
                    </a:cubicBezTo>
                    <a:cubicBezTo>
                      <a:pt x="9653" y="35231"/>
                      <a:pt x="9586" y="34924"/>
                      <a:pt x="9504" y="34626"/>
                    </a:cubicBezTo>
                    <a:cubicBezTo>
                      <a:pt x="9491" y="34607"/>
                      <a:pt x="9474" y="34598"/>
                      <a:pt x="9452" y="34598"/>
                    </a:cubicBezTo>
                    <a:cubicBezTo>
                      <a:pt x="9445" y="34598"/>
                      <a:pt x="9437" y="34599"/>
                      <a:pt x="9429" y="34601"/>
                    </a:cubicBezTo>
                    <a:lnTo>
                      <a:pt x="9487" y="33731"/>
                    </a:lnTo>
                    <a:cubicBezTo>
                      <a:pt x="9492" y="33690"/>
                      <a:pt x="9458" y="33666"/>
                      <a:pt x="9426" y="33666"/>
                    </a:cubicBezTo>
                    <a:cubicBezTo>
                      <a:pt x="9400" y="33666"/>
                      <a:pt x="9375" y="33681"/>
                      <a:pt x="9371" y="33715"/>
                    </a:cubicBezTo>
                    <a:lnTo>
                      <a:pt x="9338" y="33955"/>
                    </a:lnTo>
                    <a:cubicBezTo>
                      <a:pt x="9338" y="33855"/>
                      <a:pt x="9330" y="33756"/>
                      <a:pt x="9321" y="33665"/>
                    </a:cubicBezTo>
                    <a:cubicBezTo>
                      <a:pt x="9296" y="33474"/>
                      <a:pt x="9272" y="33292"/>
                      <a:pt x="9238" y="33110"/>
                    </a:cubicBezTo>
                    <a:cubicBezTo>
                      <a:pt x="9197" y="32928"/>
                      <a:pt x="9131" y="32745"/>
                      <a:pt x="9147" y="32555"/>
                    </a:cubicBezTo>
                    <a:cubicBezTo>
                      <a:pt x="9147" y="32522"/>
                      <a:pt x="9120" y="32502"/>
                      <a:pt x="9096" y="32502"/>
                    </a:cubicBezTo>
                    <a:cubicBezTo>
                      <a:pt x="9077" y="32502"/>
                      <a:pt x="9060" y="32513"/>
                      <a:pt x="9056" y="32538"/>
                    </a:cubicBezTo>
                    <a:cubicBezTo>
                      <a:pt x="9056" y="32571"/>
                      <a:pt x="9048" y="32596"/>
                      <a:pt x="9048" y="32621"/>
                    </a:cubicBezTo>
                    <a:cubicBezTo>
                      <a:pt x="9040" y="32555"/>
                      <a:pt x="9023" y="32488"/>
                      <a:pt x="9015" y="32414"/>
                    </a:cubicBezTo>
                    <a:cubicBezTo>
                      <a:pt x="8982" y="32157"/>
                      <a:pt x="8932" y="31892"/>
                      <a:pt x="8907" y="31627"/>
                    </a:cubicBezTo>
                    <a:cubicBezTo>
                      <a:pt x="8903" y="31598"/>
                      <a:pt x="8880" y="31583"/>
                      <a:pt x="8858" y="31583"/>
                    </a:cubicBezTo>
                    <a:cubicBezTo>
                      <a:pt x="8837" y="31583"/>
                      <a:pt x="8816" y="31598"/>
                      <a:pt x="8816" y="31627"/>
                    </a:cubicBezTo>
                    <a:cubicBezTo>
                      <a:pt x="8816" y="31652"/>
                      <a:pt x="8808" y="31676"/>
                      <a:pt x="8808" y="31701"/>
                    </a:cubicBezTo>
                    <a:cubicBezTo>
                      <a:pt x="8791" y="31569"/>
                      <a:pt x="8774" y="31436"/>
                      <a:pt x="8766" y="31304"/>
                    </a:cubicBezTo>
                    <a:cubicBezTo>
                      <a:pt x="8750" y="31121"/>
                      <a:pt x="8758" y="30947"/>
                      <a:pt x="8783" y="30765"/>
                    </a:cubicBezTo>
                    <a:cubicBezTo>
                      <a:pt x="8808" y="30591"/>
                      <a:pt x="8857" y="30409"/>
                      <a:pt x="8841" y="30235"/>
                    </a:cubicBezTo>
                    <a:cubicBezTo>
                      <a:pt x="8841" y="30203"/>
                      <a:pt x="8819" y="30189"/>
                      <a:pt x="8795" y="30189"/>
                    </a:cubicBezTo>
                    <a:cubicBezTo>
                      <a:pt x="8775" y="30189"/>
                      <a:pt x="8753" y="30199"/>
                      <a:pt x="8741" y="30218"/>
                    </a:cubicBezTo>
                    <a:cubicBezTo>
                      <a:pt x="8692" y="30334"/>
                      <a:pt x="8658" y="30475"/>
                      <a:pt x="8634" y="30599"/>
                    </a:cubicBezTo>
                    <a:cubicBezTo>
                      <a:pt x="8625" y="30458"/>
                      <a:pt x="8617" y="30326"/>
                      <a:pt x="8617" y="30185"/>
                    </a:cubicBezTo>
                    <a:cubicBezTo>
                      <a:pt x="8609" y="29878"/>
                      <a:pt x="8600" y="29572"/>
                      <a:pt x="8600" y="29274"/>
                    </a:cubicBezTo>
                    <a:cubicBezTo>
                      <a:pt x="8600" y="29241"/>
                      <a:pt x="8574" y="29221"/>
                      <a:pt x="8549" y="29221"/>
                    </a:cubicBezTo>
                    <a:cubicBezTo>
                      <a:pt x="8530" y="29221"/>
                      <a:pt x="8513" y="29232"/>
                      <a:pt x="8509" y="29257"/>
                    </a:cubicBezTo>
                    <a:cubicBezTo>
                      <a:pt x="8460" y="29564"/>
                      <a:pt x="8443" y="29870"/>
                      <a:pt x="8443" y="30185"/>
                    </a:cubicBezTo>
                    <a:cubicBezTo>
                      <a:pt x="8443" y="30334"/>
                      <a:pt x="8443" y="30475"/>
                      <a:pt x="8451" y="30624"/>
                    </a:cubicBezTo>
                    <a:cubicBezTo>
                      <a:pt x="8460" y="30773"/>
                      <a:pt x="8460" y="30947"/>
                      <a:pt x="8526" y="31080"/>
                    </a:cubicBezTo>
                    <a:cubicBezTo>
                      <a:pt x="8534" y="31105"/>
                      <a:pt x="8542" y="31113"/>
                      <a:pt x="8559" y="31113"/>
                    </a:cubicBezTo>
                    <a:cubicBezTo>
                      <a:pt x="8559" y="31179"/>
                      <a:pt x="8559" y="31237"/>
                      <a:pt x="8559" y="31304"/>
                    </a:cubicBezTo>
                    <a:cubicBezTo>
                      <a:pt x="8576" y="31494"/>
                      <a:pt x="8600" y="31685"/>
                      <a:pt x="8625" y="31875"/>
                    </a:cubicBezTo>
                    <a:cubicBezTo>
                      <a:pt x="8634" y="31966"/>
                      <a:pt x="8642" y="32066"/>
                      <a:pt x="8658" y="32157"/>
                    </a:cubicBezTo>
                    <a:cubicBezTo>
                      <a:pt x="8675" y="32248"/>
                      <a:pt x="8692" y="32348"/>
                      <a:pt x="8741" y="32422"/>
                    </a:cubicBezTo>
                    <a:cubicBezTo>
                      <a:pt x="8752" y="32432"/>
                      <a:pt x="8768" y="32439"/>
                      <a:pt x="8785" y="32439"/>
                    </a:cubicBezTo>
                    <a:cubicBezTo>
                      <a:pt x="8796" y="32439"/>
                      <a:pt x="8806" y="32437"/>
                      <a:pt x="8816" y="32430"/>
                    </a:cubicBezTo>
                    <a:cubicBezTo>
                      <a:pt x="8824" y="32563"/>
                      <a:pt x="8849" y="32687"/>
                      <a:pt x="8866" y="32820"/>
                    </a:cubicBezTo>
                    <a:cubicBezTo>
                      <a:pt x="8890" y="32952"/>
                      <a:pt x="8907" y="33093"/>
                      <a:pt x="8998" y="33193"/>
                    </a:cubicBezTo>
                    <a:cubicBezTo>
                      <a:pt x="9013" y="33207"/>
                      <a:pt x="9033" y="33216"/>
                      <a:pt x="9052" y="33216"/>
                    </a:cubicBezTo>
                    <a:cubicBezTo>
                      <a:pt x="9066" y="33216"/>
                      <a:pt x="9079" y="33211"/>
                      <a:pt x="9089" y="33201"/>
                    </a:cubicBezTo>
                    <a:cubicBezTo>
                      <a:pt x="9106" y="33350"/>
                      <a:pt x="9122" y="33491"/>
                      <a:pt x="9139" y="33640"/>
                    </a:cubicBezTo>
                    <a:cubicBezTo>
                      <a:pt x="9156" y="33831"/>
                      <a:pt x="9156" y="34021"/>
                      <a:pt x="9164" y="34212"/>
                    </a:cubicBezTo>
                    <a:cubicBezTo>
                      <a:pt x="9164" y="34311"/>
                      <a:pt x="9164" y="34402"/>
                      <a:pt x="9172" y="34502"/>
                    </a:cubicBezTo>
                    <a:cubicBezTo>
                      <a:pt x="9172" y="34593"/>
                      <a:pt x="9164" y="34684"/>
                      <a:pt x="9197" y="34775"/>
                    </a:cubicBezTo>
                    <a:cubicBezTo>
                      <a:pt x="9197" y="34800"/>
                      <a:pt x="9214" y="34808"/>
                      <a:pt x="9230" y="34808"/>
                    </a:cubicBezTo>
                    <a:cubicBezTo>
                      <a:pt x="9214" y="34949"/>
                      <a:pt x="9205" y="35090"/>
                      <a:pt x="9205" y="35231"/>
                    </a:cubicBezTo>
                    <a:cubicBezTo>
                      <a:pt x="9197" y="35380"/>
                      <a:pt x="9205" y="35546"/>
                      <a:pt x="9280" y="35678"/>
                    </a:cubicBezTo>
                    <a:cubicBezTo>
                      <a:pt x="9291" y="35693"/>
                      <a:pt x="9308" y="35699"/>
                      <a:pt x="9325" y="35699"/>
                    </a:cubicBezTo>
                    <a:cubicBezTo>
                      <a:pt x="9346" y="35699"/>
                      <a:pt x="9366" y="35689"/>
                      <a:pt x="9371" y="35670"/>
                    </a:cubicBezTo>
                    <a:cubicBezTo>
                      <a:pt x="9421" y="35521"/>
                      <a:pt x="9396" y="35347"/>
                      <a:pt x="9404" y="35189"/>
                    </a:cubicBezTo>
                    <a:cubicBezTo>
                      <a:pt x="9404" y="35065"/>
                      <a:pt x="9412" y="34933"/>
                      <a:pt x="9421" y="34800"/>
                    </a:cubicBezTo>
                    <a:cubicBezTo>
                      <a:pt x="9462" y="35049"/>
                      <a:pt x="9479" y="35297"/>
                      <a:pt x="9479" y="35546"/>
                    </a:cubicBezTo>
                    <a:cubicBezTo>
                      <a:pt x="9479" y="35695"/>
                      <a:pt x="9479" y="35836"/>
                      <a:pt x="9470" y="35985"/>
                    </a:cubicBezTo>
                    <a:cubicBezTo>
                      <a:pt x="9462" y="36109"/>
                      <a:pt x="9437" y="36267"/>
                      <a:pt x="9470" y="36391"/>
                    </a:cubicBezTo>
                    <a:cubicBezTo>
                      <a:pt x="9446" y="36615"/>
                      <a:pt x="9412" y="36838"/>
                      <a:pt x="9371" y="37054"/>
                    </a:cubicBezTo>
                    <a:cubicBezTo>
                      <a:pt x="9354" y="37112"/>
                      <a:pt x="9346" y="37170"/>
                      <a:pt x="9330" y="37228"/>
                    </a:cubicBezTo>
                    <a:cubicBezTo>
                      <a:pt x="9305" y="37186"/>
                      <a:pt x="9272" y="37137"/>
                      <a:pt x="9230" y="37103"/>
                    </a:cubicBezTo>
                    <a:cubicBezTo>
                      <a:pt x="9147" y="37035"/>
                      <a:pt x="9050" y="37013"/>
                      <a:pt x="8950" y="37013"/>
                    </a:cubicBezTo>
                    <a:cubicBezTo>
                      <a:pt x="8880" y="37013"/>
                      <a:pt x="8809" y="37024"/>
                      <a:pt x="8741" y="37037"/>
                    </a:cubicBezTo>
                    <a:cubicBezTo>
                      <a:pt x="8559" y="37079"/>
                      <a:pt x="8368" y="37095"/>
                      <a:pt x="8178" y="37095"/>
                    </a:cubicBezTo>
                    <a:cubicBezTo>
                      <a:pt x="8128" y="37087"/>
                      <a:pt x="8079" y="37087"/>
                      <a:pt x="8037" y="37079"/>
                    </a:cubicBezTo>
                    <a:cubicBezTo>
                      <a:pt x="7963" y="37037"/>
                      <a:pt x="7896" y="36987"/>
                      <a:pt x="7822" y="36946"/>
                    </a:cubicBezTo>
                    <a:cubicBezTo>
                      <a:pt x="7747" y="36896"/>
                      <a:pt x="7673" y="36855"/>
                      <a:pt x="7598" y="36805"/>
                    </a:cubicBezTo>
                    <a:cubicBezTo>
                      <a:pt x="7523" y="36764"/>
                      <a:pt x="7424" y="36722"/>
                      <a:pt x="7374" y="36656"/>
                    </a:cubicBezTo>
                    <a:cubicBezTo>
                      <a:pt x="7333" y="36606"/>
                      <a:pt x="7341" y="36507"/>
                      <a:pt x="7341" y="36441"/>
                    </a:cubicBezTo>
                    <a:lnTo>
                      <a:pt x="7341" y="36441"/>
                    </a:lnTo>
                    <a:cubicBezTo>
                      <a:pt x="7349" y="36444"/>
                      <a:pt x="7359" y="36446"/>
                      <a:pt x="7368" y="36446"/>
                    </a:cubicBezTo>
                    <a:cubicBezTo>
                      <a:pt x="7406" y="36446"/>
                      <a:pt x="7445" y="36419"/>
                      <a:pt x="7432" y="36366"/>
                    </a:cubicBezTo>
                    <a:cubicBezTo>
                      <a:pt x="7407" y="36267"/>
                      <a:pt x="7366" y="36175"/>
                      <a:pt x="7333" y="36084"/>
                    </a:cubicBezTo>
                    <a:cubicBezTo>
                      <a:pt x="7325" y="35910"/>
                      <a:pt x="7316" y="35745"/>
                      <a:pt x="7308" y="35579"/>
                    </a:cubicBezTo>
                    <a:cubicBezTo>
                      <a:pt x="7308" y="35562"/>
                      <a:pt x="7300" y="35562"/>
                      <a:pt x="7291" y="35554"/>
                    </a:cubicBezTo>
                    <a:cubicBezTo>
                      <a:pt x="7308" y="35479"/>
                      <a:pt x="7333" y="35397"/>
                      <a:pt x="7358" y="35322"/>
                    </a:cubicBezTo>
                    <a:cubicBezTo>
                      <a:pt x="7383" y="35297"/>
                      <a:pt x="7407" y="35272"/>
                      <a:pt x="7432" y="35247"/>
                    </a:cubicBezTo>
                    <a:cubicBezTo>
                      <a:pt x="7507" y="35173"/>
                      <a:pt x="7573" y="35090"/>
                      <a:pt x="7639" y="35015"/>
                    </a:cubicBezTo>
                    <a:cubicBezTo>
                      <a:pt x="7639" y="35043"/>
                      <a:pt x="7667" y="35070"/>
                      <a:pt x="7695" y="35070"/>
                    </a:cubicBezTo>
                    <a:cubicBezTo>
                      <a:pt x="7701" y="35070"/>
                      <a:pt x="7708" y="35068"/>
                      <a:pt x="7714" y="35065"/>
                    </a:cubicBezTo>
                    <a:cubicBezTo>
                      <a:pt x="7822" y="35015"/>
                      <a:pt x="7905" y="34924"/>
                      <a:pt x="7979" y="34841"/>
                    </a:cubicBezTo>
                    <a:cubicBezTo>
                      <a:pt x="8062" y="34759"/>
                      <a:pt x="8137" y="34659"/>
                      <a:pt x="8211" y="34560"/>
                    </a:cubicBezTo>
                    <a:cubicBezTo>
                      <a:pt x="8352" y="34361"/>
                      <a:pt x="8468" y="34145"/>
                      <a:pt x="8542" y="33913"/>
                    </a:cubicBezTo>
                    <a:cubicBezTo>
                      <a:pt x="8692" y="33458"/>
                      <a:pt x="8683" y="32952"/>
                      <a:pt x="8410" y="32555"/>
                    </a:cubicBezTo>
                    <a:cubicBezTo>
                      <a:pt x="8410" y="32323"/>
                      <a:pt x="8385" y="32099"/>
                      <a:pt x="8335" y="31875"/>
                    </a:cubicBezTo>
                    <a:cubicBezTo>
                      <a:pt x="8219" y="31386"/>
                      <a:pt x="8004" y="30914"/>
                      <a:pt x="7731" y="30500"/>
                    </a:cubicBezTo>
                    <a:cubicBezTo>
                      <a:pt x="7573" y="30268"/>
                      <a:pt x="7399" y="30052"/>
                      <a:pt x="7192" y="29854"/>
                    </a:cubicBezTo>
                    <a:cubicBezTo>
                      <a:pt x="7183" y="29847"/>
                      <a:pt x="7174" y="29844"/>
                      <a:pt x="7166" y="29844"/>
                    </a:cubicBezTo>
                    <a:cubicBezTo>
                      <a:pt x="7133" y="29844"/>
                      <a:pt x="7106" y="29887"/>
                      <a:pt x="7126" y="29920"/>
                    </a:cubicBezTo>
                    <a:cubicBezTo>
                      <a:pt x="7515" y="30400"/>
                      <a:pt x="7830" y="30914"/>
                      <a:pt x="8004" y="31502"/>
                    </a:cubicBezTo>
                    <a:cubicBezTo>
                      <a:pt x="8095" y="31784"/>
                      <a:pt x="8153" y="32091"/>
                      <a:pt x="8161" y="32381"/>
                    </a:cubicBezTo>
                    <a:cubicBezTo>
                      <a:pt x="8170" y="32530"/>
                      <a:pt x="8170" y="32679"/>
                      <a:pt x="8153" y="32828"/>
                    </a:cubicBezTo>
                    <a:cubicBezTo>
                      <a:pt x="8137" y="32977"/>
                      <a:pt x="8095" y="33118"/>
                      <a:pt x="8095" y="33267"/>
                    </a:cubicBezTo>
                    <a:cubicBezTo>
                      <a:pt x="8095" y="33311"/>
                      <a:pt x="8125" y="33341"/>
                      <a:pt x="8159" y="33341"/>
                    </a:cubicBezTo>
                    <a:cubicBezTo>
                      <a:pt x="8176" y="33341"/>
                      <a:pt x="8194" y="33334"/>
                      <a:pt x="8211" y="33317"/>
                    </a:cubicBezTo>
                    <a:cubicBezTo>
                      <a:pt x="8319" y="33193"/>
                      <a:pt x="8368" y="33019"/>
                      <a:pt x="8393" y="32845"/>
                    </a:cubicBezTo>
                    <a:lnTo>
                      <a:pt x="8393" y="32845"/>
                    </a:lnTo>
                    <a:cubicBezTo>
                      <a:pt x="8476" y="33184"/>
                      <a:pt x="8443" y="33549"/>
                      <a:pt x="8319" y="33880"/>
                    </a:cubicBezTo>
                    <a:cubicBezTo>
                      <a:pt x="8244" y="34079"/>
                      <a:pt x="8137" y="34270"/>
                      <a:pt x="8012" y="34444"/>
                    </a:cubicBezTo>
                    <a:cubicBezTo>
                      <a:pt x="7996" y="34477"/>
                      <a:pt x="7971" y="34510"/>
                      <a:pt x="7946" y="34543"/>
                    </a:cubicBezTo>
                    <a:cubicBezTo>
                      <a:pt x="7938" y="34536"/>
                      <a:pt x="7928" y="34532"/>
                      <a:pt x="7917" y="34532"/>
                    </a:cubicBezTo>
                    <a:cubicBezTo>
                      <a:pt x="7903" y="34532"/>
                      <a:pt x="7889" y="34538"/>
                      <a:pt x="7880" y="34551"/>
                    </a:cubicBezTo>
                    <a:cubicBezTo>
                      <a:pt x="7706" y="34759"/>
                      <a:pt x="7515" y="34957"/>
                      <a:pt x="7325" y="35156"/>
                    </a:cubicBezTo>
                    <a:cubicBezTo>
                      <a:pt x="7142" y="35347"/>
                      <a:pt x="6927" y="35521"/>
                      <a:pt x="6753" y="35728"/>
                    </a:cubicBezTo>
                    <a:cubicBezTo>
                      <a:pt x="6719" y="35762"/>
                      <a:pt x="6757" y="35801"/>
                      <a:pt x="6794" y="35801"/>
                    </a:cubicBezTo>
                    <a:cubicBezTo>
                      <a:pt x="6803" y="35801"/>
                      <a:pt x="6811" y="35799"/>
                      <a:pt x="6819" y="35794"/>
                    </a:cubicBezTo>
                    <a:cubicBezTo>
                      <a:pt x="6919" y="35736"/>
                      <a:pt x="7001" y="35670"/>
                      <a:pt x="7084" y="35595"/>
                    </a:cubicBezTo>
                    <a:lnTo>
                      <a:pt x="7084" y="35595"/>
                    </a:lnTo>
                    <a:cubicBezTo>
                      <a:pt x="7068" y="35670"/>
                      <a:pt x="7059" y="35745"/>
                      <a:pt x="7059" y="35819"/>
                    </a:cubicBezTo>
                    <a:cubicBezTo>
                      <a:pt x="7068" y="35919"/>
                      <a:pt x="7101" y="36026"/>
                      <a:pt x="7142" y="36117"/>
                    </a:cubicBezTo>
                    <a:cubicBezTo>
                      <a:pt x="7151" y="36151"/>
                      <a:pt x="7159" y="36175"/>
                      <a:pt x="7175" y="36200"/>
                    </a:cubicBezTo>
                    <a:cubicBezTo>
                      <a:pt x="7167" y="36300"/>
                      <a:pt x="7159" y="36399"/>
                      <a:pt x="7159" y="36499"/>
                    </a:cubicBezTo>
                    <a:cubicBezTo>
                      <a:pt x="7151" y="36590"/>
                      <a:pt x="7142" y="36689"/>
                      <a:pt x="7192" y="36764"/>
                    </a:cubicBezTo>
                    <a:cubicBezTo>
                      <a:pt x="7242" y="36838"/>
                      <a:pt x="7325" y="36888"/>
                      <a:pt x="7399" y="36938"/>
                    </a:cubicBezTo>
                    <a:cubicBezTo>
                      <a:pt x="7449" y="36971"/>
                      <a:pt x="7499" y="37004"/>
                      <a:pt x="7548" y="37037"/>
                    </a:cubicBezTo>
                    <a:cubicBezTo>
                      <a:pt x="7532" y="37054"/>
                      <a:pt x="7532" y="37095"/>
                      <a:pt x="7565" y="37112"/>
                    </a:cubicBezTo>
                    <a:cubicBezTo>
                      <a:pt x="7656" y="37161"/>
                      <a:pt x="7747" y="37195"/>
                      <a:pt x="7847" y="37219"/>
                    </a:cubicBezTo>
                    <a:cubicBezTo>
                      <a:pt x="7963" y="37277"/>
                      <a:pt x="8079" y="37335"/>
                      <a:pt x="8203" y="37369"/>
                    </a:cubicBezTo>
                    <a:cubicBezTo>
                      <a:pt x="8209" y="37370"/>
                      <a:pt x="8215" y="37371"/>
                      <a:pt x="8221" y="37371"/>
                    </a:cubicBezTo>
                    <a:cubicBezTo>
                      <a:pt x="8276" y="37371"/>
                      <a:pt x="8306" y="37306"/>
                      <a:pt x="8261" y="37261"/>
                    </a:cubicBezTo>
                    <a:cubicBezTo>
                      <a:pt x="8344" y="37261"/>
                      <a:pt x="8418" y="37253"/>
                      <a:pt x="8493" y="37253"/>
                    </a:cubicBezTo>
                    <a:cubicBezTo>
                      <a:pt x="8638" y="37237"/>
                      <a:pt x="8791" y="37194"/>
                      <a:pt x="8937" y="37194"/>
                    </a:cubicBezTo>
                    <a:cubicBezTo>
                      <a:pt x="8949" y="37194"/>
                      <a:pt x="8961" y="37194"/>
                      <a:pt x="8973" y="37195"/>
                    </a:cubicBezTo>
                    <a:cubicBezTo>
                      <a:pt x="9031" y="37195"/>
                      <a:pt x="9089" y="37219"/>
                      <a:pt x="9139" y="37261"/>
                    </a:cubicBezTo>
                    <a:cubicBezTo>
                      <a:pt x="9180" y="37311"/>
                      <a:pt x="9189" y="37360"/>
                      <a:pt x="9197" y="37418"/>
                    </a:cubicBezTo>
                    <a:cubicBezTo>
                      <a:pt x="9204" y="37447"/>
                      <a:pt x="9236" y="37470"/>
                      <a:pt x="9261" y="37470"/>
                    </a:cubicBezTo>
                    <a:cubicBezTo>
                      <a:pt x="9265" y="37470"/>
                      <a:pt x="9268" y="37469"/>
                      <a:pt x="9272" y="37468"/>
                    </a:cubicBezTo>
                    <a:cubicBezTo>
                      <a:pt x="9272" y="37485"/>
                      <a:pt x="9272" y="37501"/>
                      <a:pt x="9272" y="37518"/>
                    </a:cubicBezTo>
                    <a:cubicBezTo>
                      <a:pt x="9234" y="37509"/>
                      <a:pt x="9197" y="37505"/>
                      <a:pt x="9161" y="37505"/>
                    </a:cubicBezTo>
                    <a:cubicBezTo>
                      <a:pt x="9125" y="37505"/>
                      <a:pt x="9089" y="37509"/>
                      <a:pt x="9056" y="37518"/>
                    </a:cubicBezTo>
                    <a:cubicBezTo>
                      <a:pt x="8982" y="37534"/>
                      <a:pt x="8915" y="37567"/>
                      <a:pt x="8849" y="37609"/>
                    </a:cubicBezTo>
                    <a:cubicBezTo>
                      <a:pt x="8806" y="37630"/>
                      <a:pt x="8838" y="37696"/>
                      <a:pt x="8880" y="37696"/>
                    </a:cubicBezTo>
                    <a:cubicBezTo>
                      <a:pt x="8886" y="37696"/>
                      <a:pt x="8892" y="37695"/>
                      <a:pt x="8899" y="37692"/>
                    </a:cubicBezTo>
                    <a:cubicBezTo>
                      <a:pt x="8957" y="37669"/>
                      <a:pt x="9014" y="37662"/>
                      <a:pt x="9072" y="37662"/>
                    </a:cubicBezTo>
                    <a:cubicBezTo>
                      <a:pt x="9122" y="37662"/>
                      <a:pt x="9172" y="37667"/>
                      <a:pt x="9222" y="37675"/>
                    </a:cubicBezTo>
                    <a:cubicBezTo>
                      <a:pt x="9247" y="37683"/>
                      <a:pt x="9263" y="37683"/>
                      <a:pt x="9288" y="37692"/>
                    </a:cubicBezTo>
                    <a:cubicBezTo>
                      <a:pt x="9296" y="37692"/>
                      <a:pt x="9296" y="37700"/>
                      <a:pt x="9305" y="37700"/>
                    </a:cubicBezTo>
                    <a:cubicBezTo>
                      <a:pt x="9321" y="37733"/>
                      <a:pt x="9338" y="37758"/>
                      <a:pt x="9363" y="37783"/>
                    </a:cubicBezTo>
                    <a:cubicBezTo>
                      <a:pt x="9354" y="37808"/>
                      <a:pt x="9346" y="37833"/>
                      <a:pt x="9354" y="37857"/>
                    </a:cubicBezTo>
                    <a:lnTo>
                      <a:pt x="9354" y="37866"/>
                    </a:lnTo>
                    <a:cubicBezTo>
                      <a:pt x="9354" y="37874"/>
                      <a:pt x="9346" y="37891"/>
                      <a:pt x="9346" y="37899"/>
                    </a:cubicBezTo>
                    <a:lnTo>
                      <a:pt x="9346" y="37915"/>
                    </a:lnTo>
                    <a:cubicBezTo>
                      <a:pt x="9338" y="37932"/>
                      <a:pt x="9338" y="37940"/>
                      <a:pt x="9330" y="37957"/>
                    </a:cubicBezTo>
                    <a:cubicBezTo>
                      <a:pt x="9330" y="37965"/>
                      <a:pt x="9321" y="37965"/>
                      <a:pt x="9321" y="37973"/>
                    </a:cubicBezTo>
                    <a:lnTo>
                      <a:pt x="9305" y="38015"/>
                    </a:lnTo>
                    <a:cubicBezTo>
                      <a:pt x="9288" y="38048"/>
                      <a:pt x="9263" y="38073"/>
                      <a:pt x="9247" y="38106"/>
                    </a:cubicBezTo>
                    <a:cubicBezTo>
                      <a:pt x="9205" y="38114"/>
                      <a:pt x="9164" y="38131"/>
                      <a:pt x="9122" y="38156"/>
                    </a:cubicBezTo>
                    <a:cubicBezTo>
                      <a:pt x="9098" y="38164"/>
                      <a:pt x="9089" y="38189"/>
                      <a:pt x="9098" y="38214"/>
                    </a:cubicBezTo>
                    <a:cubicBezTo>
                      <a:pt x="9106" y="38239"/>
                      <a:pt x="9122" y="38247"/>
                      <a:pt x="9147" y="38247"/>
                    </a:cubicBezTo>
                    <a:cubicBezTo>
                      <a:pt x="9139" y="38255"/>
                      <a:pt x="9131" y="38263"/>
                      <a:pt x="9122" y="38272"/>
                    </a:cubicBezTo>
                    <a:cubicBezTo>
                      <a:pt x="9122" y="38280"/>
                      <a:pt x="9114" y="38288"/>
                      <a:pt x="9114" y="38297"/>
                    </a:cubicBezTo>
                    <a:cubicBezTo>
                      <a:pt x="9048" y="38330"/>
                      <a:pt x="8982" y="38346"/>
                      <a:pt x="8907" y="38363"/>
                    </a:cubicBezTo>
                    <a:cubicBezTo>
                      <a:pt x="8786" y="38385"/>
                      <a:pt x="8657" y="38389"/>
                      <a:pt x="8528" y="38389"/>
                    </a:cubicBezTo>
                    <a:cubicBezTo>
                      <a:pt x="8463" y="38389"/>
                      <a:pt x="8399" y="38388"/>
                      <a:pt x="8335" y="38388"/>
                    </a:cubicBezTo>
                    <a:cubicBezTo>
                      <a:pt x="8021" y="38379"/>
                      <a:pt x="7706" y="38346"/>
                      <a:pt x="7391" y="38305"/>
                    </a:cubicBezTo>
                    <a:cubicBezTo>
                      <a:pt x="7366" y="38305"/>
                      <a:pt x="7341" y="38297"/>
                      <a:pt x="7316" y="38297"/>
                    </a:cubicBezTo>
                    <a:cubicBezTo>
                      <a:pt x="7076" y="38247"/>
                      <a:pt x="6836" y="38197"/>
                      <a:pt x="6595" y="38164"/>
                    </a:cubicBezTo>
                    <a:cubicBezTo>
                      <a:pt x="6562" y="38164"/>
                      <a:pt x="6537" y="38181"/>
                      <a:pt x="6529" y="38205"/>
                    </a:cubicBezTo>
                    <a:cubicBezTo>
                      <a:pt x="5974" y="38147"/>
                      <a:pt x="5427" y="38023"/>
                      <a:pt x="4897" y="37849"/>
                    </a:cubicBezTo>
                    <a:cubicBezTo>
                      <a:pt x="4890" y="37847"/>
                      <a:pt x="4884" y="37846"/>
                      <a:pt x="4879" y="37846"/>
                    </a:cubicBezTo>
                    <a:cubicBezTo>
                      <a:pt x="4863" y="37846"/>
                      <a:pt x="4851" y="37854"/>
                      <a:pt x="4839" y="37866"/>
                    </a:cubicBezTo>
                    <a:cubicBezTo>
                      <a:pt x="4773" y="37849"/>
                      <a:pt x="4715" y="37833"/>
                      <a:pt x="4657" y="37808"/>
                    </a:cubicBezTo>
                    <a:cubicBezTo>
                      <a:pt x="4499" y="37766"/>
                      <a:pt x="4350" y="37717"/>
                      <a:pt x="4209" y="37659"/>
                    </a:cubicBezTo>
                    <a:cubicBezTo>
                      <a:pt x="4068" y="37601"/>
                      <a:pt x="3927" y="37534"/>
                      <a:pt x="3787" y="37460"/>
                    </a:cubicBezTo>
                    <a:cubicBezTo>
                      <a:pt x="3753" y="37443"/>
                      <a:pt x="3712" y="37427"/>
                      <a:pt x="3679" y="37402"/>
                    </a:cubicBezTo>
                    <a:cubicBezTo>
                      <a:pt x="3654" y="37393"/>
                      <a:pt x="3604" y="37369"/>
                      <a:pt x="3596" y="37344"/>
                    </a:cubicBezTo>
                    <a:cubicBezTo>
                      <a:pt x="3588" y="37335"/>
                      <a:pt x="3613" y="37335"/>
                      <a:pt x="3637" y="37319"/>
                    </a:cubicBezTo>
                    <a:cubicBezTo>
                      <a:pt x="3654" y="37311"/>
                      <a:pt x="3662" y="37311"/>
                      <a:pt x="3687" y="37302"/>
                    </a:cubicBezTo>
                    <a:cubicBezTo>
                      <a:pt x="3712" y="37304"/>
                      <a:pt x="3737" y="37304"/>
                      <a:pt x="3762" y="37304"/>
                    </a:cubicBezTo>
                    <a:cubicBezTo>
                      <a:pt x="3878" y="37304"/>
                      <a:pt x="3994" y="37290"/>
                      <a:pt x="4110" y="37269"/>
                    </a:cubicBezTo>
                    <a:cubicBezTo>
                      <a:pt x="4176" y="37253"/>
                      <a:pt x="4159" y="37170"/>
                      <a:pt x="4101" y="37170"/>
                    </a:cubicBezTo>
                    <a:cubicBezTo>
                      <a:pt x="4074" y="37171"/>
                      <a:pt x="4046" y="37171"/>
                      <a:pt x="4018" y="37171"/>
                    </a:cubicBezTo>
                    <a:cubicBezTo>
                      <a:pt x="3770" y="37171"/>
                      <a:pt x="3511" y="37138"/>
                      <a:pt x="3273" y="37079"/>
                    </a:cubicBezTo>
                    <a:cubicBezTo>
                      <a:pt x="3008" y="37004"/>
                      <a:pt x="2759" y="36880"/>
                      <a:pt x="2527" y="36731"/>
                    </a:cubicBezTo>
                    <a:cubicBezTo>
                      <a:pt x="2515" y="36722"/>
                      <a:pt x="2504" y="36718"/>
                      <a:pt x="2493" y="36718"/>
                    </a:cubicBezTo>
                    <a:cubicBezTo>
                      <a:pt x="2450" y="36718"/>
                      <a:pt x="2420" y="36774"/>
                      <a:pt x="2453" y="36813"/>
                    </a:cubicBezTo>
                    <a:cubicBezTo>
                      <a:pt x="2436" y="36805"/>
                      <a:pt x="2420" y="36797"/>
                      <a:pt x="2403" y="36797"/>
                    </a:cubicBezTo>
                    <a:cubicBezTo>
                      <a:pt x="2171" y="36706"/>
                      <a:pt x="1947" y="36606"/>
                      <a:pt x="1740" y="36482"/>
                    </a:cubicBezTo>
                    <a:cubicBezTo>
                      <a:pt x="1550" y="36366"/>
                      <a:pt x="1359" y="36225"/>
                      <a:pt x="1202" y="36068"/>
                    </a:cubicBezTo>
                    <a:cubicBezTo>
                      <a:pt x="1160" y="36026"/>
                      <a:pt x="1119" y="35985"/>
                      <a:pt x="1077" y="35935"/>
                    </a:cubicBezTo>
                    <a:lnTo>
                      <a:pt x="1077" y="35935"/>
                    </a:lnTo>
                    <a:cubicBezTo>
                      <a:pt x="1089" y="35941"/>
                      <a:pt x="1101" y="35947"/>
                      <a:pt x="1112" y="35947"/>
                    </a:cubicBezTo>
                    <a:cubicBezTo>
                      <a:pt x="1117" y="35947"/>
                      <a:pt x="1122" y="35946"/>
                      <a:pt x="1127" y="35943"/>
                    </a:cubicBezTo>
                    <a:cubicBezTo>
                      <a:pt x="1177" y="35927"/>
                      <a:pt x="1152" y="35869"/>
                      <a:pt x="1135" y="35836"/>
                    </a:cubicBezTo>
                    <a:cubicBezTo>
                      <a:pt x="1094" y="35761"/>
                      <a:pt x="1036" y="35695"/>
                      <a:pt x="978" y="35629"/>
                    </a:cubicBezTo>
                    <a:cubicBezTo>
                      <a:pt x="920" y="35562"/>
                      <a:pt x="862" y="35488"/>
                      <a:pt x="796" y="35421"/>
                    </a:cubicBezTo>
                    <a:cubicBezTo>
                      <a:pt x="786" y="35408"/>
                      <a:pt x="772" y="35402"/>
                      <a:pt x="757" y="35402"/>
                    </a:cubicBezTo>
                    <a:cubicBezTo>
                      <a:pt x="745" y="35402"/>
                      <a:pt x="732" y="35406"/>
                      <a:pt x="721" y="35413"/>
                    </a:cubicBezTo>
                    <a:cubicBezTo>
                      <a:pt x="688" y="35347"/>
                      <a:pt x="663" y="35289"/>
                      <a:pt x="638" y="35231"/>
                    </a:cubicBezTo>
                    <a:cubicBezTo>
                      <a:pt x="597" y="35107"/>
                      <a:pt x="572" y="34982"/>
                      <a:pt x="539" y="34858"/>
                    </a:cubicBezTo>
                    <a:cubicBezTo>
                      <a:pt x="514" y="34725"/>
                      <a:pt x="489" y="34585"/>
                      <a:pt x="489" y="34452"/>
                    </a:cubicBezTo>
                    <a:cubicBezTo>
                      <a:pt x="489" y="34419"/>
                      <a:pt x="472" y="34402"/>
                      <a:pt x="448" y="34394"/>
                    </a:cubicBezTo>
                    <a:cubicBezTo>
                      <a:pt x="439" y="34361"/>
                      <a:pt x="439" y="34328"/>
                      <a:pt x="431" y="34295"/>
                    </a:cubicBezTo>
                    <a:cubicBezTo>
                      <a:pt x="406" y="34029"/>
                      <a:pt x="390" y="33756"/>
                      <a:pt x="390" y="33491"/>
                    </a:cubicBezTo>
                    <a:cubicBezTo>
                      <a:pt x="373" y="32944"/>
                      <a:pt x="406" y="32389"/>
                      <a:pt x="481" y="31842"/>
                    </a:cubicBezTo>
                    <a:cubicBezTo>
                      <a:pt x="485" y="31803"/>
                      <a:pt x="457" y="31782"/>
                      <a:pt x="427" y="31782"/>
                    </a:cubicBezTo>
                    <a:cubicBezTo>
                      <a:pt x="401" y="31782"/>
                      <a:pt x="373" y="31799"/>
                      <a:pt x="365" y="31834"/>
                    </a:cubicBezTo>
                    <a:cubicBezTo>
                      <a:pt x="340" y="31950"/>
                      <a:pt x="315" y="32074"/>
                      <a:pt x="290" y="32190"/>
                    </a:cubicBezTo>
                    <a:cubicBezTo>
                      <a:pt x="290" y="32165"/>
                      <a:pt x="290" y="32140"/>
                      <a:pt x="282" y="32116"/>
                    </a:cubicBezTo>
                    <a:cubicBezTo>
                      <a:pt x="257" y="31884"/>
                      <a:pt x="240" y="31652"/>
                      <a:pt x="240" y="31411"/>
                    </a:cubicBezTo>
                    <a:cubicBezTo>
                      <a:pt x="249" y="30964"/>
                      <a:pt x="307" y="30475"/>
                      <a:pt x="481" y="30061"/>
                    </a:cubicBezTo>
                    <a:cubicBezTo>
                      <a:pt x="491" y="30024"/>
                      <a:pt x="466" y="30001"/>
                      <a:pt x="439" y="30001"/>
                    </a:cubicBezTo>
                    <a:cubicBezTo>
                      <a:pt x="423" y="30001"/>
                      <a:pt x="407" y="30009"/>
                      <a:pt x="398" y="30028"/>
                    </a:cubicBezTo>
                    <a:cubicBezTo>
                      <a:pt x="365" y="30086"/>
                      <a:pt x="340" y="30135"/>
                      <a:pt x="315" y="30193"/>
                    </a:cubicBezTo>
                    <a:cubicBezTo>
                      <a:pt x="365" y="29895"/>
                      <a:pt x="423" y="29605"/>
                      <a:pt x="522" y="29323"/>
                    </a:cubicBezTo>
                    <a:cubicBezTo>
                      <a:pt x="605" y="29066"/>
                      <a:pt x="721" y="28834"/>
                      <a:pt x="837" y="28594"/>
                    </a:cubicBezTo>
                    <a:cubicBezTo>
                      <a:pt x="841" y="28619"/>
                      <a:pt x="858" y="28632"/>
                      <a:pt x="875" y="28632"/>
                    </a:cubicBezTo>
                    <a:cubicBezTo>
                      <a:pt x="893" y="28632"/>
                      <a:pt x="912" y="28619"/>
                      <a:pt x="920" y="28594"/>
                    </a:cubicBezTo>
                    <a:cubicBezTo>
                      <a:pt x="945" y="28470"/>
                      <a:pt x="970" y="28346"/>
                      <a:pt x="1003" y="28221"/>
                    </a:cubicBezTo>
                    <a:cubicBezTo>
                      <a:pt x="1102" y="28006"/>
                      <a:pt x="1193" y="27782"/>
                      <a:pt x="1293" y="27567"/>
                    </a:cubicBezTo>
                    <a:cubicBezTo>
                      <a:pt x="1310" y="27533"/>
                      <a:pt x="1280" y="27507"/>
                      <a:pt x="1249" y="27507"/>
                    </a:cubicBezTo>
                    <a:cubicBezTo>
                      <a:pt x="1235" y="27507"/>
                      <a:pt x="1220" y="27512"/>
                      <a:pt x="1210" y="27525"/>
                    </a:cubicBezTo>
                    <a:cubicBezTo>
                      <a:pt x="1268" y="27385"/>
                      <a:pt x="1326" y="27235"/>
                      <a:pt x="1392" y="27095"/>
                    </a:cubicBezTo>
                    <a:cubicBezTo>
                      <a:pt x="1624" y="26589"/>
                      <a:pt x="1906" y="26109"/>
                      <a:pt x="2163" y="25611"/>
                    </a:cubicBezTo>
                    <a:cubicBezTo>
                      <a:pt x="2320" y="25305"/>
                      <a:pt x="2461" y="24990"/>
                      <a:pt x="2610" y="24683"/>
                    </a:cubicBezTo>
                    <a:cubicBezTo>
                      <a:pt x="2628" y="24648"/>
                      <a:pt x="2595" y="24617"/>
                      <a:pt x="2566" y="24617"/>
                    </a:cubicBezTo>
                    <a:cubicBezTo>
                      <a:pt x="2554" y="24617"/>
                      <a:pt x="2543" y="24622"/>
                      <a:pt x="2536" y="24634"/>
                    </a:cubicBezTo>
                    <a:lnTo>
                      <a:pt x="2353" y="24924"/>
                    </a:lnTo>
                    <a:cubicBezTo>
                      <a:pt x="2411" y="24808"/>
                      <a:pt x="2461" y="24700"/>
                      <a:pt x="2511" y="24584"/>
                    </a:cubicBezTo>
                    <a:cubicBezTo>
                      <a:pt x="2718" y="24128"/>
                      <a:pt x="2933" y="23673"/>
                      <a:pt x="3182" y="23234"/>
                    </a:cubicBezTo>
                    <a:cubicBezTo>
                      <a:pt x="3323" y="22985"/>
                      <a:pt x="3472" y="22736"/>
                      <a:pt x="3629" y="22504"/>
                    </a:cubicBezTo>
                    <a:cubicBezTo>
                      <a:pt x="3653" y="22463"/>
                      <a:pt x="3626" y="22426"/>
                      <a:pt x="3594" y="22426"/>
                    </a:cubicBezTo>
                    <a:cubicBezTo>
                      <a:pt x="3581" y="22426"/>
                      <a:pt x="3567" y="22432"/>
                      <a:pt x="3555" y="22446"/>
                    </a:cubicBezTo>
                    <a:cubicBezTo>
                      <a:pt x="3463" y="22546"/>
                      <a:pt x="3381" y="22645"/>
                      <a:pt x="3298" y="22753"/>
                    </a:cubicBezTo>
                    <a:cubicBezTo>
                      <a:pt x="3314" y="22720"/>
                      <a:pt x="3323" y="22678"/>
                      <a:pt x="3339" y="22645"/>
                    </a:cubicBezTo>
                    <a:cubicBezTo>
                      <a:pt x="3439" y="22347"/>
                      <a:pt x="3530" y="22040"/>
                      <a:pt x="3662" y="21750"/>
                    </a:cubicBezTo>
                    <a:cubicBezTo>
                      <a:pt x="3795" y="21469"/>
                      <a:pt x="3985" y="21212"/>
                      <a:pt x="4176" y="20972"/>
                    </a:cubicBezTo>
                    <a:cubicBezTo>
                      <a:pt x="4383" y="20706"/>
                      <a:pt x="4582" y="20450"/>
                      <a:pt x="4789" y="20193"/>
                    </a:cubicBezTo>
                    <a:cubicBezTo>
                      <a:pt x="4963" y="19977"/>
                      <a:pt x="5129" y="19762"/>
                      <a:pt x="5295" y="19538"/>
                    </a:cubicBezTo>
                    <a:cubicBezTo>
                      <a:pt x="5303" y="19555"/>
                      <a:pt x="5303" y="19571"/>
                      <a:pt x="5303" y="19588"/>
                    </a:cubicBezTo>
                    <a:cubicBezTo>
                      <a:pt x="5314" y="19620"/>
                      <a:pt x="5342" y="19642"/>
                      <a:pt x="5369" y="19642"/>
                    </a:cubicBezTo>
                    <a:cubicBezTo>
                      <a:pt x="5384" y="19642"/>
                      <a:pt x="5399" y="19636"/>
                      <a:pt x="5411" y="19621"/>
                    </a:cubicBezTo>
                    <a:cubicBezTo>
                      <a:pt x="5469" y="19538"/>
                      <a:pt x="5485" y="19430"/>
                      <a:pt x="5518" y="19339"/>
                    </a:cubicBezTo>
                    <a:cubicBezTo>
                      <a:pt x="5551" y="19240"/>
                      <a:pt x="5576" y="19140"/>
                      <a:pt x="5618" y="19041"/>
                    </a:cubicBezTo>
                    <a:cubicBezTo>
                      <a:pt x="5684" y="18850"/>
                      <a:pt x="5767" y="18660"/>
                      <a:pt x="5891" y="18494"/>
                    </a:cubicBezTo>
                    <a:cubicBezTo>
                      <a:pt x="5957" y="18395"/>
                      <a:pt x="6049" y="18304"/>
                      <a:pt x="6131" y="18221"/>
                    </a:cubicBezTo>
                    <a:cubicBezTo>
                      <a:pt x="6131" y="18262"/>
                      <a:pt x="6148" y="18304"/>
                      <a:pt x="6173" y="18329"/>
                    </a:cubicBezTo>
                    <a:cubicBezTo>
                      <a:pt x="6185" y="18341"/>
                      <a:pt x="6200" y="18347"/>
                      <a:pt x="6213" y="18347"/>
                    </a:cubicBezTo>
                    <a:cubicBezTo>
                      <a:pt x="6227" y="18347"/>
                      <a:pt x="6239" y="18341"/>
                      <a:pt x="6247" y="18329"/>
                    </a:cubicBezTo>
                    <a:cubicBezTo>
                      <a:pt x="6289" y="18287"/>
                      <a:pt x="6289" y="18221"/>
                      <a:pt x="6297" y="18163"/>
                    </a:cubicBezTo>
                    <a:cubicBezTo>
                      <a:pt x="6305" y="18113"/>
                      <a:pt x="6314" y="18055"/>
                      <a:pt x="6322" y="17997"/>
                    </a:cubicBezTo>
                    <a:cubicBezTo>
                      <a:pt x="6438" y="17831"/>
                      <a:pt x="6504" y="17649"/>
                      <a:pt x="6496" y="17450"/>
                    </a:cubicBezTo>
                    <a:cubicBezTo>
                      <a:pt x="6496" y="17409"/>
                      <a:pt x="6463" y="17392"/>
                      <a:pt x="6430" y="17392"/>
                    </a:cubicBezTo>
                    <a:cubicBezTo>
                      <a:pt x="6471" y="17235"/>
                      <a:pt x="6529" y="17086"/>
                      <a:pt x="6604" y="16937"/>
                    </a:cubicBezTo>
                    <a:cubicBezTo>
                      <a:pt x="6703" y="16721"/>
                      <a:pt x="6836" y="16514"/>
                      <a:pt x="6960" y="16307"/>
                    </a:cubicBezTo>
                    <a:cubicBezTo>
                      <a:pt x="6960" y="16307"/>
                      <a:pt x="6960" y="16307"/>
                      <a:pt x="6960" y="16299"/>
                    </a:cubicBezTo>
                    <a:cubicBezTo>
                      <a:pt x="6970" y="16302"/>
                      <a:pt x="6979" y="16304"/>
                      <a:pt x="6987" y="16304"/>
                    </a:cubicBezTo>
                    <a:cubicBezTo>
                      <a:pt x="6999" y="16304"/>
                      <a:pt x="7008" y="16300"/>
                      <a:pt x="7018" y="16290"/>
                    </a:cubicBezTo>
                    <a:cubicBezTo>
                      <a:pt x="7068" y="16207"/>
                      <a:pt x="7093" y="16116"/>
                      <a:pt x="7117" y="16033"/>
                    </a:cubicBezTo>
                    <a:cubicBezTo>
                      <a:pt x="7184" y="15909"/>
                      <a:pt x="7242" y="15793"/>
                      <a:pt x="7300" y="15661"/>
                    </a:cubicBezTo>
                    <a:cubicBezTo>
                      <a:pt x="7316" y="15627"/>
                      <a:pt x="7300" y="15603"/>
                      <a:pt x="7275" y="15594"/>
                    </a:cubicBezTo>
                    <a:cubicBezTo>
                      <a:pt x="7291" y="15594"/>
                      <a:pt x="7316" y="15594"/>
                      <a:pt x="7325" y="15569"/>
                    </a:cubicBezTo>
                    <a:cubicBezTo>
                      <a:pt x="7383" y="15503"/>
                      <a:pt x="7407" y="15420"/>
                      <a:pt x="7441" y="15337"/>
                    </a:cubicBezTo>
                    <a:cubicBezTo>
                      <a:pt x="7474" y="15255"/>
                      <a:pt x="7499" y="15163"/>
                      <a:pt x="7523" y="15081"/>
                    </a:cubicBezTo>
                    <a:cubicBezTo>
                      <a:pt x="7532" y="15064"/>
                      <a:pt x="7540" y="15039"/>
                      <a:pt x="7548" y="15023"/>
                    </a:cubicBezTo>
                    <a:cubicBezTo>
                      <a:pt x="7565" y="15006"/>
                      <a:pt x="7557" y="14989"/>
                      <a:pt x="7557" y="14973"/>
                    </a:cubicBezTo>
                    <a:cubicBezTo>
                      <a:pt x="7598" y="14824"/>
                      <a:pt x="7648" y="14666"/>
                      <a:pt x="7714" y="14525"/>
                    </a:cubicBezTo>
                    <a:cubicBezTo>
                      <a:pt x="7780" y="14401"/>
                      <a:pt x="7863" y="14285"/>
                      <a:pt x="7938" y="14169"/>
                    </a:cubicBezTo>
                    <a:cubicBezTo>
                      <a:pt x="7946" y="14177"/>
                      <a:pt x="7946" y="14194"/>
                      <a:pt x="7946" y="14202"/>
                    </a:cubicBezTo>
                    <a:cubicBezTo>
                      <a:pt x="7950" y="14211"/>
                      <a:pt x="7963" y="14218"/>
                      <a:pt x="7975" y="14218"/>
                    </a:cubicBezTo>
                    <a:cubicBezTo>
                      <a:pt x="7986" y="14218"/>
                      <a:pt x="7996" y="14214"/>
                      <a:pt x="8004" y="14202"/>
                    </a:cubicBezTo>
                    <a:cubicBezTo>
                      <a:pt x="8045" y="14136"/>
                      <a:pt x="8062" y="14037"/>
                      <a:pt x="8079" y="13954"/>
                    </a:cubicBezTo>
                    <a:cubicBezTo>
                      <a:pt x="8112" y="13904"/>
                      <a:pt x="8137" y="13846"/>
                      <a:pt x="8161" y="13788"/>
                    </a:cubicBezTo>
                    <a:lnTo>
                      <a:pt x="8161" y="13788"/>
                    </a:lnTo>
                    <a:cubicBezTo>
                      <a:pt x="8145" y="13846"/>
                      <a:pt x="8128" y="13904"/>
                      <a:pt x="8120" y="13962"/>
                    </a:cubicBezTo>
                    <a:cubicBezTo>
                      <a:pt x="8112" y="14028"/>
                      <a:pt x="8103" y="14095"/>
                      <a:pt x="8103" y="14161"/>
                    </a:cubicBezTo>
                    <a:cubicBezTo>
                      <a:pt x="8103" y="14227"/>
                      <a:pt x="8095" y="14302"/>
                      <a:pt x="8120" y="14368"/>
                    </a:cubicBezTo>
                    <a:cubicBezTo>
                      <a:pt x="8129" y="14381"/>
                      <a:pt x="8147" y="14390"/>
                      <a:pt x="8164" y="14390"/>
                    </a:cubicBezTo>
                    <a:cubicBezTo>
                      <a:pt x="8178" y="14390"/>
                      <a:pt x="8191" y="14383"/>
                      <a:pt x="8194" y="14368"/>
                    </a:cubicBezTo>
                    <a:cubicBezTo>
                      <a:pt x="8219" y="14302"/>
                      <a:pt x="8211" y="14235"/>
                      <a:pt x="8219" y="14169"/>
                    </a:cubicBezTo>
                    <a:cubicBezTo>
                      <a:pt x="8228" y="14103"/>
                      <a:pt x="8228" y="14045"/>
                      <a:pt x="8236" y="13979"/>
                    </a:cubicBezTo>
                    <a:cubicBezTo>
                      <a:pt x="8252" y="13854"/>
                      <a:pt x="8277" y="13722"/>
                      <a:pt x="8319" y="13598"/>
                    </a:cubicBezTo>
                    <a:cubicBezTo>
                      <a:pt x="8335" y="13561"/>
                      <a:pt x="8304" y="13534"/>
                      <a:pt x="8273" y="13534"/>
                    </a:cubicBezTo>
                    <a:cubicBezTo>
                      <a:pt x="8255" y="13534"/>
                      <a:pt x="8237" y="13543"/>
                      <a:pt x="8228" y="13564"/>
                    </a:cubicBezTo>
                    <a:cubicBezTo>
                      <a:pt x="8211" y="13606"/>
                      <a:pt x="8203" y="13647"/>
                      <a:pt x="8186" y="13689"/>
                    </a:cubicBezTo>
                    <a:cubicBezTo>
                      <a:pt x="8186" y="13672"/>
                      <a:pt x="8170" y="13656"/>
                      <a:pt x="8153" y="13639"/>
                    </a:cubicBezTo>
                    <a:cubicBezTo>
                      <a:pt x="8161" y="13598"/>
                      <a:pt x="8178" y="13556"/>
                      <a:pt x="8194" y="13506"/>
                    </a:cubicBezTo>
                    <a:cubicBezTo>
                      <a:pt x="8203" y="13482"/>
                      <a:pt x="8211" y="13448"/>
                      <a:pt x="8219" y="13415"/>
                    </a:cubicBezTo>
                    <a:cubicBezTo>
                      <a:pt x="8228" y="13419"/>
                      <a:pt x="8236" y="13421"/>
                      <a:pt x="8243" y="13421"/>
                    </a:cubicBezTo>
                    <a:cubicBezTo>
                      <a:pt x="8250" y="13421"/>
                      <a:pt x="8257" y="13419"/>
                      <a:pt x="8261" y="13415"/>
                    </a:cubicBezTo>
                    <a:cubicBezTo>
                      <a:pt x="8335" y="13357"/>
                      <a:pt x="8385" y="13274"/>
                      <a:pt x="8426" y="13200"/>
                    </a:cubicBezTo>
                    <a:cubicBezTo>
                      <a:pt x="8468" y="13117"/>
                      <a:pt x="8509" y="13026"/>
                      <a:pt x="8534" y="12935"/>
                    </a:cubicBezTo>
                    <a:cubicBezTo>
                      <a:pt x="8584" y="12802"/>
                      <a:pt x="8625" y="12636"/>
                      <a:pt x="8559" y="12504"/>
                    </a:cubicBezTo>
                    <a:lnTo>
                      <a:pt x="8675" y="12504"/>
                    </a:lnTo>
                    <a:cubicBezTo>
                      <a:pt x="8658" y="12512"/>
                      <a:pt x="8650" y="12520"/>
                      <a:pt x="8650" y="12537"/>
                    </a:cubicBezTo>
                    <a:cubicBezTo>
                      <a:pt x="8650" y="12587"/>
                      <a:pt x="8658" y="12645"/>
                      <a:pt x="8658" y="12694"/>
                    </a:cubicBezTo>
                    <a:cubicBezTo>
                      <a:pt x="8658" y="12744"/>
                      <a:pt x="8658" y="12786"/>
                      <a:pt x="8650" y="12835"/>
                    </a:cubicBezTo>
                    <a:cubicBezTo>
                      <a:pt x="8650" y="12885"/>
                      <a:pt x="8634" y="12935"/>
                      <a:pt x="8625" y="12984"/>
                    </a:cubicBezTo>
                    <a:cubicBezTo>
                      <a:pt x="8617" y="13026"/>
                      <a:pt x="8600" y="13076"/>
                      <a:pt x="8600" y="13125"/>
                    </a:cubicBezTo>
                    <a:cubicBezTo>
                      <a:pt x="8600" y="13144"/>
                      <a:pt x="8619" y="13153"/>
                      <a:pt x="8635" y="13153"/>
                    </a:cubicBezTo>
                    <a:cubicBezTo>
                      <a:pt x="8641" y="13153"/>
                      <a:pt x="8646" y="13152"/>
                      <a:pt x="8650" y="13150"/>
                    </a:cubicBezTo>
                    <a:cubicBezTo>
                      <a:pt x="8692" y="13117"/>
                      <a:pt x="8716" y="13059"/>
                      <a:pt x="8733" y="13018"/>
                    </a:cubicBezTo>
                    <a:cubicBezTo>
                      <a:pt x="8758" y="12960"/>
                      <a:pt x="8766" y="12902"/>
                      <a:pt x="8774" y="12852"/>
                    </a:cubicBezTo>
                    <a:cubicBezTo>
                      <a:pt x="8783" y="12744"/>
                      <a:pt x="8774" y="12620"/>
                      <a:pt x="8725" y="12529"/>
                    </a:cubicBezTo>
                    <a:cubicBezTo>
                      <a:pt x="8717" y="12521"/>
                      <a:pt x="8709" y="12513"/>
                      <a:pt x="8701" y="12512"/>
                    </a:cubicBezTo>
                    <a:lnTo>
                      <a:pt x="8701" y="12512"/>
                    </a:lnTo>
                    <a:cubicBezTo>
                      <a:pt x="8753" y="12514"/>
                      <a:pt x="8806" y="12515"/>
                      <a:pt x="8858" y="12515"/>
                    </a:cubicBezTo>
                    <a:cubicBezTo>
                      <a:pt x="9337" y="12515"/>
                      <a:pt x="9819" y="12447"/>
                      <a:pt x="10274" y="12305"/>
                    </a:cubicBezTo>
                    <a:cubicBezTo>
                      <a:pt x="10432" y="12255"/>
                      <a:pt x="10589" y="12206"/>
                      <a:pt x="10755" y="12164"/>
                    </a:cubicBezTo>
                    <a:cubicBezTo>
                      <a:pt x="10904" y="12131"/>
                      <a:pt x="11053" y="12098"/>
                      <a:pt x="11202" y="12056"/>
                    </a:cubicBezTo>
                    <a:cubicBezTo>
                      <a:pt x="11210" y="12056"/>
                      <a:pt x="11210" y="12048"/>
                      <a:pt x="11219" y="12040"/>
                    </a:cubicBezTo>
                    <a:cubicBezTo>
                      <a:pt x="11244" y="12036"/>
                      <a:pt x="11268" y="12034"/>
                      <a:pt x="11293" y="12034"/>
                    </a:cubicBezTo>
                    <a:cubicBezTo>
                      <a:pt x="11318" y="12034"/>
                      <a:pt x="11343" y="12036"/>
                      <a:pt x="11368" y="12040"/>
                    </a:cubicBezTo>
                    <a:cubicBezTo>
                      <a:pt x="11426" y="12048"/>
                      <a:pt x="11476" y="12073"/>
                      <a:pt x="11534" y="12090"/>
                    </a:cubicBezTo>
                    <a:cubicBezTo>
                      <a:pt x="11558" y="12098"/>
                      <a:pt x="11583" y="12106"/>
                      <a:pt x="11608" y="12114"/>
                    </a:cubicBezTo>
                    <a:cubicBezTo>
                      <a:pt x="11633" y="12123"/>
                      <a:pt x="11658" y="12131"/>
                      <a:pt x="11683" y="12131"/>
                    </a:cubicBezTo>
                    <a:cubicBezTo>
                      <a:pt x="11699" y="12131"/>
                      <a:pt x="11708" y="12114"/>
                      <a:pt x="11708" y="12098"/>
                    </a:cubicBezTo>
                    <a:cubicBezTo>
                      <a:pt x="11699" y="12040"/>
                      <a:pt x="11625" y="12007"/>
                      <a:pt x="11575" y="11990"/>
                    </a:cubicBezTo>
                    <a:cubicBezTo>
                      <a:pt x="11517" y="11965"/>
                      <a:pt x="11451" y="11940"/>
                      <a:pt x="11393" y="11932"/>
                    </a:cubicBezTo>
                    <a:cubicBezTo>
                      <a:pt x="11367" y="11926"/>
                      <a:pt x="11342" y="11923"/>
                      <a:pt x="11317" y="11923"/>
                    </a:cubicBezTo>
                    <a:cubicBezTo>
                      <a:pt x="11276" y="11923"/>
                      <a:pt x="11235" y="11930"/>
                      <a:pt x="11194" y="11940"/>
                    </a:cubicBezTo>
                    <a:cubicBezTo>
                      <a:pt x="11161" y="11949"/>
                      <a:pt x="11136" y="11957"/>
                      <a:pt x="11103" y="11974"/>
                    </a:cubicBezTo>
                    <a:cubicBezTo>
                      <a:pt x="10813" y="11974"/>
                      <a:pt x="10514" y="12090"/>
                      <a:pt x="10233" y="12164"/>
                    </a:cubicBezTo>
                    <a:cubicBezTo>
                      <a:pt x="9918" y="12239"/>
                      <a:pt x="9603" y="12305"/>
                      <a:pt x="9280" y="12330"/>
                    </a:cubicBezTo>
                    <a:cubicBezTo>
                      <a:pt x="9131" y="12345"/>
                      <a:pt x="8981" y="12354"/>
                      <a:pt x="8830" y="12354"/>
                    </a:cubicBezTo>
                    <a:cubicBezTo>
                      <a:pt x="8662" y="12354"/>
                      <a:pt x="8493" y="12343"/>
                      <a:pt x="8327" y="12322"/>
                    </a:cubicBezTo>
                    <a:cubicBezTo>
                      <a:pt x="8070" y="12297"/>
                      <a:pt x="7780" y="12189"/>
                      <a:pt x="7681" y="11940"/>
                    </a:cubicBezTo>
                    <a:lnTo>
                      <a:pt x="7681" y="11932"/>
                    </a:lnTo>
                    <a:cubicBezTo>
                      <a:pt x="7689" y="11940"/>
                      <a:pt x="7697" y="11940"/>
                      <a:pt x="7697" y="11949"/>
                    </a:cubicBezTo>
                    <a:cubicBezTo>
                      <a:pt x="7813" y="12015"/>
                      <a:pt x="7979" y="12032"/>
                      <a:pt x="8112" y="12040"/>
                    </a:cubicBezTo>
                    <a:cubicBezTo>
                      <a:pt x="8148" y="12042"/>
                      <a:pt x="8184" y="12043"/>
                      <a:pt x="8220" y="12043"/>
                    </a:cubicBezTo>
                    <a:cubicBezTo>
                      <a:pt x="8497" y="12043"/>
                      <a:pt x="8768" y="11989"/>
                      <a:pt x="9031" y="11916"/>
                    </a:cubicBezTo>
                    <a:cubicBezTo>
                      <a:pt x="9180" y="11874"/>
                      <a:pt x="9330" y="11833"/>
                      <a:pt x="9462" y="11750"/>
                    </a:cubicBezTo>
                    <a:cubicBezTo>
                      <a:pt x="9520" y="11717"/>
                      <a:pt x="9578" y="11675"/>
                      <a:pt x="9644" y="11650"/>
                    </a:cubicBezTo>
                    <a:cubicBezTo>
                      <a:pt x="9673" y="11646"/>
                      <a:pt x="9699" y="11641"/>
                      <a:pt x="9725" y="11641"/>
                    </a:cubicBezTo>
                    <a:cubicBezTo>
                      <a:pt x="9745" y="11641"/>
                      <a:pt x="9764" y="11643"/>
                      <a:pt x="9785" y="11650"/>
                    </a:cubicBezTo>
                    <a:cubicBezTo>
                      <a:pt x="9818" y="11659"/>
                      <a:pt x="9843" y="11675"/>
                      <a:pt x="9876" y="11675"/>
                    </a:cubicBezTo>
                    <a:cubicBezTo>
                      <a:pt x="9883" y="11676"/>
                      <a:pt x="9888" y="11677"/>
                      <a:pt x="9894" y="11677"/>
                    </a:cubicBezTo>
                    <a:cubicBezTo>
                      <a:pt x="9942" y="11677"/>
                      <a:pt x="9972" y="11647"/>
                      <a:pt x="10009" y="11617"/>
                    </a:cubicBezTo>
                    <a:cubicBezTo>
                      <a:pt x="10052" y="11579"/>
                      <a:pt x="10099" y="11563"/>
                      <a:pt x="10150" y="11563"/>
                    </a:cubicBezTo>
                    <a:cubicBezTo>
                      <a:pt x="10177" y="11563"/>
                      <a:pt x="10204" y="11567"/>
                      <a:pt x="10233" y="11576"/>
                    </a:cubicBezTo>
                    <a:cubicBezTo>
                      <a:pt x="10365" y="11609"/>
                      <a:pt x="10490" y="11667"/>
                      <a:pt x="10630" y="11675"/>
                    </a:cubicBezTo>
                    <a:cubicBezTo>
                      <a:pt x="10651" y="11677"/>
                      <a:pt x="10673" y="11678"/>
                      <a:pt x="10694" y="11678"/>
                    </a:cubicBezTo>
                    <a:cubicBezTo>
                      <a:pt x="10907" y="11678"/>
                      <a:pt x="11126" y="11602"/>
                      <a:pt x="11277" y="11443"/>
                    </a:cubicBezTo>
                    <a:lnTo>
                      <a:pt x="11293" y="11427"/>
                    </a:lnTo>
                    <a:lnTo>
                      <a:pt x="11302" y="11418"/>
                    </a:lnTo>
                    <a:lnTo>
                      <a:pt x="11310" y="11410"/>
                    </a:lnTo>
                    <a:cubicBezTo>
                      <a:pt x="11318" y="11402"/>
                      <a:pt x="11326" y="11394"/>
                      <a:pt x="11335" y="11385"/>
                    </a:cubicBezTo>
                    <a:lnTo>
                      <a:pt x="11343" y="11377"/>
                    </a:lnTo>
                    <a:cubicBezTo>
                      <a:pt x="11360" y="11360"/>
                      <a:pt x="11368" y="11352"/>
                      <a:pt x="11384" y="11344"/>
                    </a:cubicBezTo>
                    <a:cubicBezTo>
                      <a:pt x="11401" y="11319"/>
                      <a:pt x="11426" y="11294"/>
                      <a:pt x="11451" y="11269"/>
                    </a:cubicBezTo>
                    <a:cubicBezTo>
                      <a:pt x="11467" y="11261"/>
                      <a:pt x="11476" y="11253"/>
                      <a:pt x="11492" y="11236"/>
                    </a:cubicBezTo>
                    <a:cubicBezTo>
                      <a:pt x="11500" y="11236"/>
                      <a:pt x="11500" y="11228"/>
                      <a:pt x="11509" y="11220"/>
                    </a:cubicBezTo>
                    <a:cubicBezTo>
                      <a:pt x="11534" y="11203"/>
                      <a:pt x="11542" y="11186"/>
                      <a:pt x="11550" y="11153"/>
                    </a:cubicBezTo>
                    <a:cubicBezTo>
                      <a:pt x="11550" y="11145"/>
                      <a:pt x="11550" y="11137"/>
                      <a:pt x="11550" y="11128"/>
                    </a:cubicBezTo>
                    <a:cubicBezTo>
                      <a:pt x="11550" y="11137"/>
                      <a:pt x="11558" y="11145"/>
                      <a:pt x="11567" y="11145"/>
                    </a:cubicBezTo>
                    <a:lnTo>
                      <a:pt x="11567" y="11162"/>
                    </a:lnTo>
                    <a:cubicBezTo>
                      <a:pt x="11575" y="11170"/>
                      <a:pt x="11583" y="11178"/>
                      <a:pt x="11583" y="11186"/>
                    </a:cubicBezTo>
                    <a:lnTo>
                      <a:pt x="11583" y="11195"/>
                    </a:lnTo>
                    <a:cubicBezTo>
                      <a:pt x="11592" y="11211"/>
                      <a:pt x="11592" y="11228"/>
                      <a:pt x="11600" y="11244"/>
                    </a:cubicBezTo>
                    <a:cubicBezTo>
                      <a:pt x="11616" y="11267"/>
                      <a:pt x="11644" y="11285"/>
                      <a:pt x="11673" y="11285"/>
                    </a:cubicBezTo>
                    <a:cubicBezTo>
                      <a:pt x="11687" y="11285"/>
                      <a:pt x="11702" y="11280"/>
                      <a:pt x="11716" y="11269"/>
                    </a:cubicBezTo>
                    <a:cubicBezTo>
                      <a:pt x="11757" y="11228"/>
                      <a:pt x="11749" y="11153"/>
                      <a:pt x="11724" y="11104"/>
                    </a:cubicBezTo>
                    <a:cubicBezTo>
                      <a:pt x="11683" y="11021"/>
                      <a:pt x="11608" y="10971"/>
                      <a:pt x="11525" y="10938"/>
                    </a:cubicBezTo>
                    <a:cubicBezTo>
                      <a:pt x="11426" y="10905"/>
                      <a:pt x="11335" y="10888"/>
                      <a:pt x="11235" y="10880"/>
                    </a:cubicBezTo>
                    <a:cubicBezTo>
                      <a:pt x="11210" y="10880"/>
                      <a:pt x="11177" y="10896"/>
                      <a:pt x="11177" y="10930"/>
                    </a:cubicBezTo>
                    <a:cubicBezTo>
                      <a:pt x="11169" y="10963"/>
                      <a:pt x="11194" y="10979"/>
                      <a:pt x="11227" y="10988"/>
                    </a:cubicBezTo>
                    <a:cubicBezTo>
                      <a:pt x="11293" y="11004"/>
                      <a:pt x="11368" y="11037"/>
                      <a:pt x="11442" y="11062"/>
                    </a:cubicBezTo>
                    <a:cubicBezTo>
                      <a:pt x="11418" y="11070"/>
                      <a:pt x="11401" y="11087"/>
                      <a:pt x="11384" y="11104"/>
                    </a:cubicBezTo>
                    <a:cubicBezTo>
                      <a:pt x="11368" y="11120"/>
                      <a:pt x="11351" y="11137"/>
                      <a:pt x="11335" y="11153"/>
                    </a:cubicBezTo>
                    <a:cubicBezTo>
                      <a:pt x="11310" y="11178"/>
                      <a:pt x="11285" y="11203"/>
                      <a:pt x="11268" y="11228"/>
                    </a:cubicBezTo>
                    <a:lnTo>
                      <a:pt x="11260" y="11244"/>
                    </a:lnTo>
                    <a:cubicBezTo>
                      <a:pt x="11252" y="11244"/>
                      <a:pt x="11235" y="11253"/>
                      <a:pt x="11227" y="11261"/>
                    </a:cubicBezTo>
                    <a:cubicBezTo>
                      <a:pt x="11083" y="11413"/>
                      <a:pt x="10890" y="11495"/>
                      <a:pt x="10680" y="11495"/>
                    </a:cubicBezTo>
                    <a:cubicBezTo>
                      <a:pt x="10661" y="11495"/>
                      <a:pt x="10642" y="11494"/>
                      <a:pt x="10622" y="11493"/>
                    </a:cubicBezTo>
                    <a:cubicBezTo>
                      <a:pt x="10485" y="11488"/>
                      <a:pt x="10327" y="11418"/>
                      <a:pt x="10181" y="11418"/>
                    </a:cubicBezTo>
                    <a:cubicBezTo>
                      <a:pt x="10099" y="11418"/>
                      <a:pt x="10020" y="11441"/>
                      <a:pt x="9951" y="11510"/>
                    </a:cubicBezTo>
                    <a:cubicBezTo>
                      <a:pt x="9918" y="11534"/>
                      <a:pt x="9918" y="11551"/>
                      <a:pt x="9876" y="11559"/>
                    </a:cubicBezTo>
                    <a:cubicBezTo>
                      <a:pt x="9843" y="11559"/>
                      <a:pt x="9810" y="11543"/>
                      <a:pt x="9777" y="11543"/>
                    </a:cubicBezTo>
                    <a:cubicBezTo>
                      <a:pt x="9764" y="11540"/>
                      <a:pt x="9750" y="11539"/>
                      <a:pt x="9736" y="11539"/>
                    </a:cubicBezTo>
                    <a:cubicBezTo>
                      <a:pt x="9697" y="11539"/>
                      <a:pt x="9656" y="11547"/>
                      <a:pt x="9620" y="11559"/>
                    </a:cubicBezTo>
                    <a:cubicBezTo>
                      <a:pt x="9487" y="11609"/>
                      <a:pt x="9371" y="11692"/>
                      <a:pt x="9230" y="11725"/>
                    </a:cubicBezTo>
                    <a:cubicBezTo>
                      <a:pt x="8965" y="11791"/>
                      <a:pt x="8683" y="11849"/>
                      <a:pt x="8410" y="11874"/>
                    </a:cubicBezTo>
                    <a:cubicBezTo>
                      <a:pt x="8350" y="11880"/>
                      <a:pt x="8290" y="11883"/>
                      <a:pt x="8230" y="11883"/>
                    </a:cubicBezTo>
                    <a:cubicBezTo>
                      <a:pt x="8133" y="11883"/>
                      <a:pt x="8038" y="11876"/>
                      <a:pt x="7946" y="11866"/>
                    </a:cubicBezTo>
                    <a:cubicBezTo>
                      <a:pt x="7880" y="11849"/>
                      <a:pt x="7780" y="11849"/>
                      <a:pt x="7739" y="11783"/>
                    </a:cubicBezTo>
                    <a:cubicBezTo>
                      <a:pt x="7755" y="11675"/>
                      <a:pt x="7714" y="11559"/>
                      <a:pt x="7623" y="11493"/>
                    </a:cubicBezTo>
                    <a:cubicBezTo>
                      <a:pt x="7623" y="11485"/>
                      <a:pt x="7615" y="11468"/>
                      <a:pt x="7606" y="11452"/>
                    </a:cubicBezTo>
                    <a:cubicBezTo>
                      <a:pt x="7623" y="11435"/>
                      <a:pt x="7631" y="11418"/>
                      <a:pt x="7623" y="11394"/>
                    </a:cubicBezTo>
                    <a:cubicBezTo>
                      <a:pt x="7623" y="11369"/>
                      <a:pt x="7631" y="11352"/>
                      <a:pt x="7648" y="11327"/>
                    </a:cubicBezTo>
                    <a:cubicBezTo>
                      <a:pt x="7714" y="11286"/>
                      <a:pt x="7764" y="11220"/>
                      <a:pt x="7797" y="11153"/>
                    </a:cubicBezTo>
                    <a:lnTo>
                      <a:pt x="7805" y="11145"/>
                    </a:lnTo>
                    <a:cubicBezTo>
                      <a:pt x="7871" y="11054"/>
                      <a:pt x="7938" y="10971"/>
                      <a:pt x="7996" y="10880"/>
                    </a:cubicBezTo>
                    <a:cubicBezTo>
                      <a:pt x="8112" y="10689"/>
                      <a:pt x="8211" y="10499"/>
                      <a:pt x="8294" y="10292"/>
                    </a:cubicBezTo>
                    <a:cubicBezTo>
                      <a:pt x="8322" y="10228"/>
                      <a:pt x="8272" y="10170"/>
                      <a:pt x="8210" y="10170"/>
                    </a:cubicBezTo>
                    <a:cubicBezTo>
                      <a:pt x="8200" y="10170"/>
                      <a:pt x="8189" y="10172"/>
                      <a:pt x="8178" y="10176"/>
                    </a:cubicBezTo>
                    <a:cubicBezTo>
                      <a:pt x="8079" y="10217"/>
                      <a:pt x="7987" y="10250"/>
                      <a:pt x="7896" y="10300"/>
                    </a:cubicBezTo>
                    <a:cubicBezTo>
                      <a:pt x="7863" y="10283"/>
                      <a:pt x="7822" y="10275"/>
                      <a:pt x="7789" y="10267"/>
                    </a:cubicBezTo>
                    <a:cubicBezTo>
                      <a:pt x="7711" y="10257"/>
                      <a:pt x="7633" y="10253"/>
                      <a:pt x="7557" y="10253"/>
                    </a:cubicBezTo>
                    <a:cubicBezTo>
                      <a:pt x="7503" y="10253"/>
                      <a:pt x="7451" y="10255"/>
                      <a:pt x="7399" y="10258"/>
                    </a:cubicBezTo>
                    <a:cubicBezTo>
                      <a:pt x="7151" y="10267"/>
                      <a:pt x="6910" y="10316"/>
                      <a:pt x="6687" y="10408"/>
                    </a:cubicBezTo>
                    <a:cubicBezTo>
                      <a:pt x="6711" y="10350"/>
                      <a:pt x="6745" y="10300"/>
                      <a:pt x="6778" y="10250"/>
                    </a:cubicBezTo>
                    <a:cubicBezTo>
                      <a:pt x="6827" y="10159"/>
                      <a:pt x="6877" y="10076"/>
                      <a:pt x="6943" y="9993"/>
                    </a:cubicBezTo>
                    <a:cubicBezTo>
                      <a:pt x="7051" y="9844"/>
                      <a:pt x="7184" y="9703"/>
                      <a:pt x="7308" y="9562"/>
                    </a:cubicBezTo>
                    <a:cubicBezTo>
                      <a:pt x="7507" y="9347"/>
                      <a:pt x="7722" y="9148"/>
                      <a:pt x="7921" y="8933"/>
                    </a:cubicBezTo>
                    <a:cubicBezTo>
                      <a:pt x="7946" y="8933"/>
                      <a:pt x="7971" y="8924"/>
                      <a:pt x="7979" y="8900"/>
                    </a:cubicBezTo>
                    <a:cubicBezTo>
                      <a:pt x="7996" y="8875"/>
                      <a:pt x="8012" y="8850"/>
                      <a:pt x="8021" y="8825"/>
                    </a:cubicBezTo>
                    <a:cubicBezTo>
                      <a:pt x="8079" y="8759"/>
                      <a:pt x="8137" y="8693"/>
                      <a:pt x="8186" y="8626"/>
                    </a:cubicBezTo>
                    <a:cubicBezTo>
                      <a:pt x="8212" y="8593"/>
                      <a:pt x="8181" y="8550"/>
                      <a:pt x="8147" y="8550"/>
                    </a:cubicBezTo>
                    <a:cubicBezTo>
                      <a:pt x="8138" y="8550"/>
                      <a:pt x="8129" y="8553"/>
                      <a:pt x="8120" y="8560"/>
                    </a:cubicBezTo>
                    <a:cubicBezTo>
                      <a:pt x="8095" y="8577"/>
                      <a:pt x="8079" y="8593"/>
                      <a:pt x="8054" y="8610"/>
                    </a:cubicBezTo>
                    <a:cubicBezTo>
                      <a:pt x="8062" y="8593"/>
                      <a:pt x="8062" y="8585"/>
                      <a:pt x="8062" y="8568"/>
                    </a:cubicBezTo>
                    <a:cubicBezTo>
                      <a:pt x="8070" y="8452"/>
                      <a:pt x="8070" y="8336"/>
                      <a:pt x="8062" y="8229"/>
                    </a:cubicBezTo>
                    <a:cubicBezTo>
                      <a:pt x="8054" y="7997"/>
                      <a:pt x="8037" y="7765"/>
                      <a:pt x="8054" y="7533"/>
                    </a:cubicBezTo>
                    <a:cubicBezTo>
                      <a:pt x="8054" y="7507"/>
                      <a:pt x="8032" y="7488"/>
                      <a:pt x="8012" y="7488"/>
                    </a:cubicBezTo>
                    <a:cubicBezTo>
                      <a:pt x="7999" y="7488"/>
                      <a:pt x="7986" y="7496"/>
                      <a:pt x="7979" y="7516"/>
                    </a:cubicBezTo>
                    <a:lnTo>
                      <a:pt x="7971" y="7524"/>
                    </a:lnTo>
                    <a:cubicBezTo>
                      <a:pt x="7971" y="7392"/>
                      <a:pt x="7971" y="7259"/>
                      <a:pt x="7987" y="7127"/>
                    </a:cubicBezTo>
                    <a:cubicBezTo>
                      <a:pt x="7996" y="7102"/>
                      <a:pt x="7996" y="7069"/>
                      <a:pt x="8004" y="7044"/>
                    </a:cubicBezTo>
                    <a:lnTo>
                      <a:pt x="8029" y="7052"/>
                    </a:lnTo>
                    <a:cubicBezTo>
                      <a:pt x="8062" y="7060"/>
                      <a:pt x="8087" y="7085"/>
                      <a:pt x="8112" y="7102"/>
                    </a:cubicBezTo>
                    <a:cubicBezTo>
                      <a:pt x="8145" y="7127"/>
                      <a:pt x="8170" y="7151"/>
                      <a:pt x="8203" y="7168"/>
                    </a:cubicBezTo>
                    <a:cubicBezTo>
                      <a:pt x="8207" y="7173"/>
                      <a:pt x="8213" y="7175"/>
                      <a:pt x="8219" y="7175"/>
                    </a:cubicBezTo>
                    <a:cubicBezTo>
                      <a:pt x="8234" y="7175"/>
                      <a:pt x="8248" y="7161"/>
                      <a:pt x="8236" y="7143"/>
                    </a:cubicBezTo>
                    <a:cubicBezTo>
                      <a:pt x="8203" y="7060"/>
                      <a:pt x="8145" y="6986"/>
                      <a:pt x="8062" y="6953"/>
                    </a:cubicBezTo>
                    <a:cubicBezTo>
                      <a:pt x="8054" y="6953"/>
                      <a:pt x="8037" y="6944"/>
                      <a:pt x="8029" y="6944"/>
                    </a:cubicBezTo>
                    <a:cubicBezTo>
                      <a:pt x="8037" y="6928"/>
                      <a:pt x="8037" y="6911"/>
                      <a:pt x="8045" y="6895"/>
                    </a:cubicBezTo>
                    <a:cubicBezTo>
                      <a:pt x="8095" y="6928"/>
                      <a:pt x="8137" y="6961"/>
                      <a:pt x="8186" y="6994"/>
                    </a:cubicBezTo>
                    <a:cubicBezTo>
                      <a:pt x="8228" y="7035"/>
                      <a:pt x="8269" y="7069"/>
                      <a:pt x="8310" y="7110"/>
                    </a:cubicBezTo>
                    <a:lnTo>
                      <a:pt x="8319" y="7118"/>
                    </a:lnTo>
                    <a:lnTo>
                      <a:pt x="8335" y="7135"/>
                    </a:lnTo>
                    <a:cubicBezTo>
                      <a:pt x="8352" y="7143"/>
                      <a:pt x="8360" y="7160"/>
                      <a:pt x="8377" y="7168"/>
                    </a:cubicBezTo>
                    <a:cubicBezTo>
                      <a:pt x="8402" y="7193"/>
                      <a:pt x="8426" y="7209"/>
                      <a:pt x="8460" y="7226"/>
                    </a:cubicBezTo>
                    <a:cubicBezTo>
                      <a:pt x="8465" y="7227"/>
                      <a:pt x="8470" y="7228"/>
                      <a:pt x="8475" y="7228"/>
                    </a:cubicBezTo>
                    <a:cubicBezTo>
                      <a:pt x="8511" y="7228"/>
                      <a:pt x="8541" y="7203"/>
                      <a:pt x="8534" y="7160"/>
                    </a:cubicBezTo>
                    <a:cubicBezTo>
                      <a:pt x="8526" y="7093"/>
                      <a:pt x="8476" y="7044"/>
                      <a:pt x="8435" y="6994"/>
                    </a:cubicBezTo>
                    <a:cubicBezTo>
                      <a:pt x="8418" y="6977"/>
                      <a:pt x="8393" y="6961"/>
                      <a:pt x="8377" y="6944"/>
                    </a:cubicBezTo>
                    <a:lnTo>
                      <a:pt x="8377" y="6944"/>
                    </a:lnTo>
                    <a:lnTo>
                      <a:pt x="8393" y="6953"/>
                    </a:lnTo>
                    <a:lnTo>
                      <a:pt x="8418" y="6953"/>
                    </a:lnTo>
                    <a:lnTo>
                      <a:pt x="8426" y="6961"/>
                    </a:lnTo>
                    <a:lnTo>
                      <a:pt x="8443" y="6969"/>
                    </a:lnTo>
                    <a:cubicBezTo>
                      <a:pt x="8460" y="6977"/>
                      <a:pt x="8476" y="6994"/>
                      <a:pt x="8493" y="7011"/>
                    </a:cubicBezTo>
                    <a:lnTo>
                      <a:pt x="8501" y="7019"/>
                    </a:lnTo>
                    <a:lnTo>
                      <a:pt x="8509" y="7027"/>
                    </a:lnTo>
                    <a:cubicBezTo>
                      <a:pt x="8518" y="7035"/>
                      <a:pt x="8526" y="7044"/>
                      <a:pt x="8534" y="7052"/>
                    </a:cubicBezTo>
                    <a:cubicBezTo>
                      <a:pt x="8567" y="7085"/>
                      <a:pt x="8592" y="7127"/>
                      <a:pt x="8625" y="7168"/>
                    </a:cubicBezTo>
                    <a:lnTo>
                      <a:pt x="8625" y="7176"/>
                    </a:lnTo>
                    <a:lnTo>
                      <a:pt x="8634" y="7193"/>
                    </a:lnTo>
                    <a:cubicBezTo>
                      <a:pt x="8642" y="7201"/>
                      <a:pt x="8642" y="7209"/>
                      <a:pt x="8650" y="7226"/>
                    </a:cubicBezTo>
                    <a:cubicBezTo>
                      <a:pt x="8658" y="7243"/>
                      <a:pt x="8667" y="7267"/>
                      <a:pt x="8675" y="7292"/>
                    </a:cubicBezTo>
                    <a:cubicBezTo>
                      <a:pt x="8683" y="7317"/>
                      <a:pt x="8710" y="7330"/>
                      <a:pt x="8737" y="7330"/>
                    </a:cubicBezTo>
                    <a:cubicBezTo>
                      <a:pt x="8764" y="7330"/>
                      <a:pt x="8791" y="7317"/>
                      <a:pt x="8799" y="7292"/>
                    </a:cubicBezTo>
                    <a:lnTo>
                      <a:pt x="8799" y="7284"/>
                    </a:lnTo>
                    <a:lnTo>
                      <a:pt x="8808" y="7284"/>
                    </a:lnTo>
                    <a:cubicBezTo>
                      <a:pt x="8814" y="7290"/>
                      <a:pt x="8821" y="7293"/>
                      <a:pt x="8829" y="7293"/>
                    </a:cubicBezTo>
                    <a:cubicBezTo>
                      <a:pt x="8841" y="7293"/>
                      <a:pt x="8852" y="7286"/>
                      <a:pt x="8857" y="7276"/>
                    </a:cubicBezTo>
                    <a:cubicBezTo>
                      <a:pt x="8882" y="7251"/>
                      <a:pt x="8882" y="7209"/>
                      <a:pt x="8874" y="7176"/>
                    </a:cubicBezTo>
                    <a:cubicBezTo>
                      <a:pt x="8874" y="7143"/>
                      <a:pt x="8866" y="7110"/>
                      <a:pt x="8866" y="7085"/>
                    </a:cubicBezTo>
                    <a:cubicBezTo>
                      <a:pt x="8849" y="7019"/>
                      <a:pt x="8841" y="6961"/>
                      <a:pt x="8832" y="6903"/>
                    </a:cubicBezTo>
                    <a:cubicBezTo>
                      <a:pt x="8825" y="6874"/>
                      <a:pt x="8806" y="6852"/>
                      <a:pt x="8784" y="6852"/>
                    </a:cubicBezTo>
                    <a:cubicBezTo>
                      <a:pt x="8781" y="6852"/>
                      <a:pt x="8778" y="6852"/>
                      <a:pt x="8774" y="6853"/>
                    </a:cubicBezTo>
                    <a:cubicBezTo>
                      <a:pt x="8741" y="6861"/>
                      <a:pt x="8725" y="6886"/>
                      <a:pt x="8725" y="6911"/>
                    </a:cubicBezTo>
                    <a:cubicBezTo>
                      <a:pt x="8733" y="6944"/>
                      <a:pt x="8733" y="6977"/>
                      <a:pt x="8741" y="7011"/>
                    </a:cubicBezTo>
                    <a:cubicBezTo>
                      <a:pt x="8708" y="6977"/>
                      <a:pt x="8675" y="6944"/>
                      <a:pt x="8642" y="6911"/>
                    </a:cubicBezTo>
                    <a:cubicBezTo>
                      <a:pt x="8592" y="6861"/>
                      <a:pt x="8534" y="6820"/>
                      <a:pt x="8468" y="6803"/>
                    </a:cubicBezTo>
                    <a:cubicBezTo>
                      <a:pt x="8451" y="6799"/>
                      <a:pt x="8435" y="6797"/>
                      <a:pt x="8418" y="6797"/>
                    </a:cubicBezTo>
                    <a:cubicBezTo>
                      <a:pt x="8402" y="6797"/>
                      <a:pt x="8385" y="6799"/>
                      <a:pt x="8368" y="6803"/>
                    </a:cubicBezTo>
                    <a:cubicBezTo>
                      <a:pt x="8344" y="6812"/>
                      <a:pt x="8327" y="6820"/>
                      <a:pt x="8310" y="6837"/>
                    </a:cubicBezTo>
                    <a:cubicBezTo>
                      <a:pt x="8302" y="6845"/>
                      <a:pt x="8294" y="6861"/>
                      <a:pt x="8294" y="6878"/>
                    </a:cubicBezTo>
                    <a:lnTo>
                      <a:pt x="8277" y="6870"/>
                    </a:lnTo>
                    <a:cubicBezTo>
                      <a:pt x="8219" y="6828"/>
                      <a:pt x="8161" y="6787"/>
                      <a:pt x="8095" y="6754"/>
                    </a:cubicBezTo>
                    <a:cubicBezTo>
                      <a:pt x="8153" y="6629"/>
                      <a:pt x="8236" y="6513"/>
                      <a:pt x="8319" y="6414"/>
                    </a:cubicBezTo>
                    <a:cubicBezTo>
                      <a:pt x="8352" y="6380"/>
                      <a:pt x="8315" y="6330"/>
                      <a:pt x="8273" y="6330"/>
                    </a:cubicBezTo>
                    <a:cubicBezTo>
                      <a:pt x="8264" y="6330"/>
                      <a:pt x="8254" y="6333"/>
                      <a:pt x="8244" y="6339"/>
                    </a:cubicBezTo>
                    <a:cubicBezTo>
                      <a:pt x="8186" y="6397"/>
                      <a:pt x="8128" y="6455"/>
                      <a:pt x="8079" y="6513"/>
                    </a:cubicBezTo>
                    <a:cubicBezTo>
                      <a:pt x="8170" y="6248"/>
                      <a:pt x="8294" y="5991"/>
                      <a:pt x="8443" y="5759"/>
                    </a:cubicBezTo>
                    <a:cubicBezTo>
                      <a:pt x="8542" y="5594"/>
                      <a:pt x="8658" y="5445"/>
                      <a:pt x="8783" y="5295"/>
                    </a:cubicBezTo>
                    <a:cubicBezTo>
                      <a:pt x="8841" y="5221"/>
                      <a:pt x="8907" y="5155"/>
                      <a:pt x="8982" y="5088"/>
                    </a:cubicBezTo>
                    <a:cubicBezTo>
                      <a:pt x="9006" y="5063"/>
                      <a:pt x="9023" y="5047"/>
                      <a:pt x="9048" y="5022"/>
                    </a:cubicBezTo>
                    <a:cubicBezTo>
                      <a:pt x="9139" y="4956"/>
                      <a:pt x="9238" y="4889"/>
                      <a:pt x="9338" y="4831"/>
                    </a:cubicBezTo>
                    <a:cubicBezTo>
                      <a:pt x="9454" y="4757"/>
                      <a:pt x="9570" y="4682"/>
                      <a:pt x="9694" y="4616"/>
                    </a:cubicBezTo>
                    <a:cubicBezTo>
                      <a:pt x="9752" y="4583"/>
                      <a:pt x="9818" y="4541"/>
                      <a:pt x="9876" y="4508"/>
                    </a:cubicBezTo>
                    <a:cubicBezTo>
                      <a:pt x="9885" y="4508"/>
                      <a:pt x="9893" y="4500"/>
                      <a:pt x="9901" y="4500"/>
                    </a:cubicBezTo>
                    <a:cubicBezTo>
                      <a:pt x="9910" y="4503"/>
                      <a:pt x="9918" y="4505"/>
                      <a:pt x="9926" y="4505"/>
                    </a:cubicBezTo>
                    <a:cubicBezTo>
                      <a:pt x="9938" y="4505"/>
                      <a:pt x="9949" y="4499"/>
                      <a:pt x="9959" y="4483"/>
                    </a:cubicBezTo>
                    <a:cubicBezTo>
                      <a:pt x="9968" y="4467"/>
                      <a:pt x="9968" y="4459"/>
                      <a:pt x="9976" y="4442"/>
                    </a:cubicBezTo>
                    <a:cubicBezTo>
                      <a:pt x="9992" y="4425"/>
                      <a:pt x="10009" y="4409"/>
                      <a:pt x="10017" y="4384"/>
                    </a:cubicBezTo>
                    <a:cubicBezTo>
                      <a:pt x="10017" y="4367"/>
                      <a:pt x="10017" y="4351"/>
                      <a:pt x="10017" y="4343"/>
                    </a:cubicBezTo>
                    <a:cubicBezTo>
                      <a:pt x="10017" y="4334"/>
                      <a:pt x="10017" y="4334"/>
                      <a:pt x="10017" y="4326"/>
                    </a:cubicBezTo>
                    <a:lnTo>
                      <a:pt x="10026" y="4326"/>
                    </a:lnTo>
                    <a:cubicBezTo>
                      <a:pt x="10034" y="4326"/>
                      <a:pt x="10050" y="4318"/>
                      <a:pt x="10059" y="4309"/>
                    </a:cubicBezTo>
                    <a:cubicBezTo>
                      <a:pt x="10072" y="4327"/>
                      <a:pt x="10096" y="4338"/>
                      <a:pt x="10118" y="4338"/>
                    </a:cubicBezTo>
                    <a:cubicBezTo>
                      <a:pt x="10137" y="4338"/>
                      <a:pt x="10154" y="4329"/>
                      <a:pt x="10158" y="4309"/>
                    </a:cubicBezTo>
                    <a:cubicBezTo>
                      <a:pt x="10166" y="4276"/>
                      <a:pt x="10175" y="4251"/>
                      <a:pt x="10183" y="4227"/>
                    </a:cubicBezTo>
                    <a:cubicBezTo>
                      <a:pt x="10216" y="4160"/>
                      <a:pt x="10241" y="4086"/>
                      <a:pt x="10258" y="4011"/>
                    </a:cubicBezTo>
                    <a:lnTo>
                      <a:pt x="10258" y="4003"/>
                    </a:lnTo>
                    <a:cubicBezTo>
                      <a:pt x="10258" y="4011"/>
                      <a:pt x="10266" y="4019"/>
                      <a:pt x="10274" y="4028"/>
                    </a:cubicBezTo>
                    <a:lnTo>
                      <a:pt x="10274" y="4036"/>
                    </a:lnTo>
                    <a:lnTo>
                      <a:pt x="10282" y="4053"/>
                    </a:lnTo>
                    <a:cubicBezTo>
                      <a:pt x="10291" y="4061"/>
                      <a:pt x="10291" y="4069"/>
                      <a:pt x="10299" y="4086"/>
                    </a:cubicBezTo>
                    <a:cubicBezTo>
                      <a:pt x="10307" y="4094"/>
                      <a:pt x="10307" y="4111"/>
                      <a:pt x="10316" y="4119"/>
                    </a:cubicBezTo>
                    <a:lnTo>
                      <a:pt x="10316" y="4135"/>
                    </a:lnTo>
                    <a:cubicBezTo>
                      <a:pt x="10316" y="4135"/>
                      <a:pt x="10320" y="4149"/>
                      <a:pt x="10323" y="4149"/>
                    </a:cubicBezTo>
                    <a:cubicBezTo>
                      <a:pt x="10323" y="4149"/>
                      <a:pt x="10324" y="4148"/>
                      <a:pt x="10324" y="4144"/>
                    </a:cubicBezTo>
                    <a:cubicBezTo>
                      <a:pt x="10324" y="4160"/>
                      <a:pt x="10332" y="4177"/>
                      <a:pt x="10349" y="4185"/>
                    </a:cubicBezTo>
                    <a:cubicBezTo>
                      <a:pt x="10357" y="4193"/>
                      <a:pt x="10382" y="4202"/>
                      <a:pt x="10398" y="4202"/>
                    </a:cubicBezTo>
                    <a:cubicBezTo>
                      <a:pt x="10432" y="4193"/>
                      <a:pt x="10465" y="4160"/>
                      <a:pt x="10456" y="4119"/>
                    </a:cubicBezTo>
                    <a:cubicBezTo>
                      <a:pt x="10440" y="4077"/>
                      <a:pt x="10432" y="4036"/>
                      <a:pt x="10407" y="3995"/>
                    </a:cubicBezTo>
                    <a:lnTo>
                      <a:pt x="10407" y="3995"/>
                    </a:lnTo>
                    <a:lnTo>
                      <a:pt x="10415" y="4003"/>
                    </a:lnTo>
                    <a:cubicBezTo>
                      <a:pt x="10427" y="4015"/>
                      <a:pt x="10444" y="4023"/>
                      <a:pt x="10458" y="4023"/>
                    </a:cubicBezTo>
                    <a:cubicBezTo>
                      <a:pt x="10464" y="4023"/>
                      <a:pt x="10469" y="4022"/>
                      <a:pt x="10473" y="4019"/>
                    </a:cubicBezTo>
                    <a:cubicBezTo>
                      <a:pt x="10490" y="4094"/>
                      <a:pt x="10506" y="4169"/>
                      <a:pt x="10523" y="4243"/>
                    </a:cubicBezTo>
                    <a:cubicBezTo>
                      <a:pt x="10530" y="4278"/>
                      <a:pt x="10559" y="4294"/>
                      <a:pt x="10587" y="4294"/>
                    </a:cubicBezTo>
                    <a:cubicBezTo>
                      <a:pt x="10620" y="4294"/>
                      <a:pt x="10651" y="4271"/>
                      <a:pt x="10647" y="4227"/>
                    </a:cubicBezTo>
                    <a:cubicBezTo>
                      <a:pt x="10630" y="4152"/>
                      <a:pt x="10622" y="4086"/>
                      <a:pt x="10614" y="4011"/>
                    </a:cubicBezTo>
                    <a:lnTo>
                      <a:pt x="10614" y="4011"/>
                    </a:lnTo>
                    <a:cubicBezTo>
                      <a:pt x="10622" y="4053"/>
                      <a:pt x="10630" y="4102"/>
                      <a:pt x="10639" y="4144"/>
                    </a:cubicBezTo>
                    <a:cubicBezTo>
                      <a:pt x="10645" y="4169"/>
                      <a:pt x="10666" y="4180"/>
                      <a:pt x="10683" y="4180"/>
                    </a:cubicBezTo>
                    <a:cubicBezTo>
                      <a:pt x="10688" y="4180"/>
                      <a:pt x="10693" y="4179"/>
                      <a:pt x="10697" y="4177"/>
                    </a:cubicBezTo>
                    <a:cubicBezTo>
                      <a:pt x="10705" y="4202"/>
                      <a:pt x="10713" y="4218"/>
                      <a:pt x="10713" y="4235"/>
                    </a:cubicBezTo>
                    <a:cubicBezTo>
                      <a:pt x="10723" y="4260"/>
                      <a:pt x="10744" y="4271"/>
                      <a:pt x="10766" y="4271"/>
                    </a:cubicBezTo>
                    <a:cubicBezTo>
                      <a:pt x="10802" y="4271"/>
                      <a:pt x="10840" y="4243"/>
                      <a:pt x="10829" y="4202"/>
                    </a:cubicBezTo>
                    <a:cubicBezTo>
                      <a:pt x="10813" y="4144"/>
                      <a:pt x="10796" y="4077"/>
                      <a:pt x="10780" y="4011"/>
                    </a:cubicBezTo>
                    <a:cubicBezTo>
                      <a:pt x="10780" y="4007"/>
                      <a:pt x="10780" y="4003"/>
                      <a:pt x="10779" y="4000"/>
                    </a:cubicBezTo>
                    <a:lnTo>
                      <a:pt x="10779" y="4000"/>
                    </a:lnTo>
                    <a:cubicBezTo>
                      <a:pt x="10808" y="4053"/>
                      <a:pt x="10831" y="4107"/>
                      <a:pt x="10854" y="4160"/>
                    </a:cubicBezTo>
                    <a:cubicBezTo>
                      <a:pt x="10861" y="4183"/>
                      <a:pt x="10880" y="4193"/>
                      <a:pt x="10901" y="4193"/>
                    </a:cubicBezTo>
                    <a:cubicBezTo>
                      <a:pt x="10931" y="4193"/>
                      <a:pt x="10964" y="4170"/>
                      <a:pt x="10954" y="4135"/>
                    </a:cubicBezTo>
                    <a:cubicBezTo>
                      <a:pt x="10954" y="4129"/>
                      <a:pt x="10954" y="4118"/>
                      <a:pt x="10950" y="4109"/>
                    </a:cubicBezTo>
                    <a:lnTo>
                      <a:pt x="10950" y="4109"/>
                    </a:lnTo>
                    <a:lnTo>
                      <a:pt x="11028" y="4227"/>
                    </a:lnTo>
                    <a:cubicBezTo>
                      <a:pt x="11039" y="4243"/>
                      <a:pt x="11060" y="4252"/>
                      <a:pt x="11080" y="4252"/>
                    </a:cubicBezTo>
                    <a:cubicBezTo>
                      <a:pt x="11091" y="4252"/>
                      <a:pt x="11102" y="4249"/>
                      <a:pt x="11111" y="4243"/>
                    </a:cubicBezTo>
                    <a:cubicBezTo>
                      <a:pt x="11132" y="4229"/>
                      <a:pt x="11147" y="4203"/>
                      <a:pt x="11141" y="4175"/>
                    </a:cubicBezTo>
                    <a:lnTo>
                      <a:pt x="11141" y="4175"/>
                    </a:lnTo>
                    <a:cubicBezTo>
                      <a:pt x="11148" y="4195"/>
                      <a:pt x="11163" y="4210"/>
                      <a:pt x="11186" y="4210"/>
                    </a:cubicBezTo>
                    <a:lnTo>
                      <a:pt x="11186" y="4218"/>
                    </a:lnTo>
                    <a:cubicBezTo>
                      <a:pt x="11186" y="4247"/>
                      <a:pt x="11210" y="4262"/>
                      <a:pt x="11236" y="4262"/>
                    </a:cubicBezTo>
                    <a:cubicBezTo>
                      <a:pt x="11262" y="4262"/>
                      <a:pt x="11289" y="4247"/>
                      <a:pt x="11293" y="4218"/>
                    </a:cubicBezTo>
                    <a:cubicBezTo>
                      <a:pt x="11293" y="4177"/>
                      <a:pt x="11293" y="4135"/>
                      <a:pt x="11293" y="4086"/>
                    </a:cubicBezTo>
                    <a:cubicBezTo>
                      <a:pt x="11293" y="4086"/>
                      <a:pt x="11302" y="4086"/>
                      <a:pt x="11302" y="4077"/>
                    </a:cubicBezTo>
                    <a:cubicBezTo>
                      <a:pt x="11318" y="4094"/>
                      <a:pt x="11326" y="4111"/>
                      <a:pt x="11335" y="4127"/>
                    </a:cubicBezTo>
                    <a:cubicBezTo>
                      <a:pt x="11344" y="4141"/>
                      <a:pt x="11355" y="4147"/>
                      <a:pt x="11367" y="4147"/>
                    </a:cubicBezTo>
                    <a:cubicBezTo>
                      <a:pt x="11376" y="4147"/>
                      <a:pt x="11385" y="4143"/>
                      <a:pt x="11393" y="4135"/>
                    </a:cubicBezTo>
                    <a:cubicBezTo>
                      <a:pt x="11393" y="4152"/>
                      <a:pt x="11401" y="4160"/>
                      <a:pt x="11401" y="4177"/>
                    </a:cubicBezTo>
                    <a:cubicBezTo>
                      <a:pt x="11401" y="4202"/>
                      <a:pt x="11424" y="4214"/>
                      <a:pt x="11447" y="4214"/>
                    </a:cubicBezTo>
                    <a:cubicBezTo>
                      <a:pt x="11469" y="4214"/>
                      <a:pt x="11492" y="4202"/>
                      <a:pt x="11492" y="4177"/>
                    </a:cubicBezTo>
                    <a:cubicBezTo>
                      <a:pt x="11492" y="4135"/>
                      <a:pt x="11492" y="4086"/>
                      <a:pt x="11492" y="4044"/>
                    </a:cubicBezTo>
                    <a:cubicBezTo>
                      <a:pt x="11500" y="4069"/>
                      <a:pt x="11517" y="4094"/>
                      <a:pt x="11525" y="4119"/>
                    </a:cubicBezTo>
                    <a:cubicBezTo>
                      <a:pt x="11525" y="4152"/>
                      <a:pt x="11525" y="4177"/>
                      <a:pt x="11517" y="4210"/>
                    </a:cubicBezTo>
                    <a:cubicBezTo>
                      <a:pt x="11512" y="4241"/>
                      <a:pt x="11545" y="4266"/>
                      <a:pt x="11573" y="4266"/>
                    </a:cubicBezTo>
                    <a:cubicBezTo>
                      <a:pt x="11590" y="4266"/>
                      <a:pt x="11605" y="4257"/>
                      <a:pt x="11608" y="4235"/>
                    </a:cubicBezTo>
                    <a:cubicBezTo>
                      <a:pt x="11617" y="4239"/>
                      <a:pt x="11626" y="4241"/>
                      <a:pt x="11636" y="4241"/>
                    </a:cubicBezTo>
                    <a:cubicBezTo>
                      <a:pt x="11661" y="4241"/>
                      <a:pt x="11685" y="4226"/>
                      <a:pt x="11691" y="4202"/>
                    </a:cubicBezTo>
                    <a:cubicBezTo>
                      <a:pt x="11716" y="4202"/>
                      <a:pt x="11741" y="4177"/>
                      <a:pt x="11741" y="4144"/>
                    </a:cubicBezTo>
                    <a:cubicBezTo>
                      <a:pt x="11741" y="3920"/>
                      <a:pt x="11699" y="3705"/>
                      <a:pt x="11699" y="3473"/>
                    </a:cubicBezTo>
                    <a:cubicBezTo>
                      <a:pt x="11691" y="3249"/>
                      <a:pt x="11708" y="3025"/>
                      <a:pt x="11741" y="2793"/>
                    </a:cubicBezTo>
                    <a:cubicBezTo>
                      <a:pt x="11799" y="2346"/>
                      <a:pt x="11948" y="1915"/>
                      <a:pt x="12138" y="1509"/>
                    </a:cubicBezTo>
                    <a:cubicBezTo>
                      <a:pt x="12196" y="1385"/>
                      <a:pt x="12263" y="1260"/>
                      <a:pt x="12346" y="1144"/>
                    </a:cubicBezTo>
                    <a:cubicBezTo>
                      <a:pt x="12350" y="1149"/>
                      <a:pt x="12358" y="1154"/>
                      <a:pt x="12367" y="1154"/>
                    </a:cubicBezTo>
                    <a:cubicBezTo>
                      <a:pt x="12373" y="1154"/>
                      <a:pt x="12380" y="1151"/>
                      <a:pt x="12387" y="1144"/>
                    </a:cubicBezTo>
                    <a:cubicBezTo>
                      <a:pt x="12602" y="929"/>
                      <a:pt x="12776" y="689"/>
                      <a:pt x="12950" y="448"/>
                    </a:cubicBezTo>
                    <a:cubicBezTo>
                      <a:pt x="13025" y="349"/>
                      <a:pt x="13108" y="225"/>
                      <a:pt x="13224" y="175"/>
                    </a:cubicBezTo>
                    <a:cubicBezTo>
                      <a:pt x="13251" y="166"/>
                      <a:pt x="13275" y="162"/>
                      <a:pt x="13298" y="162"/>
                    </a:cubicBezTo>
                    <a:close/>
                    <a:moveTo>
                      <a:pt x="13304" y="0"/>
                    </a:moveTo>
                    <a:cubicBezTo>
                      <a:pt x="13297" y="0"/>
                      <a:pt x="13289" y="1"/>
                      <a:pt x="13282" y="1"/>
                    </a:cubicBezTo>
                    <a:cubicBezTo>
                      <a:pt x="13149" y="18"/>
                      <a:pt x="13033" y="100"/>
                      <a:pt x="12942" y="200"/>
                    </a:cubicBezTo>
                    <a:cubicBezTo>
                      <a:pt x="12826" y="332"/>
                      <a:pt x="12727" y="482"/>
                      <a:pt x="12627" y="622"/>
                    </a:cubicBezTo>
                    <a:cubicBezTo>
                      <a:pt x="12569" y="705"/>
                      <a:pt x="12520" y="780"/>
                      <a:pt x="12470" y="863"/>
                    </a:cubicBezTo>
                    <a:cubicBezTo>
                      <a:pt x="11898" y="1575"/>
                      <a:pt x="11542" y="2462"/>
                      <a:pt x="11525" y="3382"/>
                    </a:cubicBezTo>
                    <a:cubicBezTo>
                      <a:pt x="11525" y="3423"/>
                      <a:pt x="11525" y="3456"/>
                      <a:pt x="11525" y="3498"/>
                    </a:cubicBezTo>
                    <a:cubicBezTo>
                      <a:pt x="11509" y="3481"/>
                      <a:pt x="11500" y="3464"/>
                      <a:pt x="11484" y="3456"/>
                    </a:cubicBezTo>
                    <a:cubicBezTo>
                      <a:pt x="11477" y="3449"/>
                      <a:pt x="11469" y="3446"/>
                      <a:pt x="11462" y="3446"/>
                    </a:cubicBezTo>
                    <a:cubicBezTo>
                      <a:pt x="11443" y="3446"/>
                      <a:pt x="11426" y="3465"/>
                      <a:pt x="11426" y="3489"/>
                    </a:cubicBezTo>
                    <a:cubicBezTo>
                      <a:pt x="11426" y="3514"/>
                      <a:pt x="11442" y="3539"/>
                      <a:pt x="11442" y="3572"/>
                    </a:cubicBezTo>
                    <a:cubicBezTo>
                      <a:pt x="11451" y="3605"/>
                      <a:pt x="11459" y="3638"/>
                      <a:pt x="11467" y="3672"/>
                    </a:cubicBezTo>
                    <a:cubicBezTo>
                      <a:pt x="11476" y="3713"/>
                      <a:pt x="11492" y="3746"/>
                      <a:pt x="11500" y="3787"/>
                    </a:cubicBezTo>
                    <a:cubicBezTo>
                      <a:pt x="11484" y="3779"/>
                      <a:pt x="11467" y="3771"/>
                      <a:pt x="11451" y="3763"/>
                    </a:cubicBezTo>
                    <a:cubicBezTo>
                      <a:pt x="11434" y="3763"/>
                      <a:pt x="11426" y="3763"/>
                      <a:pt x="11409" y="3771"/>
                    </a:cubicBezTo>
                    <a:cubicBezTo>
                      <a:pt x="11401" y="3738"/>
                      <a:pt x="11401" y="3705"/>
                      <a:pt x="11384" y="3680"/>
                    </a:cubicBezTo>
                    <a:cubicBezTo>
                      <a:pt x="11376" y="3638"/>
                      <a:pt x="11368" y="3597"/>
                      <a:pt x="11326" y="3572"/>
                    </a:cubicBezTo>
                    <a:cubicBezTo>
                      <a:pt x="11310" y="3572"/>
                      <a:pt x="11293" y="3572"/>
                      <a:pt x="11277" y="3589"/>
                    </a:cubicBezTo>
                    <a:cubicBezTo>
                      <a:pt x="11277" y="3597"/>
                      <a:pt x="11268" y="3597"/>
                      <a:pt x="11268" y="3605"/>
                    </a:cubicBezTo>
                    <a:cubicBezTo>
                      <a:pt x="11260" y="3597"/>
                      <a:pt x="11244" y="3597"/>
                      <a:pt x="11235" y="3597"/>
                    </a:cubicBezTo>
                    <a:cubicBezTo>
                      <a:pt x="11210" y="3605"/>
                      <a:pt x="11177" y="3622"/>
                      <a:pt x="11177" y="3647"/>
                    </a:cubicBezTo>
                    <a:cubicBezTo>
                      <a:pt x="11177" y="3655"/>
                      <a:pt x="11177" y="3663"/>
                      <a:pt x="11169" y="3672"/>
                    </a:cubicBezTo>
                    <a:cubicBezTo>
                      <a:pt x="11169" y="3680"/>
                      <a:pt x="11169" y="3688"/>
                      <a:pt x="11169" y="3705"/>
                    </a:cubicBezTo>
                    <a:cubicBezTo>
                      <a:pt x="11161" y="3721"/>
                      <a:pt x="11161" y="3746"/>
                      <a:pt x="11161" y="3763"/>
                    </a:cubicBezTo>
                    <a:cubicBezTo>
                      <a:pt x="11161" y="3787"/>
                      <a:pt x="11161" y="3804"/>
                      <a:pt x="11161" y="3829"/>
                    </a:cubicBezTo>
                    <a:cubicBezTo>
                      <a:pt x="11128" y="3812"/>
                      <a:pt x="11103" y="3804"/>
                      <a:pt x="11070" y="3787"/>
                    </a:cubicBezTo>
                    <a:cubicBezTo>
                      <a:pt x="11061" y="3787"/>
                      <a:pt x="11061" y="3779"/>
                      <a:pt x="11053" y="3779"/>
                    </a:cubicBezTo>
                    <a:cubicBezTo>
                      <a:pt x="11048" y="3770"/>
                      <a:pt x="11038" y="3765"/>
                      <a:pt x="11026" y="3765"/>
                    </a:cubicBezTo>
                    <a:cubicBezTo>
                      <a:pt x="11018" y="3765"/>
                      <a:pt x="11010" y="3767"/>
                      <a:pt x="11003" y="3771"/>
                    </a:cubicBezTo>
                    <a:cubicBezTo>
                      <a:pt x="11003" y="3771"/>
                      <a:pt x="11003" y="3771"/>
                      <a:pt x="11003" y="3779"/>
                    </a:cubicBezTo>
                    <a:cubicBezTo>
                      <a:pt x="10987" y="3771"/>
                      <a:pt x="10978" y="3771"/>
                      <a:pt x="10970" y="3771"/>
                    </a:cubicBezTo>
                    <a:cubicBezTo>
                      <a:pt x="10945" y="3771"/>
                      <a:pt x="10929" y="3779"/>
                      <a:pt x="10920" y="3796"/>
                    </a:cubicBezTo>
                    <a:lnTo>
                      <a:pt x="10896" y="3796"/>
                    </a:lnTo>
                    <a:cubicBezTo>
                      <a:pt x="10896" y="3796"/>
                      <a:pt x="10887" y="3787"/>
                      <a:pt x="10887" y="3787"/>
                    </a:cubicBezTo>
                    <a:cubicBezTo>
                      <a:pt x="10878" y="3780"/>
                      <a:pt x="10868" y="3777"/>
                      <a:pt x="10858" y="3777"/>
                    </a:cubicBezTo>
                    <a:cubicBezTo>
                      <a:pt x="10834" y="3777"/>
                      <a:pt x="10813" y="3797"/>
                      <a:pt x="10813" y="3821"/>
                    </a:cubicBezTo>
                    <a:lnTo>
                      <a:pt x="10804" y="3812"/>
                    </a:lnTo>
                    <a:cubicBezTo>
                      <a:pt x="10796" y="3796"/>
                      <a:pt x="10780" y="3779"/>
                      <a:pt x="10763" y="3763"/>
                    </a:cubicBezTo>
                    <a:lnTo>
                      <a:pt x="10763" y="3754"/>
                    </a:lnTo>
                    <a:cubicBezTo>
                      <a:pt x="10763" y="3736"/>
                      <a:pt x="10749" y="3726"/>
                      <a:pt x="10735" y="3726"/>
                    </a:cubicBezTo>
                    <a:cubicBezTo>
                      <a:pt x="10730" y="3726"/>
                      <a:pt x="10726" y="3727"/>
                      <a:pt x="10722" y="3730"/>
                    </a:cubicBezTo>
                    <a:cubicBezTo>
                      <a:pt x="10705" y="3713"/>
                      <a:pt x="10680" y="3696"/>
                      <a:pt x="10655" y="3696"/>
                    </a:cubicBezTo>
                    <a:cubicBezTo>
                      <a:pt x="10647" y="3680"/>
                      <a:pt x="10639" y="3663"/>
                      <a:pt x="10630" y="3647"/>
                    </a:cubicBezTo>
                    <a:cubicBezTo>
                      <a:pt x="10621" y="3634"/>
                      <a:pt x="10608" y="3629"/>
                      <a:pt x="10594" y="3629"/>
                    </a:cubicBezTo>
                    <a:cubicBezTo>
                      <a:pt x="10570" y="3629"/>
                      <a:pt x="10545" y="3645"/>
                      <a:pt x="10539" y="3672"/>
                    </a:cubicBezTo>
                    <a:lnTo>
                      <a:pt x="10539" y="3688"/>
                    </a:lnTo>
                    <a:cubicBezTo>
                      <a:pt x="10531" y="3672"/>
                      <a:pt x="10523" y="3655"/>
                      <a:pt x="10498" y="3647"/>
                    </a:cubicBezTo>
                    <a:cubicBezTo>
                      <a:pt x="10493" y="3642"/>
                      <a:pt x="10487" y="3640"/>
                      <a:pt x="10481" y="3640"/>
                    </a:cubicBezTo>
                    <a:cubicBezTo>
                      <a:pt x="10467" y="3640"/>
                      <a:pt x="10454" y="3649"/>
                      <a:pt x="10448" y="3655"/>
                    </a:cubicBezTo>
                    <a:cubicBezTo>
                      <a:pt x="10423" y="3680"/>
                      <a:pt x="10432" y="3713"/>
                      <a:pt x="10432" y="3738"/>
                    </a:cubicBezTo>
                    <a:lnTo>
                      <a:pt x="10432" y="3746"/>
                    </a:lnTo>
                    <a:cubicBezTo>
                      <a:pt x="10423" y="3738"/>
                      <a:pt x="10407" y="3738"/>
                      <a:pt x="10398" y="3738"/>
                    </a:cubicBezTo>
                    <a:cubicBezTo>
                      <a:pt x="10382" y="3746"/>
                      <a:pt x="10374" y="3754"/>
                      <a:pt x="10357" y="3771"/>
                    </a:cubicBezTo>
                    <a:cubicBezTo>
                      <a:pt x="10349" y="3779"/>
                      <a:pt x="10349" y="3796"/>
                      <a:pt x="10340" y="3812"/>
                    </a:cubicBezTo>
                    <a:cubicBezTo>
                      <a:pt x="10340" y="3845"/>
                      <a:pt x="10349" y="3887"/>
                      <a:pt x="10357" y="3920"/>
                    </a:cubicBezTo>
                    <a:cubicBezTo>
                      <a:pt x="10349" y="3903"/>
                      <a:pt x="10332" y="3895"/>
                      <a:pt x="10324" y="3879"/>
                    </a:cubicBezTo>
                    <a:cubicBezTo>
                      <a:pt x="10316" y="3870"/>
                      <a:pt x="10299" y="3862"/>
                      <a:pt x="10282" y="3862"/>
                    </a:cubicBezTo>
                    <a:cubicBezTo>
                      <a:pt x="10274" y="3854"/>
                      <a:pt x="10266" y="3845"/>
                      <a:pt x="10249" y="3837"/>
                    </a:cubicBezTo>
                    <a:cubicBezTo>
                      <a:pt x="10241" y="3804"/>
                      <a:pt x="10224" y="3771"/>
                      <a:pt x="10200" y="3746"/>
                    </a:cubicBezTo>
                    <a:cubicBezTo>
                      <a:pt x="10195" y="3741"/>
                      <a:pt x="10184" y="3737"/>
                      <a:pt x="10175" y="3737"/>
                    </a:cubicBezTo>
                    <a:cubicBezTo>
                      <a:pt x="10168" y="3737"/>
                      <a:pt x="10162" y="3739"/>
                      <a:pt x="10158" y="3746"/>
                    </a:cubicBezTo>
                    <a:cubicBezTo>
                      <a:pt x="10158" y="3730"/>
                      <a:pt x="10150" y="3721"/>
                      <a:pt x="10142" y="3705"/>
                    </a:cubicBezTo>
                    <a:cubicBezTo>
                      <a:pt x="10135" y="3689"/>
                      <a:pt x="10122" y="3681"/>
                      <a:pt x="10109" y="3681"/>
                    </a:cubicBezTo>
                    <a:cubicBezTo>
                      <a:pt x="10089" y="3681"/>
                      <a:pt x="10067" y="3699"/>
                      <a:pt x="10067" y="3730"/>
                    </a:cubicBezTo>
                    <a:cubicBezTo>
                      <a:pt x="10067" y="3779"/>
                      <a:pt x="10067" y="3829"/>
                      <a:pt x="10067" y="3870"/>
                    </a:cubicBezTo>
                    <a:cubicBezTo>
                      <a:pt x="10075" y="3920"/>
                      <a:pt x="10075" y="3970"/>
                      <a:pt x="10075" y="4011"/>
                    </a:cubicBezTo>
                    <a:cubicBezTo>
                      <a:pt x="10075" y="4077"/>
                      <a:pt x="10075" y="4144"/>
                      <a:pt x="10067" y="4210"/>
                    </a:cubicBezTo>
                    <a:cubicBezTo>
                      <a:pt x="10067" y="4177"/>
                      <a:pt x="10059" y="4135"/>
                      <a:pt x="10059" y="4102"/>
                    </a:cubicBezTo>
                    <a:cubicBezTo>
                      <a:pt x="10050" y="4069"/>
                      <a:pt x="10042" y="4036"/>
                      <a:pt x="10034" y="4003"/>
                    </a:cubicBezTo>
                    <a:cubicBezTo>
                      <a:pt x="10026" y="3986"/>
                      <a:pt x="10026" y="3970"/>
                      <a:pt x="10017" y="3953"/>
                    </a:cubicBezTo>
                    <a:cubicBezTo>
                      <a:pt x="10009" y="3920"/>
                      <a:pt x="10009" y="3895"/>
                      <a:pt x="10001" y="3870"/>
                    </a:cubicBezTo>
                    <a:cubicBezTo>
                      <a:pt x="9992" y="3746"/>
                      <a:pt x="9976" y="3622"/>
                      <a:pt x="9951" y="3506"/>
                    </a:cubicBezTo>
                    <a:cubicBezTo>
                      <a:pt x="9934" y="3398"/>
                      <a:pt x="9910" y="3257"/>
                      <a:pt x="9843" y="3174"/>
                    </a:cubicBezTo>
                    <a:cubicBezTo>
                      <a:pt x="9832" y="3166"/>
                      <a:pt x="9820" y="3162"/>
                      <a:pt x="9809" y="3162"/>
                    </a:cubicBezTo>
                    <a:cubicBezTo>
                      <a:pt x="9786" y="3162"/>
                      <a:pt x="9766" y="3177"/>
                      <a:pt x="9760" y="3199"/>
                    </a:cubicBezTo>
                    <a:cubicBezTo>
                      <a:pt x="9736" y="3299"/>
                      <a:pt x="9777" y="3423"/>
                      <a:pt x="9802" y="3522"/>
                    </a:cubicBezTo>
                    <a:cubicBezTo>
                      <a:pt x="9810" y="3580"/>
                      <a:pt x="9818" y="3638"/>
                      <a:pt x="9827" y="3696"/>
                    </a:cubicBezTo>
                    <a:cubicBezTo>
                      <a:pt x="9818" y="3672"/>
                      <a:pt x="9818" y="3655"/>
                      <a:pt x="9810" y="3638"/>
                    </a:cubicBezTo>
                    <a:cubicBezTo>
                      <a:pt x="9760" y="3531"/>
                      <a:pt x="9702" y="3423"/>
                      <a:pt x="9620" y="3340"/>
                    </a:cubicBezTo>
                    <a:cubicBezTo>
                      <a:pt x="9595" y="3299"/>
                      <a:pt x="9570" y="3249"/>
                      <a:pt x="9537" y="3208"/>
                    </a:cubicBezTo>
                    <a:cubicBezTo>
                      <a:pt x="9495" y="3158"/>
                      <a:pt x="9429" y="3100"/>
                      <a:pt x="9354" y="3100"/>
                    </a:cubicBezTo>
                    <a:cubicBezTo>
                      <a:pt x="9346" y="3075"/>
                      <a:pt x="9338" y="3050"/>
                      <a:pt x="9330" y="3025"/>
                    </a:cubicBezTo>
                    <a:cubicBezTo>
                      <a:pt x="9288" y="2901"/>
                      <a:pt x="9238" y="2793"/>
                      <a:pt x="9180" y="2677"/>
                    </a:cubicBezTo>
                    <a:cubicBezTo>
                      <a:pt x="9131" y="2578"/>
                      <a:pt x="9073" y="2462"/>
                      <a:pt x="8982" y="2387"/>
                    </a:cubicBezTo>
                    <a:cubicBezTo>
                      <a:pt x="8975" y="2383"/>
                      <a:pt x="8968" y="2381"/>
                      <a:pt x="8961" y="2381"/>
                    </a:cubicBezTo>
                    <a:cubicBezTo>
                      <a:pt x="8941" y="2381"/>
                      <a:pt x="8924" y="2396"/>
                      <a:pt x="8924" y="2420"/>
                    </a:cubicBezTo>
                    <a:cubicBezTo>
                      <a:pt x="8932" y="2470"/>
                      <a:pt x="8957" y="2520"/>
                      <a:pt x="8973" y="2578"/>
                    </a:cubicBezTo>
                    <a:cubicBezTo>
                      <a:pt x="8890" y="2462"/>
                      <a:pt x="8783" y="2354"/>
                      <a:pt x="8675" y="2263"/>
                    </a:cubicBezTo>
                    <a:cubicBezTo>
                      <a:pt x="8642" y="2230"/>
                      <a:pt x="8609" y="2197"/>
                      <a:pt x="8576" y="2172"/>
                    </a:cubicBezTo>
                    <a:cubicBezTo>
                      <a:pt x="8377" y="1923"/>
                      <a:pt x="8153" y="1700"/>
                      <a:pt x="7938" y="1476"/>
                    </a:cubicBezTo>
                    <a:cubicBezTo>
                      <a:pt x="7738" y="1284"/>
                      <a:pt x="7447" y="1033"/>
                      <a:pt x="7152" y="1033"/>
                    </a:cubicBezTo>
                    <a:cubicBezTo>
                      <a:pt x="7115" y="1033"/>
                      <a:pt x="7079" y="1037"/>
                      <a:pt x="7043" y="1045"/>
                    </a:cubicBezTo>
                    <a:cubicBezTo>
                      <a:pt x="6687" y="1120"/>
                      <a:pt x="6662" y="1526"/>
                      <a:pt x="6670" y="1816"/>
                    </a:cubicBezTo>
                    <a:cubicBezTo>
                      <a:pt x="6687" y="2238"/>
                      <a:pt x="6794" y="2652"/>
                      <a:pt x="6894" y="3067"/>
                    </a:cubicBezTo>
                    <a:cubicBezTo>
                      <a:pt x="6919" y="3158"/>
                      <a:pt x="6943" y="3257"/>
                      <a:pt x="6968" y="3357"/>
                    </a:cubicBezTo>
                    <a:cubicBezTo>
                      <a:pt x="6959" y="3343"/>
                      <a:pt x="6941" y="3335"/>
                      <a:pt x="6925" y="3335"/>
                    </a:cubicBezTo>
                    <a:cubicBezTo>
                      <a:pt x="6910" y="3335"/>
                      <a:pt x="6898" y="3341"/>
                      <a:pt x="6894" y="3357"/>
                    </a:cubicBezTo>
                    <a:cubicBezTo>
                      <a:pt x="6819" y="3589"/>
                      <a:pt x="6952" y="3837"/>
                      <a:pt x="7068" y="4036"/>
                    </a:cubicBezTo>
                    <a:cubicBezTo>
                      <a:pt x="7126" y="4127"/>
                      <a:pt x="7192" y="4218"/>
                      <a:pt x="7258" y="4301"/>
                    </a:cubicBezTo>
                    <a:cubicBezTo>
                      <a:pt x="7275" y="4334"/>
                      <a:pt x="7283" y="4359"/>
                      <a:pt x="7300" y="4384"/>
                    </a:cubicBezTo>
                    <a:cubicBezTo>
                      <a:pt x="7291" y="4376"/>
                      <a:pt x="7275" y="4376"/>
                      <a:pt x="7267" y="4367"/>
                    </a:cubicBezTo>
                    <a:cubicBezTo>
                      <a:pt x="7142" y="4210"/>
                      <a:pt x="7018" y="4061"/>
                      <a:pt x="6894" y="3912"/>
                    </a:cubicBezTo>
                    <a:cubicBezTo>
                      <a:pt x="6884" y="3902"/>
                      <a:pt x="6872" y="3898"/>
                      <a:pt x="6860" y="3898"/>
                    </a:cubicBezTo>
                    <a:cubicBezTo>
                      <a:pt x="6823" y="3898"/>
                      <a:pt x="6788" y="3940"/>
                      <a:pt x="6819" y="3978"/>
                    </a:cubicBezTo>
                    <a:cubicBezTo>
                      <a:pt x="6919" y="4111"/>
                      <a:pt x="7018" y="4243"/>
                      <a:pt x="7117" y="4376"/>
                    </a:cubicBezTo>
                    <a:cubicBezTo>
                      <a:pt x="7109" y="4384"/>
                      <a:pt x="7117" y="4401"/>
                      <a:pt x="7117" y="4409"/>
                    </a:cubicBezTo>
                    <a:cubicBezTo>
                      <a:pt x="7217" y="4566"/>
                      <a:pt x="7300" y="4724"/>
                      <a:pt x="7383" y="4881"/>
                    </a:cubicBezTo>
                    <a:cubicBezTo>
                      <a:pt x="7424" y="4956"/>
                      <a:pt x="7457" y="5030"/>
                      <a:pt x="7499" y="5113"/>
                    </a:cubicBezTo>
                    <a:cubicBezTo>
                      <a:pt x="7515" y="5146"/>
                      <a:pt x="7532" y="5179"/>
                      <a:pt x="7548" y="5213"/>
                    </a:cubicBezTo>
                    <a:cubicBezTo>
                      <a:pt x="7532" y="5213"/>
                      <a:pt x="7515" y="5213"/>
                      <a:pt x="7499" y="5221"/>
                    </a:cubicBezTo>
                    <a:cubicBezTo>
                      <a:pt x="7449" y="5155"/>
                      <a:pt x="7399" y="5088"/>
                      <a:pt x="7341" y="5022"/>
                    </a:cubicBezTo>
                    <a:cubicBezTo>
                      <a:pt x="7330" y="5011"/>
                      <a:pt x="7318" y="5006"/>
                      <a:pt x="7306" y="5006"/>
                    </a:cubicBezTo>
                    <a:cubicBezTo>
                      <a:pt x="7275" y="5006"/>
                      <a:pt x="7248" y="5041"/>
                      <a:pt x="7267" y="5072"/>
                    </a:cubicBezTo>
                    <a:cubicBezTo>
                      <a:pt x="7349" y="5213"/>
                      <a:pt x="7441" y="5345"/>
                      <a:pt x="7515" y="5486"/>
                    </a:cubicBezTo>
                    <a:cubicBezTo>
                      <a:pt x="7548" y="5552"/>
                      <a:pt x="7590" y="5619"/>
                      <a:pt x="7623" y="5685"/>
                    </a:cubicBezTo>
                    <a:cubicBezTo>
                      <a:pt x="7623" y="5693"/>
                      <a:pt x="7631" y="5701"/>
                      <a:pt x="7631" y="5710"/>
                    </a:cubicBezTo>
                    <a:cubicBezTo>
                      <a:pt x="7615" y="5685"/>
                      <a:pt x="7590" y="5652"/>
                      <a:pt x="7565" y="5627"/>
                    </a:cubicBezTo>
                    <a:cubicBezTo>
                      <a:pt x="7482" y="5527"/>
                      <a:pt x="7383" y="5436"/>
                      <a:pt x="7283" y="5345"/>
                    </a:cubicBezTo>
                    <a:cubicBezTo>
                      <a:pt x="7277" y="5340"/>
                      <a:pt x="7270" y="5338"/>
                      <a:pt x="7263" y="5338"/>
                    </a:cubicBezTo>
                    <a:cubicBezTo>
                      <a:pt x="7234" y="5338"/>
                      <a:pt x="7206" y="5376"/>
                      <a:pt x="7233" y="5403"/>
                    </a:cubicBezTo>
                    <a:cubicBezTo>
                      <a:pt x="7316" y="5503"/>
                      <a:pt x="7391" y="5602"/>
                      <a:pt x="7465" y="5701"/>
                    </a:cubicBezTo>
                    <a:cubicBezTo>
                      <a:pt x="7482" y="5718"/>
                      <a:pt x="7490" y="5735"/>
                      <a:pt x="7499" y="5743"/>
                    </a:cubicBezTo>
                    <a:cubicBezTo>
                      <a:pt x="7507" y="5892"/>
                      <a:pt x="7532" y="6033"/>
                      <a:pt x="7557" y="6174"/>
                    </a:cubicBezTo>
                    <a:cubicBezTo>
                      <a:pt x="7573" y="6248"/>
                      <a:pt x="7590" y="6323"/>
                      <a:pt x="7606" y="6397"/>
                    </a:cubicBezTo>
                    <a:cubicBezTo>
                      <a:pt x="7606" y="6397"/>
                      <a:pt x="7606" y="6406"/>
                      <a:pt x="7615" y="6414"/>
                    </a:cubicBezTo>
                    <a:cubicBezTo>
                      <a:pt x="7615" y="6464"/>
                      <a:pt x="7623" y="6513"/>
                      <a:pt x="7623" y="6563"/>
                    </a:cubicBezTo>
                    <a:cubicBezTo>
                      <a:pt x="7639" y="6654"/>
                      <a:pt x="7648" y="6745"/>
                      <a:pt x="7664" y="6837"/>
                    </a:cubicBezTo>
                    <a:cubicBezTo>
                      <a:pt x="7681" y="6903"/>
                      <a:pt x="7697" y="6986"/>
                      <a:pt x="7739" y="7044"/>
                    </a:cubicBezTo>
                    <a:cubicBezTo>
                      <a:pt x="7739" y="7069"/>
                      <a:pt x="7755" y="7093"/>
                      <a:pt x="7780" y="7093"/>
                    </a:cubicBezTo>
                    <a:cubicBezTo>
                      <a:pt x="7789" y="7102"/>
                      <a:pt x="7805" y="7110"/>
                      <a:pt x="7813" y="7110"/>
                    </a:cubicBezTo>
                    <a:cubicBezTo>
                      <a:pt x="7789" y="7259"/>
                      <a:pt x="7789" y="7417"/>
                      <a:pt x="7789" y="7566"/>
                    </a:cubicBezTo>
                    <a:cubicBezTo>
                      <a:pt x="7797" y="7723"/>
                      <a:pt x="7797" y="7922"/>
                      <a:pt x="7871" y="8063"/>
                    </a:cubicBezTo>
                    <a:cubicBezTo>
                      <a:pt x="7871" y="8104"/>
                      <a:pt x="7871" y="8146"/>
                      <a:pt x="7871" y="8195"/>
                    </a:cubicBezTo>
                    <a:cubicBezTo>
                      <a:pt x="7863" y="8303"/>
                      <a:pt x="7863" y="8419"/>
                      <a:pt x="7855" y="8527"/>
                    </a:cubicBezTo>
                    <a:cubicBezTo>
                      <a:pt x="7847" y="8626"/>
                      <a:pt x="7822" y="8734"/>
                      <a:pt x="7830" y="8833"/>
                    </a:cubicBezTo>
                    <a:cubicBezTo>
                      <a:pt x="7747" y="8916"/>
                      <a:pt x="7664" y="9007"/>
                      <a:pt x="7581" y="9090"/>
                    </a:cubicBezTo>
                    <a:cubicBezTo>
                      <a:pt x="7424" y="9248"/>
                      <a:pt x="7267" y="9405"/>
                      <a:pt x="7117" y="9571"/>
                    </a:cubicBezTo>
                    <a:cubicBezTo>
                      <a:pt x="6968" y="9745"/>
                      <a:pt x="6827" y="9927"/>
                      <a:pt x="6687" y="10109"/>
                    </a:cubicBezTo>
                    <a:cubicBezTo>
                      <a:pt x="6562" y="10275"/>
                      <a:pt x="6430" y="10457"/>
                      <a:pt x="6504" y="10664"/>
                    </a:cubicBezTo>
                    <a:cubicBezTo>
                      <a:pt x="6513" y="10698"/>
                      <a:pt x="6529" y="10739"/>
                      <a:pt x="6546" y="10772"/>
                    </a:cubicBezTo>
                    <a:cubicBezTo>
                      <a:pt x="6537" y="10830"/>
                      <a:pt x="6562" y="10888"/>
                      <a:pt x="6612" y="10913"/>
                    </a:cubicBezTo>
                    <a:cubicBezTo>
                      <a:pt x="6629" y="10938"/>
                      <a:pt x="6645" y="10963"/>
                      <a:pt x="6662" y="10988"/>
                    </a:cubicBezTo>
                    <a:cubicBezTo>
                      <a:pt x="6728" y="11062"/>
                      <a:pt x="6803" y="11128"/>
                      <a:pt x="6894" y="11186"/>
                    </a:cubicBezTo>
                    <a:cubicBezTo>
                      <a:pt x="6910" y="11294"/>
                      <a:pt x="6943" y="11410"/>
                      <a:pt x="6985" y="11518"/>
                    </a:cubicBezTo>
                    <a:lnTo>
                      <a:pt x="6910" y="11518"/>
                    </a:lnTo>
                    <a:cubicBezTo>
                      <a:pt x="6894" y="11526"/>
                      <a:pt x="6885" y="11526"/>
                      <a:pt x="6877" y="11534"/>
                    </a:cubicBezTo>
                    <a:cubicBezTo>
                      <a:pt x="6844" y="11551"/>
                      <a:pt x="6811" y="11576"/>
                      <a:pt x="6819" y="11609"/>
                    </a:cubicBezTo>
                    <a:cubicBezTo>
                      <a:pt x="6827" y="11634"/>
                      <a:pt x="6852" y="11642"/>
                      <a:pt x="6877" y="11642"/>
                    </a:cubicBezTo>
                    <a:lnTo>
                      <a:pt x="6919" y="11642"/>
                    </a:lnTo>
                    <a:cubicBezTo>
                      <a:pt x="6927" y="11642"/>
                      <a:pt x="6935" y="11634"/>
                      <a:pt x="6943" y="11634"/>
                    </a:cubicBezTo>
                    <a:lnTo>
                      <a:pt x="6927" y="11642"/>
                    </a:lnTo>
                    <a:cubicBezTo>
                      <a:pt x="6952" y="11634"/>
                      <a:pt x="6977" y="11626"/>
                      <a:pt x="7001" y="11626"/>
                    </a:cubicBezTo>
                    <a:lnTo>
                      <a:pt x="7018" y="11626"/>
                    </a:lnTo>
                    <a:cubicBezTo>
                      <a:pt x="7026" y="11634"/>
                      <a:pt x="7026" y="11642"/>
                      <a:pt x="7035" y="11650"/>
                    </a:cubicBezTo>
                    <a:cubicBezTo>
                      <a:pt x="7001" y="11659"/>
                      <a:pt x="6968" y="11667"/>
                      <a:pt x="6943" y="11692"/>
                    </a:cubicBezTo>
                    <a:cubicBezTo>
                      <a:pt x="6927" y="11708"/>
                      <a:pt x="6902" y="11725"/>
                      <a:pt x="6894" y="11750"/>
                    </a:cubicBezTo>
                    <a:cubicBezTo>
                      <a:pt x="6885" y="11775"/>
                      <a:pt x="6885" y="11808"/>
                      <a:pt x="6902" y="11833"/>
                    </a:cubicBezTo>
                    <a:cubicBezTo>
                      <a:pt x="6908" y="11845"/>
                      <a:pt x="6923" y="11853"/>
                      <a:pt x="6934" y="11853"/>
                    </a:cubicBezTo>
                    <a:cubicBezTo>
                      <a:pt x="6938" y="11853"/>
                      <a:pt x="6941" y="11851"/>
                      <a:pt x="6943" y="11849"/>
                    </a:cubicBezTo>
                    <a:cubicBezTo>
                      <a:pt x="6960" y="11841"/>
                      <a:pt x="6968" y="11841"/>
                      <a:pt x="6968" y="11833"/>
                    </a:cubicBezTo>
                    <a:cubicBezTo>
                      <a:pt x="6985" y="11824"/>
                      <a:pt x="6993" y="11816"/>
                      <a:pt x="7001" y="11800"/>
                    </a:cubicBezTo>
                    <a:cubicBezTo>
                      <a:pt x="7010" y="11791"/>
                      <a:pt x="7018" y="11775"/>
                      <a:pt x="7026" y="11766"/>
                    </a:cubicBezTo>
                    <a:lnTo>
                      <a:pt x="7035" y="11758"/>
                    </a:lnTo>
                    <a:lnTo>
                      <a:pt x="7035" y="11758"/>
                    </a:lnTo>
                    <a:cubicBezTo>
                      <a:pt x="7043" y="11750"/>
                      <a:pt x="7051" y="11742"/>
                      <a:pt x="7059" y="11742"/>
                    </a:cubicBezTo>
                    <a:cubicBezTo>
                      <a:pt x="7084" y="11800"/>
                      <a:pt x="7117" y="11866"/>
                      <a:pt x="7167" y="11924"/>
                    </a:cubicBezTo>
                    <a:cubicBezTo>
                      <a:pt x="7159" y="11932"/>
                      <a:pt x="7151" y="11949"/>
                      <a:pt x="7142" y="11965"/>
                    </a:cubicBezTo>
                    <a:cubicBezTo>
                      <a:pt x="7134" y="11974"/>
                      <a:pt x="7134" y="11990"/>
                      <a:pt x="7126" y="12007"/>
                    </a:cubicBezTo>
                    <a:cubicBezTo>
                      <a:pt x="7126" y="12015"/>
                      <a:pt x="7126" y="12023"/>
                      <a:pt x="7126" y="12032"/>
                    </a:cubicBezTo>
                    <a:cubicBezTo>
                      <a:pt x="7126" y="12040"/>
                      <a:pt x="7126" y="12040"/>
                      <a:pt x="7126" y="12048"/>
                    </a:cubicBezTo>
                    <a:lnTo>
                      <a:pt x="7126" y="12065"/>
                    </a:lnTo>
                    <a:cubicBezTo>
                      <a:pt x="7130" y="12078"/>
                      <a:pt x="7142" y="12085"/>
                      <a:pt x="7154" y="12085"/>
                    </a:cubicBezTo>
                    <a:cubicBezTo>
                      <a:pt x="7163" y="12085"/>
                      <a:pt x="7172" y="12080"/>
                      <a:pt x="7175" y="12073"/>
                    </a:cubicBezTo>
                    <a:lnTo>
                      <a:pt x="7184" y="12065"/>
                    </a:lnTo>
                    <a:lnTo>
                      <a:pt x="7192" y="12056"/>
                    </a:lnTo>
                    <a:lnTo>
                      <a:pt x="7192" y="12048"/>
                    </a:lnTo>
                    <a:cubicBezTo>
                      <a:pt x="7192" y="12040"/>
                      <a:pt x="7192" y="12040"/>
                      <a:pt x="7200" y="12032"/>
                    </a:cubicBezTo>
                    <a:cubicBezTo>
                      <a:pt x="7200" y="12015"/>
                      <a:pt x="7209" y="12007"/>
                      <a:pt x="7217" y="11990"/>
                    </a:cubicBezTo>
                    <a:lnTo>
                      <a:pt x="7217" y="11982"/>
                    </a:lnTo>
                    <a:cubicBezTo>
                      <a:pt x="7250" y="12015"/>
                      <a:pt x="7291" y="12040"/>
                      <a:pt x="7341" y="12048"/>
                    </a:cubicBezTo>
                    <a:cubicBezTo>
                      <a:pt x="7368" y="12056"/>
                      <a:pt x="7395" y="12060"/>
                      <a:pt x="7423" y="12060"/>
                    </a:cubicBezTo>
                    <a:cubicBezTo>
                      <a:pt x="7481" y="12060"/>
                      <a:pt x="7539" y="12043"/>
                      <a:pt x="7590" y="12015"/>
                    </a:cubicBezTo>
                    <a:cubicBezTo>
                      <a:pt x="7639" y="12172"/>
                      <a:pt x="7755" y="12297"/>
                      <a:pt x="7905" y="12380"/>
                    </a:cubicBezTo>
                    <a:cubicBezTo>
                      <a:pt x="8054" y="12454"/>
                      <a:pt x="8228" y="12487"/>
                      <a:pt x="8393" y="12504"/>
                    </a:cubicBezTo>
                    <a:cubicBezTo>
                      <a:pt x="8393" y="12512"/>
                      <a:pt x="8402" y="12512"/>
                      <a:pt x="8402" y="12520"/>
                    </a:cubicBezTo>
                    <a:cubicBezTo>
                      <a:pt x="8460" y="12595"/>
                      <a:pt x="8451" y="12686"/>
                      <a:pt x="8418" y="12777"/>
                    </a:cubicBezTo>
                    <a:cubicBezTo>
                      <a:pt x="8410" y="12777"/>
                      <a:pt x="8402" y="12786"/>
                      <a:pt x="8393" y="12794"/>
                    </a:cubicBezTo>
                    <a:cubicBezTo>
                      <a:pt x="8252" y="13009"/>
                      <a:pt x="8137" y="13233"/>
                      <a:pt x="8054" y="13482"/>
                    </a:cubicBezTo>
                    <a:cubicBezTo>
                      <a:pt x="8012" y="13598"/>
                      <a:pt x="7979" y="13714"/>
                      <a:pt x="7946" y="13838"/>
                    </a:cubicBezTo>
                    <a:cubicBezTo>
                      <a:pt x="7946" y="13863"/>
                      <a:pt x="7938" y="13887"/>
                      <a:pt x="7938" y="13904"/>
                    </a:cubicBezTo>
                    <a:cubicBezTo>
                      <a:pt x="7797" y="14095"/>
                      <a:pt x="7623" y="14260"/>
                      <a:pt x="7515" y="14476"/>
                    </a:cubicBezTo>
                    <a:cubicBezTo>
                      <a:pt x="7432" y="14633"/>
                      <a:pt x="7374" y="14824"/>
                      <a:pt x="7325" y="14998"/>
                    </a:cubicBezTo>
                    <a:cubicBezTo>
                      <a:pt x="7291" y="15089"/>
                      <a:pt x="7267" y="15172"/>
                      <a:pt x="7242" y="15263"/>
                    </a:cubicBezTo>
                    <a:cubicBezTo>
                      <a:pt x="7242" y="15288"/>
                      <a:pt x="7233" y="15304"/>
                      <a:pt x="7233" y="15329"/>
                    </a:cubicBezTo>
                    <a:cubicBezTo>
                      <a:pt x="7184" y="15412"/>
                      <a:pt x="7134" y="15503"/>
                      <a:pt x="7101" y="15594"/>
                    </a:cubicBezTo>
                    <a:cubicBezTo>
                      <a:pt x="7051" y="15702"/>
                      <a:pt x="7010" y="15810"/>
                      <a:pt x="6968" y="15926"/>
                    </a:cubicBezTo>
                    <a:cubicBezTo>
                      <a:pt x="6960" y="15951"/>
                      <a:pt x="6952" y="15984"/>
                      <a:pt x="6943" y="16009"/>
                    </a:cubicBezTo>
                    <a:cubicBezTo>
                      <a:pt x="6753" y="16307"/>
                      <a:pt x="6546" y="16589"/>
                      <a:pt x="6388" y="16903"/>
                    </a:cubicBezTo>
                    <a:cubicBezTo>
                      <a:pt x="6281" y="17127"/>
                      <a:pt x="6198" y="17367"/>
                      <a:pt x="6148" y="17616"/>
                    </a:cubicBezTo>
                    <a:cubicBezTo>
                      <a:pt x="6131" y="17715"/>
                      <a:pt x="6115" y="17823"/>
                      <a:pt x="6107" y="17923"/>
                    </a:cubicBezTo>
                    <a:cubicBezTo>
                      <a:pt x="6090" y="17939"/>
                      <a:pt x="6073" y="17956"/>
                      <a:pt x="6057" y="17972"/>
                    </a:cubicBezTo>
                    <a:cubicBezTo>
                      <a:pt x="5908" y="18130"/>
                      <a:pt x="5750" y="18271"/>
                      <a:pt x="5634" y="18453"/>
                    </a:cubicBezTo>
                    <a:cubicBezTo>
                      <a:pt x="5527" y="18619"/>
                      <a:pt x="5444" y="18809"/>
                      <a:pt x="5386" y="18991"/>
                    </a:cubicBezTo>
                    <a:cubicBezTo>
                      <a:pt x="5361" y="19091"/>
                      <a:pt x="5336" y="19190"/>
                      <a:pt x="5319" y="19290"/>
                    </a:cubicBezTo>
                    <a:cubicBezTo>
                      <a:pt x="5311" y="19314"/>
                      <a:pt x="5303" y="19339"/>
                      <a:pt x="5303" y="19372"/>
                    </a:cubicBezTo>
                    <a:cubicBezTo>
                      <a:pt x="4880" y="19828"/>
                      <a:pt x="4483" y="20309"/>
                      <a:pt x="4085" y="20798"/>
                    </a:cubicBezTo>
                    <a:cubicBezTo>
                      <a:pt x="3886" y="21046"/>
                      <a:pt x="3679" y="21286"/>
                      <a:pt x="3530" y="21568"/>
                    </a:cubicBezTo>
                    <a:cubicBezTo>
                      <a:pt x="3381" y="21850"/>
                      <a:pt x="3281" y="22156"/>
                      <a:pt x="3173" y="22455"/>
                    </a:cubicBezTo>
                    <a:cubicBezTo>
                      <a:pt x="3107" y="22637"/>
                      <a:pt x="3057" y="22811"/>
                      <a:pt x="2999" y="22993"/>
                    </a:cubicBezTo>
                    <a:cubicBezTo>
                      <a:pt x="2966" y="23109"/>
                      <a:pt x="2925" y="23217"/>
                      <a:pt x="2900" y="23333"/>
                    </a:cubicBezTo>
                    <a:cubicBezTo>
                      <a:pt x="2569" y="23888"/>
                      <a:pt x="2312" y="24485"/>
                      <a:pt x="2038" y="25073"/>
                    </a:cubicBezTo>
                    <a:cubicBezTo>
                      <a:pt x="1980" y="25197"/>
                      <a:pt x="1922" y="25330"/>
                      <a:pt x="1864" y="25462"/>
                    </a:cubicBezTo>
                    <a:cubicBezTo>
                      <a:pt x="1806" y="25587"/>
                      <a:pt x="1732" y="25727"/>
                      <a:pt x="1715" y="25868"/>
                    </a:cubicBezTo>
                    <a:cubicBezTo>
                      <a:pt x="1707" y="25893"/>
                      <a:pt x="1724" y="25918"/>
                      <a:pt x="1748" y="25935"/>
                    </a:cubicBezTo>
                    <a:cubicBezTo>
                      <a:pt x="1690" y="26026"/>
                      <a:pt x="1632" y="26125"/>
                      <a:pt x="1583" y="26225"/>
                    </a:cubicBezTo>
                    <a:cubicBezTo>
                      <a:pt x="1318" y="26697"/>
                      <a:pt x="1061" y="27186"/>
                      <a:pt x="912" y="27708"/>
                    </a:cubicBezTo>
                    <a:cubicBezTo>
                      <a:pt x="862" y="27873"/>
                      <a:pt x="829" y="28039"/>
                      <a:pt x="812" y="28213"/>
                    </a:cubicBezTo>
                    <a:cubicBezTo>
                      <a:pt x="613" y="28553"/>
                      <a:pt x="431" y="28909"/>
                      <a:pt x="307" y="29282"/>
                    </a:cubicBezTo>
                    <a:cubicBezTo>
                      <a:pt x="207" y="29572"/>
                      <a:pt x="141" y="29870"/>
                      <a:pt x="91" y="30168"/>
                    </a:cubicBezTo>
                    <a:cubicBezTo>
                      <a:pt x="66" y="30326"/>
                      <a:pt x="42" y="30483"/>
                      <a:pt x="33" y="30641"/>
                    </a:cubicBezTo>
                    <a:cubicBezTo>
                      <a:pt x="17" y="30798"/>
                      <a:pt x="0" y="30964"/>
                      <a:pt x="33" y="31121"/>
                    </a:cubicBezTo>
                    <a:cubicBezTo>
                      <a:pt x="33" y="31138"/>
                      <a:pt x="42" y="31146"/>
                      <a:pt x="42" y="31154"/>
                    </a:cubicBezTo>
                    <a:cubicBezTo>
                      <a:pt x="42" y="31237"/>
                      <a:pt x="33" y="31312"/>
                      <a:pt x="33" y="31395"/>
                    </a:cubicBezTo>
                    <a:cubicBezTo>
                      <a:pt x="25" y="31635"/>
                      <a:pt x="42" y="31875"/>
                      <a:pt x="66" y="32107"/>
                    </a:cubicBezTo>
                    <a:cubicBezTo>
                      <a:pt x="83" y="32323"/>
                      <a:pt x="108" y="32563"/>
                      <a:pt x="199" y="32762"/>
                    </a:cubicBezTo>
                    <a:cubicBezTo>
                      <a:pt x="174" y="33010"/>
                      <a:pt x="158" y="33259"/>
                      <a:pt x="158" y="33516"/>
                    </a:cubicBezTo>
                    <a:cubicBezTo>
                      <a:pt x="158" y="33789"/>
                      <a:pt x="166" y="34071"/>
                      <a:pt x="199" y="34353"/>
                    </a:cubicBezTo>
                    <a:cubicBezTo>
                      <a:pt x="216" y="34485"/>
                      <a:pt x="232" y="34626"/>
                      <a:pt x="257" y="34767"/>
                    </a:cubicBezTo>
                    <a:cubicBezTo>
                      <a:pt x="282" y="34891"/>
                      <a:pt x="307" y="35015"/>
                      <a:pt x="373" y="35131"/>
                    </a:cubicBezTo>
                    <a:cubicBezTo>
                      <a:pt x="381" y="35189"/>
                      <a:pt x="398" y="35247"/>
                      <a:pt x="414" y="35297"/>
                    </a:cubicBezTo>
                    <a:cubicBezTo>
                      <a:pt x="456" y="35438"/>
                      <a:pt x="522" y="35562"/>
                      <a:pt x="588" y="35687"/>
                    </a:cubicBezTo>
                    <a:cubicBezTo>
                      <a:pt x="655" y="35794"/>
                      <a:pt x="746" y="35968"/>
                      <a:pt x="887" y="35977"/>
                    </a:cubicBezTo>
                    <a:cubicBezTo>
                      <a:pt x="1086" y="36242"/>
                      <a:pt x="1351" y="36465"/>
                      <a:pt x="1616" y="36631"/>
                    </a:cubicBezTo>
                    <a:cubicBezTo>
                      <a:pt x="1831" y="36772"/>
                      <a:pt x="2063" y="36880"/>
                      <a:pt x="2304" y="36971"/>
                    </a:cubicBezTo>
                    <a:cubicBezTo>
                      <a:pt x="2428" y="37012"/>
                      <a:pt x="2544" y="37054"/>
                      <a:pt x="2668" y="37087"/>
                    </a:cubicBezTo>
                    <a:cubicBezTo>
                      <a:pt x="2759" y="37103"/>
                      <a:pt x="2850" y="37137"/>
                      <a:pt x="2950" y="37145"/>
                    </a:cubicBezTo>
                    <a:cubicBezTo>
                      <a:pt x="3091" y="37203"/>
                      <a:pt x="3248" y="37253"/>
                      <a:pt x="3405" y="37277"/>
                    </a:cubicBezTo>
                    <a:cubicBezTo>
                      <a:pt x="3389" y="37319"/>
                      <a:pt x="3381" y="37369"/>
                      <a:pt x="3405" y="37427"/>
                    </a:cubicBezTo>
                    <a:cubicBezTo>
                      <a:pt x="3447" y="37518"/>
                      <a:pt x="3538" y="37559"/>
                      <a:pt x="3613" y="37601"/>
                    </a:cubicBezTo>
                    <a:cubicBezTo>
                      <a:pt x="3704" y="37650"/>
                      <a:pt x="3803" y="37700"/>
                      <a:pt x="3894" y="37750"/>
                    </a:cubicBezTo>
                    <a:cubicBezTo>
                      <a:pt x="4085" y="37833"/>
                      <a:pt x="4275" y="37907"/>
                      <a:pt x="4474" y="37965"/>
                    </a:cubicBezTo>
                    <a:cubicBezTo>
                      <a:pt x="4639" y="38008"/>
                      <a:pt x="4817" y="38051"/>
                      <a:pt x="4996" y="38051"/>
                    </a:cubicBezTo>
                    <a:cubicBezTo>
                      <a:pt x="5024" y="38051"/>
                      <a:pt x="5051" y="38050"/>
                      <a:pt x="5079" y="38048"/>
                    </a:cubicBezTo>
                    <a:lnTo>
                      <a:pt x="5096" y="38048"/>
                    </a:lnTo>
                    <a:cubicBezTo>
                      <a:pt x="5676" y="38247"/>
                      <a:pt x="6289" y="38355"/>
                      <a:pt x="6910" y="38363"/>
                    </a:cubicBezTo>
                    <a:cubicBezTo>
                      <a:pt x="7026" y="38388"/>
                      <a:pt x="7151" y="38413"/>
                      <a:pt x="7275" y="38437"/>
                    </a:cubicBezTo>
                    <a:cubicBezTo>
                      <a:pt x="7391" y="38462"/>
                      <a:pt x="7507" y="38487"/>
                      <a:pt x="7623" y="38512"/>
                    </a:cubicBezTo>
                    <a:cubicBezTo>
                      <a:pt x="7739" y="38537"/>
                      <a:pt x="7863" y="38570"/>
                      <a:pt x="7987" y="38570"/>
                    </a:cubicBezTo>
                    <a:cubicBezTo>
                      <a:pt x="7990" y="38571"/>
                      <a:pt x="7993" y="38571"/>
                      <a:pt x="7996" y="38571"/>
                    </a:cubicBezTo>
                    <a:cubicBezTo>
                      <a:pt x="8023" y="38571"/>
                      <a:pt x="8036" y="38535"/>
                      <a:pt x="8029" y="38512"/>
                    </a:cubicBezTo>
                    <a:lnTo>
                      <a:pt x="8029" y="38512"/>
                    </a:lnTo>
                    <a:cubicBezTo>
                      <a:pt x="8153" y="38520"/>
                      <a:pt x="8286" y="38529"/>
                      <a:pt x="8418" y="38537"/>
                    </a:cubicBezTo>
                    <a:cubicBezTo>
                      <a:pt x="8509" y="38541"/>
                      <a:pt x="8607" y="38547"/>
                      <a:pt x="8704" y="38547"/>
                    </a:cubicBezTo>
                    <a:cubicBezTo>
                      <a:pt x="8801" y="38547"/>
                      <a:pt x="8899" y="38541"/>
                      <a:pt x="8990" y="38520"/>
                    </a:cubicBezTo>
                    <a:cubicBezTo>
                      <a:pt x="9073" y="38504"/>
                      <a:pt x="9156" y="38479"/>
                      <a:pt x="9230" y="38437"/>
                    </a:cubicBezTo>
                    <a:cubicBezTo>
                      <a:pt x="9272" y="38421"/>
                      <a:pt x="9305" y="38396"/>
                      <a:pt x="9338" y="38363"/>
                    </a:cubicBezTo>
                    <a:cubicBezTo>
                      <a:pt x="9371" y="38330"/>
                      <a:pt x="9379" y="38297"/>
                      <a:pt x="9404" y="38255"/>
                    </a:cubicBezTo>
                    <a:cubicBezTo>
                      <a:pt x="9412" y="38230"/>
                      <a:pt x="9412" y="38222"/>
                      <a:pt x="9404" y="38205"/>
                    </a:cubicBezTo>
                    <a:cubicBezTo>
                      <a:pt x="9404" y="38205"/>
                      <a:pt x="9404" y="38197"/>
                      <a:pt x="9412" y="38197"/>
                    </a:cubicBezTo>
                    <a:cubicBezTo>
                      <a:pt x="9412" y="38197"/>
                      <a:pt x="9421" y="38189"/>
                      <a:pt x="9421" y="38181"/>
                    </a:cubicBezTo>
                    <a:cubicBezTo>
                      <a:pt x="9446" y="38147"/>
                      <a:pt x="9462" y="38114"/>
                      <a:pt x="9487" y="38073"/>
                    </a:cubicBezTo>
                    <a:lnTo>
                      <a:pt x="9487" y="38073"/>
                    </a:lnTo>
                    <a:cubicBezTo>
                      <a:pt x="9479" y="38123"/>
                      <a:pt x="9479" y="38164"/>
                      <a:pt x="9470" y="38205"/>
                    </a:cubicBezTo>
                    <a:cubicBezTo>
                      <a:pt x="9437" y="38413"/>
                      <a:pt x="9404" y="38636"/>
                      <a:pt x="9470" y="38835"/>
                    </a:cubicBezTo>
                    <a:cubicBezTo>
                      <a:pt x="9537" y="39026"/>
                      <a:pt x="9694" y="39142"/>
                      <a:pt x="9860" y="39233"/>
                    </a:cubicBezTo>
                    <a:cubicBezTo>
                      <a:pt x="9951" y="39291"/>
                      <a:pt x="10042" y="39340"/>
                      <a:pt x="10142" y="39382"/>
                    </a:cubicBezTo>
                    <a:cubicBezTo>
                      <a:pt x="10233" y="39432"/>
                      <a:pt x="10349" y="39498"/>
                      <a:pt x="10456" y="39498"/>
                    </a:cubicBezTo>
                    <a:cubicBezTo>
                      <a:pt x="10461" y="39499"/>
                      <a:pt x="10465" y="39499"/>
                      <a:pt x="10469" y="39499"/>
                    </a:cubicBezTo>
                    <a:cubicBezTo>
                      <a:pt x="10504" y="39499"/>
                      <a:pt x="10531" y="39469"/>
                      <a:pt x="10531" y="39432"/>
                    </a:cubicBezTo>
                    <a:cubicBezTo>
                      <a:pt x="10771" y="39514"/>
                      <a:pt x="11012" y="39597"/>
                      <a:pt x="11252" y="39697"/>
                    </a:cubicBezTo>
                    <a:cubicBezTo>
                      <a:pt x="11391" y="39752"/>
                      <a:pt x="11611" y="39878"/>
                      <a:pt x="11801" y="39878"/>
                    </a:cubicBezTo>
                    <a:cubicBezTo>
                      <a:pt x="11838" y="39878"/>
                      <a:pt x="11873" y="39873"/>
                      <a:pt x="11906" y="39862"/>
                    </a:cubicBezTo>
                    <a:lnTo>
                      <a:pt x="11923" y="39871"/>
                    </a:lnTo>
                    <a:cubicBezTo>
                      <a:pt x="11931" y="39879"/>
                      <a:pt x="11940" y="39879"/>
                      <a:pt x="11948" y="39879"/>
                    </a:cubicBezTo>
                    <a:cubicBezTo>
                      <a:pt x="11985" y="39916"/>
                      <a:pt x="12046" y="39921"/>
                      <a:pt x="12102" y="39921"/>
                    </a:cubicBezTo>
                    <a:cubicBezTo>
                      <a:pt x="12120" y="39921"/>
                      <a:pt x="12138" y="39920"/>
                      <a:pt x="12155" y="39920"/>
                    </a:cubicBezTo>
                    <a:cubicBezTo>
                      <a:pt x="12238" y="39920"/>
                      <a:pt x="12321" y="39912"/>
                      <a:pt x="12395" y="39904"/>
                    </a:cubicBezTo>
                    <a:cubicBezTo>
                      <a:pt x="12470" y="39896"/>
                      <a:pt x="12544" y="39887"/>
                      <a:pt x="12611" y="39871"/>
                    </a:cubicBezTo>
                    <a:cubicBezTo>
                      <a:pt x="12694" y="39846"/>
                      <a:pt x="12752" y="39804"/>
                      <a:pt x="12785" y="39730"/>
                    </a:cubicBezTo>
                    <a:cubicBezTo>
                      <a:pt x="12793" y="39713"/>
                      <a:pt x="12793" y="39697"/>
                      <a:pt x="12793" y="39680"/>
                    </a:cubicBezTo>
                    <a:cubicBezTo>
                      <a:pt x="12826" y="39647"/>
                      <a:pt x="12859" y="39606"/>
                      <a:pt x="12876" y="39564"/>
                    </a:cubicBezTo>
                    <a:cubicBezTo>
                      <a:pt x="12909" y="39490"/>
                      <a:pt x="12934" y="39407"/>
                      <a:pt x="12942" y="39324"/>
                    </a:cubicBezTo>
                    <a:cubicBezTo>
                      <a:pt x="12942" y="39282"/>
                      <a:pt x="12934" y="39241"/>
                      <a:pt x="12934" y="39200"/>
                    </a:cubicBezTo>
                    <a:cubicBezTo>
                      <a:pt x="12950" y="39150"/>
                      <a:pt x="12959" y="39084"/>
                      <a:pt x="12967" y="39034"/>
                    </a:cubicBezTo>
                    <a:cubicBezTo>
                      <a:pt x="12984" y="38951"/>
                      <a:pt x="12992" y="38876"/>
                      <a:pt x="12992" y="38794"/>
                    </a:cubicBezTo>
                    <a:cubicBezTo>
                      <a:pt x="12992" y="38678"/>
                      <a:pt x="12942" y="38570"/>
                      <a:pt x="12868" y="38471"/>
                    </a:cubicBezTo>
                    <a:cubicBezTo>
                      <a:pt x="12834" y="38437"/>
                      <a:pt x="12801" y="38396"/>
                      <a:pt x="12760" y="38363"/>
                    </a:cubicBezTo>
                    <a:cubicBezTo>
                      <a:pt x="12710" y="38255"/>
                      <a:pt x="12627" y="38181"/>
                      <a:pt x="12544" y="38106"/>
                    </a:cubicBezTo>
                    <a:cubicBezTo>
                      <a:pt x="12453" y="38031"/>
                      <a:pt x="12370" y="37957"/>
                      <a:pt x="12279" y="37882"/>
                    </a:cubicBezTo>
                    <a:cubicBezTo>
                      <a:pt x="12271" y="37874"/>
                      <a:pt x="12263" y="37866"/>
                      <a:pt x="12254" y="37857"/>
                    </a:cubicBezTo>
                    <a:cubicBezTo>
                      <a:pt x="12279" y="37857"/>
                      <a:pt x="12304" y="37866"/>
                      <a:pt x="12329" y="37866"/>
                    </a:cubicBezTo>
                    <a:cubicBezTo>
                      <a:pt x="12470" y="37899"/>
                      <a:pt x="12611" y="37924"/>
                      <a:pt x="12760" y="37949"/>
                    </a:cubicBezTo>
                    <a:cubicBezTo>
                      <a:pt x="12872" y="37967"/>
                      <a:pt x="12988" y="37982"/>
                      <a:pt x="13102" y="37982"/>
                    </a:cubicBezTo>
                    <a:cubicBezTo>
                      <a:pt x="13249" y="37982"/>
                      <a:pt x="13395" y="37957"/>
                      <a:pt x="13530" y="37882"/>
                    </a:cubicBezTo>
                    <a:cubicBezTo>
                      <a:pt x="13663" y="37816"/>
                      <a:pt x="13754" y="37683"/>
                      <a:pt x="13779" y="37551"/>
                    </a:cubicBezTo>
                    <a:lnTo>
                      <a:pt x="13787" y="37543"/>
                    </a:lnTo>
                    <a:cubicBezTo>
                      <a:pt x="13804" y="37526"/>
                      <a:pt x="13820" y="37509"/>
                      <a:pt x="13829" y="37485"/>
                    </a:cubicBezTo>
                    <a:cubicBezTo>
                      <a:pt x="13853" y="37451"/>
                      <a:pt x="13870" y="37418"/>
                      <a:pt x="13878" y="37385"/>
                    </a:cubicBezTo>
                    <a:cubicBezTo>
                      <a:pt x="13920" y="37302"/>
                      <a:pt x="13936" y="37219"/>
                      <a:pt x="13945" y="37128"/>
                    </a:cubicBezTo>
                    <a:cubicBezTo>
                      <a:pt x="13961" y="36987"/>
                      <a:pt x="13953" y="36805"/>
                      <a:pt x="13845" y="36689"/>
                    </a:cubicBezTo>
                    <a:cubicBezTo>
                      <a:pt x="13829" y="36673"/>
                      <a:pt x="13804" y="36656"/>
                      <a:pt x="13779" y="36639"/>
                    </a:cubicBezTo>
                    <a:lnTo>
                      <a:pt x="13779" y="36631"/>
                    </a:lnTo>
                    <a:cubicBezTo>
                      <a:pt x="13771" y="36581"/>
                      <a:pt x="13762" y="36532"/>
                      <a:pt x="13754" y="36474"/>
                    </a:cubicBezTo>
                    <a:cubicBezTo>
                      <a:pt x="13729" y="36383"/>
                      <a:pt x="13688" y="36283"/>
                      <a:pt x="13588" y="36242"/>
                    </a:cubicBezTo>
                    <a:cubicBezTo>
                      <a:pt x="13550" y="36222"/>
                      <a:pt x="13508" y="36216"/>
                      <a:pt x="13464" y="36216"/>
                    </a:cubicBezTo>
                    <a:cubicBezTo>
                      <a:pt x="13415" y="36216"/>
                      <a:pt x="13364" y="36225"/>
                      <a:pt x="13315" y="36233"/>
                    </a:cubicBezTo>
                    <a:cubicBezTo>
                      <a:pt x="13274" y="36233"/>
                      <a:pt x="13232" y="36242"/>
                      <a:pt x="13191" y="36250"/>
                    </a:cubicBezTo>
                    <a:cubicBezTo>
                      <a:pt x="13174" y="36242"/>
                      <a:pt x="13158" y="36233"/>
                      <a:pt x="13141" y="36225"/>
                    </a:cubicBezTo>
                    <a:cubicBezTo>
                      <a:pt x="13066" y="36200"/>
                      <a:pt x="12992" y="36167"/>
                      <a:pt x="12917" y="36142"/>
                    </a:cubicBezTo>
                    <a:cubicBezTo>
                      <a:pt x="12776" y="36093"/>
                      <a:pt x="12636" y="36043"/>
                      <a:pt x="12495" y="35993"/>
                    </a:cubicBezTo>
                    <a:cubicBezTo>
                      <a:pt x="12370" y="35952"/>
                      <a:pt x="12254" y="35894"/>
                      <a:pt x="12147" y="35811"/>
                    </a:cubicBezTo>
                    <a:cubicBezTo>
                      <a:pt x="12056" y="35736"/>
                      <a:pt x="12006" y="35645"/>
                      <a:pt x="11940" y="35546"/>
                    </a:cubicBezTo>
                    <a:cubicBezTo>
                      <a:pt x="11998" y="35479"/>
                      <a:pt x="12056" y="35405"/>
                      <a:pt x="12097" y="35330"/>
                    </a:cubicBezTo>
                    <a:cubicBezTo>
                      <a:pt x="12263" y="35057"/>
                      <a:pt x="12329" y="34742"/>
                      <a:pt x="12271" y="34419"/>
                    </a:cubicBezTo>
                    <a:cubicBezTo>
                      <a:pt x="12271" y="34411"/>
                      <a:pt x="12263" y="34394"/>
                      <a:pt x="12254" y="34386"/>
                    </a:cubicBezTo>
                    <a:cubicBezTo>
                      <a:pt x="12337" y="34245"/>
                      <a:pt x="12404" y="34096"/>
                      <a:pt x="12470" y="33947"/>
                    </a:cubicBezTo>
                    <a:cubicBezTo>
                      <a:pt x="12586" y="33673"/>
                      <a:pt x="12677" y="33392"/>
                      <a:pt x="12752" y="33102"/>
                    </a:cubicBezTo>
                    <a:cubicBezTo>
                      <a:pt x="12859" y="32961"/>
                      <a:pt x="12959" y="32803"/>
                      <a:pt x="13042" y="32638"/>
                    </a:cubicBezTo>
                    <a:cubicBezTo>
                      <a:pt x="13249" y="32198"/>
                      <a:pt x="13356" y="31718"/>
                      <a:pt x="13406" y="31237"/>
                    </a:cubicBezTo>
                    <a:cubicBezTo>
                      <a:pt x="13414" y="31453"/>
                      <a:pt x="13423" y="31660"/>
                      <a:pt x="13423" y="31875"/>
                    </a:cubicBezTo>
                    <a:cubicBezTo>
                      <a:pt x="13423" y="32174"/>
                      <a:pt x="13406" y="32464"/>
                      <a:pt x="13365" y="32754"/>
                    </a:cubicBezTo>
                    <a:cubicBezTo>
                      <a:pt x="13323" y="33035"/>
                      <a:pt x="13232" y="33317"/>
                      <a:pt x="13224" y="33599"/>
                    </a:cubicBezTo>
                    <a:cubicBezTo>
                      <a:pt x="13216" y="33831"/>
                      <a:pt x="13274" y="34063"/>
                      <a:pt x="13414" y="34253"/>
                    </a:cubicBezTo>
                    <a:cubicBezTo>
                      <a:pt x="13406" y="34250"/>
                      <a:pt x="13398" y="34248"/>
                      <a:pt x="13390" y="34248"/>
                    </a:cubicBezTo>
                    <a:cubicBezTo>
                      <a:pt x="13338" y="34248"/>
                      <a:pt x="13289" y="34310"/>
                      <a:pt x="13332" y="34353"/>
                    </a:cubicBezTo>
                    <a:cubicBezTo>
                      <a:pt x="13456" y="34493"/>
                      <a:pt x="13588" y="34618"/>
                      <a:pt x="13721" y="34750"/>
                    </a:cubicBezTo>
                    <a:cubicBezTo>
                      <a:pt x="13845" y="34883"/>
                      <a:pt x="13911" y="35049"/>
                      <a:pt x="13978" y="35214"/>
                    </a:cubicBezTo>
                    <a:cubicBezTo>
                      <a:pt x="14036" y="35388"/>
                      <a:pt x="14085" y="35562"/>
                      <a:pt x="14127" y="35745"/>
                    </a:cubicBezTo>
                    <a:cubicBezTo>
                      <a:pt x="14143" y="35836"/>
                      <a:pt x="14160" y="35927"/>
                      <a:pt x="14177" y="36010"/>
                    </a:cubicBezTo>
                    <a:cubicBezTo>
                      <a:pt x="14201" y="36101"/>
                      <a:pt x="14210" y="36200"/>
                      <a:pt x="14251" y="36275"/>
                    </a:cubicBezTo>
                    <a:cubicBezTo>
                      <a:pt x="14259" y="36291"/>
                      <a:pt x="14268" y="36300"/>
                      <a:pt x="14284" y="36300"/>
                    </a:cubicBezTo>
                    <a:cubicBezTo>
                      <a:pt x="14301" y="36557"/>
                      <a:pt x="14293" y="36813"/>
                      <a:pt x="14400" y="37054"/>
                    </a:cubicBezTo>
                    <a:cubicBezTo>
                      <a:pt x="14483" y="37244"/>
                      <a:pt x="14624" y="37377"/>
                      <a:pt x="14806" y="37476"/>
                    </a:cubicBezTo>
                    <a:cubicBezTo>
                      <a:pt x="14905" y="37533"/>
                      <a:pt x="15081" y="37655"/>
                      <a:pt x="15223" y="37655"/>
                    </a:cubicBezTo>
                    <a:cubicBezTo>
                      <a:pt x="15248" y="37655"/>
                      <a:pt x="15273" y="37651"/>
                      <a:pt x="15295" y="37642"/>
                    </a:cubicBezTo>
                    <a:cubicBezTo>
                      <a:pt x="15494" y="37717"/>
                      <a:pt x="15685" y="37766"/>
                      <a:pt x="15875" y="37857"/>
                    </a:cubicBezTo>
                    <a:cubicBezTo>
                      <a:pt x="16074" y="37940"/>
                      <a:pt x="16223" y="38106"/>
                      <a:pt x="16447" y="38114"/>
                    </a:cubicBezTo>
                    <a:cubicBezTo>
                      <a:pt x="16463" y="38116"/>
                      <a:pt x="16480" y="38116"/>
                      <a:pt x="16496" y="38116"/>
                    </a:cubicBezTo>
                    <a:cubicBezTo>
                      <a:pt x="16684" y="38116"/>
                      <a:pt x="16858" y="38030"/>
                      <a:pt x="17010" y="37915"/>
                    </a:cubicBezTo>
                    <a:cubicBezTo>
                      <a:pt x="17085" y="37857"/>
                      <a:pt x="17159" y="37791"/>
                      <a:pt x="17217" y="37717"/>
                    </a:cubicBezTo>
                    <a:cubicBezTo>
                      <a:pt x="17234" y="37692"/>
                      <a:pt x="17251" y="37659"/>
                      <a:pt x="17267" y="37625"/>
                    </a:cubicBezTo>
                    <a:lnTo>
                      <a:pt x="17275" y="37625"/>
                    </a:lnTo>
                    <a:cubicBezTo>
                      <a:pt x="17367" y="37601"/>
                      <a:pt x="17425" y="37485"/>
                      <a:pt x="17449" y="37402"/>
                    </a:cubicBezTo>
                    <a:cubicBezTo>
                      <a:pt x="17491" y="37311"/>
                      <a:pt x="17507" y="37211"/>
                      <a:pt x="17483" y="37120"/>
                    </a:cubicBezTo>
                    <a:cubicBezTo>
                      <a:pt x="17474" y="37079"/>
                      <a:pt x="17458" y="37054"/>
                      <a:pt x="17441" y="37021"/>
                    </a:cubicBezTo>
                    <a:cubicBezTo>
                      <a:pt x="17483" y="36905"/>
                      <a:pt x="17466" y="36747"/>
                      <a:pt x="17433" y="36631"/>
                    </a:cubicBezTo>
                    <a:cubicBezTo>
                      <a:pt x="17391" y="36482"/>
                      <a:pt x="17300" y="36391"/>
                      <a:pt x="17159" y="36333"/>
                    </a:cubicBezTo>
                    <a:cubicBezTo>
                      <a:pt x="17019" y="36283"/>
                      <a:pt x="16861" y="36242"/>
                      <a:pt x="16712" y="36200"/>
                    </a:cubicBezTo>
                    <a:cubicBezTo>
                      <a:pt x="16629" y="36184"/>
                      <a:pt x="16546" y="36159"/>
                      <a:pt x="16463" y="36142"/>
                    </a:cubicBezTo>
                    <a:cubicBezTo>
                      <a:pt x="16414" y="36134"/>
                      <a:pt x="16339" y="36117"/>
                      <a:pt x="16314" y="36068"/>
                    </a:cubicBezTo>
                    <a:cubicBezTo>
                      <a:pt x="16310" y="36051"/>
                      <a:pt x="16300" y="36045"/>
                      <a:pt x="16287" y="36045"/>
                    </a:cubicBezTo>
                    <a:cubicBezTo>
                      <a:pt x="16275" y="36045"/>
                      <a:pt x="16260" y="36051"/>
                      <a:pt x="16248" y="36059"/>
                    </a:cubicBezTo>
                    <a:lnTo>
                      <a:pt x="16240" y="36051"/>
                    </a:lnTo>
                    <a:cubicBezTo>
                      <a:pt x="16165" y="35993"/>
                      <a:pt x="16099" y="35919"/>
                      <a:pt x="16041" y="35844"/>
                    </a:cubicBezTo>
                    <a:cubicBezTo>
                      <a:pt x="15908" y="35629"/>
                      <a:pt x="15850" y="35372"/>
                      <a:pt x="15776" y="35131"/>
                    </a:cubicBezTo>
                    <a:cubicBezTo>
                      <a:pt x="15701" y="34875"/>
                      <a:pt x="15618" y="34618"/>
                      <a:pt x="15535" y="34361"/>
                    </a:cubicBezTo>
                    <a:cubicBezTo>
                      <a:pt x="15461" y="34129"/>
                      <a:pt x="15370" y="33905"/>
                      <a:pt x="15287" y="33673"/>
                    </a:cubicBezTo>
                    <a:lnTo>
                      <a:pt x="15303" y="33242"/>
                    </a:lnTo>
                    <a:cubicBezTo>
                      <a:pt x="15312" y="32952"/>
                      <a:pt x="15337" y="32654"/>
                      <a:pt x="15353" y="32364"/>
                    </a:cubicBezTo>
                    <a:cubicBezTo>
                      <a:pt x="15378" y="32074"/>
                      <a:pt x="15403" y="31776"/>
                      <a:pt x="15436" y="31486"/>
                    </a:cubicBezTo>
                    <a:cubicBezTo>
                      <a:pt x="15453" y="31345"/>
                      <a:pt x="15477" y="31196"/>
                      <a:pt x="15494" y="31047"/>
                    </a:cubicBezTo>
                    <a:cubicBezTo>
                      <a:pt x="15511" y="30931"/>
                      <a:pt x="15527" y="30798"/>
                      <a:pt x="15527" y="30674"/>
                    </a:cubicBezTo>
                    <a:cubicBezTo>
                      <a:pt x="15593" y="30483"/>
                      <a:pt x="15651" y="30293"/>
                      <a:pt x="15701" y="30094"/>
                    </a:cubicBezTo>
                    <a:cubicBezTo>
                      <a:pt x="15801" y="29762"/>
                      <a:pt x="15892" y="29423"/>
                      <a:pt x="15983" y="29083"/>
                    </a:cubicBezTo>
                    <a:cubicBezTo>
                      <a:pt x="16157" y="28429"/>
                      <a:pt x="16323" y="27774"/>
                      <a:pt x="16422" y="27103"/>
                    </a:cubicBezTo>
                    <a:cubicBezTo>
                      <a:pt x="16455" y="26921"/>
                      <a:pt x="16480" y="26730"/>
                      <a:pt x="16497" y="26548"/>
                    </a:cubicBezTo>
                    <a:cubicBezTo>
                      <a:pt x="16505" y="26457"/>
                      <a:pt x="16513" y="26365"/>
                      <a:pt x="16521" y="26274"/>
                    </a:cubicBezTo>
                    <a:cubicBezTo>
                      <a:pt x="16530" y="26175"/>
                      <a:pt x="16538" y="26075"/>
                      <a:pt x="16505" y="25993"/>
                    </a:cubicBezTo>
                    <a:cubicBezTo>
                      <a:pt x="16497" y="25976"/>
                      <a:pt x="16480" y="25959"/>
                      <a:pt x="16463" y="25959"/>
                    </a:cubicBezTo>
                    <a:cubicBezTo>
                      <a:pt x="16463" y="25951"/>
                      <a:pt x="16463" y="25951"/>
                      <a:pt x="16463" y="25943"/>
                    </a:cubicBezTo>
                    <a:cubicBezTo>
                      <a:pt x="16472" y="25943"/>
                      <a:pt x="16480" y="25935"/>
                      <a:pt x="16488" y="25926"/>
                    </a:cubicBezTo>
                    <a:cubicBezTo>
                      <a:pt x="16538" y="25877"/>
                      <a:pt x="16563" y="25810"/>
                      <a:pt x="16604" y="25744"/>
                    </a:cubicBezTo>
                    <a:cubicBezTo>
                      <a:pt x="16621" y="25727"/>
                      <a:pt x="16629" y="25703"/>
                      <a:pt x="16646" y="25678"/>
                    </a:cubicBezTo>
                    <a:lnTo>
                      <a:pt x="16646" y="25678"/>
                    </a:lnTo>
                    <a:cubicBezTo>
                      <a:pt x="16637" y="25694"/>
                      <a:pt x="16637" y="25719"/>
                      <a:pt x="16629" y="25744"/>
                    </a:cubicBezTo>
                    <a:cubicBezTo>
                      <a:pt x="16613" y="25819"/>
                      <a:pt x="16571" y="25943"/>
                      <a:pt x="16621" y="26017"/>
                    </a:cubicBezTo>
                    <a:cubicBezTo>
                      <a:pt x="16632" y="26040"/>
                      <a:pt x="16650" y="26051"/>
                      <a:pt x="16671" y="26051"/>
                    </a:cubicBezTo>
                    <a:cubicBezTo>
                      <a:pt x="16682" y="26051"/>
                      <a:pt x="16693" y="26048"/>
                      <a:pt x="16704" y="26042"/>
                    </a:cubicBezTo>
                    <a:cubicBezTo>
                      <a:pt x="16787" y="26001"/>
                      <a:pt x="16811" y="25860"/>
                      <a:pt x="16828" y="25777"/>
                    </a:cubicBezTo>
                    <a:cubicBezTo>
                      <a:pt x="16845" y="25686"/>
                      <a:pt x="16861" y="25587"/>
                      <a:pt x="16861" y="25495"/>
                    </a:cubicBezTo>
                    <a:cubicBezTo>
                      <a:pt x="16869" y="25388"/>
                      <a:pt x="16869" y="25280"/>
                      <a:pt x="16869" y="25172"/>
                    </a:cubicBezTo>
                    <a:cubicBezTo>
                      <a:pt x="16878" y="25139"/>
                      <a:pt x="16886" y="25098"/>
                      <a:pt x="16894" y="25065"/>
                    </a:cubicBezTo>
                    <a:cubicBezTo>
                      <a:pt x="16903" y="25056"/>
                      <a:pt x="16919" y="25048"/>
                      <a:pt x="16919" y="25031"/>
                    </a:cubicBezTo>
                    <a:cubicBezTo>
                      <a:pt x="16944" y="24949"/>
                      <a:pt x="16969" y="24857"/>
                      <a:pt x="16977" y="24775"/>
                    </a:cubicBezTo>
                    <a:cubicBezTo>
                      <a:pt x="17010" y="24692"/>
                      <a:pt x="17052" y="24609"/>
                      <a:pt x="17101" y="24526"/>
                    </a:cubicBezTo>
                    <a:cubicBezTo>
                      <a:pt x="17251" y="24277"/>
                      <a:pt x="17474" y="24079"/>
                      <a:pt x="17632" y="23838"/>
                    </a:cubicBezTo>
                    <a:cubicBezTo>
                      <a:pt x="17764" y="23648"/>
                      <a:pt x="17839" y="23441"/>
                      <a:pt x="17889" y="23225"/>
                    </a:cubicBezTo>
                    <a:cubicBezTo>
                      <a:pt x="17996" y="23026"/>
                      <a:pt x="18087" y="22819"/>
                      <a:pt x="18162" y="22612"/>
                    </a:cubicBezTo>
                    <a:cubicBezTo>
                      <a:pt x="18203" y="22496"/>
                      <a:pt x="18237" y="22372"/>
                      <a:pt x="18270" y="22248"/>
                    </a:cubicBezTo>
                    <a:cubicBezTo>
                      <a:pt x="18278" y="22248"/>
                      <a:pt x="18286" y="22248"/>
                      <a:pt x="18295" y="22239"/>
                    </a:cubicBezTo>
                    <a:cubicBezTo>
                      <a:pt x="18435" y="22123"/>
                      <a:pt x="18493" y="21908"/>
                      <a:pt x="18535" y="21742"/>
                    </a:cubicBezTo>
                    <a:cubicBezTo>
                      <a:pt x="18585" y="21552"/>
                      <a:pt x="18601" y="21353"/>
                      <a:pt x="18593" y="21162"/>
                    </a:cubicBezTo>
                    <a:cubicBezTo>
                      <a:pt x="18593" y="21137"/>
                      <a:pt x="18593" y="21112"/>
                      <a:pt x="18593" y="21088"/>
                    </a:cubicBezTo>
                    <a:cubicBezTo>
                      <a:pt x="18609" y="21021"/>
                      <a:pt x="18626" y="20963"/>
                      <a:pt x="18634" y="20905"/>
                    </a:cubicBezTo>
                    <a:cubicBezTo>
                      <a:pt x="18667" y="20756"/>
                      <a:pt x="18692" y="20607"/>
                      <a:pt x="18709" y="20458"/>
                    </a:cubicBezTo>
                    <a:cubicBezTo>
                      <a:pt x="18725" y="20292"/>
                      <a:pt x="18734" y="20135"/>
                      <a:pt x="18734" y="19969"/>
                    </a:cubicBezTo>
                    <a:cubicBezTo>
                      <a:pt x="18734" y="19812"/>
                      <a:pt x="18734" y="19654"/>
                      <a:pt x="18684" y="19505"/>
                    </a:cubicBezTo>
                    <a:lnTo>
                      <a:pt x="18701" y="19505"/>
                    </a:lnTo>
                    <a:cubicBezTo>
                      <a:pt x="18659" y="19364"/>
                      <a:pt x="18568" y="19248"/>
                      <a:pt x="18469" y="19132"/>
                    </a:cubicBezTo>
                    <a:cubicBezTo>
                      <a:pt x="18469" y="19091"/>
                      <a:pt x="18469" y="19041"/>
                      <a:pt x="18460" y="18991"/>
                    </a:cubicBezTo>
                    <a:cubicBezTo>
                      <a:pt x="18444" y="18900"/>
                      <a:pt x="18427" y="18817"/>
                      <a:pt x="18419" y="18726"/>
                    </a:cubicBezTo>
                    <a:cubicBezTo>
                      <a:pt x="18394" y="18544"/>
                      <a:pt x="18377" y="18362"/>
                      <a:pt x="18361" y="18179"/>
                    </a:cubicBezTo>
                    <a:cubicBezTo>
                      <a:pt x="18353" y="18030"/>
                      <a:pt x="18344" y="17873"/>
                      <a:pt x="18336" y="17724"/>
                    </a:cubicBezTo>
                    <a:lnTo>
                      <a:pt x="18344" y="17715"/>
                    </a:lnTo>
                    <a:cubicBezTo>
                      <a:pt x="18402" y="17533"/>
                      <a:pt x="18419" y="17334"/>
                      <a:pt x="18435" y="17152"/>
                    </a:cubicBezTo>
                    <a:cubicBezTo>
                      <a:pt x="18435" y="17086"/>
                      <a:pt x="18444" y="17028"/>
                      <a:pt x="18452" y="16970"/>
                    </a:cubicBezTo>
                    <a:lnTo>
                      <a:pt x="18477" y="17019"/>
                    </a:lnTo>
                    <a:cubicBezTo>
                      <a:pt x="18493" y="17069"/>
                      <a:pt x="18510" y="17102"/>
                      <a:pt x="18551" y="17119"/>
                    </a:cubicBezTo>
                    <a:cubicBezTo>
                      <a:pt x="18560" y="17125"/>
                      <a:pt x="18569" y="17127"/>
                      <a:pt x="18577" y="17127"/>
                    </a:cubicBezTo>
                    <a:cubicBezTo>
                      <a:pt x="18593" y="17127"/>
                      <a:pt x="18607" y="17118"/>
                      <a:pt x="18618" y="17102"/>
                    </a:cubicBezTo>
                    <a:cubicBezTo>
                      <a:pt x="18643" y="17069"/>
                      <a:pt x="18643" y="17028"/>
                      <a:pt x="18643" y="16986"/>
                    </a:cubicBezTo>
                    <a:cubicBezTo>
                      <a:pt x="18634" y="16945"/>
                      <a:pt x="18634" y="16895"/>
                      <a:pt x="18626" y="16854"/>
                    </a:cubicBezTo>
                    <a:cubicBezTo>
                      <a:pt x="18609" y="16771"/>
                      <a:pt x="18593" y="16688"/>
                      <a:pt x="18585" y="16605"/>
                    </a:cubicBezTo>
                    <a:cubicBezTo>
                      <a:pt x="18576" y="16514"/>
                      <a:pt x="18568" y="16431"/>
                      <a:pt x="18551" y="16340"/>
                    </a:cubicBezTo>
                    <a:cubicBezTo>
                      <a:pt x="18651" y="16125"/>
                      <a:pt x="18667" y="15868"/>
                      <a:pt x="18659" y="15619"/>
                    </a:cubicBezTo>
                    <a:cubicBezTo>
                      <a:pt x="18734" y="15487"/>
                      <a:pt x="18734" y="15329"/>
                      <a:pt x="18734" y="15188"/>
                    </a:cubicBezTo>
                    <a:cubicBezTo>
                      <a:pt x="18734" y="15039"/>
                      <a:pt x="18725" y="14890"/>
                      <a:pt x="18692" y="14741"/>
                    </a:cubicBezTo>
                    <a:cubicBezTo>
                      <a:pt x="18634" y="14484"/>
                      <a:pt x="18527" y="14244"/>
                      <a:pt x="18344" y="14053"/>
                    </a:cubicBezTo>
                    <a:cubicBezTo>
                      <a:pt x="18286" y="13962"/>
                      <a:pt x="18237" y="13863"/>
                      <a:pt x="18179" y="13771"/>
                    </a:cubicBezTo>
                    <a:cubicBezTo>
                      <a:pt x="18145" y="13705"/>
                      <a:pt x="18104" y="13647"/>
                      <a:pt x="18071" y="13581"/>
                    </a:cubicBezTo>
                    <a:cubicBezTo>
                      <a:pt x="18063" y="13564"/>
                      <a:pt x="18054" y="13556"/>
                      <a:pt x="18046" y="13540"/>
                    </a:cubicBezTo>
                    <a:cubicBezTo>
                      <a:pt x="18063" y="13374"/>
                      <a:pt x="17963" y="13183"/>
                      <a:pt x="17897" y="13042"/>
                    </a:cubicBezTo>
                    <a:cubicBezTo>
                      <a:pt x="17864" y="12984"/>
                      <a:pt x="17839" y="12926"/>
                      <a:pt x="17806" y="12868"/>
                    </a:cubicBezTo>
                    <a:lnTo>
                      <a:pt x="17839" y="12868"/>
                    </a:lnTo>
                    <a:cubicBezTo>
                      <a:pt x="17864" y="12860"/>
                      <a:pt x="17872" y="12810"/>
                      <a:pt x="17855" y="12794"/>
                    </a:cubicBezTo>
                    <a:cubicBezTo>
                      <a:pt x="17806" y="12728"/>
                      <a:pt x="17739" y="12686"/>
                      <a:pt x="17673" y="12628"/>
                    </a:cubicBezTo>
                    <a:cubicBezTo>
                      <a:pt x="17632" y="12562"/>
                      <a:pt x="17590" y="12496"/>
                      <a:pt x="17549" y="12429"/>
                    </a:cubicBezTo>
                    <a:cubicBezTo>
                      <a:pt x="17541" y="12404"/>
                      <a:pt x="17524" y="12404"/>
                      <a:pt x="17507" y="12404"/>
                    </a:cubicBezTo>
                    <a:cubicBezTo>
                      <a:pt x="17474" y="12346"/>
                      <a:pt x="17449" y="12288"/>
                      <a:pt x="17416" y="12222"/>
                    </a:cubicBezTo>
                    <a:cubicBezTo>
                      <a:pt x="17358" y="12090"/>
                      <a:pt x="17317" y="11940"/>
                      <a:pt x="17275" y="11800"/>
                    </a:cubicBezTo>
                    <a:cubicBezTo>
                      <a:pt x="17300" y="11742"/>
                      <a:pt x="17292" y="11675"/>
                      <a:pt x="17284" y="11609"/>
                    </a:cubicBezTo>
                    <a:cubicBezTo>
                      <a:pt x="17275" y="11568"/>
                      <a:pt x="17275" y="11518"/>
                      <a:pt x="17267" y="11476"/>
                    </a:cubicBezTo>
                    <a:cubicBezTo>
                      <a:pt x="17267" y="11402"/>
                      <a:pt x="17267" y="11327"/>
                      <a:pt x="17259" y="11261"/>
                    </a:cubicBezTo>
                    <a:cubicBezTo>
                      <a:pt x="17251" y="11186"/>
                      <a:pt x="17242" y="11112"/>
                      <a:pt x="17234" y="11037"/>
                    </a:cubicBezTo>
                    <a:lnTo>
                      <a:pt x="17234" y="11037"/>
                    </a:lnTo>
                    <a:cubicBezTo>
                      <a:pt x="17242" y="11070"/>
                      <a:pt x="17259" y="11112"/>
                      <a:pt x="17267" y="11145"/>
                    </a:cubicBezTo>
                    <a:cubicBezTo>
                      <a:pt x="17333" y="11352"/>
                      <a:pt x="17383" y="11559"/>
                      <a:pt x="17433" y="11766"/>
                    </a:cubicBezTo>
                    <a:cubicBezTo>
                      <a:pt x="17443" y="11813"/>
                      <a:pt x="17476" y="11833"/>
                      <a:pt x="17510" y="11833"/>
                    </a:cubicBezTo>
                    <a:cubicBezTo>
                      <a:pt x="17560" y="11833"/>
                      <a:pt x="17613" y="11789"/>
                      <a:pt x="17599" y="11725"/>
                    </a:cubicBezTo>
                    <a:cubicBezTo>
                      <a:pt x="17565" y="11501"/>
                      <a:pt x="17491" y="11286"/>
                      <a:pt x="17408" y="11079"/>
                    </a:cubicBezTo>
                    <a:cubicBezTo>
                      <a:pt x="17383" y="11012"/>
                      <a:pt x="17350" y="10946"/>
                      <a:pt x="17325" y="10880"/>
                    </a:cubicBezTo>
                    <a:cubicBezTo>
                      <a:pt x="17325" y="10872"/>
                      <a:pt x="17333" y="10872"/>
                      <a:pt x="17333" y="10863"/>
                    </a:cubicBezTo>
                    <a:cubicBezTo>
                      <a:pt x="17350" y="10888"/>
                      <a:pt x="17367" y="10905"/>
                      <a:pt x="17391" y="10921"/>
                    </a:cubicBezTo>
                    <a:cubicBezTo>
                      <a:pt x="17425" y="10988"/>
                      <a:pt x="17466" y="11054"/>
                      <a:pt x="17507" y="11112"/>
                    </a:cubicBezTo>
                    <a:cubicBezTo>
                      <a:pt x="17513" y="11127"/>
                      <a:pt x="17526" y="11133"/>
                      <a:pt x="17539" y="11133"/>
                    </a:cubicBezTo>
                    <a:cubicBezTo>
                      <a:pt x="17561" y="11133"/>
                      <a:pt x="17584" y="11113"/>
                      <a:pt x="17574" y="11087"/>
                    </a:cubicBezTo>
                    <a:cubicBezTo>
                      <a:pt x="17541" y="10996"/>
                      <a:pt x="17499" y="10905"/>
                      <a:pt x="17458" y="10814"/>
                    </a:cubicBezTo>
                    <a:cubicBezTo>
                      <a:pt x="17458" y="10772"/>
                      <a:pt x="17449" y="10739"/>
                      <a:pt x="17441" y="10706"/>
                    </a:cubicBezTo>
                    <a:cubicBezTo>
                      <a:pt x="17425" y="10656"/>
                      <a:pt x="17408" y="10606"/>
                      <a:pt x="17391" y="10548"/>
                    </a:cubicBezTo>
                    <a:cubicBezTo>
                      <a:pt x="17408" y="10540"/>
                      <a:pt x="17416" y="10524"/>
                      <a:pt x="17416" y="10507"/>
                    </a:cubicBezTo>
                    <a:cubicBezTo>
                      <a:pt x="17400" y="10408"/>
                      <a:pt x="17350" y="10333"/>
                      <a:pt x="17284" y="10267"/>
                    </a:cubicBezTo>
                    <a:cubicBezTo>
                      <a:pt x="17275" y="10242"/>
                      <a:pt x="17267" y="10217"/>
                      <a:pt x="17251" y="10192"/>
                    </a:cubicBezTo>
                    <a:cubicBezTo>
                      <a:pt x="17259" y="10151"/>
                      <a:pt x="17251" y="10101"/>
                      <a:pt x="17242" y="10060"/>
                    </a:cubicBezTo>
                    <a:lnTo>
                      <a:pt x="17242" y="10060"/>
                    </a:lnTo>
                    <a:cubicBezTo>
                      <a:pt x="17259" y="10093"/>
                      <a:pt x="17284" y="10126"/>
                      <a:pt x="17317" y="10159"/>
                    </a:cubicBezTo>
                    <a:cubicBezTo>
                      <a:pt x="17321" y="10163"/>
                      <a:pt x="17328" y="10166"/>
                      <a:pt x="17336" y="10166"/>
                    </a:cubicBezTo>
                    <a:cubicBezTo>
                      <a:pt x="17356" y="10166"/>
                      <a:pt x="17383" y="10150"/>
                      <a:pt x="17383" y="10126"/>
                    </a:cubicBezTo>
                    <a:cubicBezTo>
                      <a:pt x="17375" y="10018"/>
                      <a:pt x="17309" y="9910"/>
                      <a:pt x="17267" y="9811"/>
                    </a:cubicBezTo>
                    <a:cubicBezTo>
                      <a:pt x="17275" y="9803"/>
                      <a:pt x="17275" y="9786"/>
                      <a:pt x="17284" y="9778"/>
                    </a:cubicBezTo>
                    <a:cubicBezTo>
                      <a:pt x="17300" y="9706"/>
                      <a:pt x="17285" y="9627"/>
                      <a:pt x="17262" y="9554"/>
                    </a:cubicBezTo>
                    <a:lnTo>
                      <a:pt x="17262" y="9554"/>
                    </a:lnTo>
                    <a:cubicBezTo>
                      <a:pt x="17265" y="9559"/>
                      <a:pt x="17270" y="9562"/>
                      <a:pt x="17275" y="9562"/>
                    </a:cubicBezTo>
                    <a:cubicBezTo>
                      <a:pt x="17290" y="9573"/>
                      <a:pt x="17307" y="9579"/>
                      <a:pt x="17323" y="9579"/>
                    </a:cubicBezTo>
                    <a:cubicBezTo>
                      <a:pt x="17344" y="9579"/>
                      <a:pt x="17362" y="9569"/>
                      <a:pt x="17367" y="9546"/>
                    </a:cubicBezTo>
                    <a:cubicBezTo>
                      <a:pt x="17383" y="9463"/>
                      <a:pt x="17358" y="9380"/>
                      <a:pt x="17333" y="9306"/>
                    </a:cubicBezTo>
                    <a:cubicBezTo>
                      <a:pt x="17300" y="9223"/>
                      <a:pt x="17267" y="9148"/>
                      <a:pt x="17217" y="9074"/>
                    </a:cubicBezTo>
                    <a:cubicBezTo>
                      <a:pt x="17135" y="8924"/>
                      <a:pt x="17019" y="8792"/>
                      <a:pt x="16903" y="8668"/>
                    </a:cubicBezTo>
                    <a:cubicBezTo>
                      <a:pt x="16704" y="8469"/>
                      <a:pt x="16472" y="8320"/>
                      <a:pt x="16207" y="8229"/>
                    </a:cubicBezTo>
                    <a:cubicBezTo>
                      <a:pt x="16207" y="8195"/>
                      <a:pt x="16198" y="8154"/>
                      <a:pt x="16190" y="8121"/>
                    </a:cubicBezTo>
                    <a:cubicBezTo>
                      <a:pt x="16173" y="8038"/>
                      <a:pt x="16149" y="7947"/>
                      <a:pt x="16124" y="7864"/>
                    </a:cubicBezTo>
                    <a:cubicBezTo>
                      <a:pt x="16182" y="7715"/>
                      <a:pt x="16099" y="7508"/>
                      <a:pt x="16057" y="7367"/>
                    </a:cubicBezTo>
                    <a:cubicBezTo>
                      <a:pt x="16008" y="7193"/>
                      <a:pt x="15941" y="7019"/>
                      <a:pt x="15867" y="6853"/>
                    </a:cubicBezTo>
                    <a:cubicBezTo>
                      <a:pt x="15792" y="6687"/>
                      <a:pt x="15734" y="6530"/>
                      <a:pt x="15718" y="6356"/>
                    </a:cubicBezTo>
                    <a:cubicBezTo>
                      <a:pt x="15709" y="6273"/>
                      <a:pt x="15701" y="6190"/>
                      <a:pt x="15709" y="6107"/>
                    </a:cubicBezTo>
                    <a:cubicBezTo>
                      <a:pt x="15709" y="6025"/>
                      <a:pt x="15734" y="5933"/>
                      <a:pt x="15718" y="5851"/>
                    </a:cubicBezTo>
                    <a:cubicBezTo>
                      <a:pt x="15718" y="5826"/>
                      <a:pt x="15701" y="5817"/>
                      <a:pt x="15685" y="5809"/>
                    </a:cubicBezTo>
                    <a:cubicBezTo>
                      <a:pt x="15701" y="5511"/>
                      <a:pt x="15676" y="5213"/>
                      <a:pt x="15635" y="4923"/>
                    </a:cubicBezTo>
                    <a:cubicBezTo>
                      <a:pt x="15560" y="4450"/>
                      <a:pt x="15428" y="3978"/>
                      <a:pt x="15221" y="3539"/>
                    </a:cubicBezTo>
                    <a:cubicBezTo>
                      <a:pt x="15138" y="3365"/>
                      <a:pt x="15047" y="3158"/>
                      <a:pt x="14922" y="3000"/>
                    </a:cubicBezTo>
                    <a:cubicBezTo>
                      <a:pt x="14931" y="2926"/>
                      <a:pt x="14931" y="2843"/>
                      <a:pt x="14931" y="2768"/>
                    </a:cubicBezTo>
                    <a:cubicBezTo>
                      <a:pt x="14931" y="2710"/>
                      <a:pt x="14931" y="2652"/>
                      <a:pt x="14931" y="2594"/>
                    </a:cubicBezTo>
                    <a:cubicBezTo>
                      <a:pt x="14931" y="2570"/>
                      <a:pt x="14922" y="2536"/>
                      <a:pt x="14914" y="2512"/>
                    </a:cubicBezTo>
                    <a:cubicBezTo>
                      <a:pt x="14914" y="2487"/>
                      <a:pt x="14906" y="2462"/>
                      <a:pt x="14881" y="2445"/>
                    </a:cubicBezTo>
                    <a:cubicBezTo>
                      <a:pt x="14876" y="2440"/>
                      <a:pt x="14866" y="2436"/>
                      <a:pt x="14856" y="2436"/>
                    </a:cubicBezTo>
                    <a:cubicBezTo>
                      <a:pt x="14849" y="2436"/>
                      <a:pt x="14843" y="2438"/>
                      <a:pt x="14839" y="2445"/>
                    </a:cubicBezTo>
                    <a:cubicBezTo>
                      <a:pt x="14823" y="2462"/>
                      <a:pt x="14815" y="2487"/>
                      <a:pt x="14815" y="2512"/>
                    </a:cubicBezTo>
                    <a:cubicBezTo>
                      <a:pt x="14806" y="2536"/>
                      <a:pt x="14806" y="2570"/>
                      <a:pt x="14806" y="2594"/>
                    </a:cubicBezTo>
                    <a:lnTo>
                      <a:pt x="14806" y="2760"/>
                    </a:lnTo>
                    <a:lnTo>
                      <a:pt x="14806" y="2868"/>
                    </a:lnTo>
                    <a:cubicBezTo>
                      <a:pt x="14795" y="2860"/>
                      <a:pt x="14784" y="2856"/>
                      <a:pt x="14774" y="2856"/>
                    </a:cubicBezTo>
                    <a:cubicBezTo>
                      <a:pt x="14754" y="2856"/>
                      <a:pt x="14737" y="2871"/>
                      <a:pt x="14732" y="2893"/>
                    </a:cubicBezTo>
                    <a:cubicBezTo>
                      <a:pt x="14723" y="2793"/>
                      <a:pt x="14715" y="2702"/>
                      <a:pt x="14699" y="2603"/>
                    </a:cubicBezTo>
                    <a:cubicBezTo>
                      <a:pt x="14699" y="2545"/>
                      <a:pt x="14690" y="2487"/>
                      <a:pt x="14674" y="2429"/>
                    </a:cubicBezTo>
                    <a:cubicBezTo>
                      <a:pt x="14665" y="2371"/>
                      <a:pt x="14657" y="2304"/>
                      <a:pt x="14632" y="2255"/>
                    </a:cubicBezTo>
                    <a:cubicBezTo>
                      <a:pt x="14625" y="2236"/>
                      <a:pt x="14609" y="2227"/>
                      <a:pt x="14593" y="2227"/>
                    </a:cubicBezTo>
                    <a:cubicBezTo>
                      <a:pt x="14574" y="2227"/>
                      <a:pt x="14554" y="2240"/>
                      <a:pt x="14549" y="2263"/>
                    </a:cubicBezTo>
                    <a:cubicBezTo>
                      <a:pt x="14541" y="2313"/>
                      <a:pt x="14541" y="2371"/>
                      <a:pt x="14549" y="2420"/>
                    </a:cubicBezTo>
                    <a:cubicBezTo>
                      <a:pt x="14392" y="1956"/>
                      <a:pt x="14226" y="1492"/>
                      <a:pt x="14019" y="1045"/>
                    </a:cubicBezTo>
                    <a:cubicBezTo>
                      <a:pt x="13953" y="888"/>
                      <a:pt x="13878" y="730"/>
                      <a:pt x="13812" y="581"/>
                    </a:cubicBezTo>
                    <a:cubicBezTo>
                      <a:pt x="13746" y="440"/>
                      <a:pt x="13688" y="291"/>
                      <a:pt x="13605" y="167"/>
                    </a:cubicBezTo>
                    <a:cubicBezTo>
                      <a:pt x="13535" y="65"/>
                      <a:pt x="13427" y="0"/>
                      <a:pt x="133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5"/>
              <p:cNvSpPr/>
              <p:nvPr/>
            </p:nvSpPr>
            <p:spPr>
              <a:xfrm>
                <a:off x="2945200" y="4251175"/>
                <a:ext cx="6825" cy="21850"/>
              </a:xfrm>
              <a:custGeom>
                <a:rect b="b" l="l" r="r" t="t"/>
                <a:pathLst>
                  <a:path extrusionOk="0" h="874" w="273">
                    <a:moveTo>
                      <a:pt x="210" y="1"/>
                    </a:moveTo>
                    <a:cubicBezTo>
                      <a:pt x="192" y="1"/>
                      <a:pt x="175" y="10"/>
                      <a:pt x="166" y="31"/>
                    </a:cubicBezTo>
                    <a:cubicBezTo>
                      <a:pt x="100" y="155"/>
                      <a:pt x="58" y="288"/>
                      <a:pt x="33" y="429"/>
                    </a:cubicBezTo>
                    <a:cubicBezTo>
                      <a:pt x="17" y="495"/>
                      <a:pt x="8" y="561"/>
                      <a:pt x="8" y="627"/>
                    </a:cubicBezTo>
                    <a:cubicBezTo>
                      <a:pt x="8" y="694"/>
                      <a:pt x="0" y="777"/>
                      <a:pt x="33" y="843"/>
                    </a:cubicBezTo>
                    <a:cubicBezTo>
                      <a:pt x="42" y="864"/>
                      <a:pt x="62" y="874"/>
                      <a:pt x="83" y="874"/>
                    </a:cubicBezTo>
                    <a:cubicBezTo>
                      <a:pt x="104" y="874"/>
                      <a:pt x="124" y="864"/>
                      <a:pt x="133" y="843"/>
                    </a:cubicBezTo>
                    <a:cubicBezTo>
                      <a:pt x="158" y="777"/>
                      <a:pt x="149" y="710"/>
                      <a:pt x="158" y="644"/>
                    </a:cubicBezTo>
                    <a:cubicBezTo>
                      <a:pt x="158" y="578"/>
                      <a:pt x="166" y="511"/>
                      <a:pt x="174" y="453"/>
                    </a:cubicBezTo>
                    <a:cubicBezTo>
                      <a:pt x="191" y="321"/>
                      <a:pt x="216" y="197"/>
                      <a:pt x="257" y="72"/>
                    </a:cubicBezTo>
                    <a:cubicBezTo>
                      <a:pt x="273" y="30"/>
                      <a:pt x="241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5"/>
              <p:cNvSpPr/>
              <p:nvPr/>
            </p:nvSpPr>
            <p:spPr>
              <a:xfrm>
                <a:off x="2942500" y="4255200"/>
                <a:ext cx="2500" cy="15500"/>
              </a:xfrm>
              <a:custGeom>
                <a:rect b="b" l="l" r="r" t="t"/>
                <a:pathLst>
                  <a:path extrusionOk="0" h="620" w="100">
                    <a:moveTo>
                      <a:pt x="48" y="1"/>
                    </a:moveTo>
                    <a:cubicBezTo>
                      <a:pt x="27" y="1"/>
                      <a:pt x="8" y="22"/>
                      <a:pt x="0" y="44"/>
                    </a:cubicBezTo>
                    <a:cubicBezTo>
                      <a:pt x="0" y="218"/>
                      <a:pt x="0" y="400"/>
                      <a:pt x="0" y="582"/>
                    </a:cubicBezTo>
                    <a:cubicBezTo>
                      <a:pt x="0" y="607"/>
                      <a:pt x="23" y="620"/>
                      <a:pt x="46" y="620"/>
                    </a:cubicBezTo>
                    <a:cubicBezTo>
                      <a:pt x="69" y="620"/>
                      <a:pt x="92" y="607"/>
                      <a:pt x="92" y="582"/>
                    </a:cubicBezTo>
                    <a:lnTo>
                      <a:pt x="100" y="582"/>
                    </a:lnTo>
                    <a:cubicBezTo>
                      <a:pt x="100" y="408"/>
                      <a:pt x="100" y="226"/>
                      <a:pt x="100" y="52"/>
                    </a:cubicBezTo>
                    <a:cubicBezTo>
                      <a:pt x="100" y="27"/>
                      <a:pt x="83" y="2"/>
                      <a:pt x="58" y="2"/>
                    </a:cubicBezTo>
                    <a:cubicBezTo>
                      <a:pt x="55" y="1"/>
                      <a:pt x="52" y="1"/>
                      <a:pt x="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5"/>
              <p:cNvSpPr/>
              <p:nvPr/>
            </p:nvSpPr>
            <p:spPr>
              <a:xfrm>
                <a:off x="3045125" y="4255200"/>
                <a:ext cx="10425" cy="25900"/>
              </a:xfrm>
              <a:custGeom>
                <a:rect b="b" l="l" r="r" t="t"/>
                <a:pathLst>
                  <a:path extrusionOk="0" h="1036" w="417">
                    <a:moveTo>
                      <a:pt x="42" y="0"/>
                    </a:moveTo>
                    <a:cubicBezTo>
                      <a:pt x="21" y="0"/>
                      <a:pt x="0" y="13"/>
                      <a:pt x="5" y="36"/>
                    </a:cubicBezTo>
                    <a:cubicBezTo>
                      <a:pt x="30" y="218"/>
                      <a:pt x="71" y="384"/>
                      <a:pt x="129" y="549"/>
                    </a:cubicBezTo>
                    <a:cubicBezTo>
                      <a:pt x="179" y="723"/>
                      <a:pt x="245" y="881"/>
                      <a:pt x="353" y="1022"/>
                    </a:cubicBezTo>
                    <a:cubicBezTo>
                      <a:pt x="360" y="1031"/>
                      <a:pt x="369" y="1035"/>
                      <a:pt x="377" y="1035"/>
                    </a:cubicBezTo>
                    <a:cubicBezTo>
                      <a:pt x="398" y="1035"/>
                      <a:pt x="417" y="1012"/>
                      <a:pt x="411" y="988"/>
                    </a:cubicBezTo>
                    <a:cubicBezTo>
                      <a:pt x="361" y="831"/>
                      <a:pt x="287" y="674"/>
                      <a:pt x="229" y="516"/>
                    </a:cubicBezTo>
                    <a:cubicBezTo>
                      <a:pt x="171" y="359"/>
                      <a:pt x="121" y="193"/>
                      <a:pt x="80" y="27"/>
                    </a:cubicBezTo>
                    <a:cubicBezTo>
                      <a:pt x="76" y="9"/>
                      <a:pt x="59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5"/>
              <p:cNvSpPr/>
              <p:nvPr/>
            </p:nvSpPr>
            <p:spPr>
              <a:xfrm>
                <a:off x="3057225" y="4272200"/>
                <a:ext cx="6550" cy="13875"/>
              </a:xfrm>
              <a:custGeom>
                <a:rect b="b" l="l" r="r" t="t"/>
                <a:pathLst>
                  <a:path extrusionOk="0" h="555" w="262">
                    <a:moveTo>
                      <a:pt x="55" y="0"/>
                    </a:moveTo>
                    <a:cubicBezTo>
                      <a:pt x="27" y="0"/>
                      <a:pt x="1" y="20"/>
                      <a:pt x="10" y="52"/>
                    </a:cubicBezTo>
                    <a:cubicBezTo>
                      <a:pt x="26" y="143"/>
                      <a:pt x="43" y="226"/>
                      <a:pt x="76" y="308"/>
                    </a:cubicBezTo>
                    <a:cubicBezTo>
                      <a:pt x="101" y="391"/>
                      <a:pt x="134" y="474"/>
                      <a:pt x="192" y="540"/>
                    </a:cubicBezTo>
                    <a:cubicBezTo>
                      <a:pt x="199" y="550"/>
                      <a:pt x="209" y="554"/>
                      <a:pt x="218" y="554"/>
                    </a:cubicBezTo>
                    <a:cubicBezTo>
                      <a:pt x="240" y="554"/>
                      <a:pt x="262" y="531"/>
                      <a:pt x="250" y="507"/>
                    </a:cubicBezTo>
                    <a:cubicBezTo>
                      <a:pt x="234" y="424"/>
                      <a:pt x="200" y="350"/>
                      <a:pt x="167" y="275"/>
                    </a:cubicBezTo>
                    <a:cubicBezTo>
                      <a:pt x="142" y="201"/>
                      <a:pt x="126" y="118"/>
                      <a:pt x="109" y="43"/>
                    </a:cubicBezTo>
                    <a:cubicBezTo>
                      <a:pt x="102" y="13"/>
                      <a:pt x="77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5"/>
              <p:cNvSpPr/>
              <p:nvPr/>
            </p:nvSpPr>
            <p:spPr>
              <a:xfrm>
                <a:off x="2928000" y="4330800"/>
                <a:ext cx="25375" cy="43000"/>
              </a:xfrm>
              <a:custGeom>
                <a:rect b="b" l="l" r="r" t="t"/>
                <a:pathLst>
                  <a:path extrusionOk="0" h="1720" w="1015">
                    <a:moveTo>
                      <a:pt x="951" y="0"/>
                    </a:moveTo>
                    <a:cubicBezTo>
                      <a:pt x="946" y="0"/>
                      <a:pt x="942" y="1"/>
                      <a:pt x="937" y="3"/>
                    </a:cubicBezTo>
                    <a:cubicBezTo>
                      <a:pt x="638" y="127"/>
                      <a:pt x="431" y="392"/>
                      <a:pt x="282" y="674"/>
                    </a:cubicBezTo>
                    <a:cubicBezTo>
                      <a:pt x="208" y="831"/>
                      <a:pt x="133" y="989"/>
                      <a:pt x="92" y="1163"/>
                    </a:cubicBezTo>
                    <a:cubicBezTo>
                      <a:pt x="42" y="1328"/>
                      <a:pt x="0" y="1519"/>
                      <a:pt x="67" y="1693"/>
                    </a:cubicBezTo>
                    <a:cubicBezTo>
                      <a:pt x="70" y="1711"/>
                      <a:pt x="86" y="1719"/>
                      <a:pt x="103" y="1719"/>
                    </a:cubicBezTo>
                    <a:cubicBezTo>
                      <a:pt x="125" y="1719"/>
                      <a:pt x="150" y="1705"/>
                      <a:pt x="150" y="1676"/>
                    </a:cubicBezTo>
                    <a:lnTo>
                      <a:pt x="150" y="1685"/>
                    </a:lnTo>
                    <a:cubicBezTo>
                      <a:pt x="174" y="1519"/>
                      <a:pt x="183" y="1353"/>
                      <a:pt x="224" y="1187"/>
                    </a:cubicBezTo>
                    <a:cubicBezTo>
                      <a:pt x="274" y="1038"/>
                      <a:pt x="332" y="889"/>
                      <a:pt x="398" y="748"/>
                    </a:cubicBezTo>
                    <a:cubicBezTo>
                      <a:pt x="531" y="483"/>
                      <a:pt x="705" y="218"/>
                      <a:pt x="970" y="85"/>
                    </a:cubicBezTo>
                    <a:cubicBezTo>
                      <a:pt x="1015" y="63"/>
                      <a:pt x="992" y="0"/>
                      <a:pt x="9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5"/>
              <p:cNvSpPr/>
              <p:nvPr/>
            </p:nvSpPr>
            <p:spPr>
              <a:xfrm>
                <a:off x="2929650" y="4361025"/>
                <a:ext cx="9750" cy="30525"/>
              </a:xfrm>
              <a:custGeom>
                <a:rect b="b" l="l" r="r" t="t"/>
                <a:pathLst>
                  <a:path extrusionOk="0" h="1221" w="390">
                    <a:moveTo>
                      <a:pt x="324" y="0"/>
                    </a:moveTo>
                    <a:cubicBezTo>
                      <a:pt x="307" y="0"/>
                      <a:pt x="291" y="8"/>
                      <a:pt x="282" y="28"/>
                    </a:cubicBezTo>
                    <a:cubicBezTo>
                      <a:pt x="200" y="210"/>
                      <a:pt x="133" y="401"/>
                      <a:pt x="92" y="592"/>
                    </a:cubicBezTo>
                    <a:cubicBezTo>
                      <a:pt x="42" y="782"/>
                      <a:pt x="1" y="989"/>
                      <a:pt x="26" y="1180"/>
                    </a:cubicBezTo>
                    <a:cubicBezTo>
                      <a:pt x="30" y="1208"/>
                      <a:pt x="47" y="1220"/>
                      <a:pt x="66" y="1220"/>
                    </a:cubicBezTo>
                    <a:cubicBezTo>
                      <a:pt x="86" y="1220"/>
                      <a:pt x="108" y="1206"/>
                      <a:pt x="117" y="1180"/>
                    </a:cubicBezTo>
                    <a:cubicBezTo>
                      <a:pt x="142" y="1089"/>
                      <a:pt x="150" y="989"/>
                      <a:pt x="166" y="898"/>
                    </a:cubicBezTo>
                    <a:cubicBezTo>
                      <a:pt x="175" y="807"/>
                      <a:pt x="191" y="708"/>
                      <a:pt x="216" y="616"/>
                    </a:cubicBezTo>
                    <a:cubicBezTo>
                      <a:pt x="258" y="434"/>
                      <a:pt x="307" y="252"/>
                      <a:pt x="374" y="70"/>
                    </a:cubicBezTo>
                    <a:cubicBezTo>
                      <a:pt x="390" y="31"/>
                      <a:pt x="356" y="0"/>
                      <a:pt x="3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5"/>
              <p:cNvSpPr/>
              <p:nvPr/>
            </p:nvSpPr>
            <p:spPr>
              <a:xfrm>
                <a:off x="2932350" y="4382100"/>
                <a:ext cx="7475" cy="29375"/>
              </a:xfrm>
              <a:custGeom>
                <a:rect b="b" l="l" r="r" t="t"/>
                <a:pathLst>
                  <a:path extrusionOk="0" h="1175" w="299">
                    <a:moveTo>
                      <a:pt x="233" y="0"/>
                    </a:moveTo>
                    <a:cubicBezTo>
                      <a:pt x="214" y="0"/>
                      <a:pt x="195" y="9"/>
                      <a:pt x="183" y="30"/>
                    </a:cubicBezTo>
                    <a:cubicBezTo>
                      <a:pt x="58" y="320"/>
                      <a:pt x="0" y="635"/>
                      <a:pt x="58" y="950"/>
                    </a:cubicBezTo>
                    <a:cubicBezTo>
                      <a:pt x="75" y="1016"/>
                      <a:pt x="92" y="1116"/>
                      <a:pt x="150" y="1157"/>
                    </a:cubicBezTo>
                    <a:cubicBezTo>
                      <a:pt x="165" y="1167"/>
                      <a:pt x="180" y="1174"/>
                      <a:pt x="196" y="1174"/>
                    </a:cubicBezTo>
                    <a:cubicBezTo>
                      <a:pt x="205" y="1174"/>
                      <a:pt x="215" y="1172"/>
                      <a:pt x="224" y="1165"/>
                    </a:cubicBezTo>
                    <a:cubicBezTo>
                      <a:pt x="257" y="1141"/>
                      <a:pt x="249" y="1099"/>
                      <a:pt x="249" y="1066"/>
                    </a:cubicBezTo>
                    <a:cubicBezTo>
                      <a:pt x="249" y="909"/>
                      <a:pt x="216" y="759"/>
                      <a:pt x="216" y="610"/>
                    </a:cubicBezTo>
                    <a:cubicBezTo>
                      <a:pt x="224" y="428"/>
                      <a:pt x="232" y="246"/>
                      <a:pt x="282" y="72"/>
                    </a:cubicBezTo>
                    <a:cubicBezTo>
                      <a:pt x="298" y="29"/>
                      <a:pt x="266" y="0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5"/>
              <p:cNvSpPr/>
              <p:nvPr/>
            </p:nvSpPr>
            <p:spPr>
              <a:xfrm>
                <a:off x="2941250" y="4402325"/>
                <a:ext cx="3125" cy="21100"/>
              </a:xfrm>
              <a:custGeom>
                <a:rect b="b" l="l" r="r" t="t"/>
                <a:pathLst>
                  <a:path extrusionOk="0" h="844" w="125">
                    <a:moveTo>
                      <a:pt x="75" y="0"/>
                    </a:moveTo>
                    <a:cubicBezTo>
                      <a:pt x="42" y="8"/>
                      <a:pt x="34" y="33"/>
                      <a:pt x="34" y="58"/>
                    </a:cubicBezTo>
                    <a:cubicBezTo>
                      <a:pt x="34" y="182"/>
                      <a:pt x="34" y="315"/>
                      <a:pt x="26" y="448"/>
                    </a:cubicBezTo>
                    <a:cubicBezTo>
                      <a:pt x="17" y="572"/>
                      <a:pt x="1" y="696"/>
                      <a:pt x="17" y="820"/>
                    </a:cubicBezTo>
                    <a:cubicBezTo>
                      <a:pt x="17" y="835"/>
                      <a:pt x="31" y="844"/>
                      <a:pt x="45" y="844"/>
                    </a:cubicBezTo>
                    <a:cubicBezTo>
                      <a:pt x="54" y="844"/>
                      <a:pt x="63" y="839"/>
                      <a:pt x="67" y="829"/>
                    </a:cubicBezTo>
                    <a:cubicBezTo>
                      <a:pt x="108" y="704"/>
                      <a:pt x="117" y="572"/>
                      <a:pt x="125" y="439"/>
                    </a:cubicBezTo>
                    <a:cubicBezTo>
                      <a:pt x="125" y="307"/>
                      <a:pt x="125" y="174"/>
                      <a:pt x="125" y="42"/>
                    </a:cubicBezTo>
                    <a:cubicBezTo>
                      <a:pt x="125" y="17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5"/>
              <p:cNvSpPr/>
              <p:nvPr/>
            </p:nvSpPr>
            <p:spPr>
              <a:xfrm>
                <a:off x="3003675" y="4383350"/>
                <a:ext cx="6175" cy="26075"/>
              </a:xfrm>
              <a:custGeom>
                <a:rect b="b" l="l" r="r" t="t"/>
                <a:pathLst>
                  <a:path extrusionOk="0" h="1043" w="247">
                    <a:moveTo>
                      <a:pt x="155" y="1"/>
                    </a:moveTo>
                    <a:cubicBezTo>
                      <a:pt x="143" y="1"/>
                      <a:pt x="130" y="5"/>
                      <a:pt x="122" y="13"/>
                    </a:cubicBezTo>
                    <a:cubicBezTo>
                      <a:pt x="80" y="80"/>
                      <a:pt x="89" y="179"/>
                      <a:pt x="89" y="254"/>
                    </a:cubicBezTo>
                    <a:cubicBezTo>
                      <a:pt x="89" y="337"/>
                      <a:pt x="89" y="419"/>
                      <a:pt x="80" y="502"/>
                    </a:cubicBezTo>
                    <a:cubicBezTo>
                      <a:pt x="64" y="668"/>
                      <a:pt x="47" y="842"/>
                      <a:pt x="6" y="1008"/>
                    </a:cubicBezTo>
                    <a:cubicBezTo>
                      <a:pt x="1" y="1028"/>
                      <a:pt x="24" y="1042"/>
                      <a:pt x="47" y="1042"/>
                    </a:cubicBezTo>
                    <a:cubicBezTo>
                      <a:pt x="61" y="1042"/>
                      <a:pt x="74" y="1037"/>
                      <a:pt x="80" y="1024"/>
                    </a:cubicBezTo>
                    <a:cubicBezTo>
                      <a:pt x="138" y="859"/>
                      <a:pt x="196" y="701"/>
                      <a:pt x="221" y="527"/>
                    </a:cubicBezTo>
                    <a:cubicBezTo>
                      <a:pt x="230" y="436"/>
                      <a:pt x="238" y="353"/>
                      <a:pt x="238" y="262"/>
                    </a:cubicBezTo>
                    <a:lnTo>
                      <a:pt x="238" y="270"/>
                    </a:lnTo>
                    <a:cubicBezTo>
                      <a:pt x="238" y="187"/>
                      <a:pt x="246" y="71"/>
                      <a:pt x="188" y="13"/>
                    </a:cubicBezTo>
                    <a:cubicBezTo>
                      <a:pt x="180" y="5"/>
                      <a:pt x="167" y="1"/>
                      <a:pt x="1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5"/>
              <p:cNvSpPr/>
              <p:nvPr/>
            </p:nvSpPr>
            <p:spPr>
              <a:xfrm>
                <a:off x="3004425" y="4370825"/>
                <a:ext cx="2300" cy="5425"/>
              </a:xfrm>
              <a:custGeom>
                <a:rect b="b" l="l" r="r" t="t"/>
                <a:pathLst>
                  <a:path extrusionOk="0" h="217" w="92">
                    <a:moveTo>
                      <a:pt x="67" y="1"/>
                    </a:moveTo>
                    <a:cubicBezTo>
                      <a:pt x="59" y="1"/>
                      <a:pt x="50" y="1"/>
                      <a:pt x="42" y="17"/>
                    </a:cubicBezTo>
                    <a:cubicBezTo>
                      <a:pt x="42" y="26"/>
                      <a:pt x="34" y="42"/>
                      <a:pt x="26" y="50"/>
                    </a:cubicBezTo>
                    <a:cubicBezTo>
                      <a:pt x="17" y="67"/>
                      <a:pt x="17" y="84"/>
                      <a:pt x="17" y="100"/>
                    </a:cubicBezTo>
                    <a:cubicBezTo>
                      <a:pt x="9" y="125"/>
                      <a:pt x="9" y="150"/>
                      <a:pt x="1" y="175"/>
                    </a:cubicBezTo>
                    <a:cubicBezTo>
                      <a:pt x="1" y="191"/>
                      <a:pt x="17" y="216"/>
                      <a:pt x="34" y="216"/>
                    </a:cubicBezTo>
                    <a:cubicBezTo>
                      <a:pt x="50" y="216"/>
                      <a:pt x="75" y="208"/>
                      <a:pt x="75" y="183"/>
                    </a:cubicBezTo>
                    <a:cubicBezTo>
                      <a:pt x="75" y="158"/>
                      <a:pt x="84" y="133"/>
                      <a:pt x="84" y="108"/>
                    </a:cubicBezTo>
                    <a:cubicBezTo>
                      <a:pt x="92" y="92"/>
                      <a:pt x="92" y="75"/>
                      <a:pt x="92" y="59"/>
                    </a:cubicBezTo>
                    <a:cubicBezTo>
                      <a:pt x="92" y="50"/>
                      <a:pt x="92" y="34"/>
                      <a:pt x="92" y="17"/>
                    </a:cubicBezTo>
                    <a:cubicBezTo>
                      <a:pt x="92" y="9"/>
                      <a:pt x="75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5"/>
              <p:cNvSpPr/>
              <p:nvPr/>
            </p:nvSpPr>
            <p:spPr>
              <a:xfrm>
                <a:off x="3012300" y="4386000"/>
                <a:ext cx="3550" cy="13925"/>
              </a:xfrm>
              <a:custGeom>
                <a:rect b="b" l="l" r="r" t="t"/>
                <a:pathLst>
                  <a:path extrusionOk="0" h="557" w="142">
                    <a:moveTo>
                      <a:pt x="62" y="0"/>
                    </a:moveTo>
                    <a:cubicBezTo>
                      <a:pt x="41" y="0"/>
                      <a:pt x="22" y="13"/>
                      <a:pt x="17" y="40"/>
                    </a:cubicBezTo>
                    <a:cubicBezTo>
                      <a:pt x="1" y="123"/>
                      <a:pt x="25" y="206"/>
                      <a:pt x="25" y="280"/>
                    </a:cubicBezTo>
                    <a:cubicBezTo>
                      <a:pt x="25" y="363"/>
                      <a:pt x="34" y="446"/>
                      <a:pt x="25" y="521"/>
                    </a:cubicBezTo>
                    <a:cubicBezTo>
                      <a:pt x="21" y="543"/>
                      <a:pt x="39" y="556"/>
                      <a:pt x="57" y="556"/>
                    </a:cubicBezTo>
                    <a:cubicBezTo>
                      <a:pt x="72" y="556"/>
                      <a:pt x="88" y="547"/>
                      <a:pt x="92" y="529"/>
                    </a:cubicBezTo>
                    <a:cubicBezTo>
                      <a:pt x="108" y="446"/>
                      <a:pt x="133" y="363"/>
                      <a:pt x="133" y="280"/>
                    </a:cubicBezTo>
                    <a:cubicBezTo>
                      <a:pt x="141" y="197"/>
                      <a:pt x="141" y="106"/>
                      <a:pt x="108" y="23"/>
                    </a:cubicBezTo>
                    <a:cubicBezTo>
                      <a:pt x="97" y="9"/>
                      <a:pt x="79" y="0"/>
                      <a:pt x="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5"/>
              <p:cNvSpPr/>
              <p:nvPr/>
            </p:nvSpPr>
            <p:spPr>
              <a:xfrm>
                <a:off x="3016450" y="4384825"/>
                <a:ext cx="3750" cy="9425"/>
              </a:xfrm>
              <a:custGeom>
                <a:rect b="b" l="l" r="r" t="t"/>
                <a:pathLst>
                  <a:path extrusionOk="0" h="377" w="150">
                    <a:moveTo>
                      <a:pt x="96" y="1"/>
                    </a:moveTo>
                    <a:cubicBezTo>
                      <a:pt x="85" y="1"/>
                      <a:pt x="74" y="5"/>
                      <a:pt x="67" y="12"/>
                    </a:cubicBezTo>
                    <a:cubicBezTo>
                      <a:pt x="58" y="29"/>
                      <a:pt x="50" y="46"/>
                      <a:pt x="42" y="62"/>
                    </a:cubicBezTo>
                    <a:cubicBezTo>
                      <a:pt x="33" y="70"/>
                      <a:pt x="33" y="87"/>
                      <a:pt x="33" y="104"/>
                    </a:cubicBezTo>
                    <a:cubicBezTo>
                      <a:pt x="25" y="112"/>
                      <a:pt x="25" y="120"/>
                      <a:pt x="17" y="128"/>
                    </a:cubicBezTo>
                    <a:cubicBezTo>
                      <a:pt x="17" y="137"/>
                      <a:pt x="17" y="145"/>
                      <a:pt x="17" y="153"/>
                    </a:cubicBezTo>
                    <a:cubicBezTo>
                      <a:pt x="17" y="170"/>
                      <a:pt x="17" y="186"/>
                      <a:pt x="17" y="203"/>
                    </a:cubicBezTo>
                    <a:cubicBezTo>
                      <a:pt x="9" y="236"/>
                      <a:pt x="9" y="269"/>
                      <a:pt x="0" y="302"/>
                    </a:cubicBezTo>
                    <a:cubicBezTo>
                      <a:pt x="0" y="336"/>
                      <a:pt x="25" y="369"/>
                      <a:pt x="58" y="377"/>
                    </a:cubicBezTo>
                    <a:cubicBezTo>
                      <a:pt x="91" y="377"/>
                      <a:pt x="125" y="352"/>
                      <a:pt x="125" y="319"/>
                    </a:cubicBezTo>
                    <a:cubicBezTo>
                      <a:pt x="133" y="269"/>
                      <a:pt x="141" y="228"/>
                      <a:pt x="141" y="178"/>
                    </a:cubicBezTo>
                    <a:cubicBezTo>
                      <a:pt x="149" y="162"/>
                      <a:pt x="149" y="153"/>
                      <a:pt x="149" y="137"/>
                    </a:cubicBezTo>
                    <a:cubicBezTo>
                      <a:pt x="149" y="128"/>
                      <a:pt x="149" y="112"/>
                      <a:pt x="141" y="104"/>
                    </a:cubicBezTo>
                    <a:lnTo>
                      <a:pt x="141" y="95"/>
                    </a:lnTo>
                    <a:cubicBezTo>
                      <a:pt x="141" y="87"/>
                      <a:pt x="141" y="79"/>
                      <a:pt x="141" y="62"/>
                    </a:cubicBezTo>
                    <a:cubicBezTo>
                      <a:pt x="141" y="46"/>
                      <a:pt x="133" y="37"/>
                      <a:pt x="133" y="21"/>
                    </a:cubicBezTo>
                    <a:cubicBezTo>
                      <a:pt x="124" y="7"/>
                      <a:pt x="110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5"/>
              <p:cNvSpPr/>
              <p:nvPr/>
            </p:nvSpPr>
            <p:spPr>
              <a:xfrm>
                <a:off x="3065750" y="4354375"/>
                <a:ext cx="5200" cy="21200"/>
              </a:xfrm>
              <a:custGeom>
                <a:rect b="b" l="l" r="r" t="t"/>
                <a:pathLst>
                  <a:path extrusionOk="0" h="848" w="208">
                    <a:moveTo>
                      <a:pt x="84" y="1"/>
                    </a:moveTo>
                    <a:cubicBezTo>
                      <a:pt x="67" y="1"/>
                      <a:pt x="49" y="9"/>
                      <a:pt x="42" y="29"/>
                    </a:cubicBezTo>
                    <a:cubicBezTo>
                      <a:pt x="0" y="153"/>
                      <a:pt x="25" y="286"/>
                      <a:pt x="25" y="410"/>
                    </a:cubicBezTo>
                    <a:cubicBezTo>
                      <a:pt x="25" y="534"/>
                      <a:pt x="33" y="667"/>
                      <a:pt x="17" y="800"/>
                    </a:cubicBezTo>
                    <a:cubicBezTo>
                      <a:pt x="12" y="831"/>
                      <a:pt x="36" y="847"/>
                      <a:pt x="61" y="847"/>
                    </a:cubicBezTo>
                    <a:cubicBezTo>
                      <a:pt x="82" y="847"/>
                      <a:pt x="104" y="835"/>
                      <a:pt x="108" y="808"/>
                    </a:cubicBezTo>
                    <a:cubicBezTo>
                      <a:pt x="141" y="675"/>
                      <a:pt x="174" y="551"/>
                      <a:pt x="183" y="427"/>
                    </a:cubicBezTo>
                    <a:cubicBezTo>
                      <a:pt x="191" y="294"/>
                      <a:pt x="207" y="145"/>
                      <a:pt x="133" y="29"/>
                    </a:cubicBezTo>
                    <a:cubicBezTo>
                      <a:pt x="124" y="12"/>
                      <a:pt x="104" y="1"/>
                      <a:pt x="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5"/>
              <p:cNvSpPr/>
              <p:nvPr/>
            </p:nvSpPr>
            <p:spPr>
              <a:xfrm>
                <a:off x="3063875" y="4338425"/>
                <a:ext cx="2300" cy="6750"/>
              </a:xfrm>
              <a:custGeom>
                <a:rect b="b" l="l" r="r" t="t"/>
                <a:pathLst>
                  <a:path extrusionOk="0" h="270" w="92">
                    <a:moveTo>
                      <a:pt x="38" y="0"/>
                    </a:moveTo>
                    <a:cubicBezTo>
                      <a:pt x="30" y="0"/>
                      <a:pt x="21" y="4"/>
                      <a:pt x="17" y="12"/>
                    </a:cubicBezTo>
                    <a:cubicBezTo>
                      <a:pt x="9" y="21"/>
                      <a:pt x="1" y="29"/>
                      <a:pt x="1" y="37"/>
                    </a:cubicBezTo>
                    <a:cubicBezTo>
                      <a:pt x="1" y="54"/>
                      <a:pt x="1" y="62"/>
                      <a:pt x="1" y="79"/>
                    </a:cubicBezTo>
                    <a:lnTo>
                      <a:pt x="1" y="128"/>
                    </a:lnTo>
                    <a:cubicBezTo>
                      <a:pt x="1" y="162"/>
                      <a:pt x="1" y="195"/>
                      <a:pt x="9" y="236"/>
                    </a:cubicBezTo>
                    <a:cubicBezTo>
                      <a:pt x="9" y="253"/>
                      <a:pt x="34" y="269"/>
                      <a:pt x="50" y="269"/>
                    </a:cubicBezTo>
                    <a:cubicBezTo>
                      <a:pt x="75" y="261"/>
                      <a:pt x="92" y="244"/>
                      <a:pt x="92" y="220"/>
                    </a:cubicBezTo>
                    <a:cubicBezTo>
                      <a:pt x="84" y="186"/>
                      <a:pt x="84" y="153"/>
                      <a:pt x="84" y="120"/>
                    </a:cubicBezTo>
                    <a:cubicBezTo>
                      <a:pt x="84" y="104"/>
                      <a:pt x="84" y="87"/>
                      <a:pt x="75" y="62"/>
                    </a:cubicBezTo>
                    <a:lnTo>
                      <a:pt x="75" y="62"/>
                    </a:lnTo>
                    <a:lnTo>
                      <a:pt x="84" y="70"/>
                    </a:lnTo>
                    <a:cubicBezTo>
                      <a:pt x="84" y="62"/>
                      <a:pt x="84" y="46"/>
                      <a:pt x="75" y="37"/>
                    </a:cubicBezTo>
                    <a:cubicBezTo>
                      <a:pt x="75" y="29"/>
                      <a:pt x="67" y="21"/>
                      <a:pt x="59" y="12"/>
                    </a:cubicBezTo>
                    <a:cubicBezTo>
                      <a:pt x="55" y="4"/>
                      <a:pt x="46" y="0"/>
                      <a:pt x="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5"/>
              <p:cNvSpPr/>
              <p:nvPr/>
            </p:nvSpPr>
            <p:spPr>
              <a:xfrm>
                <a:off x="3059175" y="4329400"/>
                <a:ext cx="3625" cy="2725"/>
              </a:xfrm>
              <a:custGeom>
                <a:rect b="b" l="l" r="r" t="t"/>
                <a:pathLst>
                  <a:path extrusionOk="0" h="109" w="145">
                    <a:moveTo>
                      <a:pt x="80" y="0"/>
                    </a:moveTo>
                    <a:cubicBezTo>
                      <a:pt x="77" y="0"/>
                      <a:pt x="75" y="0"/>
                      <a:pt x="73" y="1"/>
                    </a:cubicBezTo>
                    <a:cubicBezTo>
                      <a:pt x="1" y="9"/>
                      <a:pt x="14" y="109"/>
                      <a:pt x="74" y="109"/>
                    </a:cubicBezTo>
                    <a:cubicBezTo>
                      <a:pt x="76" y="109"/>
                      <a:pt x="79" y="109"/>
                      <a:pt x="81" y="108"/>
                    </a:cubicBezTo>
                    <a:cubicBezTo>
                      <a:pt x="145" y="100"/>
                      <a:pt x="139" y="0"/>
                      <a:pt x="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5"/>
              <p:cNvSpPr/>
              <p:nvPr/>
            </p:nvSpPr>
            <p:spPr>
              <a:xfrm>
                <a:off x="2775550" y="4270475"/>
                <a:ext cx="12475" cy="27600"/>
              </a:xfrm>
              <a:custGeom>
                <a:rect b="b" l="l" r="r" t="t"/>
                <a:pathLst>
                  <a:path extrusionOk="0" h="1104" w="499">
                    <a:moveTo>
                      <a:pt x="428" y="1"/>
                    </a:moveTo>
                    <a:cubicBezTo>
                      <a:pt x="413" y="1"/>
                      <a:pt x="399" y="7"/>
                      <a:pt x="390" y="21"/>
                    </a:cubicBezTo>
                    <a:cubicBezTo>
                      <a:pt x="232" y="270"/>
                      <a:pt x="100" y="543"/>
                      <a:pt x="42" y="841"/>
                    </a:cubicBezTo>
                    <a:cubicBezTo>
                      <a:pt x="25" y="916"/>
                      <a:pt x="0" y="1015"/>
                      <a:pt x="58" y="1082"/>
                    </a:cubicBezTo>
                    <a:cubicBezTo>
                      <a:pt x="76" y="1097"/>
                      <a:pt x="92" y="1104"/>
                      <a:pt x="108" y="1104"/>
                    </a:cubicBezTo>
                    <a:cubicBezTo>
                      <a:pt x="161" y="1104"/>
                      <a:pt x="203" y="1033"/>
                      <a:pt x="216" y="982"/>
                    </a:cubicBezTo>
                    <a:cubicBezTo>
                      <a:pt x="241" y="833"/>
                      <a:pt x="257" y="684"/>
                      <a:pt x="299" y="543"/>
                    </a:cubicBezTo>
                    <a:cubicBezTo>
                      <a:pt x="340" y="377"/>
                      <a:pt x="398" y="220"/>
                      <a:pt x="481" y="71"/>
                    </a:cubicBezTo>
                    <a:cubicBezTo>
                      <a:pt x="498" y="36"/>
                      <a:pt x="462" y="1"/>
                      <a:pt x="4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5"/>
              <p:cNvSpPr/>
              <p:nvPr/>
            </p:nvSpPr>
            <p:spPr>
              <a:xfrm>
                <a:off x="2781550" y="4286525"/>
                <a:ext cx="4575" cy="13600"/>
              </a:xfrm>
              <a:custGeom>
                <a:rect b="b" l="l" r="r" t="t"/>
                <a:pathLst>
                  <a:path extrusionOk="0" h="544" w="183">
                    <a:moveTo>
                      <a:pt x="133" y="1"/>
                    </a:moveTo>
                    <a:cubicBezTo>
                      <a:pt x="108" y="1"/>
                      <a:pt x="83" y="25"/>
                      <a:pt x="75" y="50"/>
                    </a:cubicBezTo>
                    <a:cubicBezTo>
                      <a:pt x="59" y="125"/>
                      <a:pt x="42" y="199"/>
                      <a:pt x="34" y="282"/>
                    </a:cubicBezTo>
                    <a:cubicBezTo>
                      <a:pt x="25" y="315"/>
                      <a:pt x="17" y="349"/>
                      <a:pt x="17" y="390"/>
                    </a:cubicBezTo>
                    <a:cubicBezTo>
                      <a:pt x="9" y="431"/>
                      <a:pt x="1" y="473"/>
                      <a:pt x="17" y="514"/>
                    </a:cubicBezTo>
                    <a:cubicBezTo>
                      <a:pt x="17" y="530"/>
                      <a:pt x="35" y="543"/>
                      <a:pt x="52" y="543"/>
                    </a:cubicBezTo>
                    <a:cubicBezTo>
                      <a:pt x="61" y="543"/>
                      <a:pt x="69" y="539"/>
                      <a:pt x="75" y="531"/>
                    </a:cubicBezTo>
                    <a:cubicBezTo>
                      <a:pt x="83" y="514"/>
                      <a:pt x="100" y="498"/>
                      <a:pt x="100" y="473"/>
                    </a:cubicBezTo>
                    <a:cubicBezTo>
                      <a:pt x="108" y="456"/>
                      <a:pt x="108" y="431"/>
                      <a:pt x="117" y="415"/>
                    </a:cubicBezTo>
                    <a:cubicBezTo>
                      <a:pt x="125" y="373"/>
                      <a:pt x="133" y="340"/>
                      <a:pt x="141" y="299"/>
                    </a:cubicBezTo>
                    <a:cubicBezTo>
                      <a:pt x="158" y="224"/>
                      <a:pt x="166" y="141"/>
                      <a:pt x="183" y="67"/>
                    </a:cubicBezTo>
                    <a:cubicBezTo>
                      <a:pt x="183" y="34"/>
                      <a:pt x="158" y="9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5"/>
              <p:cNvSpPr/>
              <p:nvPr/>
            </p:nvSpPr>
            <p:spPr>
              <a:xfrm>
                <a:off x="2785075" y="4294750"/>
                <a:ext cx="4775" cy="14200"/>
              </a:xfrm>
              <a:custGeom>
                <a:rect b="b" l="l" r="r" t="t"/>
                <a:pathLst>
                  <a:path extrusionOk="0" h="568" w="191">
                    <a:moveTo>
                      <a:pt x="118" y="1"/>
                    </a:moveTo>
                    <a:cubicBezTo>
                      <a:pt x="94" y="1"/>
                      <a:pt x="65" y="16"/>
                      <a:pt x="58" y="36"/>
                    </a:cubicBezTo>
                    <a:cubicBezTo>
                      <a:pt x="34" y="119"/>
                      <a:pt x="17" y="202"/>
                      <a:pt x="0" y="285"/>
                    </a:cubicBezTo>
                    <a:cubicBezTo>
                      <a:pt x="0" y="318"/>
                      <a:pt x="0" y="359"/>
                      <a:pt x="0" y="401"/>
                    </a:cubicBezTo>
                    <a:lnTo>
                      <a:pt x="0" y="467"/>
                    </a:lnTo>
                    <a:cubicBezTo>
                      <a:pt x="0" y="492"/>
                      <a:pt x="0" y="508"/>
                      <a:pt x="9" y="533"/>
                    </a:cubicBezTo>
                    <a:cubicBezTo>
                      <a:pt x="17" y="555"/>
                      <a:pt x="42" y="567"/>
                      <a:pt x="66" y="567"/>
                    </a:cubicBezTo>
                    <a:cubicBezTo>
                      <a:pt x="87" y="567"/>
                      <a:pt x="108" y="557"/>
                      <a:pt x="116" y="533"/>
                    </a:cubicBezTo>
                    <a:cubicBezTo>
                      <a:pt x="125" y="517"/>
                      <a:pt x="125" y="492"/>
                      <a:pt x="125" y="475"/>
                    </a:cubicBezTo>
                    <a:cubicBezTo>
                      <a:pt x="125" y="459"/>
                      <a:pt x="133" y="434"/>
                      <a:pt x="133" y="417"/>
                    </a:cubicBezTo>
                    <a:cubicBezTo>
                      <a:pt x="133" y="376"/>
                      <a:pt x="141" y="343"/>
                      <a:pt x="141" y="301"/>
                    </a:cubicBezTo>
                    <a:cubicBezTo>
                      <a:pt x="150" y="227"/>
                      <a:pt x="166" y="152"/>
                      <a:pt x="183" y="78"/>
                    </a:cubicBezTo>
                    <a:cubicBezTo>
                      <a:pt x="191" y="44"/>
                      <a:pt x="166" y="11"/>
                      <a:pt x="133" y="3"/>
                    </a:cubicBezTo>
                    <a:cubicBezTo>
                      <a:pt x="129" y="1"/>
                      <a:pt x="124" y="1"/>
                      <a:pt x="1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5"/>
              <p:cNvSpPr/>
              <p:nvPr/>
            </p:nvSpPr>
            <p:spPr>
              <a:xfrm>
                <a:off x="2823175" y="4354500"/>
                <a:ext cx="7400" cy="33100"/>
              </a:xfrm>
              <a:custGeom>
                <a:rect b="b" l="l" r="r" t="t"/>
                <a:pathLst>
                  <a:path extrusionOk="0" h="1324" w="296">
                    <a:moveTo>
                      <a:pt x="251" y="1"/>
                    </a:moveTo>
                    <a:cubicBezTo>
                      <a:pt x="237" y="1"/>
                      <a:pt x="223" y="8"/>
                      <a:pt x="216" y="24"/>
                    </a:cubicBezTo>
                    <a:cubicBezTo>
                      <a:pt x="133" y="231"/>
                      <a:pt x="67" y="438"/>
                      <a:pt x="42" y="662"/>
                    </a:cubicBezTo>
                    <a:cubicBezTo>
                      <a:pt x="26" y="770"/>
                      <a:pt x="26" y="877"/>
                      <a:pt x="26" y="985"/>
                    </a:cubicBezTo>
                    <a:cubicBezTo>
                      <a:pt x="26" y="1085"/>
                      <a:pt x="1" y="1250"/>
                      <a:pt x="92" y="1308"/>
                    </a:cubicBezTo>
                    <a:cubicBezTo>
                      <a:pt x="106" y="1317"/>
                      <a:pt x="122" y="1324"/>
                      <a:pt x="138" y="1324"/>
                    </a:cubicBezTo>
                    <a:cubicBezTo>
                      <a:pt x="151" y="1324"/>
                      <a:pt x="164" y="1319"/>
                      <a:pt x="175" y="1308"/>
                    </a:cubicBezTo>
                    <a:cubicBezTo>
                      <a:pt x="249" y="1234"/>
                      <a:pt x="216" y="1101"/>
                      <a:pt x="216" y="1010"/>
                    </a:cubicBezTo>
                    <a:cubicBezTo>
                      <a:pt x="208" y="902"/>
                      <a:pt x="216" y="795"/>
                      <a:pt x="216" y="687"/>
                    </a:cubicBezTo>
                    <a:cubicBezTo>
                      <a:pt x="233" y="471"/>
                      <a:pt x="249" y="256"/>
                      <a:pt x="291" y="49"/>
                    </a:cubicBezTo>
                    <a:cubicBezTo>
                      <a:pt x="296" y="19"/>
                      <a:pt x="273" y="1"/>
                      <a:pt x="2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5"/>
              <p:cNvSpPr/>
              <p:nvPr/>
            </p:nvSpPr>
            <p:spPr>
              <a:xfrm>
                <a:off x="2829200" y="4372200"/>
                <a:ext cx="3950" cy="16675"/>
              </a:xfrm>
              <a:custGeom>
                <a:rect b="b" l="l" r="r" t="t"/>
                <a:pathLst>
                  <a:path extrusionOk="0" h="667" w="158">
                    <a:moveTo>
                      <a:pt x="101" y="1"/>
                    </a:moveTo>
                    <a:cubicBezTo>
                      <a:pt x="81" y="1"/>
                      <a:pt x="62" y="12"/>
                      <a:pt x="58" y="37"/>
                    </a:cubicBezTo>
                    <a:cubicBezTo>
                      <a:pt x="50" y="136"/>
                      <a:pt x="33" y="236"/>
                      <a:pt x="25" y="335"/>
                    </a:cubicBezTo>
                    <a:cubicBezTo>
                      <a:pt x="17" y="435"/>
                      <a:pt x="0" y="534"/>
                      <a:pt x="8" y="633"/>
                    </a:cubicBezTo>
                    <a:cubicBezTo>
                      <a:pt x="13" y="653"/>
                      <a:pt x="35" y="666"/>
                      <a:pt x="54" y="666"/>
                    </a:cubicBezTo>
                    <a:cubicBezTo>
                      <a:pt x="67" y="666"/>
                      <a:pt x="80" y="659"/>
                      <a:pt x="83" y="642"/>
                    </a:cubicBezTo>
                    <a:cubicBezTo>
                      <a:pt x="116" y="551"/>
                      <a:pt x="124" y="443"/>
                      <a:pt x="133" y="352"/>
                    </a:cubicBezTo>
                    <a:cubicBezTo>
                      <a:pt x="141" y="252"/>
                      <a:pt x="149" y="153"/>
                      <a:pt x="158" y="53"/>
                    </a:cubicBezTo>
                    <a:cubicBezTo>
                      <a:pt x="158" y="20"/>
                      <a:pt x="128" y="1"/>
                      <a:pt x="1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5"/>
              <p:cNvSpPr/>
              <p:nvPr/>
            </p:nvSpPr>
            <p:spPr>
              <a:xfrm>
                <a:off x="2829825" y="4397550"/>
                <a:ext cx="9750" cy="35625"/>
              </a:xfrm>
              <a:custGeom>
                <a:rect b="b" l="l" r="r" t="t"/>
                <a:pathLst>
                  <a:path extrusionOk="0" h="1425" w="390">
                    <a:moveTo>
                      <a:pt x="347" y="1"/>
                    </a:moveTo>
                    <a:cubicBezTo>
                      <a:pt x="334" y="1"/>
                      <a:pt x="319" y="9"/>
                      <a:pt x="315" y="25"/>
                    </a:cubicBezTo>
                    <a:cubicBezTo>
                      <a:pt x="298" y="257"/>
                      <a:pt x="240" y="489"/>
                      <a:pt x="191" y="713"/>
                    </a:cubicBezTo>
                    <a:cubicBezTo>
                      <a:pt x="166" y="829"/>
                      <a:pt x="133" y="937"/>
                      <a:pt x="99" y="1053"/>
                    </a:cubicBezTo>
                    <a:cubicBezTo>
                      <a:pt x="75" y="1144"/>
                      <a:pt x="0" y="1276"/>
                      <a:pt x="25" y="1376"/>
                    </a:cubicBezTo>
                    <a:cubicBezTo>
                      <a:pt x="31" y="1404"/>
                      <a:pt x="51" y="1424"/>
                      <a:pt x="77" y="1424"/>
                    </a:cubicBezTo>
                    <a:cubicBezTo>
                      <a:pt x="89" y="1424"/>
                      <a:pt x="103" y="1420"/>
                      <a:pt x="116" y="1409"/>
                    </a:cubicBezTo>
                    <a:cubicBezTo>
                      <a:pt x="207" y="1351"/>
                      <a:pt x="232" y="1194"/>
                      <a:pt x="265" y="1094"/>
                    </a:cubicBezTo>
                    <a:cubicBezTo>
                      <a:pt x="298" y="978"/>
                      <a:pt x="323" y="862"/>
                      <a:pt x="348" y="746"/>
                    </a:cubicBezTo>
                    <a:cubicBezTo>
                      <a:pt x="389" y="506"/>
                      <a:pt x="381" y="266"/>
                      <a:pt x="373" y="25"/>
                    </a:cubicBezTo>
                    <a:cubicBezTo>
                      <a:pt x="373" y="9"/>
                      <a:pt x="360" y="1"/>
                      <a:pt x="3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5"/>
              <p:cNvSpPr/>
              <p:nvPr/>
            </p:nvSpPr>
            <p:spPr>
              <a:xfrm>
                <a:off x="2836500" y="4417625"/>
                <a:ext cx="10100" cy="16425"/>
              </a:xfrm>
              <a:custGeom>
                <a:rect b="b" l="l" r="r" t="t"/>
                <a:pathLst>
                  <a:path extrusionOk="0" h="657" w="404">
                    <a:moveTo>
                      <a:pt x="335" y="0"/>
                    </a:moveTo>
                    <a:cubicBezTo>
                      <a:pt x="316" y="0"/>
                      <a:pt x="297" y="10"/>
                      <a:pt x="288" y="34"/>
                    </a:cubicBezTo>
                    <a:lnTo>
                      <a:pt x="296" y="34"/>
                    </a:lnTo>
                    <a:cubicBezTo>
                      <a:pt x="255" y="134"/>
                      <a:pt x="214" y="233"/>
                      <a:pt x="156" y="324"/>
                    </a:cubicBezTo>
                    <a:cubicBezTo>
                      <a:pt x="131" y="374"/>
                      <a:pt x="106" y="415"/>
                      <a:pt x="81" y="465"/>
                    </a:cubicBezTo>
                    <a:cubicBezTo>
                      <a:pt x="56" y="507"/>
                      <a:pt x="23" y="556"/>
                      <a:pt x="6" y="598"/>
                    </a:cubicBezTo>
                    <a:cubicBezTo>
                      <a:pt x="0" y="629"/>
                      <a:pt x="18" y="656"/>
                      <a:pt x="45" y="656"/>
                    </a:cubicBezTo>
                    <a:cubicBezTo>
                      <a:pt x="53" y="656"/>
                      <a:pt x="63" y="653"/>
                      <a:pt x="73" y="647"/>
                    </a:cubicBezTo>
                    <a:cubicBezTo>
                      <a:pt x="114" y="614"/>
                      <a:pt x="139" y="565"/>
                      <a:pt x="172" y="523"/>
                    </a:cubicBezTo>
                    <a:cubicBezTo>
                      <a:pt x="197" y="473"/>
                      <a:pt x="230" y="424"/>
                      <a:pt x="255" y="374"/>
                    </a:cubicBezTo>
                    <a:cubicBezTo>
                      <a:pt x="305" y="275"/>
                      <a:pt x="346" y="175"/>
                      <a:pt x="388" y="68"/>
                    </a:cubicBezTo>
                    <a:cubicBezTo>
                      <a:pt x="403" y="31"/>
                      <a:pt x="369" y="0"/>
                      <a:pt x="3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5"/>
              <p:cNvSpPr/>
              <p:nvPr/>
            </p:nvSpPr>
            <p:spPr>
              <a:xfrm>
                <a:off x="2828425" y="4441475"/>
                <a:ext cx="6500" cy="17300"/>
              </a:xfrm>
              <a:custGeom>
                <a:rect b="b" l="l" r="r" t="t"/>
                <a:pathLst>
                  <a:path extrusionOk="0" h="692" w="260">
                    <a:moveTo>
                      <a:pt x="213" y="1"/>
                    </a:moveTo>
                    <a:cubicBezTo>
                      <a:pt x="194" y="1"/>
                      <a:pt x="176" y="11"/>
                      <a:pt x="172" y="33"/>
                    </a:cubicBezTo>
                    <a:cubicBezTo>
                      <a:pt x="155" y="141"/>
                      <a:pt x="131" y="249"/>
                      <a:pt x="97" y="348"/>
                    </a:cubicBezTo>
                    <a:cubicBezTo>
                      <a:pt x="64" y="447"/>
                      <a:pt x="23" y="555"/>
                      <a:pt x="6" y="655"/>
                    </a:cubicBezTo>
                    <a:cubicBezTo>
                      <a:pt x="1" y="677"/>
                      <a:pt x="17" y="691"/>
                      <a:pt x="34" y="691"/>
                    </a:cubicBezTo>
                    <a:cubicBezTo>
                      <a:pt x="42" y="691"/>
                      <a:pt x="51" y="688"/>
                      <a:pt x="56" y="679"/>
                    </a:cubicBezTo>
                    <a:cubicBezTo>
                      <a:pt x="114" y="588"/>
                      <a:pt x="147" y="481"/>
                      <a:pt x="180" y="373"/>
                    </a:cubicBezTo>
                    <a:cubicBezTo>
                      <a:pt x="213" y="265"/>
                      <a:pt x="238" y="157"/>
                      <a:pt x="255" y="50"/>
                    </a:cubicBezTo>
                    <a:cubicBezTo>
                      <a:pt x="260" y="17"/>
                      <a:pt x="236" y="1"/>
                      <a:pt x="2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5"/>
              <p:cNvSpPr/>
              <p:nvPr/>
            </p:nvSpPr>
            <p:spPr>
              <a:xfrm>
                <a:off x="2791025" y="4361400"/>
                <a:ext cx="18525" cy="32650"/>
              </a:xfrm>
              <a:custGeom>
                <a:rect b="b" l="l" r="r" t="t"/>
                <a:pathLst>
                  <a:path extrusionOk="0" h="1306" w="741">
                    <a:moveTo>
                      <a:pt x="43" y="1"/>
                    </a:moveTo>
                    <a:cubicBezTo>
                      <a:pt x="21" y="1"/>
                      <a:pt x="0" y="22"/>
                      <a:pt x="11" y="55"/>
                    </a:cubicBezTo>
                    <a:cubicBezTo>
                      <a:pt x="52" y="179"/>
                      <a:pt x="86" y="303"/>
                      <a:pt x="135" y="427"/>
                    </a:cubicBezTo>
                    <a:cubicBezTo>
                      <a:pt x="177" y="535"/>
                      <a:pt x="218" y="651"/>
                      <a:pt x="260" y="759"/>
                    </a:cubicBezTo>
                    <a:cubicBezTo>
                      <a:pt x="309" y="858"/>
                      <a:pt x="367" y="966"/>
                      <a:pt x="425" y="1065"/>
                    </a:cubicBezTo>
                    <a:cubicBezTo>
                      <a:pt x="475" y="1157"/>
                      <a:pt x="550" y="1297"/>
                      <a:pt x="666" y="1306"/>
                    </a:cubicBezTo>
                    <a:cubicBezTo>
                      <a:pt x="699" y="1306"/>
                      <a:pt x="715" y="1289"/>
                      <a:pt x="724" y="1264"/>
                    </a:cubicBezTo>
                    <a:cubicBezTo>
                      <a:pt x="740" y="1157"/>
                      <a:pt x="649" y="1049"/>
                      <a:pt x="591" y="966"/>
                    </a:cubicBezTo>
                    <a:cubicBezTo>
                      <a:pt x="533" y="867"/>
                      <a:pt x="483" y="759"/>
                      <a:pt x="434" y="659"/>
                    </a:cubicBezTo>
                    <a:cubicBezTo>
                      <a:pt x="376" y="552"/>
                      <a:pt x="318" y="444"/>
                      <a:pt x="268" y="345"/>
                    </a:cubicBezTo>
                    <a:cubicBezTo>
                      <a:pt x="202" y="237"/>
                      <a:pt x="135" y="129"/>
                      <a:pt x="77" y="21"/>
                    </a:cubicBezTo>
                    <a:cubicBezTo>
                      <a:pt x="69" y="7"/>
                      <a:pt x="56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5"/>
              <p:cNvSpPr/>
              <p:nvPr/>
            </p:nvSpPr>
            <p:spPr>
              <a:xfrm>
                <a:off x="2794800" y="4383175"/>
                <a:ext cx="10975" cy="15275"/>
              </a:xfrm>
              <a:custGeom>
                <a:rect b="b" l="l" r="r" t="t"/>
                <a:pathLst>
                  <a:path extrusionOk="0" h="611" w="439">
                    <a:moveTo>
                      <a:pt x="45" y="1"/>
                    </a:moveTo>
                    <a:cubicBezTo>
                      <a:pt x="39" y="1"/>
                      <a:pt x="32" y="2"/>
                      <a:pt x="26" y="4"/>
                    </a:cubicBezTo>
                    <a:cubicBezTo>
                      <a:pt x="1" y="12"/>
                      <a:pt x="1" y="37"/>
                      <a:pt x="1" y="62"/>
                    </a:cubicBezTo>
                    <a:cubicBezTo>
                      <a:pt x="34" y="170"/>
                      <a:pt x="84" y="277"/>
                      <a:pt x="142" y="377"/>
                    </a:cubicBezTo>
                    <a:cubicBezTo>
                      <a:pt x="208" y="468"/>
                      <a:pt x="283" y="567"/>
                      <a:pt x="390" y="609"/>
                    </a:cubicBezTo>
                    <a:cubicBezTo>
                      <a:pt x="394" y="610"/>
                      <a:pt x="397" y="610"/>
                      <a:pt x="400" y="610"/>
                    </a:cubicBezTo>
                    <a:cubicBezTo>
                      <a:pt x="421" y="610"/>
                      <a:pt x="439" y="589"/>
                      <a:pt x="432" y="567"/>
                    </a:cubicBezTo>
                    <a:lnTo>
                      <a:pt x="432" y="567"/>
                    </a:lnTo>
                    <a:lnTo>
                      <a:pt x="432" y="576"/>
                    </a:lnTo>
                    <a:cubicBezTo>
                      <a:pt x="382" y="476"/>
                      <a:pt x="299" y="402"/>
                      <a:pt x="241" y="310"/>
                    </a:cubicBezTo>
                    <a:cubicBezTo>
                      <a:pt x="175" y="219"/>
                      <a:pt x="125" y="128"/>
                      <a:pt x="92" y="29"/>
                    </a:cubicBezTo>
                    <a:cubicBezTo>
                      <a:pt x="86" y="10"/>
                      <a:pt x="66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5"/>
              <p:cNvSpPr/>
              <p:nvPr/>
            </p:nvSpPr>
            <p:spPr>
              <a:xfrm>
                <a:off x="2801650" y="4398550"/>
                <a:ext cx="4775" cy="11925"/>
              </a:xfrm>
              <a:custGeom>
                <a:rect b="b" l="l" r="r" t="t"/>
                <a:pathLst>
                  <a:path extrusionOk="0" h="477" w="191">
                    <a:moveTo>
                      <a:pt x="52" y="0"/>
                    </a:moveTo>
                    <a:cubicBezTo>
                      <a:pt x="48" y="0"/>
                      <a:pt x="45" y="1"/>
                      <a:pt x="42" y="2"/>
                    </a:cubicBezTo>
                    <a:cubicBezTo>
                      <a:pt x="17" y="2"/>
                      <a:pt x="0" y="27"/>
                      <a:pt x="0" y="60"/>
                    </a:cubicBezTo>
                    <a:cubicBezTo>
                      <a:pt x="9" y="126"/>
                      <a:pt x="17" y="201"/>
                      <a:pt x="42" y="267"/>
                    </a:cubicBezTo>
                    <a:cubicBezTo>
                      <a:pt x="58" y="342"/>
                      <a:pt x="83" y="416"/>
                      <a:pt x="133" y="466"/>
                    </a:cubicBezTo>
                    <a:cubicBezTo>
                      <a:pt x="140" y="473"/>
                      <a:pt x="148" y="476"/>
                      <a:pt x="156" y="476"/>
                    </a:cubicBezTo>
                    <a:cubicBezTo>
                      <a:pt x="174" y="476"/>
                      <a:pt x="191" y="459"/>
                      <a:pt x="191" y="441"/>
                    </a:cubicBezTo>
                    <a:cubicBezTo>
                      <a:pt x="183" y="400"/>
                      <a:pt x="174" y="367"/>
                      <a:pt x="158" y="333"/>
                    </a:cubicBezTo>
                    <a:cubicBezTo>
                      <a:pt x="149" y="309"/>
                      <a:pt x="141" y="275"/>
                      <a:pt x="133" y="242"/>
                    </a:cubicBezTo>
                    <a:cubicBezTo>
                      <a:pt x="116" y="176"/>
                      <a:pt x="108" y="110"/>
                      <a:pt x="100" y="43"/>
                    </a:cubicBezTo>
                    <a:cubicBezTo>
                      <a:pt x="100" y="22"/>
                      <a:pt x="75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5"/>
              <p:cNvSpPr/>
              <p:nvPr/>
            </p:nvSpPr>
            <p:spPr>
              <a:xfrm>
                <a:off x="2933600" y="4432425"/>
                <a:ext cx="9800" cy="54475"/>
              </a:xfrm>
              <a:custGeom>
                <a:rect b="b" l="l" r="r" t="t"/>
                <a:pathLst>
                  <a:path extrusionOk="0" h="2179" w="392">
                    <a:moveTo>
                      <a:pt x="333" y="0"/>
                    </a:moveTo>
                    <a:cubicBezTo>
                      <a:pt x="316" y="0"/>
                      <a:pt x="299" y="9"/>
                      <a:pt x="290" y="31"/>
                    </a:cubicBezTo>
                    <a:lnTo>
                      <a:pt x="298" y="31"/>
                    </a:lnTo>
                    <a:cubicBezTo>
                      <a:pt x="158" y="362"/>
                      <a:pt x="75" y="718"/>
                      <a:pt x="42" y="1083"/>
                    </a:cubicBezTo>
                    <a:cubicBezTo>
                      <a:pt x="17" y="1265"/>
                      <a:pt x="8" y="1439"/>
                      <a:pt x="8" y="1621"/>
                    </a:cubicBezTo>
                    <a:cubicBezTo>
                      <a:pt x="0" y="1713"/>
                      <a:pt x="0" y="1804"/>
                      <a:pt x="8" y="1887"/>
                    </a:cubicBezTo>
                    <a:cubicBezTo>
                      <a:pt x="8" y="1978"/>
                      <a:pt x="8" y="2077"/>
                      <a:pt x="42" y="2160"/>
                    </a:cubicBezTo>
                    <a:cubicBezTo>
                      <a:pt x="46" y="2172"/>
                      <a:pt x="60" y="2179"/>
                      <a:pt x="75" y="2179"/>
                    </a:cubicBezTo>
                    <a:cubicBezTo>
                      <a:pt x="89" y="2179"/>
                      <a:pt x="104" y="2172"/>
                      <a:pt x="108" y="2160"/>
                    </a:cubicBezTo>
                    <a:cubicBezTo>
                      <a:pt x="166" y="2011"/>
                      <a:pt x="141" y="1812"/>
                      <a:pt x="141" y="1655"/>
                    </a:cubicBezTo>
                    <a:cubicBezTo>
                      <a:pt x="149" y="1472"/>
                      <a:pt x="158" y="1298"/>
                      <a:pt x="174" y="1116"/>
                    </a:cubicBezTo>
                    <a:cubicBezTo>
                      <a:pt x="207" y="760"/>
                      <a:pt x="265" y="403"/>
                      <a:pt x="381" y="64"/>
                    </a:cubicBezTo>
                    <a:cubicBezTo>
                      <a:pt x="392" y="27"/>
                      <a:pt x="362" y="0"/>
                      <a:pt x="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5"/>
              <p:cNvSpPr/>
              <p:nvPr/>
            </p:nvSpPr>
            <p:spPr>
              <a:xfrm>
                <a:off x="2937525" y="4469950"/>
                <a:ext cx="3875" cy="23125"/>
              </a:xfrm>
              <a:custGeom>
                <a:rect b="b" l="l" r="r" t="t"/>
                <a:pathLst>
                  <a:path extrusionOk="0" h="925" w="155">
                    <a:moveTo>
                      <a:pt x="112" y="1"/>
                    </a:moveTo>
                    <a:cubicBezTo>
                      <a:pt x="95" y="1"/>
                      <a:pt x="79" y="12"/>
                      <a:pt x="75" y="38"/>
                    </a:cubicBezTo>
                    <a:lnTo>
                      <a:pt x="75" y="29"/>
                    </a:lnTo>
                    <a:cubicBezTo>
                      <a:pt x="34" y="319"/>
                      <a:pt x="1" y="609"/>
                      <a:pt x="34" y="899"/>
                    </a:cubicBezTo>
                    <a:cubicBezTo>
                      <a:pt x="38" y="916"/>
                      <a:pt x="54" y="924"/>
                      <a:pt x="70" y="924"/>
                    </a:cubicBezTo>
                    <a:cubicBezTo>
                      <a:pt x="85" y="924"/>
                      <a:pt x="100" y="916"/>
                      <a:pt x="100" y="899"/>
                    </a:cubicBezTo>
                    <a:cubicBezTo>
                      <a:pt x="125" y="618"/>
                      <a:pt x="125" y="328"/>
                      <a:pt x="150" y="46"/>
                    </a:cubicBezTo>
                    <a:cubicBezTo>
                      <a:pt x="154" y="18"/>
                      <a:pt x="133" y="1"/>
                      <a:pt x="1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4" name="Google Shape;3104;p5"/>
              <p:cNvSpPr/>
              <p:nvPr/>
            </p:nvSpPr>
            <p:spPr>
              <a:xfrm>
                <a:off x="2943750" y="4484600"/>
                <a:ext cx="6425" cy="40725"/>
              </a:xfrm>
              <a:custGeom>
                <a:rect b="b" l="l" r="r" t="t"/>
                <a:pathLst>
                  <a:path extrusionOk="0" h="1629" w="257">
                    <a:moveTo>
                      <a:pt x="141" y="0"/>
                    </a:moveTo>
                    <a:cubicBezTo>
                      <a:pt x="121" y="0"/>
                      <a:pt x="99" y="13"/>
                      <a:pt x="91" y="40"/>
                    </a:cubicBezTo>
                    <a:cubicBezTo>
                      <a:pt x="33" y="305"/>
                      <a:pt x="0" y="570"/>
                      <a:pt x="17" y="844"/>
                    </a:cubicBezTo>
                    <a:cubicBezTo>
                      <a:pt x="17" y="976"/>
                      <a:pt x="33" y="1109"/>
                      <a:pt x="58" y="1241"/>
                    </a:cubicBezTo>
                    <a:cubicBezTo>
                      <a:pt x="83" y="1366"/>
                      <a:pt x="108" y="1506"/>
                      <a:pt x="182" y="1614"/>
                    </a:cubicBezTo>
                    <a:cubicBezTo>
                      <a:pt x="189" y="1624"/>
                      <a:pt x="201" y="1629"/>
                      <a:pt x="212" y="1629"/>
                    </a:cubicBezTo>
                    <a:cubicBezTo>
                      <a:pt x="230" y="1629"/>
                      <a:pt x="249" y="1618"/>
                      <a:pt x="249" y="1598"/>
                    </a:cubicBezTo>
                    <a:cubicBezTo>
                      <a:pt x="257" y="1473"/>
                      <a:pt x="224" y="1341"/>
                      <a:pt x="199" y="1225"/>
                    </a:cubicBezTo>
                    <a:cubicBezTo>
                      <a:pt x="182" y="1092"/>
                      <a:pt x="166" y="968"/>
                      <a:pt x="158" y="844"/>
                    </a:cubicBezTo>
                    <a:lnTo>
                      <a:pt x="158" y="835"/>
                    </a:lnTo>
                    <a:cubicBezTo>
                      <a:pt x="141" y="578"/>
                      <a:pt x="149" y="313"/>
                      <a:pt x="182" y="48"/>
                    </a:cubicBezTo>
                    <a:cubicBezTo>
                      <a:pt x="187" y="17"/>
                      <a:pt x="165" y="0"/>
                      <a:pt x="1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5" name="Google Shape;3105;p5"/>
              <p:cNvSpPr/>
              <p:nvPr/>
            </p:nvSpPr>
            <p:spPr>
              <a:xfrm>
                <a:off x="2953375" y="4503175"/>
                <a:ext cx="3025" cy="18250"/>
              </a:xfrm>
              <a:custGeom>
                <a:rect b="b" l="l" r="r" t="t"/>
                <a:pathLst>
                  <a:path extrusionOk="0" h="730" w="121">
                    <a:moveTo>
                      <a:pt x="40" y="1"/>
                    </a:moveTo>
                    <a:cubicBezTo>
                      <a:pt x="20" y="1"/>
                      <a:pt x="0" y="16"/>
                      <a:pt x="5" y="43"/>
                    </a:cubicBezTo>
                    <a:cubicBezTo>
                      <a:pt x="13" y="150"/>
                      <a:pt x="21" y="266"/>
                      <a:pt x="29" y="382"/>
                    </a:cubicBezTo>
                    <a:cubicBezTo>
                      <a:pt x="38" y="490"/>
                      <a:pt x="54" y="598"/>
                      <a:pt x="79" y="714"/>
                    </a:cubicBezTo>
                    <a:cubicBezTo>
                      <a:pt x="79" y="723"/>
                      <a:pt x="92" y="729"/>
                      <a:pt x="103" y="729"/>
                    </a:cubicBezTo>
                    <a:cubicBezTo>
                      <a:pt x="112" y="729"/>
                      <a:pt x="120" y="725"/>
                      <a:pt x="120" y="714"/>
                    </a:cubicBezTo>
                    <a:cubicBezTo>
                      <a:pt x="120" y="598"/>
                      <a:pt x="120" y="490"/>
                      <a:pt x="112" y="374"/>
                    </a:cubicBezTo>
                    <a:lnTo>
                      <a:pt x="79" y="34"/>
                    </a:lnTo>
                    <a:cubicBezTo>
                      <a:pt x="75" y="11"/>
                      <a:pt x="58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6" name="Google Shape;3106;p5"/>
              <p:cNvSpPr/>
              <p:nvPr/>
            </p:nvSpPr>
            <p:spPr>
              <a:xfrm>
                <a:off x="3008375" y="4488725"/>
                <a:ext cx="5400" cy="31525"/>
              </a:xfrm>
              <a:custGeom>
                <a:rect b="b" l="l" r="r" t="t"/>
                <a:pathLst>
                  <a:path extrusionOk="0" h="1261" w="216">
                    <a:moveTo>
                      <a:pt x="133" y="0"/>
                    </a:moveTo>
                    <a:cubicBezTo>
                      <a:pt x="114" y="0"/>
                      <a:pt x="95" y="8"/>
                      <a:pt x="83" y="24"/>
                    </a:cubicBezTo>
                    <a:cubicBezTo>
                      <a:pt x="33" y="99"/>
                      <a:pt x="25" y="223"/>
                      <a:pt x="17" y="306"/>
                    </a:cubicBezTo>
                    <a:cubicBezTo>
                      <a:pt x="8" y="405"/>
                      <a:pt x="0" y="513"/>
                      <a:pt x="0" y="612"/>
                    </a:cubicBezTo>
                    <a:cubicBezTo>
                      <a:pt x="0" y="819"/>
                      <a:pt x="25" y="1018"/>
                      <a:pt x="58" y="1217"/>
                    </a:cubicBezTo>
                    <a:cubicBezTo>
                      <a:pt x="62" y="1247"/>
                      <a:pt x="82" y="1260"/>
                      <a:pt x="103" y="1260"/>
                    </a:cubicBezTo>
                    <a:cubicBezTo>
                      <a:pt x="128" y="1260"/>
                      <a:pt x="154" y="1241"/>
                      <a:pt x="149" y="1209"/>
                    </a:cubicBezTo>
                    <a:cubicBezTo>
                      <a:pt x="149" y="1010"/>
                      <a:pt x="158" y="811"/>
                      <a:pt x="166" y="612"/>
                    </a:cubicBezTo>
                    <a:cubicBezTo>
                      <a:pt x="166" y="521"/>
                      <a:pt x="174" y="422"/>
                      <a:pt x="182" y="331"/>
                    </a:cubicBezTo>
                    <a:cubicBezTo>
                      <a:pt x="191" y="239"/>
                      <a:pt x="216" y="123"/>
                      <a:pt x="182" y="32"/>
                    </a:cubicBezTo>
                    <a:cubicBezTo>
                      <a:pt x="174" y="10"/>
                      <a:pt x="153" y="0"/>
                      <a:pt x="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7" name="Google Shape;3107;p5"/>
              <p:cNvSpPr/>
              <p:nvPr/>
            </p:nvSpPr>
            <p:spPr>
              <a:xfrm>
                <a:off x="3015100" y="4484575"/>
                <a:ext cx="2825" cy="10575"/>
              </a:xfrm>
              <a:custGeom>
                <a:rect b="b" l="l" r="r" t="t"/>
                <a:pathLst>
                  <a:path extrusionOk="0" h="423" w="113">
                    <a:moveTo>
                      <a:pt x="89" y="0"/>
                    </a:moveTo>
                    <a:cubicBezTo>
                      <a:pt x="79" y="0"/>
                      <a:pt x="71" y="5"/>
                      <a:pt x="71" y="16"/>
                    </a:cubicBezTo>
                    <a:cubicBezTo>
                      <a:pt x="29" y="132"/>
                      <a:pt x="21" y="256"/>
                      <a:pt x="5" y="381"/>
                    </a:cubicBezTo>
                    <a:cubicBezTo>
                      <a:pt x="0" y="407"/>
                      <a:pt x="17" y="422"/>
                      <a:pt x="36" y="422"/>
                    </a:cubicBezTo>
                    <a:cubicBezTo>
                      <a:pt x="51" y="422"/>
                      <a:pt x="67" y="412"/>
                      <a:pt x="71" y="389"/>
                    </a:cubicBezTo>
                    <a:cubicBezTo>
                      <a:pt x="79" y="331"/>
                      <a:pt x="96" y="265"/>
                      <a:pt x="96" y="207"/>
                    </a:cubicBezTo>
                    <a:cubicBezTo>
                      <a:pt x="104" y="173"/>
                      <a:pt x="104" y="140"/>
                      <a:pt x="104" y="115"/>
                    </a:cubicBezTo>
                    <a:cubicBezTo>
                      <a:pt x="112" y="82"/>
                      <a:pt x="112" y="49"/>
                      <a:pt x="112" y="16"/>
                    </a:cubicBezTo>
                    <a:cubicBezTo>
                      <a:pt x="112" y="7"/>
                      <a:pt x="100" y="0"/>
                      <a:pt x="8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8" name="Google Shape;3108;p5"/>
              <p:cNvSpPr/>
              <p:nvPr/>
            </p:nvSpPr>
            <p:spPr>
              <a:xfrm>
                <a:off x="3034875" y="4423225"/>
                <a:ext cx="3750" cy="15575"/>
              </a:xfrm>
              <a:custGeom>
                <a:rect b="b" l="l" r="r" t="t"/>
                <a:pathLst>
                  <a:path extrusionOk="0" h="623" w="150">
                    <a:moveTo>
                      <a:pt x="59" y="0"/>
                    </a:moveTo>
                    <a:cubicBezTo>
                      <a:pt x="1" y="0"/>
                      <a:pt x="1" y="86"/>
                      <a:pt x="1" y="125"/>
                    </a:cubicBezTo>
                    <a:cubicBezTo>
                      <a:pt x="1" y="183"/>
                      <a:pt x="9" y="233"/>
                      <a:pt x="9" y="283"/>
                    </a:cubicBezTo>
                    <a:cubicBezTo>
                      <a:pt x="9" y="324"/>
                      <a:pt x="9" y="374"/>
                      <a:pt x="17" y="423"/>
                    </a:cubicBezTo>
                    <a:cubicBezTo>
                      <a:pt x="17" y="473"/>
                      <a:pt x="26" y="515"/>
                      <a:pt x="26" y="564"/>
                    </a:cubicBezTo>
                    <a:cubicBezTo>
                      <a:pt x="26" y="597"/>
                      <a:pt x="34" y="622"/>
                      <a:pt x="67" y="622"/>
                    </a:cubicBezTo>
                    <a:cubicBezTo>
                      <a:pt x="92" y="622"/>
                      <a:pt x="117" y="606"/>
                      <a:pt x="117" y="581"/>
                    </a:cubicBezTo>
                    <a:cubicBezTo>
                      <a:pt x="125" y="531"/>
                      <a:pt x="142" y="481"/>
                      <a:pt x="142" y="432"/>
                    </a:cubicBezTo>
                    <a:cubicBezTo>
                      <a:pt x="150" y="382"/>
                      <a:pt x="150" y="341"/>
                      <a:pt x="150" y="291"/>
                    </a:cubicBezTo>
                    <a:cubicBezTo>
                      <a:pt x="150" y="241"/>
                      <a:pt x="142" y="183"/>
                      <a:pt x="142" y="134"/>
                    </a:cubicBezTo>
                    <a:cubicBezTo>
                      <a:pt x="133" y="109"/>
                      <a:pt x="125" y="84"/>
                      <a:pt x="125" y="59"/>
                    </a:cubicBezTo>
                    <a:cubicBezTo>
                      <a:pt x="117" y="34"/>
                      <a:pt x="100" y="1"/>
                      <a:pt x="67" y="1"/>
                    </a:cubicBezTo>
                    <a:cubicBezTo>
                      <a:pt x="64" y="1"/>
                      <a:pt x="61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9" name="Google Shape;3109;p5"/>
              <p:cNvSpPr/>
              <p:nvPr/>
            </p:nvSpPr>
            <p:spPr>
              <a:xfrm>
                <a:off x="3038400" y="4420250"/>
                <a:ext cx="4575" cy="10725"/>
              </a:xfrm>
              <a:custGeom>
                <a:rect b="b" l="l" r="r" t="t"/>
                <a:pathLst>
                  <a:path extrusionOk="0" h="429" w="183">
                    <a:moveTo>
                      <a:pt x="109" y="1"/>
                    </a:moveTo>
                    <a:cubicBezTo>
                      <a:pt x="95" y="1"/>
                      <a:pt x="81" y="6"/>
                      <a:pt x="75" y="12"/>
                    </a:cubicBezTo>
                    <a:cubicBezTo>
                      <a:pt x="67" y="37"/>
                      <a:pt x="59" y="54"/>
                      <a:pt x="59" y="79"/>
                    </a:cubicBezTo>
                    <a:cubicBezTo>
                      <a:pt x="59" y="87"/>
                      <a:pt x="59" y="103"/>
                      <a:pt x="59" y="112"/>
                    </a:cubicBezTo>
                    <a:lnTo>
                      <a:pt x="59" y="128"/>
                    </a:lnTo>
                    <a:lnTo>
                      <a:pt x="59" y="153"/>
                    </a:lnTo>
                    <a:cubicBezTo>
                      <a:pt x="59" y="161"/>
                      <a:pt x="59" y="178"/>
                      <a:pt x="59" y="195"/>
                    </a:cubicBezTo>
                    <a:cubicBezTo>
                      <a:pt x="59" y="203"/>
                      <a:pt x="50" y="219"/>
                      <a:pt x="50" y="236"/>
                    </a:cubicBezTo>
                    <a:cubicBezTo>
                      <a:pt x="50" y="236"/>
                      <a:pt x="50" y="244"/>
                      <a:pt x="50" y="253"/>
                    </a:cubicBezTo>
                    <a:lnTo>
                      <a:pt x="42" y="269"/>
                    </a:lnTo>
                    <a:cubicBezTo>
                      <a:pt x="34" y="294"/>
                      <a:pt x="25" y="319"/>
                      <a:pt x="17" y="344"/>
                    </a:cubicBezTo>
                    <a:cubicBezTo>
                      <a:pt x="1" y="377"/>
                      <a:pt x="17" y="410"/>
                      <a:pt x="42" y="426"/>
                    </a:cubicBezTo>
                    <a:cubicBezTo>
                      <a:pt x="48" y="428"/>
                      <a:pt x="54" y="429"/>
                      <a:pt x="59" y="429"/>
                    </a:cubicBezTo>
                    <a:cubicBezTo>
                      <a:pt x="86" y="429"/>
                      <a:pt x="111" y="414"/>
                      <a:pt x="125" y="393"/>
                    </a:cubicBezTo>
                    <a:cubicBezTo>
                      <a:pt x="150" y="335"/>
                      <a:pt x="175" y="269"/>
                      <a:pt x="175" y="203"/>
                    </a:cubicBezTo>
                    <a:cubicBezTo>
                      <a:pt x="183" y="170"/>
                      <a:pt x="183" y="137"/>
                      <a:pt x="175" y="103"/>
                    </a:cubicBezTo>
                    <a:cubicBezTo>
                      <a:pt x="175" y="87"/>
                      <a:pt x="175" y="79"/>
                      <a:pt x="166" y="62"/>
                    </a:cubicBezTo>
                    <a:cubicBezTo>
                      <a:pt x="166" y="29"/>
                      <a:pt x="150" y="12"/>
                      <a:pt x="125" y="4"/>
                    </a:cubicBezTo>
                    <a:cubicBezTo>
                      <a:pt x="120" y="2"/>
                      <a:pt x="114" y="1"/>
                      <a:pt x="1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0" name="Google Shape;3110;p5"/>
              <p:cNvSpPr/>
              <p:nvPr/>
            </p:nvSpPr>
            <p:spPr>
              <a:xfrm>
                <a:off x="3052700" y="4401775"/>
                <a:ext cx="3750" cy="15750"/>
              </a:xfrm>
              <a:custGeom>
                <a:rect b="b" l="l" r="r" t="t"/>
                <a:pathLst>
                  <a:path extrusionOk="0" h="630" w="150">
                    <a:moveTo>
                      <a:pt x="73" y="0"/>
                    </a:moveTo>
                    <a:cubicBezTo>
                      <a:pt x="58" y="0"/>
                      <a:pt x="46" y="7"/>
                      <a:pt x="42" y="22"/>
                    </a:cubicBezTo>
                    <a:cubicBezTo>
                      <a:pt x="25" y="72"/>
                      <a:pt x="33" y="122"/>
                      <a:pt x="25" y="163"/>
                    </a:cubicBezTo>
                    <a:cubicBezTo>
                      <a:pt x="25" y="213"/>
                      <a:pt x="33" y="254"/>
                      <a:pt x="25" y="304"/>
                    </a:cubicBezTo>
                    <a:cubicBezTo>
                      <a:pt x="25" y="395"/>
                      <a:pt x="17" y="486"/>
                      <a:pt x="9" y="577"/>
                    </a:cubicBezTo>
                    <a:cubicBezTo>
                      <a:pt x="0" y="602"/>
                      <a:pt x="17" y="627"/>
                      <a:pt x="42" y="627"/>
                    </a:cubicBezTo>
                    <a:cubicBezTo>
                      <a:pt x="46" y="628"/>
                      <a:pt x="50" y="629"/>
                      <a:pt x="55" y="629"/>
                    </a:cubicBezTo>
                    <a:cubicBezTo>
                      <a:pt x="75" y="629"/>
                      <a:pt x="91" y="614"/>
                      <a:pt x="91" y="594"/>
                    </a:cubicBezTo>
                    <a:cubicBezTo>
                      <a:pt x="116" y="503"/>
                      <a:pt x="133" y="403"/>
                      <a:pt x="141" y="312"/>
                    </a:cubicBezTo>
                    <a:cubicBezTo>
                      <a:pt x="141" y="262"/>
                      <a:pt x="149" y="213"/>
                      <a:pt x="141" y="163"/>
                    </a:cubicBezTo>
                    <a:cubicBezTo>
                      <a:pt x="133" y="113"/>
                      <a:pt x="133" y="64"/>
                      <a:pt x="116" y="22"/>
                    </a:cubicBezTo>
                    <a:cubicBezTo>
                      <a:pt x="107" y="9"/>
                      <a:pt x="89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1" name="Google Shape;3111;p5"/>
              <p:cNvSpPr/>
              <p:nvPr/>
            </p:nvSpPr>
            <p:spPr>
              <a:xfrm>
                <a:off x="2985175" y="4322975"/>
                <a:ext cx="3550" cy="7500"/>
              </a:xfrm>
              <a:custGeom>
                <a:rect b="b" l="l" r="r" t="t"/>
                <a:pathLst>
                  <a:path extrusionOk="0" h="300" w="142">
                    <a:moveTo>
                      <a:pt x="108" y="1"/>
                    </a:moveTo>
                    <a:cubicBezTo>
                      <a:pt x="83" y="1"/>
                      <a:pt x="66" y="17"/>
                      <a:pt x="66" y="34"/>
                    </a:cubicBezTo>
                    <a:cubicBezTo>
                      <a:pt x="58" y="84"/>
                      <a:pt x="50" y="108"/>
                      <a:pt x="33" y="150"/>
                    </a:cubicBezTo>
                    <a:cubicBezTo>
                      <a:pt x="33" y="166"/>
                      <a:pt x="25" y="183"/>
                      <a:pt x="17" y="200"/>
                    </a:cubicBezTo>
                    <a:cubicBezTo>
                      <a:pt x="8" y="224"/>
                      <a:pt x="8" y="249"/>
                      <a:pt x="0" y="266"/>
                    </a:cubicBezTo>
                    <a:cubicBezTo>
                      <a:pt x="0" y="274"/>
                      <a:pt x="8" y="291"/>
                      <a:pt x="17" y="299"/>
                    </a:cubicBezTo>
                    <a:cubicBezTo>
                      <a:pt x="25" y="299"/>
                      <a:pt x="42" y="299"/>
                      <a:pt x="50" y="291"/>
                    </a:cubicBezTo>
                    <a:cubicBezTo>
                      <a:pt x="66" y="274"/>
                      <a:pt x="75" y="249"/>
                      <a:pt x="83" y="233"/>
                    </a:cubicBezTo>
                    <a:cubicBezTo>
                      <a:pt x="91" y="216"/>
                      <a:pt x="100" y="191"/>
                      <a:pt x="108" y="175"/>
                    </a:cubicBezTo>
                    <a:cubicBezTo>
                      <a:pt x="124" y="133"/>
                      <a:pt x="133" y="92"/>
                      <a:pt x="141" y="50"/>
                    </a:cubicBezTo>
                    <a:cubicBezTo>
                      <a:pt x="141" y="26"/>
                      <a:pt x="124" y="9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2" name="Google Shape;3112;p5"/>
              <p:cNvSpPr/>
              <p:nvPr/>
            </p:nvSpPr>
            <p:spPr>
              <a:xfrm>
                <a:off x="2986825" y="4305750"/>
                <a:ext cx="3125" cy="10875"/>
              </a:xfrm>
              <a:custGeom>
                <a:rect b="b" l="l" r="r" t="t"/>
                <a:pathLst>
                  <a:path extrusionOk="0" h="435" w="125">
                    <a:moveTo>
                      <a:pt x="71" y="0"/>
                    </a:moveTo>
                    <a:cubicBezTo>
                      <a:pt x="46" y="0"/>
                      <a:pt x="32" y="22"/>
                      <a:pt x="25" y="43"/>
                    </a:cubicBezTo>
                    <a:cubicBezTo>
                      <a:pt x="9" y="101"/>
                      <a:pt x="0" y="168"/>
                      <a:pt x="0" y="226"/>
                    </a:cubicBezTo>
                    <a:cubicBezTo>
                      <a:pt x="0" y="259"/>
                      <a:pt x="9" y="292"/>
                      <a:pt x="17" y="325"/>
                    </a:cubicBezTo>
                    <a:cubicBezTo>
                      <a:pt x="17" y="342"/>
                      <a:pt x="17" y="358"/>
                      <a:pt x="25" y="367"/>
                    </a:cubicBezTo>
                    <a:cubicBezTo>
                      <a:pt x="34" y="383"/>
                      <a:pt x="42" y="400"/>
                      <a:pt x="42" y="416"/>
                    </a:cubicBezTo>
                    <a:cubicBezTo>
                      <a:pt x="50" y="428"/>
                      <a:pt x="63" y="434"/>
                      <a:pt x="74" y="434"/>
                    </a:cubicBezTo>
                    <a:cubicBezTo>
                      <a:pt x="88" y="434"/>
                      <a:pt x="100" y="426"/>
                      <a:pt x="100" y="408"/>
                    </a:cubicBezTo>
                    <a:cubicBezTo>
                      <a:pt x="100" y="391"/>
                      <a:pt x="108" y="375"/>
                      <a:pt x="108" y="367"/>
                    </a:cubicBezTo>
                    <a:cubicBezTo>
                      <a:pt x="108" y="350"/>
                      <a:pt x="108" y="325"/>
                      <a:pt x="108" y="309"/>
                    </a:cubicBezTo>
                    <a:cubicBezTo>
                      <a:pt x="108" y="284"/>
                      <a:pt x="108" y="259"/>
                      <a:pt x="108" y="226"/>
                    </a:cubicBezTo>
                    <a:cubicBezTo>
                      <a:pt x="108" y="168"/>
                      <a:pt x="116" y="110"/>
                      <a:pt x="125" y="52"/>
                    </a:cubicBezTo>
                    <a:cubicBezTo>
                      <a:pt x="125" y="27"/>
                      <a:pt x="108" y="2"/>
                      <a:pt x="83" y="2"/>
                    </a:cubicBezTo>
                    <a:cubicBezTo>
                      <a:pt x="79" y="1"/>
                      <a:pt x="75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3" name="Google Shape;3113;p5"/>
              <p:cNvSpPr/>
              <p:nvPr/>
            </p:nvSpPr>
            <p:spPr>
              <a:xfrm>
                <a:off x="3064500" y="4260525"/>
                <a:ext cx="3350" cy="15325"/>
              </a:xfrm>
              <a:custGeom>
                <a:rect b="b" l="l" r="r" t="t"/>
                <a:pathLst>
                  <a:path extrusionOk="0" h="613" w="134">
                    <a:moveTo>
                      <a:pt x="85" y="0"/>
                    </a:moveTo>
                    <a:cubicBezTo>
                      <a:pt x="71" y="0"/>
                      <a:pt x="58" y="7"/>
                      <a:pt x="50" y="21"/>
                    </a:cubicBezTo>
                    <a:cubicBezTo>
                      <a:pt x="42" y="63"/>
                      <a:pt x="34" y="104"/>
                      <a:pt x="25" y="154"/>
                    </a:cubicBezTo>
                    <a:cubicBezTo>
                      <a:pt x="17" y="195"/>
                      <a:pt x="17" y="245"/>
                      <a:pt x="17" y="295"/>
                    </a:cubicBezTo>
                    <a:cubicBezTo>
                      <a:pt x="9" y="386"/>
                      <a:pt x="9" y="485"/>
                      <a:pt x="1" y="577"/>
                    </a:cubicBezTo>
                    <a:cubicBezTo>
                      <a:pt x="1" y="599"/>
                      <a:pt x="18" y="612"/>
                      <a:pt x="35" y="612"/>
                    </a:cubicBezTo>
                    <a:cubicBezTo>
                      <a:pt x="49" y="612"/>
                      <a:pt x="63" y="603"/>
                      <a:pt x="67" y="585"/>
                    </a:cubicBezTo>
                    <a:cubicBezTo>
                      <a:pt x="83" y="494"/>
                      <a:pt x="92" y="394"/>
                      <a:pt x="108" y="303"/>
                    </a:cubicBezTo>
                    <a:cubicBezTo>
                      <a:pt x="117" y="212"/>
                      <a:pt x="133" y="121"/>
                      <a:pt x="125" y="30"/>
                    </a:cubicBezTo>
                    <a:cubicBezTo>
                      <a:pt x="120" y="11"/>
                      <a:pt x="102" y="0"/>
                      <a:pt x="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4" name="Google Shape;3114;p5"/>
              <p:cNvSpPr/>
              <p:nvPr/>
            </p:nvSpPr>
            <p:spPr>
              <a:xfrm>
                <a:off x="2948100" y="4441100"/>
                <a:ext cx="5200" cy="20100"/>
              </a:xfrm>
              <a:custGeom>
                <a:rect b="b" l="l" r="r" t="t"/>
                <a:pathLst>
                  <a:path extrusionOk="0" h="804" w="208">
                    <a:moveTo>
                      <a:pt x="132" y="0"/>
                    </a:moveTo>
                    <a:cubicBezTo>
                      <a:pt x="111" y="0"/>
                      <a:pt x="90" y="8"/>
                      <a:pt x="75" y="23"/>
                    </a:cubicBezTo>
                    <a:cubicBezTo>
                      <a:pt x="42" y="73"/>
                      <a:pt x="42" y="156"/>
                      <a:pt x="33" y="206"/>
                    </a:cubicBezTo>
                    <a:cubicBezTo>
                      <a:pt x="25" y="272"/>
                      <a:pt x="17" y="338"/>
                      <a:pt x="8" y="396"/>
                    </a:cubicBezTo>
                    <a:cubicBezTo>
                      <a:pt x="0" y="520"/>
                      <a:pt x="8" y="645"/>
                      <a:pt x="17" y="769"/>
                    </a:cubicBezTo>
                    <a:cubicBezTo>
                      <a:pt x="17" y="793"/>
                      <a:pt x="32" y="803"/>
                      <a:pt x="48" y="803"/>
                    </a:cubicBezTo>
                    <a:cubicBezTo>
                      <a:pt x="67" y="803"/>
                      <a:pt x="87" y="791"/>
                      <a:pt x="91" y="769"/>
                    </a:cubicBezTo>
                    <a:cubicBezTo>
                      <a:pt x="100" y="653"/>
                      <a:pt x="124" y="529"/>
                      <a:pt x="141" y="404"/>
                    </a:cubicBezTo>
                    <a:cubicBezTo>
                      <a:pt x="149" y="346"/>
                      <a:pt x="166" y="288"/>
                      <a:pt x="174" y="230"/>
                    </a:cubicBezTo>
                    <a:cubicBezTo>
                      <a:pt x="182" y="164"/>
                      <a:pt x="207" y="98"/>
                      <a:pt x="191" y="40"/>
                    </a:cubicBezTo>
                    <a:cubicBezTo>
                      <a:pt x="182" y="13"/>
                      <a:pt x="157" y="0"/>
                      <a:pt x="1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5" name="Google Shape;3115;p5"/>
              <p:cNvSpPr/>
              <p:nvPr/>
            </p:nvSpPr>
            <p:spPr>
              <a:xfrm>
                <a:off x="2954100" y="4447550"/>
                <a:ext cx="2925" cy="10100"/>
              </a:xfrm>
              <a:custGeom>
                <a:rect b="b" l="l" r="r" t="t"/>
                <a:pathLst>
                  <a:path extrusionOk="0" h="404" w="117">
                    <a:moveTo>
                      <a:pt x="88" y="0"/>
                    </a:moveTo>
                    <a:cubicBezTo>
                      <a:pt x="75" y="0"/>
                      <a:pt x="62" y="7"/>
                      <a:pt x="58" y="22"/>
                    </a:cubicBezTo>
                    <a:cubicBezTo>
                      <a:pt x="42" y="72"/>
                      <a:pt x="25" y="130"/>
                      <a:pt x="25" y="188"/>
                    </a:cubicBezTo>
                    <a:cubicBezTo>
                      <a:pt x="17" y="238"/>
                      <a:pt x="9" y="296"/>
                      <a:pt x="0" y="354"/>
                    </a:cubicBezTo>
                    <a:cubicBezTo>
                      <a:pt x="0" y="378"/>
                      <a:pt x="17" y="403"/>
                      <a:pt x="42" y="403"/>
                    </a:cubicBezTo>
                    <a:cubicBezTo>
                      <a:pt x="67" y="403"/>
                      <a:pt x="91" y="387"/>
                      <a:pt x="91" y="362"/>
                    </a:cubicBezTo>
                    <a:cubicBezTo>
                      <a:pt x="100" y="304"/>
                      <a:pt x="108" y="254"/>
                      <a:pt x="116" y="196"/>
                    </a:cubicBezTo>
                    <a:cubicBezTo>
                      <a:pt x="116" y="138"/>
                      <a:pt x="116" y="80"/>
                      <a:pt x="116" y="22"/>
                    </a:cubicBezTo>
                    <a:cubicBezTo>
                      <a:pt x="116" y="9"/>
                      <a:pt x="102" y="0"/>
                      <a:pt x="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6" name="Google Shape;3116;p5"/>
              <p:cNvSpPr/>
              <p:nvPr/>
            </p:nvSpPr>
            <p:spPr>
              <a:xfrm>
                <a:off x="2962900" y="4509800"/>
                <a:ext cx="3450" cy="23925"/>
              </a:xfrm>
              <a:custGeom>
                <a:rect b="b" l="l" r="r" t="t"/>
                <a:pathLst>
                  <a:path extrusionOk="0" h="957" w="138">
                    <a:moveTo>
                      <a:pt x="70" y="1"/>
                    </a:moveTo>
                    <a:cubicBezTo>
                      <a:pt x="59" y="1"/>
                      <a:pt x="46" y="8"/>
                      <a:pt x="46" y="18"/>
                    </a:cubicBezTo>
                    <a:cubicBezTo>
                      <a:pt x="21" y="167"/>
                      <a:pt x="38" y="316"/>
                      <a:pt x="38" y="465"/>
                    </a:cubicBezTo>
                    <a:cubicBezTo>
                      <a:pt x="29" y="614"/>
                      <a:pt x="21" y="772"/>
                      <a:pt x="5" y="921"/>
                    </a:cubicBezTo>
                    <a:cubicBezTo>
                      <a:pt x="0" y="944"/>
                      <a:pt x="18" y="956"/>
                      <a:pt x="37" y="956"/>
                    </a:cubicBezTo>
                    <a:cubicBezTo>
                      <a:pt x="52" y="956"/>
                      <a:pt x="67" y="948"/>
                      <a:pt x="71" y="929"/>
                    </a:cubicBezTo>
                    <a:cubicBezTo>
                      <a:pt x="104" y="772"/>
                      <a:pt x="129" y="623"/>
                      <a:pt x="137" y="465"/>
                    </a:cubicBezTo>
                    <a:cubicBezTo>
                      <a:pt x="137" y="308"/>
                      <a:pt x="137" y="159"/>
                      <a:pt x="87" y="10"/>
                    </a:cubicBezTo>
                    <a:cubicBezTo>
                      <a:pt x="84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7" name="Google Shape;3117;p5"/>
              <p:cNvSpPr/>
              <p:nvPr/>
            </p:nvSpPr>
            <p:spPr>
              <a:xfrm>
                <a:off x="2967975" y="4508450"/>
                <a:ext cx="3350" cy="16700"/>
              </a:xfrm>
              <a:custGeom>
                <a:rect b="b" l="l" r="r" t="t"/>
                <a:pathLst>
                  <a:path extrusionOk="0" h="668" w="134">
                    <a:moveTo>
                      <a:pt x="102" y="0"/>
                    </a:moveTo>
                    <a:cubicBezTo>
                      <a:pt x="88" y="0"/>
                      <a:pt x="71" y="9"/>
                      <a:pt x="67" y="22"/>
                    </a:cubicBezTo>
                    <a:cubicBezTo>
                      <a:pt x="25" y="221"/>
                      <a:pt x="17" y="420"/>
                      <a:pt x="0" y="619"/>
                    </a:cubicBezTo>
                    <a:cubicBezTo>
                      <a:pt x="0" y="651"/>
                      <a:pt x="24" y="668"/>
                      <a:pt x="46" y="668"/>
                    </a:cubicBezTo>
                    <a:cubicBezTo>
                      <a:pt x="63" y="668"/>
                      <a:pt x="80" y="657"/>
                      <a:pt x="83" y="635"/>
                    </a:cubicBezTo>
                    <a:cubicBezTo>
                      <a:pt x="100" y="428"/>
                      <a:pt x="133" y="229"/>
                      <a:pt x="125" y="22"/>
                    </a:cubicBezTo>
                    <a:cubicBezTo>
                      <a:pt x="125" y="7"/>
                      <a:pt x="114" y="0"/>
                      <a:pt x="1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8" name="Google Shape;3118;p5"/>
              <p:cNvSpPr/>
              <p:nvPr/>
            </p:nvSpPr>
            <p:spPr>
              <a:xfrm>
                <a:off x="2987350" y="4503875"/>
                <a:ext cx="19800" cy="40775"/>
              </a:xfrm>
              <a:custGeom>
                <a:rect b="b" l="l" r="r" t="t"/>
                <a:pathLst>
                  <a:path extrusionOk="0" h="1631" w="792">
                    <a:moveTo>
                      <a:pt x="608" y="1"/>
                    </a:moveTo>
                    <a:cubicBezTo>
                      <a:pt x="579" y="1"/>
                      <a:pt x="552" y="28"/>
                      <a:pt x="568" y="64"/>
                    </a:cubicBezTo>
                    <a:cubicBezTo>
                      <a:pt x="601" y="197"/>
                      <a:pt x="559" y="338"/>
                      <a:pt x="518" y="462"/>
                    </a:cubicBezTo>
                    <a:cubicBezTo>
                      <a:pt x="468" y="586"/>
                      <a:pt x="410" y="702"/>
                      <a:pt x="361" y="827"/>
                    </a:cubicBezTo>
                    <a:cubicBezTo>
                      <a:pt x="245" y="1067"/>
                      <a:pt x="95" y="1299"/>
                      <a:pt x="13" y="1556"/>
                    </a:cubicBezTo>
                    <a:cubicBezTo>
                      <a:pt x="1" y="1597"/>
                      <a:pt x="36" y="1630"/>
                      <a:pt x="72" y="1630"/>
                    </a:cubicBezTo>
                    <a:cubicBezTo>
                      <a:pt x="86" y="1630"/>
                      <a:pt x="100" y="1625"/>
                      <a:pt x="112" y="1614"/>
                    </a:cubicBezTo>
                    <a:cubicBezTo>
                      <a:pt x="303" y="1390"/>
                      <a:pt x="427" y="1100"/>
                      <a:pt x="551" y="835"/>
                    </a:cubicBezTo>
                    <a:cubicBezTo>
                      <a:pt x="659" y="578"/>
                      <a:pt x="791" y="296"/>
                      <a:pt x="659" y="31"/>
                    </a:cubicBezTo>
                    <a:lnTo>
                      <a:pt x="651" y="31"/>
                    </a:lnTo>
                    <a:cubicBezTo>
                      <a:pt x="641" y="10"/>
                      <a:pt x="625" y="1"/>
                      <a:pt x="6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9" name="Google Shape;3119;p5"/>
              <p:cNvSpPr/>
              <p:nvPr/>
            </p:nvSpPr>
            <p:spPr>
              <a:xfrm>
                <a:off x="2974600" y="4538025"/>
                <a:ext cx="6150" cy="19500"/>
              </a:xfrm>
              <a:custGeom>
                <a:rect b="b" l="l" r="r" t="t"/>
                <a:pathLst>
                  <a:path extrusionOk="0" h="780" w="246">
                    <a:moveTo>
                      <a:pt x="200" y="1"/>
                    </a:moveTo>
                    <a:cubicBezTo>
                      <a:pt x="179" y="1"/>
                      <a:pt x="157" y="14"/>
                      <a:pt x="150" y="41"/>
                    </a:cubicBezTo>
                    <a:cubicBezTo>
                      <a:pt x="125" y="157"/>
                      <a:pt x="92" y="273"/>
                      <a:pt x="67" y="397"/>
                    </a:cubicBezTo>
                    <a:cubicBezTo>
                      <a:pt x="50" y="455"/>
                      <a:pt x="42" y="513"/>
                      <a:pt x="25" y="571"/>
                    </a:cubicBezTo>
                    <a:cubicBezTo>
                      <a:pt x="17" y="629"/>
                      <a:pt x="1" y="687"/>
                      <a:pt x="9" y="753"/>
                    </a:cubicBezTo>
                    <a:cubicBezTo>
                      <a:pt x="9" y="771"/>
                      <a:pt x="23" y="779"/>
                      <a:pt x="39" y="779"/>
                    </a:cubicBezTo>
                    <a:cubicBezTo>
                      <a:pt x="53" y="779"/>
                      <a:pt x="67" y="773"/>
                      <a:pt x="75" y="761"/>
                    </a:cubicBezTo>
                    <a:cubicBezTo>
                      <a:pt x="100" y="703"/>
                      <a:pt x="117" y="645"/>
                      <a:pt x="125" y="587"/>
                    </a:cubicBezTo>
                    <a:cubicBezTo>
                      <a:pt x="141" y="529"/>
                      <a:pt x="150" y="463"/>
                      <a:pt x="166" y="405"/>
                    </a:cubicBezTo>
                    <a:cubicBezTo>
                      <a:pt x="191" y="289"/>
                      <a:pt x="216" y="173"/>
                      <a:pt x="241" y="49"/>
                    </a:cubicBezTo>
                    <a:cubicBezTo>
                      <a:pt x="245" y="18"/>
                      <a:pt x="224" y="1"/>
                      <a:pt x="2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0" name="Google Shape;3120;p5"/>
              <p:cNvSpPr/>
              <p:nvPr/>
            </p:nvSpPr>
            <p:spPr>
              <a:xfrm>
                <a:off x="2805375" y="4479675"/>
                <a:ext cx="11175" cy="41650"/>
              </a:xfrm>
              <a:custGeom>
                <a:rect b="b" l="l" r="r" t="t"/>
                <a:pathLst>
                  <a:path extrusionOk="0" h="1666" w="447">
                    <a:moveTo>
                      <a:pt x="396" y="0"/>
                    </a:moveTo>
                    <a:cubicBezTo>
                      <a:pt x="391" y="0"/>
                      <a:pt x="386" y="2"/>
                      <a:pt x="382" y="5"/>
                    </a:cubicBezTo>
                    <a:cubicBezTo>
                      <a:pt x="266" y="63"/>
                      <a:pt x="199" y="204"/>
                      <a:pt x="141" y="311"/>
                    </a:cubicBezTo>
                    <a:cubicBezTo>
                      <a:pt x="83" y="444"/>
                      <a:pt x="50" y="593"/>
                      <a:pt x="25" y="734"/>
                    </a:cubicBezTo>
                    <a:cubicBezTo>
                      <a:pt x="0" y="891"/>
                      <a:pt x="0" y="1049"/>
                      <a:pt x="9" y="1215"/>
                    </a:cubicBezTo>
                    <a:cubicBezTo>
                      <a:pt x="17" y="1347"/>
                      <a:pt x="34" y="1554"/>
                      <a:pt x="141" y="1654"/>
                    </a:cubicBezTo>
                    <a:cubicBezTo>
                      <a:pt x="150" y="1662"/>
                      <a:pt x="160" y="1666"/>
                      <a:pt x="169" y="1666"/>
                    </a:cubicBezTo>
                    <a:cubicBezTo>
                      <a:pt x="187" y="1666"/>
                      <a:pt x="205" y="1653"/>
                      <a:pt x="216" y="1637"/>
                    </a:cubicBezTo>
                    <a:cubicBezTo>
                      <a:pt x="241" y="1579"/>
                      <a:pt x="241" y="1496"/>
                      <a:pt x="232" y="1430"/>
                    </a:cubicBezTo>
                    <a:cubicBezTo>
                      <a:pt x="232" y="1355"/>
                      <a:pt x="224" y="1281"/>
                      <a:pt x="216" y="1198"/>
                    </a:cubicBezTo>
                    <a:cubicBezTo>
                      <a:pt x="208" y="1057"/>
                      <a:pt x="199" y="916"/>
                      <a:pt x="216" y="767"/>
                    </a:cubicBezTo>
                    <a:cubicBezTo>
                      <a:pt x="232" y="643"/>
                      <a:pt x="266" y="527"/>
                      <a:pt x="299" y="403"/>
                    </a:cubicBezTo>
                    <a:cubicBezTo>
                      <a:pt x="324" y="345"/>
                      <a:pt x="348" y="278"/>
                      <a:pt x="373" y="220"/>
                    </a:cubicBezTo>
                    <a:cubicBezTo>
                      <a:pt x="398" y="171"/>
                      <a:pt x="431" y="113"/>
                      <a:pt x="440" y="55"/>
                    </a:cubicBezTo>
                    <a:cubicBezTo>
                      <a:pt x="446" y="28"/>
                      <a:pt x="420" y="0"/>
                      <a:pt x="3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1" name="Google Shape;3121;p5"/>
              <p:cNvSpPr/>
              <p:nvPr/>
            </p:nvSpPr>
            <p:spPr>
              <a:xfrm>
                <a:off x="2812825" y="4499850"/>
                <a:ext cx="3750" cy="20675"/>
              </a:xfrm>
              <a:custGeom>
                <a:rect b="b" l="l" r="r" t="t"/>
                <a:pathLst>
                  <a:path extrusionOk="0" h="827" w="150">
                    <a:moveTo>
                      <a:pt x="59" y="1"/>
                    </a:moveTo>
                    <a:cubicBezTo>
                      <a:pt x="35" y="1"/>
                      <a:pt x="13" y="14"/>
                      <a:pt x="9" y="43"/>
                    </a:cubicBezTo>
                    <a:cubicBezTo>
                      <a:pt x="1" y="176"/>
                      <a:pt x="1" y="308"/>
                      <a:pt x="1" y="432"/>
                    </a:cubicBezTo>
                    <a:cubicBezTo>
                      <a:pt x="9" y="499"/>
                      <a:pt x="17" y="557"/>
                      <a:pt x="26" y="615"/>
                    </a:cubicBezTo>
                    <a:cubicBezTo>
                      <a:pt x="34" y="681"/>
                      <a:pt x="42" y="747"/>
                      <a:pt x="75" y="805"/>
                    </a:cubicBezTo>
                    <a:cubicBezTo>
                      <a:pt x="82" y="820"/>
                      <a:pt x="95" y="826"/>
                      <a:pt x="106" y="826"/>
                    </a:cubicBezTo>
                    <a:cubicBezTo>
                      <a:pt x="122" y="826"/>
                      <a:pt x="137" y="816"/>
                      <a:pt x="142" y="797"/>
                    </a:cubicBezTo>
                    <a:cubicBezTo>
                      <a:pt x="150" y="739"/>
                      <a:pt x="142" y="681"/>
                      <a:pt x="142" y="615"/>
                    </a:cubicBezTo>
                    <a:cubicBezTo>
                      <a:pt x="133" y="557"/>
                      <a:pt x="133" y="490"/>
                      <a:pt x="125" y="432"/>
                    </a:cubicBezTo>
                    <a:cubicBezTo>
                      <a:pt x="117" y="308"/>
                      <a:pt x="117" y="184"/>
                      <a:pt x="117" y="60"/>
                    </a:cubicBezTo>
                    <a:cubicBezTo>
                      <a:pt x="121" y="22"/>
                      <a:pt x="89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2" name="Google Shape;3122;p5"/>
              <p:cNvSpPr/>
              <p:nvPr/>
            </p:nvSpPr>
            <p:spPr>
              <a:xfrm>
                <a:off x="2897950" y="4492075"/>
                <a:ext cx="8325" cy="42275"/>
              </a:xfrm>
              <a:custGeom>
                <a:rect b="b" l="l" r="r" t="t"/>
                <a:pathLst>
                  <a:path extrusionOk="0" h="1691" w="333">
                    <a:moveTo>
                      <a:pt x="243" y="1"/>
                    </a:moveTo>
                    <a:cubicBezTo>
                      <a:pt x="232" y="1"/>
                      <a:pt x="221" y="5"/>
                      <a:pt x="216" y="14"/>
                    </a:cubicBezTo>
                    <a:cubicBezTo>
                      <a:pt x="167" y="81"/>
                      <a:pt x="192" y="197"/>
                      <a:pt x="192" y="271"/>
                    </a:cubicBezTo>
                    <a:cubicBezTo>
                      <a:pt x="192" y="346"/>
                      <a:pt x="192" y="429"/>
                      <a:pt x="183" y="503"/>
                    </a:cubicBezTo>
                    <a:cubicBezTo>
                      <a:pt x="175" y="487"/>
                      <a:pt x="175" y="462"/>
                      <a:pt x="158" y="445"/>
                    </a:cubicBezTo>
                    <a:cubicBezTo>
                      <a:pt x="154" y="433"/>
                      <a:pt x="144" y="426"/>
                      <a:pt x="133" y="426"/>
                    </a:cubicBezTo>
                    <a:cubicBezTo>
                      <a:pt x="121" y="426"/>
                      <a:pt x="109" y="433"/>
                      <a:pt x="100" y="445"/>
                    </a:cubicBezTo>
                    <a:cubicBezTo>
                      <a:pt x="84" y="487"/>
                      <a:pt x="84" y="536"/>
                      <a:pt x="84" y="586"/>
                    </a:cubicBezTo>
                    <a:cubicBezTo>
                      <a:pt x="76" y="636"/>
                      <a:pt x="76" y="685"/>
                      <a:pt x="76" y="743"/>
                    </a:cubicBezTo>
                    <a:cubicBezTo>
                      <a:pt x="76" y="843"/>
                      <a:pt x="67" y="942"/>
                      <a:pt x="59" y="1042"/>
                    </a:cubicBezTo>
                    <a:cubicBezTo>
                      <a:pt x="42" y="1249"/>
                      <a:pt x="34" y="1456"/>
                      <a:pt x="1" y="1655"/>
                    </a:cubicBezTo>
                    <a:cubicBezTo>
                      <a:pt x="1" y="1678"/>
                      <a:pt x="19" y="1690"/>
                      <a:pt x="36" y="1690"/>
                    </a:cubicBezTo>
                    <a:cubicBezTo>
                      <a:pt x="50" y="1690"/>
                      <a:pt x="64" y="1682"/>
                      <a:pt x="67" y="1663"/>
                    </a:cubicBezTo>
                    <a:cubicBezTo>
                      <a:pt x="109" y="1497"/>
                      <a:pt x="142" y="1332"/>
                      <a:pt x="167" y="1166"/>
                    </a:cubicBezTo>
                    <a:cubicBezTo>
                      <a:pt x="183" y="1166"/>
                      <a:pt x="208" y="1158"/>
                      <a:pt x="216" y="1133"/>
                    </a:cubicBezTo>
                    <a:cubicBezTo>
                      <a:pt x="250" y="934"/>
                      <a:pt x="283" y="743"/>
                      <a:pt x="308" y="545"/>
                    </a:cubicBezTo>
                    <a:cubicBezTo>
                      <a:pt x="316" y="445"/>
                      <a:pt x="324" y="354"/>
                      <a:pt x="324" y="255"/>
                    </a:cubicBezTo>
                    <a:cubicBezTo>
                      <a:pt x="324" y="180"/>
                      <a:pt x="332" y="56"/>
                      <a:pt x="266" y="6"/>
                    </a:cubicBezTo>
                    <a:cubicBezTo>
                      <a:pt x="259" y="3"/>
                      <a:pt x="251" y="1"/>
                      <a:pt x="2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3" name="Google Shape;3123;p5"/>
              <p:cNvSpPr/>
              <p:nvPr/>
            </p:nvSpPr>
            <p:spPr>
              <a:xfrm>
                <a:off x="2900450" y="4467900"/>
                <a:ext cx="3325" cy="12125"/>
              </a:xfrm>
              <a:custGeom>
                <a:rect b="b" l="l" r="r" t="t"/>
                <a:pathLst>
                  <a:path extrusionOk="0" h="485" w="133">
                    <a:moveTo>
                      <a:pt x="52" y="0"/>
                    </a:moveTo>
                    <a:cubicBezTo>
                      <a:pt x="41" y="0"/>
                      <a:pt x="31" y="6"/>
                      <a:pt x="25" y="12"/>
                    </a:cubicBezTo>
                    <a:cubicBezTo>
                      <a:pt x="0" y="37"/>
                      <a:pt x="0" y="86"/>
                      <a:pt x="0" y="120"/>
                    </a:cubicBezTo>
                    <a:cubicBezTo>
                      <a:pt x="0" y="153"/>
                      <a:pt x="9" y="194"/>
                      <a:pt x="9" y="227"/>
                    </a:cubicBezTo>
                    <a:cubicBezTo>
                      <a:pt x="17" y="302"/>
                      <a:pt x="25" y="368"/>
                      <a:pt x="34" y="443"/>
                    </a:cubicBezTo>
                    <a:cubicBezTo>
                      <a:pt x="34" y="468"/>
                      <a:pt x="58" y="484"/>
                      <a:pt x="92" y="484"/>
                    </a:cubicBezTo>
                    <a:cubicBezTo>
                      <a:pt x="116" y="476"/>
                      <a:pt x="133" y="451"/>
                      <a:pt x="133" y="426"/>
                    </a:cubicBezTo>
                    <a:cubicBezTo>
                      <a:pt x="125" y="352"/>
                      <a:pt x="116" y="285"/>
                      <a:pt x="116" y="211"/>
                    </a:cubicBezTo>
                    <a:cubicBezTo>
                      <a:pt x="116" y="178"/>
                      <a:pt x="108" y="144"/>
                      <a:pt x="100" y="111"/>
                    </a:cubicBezTo>
                    <a:cubicBezTo>
                      <a:pt x="100" y="78"/>
                      <a:pt x="92" y="28"/>
                      <a:pt x="67" y="4"/>
                    </a:cubicBezTo>
                    <a:cubicBezTo>
                      <a:pt x="62" y="1"/>
                      <a:pt x="57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4" name="Google Shape;3124;p5"/>
              <p:cNvSpPr/>
              <p:nvPr/>
            </p:nvSpPr>
            <p:spPr>
              <a:xfrm>
                <a:off x="2898375" y="4448575"/>
                <a:ext cx="3450" cy="11225"/>
              </a:xfrm>
              <a:custGeom>
                <a:rect b="b" l="l" r="r" t="t"/>
                <a:pathLst>
                  <a:path extrusionOk="0" h="449" w="138">
                    <a:moveTo>
                      <a:pt x="34" y="1"/>
                    </a:moveTo>
                    <a:cubicBezTo>
                      <a:pt x="24" y="1"/>
                      <a:pt x="14" y="5"/>
                      <a:pt x="9" y="14"/>
                    </a:cubicBezTo>
                    <a:cubicBezTo>
                      <a:pt x="1" y="47"/>
                      <a:pt x="9" y="81"/>
                      <a:pt x="9" y="114"/>
                    </a:cubicBezTo>
                    <a:cubicBezTo>
                      <a:pt x="9" y="147"/>
                      <a:pt x="9" y="180"/>
                      <a:pt x="9" y="213"/>
                    </a:cubicBezTo>
                    <a:cubicBezTo>
                      <a:pt x="17" y="279"/>
                      <a:pt x="34" y="346"/>
                      <a:pt x="42" y="412"/>
                    </a:cubicBezTo>
                    <a:cubicBezTo>
                      <a:pt x="46" y="437"/>
                      <a:pt x="64" y="448"/>
                      <a:pt x="84" y="448"/>
                    </a:cubicBezTo>
                    <a:cubicBezTo>
                      <a:pt x="110" y="448"/>
                      <a:pt x="138" y="429"/>
                      <a:pt x="133" y="395"/>
                    </a:cubicBezTo>
                    <a:cubicBezTo>
                      <a:pt x="125" y="329"/>
                      <a:pt x="117" y="263"/>
                      <a:pt x="108" y="197"/>
                    </a:cubicBezTo>
                    <a:cubicBezTo>
                      <a:pt x="100" y="163"/>
                      <a:pt x="92" y="130"/>
                      <a:pt x="83" y="97"/>
                    </a:cubicBezTo>
                    <a:cubicBezTo>
                      <a:pt x="75" y="72"/>
                      <a:pt x="67" y="31"/>
                      <a:pt x="50" y="6"/>
                    </a:cubicBezTo>
                    <a:cubicBezTo>
                      <a:pt x="47" y="3"/>
                      <a:pt x="41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5" name="Google Shape;3125;p5"/>
              <p:cNvSpPr/>
              <p:nvPr/>
            </p:nvSpPr>
            <p:spPr>
              <a:xfrm>
                <a:off x="2901700" y="4425400"/>
                <a:ext cx="2925" cy="8050"/>
              </a:xfrm>
              <a:custGeom>
                <a:rect b="b" l="l" r="r" t="t"/>
                <a:pathLst>
                  <a:path extrusionOk="0" h="322" w="117">
                    <a:moveTo>
                      <a:pt x="46" y="1"/>
                    </a:moveTo>
                    <a:cubicBezTo>
                      <a:pt x="37" y="1"/>
                      <a:pt x="29" y="5"/>
                      <a:pt x="25" y="13"/>
                    </a:cubicBezTo>
                    <a:cubicBezTo>
                      <a:pt x="17" y="22"/>
                      <a:pt x="8" y="38"/>
                      <a:pt x="8" y="47"/>
                    </a:cubicBezTo>
                    <a:lnTo>
                      <a:pt x="8" y="63"/>
                    </a:lnTo>
                    <a:cubicBezTo>
                      <a:pt x="8" y="63"/>
                      <a:pt x="3" y="74"/>
                      <a:pt x="5" y="74"/>
                    </a:cubicBezTo>
                    <a:cubicBezTo>
                      <a:pt x="6" y="74"/>
                      <a:pt x="7" y="73"/>
                      <a:pt x="8" y="71"/>
                    </a:cubicBezTo>
                    <a:lnTo>
                      <a:pt x="8" y="71"/>
                    </a:lnTo>
                    <a:cubicBezTo>
                      <a:pt x="0" y="80"/>
                      <a:pt x="0" y="96"/>
                      <a:pt x="0" y="104"/>
                    </a:cubicBezTo>
                    <a:lnTo>
                      <a:pt x="0" y="138"/>
                    </a:lnTo>
                    <a:cubicBezTo>
                      <a:pt x="0" y="179"/>
                      <a:pt x="0" y="229"/>
                      <a:pt x="0" y="270"/>
                    </a:cubicBezTo>
                    <a:cubicBezTo>
                      <a:pt x="0" y="299"/>
                      <a:pt x="25" y="322"/>
                      <a:pt x="53" y="322"/>
                    </a:cubicBezTo>
                    <a:cubicBezTo>
                      <a:pt x="58" y="322"/>
                      <a:pt x="62" y="321"/>
                      <a:pt x="66" y="320"/>
                    </a:cubicBezTo>
                    <a:cubicBezTo>
                      <a:pt x="91" y="312"/>
                      <a:pt x="116" y="287"/>
                      <a:pt x="108" y="262"/>
                    </a:cubicBezTo>
                    <a:cubicBezTo>
                      <a:pt x="108" y="220"/>
                      <a:pt x="108" y="179"/>
                      <a:pt x="108" y="138"/>
                    </a:cubicBezTo>
                    <a:cubicBezTo>
                      <a:pt x="108" y="129"/>
                      <a:pt x="100" y="113"/>
                      <a:pt x="100" y="104"/>
                    </a:cubicBezTo>
                    <a:cubicBezTo>
                      <a:pt x="100" y="96"/>
                      <a:pt x="91" y="80"/>
                      <a:pt x="91" y="71"/>
                    </a:cubicBezTo>
                    <a:cubicBezTo>
                      <a:pt x="83" y="47"/>
                      <a:pt x="83" y="30"/>
                      <a:pt x="66" y="13"/>
                    </a:cubicBezTo>
                    <a:cubicBezTo>
                      <a:pt x="62" y="5"/>
                      <a:pt x="54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6" name="Google Shape;3126;p5"/>
              <p:cNvSpPr/>
              <p:nvPr/>
            </p:nvSpPr>
            <p:spPr>
              <a:xfrm>
                <a:off x="2729350" y="4363500"/>
                <a:ext cx="5325" cy="28525"/>
              </a:xfrm>
              <a:custGeom>
                <a:rect b="b" l="l" r="r" t="t"/>
                <a:pathLst>
                  <a:path extrusionOk="0" h="1141" w="213">
                    <a:moveTo>
                      <a:pt x="163" y="1"/>
                    </a:moveTo>
                    <a:cubicBezTo>
                      <a:pt x="147" y="1"/>
                      <a:pt x="131" y="9"/>
                      <a:pt x="125" y="29"/>
                    </a:cubicBezTo>
                    <a:cubicBezTo>
                      <a:pt x="67" y="203"/>
                      <a:pt x="17" y="377"/>
                      <a:pt x="1" y="559"/>
                    </a:cubicBezTo>
                    <a:cubicBezTo>
                      <a:pt x="1" y="658"/>
                      <a:pt x="1" y="749"/>
                      <a:pt x="1" y="841"/>
                    </a:cubicBezTo>
                    <a:cubicBezTo>
                      <a:pt x="9" y="882"/>
                      <a:pt x="9" y="932"/>
                      <a:pt x="17" y="973"/>
                    </a:cubicBezTo>
                    <a:cubicBezTo>
                      <a:pt x="17" y="1023"/>
                      <a:pt x="25" y="1073"/>
                      <a:pt x="59" y="1114"/>
                    </a:cubicBezTo>
                    <a:cubicBezTo>
                      <a:pt x="73" y="1132"/>
                      <a:pt x="95" y="1140"/>
                      <a:pt x="117" y="1140"/>
                    </a:cubicBezTo>
                    <a:cubicBezTo>
                      <a:pt x="145" y="1140"/>
                      <a:pt x="173" y="1126"/>
                      <a:pt x="183" y="1097"/>
                    </a:cubicBezTo>
                    <a:cubicBezTo>
                      <a:pt x="199" y="1056"/>
                      <a:pt x="191" y="1015"/>
                      <a:pt x="183" y="965"/>
                    </a:cubicBezTo>
                    <a:cubicBezTo>
                      <a:pt x="183" y="923"/>
                      <a:pt x="175" y="882"/>
                      <a:pt x="175" y="841"/>
                    </a:cubicBezTo>
                    <a:cubicBezTo>
                      <a:pt x="166" y="749"/>
                      <a:pt x="158" y="658"/>
                      <a:pt x="166" y="575"/>
                    </a:cubicBezTo>
                    <a:cubicBezTo>
                      <a:pt x="166" y="401"/>
                      <a:pt x="175" y="219"/>
                      <a:pt x="208" y="45"/>
                    </a:cubicBezTo>
                    <a:cubicBezTo>
                      <a:pt x="213" y="20"/>
                      <a:pt x="187" y="1"/>
                      <a:pt x="1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7" name="Google Shape;3127;p5"/>
              <p:cNvSpPr/>
              <p:nvPr/>
            </p:nvSpPr>
            <p:spPr>
              <a:xfrm>
                <a:off x="2735150" y="4371250"/>
                <a:ext cx="2525" cy="10450"/>
              </a:xfrm>
              <a:custGeom>
                <a:rect b="b" l="l" r="r" t="t"/>
                <a:pathLst>
                  <a:path extrusionOk="0" h="418" w="101">
                    <a:moveTo>
                      <a:pt x="67" y="0"/>
                    </a:moveTo>
                    <a:lnTo>
                      <a:pt x="67" y="9"/>
                    </a:lnTo>
                    <a:cubicBezTo>
                      <a:pt x="64" y="7"/>
                      <a:pt x="61" y="6"/>
                      <a:pt x="58" y="6"/>
                    </a:cubicBezTo>
                    <a:cubicBezTo>
                      <a:pt x="45" y="6"/>
                      <a:pt x="34" y="20"/>
                      <a:pt x="34" y="33"/>
                    </a:cubicBezTo>
                    <a:cubicBezTo>
                      <a:pt x="17" y="91"/>
                      <a:pt x="1" y="158"/>
                      <a:pt x="1" y="216"/>
                    </a:cubicBezTo>
                    <a:cubicBezTo>
                      <a:pt x="1" y="249"/>
                      <a:pt x="1" y="282"/>
                      <a:pt x="9" y="315"/>
                    </a:cubicBezTo>
                    <a:cubicBezTo>
                      <a:pt x="9" y="332"/>
                      <a:pt x="9" y="340"/>
                      <a:pt x="9" y="357"/>
                    </a:cubicBezTo>
                    <a:cubicBezTo>
                      <a:pt x="9" y="373"/>
                      <a:pt x="17" y="390"/>
                      <a:pt x="25" y="406"/>
                    </a:cubicBezTo>
                    <a:cubicBezTo>
                      <a:pt x="29" y="414"/>
                      <a:pt x="38" y="418"/>
                      <a:pt x="46" y="418"/>
                    </a:cubicBezTo>
                    <a:cubicBezTo>
                      <a:pt x="57" y="418"/>
                      <a:pt x="67" y="412"/>
                      <a:pt x="67" y="398"/>
                    </a:cubicBezTo>
                    <a:cubicBezTo>
                      <a:pt x="75" y="381"/>
                      <a:pt x="75" y="365"/>
                      <a:pt x="75" y="348"/>
                    </a:cubicBezTo>
                    <a:cubicBezTo>
                      <a:pt x="75" y="340"/>
                      <a:pt x="75" y="323"/>
                      <a:pt x="75" y="307"/>
                    </a:cubicBezTo>
                    <a:cubicBezTo>
                      <a:pt x="75" y="274"/>
                      <a:pt x="75" y="249"/>
                      <a:pt x="75" y="224"/>
                    </a:cubicBezTo>
                    <a:cubicBezTo>
                      <a:pt x="75" y="158"/>
                      <a:pt x="83" y="100"/>
                      <a:pt x="92" y="42"/>
                    </a:cubicBezTo>
                    <a:cubicBezTo>
                      <a:pt x="100" y="25"/>
                      <a:pt x="83" y="9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8" name="Google Shape;3128;p5"/>
              <p:cNvSpPr/>
              <p:nvPr/>
            </p:nvSpPr>
            <p:spPr>
              <a:xfrm>
                <a:off x="2686900" y="4441750"/>
                <a:ext cx="8725" cy="17650"/>
              </a:xfrm>
              <a:custGeom>
                <a:rect b="b" l="l" r="r" t="t"/>
                <a:pathLst>
                  <a:path extrusionOk="0" h="706" w="349">
                    <a:moveTo>
                      <a:pt x="291" y="0"/>
                    </a:moveTo>
                    <a:cubicBezTo>
                      <a:pt x="279" y="0"/>
                      <a:pt x="267" y="4"/>
                      <a:pt x="257" y="14"/>
                    </a:cubicBezTo>
                    <a:cubicBezTo>
                      <a:pt x="215" y="55"/>
                      <a:pt x="182" y="113"/>
                      <a:pt x="157" y="163"/>
                    </a:cubicBezTo>
                    <a:cubicBezTo>
                      <a:pt x="133" y="221"/>
                      <a:pt x="108" y="271"/>
                      <a:pt x="83" y="329"/>
                    </a:cubicBezTo>
                    <a:cubicBezTo>
                      <a:pt x="58" y="378"/>
                      <a:pt x="42" y="436"/>
                      <a:pt x="33" y="494"/>
                    </a:cubicBezTo>
                    <a:cubicBezTo>
                      <a:pt x="17" y="552"/>
                      <a:pt x="8" y="610"/>
                      <a:pt x="0" y="677"/>
                    </a:cubicBezTo>
                    <a:cubicBezTo>
                      <a:pt x="0" y="693"/>
                      <a:pt x="21" y="706"/>
                      <a:pt x="38" y="706"/>
                    </a:cubicBezTo>
                    <a:cubicBezTo>
                      <a:pt x="47" y="706"/>
                      <a:pt x="55" y="702"/>
                      <a:pt x="58" y="693"/>
                    </a:cubicBezTo>
                    <a:cubicBezTo>
                      <a:pt x="75" y="635"/>
                      <a:pt x="99" y="586"/>
                      <a:pt x="116" y="536"/>
                    </a:cubicBezTo>
                    <a:cubicBezTo>
                      <a:pt x="141" y="486"/>
                      <a:pt x="166" y="428"/>
                      <a:pt x="182" y="378"/>
                    </a:cubicBezTo>
                    <a:cubicBezTo>
                      <a:pt x="207" y="320"/>
                      <a:pt x="232" y="271"/>
                      <a:pt x="265" y="221"/>
                    </a:cubicBezTo>
                    <a:cubicBezTo>
                      <a:pt x="290" y="171"/>
                      <a:pt x="323" y="130"/>
                      <a:pt x="348" y="72"/>
                    </a:cubicBezTo>
                    <a:cubicBezTo>
                      <a:pt x="348" y="55"/>
                      <a:pt x="348" y="30"/>
                      <a:pt x="340" y="22"/>
                    </a:cubicBezTo>
                    <a:cubicBezTo>
                      <a:pt x="331" y="14"/>
                      <a:pt x="323" y="6"/>
                      <a:pt x="315" y="6"/>
                    </a:cubicBezTo>
                    <a:cubicBezTo>
                      <a:pt x="308" y="2"/>
                      <a:pt x="300" y="0"/>
                      <a:pt x="2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9" name="Google Shape;3129;p5"/>
              <p:cNvSpPr/>
              <p:nvPr/>
            </p:nvSpPr>
            <p:spPr>
              <a:xfrm>
                <a:off x="2694350" y="4447275"/>
                <a:ext cx="3325" cy="6925"/>
              </a:xfrm>
              <a:custGeom>
                <a:rect b="b" l="l" r="r" t="t"/>
                <a:pathLst>
                  <a:path extrusionOk="0" h="277" w="133">
                    <a:moveTo>
                      <a:pt x="125" y="0"/>
                    </a:moveTo>
                    <a:cubicBezTo>
                      <a:pt x="116" y="0"/>
                      <a:pt x="108" y="0"/>
                      <a:pt x="108" y="8"/>
                    </a:cubicBezTo>
                    <a:cubicBezTo>
                      <a:pt x="83" y="41"/>
                      <a:pt x="67" y="83"/>
                      <a:pt x="50" y="124"/>
                    </a:cubicBezTo>
                    <a:cubicBezTo>
                      <a:pt x="33" y="157"/>
                      <a:pt x="17" y="199"/>
                      <a:pt x="9" y="232"/>
                    </a:cubicBezTo>
                    <a:cubicBezTo>
                      <a:pt x="0" y="249"/>
                      <a:pt x="9" y="265"/>
                      <a:pt x="17" y="273"/>
                    </a:cubicBezTo>
                    <a:cubicBezTo>
                      <a:pt x="21" y="276"/>
                      <a:pt x="26" y="277"/>
                      <a:pt x="30" y="277"/>
                    </a:cubicBezTo>
                    <a:cubicBezTo>
                      <a:pt x="42" y="277"/>
                      <a:pt x="52" y="269"/>
                      <a:pt x="58" y="257"/>
                    </a:cubicBezTo>
                    <a:cubicBezTo>
                      <a:pt x="75" y="215"/>
                      <a:pt x="91" y="182"/>
                      <a:pt x="100" y="141"/>
                    </a:cubicBezTo>
                    <a:cubicBezTo>
                      <a:pt x="108" y="99"/>
                      <a:pt x="125" y="58"/>
                      <a:pt x="133" y="17"/>
                    </a:cubicBezTo>
                    <a:cubicBezTo>
                      <a:pt x="133" y="8"/>
                      <a:pt x="125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0" name="Google Shape;3130;p5"/>
              <p:cNvSpPr/>
              <p:nvPr/>
            </p:nvSpPr>
            <p:spPr>
              <a:xfrm>
                <a:off x="2704900" y="4438775"/>
                <a:ext cx="2925" cy="10150"/>
              </a:xfrm>
              <a:custGeom>
                <a:rect b="b" l="l" r="r" t="t"/>
                <a:pathLst>
                  <a:path extrusionOk="0" h="406" w="117">
                    <a:moveTo>
                      <a:pt x="67" y="0"/>
                    </a:moveTo>
                    <a:cubicBezTo>
                      <a:pt x="42" y="0"/>
                      <a:pt x="17" y="17"/>
                      <a:pt x="9" y="42"/>
                    </a:cubicBezTo>
                    <a:cubicBezTo>
                      <a:pt x="1" y="100"/>
                      <a:pt x="1" y="158"/>
                      <a:pt x="1" y="216"/>
                    </a:cubicBezTo>
                    <a:cubicBezTo>
                      <a:pt x="1" y="241"/>
                      <a:pt x="9" y="274"/>
                      <a:pt x="9" y="299"/>
                    </a:cubicBezTo>
                    <a:cubicBezTo>
                      <a:pt x="17" y="323"/>
                      <a:pt x="17" y="357"/>
                      <a:pt x="34" y="381"/>
                    </a:cubicBezTo>
                    <a:cubicBezTo>
                      <a:pt x="42" y="397"/>
                      <a:pt x="57" y="405"/>
                      <a:pt x="72" y="405"/>
                    </a:cubicBezTo>
                    <a:cubicBezTo>
                      <a:pt x="88" y="405"/>
                      <a:pt x="104" y="395"/>
                      <a:pt x="109" y="373"/>
                    </a:cubicBezTo>
                    <a:cubicBezTo>
                      <a:pt x="117" y="348"/>
                      <a:pt x="109" y="315"/>
                      <a:pt x="109" y="290"/>
                    </a:cubicBezTo>
                    <a:cubicBezTo>
                      <a:pt x="109" y="257"/>
                      <a:pt x="109" y="232"/>
                      <a:pt x="109" y="207"/>
                    </a:cubicBezTo>
                    <a:cubicBezTo>
                      <a:pt x="100" y="158"/>
                      <a:pt x="109" y="108"/>
                      <a:pt x="109" y="58"/>
                    </a:cubicBezTo>
                    <a:cubicBezTo>
                      <a:pt x="109" y="33"/>
                      <a:pt x="92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1" name="Google Shape;3131;p5"/>
              <p:cNvSpPr/>
              <p:nvPr/>
            </p:nvSpPr>
            <p:spPr>
              <a:xfrm>
                <a:off x="2794775" y="4228125"/>
                <a:ext cx="8350" cy="15350"/>
              </a:xfrm>
              <a:custGeom>
                <a:rect b="b" l="l" r="r" t="t"/>
                <a:pathLst>
                  <a:path extrusionOk="0" h="614" w="334">
                    <a:moveTo>
                      <a:pt x="273" y="0"/>
                    </a:moveTo>
                    <a:cubicBezTo>
                      <a:pt x="261" y="0"/>
                      <a:pt x="250" y="3"/>
                      <a:pt x="242" y="8"/>
                    </a:cubicBezTo>
                    <a:cubicBezTo>
                      <a:pt x="250" y="8"/>
                      <a:pt x="234" y="17"/>
                      <a:pt x="234" y="17"/>
                    </a:cubicBezTo>
                    <a:cubicBezTo>
                      <a:pt x="226" y="25"/>
                      <a:pt x="217" y="33"/>
                      <a:pt x="217" y="41"/>
                    </a:cubicBezTo>
                    <a:cubicBezTo>
                      <a:pt x="209" y="50"/>
                      <a:pt x="201" y="66"/>
                      <a:pt x="201" y="83"/>
                    </a:cubicBezTo>
                    <a:cubicBezTo>
                      <a:pt x="192" y="99"/>
                      <a:pt x="184" y="124"/>
                      <a:pt x="176" y="149"/>
                    </a:cubicBezTo>
                    <a:cubicBezTo>
                      <a:pt x="159" y="199"/>
                      <a:pt x="143" y="240"/>
                      <a:pt x="126" y="282"/>
                    </a:cubicBezTo>
                    <a:cubicBezTo>
                      <a:pt x="93" y="373"/>
                      <a:pt x="52" y="464"/>
                      <a:pt x="18" y="547"/>
                    </a:cubicBezTo>
                    <a:cubicBezTo>
                      <a:pt x="1" y="582"/>
                      <a:pt x="33" y="614"/>
                      <a:pt x="63" y="614"/>
                    </a:cubicBezTo>
                    <a:cubicBezTo>
                      <a:pt x="75" y="614"/>
                      <a:pt x="86" y="608"/>
                      <a:pt x="93" y="597"/>
                    </a:cubicBezTo>
                    <a:cubicBezTo>
                      <a:pt x="151" y="514"/>
                      <a:pt x="209" y="431"/>
                      <a:pt x="250" y="331"/>
                    </a:cubicBezTo>
                    <a:cubicBezTo>
                      <a:pt x="267" y="290"/>
                      <a:pt x="284" y="249"/>
                      <a:pt x="300" y="199"/>
                    </a:cubicBezTo>
                    <a:cubicBezTo>
                      <a:pt x="308" y="174"/>
                      <a:pt x="317" y="157"/>
                      <a:pt x="325" y="133"/>
                    </a:cubicBezTo>
                    <a:cubicBezTo>
                      <a:pt x="333" y="116"/>
                      <a:pt x="333" y="99"/>
                      <a:pt x="333" y="83"/>
                    </a:cubicBezTo>
                    <a:cubicBezTo>
                      <a:pt x="333" y="66"/>
                      <a:pt x="333" y="58"/>
                      <a:pt x="333" y="50"/>
                    </a:cubicBezTo>
                    <a:lnTo>
                      <a:pt x="325" y="33"/>
                    </a:lnTo>
                    <a:cubicBezTo>
                      <a:pt x="319" y="11"/>
                      <a:pt x="295" y="0"/>
                      <a:pt x="2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2" name="Google Shape;3132;p5"/>
              <p:cNvSpPr/>
              <p:nvPr/>
            </p:nvSpPr>
            <p:spPr>
              <a:xfrm>
                <a:off x="2802475" y="4236250"/>
                <a:ext cx="2725" cy="7475"/>
              </a:xfrm>
              <a:custGeom>
                <a:rect b="b" l="l" r="r" t="t"/>
                <a:pathLst>
                  <a:path extrusionOk="0" h="299" w="109">
                    <a:moveTo>
                      <a:pt x="67" y="1"/>
                    </a:moveTo>
                    <a:cubicBezTo>
                      <a:pt x="60" y="1"/>
                      <a:pt x="54" y="3"/>
                      <a:pt x="50" y="6"/>
                    </a:cubicBezTo>
                    <a:cubicBezTo>
                      <a:pt x="42" y="15"/>
                      <a:pt x="34" y="31"/>
                      <a:pt x="34" y="40"/>
                    </a:cubicBezTo>
                    <a:lnTo>
                      <a:pt x="25" y="48"/>
                    </a:lnTo>
                    <a:cubicBezTo>
                      <a:pt x="17" y="56"/>
                      <a:pt x="17" y="64"/>
                      <a:pt x="17" y="73"/>
                    </a:cubicBezTo>
                    <a:lnTo>
                      <a:pt x="17" y="139"/>
                    </a:lnTo>
                    <a:cubicBezTo>
                      <a:pt x="9" y="180"/>
                      <a:pt x="9" y="222"/>
                      <a:pt x="0" y="263"/>
                    </a:cubicBezTo>
                    <a:cubicBezTo>
                      <a:pt x="0" y="280"/>
                      <a:pt x="9" y="296"/>
                      <a:pt x="34" y="296"/>
                    </a:cubicBezTo>
                    <a:cubicBezTo>
                      <a:pt x="37" y="298"/>
                      <a:pt x="40" y="299"/>
                      <a:pt x="43" y="299"/>
                    </a:cubicBezTo>
                    <a:cubicBezTo>
                      <a:pt x="56" y="299"/>
                      <a:pt x="67" y="285"/>
                      <a:pt x="67" y="272"/>
                    </a:cubicBezTo>
                    <a:cubicBezTo>
                      <a:pt x="75" y="230"/>
                      <a:pt x="83" y="189"/>
                      <a:pt x="92" y="147"/>
                    </a:cubicBezTo>
                    <a:cubicBezTo>
                      <a:pt x="100" y="122"/>
                      <a:pt x="100" y="106"/>
                      <a:pt x="100" y="89"/>
                    </a:cubicBezTo>
                    <a:cubicBezTo>
                      <a:pt x="108" y="81"/>
                      <a:pt x="108" y="73"/>
                      <a:pt x="108" y="64"/>
                    </a:cubicBezTo>
                    <a:cubicBezTo>
                      <a:pt x="104" y="60"/>
                      <a:pt x="102" y="56"/>
                      <a:pt x="100" y="53"/>
                    </a:cubicBezTo>
                    <a:lnTo>
                      <a:pt x="100" y="53"/>
                    </a:lnTo>
                    <a:cubicBezTo>
                      <a:pt x="100" y="52"/>
                      <a:pt x="100" y="50"/>
                      <a:pt x="100" y="48"/>
                    </a:cubicBezTo>
                    <a:cubicBezTo>
                      <a:pt x="100" y="40"/>
                      <a:pt x="92" y="23"/>
                      <a:pt x="92" y="15"/>
                    </a:cubicBezTo>
                    <a:cubicBezTo>
                      <a:pt x="87" y="5"/>
                      <a:pt x="76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3" name="Google Shape;3133;p5"/>
              <p:cNvSpPr/>
              <p:nvPr/>
            </p:nvSpPr>
            <p:spPr>
              <a:xfrm>
                <a:off x="2888225" y="4213875"/>
                <a:ext cx="4575" cy="7300"/>
              </a:xfrm>
              <a:custGeom>
                <a:rect b="b" l="l" r="r" t="t"/>
                <a:pathLst>
                  <a:path extrusionOk="0" h="292" w="183">
                    <a:moveTo>
                      <a:pt x="159" y="0"/>
                    </a:moveTo>
                    <a:cubicBezTo>
                      <a:pt x="154" y="0"/>
                      <a:pt x="150" y="2"/>
                      <a:pt x="150" y="7"/>
                    </a:cubicBezTo>
                    <a:cubicBezTo>
                      <a:pt x="133" y="31"/>
                      <a:pt x="117" y="40"/>
                      <a:pt x="100" y="65"/>
                    </a:cubicBezTo>
                    <a:cubicBezTo>
                      <a:pt x="92" y="81"/>
                      <a:pt x="75" y="98"/>
                      <a:pt x="67" y="123"/>
                    </a:cubicBezTo>
                    <a:cubicBezTo>
                      <a:pt x="59" y="139"/>
                      <a:pt x="42" y="164"/>
                      <a:pt x="34" y="181"/>
                    </a:cubicBezTo>
                    <a:cubicBezTo>
                      <a:pt x="25" y="205"/>
                      <a:pt x="17" y="222"/>
                      <a:pt x="9" y="247"/>
                    </a:cubicBezTo>
                    <a:cubicBezTo>
                      <a:pt x="1" y="263"/>
                      <a:pt x="9" y="288"/>
                      <a:pt x="34" y="288"/>
                    </a:cubicBezTo>
                    <a:cubicBezTo>
                      <a:pt x="38" y="291"/>
                      <a:pt x="43" y="292"/>
                      <a:pt x="47" y="292"/>
                    </a:cubicBezTo>
                    <a:cubicBezTo>
                      <a:pt x="59" y="292"/>
                      <a:pt x="69" y="284"/>
                      <a:pt x="75" y="272"/>
                    </a:cubicBezTo>
                    <a:cubicBezTo>
                      <a:pt x="92" y="230"/>
                      <a:pt x="108" y="189"/>
                      <a:pt x="125" y="147"/>
                    </a:cubicBezTo>
                    <a:cubicBezTo>
                      <a:pt x="133" y="131"/>
                      <a:pt x="141" y="106"/>
                      <a:pt x="158" y="89"/>
                    </a:cubicBezTo>
                    <a:cubicBezTo>
                      <a:pt x="166" y="73"/>
                      <a:pt x="175" y="48"/>
                      <a:pt x="183" y="31"/>
                    </a:cubicBezTo>
                    <a:cubicBezTo>
                      <a:pt x="183" y="23"/>
                      <a:pt x="183" y="7"/>
                      <a:pt x="175" y="7"/>
                    </a:cubicBezTo>
                    <a:cubicBezTo>
                      <a:pt x="170" y="2"/>
                      <a:pt x="164" y="0"/>
                      <a:pt x="1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4" name="Google Shape;3134;p5"/>
              <p:cNvSpPr/>
              <p:nvPr/>
            </p:nvSpPr>
            <p:spPr>
              <a:xfrm>
                <a:off x="2979925" y="4136225"/>
                <a:ext cx="6100" cy="21550"/>
              </a:xfrm>
              <a:custGeom>
                <a:rect b="b" l="l" r="r" t="t"/>
                <a:pathLst>
                  <a:path extrusionOk="0" h="862" w="244">
                    <a:moveTo>
                      <a:pt x="41" y="1"/>
                    </a:moveTo>
                    <a:cubicBezTo>
                      <a:pt x="21" y="1"/>
                      <a:pt x="1" y="21"/>
                      <a:pt x="11" y="47"/>
                    </a:cubicBezTo>
                    <a:cubicBezTo>
                      <a:pt x="53" y="180"/>
                      <a:pt x="86" y="312"/>
                      <a:pt x="111" y="453"/>
                    </a:cubicBezTo>
                    <a:cubicBezTo>
                      <a:pt x="119" y="511"/>
                      <a:pt x="127" y="577"/>
                      <a:pt x="136" y="644"/>
                    </a:cubicBezTo>
                    <a:cubicBezTo>
                      <a:pt x="144" y="710"/>
                      <a:pt x="152" y="776"/>
                      <a:pt x="177" y="842"/>
                    </a:cubicBezTo>
                    <a:cubicBezTo>
                      <a:pt x="181" y="855"/>
                      <a:pt x="192" y="861"/>
                      <a:pt x="202" y="861"/>
                    </a:cubicBezTo>
                    <a:cubicBezTo>
                      <a:pt x="212" y="861"/>
                      <a:pt x="223" y="855"/>
                      <a:pt x="227" y="842"/>
                    </a:cubicBezTo>
                    <a:cubicBezTo>
                      <a:pt x="243" y="776"/>
                      <a:pt x="243" y="710"/>
                      <a:pt x="235" y="644"/>
                    </a:cubicBezTo>
                    <a:cubicBezTo>
                      <a:pt x="235" y="569"/>
                      <a:pt x="227" y="503"/>
                      <a:pt x="210" y="428"/>
                    </a:cubicBezTo>
                    <a:cubicBezTo>
                      <a:pt x="177" y="287"/>
                      <a:pt x="136" y="155"/>
                      <a:pt x="69" y="22"/>
                    </a:cubicBezTo>
                    <a:cubicBezTo>
                      <a:pt x="63" y="7"/>
                      <a:pt x="52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5" name="Google Shape;3135;p5"/>
              <p:cNvSpPr/>
              <p:nvPr/>
            </p:nvSpPr>
            <p:spPr>
              <a:xfrm>
                <a:off x="2987850" y="4154100"/>
                <a:ext cx="3350" cy="9350"/>
              </a:xfrm>
              <a:custGeom>
                <a:rect b="b" l="l" r="r" t="t"/>
                <a:pathLst>
                  <a:path extrusionOk="0" h="374" w="134">
                    <a:moveTo>
                      <a:pt x="55" y="1"/>
                    </a:moveTo>
                    <a:cubicBezTo>
                      <a:pt x="51" y="1"/>
                      <a:pt x="47" y="2"/>
                      <a:pt x="42" y="3"/>
                    </a:cubicBezTo>
                    <a:cubicBezTo>
                      <a:pt x="17" y="3"/>
                      <a:pt x="1" y="28"/>
                      <a:pt x="9" y="53"/>
                    </a:cubicBezTo>
                    <a:lnTo>
                      <a:pt x="9" y="45"/>
                    </a:lnTo>
                    <a:cubicBezTo>
                      <a:pt x="9" y="103"/>
                      <a:pt x="17" y="152"/>
                      <a:pt x="26" y="202"/>
                    </a:cubicBezTo>
                    <a:cubicBezTo>
                      <a:pt x="26" y="227"/>
                      <a:pt x="34" y="252"/>
                      <a:pt x="42" y="277"/>
                    </a:cubicBezTo>
                    <a:cubicBezTo>
                      <a:pt x="42" y="301"/>
                      <a:pt x="51" y="335"/>
                      <a:pt x="59" y="359"/>
                    </a:cubicBezTo>
                    <a:cubicBezTo>
                      <a:pt x="65" y="369"/>
                      <a:pt x="76" y="374"/>
                      <a:pt x="87" y="374"/>
                    </a:cubicBezTo>
                    <a:cubicBezTo>
                      <a:pt x="103" y="374"/>
                      <a:pt x="120" y="363"/>
                      <a:pt x="125" y="343"/>
                    </a:cubicBezTo>
                    <a:cubicBezTo>
                      <a:pt x="133" y="318"/>
                      <a:pt x="125" y="293"/>
                      <a:pt x="125" y="268"/>
                    </a:cubicBezTo>
                    <a:cubicBezTo>
                      <a:pt x="125" y="243"/>
                      <a:pt x="125" y="210"/>
                      <a:pt x="117" y="185"/>
                    </a:cubicBezTo>
                    <a:cubicBezTo>
                      <a:pt x="109" y="136"/>
                      <a:pt x="100" y="86"/>
                      <a:pt x="92" y="36"/>
                    </a:cubicBezTo>
                    <a:cubicBezTo>
                      <a:pt x="92" y="16"/>
                      <a:pt x="75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6" name="Google Shape;3136;p5"/>
              <p:cNvSpPr/>
              <p:nvPr/>
            </p:nvSpPr>
            <p:spPr>
              <a:xfrm>
                <a:off x="2992625" y="4153650"/>
                <a:ext cx="3125" cy="12525"/>
              </a:xfrm>
              <a:custGeom>
                <a:rect b="b" l="l" r="r" t="t"/>
                <a:pathLst>
                  <a:path extrusionOk="0" h="501" w="125">
                    <a:moveTo>
                      <a:pt x="61" y="0"/>
                    </a:moveTo>
                    <a:cubicBezTo>
                      <a:pt x="37" y="0"/>
                      <a:pt x="13" y="15"/>
                      <a:pt x="9" y="46"/>
                    </a:cubicBezTo>
                    <a:cubicBezTo>
                      <a:pt x="0" y="121"/>
                      <a:pt x="0" y="195"/>
                      <a:pt x="0" y="270"/>
                    </a:cubicBezTo>
                    <a:cubicBezTo>
                      <a:pt x="9" y="295"/>
                      <a:pt x="9" y="311"/>
                      <a:pt x="17" y="328"/>
                    </a:cubicBezTo>
                    <a:cubicBezTo>
                      <a:pt x="17" y="344"/>
                      <a:pt x="17" y="361"/>
                      <a:pt x="25" y="386"/>
                    </a:cubicBezTo>
                    <a:cubicBezTo>
                      <a:pt x="34" y="419"/>
                      <a:pt x="42" y="452"/>
                      <a:pt x="67" y="485"/>
                    </a:cubicBezTo>
                    <a:cubicBezTo>
                      <a:pt x="70" y="495"/>
                      <a:pt x="79" y="500"/>
                      <a:pt x="89" y="500"/>
                    </a:cubicBezTo>
                    <a:cubicBezTo>
                      <a:pt x="102" y="500"/>
                      <a:pt x="116" y="491"/>
                      <a:pt x="116" y="477"/>
                    </a:cubicBezTo>
                    <a:cubicBezTo>
                      <a:pt x="125" y="435"/>
                      <a:pt x="116" y="402"/>
                      <a:pt x="116" y="369"/>
                    </a:cubicBezTo>
                    <a:cubicBezTo>
                      <a:pt x="108" y="353"/>
                      <a:pt x="108" y="336"/>
                      <a:pt x="108" y="311"/>
                    </a:cubicBezTo>
                    <a:cubicBezTo>
                      <a:pt x="108" y="295"/>
                      <a:pt x="108" y="278"/>
                      <a:pt x="108" y="261"/>
                    </a:cubicBezTo>
                    <a:cubicBezTo>
                      <a:pt x="108" y="195"/>
                      <a:pt x="108" y="129"/>
                      <a:pt x="116" y="54"/>
                    </a:cubicBezTo>
                    <a:cubicBezTo>
                      <a:pt x="116" y="19"/>
                      <a:pt x="88" y="0"/>
                      <a:pt x="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7" name="Google Shape;3137;p5"/>
              <p:cNvSpPr/>
              <p:nvPr/>
            </p:nvSpPr>
            <p:spPr>
              <a:xfrm>
                <a:off x="2814475" y="4521925"/>
                <a:ext cx="7750" cy="32850"/>
              </a:xfrm>
              <a:custGeom>
                <a:rect b="b" l="l" r="r" t="t"/>
                <a:pathLst>
                  <a:path extrusionOk="0" h="1314" w="310">
                    <a:moveTo>
                      <a:pt x="253" y="1"/>
                    </a:moveTo>
                    <a:cubicBezTo>
                      <a:pt x="234" y="1"/>
                      <a:pt x="215" y="10"/>
                      <a:pt x="208" y="30"/>
                    </a:cubicBezTo>
                    <a:cubicBezTo>
                      <a:pt x="175" y="121"/>
                      <a:pt x="134" y="221"/>
                      <a:pt x="109" y="312"/>
                    </a:cubicBezTo>
                    <a:cubicBezTo>
                      <a:pt x="84" y="419"/>
                      <a:pt x="67" y="519"/>
                      <a:pt x="51" y="627"/>
                    </a:cubicBezTo>
                    <a:cubicBezTo>
                      <a:pt x="34" y="726"/>
                      <a:pt x="26" y="825"/>
                      <a:pt x="18" y="933"/>
                    </a:cubicBezTo>
                    <a:cubicBezTo>
                      <a:pt x="9" y="1033"/>
                      <a:pt x="1" y="1140"/>
                      <a:pt x="26" y="1248"/>
                    </a:cubicBezTo>
                    <a:cubicBezTo>
                      <a:pt x="39" y="1290"/>
                      <a:pt x="75" y="1313"/>
                      <a:pt x="110" y="1313"/>
                    </a:cubicBezTo>
                    <a:cubicBezTo>
                      <a:pt x="143" y="1313"/>
                      <a:pt x="175" y="1292"/>
                      <a:pt x="183" y="1248"/>
                    </a:cubicBezTo>
                    <a:cubicBezTo>
                      <a:pt x="200" y="1149"/>
                      <a:pt x="192" y="1041"/>
                      <a:pt x="200" y="941"/>
                    </a:cubicBezTo>
                    <a:cubicBezTo>
                      <a:pt x="200" y="842"/>
                      <a:pt x="208" y="743"/>
                      <a:pt x="225" y="651"/>
                    </a:cubicBezTo>
                    <a:cubicBezTo>
                      <a:pt x="233" y="552"/>
                      <a:pt x="241" y="453"/>
                      <a:pt x="258" y="353"/>
                    </a:cubicBezTo>
                    <a:cubicBezTo>
                      <a:pt x="274" y="254"/>
                      <a:pt x="283" y="154"/>
                      <a:pt x="299" y="55"/>
                    </a:cubicBezTo>
                    <a:cubicBezTo>
                      <a:pt x="309" y="20"/>
                      <a:pt x="281" y="1"/>
                      <a:pt x="2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8" name="Google Shape;3138;p5"/>
              <p:cNvSpPr/>
              <p:nvPr/>
            </p:nvSpPr>
            <p:spPr>
              <a:xfrm>
                <a:off x="2821525" y="4543725"/>
                <a:ext cx="3250" cy="19475"/>
              </a:xfrm>
              <a:custGeom>
                <a:rect b="b" l="l" r="r" t="t"/>
                <a:pathLst>
                  <a:path extrusionOk="0" h="779" w="130">
                    <a:moveTo>
                      <a:pt x="81" y="0"/>
                    </a:moveTo>
                    <a:cubicBezTo>
                      <a:pt x="63" y="0"/>
                      <a:pt x="46" y="11"/>
                      <a:pt x="42" y="36"/>
                    </a:cubicBezTo>
                    <a:cubicBezTo>
                      <a:pt x="17" y="161"/>
                      <a:pt x="9" y="285"/>
                      <a:pt x="1" y="409"/>
                    </a:cubicBezTo>
                    <a:cubicBezTo>
                      <a:pt x="1" y="467"/>
                      <a:pt x="1" y="533"/>
                      <a:pt x="1" y="591"/>
                    </a:cubicBezTo>
                    <a:cubicBezTo>
                      <a:pt x="1" y="649"/>
                      <a:pt x="1" y="707"/>
                      <a:pt x="34" y="765"/>
                    </a:cubicBezTo>
                    <a:cubicBezTo>
                      <a:pt x="40" y="774"/>
                      <a:pt x="48" y="778"/>
                      <a:pt x="57" y="778"/>
                    </a:cubicBezTo>
                    <a:cubicBezTo>
                      <a:pt x="71" y="778"/>
                      <a:pt x="87" y="768"/>
                      <a:pt x="92" y="757"/>
                    </a:cubicBezTo>
                    <a:cubicBezTo>
                      <a:pt x="117" y="699"/>
                      <a:pt x="100" y="633"/>
                      <a:pt x="108" y="575"/>
                    </a:cubicBezTo>
                    <a:cubicBezTo>
                      <a:pt x="108" y="517"/>
                      <a:pt x="108" y="467"/>
                      <a:pt x="108" y="409"/>
                    </a:cubicBezTo>
                    <a:cubicBezTo>
                      <a:pt x="108" y="285"/>
                      <a:pt x="117" y="169"/>
                      <a:pt x="125" y="53"/>
                    </a:cubicBezTo>
                    <a:cubicBezTo>
                      <a:pt x="130" y="20"/>
                      <a:pt x="105" y="0"/>
                      <a:pt x="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9" name="Google Shape;3139;p5"/>
              <p:cNvSpPr/>
              <p:nvPr/>
            </p:nvSpPr>
            <p:spPr>
              <a:xfrm>
                <a:off x="2824625" y="4563050"/>
                <a:ext cx="1275" cy="2525"/>
              </a:xfrm>
              <a:custGeom>
                <a:rect b="b" l="l" r="r" t="t"/>
                <a:pathLst>
                  <a:path extrusionOk="0" h="101" w="51">
                    <a:moveTo>
                      <a:pt x="34" y="1"/>
                    </a:moveTo>
                    <a:cubicBezTo>
                      <a:pt x="26" y="1"/>
                      <a:pt x="9" y="9"/>
                      <a:pt x="9" y="25"/>
                    </a:cubicBezTo>
                    <a:cubicBezTo>
                      <a:pt x="9" y="42"/>
                      <a:pt x="1" y="59"/>
                      <a:pt x="1" y="75"/>
                    </a:cubicBezTo>
                    <a:lnTo>
                      <a:pt x="1" y="92"/>
                    </a:lnTo>
                    <a:lnTo>
                      <a:pt x="17" y="100"/>
                    </a:lnTo>
                    <a:cubicBezTo>
                      <a:pt x="34" y="100"/>
                      <a:pt x="42" y="92"/>
                      <a:pt x="42" y="83"/>
                    </a:cubicBezTo>
                    <a:cubicBezTo>
                      <a:pt x="51" y="59"/>
                      <a:pt x="51" y="42"/>
                      <a:pt x="51" y="25"/>
                    </a:cubicBezTo>
                    <a:lnTo>
                      <a:pt x="51" y="9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0" name="Google Shape;3140;p5"/>
              <p:cNvSpPr/>
              <p:nvPr/>
            </p:nvSpPr>
            <p:spPr>
              <a:xfrm>
                <a:off x="2897950" y="4571025"/>
                <a:ext cx="8525" cy="108775"/>
              </a:xfrm>
              <a:custGeom>
                <a:rect b="b" l="l" r="r" t="t"/>
                <a:pathLst>
                  <a:path extrusionOk="0" h="4351" w="341">
                    <a:moveTo>
                      <a:pt x="106" y="0"/>
                    </a:moveTo>
                    <a:cubicBezTo>
                      <a:pt x="82" y="0"/>
                      <a:pt x="56" y="20"/>
                      <a:pt x="51" y="46"/>
                    </a:cubicBezTo>
                    <a:cubicBezTo>
                      <a:pt x="34" y="137"/>
                      <a:pt x="59" y="237"/>
                      <a:pt x="76" y="336"/>
                    </a:cubicBezTo>
                    <a:cubicBezTo>
                      <a:pt x="84" y="436"/>
                      <a:pt x="100" y="543"/>
                      <a:pt x="109" y="643"/>
                    </a:cubicBezTo>
                    <a:cubicBezTo>
                      <a:pt x="142" y="850"/>
                      <a:pt x="158" y="1065"/>
                      <a:pt x="175" y="1272"/>
                    </a:cubicBezTo>
                    <a:cubicBezTo>
                      <a:pt x="192" y="1579"/>
                      <a:pt x="192" y="1894"/>
                      <a:pt x="167" y="2200"/>
                    </a:cubicBezTo>
                    <a:cubicBezTo>
                      <a:pt x="167" y="2192"/>
                      <a:pt x="167" y="2184"/>
                      <a:pt x="167" y="2167"/>
                    </a:cubicBezTo>
                    <a:cubicBezTo>
                      <a:pt x="158" y="1935"/>
                      <a:pt x="158" y="1687"/>
                      <a:pt x="100" y="1455"/>
                    </a:cubicBezTo>
                    <a:cubicBezTo>
                      <a:pt x="96" y="1438"/>
                      <a:pt x="82" y="1430"/>
                      <a:pt x="68" y="1430"/>
                    </a:cubicBezTo>
                    <a:cubicBezTo>
                      <a:pt x="55" y="1430"/>
                      <a:pt x="42" y="1438"/>
                      <a:pt x="42" y="1455"/>
                    </a:cubicBezTo>
                    <a:cubicBezTo>
                      <a:pt x="1" y="1687"/>
                      <a:pt x="18" y="1927"/>
                      <a:pt x="34" y="2159"/>
                    </a:cubicBezTo>
                    <a:cubicBezTo>
                      <a:pt x="42" y="2399"/>
                      <a:pt x="51" y="2640"/>
                      <a:pt x="67" y="2880"/>
                    </a:cubicBezTo>
                    <a:cubicBezTo>
                      <a:pt x="84" y="3360"/>
                      <a:pt x="100" y="3833"/>
                      <a:pt x="150" y="4313"/>
                    </a:cubicBezTo>
                    <a:cubicBezTo>
                      <a:pt x="150" y="4338"/>
                      <a:pt x="171" y="4350"/>
                      <a:pt x="192" y="4350"/>
                    </a:cubicBezTo>
                    <a:cubicBezTo>
                      <a:pt x="212" y="4350"/>
                      <a:pt x="233" y="4338"/>
                      <a:pt x="233" y="4313"/>
                    </a:cubicBezTo>
                    <a:cubicBezTo>
                      <a:pt x="241" y="3841"/>
                      <a:pt x="216" y="3369"/>
                      <a:pt x="200" y="2888"/>
                    </a:cubicBezTo>
                    <a:cubicBezTo>
                      <a:pt x="192" y="2789"/>
                      <a:pt x="192" y="2689"/>
                      <a:pt x="183" y="2590"/>
                    </a:cubicBezTo>
                    <a:cubicBezTo>
                      <a:pt x="200" y="2582"/>
                      <a:pt x="216" y="2573"/>
                      <a:pt x="216" y="2557"/>
                    </a:cubicBezTo>
                    <a:cubicBezTo>
                      <a:pt x="291" y="2126"/>
                      <a:pt x="341" y="1703"/>
                      <a:pt x="332" y="1264"/>
                    </a:cubicBezTo>
                    <a:cubicBezTo>
                      <a:pt x="332" y="1057"/>
                      <a:pt x="316" y="842"/>
                      <a:pt x="291" y="634"/>
                    </a:cubicBezTo>
                    <a:cubicBezTo>
                      <a:pt x="283" y="527"/>
                      <a:pt x="266" y="419"/>
                      <a:pt x="241" y="311"/>
                    </a:cubicBezTo>
                    <a:lnTo>
                      <a:pt x="233" y="311"/>
                    </a:lnTo>
                    <a:cubicBezTo>
                      <a:pt x="216" y="212"/>
                      <a:pt x="192" y="104"/>
                      <a:pt x="142" y="21"/>
                    </a:cubicBezTo>
                    <a:cubicBezTo>
                      <a:pt x="133" y="6"/>
                      <a:pt x="120" y="0"/>
                      <a:pt x="1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1" name="Google Shape;3141;p5"/>
              <p:cNvSpPr/>
              <p:nvPr/>
            </p:nvSpPr>
            <p:spPr>
              <a:xfrm>
                <a:off x="2899100" y="4538225"/>
                <a:ext cx="5925" cy="27500"/>
              </a:xfrm>
              <a:custGeom>
                <a:rect b="b" l="l" r="r" t="t"/>
                <a:pathLst>
                  <a:path extrusionOk="0" h="1100" w="237">
                    <a:moveTo>
                      <a:pt x="181" y="1"/>
                    </a:moveTo>
                    <a:cubicBezTo>
                      <a:pt x="171" y="1"/>
                      <a:pt x="161" y="6"/>
                      <a:pt x="154" y="16"/>
                    </a:cubicBezTo>
                    <a:cubicBezTo>
                      <a:pt x="146" y="33"/>
                      <a:pt x="137" y="49"/>
                      <a:pt x="137" y="74"/>
                    </a:cubicBezTo>
                    <a:cubicBezTo>
                      <a:pt x="129" y="91"/>
                      <a:pt x="129" y="115"/>
                      <a:pt x="129" y="132"/>
                    </a:cubicBezTo>
                    <a:cubicBezTo>
                      <a:pt x="121" y="173"/>
                      <a:pt x="121" y="207"/>
                      <a:pt x="112" y="248"/>
                    </a:cubicBezTo>
                    <a:cubicBezTo>
                      <a:pt x="112" y="289"/>
                      <a:pt x="112" y="331"/>
                      <a:pt x="104" y="364"/>
                    </a:cubicBezTo>
                    <a:cubicBezTo>
                      <a:pt x="88" y="364"/>
                      <a:pt x="63" y="381"/>
                      <a:pt x="63" y="397"/>
                    </a:cubicBezTo>
                    <a:cubicBezTo>
                      <a:pt x="63" y="455"/>
                      <a:pt x="54" y="513"/>
                      <a:pt x="54" y="563"/>
                    </a:cubicBezTo>
                    <a:cubicBezTo>
                      <a:pt x="54" y="621"/>
                      <a:pt x="54" y="670"/>
                      <a:pt x="46" y="720"/>
                    </a:cubicBezTo>
                    <a:cubicBezTo>
                      <a:pt x="38" y="836"/>
                      <a:pt x="30" y="944"/>
                      <a:pt x="5" y="1052"/>
                    </a:cubicBezTo>
                    <a:cubicBezTo>
                      <a:pt x="0" y="1083"/>
                      <a:pt x="24" y="1099"/>
                      <a:pt x="50" y="1099"/>
                    </a:cubicBezTo>
                    <a:cubicBezTo>
                      <a:pt x="73" y="1099"/>
                      <a:pt x="96" y="1087"/>
                      <a:pt x="104" y="1060"/>
                    </a:cubicBezTo>
                    <a:cubicBezTo>
                      <a:pt x="121" y="952"/>
                      <a:pt x="137" y="844"/>
                      <a:pt x="154" y="728"/>
                    </a:cubicBezTo>
                    <a:cubicBezTo>
                      <a:pt x="154" y="679"/>
                      <a:pt x="154" y="621"/>
                      <a:pt x="154" y="563"/>
                    </a:cubicBezTo>
                    <a:cubicBezTo>
                      <a:pt x="154" y="555"/>
                      <a:pt x="154" y="538"/>
                      <a:pt x="154" y="521"/>
                    </a:cubicBezTo>
                    <a:cubicBezTo>
                      <a:pt x="170" y="521"/>
                      <a:pt x="187" y="505"/>
                      <a:pt x="187" y="488"/>
                    </a:cubicBezTo>
                    <a:cubicBezTo>
                      <a:pt x="204" y="414"/>
                      <a:pt x="212" y="339"/>
                      <a:pt x="220" y="256"/>
                    </a:cubicBezTo>
                    <a:cubicBezTo>
                      <a:pt x="228" y="223"/>
                      <a:pt x="228" y="182"/>
                      <a:pt x="228" y="149"/>
                    </a:cubicBezTo>
                    <a:cubicBezTo>
                      <a:pt x="228" y="99"/>
                      <a:pt x="237" y="66"/>
                      <a:pt x="220" y="24"/>
                    </a:cubicBezTo>
                    <a:cubicBezTo>
                      <a:pt x="210" y="10"/>
                      <a:pt x="195" y="1"/>
                      <a:pt x="1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2" name="Google Shape;3142;p5"/>
              <p:cNvSpPr/>
              <p:nvPr/>
            </p:nvSpPr>
            <p:spPr>
              <a:xfrm>
                <a:off x="2897350" y="4732425"/>
                <a:ext cx="4975" cy="23350"/>
              </a:xfrm>
              <a:custGeom>
                <a:rect b="b" l="l" r="r" t="t"/>
                <a:pathLst>
                  <a:path extrusionOk="0" h="934" w="199">
                    <a:moveTo>
                      <a:pt x="91" y="0"/>
                    </a:moveTo>
                    <a:cubicBezTo>
                      <a:pt x="64" y="0"/>
                      <a:pt x="38" y="20"/>
                      <a:pt x="33" y="53"/>
                    </a:cubicBezTo>
                    <a:lnTo>
                      <a:pt x="33" y="45"/>
                    </a:lnTo>
                    <a:lnTo>
                      <a:pt x="33" y="45"/>
                    </a:lnTo>
                    <a:cubicBezTo>
                      <a:pt x="0" y="185"/>
                      <a:pt x="33" y="343"/>
                      <a:pt x="50" y="484"/>
                    </a:cubicBezTo>
                    <a:cubicBezTo>
                      <a:pt x="66" y="633"/>
                      <a:pt x="108" y="774"/>
                      <a:pt x="133" y="915"/>
                    </a:cubicBezTo>
                    <a:cubicBezTo>
                      <a:pt x="133" y="927"/>
                      <a:pt x="143" y="933"/>
                      <a:pt x="153" y="933"/>
                    </a:cubicBezTo>
                    <a:cubicBezTo>
                      <a:pt x="164" y="933"/>
                      <a:pt x="174" y="927"/>
                      <a:pt x="174" y="915"/>
                    </a:cubicBezTo>
                    <a:cubicBezTo>
                      <a:pt x="174" y="765"/>
                      <a:pt x="199" y="625"/>
                      <a:pt x="191" y="475"/>
                    </a:cubicBezTo>
                    <a:cubicBezTo>
                      <a:pt x="191" y="326"/>
                      <a:pt x="199" y="169"/>
                      <a:pt x="141" y="36"/>
                    </a:cubicBezTo>
                    <a:cubicBezTo>
                      <a:pt x="130" y="11"/>
                      <a:pt x="110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3" name="Google Shape;3143;p5"/>
              <p:cNvSpPr/>
              <p:nvPr/>
            </p:nvSpPr>
            <p:spPr>
              <a:xfrm>
                <a:off x="2896725" y="4718400"/>
                <a:ext cx="2100" cy="7700"/>
              </a:xfrm>
              <a:custGeom>
                <a:rect b="b" l="l" r="r" t="t"/>
                <a:pathLst>
                  <a:path extrusionOk="0" h="308" w="84">
                    <a:moveTo>
                      <a:pt x="42" y="1"/>
                    </a:moveTo>
                    <a:cubicBezTo>
                      <a:pt x="9" y="1"/>
                      <a:pt x="0" y="50"/>
                      <a:pt x="0" y="75"/>
                    </a:cubicBezTo>
                    <a:cubicBezTo>
                      <a:pt x="0" y="100"/>
                      <a:pt x="0" y="117"/>
                      <a:pt x="0" y="142"/>
                    </a:cubicBezTo>
                    <a:cubicBezTo>
                      <a:pt x="0" y="191"/>
                      <a:pt x="9" y="233"/>
                      <a:pt x="9" y="274"/>
                    </a:cubicBezTo>
                    <a:cubicBezTo>
                      <a:pt x="9" y="291"/>
                      <a:pt x="25" y="307"/>
                      <a:pt x="42" y="307"/>
                    </a:cubicBezTo>
                    <a:cubicBezTo>
                      <a:pt x="58" y="307"/>
                      <a:pt x="75" y="291"/>
                      <a:pt x="75" y="274"/>
                    </a:cubicBezTo>
                    <a:cubicBezTo>
                      <a:pt x="83" y="233"/>
                      <a:pt x="83" y="191"/>
                      <a:pt x="83" y="150"/>
                    </a:cubicBezTo>
                    <a:cubicBezTo>
                      <a:pt x="83" y="125"/>
                      <a:pt x="83" y="100"/>
                      <a:pt x="83" y="84"/>
                    </a:cubicBezTo>
                    <a:cubicBezTo>
                      <a:pt x="83" y="67"/>
                      <a:pt x="83" y="59"/>
                      <a:pt x="83" y="42"/>
                    </a:cubicBezTo>
                    <a:cubicBezTo>
                      <a:pt x="83" y="17"/>
                      <a:pt x="67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4" name="Google Shape;3144;p5"/>
              <p:cNvSpPr/>
              <p:nvPr/>
            </p:nvSpPr>
            <p:spPr>
              <a:xfrm>
                <a:off x="2892775" y="4735175"/>
                <a:ext cx="2725" cy="12000"/>
              </a:xfrm>
              <a:custGeom>
                <a:rect b="b" l="l" r="r" t="t"/>
                <a:pathLst>
                  <a:path extrusionOk="0" h="480" w="109">
                    <a:moveTo>
                      <a:pt x="52" y="0"/>
                    </a:moveTo>
                    <a:cubicBezTo>
                      <a:pt x="42" y="0"/>
                      <a:pt x="31" y="7"/>
                      <a:pt x="26" y="17"/>
                    </a:cubicBezTo>
                    <a:cubicBezTo>
                      <a:pt x="9" y="51"/>
                      <a:pt x="9" y="84"/>
                      <a:pt x="9" y="117"/>
                    </a:cubicBezTo>
                    <a:cubicBezTo>
                      <a:pt x="1" y="158"/>
                      <a:pt x="9" y="200"/>
                      <a:pt x="9" y="233"/>
                    </a:cubicBezTo>
                    <a:cubicBezTo>
                      <a:pt x="17" y="307"/>
                      <a:pt x="26" y="382"/>
                      <a:pt x="34" y="448"/>
                    </a:cubicBezTo>
                    <a:cubicBezTo>
                      <a:pt x="34" y="469"/>
                      <a:pt x="51" y="479"/>
                      <a:pt x="67" y="479"/>
                    </a:cubicBezTo>
                    <a:cubicBezTo>
                      <a:pt x="84" y="479"/>
                      <a:pt x="100" y="469"/>
                      <a:pt x="100" y="448"/>
                    </a:cubicBezTo>
                    <a:cubicBezTo>
                      <a:pt x="100" y="382"/>
                      <a:pt x="100" y="307"/>
                      <a:pt x="100" y="233"/>
                    </a:cubicBezTo>
                    <a:cubicBezTo>
                      <a:pt x="100" y="191"/>
                      <a:pt x="109" y="150"/>
                      <a:pt x="100" y="117"/>
                    </a:cubicBezTo>
                    <a:cubicBezTo>
                      <a:pt x="92" y="84"/>
                      <a:pt x="92" y="42"/>
                      <a:pt x="75" y="9"/>
                    </a:cubicBezTo>
                    <a:lnTo>
                      <a:pt x="67" y="9"/>
                    </a:lnTo>
                    <a:cubicBezTo>
                      <a:pt x="64" y="3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5" name="Google Shape;3145;p5"/>
              <p:cNvSpPr/>
              <p:nvPr/>
            </p:nvSpPr>
            <p:spPr>
              <a:xfrm>
                <a:off x="2997875" y="4581850"/>
                <a:ext cx="5950" cy="17525"/>
              </a:xfrm>
              <a:custGeom>
                <a:rect b="b" l="l" r="r" t="t"/>
                <a:pathLst>
                  <a:path extrusionOk="0" h="701" w="238">
                    <a:moveTo>
                      <a:pt x="171" y="1"/>
                    </a:moveTo>
                    <a:cubicBezTo>
                      <a:pt x="154" y="1"/>
                      <a:pt x="137" y="10"/>
                      <a:pt x="130" y="27"/>
                    </a:cubicBezTo>
                    <a:cubicBezTo>
                      <a:pt x="89" y="127"/>
                      <a:pt x="80" y="235"/>
                      <a:pt x="64" y="342"/>
                    </a:cubicBezTo>
                    <a:cubicBezTo>
                      <a:pt x="47" y="442"/>
                      <a:pt x="31" y="549"/>
                      <a:pt x="6" y="649"/>
                    </a:cubicBezTo>
                    <a:cubicBezTo>
                      <a:pt x="1" y="680"/>
                      <a:pt x="30" y="701"/>
                      <a:pt x="58" y="701"/>
                    </a:cubicBezTo>
                    <a:cubicBezTo>
                      <a:pt x="75" y="701"/>
                      <a:pt x="91" y="693"/>
                      <a:pt x="97" y="674"/>
                    </a:cubicBezTo>
                    <a:cubicBezTo>
                      <a:pt x="130" y="574"/>
                      <a:pt x="163" y="467"/>
                      <a:pt x="188" y="359"/>
                    </a:cubicBezTo>
                    <a:cubicBezTo>
                      <a:pt x="213" y="259"/>
                      <a:pt x="238" y="152"/>
                      <a:pt x="221" y="44"/>
                    </a:cubicBezTo>
                    <a:cubicBezTo>
                      <a:pt x="217" y="16"/>
                      <a:pt x="193" y="1"/>
                      <a:pt x="1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6" name="Google Shape;3146;p5"/>
              <p:cNvSpPr/>
              <p:nvPr/>
            </p:nvSpPr>
            <p:spPr>
              <a:xfrm>
                <a:off x="3002575" y="4560975"/>
                <a:ext cx="4150" cy="9850"/>
              </a:xfrm>
              <a:custGeom>
                <a:rect b="b" l="l" r="r" t="t"/>
                <a:pathLst>
                  <a:path extrusionOk="0" h="394" w="166">
                    <a:moveTo>
                      <a:pt x="116" y="1"/>
                    </a:moveTo>
                    <a:cubicBezTo>
                      <a:pt x="108" y="1"/>
                      <a:pt x="91" y="9"/>
                      <a:pt x="91" y="17"/>
                    </a:cubicBezTo>
                    <a:cubicBezTo>
                      <a:pt x="66" y="75"/>
                      <a:pt x="58" y="125"/>
                      <a:pt x="50" y="183"/>
                    </a:cubicBezTo>
                    <a:cubicBezTo>
                      <a:pt x="42" y="233"/>
                      <a:pt x="25" y="282"/>
                      <a:pt x="8" y="332"/>
                    </a:cubicBezTo>
                    <a:cubicBezTo>
                      <a:pt x="0" y="357"/>
                      <a:pt x="8" y="382"/>
                      <a:pt x="33" y="390"/>
                    </a:cubicBezTo>
                    <a:cubicBezTo>
                      <a:pt x="40" y="392"/>
                      <a:pt x="46" y="393"/>
                      <a:pt x="52" y="393"/>
                    </a:cubicBezTo>
                    <a:cubicBezTo>
                      <a:pt x="70" y="393"/>
                      <a:pt x="85" y="384"/>
                      <a:pt x="91" y="365"/>
                    </a:cubicBezTo>
                    <a:cubicBezTo>
                      <a:pt x="116" y="316"/>
                      <a:pt x="133" y="258"/>
                      <a:pt x="149" y="200"/>
                    </a:cubicBezTo>
                    <a:cubicBezTo>
                      <a:pt x="158" y="142"/>
                      <a:pt x="166" y="84"/>
                      <a:pt x="149" y="26"/>
                    </a:cubicBezTo>
                    <a:cubicBezTo>
                      <a:pt x="141" y="9"/>
                      <a:pt x="133" y="1"/>
                      <a:pt x="1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7" name="Google Shape;3147;p5"/>
              <p:cNvSpPr/>
              <p:nvPr/>
            </p:nvSpPr>
            <p:spPr>
              <a:xfrm>
                <a:off x="2991800" y="4666825"/>
                <a:ext cx="3550" cy="16175"/>
              </a:xfrm>
              <a:custGeom>
                <a:rect b="b" l="l" r="r" t="t"/>
                <a:pathLst>
                  <a:path extrusionOk="0" h="647" w="142">
                    <a:moveTo>
                      <a:pt x="62" y="1"/>
                    </a:moveTo>
                    <a:cubicBezTo>
                      <a:pt x="46" y="1"/>
                      <a:pt x="29" y="9"/>
                      <a:pt x="17" y="26"/>
                    </a:cubicBezTo>
                    <a:cubicBezTo>
                      <a:pt x="17" y="42"/>
                      <a:pt x="9" y="50"/>
                      <a:pt x="9" y="67"/>
                    </a:cubicBezTo>
                    <a:cubicBezTo>
                      <a:pt x="9" y="75"/>
                      <a:pt x="0" y="92"/>
                      <a:pt x="0" y="100"/>
                    </a:cubicBezTo>
                    <a:cubicBezTo>
                      <a:pt x="0" y="125"/>
                      <a:pt x="0" y="150"/>
                      <a:pt x="0" y="166"/>
                    </a:cubicBezTo>
                    <a:cubicBezTo>
                      <a:pt x="0" y="216"/>
                      <a:pt x="0" y="266"/>
                      <a:pt x="0" y="316"/>
                    </a:cubicBezTo>
                    <a:cubicBezTo>
                      <a:pt x="9" y="415"/>
                      <a:pt x="17" y="506"/>
                      <a:pt x="25" y="597"/>
                    </a:cubicBezTo>
                    <a:cubicBezTo>
                      <a:pt x="29" y="630"/>
                      <a:pt x="56" y="647"/>
                      <a:pt x="82" y="647"/>
                    </a:cubicBezTo>
                    <a:cubicBezTo>
                      <a:pt x="108" y="647"/>
                      <a:pt x="133" y="630"/>
                      <a:pt x="133" y="597"/>
                    </a:cubicBezTo>
                    <a:cubicBezTo>
                      <a:pt x="141" y="506"/>
                      <a:pt x="141" y="407"/>
                      <a:pt x="141" y="316"/>
                    </a:cubicBezTo>
                    <a:cubicBezTo>
                      <a:pt x="141" y="266"/>
                      <a:pt x="141" y="216"/>
                      <a:pt x="141" y="166"/>
                    </a:cubicBezTo>
                    <a:cubicBezTo>
                      <a:pt x="141" y="150"/>
                      <a:pt x="133" y="125"/>
                      <a:pt x="133" y="108"/>
                    </a:cubicBezTo>
                    <a:lnTo>
                      <a:pt x="133" y="100"/>
                    </a:lnTo>
                    <a:cubicBezTo>
                      <a:pt x="133" y="92"/>
                      <a:pt x="125" y="84"/>
                      <a:pt x="125" y="75"/>
                    </a:cubicBezTo>
                    <a:cubicBezTo>
                      <a:pt x="116" y="59"/>
                      <a:pt x="116" y="42"/>
                      <a:pt x="108" y="26"/>
                    </a:cubicBezTo>
                    <a:cubicBezTo>
                      <a:pt x="96" y="9"/>
                      <a:pt x="79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8" name="Google Shape;3148;p5"/>
              <p:cNvSpPr/>
              <p:nvPr/>
            </p:nvSpPr>
            <p:spPr>
              <a:xfrm>
                <a:off x="2983925" y="4667925"/>
                <a:ext cx="1900" cy="8500"/>
              </a:xfrm>
              <a:custGeom>
                <a:rect b="b" l="l" r="r" t="t"/>
                <a:pathLst>
                  <a:path extrusionOk="0" h="340" w="76">
                    <a:moveTo>
                      <a:pt x="34" y="0"/>
                    </a:moveTo>
                    <a:cubicBezTo>
                      <a:pt x="27" y="0"/>
                      <a:pt x="21" y="2"/>
                      <a:pt x="17" y="6"/>
                    </a:cubicBezTo>
                    <a:cubicBezTo>
                      <a:pt x="0" y="31"/>
                      <a:pt x="0" y="64"/>
                      <a:pt x="0" y="89"/>
                    </a:cubicBezTo>
                    <a:cubicBezTo>
                      <a:pt x="0" y="114"/>
                      <a:pt x="0" y="139"/>
                      <a:pt x="0" y="164"/>
                    </a:cubicBezTo>
                    <a:cubicBezTo>
                      <a:pt x="9" y="214"/>
                      <a:pt x="9" y="263"/>
                      <a:pt x="9" y="313"/>
                    </a:cubicBezTo>
                    <a:cubicBezTo>
                      <a:pt x="9" y="326"/>
                      <a:pt x="25" y="340"/>
                      <a:pt x="40" y="340"/>
                    </a:cubicBezTo>
                    <a:cubicBezTo>
                      <a:pt x="44" y="340"/>
                      <a:pt x="47" y="339"/>
                      <a:pt x="50" y="338"/>
                    </a:cubicBezTo>
                    <a:cubicBezTo>
                      <a:pt x="67" y="338"/>
                      <a:pt x="75" y="321"/>
                      <a:pt x="75" y="305"/>
                    </a:cubicBezTo>
                    <a:cubicBezTo>
                      <a:pt x="75" y="255"/>
                      <a:pt x="75" y="205"/>
                      <a:pt x="75" y="156"/>
                    </a:cubicBezTo>
                    <a:lnTo>
                      <a:pt x="75" y="81"/>
                    </a:lnTo>
                    <a:cubicBezTo>
                      <a:pt x="75" y="56"/>
                      <a:pt x="75" y="31"/>
                      <a:pt x="50" y="6"/>
                    </a:cubicBezTo>
                    <a:cubicBezTo>
                      <a:pt x="46" y="2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9" name="Google Shape;3149;p5"/>
              <p:cNvSpPr/>
              <p:nvPr/>
            </p:nvSpPr>
            <p:spPr>
              <a:xfrm>
                <a:off x="2981225" y="4669000"/>
                <a:ext cx="2225" cy="8525"/>
              </a:xfrm>
              <a:custGeom>
                <a:rect b="b" l="l" r="r" t="t"/>
                <a:pathLst>
                  <a:path extrusionOk="0" h="341" w="89">
                    <a:moveTo>
                      <a:pt x="14" y="1"/>
                    </a:moveTo>
                    <a:cubicBezTo>
                      <a:pt x="7" y="1"/>
                      <a:pt x="1" y="5"/>
                      <a:pt x="1" y="13"/>
                    </a:cubicBezTo>
                    <a:cubicBezTo>
                      <a:pt x="1" y="113"/>
                      <a:pt x="17" y="220"/>
                      <a:pt x="34" y="320"/>
                    </a:cubicBezTo>
                    <a:cubicBezTo>
                      <a:pt x="34" y="334"/>
                      <a:pt x="45" y="341"/>
                      <a:pt x="57" y="341"/>
                    </a:cubicBezTo>
                    <a:cubicBezTo>
                      <a:pt x="72" y="341"/>
                      <a:pt x="88" y="330"/>
                      <a:pt x="84" y="311"/>
                    </a:cubicBezTo>
                    <a:cubicBezTo>
                      <a:pt x="67" y="212"/>
                      <a:pt x="59" y="104"/>
                      <a:pt x="34" y="13"/>
                    </a:cubicBezTo>
                    <a:cubicBezTo>
                      <a:pt x="30" y="5"/>
                      <a:pt x="21" y="1"/>
                      <a:pt x="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0" name="Google Shape;3150;p5"/>
              <p:cNvSpPr/>
              <p:nvPr/>
            </p:nvSpPr>
            <p:spPr>
              <a:xfrm>
                <a:off x="2974600" y="4662625"/>
                <a:ext cx="2300" cy="10925"/>
              </a:xfrm>
              <a:custGeom>
                <a:rect b="b" l="l" r="r" t="t"/>
                <a:pathLst>
                  <a:path extrusionOk="0" h="437" w="92">
                    <a:moveTo>
                      <a:pt x="25" y="1"/>
                    </a:moveTo>
                    <a:cubicBezTo>
                      <a:pt x="17" y="1"/>
                      <a:pt x="9" y="7"/>
                      <a:pt x="9" y="20"/>
                    </a:cubicBezTo>
                    <a:cubicBezTo>
                      <a:pt x="1" y="144"/>
                      <a:pt x="17" y="276"/>
                      <a:pt x="34" y="409"/>
                    </a:cubicBezTo>
                    <a:cubicBezTo>
                      <a:pt x="34" y="428"/>
                      <a:pt x="46" y="436"/>
                      <a:pt x="58" y="436"/>
                    </a:cubicBezTo>
                    <a:cubicBezTo>
                      <a:pt x="74" y="436"/>
                      <a:pt x="92" y="423"/>
                      <a:pt x="92" y="401"/>
                    </a:cubicBezTo>
                    <a:cubicBezTo>
                      <a:pt x="83" y="268"/>
                      <a:pt x="75" y="144"/>
                      <a:pt x="42" y="20"/>
                    </a:cubicBezTo>
                    <a:cubicBezTo>
                      <a:pt x="42" y="7"/>
                      <a:pt x="34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1" name="Google Shape;3151;p5"/>
              <p:cNvSpPr/>
              <p:nvPr/>
            </p:nvSpPr>
            <p:spPr>
              <a:xfrm>
                <a:off x="2967350" y="4655600"/>
                <a:ext cx="3175" cy="12125"/>
              </a:xfrm>
              <a:custGeom>
                <a:rect b="b" l="l" r="r" t="t"/>
                <a:pathLst>
                  <a:path extrusionOk="0" h="485" w="127">
                    <a:moveTo>
                      <a:pt x="69" y="0"/>
                    </a:moveTo>
                    <a:cubicBezTo>
                      <a:pt x="61" y="0"/>
                      <a:pt x="54" y="6"/>
                      <a:pt x="50" y="19"/>
                    </a:cubicBezTo>
                    <a:cubicBezTo>
                      <a:pt x="1" y="160"/>
                      <a:pt x="17" y="317"/>
                      <a:pt x="50" y="458"/>
                    </a:cubicBezTo>
                    <a:cubicBezTo>
                      <a:pt x="54" y="476"/>
                      <a:pt x="70" y="484"/>
                      <a:pt x="86" y="484"/>
                    </a:cubicBezTo>
                    <a:cubicBezTo>
                      <a:pt x="106" y="484"/>
                      <a:pt x="126" y="470"/>
                      <a:pt x="117" y="441"/>
                    </a:cubicBezTo>
                    <a:cubicBezTo>
                      <a:pt x="92" y="309"/>
                      <a:pt x="92" y="168"/>
                      <a:pt x="92" y="27"/>
                    </a:cubicBezTo>
                    <a:cubicBezTo>
                      <a:pt x="92" y="12"/>
                      <a:pt x="80" y="0"/>
                      <a:pt x="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2" name="Google Shape;3152;p5"/>
              <p:cNvSpPr/>
              <p:nvPr/>
            </p:nvSpPr>
            <p:spPr>
              <a:xfrm>
                <a:off x="2932550" y="4321875"/>
                <a:ext cx="9550" cy="14775"/>
              </a:xfrm>
              <a:custGeom>
                <a:rect b="b" l="l" r="r" t="t"/>
                <a:pathLst>
                  <a:path extrusionOk="0" h="591" w="382">
                    <a:moveTo>
                      <a:pt x="333" y="0"/>
                    </a:moveTo>
                    <a:cubicBezTo>
                      <a:pt x="324" y="0"/>
                      <a:pt x="315" y="4"/>
                      <a:pt x="307" y="12"/>
                    </a:cubicBezTo>
                    <a:cubicBezTo>
                      <a:pt x="282" y="28"/>
                      <a:pt x="274" y="45"/>
                      <a:pt x="266" y="70"/>
                    </a:cubicBezTo>
                    <a:cubicBezTo>
                      <a:pt x="258" y="78"/>
                      <a:pt x="249" y="86"/>
                      <a:pt x="241" y="103"/>
                    </a:cubicBezTo>
                    <a:cubicBezTo>
                      <a:pt x="241" y="111"/>
                      <a:pt x="233" y="119"/>
                      <a:pt x="233" y="128"/>
                    </a:cubicBezTo>
                    <a:cubicBezTo>
                      <a:pt x="224" y="152"/>
                      <a:pt x="216" y="169"/>
                      <a:pt x="208" y="186"/>
                    </a:cubicBezTo>
                    <a:cubicBezTo>
                      <a:pt x="200" y="227"/>
                      <a:pt x="183" y="268"/>
                      <a:pt x="158" y="302"/>
                    </a:cubicBezTo>
                    <a:cubicBezTo>
                      <a:pt x="125" y="368"/>
                      <a:pt x="84" y="434"/>
                      <a:pt x="26" y="492"/>
                    </a:cubicBezTo>
                    <a:cubicBezTo>
                      <a:pt x="9" y="517"/>
                      <a:pt x="1" y="542"/>
                      <a:pt x="17" y="567"/>
                    </a:cubicBezTo>
                    <a:cubicBezTo>
                      <a:pt x="27" y="581"/>
                      <a:pt x="45" y="590"/>
                      <a:pt x="62" y="590"/>
                    </a:cubicBezTo>
                    <a:cubicBezTo>
                      <a:pt x="74" y="590"/>
                      <a:pt x="85" y="585"/>
                      <a:pt x="92" y="575"/>
                    </a:cubicBezTo>
                    <a:lnTo>
                      <a:pt x="100" y="575"/>
                    </a:lnTo>
                    <a:cubicBezTo>
                      <a:pt x="133" y="550"/>
                      <a:pt x="166" y="517"/>
                      <a:pt x="200" y="484"/>
                    </a:cubicBezTo>
                    <a:cubicBezTo>
                      <a:pt x="224" y="451"/>
                      <a:pt x="258" y="418"/>
                      <a:pt x="282" y="376"/>
                    </a:cubicBezTo>
                    <a:cubicBezTo>
                      <a:pt x="307" y="335"/>
                      <a:pt x="332" y="293"/>
                      <a:pt x="349" y="252"/>
                    </a:cubicBezTo>
                    <a:cubicBezTo>
                      <a:pt x="357" y="227"/>
                      <a:pt x="365" y="210"/>
                      <a:pt x="374" y="186"/>
                    </a:cubicBezTo>
                    <a:cubicBezTo>
                      <a:pt x="374" y="177"/>
                      <a:pt x="382" y="161"/>
                      <a:pt x="382" y="144"/>
                    </a:cubicBezTo>
                    <a:cubicBezTo>
                      <a:pt x="382" y="136"/>
                      <a:pt x="382" y="128"/>
                      <a:pt x="382" y="119"/>
                    </a:cubicBezTo>
                    <a:cubicBezTo>
                      <a:pt x="382" y="111"/>
                      <a:pt x="382" y="103"/>
                      <a:pt x="382" y="94"/>
                    </a:cubicBezTo>
                    <a:cubicBezTo>
                      <a:pt x="382" y="70"/>
                      <a:pt x="382" y="45"/>
                      <a:pt x="365" y="20"/>
                    </a:cubicBezTo>
                    <a:cubicBezTo>
                      <a:pt x="356" y="6"/>
                      <a:pt x="344" y="0"/>
                      <a:pt x="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3" name="Google Shape;3153;p5"/>
              <p:cNvSpPr/>
              <p:nvPr/>
            </p:nvSpPr>
            <p:spPr>
              <a:xfrm>
                <a:off x="2941675" y="4341175"/>
                <a:ext cx="5000" cy="9850"/>
              </a:xfrm>
              <a:custGeom>
                <a:rect b="b" l="l" r="r" t="t"/>
                <a:pathLst>
                  <a:path extrusionOk="0" h="394" w="200">
                    <a:moveTo>
                      <a:pt x="145" y="0"/>
                    </a:moveTo>
                    <a:cubicBezTo>
                      <a:pt x="134" y="0"/>
                      <a:pt x="123" y="6"/>
                      <a:pt x="116" y="18"/>
                    </a:cubicBezTo>
                    <a:cubicBezTo>
                      <a:pt x="108" y="35"/>
                      <a:pt x="100" y="43"/>
                      <a:pt x="91" y="60"/>
                    </a:cubicBezTo>
                    <a:cubicBezTo>
                      <a:pt x="91" y="76"/>
                      <a:pt x="83" y="85"/>
                      <a:pt x="83" y="101"/>
                    </a:cubicBezTo>
                    <a:cubicBezTo>
                      <a:pt x="75" y="118"/>
                      <a:pt x="75" y="126"/>
                      <a:pt x="67" y="143"/>
                    </a:cubicBezTo>
                    <a:lnTo>
                      <a:pt x="67" y="151"/>
                    </a:lnTo>
                    <a:cubicBezTo>
                      <a:pt x="67" y="159"/>
                      <a:pt x="58" y="168"/>
                      <a:pt x="58" y="176"/>
                    </a:cubicBezTo>
                    <a:cubicBezTo>
                      <a:pt x="42" y="226"/>
                      <a:pt x="25" y="275"/>
                      <a:pt x="9" y="325"/>
                    </a:cubicBezTo>
                    <a:cubicBezTo>
                      <a:pt x="0" y="350"/>
                      <a:pt x="9" y="383"/>
                      <a:pt x="33" y="391"/>
                    </a:cubicBezTo>
                    <a:cubicBezTo>
                      <a:pt x="38" y="393"/>
                      <a:pt x="42" y="393"/>
                      <a:pt x="46" y="393"/>
                    </a:cubicBezTo>
                    <a:cubicBezTo>
                      <a:pt x="67" y="393"/>
                      <a:pt x="85" y="379"/>
                      <a:pt x="91" y="358"/>
                    </a:cubicBezTo>
                    <a:cubicBezTo>
                      <a:pt x="116" y="308"/>
                      <a:pt x="141" y="259"/>
                      <a:pt x="158" y="209"/>
                    </a:cubicBezTo>
                    <a:cubicBezTo>
                      <a:pt x="174" y="159"/>
                      <a:pt x="199" y="93"/>
                      <a:pt x="183" y="35"/>
                    </a:cubicBezTo>
                    <a:cubicBezTo>
                      <a:pt x="183" y="15"/>
                      <a:pt x="164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4" name="Google Shape;3154;p5"/>
              <p:cNvSpPr/>
              <p:nvPr/>
            </p:nvSpPr>
            <p:spPr>
              <a:xfrm>
                <a:off x="2943525" y="4353225"/>
                <a:ext cx="4600" cy="6525"/>
              </a:xfrm>
              <a:custGeom>
                <a:rect b="b" l="l" r="r" t="t"/>
                <a:pathLst>
                  <a:path extrusionOk="0" h="261" w="184">
                    <a:moveTo>
                      <a:pt x="133" y="0"/>
                    </a:moveTo>
                    <a:cubicBezTo>
                      <a:pt x="117" y="0"/>
                      <a:pt x="109" y="9"/>
                      <a:pt x="100" y="17"/>
                    </a:cubicBezTo>
                    <a:cubicBezTo>
                      <a:pt x="100" y="17"/>
                      <a:pt x="92" y="25"/>
                      <a:pt x="84" y="34"/>
                    </a:cubicBezTo>
                    <a:cubicBezTo>
                      <a:pt x="84" y="42"/>
                      <a:pt x="75" y="42"/>
                      <a:pt x="75" y="50"/>
                    </a:cubicBezTo>
                    <a:cubicBezTo>
                      <a:pt x="67" y="67"/>
                      <a:pt x="59" y="83"/>
                      <a:pt x="51" y="100"/>
                    </a:cubicBezTo>
                    <a:cubicBezTo>
                      <a:pt x="34" y="125"/>
                      <a:pt x="17" y="158"/>
                      <a:pt x="9" y="183"/>
                    </a:cubicBezTo>
                    <a:cubicBezTo>
                      <a:pt x="1" y="199"/>
                      <a:pt x="1" y="216"/>
                      <a:pt x="9" y="224"/>
                    </a:cubicBezTo>
                    <a:cubicBezTo>
                      <a:pt x="9" y="241"/>
                      <a:pt x="26" y="257"/>
                      <a:pt x="42" y="257"/>
                    </a:cubicBezTo>
                    <a:cubicBezTo>
                      <a:pt x="48" y="259"/>
                      <a:pt x="54" y="260"/>
                      <a:pt x="61" y="260"/>
                    </a:cubicBezTo>
                    <a:cubicBezTo>
                      <a:pt x="82" y="260"/>
                      <a:pt x="104" y="249"/>
                      <a:pt x="117" y="224"/>
                    </a:cubicBezTo>
                    <a:lnTo>
                      <a:pt x="109" y="224"/>
                    </a:lnTo>
                    <a:cubicBezTo>
                      <a:pt x="125" y="199"/>
                      <a:pt x="142" y="174"/>
                      <a:pt x="150" y="141"/>
                    </a:cubicBezTo>
                    <a:cubicBezTo>
                      <a:pt x="158" y="133"/>
                      <a:pt x="167" y="116"/>
                      <a:pt x="167" y="100"/>
                    </a:cubicBezTo>
                    <a:cubicBezTo>
                      <a:pt x="175" y="92"/>
                      <a:pt x="175" y="83"/>
                      <a:pt x="175" y="67"/>
                    </a:cubicBezTo>
                    <a:cubicBezTo>
                      <a:pt x="183" y="58"/>
                      <a:pt x="183" y="58"/>
                      <a:pt x="183" y="50"/>
                    </a:cubicBezTo>
                    <a:cubicBezTo>
                      <a:pt x="183" y="25"/>
                      <a:pt x="175" y="9"/>
                      <a:pt x="1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5" name="Google Shape;3155;p5"/>
              <p:cNvSpPr/>
              <p:nvPr/>
            </p:nvSpPr>
            <p:spPr>
              <a:xfrm>
                <a:off x="2831475" y="4220775"/>
                <a:ext cx="6025" cy="16175"/>
              </a:xfrm>
              <a:custGeom>
                <a:rect b="b" l="l" r="r" t="t"/>
                <a:pathLst>
                  <a:path extrusionOk="0" h="647" w="241">
                    <a:moveTo>
                      <a:pt x="99" y="0"/>
                    </a:moveTo>
                    <a:cubicBezTo>
                      <a:pt x="80" y="0"/>
                      <a:pt x="62" y="11"/>
                      <a:pt x="58" y="37"/>
                    </a:cubicBezTo>
                    <a:cubicBezTo>
                      <a:pt x="42" y="103"/>
                      <a:pt x="33" y="170"/>
                      <a:pt x="25" y="236"/>
                    </a:cubicBezTo>
                    <a:cubicBezTo>
                      <a:pt x="17" y="311"/>
                      <a:pt x="0" y="393"/>
                      <a:pt x="42" y="460"/>
                    </a:cubicBezTo>
                    <a:cubicBezTo>
                      <a:pt x="50" y="472"/>
                      <a:pt x="65" y="478"/>
                      <a:pt x="79" y="478"/>
                    </a:cubicBezTo>
                    <a:cubicBezTo>
                      <a:pt x="94" y="478"/>
                      <a:pt x="108" y="472"/>
                      <a:pt x="116" y="460"/>
                    </a:cubicBezTo>
                    <a:lnTo>
                      <a:pt x="125" y="443"/>
                    </a:lnTo>
                    <a:cubicBezTo>
                      <a:pt x="125" y="493"/>
                      <a:pt x="133" y="551"/>
                      <a:pt x="133" y="609"/>
                    </a:cubicBezTo>
                    <a:cubicBezTo>
                      <a:pt x="137" y="634"/>
                      <a:pt x="158" y="646"/>
                      <a:pt x="178" y="646"/>
                    </a:cubicBezTo>
                    <a:cubicBezTo>
                      <a:pt x="199" y="646"/>
                      <a:pt x="220" y="634"/>
                      <a:pt x="224" y="609"/>
                    </a:cubicBezTo>
                    <a:cubicBezTo>
                      <a:pt x="241" y="493"/>
                      <a:pt x="224" y="377"/>
                      <a:pt x="191" y="261"/>
                    </a:cubicBezTo>
                    <a:cubicBezTo>
                      <a:pt x="191" y="240"/>
                      <a:pt x="174" y="226"/>
                      <a:pt x="154" y="226"/>
                    </a:cubicBezTo>
                    <a:cubicBezTo>
                      <a:pt x="150" y="226"/>
                      <a:pt x="146" y="226"/>
                      <a:pt x="141" y="228"/>
                    </a:cubicBezTo>
                    <a:cubicBezTo>
                      <a:pt x="141" y="170"/>
                      <a:pt x="141" y="103"/>
                      <a:pt x="141" y="45"/>
                    </a:cubicBezTo>
                    <a:cubicBezTo>
                      <a:pt x="146" y="18"/>
                      <a:pt x="122" y="0"/>
                      <a:pt x="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6" name="Google Shape;3156;p5"/>
              <p:cNvSpPr/>
              <p:nvPr/>
            </p:nvSpPr>
            <p:spPr>
              <a:xfrm>
                <a:off x="2869575" y="4210925"/>
                <a:ext cx="6675" cy="9275"/>
              </a:xfrm>
              <a:custGeom>
                <a:rect b="b" l="l" r="r" t="t"/>
                <a:pathLst>
                  <a:path extrusionOk="0" h="371" w="267">
                    <a:moveTo>
                      <a:pt x="233" y="0"/>
                    </a:moveTo>
                    <a:cubicBezTo>
                      <a:pt x="208" y="0"/>
                      <a:pt x="183" y="0"/>
                      <a:pt x="175" y="17"/>
                    </a:cubicBezTo>
                    <a:cubicBezTo>
                      <a:pt x="167" y="33"/>
                      <a:pt x="158" y="50"/>
                      <a:pt x="150" y="58"/>
                    </a:cubicBezTo>
                    <a:lnTo>
                      <a:pt x="142" y="67"/>
                    </a:lnTo>
                    <a:lnTo>
                      <a:pt x="142" y="75"/>
                    </a:lnTo>
                    <a:lnTo>
                      <a:pt x="133" y="91"/>
                    </a:lnTo>
                    <a:cubicBezTo>
                      <a:pt x="117" y="116"/>
                      <a:pt x="109" y="141"/>
                      <a:pt x="92" y="166"/>
                    </a:cubicBezTo>
                    <a:cubicBezTo>
                      <a:pt x="92" y="183"/>
                      <a:pt x="84" y="191"/>
                      <a:pt x="75" y="207"/>
                    </a:cubicBezTo>
                    <a:lnTo>
                      <a:pt x="67" y="216"/>
                    </a:lnTo>
                    <a:lnTo>
                      <a:pt x="67" y="224"/>
                    </a:lnTo>
                    <a:lnTo>
                      <a:pt x="67" y="232"/>
                    </a:lnTo>
                    <a:cubicBezTo>
                      <a:pt x="51" y="257"/>
                      <a:pt x="34" y="274"/>
                      <a:pt x="17" y="299"/>
                    </a:cubicBezTo>
                    <a:cubicBezTo>
                      <a:pt x="1" y="315"/>
                      <a:pt x="9" y="348"/>
                      <a:pt x="26" y="365"/>
                    </a:cubicBezTo>
                    <a:cubicBezTo>
                      <a:pt x="36" y="368"/>
                      <a:pt x="46" y="370"/>
                      <a:pt x="56" y="370"/>
                    </a:cubicBezTo>
                    <a:cubicBezTo>
                      <a:pt x="70" y="370"/>
                      <a:pt x="82" y="366"/>
                      <a:pt x="92" y="357"/>
                    </a:cubicBezTo>
                    <a:cubicBezTo>
                      <a:pt x="125" y="315"/>
                      <a:pt x="158" y="265"/>
                      <a:pt x="191" y="224"/>
                    </a:cubicBezTo>
                    <a:cubicBezTo>
                      <a:pt x="200" y="216"/>
                      <a:pt x="208" y="199"/>
                      <a:pt x="208" y="191"/>
                    </a:cubicBezTo>
                    <a:cubicBezTo>
                      <a:pt x="216" y="174"/>
                      <a:pt x="233" y="166"/>
                      <a:pt x="233" y="149"/>
                    </a:cubicBezTo>
                    <a:cubicBezTo>
                      <a:pt x="249" y="116"/>
                      <a:pt x="258" y="83"/>
                      <a:pt x="258" y="58"/>
                    </a:cubicBezTo>
                    <a:cubicBezTo>
                      <a:pt x="266" y="33"/>
                      <a:pt x="249" y="9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7" name="Google Shape;3157;p5"/>
              <p:cNvSpPr/>
              <p:nvPr/>
            </p:nvSpPr>
            <p:spPr>
              <a:xfrm>
                <a:off x="2873525" y="4217675"/>
                <a:ext cx="3950" cy="6125"/>
              </a:xfrm>
              <a:custGeom>
                <a:rect b="b" l="l" r="r" t="t"/>
                <a:pathLst>
                  <a:path extrusionOk="0" h="245" w="158">
                    <a:moveTo>
                      <a:pt x="129" y="0"/>
                    </a:moveTo>
                    <a:cubicBezTo>
                      <a:pt x="120" y="0"/>
                      <a:pt x="114" y="6"/>
                      <a:pt x="108" y="12"/>
                    </a:cubicBezTo>
                    <a:cubicBezTo>
                      <a:pt x="100" y="20"/>
                      <a:pt x="100" y="29"/>
                      <a:pt x="91" y="37"/>
                    </a:cubicBezTo>
                    <a:cubicBezTo>
                      <a:pt x="83" y="45"/>
                      <a:pt x="83" y="53"/>
                      <a:pt x="75" y="62"/>
                    </a:cubicBezTo>
                    <a:cubicBezTo>
                      <a:pt x="67" y="78"/>
                      <a:pt x="67" y="87"/>
                      <a:pt x="58" y="103"/>
                    </a:cubicBezTo>
                    <a:lnTo>
                      <a:pt x="9" y="194"/>
                    </a:lnTo>
                    <a:cubicBezTo>
                      <a:pt x="0" y="211"/>
                      <a:pt x="9" y="236"/>
                      <a:pt x="25" y="244"/>
                    </a:cubicBezTo>
                    <a:cubicBezTo>
                      <a:pt x="42" y="244"/>
                      <a:pt x="67" y="244"/>
                      <a:pt x="67" y="219"/>
                    </a:cubicBezTo>
                    <a:cubicBezTo>
                      <a:pt x="83" y="194"/>
                      <a:pt x="100" y="161"/>
                      <a:pt x="116" y="128"/>
                    </a:cubicBezTo>
                    <a:cubicBezTo>
                      <a:pt x="125" y="111"/>
                      <a:pt x="133" y="95"/>
                      <a:pt x="133" y="87"/>
                    </a:cubicBezTo>
                    <a:cubicBezTo>
                      <a:pt x="141" y="78"/>
                      <a:pt x="141" y="62"/>
                      <a:pt x="149" y="62"/>
                    </a:cubicBezTo>
                    <a:cubicBezTo>
                      <a:pt x="149" y="45"/>
                      <a:pt x="149" y="37"/>
                      <a:pt x="158" y="29"/>
                    </a:cubicBezTo>
                    <a:cubicBezTo>
                      <a:pt x="158" y="20"/>
                      <a:pt x="149" y="4"/>
                      <a:pt x="141" y="4"/>
                    </a:cubicBezTo>
                    <a:cubicBezTo>
                      <a:pt x="136" y="1"/>
                      <a:pt x="132" y="0"/>
                      <a:pt x="1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8" name="Google Shape;3158;p5"/>
              <p:cNvSpPr/>
              <p:nvPr/>
            </p:nvSpPr>
            <p:spPr>
              <a:xfrm>
                <a:off x="2953225" y="4129675"/>
                <a:ext cx="13325" cy="19925"/>
              </a:xfrm>
              <a:custGeom>
                <a:rect b="b" l="l" r="r" t="t"/>
                <a:pathLst>
                  <a:path extrusionOk="0" h="797" w="533">
                    <a:moveTo>
                      <a:pt x="59" y="1"/>
                    </a:moveTo>
                    <a:cubicBezTo>
                      <a:pt x="26" y="1"/>
                      <a:pt x="1" y="43"/>
                      <a:pt x="27" y="69"/>
                    </a:cubicBezTo>
                    <a:cubicBezTo>
                      <a:pt x="110" y="168"/>
                      <a:pt x="184" y="284"/>
                      <a:pt x="242" y="408"/>
                    </a:cubicBezTo>
                    <a:cubicBezTo>
                      <a:pt x="267" y="466"/>
                      <a:pt x="284" y="533"/>
                      <a:pt x="309" y="591"/>
                    </a:cubicBezTo>
                    <a:cubicBezTo>
                      <a:pt x="325" y="665"/>
                      <a:pt x="325" y="748"/>
                      <a:pt x="392" y="790"/>
                    </a:cubicBezTo>
                    <a:cubicBezTo>
                      <a:pt x="401" y="794"/>
                      <a:pt x="410" y="796"/>
                      <a:pt x="419" y="796"/>
                    </a:cubicBezTo>
                    <a:cubicBezTo>
                      <a:pt x="442" y="796"/>
                      <a:pt x="463" y="783"/>
                      <a:pt x="474" y="765"/>
                    </a:cubicBezTo>
                    <a:cubicBezTo>
                      <a:pt x="532" y="707"/>
                      <a:pt x="483" y="599"/>
                      <a:pt x="458" y="533"/>
                    </a:cubicBezTo>
                    <a:cubicBezTo>
                      <a:pt x="433" y="466"/>
                      <a:pt x="400" y="400"/>
                      <a:pt x="367" y="334"/>
                    </a:cubicBezTo>
                    <a:cubicBezTo>
                      <a:pt x="292" y="210"/>
                      <a:pt x="201" y="102"/>
                      <a:pt x="85" y="11"/>
                    </a:cubicBezTo>
                    <a:cubicBezTo>
                      <a:pt x="76" y="4"/>
                      <a:pt x="67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9" name="Google Shape;3159;p5"/>
              <p:cNvSpPr/>
              <p:nvPr/>
            </p:nvSpPr>
            <p:spPr>
              <a:xfrm>
                <a:off x="2952650" y="4138575"/>
                <a:ext cx="3950" cy="6775"/>
              </a:xfrm>
              <a:custGeom>
                <a:rect b="b" l="l" r="r" t="t"/>
                <a:pathLst>
                  <a:path extrusionOk="0" h="271" w="158">
                    <a:moveTo>
                      <a:pt x="39" y="0"/>
                    </a:moveTo>
                    <a:cubicBezTo>
                      <a:pt x="34" y="0"/>
                      <a:pt x="30" y="1"/>
                      <a:pt x="25" y="3"/>
                    </a:cubicBezTo>
                    <a:cubicBezTo>
                      <a:pt x="9" y="19"/>
                      <a:pt x="0" y="44"/>
                      <a:pt x="9" y="61"/>
                    </a:cubicBezTo>
                    <a:cubicBezTo>
                      <a:pt x="17" y="94"/>
                      <a:pt x="34" y="135"/>
                      <a:pt x="42" y="168"/>
                    </a:cubicBezTo>
                    <a:cubicBezTo>
                      <a:pt x="50" y="185"/>
                      <a:pt x="58" y="202"/>
                      <a:pt x="67" y="210"/>
                    </a:cubicBezTo>
                    <a:cubicBezTo>
                      <a:pt x="75" y="226"/>
                      <a:pt x="75" y="235"/>
                      <a:pt x="91" y="251"/>
                    </a:cubicBezTo>
                    <a:lnTo>
                      <a:pt x="108" y="268"/>
                    </a:lnTo>
                    <a:cubicBezTo>
                      <a:pt x="112" y="270"/>
                      <a:pt x="117" y="271"/>
                      <a:pt x="122" y="271"/>
                    </a:cubicBezTo>
                    <a:cubicBezTo>
                      <a:pt x="136" y="271"/>
                      <a:pt x="149" y="262"/>
                      <a:pt x="149" y="243"/>
                    </a:cubicBezTo>
                    <a:cubicBezTo>
                      <a:pt x="149" y="235"/>
                      <a:pt x="158" y="226"/>
                      <a:pt x="158" y="218"/>
                    </a:cubicBezTo>
                    <a:cubicBezTo>
                      <a:pt x="158" y="202"/>
                      <a:pt x="149" y="193"/>
                      <a:pt x="141" y="177"/>
                    </a:cubicBezTo>
                    <a:cubicBezTo>
                      <a:pt x="141" y="160"/>
                      <a:pt x="133" y="144"/>
                      <a:pt x="125" y="127"/>
                    </a:cubicBezTo>
                    <a:cubicBezTo>
                      <a:pt x="116" y="94"/>
                      <a:pt x="100" y="61"/>
                      <a:pt x="83" y="28"/>
                    </a:cubicBezTo>
                    <a:cubicBezTo>
                      <a:pt x="76" y="14"/>
                      <a:pt x="5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0" name="Google Shape;3160;p5"/>
              <p:cNvSpPr/>
              <p:nvPr/>
            </p:nvSpPr>
            <p:spPr>
              <a:xfrm>
                <a:off x="3021000" y="4137750"/>
                <a:ext cx="4575" cy="10250"/>
              </a:xfrm>
              <a:custGeom>
                <a:rect b="b" l="l" r="r" t="t"/>
                <a:pathLst>
                  <a:path extrusionOk="0" h="410" w="183">
                    <a:moveTo>
                      <a:pt x="63" y="1"/>
                    </a:moveTo>
                    <a:cubicBezTo>
                      <a:pt x="59" y="1"/>
                      <a:pt x="55" y="1"/>
                      <a:pt x="50" y="3"/>
                    </a:cubicBezTo>
                    <a:cubicBezTo>
                      <a:pt x="25" y="3"/>
                      <a:pt x="1" y="27"/>
                      <a:pt x="9" y="61"/>
                    </a:cubicBezTo>
                    <a:cubicBezTo>
                      <a:pt x="25" y="119"/>
                      <a:pt x="34" y="185"/>
                      <a:pt x="50" y="243"/>
                    </a:cubicBezTo>
                    <a:cubicBezTo>
                      <a:pt x="59" y="276"/>
                      <a:pt x="59" y="309"/>
                      <a:pt x="75" y="342"/>
                    </a:cubicBezTo>
                    <a:cubicBezTo>
                      <a:pt x="83" y="372"/>
                      <a:pt x="97" y="410"/>
                      <a:pt x="131" y="410"/>
                    </a:cubicBezTo>
                    <a:cubicBezTo>
                      <a:pt x="134" y="410"/>
                      <a:pt x="138" y="409"/>
                      <a:pt x="141" y="409"/>
                    </a:cubicBezTo>
                    <a:cubicBezTo>
                      <a:pt x="183" y="409"/>
                      <a:pt x="183" y="351"/>
                      <a:pt x="175" y="317"/>
                    </a:cubicBezTo>
                    <a:lnTo>
                      <a:pt x="175" y="317"/>
                    </a:lnTo>
                    <a:lnTo>
                      <a:pt x="175" y="326"/>
                    </a:lnTo>
                    <a:cubicBezTo>
                      <a:pt x="175" y="293"/>
                      <a:pt x="166" y="259"/>
                      <a:pt x="158" y="235"/>
                    </a:cubicBezTo>
                    <a:cubicBezTo>
                      <a:pt x="141" y="168"/>
                      <a:pt x="125" y="102"/>
                      <a:pt x="108" y="44"/>
                    </a:cubicBezTo>
                    <a:cubicBezTo>
                      <a:pt x="101" y="22"/>
                      <a:pt x="88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1" name="Google Shape;3161;p5"/>
              <p:cNvSpPr/>
              <p:nvPr/>
            </p:nvSpPr>
            <p:spPr>
              <a:xfrm>
                <a:off x="2808375" y="4622075"/>
                <a:ext cx="5300" cy="21275"/>
              </a:xfrm>
              <a:custGeom>
                <a:rect b="b" l="l" r="r" t="t"/>
                <a:pathLst>
                  <a:path extrusionOk="0" h="851" w="212">
                    <a:moveTo>
                      <a:pt x="45" y="1"/>
                    </a:moveTo>
                    <a:cubicBezTo>
                      <a:pt x="22" y="1"/>
                      <a:pt x="0" y="16"/>
                      <a:pt x="5" y="42"/>
                    </a:cubicBezTo>
                    <a:cubicBezTo>
                      <a:pt x="30" y="175"/>
                      <a:pt x="54" y="308"/>
                      <a:pt x="71" y="440"/>
                    </a:cubicBezTo>
                    <a:cubicBezTo>
                      <a:pt x="79" y="506"/>
                      <a:pt x="96" y="573"/>
                      <a:pt x="104" y="639"/>
                    </a:cubicBezTo>
                    <a:cubicBezTo>
                      <a:pt x="112" y="705"/>
                      <a:pt x="112" y="772"/>
                      <a:pt x="137" y="830"/>
                    </a:cubicBezTo>
                    <a:cubicBezTo>
                      <a:pt x="144" y="844"/>
                      <a:pt x="157" y="851"/>
                      <a:pt x="168" y="851"/>
                    </a:cubicBezTo>
                    <a:cubicBezTo>
                      <a:pt x="184" y="851"/>
                      <a:pt x="199" y="840"/>
                      <a:pt x="204" y="821"/>
                    </a:cubicBezTo>
                    <a:cubicBezTo>
                      <a:pt x="212" y="755"/>
                      <a:pt x="204" y="697"/>
                      <a:pt x="195" y="631"/>
                    </a:cubicBezTo>
                    <a:cubicBezTo>
                      <a:pt x="187" y="564"/>
                      <a:pt x="179" y="498"/>
                      <a:pt x="170" y="432"/>
                    </a:cubicBezTo>
                    <a:cubicBezTo>
                      <a:pt x="146" y="299"/>
                      <a:pt x="121" y="167"/>
                      <a:pt x="88" y="34"/>
                    </a:cubicBezTo>
                    <a:cubicBezTo>
                      <a:pt x="84" y="11"/>
                      <a:pt x="64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2" name="Google Shape;3162;p5"/>
              <p:cNvSpPr/>
              <p:nvPr/>
            </p:nvSpPr>
            <p:spPr>
              <a:xfrm>
                <a:off x="2809925" y="4689125"/>
                <a:ext cx="7475" cy="11500"/>
              </a:xfrm>
              <a:custGeom>
                <a:rect b="b" l="l" r="r" t="t"/>
                <a:pathLst>
                  <a:path extrusionOk="0" h="460" w="299">
                    <a:moveTo>
                      <a:pt x="241" y="0"/>
                    </a:moveTo>
                    <a:cubicBezTo>
                      <a:pt x="218" y="0"/>
                      <a:pt x="197" y="10"/>
                      <a:pt x="191" y="28"/>
                    </a:cubicBezTo>
                    <a:cubicBezTo>
                      <a:pt x="166" y="95"/>
                      <a:pt x="133" y="153"/>
                      <a:pt x="100" y="219"/>
                    </a:cubicBezTo>
                    <a:cubicBezTo>
                      <a:pt x="92" y="227"/>
                      <a:pt x="84" y="244"/>
                      <a:pt x="75" y="260"/>
                    </a:cubicBezTo>
                    <a:lnTo>
                      <a:pt x="67" y="269"/>
                    </a:lnTo>
                    <a:cubicBezTo>
                      <a:pt x="67" y="285"/>
                      <a:pt x="59" y="293"/>
                      <a:pt x="50" y="302"/>
                    </a:cubicBezTo>
                    <a:cubicBezTo>
                      <a:pt x="34" y="335"/>
                      <a:pt x="26" y="368"/>
                      <a:pt x="9" y="401"/>
                    </a:cubicBezTo>
                    <a:cubicBezTo>
                      <a:pt x="1" y="418"/>
                      <a:pt x="9" y="443"/>
                      <a:pt x="26" y="451"/>
                    </a:cubicBezTo>
                    <a:cubicBezTo>
                      <a:pt x="35" y="457"/>
                      <a:pt x="45" y="460"/>
                      <a:pt x="54" y="460"/>
                    </a:cubicBezTo>
                    <a:cubicBezTo>
                      <a:pt x="68" y="460"/>
                      <a:pt x="82" y="453"/>
                      <a:pt x="92" y="443"/>
                    </a:cubicBezTo>
                    <a:cubicBezTo>
                      <a:pt x="108" y="418"/>
                      <a:pt x="133" y="393"/>
                      <a:pt x="150" y="360"/>
                    </a:cubicBezTo>
                    <a:cubicBezTo>
                      <a:pt x="175" y="327"/>
                      <a:pt x="191" y="293"/>
                      <a:pt x="208" y="260"/>
                    </a:cubicBezTo>
                    <a:cubicBezTo>
                      <a:pt x="233" y="202"/>
                      <a:pt x="266" y="136"/>
                      <a:pt x="291" y="70"/>
                    </a:cubicBezTo>
                    <a:cubicBezTo>
                      <a:pt x="299" y="45"/>
                      <a:pt x="291" y="12"/>
                      <a:pt x="266" y="3"/>
                    </a:cubicBezTo>
                    <a:cubicBezTo>
                      <a:pt x="258" y="1"/>
                      <a:pt x="249" y="0"/>
                      <a:pt x="2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3" name="Google Shape;3163;p5"/>
              <p:cNvSpPr/>
              <p:nvPr/>
            </p:nvSpPr>
            <p:spPr>
              <a:xfrm>
                <a:off x="2638775" y="4718225"/>
                <a:ext cx="38700" cy="30500"/>
              </a:xfrm>
              <a:custGeom>
                <a:rect b="b" l="l" r="r" t="t"/>
                <a:pathLst>
                  <a:path extrusionOk="0" h="1220" w="1548">
                    <a:moveTo>
                      <a:pt x="96" y="1"/>
                    </a:moveTo>
                    <a:cubicBezTo>
                      <a:pt x="48" y="1"/>
                      <a:pt x="0" y="44"/>
                      <a:pt x="28" y="99"/>
                    </a:cubicBezTo>
                    <a:cubicBezTo>
                      <a:pt x="160" y="372"/>
                      <a:pt x="417" y="579"/>
                      <a:pt x="657" y="762"/>
                    </a:cubicBezTo>
                    <a:cubicBezTo>
                      <a:pt x="782" y="853"/>
                      <a:pt x="906" y="944"/>
                      <a:pt x="1039" y="1019"/>
                    </a:cubicBezTo>
                    <a:cubicBezTo>
                      <a:pt x="1171" y="1101"/>
                      <a:pt x="1312" y="1184"/>
                      <a:pt x="1461" y="1217"/>
                    </a:cubicBezTo>
                    <a:cubicBezTo>
                      <a:pt x="1466" y="1219"/>
                      <a:pt x="1471" y="1220"/>
                      <a:pt x="1476" y="1220"/>
                    </a:cubicBezTo>
                    <a:cubicBezTo>
                      <a:pt x="1524" y="1220"/>
                      <a:pt x="1548" y="1148"/>
                      <a:pt x="1503" y="1118"/>
                    </a:cubicBezTo>
                    <a:cubicBezTo>
                      <a:pt x="1445" y="1068"/>
                      <a:pt x="1387" y="1043"/>
                      <a:pt x="1320" y="1002"/>
                    </a:cubicBezTo>
                    <a:cubicBezTo>
                      <a:pt x="1254" y="969"/>
                      <a:pt x="1196" y="927"/>
                      <a:pt x="1130" y="886"/>
                    </a:cubicBezTo>
                    <a:cubicBezTo>
                      <a:pt x="1005" y="820"/>
                      <a:pt x="881" y="737"/>
                      <a:pt x="765" y="654"/>
                    </a:cubicBezTo>
                    <a:cubicBezTo>
                      <a:pt x="541" y="480"/>
                      <a:pt x="285" y="298"/>
                      <a:pt x="160" y="41"/>
                    </a:cubicBezTo>
                    <a:cubicBezTo>
                      <a:pt x="146" y="13"/>
                      <a:pt x="121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5"/>
              <p:cNvSpPr/>
              <p:nvPr/>
            </p:nvSpPr>
            <p:spPr>
              <a:xfrm>
                <a:off x="2803575" y="4697475"/>
                <a:ext cx="3900" cy="9250"/>
              </a:xfrm>
              <a:custGeom>
                <a:rect b="b" l="l" r="r" t="t"/>
                <a:pathLst>
                  <a:path extrusionOk="0" h="370" w="156">
                    <a:moveTo>
                      <a:pt x="121" y="1"/>
                    </a:moveTo>
                    <a:cubicBezTo>
                      <a:pt x="108" y="1"/>
                      <a:pt x="93" y="9"/>
                      <a:pt x="89" y="26"/>
                    </a:cubicBezTo>
                    <a:cubicBezTo>
                      <a:pt x="89" y="34"/>
                      <a:pt x="89" y="51"/>
                      <a:pt x="81" y="59"/>
                    </a:cubicBezTo>
                    <a:cubicBezTo>
                      <a:pt x="81" y="75"/>
                      <a:pt x="72" y="84"/>
                      <a:pt x="72" y="100"/>
                    </a:cubicBezTo>
                    <a:cubicBezTo>
                      <a:pt x="64" y="125"/>
                      <a:pt x="56" y="150"/>
                      <a:pt x="48" y="175"/>
                    </a:cubicBezTo>
                    <a:lnTo>
                      <a:pt x="39" y="216"/>
                    </a:lnTo>
                    <a:cubicBezTo>
                      <a:pt x="31" y="233"/>
                      <a:pt x="23" y="241"/>
                      <a:pt x="23" y="258"/>
                    </a:cubicBezTo>
                    <a:cubicBezTo>
                      <a:pt x="23" y="266"/>
                      <a:pt x="23" y="283"/>
                      <a:pt x="23" y="291"/>
                    </a:cubicBezTo>
                    <a:cubicBezTo>
                      <a:pt x="14" y="307"/>
                      <a:pt x="14" y="324"/>
                      <a:pt x="6" y="341"/>
                    </a:cubicBezTo>
                    <a:cubicBezTo>
                      <a:pt x="1" y="357"/>
                      <a:pt x="16" y="369"/>
                      <a:pt x="35" y="369"/>
                    </a:cubicBezTo>
                    <a:cubicBezTo>
                      <a:pt x="45" y="369"/>
                      <a:pt x="55" y="366"/>
                      <a:pt x="64" y="357"/>
                    </a:cubicBezTo>
                    <a:cubicBezTo>
                      <a:pt x="72" y="349"/>
                      <a:pt x="81" y="332"/>
                      <a:pt x="81" y="324"/>
                    </a:cubicBezTo>
                    <a:cubicBezTo>
                      <a:pt x="89" y="316"/>
                      <a:pt x="89" y="307"/>
                      <a:pt x="97" y="299"/>
                    </a:cubicBezTo>
                    <a:lnTo>
                      <a:pt x="106" y="291"/>
                    </a:lnTo>
                    <a:cubicBezTo>
                      <a:pt x="114" y="274"/>
                      <a:pt x="122" y="258"/>
                      <a:pt x="122" y="249"/>
                    </a:cubicBezTo>
                    <a:cubicBezTo>
                      <a:pt x="130" y="233"/>
                      <a:pt x="139" y="216"/>
                      <a:pt x="139" y="200"/>
                    </a:cubicBezTo>
                    <a:cubicBezTo>
                      <a:pt x="147" y="167"/>
                      <a:pt x="155" y="142"/>
                      <a:pt x="155" y="117"/>
                    </a:cubicBezTo>
                    <a:cubicBezTo>
                      <a:pt x="155" y="100"/>
                      <a:pt x="155" y="84"/>
                      <a:pt x="147" y="67"/>
                    </a:cubicBezTo>
                    <a:cubicBezTo>
                      <a:pt x="147" y="51"/>
                      <a:pt x="147" y="34"/>
                      <a:pt x="147" y="26"/>
                    </a:cubicBezTo>
                    <a:cubicBezTo>
                      <a:pt x="147" y="9"/>
                      <a:pt x="135" y="1"/>
                      <a:pt x="1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5" name="Google Shape;3165;p5"/>
              <p:cNvSpPr/>
              <p:nvPr/>
            </p:nvSpPr>
            <p:spPr>
              <a:xfrm>
                <a:off x="2802475" y="4726975"/>
                <a:ext cx="6650" cy="8725"/>
              </a:xfrm>
              <a:custGeom>
                <a:rect b="b" l="l" r="r" t="t"/>
                <a:pathLst>
                  <a:path extrusionOk="0" h="349" w="266">
                    <a:moveTo>
                      <a:pt x="220" y="0"/>
                    </a:moveTo>
                    <a:cubicBezTo>
                      <a:pt x="210" y="0"/>
                      <a:pt x="201" y="4"/>
                      <a:pt x="191" y="14"/>
                    </a:cubicBezTo>
                    <a:cubicBezTo>
                      <a:pt x="158" y="55"/>
                      <a:pt x="133" y="97"/>
                      <a:pt x="100" y="138"/>
                    </a:cubicBezTo>
                    <a:cubicBezTo>
                      <a:pt x="67" y="180"/>
                      <a:pt x="42" y="229"/>
                      <a:pt x="17" y="271"/>
                    </a:cubicBezTo>
                    <a:cubicBezTo>
                      <a:pt x="0" y="287"/>
                      <a:pt x="0" y="321"/>
                      <a:pt x="25" y="337"/>
                    </a:cubicBezTo>
                    <a:cubicBezTo>
                      <a:pt x="36" y="345"/>
                      <a:pt x="49" y="349"/>
                      <a:pt x="61" y="349"/>
                    </a:cubicBezTo>
                    <a:cubicBezTo>
                      <a:pt x="75" y="349"/>
                      <a:pt x="87" y="343"/>
                      <a:pt x="92" y="329"/>
                    </a:cubicBezTo>
                    <a:cubicBezTo>
                      <a:pt x="125" y="279"/>
                      <a:pt x="158" y="238"/>
                      <a:pt x="183" y="188"/>
                    </a:cubicBezTo>
                    <a:cubicBezTo>
                      <a:pt x="208" y="147"/>
                      <a:pt x="232" y="97"/>
                      <a:pt x="257" y="55"/>
                    </a:cubicBezTo>
                    <a:cubicBezTo>
                      <a:pt x="266" y="39"/>
                      <a:pt x="257" y="14"/>
                      <a:pt x="241" y="6"/>
                    </a:cubicBezTo>
                    <a:cubicBezTo>
                      <a:pt x="234" y="2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6" name="Google Shape;3166;p5"/>
              <p:cNvSpPr/>
              <p:nvPr/>
            </p:nvSpPr>
            <p:spPr>
              <a:xfrm>
                <a:off x="2818225" y="4715225"/>
                <a:ext cx="4975" cy="7600"/>
              </a:xfrm>
              <a:custGeom>
                <a:rect b="b" l="l" r="r" t="t"/>
                <a:pathLst>
                  <a:path extrusionOk="0" h="304" w="199">
                    <a:moveTo>
                      <a:pt x="152" y="0"/>
                    </a:moveTo>
                    <a:cubicBezTo>
                      <a:pt x="138" y="0"/>
                      <a:pt x="122" y="10"/>
                      <a:pt x="116" y="28"/>
                    </a:cubicBezTo>
                    <a:cubicBezTo>
                      <a:pt x="83" y="95"/>
                      <a:pt x="42" y="169"/>
                      <a:pt x="8" y="244"/>
                    </a:cubicBezTo>
                    <a:cubicBezTo>
                      <a:pt x="0" y="260"/>
                      <a:pt x="8" y="293"/>
                      <a:pt x="33" y="302"/>
                    </a:cubicBezTo>
                    <a:cubicBezTo>
                      <a:pt x="38" y="303"/>
                      <a:pt x="42" y="304"/>
                      <a:pt x="47" y="304"/>
                    </a:cubicBezTo>
                    <a:cubicBezTo>
                      <a:pt x="67" y="304"/>
                      <a:pt x="84" y="290"/>
                      <a:pt x="91" y="277"/>
                    </a:cubicBezTo>
                    <a:cubicBezTo>
                      <a:pt x="124" y="202"/>
                      <a:pt x="157" y="128"/>
                      <a:pt x="191" y="53"/>
                    </a:cubicBezTo>
                    <a:cubicBezTo>
                      <a:pt x="199" y="37"/>
                      <a:pt x="191" y="12"/>
                      <a:pt x="174" y="3"/>
                    </a:cubicBezTo>
                    <a:lnTo>
                      <a:pt x="166" y="3"/>
                    </a:lnTo>
                    <a:cubicBezTo>
                      <a:pt x="162" y="1"/>
                      <a:pt x="157" y="0"/>
                      <a:pt x="1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7" name="Google Shape;3167;p5"/>
              <p:cNvSpPr/>
              <p:nvPr/>
            </p:nvSpPr>
            <p:spPr>
              <a:xfrm>
                <a:off x="2789825" y="4589150"/>
                <a:ext cx="11625" cy="18500"/>
              </a:xfrm>
              <a:custGeom>
                <a:rect b="b" l="l" r="r" t="t"/>
                <a:pathLst>
                  <a:path extrusionOk="0" h="740" w="465">
                    <a:moveTo>
                      <a:pt x="89" y="1"/>
                    </a:moveTo>
                    <a:cubicBezTo>
                      <a:pt x="49" y="1"/>
                      <a:pt x="9" y="30"/>
                      <a:pt x="9" y="75"/>
                    </a:cubicBezTo>
                    <a:cubicBezTo>
                      <a:pt x="1" y="150"/>
                      <a:pt x="42" y="208"/>
                      <a:pt x="84" y="266"/>
                    </a:cubicBezTo>
                    <a:cubicBezTo>
                      <a:pt x="117" y="324"/>
                      <a:pt x="150" y="373"/>
                      <a:pt x="192" y="423"/>
                    </a:cubicBezTo>
                    <a:cubicBezTo>
                      <a:pt x="225" y="473"/>
                      <a:pt x="258" y="514"/>
                      <a:pt x="291" y="564"/>
                    </a:cubicBezTo>
                    <a:cubicBezTo>
                      <a:pt x="324" y="605"/>
                      <a:pt x="357" y="647"/>
                      <a:pt x="366" y="705"/>
                    </a:cubicBezTo>
                    <a:cubicBezTo>
                      <a:pt x="369" y="729"/>
                      <a:pt x="387" y="739"/>
                      <a:pt x="404" y="739"/>
                    </a:cubicBezTo>
                    <a:cubicBezTo>
                      <a:pt x="424" y="739"/>
                      <a:pt x="444" y="727"/>
                      <a:pt x="448" y="705"/>
                    </a:cubicBezTo>
                    <a:cubicBezTo>
                      <a:pt x="457" y="647"/>
                      <a:pt x="465" y="581"/>
                      <a:pt x="448" y="523"/>
                    </a:cubicBezTo>
                    <a:cubicBezTo>
                      <a:pt x="432" y="465"/>
                      <a:pt x="399" y="407"/>
                      <a:pt x="374" y="349"/>
                    </a:cubicBezTo>
                    <a:cubicBezTo>
                      <a:pt x="341" y="282"/>
                      <a:pt x="308" y="224"/>
                      <a:pt x="266" y="166"/>
                    </a:cubicBezTo>
                    <a:cubicBezTo>
                      <a:pt x="233" y="100"/>
                      <a:pt x="192" y="34"/>
                      <a:pt x="125" y="9"/>
                    </a:cubicBezTo>
                    <a:cubicBezTo>
                      <a:pt x="114" y="3"/>
                      <a:pt x="102" y="1"/>
                      <a:pt x="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5"/>
              <p:cNvSpPr/>
              <p:nvPr/>
            </p:nvSpPr>
            <p:spPr>
              <a:xfrm>
                <a:off x="2783050" y="4576975"/>
                <a:ext cx="2875" cy="4325"/>
              </a:xfrm>
              <a:custGeom>
                <a:rect b="b" l="l" r="r" t="t"/>
                <a:pathLst>
                  <a:path extrusionOk="0" h="173" w="115">
                    <a:moveTo>
                      <a:pt x="24" y="0"/>
                    </a:moveTo>
                    <a:cubicBezTo>
                      <a:pt x="12" y="0"/>
                      <a:pt x="1" y="12"/>
                      <a:pt x="7" y="24"/>
                    </a:cubicBezTo>
                    <a:cubicBezTo>
                      <a:pt x="7" y="32"/>
                      <a:pt x="7" y="48"/>
                      <a:pt x="7" y="57"/>
                    </a:cubicBezTo>
                    <a:cubicBezTo>
                      <a:pt x="7" y="65"/>
                      <a:pt x="15" y="82"/>
                      <a:pt x="15" y="90"/>
                    </a:cubicBezTo>
                    <a:cubicBezTo>
                      <a:pt x="23" y="106"/>
                      <a:pt x="32" y="131"/>
                      <a:pt x="32" y="148"/>
                    </a:cubicBezTo>
                    <a:cubicBezTo>
                      <a:pt x="40" y="156"/>
                      <a:pt x="48" y="164"/>
                      <a:pt x="57" y="173"/>
                    </a:cubicBezTo>
                    <a:lnTo>
                      <a:pt x="98" y="173"/>
                    </a:lnTo>
                    <a:cubicBezTo>
                      <a:pt x="106" y="164"/>
                      <a:pt x="106" y="156"/>
                      <a:pt x="115" y="148"/>
                    </a:cubicBezTo>
                    <a:lnTo>
                      <a:pt x="115" y="123"/>
                    </a:lnTo>
                    <a:cubicBezTo>
                      <a:pt x="115" y="123"/>
                      <a:pt x="115" y="115"/>
                      <a:pt x="106" y="106"/>
                    </a:cubicBezTo>
                    <a:lnTo>
                      <a:pt x="73" y="57"/>
                    </a:lnTo>
                    <a:cubicBezTo>
                      <a:pt x="73" y="48"/>
                      <a:pt x="65" y="40"/>
                      <a:pt x="57" y="32"/>
                    </a:cubicBezTo>
                    <a:cubicBezTo>
                      <a:pt x="57" y="24"/>
                      <a:pt x="48" y="15"/>
                      <a:pt x="40" y="7"/>
                    </a:cubicBezTo>
                    <a:cubicBezTo>
                      <a:pt x="35" y="2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9" name="Google Shape;3169;p5"/>
              <p:cNvSpPr/>
              <p:nvPr/>
            </p:nvSpPr>
            <p:spPr>
              <a:xfrm>
                <a:off x="2829200" y="4508375"/>
                <a:ext cx="3950" cy="13575"/>
              </a:xfrm>
              <a:custGeom>
                <a:rect b="b" l="l" r="r" t="t"/>
                <a:pathLst>
                  <a:path extrusionOk="0" h="543" w="158">
                    <a:moveTo>
                      <a:pt x="75" y="0"/>
                    </a:moveTo>
                    <a:cubicBezTo>
                      <a:pt x="50" y="0"/>
                      <a:pt x="33" y="17"/>
                      <a:pt x="25" y="42"/>
                    </a:cubicBezTo>
                    <a:cubicBezTo>
                      <a:pt x="8" y="125"/>
                      <a:pt x="0" y="207"/>
                      <a:pt x="8" y="290"/>
                    </a:cubicBezTo>
                    <a:cubicBezTo>
                      <a:pt x="17" y="373"/>
                      <a:pt x="42" y="464"/>
                      <a:pt x="91" y="531"/>
                    </a:cubicBezTo>
                    <a:cubicBezTo>
                      <a:pt x="100" y="539"/>
                      <a:pt x="110" y="543"/>
                      <a:pt x="120" y="543"/>
                    </a:cubicBezTo>
                    <a:cubicBezTo>
                      <a:pt x="139" y="543"/>
                      <a:pt x="158" y="528"/>
                      <a:pt x="158" y="506"/>
                    </a:cubicBezTo>
                    <a:cubicBezTo>
                      <a:pt x="141" y="431"/>
                      <a:pt x="116" y="357"/>
                      <a:pt x="108" y="282"/>
                    </a:cubicBezTo>
                    <a:cubicBezTo>
                      <a:pt x="100" y="199"/>
                      <a:pt x="100" y="125"/>
                      <a:pt x="116" y="50"/>
                    </a:cubicBezTo>
                    <a:cubicBezTo>
                      <a:pt x="116" y="25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0" name="Google Shape;3170;p5"/>
              <p:cNvSpPr/>
              <p:nvPr/>
            </p:nvSpPr>
            <p:spPr>
              <a:xfrm>
                <a:off x="2836650" y="4515575"/>
                <a:ext cx="3125" cy="11400"/>
              </a:xfrm>
              <a:custGeom>
                <a:rect b="b" l="l" r="r" t="t"/>
                <a:pathLst>
                  <a:path extrusionOk="0" h="456" w="125">
                    <a:moveTo>
                      <a:pt x="62" y="1"/>
                    </a:moveTo>
                    <a:cubicBezTo>
                      <a:pt x="36" y="1"/>
                      <a:pt x="17" y="22"/>
                      <a:pt x="17" y="44"/>
                    </a:cubicBezTo>
                    <a:cubicBezTo>
                      <a:pt x="0" y="110"/>
                      <a:pt x="0" y="185"/>
                      <a:pt x="0" y="251"/>
                    </a:cubicBezTo>
                    <a:cubicBezTo>
                      <a:pt x="9" y="284"/>
                      <a:pt x="17" y="317"/>
                      <a:pt x="17" y="350"/>
                    </a:cubicBezTo>
                    <a:cubicBezTo>
                      <a:pt x="34" y="383"/>
                      <a:pt x="42" y="417"/>
                      <a:pt x="67" y="441"/>
                    </a:cubicBezTo>
                    <a:cubicBezTo>
                      <a:pt x="73" y="451"/>
                      <a:pt x="82" y="456"/>
                      <a:pt x="91" y="456"/>
                    </a:cubicBezTo>
                    <a:cubicBezTo>
                      <a:pt x="104" y="456"/>
                      <a:pt x="116" y="445"/>
                      <a:pt x="116" y="425"/>
                    </a:cubicBezTo>
                    <a:cubicBezTo>
                      <a:pt x="125" y="392"/>
                      <a:pt x="125" y="359"/>
                      <a:pt x="116" y="325"/>
                    </a:cubicBezTo>
                    <a:cubicBezTo>
                      <a:pt x="116" y="317"/>
                      <a:pt x="116" y="301"/>
                      <a:pt x="116" y="284"/>
                    </a:cubicBezTo>
                    <a:lnTo>
                      <a:pt x="116" y="251"/>
                    </a:lnTo>
                    <a:cubicBezTo>
                      <a:pt x="116" y="218"/>
                      <a:pt x="116" y="185"/>
                      <a:pt x="116" y="160"/>
                    </a:cubicBezTo>
                    <a:cubicBezTo>
                      <a:pt x="116" y="127"/>
                      <a:pt x="116" y="93"/>
                      <a:pt x="125" y="60"/>
                    </a:cubicBezTo>
                    <a:cubicBezTo>
                      <a:pt x="125" y="35"/>
                      <a:pt x="100" y="2"/>
                      <a:pt x="75" y="2"/>
                    </a:cubicBezTo>
                    <a:cubicBezTo>
                      <a:pt x="71" y="1"/>
                      <a:pt x="66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5"/>
              <p:cNvSpPr/>
              <p:nvPr/>
            </p:nvSpPr>
            <p:spPr>
              <a:xfrm>
                <a:off x="2867300" y="4525975"/>
                <a:ext cx="3750" cy="6100"/>
              </a:xfrm>
              <a:custGeom>
                <a:rect b="b" l="l" r="r" t="t"/>
                <a:pathLst>
                  <a:path extrusionOk="0" h="244" w="150">
                    <a:moveTo>
                      <a:pt x="125" y="1"/>
                    </a:moveTo>
                    <a:cubicBezTo>
                      <a:pt x="125" y="1"/>
                      <a:pt x="125" y="1"/>
                      <a:pt x="125" y="1"/>
                    </a:cubicBezTo>
                    <a:lnTo>
                      <a:pt x="125" y="1"/>
                    </a:lnTo>
                    <a:cubicBezTo>
                      <a:pt x="128" y="1"/>
                      <a:pt x="131" y="1"/>
                      <a:pt x="133" y="1"/>
                    </a:cubicBezTo>
                    <a:close/>
                    <a:moveTo>
                      <a:pt x="125" y="1"/>
                    </a:moveTo>
                    <a:cubicBezTo>
                      <a:pt x="112" y="1"/>
                      <a:pt x="99" y="3"/>
                      <a:pt x="92" y="17"/>
                    </a:cubicBezTo>
                    <a:cubicBezTo>
                      <a:pt x="75" y="25"/>
                      <a:pt x="67" y="42"/>
                      <a:pt x="59" y="59"/>
                    </a:cubicBezTo>
                    <a:cubicBezTo>
                      <a:pt x="59" y="75"/>
                      <a:pt x="50" y="83"/>
                      <a:pt x="42" y="100"/>
                    </a:cubicBezTo>
                    <a:cubicBezTo>
                      <a:pt x="34" y="125"/>
                      <a:pt x="17" y="150"/>
                      <a:pt x="9" y="183"/>
                    </a:cubicBezTo>
                    <a:cubicBezTo>
                      <a:pt x="1" y="199"/>
                      <a:pt x="9" y="233"/>
                      <a:pt x="34" y="241"/>
                    </a:cubicBezTo>
                    <a:cubicBezTo>
                      <a:pt x="40" y="243"/>
                      <a:pt x="47" y="244"/>
                      <a:pt x="54" y="244"/>
                    </a:cubicBezTo>
                    <a:cubicBezTo>
                      <a:pt x="74" y="244"/>
                      <a:pt x="94" y="235"/>
                      <a:pt x="100" y="216"/>
                    </a:cubicBezTo>
                    <a:cubicBezTo>
                      <a:pt x="108" y="191"/>
                      <a:pt x="117" y="158"/>
                      <a:pt x="125" y="133"/>
                    </a:cubicBezTo>
                    <a:cubicBezTo>
                      <a:pt x="133" y="117"/>
                      <a:pt x="133" y="108"/>
                      <a:pt x="142" y="92"/>
                    </a:cubicBezTo>
                    <a:cubicBezTo>
                      <a:pt x="142" y="83"/>
                      <a:pt x="150" y="75"/>
                      <a:pt x="150" y="67"/>
                    </a:cubicBezTo>
                    <a:cubicBezTo>
                      <a:pt x="150" y="59"/>
                      <a:pt x="150" y="50"/>
                      <a:pt x="150" y="42"/>
                    </a:cubicBezTo>
                    <a:cubicBezTo>
                      <a:pt x="150" y="25"/>
                      <a:pt x="142" y="9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2" name="Google Shape;3172;p5"/>
              <p:cNvSpPr/>
              <p:nvPr/>
            </p:nvSpPr>
            <p:spPr>
              <a:xfrm>
                <a:off x="2879950" y="4529050"/>
                <a:ext cx="1675" cy="1300"/>
              </a:xfrm>
              <a:custGeom>
                <a:rect b="b" l="l" r="r" t="t"/>
                <a:pathLst>
                  <a:path extrusionOk="0" h="52" w="67">
                    <a:moveTo>
                      <a:pt x="40" y="1"/>
                    </a:moveTo>
                    <a:cubicBezTo>
                      <a:pt x="38" y="1"/>
                      <a:pt x="36" y="1"/>
                      <a:pt x="33" y="2"/>
                    </a:cubicBezTo>
                    <a:cubicBezTo>
                      <a:pt x="0" y="2"/>
                      <a:pt x="0" y="52"/>
                      <a:pt x="33" y="52"/>
                    </a:cubicBezTo>
                    <a:cubicBezTo>
                      <a:pt x="64" y="44"/>
                      <a:pt x="66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3" name="Google Shape;3173;p5"/>
              <p:cNvSpPr/>
              <p:nvPr/>
            </p:nvSpPr>
            <p:spPr>
              <a:xfrm>
                <a:off x="2882625" y="4530950"/>
                <a:ext cx="3750" cy="6450"/>
              </a:xfrm>
              <a:custGeom>
                <a:rect b="b" l="l" r="r" t="t"/>
                <a:pathLst>
                  <a:path extrusionOk="0" h="258" w="150">
                    <a:moveTo>
                      <a:pt x="100" y="0"/>
                    </a:moveTo>
                    <a:cubicBezTo>
                      <a:pt x="92" y="0"/>
                      <a:pt x="75" y="9"/>
                      <a:pt x="75" y="17"/>
                    </a:cubicBezTo>
                    <a:cubicBezTo>
                      <a:pt x="67" y="34"/>
                      <a:pt x="59" y="42"/>
                      <a:pt x="51" y="58"/>
                    </a:cubicBezTo>
                    <a:cubicBezTo>
                      <a:pt x="51" y="75"/>
                      <a:pt x="42" y="83"/>
                      <a:pt x="34" y="100"/>
                    </a:cubicBezTo>
                    <a:cubicBezTo>
                      <a:pt x="26" y="125"/>
                      <a:pt x="17" y="150"/>
                      <a:pt x="9" y="183"/>
                    </a:cubicBezTo>
                    <a:cubicBezTo>
                      <a:pt x="1" y="208"/>
                      <a:pt x="17" y="241"/>
                      <a:pt x="51" y="257"/>
                    </a:cubicBezTo>
                    <a:cubicBezTo>
                      <a:pt x="59" y="257"/>
                      <a:pt x="75" y="257"/>
                      <a:pt x="92" y="249"/>
                    </a:cubicBezTo>
                    <a:cubicBezTo>
                      <a:pt x="109" y="241"/>
                      <a:pt x="117" y="224"/>
                      <a:pt x="117" y="208"/>
                    </a:cubicBezTo>
                    <a:cubicBezTo>
                      <a:pt x="125" y="183"/>
                      <a:pt x="133" y="158"/>
                      <a:pt x="133" y="125"/>
                    </a:cubicBezTo>
                    <a:lnTo>
                      <a:pt x="142" y="92"/>
                    </a:lnTo>
                    <a:cubicBezTo>
                      <a:pt x="150" y="83"/>
                      <a:pt x="150" y="75"/>
                      <a:pt x="150" y="67"/>
                    </a:cubicBezTo>
                    <a:lnTo>
                      <a:pt x="150" y="50"/>
                    </a:lnTo>
                    <a:cubicBezTo>
                      <a:pt x="150" y="34"/>
                      <a:pt x="150" y="25"/>
                      <a:pt x="142" y="17"/>
                    </a:cubicBezTo>
                    <a:cubicBezTo>
                      <a:pt x="142" y="9"/>
                      <a:pt x="133" y="9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5"/>
              <p:cNvSpPr/>
              <p:nvPr/>
            </p:nvSpPr>
            <p:spPr>
              <a:xfrm>
                <a:off x="2992000" y="4463525"/>
                <a:ext cx="3550" cy="9250"/>
              </a:xfrm>
              <a:custGeom>
                <a:rect b="b" l="l" r="r" t="t"/>
                <a:pathLst>
                  <a:path extrusionOk="0" h="370" w="142">
                    <a:moveTo>
                      <a:pt x="71" y="0"/>
                    </a:moveTo>
                    <a:cubicBezTo>
                      <a:pt x="59" y="0"/>
                      <a:pt x="46" y="5"/>
                      <a:pt x="34" y="13"/>
                    </a:cubicBezTo>
                    <a:cubicBezTo>
                      <a:pt x="1" y="38"/>
                      <a:pt x="9" y="79"/>
                      <a:pt x="9" y="112"/>
                    </a:cubicBezTo>
                    <a:lnTo>
                      <a:pt x="17" y="187"/>
                    </a:lnTo>
                    <a:lnTo>
                      <a:pt x="25" y="328"/>
                    </a:lnTo>
                    <a:cubicBezTo>
                      <a:pt x="25" y="353"/>
                      <a:pt x="50" y="369"/>
                      <a:pt x="75" y="369"/>
                    </a:cubicBezTo>
                    <a:cubicBezTo>
                      <a:pt x="100" y="369"/>
                      <a:pt x="125" y="353"/>
                      <a:pt x="125" y="328"/>
                    </a:cubicBezTo>
                    <a:cubicBezTo>
                      <a:pt x="125" y="278"/>
                      <a:pt x="125" y="228"/>
                      <a:pt x="133" y="187"/>
                    </a:cubicBezTo>
                    <a:cubicBezTo>
                      <a:pt x="133" y="162"/>
                      <a:pt x="133" y="137"/>
                      <a:pt x="133" y="121"/>
                    </a:cubicBezTo>
                    <a:cubicBezTo>
                      <a:pt x="133" y="79"/>
                      <a:pt x="141" y="38"/>
                      <a:pt x="108" y="13"/>
                    </a:cubicBezTo>
                    <a:cubicBezTo>
                      <a:pt x="96" y="5"/>
                      <a:pt x="83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5" name="Google Shape;3175;p5"/>
              <p:cNvSpPr/>
              <p:nvPr/>
            </p:nvSpPr>
            <p:spPr>
              <a:xfrm>
                <a:off x="2995100" y="4467250"/>
                <a:ext cx="3350" cy="8450"/>
              </a:xfrm>
              <a:custGeom>
                <a:rect b="b" l="l" r="r" t="t"/>
                <a:pathLst>
                  <a:path extrusionOk="0" h="338" w="134">
                    <a:moveTo>
                      <a:pt x="98" y="0"/>
                    </a:moveTo>
                    <a:cubicBezTo>
                      <a:pt x="90" y="0"/>
                      <a:pt x="82" y="4"/>
                      <a:pt x="75" y="13"/>
                    </a:cubicBezTo>
                    <a:cubicBezTo>
                      <a:pt x="67" y="30"/>
                      <a:pt x="59" y="54"/>
                      <a:pt x="51" y="71"/>
                    </a:cubicBezTo>
                    <a:cubicBezTo>
                      <a:pt x="42" y="88"/>
                      <a:pt x="34" y="104"/>
                      <a:pt x="34" y="112"/>
                    </a:cubicBezTo>
                    <a:cubicBezTo>
                      <a:pt x="34" y="129"/>
                      <a:pt x="26" y="137"/>
                      <a:pt x="26" y="146"/>
                    </a:cubicBezTo>
                    <a:cubicBezTo>
                      <a:pt x="17" y="195"/>
                      <a:pt x="9" y="237"/>
                      <a:pt x="1" y="286"/>
                    </a:cubicBezTo>
                    <a:cubicBezTo>
                      <a:pt x="1" y="311"/>
                      <a:pt x="17" y="336"/>
                      <a:pt x="42" y="336"/>
                    </a:cubicBezTo>
                    <a:cubicBezTo>
                      <a:pt x="47" y="337"/>
                      <a:pt x="51" y="338"/>
                      <a:pt x="55" y="338"/>
                    </a:cubicBezTo>
                    <a:cubicBezTo>
                      <a:pt x="80" y="338"/>
                      <a:pt x="93" y="316"/>
                      <a:pt x="100" y="295"/>
                    </a:cubicBezTo>
                    <a:cubicBezTo>
                      <a:pt x="109" y="253"/>
                      <a:pt x="117" y="212"/>
                      <a:pt x="125" y="162"/>
                    </a:cubicBezTo>
                    <a:cubicBezTo>
                      <a:pt x="125" y="154"/>
                      <a:pt x="133" y="137"/>
                      <a:pt x="133" y="129"/>
                    </a:cubicBezTo>
                    <a:cubicBezTo>
                      <a:pt x="133" y="121"/>
                      <a:pt x="133" y="104"/>
                      <a:pt x="133" y="88"/>
                    </a:cubicBezTo>
                    <a:cubicBezTo>
                      <a:pt x="133" y="71"/>
                      <a:pt x="133" y="46"/>
                      <a:pt x="125" y="21"/>
                    </a:cubicBezTo>
                    <a:cubicBezTo>
                      <a:pt x="125" y="11"/>
                      <a:pt x="112" y="0"/>
                      <a:pt x="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6" name="Google Shape;3176;p5"/>
              <p:cNvSpPr/>
              <p:nvPr/>
            </p:nvSpPr>
            <p:spPr>
              <a:xfrm>
                <a:off x="2648975" y="4692775"/>
                <a:ext cx="3975" cy="6600"/>
              </a:xfrm>
              <a:custGeom>
                <a:rect b="b" l="l" r="r" t="t"/>
                <a:pathLst>
                  <a:path extrusionOk="0" h="264" w="159">
                    <a:moveTo>
                      <a:pt x="58" y="0"/>
                    </a:moveTo>
                    <a:cubicBezTo>
                      <a:pt x="51" y="0"/>
                      <a:pt x="42" y="2"/>
                      <a:pt x="34" y="7"/>
                    </a:cubicBezTo>
                    <a:cubicBezTo>
                      <a:pt x="9" y="15"/>
                      <a:pt x="1" y="31"/>
                      <a:pt x="9" y="56"/>
                    </a:cubicBezTo>
                    <a:lnTo>
                      <a:pt x="34" y="222"/>
                    </a:lnTo>
                    <a:cubicBezTo>
                      <a:pt x="34" y="239"/>
                      <a:pt x="51" y="247"/>
                      <a:pt x="59" y="255"/>
                    </a:cubicBezTo>
                    <a:cubicBezTo>
                      <a:pt x="75" y="263"/>
                      <a:pt x="92" y="263"/>
                      <a:pt x="109" y="263"/>
                    </a:cubicBezTo>
                    <a:cubicBezTo>
                      <a:pt x="125" y="255"/>
                      <a:pt x="133" y="247"/>
                      <a:pt x="142" y="239"/>
                    </a:cubicBezTo>
                    <a:cubicBezTo>
                      <a:pt x="150" y="222"/>
                      <a:pt x="158" y="205"/>
                      <a:pt x="150" y="189"/>
                    </a:cubicBezTo>
                    <a:cubicBezTo>
                      <a:pt x="133" y="139"/>
                      <a:pt x="117" y="89"/>
                      <a:pt x="92" y="31"/>
                    </a:cubicBezTo>
                    <a:cubicBezTo>
                      <a:pt x="92" y="23"/>
                      <a:pt x="84" y="15"/>
                      <a:pt x="75" y="7"/>
                    </a:cubicBezTo>
                    <a:cubicBezTo>
                      <a:pt x="71" y="2"/>
                      <a:pt x="65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5"/>
              <p:cNvSpPr/>
              <p:nvPr/>
            </p:nvSpPr>
            <p:spPr>
              <a:xfrm>
                <a:off x="2983500" y="4026675"/>
                <a:ext cx="8325" cy="11100"/>
              </a:xfrm>
              <a:custGeom>
                <a:rect b="b" l="l" r="r" t="t"/>
                <a:pathLst>
                  <a:path extrusionOk="0" h="444" w="333">
                    <a:moveTo>
                      <a:pt x="75" y="0"/>
                    </a:moveTo>
                    <a:cubicBezTo>
                      <a:pt x="61" y="0"/>
                      <a:pt x="46" y="5"/>
                      <a:pt x="34" y="13"/>
                    </a:cubicBezTo>
                    <a:cubicBezTo>
                      <a:pt x="9" y="29"/>
                      <a:pt x="1" y="63"/>
                      <a:pt x="17" y="87"/>
                    </a:cubicBezTo>
                    <a:cubicBezTo>
                      <a:pt x="59" y="137"/>
                      <a:pt x="100" y="195"/>
                      <a:pt x="125" y="261"/>
                    </a:cubicBezTo>
                    <a:cubicBezTo>
                      <a:pt x="142" y="295"/>
                      <a:pt x="158" y="319"/>
                      <a:pt x="175" y="353"/>
                    </a:cubicBezTo>
                    <a:cubicBezTo>
                      <a:pt x="183" y="361"/>
                      <a:pt x="183" y="369"/>
                      <a:pt x="191" y="377"/>
                    </a:cubicBezTo>
                    <a:lnTo>
                      <a:pt x="200" y="386"/>
                    </a:lnTo>
                    <a:lnTo>
                      <a:pt x="208" y="394"/>
                    </a:lnTo>
                    <a:cubicBezTo>
                      <a:pt x="208" y="394"/>
                      <a:pt x="216" y="402"/>
                      <a:pt x="216" y="411"/>
                    </a:cubicBezTo>
                    <a:cubicBezTo>
                      <a:pt x="233" y="427"/>
                      <a:pt x="241" y="435"/>
                      <a:pt x="258" y="444"/>
                    </a:cubicBezTo>
                    <a:cubicBezTo>
                      <a:pt x="283" y="444"/>
                      <a:pt x="307" y="435"/>
                      <a:pt x="316" y="419"/>
                    </a:cubicBezTo>
                    <a:cubicBezTo>
                      <a:pt x="324" y="402"/>
                      <a:pt x="332" y="386"/>
                      <a:pt x="324" y="377"/>
                    </a:cubicBezTo>
                    <a:cubicBezTo>
                      <a:pt x="324" y="361"/>
                      <a:pt x="324" y="353"/>
                      <a:pt x="324" y="344"/>
                    </a:cubicBezTo>
                    <a:cubicBezTo>
                      <a:pt x="316" y="319"/>
                      <a:pt x="316" y="303"/>
                      <a:pt x="307" y="286"/>
                    </a:cubicBezTo>
                    <a:cubicBezTo>
                      <a:pt x="291" y="253"/>
                      <a:pt x="266" y="220"/>
                      <a:pt x="249" y="187"/>
                    </a:cubicBezTo>
                    <a:cubicBezTo>
                      <a:pt x="208" y="129"/>
                      <a:pt x="167" y="71"/>
                      <a:pt x="117" y="13"/>
                    </a:cubicBezTo>
                    <a:cubicBezTo>
                      <a:pt x="104" y="5"/>
                      <a:pt x="9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8" name="Google Shape;3178;p5"/>
              <p:cNvSpPr/>
              <p:nvPr/>
            </p:nvSpPr>
            <p:spPr>
              <a:xfrm>
                <a:off x="2992825" y="4024650"/>
                <a:ext cx="3975" cy="8825"/>
              </a:xfrm>
              <a:custGeom>
                <a:rect b="b" l="l" r="r" t="t"/>
                <a:pathLst>
                  <a:path extrusionOk="0" h="353" w="159">
                    <a:moveTo>
                      <a:pt x="55" y="1"/>
                    </a:moveTo>
                    <a:cubicBezTo>
                      <a:pt x="51" y="1"/>
                      <a:pt x="47" y="1"/>
                      <a:pt x="42" y="3"/>
                    </a:cubicBezTo>
                    <a:cubicBezTo>
                      <a:pt x="17" y="11"/>
                      <a:pt x="1" y="36"/>
                      <a:pt x="9" y="61"/>
                    </a:cubicBezTo>
                    <a:cubicBezTo>
                      <a:pt x="17" y="102"/>
                      <a:pt x="34" y="152"/>
                      <a:pt x="42" y="193"/>
                    </a:cubicBezTo>
                    <a:lnTo>
                      <a:pt x="42" y="202"/>
                    </a:lnTo>
                    <a:cubicBezTo>
                      <a:pt x="50" y="218"/>
                      <a:pt x="59" y="243"/>
                      <a:pt x="67" y="268"/>
                    </a:cubicBezTo>
                    <a:cubicBezTo>
                      <a:pt x="67" y="276"/>
                      <a:pt x="67" y="284"/>
                      <a:pt x="75" y="301"/>
                    </a:cubicBezTo>
                    <a:cubicBezTo>
                      <a:pt x="75" y="309"/>
                      <a:pt x="84" y="326"/>
                      <a:pt x="92" y="334"/>
                    </a:cubicBezTo>
                    <a:cubicBezTo>
                      <a:pt x="98" y="347"/>
                      <a:pt x="109" y="352"/>
                      <a:pt x="121" y="352"/>
                    </a:cubicBezTo>
                    <a:cubicBezTo>
                      <a:pt x="139" y="352"/>
                      <a:pt x="158" y="338"/>
                      <a:pt x="158" y="318"/>
                    </a:cubicBezTo>
                    <a:cubicBezTo>
                      <a:pt x="158" y="301"/>
                      <a:pt x="158" y="284"/>
                      <a:pt x="158" y="276"/>
                    </a:cubicBezTo>
                    <a:cubicBezTo>
                      <a:pt x="158" y="260"/>
                      <a:pt x="150" y="251"/>
                      <a:pt x="150" y="243"/>
                    </a:cubicBezTo>
                    <a:cubicBezTo>
                      <a:pt x="142" y="218"/>
                      <a:pt x="142" y="193"/>
                      <a:pt x="133" y="168"/>
                    </a:cubicBezTo>
                    <a:cubicBezTo>
                      <a:pt x="125" y="127"/>
                      <a:pt x="108" y="77"/>
                      <a:pt x="100" y="36"/>
                    </a:cubicBezTo>
                    <a:cubicBezTo>
                      <a:pt x="93" y="15"/>
                      <a:pt x="75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179" name="Google Shape;3179;p5"/>
          <p:cNvGrpSpPr/>
          <p:nvPr/>
        </p:nvGrpSpPr>
        <p:grpSpPr>
          <a:xfrm flipH="1">
            <a:off x="6206982" y="2730477"/>
            <a:ext cx="1180305" cy="1886119"/>
            <a:chOff x="6231435" y="2184838"/>
            <a:chExt cx="1591452" cy="2529338"/>
          </a:xfrm>
        </p:grpSpPr>
        <p:sp>
          <p:nvSpPr>
            <p:cNvPr id="3180" name="Google Shape;3180;p5"/>
            <p:cNvSpPr/>
            <p:nvPr/>
          </p:nvSpPr>
          <p:spPr>
            <a:xfrm>
              <a:off x="6354387" y="4198476"/>
              <a:ext cx="1468500" cy="5157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81" name="Google Shape;3181;p5"/>
            <p:cNvGrpSpPr/>
            <p:nvPr/>
          </p:nvGrpSpPr>
          <p:grpSpPr>
            <a:xfrm>
              <a:off x="6231435" y="2184838"/>
              <a:ext cx="1460573" cy="2423727"/>
              <a:chOff x="2220927" y="238025"/>
              <a:chExt cx="3145075" cy="5219050"/>
            </a:xfrm>
          </p:grpSpPr>
          <p:sp>
            <p:nvSpPr>
              <p:cNvPr id="3182" name="Google Shape;3182;p5"/>
              <p:cNvSpPr/>
              <p:nvPr/>
            </p:nvSpPr>
            <p:spPr>
              <a:xfrm>
                <a:off x="2254450" y="955475"/>
                <a:ext cx="152800" cy="424575"/>
              </a:xfrm>
              <a:custGeom>
                <a:rect b="b" l="l" r="r" t="t"/>
                <a:pathLst>
                  <a:path extrusionOk="0" h="16983" w="6112">
                    <a:moveTo>
                      <a:pt x="1401" y="0"/>
                    </a:moveTo>
                    <a:cubicBezTo>
                      <a:pt x="1242" y="0"/>
                      <a:pt x="1074" y="34"/>
                      <a:pt x="905" y="97"/>
                    </a:cubicBezTo>
                    <a:cubicBezTo>
                      <a:pt x="770" y="323"/>
                      <a:pt x="679" y="640"/>
                      <a:pt x="589" y="912"/>
                    </a:cubicBezTo>
                    <a:cubicBezTo>
                      <a:pt x="0" y="2723"/>
                      <a:pt x="91" y="4488"/>
                      <a:pt x="453" y="6254"/>
                    </a:cubicBezTo>
                    <a:cubicBezTo>
                      <a:pt x="453" y="5982"/>
                      <a:pt x="498" y="5710"/>
                      <a:pt x="498" y="5439"/>
                    </a:cubicBezTo>
                    <a:cubicBezTo>
                      <a:pt x="589" y="4488"/>
                      <a:pt x="815" y="3583"/>
                      <a:pt x="1087" y="2677"/>
                    </a:cubicBezTo>
                    <a:cubicBezTo>
                      <a:pt x="1127" y="2557"/>
                      <a:pt x="1246" y="2499"/>
                      <a:pt x="1364" y="2499"/>
                    </a:cubicBezTo>
                    <a:cubicBezTo>
                      <a:pt x="1511" y="2499"/>
                      <a:pt x="1655" y="2591"/>
                      <a:pt x="1630" y="2768"/>
                    </a:cubicBezTo>
                    <a:cubicBezTo>
                      <a:pt x="1449" y="4443"/>
                      <a:pt x="1494" y="6299"/>
                      <a:pt x="1766" y="7974"/>
                    </a:cubicBezTo>
                    <a:cubicBezTo>
                      <a:pt x="2037" y="9604"/>
                      <a:pt x="2535" y="11233"/>
                      <a:pt x="3259" y="12727"/>
                    </a:cubicBezTo>
                    <a:cubicBezTo>
                      <a:pt x="3938" y="14130"/>
                      <a:pt x="4844" y="15443"/>
                      <a:pt x="5840" y="16665"/>
                    </a:cubicBezTo>
                    <a:cubicBezTo>
                      <a:pt x="5930" y="16756"/>
                      <a:pt x="6021" y="16892"/>
                      <a:pt x="6111" y="16982"/>
                    </a:cubicBezTo>
                    <a:cubicBezTo>
                      <a:pt x="5840" y="16168"/>
                      <a:pt x="5613" y="15353"/>
                      <a:pt x="5432" y="14493"/>
                    </a:cubicBezTo>
                    <a:cubicBezTo>
                      <a:pt x="5297" y="13678"/>
                      <a:pt x="5206" y="12818"/>
                      <a:pt x="5115" y="11958"/>
                    </a:cubicBezTo>
                    <a:cubicBezTo>
                      <a:pt x="5025" y="11867"/>
                      <a:pt x="4934" y="11731"/>
                      <a:pt x="4844" y="11595"/>
                    </a:cubicBezTo>
                    <a:cubicBezTo>
                      <a:pt x="3214" y="8834"/>
                      <a:pt x="2399" y="5575"/>
                      <a:pt x="2580" y="2361"/>
                    </a:cubicBezTo>
                    <a:cubicBezTo>
                      <a:pt x="2580" y="1546"/>
                      <a:pt x="2626" y="550"/>
                      <a:pt x="1901" y="142"/>
                    </a:cubicBezTo>
                    <a:cubicBezTo>
                      <a:pt x="1756" y="45"/>
                      <a:pt x="1584" y="0"/>
                      <a:pt x="1401" y="0"/>
                    </a:cubicBez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3" name="Google Shape;3183;p5"/>
              <p:cNvSpPr/>
              <p:nvPr/>
            </p:nvSpPr>
            <p:spPr>
              <a:xfrm>
                <a:off x="2253300" y="267950"/>
                <a:ext cx="2238575" cy="1389475"/>
              </a:xfrm>
              <a:custGeom>
                <a:rect b="b" l="l" r="r" t="t"/>
                <a:pathLst>
                  <a:path extrusionOk="0" h="55579" w="89543">
                    <a:moveTo>
                      <a:pt x="76819" y="6751"/>
                    </a:moveTo>
                    <a:cubicBezTo>
                      <a:pt x="76816" y="6759"/>
                      <a:pt x="76813" y="6766"/>
                      <a:pt x="76810" y="6774"/>
                    </a:cubicBezTo>
                    <a:lnTo>
                      <a:pt x="76810" y="6774"/>
                    </a:lnTo>
                    <a:cubicBezTo>
                      <a:pt x="76814" y="6766"/>
                      <a:pt x="76817" y="6759"/>
                      <a:pt x="76819" y="6751"/>
                    </a:cubicBezTo>
                    <a:close/>
                    <a:moveTo>
                      <a:pt x="76810" y="6774"/>
                    </a:moveTo>
                    <a:cubicBezTo>
                      <a:pt x="76797" y="6804"/>
                      <a:pt x="76777" y="6835"/>
                      <a:pt x="76777" y="6865"/>
                    </a:cubicBezTo>
                    <a:cubicBezTo>
                      <a:pt x="76788" y="6835"/>
                      <a:pt x="76799" y="6804"/>
                      <a:pt x="76810" y="6774"/>
                    </a:cubicBezTo>
                    <a:close/>
                    <a:moveTo>
                      <a:pt x="38926" y="1"/>
                    </a:moveTo>
                    <a:cubicBezTo>
                      <a:pt x="38367" y="1"/>
                      <a:pt x="37809" y="41"/>
                      <a:pt x="37257" y="120"/>
                    </a:cubicBezTo>
                    <a:cubicBezTo>
                      <a:pt x="36442" y="210"/>
                      <a:pt x="35627" y="391"/>
                      <a:pt x="34858" y="618"/>
                    </a:cubicBezTo>
                    <a:cubicBezTo>
                      <a:pt x="34269" y="799"/>
                      <a:pt x="33636" y="1070"/>
                      <a:pt x="33047" y="1252"/>
                    </a:cubicBezTo>
                    <a:cubicBezTo>
                      <a:pt x="32956" y="1297"/>
                      <a:pt x="32911" y="1342"/>
                      <a:pt x="32866" y="1387"/>
                    </a:cubicBezTo>
                    <a:cubicBezTo>
                      <a:pt x="32775" y="1478"/>
                      <a:pt x="32640" y="1568"/>
                      <a:pt x="32504" y="1704"/>
                    </a:cubicBezTo>
                    <a:cubicBezTo>
                      <a:pt x="34269" y="1976"/>
                      <a:pt x="35808" y="3334"/>
                      <a:pt x="37257" y="4285"/>
                    </a:cubicBezTo>
                    <a:cubicBezTo>
                      <a:pt x="38208" y="4964"/>
                      <a:pt x="39249" y="5507"/>
                      <a:pt x="40381" y="5733"/>
                    </a:cubicBezTo>
                    <a:cubicBezTo>
                      <a:pt x="41467" y="5959"/>
                      <a:pt x="42553" y="5869"/>
                      <a:pt x="43595" y="6005"/>
                    </a:cubicBezTo>
                    <a:cubicBezTo>
                      <a:pt x="43912" y="6050"/>
                      <a:pt x="43912" y="6457"/>
                      <a:pt x="43685" y="6593"/>
                    </a:cubicBezTo>
                    <a:cubicBezTo>
                      <a:pt x="43046" y="6998"/>
                      <a:pt x="42306" y="7162"/>
                      <a:pt x="41539" y="7162"/>
                    </a:cubicBezTo>
                    <a:cubicBezTo>
                      <a:pt x="40078" y="7162"/>
                      <a:pt x="38521" y="6567"/>
                      <a:pt x="37393" y="5914"/>
                    </a:cubicBezTo>
                    <a:cubicBezTo>
                      <a:pt x="37166" y="5778"/>
                      <a:pt x="36940" y="5643"/>
                      <a:pt x="36759" y="5507"/>
                    </a:cubicBezTo>
                    <a:cubicBezTo>
                      <a:pt x="36125" y="5416"/>
                      <a:pt x="35446" y="5145"/>
                      <a:pt x="35039" y="5099"/>
                    </a:cubicBezTo>
                    <a:cubicBezTo>
                      <a:pt x="34787" y="5062"/>
                      <a:pt x="34534" y="5044"/>
                      <a:pt x="34283" y="5044"/>
                    </a:cubicBezTo>
                    <a:cubicBezTo>
                      <a:pt x="33318" y="5044"/>
                      <a:pt x="32370" y="5311"/>
                      <a:pt x="31508" y="5778"/>
                    </a:cubicBezTo>
                    <a:cubicBezTo>
                      <a:pt x="30512" y="6276"/>
                      <a:pt x="29652" y="7091"/>
                      <a:pt x="28973" y="7997"/>
                    </a:cubicBezTo>
                    <a:cubicBezTo>
                      <a:pt x="28746" y="8268"/>
                      <a:pt x="28565" y="8630"/>
                      <a:pt x="28384" y="8947"/>
                    </a:cubicBezTo>
                    <a:cubicBezTo>
                      <a:pt x="28339" y="8993"/>
                      <a:pt x="28339" y="9038"/>
                      <a:pt x="28294" y="9083"/>
                    </a:cubicBezTo>
                    <a:lnTo>
                      <a:pt x="28520" y="9083"/>
                    </a:lnTo>
                    <a:cubicBezTo>
                      <a:pt x="28855" y="9058"/>
                      <a:pt x="29218" y="9040"/>
                      <a:pt x="29590" y="9040"/>
                    </a:cubicBezTo>
                    <a:cubicBezTo>
                      <a:pt x="30574" y="9040"/>
                      <a:pt x="31625" y="9166"/>
                      <a:pt x="32413" y="9626"/>
                    </a:cubicBezTo>
                    <a:cubicBezTo>
                      <a:pt x="32640" y="9762"/>
                      <a:pt x="32594" y="10170"/>
                      <a:pt x="32323" y="10215"/>
                    </a:cubicBezTo>
                    <a:cubicBezTo>
                      <a:pt x="32028" y="10283"/>
                      <a:pt x="31723" y="10294"/>
                      <a:pt x="31417" y="10294"/>
                    </a:cubicBezTo>
                    <a:cubicBezTo>
                      <a:pt x="31265" y="10294"/>
                      <a:pt x="31112" y="10291"/>
                      <a:pt x="30960" y="10291"/>
                    </a:cubicBezTo>
                    <a:cubicBezTo>
                      <a:pt x="30809" y="10291"/>
                      <a:pt x="30659" y="10294"/>
                      <a:pt x="30512" y="10305"/>
                    </a:cubicBezTo>
                    <a:lnTo>
                      <a:pt x="28520" y="10305"/>
                    </a:lnTo>
                    <a:cubicBezTo>
                      <a:pt x="27343" y="10396"/>
                      <a:pt x="26076" y="10532"/>
                      <a:pt x="24989" y="11030"/>
                    </a:cubicBezTo>
                    <a:cubicBezTo>
                      <a:pt x="23903" y="11573"/>
                      <a:pt x="22997" y="12388"/>
                      <a:pt x="22047" y="13112"/>
                    </a:cubicBezTo>
                    <a:cubicBezTo>
                      <a:pt x="21096" y="13882"/>
                      <a:pt x="20100" y="14606"/>
                      <a:pt x="19104" y="15330"/>
                    </a:cubicBezTo>
                    <a:cubicBezTo>
                      <a:pt x="19647" y="15013"/>
                      <a:pt x="20191" y="14696"/>
                      <a:pt x="20689" y="14380"/>
                    </a:cubicBezTo>
                    <a:cubicBezTo>
                      <a:pt x="21685" y="13700"/>
                      <a:pt x="22590" y="12886"/>
                      <a:pt x="23676" y="12388"/>
                    </a:cubicBezTo>
                    <a:cubicBezTo>
                      <a:pt x="23743" y="12354"/>
                      <a:pt x="23812" y="12340"/>
                      <a:pt x="23880" y="12340"/>
                    </a:cubicBezTo>
                    <a:cubicBezTo>
                      <a:pt x="24182" y="12340"/>
                      <a:pt x="24450" y="12635"/>
                      <a:pt x="24265" y="12931"/>
                    </a:cubicBezTo>
                    <a:cubicBezTo>
                      <a:pt x="23586" y="14063"/>
                      <a:pt x="22454" y="14832"/>
                      <a:pt x="21413" y="15557"/>
                    </a:cubicBezTo>
                    <a:cubicBezTo>
                      <a:pt x="20281" y="16281"/>
                      <a:pt x="19104" y="16960"/>
                      <a:pt x="17927" y="17458"/>
                    </a:cubicBezTo>
                    <a:cubicBezTo>
                      <a:pt x="16841" y="17956"/>
                      <a:pt x="15800" y="18363"/>
                      <a:pt x="14668" y="18680"/>
                    </a:cubicBezTo>
                    <a:cubicBezTo>
                      <a:pt x="13898" y="18861"/>
                      <a:pt x="13084" y="19042"/>
                      <a:pt x="12314" y="19223"/>
                    </a:cubicBezTo>
                    <a:cubicBezTo>
                      <a:pt x="11907" y="19314"/>
                      <a:pt x="11454" y="19404"/>
                      <a:pt x="11046" y="19495"/>
                    </a:cubicBezTo>
                    <a:cubicBezTo>
                      <a:pt x="9824" y="19767"/>
                      <a:pt x="8692" y="20174"/>
                      <a:pt x="7606" y="20808"/>
                    </a:cubicBezTo>
                    <a:cubicBezTo>
                      <a:pt x="6565" y="21396"/>
                      <a:pt x="5614" y="22121"/>
                      <a:pt x="4709" y="22890"/>
                    </a:cubicBezTo>
                    <a:cubicBezTo>
                      <a:pt x="2898" y="24384"/>
                      <a:pt x="1359" y="26149"/>
                      <a:pt x="635" y="28413"/>
                    </a:cubicBezTo>
                    <a:cubicBezTo>
                      <a:pt x="1" y="30224"/>
                      <a:pt x="91" y="31989"/>
                      <a:pt x="499" y="33755"/>
                    </a:cubicBezTo>
                    <a:cubicBezTo>
                      <a:pt x="499" y="33483"/>
                      <a:pt x="499" y="33211"/>
                      <a:pt x="544" y="32940"/>
                    </a:cubicBezTo>
                    <a:cubicBezTo>
                      <a:pt x="589" y="31989"/>
                      <a:pt x="861" y="31084"/>
                      <a:pt x="1133" y="30178"/>
                    </a:cubicBezTo>
                    <a:cubicBezTo>
                      <a:pt x="1173" y="30058"/>
                      <a:pt x="1292" y="30000"/>
                      <a:pt x="1410" y="30000"/>
                    </a:cubicBezTo>
                    <a:cubicBezTo>
                      <a:pt x="1557" y="30000"/>
                      <a:pt x="1701" y="30092"/>
                      <a:pt x="1676" y="30269"/>
                    </a:cubicBezTo>
                    <a:cubicBezTo>
                      <a:pt x="1449" y="31944"/>
                      <a:pt x="1540" y="33755"/>
                      <a:pt x="1766" y="35475"/>
                    </a:cubicBezTo>
                    <a:cubicBezTo>
                      <a:pt x="2038" y="37105"/>
                      <a:pt x="2536" y="38734"/>
                      <a:pt x="3305" y="40228"/>
                    </a:cubicBezTo>
                    <a:cubicBezTo>
                      <a:pt x="3984" y="41631"/>
                      <a:pt x="4845" y="42944"/>
                      <a:pt x="5841" y="44121"/>
                    </a:cubicBezTo>
                    <a:cubicBezTo>
                      <a:pt x="5976" y="44257"/>
                      <a:pt x="6067" y="44348"/>
                      <a:pt x="6157" y="44483"/>
                    </a:cubicBezTo>
                    <a:cubicBezTo>
                      <a:pt x="5886" y="43669"/>
                      <a:pt x="5614" y="42854"/>
                      <a:pt x="5478" y="41994"/>
                    </a:cubicBezTo>
                    <a:cubicBezTo>
                      <a:pt x="5297" y="41133"/>
                      <a:pt x="5207" y="40228"/>
                      <a:pt x="5116" y="39323"/>
                    </a:cubicBezTo>
                    <a:cubicBezTo>
                      <a:pt x="4980" y="38372"/>
                      <a:pt x="4980" y="37331"/>
                      <a:pt x="4664" y="36426"/>
                    </a:cubicBezTo>
                    <a:cubicBezTo>
                      <a:pt x="4573" y="36184"/>
                      <a:pt x="4804" y="35983"/>
                      <a:pt x="5022" y="35983"/>
                    </a:cubicBezTo>
                    <a:cubicBezTo>
                      <a:pt x="5131" y="35983"/>
                      <a:pt x="5237" y="36033"/>
                      <a:pt x="5297" y="36154"/>
                    </a:cubicBezTo>
                    <a:cubicBezTo>
                      <a:pt x="5705" y="37105"/>
                      <a:pt x="6112" y="38055"/>
                      <a:pt x="6338" y="39096"/>
                    </a:cubicBezTo>
                    <a:cubicBezTo>
                      <a:pt x="6520" y="40002"/>
                      <a:pt x="6655" y="40907"/>
                      <a:pt x="6927" y="41813"/>
                    </a:cubicBezTo>
                    <a:cubicBezTo>
                      <a:pt x="7651" y="44710"/>
                      <a:pt x="9055" y="47426"/>
                      <a:pt x="11001" y="49644"/>
                    </a:cubicBezTo>
                    <a:cubicBezTo>
                      <a:pt x="11952" y="50776"/>
                      <a:pt x="13084" y="51772"/>
                      <a:pt x="14306" y="52587"/>
                    </a:cubicBezTo>
                    <a:cubicBezTo>
                      <a:pt x="14668" y="52858"/>
                      <a:pt x="15075" y="53130"/>
                      <a:pt x="15483" y="53356"/>
                    </a:cubicBezTo>
                    <a:cubicBezTo>
                      <a:pt x="14532" y="52270"/>
                      <a:pt x="13853" y="51002"/>
                      <a:pt x="13310" y="49689"/>
                    </a:cubicBezTo>
                    <a:cubicBezTo>
                      <a:pt x="12586" y="48014"/>
                      <a:pt x="12269" y="46294"/>
                      <a:pt x="11861" y="44529"/>
                    </a:cubicBezTo>
                    <a:cubicBezTo>
                      <a:pt x="11807" y="44284"/>
                      <a:pt x="11981" y="44138"/>
                      <a:pt x="12158" y="44138"/>
                    </a:cubicBezTo>
                    <a:cubicBezTo>
                      <a:pt x="12276" y="44138"/>
                      <a:pt x="12395" y="44203"/>
                      <a:pt x="12450" y="44348"/>
                    </a:cubicBezTo>
                    <a:cubicBezTo>
                      <a:pt x="13536" y="47290"/>
                      <a:pt x="14758" y="50323"/>
                      <a:pt x="16977" y="52587"/>
                    </a:cubicBezTo>
                    <a:cubicBezTo>
                      <a:pt x="17973" y="53628"/>
                      <a:pt x="19240" y="54397"/>
                      <a:pt x="20643" y="54759"/>
                    </a:cubicBezTo>
                    <a:cubicBezTo>
                      <a:pt x="21187" y="54941"/>
                      <a:pt x="21775" y="55031"/>
                      <a:pt x="22364" y="55122"/>
                    </a:cubicBezTo>
                    <a:cubicBezTo>
                      <a:pt x="20915" y="53537"/>
                      <a:pt x="20010" y="51364"/>
                      <a:pt x="19104" y="49463"/>
                    </a:cubicBezTo>
                    <a:cubicBezTo>
                      <a:pt x="18979" y="49181"/>
                      <a:pt x="19201" y="48942"/>
                      <a:pt x="19424" y="48942"/>
                    </a:cubicBezTo>
                    <a:cubicBezTo>
                      <a:pt x="19523" y="48942"/>
                      <a:pt x="19623" y="48989"/>
                      <a:pt x="19693" y="49101"/>
                    </a:cubicBezTo>
                    <a:cubicBezTo>
                      <a:pt x="20915" y="51138"/>
                      <a:pt x="22318" y="53130"/>
                      <a:pt x="24129" y="54669"/>
                    </a:cubicBezTo>
                    <a:cubicBezTo>
                      <a:pt x="24582" y="55031"/>
                      <a:pt x="25080" y="55393"/>
                      <a:pt x="25623" y="55529"/>
                    </a:cubicBezTo>
                    <a:cubicBezTo>
                      <a:pt x="25848" y="55564"/>
                      <a:pt x="26073" y="55578"/>
                      <a:pt x="26295" y="55578"/>
                    </a:cubicBezTo>
                    <a:cubicBezTo>
                      <a:pt x="26654" y="55578"/>
                      <a:pt x="27007" y="55540"/>
                      <a:pt x="27343" y="55484"/>
                    </a:cubicBezTo>
                    <a:cubicBezTo>
                      <a:pt x="28022" y="55393"/>
                      <a:pt x="28701" y="55303"/>
                      <a:pt x="29380" y="55167"/>
                    </a:cubicBezTo>
                    <a:cubicBezTo>
                      <a:pt x="29788" y="55122"/>
                      <a:pt x="30421" y="55076"/>
                      <a:pt x="30738" y="54759"/>
                    </a:cubicBezTo>
                    <a:cubicBezTo>
                      <a:pt x="30829" y="54624"/>
                      <a:pt x="30965" y="54578"/>
                      <a:pt x="31100" y="54533"/>
                    </a:cubicBezTo>
                    <a:cubicBezTo>
                      <a:pt x="31100" y="54397"/>
                      <a:pt x="31100" y="54261"/>
                      <a:pt x="31100" y="54126"/>
                    </a:cubicBezTo>
                    <a:cubicBezTo>
                      <a:pt x="31146" y="52360"/>
                      <a:pt x="31689" y="50730"/>
                      <a:pt x="32549" y="49191"/>
                    </a:cubicBezTo>
                    <a:cubicBezTo>
                      <a:pt x="33138" y="48105"/>
                      <a:pt x="33907" y="47064"/>
                      <a:pt x="34631" y="46023"/>
                    </a:cubicBezTo>
                    <a:lnTo>
                      <a:pt x="34631" y="46023"/>
                    </a:lnTo>
                    <a:cubicBezTo>
                      <a:pt x="34586" y="46045"/>
                      <a:pt x="34530" y="46056"/>
                      <a:pt x="34473" y="46056"/>
                    </a:cubicBezTo>
                    <a:cubicBezTo>
                      <a:pt x="34416" y="46056"/>
                      <a:pt x="34360" y="46045"/>
                      <a:pt x="34315" y="46023"/>
                    </a:cubicBezTo>
                    <a:cubicBezTo>
                      <a:pt x="32096" y="44846"/>
                      <a:pt x="30784" y="42310"/>
                      <a:pt x="30150" y="40002"/>
                    </a:cubicBezTo>
                    <a:cubicBezTo>
                      <a:pt x="29788" y="38553"/>
                      <a:pt x="29607" y="37059"/>
                      <a:pt x="29607" y="35565"/>
                    </a:cubicBezTo>
                    <a:cubicBezTo>
                      <a:pt x="29607" y="34751"/>
                      <a:pt x="29607" y="33981"/>
                      <a:pt x="29697" y="33166"/>
                    </a:cubicBezTo>
                    <a:cubicBezTo>
                      <a:pt x="29788" y="32487"/>
                      <a:pt x="29833" y="31672"/>
                      <a:pt x="30195" y="31038"/>
                    </a:cubicBezTo>
                    <a:cubicBezTo>
                      <a:pt x="30271" y="30925"/>
                      <a:pt x="30379" y="30874"/>
                      <a:pt x="30485" y="30874"/>
                    </a:cubicBezTo>
                    <a:cubicBezTo>
                      <a:pt x="30632" y="30874"/>
                      <a:pt x="30776" y="30971"/>
                      <a:pt x="30829" y="31129"/>
                    </a:cubicBezTo>
                    <a:cubicBezTo>
                      <a:pt x="31055" y="31808"/>
                      <a:pt x="30965" y="32578"/>
                      <a:pt x="30919" y="33302"/>
                    </a:cubicBezTo>
                    <a:cubicBezTo>
                      <a:pt x="30919" y="33981"/>
                      <a:pt x="30874" y="34660"/>
                      <a:pt x="30874" y="35339"/>
                    </a:cubicBezTo>
                    <a:cubicBezTo>
                      <a:pt x="30874" y="36742"/>
                      <a:pt x="30965" y="38146"/>
                      <a:pt x="31282" y="39549"/>
                    </a:cubicBezTo>
                    <a:cubicBezTo>
                      <a:pt x="31870" y="41903"/>
                      <a:pt x="33047" y="43759"/>
                      <a:pt x="34677" y="45525"/>
                    </a:cubicBezTo>
                    <a:cubicBezTo>
                      <a:pt x="34767" y="45570"/>
                      <a:pt x="34813" y="45660"/>
                      <a:pt x="34767" y="45751"/>
                    </a:cubicBezTo>
                    <a:cubicBezTo>
                      <a:pt x="34858" y="45660"/>
                      <a:pt x="34948" y="45525"/>
                      <a:pt x="35039" y="45389"/>
                    </a:cubicBezTo>
                    <a:cubicBezTo>
                      <a:pt x="35899" y="44031"/>
                      <a:pt x="36669" y="42627"/>
                      <a:pt x="36940" y="40998"/>
                    </a:cubicBezTo>
                    <a:cubicBezTo>
                      <a:pt x="36975" y="40822"/>
                      <a:pt x="37092" y="40756"/>
                      <a:pt x="37248" y="40756"/>
                    </a:cubicBezTo>
                    <a:cubicBezTo>
                      <a:pt x="37293" y="40756"/>
                      <a:pt x="37342" y="40761"/>
                      <a:pt x="37393" y="40771"/>
                    </a:cubicBezTo>
                    <a:cubicBezTo>
                      <a:pt x="37619" y="40092"/>
                      <a:pt x="37846" y="39459"/>
                      <a:pt x="38208" y="38825"/>
                    </a:cubicBezTo>
                    <a:cubicBezTo>
                      <a:pt x="39249" y="36923"/>
                      <a:pt x="41105" y="35520"/>
                      <a:pt x="43187" y="34932"/>
                    </a:cubicBezTo>
                    <a:cubicBezTo>
                      <a:pt x="43323" y="34796"/>
                      <a:pt x="43504" y="34660"/>
                      <a:pt x="43640" y="34524"/>
                    </a:cubicBezTo>
                    <a:cubicBezTo>
                      <a:pt x="44591" y="33755"/>
                      <a:pt x="45722" y="33257"/>
                      <a:pt x="46899" y="32940"/>
                    </a:cubicBezTo>
                    <a:cubicBezTo>
                      <a:pt x="48348" y="32578"/>
                      <a:pt x="49842" y="32442"/>
                      <a:pt x="51336" y="32306"/>
                    </a:cubicBezTo>
                    <a:cubicBezTo>
                      <a:pt x="52060" y="32215"/>
                      <a:pt x="52829" y="32170"/>
                      <a:pt x="53599" y="32080"/>
                    </a:cubicBezTo>
                    <a:cubicBezTo>
                      <a:pt x="54233" y="31989"/>
                      <a:pt x="54912" y="31899"/>
                      <a:pt x="55500" y="31536"/>
                    </a:cubicBezTo>
                    <a:cubicBezTo>
                      <a:pt x="55549" y="31512"/>
                      <a:pt x="55597" y="31501"/>
                      <a:pt x="55643" y="31501"/>
                    </a:cubicBezTo>
                    <a:cubicBezTo>
                      <a:pt x="55769" y="31501"/>
                      <a:pt x="55875" y="31585"/>
                      <a:pt x="55908" y="31718"/>
                    </a:cubicBezTo>
                    <a:cubicBezTo>
                      <a:pt x="56360" y="30993"/>
                      <a:pt x="57039" y="30359"/>
                      <a:pt x="57673" y="29816"/>
                    </a:cubicBezTo>
                    <a:cubicBezTo>
                      <a:pt x="58533" y="29137"/>
                      <a:pt x="59439" y="28549"/>
                      <a:pt x="60525" y="28187"/>
                    </a:cubicBezTo>
                    <a:cubicBezTo>
                      <a:pt x="61303" y="27895"/>
                      <a:pt x="62104" y="27766"/>
                      <a:pt x="62912" y="27766"/>
                    </a:cubicBezTo>
                    <a:cubicBezTo>
                      <a:pt x="63232" y="27766"/>
                      <a:pt x="63554" y="27786"/>
                      <a:pt x="63875" y="27824"/>
                    </a:cubicBezTo>
                    <a:cubicBezTo>
                      <a:pt x="64464" y="27915"/>
                      <a:pt x="65052" y="28096"/>
                      <a:pt x="65595" y="28232"/>
                    </a:cubicBezTo>
                    <a:cubicBezTo>
                      <a:pt x="65731" y="28232"/>
                      <a:pt x="65867" y="28277"/>
                      <a:pt x="66003" y="28277"/>
                    </a:cubicBezTo>
                    <a:cubicBezTo>
                      <a:pt x="66036" y="28211"/>
                      <a:pt x="66117" y="28169"/>
                      <a:pt x="66212" y="28169"/>
                    </a:cubicBezTo>
                    <a:cubicBezTo>
                      <a:pt x="66247" y="28169"/>
                      <a:pt x="66283" y="28174"/>
                      <a:pt x="66320" y="28187"/>
                    </a:cubicBezTo>
                    <a:cubicBezTo>
                      <a:pt x="66546" y="28277"/>
                      <a:pt x="66772" y="28368"/>
                      <a:pt x="67044" y="28413"/>
                    </a:cubicBezTo>
                    <a:cubicBezTo>
                      <a:pt x="67180" y="28413"/>
                      <a:pt x="67315" y="28413"/>
                      <a:pt x="67451" y="28458"/>
                    </a:cubicBezTo>
                    <a:cubicBezTo>
                      <a:pt x="67497" y="28458"/>
                      <a:pt x="67587" y="28458"/>
                      <a:pt x="67632" y="28503"/>
                    </a:cubicBezTo>
                    <a:cubicBezTo>
                      <a:pt x="68130" y="28594"/>
                      <a:pt x="68628" y="28594"/>
                      <a:pt x="69171" y="28594"/>
                    </a:cubicBezTo>
                    <a:cubicBezTo>
                      <a:pt x="69716" y="28569"/>
                      <a:pt x="70261" y="28531"/>
                      <a:pt x="70806" y="28531"/>
                    </a:cubicBezTo>
                    <a:cubicBezTo>
                      <a:pt x="71257" y="28531"/>
                      <a:pt x="71708" y="28557"/>
                      <a:pt x="72159" y="28639"/>
                    </a:cubicBezTo>
                    <a:cubicBezTo>
                      <a:pt x="72069" y="28549"/>
                      <a:pt x="72023" y="28413"/>
                      <a:pt x="72114" y="28232"/>
                    </a:cubicBezTo>
                    <a:cubicBezTo>
                      <a:pt x="72476" y="27508"/>
                      <a:pt x="72793" y="26828"/>
                      <a:pt x="73381" y="26285"/>
                    </a:cubicBezTo>
                    <a:cubicBezTo>
                      <a:pt x="74015" y="25787"/>
                      <a:pt x="74694" y="25380"/>
                      <a:pt x="75464" y="25108"/>
                    </a:cubicBezTo>
                    <a:cubicBezTo>
                      <a:pt x="76188" y="24837"/>
                      <a:pt x="76958" y="24701"/>
                      <a:pt x="77727" y="24656"/>
                    </a:cubicBezTo>
                    <a:cubicBezTo>
                      <a:pt x="78135" y="24656"/>
                      <a:pt x="78542" y="24701"/>
                      <a:pt x="78950" y="24791"/>
                    </a:cubicBezTo>
                    <a:cubicBezTo>
                      <a:pt x="79312" y="24882"/>
                      <a:pt x="79764" y="25018"/>
                      <a:pt x="80036" y="25335"/>
                    </a:cubicBezTo>
                    <a:cubicBezTo>
                      <a:pt x="80262" y="25606"/>
                      <a:pt x="80172" y="26059"/>
                      <a:pt x="79810" y="26149"/>
                    </a:cubicBezTo>
                    <a:cubicBezTo>
                      <a:pt x="79689" y="26180"/>
                      <a:pt x="79568" y="26190"/>
                      <a:pt x="79449" y="26190"/>
                    </a:cubicBezTo>
                    <a:cubicBezTo>
                      <a:pt x="79211" y="26190"/>
                      <a:pt x="78980" y="26149"/>
                      <a:pt x="78768" y="26149"/>
                    </a:cubicBezTo>
                    <a:cubicBezTo>
                      <a:pt x="78406" y="26149"/>
                      <a:pt x="78089" y="26104"/>
                      <a:pt x="77773" y="26104"/>
                    </a:cubicBezTo>
                    <a:cubicBezTo>
                      <a:pt x="77139" y="26149"/>
                      <a:pt x="76505" y="26240"/>
                      <a:pt x="75917" y="26466"/>
                    </a:cubicBezTo>
                    <a:cubicBezTo>
                      <a:pt x="75328" y="26647"/>
                      <a:pt x="74785" y="27010"/>
                      <a:pt x="74242" y="27372"/>
                    </a:cubicBezTo>
                    <a:cubicBezTo>
                      <a:pt x="73744" y="27734"/>
                      <a:pt x="73155" y="28096"/>
                      <a:pt x="72793" y="28639"/>
                    </a:cubicBezTo>
                    <a:cubicBezTo>
                      <a:pt x="72748" y="28685"/>
                      <a:pt x="72657" y="28730"/>
                      <a:pt x="72612" y="28775"/>
                    </a:cubicBezTo>
                    <a:cubicBezTo>
                      <a:pt x="73472" y="29001"/>
                      <a:pt x="74196" y="29545"/>
                      <a:pt x="74875" y="30133"/>
                    </a:cubicBezTo>
                    <a:cubicBezTo>
                      <a:pt x="74875" y="30178"/>
                      <a:pt x="74921" y="30178"/>
                      <a:pt x="74921" y="30178"/>
                    </a:cubicBezTo>
                    <a:cubicBezTo>
                      <a:pt x="75102" y="30178"/>
                      <a:pt x="75283" y="30133"/>
                      <a:pt x="75464" y="30133"/>
                    </a:cubicBezTo>
                    <a:cubicBezTo>
                      <a:pt x="75735" y="30133"/>
                      <a:pt x="76007" y="30133"/>
                      <a:pt x="76279" y="30178"/>
                    </a:cubicBezTo>
                    <a:cubicBezTo>
                      <a:pt x="76233" y="29907"/>
                      <a:pt x="76233" y="29635"/>
                      <a:pt x="76324" y="29409"/>
                    </a:cubicBezTo>
                    <a:cubicBezTo>
                      <a:pt x="76324" y="29364"/>
                      <a:pt x="76324" y="29318"/>
                      <a:pt x="76369" y="29273"/>
                    </a:cubicBezTo>
                    <a:cubicBezTo>
                      <a:pt x="76369" y="29092"/>
                      <a:pt x="76414" y="28956"/>
                      <a:pt x="76460" y="28820"/>
                    </a:cubicBezTo>
                    <a:cubicBezTo>
                      <a:pt x="76550" y="28594"/>
                      <a:pt x="76641" y="28413"/>
                      <a:pt x="76822" y="28232"/>
                    </a:cubicBezTo>
                    <a:cubicBezTo>
                      <a:pt x="76822" y="28187"/>
                      <a:pt x="76822" y="28187"/>
                      <a:pt x="76822" y="28141"/>
                    </a:cubicBezTo>
                    <a:cubicBezTo>
                      <a:pt x="76912" y="28051"/>
                      <a:pt x="77094" y="28005"/>
                      <a:pt x="77229" y="27960"/>
                    </a:cubicBezTo>
                    <a:cubicBezTo>
                      <a:pt x="77365" y="27960"/>
                      <a:pt x="77501" y="28005"/>
                      <a:pt x="77637" y="28051"/>
                    </a:cubicBezTo>
                    <a:cubicBezTo>
                      <a:pt x="77727" y="28096"/>
                      <a:pt x="77773" y="28141"/>
                      <a:pt x="77818" y="28141"/>
                    </a:cubicBezTo>
                    <a:cubicBezTo>
                      <a:pt x="78135" y="28232"/>
                      <a:pt x="78406" y="28413"/>
                      <a:pt x="78587" y="28685"/>
                    </a:cubicBezTo>
                    <a:cubicBezTo>
                      <a:pt x="79040" y="29273"/>
                      <a:pt x="79176" y="30133"/>
                      <a:pt x="78814" y="30767"/>
                    </a:cubicBezTo>
                    <a:cubicBezTo>
                      <a:pt x="78814" y="30812"/>
                      <a:pt x="78768" y="30812"/>
                      <a:pt x="78768" y="30857"/>
                    </a:cubicBezTo>
                    <a:cubicBezTo>
                      <a:pt x="78950" y="30903"/>
                      <a:pt x="79131" y="30993"/>
                      <a:pt x="79266" y="31084"/>
                    </a:cubicBezTo>
                    <a:cubicBezTo>
                      <a:pt x="80036" y="31491"/>
                      <a:pt x="80851" y="31989"/>
                      <a:pt x="81439" y="32668"/>
                    </a:cubicBezTo>
                    <a:cubicBezTo>
                      <a:pt x="81485" y="32759"/>
                      <a:pt x="81575" y="32804"/>
                      <a:pt x="81666" y="32895"/>
                    </a:cubicBezTo>
                    <a:cubicBezTo>
                      <a:pt x="81698" y="32863"/>
                      <a:pt x="81775" y="32831"/>
                      <a:pt x="81849" y="32831"/>
                    </a:cubicBezTo>
                    <a:cubicBezTo>
                      <a:pt x="81880" y="32831"/>
                      <a:pt x="81911" y="32836"/>
                      <a:pt x="81937" y="32849"/>
                    </a:cubicBezTo>
                    <a:cubicBezTo>
                      <a:pt x="83205" y="33392"/>
                      <a:pt x="84382" y="33981"/>
                      <a:pt x="85423" y="34841"/>
                    </a:cubicBezTo>
                    <a:cubicBezTo>
                      <a:pt x="85966" y="35294"/>
                      <a:pt x="86419" y="35746"/>
                      <a:pt x="86872" y="36244"/>
                    </a:cubicBezTo>
                    <a:cubicBezTo>
                      <a:pt x="87324" y="36742"/>
                      <a:pt x="87777" y="37331"/>
                      <a:pt x="87958" y="37919"/>
                    </a:cubicBezTo>
                    <a:cubicBezTo>
                      <a:pt x="87958" y="38010"/>
                      <a:pt x="87958" y="38100"/>
                      <a:pt x="87913" y="38146"/>
                    </a:cubicBezTo>
                    <a:cubicBezTo>
                      <a:pt x="88003" y="38236"/>
                      <a:pt x="88094" y="38282"/>
                      <a:pt x="88139" y="38327"/>
                    </a:cubicBezTo>
                    <a:cubicBezTo>
                      <a:pt x="88184" y="38372"/>
                      <a:pt x="88184" y="38372"/>
                      <a:pt x="88230" y="38417"/>
                    </a:cubicBezTo>
                    <a:cubicBezTo>
                      <a:pt x="88094" y="37376"/>
                      <a:pt x="88320" y="36335"/>
                      <a:pt x="88230" y="35339"/>
                    </a:cubicBezTo>
                    <a:cubicBezTo>
                      <a:pt x="88139" y="34298"/>
                      <a:pt x="87505" y="33302"/>
                      <a:pt x="87007" y="32442"/>
                    </a:cubicBezTo>
                    <a:cubicBezTo>
                      <a:pt x="86374" y="31355"/>
                      <a:pt x="85830" y="30269"/>
                      <a:pt x="85197" y="29228"/>
                    </a:cubicBezTo>
                    <a:cubicBezTo>
                      <a:pt x="85072" y="29010"/>
                      <a:pt x="85247" y="28835"/>
                      <a:pt x="85442" y="28835"/>
                    </a:cubicBezTo>
                    <a:cubicBezTo>
                      <a:pt x="85531" y="28835"/>
                      <a:pt x="85624" y="28871"/>
                      <a:pt x="85695" y="28956"/>
                    </a:cubicBezTo>
                    <a:cubicBezTo>
                      <a:pt x="86419" y="29952"/>
                      <a:pt x="87188" y="30903"/>
                      <a:pt x="87913" y="31899"/>
                    </a:cubicBezTo>
                    <a:cubicBezTo>
                      <a:pt x="88230" y="32306"/>
                      <a:pt x="88547" y="32713"/>
                      <a:pt x="88773" y="33166"/>
                    </a:cubicBezTo>
                    <a:cubicBezTo>
                      <a:pt x="89044" y="31672"/>
                      <a:pt x="88954" y="30224"/>
                      <a:pt x="88547" y="28730"/>
                    </a:cubicBezTo>
                    <a:cubicBezTo>
                      <a:pt x="87732" y="25833"/>
                      <a:pt x="85740" y="23298"/>
                      <a:pt x="83657" y="21125"/>
                    </a:cubicBezTo>
                    <a:cubicBezTo>
                      <a:pt x="83482" y="20949"/>
                      <a:pt x="83661" y="20691"/>
                      <a:pt x="83877" y="20691"/>
                    </a:cubicBezTo>
                    <a:cubicBezTo>
                      <a:pt x="83939" y="20691"/>
                      <a:pt x="84004" y="20712"/>
                      <a:pt x="84065" y="20762"/>
                    </a:cubicBezTo>
                    <a:cubicBezTo>
                      <a:pt x="86283" y="22800"/>
                      <a:pt x="88365" y="24927"/>
                      <a:pt x="89542" y="27734"/>
                    </a:cubicBezTo>
                    <a:cubicBezTo>
                      <a:pt x="89542" y="27145"/>
                      <a:pt x="89542" y="26557"/>
                      <a:pt x="89452" y="26014"/>
                    </a:cubicBezTo>
                    <a:cubicBezTo>
                      <a:pt x="89316" y="24791"/>
                      <a:pt x="88909" y="23614"/>
                      <a:pt x="88184" y="22618"/>
                    </a:cubicBezTo>
                    <a:cubicBezTo>
                      <a:pt x="87415" y="21532"/>
                      <a:pt x="86057" y="20944"/>
                      <a:pt x="84880" y="20310"/>
                    </a:cubicBezTo>
                    <a:cubicBezTo>
                      <a:pt x="83703" y="19585"/>
                      <a:pt x="82526" y="18725"/>
                      <a:pt x="81168" y="18363"/>
                    </a:cubicBezTo>
                    <a:cubicBezTo>
                      <a:pt x="80866" y="18277"/>
                      <a:pt x="80975" y="17862"/>
                      <a:pt x="81260" y="17862"/>
                    </a:cubicBezTo>
                    <a:cubicBezTo>
                      <a:pt x="81274" y="17862"/>
                      <a:pt x="81288" y="17863"/>
                      <a:pt x="81304" y="17865"/>
                    </a:cubicBezTo>
                    <a:cubicBezTo>
                      <a:pt x="81711" y="17956"/>
                      <a:pt x="82073" y="18046"/>
                      <a:pt x="82435" y="18137"/>
                    </a:cubicBezTo>
                    <a:cubicBezTo>
                      <a:pt x="82345" y="18092"/>
                      <a:pt x="82254" y="18001"/>
                      <a:pt x="82209" y="17956"/>
                    </a:cubicBezTo>
                    <a:cubicBezTo>
                      <a:pt x="81965" y="17712"/>
                      <a:pt x="82177" y="17414"/>
                      <a:pt x="82432" y="17414"/>
                    </a:cubicBezTo>
                    <a:cubicBezTo>
                      <a:pt x="82509" y="17414"/>
                      <a:pt x="82589" y="17441"/>
                      <a:pt x="82662" y="17503"/>
                    </a:cubicBezTo>
                    <a:cubicBezTo>
                      <a:pt x="83386" y="18046"/>
                      <a:pt x="84246" y="18363"/>
                      <a:pt x="85151" y="18544"/>
                    </a:cubicBezTo>
                    <a:cubicBezTo>
                      <a:pt x="85682" y="18633"/>
                      <a:pt x="86232" y="18702"/>
                      <a:pt x="86776" y="18702"/>
                    </a:cubicBezTo>
                    <a:cubicBezTo>
                      <a:pt x="87068" y="18702"/>
                      <a:pt x="87357" y="18682"/>
                      <a:pt x="87641" y="18635"/>
                    </a:cubicBezTo>
                    <a:cubicBezTo>
                      <a:pt x="88049" y="18590"/>
                      <a:pt x="88456" y="18499"/>
                      <a:pt x="88818" y="18499"/>
                    </a:cubicBezTo>
                    <a:cubicBezTo>
                      <a:pt x="88773" y="18454"/>
                      <a:pt x="88728" y="18454"/>
                      <a:pt x="88682" y="18454"/>
                    </a:cubicBezTo>
                    <a:cubicBezTo>
                      <a:pt x="88275" y="18318"/>
                      <a:pt x="87913" y="18182"/>
                      <a:pt x="87551" y="18001"/>
                    </a:cubicBezTo>
                    <a:cubicBezTo>
                      <a:pt x="86826" y="17684"/>
                      <a:pt x="86102" y="17277"/>
                      <a:pt x="85423" y="16824"/>
                    </a:cubicBezTo>
                    <a:cubicBezTo>
                      <a:pt x="84699" y="16326"/>
                      <a:pt x="84020" y="15828"/>
                      <a:pt x="83386" y="15240"/>
                    </a:cubicBezTo>
                    <a:cubicBezTo>
                      <a:pt x="82752" y="14696"/>
                      <a:pt x="82209" y="14108"/>
                      <a:pt x="81439" y="13791"/>
                    </a:cubicBezTo>
                    <a:cubicBezTo>
                      <a:pt x="80829" y="13515"/>
                      <a:pt x="80141" y="13411"/>
                      <a:pt x="79435" y="13411"/>
                    </a:cubicBezTo>
                    <a:cubicBezTo>
                      <a:pt x="78520" y="13411"/>
                      <a:pt x="77575" y="13586"/>
                      <a:pt x="76731" y="13791"/>
                    </a:cubicBezTo>
                    <a:cubicBezTo>
                      <a:pt x="75373" y="14108"/>
                      <a:pt x="73970" y="14742"/>
                      <a:pt x="73246" y="16009"/>
                    </a:cubicBezTo>
                    <a:cubicBezTo>
                      <a:pt x="73203" y="16081"/>
                      <a:pt x="73128" y="16112"/>
                      <a:pt x="73050" y="16112"/>
                    </a:cubicBezTo>
                    <a:cubicBezTo>
                      <a:pt x="72882" y="16112"/>
                      <a:pt x="72700" y="15968"/>
                      <a:pt x="72793" y="15783"/>
                    </a:cubicBezTo>
                    <a:cubicBezTo>
                      <a:pt x="73381" y="14380"/>
                      <a:pt x="74513" y="13519"/>
                      <a:pt x="75917" y="12976"/>
                    </a:cubicBezTo>
                    <a:cubicBezTo>
                      <a:pt x="76980" y="12557"/>
                      <a:pt x="78249" y="12299"/>
                      <a:pt x="79463" y="12299"/>
                    </a:cubicBezTo>
                    <a:cubicBezTo>
                      <a:pt x="79956" y="12299"/>
                      <a:pt x="80439" y="12342"/>
                      <a:pt x="80896" y="12433"/>
                    </a:cubicBezTo>
                    <a:cubicBezTo>
                      <a:pt x="82345" y="12705"/>
                      <a:pt x="83341" y="13700"/>
                      <a:pt x="84427" y="14606"/>
                    </a:cubicBezTo>
                    <a:cubicBezTo>
                      <a:pt x="84020" y="13429"/>
                      <a:pt x="83522" y="12297"/>
                      <a:pt x="82707" y="11347"/>
                    </a:cubicBezTo>
                    <a:cubicBezTo>
                      <a:pt x="81892" y="10351"/>
                      <a:pt x="80806" y="9626"/>
                      <a:pt x="79583" y="9264"/>
                    </a:cubicBezTo>
                    <a:cubicBezTo>
                      <a:pt x="79065" y="9126"/>
                      <a:pt x="78572" y="9067"/>
                      <a:pt x="78066" y="9067"/>
                    </a:cubicBezTo>
                    <a:cubicBezTo>
                      <a:pt x="77910" y="9067"/>
                      <a:pt x="77752" y="9072"/>
                      <a:pt x="77591" y="9083"/>
                    </a:cubicBezTo>
                    <a:cubicBezTo>
                      <a:pt x="77320" y="9083"/>
                      <a:pt x="77048" y="9083"/>
                      <a:pt x="76777" y="9128"/>
                    </a:cubicBezTo>
                    <a:cubicBezTo>
                      <a:pt x="76324" y="9672"/>
                      <a:pt x="75826" y="10170"/>
                      <a:pt x="75328" y="10667"/>
                    </a:cubicBezTo>
                    <a:cubicBezTo>
                      <a:pt x="74694" y="11301"/>
                      <a:pt x="74015" y="11935"/>
                      <a:pt x="73291" y="12478"/>
                    </a:cubicBezTo>
                    <a:cubicBezTo>
                      <a:pt x="73226" y="12524"/>
                      <a:pt x="73166" y="12544"/>
                      <a:pt x="73110" y="12544"/>
                    </a:cubicBezTo>
                    <a:cubicBezTo>
                      <a:pt x="72895" y="12544"/>
                      <a:pt x="72766" y="12242"/>
                      <a:pt x="72838" y="12026"/>
                    </a:cubicBezTo>
                    <a:cubicBezTo>
                      <a:pt x="73110" y="11437"/>
                      <a:pt x="73517" y="10939"/>
                      <a:pt x="73970" y="10441"/>
                    </a:cubicBezTo>
                    <a:cubicBezTo>
                      <a:pt x="73789" y="10396"/>
                      <a:pt x="73698" y="10124"/>
                      <a:pt x="73834" y="9943"/>
                    </a:cubicBezTo>
                    <a:cubicBezTo>
                      <a:pt x="74106" y="9581"/>
                      <a:pt x="74468" y="9264"/>
                      <a:pt x="74785" y="8902"/>
                    </a:cubicBezTo>
                    <a:cubicBezTo>
                      <a:pt x="75056" y="8540"/>
                      <a:pt x="75283" y="8132"/>
                      <a:pt x="75509" y="7725"/>
                    </a:cubicBezTo>
                    <a:cubicBezTo>
                      <a:pt x="75690" y="7318"/>
                      <a:pt x="75826" y="6910"/>
                      <a:pt x="75962" y="6457"/>
                    </a:cubicBezTo>
                    <a:cubicBezTo>
                      <a:pt x="76052" y="6231"/>
                      <a:pt x="76098" y="6005"/>
                      <a:pt x="76143" y="5778"/>
                    </a:cubicBezTo>
                    <a:cubicBezTo>
                      <a:pt x="76188" y="5552"/>
                      <a:pt x="76233" y="5326"/>
                      <a:pt x="76414" y="5190"/>
                    </a:cubicBezTo>
                    <a:cubicBezTo>
                      <a:pt x="76437" y="5167"/>
                      <a:pt x="76482" y="5156"/>
                      <a:pt x="76528" y="5156"/>
                    </a:cubicBezTo>
                    <a:cubicBezTo>
                      <a:pt x="76573" y="5156"/>
                      <a:pt x="76618" y="5167"/>
                      <a:pt x="76641" y="5190"/>
                    </a:cubicBezTo>
                    <a:cubicBezTo>
                      <a:pt x="76867" y="5371"/>
                      <a:pt x="76867" y="5643"/>
                      <a:pt x="76912" y="5914"/>
                    </a:cubicBezTo>
                    <a:cubicBezTo>
                      <a:pt x="76912" y="6186"/>
                      <a:pt x="76867" y="6457"/>
                      <a:pt x="76822" y="6729"/>
                    </a:cubicBezTo>
                    <a:cubicBezTo>
                      <a:pt x="76822" y="6736"/>
                      <a:pt x="76821" y="6744"/>
                      <a:pt x="76819" y="6751"/>
                    </a:cubicBezTo>
                    <a:lnTo>
                      <a:pt x="76819" y="6751"/>
                    </a:lnTo>
                    <a:cubicBezTo>
                      <a:pt x="76940" y="6419"/>
                      <a:pt x="77053" y="6058"/>
                      <a:pt x="77094" y="5733"/>
                    </a:cubicBezTo>
                    <a:cubicBezTo>
                      <a:pt x="77139" y="5371"/>
                      <a:pt x="77139" y="5009"/>
                      <a:pt x="77048" y="4647"/>
                    </a:cubicBezTo>
                    <a:cubicBezTo>
                      <a:pt x="77003" y="4466"/>
                      <a:pt x="76958" y="4239"/>
                      <a:pt x="76867" y="4058"/>
                    </a:cubicBezTo>
                    <a:cubicBezTo>
                      <a:pt x="76777" y="4149"/>
                      <a:pt x="76731" y="4239"/>
                      <a:pt x="76686" y="4330"/>
                    </a:cubicBezTo>
                    <a:cubicBezTo>
                      <a:pt x="76550" y="4556"/>
                      <a:pt x="76369" y="4783"/>
                      <a:pt x="76233" y="5009"/>
                    </a:cubicBezTo>
                    <a:cubicBezTo>
                      <a:pt x="75962" y="5462"/>
                      <a:pt x="75645" y="5959"/>
                      <a:pt x="75283" y="6367"/>
                    </a:cubicBezTo>
                    <a:cubicBezTo>
                      <a:pt x="74604" y="7136"/>
                      <a:pt x="73653" y="7680"/>
                      <a:pt x="72702" y="8087"/>
                    </a:cubicBezTo>
                    <a:cubicBezTo>
                      <a:pt x="71752" y="8540"/>
                      <a:pt x="70756" y="8947"/>
                      <a:pt x="69941" y="9581"/>
                    </a:cubicBezTo>
                    <a:cubicBezTo>
                      <a:pt x="69534" y="9898"/>
                      <a:pt x="69217" y="10260"/>
                      <a:pt x="68945" y="10713"/>
                    </a:cubicBezTo>
                    <a:cubicBezTo>
                      <a:pt x="68674" y="11120"/>
                      <a:pt x="68583" y="11573"/>
                      <a:pt x="68492" y="12026"/>
                    </a:cubicBezTo>
                    <a:cubicBezTo>
                      <a:pt x="68449" y="12178"/>
                      <a:pt x="68322" y="12247"/>
                      <a:pt x="68191" y="12247"/>
                    </a:cubicBezTo>
                    <a:cubicBezTo>
                      <a:pt x="68050" y="12247"/>
                      <a:pt x="67906" y="12167"/>
                      <a:pt x="67859" y="12026"/>
                    </a:cubicBezTo>
                    <a:cubicBezTo>
                      <a:pt x="67587" y="11165"/>
                      <a:pt x="68040" y="10215"/>
                      <a:pt x="68538" y="9536"/>
                    </a:cubicBezTo>
                    <a:cubicBezTo>
                      <a:pt x="69081" y="8811"/>
                      <a:pt x="69851" y="8268"/>
                      <a:pt x="70620" y="7816"/>
                    </a:cubicBezTo>
                    <a:cubicBezTo>
                      <a:pt x="70937" y="7634"/>
                      <a:pt x="71254" y="7499"/>
                      <a:pt x="71571" y="7318"/>
                    </a:cubicBezTo>
                    <a:cubicBezTo>
                      <a:pt x="71390" y="7227"/>
                      <a:pt x="71299" y="7001"/>
                      <a:pt x="71480" y="6865"/>
                    </a:cubicBezTo>
                    <a:cubicBezTo>
                      <a:pt x="72023" y="6367"/>
                      <a:pt x="72612" y="5914"/>
                      <a:pt x="73155" y="5462"/>
                    </a:cubicBezTo>
                    <a:cubicBezTo>
                      <a:pt x="73246" y="5326"/>
                      <a:pt x="73381" y="5235"/>
                      <a:pt x="73517" y="5099"/>
                    </a:cubicBezTo>
                    <a:cubicBezTo>
                      <a:pt x="72476" y="5099"/>
                      <a:pt x="71435" y="4828"/>
                      <a:pt x="70439" y="4647"/>
                    </a:cubicBezTo>
                    <a:cubicBezTo>
                      <a:pt x="68628" y="4239"/>
                      <a:pt x="66772" y="3741"/>
                      <a:pt x="64916" y="3606"/>
                    </a:cubicBezTo>
                    <a:cubicBezTo>
                      <a:pt x="64610" y="3582"/>
                      <a:pt x="64300" y="3569"/>
                      <a:pt x="63986" y="3569"/>
                    </a:cubicBezTo>
                    <a:cubicBezTo>
                      <a:pt x="61330" y="3569"/>
                      <a:pt x="58483" y="4452"/>
                      <a:pt x="56904" y="6639"/>
                    </a:cubicBezTo>
                    <a:cubicBezTo>
                      <a:pt x="57039" y="7363"/>
                      <a:pt x="57130" y="8087"/>
                      <a:pt x="57039" y="8811"/>
                    </a:cubicBezTo>
                    <a:cubicBezTo>
                      <a:pt x="57017" y="9038"/>
                      <a:pt x="56858" y="9151"/>
                      <a:pt x="56700" y="9151"/>
                    </a:cubicBezTo>
                    <a:cubicBezTo>
                      <a:pt x="56542" y="9151"/>
                      <a:pt x="56383" y="9038"/>
                      <a:pt x="56360" y="8811"/>
                    </a:cubicBezTo>
                    <a:cubicBezTo>
                      <a:pt x="56179" y="7408"/>
                      <a:pt x="55455" y="6005"/>
                      <a:pt x="54685" y="4783"/>
                    </a:cubicBezTo>
                    <a:cubicBezTo>
                      <a:pt x="54006" y="3787"/>
                      <a:pt x="53327" y="2655"/>
                      <a:pt x="52150" y="2112"/>
                    </a:cubicBezTo>
                    <a:cubicBezTo>
                      <a:pt x="50657" y="1387"/>
                      <a:pt x="48755" y="1568"/>
                      <a:pt x="47216" y="935"/>
                    </a:cubicBezTo>
                    <a:lnTo>
                      <a:pt x="47216" y="935"/>
                    </a:lnTo>
                    <a:cubicBezTo>
                      <a:pt x="47624" y="1840"/>
                      <a:pt x="48303" y="2564"/>
                      <a:pt x="48982" y="3379"/>
                    </a:cubicBezTo>
                    <a:cubicBezTo>
                      <a:pt x="49072" y="3424"/>
                      <a:pt x="49072" y="3560"/>
                      <a:pt x="49072" y="3651"/>
                    </a:cubicBezTo>
                    <a:cubicBezTo>
                      <a:pt x="49389" y="4103"/>
                      <a:pt x="49706" y="4511"/>
                      <a:pt x="49978" y="5009"/>
                    </a:cubicBezTo>
                    <a:cubicBezTo>
                      <a:pt x="50166" y="5291"/>
                      <a:pt x="49941" y="5530"/>
                      <a:pt x="49680" y="5530"/>
                    </a:cubicBezTo>
                    <a:cubicBezTo>
                      <a:pt x="49564" y="5530"/>
                      <a:pt x="49441" y="5482"/>
                      <a:pt x="49344" y="5371"/>
                    </a:cubicBezTo>
                    <a:cubicBezTo>
                      <a:pt x="47578" y="3017"/>
                      <a:pt x="44907" y="1161"/>
                      <a:pt x="42056" y="437"/>
                    </a:cubicBezTo>
                    <a:cubicBezTo>
                      <a:pt x="41023" y="142"/>
                      <a:pt x="39972" y="1"/>
                      <a:pt x="389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4" name="Google Shape;3184;p5"/>
              <p:cNvSpPr/>
              <p:nvPr/>
            </p:nvSpPr>
            <p:spPr>
              <a:xfrm>
                <a:off x="4516750" y="4084850"/>
                <a:ext cx="199200" cy="572675"/>
              </a:xfrm>
              <a:custGeom>
                <a:rect b="b" l="l" r="r" t="t"/>
                <a:pathLst>
                  <a:path extrusionOk="0" h="22907" w="7968">
                    <a:moveTo>
                      <a:pt x="4618" y="0"/>
                    </a:moveTo>
                    <a:cubicBezTo>
                      <a:pt x="4618" y="45"/>
                      <a:pt x="4618" y="45"/>
                      <a:pt x="4572" y="91"/>
                    </a:cubicBezTo>
                    <a:cubicBezTo>
                      <a:pt x="4256" y="543"/>
                      <a:pt x="3893" y="1041"/>
                      <a:pt x="3667" y="1539"/>
                    </a:cubicBezTo>
                    <a:cubicBezTo>
                      <a:pt x="3441" y="2128"/>
                      <a:pt x="3441" y="2626"/>
                      <a:pt x="3033" y="3124"/>
                    </a:cubicBezTo>
                    <a:cubicBezTo>
                      <a:pt x="2898" y="3214"/>
                      <a:pt x="2762" y="3260"/>
                      <a:pt x="2581" y="3260"/>
                    </a:cubicBezTo>
                    <a:cubicBezTo>
                      <a:pt x="3214" y="4935"/>
                      <a:pt x="3893" y="6609"/>
                      <a:pt x="4301" y="8375"/>
                    </a:cubicBezTo>
                    <a:cubicBezTo>
                      <a:pt x="4663" y="10050"/>
                      <a:pt x="4618" y="11725"/>
                      <a:pt x="4029" y="13355"/>
                    </a:cubicBezTo>
                    <a:cubicBezTo>
                      <a:pt x="3531" y="14758"/>
                      <a:pt x="2807" y="16025"/>
                      <a:pt x="2037" y="17293"/>
                    </a:cubicBezTo>
                    <a:cubicBezTo>
                      <a:pt x="1268" y="18560"/>
                      <a:pt x="544" y="19873"/>
                      <a:pt x="181" y="21322"/>
                    </a:cubicBezTo>
                    <a:cubicBezTo>
                      <a:pt x="181" y="21458"/>
                      <a:pt x="91" y="21548"/>
                      <a:pt x="0" y="21593"/>
                    </a:cubicBezTo>
                    <a:cubicBezTo>
                      <a:pt x="0" y="21639"/>
                      <a:pt x="46" y="21639"/>
                      <a:pt x="46" y="21684"/>
                    </a:cubicBezTo>
                    <a:cubicBezTo>
                      <a:pt x="227" y="22091"/>
                      <a:pt x="362" y="22499"/>
                      <a:pt x="453" y="22906"/>
                    </a:cubicBezTo>
                    <a:cubicBezTo>
                      <a:pt x="906" y="22635"/>
                      <a:pt x="1404" y="22454"/>
                      <a:pt x="1947" y="22363"/>
                    </a:cubicBezTo>
                    <a:cubicBezTo>
                      <a:pt x="2943" y="22227"/>
                      <a:pt x="3848" y="22137"/>
                      <a:pt x="4708" y="21548"/>
                    </a:cubicBezTo>
                    <a:cubicBezTo>
                      <a:pt x="5523" y="21005"/>
                      <a:pt x="6112" y="20190"/>
                      <a:pt x="6610" y="19375"/>
                    </a:cubicBezTo>
                    <a:cubicBezTo>
                      <a:pt x="6881" y="18923"/>
                      <a:pt x="7108" y="18425"/>
                      <a:pt x="7379" y="17972"/>
                    </a:cubicBezTo>
                    <a:cubicBezTo>
                      <a:pt x="7470" y="17791"/>
                      <a:pt x="7560" y="17610"/>
                      <a:pt x="7651" y="17429"/>
                    </a:cubicBezTo>
                    <a:cubicBezTo>
                      <a:pt x="7651" y="17067"/>
                      <a:pt x="7651" y="16614"/>
                      <a:pt x="7696" y="16252"/>
                    </a:cubicBezTo>
                    <a:cubicBezTo>
                      <a:pt x="7741" y="16116"/>
                      <a:pt x="7832" y="16025"/>
                      <a:pt x="7968" y="15980"/>
                    </a:cubicBezTo>
                    <a:cubicBezTo>
                      <a:pt x="7877" y="15890"/>
                      <a:pt x="7787" y="15799"/>
                      <a:pt x="7741" y="15709"/>
                    </a:cubicBezTo>
                    <a:cubicBezTo>
                      <a:pt x="7017" y="14758"/>
                      <a:pt x="6247" y="13762"/>
                      <a:pt x="5659" y="12721"/>
                    </a:cubicBezTo>
                    <a:cubicBezTo>
                      <a:pt x="5342" y="12178"/>
                      <a:pt x="5116" y="11634"/>
                      <a:pt x="5116" y="11001"/>
                    </a:cubicBezTo>
                    <a:cubicBezTo>
                      <a:pt x="5116" y="10412"/>
                      <a:pt x="5297" y="9778"/>
                      <a:pt x="5387" y="9190"/>
                    </a:cubicBezTo>
                    <a:cubicBezTo>
                      <a:pt x="5614" y="8239"/>
                      <a:pt x="5749" y="7243"/>
                      <a:pt x="5704" y="6247"/>
                    </a:cubicBezTo>
                    <a:cubicBezTo>
                      <a:pt x="5387" y="5749"/>
                      <a:pt x="5116" y="5251"/>
                      <a:pt x="4980" y="4708"/>
                    </a:cubicBezTo>
                    <a:cubicBezTo>
                      <a:pt x="4754" y="3803"/>
                      <a:pt x="4799" y="2943"/>
                      <a:pt x="4980" y="2037"/>
                    </a:cubicBezTo>
                    <a:cubicBezTo>
                      <a:pt x="4889" y="1856"/>
                      <a:pt x="4844" y="1630"/>
                      <a:pt x="4799" y="1404"/>
                    </a:cubicBezTo>
                    <a:cubicBezTo>
                      <a:pt x="4708" y="996"/>
                      <a:pt x="4663" y="543"/>
                      <a:pt x="4618" y="91"/>
                    </a:cubicBezTo>
                    <a:lnTo>
                      <a:pt x="461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5" name="Google Shape;3185;p5"/>
              <p:cNvSpPr/>
              <p:nvPr/>
            </p:nvSpPr>
            <p:spPr>
              <a:xfrm>
                <a:off x="2764850" y="993400"/>
                <a:ext cx="2566750" cy="4424500"/>
              </a:xfrm>
              <a:custGeom>
                <a:rect b="b" l="l" r="r" t="t"/>
                <a:pathLst>
                  <a:path extrusionOk="0" h="176980" w="102670">
                    <a:moveTo>
                      <a:pt x="42600" y="0"/>
                    </a:moveTo>
                    <a:cubicBezTo>
                      <a:pt x="41978" y="0"/>
                      <a:pt x="41352" y="88"/>
                      <a:pt x="40742" y="300"/>
                    </a:cubicBezTo>
                    <a:cubicBezTo>
                      <a:pt x="39701" y="617"/>
                      <a:pt x="38750" y="1206"/>
                      <a:pt x="37936" y="1885"/>
                    </a:cubicBezTo>
                    <a:cubicBezTo>
                      <a:pt x="37166" y="2518"/>
                      <a:pt x="36487" y="3333"/>
                      <a:pt x="35627" y="3922"/>
                    </a:cubicBezTo>
                    <a:cubicBezTo>
                      <a:pt x="35559" y="3964"/>
                      <a:pt x="35492" y="3983"/>
                      <a:pt x="35430" y="3983"/>
                    </a:cubicBezTo>
                    <a:cubicBezTo>
                      <a:pt x="35162" y="3983"/>
                      <a:pt x="34973" y="3636"/>
                      <a:pt x="35084" y="3379"/>
                    </a:cubicBezTo>
                    <a:cubicBezTo>
                      <a:pt x="35084" y="3288"/>
                      <a:pt x="35129" y="3243"/>
                      <a:pt x="35174" y="3197"/>
                    </a:cubicBezTo>
                    <a:lnTo>
                      <a:pt x="35174" y="3197"/>
                    </a:lnTo>
                    <a:cubicBezTo>
                      <a:pt x="34269" y="3967"/>
                      <a:pt x="33137" y="4193"/>
                      <a:pt x="32005" y="4420"/>
                    </a:cubicBezTo>
                    <a:cubicBezTo>
                      <a:pt x="30964" y="4601"/>
                      <a:pt x="29968" y="4691"/>
                      <a:pt x="28927" y="4827"/>
                    </a:cubicBezTo>
                    <a:cubicBezTo>
                      <a:pt x="28927" y="4918"/>
                      <a:pt x="28882" y="5008"/>
                      <a:pt x="28791" y="5054"/>
                    </a:cubicBezTo>
                    <a:cubicBezTo>
                      <a:pt x="28655" y="5144"/>
                      <a:pt x="28520" y="5235"/>
                      <a:pt x="28293" y="5235"/>
                    </a:cubicBezTo>
                    <a:lnTo>
                      <a:pt x="27976" y="5235"/>
                    </a:lnTo>
                    <a:cubicBezTo>
                      <a:pt x="27886" y="5235"/>
                      <a:pt x="27886" y="5235"/>
                      <a:pt x="27750" y="5280"/>
                    </a:cubicBezTo>
                    <a:cubicBezTo>
                      <a:pt x="27660" y="5280"/>
                      <a:pt x="27524" y="5325"/>
                      <a:pt x="27433" y="5370"/>
                    </a:cubicBezTo>
                    <a:cubicBezTo>
                      <a:pt x="27116" y="5461"/>
                      <a:pt x="26754" y="5687"/>
                      <a:pt x="26437" y="5914"/>
                    </a:cubicBezTo>
                    <a:cubicBezTo>
                      <a:pt x="25758" y="6457"/>
                      <a:pt x="25215" y="7181"/>
                      <a:pt x="24762" y="7951"/>
                    </a:cubicBezTo>
                    <a:cubicBezTo>
                      <a:pt x="24705" y="8037"/>
                      <a:pt x="24628" y="8073"/>
                      <a:pt x="24556" y="8073"/>
                    </a:cubicBezTo>
                    <a:cubicBezTo>
                      <a:pt x="24401" y="8073"/>
                      <a:pt x="24262" y="7909"/>
                      <a:pt x="24355" y="7724"/>
                    </a:cubicBezTo>
                    <a:cubicBezTo>
                      <a:pt x="24627" y="7091"/>
                      <a:pt x="24898" y="6412"/>
                      <a:pt x="25306" y="5823"/>
                    </a:cubicBezTo>
                    <a:lnTo>
                      <a:pt x="25306" y="5823"/>
                    </a:lnTo>
                    <a:cubicBezTo>
                      <a:pt x="24989" y="6004"/>
                      <a:pt x="24717" y="6140"/>
                      <a:pt x="24400" y="6321"/>
                    </a:cubicBezTo>
                    <a:cubicBezTo>
                      <a:pt x="23902" y="6638"/>
                      <a:pt x="23495" y="7000"/>
                      <a:pt x="23087" y="7408"/>
                    </a:cubicBezTo>
                    <a:cubicBezTo>
                      <a:pt x="22680" y="7770"/>
                      <a:pt x="22408" y="8268"/>
                      <a:pt x="22046" y="8675"/>
                    </a:cubicBezTo>
                    <a:cubicBezTo>
                      <a:pt x="21976" y="8745"/>
                      <a:pt x="21893" y="8776"/>
                      <a:pt x="21812" y="8776"/>
                    </a:cubicBezTo>
                    <a:cubicBezTo>
                      <a:pt x="21630" y="8776"/>
                      <a:pt x="21458" y="8622"/>
                      <a:pt x="21458" y="8403"/>
                    </a:cubicBezTo>
                    <a:cubicBezTo>
                      <a:pt x="21412" y="7996"/>
                      <a:pt x="21548" y="7589"/>
                      <a:pt x="21729" y="7181"/>
                    </a:cubicBezTo>
                    <a:lnTo>
                      <a:pt x="21729" y="7181"/>
                    </a:lnTo>
                    <a:cubicBezTo>
                      <a:pt x="20371" y="7951"/>
                      <a:pt x="19285" y="9173"/>
                      <a:pt x="18561" y="10667"/>
                    </a:cubicBezTo>
                    <a:cubicBezTo>
                      <a:pt x="17972" y="11934"/>
                      <a:pt x="17610" y="13338"/>
                      <a:pt x="17293" y="14696"/>
                    </a:cubicBezTo>
                    <a:cubicBezTo>
                      <a:pt x="17112" y="15375"/>
                      <a:pt x="16976" y="16054"/>
                      <a:pt x="16840" y="16778"/>
                    </a:cubicBezTo>
                    <a:cubicBezTo>
                      <a:pt x="16750" y="17457"/>
                      <a:pt x="16659" y="18227"/>
                      <a:pt x="16342" y="18906"/>
                    </a:cubicBezTo>
                    <a:cubicBezTo>
                      <a:pt x="16289" y="19013"/>
                      <a:pt x="16200" y="19057"/>
                      <a:pt x="16107" y="19057"/>
                    </a:cubicBezTo>
                    <a:cubicBezTo>
                      <a:pt x="15964" y="19057"/>
                      <a:pt x="15809" y="18953"/>
                      <a:pt x="15754" y="18815"/>
                    </a:cubicBezTo>
                    <a:cubicBezTo>
                      <a:pt x="15527" y="18227"/>
                      <a:pt x="15573" y="17593"/>
                      <a:pt x="15663" y="16959"/>
                    </a:cubicBezTo>
                    <a:lnTo>
                      <a:pt x="15663" y="16959"/>
                    </a:lnTo>
                    <a:cubicBezTo>
                      <a:pt x="14939" y="18227"/>
                      <a:pt x="14034" y="19404"/>
                      <a:pt x="13355" y="20717"/>
                    </a:cubicBezTo>
                    <a:cubicBezTo>
                      <a:pt x="12540" y="22210"/>
                      <a:pt x="12042" y="23795"/>
                      <a:pt x="12042" y="25560"/>
                    </a:cubicBezTo>
                    <a:cubicBezTo>
                      <a:pt x="12042" y="27416"/>
                      <a:pt x="12404" y="29318"/>
                      <a:pt x="12947" y="31128"/>
                    </a:cubicBezTo>
                    <a:cubicBezTo>
                      <a:pt x="13490" y="32849"/>
                      <a:pt x="14305" y="34478"/>
                      <a:pt x="14848" y="36199"/>
                    </a:cubicBezTo>
                    <a:cubicBezTo>
                      <a:pt x="14914" y="36460"/>
                      <a:pt x="14695" y="36651"/>
                      <a:pt x="14484" y="36651"/>
                    </a:cubicBezTo>
                    <a:cubicBezTo>
                      <a:pt x="14403" y="36651"/>
                      <a:pt x="14323" y="36623"/>
                      <a:pt x="14260" y="36561"/>
                    </a:cubicBezTo>
                    <a:cubicBezTo>
                      <a:pt x="12766" y="35067"/>
                      <a:pt x="11997" y="32849"/>
                      <a:pt x="11453" y="30857"/>
                    </a:cubicBezTo>
                    <a:cubicBezTo>
                      <a:pt x="11091" y="29725"/>
                      <a:pt x="10865" y="28503"/>
                      <a:pt x="10729" y="27281"/>
                    </a:cubicBezTo>
                    <a:cubicBezTo>
                      <a:pt x="10503" y="27416"/>
                      <a:pt x="10276" y="27507"/>
                      <a:pt x="10005" y="27597"/>
                    </a:cubicBezTo>
                    <a:cubicBezTo>
                      <a:pt x="9235" y="27779"/>
                      <a:pt x="8466" y="27869"/>
                      <a:pt x="7696" y="27960"/>
                    </a:cubicBezTo>
                    <a:cubicBezTo>
                      <a:pt x="7130" y="28044"/>
                      <a:pt x="6563" y="28108"/>
                      <a:pt x="6006" y="28108"/>
                    </a:cubicBezTo>
                    <a:cubicBezTo>
                      <a:pt x="5361" y="28108"/>
                      <a:pt x="4727" y="28021"/>
                      <a:pt x="4120" y="27779"/>
                    </a:cubicBezTo>
                    <a:cubicBezTo>
                      <a:pt x="3934" y="27832"/>
                      <a:pt x="3733" y="27854"/>
                      <a:pt x="3534" y="27854"/>
                    </a:cubicBezTo>
                    <a:cubicBezTo>
                      <a:pt x="3394" y="27854"/>
                      <a:pt x="3255" y="27843"/>
                      <a:pt x="3124" y="27824"/>
                    </a:cubicBezTo>
                    <a:lnTo>
                      <a:pt x="3124" y="27824"/>
                    </a:lnTo>
                    <a:cubicBezTo>
                      <a:pt x="4708" y="29635"/>
                      <a:pt x="4029" y="32487"/>
                      <a:pt x="3305" y="34569"/>
                    </a:cubicBezTo>
                    <a:cubicBezTo>
                      <a:pt x="2852" y="35927"/>
                      <a:pt x="2264" y="37376"/>
                      <a:pt x="2264" y="38869"/>
                    </a:cubicBezTo>
                    <a:cubicBezTo>
                      <a:pt x="2264" y="39503"/>
                      <a:pt x="2400" y="40092"/>
                      <a:pt x="2581" y="40635"/>
                    </a:cubicBezTo>
                    <a:cubicBezTo>
                      <a:pt x="3305" y="39684"/>
                      <a:pt x="4075" y="38779"/>
                      <a:pt x="3939" y="37466"/>
                    </a:cubicBezTo>
                    <a:cubicBezTo>
                      <a:pt x="3914" y="37244"/>
                      <a:pt x="4090" y="37130"/>
                      <a:pt x="4271" y="37130"/>
                    </a:cubicBezTo>
                    <a:cubicBezTo>
                      <a:pt x="4422" y="37130"/>
                      <a:pt x="4576" y="37210"/>
                      <a:pt x="4618" y="37376"/>
                    </a:cubicBezTo>
                    <a:cubicBezTo>
                      <a:pt x="5025" y="38553"/>
                      <a:pt x="4935" y="39639"/>
                      <a:pt x="4256" y="40725"/>
                    </a:cubicBezTo>
                    <a:cubicBezTo>
                      <a:pt x="3984" y="41178"/>
                      <a:pt x="3758" y="41586"/>
                      <a:pt x="3486" y="42038"/>
                    </a:cubicBezTo>
                    <a:cubicBezTo>
                      <a:pt x="3441" y="42446"/>
                      <a:pt x="3441" y="42898"/>
                      <a:pt x="3395" y="43351"/>
                    </a:cubicBezTo>
                    <a:cubicBezTo>
                      <a:pt x="3305" y="43940"/>
                      <a:pt x="3260" y="44528"/>
                      <a:pt x="3214" y="45117"/>
                    </a:cubicBezTo>
                    <a:cubicBezTo>
                      <a:pt x="3169" y="46022"/>
                      <a:pt x="3214" y="46927"/>
                      <a:pt x="3260" y="47833"/>
                    </a:cubicBezTo>
                    <a:cubicBezTo>
                      <a:pt x="3350" y="47380"/>
                      <a:pt x="3350" y="46973"/>
                      <a:pt x="3305" y="46520"/>
                    </a:cubicBezTo>
                    <a:cubicBezTo>
                      <a:pt x="3305" y="46317"/>
                      <a:pt x="3505" y="46199"/>
                      <a:pt x="3696" y="46199"/>
                    </a:cubicBezTo>
                    <a:cubicBezTo>
                      <a:pt x="3845" y="46199"/>
                      <a:pt x="3990" y="46271"/>
                      <a:pt x="4029" y="46429"/>
                    </a:cubicBezTo>
                    <a:cubicBezTo>
                      <a:pt x="4165" y="47063"/>
                      <a:pt x="4301" y="47697"/>
                      <a:pt x="4301" y="48376"/>
                    </a:cubicBezTo>
                    <a:cubicBezTo>
                      <a:pt x="4346" y="49010"/>
                      <a:pt x="4256" y="49643"/>
                      <a:pt x="4120" y="50232"/>
                    </a:cubicBezTo>
                    <a:cubicBezTo>
                      <a:pt x="3939" y="51454"/>
                      <a:pt x="3486" y="52586"/>
                      <a:pt x="3350" y="53808"/>
                    </a:cubicBezTo>
                    <a:cubicBezTo>
                      <a:pt x="3260" y="54714"/>
                      <a:pt x="3395" y="55619"/>
                      <a:pt x="3622" y="56479"/>
                    </a:cubicBezTo>
                    <a:cubicBezTo>
                      <a:pt x="3667" y="56479"/>
                      <a:pt x="3712" y="56479"/>
                      <a:pt x="3712" y="56524"/>
                    </a:cubicBezTo>
                    <a:cubicBezTo>
                      <a:pt x="4482" y="56751"/>
                      <a:pt x="4572" y="58018"/>
                      <a:pt x="4618" y="58607"/>
                    </a:cubicBezTo>
                    <a:cubicBezTo>
                      <a:pt x="4618" y="58878"/>
                      <a:pt x="4618" y="59150"/>
                      <a:pt x="4618" y="59376"/>
                    </a:cubicBezTo>
                    <a:cubicBezTo>
                      <a:pt x="4754" y="59874"/>
                      <a:pt x="4980" y="60327"/>
                      <a:pt x="4889" y="60870"/>
                    </a:cubicBezTo>
                    <a:cubicBezTo>
                      <a:pt x="4855" y="61074"/>
                      <a:pt x="4669" y="61176"/>
                      <a:pt x="4482" y="61176"/>
                    </a:cubicBezTo>
                    <a:cubicBezTo>
                      <a:pt x="4420" y="61176"/>
                      <a:pt x="4357" y="61164"/>
                      <a:pt x="4301" y="61142"/>
                    </a:cubicBezTo>
                    <a:cubicBezTo>
                      <a:pt x="4075" y="61957"/>
                      <a:pt x="3803" y="62771"/>
                      <a:pt x="3486" y="63541"/>
                    </a:cubicBezTo>
                    <a:cubicBezTo>
                      <a:pt x="2852" y="65125"/>
                      <a:pt x="2264" y="66710"/>
                      <a:pt x="1902" y="68430"/>
                    </a:cubicBezTo>
                    <a:cubicBezTo>
                      <a:pt x="1585" y="70060"/>
                      <a:pt x="1539" y="71735"/>
                      <a:pt x="1585" y="73455"/>
                    </a:cubicBezTo>
                    <a:lnTo>
                      <a:pt x="1585" y="73591"/>
                    </a:lnTo>
                    <a:cubicBezTo>
                      <a:pt x="1902" y="74270"/>
                      <a:pt x="1902" y="75175"/>
                      <a:pt x="1811" y="76035"/>
                    </a:cubicBezTo>
                    <a:cubicBezTo>
                      <a:pt x="1947" y="76805"/>
                      <a:pt x="2128" y="77620"/>
                      <a:pt x="2173" y="78434"/>
                    </a:cubicBezTo>
                    <a:cubicBezTo>
                      <a:pt x="2173" y="78641"/>
                      <a:pt x="2025" y="78745"/>
                      <a:pt x="1865" y="78745"/>
                    </a:cubicBezTo>
                    <a:cubicBezTo>
                      <a:pt x="1745" y="78745"/>
                      <a:pt x="1617" y="78687"/>
                      <a:pt x="1539" y="78570"/>
                    </a:cubicBezTo>
                    <a:cubicBezTo>
                      <a:pt x="1449" y="78480"/>
                      <a:pt x="1404" y="78389"/>
                      <a:pt x="1313" y="78299"/>
                    </a:cubicBezTo>
                    <a:cubicBezTo>
                      <a:pt x="1087" y="79340"/>
                      <a:pt x="815" y="80381"/>
                      <a:pt x="634" y="81422"/>
                    </a:cubicBezTo>
                    <a:cubicBezTo>
                      <a:pt x="362" y="82916"/>
                      <a:pt x="272" y="84365"/>
                      <a:pt x="362" y="85859"/>
                    </a:cubicBezTo>
                    <a:cubicBezTo>
                      <a:pt x="408" y="86402"/>
                      <a:pt x="453" y="86945"/>
                      <a:pt x="544" y="87534"/>
                    </a:cubicBezTo>
                    <a:cubicBezTo>
                      <a:pt x="679" y="87534"/>
                      <a:pt x="770" y="87624"/>
                      <a:pt x="860" y="87715"/>
                    </a:cubicBezTo>
                    <a:cubicBezTo>
                      <a:pt x="1358" y="88348"/>
                      <a:pt x="1313" y="89163"/>
                      <a:pt x="1087" y="89933"/>
                    </a:cubicBezTo>
                    <a:cubicBezTo>
                      <a:pt x="1132" y="90023"/>
                      <a:pt x="1132" y="90069"/>
                      <a:pt x="1132" y="90114"/>
                    </a:cubicBezTo>
                    <a:cubicBezTo>
                      <a:pt x="1177" y="90340"/>
                      <a:pt x="1041" y="90567"/>
                      <a:pt x="860" y="90657"/>
                    </a:cubicBezTo>
                    <a:cubicBezTo>
                      <a:pt x="815" y="90793"/>
                      <a:pt x="770" y="90929"/>
                      <a:pt x="725" y="91065"/>
                    </a:cubicBezTo>
                    <a:cubicBezTo>
                      <a:pt x="362" y="92106"/>
                      <a:pt x="91" y="93147"/>
                      <a:pt x="46" y="94233"/>
                    </a:cubicBezTo>
                    <a:cubicBezTo>
                      <a:pt x="0" y="94550"/>
                      <a:pt x="0" y="94867"/>
                      <a:pt x="0" y="95229"/>
                    </a:cubicBezTo>
                    <a:cubicBezTo>
                      <a:pt x="91" y="95229"/>
                      <a:pt x="181" y="95320"/>
                      <a:pt x="227" y="95410"/>
                    </a:cubicBezTo>
                    <a:cubicBezTo>
                      <a:pt x="725" y="96768"/>
                      <a:pt x="1041" y="98126"/>
                      <a:pt x="906" y="99575"/>
                    </a:cubicBezTo>
                    <a:cubicBezTo>
                      <a:pt x="906" y="99620"/>
                      <a:pt x="906" y="99620"/>
                      <a:pt x="906" y="99666"/>
                    </a:cubicBezTo>
                    <a:cubicBezTo>
                      <a:pt x="996" y="100028"/>
                      <a:pt x="1087" y="100390"/>
                      <a:pt x="1041" y="100707"/>
                    </a:cubicBezTo>
                    <a:cubicBezTo>
                      <a:pt x="1041" y="100950"/>
                      <a:pt x="859" y="101121"/>
                      <a:pt x="659" y="101121"/>
                    </a:cubicBezTo>
                    <a:cubicBezTo>
                      <a:pt x="636" y="101121"/>
                      <a:pt x="612" y="101119"/>
                      <a:pt x="589" y="101114"/>
                    </a:cubicBezTo>
                    <a:cubicBezTo>
                      <a:pt x="453" y="101884"/>
                      <a:pt x="317" y="102608"/>
                      <a:pt x="544" y="103378"/>
                    </a:cubicBezTo>
                    <a:cubicBezTo>
                      <a:pt x="951" y="104600"/>
                      <a:pt x="1811" y="105686"/>
                      <a:pt x="2535" y="106728"/>
                    </a:cubicBezTo>
                    <a:cubicBezTo>
                      <a:pt x="2898" y="107226"/>
                      <a:pt x="3260" y="107724"/>
                      <a:pt x="3531" y="108312"/>
                    </a:cubicBezTo>
                    <a:cubicBezTo>
                      <a:pt x="3758" y="108855"/>
                      <a:pt x="4029" y="109625"/>
                      <a:pt x="3803" y="110213"/>
                    </a:cubicBezTo>
                    <a:cubicBezTo>
                      <a:pt x="3737" y="110412"/>
                      <a:pt x="3573" y="110538"/>
                      <a:pt x="3384" y="110538"/>
                    </a:cubicBezTo>
                    <a:cubicBezTo>
                      <a:pt x="3315" y="110538"/>
                      <a:pt x="3242" y="110521"/>
                      <a:pt x="3169" y="110485"/>
                    </a:cubicBezTo>
                    <a:cubicBezTo>
                      <a:pt x="3169" y="111345"/>
                      <a:pt x="2988" y="112160"/>
                      <a:pt x="2943" y="112975"/>
                    </a:cubicBezTo>
                    <a:cubicBezTo>
                      <a:pt x="2898" y="114061"/>
                      <a:pt x="3033" y="115057"/>
                      <a:pt x="3350" y="116053"/>
                    </a:cubicBezTo>
                    <a:cubicBezTo>
                      <a:pt x="3531" y="116551"/>
                      <a:pt x="3712" y="117004"/>
                      <a:pt x="3984" y="117456"/>
                    </a:cubicBezTo>
                    <a:cubicBezTo>
                      <a:pt x="4210" y="117864"/>
                      <a:pt x="4437" y="118226"/>
                      <a:pt x="4663" y="118633"/>
                    </a:cubicBezTo>
                    <a:cubicBezTo>
                      <a:pt x="5161" y="119312"/>
                      <a:pt x="5523" y="119991"/>
                      <a:pt x="5749" y="120716"/>
                    </a:cubicBezTo>
                    <a:cubicBezTo>
                      <a:pt x="6021" y="121485"/>
                      <a:pt x="6112" y="122300"/>
                      <a:pt x="6021" y="123115"/>
                    </a:cubicBezTo>
                    <a:cubicBezTo>
                      <a:pt x="5931" y="123839"/>
                      <a:pt x="5659" y="124609"/>
                      <a:pt x="5795" y="125333"/>
                    </a:cubicBezTo>
                    <a:cubicBezTo>
                      <a:pt x="5885" y="126012"/>
                      <a:pt x="6519" y="126510"/>
                      <a:pt x="7017" y="126963"/>
                    </a:cubicBezTo>
                    <a:cubicBezTo>
                      <a:pt x="7515" y="127506"/>
                      <a:pt x="8013" y="128140"/>
                      <a:pt x="8420" y="128728"/>
                    </a:cubicBezTo>
                    <a:cubicBezTo>
                      <a:pt x="8828" y="129362"/>
                      <a:pt x="9190" y="129996"/>
                      <a:pt x="9416" y="130720"/>
                    </a:cubicBezTo>
                    <a:cubicBezTo>
                      <a:pt x="9688" y="131399"/>
                      <a:pt x="9914" y="132169"/>
                      <a:pt x="9733" y="132893"/>
                    </a:cubicBezTo>
                    <a:cubicBezTo>
                      <a:pt x="9705" y="133090"/>
                      <a:pt x="9536" y="133200"/>
                      <a:pt x="9359" y="133200"/>
                    </a:cubicBezTo>
                    <a:cubicBezTo>
                      <a:pt x="9251" y="133200"/>
                      <a:pt x="9140" y="133160"/>
                      <a:pt x="9054" y="133074"/>
                    </a:cubicBezTo>
                    <a:lnTo>
                      <a:pt x="9054" y="133074"/>
                    </a:lnTo>
                    <a:cubicBezTo>
                      <a:pt x="9099" y="134523"/>
                      <a:pt x="8873" y="135881"/>
                      <a:pt x="8601" y="137329"/>
                    </a:cubicBezTo>
                    <a:cubicBezTo>
                      <a:pt x="8330" y="138687"/>
                      <a:pt x="9552" y="139593"/>
                      <a:pt x="10322" y="140544"/>
                    </a:cubicBezTo>
                    <a:cubicBezTo>
                      <a:pt x="10774" y="141087"/>
                      <a:pt x="11182" y="141721"/>
                      <a:pt x="11499" y="142354"/>
                    </a:cubicBezTo>
                    <a:cubicBezTo>
                      <a:pt x="11815" y="143079"/>
                      <a:pt x="11906" y="143712"/>
                      <a:pt x="11861" y="144482"/>
                    </a:cubicBezTo>
                    <a:cubicBezTo>
                      <a:pt x="11828" y="144676"/>
                      <a:pt x="11635" y="144846"/>
                      <a:pt x="11461" y="144846"/>
                    </a:cubicBezTo>
                    <a:cubicBezTo>
                      <a:pt x="11391" y="144846"/>
                      <a:pt x="11324" y="144819"/>
                      <a:pt x="11272" y="144754"/>
                    </a:cubicBezTo>
                    <a:cubicBezTo>
                      <a:pt x="11182" y="144618"/>
                      <a:pt x="11091" y="144482"/>
                      <a:pt x="11001" y="144391"/>
                    </a:cubicBezTo>
                    <a:cubicBezTo>
                      <a:pt x="10955" y="144527"/>
                      <a:pt x="10955" y="144663"/>
                      <a:pt x="10955" y="144799"/>
                    </a:cubicBezTo>
                    <a:cubicBezTo>
                      <a:pt x="10865" y="145478"/>
                      <a:pt x="10729" y="146112"/>
                      <a:pt x="10548" y="146745"/>
                    </a:cubicBezTo>
                    <a:cubicBezTo>
                      <a:pt x="10457" y="147108"/>
                      <a:pt x="10412" y="147515"/>
                      <a:pt x="10276" y="147877"/>
                    </a:cubicBezTo>
                    <a:cubicBezTo>
                      <a:pt x="10322" y="148556"/>
                      <a:pt x="10322" y="149280"/>
                      <a:pt x="10141" y="150005"/>
                    </a:cubicBezTo>
                    <a:cubicBezTo>
                      <a:pt x="10005" y="150593"/>
                      <a:pt x="9733" y="151136"/>
                      <a:pt x="9461" y="151680"/>
                    </a:cubicBezTo>
                    <a:cubicBezTo>
                      <a:pt x="9145" y="152223"/>
                      <a:pt x="8782" y="152811"/>
                      <a:pt x="8239" y="153128"/>
                    </a:cubicBezTo>
                    <a:cubicBezTo>
                      <a:pt x="8171" y="153151"/>
                      <a:pt x="8092" y="153162"/>
                      <a:pt x="8013" y="153162"/>
                    </a:cubicBezTo>
                    <a:cubicBezTo>
                      <a:pt x="7934" y="153162"/>
                      <a:pt x="7854" y="153151"/>
                      <a:pt x="7787" y="153128"/>
                    </a:cubicBezTo>
                    <a:cubicBezTo>
                      <a:pt x="7651" y="153219"/>
                      <a:pt x="7560" y="153355"/>
                      <a:pt x="7424" y="153445"/>
                    </a:cubicBezTo>
                    <a:cubicBezTo>
                      <a:pt x="6293" y="154486"/>
                      <a:pt x="4935" y="155211"/>
                      <a:pt x="3667" y="156025"/>
                    </a:cubicBezTo>
                    <a:cubicBezTo>
                      <a:pt x="3124" y="156433"/>
                      <a:pt x="2490" y="156840"/>
                      <a:pt x="2218" y="157474"/>
                    </a:cubicBezTo>
                    <a:cubicBezTo>
                      <a:pt x="1992" y="158063"/>
                      <a:pt x="2037" y="158787"/>
                      <a:pt x="2173" y="159421"/>
                    </a:cubicBezTo>
                    <a:cubicBezTo>
                      <a:pt x="2354" y="160054"/>
                      <a:pt x="2581" y="160643"/>
                      <a:pt x="2852" y="161231"/>
                    </a:cubicBezTo>
                    <a:cubicBezTo>
                      <a:pt x="3395" y="160326"/>
                      <a:pt x="4256" y="159602"/>
                      <a:pt x="5070" y="158923"/>
                    </a:cubicBezTo>
                    <a:cubicBezTo>
                      <a:pt x="5795" y="158334"/>
                      <a:pt x="6519" y="157746"/>
                      <a:pt x="7289" y="157157"/>
                    </a:cubicBezTo>
                    <a:cubicBezTo>
                      <a:pt x="7877" y="156659"/>
                      <a:pt x="8511" y="156207"/>
                      <a:pt x="8918" y="155528"/>
                    </a:cubicBezTo>
                    <a:cubicBezTo>
                      <a:pt x="8995" y="155390"/>
                      <a:pt x="9128" y="155330"/>
                      <a:pt x="9264" y="155330"/>
                    </a:cubicBezTo>
                    <a:cubicBezTo>
                      <a:pt x="9531" y="155330"/>
                      <a:pt x="9808" y="155560"/>
                      <a:pt x="9688" y="155890"/>
                    </a:cubicBezTo>
                    <a:cubicBezTo>
                      <a:pt x="9009" y="157655"/>
                      <a:pt x="7470" y="158832"/>
                      <a:pt x="6112" y="160100"/>
                    </a:cubicBezTo>
                    <a:cubicBezTo>
                      <a:pt x="5478" y="160643"/>
                      <a:pt x="4708" y="161186"/>
                      <a:pt x="4301" y="161956"/>
                    </a:cubicBezTo>
                    <a:cubicBezTo>
                      <a:pt x="3893" y="162589"/>
                      <a:pt x="3939" y="163314"/>
                      <a:pt x="4256" y="163993"/>
                    </a:cubicBezTo>
                    <a:cubicBezTo>
                      <a:pt x="4844" y="165215"/>
                      <a:pt x="6021" y="166030"/>
                      <a:pt x="7289" y="166437"/>
                    </a:cubicBezTo>
                    <a:cubicBezTo>
                      <a:pt x="7470" y="166483"/>
                      <a:pt x="7696" y="166528"/>
                      <a:pt x="7877" y="166573"/>
                    </a:cubicBezTo>
                    <a:cubicBezTo>
                      <a:pt x="8265" y="166670"/>
                      <a:pt x="8679" y="166715"/>
                      <a:pt x="9092" y="166715"/>
                    </a:cubicBezTo>
                    <a:cubicBezTo>
                      <a:pt x="9449" y="166715"/>
                      <a:pt x="9804" y="166681"/>
                      <a:pt x="10141" y="166618"/>
                    </a:cubicBezTo>
                    <a:cubicBezTo>
                      <a:pt x="10548" y="166573"/>
                      <a:pt x="10910" y="166483"/>
                      <a:pt x="11272" y="166347"/>
                    </a:cubicBezTo>
                    <a:lnTo>
                      <a:pt x="11272" y="166256"/>
                    </a:lnTo>
                    <a:cubicBezTo>
                      <a:pt x="11363" y="165441"/>
                      <a:pt x="11770" y="164762"/>
                      <a:pt x="12087" y="164038"/>
                    </a:cubicBezTo>
                    <a:cubicBezTo>
                      <a:pt x="12223" y="163857"/>
                      <a:pt x="12313" y="163676"/>
                      <a:pt x="12404" y="163450"/>
                    </a:cubicBezTo>
                    <a:cubicBezTo>
                      <a:pt x="12902" y="162408"/>
                      <a:pt x="13309" y="161231"/>
                      <a:pt x="13581" y="160100"/>
                    </a:cubicBezTo>
                    <a:cubicBezTo>
                      <a:pt x="13622" y="159935"/>
                      <a:pt x="13776" y="159854"/>
                      <a:pt x="13928" y="159854"/>
                    </a:cubicBezTo>
                    <a:cubicBezTo>
                      <a:pt x="14108" y="159854"/>
                      <a:pt x="14285" y="159969"/>
                      <a:pt x="14260" y="160190"/>
                    </a:cubicBezTo>
                    <a:cubicBezTo>
                      <a:pt x="14215" y="161367"/>
                      <a:pt x="14034" y="162499"/>
                      <a:pt x="13671" y="163585"/>
                    </a:cubicBezTo>
                    <a:cubicBezTo>
                      <a:pt x="13671" y="163631"/>
                      <a:pt x="13671" y="163676"/>
                      <a:pt x="13626" y="163766"/>
                    </a:cubicBezTo>
                    <a:cubicBezTo>
                      <a:pt x="13355" y="164491"/>
                      <a:pt x="12947" y="165260"/>
                      <a:pt x="12811" y="166030"/>
                    </a:cubicBezTo>
                    <a:cubicBezTo>
                      <a:pt x="13083" y="166211"/>
                      <a:pt x="13219" y="166618"/>
                      <a:pt x="12947" y="166935"/>
                    </a:cubicBezTo>
                    <a:lnTo>
                      <a:pt x="12902" y="166935"/>
                    </a:lnTo>
                    <a:cubicBezTo>
                      <a:pt x="13219" y="167343"/>
                      <a:pt x="13898" y="167479"/>
                      <a:pt x="14441" y="167569"/>
                    </a:cubicBezTo>
                    <a:cubicBezTo>
                      <a:pt x="15482" y="167841"/>
                      <a:pt x="16523" y="168022"/>
                      <a:pt x="17565" y="168112"/>
                    </a:cubicBezTo>
                    <a:cubicBezTo>
                      <a:pt x="18327" y="168179"/>
                      <a:pt x="19089" y="168221"/>
                      <a:pt x="19833" y="168221"/>
                    </a:cubicBezTo>
                    <a:cubicBezTo>
                      <a:pt x="20106" y="168221"/>
                      <a:pt x="20376" y="168215"/>
                      <a:pt x="20643" y="168203"/>
                    </a:cubicBezTo>
                    <a:cubicBezTo>
                      <a:pt x="21594" y="168203"/>
                      <a:pt x="22499" y="168112"/>
                      <a:pt x="23268" y="167569"/>
                    </a:cubicBezTo>
                    <a:cubicBezTo>
                      <a:pt x="24536" y="166754"/>
                      <a:pt x="25170" y="165125"/>
                      <a:pt x="25441" y="163721"/>
                    </a:cubicBezTo>
                    <a:cubicBezTo>
                      <a:pt x="25532" y="163359"/>
                      <a:pt x="25577" y="162997"/>
                      <a:pt x="25622" y="162635"/>
                    </a:cubicBezTo>
                    <a:cubicBezTo>
                      <a:pt x="25577" y="162408"/>
                      <a:pt x="25622" y="162227"/>
                      <a:pt x="25668" y="162001"/>
                    </a:cubicBezTo>
                    <a:cubicBezTo>
                      <a:pt x="25849" y="160552"/>
                      <a:pt x="25985" y="159013"/>
                      <a:pt x="26754" y="157791"/>
                    </a:cubicBezTo>
                    <a:cubicBezTo>
                      <a:pt x="26842" y="157634"/>
                      <a:pt x="26983" y="157564"/>
                      <a:pt x="27124" y="157564"/>
                    </a:cubicBezTo>
                    <a:cubicBezTo>
                      <a:pt x="27347" y="157564"/>
                      <a:pt x="27569" y="157740"/>
                      <a:pt x="27569" y="158017"/>
                    </a:cubicBezTo>
                    <a:cubicBezTo>
                      <a:pt x="27569" y="158742"/>
                      <a:pt x="27524" y="159466"/>
                      <a:pt x="27478" y="160236"/>
                    </a:cubicBezTo>
                    <a:cubicBezTo>
                      <a:pt x="27750" y="160009"/>
                      <a:pt x="28067" y="159873"/>
                      <a:pt x="28384" y="159692"/>
                    </a:cubicBezTo>
                    <a:cubicBezTo>
                      <a:pt x="29651" y="159013"/>
                      <a:pt x="31009" y="158561"/>
                      <a:pt x="32186" y="157700"/>
                    </a:cubicBezTo>
                    <a:cubicBezTo>
                      <a:pt x="33544" y="156795"/>
                      <a:pt x="34223" y="155301"/>
                      <a:pt x="34495" y="153762"/>
                    </a:cubicBezTo>
                    <a:cubicBezTo>
                      <a:pt x="34631" y="152766"/>
                      <a:pt x="34631" y="151770"/>
                      <a:pt x="34586" y="150820"/>
                    </a:cubicBezTo>
                    <a:cubicBezTo>
                      <a:pt x="34540" y="150412"/>
                      <a:pt x="34495" y="149959"/>
                      <a:pt x="34495" y="149552"/>
                    </a:cubicBezTo>
                    <a:cubicBezTo>
                      <a:pt x="34359" y="149280"/>
                      <a:pt x="34269" y="148964"/>
                      <a:pt x="34223" y="148737"/>
                    </a:cubicBezTo>
                    <a:cubicBezTo>
                      <a:pt x="33952" y="147877"/>
                      <a:pt x="33771" y="147017"/>
                      <a:pt x="33635" y="146112"/>
                    </a:cubicBezTo>
                    <a:cubicBezTo>
                      <a:pt x="33499" y="145206"/>
                      <a:pt x="33454" y="144301"/>
                      <a:pt x="33499" y="143395"/>
                    </a:cubicBezTo>
                    <a:cubicBezTo>
                      <a:pt x="33544" y="142490"/>
                      <a:pt x="33726" y="141630"/>
                      <a:pt x="33907" y="140725"/>
                    </a:cubicBezTo>
                    <a:cubicBezTo>
                      <a:pt x="33944" y="140536"/>
                      <a:pt x="34108" y="140442"/>
                      <a:pt x="34292" y="140442"/>
                    </a:cubicBezTo>
                    <a:cubicBezTo>
                      <a:pt x="34329" y="140442"/>
                      <a:pt x="34367" y="140445"/>
                      <a:pt x="34405" y="140453"/>
                    </a:cubicBezTo>
                    <a:cubicBezTo>
                      <a:pt x="34495" y="139774"/>
                      <a:pt x="34586" y="139140"/>
                      <a:pt x="34721" y="138506"/>
                    </a:cubicBezTo>
                    <a:cubicBezTo>
                      <a:pt x="34812" y="137873"/>
                      <a:pt x="34857" y="137329"/>
                      <a:pt x="34676" y="136696"/>
                    </a:cubicBezTo>
                    <a:cubicBezTo>
                      <a:pt x="34540" y="136198"/>
                      <a:pt x="34269" y="135700"/>
                      <a:pt x="34042" y="135202"/>
                    </a:cubicBezTo>
                    <a:cubicBezTo>
                      <a:pt x="33454" y="134070"/>
                      <a:pt x="32956" y="132984"/>
                      <a:pt x="32503" y="131852"/>
                    </a:cubicBezTo>
                    <a:cubicBezTo>
                      <a:pt x="32051" y="130675"/>
                      <a:pt x="31598" y="129453"/>
                      <a:pt x="31598" y="128185"/>
                    </a:cubicBezTo>
                    <a:cubicBezTo>
                      <a:pt x="31598" y="127912"/>
                      <a:pt x="31811" y="127771"/>
                      <a:pt x="32031" y="127771"/>
                    </a:cubicBezTo>
                    <a:cubicBezTo>
                      <a:pt x="32175" y="127771"/>
                      <a:pt x="32323" y="127833"/>
                      <a:pt x="32413" y="127959"/>
                    </a:cubicBezTo>
                    <a:cubicBezTo>
                      <a:pt x="32730" y="128457"/>
                      <a:pt x="33001" y="129000"/>
                      <a:pt x="33228" y="129543"/>
                    </a:cubicBezTo>
                    <a:cubicBezTo>
                      <a:pt x="33182" y="128728"/>
                      <a:pt x="33182" y="127868"/>
                      <a:pt x="33137" y="127053"/>
                    </a:cubicBezTo>
                    <a:cubicBezTo>
                      <a:pt x="33137" y="126646"/>
                      <a:pt x="33137" y="126239"/>
                      <a:pt x="32956" y="125876"/>
                    </a:cubicBezTo>
                    <a:cubicBezTo>
                      <a:pt x="32820" y="125514"/>
                      <a:pt x="32594" y="125197"/>
                      <a:pt x="32367" y="124880"/>
                    </a:cubicBezTo>
                    <a:cubicBezTo>
                      <a:pt x="31824" y="124156"/>
                      <a:pt x="31326" y="123387"/>
                      <a:pt x="30783" y="122662"/>
                    </a:cubicBezTo>
                    <a:cubicBezTo>
                      <a:pt x="29742" y="121123"/>
                      <a:pt x="28701" y="119629"/>
                      <a:pt x="27660" y="118090"/>
                    </a:cubicBezTo>
                    <a:cubicBezTo>
                      <a:pt x="27207" y="117366"/>
                      <a:pt x="26664" y="116642"/>
                      <a:pt x="26211" y="115872"/>
                    </a:cubicBezTo>
                    <a:cubicBezTo>
                      <a:pt x="25849" y="115283"/>
                      <a:pt x="25396" y="114604"/>
                      <a:pt x="25124" y="113925"/>
                    </a:cubicBezTo>
                    <a:cubicBezTo>
                      <a:pt x="24717" y="113654"/>
                      <a:pt x="24310" y="113382"/>
                      <a:pt x="23947" y="113065"/>
                    </a:cubicBezTo>
                    <a:cubicBezTo>
                      <a:pt x="22906" y="112250"/>
                      <a:pt x="22001" y="111345"/>
                      <a:pt x="21141" y="110349"/>
                    </a:cubicBezTo>
                    <a:cubicBezTo>
                      <a:pt x="20688" y="109851"/>
                      <a:pt x="20281" y="109308"/>
                      <a:pt x="19873" y="108810"/>
                    </a:cubicBezTo>
                    <a:cubicBezTo>
                      <a:pt x="19647" y="108538"/>
                      <a:pt x="19466" y="108267"/>
                      <a:pt x="19285" y="107995"/>
                    </a:cubicBezTo>
                    <a:cubicBezTo>
                      <a:pt x="19194" y="107859"/>
                      <a:pt x="19149" y="107769"/>
                      <a:pt x="19058" y="107633"/>
                    </a:cubicBezTo>
                    <a:cubicBezTo>
                      <a:pt x="19013" y="107452"/>
                      <a:pt x="18923" y="107271"/>
                      <a:pt x="18832" y="107090"/>
                    </a:cubicBezTo>
                    <a:cubicBezTo>
                      <a:pt x="18787" y="106909"/>
                      <a:pt x="18742" y="106682"/>
                      <a:pt x="18832" y="106501"/>
                    </a:cubicBezTo>
                    <a:cubicBezTo>
                      <a:pt x="18968" y="106365"/>
                      <a:pt x="19013" y="106320"/>
                      <a:pt x="19194" y="106230"/>
                    </a:cubicBezTo>
                    <a:cubicBezTo>
                      <a:pt x="19234" y="106222"/>
                      <a:pt x="19273" y="106218"/>
                      <a:pt x="19310" y="106218"/>
                    </a:cubicBezTo>
                    <a:cubicBezTo>
                      <a:pt x="19483" y="106218"/>
                      <a:pt x="19626" y="106299"/>
                      <a:pt x="19737" y="106411"/>
                    </a:cubicBezTo>
                    <a:cubicBezTo>
                      <a:pt x="20009" y="106592"/>
                      <a:pt x="20281" y="106773"/>
                      <a:pt x="20507" y="107044"/>
                    </a:cubicBezTo>
                    <a:cubicBezTo>
                      <a:pt x="20688" y="107271"/>
                      <a:pt x="20869" y="107497"/>
                      <a:pt x="21096" y="107724"/>
                    </a:cubicBezTo>
                    <a:cubicBezTo>
                      <a:pt x="21458" y="108221"/>
                      <a:pt x="21820" y="108674"/>
                      <a:pt x="22227" y="109127"/>
                    </a:cubicBezTo>
                    <a:cubicBezTo>
                      <a:pt x="22997" y="110032"/>
                      <a:pt x="23812" y="110892"/>
                      <a:pt x="24762" y="111662"/>
                    </a:cubicBezTo>
                    <a:cubicBezTo>
                      <a:pt x="25622" y="112386"/>
                      <a:pt x="26573" y="113020"/>
                      <a:pt x="27614" y="113473"/>
                    </a:cubicBezTo>
                    <a:cubicBezTo>
                      <a:pt x="28112" y="113699"/>
                      <a:pt x="28655" y="113925"/>
                      <a:pt x="29153" y="114061"/>
                    </a:cubicBezTo>
                    <a:cubicBezTo>
                      <a:pt x="29651" y="114242"/>
                      <a:pt x="30240" y="114333"/>
                      <a:pt x="30693" y="114650"/>
                    </a:cubicBezTo>
                    <a:cubicBezTo>
                      <a:pt x="30919" y="114831"/>
                      <a:pt x="31009" y="115283"/>
                      <a:pt x="30693" y="115465"/>
                    </a:cubicBezTo>
                    <a:cubicBezTo>
                      <a:pt x="30380" y="115598"/>
                      <a:pt x="30039" y="115654"/>
                      <a:pt x="29686" y="115654"/>
                    </a:cubicBezTo>
                    <a:cubicBezTo>
                      <a:pt x="28963" y="115654"/>
                      <a:pt x="28193" y="115421"/>
                      <a:pt x="27524" y="115148"/>
                    </a:cubicBezTo>
                    <a:lnTo>
                      <a:pt x="27524" y="115148"/>
                    </a:lnTo>
                    <a:cubicBezTo>
                      <a:pt x="28067" y="115917"/>
                      <a:pt x="28610" y="116687"/>
                      <a:pt x="29153" y="117456"/>
                    </a:cubicBezTo>
                    <a:cubicBezTo>
                      <a:pt x="30195" y="118995"/>
                      <a:pt x="31281" y="120580"/>
                      <a:pt x="32322" y="122119"/>
                    </a:cubicBezTo>
                    <a:cubicBezTo>
                      <a:pt x="32820" y="122889"/>
                      <a:pt x="33363" y="123658"/>
                      <a:pt x="33861" y="124428"/>
                    </a:cubicBezTo>
                    <a:cubicBezTo>
                      <a:pt x="34314" y="125197"/>
                      <a:pt x="34450" y="125922"/>
                      <a:pt x="34405" y="126782"/>
                    </a:cubicBezTo>
                    <a:cubicBezTo>
                      <a:pt x="34359" y="128457"/>
                      <a:pt x="34269" y="130132"/>
                      <a:pt x="34178" y="131807"/>
                    </a:cubicBezTo>
                    <a:cubicBezTo>
                      <a:pt x="34676" y="132938"/>
                      <a:pt x="35219" y="133980"/>
                      <a:pt x="35672" y="135066"/>
                    </a:cubicBezTo>
                    <a:cubicBezTo>
                      <a:pt x="36170" y="136288"/>
                      <a:pt x="36215" y="137420"/>
                      <a:pt x="35898" y="138642"/>
                    </a:cubicBezTo>
                    <a:cubicBezTo>
                      <a:pt x="35582" y="139910"/>
                      <a:pt x="35174" y="141177"/>
                      <a:pt x="34812" y="142445"/>
                    </a:cubicBezTo>
                    <a:cubicBezTo>
                      <a:pt x="34857" y="142807"/>
                      <a:pt x="34903" y="143214"/>
                      <a:pt x="34903" y="143577"/>
                    </a:cubicBezTo>
                    <a:cubicBezTo>
                      <a:pt x="34993" y="144437"/>
                      <a:pt x="35084" y="145342"/>
                      <a:pt x="35265" y="146202"/>
                    </a:cubicBezTo>
                    <a:cubicBezTo>
                      <a:pt x="35400" y="147108"/>
                      <a:pt x="35672" y="147968"/>
                      <a:pt x="35944" y="148828"/>
                    </a:cubicBezTo>
                    <a:cubicBezTo>
                      <a:pt x="35944" y="148964"/>
                      <a:pt x="36034" y="149099"/>
                      <a:pt x="36080" y="149280"/>
                    </a:cubicBezTo>
                    <a:cubicBezTo>
                      <a:pt x="36170" y="149235"/>
                      <a:pt x="36261" y="149190"/>
                      <a:pt x="36351" y="149190"/>
                    </a:cubicBezTo>
                    <a:cubicBezTo>
                      <a:pt x="36442" y="149190"/>
                      <a:pt x="36532" y="149190"/>
                      <a:pt x="36623" y="149235"/>
                    </a:cubicBezTo>
                    <a:lnTo>
                      <a:pt x="36759" y="149235"/>
                    </a:lnTo>
                    <a:cubicBezTo>
                      <a:pt x="36894" y="149235"/>
                      <a:pt x="37030" y="149280"/>
                      <a:pt x="37166" y="149280"/>
                    </a:cubicBezTo>
                    <a:cubicBezTo>
                      <a:pt x="37392" y="149280"/>
                      <a:pt x="37664" y="149280"/>
                      <a:pt x="37936" y="149235"/>
                    </a:cubicBezTo>
                    <a:lnTo>
                      <a:pt x="38207" y="149235"/>
                    </a:lnTo>
                    <a:cubicBezTo>
                      <a:pt x="38388" y="149190"/>
                      <a:pt x="38479" y="149145"/>
                      <a:pt x="38660" y="149099"/>
                    </a:cubicBezTo>
                    <a:cubicBezTo>
                      <a:pt x="38886" y="149054"/>
                      <a:pt x="39113" y="148964"/>
                      <a:pt x="39339" y="148828"/>
                    </a:cubicBezTo>
                    <a:lnTo>
                      <a:pt x="39520" y="148828"/>
                    </a:lnTo>
                    <a:cubicBezTo>
                      <a:pt x="39656" y="148239"/>
                      <a:pt x="39792" y="147696"/>
                      <a:pt x="39882" y="147153"/>
                    </a:cubicBezTo>
                    <a:cubicBezTo>
                      <a:pt x="40154" y="145568"/>
                      <a:pt x="40244" y="143984"/>
                      <a:pt x="40244" y="142400"/>
                    </a:cubicBezTo>
                    <a:cubicBezTo>
                      <a:pt x="40199" y="141268"/>
                      <a:pt x="40154" y="140091"/>
                      <a:pt x="40018" y="138959"/>
                    </a:cubicBezTo>
                    <a:cubicBezTo>
                      <a:pt x="39792" y="138371"/>
                      <a:pt x="39701" y="137646"/>
                      <a:pt x="39656" y="137148"/>
                    </a:cubicBezTo>
                    <a:cubicBezTo>
                      <a:pt x="39520" y="136107"/>
                      <a:pt x="39520" y="135066"/>
                      <a:pt x="39656" y="134025"/>
                    </a:cubicBezTo>
                    <a:cubicBezTo>
                      <a:pt x="39746" y="133210"/>
                      <a:pt x="39927" y="132440"/>
                      <a:pt x="40199" y="131671"/>
                    </a:cubicBezTo>
                    <a:cubicBezTo>
                      <a:pt x="39837" y="131218"/>
                      <a:pt x="39610" y="130584"/>
                      <a:pt x="39429" y="130086"/>
                    </a:cubicBezTo>
                    <a:cubicBezTo>
                      <a:pt x="39203" y="129362"/>
                      <a:pt x="39022" y="128593"/>
                      <a:pt x="38931" y="127823"/>
                    </a:cubicBezTo>
                    <a:cubicBezTo>
                      <a:pt x="38750" y="126374"/>
                      <a:pt x="39022" y="124971"/>
                      <a:pt x="39429" y="123568"/>
                    </a:cubicBezTo>
                    <a:cubicBezTo>
                      <a:pt x="40154" y="121259"/>
                      <a:pt x="41648" y="118316"/>
                      <a:pt x="40154" y="115962"/>
                    </a:cubicBezTo>
                    <a:cubicBezTo>
                      <a:pt x="39973" y="115736"/>
                      <a:pt x="40154" y="115419"/>
                      <a:pt x="40380" y="115374"/>
                    </a:cubicBezTo>
                    <a:cubicBezTo>
                      <a:pt x="40244" y="114876"/>
                      <a:pt x="40018" y="114423"/>
                      <a:pt x="39701" y="114016"/>
                    </a:cubicBezTo>
                    <a:cubicBezTo>
                      <a:pt x="38886" y="112929"/>
                      <a:pt x="37528" y="112386"/>
                      <a:pt x="36713" y="111209"/>
                    </a:cubicBezTo>
                    <a:cubicBezTo>
                      <a:pt x="36170" y="110440"/>
                      <a:pt x="35853" y="109534"/>
                      <a:pt x="35763" y="108629"/>
                    </a:cubicBezTo>
                    <a:cubicBezTo>
                      <a:pt x="35717" y="108176"/>
                      <a:pt x="35717" y="107678"/>
                      <a:pt x="35763" y="107226"/>
                    </a:cubicBezTo>
                    <a:cubicBezTo>
                      <a:pt x="35944" y="105641"/>
                      <a:pt x="36623" y="104374"/>
                      <a:pt x="37392" y="102970"/>
                    </a:cubicBezTo>
                    <a:cubicBezTo>
                      <a:pt x="37452" y="102852"/>
                      <a:pt x="37565" y="102801"/>
                      <a:pt x="37683" y="102801"/>
                    </a:cubicBezTo>
                    <a:cubicBezTo>
                      <a:pt x="37926" y="102801"/>
                      <a:pt x="38193" y="103013"/>
                      <a:pt x="38071" y="103287"/>
                    </a:cubicBezTo>
                    <a:cubicBezTo>
                      <a:pt x="37483" y="104736"/>
                      <a:pt x="37030" y="106682"/>
                      <a:pt x="37302" y="108403"/>
                    </a:cubicBezTo>
                    <a:cubicBezTo>
                      <a:pt x="37438" y="109398"/>
                      <a:pt x="37845" y="110304"/>
                      <a:pt x="38660" y="111028"/>
                    </a:cubicBezTo>
                    <a:cubicBezTo>
                      <a:pt x="39203" y="111481"/>
                      <a:pt x="39792" y="111798"/>
                      <a:pt x="40290" y="112250"/>
                    </a:cubicBezTo>
                    <a:cubicBezTo>
                      <a:pt x="40787" y="112703"/>
                      <a:pt x="41195" y="113246"/>
                      <a:pt x="41512" y="113835"/>
                    </a:cubicBezTo>
                    <a:cubicBezTo>
                      <a:pt x="41829" y="114423"/>
                      <a:pt x="42010" y="115057"/>
                      <a:pt x="42100" y="115691"/>
                    </a:cubicBezTo>
                    <a:cubicBezTo>
                      <a:pt x="42146" y="115781"/>
                      <a:pt x="42146" y="115827"/>
                      <a:pt x="42146" y="115917"/>
                    </a:cubicBezTo>
                    <a:cubicBezTo>
                      <a:pt x="42146" y="116053"/>
                      <a:pt x="42146" y="116144"/>
                      <a:pt x="42100" y="116279"/>
                    </a:cubicBezTo>
                    <a:cubicBezTo>
                      <a:pt x="42100" y="116415"/>
                      <a:pt x="42055" y="116596"/>
                      <a:pt x="42010" y="116777"/>
                    </a:cubicBezTo>
                    <a:cubicBezTo>
                      <a:pt x="41964" y="117049"/>
                      <a:pt x="41919" y="117275"/>
                      <a:pt x="41783" y="117502"/>
                    </a:cubicBezTo>
                    <a:cubicBezTo>
                      <a:pt x="42236" y="119267"/>
                      <a:pt x="41783" y="121214"/>
                      <a:pt x="41240" y="123024"/>
                    </a:cubicBezTo>
                    <a:cubicBezTo>
                      <a:pt x="40833" y="124473"/>
                      <a:pt x="40380" y="125922"/>
                      <a:pt x="40516" y="127461"/>
                    </a:cubicBezTo>
                    <a:cubicBezTo>
                      <a:pt x="40561" y="128185"/>
                      <a:pt x="40742" y="128909"/>
                      <a:pt x="40969" y="129634"/>
                    </a:cubicBezTo>
                    <a:cubicBezTo>
                      <a:pt x="40969" y="129679"/>
                      <a:pt x="40969" y="129679"/>
                      <a:pt x="40969" y="129724"/>
                    </a:cubicBezTo>
                    <a:cubicBezTo>
                      <a:pt x="41240" y="129090"/>
                      <a:pt x="41466" y="128457"/>
                      <a:pt x="41331" y="127868"/>
                    </a:cubicBezTo>
                    <a:cubicBezTo>
                      <a:pt x="41222" y="127514"/>
                      <a:pt x="41473" y="127308"/>
                      <a:pt x="41740" y="127308"/>
                    </a:cubicBezTo>
                    <a:cubicBezTo>
                      <a:pt x="41917" y="127308"/>
                      <a:pt x="42101" y="127398"/>
                      <a:pt x="42191" y="127597"/>
                    </a:cubicBezTo>
                    <a:cubicBezTo>
                      <a:pt x="42643" y="128638"/>
                      <a:pt x="42417" y="129634"/>
                      <a:pt x="42100" y="130630"/>
                    </a:cubicBezTo>
                    <a:cubicBezTo>
                      <a:pt x="41738" y="131626"/>
                      <a:pt x="41421" y="132621"/>
                      <a:pt x="41285" y="133663"/>
                    </a:cubicBezTo>
                    <a:cubicBezTo>
                      <a:pt x="41104" y="134749"/>
                      <a:pt x="41104" y="135836"/>
                      <a:pt x="41240" y="136877"/>
                    </a:cubicBezTo>
                    <a:cubicBezTo>
                      <a:pt x="41285" y="137375"/>
                      <a:pt x="41376" y="137873"/>
                      <a:pt x="41466" y="138371"/>
                    </a:cubicBezTo>
                    <a:cubicBezTo>
                      <a:pt x="41557" y="138869"/>
                      <a:pt x="41648" y="139367"/>
                      <a:pt x="41421" y="139819"/>
                    </a:cubicBezTo>
                    <a:cubicBezTo>
                      <a:pt x="41331" y="139955"/>
                      <a:pt x="41240" y="140000"/>
                      <a:pt x="41150" y="140046"/>
                    </a:cubicBezTo>
                    <a:cubicBezTo>
                      <a:pt x="41421" y="141132"/>
                      <a:pt x="41557" y="142218"/>
                      <a:pt x="41602" y="143350"/>
                    </a:cubicBezTo>
                    <a:cubicBezTo>
                      <a:pt x="41693" y="145342"/>
                      <a:pt x="41421" y="147334"/>
                      <a:pt x="41014" y="149235"/>
                    </a:cubicBezTo>
                    <a:cubicBezTo>
                      <a:pt x="40606" y="151046"/>
                      <a:pt x="40244" y="152857"/>
                      <a:pt x="40606" y="154713"/>
                    </a:cubicBezTo>
                    <a:cubicBezTo>
                      <a:pt x="40787" y="155573"/>
                      <a:pt x="41014" y="156433"/>
                      <a:pt x="41376" y="157248"/>
                    </a:cubicBezTo>
                    <a:cubicBezTo>
                      <a:pt x="41693" y="158017"/>
                      <a:pt x="42236" y="158787"/>
                      <a:pt x="42508" y="159602"/>
                    </a:cubicBezTo>
                    <a:cubicBezTo>
                      <a:pt x="42614" y="159885"/>
                      <a:pt x="42361" y="160112"/>
                      <a:pt x="42094" y="160112"/>
                    </a:cubicBezTo>
                    <a:cubicBezTo>
                      <a:pt x="42019" y="160112"/>
                      <a:pt x="41943" y="160094"/>
                      <a:pt x="41874" y="160054"/>
                    </a:cubicBezTo>
                    <a:cubicBezTo>
                      <a:pt x="41421" y="159828"/>
                      <a:pt x="41059" y="159421"/>
                      <a:pt x="40742" y="159013"/>
                    </a:cubicBezTo>
                    <a:cubicBezTo>
                      <a:pt x="40652" y="159149"/>
                      <a:pt x="40561" y="159330"/>
                      <a:pt x="40516" y="159466"/>
                    </a:cubicBezTo>
                    <a:cubicBezTo>
                      <a:pt x="40108" y="160190"/>
                      <a:pt x="39520" y="160824"/>
                      <a:pt x="39067" y="161503"/>
                    </a:cubicBezTo>
                    <a:cubicBezTo>
                      <a:pt x="38569" y="162318"/>
                      <a:pt x="38298" y="163133"/>
                      <a:pt x="38433" y="164083"/>
                    </a:cubicBezTo>
                    <a:cubicBezTo>
                      <a:pt x="38479" y="164717"/>
                      <a:pt x="38796" y="165306"/>
                      <a:pt x="38931" y="165894"/>
                    </a:cubicBezTo>
                    <a:cubicBezTo>
                      <a:pt x="38977" y="165804"/>
                      <a:pt x="39022" y="165758"/>
                      <a:pt x="39022" y="165668"/>
                    </a:cubicBezTo>
                    <a:cubicBezTo>
                      <a:pt x="39064" y="165542"/>
                      <a:pt x="39204" y="165474"/>
                      <a:pt x="39336" y="165474"/>
                    </a:cubicBezTo>
                    <a:cubicBezTo>
                      <a:pt x="39490" y="165474"/>
                      <a:pt x="39635" y="165564"/>
                      <a:pt x="39610" y="165758"/>
                    </a:cubicBezTo>
                    <a:cubicBezTo>
                      <a:pt x="39565" y="166211"/>
                      <a:pt x="39656" y="166664"/>
                      <a:pt x="39610" y="167116"/>
                    </a:cubicBezTo>
                    <a:cubicBezTo>
                      <a:pt x="39565" y="167524"/>
                      <a:pt x="39520" y="167931"/>
                      <a:pt x="39520" y="168293"/>
                    </a:cubicBezTo>
                    <a:cubicBezTo>
                      <a:pt x="39475" y="169108"/>
                      <a:pt x="39429" y="169878"/>
                      <a:pt x="39475" y="170647"/>
                    </a:cubicBezTo>
                    <a:cubicBezTo>
                      <a:pt x="39475" y="171417"/>
                      <a:pt x="39882" y="171870"/>
                      <a:pt x="40335" y="172458"/>
                    </a:cubicBezTo>
                    <a:cubicBezTo>
                      <a:pt x="40833" y="173092"/>
                      <a:pt x="41331" y="173771"/>
                      <a:pt x="41829" y="174405"/>
                    </a:cubicBezTo>
                    <a:cubicBezTo>
                      <a:pt x="42236" y="174948"/>
                      <a:pt x="42598" y="175582"/>
                      <a:pt x="43232" y="175899"/>
                    </a:cubicBezTo>
                    <a:cubicBezTo>
                      <a:pt x="43820" y="176170"/>
                      <a:pt x="44545" y="176170"/>
                      <a:pt x="45179" y="176170"/>
                    </a:cubicBezTo>
                    <a:cubicBezTo>
                      <a:pt x="45948" y="176170"/>
                      <a:pt x="46672" y="176034"/>
                      <a:pt x="47442" y="175899"/>
                    </a:cubicBezTo>
                    <a:cubicBezTo>
                      <a:pt x="47804" y="175808"/>
                      <a:pt x="48166" y="175763"/>
                      <a:pt x="48528" y="175717"/>
                    </a:cubicBezTo>
                    <a:cubicBezTo>
                      <a:pt x="48528" y="175672"/>
                      <a:pt x="48574" y="175672"/>
                      <a:pt x="48619" y="175672"/>
                    </a:cubicBezTo>
                    <a:cubicBezTo>
                      <a:pt x="48528" y="174903"/>
                      <a:pt x="48438" y="174178"/>
                      <a:pt x="48302" y="173409"/>
                    </a:cubicBezTo>
                    <a:cubicBezTo>
                      <a:pt x="48247" y="173108"/>
                      <a:pt x="48490" y="172923"/>
                      <a:pt x="48720" y="172923"/>
                    </a:cubicBezTo>
                    <a:cubicBezTo>
                      <a:pt x="48871" y="172923"/>
                      <a:pt x="49018" y="173003"/>
                      <a:pt x="49072" y="173182"/>
                    </a:cubicBezTo>
                    <a:cubicBezTo>
                      <a:pt x="49253" y="173907"/>
                      <a:pt x="49524" y="174586"/>
                      <a:pt x="49751" y="175310"/>
                    </a:cubicBezTo>
                    <a:cubicBezTo>
                      <a:pt x="49751" y="175401"/>
                      <a:pt x="49796" y="175446"/>
                      <a:pt x="49796" y="175536"/>
                    </a:cubicBezTo>
                    <a:cubicBezTo>
                      <a:pt x="50022" y="175627"/>
                      <a:pt x="50068" y="175944"/>
                      <a:pt x="49977" y="176170"/>
                    </a:cubicBezTo>
                    <a:cubicBezTo>
                      <a:pt x="50022" y="176261"/>
                      <a:pt x="50022" y="176351"/>
                      <a:pt x="50068" y="176442"/>
                    </a:cubicBezTo>
                    <a:cubicBezTo>
                      <a:pt x="50158" y="176668"/>
                      <a:pt x="50249" y="176668"/>
                      <a:pt x="50520" y="176759"/>
                    </a:cubicBezTo>
                    <a:cubicBezTo>
                      <a:pt x="51086" y="176911"/>
                      <a:pt x="51684" y="176980"/>
                      <a:pt x="52282" y="176980"/>
                    </a:cubicBezTo>
                    <a:cubicBezTo>
                      <a:pt x="52928" y="176980"/>
                      <a:pt x="53576" y="176900"/>
                      <a:pt x="54187" y="176759"/>
                    </a:cubicBezTo>
                    <a:cubicBezTo>
                      <a:pt x="54821" y="176623"/>
                      <a:pt x="55455" y="176442"/>
                      <a:pt x="56043" y="176170"/>
                    </a:cubicBezTo>
                    <a:cubicBezTo>
                      <a:pt x="56541" y="175989"/>
                      <a:pt x="57220" y="175808"/>
                      <a:pt x="57537" y="175401"/>
                    </a:cubicBezTo>
                    <a:cubicBezTo>
                      <a:pt x="57763" y="175129"/>
                      <a:pt x="57899" y="174722"/>
                      <a:pt x="58035" y="174314"/>
                    </a:cubicBezTo>
                    <a:cubicBezTo>
                      <a:pt x="57990" y="174224"/>
                      <a:pt x="57990" y="174133"/>
                      <a:pt x="58035" y="174043"/>
                    </a:cubicBezTo>
                    <a:cubicBezTo>
                      <a:pt x="58080" y="173952"/>
                      <a:pt x="58080" y="173861"/>
                      <a:pt x="58125" y="173816"/>
                    </a:cubicBezTo>
                    <a:cubicBezTo>
                      <a:pt x="58171" y="173726"/>
                      <a:pt x="58171" y="173680"/>
                      <a:pt x="58171" y="173590"/>
                    </a:cubicBezTo>
                    <a:cubicBezTo>
                      <a:pt x="58352" y="173001"/>
                      <a:pt x="58442" y="172322"/>
                      <a:pt x="58714" y="171734"/>
                    </a:cubicBezTo>
                    <a:cubicBezTo>
                      <a:pt x="58769" y="171604"/>
                      <a:pt x="58870" y="171551"/>
                      <a:pt x="58979" y="171551"/>
                    </a:cubicBezTo>
                    <a:cubicBezTo>
                      <a:pt x="59137" y="171551"/>
                      <a:pt x="59313" y="171664"/>
                      <a:pt x="59393" y="171824"/>
                    </a:cubicBezTo>
                    <a:cubicBezTo>
                      <a:pt x="59438" y="172005"/>
                      <a:pt x="59529" y="172187"/>
                      <a:pt x="59529" y="172368"/>
                    </a:cubicBezTo>
                    <a:cubicBezTo>
                      <a:pt x="59800" y="172187"/>
                      <a:pt x="60117" y="172005"/>
                      <a:pt x="60389" y="171870"/>
                    </a:cubicBezTo>
                    <a:cubicBezTo>
                      <a:pt x="60842" y="171643"/>
                      <a:pt x="61249" y="171417"/>
                      <a:pt x="61521" y="170964"/>
                    </a:cubicBezTo>
                    <a:cubicBezTo>
                      <a:pt x="61792" y="170557"/>
                      <a:pt x="61973" y="170059"/>
                      <a:pt x="62064" y="169606"/>
                    </a:cubicBezTo>
                    <a:cubicBezTo>
                      <a:pt x="62290" y="168520"/>
                      <a:pt x="62154" y="167343"/>
                      <a:pt x="61928" y="166302"/>
                    </a:cubicBezTo>
                    <a:cubicBezTo>
                      <a:pt x="61792" y="165713"/>
                      <a:pt x="61611" y="165125"/>
                      <a:pt x="61430" y="164536"/>
                    </a:cubicBezTo>
                    <a:cubicBezTo>
                      <a:pt x="61339" y="164355"/>
                      <a:pt x="61294" y="164174"/>
                      <a:pt x="61204" y="163993"/>
                    </a:cubicBezTo>
                    <a:cubicBezTo>
                      <a:pt x="61113" y="163631"/>
                      <a:pt x="61023" y="163223"/>
                      <a:pt x="61023" y="162861"/>
                    </a:cubicBezTo>
                    <a:cubicBezTo>
                      <a:pt x="61054" y="162642"/>
                      <a:pt x="61236" y="162488"/>
                      <a:pt x="61435" y="162488"/>
                    </a:cubicBezTo>
                    <a:cubicBezTo>
                      <a:pt x="61525" y="162488"/>
                      <a:pt x="61617" y="162519"/>
                      <a:pt x="61702" y="162589"/>
                    </a:cubicBezTo>
                    <a:cubicBezTo>
                      <a:pt x="62154" y="163042"/>
                      <a:pt x="62471" y="163721"/>
                      <a:pt x="62698" y="164310"/>
                    </a:cubicBezTo>
                    <a:cubicBezTo>
                      <a:pt x="62788" y="164491"/>
                      <a:pt x="62833" y="164627"/>
                      <a:pt x="62879" y="164808"/>
                    </a:cubicBezTo>
                    <a:cubicBezTo>
                      <a:pt x="63195" y="164129"/>
                      <a:pt x="63558" y="163495"/>
                      <a:pt x="64010" y="162906"/>
                    </a:cubicBezTo>
                    <a:cubicBezTo>
                      <a:pt x="64780" y="161820"/>
                      <a:pt x="65776" y="160779"/>
                      <a:pt x="66274" y="159511"/>
                    </a:cubicBezTo>
                    <a:cubicBezTo>
                      <a:pt x="66862" y="158017"/>
                      <a:pt x="66817" y="156342"/>
                      <a:pt x="66410" y="154758"/>
                    </a:cubicBezTo>
                    <a:cubicBezTo>
                      <a:pt x="66183" y="153898"/>
                      <a:pt x="65866" y="153083"/>
                      <a:pt x="65549" y="152223"/>
                    </a:cubicBezTo>
                    <a:cubicBezTo>
                      <a:pt x="65187" y="151408"/>
                      <a:pt x="64825" y="150593"/>
                      <a:pt x="64599" y="149733"/>
                    </a:cubicBezTo>
                    <a:cubicBezTo>
                      <a:pt x="64535" y="149412"/>
                      <a:pt x="64790" y="149113"/>
                      <a:pt x="65057" y="149113"/>
                    </a:cubicBezTo>
                    <a:cubicBezTo>
                      <a:pt x="65166" y="149113"/>
                      <a:pt x="65277" y="149162"/>
                      <a:pt x="65368" y="149280"/>
                    </a:cubicBezTo>
                    <a:cubicBezTo>
                      <a:pt x="65957" y="149914"/>
                      <a:pt x="66410" y="150729"/>
                      <a:pt x="66817" y="151544"/>
                    </a:cubicBezTo>
                    <a:cubicBezTo>
                      <a:pt x="66998" y="151091"/>
                      <a:pt x="67179" y="150684"/>
                      <a:pt x="67451" y="150276"/>
                    </a:cubicBezTo>
                    <a:cubicBezTo>
                      <a:pt x="67903" y="149552"/>
                      <a:pt x="68537" y="148918"/>
                      <a:pt x="68854" y="148103"/>
                    </a:cubicBezTo>
                    <a:cubicBezTo>
                      <a:pt x="69262" y="147108"/>
                      <a:pt x="68809" y="146157"/>
                      <a:pt x="68447" y="145206"/>
                    </a:cubicBezTo>
                    <a:cubicBezTo>
                      <a:pt x="68085" y="144210"/>
                      <a:pt x="67768" y="142626"/>
                      <a:pt x="68492" y="141675"/>
                    </a:cubicBezTo>
                    <a:cubicBezTo>
                      <a:pt x="68553" y="141594"/>
                      <a:pt x="68641" y="141549"/>
                      <a:pt x="68729" y="141549"/>
                    </a:cubicBezTo>
                    <a:cubicBezTo>
                      <a:pt x="68835" y="141549"/>
                      <a:pt x="68940" y="141616"/>
                      <a:pt x="68990" y="141766"/>
                    </a:cubicBezTo>
                    <a:cubicBezTo>
                      <a:pt x="69216" y="142354"/>
                      <a:pt x="69216" y="143033"/>
                      <a:pt x="69397" y="143622"/>
                    </a:cubicBezTo>
                    <a:cubicBezTo>
                      <a:pt x="69443" y="143803"/>
                      <a:pt x="69488" y="143939"/>
                      <a:pt x="69533" y="144120"/>
                    </a:cubicBezTo>
                    <a:cubicBezTo>
                      <a:pt x="69759" y="142762"/>
                      <a:pt x="70257" y="141494"/>
                      <a:pt x="70846" y="140227"/>
                    </a:cubicBezTo>
                    <a:cubicBezTo>
                      <a:pt x="71480" y="138914"/>
                      <a:pt x="72249" y="137692"/>
                      <a:pt x="72657" y="136288"/>
                    </a:cubicBezTo>
                    <a:cubicBezTo>
                      <a:pt x="73155" y="134704"/>
                      <a:pt x="73019" y="133119"/>
                      <a:pt x="72566" y="131535"/>
                    </a:cubicBezTo>
                    <a:cubicBezTo>
                      <a:pt x="72023" y="129724"/>
                      <a:pt x="71389" y="127913"/>
                      <a:pt x="70846" y="126103"/>
                    </a:cubicBezTo>
                    <a:cubicBezTo>
                      <a:pt x="70303" y="124382"/>
                      <a:pt x="69624" y="122572"/>
                      <a:pt x="69443" y="120761"/>
                    </a:cubicBezTo>
                    <a:cubicBezTo>
                      <a:pt x="69416" y="120573"/>
                      <a:pt x="69581" y="120464"/>
                      <a:pt x="69747" y="120464"/>
                    </a:cubicBezTo>
                    <a:cubicBezTo>
                      <a:pt x="69861" y="120464"/>
                      <a:pt x="69976" y="120515"/>
                      <a:pt x="70031" y="120625"/>
                    </a:cubicBezTo>
                    <a:cubicBezTo>
                      <a:pt x="70620" y="121531"/>
                      <a:pt x="71027" y="122572"/>
                      <a:pt x="71389" y="123568"/>
                    </a:cubicBezTo>
                    <a:cubicBezTo>
                      <a:pt x="71615" y="124111"/>
                      <a:pt x="71842" y="124654"/>
                      <a:pt x="72023" y="125197"/>
                    </a:cubicBezTo>
                    <a:cubicBezTo>
                      <a:pt x="72204" y="124518"/>
                      <a:pt x="72657" y="123839"/>
                      <a:pt x="72974" y="123341"/>
                    </a:cubicBezTo>
                    <a:cubicBezTo>
                      <a:pt x="73562" y="122436"/>
                      <a:pt x="74377" y="121531"/>
                      <a:pt x="74558" y="120444"/>
                    </a:cubicBezTo>
                    <a:cubicBezTo>
                      <a:pt x="74830" y="119177"/>
                      <a:pt x="73879" y="118045"/>
                      <a:pt x="73245" y="117049"/>
                    </a:cubicBezTo>
                    <a:cubicBezTo>
                      <a:pt x="72385" y="115736"/>
                      <a:pt x="71932" y="114333"/>
                      <a:pt x="71887" y="112748"/>
                    </a:cubicBezTo>
                    <a:cubicBezTo>
                      <a:pt x="71887" y="112483"/>
                      <a:pt x="72071" y="112358"/>
                      <a:pt x="72265" y="112358"/>
                    </a:cubicBezTo>
                    <a:cubicBezTo>
                      <a:pt x="72467" y="112358"/>
                      <a:pt x="72679" y="112494"/>
                      <a:pt x="72702" y="112748"/>
                    </a:cubicBezTo>
                    <a:cubicBezTo>
                      <a:pt x="72838" y="113790"/>
                      <a:pt x="73290" y="114695"/>
                      <a:pt x="73879" y="115555"/>
                    </a:cubicBezTo>
                    <a:cubicBezTo>
                      <a:pt x="73924" y="114740"/>
                      <a:pt x="73969" y="113971"/>
                      <a:pt x="73969" y="113201"/>
                    </a:cubicBezTo>
                    <a:cubicBezTo>
                      <a:pt x="74015" y="112703"/>
                      <a:pt x="73969" y="112205"/>
                      <a:pt x="74015" y="111707"/>
                    </a:cubicBezTo>
                    <a:cubicBezTo>
                      <a:pt x="74015" y="111481"/>
                      <a:pt x="74060" y="111254"/>
                      <a:pt x="74060" y="111028"/>
                    </a:cubicBezTo>
                    <a:cubicBezTo>
                      <a:pt x="74105" y="110802"/>
                      <a:pt x="74105" y="110575"/>
                      <a:pt x="74286" y="110349"/>
                    </a:cubicBezTo>
                    <a:cubicBezTo>
                      <a:pt x="74354" y="110236"/>
                      <a:pt x="74456" y="110179"/>
                      <a:pt x="74558" y="110179"/>
                    </a:cubicBezTo>
                    <a:cubicBezTo>
                      <a:pt x="74660" y="110179"/>
                      <a:pt x="74762" y="110236"/>
                      <a:pt x="74830" y="110349"/>
                    </a:cubicBezTo>
                    <a:cubicBezTo>
                      <a:pt x="74965" y="110575"/>
                      <a:pt x="75011" y="110802"/>
                      <a:pt x="75056" y="111028"/>
                    </a:cubicBezTo>
                    <a:cubicBezTo>
                      <a:pt x="75056" y="111300"/>
                      <a:pt x="75101" y="111571"/>
                      <a:pt x="75101" y="111798"/>
                    </a:cubicBezTo>
                    <a:cubicBezTo>
                      <a:pt x="75101" y="112296"/>
                      <a:pt x="75056" y="112748"/>
                      <a:pt x="75011" y="113246"/>
                    </a:cubicBezTo>
                    <a:cubicBezTo>
                      <a:pt x="74920" y="114197"/>
                      <a:pt x="74784" y="115193"/>
                      <a:pt x="74603" y="116189"/>
                    </a:cubicBezTo>
                    <a:cubicBezTo>
                      <a:pt x="74558" y="116279"/>
                      <a:pt x="74513" y="116325"/>
                      <a:pt x="74467" y="116370"/>
                    </a:cubicBezTo>
                    <a:cubicBezTo>
                      <a:pt x="74603" y="116551"/>
                      <a:pt x="74694" y="116687"/>
                      <a:pt x="74830" y="116868"/>
                    </a:cubicBezTo>
                    <a:cubicBezTo>
                      <a:pt x="75282" y="117456"/>
                      <a:pt x="75644" y="118090"/>
                      <a:pt x="75916" y="118769"/>
                    </a:cubicBezTo>
                    <a:cubicBezTo>
                      <a:pt x="75916" y="118814"/>
                      <a:pt x="75961" y="118860"/>
                      <a:pt x="75961" y="118905"/>
                    </a:cubicBezTo>
                    <a:cubicBezTo>
                      <a:pt x="75961" y="118860"/>
                      <a:pt x="76007" y="118814"/>
                      <a:pt x="76007" y="118814"/>
                    </a:cubicBezTo>
                    <a:cubicBezTo>
                      <a:pt x="76007" y="118724"/>
                      <a:pt x="76007" y="118679"/>
                      <a:pt x="76007" y="118633"/>
                    </a:cubicBezTo>
                    <a:cubicBezTo>
                      <a:pt x="76052" y="117909"/>
                      <a:pt x="76459" y="117139"/>
                      <a:pt x="76776" y="116642"/>
                    </a:cubicBezTo>
                    <a:cubicBezTo>
                      <a:pt x="77048" y="116189"/>
                      <a:pt x="77410" y="115781"/>
                      <a:pt x="77817" y="115465"/>
                    </a:cubicBezTo>
                    <a:cubicBezTo>
                      <a:pt x="78315" y="115057"/>
                      <a:pt x="78813" y="114831"/>
                      <a:pt x="79356" y="114514"/>
                    </a:cubicBezTo>
                    <a:cubicBezTo>
                      <a:pt x="80352" y="113971"/>
                      <a:pt x="81031" y="112929"/>
                      <a:pt x="81710" y="112024"/>
                    </a:cubicBezTo>
                    <a:cubicBezTo>
                      <a:pt x="82389" y="111164"/>
                      <a:pt x="82842" y="110123"/>
                      <a:pt x="83566" y="109308"/>
                    </a:cubicBezTo>
                    <a:cubicBezTo>
                      <a:pt x="83632" y="109226"/>
                      <a:pt x="83715" y="109192"/>
                      <a:pt x="83799" y="109192"/>
                    </a:cubicBezTo>
                    <a:cubicBezTo>
                      <a:pt x="83947" y="109192"/>
                      <a:pt x="84097" y="109299"/>
                      <a:pt x="84155" y="109444"/>
                    </a:cubicBezTo>
                    <a:cubicBezTo>
                      <a:pt x="84200" y="109534"/>
                      <a:pt x="84200" y="109580"/>
                      <a:pt x="84245" y="109670"/>
                    </a:cubicBezTo>
                    <a:cubicBezTo>
                      <a:pt x="84472" y="110757"/>
                      <a:pt x="83883" y="111798"/>
                      <a:pt x="83250" y="112658"/>
                    </a:cubicBezTo>
                    <a:cubicBezTo>
                      <a:pt x="82797" y="113337"/>
                      <a:pt x="82299" y="114016"/>
                      <a:pt x="81710" y="114650"/>
                    </a:cubicBezTo>
                    <a:cubicBezTo>
                      <a:pt x="81529" y="114876"/>
                      <a:pt x="81303" y="115057"/>
                      <a:pt x="81077" y="115283"/>
                    </a:cubicBezTo>
                    <a:cubicBezTo>
                      <a:pt x="80217" y="116008"/>
                      <a:pt x="79040" y="116279"/>
                      <a:pt x="78225" y="117094"/>
                    </a:cubicBezTo>
                    <a:cubicBezTo>
                      <a:pt x="78179" y="117094"/>
                      <a:pt x="78134" y="117139"/>
                      <a:pt x="78134" y="117185"/>
                    </a:cubicBezTo>
                    <a:cubicBezTo>
                      <a:pt x="78134" y="117230"/>
                      <a:pt x="78134" y="117321"/>
                      <a:pt x="78089" y="117366"/>
                    </a:cubicBezTo>
                    <a:cubicBezTo>
                      <a:pt x="77636" y="117909"/>
                      <a:pt x="77319" y="118498"/>
                      <a:pt x="77002" y="119131"/>
                    </a:cubicBezTo>
                    <a:cubicBezTo>
                      <a:pt x="77002" y="119222"/>
                      <a:pt x="76957" y="119312"/>
                      <a:pt x="76912" y="119403"/>
                    </a:cubicBezTo>
                    <a:cubicBezTo>
                      <a:pt x="76595" y="120082"/>
                      <a:pt x="76369" y="120806"/>
                      <a:pt x="76188" y="121531"/>
                    </a:cubicBezTo>
                    <a:cubicBezTo>
                      <a:pt x="76097" y="122029"/>
                      <a:pt x="76007" y="122481"/>
                      <a:pt x="76007" y="122979"/>
                    </a:cubicBezTo>
                    <a:cubicBezTo>
                      <a:pt x="76030" y="122975"/>
                      <a:pt x="76053" y="122972"/>
                      <a:pt x="76077" y="122972"/>
                    </a:cubicBezTo>
                    <a:cubicBezTo>
                      <a:pt x="76285" y="122972"/>
                      <a:pt x="76500" y="123147"/>
                      <a:pt x="76459" y="123432"/>
                    </a:cubicBezTo>
                    <a:cubicBezTo>
                      <a:pt x="76188" y="124654"/>
                      <a:pt x="75916" y="126057"/>
                      <a:pt x="76142" y="127370"/>
                    </a:cubicBezTo>
                    <a:cubicBezTo>
                      <a:pt x="76142" y="127370"/>
                      <a:pt x="76188" y="127325"/>
                      <a:pt x="76233" y="127325"/>
                    </a:cubicBezTo>
                    <a:cubicBezTo>
                      <a:pt x="76278" y="127325"/>
                      <a:pt x="76369" y="127416"/>
                      <a:pt x="76369" y="127506"/>
                    </a:cubicBezTo>
                    <a:cubicBezTo>
                      <a:pt x="76369" y="127597"/>
                      <a:pt x="76369" y="127687"/>
                      <a:pt x="76323" y="127778"/>
                    </a:cubicBezTo>
                    <a:cubicBezTo>
                      <a:pt x="76323" y="127823"/>
                      <a:pt x="76323" y="127868"/>
                      <a:pt x="76323" y="127913"/>
                    </a:cubicBezTo>
                    <a:lnTo>
                      <a:pt x="76323" y="128004"/>
                    </a:lnTo>
                    <a:cubicBezTo>
                      <a:pt x="76323" y="128004"/>
                      <a:pt x="76323" y="128049"/>
                      <a:pt x="76323" y="128049"/>
                    </a:cubicBezTo>
                    <a:cubicBezTo>
                      <a:pt x="76369" y="128140"/>
                      <a:pt x="76369" y="128230"/>
                      <a:pt x="76414" y="128321"/>
                    </a:cubicBezTo>
                    <a:cubicBezTo>
                      <a:pt x="76731" y="129090"/>
                      <a:pt x="77319" y="129679"/>
                      <a:pt x="77727" y="130403"/>
                    </a:cubicBezTo>
                    <a:cubicBezTo>
                      <a:pt x="78089" y="131082"/>
                      <a:pt x="78451" y="132123"/>
                      <a:pt x="78270" y="132848"/>
                    </a:cubicBezTo>
                    <a:cubicBezTo>
                      <a:pt x="78212" y="132992"/>
                      <a:pt x="78062" y="133100"/>
                      <a:pt x="77926" y="133100"/>
                    </a:cubicBezTo>
                    <a:cubicBezTo>
                      <a:pt x="77849" y="133100"/>
                      <a:pt x="77776" y="133065"/>
                      <a:pt x="77727" y="132984"/>
                    </a:cubicBezTo>
                    <a:cubicBezTo>
                      <a:pt x="77410" y="132667"/>
                      <a:pt x="77319" y="132214"/>
                      <a:pt x="77093" y="131852"/>
                    </a:cubicBezTo>
                    <a:cubicBezTo>
                      <a:pt x="77002" y="131671"/>
                      <a:pt x="76867" y="131490"/>
                      <a:pt x="76776" y="131354"/>
                    </a:cubicBezTo>
                    <a:lnTo>
                      <a:pt x="76776" y="131354"/>
                    </a:lnTo>
                    <a:cubicBezTo>
                      <a:pt x="76776" y="131626"/>
                      <a:pt x="76821" y="131942"/>
                      <a:pt x="76776" y="132259"/>
                    </a:cubicBezTo>
                    <a:cubicBezTo>
                      <a:pt x="76731" y="133300"/>
                      <a:pt x="76188" y="134432"/>
                      <a:pt x="76640" y="135383"/>
                    </a:cubicBezTo>
                    <a:cubicBezTo>
                      <a:pt x="77138" y="136379"/>
                      <a:pt x="77908" y="137284"/>
                      <a:pt x="78542" y="138144"/>
                    </a:cubicBezTo>
                    <a:cubicBezTo>
                      <a:pt x="78813" y="138506"/>
                      <a:pt x="79085" y="138869"/>
                      <a:pt x="79402" y="139231"/>
                    </a:cubicBezTo>
                    <a:cubicBezTo>
                      <a:pt x="79719" y="139502"/>
                      <a:pt x="80081" y="139729"/>
                      <a:pt x="80398" y="140046"/>
                    </a:cubicBezTo>
                    <a:cubicBezTo>
                      <a:pt x="80579" y="140181"/>
                      <a:pt x="80533" y="140544"/>
                      <a:pt x="80307" y="140634"/>
                    </a:cubicBezTo>
                    <a:cubicBezTo>
                      <a:pt x="80121" y="140711"/>
                      <a:pt x="79936" y="140746"/>
                      <a:pt x="79754" y="140746"/>
                    </a:cubicBezTo>
                    <a:cubicBezTo>
                      <a:pt x="79403" y="140746"/>
                      <a:pt x="79066" y="140616"/>
                      <a:pt x="78768" y="140408"/>
                    </a:cubicBezTo>
                    <a:lnTo>
                      <a:pt x="78768" y="140408"/>
                    </a:lnTo>
                    <a:cubicBezTo>
                      <a:pt x="79040" y="141087"/>
                      <a:pt x="79040" y="141947"/>
                      <a:pt x="79040" y="142671"/>
                    </a:cubicBezTo>
                    <a:cubicBezTo>
                      <a:pt x="78994" y="143486"/>
                      <a:pt x="78632" y="144301"/>
                      <a:pt x="78677" y="145161"/>
                    </a:cubicBezTo>
                    <a:cubicBezTo>
                      <a:pt x="78723" y="145840"/>
                      <a:pt x="79221" y="146157"/>
                      <a:pt x="79764" y="146519"/>
                    </a:cubicBezTo>
                    <a:cubicBezTo>
                      <a:pt x="80398" y="146926"/>
                      <a:pt x="81122" y="147379"/>
                      <a:pt x="81167" y="148239"/>
                    </a:cubicBezTo>
                    <a:cubicBezTo>
                      <a:pt x="81167" y="148616"/>
                      <a:pt x="80856" y="148863"/>
                      <a:pt x="80528" y="148863"/>
                    </a:cubicBezTo>
                    <a:cubicBezTo>
                      <a:pt x="80423" y="148863"/>
                      <a:pt x="80316" y="148838"/>
                      <a:pt x="80217" y="148782"/>
                    </a:cubicBezTo>
                    <a:cubicBezTo>
                      <a:pt x="79900" y="148601"/>
                      <a:pt x="79628" y="148375"/>
                      <a:pt x="79356" y="148194"/>
                    </a:cubicBezTo>
                    <a:cubicBezTo>
                      <a:pt x="79130" y="148013"/>
                      <a:pt x="78904" y="147877"/>
                      <a:pt x="78723" y="147741"/>
                    </a:cubicBezTo>
                    <a:cubicBezTo>
                      <a:pt x="77863" y="148918"/>
                      <a:pt x="76957" y="150005"/>
                      <a:pt x="76052" y="151091"/>
                    </a:cubicBezTo>
                    <a:cubicBezTo>
                      <a:pt x="75554" y="151634"/>
                      <a:pt x="75101" y="152178"/>
                      <a:pt x="74648" y="152721"/>
                    </a:cubicBezTo>
                    <a:cubicBezTo>
                      <a:pt x="74241" y="153128"/>
                      <a:pt x="73788" y="153581"/>
                      <a:pt x="73517" y="154079"/>
                    </a:cubicBezTo>
                    <a:cubicBezTo>
                      <a:pt x="72974" y="154984"/>
                      <a:pt x="73155" y="156342"/>
                      <a:pt x="73426" y="157293"/>
                    </a:cubicBezTo>
                    <a:lnTo>
                      <a:pt x="73471" y="157429"/>
                    </a:lnTo>
                    <a:cubicBezTo>
                      <a:pt x="73788" y="156840"/>
                      <a:pt x="74105" y="156252"/>
                      <a:pt x="74332" y="155618"/>
                    </a:cubicBezTo>
                    <a:cubicBezTo>
                      <a:pt x="74558" y="155030"/>
                      <a:pt x="74694" y="154034"/>
                      <a:pt x="75282" y="153717"/>
                    </a:cubicBezTo>
                    <a:cubicBezTo>
                      <a:pt x="75320" y="153698"/>
                      <a:pt x="75357" y="153687"/>
                      <a:pt x="75395" y="153687"/>
                    </a:cubicBezTo>
                    <a:cubicBezTo>
                      <a:pt x="75448" y="153687"/>
                      <a:pt x="75501" y="153709"/>
                      <a:pt x="75554" y="153762"/>
                    </a:cubicBezTo>
                    <a:cubicBezTo>
                      <a:pt x="75961" y="154169"/>
                      <a:pt x="75780" y="154894"/>
                      <a:pt x="75644" y="155437"/>
                    </a:cubicBezTo>
                    <a:cubicBezTo>
                      <a:pt x="75509" y="156071"/>
                      <a:pt x="75328" y="156659"/>
                      <a:pt x="75101" y="157293"/>
                    </a:cubicBezTo>
                    <a:cubicBezTo>
                      <a:pt x="74875" y="157882"/>
                      <a:pt x="74513" y="158561"/>
                      <a:pt x="74467" y="159194"/>
                    </a:cubicBezTo>
                    <a:cubicBezTo>
                      <a:pt x="74648" y="159421"/>
                      <a:pt x="74830" y="159647"/>
                      <a:pt x="74920" y="159873"/>
                    </a:cubicBezTo>
                    <a:cubicBezTo>
                      <a:pt x="74965" y="160054"/>
                      <a:pt x="74920" y="160190"/>
                      <a:pt x="74830" y="160326"/>
                    </a:cubicBezTo>
                    <a:cubicBezTo>
                      <a:pt x="75146" y="160733"/>
                      <a:pt x="75599" y="161096"/>
                      <a:pt x="76007" y="161367"/>
                    </a:cubicBezTo>
                    <a:cubicBezTo>
                      <a:pt x="76550" y="161729"/>
                      <a:pt x="77093" y="162092"/>
                      <a:pt x="77681" y="162408"/>
                    </a:cubicBezTo>
                    <a:cubicBezTo>
                      <a:pt x="78179" y="162680"/>
                      <a:pt x="78768" y="162861"/>
                      <a:pt x="79311" y="162861"/>
                    </a:cubicBezTo>
                    <a:cubicBezTo>
                      <a:pt x="79424" y="162884"/>
                      <a:pt x="79549" y="162895"/>
                      <a:pt x="79673" y="162895"/>
                    </a:cubicBezTo>
                    <a:cubicBezTo>
                      <a:pt x="79798" y="162895"/>
                      <a:pt x="79922" y="162884"/>
                      <a:pt x="80035" y="162861"/>
                    </a:cubicBezTo>
                    <a:cubicBezTo>
                      <a:pt x="80035" y="162092"/>
                      <a:pt x="80217" y="161277"/>
                      <a:pt x="80443" y="160598"/>
                    </a:cubicBezTo>
                    <a:cubicBezTo>
                      <a:pt x="81031" y="158923"/>
                      <a:pt x="82208" y="157293"/>
                      <a:pt x="82208" y="155482"/>
                    </a:cubicBezTo>
                    <a:cubicBezTo>
                      <a:pt x="82233" y="155234"/>
                      <a:pt x="82436" y="155094"/>
                      <a:pt x="82628" y="155094"/>
                    </a:cubicBezTo>
                    <a:cubicBezTo>
                      <a:pt x="82786" y="155094"/>
                      <a:pt x="82937" y="155188"/>
                      <a:pt x="82978" y="155392"/>
                    </a:cubicBezTo>
                    <a:cubicBezTo>
                      <a:pt x="83295" y="157157"/>
                      <a:pt x="82616" y="158696"/>
                      <a:pt x="82073" y="160371"/>
                    </a:cubicBezTo>
                    <a:cubicBezTo>
                      <a:pt x="81801" y="161096"/>
                      <a:pt x="81575" y="161820"/>
                      <a:pt x="81575" y="162635"/>
                    </a:cubicBezTo>
                    <a:cubicBezTo>
                      <a:pt x="81575" y="162906"/>
                      <a:pt x="81575" y="163269"/>
                      <a:pt x="81846" y="163450"/>
                    </a:cubicBezTo>
                    <a:cubicBezTo>
                      <a:pt x="82073" y="163631"/>
                      <a:pt x="82435" y="163631"/>
                      <a:pt x="82752" y="163631"/>
                    </a:cubicBezTo>
                    <a:cubicBezTo>
                      <a:pt x="84381" y="163540"/>
                      <a:pt x="86101" y="162952"/>
                      <a:pt x="87505" y="162092"/>
                    </a:cubicBezTo>
                    <a:cubicBezTo>
                      <a:pt x="88184" y="161684"/>
                      <a:pt x="88818" y="161231"/>
                      <a:pt x="89316" y="160598"/>
                    </a:cubicBezTo>
                    <a:cubicBezTo>
                      <a:pt x="89814" y="159919"/>
                      <a:pt x="89995" y="159059"/>
                      <a:pt x="90130" y="158244"/>
                    </a:cubicBezTo>
                    <a:cubicBezTo>
                      <a:pt x="90266" y="157474"/>
                      <a:pt x="90311" y="156659"/>
                      <a:pt x="90357" y="155844"/>
                    </a:cubicBezTo>
                    <a:cubicBezTo>
                      <a:pt x="90311" y="155618"/>
                      <a:pt x="90357" y="155392"/>
                      <a:pt x="90447" y="155165"/>
                    </a:cubicBezTo>
                    <a:cubicBezTo>
                      <a:pt x="90493" y="154396"/>
                      <a:pt x="90628" y="153626"/>
                      <a:pt x="90809" y="152857"/>
                    </a:cubicBezTo>
                    <a:cubicBezTo>
                      <a:pt x="90856" y="152716"/>
                      <a:pt x="91013" y="152636"/>
                      <a:pt x="91160" y="152636"/>
                    </a:cubicBezTo>
                    <a:cubicBezTo>
                      <a:pt x="91295" y="152636"/>
                      <a:pt x="91421" y="152704"/>
                      <a:pt x="91443" y="152857"/>
                    </a:cubicBezTo>
                    <a:cubicBezTo>
                      <a:pt x="91488" y="152947"/>
                      <a:pt x="91488" y="153038"/>
                      <a:pt x="91488" y="153128"/>
                    </a:cubicBezTo>
                    <a:cubicBezTo>
                      <a:pt x="91851" y="152721"/>
                      <a:pt x="92258" y="152359"/>
                      <a:pt x="92665" y="151997"/>
                    </a:cubicBezTo>
                    <a:cubicBezTo>
                      <a:pt x="93118" y="151680"/>
                      <a:pt x="93571" y="151363"/>
                      <a:pt x="93888" y="150955"/>
                    </a:cubicBezTo>
                    <a:cubicBezTo>
                      <a:pt x="94386" y="150231"/>
                      <a:pt x="94476" y="149235"/>
                      <a:pt x="94476" y="148330"/>
                    </a:cubicBezTo>
                    <a:cubicBezTo>
                      <a:pt x="94476" y="148013"/>
                      <a:pt x="94476" y="147741"/>
                      <a:pt x="94476" y="147470"/>
                    </a:cubicBezTo>
                    <a:cubicBezTo>
                      <a:pt x="94431" y="146836"/>
                      <a:pt x="94386" y="146157"/>
                      <a:pt x="94250" y="145523"/>
                    </a:cubicBezTo>
                    <a:cubicBezTo>
                      <a:pt x="94159" y="144935"/>
                      <a:pt x="93933" y="144301"/>
                      <a:pt x="94069" y="143667"/>
                    </a:cubicBezTo>
                    <a:cubicBezTo>
                      <a:pt x="94097" y="143472"/>
                      <a:pt x="94261" y="143380"/>
                      <a:pt x="94437" y="143380"/>
                    </a:cubicBezTo>
                    <a:cubicBezTo>
                      <a:pt x="94547" y="143380"/>
                      <a:pt x="94661" y="143416"/>
                      <a:pt x="94748" y="143486"/>
                    </a:cubicBezTo>
                    <a:cubicBezTo>
                      <a:pt x="94748" y="143531"/>
                      <a:pt x="94793" y="143531"/>
                      <a:pt x="94838" y="143577"/>
                    </a:cubicBezTo>
                    <a:cubicBezTo>
                      <a:pt x="95517" y="142400"/>
                      <a:pt x="97011" y="141585"/>
                      <a:pt x="97690" y="140362"/>
                    </a:cubicBezTo>
                    <a:cubicBezTo>
                      <a:pt x="98234" y="139457"/>
                      <a:pt x="98505" y="138371"/>
                      <a:pt x="98596" y="137329"/>
                    </a:cubicBezTo>
                    <a:cubicBezTo>
                      <a:pt x="98686" y="136696"/>
                      <a:pt x="98686" y="136107"/>
                      <a:pt x="98777" y="135473"/>
                    </a:cubicBezTo>
                    <a:cubicBezTo>
                      <a:pt x="98867" y="134930"/>
                      <a:pt x="98867" y="134342"/>
                      <a:pt x="99139" y="133844"/>
                    </a:cubicBezTo>
                    <a:cubicBezTo>
                      <a:pt x="99207" y="133708"/>
                      <a:pt x="99343" y="133640"/>
                      <a:pt x="99473" y="133640"/>
                    </a:cubicBezTo>
                    <a:cubicBezTo>
                      <a:pt x="99603" y="133640"/>
                      <a:pt x="99727" y="133708"/>
                      <a:pt x="99773" y="133844"/>
                    </a:cubicBezTo>
                    <a:cubicBezTo>
                      <a:pt x="99818" y="133889"/>
                      <a:pt x="99863" y="133980"/>
                      <a:pt x="99908" y="134070"/>
                    </a:cubicBezTo>
                    <a:lnTo>
                      <a:pt x="99954" y="133934"/>
                    </a:lnTo>
                    <a:cubicBezTo>
                      <a:pt x="100225" y="133255"/>
                      <a:pt x="100542" y="132621"/>
                      <a:pt x="100814" y="131988"/>
                    </a:cubicBezTo>
                    <a:cubicBezTo>
                      <a:pt x="101357" y="130720"/>
                      <a:pt x="101810" y="129453"/>
                      <a:pt x="102036" y="128095"/>
                    </a:cubicBezTo>
                    <a:cubicBezTo>
                      <a:pt x="102398" y="125786"/>
                      <a:pt x="101946" y="123477"/>
                      <a:pt x="101900" y="121123"/>
                    </a:cubicBezTo>
                    <a:lnTo>
                      <a:pt x="101855" y="121078"/>
                    </a:lnTo>
                    <a:cubicBezTo>
                      <a:pt x="101674" y="121168"/>
                      <a:pt x="101493" y="121214"/>
                      <a:pt x="101312" y="121214"/>
                    </a:cubicBezTo>
                    <a:cubicBezTo>
                      <a:pt x="101294" y="121217"/>
                      <a:pt x="101277" y="121218"/>
                      <a:pt x="101260" y="121218"/>
                    </a:cubicBezTo>
                    <a:cubicBezTo>
                      <a:pt x="101023" y="121218"/>
                      <a:pt x="100907" y="120927"/>
                      <a:pt x="100950" y="120716"/>
                    </a:cubicBezTo>
                    <a:cubicBezTo>
                      <a:pt x="100995" y="120308"/>
                      <a:pt x="101312" y="120037"/>
                      <a:pt x="101493" y="119675"/>
                    </a:cubicBezTo>
                    <a:cubicBezTo>
                      <a:pt x="101674" y="119312"/>
                      <a:pt x="101855" y="118950"/>
                      <a:pt x="102081" y="118588"/>
                    </a:cubicBezTo>
                    <a:cubicBezTo>
                      <a:pt x="102443" y="117864"/>
                      <a:pt x="102670" y="117004"/>
                      <a:pt x="102579" y="116189"/>
                    </a:cubicBezTo>
                    <a:cubicBezTo>
                      <a:pt x="102443" y="114650"/>
                      <a:pt x="101176" y="113518"/>
                      <a:pt x="100587" y="112160"/>
                    </a:cubicBezTo>
                    <a:cubicBezTo>
                      <a:pt x="100406" y="112567"/>
                      <a:pt x="100225" y="112975"/>
                      <a:pt x="99954" y="113292"/>
                    </a:cubicBezTo>
                    <a:cubicBezTo>
                      <a:pt x="99904" y="113358"/>
                      <a:pt x="99830" y="113388"/>
                      <a:pt x="99753" y="113388"/>
                    </a:cubicBezTo>
                    <a:cubicBezTo>
                      <a:pt x="99622" y="113388"/>
                      <a:pt x="99484" y="113299"/>
                      <a:pt x="99456" y="113156"/>
                    </a:cubicBezTo>
                    <a:cubicBezTo>
                      <a:pt x="99229" y="112160"/>
                      <a:pt x="99501" y="110983"/>
                      <a:pt x="99727" y="109987"/>
                    </a:cubicBezTo>
                    <a:cubicBezTo>
                      <a:pt x="99908" y="109082"/>
                      <a:pt x="100180" y="108176"/>
                      <a:pt x="99863" y="107226"/>
                    </a:cubicBezTo>
                    <a:cubicBezTo>
                      <a:pt x="99637" y="106501"/>
                      <a:pt x="99139" y="105822"/>
                      <a:pt x="98731" y="105143"/>
                    </a:cubicBezTo>
                    <a:cubicBezTo>
                      <a:pt x="98596" y="104917"/>
                      <a:pt x="98505" y="104690"/>
                      <a:pt x="98369" y="104464"/>
                    </a:cubicBezTo>
                    <a:cubicBezTo>
                      <a:pt x="98234" y="104645"/>
                      <a:pt x="98143" y="104826"/>
                      <a:pt x="97962" y="105007"/>
                    </a:cubicBezTo>
                    <a:cubicBezTo>
                      <a:pt x="97866" y="105117"/>
                      <a:pt x="97736" y="105165"/>
                      <a:pt x="97602" y="105165"/>
                    </a:cubicBezTo>
                    <a:cubicBezTo>
                      <a:pt x="97295" y="105165"/>
                      <a:pt x="96966" y="104915"/>
                      <a:pt x="96966" y="104600"/>
                    </a:cubicBezTo>
                    <a:cubicBezTo>
                      <a:pt x="97011" y="102699"/>
                      <a:pt x="98777" y="101114"/>
                      <a:pt x="98007" y="99213"/>
                    </a:cubicBezTo>
                    <a:cubicBezTo>
                      <a:pt x="97645" y="98353"/>
                      <a:pt x="97102" y="97629"/>
                      <a:pt x="96740" y="96768"/>
                    </a:cubicBezTo>
                    <a:cubicBezTo>
                      <a:pt x="96740" y="96723"/>
                      <a:pt x="96740" y="96678"/>
                      <a:pt x="96694" y="96633"/>
                    </a:cubicBezTo>
                    <a:cubicBezTo>
                      <a:pt x="96604" y="96723"/>
                      <a:pt x="96513" y="96814"/>
                      <a:pt x="96423" y="96904"/>
                    </a:cubicBezTo>
                    <a:cubicBezTo>
                      <a:pt x="96334" y="96993"/>
                      <a:pt x="96223" y="97032"/>
                      <a:pt x="96113" y="97032"/>
                    </a:cubicBezTo>
                    <a:cubicBezTo>
                      <a:pt x="95832" y="97032"/>
                      <a:pt x="95556" y="96777"/>
                      <a:pt x="95653" y="96452"/>
                    </a:cubicBezTo>
                    <a:cubicBezTo>
                      <a:pt x="96015" y="95229"/>
                      <a:pt x="96423" y="94052"/>
                      <a:pt x="96513" y="92785"/>
                    </a:cubicBezTo>
                    <a:cubicBezTo>
                      <a:pt x="96559" y="91517"/>
                      <a:pt x="96377" y="90295"/>
                      <a:pt x="95834" y="89163"/>
                    </a:cubicBezTo>
                    <a:cubicBezTo>
                      <a:pt x="95246" y="87805"/>
                      <a:pt x="94431" y="86583"/>
                      <a:pt x="93842" y="85270"/>
                    </a:cubicBezTo>
                    <a:cubicBezTo>
                      <a:pt x="93435" y="84365"/>
                      <a:pt x="93118" y="83459"/>
                      <a:pt x="92847" y="82554"/>
                    </a:cubicBezTo>
                    <a:cubicBezTo>
                      <a:pt x="92711" y="82826"/>
                      <a:pt x="92575" y="83052"/>
                      <a:pt x="92439" y="83324"/>
                    </a:cubicBezTo>
                    <a:cubicBezTo>
                      <a:pt x="92264" y="83586"/>
                      <a:pt x="92089" y="84186"/>
                      <a:pt x="91670" y="84186"/>
                    </a:cubicBezTo>
                    <a:cubicBezTo>
                      <a:pt x="91655" y="84186"/>
                      <a:pt x="91640" y="84185"/>
                      <a:pt x="91624" y="84184"/>
                    </a:cubicBezTo>
                    <a:cubicBezTo>
                      <a:pt x="90719" y="84138"/>
                      <a:pt x="91443" y="82237"/>
                      <a:pt x="91624" y="81784"/>
                    </a:cubicBezTo>
                    <a:cubicBezTo>
                      <a:pt x="92439" y="80064"/>
                      <a:pt x="94069" y="78299"/>
                      <a:pt x="93526" y="76262"/>
                    </a:cubicBezTo>
                    <a:cubicBezTo>
                      <a:pt x="93209" y="75130"/>
                      <a:pt x="92394" y="74134"/>
                      <a:pt x="91760" y="73138"/>
                    </a:cubicBezTo>
                    <a:cubicBezTo>
                      <a:pt x="91624" y="72957"/>
                      <a:pt x="91534" y="72776"/>
                      <a:pt x="91398" y="72595"/>
                    </a:cubicBezTo>
                    <a:cubicBezTo>
                      <a:pt x="91398" y="72685"/>
                      <a:pt x="91398" y="72776"/>
                      <a:pt x="91398" y="72866"/>
                    </a:cubicBezTo>
                    <a:cubicBezTo>
                      <a:pt x="91353" y="73319"/>
                      <a:pt x="91217" y="73908"/>
                      <a:pt x="90855" y="74270"/>
                    </a:cubicBezTo>
                    <a:cubicBezTo>
                      <a:pt x="90758" y="74342"/>
                      <a:pt x="90635" y="74389"/>
                      <a:pt x="90521" y="74389"/>
                    </a:cubicBezTo>
                    <a:cubicBezTo>
                      <a:pt x="90422" y="74389"/>
                      <a:pt x="90329" y="74354"/>
                      <a:pt x="90266" y="74270"/>
                    </a:cubicBezTo>
                    <a:cubicBezTo>
                      <a:pt x="89949" y="73862"/>
                      <a:pt x="89904" y="73364"/>
                      <a:pt x="89859" y="72866"/>
                    </a:cubicBezTo>
                    <a:cubicBezTo>
                      <a:pt x="89814" y="72368"/>
                      <a:pt x="89859" y="71871"/>
                      <a:pt x="89814" y="71373"/>
                    </a:cubicBezTo>
                    <a:cubicBezTo>
                      <a:pt x="89768" y="70422"/>
                      <a:pt x="89542" y="69471"/>
                      <a:pt x="89044" y="68611"/>
                    </a:cubicBezTo>
                    <a:cubicBezTo>
                      <a:pt x="88591" y="67706"/>
                      <a:pt x="87957" y="66846"/>
                      <a:pt x="87369" y="65986"/>
                    </a:cubicBezTo>
                    <a:cubicBezTo>
                      <a:pt x="87324" y="65895"/>
                      <a:pt x="87278" y="65759"/>
                      <a:pt x="87188" y="65669"/>
                    </a:cubicBezTo>
                    <a:cubicBezTo>
                      <a:pt x="87188" y="66167"/>
                      <a:pt x="87188" y="66619"/>
                      <a:pt x="87143" y="67072"/>
                    </a:cubicBezTo>
                    <a:cubicBezTo>
                      <a:pt x="87117" y="67404"/>
                      <a:pt x="86847" y="67606"/>
                      <a:pt x="86584" y="67606"/>
                    </a:cubicBezTo>
                    <a:cubicBezTo>
                      <a:pt x="86380" y="67606"/>
                      <a:pt x="86181" y="67484"/>
                      <a:pt x="86101" y="67208"/>
                    </a:cubicBezTo>
                    <a:cubicBezTo>
                      <a:pt x="85739" y="65850"/>
                      <a:pt x="85513" y="64446"/>
                      <a:pt x="85241" y="63088"/>
                    </a:cubicBezTo>
                    <a:cubicBezTo>
                      <a:pt x="85015" y="61911"/>
                      <a:pt x="84698" y="60870"/>
                      <a:pt x="83793" y="60055"/>
                    </a:cubicBezTo>
                    <a:cubicBezTo>
                      <a:pt x="82797" y="59150"/>
                      <a:pt x="81665" y="58471"/>
                      <a:pt x="80579" y="57701"/>
                    </a:cubicBezTo>
                    <a:cubicBezTo>
                      <a:pt x="80352" y="57520"/>
                      <a:pt x="80126" y="57384"/>
                      <a:pt x="79900" y="57203"/>
                    </a:cubicBezTo>
                    <a:lnTo>
                      <a:pt x="79900" y="57203"/>
                    </a:lnTo>
                    <a:cubicBezTo>
                      <a:pt x="79945" y="57384"/>
                      <a:pt x="79809" y="57611"/>
                      <a:pt x="79583" y="57611"/>
                    </a:cubicBezTo>
                    <a:cubicBezTo>
                      <a:pt x="78361" y="57566"/>
                      <a:pt x="77274" y="56434"/>
                      <a:pt x="76595" y="55528"/>
                    </a:cubicBezTo>
                    <a:cubicBezTo>
                      <a:pt x="76188" y="55030"/>
                      <a:pt x="75916" y="54487"/>
                      <a:pt x="75554" y="53989"/>
                    </a:cubicBezTo>
                    <a:cubicBezTo>
                      <a:pt x="75192" y="53582"/>
                      <a:pt x="74784" y="53355"/>
                      <a:pt x="74286" y="53174"/>
                    </a:cubicBezTo>
                    <a:cubicBezTo>
                      <a:pt x="73698" y="53039"/>
                      <a:pt x="73109" y="52858"/>
                      <a:pt x="72611" y="52586"/>
                    </a:cubicBezTo>
                    <a:cubicBezTo>
                      <a:pt x="72113" y="52360"/>
                      <a:pt x="71706" y="52043"/>
                      <a:pt x="71299" y="51681"/>
                    </a:cubicBezTo>
                    <a:cubicBezTo>
                      <a:pt x="70891" y="51364"/>
                      <a:pt x="70529" y="50956"/>
                      <a:pt x="70167" y="50639"/>
                    </a:cubicBezTo>
                    <a:cubicBezTo>
                      <a:pt x="70167" y="50730"/>
                      <a:pt x="70167" y="50820"/>
                      <a:pt x="70122" y="50956"/>
                    </a:cubicBezTo>
                    <a:cubicBezTo>
                      <a:pt x="70043" y="51153"/>
                      <a:pt x="69861" y="51282"/>
                      <a:pt x="69666" y="51282"/>
                    </a:cubicBezTo>
                    <a:cubicBezTo>
                      <a:pt x="69637" y="51282"/>
                      <a:pt x="69608" y="51279"/>
                      <a:pt x="69578" y="51273"/>
                    </a:cubicBezTo>
                    <a:cubicBezTo>
                      <a:pt x="69035" y="51183"/>
                      <a:pt x="68718" y="50549"/>
                      <a:pt x="68537" y="50096"/>
                    </a:cubicBezTo>
                    <a:cubicBezTo>
                      <a:pt x="68356" y="49643"/>
                      <a:pt x="68220" y="49191"/>
                      <a:pt x="68039" y="48738"/>
                    </a:cubicBezTo>
                    <a:cubicBezTo>
                      <a:pt x="67722" y="47968"/>
                      <a:pt x="67360" y="47154"/>
                      <a:pt x="66545" y="46791"/>
                    </a:cubicBezTo>
                    <a:cubicBezTo>
                      <a:pt x="65821" y="46475"/>
                      <a:pt x="65006" y="46429"/>
                      <a:pt x="64237" y="46248"/>
                    </a:cubicBezTo>
                    <a:lnTo>
                      <a:pt x="64237" y="46248"/>
                    </a:lnTo>
                    <a:cubicBezTo>
                      <a:pt x="64825" y="47154"/>
                      <a:pt x="65368" y="48104"/>
                      <a:pt x="65640" y="49236"/>
                    </a:cubicBezTo>
                    <a:cubicBezTo>
                      <a:pt x="65706" y="49564"/>
                      <a:pt x="65390" y="49893"/>
                      <a:pt x="65074" y="49893"/>
                    </a:cubicBezTo>
                    <a:cubicBezTo>
                      <a:pt x="64954" y="49893"/>
                      <a:pt x="64834" y="49846"/>
                      <a:pt x="64735" y="49734"/>
                    </a:cubicBezTo>
                    <a:cubicBezTo>
                      <a:pt x="63875" y="48693"/>
                      <a:pt x="63195" y="47561"/>
                      <a:pt x="62426" y="46429"/>
                    </a:cubicBezTo>
                    <a:cubicBezTo>
                      <a:pt x="61702" y="45388"/>
                      <a:pt x="60796" y="44392"/>
                      <a:pt x="60117" y="43261"/>
                    </a:cubicBezTo>
                    <a:cubicBezTo>
                      <a:pt x="59755" y="42581"/>
                      <a:pt x="59438" y="41812"/>
                      <a:pt x="59302" y="40997"/>
                    </a:cubicBezTo>
                    <a:lnTo>
                      <a:pt x="59257" y="40997"/>
                    </a:lnTo>
                    <a:cubicBezTo>
                      <a:pt x="58940" y="40363"/>
                      <a:pt x="58940" y="39548"/>
                      <a:pt x="59031" y="38869"/>
                    </a:cubicBezTo>
                    <a:cubicBezTo>
                      <a:pt x="59121" y="38190"/>
                      <a:pt x="59348" y="37511"/>
                      <a:pt x="59665" y="36923"/>
                    </a:cubicBezTo>
                    <a:cubicBezTo>
                      <a:pt x="59755" y="36742"/>
                      <a:pt x="59846" y="36561"/>
                      <a:pt x="59936" y="36380"/>
                    </a:cubicBezTo>
                    <a:lnTo>
                      <a:pt x="59936" y="36380"/>
                    </a:lnTo>
                    <a:cubicBezTo>
                      <a:pt x="59665" y="36561"/>
                      <a:pt x="59348" y="36697"/>
                      <a:pt x="59031" y="36742"/>
                    </a:cubicBezTo>
                    <a:cubicBezTo>
                      <a:pt x="58971" y="36748"/>
                      <a:pt x="58914" y="36751"/>
                      <a:pt x="58859" y="36751"/>
                    </a:cubicBezTo>
                    <a:cubicBezTo>
                      <a:pt x="58493" y="36751"/>
                      <a:pt x="58208" y="36627"/>
                      <a:pt x="57854" y="36470"/>
                    </a:cubicBezTo>
                    <a:cubicBezTo>
                      <a:pt x="57642" y="36386"/>
                      <a:pt x="57786" y="36104"/>
                      <a:pt x="57954" y="36104"/>
                    </a:cubicBezTo>
                    <a:cubicBezTo>
                      <a:pt x="57966" y="36104"/>
                      <a:pt x="57978" y="36105"/>
                      <a:pt x="57990" y="36108"/>
                    </a:cubicBezTo>
                    <a:cubicBezTo>
                      <a:pt x="58038" y="36119"/>
                      <a:pt x="58089" y="36124"/>
                      <a:pt x="58140" y="36124"/>
                    </a:cubicBezTo>
                    <a:cubicBezTo>
                      <a:pt x="58514" y="36124"/>
                      <a:pt x="58933" y="35855"/>
                      <a:pt x="59212" y="35655"/>
                    </a:cubicBezTo>
                    <a:cubicBezTo>
                      <a:pt x="59529" y="35429"/>
                      <a:pt x="59846" y="35157"/>
                      <a:pt x="60072" y="34795"/>
                    </a:cubicBezTo>
                    <a:cubicBezTo>
                      <a:pt x="60525" y="34161"/>
                      <a:pt x="60932" y="33437"/>
                      <a:pt x="61204" y="32713"/>
                    </a:cubicBezTo>
                    <a:cubicBezTo>
                      <a:pt x="61521" y="31898"/>
                      <a:pt x="61747" y="31083"/>
                      <a:pt x="61837" y="30268"/>
                    </a:cubicBezTo>
                    <a:cubicBezTo>
                      <a:pt x="61973" y="29453"/>
                      <a:pt x="61973" y="28593"/>
                      <a:pt x="62109" y="27779"/>
                    </a:cubicBezTo>
                    <a:cubicBezTo>
                      <a:pt x="62130" y="27587"/>
                      <a:pt x="62271" y="27506"/>
                      <a:pt x="62429" y="27506"/>
                    </a:cubicBezTo>
                    <a:cubicBezTo>
                      <a:pt x="62607" y="27506"/>
                      <a:pt x="62807" y="27610"/>
                      <a:pt x="62879" y="27779"/>
                    </a:cubicBezTo>
                    <a:cubicBezTo>
                      <a:pt x="63241" y="28774"/>
                      <a:pt x="63195" y="29861"/>
                      <a:pt x="63014" y="30857"/>
                    </a:cubicBezTo>
                    <a:cubicBezTo>
                      <a:pt x="62924" y="31491"/>
                      <a:pt x="62743" y="32079"/>
                      <a:pt x="62516" y="32668"/>
                    </a:cubicBezTo>
                    <a:cubicBezTo>
                      <a:pt x="62562" y="32668"/>
                      <a:pt x="62607" y="32622"/>
                      <a:pt x="62652" y="32577"/>
                    </a:cubicBezTo>
                    <a:cubicBezTo>
                      <a:pt x="62924" y="32170"/>
                      <a:pt x="63150" y="31762"/>
                      <a:pt x="63331" y="31310"/>
                    </a:cubicBezTo>
                    <a:cubicBezTo>
                      <a:pt x="63467" y="30947"/>
                      <a:pt x="63603" y="30585"/>
                      <a:pt x="63739" y="30223"/>
                    </a:cubicBezTo>
                    <a:cubicBezTo>
                      <a:pt x="63784" y="29997"/>
                      <a:pt x="63875" y="29861"/>
                      <a:pt x="63920" y="29635"/>
                    </a:cubicBezTo>
                    <a:lnTo>
                      <a:pt x="64056" y="29091"/>
                    </a:lnTo>
                    <a:cubicBezTo>
                      <a:pt x="64095" y="28955"/>
                      <a:pt x="64200" y="28894"/>
                      <a:pt x="64308" y="28894"/>
                    </a:cubicBezTo>
                    <a:cubicBezTo>
                      <a:pt x="64452" y="28894"/>
                      <a:pt x="64599" y="29001"/>
                      <a:pt x="64599" y="29182"/>
                    </a:cubicBezTo>
                    <a:cubicBezTo>
                      <a:pt x="64689" y="29951"/>
                      <a:pt x="64508" y="30766"/>
                      <a:pt x="64191" y="31491"/>
                    </a:cubicBezTo>
                    <a:cubicBezTo>
                      <a:pt x="65233" y="30902"/>
                      <a:pt x="66274" y="30359"/>
                      <a:pt x="67134" y="29544"/>
                    </a:cubicBezTo>
                    <a:cubicBezTo>
                      <a:pt x="67677" y="29046"/>
                      <a:pt x="68130" y="28367"/>
                      <a:pt x="68356" y="27643"/>
                    </a:cubicBezTo>
                    <a:cubicBezTo>
                      <a:pt x="68266" y="27054"/>
                      <a:pt x="68130" y="26466"/>
                      <a:pt x="67994" y="25877"/>
                    </a:cubicBezTo>
                    <a:cubicBezTo>
                      <a:pt x="67541" y="24112"/>
                      <a:pt x="66545" y="22573"/>
                      <a:pt x="65640" y="20988"/>
                    </a:cubicBezTo>
                    <a:cubicBezTo>
                      <a:pt x="65548" y="20835"/>
                      <a:pt x="65663" y="20703"/>
                      <a:pt x="65803" y="20703"/>
                    </a:cubicBezTo>
                    <a:cubicBezTo>
                      <a:pt x="65870" y="20703"/>
                      <a:pt x="65943" y="20734"/>
                      <a:pt x="66002" y="20807"/>
                    </a:cubicBezTo>
                    <a:cubicBezTo>
                      <a:pt x="67270" y="22482"/>
                      <a:pt x="68673" y="23976"/>
                      <a:pt x="69307" y="26058"/>
                    </a:cubicBezTo>
                    <a:cubicBezTo>
                      <a:pt x="69488" y="26647"/>
                      <a:pt x="69624" y="27281"/>
                      <a:pt x="69714" y="27914"/>
                    </a:cubicBezTo>
                    <a:cubicBezTo>
                      <a:pt x="69895" y="27688"/>
                      <a:pt x="70122" y="27462"/>
                      <a:pt x="70303" y="27281"/>
                    </a:cubicBezTo>
                    <a:cubicBezTo>
                      <a:pt x="70257" y="27054"/>
                      <a:pt x="70257" y="26873"/>
                      <a:pt x="70212" y="26692"/>
                    </a:cubicBezTo>
                    <a:cubicBezTo>
                      <a:pt x="70212" y="26466"/>
                      <a:pt x="70167" y="26239"/>
                      <a:pt x="70167" y="26013"/>
                    </a:cubicBezTo>
                    <a:cubicBezTo>
                      <a:pt x="70076" y="25515"/>
                      <a:pt x="69986" y="25062"/>
                      <a:pt x="69850" y="24610"/>
                    </a:cubicBezTo>
                    <a:cubicBezTo>
                      <a:pt x="69805" y="24429"/>
                      <a:pt x="69895" y="24248"/>
                      <a:pt x="70076" y="24202"/>
                    </a:cubicBezTo>
                    <a:cubicBezTo>
                      <a:pt x="70100" y="24195"/>
                      <a:pt x="70124" y="24191"/>
                      <a:pt x="70149" y="24191"/>
                    </a:cubicBezTo>
                    <a:cubicBezTo>
                      <a:pt x="70270" y="24191"/>
                      <a:pt x="70401" y="24279"/>
                      <a:pt x="70438" y="24429"/>
                    </a:cubicBezTo>
                    <a:cubicBezTo>
                      <a:pt x="70620" y="24881"/>
                      <a:pt x="70755" y="25379"/>
                      <a:pt x="70846" y="25923"/>
                    </a:cubicBezTo>
                    <a:cubicBezTo>
                      <a:pt x="70891" y="26104"/>
                      <a:pt x="70891" y="26330"/>
                      <a:pt x="70891" y="26511"/>
                    </a:cubicBezTo>
                    <a:cubicBezTo>
                      <a:pt x="71344" y="26013"/>
                      <a:pt x="71706" y="25470"/>
                      <a:pt x="71978" y="24881"/>
                    </a:cubicBezTo>
                    <a:cubicBezTo>
                      <a:pt x="72611" y="23523"/>
                      <a:pt x="71887" y="22029"/>
                      <a:pt x="71434" y="20717"/>
                    </a:cubicBezTo>
                    <a:cubicBezTo>
                      <a:pt x="70936" y="19223"/>
                      <a:pt x="70393" y="17729"/>
                      <a:pt x="69805" y="16280"/>
                    </a:cubicBezTo>
                    <a:cubicBezTo>
                      <a:pt x="69715" y="16071"/>
                      <a:pt x="69921" y="15901"/>
                      <a:pt x="70124" y="15901"/>
                    </a:cubicBezTo>
                    <a:cubicBezTo>
                      <a:pt x="70228" y="15901"/>
                      <a:pt x="70332" y="15946"/>
                      <a:pt x="70393" y="16054"/>
                    </a:cubicBezTo>
                    <a:cubicBezTo>
                      <a:pt x="71208" y="17548"/>
                      <a:pt x="72023" y="19132"/>
                      <a:pt x="72702" y="20717"/>
                    </a:cubicBezTo>
                    <a:cubicBezTo>
                      <a:pt x="72792" y="20898"/>
                      <a:pt x="72883" y="21124"/>
                      <a:pt x="72974" y="21350"/>
                    </a:cubicBezTo>
                    <a:cubicBezTo>
                      <a:pt x="73109" y="20400"/>
                      <a:pt x="73155" y="19449"/>
                      <a:pt x="72974" y="18498"/>
                    </a:cubicBezTo>
                    <a:cubicBezTo>
                      <a:pt x="72657" y="16914"/>
                      <a:pt x="71751" y="15556"/>
                      <a:pt x="70710" y="14288"/>
                    </a:cubicBezTo>
                    <a:cubicBezTo>
                      <a:pt x="69624" y="13021"/>
                      <a:pt x="68492" y="11753"/>
                      <a:pt x="67315" y="10576"/>
                    </a:cubicBezTo>
                    <a:cubicBezTo>
                      <a:pt x="66047" y="9264"/>
                      <a:pt x="64735" y="7996"/>
                      <a:pt x="63241" y="7045"/>
                    </a:cubicBezTo>
                    <a:cubicBezTo>
                      <a:pt x="62929" y="6850"/>
                      <a:pt x="63121" y="6421"/>
                      <a:pt x="63411" y="6421"/>
                    </a:cubicBezTo>
                    <a:cubicBezTo>
                      <a:pt x="63458" y="6421"/>
                      <a:pt x="63507" y="6432"/>
                      <a:pt x="63558" y="6457"/>
                    </a:cubicBezTo>
                    <a:cubicBezTo>
                      <a:pt x="64101" y="6728"/>
                      <a:pt x="64599" y="7000"/>
                      <a:pt x="65052" y="7317"/>
                    </a:cubicBezTo>
                    <a:cubicBezTo>
                      <a:pt x="64825" y="7091"/>
                      <a:pt x="64554" y="6819"/>
                      <a:pt x="64282" y="6547"/>
                    </a:cubicBezTo>
                    <a:cubicBezTo>
                      <a:pt x="63512" y="5868"/>
                      <a:pt x="62698" y="5235"/>
                      <a:pt x="61837" y="4646"/>
                    </a:cubicBezTo>
                    <a:lnTo>
                      <a:pt x="61837" y="4646"/>
                    </a:lnTo>
                    <a:cubicBezTo>
                      <a:pt x="62109" y="5054"/>
                      <a:pt x="62290" y="5461"/>
                      <a:pt x="62200" y="5868"/>
                    </a:cubicBezTo>
                    <a:cubicBezTo>
                      <a:pt x="62160" y="6026"/>
                      <a:pt x="61984" y="6149"/>
                      <a:pt x="61820" y="6149"/>
                    </a:cubicBezTo>
                    <a:cubicBezTo>
                      <a:pt x="61795" y="6149"/>
                      <a:pt x="61771" y="6146"/>
                      <a:pt x="61747" y="6140"/>
                    </a:cubicBezTo>
                    <a:cubicBezTo>
                      <a:pt x="61385" y="6004"/>
                      <a:pt x="61158" y="5642"/>
                      <a:pt x="60887" y="5370"/>
                    </a:cubicBezTo>
                    <a:cubicBezTo>
                      <a:pt x="60615" y="5054"/>
                      <a:pt x="60344" y="4782"/>
                      <a:pt x="60027" y="4510"/>
                    </a:cubicBezTo>
                    <a:cubicBezTo>
                      <a:pt x="59438" y="3967"/>
                      <a:pt x="58804" y="3514"/>
                      <a:pt x="58125" y="3152"/>
                    </a:cubicBezTo>
                    <a:cubicBezTo>
                      <a:pt x="57446" y="2790"/>
                      <a:pt x="56677" y="2564"/>
                      <a:pt x="55907" y="2383"/>
                    </a:cubicBezTo>
                    <a:cubicBezTo>
                      <a:pt x="55817" y="2383"/>
                      <a:pt x="55726" y="2337"/>
                      <a:pt x="55636" y="2337"/>
                    </a:cubicBezTo>
                    <a:cubicBezTo>
                      <a:pt x="55998" y="2745"/>
                      <a:pt x="56269" y="3197"/>
                      <a:pt x="56315" y="3695"/>
                    </a:cubicBezTo>
                    <a:cubicBezTo>
                      <a:pt x="56348" y="3863"/>
                      <a:pt x="56183" y="3956"/>
                      <a:pt x="56039" y="3956"/>
                    </a:cubicBezTo>
                    <a:cubicBezTo>
                      <a:pt x="55989" y="3956"/>
                      <a:pt x="55942" y="3945"/>
                      <a:pt x="55907" y="3922"/>
                    </a:cubicBezTo>
                    <a:cubicBezTo>
                      <a:pt x="55409" y="3695"/>
                      <a:pt x="55002" y="3243"/>
                      <a:pt x="54640" y="2835"/>
                    </a:cubicBezTo>
                    <a:cubicBezTo>
                      <a:pt x="54368" y="2564"/>
                      <a:pt x="54051" y="2247"/>
                      <a:pt x="53780" y="1975"/>
                    </a:cubicBezTo>
                    <a:cubicBezTo>
                      <a:pt x="53734" y="1975"/>
                      <a:pt x="53689" y="1975"/>
                      <a:pt x="53644" y="1930"/>
                    </a:cubicBezTo>
                    <a:cubicBezTo>
                      <a:pt x="53553" y="1885"/>
                      <a:pt x="53508" y="1839"/>
                      <a:pt x="53508" y="1749"/>
                    </a:cubicBezTo>
                    <a:cubicBezTo>
                      <a:pt x="52693" y="1025"/>
                      <a:pt x="51878" y="617"/>
                      <a:pt x="50792" y="572"/>
                    </a:cubicBezTo>
                    <a:lnTo>
                      <a:pt x="50520" y="572"/>
                    </a:lnTo>
                    <a:cubicBezTo>
                      <a:pt x="50520" y="572"/>
                      <a:pt x="50520" y="617"/>
                      <a:pt x="50566" y="617"/>
                    </a:cubicBezTo>
                    <a:cubicBezTo>
                      <a:pt x="50611" y="662"/>
                      <a:pt x="50656" y="708"/>
                      <a:pt x="50701" y="708"/>
                    </a:cubicBezTo>
                    <a:cubicBezTo>
                      <a:pt x="50701" y="753"/>
                      <a:pt x="50747" y="753"/>
                      <a:pt x="50747" y="798"/>
                    </a:cubicBezTo>
                    <a:cubicBezTo>
                      <a:pt x="50747" y="798"/>
                      <a:pt x="50792" y="798"/>
                      <a:pt x="50792" y="844"/>
                    </a:cubicBezTo>
                    <a:cubicBezTo>
                      <a:pt x="50837" y="934"/>
                      <a:pt x="50882" y="1025"/>
                      <a:pt x="50837" y="1115"/>
                    </a:cubicBezTo>
                    <a:cubicBezTo>
                      <a:pt x="50804" y="1181"/>
                      <a:pt x="50722" y="1223"/>
                      <a:pt x="50645" y="1223"/>
                    </a:cubicBezTo>
                    <a:cubicBezTo>
                      <a:pt x="50617" y="1223"/>
                      <a:pt x="50590" y="1218"/>
                      <a:pt x="50566" y="1206"/>
                    </a:cubicBezTo>
                    <a:cubicBezTo>
                      <a:pt x="50520" y="1206"/>
                      <a:pt x="50430" y="1160"/>
                      <a:pt x="50384" y="1115"/>
                    </a:cubicBezTo>
                    <a:cubicBezTo>
                      <a:pt x="50294" y="1115"/>
                      <a:pt x="50249" y="1025"/>
                      <a:pt x="50203" y="979"/>
                    </a:cubicBezTo>
                    <a:cubicBezTo>
                      <a:pt x="50113" y="934"/>
                      <a:pt x="50022" y="844"/>
                      <a:pt x="49932" y="753"/>
                    </a:cubicBezTo>
                    <a:cubicBezTo>
                      <a:pt x="49886" y="708"/>
                      <a:pt x="49841" y="662"/>
                      <a:pt x="49796" y="572"/>
                    </a:cubicBezTo>
                    <a:cubicBezTo>
                      <a:pt x="49479" y="617"/>
                      <a:pt x="49207" y="617"/>
                      <a:pt x="48891" y="617"/>
                    </a:cubicBezTo>
                    <a:cubicBezTo>
                      <a:pt x="48936" y="708"/>
                      <a:pt x="48981" y="753"/>
                      <a:pt x="49026" y="844"/>
                    </a:cubicBezTo>
                    <a:cubicBezTo>
                      <a:pt x="49072" y="889"/>
                      <a:pt x="49117" y="934"/>
                      <a:pt x="49162" y="979"/>
                    </a:cubicBezTo>
                    <a:cubicBezTo>
                      <a:pt x="49162" y="1070"/>
                      <a:pt x="49207" y="1115"/>
                      <a:pt x="49253" y="1206"/>
                    </a:cubicBezTo>
                    <a:cubicBezTo>
                      <a:pt x="49253" y="1251"/>
                      <a:pt x="49298" y="1341"/>
                      <a:pt x="49343" y="1387"/>
                    </a:cubicBezTo>
                    <a:cubicBezTo>
                      <a:pt x="49343" y="1477"/>
                      <a:pt x="49389" y="1568"/>
                      <a:pt x="49389" y="1613"/>
                    </a:cubicBezTo>
                    <a:cubicBezTo>
                      <a:pt x="49389" y="1746"/>
                      <a:pt x="49291" y="1830"/>
                      <a:pt x="49186" y="1830"/>
                    </a:cubicBezTo>
                    <a:cubicBezTo>
                      <a:pt x="49148" y="1830"/>
                      <a:pt x="49108" y="1818"/>
                      <a:pt x="49072" y="1794"/>
                    </a:cubicBezTo>
                    <a:cubicBezTo>
                      <a:pt x="49026" y="1749"/>
                      <a:pt x="48936" y="1704"/>
                      <a:pt x="48891" y="1658"/>
                    </a:cubicBezTo>
                    <a:cubicBezTo>
                      <a:pt x="48845" y="1613"/>
                      <a:pt x="48800" y="1523"/>
                      <a:pt x="48755" y="1477"/>
                    </a:cubicBezTo>
                    <a:cubicBezTo>
                      <a:pt x="48709" y="1477"/>
                      <a:pt x="48709" y="1432"/>
                      <a:pt x="48709" y="1432"/>
                    </a:cubicBezTo>
                    <a:cubicBezTo>
                      <a:pt x="48664" y="1387"/>
                      <a:pt x="48664" y="1341"/>
                      <a:pt x="48619" y="1296"/>
                    </a:cubicBezTo>
                    <a:cubicBezTo>
                      <a:pt x="48574" y="1251"/>
                      <a:pt x="48574" y="1206"/>
                      <a:pt x="48528" y="1115"/>
                    </a:cubicBezTo>
                    <a:cubicBezTo>
                      <a:pt x="48438" y="979"/>
                      <a:pt x="48347" y="798"/>
                      <a:pt x="48257" y="617"/>
                    </a:cubicBezTo>
                    <a:cubicBezTo>
                      <a:pt x="47578" y="617"/>
                      <a:pt x="46944" y="527"/>
                      <a:pt x="46401" y="255"/>
                    </a:cubicBezTo>
                    <a:cubicBezTo>
                      <a:pt x="46165" y="324"/>
                      <a:pt x="45912" y="351"/>
                      <a:pt x="45653" y="351"/>
                    </a:cubicBezTo>
                    <a:cubicBezTo>
                      <a:pt x="45066" y="351"/>
                      <a:pt x="44445" y="213"/>
                      <a:pt x="43911" y="119"/>
                    </a:cubicBezTo>
                    <a:cubicBezTo>
                      <a:pt x="43480" y="44"/>
                      <a:pt x="43041" y="0"/>
                      <a:pt x="426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6" name="Google Shape;3186;p5"/>
              <p:cNvSpPr/>
              <p:nvPr/>
            </p:nvSpPr>
            <p:spPr>
              <a:xfrm>
                <a:off x="4275700" y="1894950"/>
                <a:ext cx="1150" cy="25"/>
              </a:xfrm>
              <a:custGeom>
                <a:rect b="b" l="l" r="r" t="t"/>
                <a:pathLst>
                  <a:path extrusionOk="0" h="1" w="46">
                    <a:moveTo>
                      <a:pt x="45" y="1"/>
                    </a:moveTo>
                    <a:cubicBezTo>
                      <a:pt x="45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45" y="1"/>
                      <a:pt x="45" y="1"/>
                    </a:cubicBezTo>
                    <a:close/>
                  </a:path>
                </a:pathLst>
              </a:custGeom>
              <a:solidFill>
                <a:srgbClr val="FCDEA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7" name="Google Shape;3187;p5"/>
              <p:cNvSpPr/>
              <p:nvPr/>
            </p:nvSpPr>
            <p:spPr>
              <a:xfrm>
                <a:off x="2254450" y="748525"/>
                <a:ext cx="874825" cy="908900"/>
              </a:xfrm>
              <a:custGeom>
                <a:rect b="b" l="l" r="r" t="t"/>
                <a:pathLst>
                  <a:path extrusionOk="0" h="36356" w="34993">
                    <a:moveTo>
                      <a:pt x="12268" y="0"/>
                    </a:moveTo>
                    <a:cubicBezTo>
                      <a:pt x="11861" y="91"/>
                      <a:pt x="11453" y="181"/>
                      <a:pt x="11046" y="272"/>
                    </a:cubicBezTo>
                    <a:cubicBezTo>
                      <a:pt x="9823" y="544"/>
                      <a:pt x="8646" y="951"/>
                      <a:pt x="7560" y="1585"/>
                    </a:cubicBezTo>
                    <a:cubicBezTo>
                      <a:pt x="6519" y="2173"/>
                      <a:pt x="5568" y="2898"/>
                      <a:pt x="4663" y="3667"/>
                    </a:cubicBezTo>
                    <a:cubicBezTo>
                      <a:pt x="3124" y="4980"/>
                      <a:pt x="1720" y="6474"/>
                      <a:pt x="905" y="8330"/>
                    </a:cubicBezTo>
                    <a:cubicBezTo>
                      <a:pt x="770" y="8601"/>
                      <a:pt x="679" y="8873"/>
                      <a:pt x="589" y="9190"/>
                    </a:cubicBezTo>
                    <a:cubicBezTo>
                      <a:pt x="0" y="11001"/>
                      <a:pt x="91" y="12766"/>
                      <a:pt x="453" y="14532"/>
                    </a:cubicBezTo>
                    <a:cubicBezTo>
                      <a:pt x="453" y="14260"/>
                      <a:pt x="453" y="13988"/>
                      <a:pt x="498" y="13717"/>
                    </a:cubicBezTo>
                    <a:cubicBezTo>
                      <a:pt x="543" y="12766"/>
                      <a:pt x="815" y="11861"/>
                      <a:pt x="1087" y="10955"/>
                    </a:cubicBezTo>
                    <a:cubicBezTo>
                      <a:pt x="1127" y="10835"/>
                      <a:pt x="1246" y="10777"/>
                      <a:pt x="1364" y="10777"/>
                    </a:cubicBezTo>
                    <a:cubicBezTo>
                      <a:pt x="1511" y="10777"/>
                      <a:pt x="1655" y="10869"/>
                      <a:pt x="1630" y="11046"/>
                    </a:cubicBezTo>
                    <a:cubicBezTo>
                      <a:pt x="1403" y="12721"/>
                      <a:pt x="1494" y="14532"/>
                      <a:pt x="1766" y="16252"/>
                    </a:cubicBezTo>
                    <a:cubicBezTo>
                      <a:pt x="1992" y="17882"/>
                      <a:pt x="2535" y="19511"/>
                      <a:pt x="3259" y="21005"/>
                    </a:cubicBezTo>
                    <a:cubicBezTo>
                      <a:pt x="3938" y="22408"/>
                      <a:pt x="4799" y="23721"/>
                      <a:pt x="5840" y="24898"/>
                    </a:cubicBezTo>
                    <a:cubicBezTo>
                      <a:pt x="5930" y="25034"/>
                      <a:pt x="6021" y="25125"/>
                      <a:pt x="6111" y="25260"/>
                    </a:cubicBezTo>
                    <a:cubicBezTo>
                      <a:pt x="5840" y="24446"/>
                      <a:pt x="5613" y="23631"/>
                      <a:pt x="5432" y="22771"/>
                    </a:cubicBezTo>
                    <a:cubicBezTo>
                      <a:pt x="5251" y="21956"/>
                      <a:pt x="5161" y="21096"/>
                      <a:pt x="5070" y="20236"/>
                    </a:cubicBezTo>
                    <a:cubicBezTo>
                      <a:pt x="5070" y="20190"/>
                      <a:pt x="5070" y="20145"/>
                      <a:pt x="5070" y="20100"/>
                    </a:cubicBezTo>
                    <a:cubicBezTo>
                      <a:pt x="4980" y="19149"/>
                      <a:pt x="4934" y="18108"/>
                      <a:pt x="4618" y="17203"/>
                    </a:cubicBezTo>
                    <a:cubicBezTo>
                      <a:pt x="4527" y="16961"/>
                      <a:pt x="4778" y="16760"/>
                      <a:pt x="4996" y="16760"/>
                    </a:cubicBezTo>
                    <a:cubicBezTo>
                      <a:pt x="5105" y="16760"/>
                      <a:pt x="5206" y="16810"/>
                      <a:pt x="5251" y="16931"/>
                    </a:cubicBezTo>
                    <a:cubicBezTo>
                      <a:pt x="5659" y="17882"/>
                      <a:pt x="6066" y="18832"/>
                      <a:pt x="6292" y="19873"/>
                    </a:cubicBezTo>
                    <a:cubicBezTo>
                      <a:pt x="6338" y="20100"/>
                      <a:pt x="6383" y="20371"/>
                      <a:pt x="6428" y="20598"/>
                    </a:cubicBezTo>
                    <a:cubicBezTo>
                      <a:pt x="6564" y="21277"/>
                      <a:pt x="6700" y="21956"/>
                      <a:pt x="6881" y="22590"/>
                    </a:cubicBezTo>
                    <a:cubicBezTo>
                      <a:pt x="7605" y="25487"/>
                      <a:pt x="9009" y="28203"/>
                      <a:pt x="10955" y="30421"/>
                    </a:cubicBezTo>
                    <a:cubicBezTo>
                      <a:pt x="11906" y="31553"/>
                      <a:pt x="13038" y="32549"/>
                      <a:pt x="14260" y="33364"/>
                    </a:cubicBezTo>
                    <a:cubicBezTo>
                      <a:pt x="14622" y="33635"/>
                      <a:pt x="15029" y="33907"/>
                      <a:pt x="15437" y="34133"/>
                    </a:cubicBezTo>
                    <a:cubicBezTo>
                      <a:pt x="14486" y="33047"/>
                      <a:pt x="13807" y="31779"/>
                      <a:pt x="13264" y="30466"/>
                    </a:cubicBezTo>
                    <a:cubicBezTo>
                      <a:pt x="13038" y="29923"/>
                      <a:pt x="12856" y="29380"/>
                      <a:pt x="12675" y="28791"/>
                    </a:cubicBezTo>
                    <a:cubicBezTo>
                      <a:pt x="12313" y="27660"/>
                      <a:pt x="12087" y="26483"/>
                      <a:pt x="11815" y="25306"/>
                    </a:cubicBezTo>
                    <a:cubicBezTo>
                      <a:pt x="11761" y="25061"/>
                      <a:pt x="11935" y="24915"/>
                      <a:pt x="12112" y="24915"/>
                    </a:cubicBezTo>
                    <a:cubicBezTo>
                      <a:pt x="12230" y="24915"/>
                      <a:pt x="12349" y="24980"/>
                      <a:pt x="12404" y="25125"/>
                    </a:cubicBezTo>
                    <a:cubicBezTo>
                      <a:pt x="13038" y="26800"/>
                      <a:pt x="13671" y="28474"/>
                      <a:pt x="14531" y="30059"/>
                    </a:cubicBezTo>
                    <a:cubicBezTo>
                      <a:pt x="15210" y="31281"/>
                      <a:pt x="15980" y="32413"/>
                      <a:pt x="16931" y="33364"/>
                    </a:cubicBezTo>
                    <a:cubicBezTo>
                      <a:pt x="17927" y="34405"/>
                      <a:pt x="19194" y="35174"/>
                      <a:pt x="20597" y="35536"/>
                    </a:cubicBezTo>
                    <a:cubicBezTo>
                      <a:pt x="21141" y="35718"/>
                      <a:pt x="21729" y="35808"/>
                      <a:pt x="22318" y="35899"/>
                    </a:cubicBezTo>
                    <a:cubicBezTo>
                      <a:pt x="20869" y="34314"/>
                      <a:pt x="19964" y="32141"/>
                      <a:pt x="19058" y="30240"/>
                    </a:cubicBezTo>
                    <a:cubicBezTo>
                      <a:pt x="18933" y="29958"/>
                      <a:pt x="19155" y="29719"/>
                      <a:pt x="19378" y="29719"/>
                    </a:cubicBezTo>
                    <a:cubicBezTo>
                      <a:pt x="19477" y="29719"/>
                      <a:pt x="19577" y="29766"/>
                      <a:pt x="19647" y="29878"/>
                    </a:cubicBezTo>
                    <a:cubicBezTo>
                      <a:pt x="20869" y="31915"/>
                      <a:pt x="22272" y="33907"/>
                      <a:pt x="24083" y="35446"/>
                    </a:cubicBezTo>
                    <a:cubicBezTo>
                      <a:pt x="24536" y="35808"/>
                      <a:pt x="25034" y="36170"/>
                      <a:pt x="25577" y="36306"/>
                    </a:cubicBezTo>
                    <a:cubicBezTo>
                      <a:pt x="25802" y="36341"/>
                      <a:pt x="26027" y="36355"/>
                      <a:pt x="26251" y="36355"/>
                    </a:cubicBezTo>
                    <a:cubicBezTo>
                      <a:pt x="26615" y="36355"/>
                      <a:pt x="26979" y="36317"/>
                      <a:pt x="27342" y="36261"/>
                    </a:cubicBezTo>
                    <a:cubicBezTo>
                      <a:pt x="27976" y="36170"/>
                      <a:pt x="28655" y="36080"/>
                      <a:pt x="29334" y="35944"/>
                    </a:cubicBezTo>
                    <a:cubicBezTo>
                      <a:pt x="29651" y="35899"/>
                      <a:pt x="30149" y="35853"/>
                      <a:pt x="30466" y="35672"/>
                    </a:cubicBezTo>
                    <a:cubicBezTo>
                      <a:pt x="30557" y="35627"/>
                      <a:pt x="30647" y="35582"/>
                      <a:pt x="30692" y="35536"/>
                    </a:cubicBezTo>
                    <a:cubicBezTo>
                      <a:pt x="30783" y="35401"/>
                      <a:pt x="30919" y="35355"/>
                      <a:pt x="31054" y="35310"/>
                    </a:cubicBezTo>
                    <a:cubicBezTo>
                      <a:pt x="31054" y="35174"/>
                      <a:pt x="31054" y="35038"/>
                      <a:pt x="31054" y="34903"/>
                    </a:cubicBezTo>
                    <a:cubicBezTo>
                      <a:pt x="31054" y="34767"/>
                      <a:pt x="31054" y="34676"/>
                      <a:pt x="31054" y="34586"/>
                    </a:cubicBezTo>
                    <a:cubicBezTo>
                      <a:pt x="31190" y="32911"/>
                      <a:pt x="31688" y="31417"/>
                      <a:pt x="32503" y="29968"/>
                    </a:cubicBezTo>
                    <a:cubicBezTo>
                      <a:pt x="33092" y="28927"/>
                      <a:pt x="33816" y="27931"/>
                      <a:pt x="34495" y="26935"/>
                    </a:cubicBezTo>
                    <a:lnTo>
                      <a:pt x="34585" y="26754"/>
                    </a:lnTo>
                    <a:lnTo>
                      <a:pt x="34585" y="26754"/>
                    </a:lnTo>
                    <a:cubicBezTo>
                      <a:pt x="34540" y="26800"/>
                      <a:pt x="34495" y="26800"/>
                      <a:pt x="34450" y="26800"/>
                    </a:cubicBezTo>
                    <a:cubicBezTo>
                      <a:pt x="34404" y="26800"/>
                      <a:pt x="34314" y="26800"/>
                      <a:pt x="34269" y="26754"/>
                    </a:cubicBezTo>
                    <a:cubicBezTo>
                      <a:pt x="33725" y="26483"/>
                      <a:pt x="33227" y="26166"/>
                      <a:pt x="32820" y="25713"/>
                    </a:cubicBezTo>
                    <a:cubicBezTo>
                      <a:pt x="31462" y="24446"/>
                      <a:pt x="30602" y="22544"/>
                      <a:pt x="30104" y="20779"/>
                    </a:cubicBezTo>
                    <a:cubicBezTo>
                      <a:pt x="29742" y="19330"/>
                      <a:pt x="29561" y="17791"/>
                      <a:pt x="29561" y="16297"/>
                    </a:cubicBezTo>
                    <a:cubicBezTo>
                      <a:pt x="29561" y="15528"/>
                      <a:pt x="29561" y="14713"/>
                      <a:pt x="29651" y="13943"/>
                    </a:cubicBezTo>
                    <a:cubicBezTo>
                      <a:pt x="29742" y="13264"/>
                      <a:pt x="29787" y="12404"/>
                      <a:pt x="30149" y="11815"/>
                    </a:cubicBezTo>
                    <a:cubicBezTo>
                      <a:pt x="30225" y="11702"/>
                      <a:pt x="30333" y="11651"/>
                      <a:pt x="30439" y="11651"/>
                    </a:cubicBezTo>
                    <a:cubicBezTo>
                      <a:pt x="30586" y="11651"/>
                      <a:pt x="30730" y="11748"/>
                      <a:pt x="30783" y="11906"/>
                    </a:cubicBezTo>
                    <a:cubicBezTo>
                      <a:pt x="31009" y="12540"/>
                      <a:pt x="30919" y="13355"/>
                      <a:pt x="30873" y="14034"/>
                    </a:cubicBezTo>
                    <a:cubicBezTo>
                      <a:pt x="30873" y="14758"/>
                      <a:pt x="30828" y="15437"/>
                      <a:pt x="30828" y="16116"/>
                    </a:cubicBezTo>
                    <a:cubicBezTo>
                      <a:pt x="30828" y="17519"/>
                      <a:pt x="30919" y="18923"/>
                      <a:pt x="31281" y="20281"/>
                    </a:cubicBezTo>
                    <a:cubicBezTo>
                      <a:pt x="31824" y="22635"/>
                      <a:pt x="33001" y="24536"/>
                      <a:pt x="34676" y="26256"/>
                    </a:cubicBezTo>
                    <a:cubicBezTo>
                      <a:pt x="34721" y="26347"/>
                      <a:pt x="34767" y="26437"/>
                      <a:pt x="34721" y="26528"/>
                    </a:cubicBezTo>
                    <a:cubicBezTo>
                      <a:pt x="34812" y="26392"/>
                      <a:pt x="34902" y="26302"/>
                      <a:pt x="34993" y="26166"/>
                    </a:cubicBezTo>
                    <a:lnTo>
                      <a:pt x="34993" y="26120"/>
                    </a:lnTo>
                    <a:cubicBezTo>
                      <a:pt x="34857" y="25985"/>
                      <a:pt x="34721" y="25849"/>
                      <a:pt x="34631" y="25758"/>
                    </a:cubicBezTo>
                    <a:cubicBezTo>
                      <a:pt x="32594" y="23721"/>
                      <a:pt x="31326" y="20960"/>
                      <a:pt x="31145" y="18108"/>
                    </a:cubicBezTo>
                    <a:cubicBezTo>
                      <a:pt x="30964" y="14849"/>
                      <a:pt x="32141" y="11544"/>
                      <a:pt x="31462" y="8330"/>
                    </a:cubicBezTo>
                    <a:lnTo>
                      <a:pt x="31462" y="8330"/>
                    </a:lnTo>
                    <a:cubicBezTo>
                      <a:pt x="30285" y="8466"/>
                      <a:pt x="29425" y="9643"/>
                      <a:pt x="29198" y="10820"/>
                    </a:cubicBezTo>
                    <a:cubicBezTo>
                      <a:pt x="28972" y="11951"/>
                      <a:pt x="29198" y="13174"/>
                      <a:pt x="29198" y="14351"/>
                    </a:cubicBezTo>
                    <a:cubicBezTo>
                      <a:pt x="29198" y="15165"/>
                      <a:pt x="29063" y="16071"/>
                      <a:pt x="28655" y="16795"/>
                    </a:cubicBezTo>
                    <a:cubicBezTo>
                      <a:pt x="28519" y="14441"/>
                      <a:pt x="28655" y="12042"/>
                      <a:pt x="29470" y="9778"/>
                    </a:cubicBezTo>
                    <a:cubicBezTo>
                      <a:pt x="29559" y="9513"/>
                      <a:pt x="29301" y="9305"/>
                      <a:pt x="29061" y="9305"/>
                    </a:cubicBezTo>
                    <a:cubicBezTo>
                      <a:pt x="28933" y="9305"/>
                      <a:pt x="28809" y="9365"/>
                      <a:pt x="28746" y="9507"/>
                    </a:cubicBezTo>
                    <a:cubicBezTo>
                      <a:pt x="28112" y="10910"/>
                      <a:pt x="27659" y="12313"/>
                      <a:pt x="27388" y="13807"/>
                    </a:cubicBezTo>
                    <a:cubicBezTo>
                      <a:pt x="27161" y="12947"/>
                      <a:pt x="26935" y="12042"/>
                      <a:pt x="26618" y="11182"/>
                    </a:cubicBezTo>
                    <a:cubicBezTo>
                      <a:pt x="27026" y="10503"/>
                      <a:pt x="27388" y="9778"/>
                      <a:pt x="27840" y="9099"/>
                    </a:cubicBezTo>
                    <a:cubicBezTo>
                      <a:pt x="28203" y="8511"/>
                      <a:pt x="28565" y="7922"/>
                      <a:pt x="28927" y="7334"/>
                    </a:cubicBezTo>
                    <a:cubicBezTo>
                      <a:pt x="29289" y="6745"/>
                      <a:pt x="29787" y="6021"/>
                      <a:pt x="29787" y="5342"/>
                    </a:cubicBezTo>
                    <a:cubicBezTo>
                      <a:pt x="29787" y="5025"/>
                      <a:pt x="29512" y="4845"/>
                      <a:pt x="29241" y="4845"/>
                    </a:cubicBezTo>
                    <a:cubicBezTo>
                      <a:pt x="29164" y="4845"/>
                      <a:pt x="29087" y="4859"/>
                      <a:pt x="29017" y="4889"/>
                    </a:cubicBezTo>
                    <a:cubicBezTo>
                      <a:pt x="28384" y="5161"/>
                      <a:pt x="27931" y="5976"/>
                      <a:pt x="27524" y="6519"/>
                    </a:cubicBezTo>
                    <a:cubicBezTo>
                      <a:pt x="27116" y="7153"/>
                      <a:pt x="26709" y="7787"/>
                      <a:pt x="26347" y="8466"/>
                    </a:cubicBezTo>
                    <a:cubicBezTo>
                      <a:pt x="25532" y="9778"/>
                      <a:pt x="24807" y="11136"/>
                      <a:pt x="24174" y="12540"/>
                    </a:cubicBezTo>
                    <a:cubicBezTo>
                      <a:pt x="23766" y="13445"/>
                      <a:pt x="23404" y="14396"/>
                      <a:pt x="23132" y="15346"/>
                    </a:cubicBezTo>
                    <a:cubicBezTo>
                      <a:pt x="23585" y="12630"/>
                      <a:pt x="24626" y="10005"/>
                      <a:pt x="25486" y="7470"/>
                    </a:cubicBezTo>
                    <a:cubicBezTo>
                      <a:pt x="25578" y="7196"/>
                      <a:pt x="25321" y="6983"/>
                      <a:pt x="25089" y="6983"/>
                    </a:cubicBezTo>
                    <a:cubicBezTo>
                      <a:pt x="24975" y="6983"/>
                      <a:pt x="24867" y="7034"/>
                      <a:pt x="24807" y="7153"/>
                    </a:cubicBezTo>
                    <a:cubicBezTo>
                      <a:pt x="23268" y="9959"/>
                      <a:pt x="21910" y="12857"/>
                      <a:pt x="21503" y="16071"/>
                    </a:cubicBezTo>
                    <a:cubicBezTo>
                      <a:pt x="21367" y="17157"/>
                      <a:pt x="21322" y="18244"/>
                      <a:pt x="21457" y="19330"/>
                    </a:cubicBezTo>
                    <a:cubicBezTo>
                      <a:pt x="20778" y="18877"/>
                      <a:pt x="20371" y="18017"/>
                      <a:pt x="20235" y="17157"/>
                    </a:cubicBezTo>
                    <a:cubicBezTo>
                      <a:pt x="20054" y="16161"/>
                      <a:pt x="20190" y="15075"/>
                      <a:pt x="20145" y="14034"/>
                    </a:cubicBezTo>
                    <a:cubicBezTo>
                      <a:pt x="20099" y="13355"/>
                      <a:pt x="20009" y="12630"/>
                      <a:pt x="19828" y="11951"/>
                    </a:cubicBezTo>
                    <a:cubicBezTo>
                      <a:pt x="19918" y="11634"/>
                      <a:pt x="20009" y="11318"/>
                      <a:pt x="20145" y="11001"/>
                    </a:cubicBezTo>
                    <a:cubicBezTo>
                      <a:pt x="20643" y="9914"/>
                      <a:pt x="21457" y="9009"/>
                      <a:pt x="22182" y="8103"/>
                    </a:cubicBezTo>
                    <a:cubicBezTo>
                      <a:pt x="22589" y="7651"/>
                      <a:pt x="22951" y="7198"/>
                      <a:pt x="23268" y="6745"/>
                    </a:cubicBezTo>
                    <a:cubicBezTo>
                      <a:pt x="23585" y="6293"/>
                      <a:pt x="24038" y="5614"/>
                      <a:pt x="23993" y="5070"/>
                    </a:cubicBezTo>
                    <a:cubicBezTo>
                      <a:pt x="23959" y="4835"/>
                      <a:pt x="23776" y="4625"/>
                      <a:pt x="23572" y="4625"/>
                    </a:cubicBezTo>
                    <a:cubicBezTo>
                      <a:pt x="23502" y="4625"/>
                      <a:pt x="23429" y="4650"/>
                      <a:pt x="23359" y="4708"/>
                    </a:cubicBezTo>
                    <a:cubicBezTo>
                      <a:pt x="22906" y="5025"/>
                      <a:pt x="22589" y="5659"/>
                      <a:pt x="22227" y="6112"/>
                    </a:cubicBezTo>
                    <a:cubicBezTo>
                      <a:pt x="21865" y="6610"/>
                      <a:pt x="21457" y="7062"/>
                      <a:pt x="21050" y="7560"/>
                    </a:cubicBezTo>
                    <a:cubicBezTo>
                      <a:pt x="20371" y="8420"/>
                      <a:pt x="19692" y="9280"/>
                      <a:pt x="19194" y="10276"/>
                    </a:cubicBezTo>
                    <a:cubicBezTo>
                      <a:pt x="19194" y="10276"/>
                      <a:pt x="19194" y="10231"/>
                      <a:pt x="19149" y="10186"/>
                    </a:cubicBezTo>
                    <a:cubicBezTo>
                      <a:pt x="16840" y="13038"/>
                      <a:pt x="17293" y="17157"/>
                      <a:pt x="16387" y="20688"/>
                    </a:cubicBezTo>
                    <a:cubicBezTo>
                      <a:pt x="16297" y="21005"/>
                      <a:pt x="16206" y="21277"/>
                      <a:pt x="15935" y="21458"/>
                    </a:cubicBezTo>
                    <a:cubicBezTo>
                      <a:pt x="15823" y="21536"/>
                      <a:pt x="15700" y="21570"/>
                      <a:pt x="15573" y="21570"/>
                    </a:cubicBezTo>
                    <a:cubicBezTo>
                      <a:pt x="15188" y="21570"/>
                      <a:pt x="14770" y="21255"/>
                      <a:pt x="14531" y="20915"/>
                    </a:cubicBezTo>
                    <a:cubicBezTo>
                      <a:pt x="12902" y="18696"/>
                      <a:pt x="14079" y="15573"/>
                      <a:pt x="13400" y="12902"/>
                    </a:cubicBezTo>
                    <a:cubicBezTo>
                      <a:pt x="13359" y="12899"/>
                      <a:pt x="13319" y="12898"/>
                      <a:pt x="13278" y="12898"/>
                    </a:cubicBezTo>
                    <a:cubicBezTo>
                      <a:pt x="12686" y="12898"/>
                      <a:pt x="12103" y="13202"/>
                      <a:pt x="11679" y="13626"/>
                    </a:cubicBezTo>
                    <a:cubicBezTo>
                      <a:pt x="12404" y="11499"/>
                      <a:pt x="13626" y="9371"/>
                      <a:pt x="15391" y="8013"/>
                    </a:cubicBezTo>
                    <a:cubicBezTo>
                      <a:pt x="15697" y="7784"/>
                      <a:pt x="15390" y="7328"/>
                      <a:pt x="15069" y="7328"/>
                    </a:cubicBezTo>
                    <a:cubicBezTo>
                      <a:pt x="15010" y="7328"/>
                      <a:pt x="14950" y="7344"/>
                      <a:pt x="14894" y="7379"/>
                    </a:cubicBezTo>
                    <a:cubicBezTo>
                      <a:pt x="13762" y="8013"/>
                      <a:pt x="12721" y="8782"/>
                      <a:pt x="11906" y="9824"/>
                    </a:cubicBezTo>
                    <a:cubicBezTo>
                      <a:pt x="11046" y="10910"/>
                      <a:pt x="10457" y="12178"/>
                      <a:pt x="10005" y="13490"/>
                    </a:cubicBezTo>
                    <a:cubicBezTo>
                      <a:pt x="9597" y="14622"/>
                      <a:pt x="9371" y="15844"/>
                      <a:pt x="9235" y="17021"/>
                    </a:cubicBezTo>
                    <a:cubicBezTo>
                      <a:pt x="9235" y="16614"/>
                      <a:pt x="9235" y="16207"/>
                      <a:pt x="9235" y="15799"/>
                    </a:cubicBezTo>
                    <a:cubicBezTo>
                      <a:pt x="9235" y="15211"/>
                      <a:pt x="9280" y="14577"/>
                      <a:pt x="9325" y="13943"/>
                    </a:cubicBezTo>
                    <a:cubicBezTo>
                      <a:pt x="9416" y="12721"/>
                      <a:pt x="9642" y="11499"/>
                      <a:pt x="10005" y="10322"/>
                    </a:cubicBezTo>
                    <a:cubicBezTo>
                      <a:pt x="10087" y="9965"/>
                      <a:pt x="9803" y="9741"/>
                      <a:pt x="9537" y="9741"/>
                    </a:cubicBezTo>
                    <a:cubicBezTo>
                      <a:pt x="9364" y="9741"/>
                      <a:pt x="9198" y="9836"/>
                      <a:pt x="9144" y="10050"/>
                    </a:cubicBezTo>
                    <a:cubicBezTo>
                      <a:pt x="8782" y="11318"/>
                      <a:pt x="8556" y="12585"/>
                      <a:pt x="8420" y="13853"/>
                    </a:cubicBezTo>
                    <a:cubicBezTo>
                      <a:pt x="8330" y="15120"/>
                      <a:pt x="8375" y="16478"/>
                      <a:pt x="8692" y="17700"/>
                    </a:cubicBezTo>
                    <a:cubicBezTo>
                      <a:pt x="8717" y="17850"/>
                      <a:pt x="8824" y="17917"/>
                      <a:pt x="8938" y="17917"/>
                    </a:cubicBezTo>
                    <a:cubicBezTo>
                      <a:pt x="9031" y="17917"/>
                      <a:pt x="9129" y="17872"/>
                      <a:pt x="9190" y="17791"/>
                    </a:cubicBezTo>
                    <a:lnTo>
                      <a:pt x="9190" y="17791"/>
                    </a:lnTo>
                    <a:cubicBezTo>
                      <a:pt x="9190" y="17882"/>
                      <a:pt x="9144" y="17972"/>
                      <a:pt x="9144" y="18063"/>
                    </a:cubicBezTo>
                    <a:cubicBezTo>
                      <a:pt x="9144" y="18198"/>
                      <a:pt x="9144" y="18289"/>
                      <a:pt x="9144" y="18379"/>
                    </a:cubicBezTo>
                    <a:cubicBezTo>
                      <a:pt x="9111" y="18385"/>
                      <a:pt x="9078" y="18388"/>
                      <a:pt x="9046" y="18388"/>
                    </a:cubicBezTo>
                    <a:cubicBezTo>
                      <a:pt x="8542" y="18388"/>
                      <a:pt x="8092" y="17755"/>
                      <a:pt x="7922" y="17203"/>
                    </a:cubicBezTo>
                    <a:cubicBezTo>
                      <a:pt x="6247" y="12359"/>
                      <a:pt x="8103" y="6519"/>
                      <a:pt x="12268" y="3531"/>
                    </a:cubicBezTo>
                    <a:cubicBezTo>
                      <a:pt x="13128" y="2898"/>
                      <a:pt x="14214" y="2083"/>
                      <a:pt x="13943" y="1041"/>
                    </a:cubicBezTo>
                    <a:cubicBezTo>
                      <a:pt x="13762" y="362"/>
                      <a:pt x="13038" y="46"/>
                      <a:pt x="122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8" name="Google Shape;3188;p5"/>
              <p:cNvSpPr/>
              <p:nvPr/>
            </p:nvSpPr>
            <p:spPr>
              <a:xfrm>
                <a:off x="2415150" y="1244225"/>
                <a:ext cx="225225" cy="357650"/>
              </a:xfrm>
              <a:custGeom>
                <a:rect b="b" l="l" r="r" t="t"/>
                <a:pathLst>
                  <a:path extrusionOk="0" h="14306" w="9009">
                    <a:moveTo>
                      <a:pt x="1087" y="0"/>
                    </a:moveTo>
                    <a:cubicBezTo>
                      <a:pt x="634" y="0"/>
                      <a:pt x="362" y="498"/>
                      <a:pt x="0" y="770"/>
                    </a:cubicBezTo>
                    <a:cubicBezTo>
                      <a:pt x="136" y="1449"/>
                      <a:pt x="272" y="2128"/>
                      <a:pt x="453" y="2762"/>
                    </a:cubicBezTo>
                    <a:cubicBezTo>
                      <a:pt x="1223" y="5659"/>
                      <a:pt x="2581" y="8375"/>
                      <a:pt x="4527" y="10593"/>
                    </a:cubicBezTo>
                    <a:cubicBezTo>
                      <a:pt x="5478" y="11725"/>
                      <a:pt x="6610" y="12721"/>
                      <a:pt x="7832" y="13536"/>
                    </a:cubicBezTo>
                    <a:cubicBezTo>
                      <a:pt x="8194" y="13807"/>
                      <a:pt x="8601" y="14079"/>
                      <a:pt x="9009" y="14305"/>
                    </a:cubicBezTo>
                    <a:cubicBezTo>
                      <a:pt x="8103" y="13219"/>
                      <a:pt x="7379" y="11951"/>
                      <a:pt x="6836" y="10638"/>
                    </a:cubicBezTo>
                    <a:cubicBezTo>
                      <a:pt x="6610" y="10095"/>
                      <a:pt x="6428" y="9507"/>
                      <a:pt x="6247" y="8963"/>
                    </a:cubicBezTo>
                    <a:cubicBezTo>
                      <a:pt x="5433" y="8239"/>
                      <a:pt x="4753" y="7288"/>
                      <a:pt x="4120" y="6428"/>
                    </a:cubicBezTo>
                    <a:cubicBezTo>
                      <a:pt x="3079" y="4934"/>
                      <a:pt x="2083" y="3350"/>
                      <a:pt x="1947" y="1585"/>
                    </a:cubicBezTo>
                    <a:cubicBezTo>
                      <a:pt x="1902" y="905"/>
                      <a:pt x="1766" y="0"/>
                      <a:pt x="1087" y="0"/>
                    </a:cubicBez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9" name="Google Shape;3189;p5"/>
              <p:cNvSpPr/>
              <p:nvPr/>
            </p:nvSpPr>
            <p:spPr>
              <a:xfrm>
                <a:off x="2617725" y="1388300"/>
                <a:ext cx="499100" cy="269125"/>
              </a:xfrm>
              <a:custGeom>
                <a:rect b="b" l="l" r="r" t="t"/>
                <a:pathLst>
                  <a:path extrusionOk="0" h="10765" w="19964">
                    <a:moveTo>
                      <a:pt x="18809" y="0"/>
                    </a:moveTo>
                    <a:cubicBezTo>
                      <a:pt x="18697" y="0"/>
                      <a:pt x="18583" y="24"/>
                      <a:pt x="18470" y="77"/>
                    </a:cubicBezTo>
                    <a:cubicBezTo>
                      <a:pt x="18379" y="77"/>
                      <a:pt x="18334" y="122"/>
                      <a:pt x="18289" y="167"/>
                    </a:cubicBezTo>
                    <a:cubicBezTo>
                      <a:pt x="18063" y="348"/>
                      <a:pt x="17882" y="620"/>
                      <a:pt x="17746" y="892"/>
                    </a:cubicBezTo>
                    <a:cubicBezTo>
                      <a:pt x="16569" y="2929"/>
                      <a:pt x="14894" y="4740"/>
                      <a:pt x="12676" y="5554"/>
                    </a:cubicBezTo>
                    <a:cubicBezTo>
                      <a:pt x="12042" y="5779"/>
                      <a:pt x="11358" y="5892"/>
                      <a:pt x="10674" y="5892"/>
                    </a:cubicBezTo>
                    <a:cubicBezTo>
                      <a:pt x="9011" y="5892"/>
                      <a:pt x="7345" y="5226"/>
                      <a:pt x="6383" y="3879"/>
                    </a:cubicBezTo>
                    <a:cubicBezTo>
                      <a:pt x="5942" y="3217"/>
                      <a:pt x="5500" y="2339"/>
                      <a:pt x="4722" y="2339"/>
                    </a:cubicBezTo>
                    <a:cubicBezTo>
                      <a:pt x="4702" y="2339"/>
                      <a:pt x="4683" y="2339"/>
                      <a:pt x="4663" y="2340"/>
                    </a:cubicBezTo>
                    <a:cubicBezTo>
                      <a:pt x="3531" y="2340"/>
                      <a:pt x="3305" y="4106"/>
                      <a:pt x="2309" y="4649"/>
                    </a:cubicBezTo>
                    <a:cubicBezTo>
                      <a:pt x="2068" y="4783"/>
                      <a:pt x="1811" y="4822"/>
                      <a:pt x="1548" y="4822"/>
                    </a:cubicBezTo>
                    <a:cubicBezTo>
                      <a:pt x="1366" y="4822"/>
                      <a:pt x="1181" y="4803"/>
                      <a:pt x="996" y="4785"/>
                    </a:cubicBezTo>
                    <a:cubicBezTo>
                      <a:pt x="679" y="4694"/>
                      <a:pt x="317" y="4604"/>
                      <a:pt x="0" y="4468"/>
                    </a:cubicBezTo>
                    <a:lnTo>
                      <a:pt x="0" y="4468"/>
                    </a:lnTo>
                    <a:cubicBezTo>
                      <a:pt x="679" y="5690"/>
                      <a:pt x="1449" y="6822"/>
                      <a:pt x="2400" y="7773"/>
                    </a:cubicBezTo>
                    <a:cubicBezTo>
                      <a:pt x="3441" y="8814"/>
                      <a:pt x="4663" y="9583"/>
                      <a:pt x="6066" y="9945"/>
                    </a:cubicBezTo>
                    <a:cubicBezTo>
                      <a:pt x="6655" y="10127"/>
                      <a:pt x="7198" y="10217"/>
                      <a:pt x="7787" y="10308"/>
                    </a:cubicBezTo>
                    <a:cubicBezTo>
                      <a:pt x="6338" y="8723"/>
                      <a:pt x="5433" y="6550"/>
                      <a:pt x="4573" y="4649"/>
                    </a:cubicBezTo>
                    <a:cubicBezTo>
                      <a:pt x="4447" y="4367"/>
                      <a:pt x="4647" y="4128"/>
                      <a:pt x="4857" y="4128"/>
                    </a:cubicBezTo>
                    <a:cubicBezTo>
                      <a:pt x="4951" y="4128"/>
                      <a:pt x="5046" y="4175"/>
                      <a:pt x="5116" y="4287"/>
                    </a:cubicBezTo>
                    <a:cubicBezTo>
                      <a:pt x="6338" y="6324"/>
                      <a:pt x="7741" y="8316"/>
                      <a:pt x="9552" y="9855"/>
                    </a:cubicBezTo>
                    <a:cubicBezTo>
                      <a:pt x="10005" y="10217"/>
                      <a:pt x="10503" y="10579"/>
                      <a:pt x="11046" y="10715"/>
                    </a:cubicBezTo>
                    <a:cubicBezTo>
                      <a:pt x="11271" y="10750"/>
                      <a:pt x="11496" y="10764"/>
                      <a:pt x="11720" y="10764"/>
                    </a:cubicBezTo>
                    <a:cubicBezTo>
                      <a:pt x="12084" y="10764"/>
                      <a:pt x="12448" y="10726"/>
                      <a:pt x="12811" y="10670"/>
                    </a:cubicBezTo>
                    <a:cubicBezTo>
                      <a:pt x="13490" y="10579"/>
                      <a:pt x="14169" y="10489"/>
                      <a:pt x="14803" y="10353"/>
                    </a:cubicBezTo>
                    <a:cubicBezTo>
                      <a:pt x="15120" y="10308"/>
                      <a:pt x="15618" y="10262"/>
                      <a:pt x="15935" y="10081"/>
                    </a:cubicBezTo>
                    <a:cubicBezTo>
                      <a:pt x="16252" y="9764"/>
                      <a:pt x="16433" y="9402"/>
                      <a:pt x="16569" y="8995"/>
                    </a:cubicBezTo>
                    <a:cubicBezTo>
                      <a:pt x="16705" y="8452"/>
                      <a:pt x="16795" y="7908"/>
                      <a:pt x="16886" y="7365"/>
                    </a:cubicBezTo>
                    <a:cubicBezTo>
                      <a:pt x="17203" y="6052"/>
                      <a:pt x="17791" y="4830"/>
                      <a:pt x="18606" y="3744"/>
                    </a:cubicBezTo>
                    <a:cubicBezTo>
                      <a:pt x="19149" y="3065"/>
                      <a:pt x="19828" y="2431"/>
                      <a:pt x="19964" y="1571"/>
                    </a:cubicBezTo>
                    <a:cubicBezTo>
                      <a:pt x="19964" y="1480"/>
                      <a:pt x="19964" y="1390"/>
                      <a:pt x="19964" y="1344"/>
                    </a:cubicBezTo>
                    <a:cubicBezTo>
                      <a:pt x="19964" y="1299"/>
                      <a:pt x="19964" y="1254"/>
                      <a:pt x="19964" y="1209"/>
                    </a:cubicBezTo>
                    <a:cubicBezTo>
                      <a:pt x="19888" y="604"/>
                      <a:pt x="19372" y="0"/>
                      <a:pt x="188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0" name="Google Shape;3190;p5"/>
              <p:cNvSpPr/>
              <p:nvPr/>
            </p:nvSpPr>
            <p:spPr>
              <a:xfrm>
                <a:off x="3205075" y="792500"/>
                <a:ext cx="458375" cy="323875"/>
              </a:xfrm>
              <a:custGeom>
                <a:rect b="b" l="l" r="r" t="t"/>
                <a:pathLst>
                  <a:path extrusionOk="0" h="12955" w="18335">
                    <a:moveTo>
                      <a:pt x="7851" y="1"/>
                    </a:moveTo>
                    <a:cubicBezTo>
                      <a:pt x="6088" y="1"/>
                      <a:pt x="4344" y="501"/>
                      <a:pt x="2853" y="1636"/>
                    </a:cubicBezTo>
                    <a:cubicBezTo>
                      <a:pt x="1449" y="2678"/>
                      <a:pt x="454" y="4217"/>
                      <a:pt x="137" y="5937"/>
                    </a:cubicBezTo>
                    <a:cubicBezTo>
                      <a:pt x="1" y="6797"/>
                      <a:pt x="1" y="7657"/>
                      <a:pt x="182" y="8517"/>
                    </a:cubicBezTo>
                    <a:cubicBezTo>
                      <a:pt x="272" y="8880"/>
                      <a:pt x="363" y="9287"/>
                      <a:pt x="680" y="9559"/>
                    </a:cubicBezTo>
                    <a:cubicBezTo>
                      <a:pt x="952" y="9800"/>
                      <a:pt x="1263" y="9860"/>
                      <a:pt x="1575" y="9860"/>
                    </a:cubicBezTo>
                    <a:cubicBezTo>
                      <a:pt x="1731" y="9860"/>
                      <a:pt x="1887" y="9845"/>
                      <a:pt x="2038" y="9830"/>
                    </a:cubicBezTo>
                    <a:cubicBezTo>
                      <a:pt x="2581" y="9785"/>
                      <a:pt x="3079" y="9740"/>
                      <a:pt x="3577" y="9694"/>
                    </a:cubicBezTo>
                    <a:cubicBezTo>
                      <a:pt x="3697" y="9677"/>
                      <a:pt x="3843" y="9660"/>
                      <a:pt x="3990" y="9660"/>
                    </a:cubicBezTo>
                    <a:cubicBezTo>
                      <a:pt x="4232" y="9660"/>
                      <a:pt x="4477" y="9706"/>
                      <a:pt x="4618" y="9875"/>
                    </a:cubicBezTo>
                    <a:cubicBezTo>
                      <a:pt x="4799" y="10102"/>
                      <a:pt x="4799" y="10419"/>
                      <a:pt x="4890" y="10690"/>
                    </a:cubicBezTo>
                    <a:cubicBezTo>
                      <a:pt x="4980" y="11052"/>
                      <a:pt x="5071" y="11415"/>
                      <a:pt x="5252" y="11777"/>
                    </a:cubicBezTo>
                    <a:cubicBezTo>
                      <a:pt x="5714" y="12678"/>
                      <a:pt x="6472" y="12954"/>
                      <a:pt x="7301" y="12954"/>
                    </a:cubicBezTo>
                    <a:cubicBezTo>
                      <a:pt x="8096" y="12954"/>
                      <a:pt x="8957" y="12700"/>
                      <a:pt x="9688" y="12501"/>
                    </a:cubicBezTo>
                    <a:cubicBezTo>
                      <a:pt x="10820" y="12184"/>
                      <a:pt x="11997" y="11913"/>
                      <a:pt x="13129" y="11731"/>
                    </a:cubicBezTo>
                    <a:cubicBezTo>
                      <a:pt x="14215" y="11550"/>
                      <a:pt x="15392" y="11596"/>
                      <a:pt x="16433" y="11188"/>
                    </a:cubicBezTo>
                    <a:cubicBezTo>
                      <a:pt x="16931" y="10962"/>
                      <a:pt x="17384" y="10690"/>
                      <a:pt x="17701" y="10283"/>
                    </a:cubicBezTo>
                    <a:cubicBezTo>
                      <a:pt x="17732" y="10291"/>
                      <a:pt x="17764" y="10294"/>
                      <a:pt x="17797" y="10294"/>
                    </a:cubicBezTo>
                    <a:cubicBezTo>
                      <a:pt x="17954" y="10294"/>
                      <a:pt x="18116" y="10207"/>
                      <a:pt x="18154" y="10056"/>
                    </a:cubicBezTo>
                    <a:cubicBezTo>
                      <a:pt x="18199" y="9785"/>
                      <a:pt x="18244" y="9513"/>
                      <a:pt x="18244" y="9242"/>
                    </a:cubicBezTo>
                    <a:cubicBezTo>
                      <a:pt x="18244" y="9196"/>
                      <a:pt x="18289" y="9151"/>
                      <a:pt x="18289" y="9106"/>
                    </a:cubicBezTo>
                    <a:cubicBezTo>
                      <a:pt x="18335" y="8789"/>
                      <a:pt x="18289" y="8517"/>
                      <a:pt x="18244" y="8246"/>
                    </a:cubicBezTo>
                    <a:cubicBezTo>
                      <a:pt x="17973" y="5394"/>
                      <a:pt x="15528" y="2859"/>
                      <a:pt x="13129" y="1455"/>
                    </a:cubicBezTo>
                    <a:cubicBezTo>
                      <a:pt x="11518" y="535"/>
                      <a:pt x="9674" y="1"/>
                      <a:pt x="78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1" name="Google Shape;3191;p5"/>
              <p:cNvSpPr/>
              <p:nvPr/>
            </p:nvSpPr>
            <p:spPr>
              <a:xfrm>
                <a:off x="4052225" y="848475"/>
                <a:ext cx="353625" cy="215375"/>
              </a:xfrm>
              <a:custGeom>
                <a:rect b="b" l="l" r="r" t="t"/>
                <a:pathLst>
                  <a:path extrusionOk="0" h="8615" w="14145">
                    <a:moveTo>
                      <a:pt x="8458" y="1"/>
                    </a:moveTo>
                    <a:cubicBezTo>
                      <a:pt x="6964" y="1"/>
                      <a:pt x="5490" y="424"/>
                      <a:pt x="4095" y="982"/>
                    </a:cubicBezTo>
                    <a:cubicBezTo>
                      <a:pt x="3145" y="1344"/>
                      <a:pt x="2330" y="1842"/>
                      <a:pt x="1696" y="2612"/>
                    </a:cubicBezTo>
                    <a:cubicBezTo>
                      <a:pt x="1017" y="3381"/>
                      <a:pt x="610" y="4241"/>
                      <a:pt x="157" y="5147"/>
                    </a:cubicBezTo>
                    <a:cubicBezTo>
                      <a:pt x="1" y="5428"/>
                      <a:pt x="233" y="5687"/>
                      <a:pt x="481" y="5687"/>
                    </a:cubicBezTo>
                    <a:cubicBezTo>
                      <a:pt x="592" y="5687"/>
                      <a:pt x="707" y="5635"/>
                      <a:pt x="791" y="5509"/>
                    </a:cubicBezTo>
                    <a:cubicBezTo>
                      <a:pt x="836" y="5464"/>
                      <a:pt x="881" y="5373"/>
                      <a:pt x="927" y="5328"/>
                    </a:cubicBezTo>
                    <a:cubicBezTo>
                      <a:pt x="1062" y="6188"/>
                      <a:pt x="1877" y="6550"/>
                      <a:pt x="2647" y="6867"/>
                    </a:cubicBezTo>
                    <a:cubicBezTo>
                      <a:pt x="4503" y="7636"/>
                      <a:pt x="6404" y="8180"/>
                      <a:pt x="8396" y="8587"/>
                    </a:cubicBezTo>
                    <a:cubicBezTo>
                      <a:pt x="8461" y="8606"/>
                      <a:pt x="8531" y="8615"/>
                      <a:pt x="8603" y="8615"/>
                    </a:cubicBezTo>
                    <a:cubicBezTo>
                      <a:pt x="8884" y="8615"/>
                      <a:pt x="9193" y="8477"/>
                      <a:pt x="9301" y="8225"/>
                    </a:cubicBezTo>
                    <a:cubicBezTo>
                      <a:pt x="9437" y="7863"/>
                      <a:pt x="9528" y="7546"/>
                      <a:pt x="9618" y="7138"/>
                    </a:cubicBezTo>
                    <a:cubicBezTo>
                      <a:pt x="9663" y="6822"/>
                      <a:pt x="9709" y="6414"/>
                      <a:pt x="9844" y="6097"/>
                    </a:cubicBezTo>
                    <a:cubicBezTo>
                      <a:pt x="9998" y="5765"/>
                      <a:pt x="10325" y="5692"/>
                      <a:pt x="10679" y="5692"/>
                    </a:cubicBezTo>
                    <a:cubicBezTo>
                      <a:pt x="10950" y="5692"/>
                      <a:pt x="11238" y="5735"/>
                      <a:pt x="11474" y="5735"/>
                    </a:cubicBezTo>
                    <a:cubicBezTo>
                      <a:pt x="11626" y="5745"/>
                      <a:pt x="11790" y="5753"/>
                      <a:pt x="11957" y="5753"/>
                    </a:cubicBezTo>
                    <a:cubicBezTo>
                      <a:pt x="12538" y="5753"/>
                      <a:pt x="13170" y="5659"/>
                      <a:pt x="13557" y="5237"/>
                    </a:cubicBezTo>
                    <a:cubicBezTo>
                      <a:pt x="14145" y="4694"/>
                      <a:pt x="13738" y="3426"/>
                      <a:pt x="13421" y="2838"/>
                    </a:cubicBezTo>
                    <a:lnTo>
                      <a:pt x="13466" y="2838"/>
                    </a:lnTo>
                    <a:cubicBezTo>
                      <a:pt x="12787" y="1389"/>
                      <a:pt x="11338" y="393"/>
                      <a:pt x="9799" y="122"/>
                    </a:cubicBezTo>
                    <a:cubicBezTo>
                      <a:pt x="9351" y="38"/>
                      <a:pt x="8904" y="1"/>
                      <a:pt x="84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2" name="Google Shape;3192;p5"/>
              <p:cNvSpPr/>
              <p:nvPr/>
            </p:nvSpPr>
            <p:spPr>
              <a:xfrm>
                <a:off x="3186100" y="733875"/>
                <a:ext cx="452450" cy="177025"/>
              </a:xfrm>
              <a:custGeom>
                <a:rect b="b" l="l" r="r" t="t"/>
                <a:pathLst>
                  <a:path extrusionOk="0" h="7081" w="18098">
                    <a:moveTo>
                      <a:pt x="6415" y="1"/>
                    </a:moveTo>
                    <a:cubicBezTo>
                      <a:pt x="5681" y="1"/>
                      <a:pt x="4950" y="63"/>
                      <a:pt x="4246" y="224"/>
                    </a:cubicBezTo>
                    <a:cubicBezTo>
                      <a:pt x="3974" y="315"/>
                      <a:pt x="4019" y="767"/>
                      <a:pt x="4336" y="767"/>
                    </a:cubicBezTo>
                    <a:lnTo>
                      <a:pt x="4427" y="767"/>
                    </a:lnTo>
                    <a:cubicBezTo>
                      <a:pt x="3974" y="903"/>
                      <a:pt x="3567" y="1039"/>
                      <a:pt x="3159" y="1220"/>
                    </a:cubicBezTo>
                    <a:cubicBezTo>
                      <a:pt x="1937" y="1809"/>
                      <a:pt x="262" y="2895"/>
                      <a:pt x="36" y="4389"/>
                    </a:cubicBezTo>
                    <a:cubicBezTo>
                      <a:pt x="0" y="4673"/>
                      <a:pt x="215" y="4957"/>
                      <a:pt x="485" y="4957"/>
                    </a:cubicBezTo>
                    <a:cubicBezTo>
                      <a:pt x="558" y="4957"/>
                      <a:pt x="637" y="4936"/>
                      <a:pt x="715" y="4887"/>
                    </a:cubicBezTo>
                    <a:cubicBezTo>
                      <a:pt x="1348" y="4570"/>
                      <a:pt x="1846" y="4027"/>
                      <a:pt x="2390" y="3574"/>
                    </a:cubicBezTo>
                    <a:cubicBezTo>
                      <a:pt x="2978" y="3167"/>
                      <a:pt x="3612" y="2759"/>
                      <a:pt x="4291" y="2488"/>
                    </a:cubicBezTo>
                    <a:cubicBezTo>
                      <a:pt x="5298" y="2098"/>
                      <a:pt x="6375" y="1894"/>
                      <a:pt x="7472" y="1894"/>
                    </a:cubicBezTo>
                    <a:cubicBezTo>
                      <a:pt x="7904" y="1894"/>
                      <a:pt x="8338" y="1926"/>
                      <a:pt x="8772" y="1990"/>
                    </a:cubicBezTo>
                    <a:cubicBezTo>
                      <a:pt x="12032" y="2488"/>
                      <a:pt x="15155" y="4479"/>
                      <a:pt x="17283" y="6969"/>
                    </a:cubicBezTo>
                    <a:cubicBezTo>
                      <a:pt x="17361" y="7047"/>
                      <a:pt x="17451" y="7081"/>
                      <a:pt x="17540" y="7081"/>
                    </a:cubicBezTo>
                    <a:cubicBezTo>
                      <a:pt x="17759" y="7081"/>
                      <a:pt x="17975" y="6878"/>
                      <a:pt x="18007" y="6652"/>
                    </a:cubicBezTo>
                    <a:cubicBezTo>
                      <a:pt x="18098" y="5204"/>
                      <a:pt x="16649" y="4072"/>
                      <a:pt x="15653" y="3302"/>
                    </a:cubicBezTo>
                    <a:cubicBezTo>
                      <a:pt x="15110" y="2895"/>
                      <a:pt x="14522" y="2533"/>
                      <a:pt x="13933" y="2171"/>
                    </a:cubicBezTo>
                    <a:cubicBezTo>
                      <a:pt x="13978" y="2035"/>
                      <a:pt x="13933" y="1899"/>
                      <a:pt x="13797" y="1809"/>
                    </a:cubicBezTo>
                    <a:cubicBezTo>
                      <a:pt x="12349" y="1039"/>
                      <a:pt x="10764" y="541"/>
                      <a:pt x="9135" y="224"/>
                    </a:cubicBezTo>
                    <a:cubicBezTo>
                      <a:pt x="8254" y="98"/>
                      <a:pt x="7332" y="1"/>
                      <a:pt x="64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3" name="Google Shape;3193;p5"/>
              <p:cNvSpPr/>
              <p:nvPr/>
            </p:nvSpPr>
            <p:spPr>
              <a:xfrm>
                <a:off x="4045425" y="794925"/>
                <a:ext cx="306125" cy="136850"/>
              </a:xfrm>
              <a:custGeom>
                <a:rect b="b" l="l" r="r" t="t"/>
                <a:pathLst>
                  <a:path extrusionOk="0" h="5474" w="12245">
                    <a:moveTo>
                      <a:pt x="9573" y="0"/>
                    </a:moveTo>
                    <a:cubicBezTo>
                      <a:pt x="8577" y="0"/>
                      <a:pt x="7581" y="136"/>
                      <a:pt x="6631" y="362"/>
                    </a:cubicBezTo>
                    <a:cubicBezTo>
                      <a:pt x="6631" y="272"/>
                      <a:pt x="6586" y="181"/>
                      <a:pt x="6495" y="136"/>
                    </a:cubicBezTo>
                    <a:cubicBezTo>
                      <a:pt x="6270" y="36"/>
                      <a:pt x="6017" y="5"/>
                      <a:pt x="5759" y="5"/>
                    </a:cubicBezTo>
                    <a:cubicBezTo>
                      <a:pt x="5551" y="5"/>
                      <a:pt x="5339" y="25"/>
                      <a:pt x="5137" y="46"/>
                    </a:cubicBezTo>
                    <a:cubicBezTo>
                      <a:pt x="4729" y="91"/>
                      <a:pt x="4277" y="181"/>
                      <a:pt x="3869" y="272"/>
                    </a:cubicBezTo>
                    <a:cubicBezTo>
                      <a:pt x="2964" y="453"/>
                      <a:pt x="2149" y="770"/>
                      <a:pt x="1289" y="1087"/>
                    </a:cubicBezTo>
                    <a:cubicBezTo>
                      <a:pt x="1108" y="1177"/>
                      <a:pt x="1017" y="1358"/>
                      <a:pt x="1063" y="1539"/>
                    </a:cubicBezTo>
                    <a:cubicBezTo>
                      <a:pt x="1102" y="1697"/>
                      <a:pt x="1278" y="1820"/>
                      <a:pt x="1442" y="1820"/>
                    </a:cubicBezTo>
                    <a:cubicBezTo>
                      <a:pt x="1467" y="1820"/>
                      <a:pt x="1492" y="1817"/>
                      <a:pt x="1515" y="1811"/>
                    </a:cubicBezTo>
                    <a:cubicBezTo>
                      <a:pt x="2330" y="1494"/>
                      <a:pt x="3145" y="1268"/>
                      <a:pt x="4005" y="1132"/>
                    </a:cubicBezTo>
                    <a:cubicBezTo>
                      <a:pt x="4232" y="1087"/>
                      <a:pt x="4458" y="1042"/>
                      <a:pt x="4684" y="1042"/>
                    </a:cubicBezTo>
                    <a:cubicBezTo>
                      <a:pt x="3960" y="1313"/>
                      <a:pt x="3281" y="1675"/>
                      <a:pt x="2647" y="2128"/>
                    </a:cubicBezTo>
                    <a:cubicBezTo>
                      <a:pt x="1606" y="2852"/>
                      <a:pt x="927" y="3758"/>
                      <a:pt x="203" y="4799"/>
                    </a:cubicBezTo>
                    <a:cubicBezTo>
                      <a:pt x="0" y="5136"/>
                      <a:pt x="301" y="5474"/>
                      <a:pt x="617" y="5474"/>
                    </a:cubicBezTo>
                    <a:cubicBezTo>
                      <a:pt x="725" y="5474"/>
                      <a:pt x="835" y="5434"/>
                      <a:pt x="927" y="5342"/>
                    </a:cubicBezTo>
                    <a:cubicBezTo>
                      <a:pt x="1651" y="4663"/>
                      <a:pt x="2511" y="4120"/>
                      <a:pt x="3326" y="3577"/>
                    </a:cubicBezTo>
                    <a:cubicBezTo>
                      <a:pt x="4141" y="3033"/>
                      <a:pt x="5046" y="2581"/>
                      <a:pt x="5952" y="2264"/>
                    </a:cubicBezTo>
                    <a:cubicBezTo>
                      <a:pt x="6857" y="1947"/>
                      <a:pt x="7808" y="1721"/>
                      <a:pt x="8758" y="1630"/>
                    </a:cubicBezTo>
                    <a:cubicBezTo>
                      <a:pt x="8862" y="1625"/>
                      <a:pt x="8966" y="1623"/>
                      <a:pt x="9069" y="1623"/>
                    </a:cubicBezTo>
                    <a:cubicBezTo>
                      <a:pt x="9685" y="1623"/>
                      <a:pt x="10298" y="1701"/>
                      <a:pt x="10894" y="1701"/>
                    </a:cubicBezTo>
                    <a:cubicBezTo>
                      <a:pt x="11074" y="1701"/>
                      <a:pt x="11253" y="1694"/>
                      <a:pt x="11429" y="1675"/>
                    </a:cubicBezTo>
                    <a:cubicBezTo>
                      <a:pt x="11460" y="1683"/>
                      <a:pt x="11491" y="1687"/>
                      <a:pt x="11522" y="1687"/>
                    </a:cubicBezTo>
                    <a:cubicBezTo>
                      <a:pt x="11671" y="1687"/>
                      <a:pt x="11815" y="1599"/>
                      <a:pt x="11927" y="1449"/>
                    </a:cubicBezTo>
                    <a:cubicBezTo>
                      <a:pt x="12244" y="906"/>
                      <a:pt x="11837" y="362"/>
                      <a:pt x="11293" y="181"/>
                    </a:cubicBezTo>
                    <a:cubicBezTo>
                      <a:pt x="10750" y="0"/>
                      <a:pt x="10116" y="0"/>
                      <a:pt x="95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4" name="Google Shape;3194;p5"/>
              <p:cNvSpPr/>
              <p:nvPr/>
            </p:nvSpPr>
            <p:spPr>
              <a:xfrm>
                <a:off x="3051175" y="266050"/>
                <a:ext cx="622475" cy="338700"/>
              </a:xfrm>
              <a:custGeom>
                <a:rect b="b" l="l" r="r" t="t"/>
                <a:pathLst>
                  <a:path extrusionOk="0" h="13548" w="24899">
                    <a:moveTo>
                      <a:pt x="17746" y="2505"/>
                    </a:moveTo>
                    <a:lnTo>
                      <a:pt x="17746" y="2505"/>
                    </a:lnTo>
                    <a:cubicBezTo>
                      <a:pt x="19240" y="3319"/>
                      <a:pt x="20598" y="4315"/>
                      <a:pt x="21594" y="5673"/>
                    </a:cubicBezTo>
                    <a:cubicBezTo>
                      <a:pt x="22363" y="6669"/>
                      <a:pt x="22906" y="7801"/>
                      <a:pt x="23133" y="9023"/>
                    </a:cubicBezTo>
                    <a:cubicBezTo>
                      <a:pt x="23133" y="9159"/>
                      <a:pt x="23133" y="9295"/>
                      <a:pt x="23178" y="9431"/>
                    </a:cubicBezTo>
                    <a:cubicBezTo>
                      <a:pt x="22725" y="8118"/>
                      <a:pt x="21865" y="6896"/>
                      <a:pt x="21096" y="5854"/>
                    </a:cubicBezTo>
                    <a:cubicBezTo>
                      <a:pt x="20417" y="4949"/>
                      <a:pt x="19692" y="4134"/>
                      <a:pt x="18877" y="3365"/>
                    </a:cubicBezTo>
                    <a:cubicBezTo>
                      <a:pt x="18515" y="3093"/>
                      <a:pt x="18153" y="2776"/>
                      <a:pt x="17746" y="2505"/>
                    </a:cubicBezTo>
                    <a:close/>
                    <a:moveTo>
                      <a:pt x="5620" y="1"/>
                    </a:moveTo>
                    <a:cubicBezTo>
                      <a:pt x="5226" y="1"/>
                      <a:pt x="4831" y="6"/>
                      <a:pt x="4437" y="15"/>
                    </a:cubicBezTo>
                    <a:cubicBezTo>
                      <a:pt x="3577" y="60"/>
                      <a:pt x="2626" y="105"/>
                      <a:pt x="1811" y="422"/>
                    </a:cubicBezTo>
                    <a:cubicBezTo>
                      <a:pt x="996" y="784"/>
                      <a:pt x="0" y="1463"/>
                      <a:pt x="362" y="2459"/>
                    </a:cubicBezTo>
                    <a:cubicBezTo>
                      <a:pt x="481" y="2814"/>
                      <a:pt x="804" y="3065"/>
                      <a:pt x="1184" y="3065"/>
                    </a:cubicBezTo>
                    <a:cubicBezTo>
                      <a:pt x="1241" y="3065"/>
                      <a:pt x="1299" y="3060"/>
                      <a:pt x="1358" y="3048"/>
                    </a:cubicBezTo>
                    <a:cubicBezTo>
                      <a:pt x="2943" y="2595"/>
                      <a:pt x="4527" y="2323"/>
                      <a:pt x="6202" y="2323"/>
                    </a:cubicBezTo>
                    <a:cubicBezTo>
                      <a:pt x="6298" y="2321"/>
                      <a:pt x="6394" y="2320"/>
                      <a:pt x="6490" y="2320"/>
                    </a:cubicBezTo>
                    <a:cubicBezTo>
                      <a:pt x="8024" y="2320"/>
                      <a:pt x="9557" y="2640"/>
                      <a:pt x="11091" y="2640"/>
                    </a:cubicBezTo>
                    <a:cubicBezTo>
                      <a:pt x="11272" y="2640"/>
                      <a:pt x="11408" y="2505"/>
                      <a:pt x="11499" y="2369"/>
                    </a:cubicBezTo>
                    <a:cubicBezTo>
                      <a:pt x="12585" y="2731"/>
                      <a:pt x="13626" y="3274"/>
                      <a:pt x="14577" y="3953"/>
                    </a:cubicBezTo>
                    <a:cubicBezTo>
                      <a:pt x="15618" y="4677"/>
                      <a:pt x="16659" y="5719"/>
                      <a:pt x="17157" y="6896"/>
                    </a:cubicBezTo>
                    <a:cubicBezTo>
                      <a:pt x="17217" y="7014"/>
                      <a:pt x="17320" y="7065"/>
                      <a:pt x="17428" y="7065"/>
                    </a:cubicBezTo>
                    <a:cubicBezTo>
                      <a:pt x="17651" y="7065"/>
                      <a:pt x="17897" y="6853"/>
                      <a:pt x="17836" y="6579"/>
                    </a:cubicBezTo>
                    <a:cubicBezTo>
                      <a:pt x="17610" y="5809"/>
                      <a:pt x="17429" y="5085"/>
                      <a:pt x="16976" y="4406"/>
                    </a:cubicBezTo>
                    <a:cubicBezTo>
                      <a:pt x="16750" y="4089"/>
                      <a:pt x="16523" y="3772"/>
                      <a:pt x="16297" y="3500"/>
                    </a:cubicBezTo>
                    <a:lnTo>
                      <a:pt x="16297" y="3500"/>
                    </a:lnTo>
                    <a:cubicBezTo>
                      <a:pt x="16433" y="3591"/>
                      <a:pt x="16614" y="3682"/>
                      <a:pt x="16750" y="3772"/>
                    </a:cubicBezTo>
                    <a:cubicBezTo>
                      <a:pt x="17112" y="3998"/>
                      <a:pt x="17474" y="4270"/>
                      <a:pt x="17836" y="4542"/>
                    </a:cubicBezTo>
                    <a:cubicBezTo>
                      <a:pt x="18560" y="5175"/>
                      <a:pt x="19240" y="5900"/>
                      <a:pt x="19873" y="6624"/>
                    </a:cubicBezTo>
                    <a:cubicBezTo>
                      <a:pt x="20462" y="7348"/>
                      <a:pt x="21005" y="8118"/>
                      <a:pt x="21548" y="8887"/>
                    </a:cubicBezTo>
                    <a:cubicBezTo>
                      <a:pt x="22182" y="9793"/>
                      <a:pt x="22861" y="10743"/>
                      <a:pt x="22770" y="11875"/>
                    </a:cubicBezTo>
                    <a:cubicBezTo>
                      <a:pt x="22735" y="12053"/>
                      <a:pt x="22895" y="12175"/>
                      <a:pt x="23053" y="12175"/>
                    </a:cubicBezTo>
                    <a:cubicBezTo>
                      <a:pt x="23096" y="12175"/>
                      <a:pt x="23139" y="12166"/>
                      <a:pt x="23178" y="12147"/>
                    </a:cubicBezTo>
                    <a:cubicBezTo>
                      <a:pt x="23223" y="12554"/>
                      <a:pt x="23268" y="12962"/>
                      <a:pt x="23404" y="13324"/>
                    </a:cubicBezTo>
                    <a:cubicBezTo>
                      <a:pt x="23485" y="13485"/>
                      <a:pt x="23628" y="13547"/>
                      <a:pt x="23778" y="13547"/>
                    </a:cubicBezTo>
                    <a:cubicBezTo>
                      <a:pt x="23965" y="13547"/>
                      <a:pt x="24164" y="13450"/>
                      <a:pt x="24264" y="13324"/>
                    </a:cubicBezTo>
                    <a:cubicBezTo>
                      <a:pt x="24717" y="12690"/>
                      <a:pt x="24808" y="11649"/>
                      <a:pt x="24853" y="10925"/>
                    </a:cubicBezTo>
                    <a:cubicBezTo>
                      <a:pt x="24898" y="10110"/>
                      <a:pt x="24808" y="9295"/>
                      <a:pt x="24672" y="8525"/>
                    </a:cubicBezTo>
                    <a:cubicBezTo>
                      <a:pt x="24400" y="7122"/>
                      <a:pt x="23766" y="5809"/>
                      <a:pt x="22906" y="4677"/>
                    </a:cubicBezTo>
                    <a:cubicBezTo>
                      <a:pt x="22001" y="3591"/>
                      <a:pt x="20914" y="2686"/>
                      <a:pt x="19692" y="1961"/>
                    </a:cubicBezTo>
                    <a:cubicBezTo>
                      <a:pt x="18379" y="1237"/>
                      <a:pt x="16976" y="830"/>
                      <a:pt x="15482" y="648"/>
                    </a:cubicBezTo>
                    <a:cubicBezTo>
                      <a:pt x="15471" y="647"/>
                      <a:pt x="15459" y="646"/>
                      <a:pt x="15448" y="646"/>
                    </a:cubicBezTo>
                    <a:cubicBezTo>
                      <a:pt x="15153" y="646"/>
                      <a:pt x="14996" y="1197"/>
                      <a:pt x="15301" y="1328"/>
                    </a:cubicBezTo>
                    <a:cubicBezTo>
                      <a:pt x="15709" y="1509"/>
                      <a:pt x="16161" y="1690"/>
                      <a:pt x="16569" y="1916"/>
                    </a:cubicBezTo>
                    <a:cubicBezTo>
                      <a:pt x="16486" y="1899"/>
                      <a:pt x="16403" y="1889"/>
                      <a:pt x="16320" y="1889"/>
                    </a:cubicBezTo>
                    <a:cubicBezTo>
                      <a:pt x="16177" y="1889"/>
                      <a:pt x="16033" y="1920"/>
                      <a:pt x="15890" y="2007"/>
                    </a:cubicBezTo>
                    <a:cubicBezTo>
                      <a:pt x="15618" y="2142"/>
                      <a:pt x="15573" y="2459"/>
                      <a:pt x="15618" y="2731"/>
                    </a:cubicBezTo>
                    <a:cubicBezTo>
                      <a:pt x="15618" y="2776"/>
                      <a:pt x="15618" y="2821"/>
                      <a:pt x="15663" y="2867"/>
                    </a:cubicBezTo>
                    <a:cubicBezTo>
                      <a:pt x="15573" y="2776"/>
                      <a:pt x="15437" y="2686"/>
                      <a:pt x="15346" y="2595"/>
                    </a:cubicBezTo>
                    <a:cubicBezTo>
                      <a:pt x="13988" y="1463"/>
                      <a:pt x="12223" y="784"/>
                      <a:pt x="10503" y="422"/>
                    </a:cubicBezTo>
                    <a:cubicBezTo>
                      <a:pt x="8897" y="94"/>
                      <a:pt x="7261" y="1"/>
                      <a:pt x="56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5" name="Google Shape;3195;p5"/>
              <p:cNvSpPr/>
              <p:nvPr/>
            </p:nvSpPr>
            <p:spPr>
              <a:xfrm>
                <a:off x="3680400" y="336575"/>
                <a:ext cx="164125" cy="149400"/>
              </a:xfrm>
              <a:custGeom>
                <a:rect b="b" l="l" r="r" t="t"/>
                <a:pathLst>
                  <a:path extrusionOk="0" h="5976" w="6565">
                    <a:moveTo>
                      <a:pt x="5252" y="0"/>
                    </a:moveTo>
                    <a:cubicBezTo>
                      <a:pt x="4935" y="0"/>
                      <a:pt x="4618" y="136"/>
                      <a:pt x="4347" y="227"/>
                    </a:cubicBezTo>
                    <a:cubicBezTo>
                      <a:pt x="3260" y="634"/>
                      <a:pt x="2128" y="1177"/>
                      <a:pt x="1314" y="2038"/>
                    </a:cubicBezTo>
                    <a:cubicBezTo>
                      <a:pt x="453" y="2943"/>
                      <a:pt x="182" y="4346"/>
                      <a:pt x="46" y="5568"/>
                    </a:cubicBezTo>
                    <a:cubicBezTo>
                      <a:pt x="1" y="5750"/>
                      <a:pt x="227" y="5931"/>
                      <a:pt x="408" y="5976"/>
                    </a:cubicBezTo>
                    <a:cubicBezTo>
                      <a:pt x="589" y="5976"/>
                      <a:pt x="770" y="5885"/>
                      <a:pt x="861" y="5659"/>
                    </a:cubicBezTo>
                    <a:cubicBezTo>
                      <a:pt x="1042" y="5161"/>
                      <a:pt x="1359" y="4708"/>
                      <a:pt x="1630" y="4256"/>
                    </a:cubicBezTo>
                    <a:cubicBezTo>
                      <a:pt x="1766" y="4075"/>
                      <a:pt x="1902" y="3848"/>
                      <a:pt x="2083" y="3622"/>
                    </a:cubicBezTo>
                    <a:cubicBezTo>
                      <a:pt x="2219" y="3396"/>
                      <a:pt x="2309" y="3305"/>
                      <a:pt x="2491" y="3124"/>
                    </a:cubicBezTo>
                    <a:cubicBezTo>
                      <a:pt x="3170" y="2445"/>
                      <a:pt x="4256" y="1992"/>
                      <a:pt x="5161" y="1675"/>
                    </a:cubicBezTo>
                    <a:cubicBezTo>
                      <a:pt x="5614" y="1494"/>
                      <a:pt x="6565" y="996"/>
                      <a:pt x="6203" y="363"/>
                    </a:cubicBezTo>
                    <a:cubicBezTo>
                      <a:pt x="6021" y="46"/>
                      <a:pt x="5569" y="0"/>
                      <a:pt x="52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6" name="Google Shape;3196;p5"/>
              <p:cNvSpPr/>
              <p:nvPr/>
            </p:nvSpPr>
            <p:spPr>
              <a:xfrm>
                <a:off x="3904925" y="406950"/>
                <a:ext cx="271200" cy="172350"/>
              </a:xfrm>
              <a:custGeom>
                <a:rect b="b" l="l" r="r" t="t"/>
                <a:pathLst>
                  <a:path extrusionOk="0" h="6894" w="10848">
                    <a:moveTo>
                      <a:pt x="9101" y="0"/>
                    </a:moveTo>
                    <a:cubicBezTo>
                      <a:pt x="8518" y="0"/>
                      <a:pt x="7932" y="185"/>
                      <a:pt x="7362" y="445"/>
                    </a:cubicBezTo>
                    <a:cubicBezTo>
                      <a:pt x="6321" y="943"/>
                      <a:pt x="5325" y="1531"/>
                      <a:pt x="4329" y="2120"/>
                    </a:cubicBezTo>
                    <a:cubicBezTo>
                      <a:pt x="3378" y="2663"/>
                      <a:pt x="2337" y="3161"/>
                      <a:pt x="1567" y="3976"/>
                    </a:cubicBezTo>
                    <a:cubicBezTo>
                      <a:pt x="843" y="4700"/>
                      <a:pt x="481" y="5470"/>
                      <a:pt x="119" y="6420"/>
                    </a:cubicBezTo>
                    <a:cubicBezTo>
                      <a:pt x="1" y="6686"/>
                      <a:pt x="248" y="6893"/>
                      <a:pt x="497" y="6893"/>
                    </a:cubicBezTo>
                    <a:cubicBezTo>
                      <a:pt x="630" y="6893"/>
                      <a:pt x="764" y="6834"/>
                      <a:pt x="843" y="6692"/>
                    </a:cubicBezTo>
                    <a:cubicBezTo>
                      <a:pt x="1703" y="5107"/>
                      <a:pt x="3604" y="4383"/>
                      <a:pt x="5144" y="3523"/>
                    </a:cubicBezTo>
                    <a:cubicBezTo>
                      <a:pt x="6004" y="3025"/>
                      <a:pt x="6864" y="2527"/>
                      <a:pt x="7724" y="2074"/>
                    </a:cubicBezTo>
                    <a:cubicBezTo>
                      <a:pt x="8131" y="1893"/>
                      <a:pt x="8539" y="1712"/>
                      <a:pt x="8946" y="1576"/>
                    </a:cubicBezTo>
                    <a:cubicBezTo>
                      <a:pt x="9173" y="1531"/>
                      <a:pt x="9354" y="1486"/>
                      <a:pt x="9580" y="1441"/>
                    </a:cubicBezTo>
                    <a:cubicBezTo>
                      <a:pt x="9670" y="1395"/>
                      <a:pt x="9670" y="1395"/>
                      <a:pt x="9670" y="1395"/>
                    </a:cubicBezTo>
                    <a:cubicBezTo>
                      <a:pt x="9806" y="1350"/>
                      <a:pt x="9942" y="1350"/>
                      <a:pt x="10078" y="1350"/>
                    </a:cubicBezTo>
                    <a:cubicBezTo>
                      <a:pt x="10621" y="1350"/>
                      <a:pt x="10847" y="626"/>
                      <a:pt x="10349" y="354"/>
                    </a:cubicBezTo>
                    <a:lnTo>
                      <a:pt x="10395" y="354"/>
                    </a:lnTo>
                    <a:cubicBezTo>
                      <a:pt x="9970" y="103"/>
                      <a:pt x="9536" y="0"/>
                      <a:pt x="91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7" name="Google Shape;3197;p5"/>
              <p:cNvSpPr/>
              <p:nvPr/>
            </p:nvSpPr>
            <p:spPr>
              <a:xfrm>
                <a:off x="4064350" y="473075"/>
                <a:ext cx="322250" cy="157300"/>
              </a:xfrm>
              <a:custGeom>
                <a:rect b="b" l="l" r="r" t="t"/>
                <a:pathLst>
                  <a:path extrusionOk="0" h="6292" w="12890">
                    <a:moveTo>
                      <a:pt x="4471" y="0"/>
                    </a:moveTo>
                    <a:cubicBezTo>
                      <a:pt x="4333" y="0"/>
                      <a:pt x="4196" y="6"/>
                      <a:pt x="4063" y="18"/>
                    </a:cubicBezTo>
                    <a:cubicBezTo>
                      <a:pt x="3565" y="63"/>
                      <a:pt x="3022" y="199"/>
                      <a:pt x="2660" y="516"/>
                    </a:cubicBezTo>
                    <a:cubicBezTo>
                      <a:pt x="2433" y="742"/>
                      <a:pt x="2479" y="1150"/>
                      <a:pt x="2750" y="1285"/>
                    </a:cubicBezTo>
                    <a:cubicBezTo>
                      <a:pt x="3022" y="1467"/>
                      <a:pt x="3293" y="1467"/>
                      <a:pt x="3610" y="1512"/>
                    </a:cubicBezTo>
                    <a:cubicBezTo>
                      <a:pt x="2479" y="1874"/>
                      <a:pt x="1437" y="2462"/>
                      <a:pt x="442" y="3051"/>
                    </a:cubicBezTo>
                    <a:cubicBezTo>
                      <a:pt x="1" y="3291"/>
                      <a:pt x="269" y="3851"/>
                      <a:pt x="682" y="3851"/>
                    </a:cubicBezTo>
                    <a:cubicBezTo>
                      <a:pt x="736" y="3851"/>
                      <a:pt x="792" y="3841"/>
                      <a:pt x="849" y="3821"/>
                    </a:cubicBezTo>
                    <a:cubicBezTo>
                      <a:pt x="1890" y="3368"/>
                      <a:pt x="3022" y="3096"/>
                      <a:pt x="4154" y="2915"/>
                    </a:cubicBezTo>
                    <a:cubicBezTo>
                      <a:pt x="4791" y="2832"/>
                      <a:pt x="5446" y="2749"/>
                      <a:pt x="6096" y="2749"/>
                    </a:cubicBezTo>
                    <a:cubicBezTo>
                      <a:pt x="6508" y="2749"/>
                      <a:pt x="6919" y="2782"/>
                      <a:pt x="7322" y="2870"/>
                    </a:cubicBezTo>
                    <a:cubicBezTo>
                      <a:pt x="8182" y="3051"/>
                      <a:pt x="8997" y="3368"/>
                      <a:pt x="9676" y="3911"/>
                    </a:cubicBezTo>
                    <a:cubicBezTo>
                      <a:pt x="9857" y="4002"/>
                      <a:pt x="9948" y="4092"/>
                      <a:pt x="10084" y="4228"/>
                    </a:cubicBezTo>
                    <a:cubicBezTo>
                      <a:pt x="10536" y="4726"/>
                      <a:pt x="10944" y="5269"/>
                      <a:pt x="11261" y="5903"/>
                    </a:cubicBezTo>
                    <a:cubicBezTo>
                      <a:pt x="11382" y="6177"/>
                      <a:pt x="11616" y="6292"/>
                      <a:pt x="11863" y="6292"/>
                    </a:cubicBezTo>
                    <a:cubicBezTo>
                      <a:pt x="12351" y="6292"/>
                      <a:pt x="12890" y="5840"/>
                      <a:pt x="12709" y="5269"/>
                    </a:cubicBezTo>
                    <a:cubicBezTo>
                      <a:pt x="12347" y="4137"/>
                      <a:pt x="11532" y="3187"/>
                      <a:pt x="10536" y="2462"/>
                    </a:cubicBezTo>
                    <a:cubicBezTo>
                      <a:pt x="9903" y="1919"/>
                      <a:pt x="9178" y="1376"/>
                      <a:pt x="8409" y="1014"/>
                    </a:cubicBezTo>
                    <a:cubicBezTo>
                      <a:pt x="7503" y="561"/>
                      <a:pt x="6553" y="244"/>
                      <a:pt x="5602" y="108"/>
                    </a:cubicBezTo>
                    <a:cubicBezTo>
                      <a:pt x="5238" y="42"/>
                      <a:pt x="4849" y="0"/>
                      <a:pt x="44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8" name="Google Shape;3198;p5"/>
              <p:cNvSpPr/>
              <p:nvPr/>
            </p:nvSpPr>
            <p:spPr>
              <a:xfrm>
                <a:off x="2958375" y="375425"/>
                <a:ext cx="337825" cy="129675"/>
              </a:xfrm>
              <a:custGeom>
                <a:rect b="b" l="l" r="r" t="t"/>
                <a:pathLst>
                  <a:path extrusionOk="0" h="5187" w="13513">
                    <a:moveTo>
                      <a:pt x="7434" y="0"/>
                    </a:moveTo>
                    <a:cubicBezTo>
                      <a:pt x="7028" y="0"/>
                      <a:pt x="6617" y="41"/>
                      <a:pt x="6202" y="121"/>
                    </a:cubicBezTo>
                    <a:cubicBezTo>
                      <a:pt x="4799" y="393"/>
                      <a:pt x="3350" y="981"/>
                      <a:pt x="2128" y="1660"/>
                    </a:cubicBezTo>
                    <a:cubicBezTo>
                      <a:pt x="1041" y="2204"/>
                      <a:pt x="46" y="3154"/>
                      <a:pt x="0" y="4422"/>
                    </a:cubicBezTo>
                    <a:cubicBezTo>
                      <a:pt x="0" y="4905"/>
                      <a:pt x="383" y="5186"/>
                      <a:pt x="772" y="5186"/>
                    </a:cubicBezTo>
                    <a:cubicBezTo>
                      <a:pt x="966" y="5186"/>
                      <a:pt x="1162" y="5116"/>
                      <a:pt x="1313" y="4965"/>
                    </a:cubicBezTo>
                    <a:cubicBezTo>
                      <a:pt x="2490" y="3879"/>
                      <a:pt x="3984" y="3200"/>
                      <a:pt x="5523" y="2883"/>
                    </a:cubicBezTo>
                    <a:cubicBezTo>
                      <a:pt x="6242" y="2714"/>
                      <a:pt x="6971" y="2673"/>
                      <a:pt x="7705" y="2673"/>
                    </a:cubicBezTo>
                    <a:cubicBezTo>
                      <a:pt x="8387" y="2673"/>
                      <a:pt x="9074" y="2708"/>
                      <a:pt x="9762" y="2708"/>
                    </a:cubicBezTo>
                    <a:cubicBezTo>
                      <a:pt x="9918" y="2708"/>
                      <a:pt x="10074" y="2706"/>
                      <a:pt x="10231" y="2702"/>
                    </a:cubicBezTo>
                    <a:cubicBezTo>
                      <a:pt x="10322" y="2702"/>
                      <a:pt x="10412" y="2656"/>
                      <a:pt x="10503" y="2566"/>
                    </a:cubicBezTo>
                    <a:cubicBezTo>
                      <a:pt x="11227" y="3019"/>
                      <a:pt x="11996" y="3471"/>
                      <a:pt x="12676" y="3969"/>
                    </a:cubicBezTo>
                    <a:cubicBezTo>
                      <a:pt x="12753" y="4029"/>
                      <a:pt x="12833" y="4055"/>
                      <a:pt x="12911" y="4055"/>
                    </a:cubicBezTo>
                    <a:cubicBezTo>
                      <a:pt x="13241" y="4055"/>
                      <a:pt x="13512" y="3584"/>
                      <a:pt x="13219" y="3290"/>
                    </a:cubicBezTo>
                    <a:cubicBezTo>
                      <a:pt x="12313" y="2294"/>
                      <a:pt x="11453" y="1344"/>
                      <a:pt x="10231" y="710"/>
                    </a:cubicBezTo>
                    <a:cubicBezTo>
                      <a:pt x="9338" y="232"/>
                      <a:pt x="8400" y="0"/>
                      <a:pt x="74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9" name="Google Shape;3199;p5"/>
              <p:cNvSpPr/>
              <p:nvPr/>
            </p:nvSpPr>
            <p:spPr>
              <a:xfrm>
                <a:off x="3634375" y="746750"/>
                <a:ext cx="99250" cy="170975"/>
              </a:xfrm>
              <a:custGeom>
                <a:rect b="b" l="l" r="r" t="t"/>
                <a:pathLst>
                  <a:path extrusionOk="0" h="6839" w="3970">
                    <a:moveTo>
                      <a:pt x="429" y="0"/>
                    </a:moveTo>
                    <a:cubicBezTo>
                      <a:pt x="201" y="0"/>
                      <a:pt x="0" y="267"/>
                      <a:pt x="212" y="479"/>
                    </a:cubicBezTo>
                    <a:cubicBezTo>
                      <a:pt x="982" y="1294"/>
                      <a:pt x="1525" y="2289"/>
                      <a:pt x="1887" y="3285"/>
                    </a:cubicBezTo>
                    <a:cubicBezTo>
                      <a:pt x="2068" y="3829"/>
                      <a:pt x="2204" y="4327"/>
                      <a:pt x="2340" y="4870"/>
                    </a:cubicBezTo>
                    <a:cubicBezTo>
                      <a:pt x="2430" y="5413"/>
                      <a:pt x="2430" y="6092"/>
                      <a:pt x="2747" y="6545"/>
                    </a:cubicBezTo>
                    <a:cubicBezTo>
                      <a:pt x="2867" y="6744"/>
                      <a:pt x="3048" y="6838"/>
                      <a:pt x="3229" y="6838"/>
                    </a:cubicBezTo>
                    <a:cubicBezTo>
                      <a:pt x="3459" y="6838"/>
                      <a:pt x="3687" y="6687"/>
                      <a:pt x="3788" y="6409"/>
                    </a:cubicBezTo>
                    <a:cubicBezTo>
                      <a:pt x="3969" y="5866"/>
                      <a:pt x="3743" y="5096"/>
                      <a:pt x="3607" y="4508"/>
                    </a:cubicBezTo>
                    <a:cubicBezTo>
                      <a:pt x="3426" y="3919"/>
                      <a:pt x="3200" y="3376"/>
                      <a:pt x="2928" y="2787"/>
                    </a:cubicBezTo>
                    <a:cubicBezTo>
                      <a:pt x="2385" y="1701"/>
                      <a:pt x="1570" y="796"/>
                      <a:pt x="619" y="71"/>
                    </a:cubicBezTo>
                    <a:cubicBezTo>
                      <a:pt x="560" y="21"/>
                      <a:pt x="493" y="0"/>
                      <a:pt x="42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0" name="Google Shape;3200;p5"/>
              <p:cNvSpPr/>
              <p:nvPr/>
            </p:nvSpPr>
            <p:spPr>
              <a:xfrm>
                <a:off x="3720025" y="759550"/>
                <a:ext cx="43025" cy="128075"/>
              </a:xfrm>
              <a:custGeom>
                <a:rect b="b" l="l" r="r" t="t"/>
                <a:pathLst>
                  <a:path extrusionOk="0" h="5123" w="1721">
                    <a:moveTo>
                      <a:pt x="368" y="0"/>
                    </a:moveTo>
                    <a:cubicBezTo>
                      <a:pt x="335" y="0"/>
                      <a:pt x="303" y="4"/>
                      <a:pt x="272" y="12"/>
                    </a:cubicBezTo>
                    <a:cubicBezTo>
                      <a:pt x="91" y="57"/>
                      <a:pt x="0" y="238"/>
                      <a:pt x="45" y="465"/>
                    </a:cubicBezTo>
                    <a:cubicBezTo>
                      <a:pt x="136" y="1234"/>
                      <a:pt x="272" y="2004"/>
                      <a:pt x="453" y="2773"/>
                    </a:cubicBezTo>
                    <a:cubicBezTo>
                      <a:pt x="543" y="3136"/>
                      <a:pt x="634" y="3543"/>
                      <a:pt x="724" y="3905"/>
                    </a:cubicBezTo>
                    <a:cubicBezTo>
                      <a:pt x="770" y="4086"/>
                      <a:pt x="860" y="4267"/>
                      <a:pt x="951" y="4494"/>
                    </a:cubicBezTo>
                    <a:cubicBezTo>
                      <a:pt x="1041" y="4675"/>
                      <a:pt x="1087" y="4856"/>
                      <a:pt x="1222" y="4992"/>
                    </a:cubicBezTo>
                    <a:cubicBezTo>
                      <a:pt x="1277" y="5083"/>
                      <a:pt x="1362" y="5123"/>
                      <a:pt x="1443" y="5123"/>
                    </a:cubicBezTo>
                    <a:cubicBezTo>
                      <a:pt x="1562" y="5123"/>
                      <a:pt x="1675" y="5036"/>
                      <a:pt x="1675" y="4901"/>
                    </a:cubicBezTo>
                    <a:cubicBezTo>
                      <a:pt x="1720" y="4675"/>
                      <a:pt x="1675" y="4494"/>
                      <a:pt x="1630" y="4313"/>
                    </a:cubicBezTo>
                    <a:lnTo>
                      <a:pt x="1630" y="4267"/>
                    </a:lnTo>
                    <a:cubicBezTo>
                      <a:pt x="1630" y="4086"/>
                      <a:pt x="1585" y="3860"/>
                      <a:pt x="1539" y="3679"/>
                    </a:cubicBezTo>
                    <a:cubicBezTo>
                      <a:pt x="1449" y="3317"/>
                      <a:pt x="1358" y="2909"/>
                      <a:pt x="1268" y="2547"/>
                    </a:cubicBezTo>
                    <a:cubicBezTo>
                      <a:pt x="1041" y="1777"/>
                      <a:pt x="860" y="1008"/>
                      <a:pt x="724" y="238"/>
                    </a:cubicBezTo>
                    <a:cubicBezTo>
                      <a:pt x="687" y="88"/>
                      <a:pt x="525" y="0"/>
                      <a:pt x="3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1" name="Google Shape;3201;p5"/>
              <p:cNvSpPr/>
              <p:nvPr/>
            </p:nvSpPr>
            <p:spPr>
              <a:xfrm>
                <a:off x="4036900" y="787000"/>
                <a:ext cx="19250" cy="80650"/>
              </a:xfrm>
              <a:custGeom>
                <a:rect b="b" l="l" r="r" t="t"/>
                <a:pathLst>
                  <a:path extrusionOk="0" h="3226" w="770">
                    <a:moveTo>
                      <a:pt x="408" y="0"/>
                    </a:moveTo>
                    <a:cubicBezTo>
                      <a:pt x="227" y="0"/>
                      <a:pt x="136" y="136"/>
                      <a:pt x="91" y="317"/>
                    </a:cubicBezTo>
                    <a:cubicBezTo>
                      <a:pt x="46" y="770"/>
                      <a:pt x="0" y="1223"/>
                      <a:pt x="0" y="1721"/>
                    </a:cubicBezTo>
                    <a:cubicBezTo>
                      <a:pt x="0" y="1947"/>
                      <a:pt x="0" y="2173"/>
                      <a:pt x="46" y="2400"/>
                    </a:cubicBezTo>
                    <a:cubicBezTo>
                      <a:pt x="46" y="2626"/>
                      <a:pt x="46" y="2898"/>
                      <a:pt x="181" y="3124"/>
                    </a:cubicBezTo>
                    <a:cubicBezTo>
                      <a:pt x="227" y="3192"/>
                      <a:pt x="295" y="3226"/>
                      <a:pt x="363" y="3226"/>
                    </a:cubicBezTo>
                    <a:cubicBezTo>
                      <a:pt x="430" y="3226"/>
                      <a:pt x="498" y="3192"/>
                      <a:pt x="544" y="3124"/>
                    </a:cubicBezTo>
                    <a:cubicBezTo>
                      <a:pt x="679" y="2898"/>
                      <a:pt x="679" y="2671"/>
                      <a:pt x="679" y="2445"/>
                    </a:cubicBezTo>
                    <a:cubicBezTo>
                      <a:pt x="679" y="2173"/>
                      <a:pt x="725" y="1947"/>
                      <a:pt x="725" y="1721"/>
                    </a:cubicBezTo>
                    <a:cubicBezTo>
                      <a:pt x="725" y="1223"/>
                      <a:pt x="725" y="770"/>
                      <a:pt x="725" y="317"/>
                    </a:cubicBezTo>
                    <a:cubicBezTo>
                      <a:pt x="770" y="136"/>
                      <a:pt x="589" y="0"/>
                      <a:pt x="408" y="0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2" name="Google Shape;3202;p5"/>
              <p:cNvSpPr/>
              <p:nvPr/>
            </p:nvSpPr>
            <p:spPr>
              <a:xfrm>
                <a:off x="4281350" y="1067675"/>
                <a:ext cx="195800" cy="158350"/>
              </a:xfrm>
              <a:custGeom>
                <a:rect b="b" l="l" r="r" t="t"/>
                <a:pathLst>
                  <a:path extrusionOk="0" h="6334" w="7832">
                    <a:moveTo>
                      <a:pt x="544" y="0"/>
                    </a:moveTo>
                    <a:cubicBezTo>
                      <a:pt x="136" y="0"/>
                      <a:pt x="0" y="634"/>
                      <a:pt x="453" y="724"/>
                    </a:cubicBezTo>
                    <a:cubicBezTo>
                      <a:pt x="906" y="815"/>
                      <a:pt x="1268" y="1268"/>
                      <a:pt x="1630" y="1539"/>
                    </a:cubicBezTo>
                    <a:cubicBezTo>
                      <a:pt x="2038" y="1811"/>
                      <a:pt x="2354" y="2128"/>
                      <a:pt x="2717" y="2445"/>
                    </a:cubicBezTo>
                    <a:cubicBezTo>
                      <a:pt x="3396" y="3078"/>
                      <a:pt x="4120" y="3757"/>
                      <a:pt x="4754" y="4482"/>
                    </a:cubicBezTo>
                    <a:cubicBezTo>
                      <a:pt x="5025" y="4844"/>
                      <a:pt x="5297" y="5206"/>
                      <a:pt x="5568" y="5568"/>
                    </a:cubicBezTo>
                    <a:cubicBezTo>
                      <a:pt x="5836" y="5951"/>
                      <a:pt x="6201" y="6333"/>
                      <a:pt x="6690" y="6333"/>
                    </a:cubicBezTo>
                    <a:cubicBezTo>
                      <a:pt x="6780" y="6333"/>
                      <a:pt x="6874" y="6321"/>
                      <a:pt x="6972" y="6293"/>
                    </a:cubicBezTo>
                    <a:cubicBezTo>
                      <a:pt x="7515" y="6157"/>
                      <a:pt x="7696" y="5613"/>
                      <a:pt x="7741" y="5070"/>
                    </a:cubicBezTo>
                    <a:cubicBezTo>
                      <a:pt x="7741" y="4980"/>
                      <a:pt x="7741" y="4889"/>
                      <a:pt x="7741" y="4799"/>
                    </a:cubicBezTo>
                    <a:cubicBezTo>
                      <a:pt x="7832" y="4663"/>
                      <a:pt x="7832" y="4482"/>
                      <a:pt x="7787" y="4301"/>
                    </a:cubicBezTo>
                    <a:cubicBezTo>
                      <a:pt x="7787" y="4255"/>
                      <a:pt x="7787" y="4210"/>
                      <a:pt x="7741" y="4120"/>
                    </a:cubicBezTo>
                    <a:cubicBezTo>
                      <a:pt x="7696" y="3893"/>
                      <a:pt x="7560" y="3757"/>
                      <a:pt x="7379" y="3531"/>
                    </a:cubicBezTo>
                    <a:cubicBezTo>
                      <a:pt x="7334" y="3486"/>
                      <a:pt x="7289" y="3486"/>
                      <a:pt x="7243" y="3441"/>
                    </a:cubicBezTo>
                    <a:cubicBezTo>
                      <a:pt x="7243" y="3441"/>
                      <a:pt x="7198" y="3441"/>
                      <a:pt x="7198" y="3395"/>
                    </a:cubicBezTo>
                    <a:cubicBezTo>
                      <a:pt x="6972" y="3169"/>
                      <a:pt x="6745" y="2988"/>
                      <a:pt x="6474" y="2852"/>
                    </a:cubicBezTo>
                    <a:cubicBezTo>
                      <a:pt x="6202" y="2716"/>
                      <a:pt x="5931" y="2580"/>
                      <a:pt x="5659" y="2535"/>
                    </a:cubicBezTo>
                    <a:cubicBezTo>
                      <a:pt x="5387" y="2445"/>
                      <a:pt x="5116" y="2354"/>
                      <a:pt x="4844" y="2354"/>
                    </a:cubicBezTo>
                    <a:cubicBezTo>
                      <a:pt x="4256" y="1766"/>
                      <a:pt x="3622" y="1268"/>
                      <a:pt x="2943" y="860"/>
                    </a:cubicBezTo>
                    <a:cubicBezTo>
                      <a:pt x="2581" y="634"/>
                      <a:pt x="2264" y="362"/>
                      <a:pt x="1856" y="226"/>
                    </a:cubicBezTo>
                    <a:cubicBezTo>
                      <a:pt x="1404" y="45"/>
                      <a:pt x="996" y="0"/>
                      <a:pt x="5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3" name="Google Shape;3203;p5"/>
              <p:cNvSpPr/>
              <p:nvPr/>
            </p:nvSpPr>
            <p:spPr>
              <a:xfrm>
                <a:off x="3046650" y="1439150"/>
                <a:ext cx="588875" cy="566075"/>
              </a:xfrm>
              <a:custGeom>
                <a:rect b="b" l="l" r="r" t="t"/>
                <a:pathLst>
                  <a:path extrusionOk="0" h="22643" w="23555">
                    <a:moveTo>
                      <a:pt x="4061" y="1"/>
                    </a:moveTo>
                    <a:cubicBezTo>
                      <a:pt x="4008" y="1"/>
                      <a:pt x="3952" y="11"/>
                      <a:pt x="3893" y="35"/>
                    </a:cubicBezTo>
                    <a:cubicBezTo>
                      <a:pt x="3214" y="352"/>
                      <a:pt x="2671" y="759"/>
                      <a:pt x="2218" y="1347"/>
                    </a:cubicBezTo>
                    <a:cubicBezTo>
                      <a:pt x="1766" y="1936"/>
                      <a:pt x="1449" y="2660"/>
                      <a:pt x="1222" y="3339"/>
                    </a:cubicBezTo>
                    <a:cubicBezTo>
                      <a:pt x="589" y="5014"/>
                      <a:pt x="91" y="6825"/>
                      <a:pt x="91" y="8590"/>
                    </a:cubicBezTo>
                    <a:cubicBezTo>
                      <a:pt x="0" y="12167"/>
                      <a:pt x="1947" y="15381"/>
                      <a:pt x="4391" y="17871"/>
                    </a:cubicBezTo>
                    <a:cubicBezTo>
                      <a:pt x="5116" y="18595"/>
                      <a:pt x="5885" y="19274"/>
                      <a:pt x="6655" y="19953"/>
                    </a:cubicBezTo>
                    <a:cubicBezTo>
                      <a:pt x="7470" y="20632"/>
                      <a:pt x="8239" y="21221"/>
                      <a:pt x="9280" y="21537"/>
                    </a:cubicBezTo>
                    <a:cubicBezTo>
                      <a:pt x="9326" y="21554"/>
                      <a:pt x="9370" y="21562"/>
                      <a:pt x="9413" y="21562"/>
                    </a:cubicBezTo>
                    <a:cubicBezTo>
                      <a:pt x="9714" y="21562"/>
                      <a:pt x="9937" y="21181"/>
                      <a:pt x="9778" y="20904"/>
                    </a:cubicBezTo>
                    <a:cubicBezTo>
                      <a:pt x="9733" y="20858"/>
                      <a:pt x="9688" y="20768"/>
                      <a:pt x="9688" y="20723"/>
                    </a:cubicBezTo>
                    <a:lnTo>
                      <a:pt x="9688" y="20723"/>
                    </a:lnTo>
                    <a:cubicBezTo>
                      <a:pt x="9914" y="20904"/>
                      <a:pt x="10186" y="21039"/>
                      <a:pt x="10412" y="21175"/>
                    </a:cubicBezTo>
                    <a:cubicBezTo>
                      <a:pt x="10539" y="21255"/>
                      <a:pt x="10677" y="21290"/>
                      <a:pt x="10813" y="21290"/>
                    </a:cubicBezTo>
                    <a:cubicBezTo>
                      <a:pt x="11064" y="21290"/>
                      <a:pt x="11306" y="21170"/>
                      <a:pt x="11453" y="20994"/>
                    </a:cubicBezTo>
                    <a:cubicBezTo>
                      <a:pt x="12178" y="21583"/>
                      <a:pt x="12947" y="22035"/>
                      <a:pt x="13852" y="22171"/>
                    </a:cubicBezTo>
                    <a:cubicBezTo>
                      <a:pt x="13910" y="22182"/>
                      <a:pt x="13967" y="22187"/>
                      <a:pt x="14022" y="22187"/>
                    </a:cubicBezTo>
                    <a:cubicBezTo>
                      <a:pt x="14441" y="22187"/>
                      <a:pt x="14768" y="21897"/>
                      <a:pt x="14848" y="21537"/>
                    </a:cubicBezTo>
                    <a:cubicBezTo>
                      <a:pt x="15256" y="21900"/>
                      <a:pt x="15708" y="22216"/>
                      <a:pt x="16206" y="22533"/>
                    </a:cubicBezTo>
                    <a:cubicBezTo>
                      <a:pt x="16333" y="22609"/>
                      <a:pt x="16460" y="22643"/>
                      <a:pt x="16582" y="22643"/>
                    </a:cubicBezTo>
                    <a:cubicBezTo>
                      <a:pt x="17117" y="22643"/>
                      <a:pt x="17542" y="22000"/>
                      <a:pt x="17248" y="21447"/>
                    </a:cubicBezTo>
                    <a:cubicBezTo>
                      <a:pt x="17112" y="21221"/>
                      <a:pt x="16976" y="20994"/>
                      <a:pt x="16840" y="20723"/>
                    </a:cubicBezTo>
                    <a:lnTo>
                      <a:pt x="16840" y="20723"/>
                    </a:lnTo>
                    <a:cubicBezTo>
                      <a:pt x="17519" y="21130"/>
                      <a:pt x="18289" y="21492"/>
                      <a:pt x="19058" y="21718"/>
                    </a:cubicBezTo>
                    <a:cubicBezTo>
                      <a:pt x="19143" y="21743"/>
                      <a:pt x="19225" y="21754"/>
                      <a:pt x="19302" y="21754"/>
                    </a:cubicBezTo>
                    <a:cubicBezTo>
                      <a:pt x="19511" y="21754"/>
                      <a:pt x="19683" y="21670"/>
                      <a:pt x="19783" y="21537"/>
                    </a:cubicBezTo>
                    <a:cubicBezTo>
                      <a:pt x="19918" y="21628"/>
                      <a:pt x="20054" y="21718"/>
                      <a:pt x="20145" y="21809"/>
                    </a:cubicBezTo>
                    <a:cubicBezTo>
                      <a:pt x="20264" y="21888"/>
                      <a:pt x="20383" y="21924"/>
                      <a:pt x="20498" y="21924"/>
                    </a:cubicBezTo>
                    <a:cubicBezTo>
                      <a:pt x="20646" y="21924"/>
                      <a:pt x="20787" y="21865"/>
                      <a:pt x="20914" y="21764"/>
                    </a:cubicBezTo>
                    <a:cubicBezTo>
                      <a:pt x="21005" y="21809"/>
                      <a:pt x="21050" y="21900"/>
                      <a:pt x="21095" y="21945"/>
                    </a:cubicBezTo>
                    <a:cubicBezTo>
                      <a:pt x="21263" y="22096"/>
                      <a:pt x="21449" y="22160"/>
                      <a:pt x="21627" y="22160"/>
                    </a:cubicBezTo>
                    <a:cubicBezTo>
                      <a:pt x="21928" y="22160"/>
                      <a:pt x="22204" y="21975"/>
                      <a:pt x="22318" y="21718"/>
                    </a:cubicBezTo>
                    <a:cubicBezTo>
                      <a:pt x="22351" y="21723"/>
                      <a:pt x="22383" y="21725"/>
                      <a:pt x="22416" y="21725"/>
                    </a:cubicBezTo>
                    <a:cubicBezTo>
                      <a:pt x="23014" y="21725"/>
                      <a:pt x="23555" y="20966"/>
                      <a:pt x="22997" y="20451"/>
                    </a:cubicBezTo>
                    <a:lnTo>
                      <a:pt x="22951" y="20451"/>
                    </a:lnTo>
                    <a:cubicBezTo>
                      <a:pt x="21910" y="19546"/>
                      <a:pt x="21005" y="18504"/>
                      <a:pt x="20281" y="17327"/>
                    </a:cubicBezTo>
                    <a:cubicBezTo>
                      <a:pt x="20129" y="17080"/>
                      <a:pt x="19905" y="16977"/>
                      <a:pt x="19683" y="16977"/>
                    </a:cubicBezTo>
                    <a:cubicBezTo>
                      <a:pt x="19376" y="16977"/>
                      <a:pt x="19073" y="17174"/>
                      <a:pt x="18968" y="17463"/>
                    </a:cubicBezTo>
                    <a:cubicBezTo>
                      <a:pt x="18832" y="17282"/>
                      <a:pt x="18696" y="17146"/>
                      <a:pt x="18560" y="16965"/>
                    </a:cubicBezTo>
                    <a:cubicBezTo>
                      <a:pt x="18437" y="16814"/>
                      <a:pt x="18275" y="16750"/>
                      <a:pt x="18110" y="16750"/>
                    </a:cubicBezTo>
                    <a:cubicBezTo>
                      <a:pt x="17729" y="16750"/>
                      <a:pt x="17324" y="17085"/>
                      <a:pt x="17293" y="17463"/>
                    </a:cubicBezTo>
                    <a:cubicBezTo>
                      <a:pt x="16885" y="17101"/>
                      <a:pt x="16478" y="16694"/>
                      <a:pt x="16116" y="16331"/>
                    </a:cubicBezTo>
                    <a:cubicBezTo>
                      <a:pt x="15956" y="16171"/>
                      <a:pt x="15781" y="16104"/>
                      <a:pt x="15614" y="16104"/>
                    </a:cubicBezTo>
                    <a:cubicBezTo>
                      <a:pt x="15074" y="16104"/>
                      <a:pt x="14625" y="16808"/>
                      <a:pt x="15075" y="17327"/>
                    </a:cubicBezTo>
                    <a:cubicBezTo>
                      <a:pt x="15392" y="17690"/>
                      <a:pt x="15708" y="18052"/>
                      <a:pt x="16025" y="18414"/>
                    </a:cubicBezTo>
                    <a:cubicBezTo>
                      <a:pt x="15075" y="17735"/>
                      <a:pt x="14215" y="16965"/>
                      <a:pt x="13355" y="16196"/>
                    </a:cubicBezTo>
                    <a:cubicBezTo>
                      <a:pt x="13201" y="16053"/>
                      <a:pt x="13032" y="15993"/>
                      <a:pt x="12870" y="15993"/>
                    </a:cubicBezTo>
                    <a:cubicBezTo>
                      <a:pt x="12311" y="15993"/>
                      <a:pt x="11833" y="16701"/>
                      <a:pt x="12359" y="17192"/>
                    </a:cubicBezTo>
                    <a:cubicBezTo>
                      <a:pt x="12412" y="17271"/>
                      <a:pt x="12469" y="17347"/>
                      <a:pt x="12528" y="17420"/>
                    </a:cubicBezTo>
                    <a:lnTo>
                      <a:pt x="12528" y="17420"/>
                    </a:lnTo>
                    <a:cubicBezTo>
                      <a:pt x="11586" y="16385"/>
                      <a:pt x="10745" y="15283"/>
                      <a:pt x="10005" y="14113"/>
                    </a:cubicBezTo>
                    <a:cubicBezTo>
                      <a:pt x="9861" y="13874"/>
                      <a:pt x="9650" y="13775"/>
                      <a:pt x="9441" y="13775"/>
                    </a:cubicBezTo>
                    <a:cubicBezTo>
                      <a:pt x="9057" y="13775"/>
                      <a:pt x="8678" y="14110"/>
                      <a:pt x="8737" y="14521"/>
                    </a:cubicBezTo>
                    <a:cubicBezTo>
                      <a:pt x="8194" y="13434"/>
                      <a:pt x="7741" y="12303"/>
                      <a:pt x="7289" y="11171"/>
                    </a:cubicBezTo>
                    <a:cubicBezTo>
                      <a:pt x="7184" y="10857"/>
                      <a:pt x="6896" y="10698"/>
                      <a:pt x="6616" y="10698"/>
                    </a:cubicBezTo>
                    <a:cubicBezTo>
                      <a:pt x="6290" y="10698"/>
                      <a:pt x="5976" y="10914"/>
                      <a:pt x="5976" y="11352"/>
                    </a:cubicBezTo>
                    <a:cubicBezTo>
                      <a:pt x="5976" y="12257"/>
                      <a:pt x="5976" y="13163"/>
                      <a:pt x="6112" y="14113"/>
                    </a:cubicBezTo>
                    <a:cubicBezTo>
                      <a:pt x="6202" y="14430"/>
                      <a:pt x="6293" y="14747"/>
                      <a:pt x="6383" y="15109"/>
                    </a:cubicBezTo>
                    <a:cubicBezTo>
                      <a:pt x="6157" y="14566"/>
                      <a:pt x="6021" y="14023"/>
                      <a:pt x="5885" y="13480"/>
                    </a:cubicBezTo>
                    <a:cubicBezTo>
                      <a:pt x="5704" y="12936"/>
                      <a:pt x="5614" y="12348"/>
                      <a:pt x="5568" y="11759"/>
                    </a:cubicBezTo>
                    <a:cubicBezTo>
                      <a:pt x="5523" y="11488"/>
                      <a:pt x="5478" y="11171"/>
                      <a:pt x="5432" y="10899"/>
                    </a:cubicBezTo>
                    <a:cubicBezTo>
                      <a:pt x="5432" y="10718"/>
                      <a:pt x="5432" y="10537"/>
                      <a:pt x="5387" y="10401"/>
                    </a:cubicBezTo>
                    <a:cubicBezTo>
                      <a:pt x="5342" y="10220"/>
                      <a:pt x="5297" y="10130"/>
                      <a:pt x="5251" y="9994"/>
                    </a:cubicBezTo>
                    <a:cubicBezTo>
                      <a:pt x="5184" y="9881"/>
                      <a:pt x="5070" y="9824"/>
                      <a:pt x="4957" y="9824"/>
                    </a:cubicBezTo>
                    <a:cubicBezTo>
                      <a:pt x="4844" y="9824"/>
                      <a:pt x="4731" y="9881"/>
                      <a:pt x="4663" y="9994"/>
                    </a:cubicBezTo>
                    <a:cubicBezTo>
                      <a:pt x="4391" y="10492"/>
                      <a:pt x="4437" y="11171"/>
                      <a:pt x="4482" y="11759"/>
                    </a:cubicBezTo>
                    <a:cubicBezTo>
                      <a:pt x="4572" y="12348"/>
                      <a:pt x="4663" y="12936"/>
                      <a:pt x="4799" y="13525"/>
                    </a:cubicBezTo>
                    <a:cubicBezTo>
                      <a:pt x="4844" y="13615"/>
                      <a:pt x="4889" y="13751"/>
                      <a:pt x="4935" y="13887"/>
                    </a:cubicBezTo>
                    <a:cubicBezTo>
                      <a:pt x="3576" y="11759"/>
                      <a:pt x="2626" y="9405"/>
                      <a:pt x="3531" y="6916"/>
                    </a:cubicBezTo>
                    <a:cubicBezTo>
                      <a:pt x="3618" y="6685"/>
                      <a:pt x="3447" y="6546"/>
                      <a:pt x="3265" y="6546"/>
                    </a:cubicBezTo>
                    <a:cubicBezTo>
                      <a:pt x="3161" y="6546"/>
                      <a:pt x="3054" y="6591"/>
                      <a:pt x="2988" y="6689"/>
                    </a:cubicBezTo>
                    <a:cubicBezTo>
                      <a:pt x="1766" y="8228"/>
                      <a:pt x="1766" y="10175"/>
                      <a:pt x="2309" y="11986"/>
                    </a:cubicBezTo>
                    <a:cubicBezTo>
                      <a:pt x="2037" y="11216"/>
                      <a:pt x="1811" y="10446"/>
                      <a:pt x="1766" y="9677"/>
                    </a:cubicBezTo>
                    <a:cubicBezTo>
                      <a:pt x="1585" y="7957"/>
                      <a:pt x="1947" y="6327"/>
                      <a:pt x="2309" y="4652"/>
                    </a:cubicBezTo>
                    <a:cubicBezTo>
                      <a:pt x="2626" y="3339"/>
                      <a:pt x="3079" y="1574"/>
                      <a:pt x="4255" y="714"/>
                    </a:cubicBezTo>
                    <a:cubicBezTo>
                      <a:pt x="4610" y="477"/>
                      <a:pt x="4416" y="1"/>
                      <a:pt x="40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4" name="Google Shape;3204;p5"/>
              <p:cNvSpPr/>
              <p:nvPr/>
            </p:nvSpPr>
            <p:spPr>
              <a:xfrm>
                <a:off x="3323750" y="977625"/>
                <a:ext cx="593200" cy="232650"/>
              </a:xfrm>
              <a:custGeom>
                <a:rect b="b" l="l" r="r" t="t"/>
                <a:pathLst>
                  <a:path extrusionOk="0" h="9306" w="23728">
                    <a:moveTo>
                      <a:pt x="21105" y="0"/>
                    </a:moveTo>
                    <a:cubicBezTo>
                      <a:pt x="20919" y="0"/>
                      <a:pt x="20736" y="9"/>
                      <a:pt x="20559" y="26"/>
                    </a:cubicBezTo>
                    <a:cubicBezTo>
                      <a:pt x="19518" y="162"/>
                      <a:pt x="18477" y="388"/>
                      <a:pt x="17526" y="841"/>
                    </a:cubicBezTo>
                    <a:cubicBezTo>
                      <a:pt x="16621" y="1248"/>
                      <a:pt x="15715" y="1746"/>
                      <a:pt x="14946" y="2335"/>
                    </a:cubicBezTo>
                    <a:cubicBezTo>
                      <a:pt x="14086" y="2923"/>
                      <a:pt x="13407" y="3693"/>
                      <a:pt x="12682" y="4417"/>
                    </a:cubicBezTo>
                    <a:cubicBezTo>
                      <a:pt x="12637" y="4417"/>
                      <a:pt x="12547" y="4462"/>
                      <a:pt x="12501" y="4462"/>
                    </a:cubicBezTo>
                    <a:cubicBezTo>
                      <a:pt x="10962" y="4824"/>
                      <a:pt x="9423" y="4734"/>
                      <a:pt x="7884" y="5005"/>
                    </a:cubicBezTo>
                    <a:cubicBezTo>
                      <a:pt x="6435" y="5232"/>
                      <a:pt x="5032" y="5639"/>
                      <a:pt x="3719" y="6273"/>
                    </a:cubicBezTo>
                    <a:cubicBezTo>
                      <a:pt x="2406" y="6952"/>
                      <a:pt x="1275" y="7767"/>
                      <a:pt x="188" y="8763"/>
                    </a:cubicBezTo>
                    <a:cubicBezTo>
                      <a:pt x="1" y="8988"/>
                      <a:pt x="186" y="9306"/>
                      <a:pt x="435" y="9306"/>
                    </a:cubicBezTo>
                    <a:cubicBezTo>
                      <a:pt x="487" y="9306"/>
                      <a:pt x="541" y="9292"/>
                      <a:pt x="596" y="9261"/>
                    </a:cubicBezTo>
                    <a:cubicBezTo>
                      <a:pt x="1863" y="8582"/>
                      <a:pt x="3266" y="7993"/>
                      <a:pt x="4670" y="7541"/>
                    </a:cubicBezTo>
                    <a:cubicBezTo>
                      <a:pt x="6028" y="7088"/>
                      <a:pt x="7386" y="6680"/>
                      <a:pt x="8834" y="6499"/>
                    </a:cubicBezTo>
                    <a:cubicBezTo>
                      <a:pt x="9514" y="6409"/>
                      <a:pt x="10238" y="6364"/>
                      <a:pt x="10962" y="6318"/>
                    </a:cubicBezTo>
                    <a:lnTo>
                      <a:pt x="10962" y="6318"/>
                    </a:lnTo>
                    <a:cubicBezTo>
                      <a:pt x="10645" y="6409"/>
                      <a:pt x="10374" y="6545"/>
                      <a:pt x="10057" y="6635"/>
                    </a:cubicBezTo>
                    <a:cubicBezTo>
                      <a:pt x="9876" y="6726"/>
                      <a:pt x="9740" y="6907"/>
                      <a:pt x="9785" y="7133"/>
                    </a:cubicBezTo>
                    <a:cubicBezTo>
                      <a:pt x="9822" y="7281"/>
                      <a:pt x="9980" y="7429"/>
                      <a:pt x="10160" y="7429"/>
                    </a:cubicBezTo>
                    <a:cubicBezTo>
                      <a:pt x="10200" y="7429"/>
                      <a:pt x="10242" y="7421"/>
                      <a:pt x="10283" y="7405"/>
                    </a:cubicBezTo>
                    <a:cubicBezTo>
                      <a:pt x="11053" y="7133"/>
                      <a:pt x="11867" y="6862"/>
                      <a:pt x="12637" y="6590"/>
                    </a:cubicBezTo>
                    <a:cubicBezTo>
                      <a:pt x="13044" y="6454"/>
                      <a:pt x="13407" y="6318"/>
                      <a:pt x="13814" y="6137"/>
                    </a:cubicBezTo>
                    <a:cubicBezTo>
                      <a:pt x="13995" y="6047"/>
                      <a:pt x="14176" y="5956"/>
                      <a:pt x="14403" y="5911"/>
                    </a:cubicBezTo>
                    <a:cubicBezTo>
                      <a:pt x="14584" y="5820"/>
                      <a:pt x="14719" y="5685"/>
                      <a:pt x="14900" y="5549"/>
                    </a:cubicBezTo>
                    <a:cubicBezTo>
                      <a:pt x="14946" y="5503"/>
                      <a:pt x="14991" y="5413"/>
                      <a:pt x="14946" y="5322"/>
                    </a:cubicBezTo>
                    <a:cubicBezTo>
                      <a:pt x="15127" y="5277"/>
                      <a:pt x="15308" y="5187"/>
                      <a:pt x="15489" y="5096"/>
                    </a:cubicBezTo>
                    <a:cubicBezTo>
                      <a:pt x="16123" y="4779"/>
                      <a:pt x="16892" y="4326"/>
                      <a:pt x="16983" y="3557"/>
                    </a:cubicBezTo>
                    <a:cubicBezTo>
                      <a:pt x="16983" y="3376"/>
                      <a:pt x="16802" y="3195"/>
                      <a:pt x="16621" y="3149"/>
                    </a:cubicBezTo>
                    <a:cubicBezTo>
                      <a:pt x="16575" y="3104"/>
                      <a:pt x="16485" y="3104"/>
                      <a:pt x="16440" y="3104"/>
                    </a:cubicBezTo>
                    <a:cubicBezTo>
                      <a:pt x="16938" y="2833"/>
                      <a:pt x="17436" y="2561"/>
                      <a:pt x="17979" y="2380"/>
                    </a:cubicBezTo>
                    <a:cubicBezTo>
                      <a:pt x="18794" y="2018"/>
                      <a:pt x="19699" y="1746"/>
                      <a:pt x="20559" y="1656"/>
                    </a:cubicBezTo>
                    <a:cubicBezTo>
                      <a:pt x="21464" y="1565"/>
                      <a:pt x="22415" y="1610"/>
                      <a:pt x="23320" y="1429"/>
                    </a:cubicBezTo>
                    <a:cubicBezTo>
                      <a:pt x="23728" y="1384"/>
                      <a:pt x="23683" y="795"/>
                      <a:pt x="23411" y="614"/>
                    </a:cubicBezTo>
                    <a:cubicBezTo>
                      <a:pt x="22785" y="172"/>
                      <a:pt x="21919" y="0"/>
                      <a:pt x="211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5" name="Google Shape;3205;p5"/>
              <p:cNvSpPr/>
              <p:nvPr/>
            </p:nvSpPr>
            <p:spPr>
              <a:xfrm>
                <a:off x="4096275" y="1007650"/>
                <a:ext cx="256400" cy="236125"/>
              </a:xfrm>
              <a:custGeom>
                <a:rect b="b" l="l" r="r" t="t"/>
                <a:pathLst>
                  <a:path extrusionOk="0" h="9445" w="10256">
                    <a:moveTo>
                      <a:pt x="320" y="1"/>
                    </a:moveTo>
                    <a:cubicBezTo>
                      <a:pt x="155" y="1"/>
                      <a:pt x="1" y="102"/>
                      <a:pt x="25" y="319"/>
                    </a:cubicBezTo>
                    <a:cubicBezTo>
                      <a:pt x="251" y="2809"/>
                      <a:pt x="2424" y="4031"/>
                      <a:pt x="4416" y="5027"/>
                    </a:cubicBezTo>
                    <a:cubicBezTo>
                      <a:pt x="5457" y="5570"/>
                      <a:pt x="6453" y="6158"/>
                      <a:pt x="7313" y="6973"/>
                    </a:cubicBezTo>
                    <a:cubicBezTo>
                      <a:pt x="7720" y="7381"/>
                      <a:pt x="8082" y="7788"/>
                      <a:pt x="8445" y="8196"/>
                    </a:cubicBezTo>
                    <a:cubicBezTo>
                      <a:pt x="8807" y="8603"/>
                      <a:pt x="9124" y="9146"/>
                      <a:pt x="9622" y="9373"/>
                    </a:cubicBezTo>
                    <a:cubicBezTo>
                      <a:pt x="9696" y="9422"/>
                      <a:pt x="9773" y="9445"/>
                      <a:pt x="9847" y="9445"/>
                    </a:cubicBezTo>
                    <a:cubicBezTo>
                      <a:pt x="10043" y="9445"/>
                      <a:pt x="10210" y="9286"/>
                      <a:pt x="10210" y="9056"/>
                    </a:cubicBezTo>
                    <a:cubicBezTo>
                      <a:pt x="10255" y="8512"/>
                      <a:pt x="9938" y="7969"/>
                      <a:pt x="9712" y="7517"/>
                    </a:cubicBezTo>
                    <a:cubicBezTo>
                      <a:pt x="9395" y="7064"/>
                      <a:pt x="9078" y="6611"/>
                      <a:pt x="8716" y="6249"/>
                    </a:cubicBezTo>
                    <a:cubicBezTo>
                      <a:pt x="8535" y="6068"/>
                      <a:pt x="8354" y="5887"/>
                      <a:pt x="8218" y="5751"/>
                    </a:cubicBezTo>
                    <a:cubicBezTo>
                      <a:pt x="8264" y="5661"/>
                      <a:pt x="8264" y="5525"/>
                      <a:pt x="8173" y="5434"/>
                    </a:cubicBezTo>
                    <a:cubicBezTo>
                      <a:pt x="7630" y="4710"/>
                      <a:pt x="7087" y="3986"/>
                      <a:pt x="6543" y="3261"/>
                    </a:cubicBezTo>
                    <a:cubicBezTo>
                      <a:pt x="6477" y="3195"/>
                      <a:pt x="6387" y="3153"/>
                      <a:pt x="6307" y="3153"/>
                    </a:cubicBezTo>
                    <a:cubicBezTo>
                      <a:pt x="6278" y="3153"/>
                      <a:pt x="6251" y="3159"/>
                      <a:pt x="6226" y="3171"/>
                    </a:cubicBezTo>
                    <a:cubicBezTo>
                      <a:pt x="6091" y="3261"/>
                      <a:pt x="6045" y="3397"/>
                      <a:pt x="6136" y="3533"/>
                    </a:cubicBezTo>
                    <a:cubicBezTo>
                      <a:pt x="6453" y="3986"/>
                      <a:pt x="6815" y="4438"/>
                      <a:pt x="7177" y="4936"/>
                    </a:cubicBezTo>
                    <a:cubicBezTo>
                      <a:pt x="6815" y="4665"/>
                      <a:pt x="6408" y="4393"/>
                      <a:pt x="6000" y="4167"/>
                    </a:cubicBezTo>
                    <a:cubicBezTo>
                      <a:pt x="4189" y="3171"/>
                      <a:pt x="1564" y="2356"/>
                      <a:pt x="658" y="228"/>
                    </a:cubicBezTo>
                    <a:cubicBezTo>
                      <a:pt x="616" y="80"/>
                      <a:pt x="464" y="1"/>
                      <a:pt x="3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6" name="Google Shape;3206;p5"/>
              <p:cNvSpPr/>
              <p:nvPr/>
            </p:nvSpPr>
            <p:spPr>
              <a:xfrm>
                <a:off x="3828650" y="1909150"/>
                <a:ext cx="193150" cy="209925"/>
              </a:xfrm>
              <a:custGeom>
                <a:rect b="b" l="l" r="r" t="t"/>
                <a:pathLst>
                  <a:path extrusionOk="0" h="8397" w="7726">
                    <a:moveTo>
                      <a:pt x="3649" y="0"/>
                    </a:moveTo>
                    <a:cubicBezTo>
                      <a:pt x="3581" y="0"/>
                      <a:pt x="3511" y="20"/>
                      <a:pt x="3441" y="67"/>
                    </a:cubicBezTo>
                    <a:cubicBezTo>
                      <a:pt x="2762" y="474"/>
                      <a:pt x="2174" y="927"/>
                      <a:pt x="1676" y="1560"/>
                    </a:cubicBezTo>
                    <a:cubicBezTo>
                      <a:pt x="1133" y="2239"/>
                      <a:pt x="725" y="2964"/>
                      <a:pt x="454" y="3779"/>
                    </a:cubicBezTo>
                    <a:cubicBezTo>
                      <a:pt x="182" y="4548"/>
                      <a:pt x="46" y="5363"/>
                      <a:pt x="1" y="6178"/>
                    </a:cubicBezTo>
                    <a:cubicBezTo>
                      <a:pt x="1" y="6993"/>
                      <a:pt x="46" y="8305"/>
                      <a:pt x="1133" y="8396"/>
                    </a:cubicBezTo>
                    <a:cubicBezTo>
                      <a:pt x="1450" y="8396"/>
                      <a:pt x="1766" y="8124"/>
                      <a:pt x="1812" y="7853"/>
                    </a:cubicBezTo>
                    <a:cubicBezTo>
                      <a:pt x="1947" y="7445"/>
                      <a:pt x="1993" y="6857"/>
                      <a:pt x="1631" y="6585"/>
                    </a:cubicBezTo>
                    <a:cubicBezTo>
                      <a:pt x="1585" y="6540"/>
                      <a:pt x="1585" y="6540"/>
                      <a:pt x="1540" y="6540"/>
                    </a:cubicBezTo>
                    <a:cubicBezTo>
                      <a:pt x="1540" y="6404"/>
                      <a:pt x="1540" y="6314"/>
                      <a:pt x="1540" y="6223"/>
                    </a:cubicBezTo>
                    <a:cubicBezTo>
                      <a:pt x="1631" y="6223"/>
                      <a:pt x="1721" y="6133"/>
                      <a:pt x="1766" y="6042"/>
                    </a:cubicBezTo>
                    <a:cubicBezTo>
                      <a:pt x="2038" y="5725"/>
                      <a:pt x="2264" y="5363"/>
                      <a:pt x="2536" y="5001"/>
                    </a:cubicBezTo>
                    <a:cubicBezTo>
                      <a:pt x="2536" y="5227"/>
                      <a:pt x="2581" y="5454"/>
                      <a:pt x="2717" y="5635"/>
                    </a:cubicBezTo>
                    <a:cubicBezTo>
                      <a:pt x="2876" y="5884"/>
                      <a:pt x="3124" y="6008"/>
                      <a:pt x="3373" y="6008"/>
                    </a:cubicBezTo>
                    <a:cubicBezTo>
                      <a:pt x="3622" y="6008"/>
                      <a:pt x="3871" y="5884"/>
                      <a:pt x="4030" y="5635"/>
                    </a:cubicBezTo>
                    <a:cubicBezTo>
                      <a:pt x="4120" y="5499"/>
                      <a:pt x="4211" y="5363"/>
                      <a:pt x="4256" y="5227"/>
                    </a:cubicBezTo>
                    <a:cubicBezTo>
                      <a:pt x="4347" y="5454"/>
                      <a:pt x="4528" y="5680"/>
                      <a:pt x="4890" y="5770"/>
                    </a:cubicBezTo>
                    <a:cubicBezTo>
                      <a:pt x="4945" y="5789"/>
                      <a:pt x="5007" y="5798"/>
                      <a:pt x="5070" y="5798"/>
                    </a:cubicBezTo>
                    <a:cubicBezTo>
                      <a:pt x="5317" y="5798"/>
                      <a:pt x="5597" y="5660"/>
                      <a:pt x="5705" y="5408"/>
                    </a:cubicBezTo>
                    <a:cubicBezTo>
                      <a:pt x="5795" y="5272"/>
                      <a:pt x="5841" y="5182"/>
                      <a:pt x="5931" y="5046"/>
                    </a:cubicBezTo>
                    <a:cubicBezTo>
                      <a:pt x="6053" y="5127"/>
                      <a:pt x="6203" y="5172"/>
                      <a:pt x="6355" y="5172"/>
                    </a:cubicBezTo>
                    <a:cubicBezTo>
                      <a:pt x="6542" y="5172"/>
                      <a:pt x="6732" y="5105"/>
                      <a:pt x="6882" y="4956"/>
                    </a:cubicBezTo>
                    <a:cubicBezTo>
                      <a:pt x="7018" y="4865"/>
                      <a:pt x="7108" y="4593"/>
                      <a:pt x="7018" y="4412"/>
                    </a:cubicBezTo>
                    <a:cubicBezTo>
                      <a:pt x="7018" y="4412"/>
                      <a:pt x="7018" y="4367"/>
                      <a:pt x="6972" y="4367"/>
                    </a:cubicBezTo>
                    <a:cubicBezTo>
                      <a:pt x="7018" y="4322"/>
                      <a:pt x="7018" y="4277"/>
                      <a:pt x="7018" y="4186"/>
                    </a:cubicBezTo>
                    <a:cubicBezTo>
                      <a:pt x="7063" y="3914"/>
                      <a:pt x="7153" y="3643"/>
                      <a:pt x="7199" y="3416"/>
                    </a:cubicBezTo>
                    <a:cubicBezTo>
                      <a:pt x="7334" y="2873"/>
                      <a:pt x="7470" y="2375"/>
                      <a:pt x="7606" y="1877"/>
                    </a:cubicBezTo>
                    <a:cubicBezTo>
                      <a:pt x="7726" y="1338"/>
                      <a:pt x="7271" y="918"/>
                      <a:pt x="6832" y="918"/>
                    </a:cubicBezTo>
                    <a:cubicBezTo>
                      <a:pt x="6607" y="918"/>
                      <a:pt x="6386" y="1028"/>
                      <a:pt x="6248" y="1289"/>
                    </a:cubicBezTo>
                    <a:cubicBezTo>
                      <a:pt x="6248" y="1289"/>
                      <a:pt x="6203" y="1334"/>
                      <a:pt x="6203" y="1379"/>
                    </a:cubicBezTo>
                    <a:cubicBezTo>
                      <a:pt x="6061" y="1124"/>
                      <a:pt x="5795" y="958"/>
                      <a:pt x="5516" y="958"/>
                    </a:cubicBezTo>
                    <a:cubicBezTo>
                      <a:pt x="5350" y="958"/>
                      <a:pt x="5178" y="1017"/>
                      <a:pt x="5026" y="1153"/>
                    </a:cubicBezTo>
                    <a:cubicBezTo>
                      <a:pt x="4935" y="927"/>
                      <a:pt x="4799" y="791"/>
                      <a:pt x="4618" y="700"/>
                    </a:cubicBezTo>
                    <a:cubicBezTo>
                      <a:pt x="4524" y="665"/>
                      <a:pt x="4429" y="648"/>
                      <a:pt x="4337" y="648"/>
                    </a:cubicBezTo>
                    <a:cubicBezTo>
                      <a:pt x="4076" y="648"/>
                      <a:pt x="3835" y="783"/>
                      <a:pt x="3668" y="1017"/>
                    </a:cubicBezTo>
                    <a:cubicBezTo>
                      <a:pt x="3170" y="1741"/>
                      <a:pt x="2672" y="2511"/>
                      <a:pt x="2174" y="3281"/>
                    </a:cubicBezTo>
                    <a:cubicBezTo>
                      <a:pt x="2083" y="3416"/>
                      <a:pt x="1993" y="3598"/>
                      <a:pt x="1902" y="3779"/>
                    </a:cubicBezTo>
                    <a:cubicBezTo>
                      <a:pt x="2310" y="2647"/>
                      <a:pt x="3034" y="1470"/>
                      <a:pt x="3939" y="700"/>
                    </a:cubicBezTo>
                    <a:cubicBezTo>
                      <a:pt x="4240" y="475"/>
                      <a:pt x="3979" y="0"/>
                      <a:pt x="36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7" name="Google Shape;3207;p5"/>
              <p:cNvSpPr/>
              <p:nvPr/>
            </p:nvSpPr>
            <p:spPr>
              <a:xfrm>
                <a:off x="3585350" y="1267800"/>
                <a:ext cx="1015175" cy="768000"/>
              </a:xfrm>
              <a:custGeom>
                <a:rect b="b" l="l" r="r" t="t"/>
                <a:pathLst>
                  <a:path extrusionOk="0" h="30720" w="40607">
                    <a:moveTo>
                      <a:pt x="22137" y="5349"/>
                    </a:moveTo>
                    <a:cubicBezTo>
                      <a:pt x="22997" y="6119"/>
                      <a:pt x="23857" y="6889"/>
                      <a:pt x="24672" y="7703"/>
                    </a:cubicBezTo>
                    <a:cubicBezTo>
                      <a:pt x="24491" y="7568"/>
                      <a:pt x="24309" y="7432"/>
                      <a:pt x="24128" y="7341"/>
                    </a:cubicBezTo>
                    <a:cubicBezTo>
                      <a:pt x="23857" y="7070"/>
                      <a:pt x="23585" y="6843"/>
                      <a:pt x="23314" y="6572"/>
                    </a:cubicBezTo>
                    <a:cubicBezTo>
                      <a:pt x="22861" y="6164"/>
                      <a:pt x="22363" y="5757"/>
                      <a:pt x="21774" y="5531"/>
                    </a:cubicBezTo>
                    <a:cubicBezTo>
                      <a:pt x="21910" y="5440"/>
                      <a:pt x="22046" y="5395"/>
                      <a:pt x="22137" y="5349"/>
                    </a:cubicBezTo>
                    <a:close/>
                    <a:moveTo>
                      <a:pt x="21774" y="6798"/>
                    </a:moveTo>
                    <a:lnTo>
                      <a:pt x="21774" y="6798"/>
                    </a:lnTo>
                    <a:cubicBezTo>
                      <a:pt x="22046" y="6979"/>
                      <a:pt x="22318" y="7160"/>
                      <a:pt x="22635" y="7387"/>
                    </a:cubicBezTo>
                    <a:cubicBezTo>
                      <a:pt x="22861" y="7613"/>
                      <a:pt x="23132" y="7885"/>
                      <a:pt x="23404" y="8156"/>
                    </a:cubicBezTo>
                    <a:cubicBezTo>
                      <a:pt x="23132" y="8066"/>
                      <a:pt x="22861" y="7975"/>
                      <a:pt x="22589" y="7930"/>
                    </a:cubicBezTo>
                    <a:cubicBezTo>
                      <a:pt x="22363" y="7794"/>
                      <a:pt x="22137" y="7658"/>
                      <a:pt x="21910" y="7568"/>
                    </a:cubicBezTo>
                    <a:cubicBezTo>
                      <a:pt x="21910" y="7477"/>
                      <a:pt x="21865" y="7432"/>
                      <a:pt x="21865" y="7387"/>
                    </a:cubicBezTo>
                    <a:cubicBezTo>
                      <a:pt x="21820" y="7206"/>
                      <a:pt x="21774" y="6979"/>
                      <a:pt x="21774" y="6798"/>
                    </a:cubicBezTo>
                    <a:close/>
                    <a:moveTo>
                      <a:pt x="14667" y="7115"/>
                    </a:moveTo>
                    <a:lnTo>
                      <a:pt x="14667" y="7115"/>
                    </a:lnTo>
                    <a:cubicBezTo>
                      <a:pt x="14622" y="7206"/>
                      <a:pt x="14622" y="7251"/>
                      <a:pt x="14622" y="7296"/>
                    </a:cubicBezTo>
                    <a:cubicBezTo>
                      <a:pt x="13943" y="7885"/>
                      <a:pt x="13128" y="8383"/>
                      <a:pt x="12268" y="8745"/>
                    </a:cubicBezTo>
                    <a:lnTo>
                      <a:pt x="12223" y="8745"/>
                    </a:lnTo>
                    <a:cubicBezTo>
                      <a:pt x="13128" y="8337"/>
                      <a:pt x="13943" y="7794"/>
                      <a:pt x="14667" y="7115"/>
                    </a:cubicBezTo>
                    <a:close/>
                    <a:moveTo>
                      <a:pt x="22227" y="8518"/>
                    </a:moveTo>
                    <a:lnTo>
                      <a:pt x="22227" y="8518"/>
                    </a:lnTo>
                    <a:cubicBezTo>
                      <a:pt x="22770" y="8926"/>
                      <a:pt x="23314" y="9333"/>
                      <a:pt x="23857" y="9786"/>
                    </a:cubicBezTo>
                    <a:cubicBezTo>
                      <a:pt x="23721" y="9741"/>
                      <a:pt x="23585" y="9695"/>
                      <a:pt x="23449" y="9650"/>
                    </a:cubicBezTo>
                    <a:cubicBezTo>
                      <a:pt x="23087" y="9424"/>
                      <a:pt x="22725" y="9197"/>
                      <a:pt x="22363" y="8971"/>
                    </a:cubicBezTo>
                    <a:cubicBezTo>
                      <a:pt x="22318" y="8790"/>
                      <a:pt x="22272" y="8654"/>
                      <a:pt x="22227" y="8518"/>
                    </a:cubicBezTo>
                    <a:close/>
                    <a:moveTo>
                      <a:pt x="14615" y="1"/>
                    </a:moveTo>
                    <a:cubicBezTo>
                      <a:pt x="14198" y="1"/>
                      <a:pt x="13762" y="328"/>
                      <a:pt x="13762" y="777"/>
                    </a:cubicBezTo>
                    <a:cubicBezTo>
                      <a:pt x="13400" y="823"/>
                      <a:pt x="13083" y="1004"/>
                      <a:pt x="12902" y="1275"/>
                    </a:cubicBezTo>
                    <a:cubicBezTo>
                      <a:pt x="12313" y="2045"/>
                      <a:pt x="12811" y="2950"/>
                      <a:pt x="13354" y="3584"/>
                    </a:cubicBezTo>
                    <a:cubicBezTo>
                      <a:pt x="13490" y="3720"/>
                      <a:pt x="13626" y="3856"/>
                      <a:pt x="13807" y="3991"/>
                    </a:cubicBezTo>
                    <a:cubicBezTo>
                      <a:pt x="13671" y="4037"/>
                      <a:pt x="13581" y="4082"/>
                      <a:pt x="13490" y="4127"/>
                    </a:cubicBezTo>
                    <a:cubicBezTo>
                      <a:pt x="13445" y="4172"/>
                      <a:pt x="13354" y="4218"/>
                      <a:pt x="13264" y="4263"/>
                    </a:cubicBezTo>
                    <a:cubicBezTo>
                      <a:pt x="13128" y="4354"/>
                      <a:pt x="12992" y="4399"/>
                      <a:pt x="12856" y="4489"/>
                    </a:cubicBezTo>
                    <a:cubicBezTo>
                      <a:pt x="12675" y="4625"/>
                      <a:pt x="12585" y="4806"/>
                      <a:pt x="12585" y="4987"/>
                    </a:cubicBezTo>
                    <a:cubicBezTo>
                      <a:pt x="11996" y="5259"/>
                      <a:pt x="11408" y="5531"/>
                      <a:pt x="10774" y="5847"/>
                    </a:cubicBezTo>
                    <a:cubicBezTo>
                      <a:pt x="10140" y="6119"/>
                      <a:pt x="10503" y="7070"/>
                      <a:pt x="11091" y="7070"/>
                    </a:cubicBezTo>
                    <a:cubicBezTo>
                      <a:pt x="11453" y="7070"/>
                      <a:pt x="11815" y="7070"/>
                      <a:pt x="12177" y="7024"/>
                    </a:cubicBezTo>
                    <a:lnTo>
                      <a:pt x="12177" y="7024"/>
                    </a:lnTo>
                    <a:cubicBezTo>
                      <a:pt x="11861" y="7206"/>
                      <a:pt x="11544" y="7387"/>
                      <a:pt x="11227" y="7568"/>
                    </a:cubicBezTo>
                    <a:cubicBezTo>
                      <a:pt x="10910" y="7749"/>
                      <a:pt x="10774" y="8156"/>
                      <a:pt x="10955" y="8518"/>
                    </a:cubicBezTo>
                    <a:cubicBezTo>
                      <a:pt x="11000" y="8699"/>
                      <a:pt x="11136" y="8835"/>
                      <a:pt x="11317" y="8926"/>
                    </a:cubicBezTo>
                    <a:cubicBezTo>
                      <a:pt x="10910" y="9016"/>
                      <a:pt x="10457" y="9107"/>
                      <a:pt x="10095" y="9197"/>
                    </a:cubicBezTo>
                    <a:cubicBezTo>
                      <a:pt x="9099" y="9424"/>
                      <a:pt x="8149" y="9605"/>
                      <a:pt x="7198" y="9786"/>
                    </a:cubicBezTo>
                    <a:cubicBezTo>
                      <a:pt x="6655" y="9876"/>
                      <a:pt x="6066" y="9967"/>
                      <a:pt x="5478" y="10012"/>
                    </a:cubicBezTo>
                    <a:cubicBezTo>
                      <a:pt x="4980" y="9967"/>
                      <a:pt x="4482" y="9922"/>
                      <a:pt x="3939" y="9876"/>
                    </a:cubicBezTo>
                    <a:cubicBezTo>
                      <a:pt x="3214" y="9831"/>
                      <a:pt x="2445" y="9786"/>
                      <a:pt x="1720" y="9650"/>
                    </a:cubicBezTo>
                    <a:cubicBezTo>
                      <a:pt x="1707" y="9647"/>
                      <a:pt x="1693" y="9645"/>
                      <a:pt x="1680" y="9645"/>
                    </a:cubicBezTo>
                    <a:cubicBezTo>
                      <a:pt x="1520" y="9645"/>
                      <a:pt x="1417" y="9883"/>
                      <a:pt x="1585" y="9967"/>
                    </a:cubicBezTo>
                    <a:cubicBezTo>
                      <a:pt x="1811" y="10057"/>
                      <a:pt x="1992" y="10148"/>
                      <a:pt x="2218" y="10284"/>
                    </a:cubicBezTo>
                    <a:lnTo>
                      <a:pt x="1222" y="10284"/>
                    </a:lnTo>
                    <a:cubicBezTo>
                      <a:pt x="453" y="10329"/>
                      <a:pt x="0" y="11461"/>
                      <a:pt x="815" y="11823"/>
                    </a:cubicBezTo>
                    <a:cubicBezTo>
                      <a:pt x="2429" y="12549"/>
                      <a:pt x="4151" y="12736"/>
                      <a:pt x="5884" y="12736"/>
                    </a:cubicBezTo>
                    <a:cubicBezTo>
                      <a:pt x="6096" y="12736"/>
                      <a:pt x="6307" y="12733"/>
                      <a:pt x="6519" y="12728"/>
                    </a:cubicBezTo>
                    <a:cubicBezTo>
                      <a:pt x="8375" y="12683"/>
                      <a:pt x="10276" y="12457"/>
                      <a:pt x="12042" y="11823"/>
                    </a:cubicBezTo>
                    <a:cubicBezTo>
                      <a:pt x="13445" y="11370"/>
                      <a:pt x="14803" y="10601"/>
                      <a:pt x="15889" y="9560"/>
                    </a:cubicBezTo>
                    <a:cubicBezTo>
                      <a:pt x="16116" y="9424"/>
                      <a:pt x="16297" y="9288"/>
                      <a:pt x="16478" y="9152"/>
                    </a:cubicBezTo>
                    <a:cubicBezTo>
                      <a:pt x="16569" y="9650"/>
                      <a:pt x="16840" y="10148"/>
                      <a:pt x="17338" y="10420"/>
                    </a:cubicBezTo>
                    <a:cubicBezTo>
                      <a:pt x="17440" y="10478"/>
                      <a:pt x="17552" y="10504"/>
                      <a:pt x="17664" y="10504"/>
                    </a:cubicBezTo>
                    <a:cubicBezTo>
                      <a:pt x="17899" y="10504"/>
                      <a:pt x="18135" y="10392"/>
                      <a:pt x="18289" y="10239"/>
                    </a:cubicBezTo>
                    <a:cubicBezTo>
                      <a:pt x="18334" y="10284"/>
                      <a:pt x="18425" y="10329"/>
                      <a:pt x="18470" y="10420"/>
                    </a:cubicBezTo>
                    <a:cubicBezTo>
                      <a:pt x="18572" y="10471"/>
                      <a:pt x="18693" y="10496"/>
                      <a:pt x="18814" y="10496"/>
                    </a:cubicBezTo>
                    <a:cubicBezTo>
                      <a:pt x="19015" y="10496"/>
                      <a:pt x="19217" y="10425"/>
                      <a:pt x="19330" y="10284"/>
                    </a:cubicBezTo>
                    <a:cubicBezTo>
                      <a:pt x="19375" y="10239"/>
                      <a:pt x="19420" y="10148"/>
                      <a:pt x="19466" y="10103"/>
                    </a:cubicBezTo>
                    <a:cubicBezTo>
                      <a:pt x="19602" y="10205"/>
                      <a:pt x="19737" y="10256"/>
                      <a:pt x="19892" y="10256"/>
                    </a:cubicBezTo>
                    <a:cubicBezTo>
                      <a:pt x="19944" y="10256"/>
                      <a:pt x="19998" y="10250"/>
                      <a:pt x="20054" y="10239"/>
                    </a:cubicBezTo>
                    <a:cubicBezTo>
                      <a:pt x="20416" y="10691"/>
                      <a:pt x="20824" y="11099"/>
                      <a:pt x="21276" y="11416"/>
                    </a:cubicBezTo>
                    <a:cubicBezTo>
                      <a:pt x="21276" y="11461"/>
                      <a:pt x="21322" y="11461"/>
                      <a:pt x="21322" y="11506"/>
                    </a:cubicBezTo>
                    <a:cubicBezTo>
                      <a:pt x="21436" y="11773"/>
                      <a:pt x="21679" y="11879"/>
                      <a:pt x="21915" y="11879"/>
                    </a:cubicBezTo>
                    <a:cubicBezTo>
                      <a:pt x="21959" y="11879"/>
                      <a:pt x="22003" y="11875"/>
                      <a:pt x="22046" y="11868"/>
                    </a:cubicBezTo>
                    <a:cubicBezTo>
                      <a:pt x="22227" y="11959"/>
                      <a:pt x="22408" y="12049"/>
                      <a:pt x="22589" y="12140"/>
                    </a:cubicBezTo>
                    <a:cubicBezTo>
                      <a:pt x="23540" y="12502"/>
                      <a:pt x="24491" y="12638"/>
                      <a:pt x="25215" y="13453"/>
                    </a:cubicBezTo>
                    <a:cubicBezTo>
                      <a:pt x="25532" y="13724"/>
                      <a:pt x="25758" y="14132"/>
                      <a:pt x="25894" y="14539"/>
                    </a:cubicBezTo>
                    <a:cubicBezTo>
                      <a:pt x="26120" y="14992"/>
                      <a:pt x="26165" y="15490"/>
                      <a:pt x="26618" y="15852"/>
                    </a:cubicBezTo>
                    <a:cubicBezTo>
                      <a:pt x="26715" y="15925"/>
                      <a:pt x="26825" y="15971"/>
                      <a:pt x="26941" y="15971"/>
                    </a:cubicBezTo>
                    <a:cubicBezTo>
                      <a:pt x="27042" y="15971"/>
                      <a:pt x="27147" y="15936"/>
                      <a:pt x="27252" y="15852"/>
                    </a:cubicBezTo>
                    <a:cubicBezTo>
                      <a:pt x="27478" y="15626"/>
                      <a:pt x="27614" y="15309"/>
                      <a:pt x="27614" y="14992"/>
                    </a:cubicBezTo>
                    <a:cubicBezTo>
                      <a:pt x="27705" y="15173"/>
                      <a:pt x="27750" y="15309"/>
                      <a:pt x="27795" y="15444"/>
                    </a:cubicBezTo>
                    <a:cubicBezTo>
                      <a:pt x="27931" y="15807"/>
                      <a:pt x="28067" y="16395"/>
                      <a:pt x="28338" y="16621"/>
                    </a:cubicBezTo>
                    <a:cubicBezTo>
                      <a:pt x="28424" y="16707"/>
                      <a:pt x="28540" y="16752"/>
                      <a:pt x="28652" y="16752"/>
                    </a:cubicBezTo>
                    <a:cubicBezTo>
                      <a:pt x="28778" y="16752"/>
                      <a:pt x="28900" y="16696"/>
                      <a:pt x="28972" y="16576"/>
                    </a:cubicBezTo>
                    <a:cubicBezTo>
                      <a:pt x="29153" y="16169"/>
                      <a:pt x="29017" y="15580"/>
                      <a:pt x="28882" y="15173"/>
                    </a:cubicBezTo>
                    <a:cubicBezTo>
                      <a:pt x="28746" y="14675"/>
                      <a:pt x="28565" y="14222"/>
                      <a:pt x="28338" y="13770"/>
                    </a:cubicBezTo>
                    <a:cubicBezTo>
                      <a:pt x="28293" y="13724"/>
                      <a:pt x="28248" y="13679"/>
                      <a:pt x="28248" y="13588"/>
                    </a:cubicBezTo>
                    <a:cubicBezTo>
                      <a:pt x="28248" y="13543"/>
                      <a:pt x="28248" y="13453"/>
                      <a:pt x="28248" y="13362"/>
                    </a:cubicBezTo>
                    <a:cubicBezTo>
                      <a:pt x="28248" y="13317"/>
                      <a:pt x="28203" y="13226"/>
                      <a:pt x="28203" y="13181"/>
                    </a:cubicBezTo>
                    <a:lnTo>
                      <a:pt x="28203" y="13181"/>
                    </a:lnTo>
                    <a:cubicBezTo>
                      <a:pt x="28241" y="13200"/>
                      <a:pt x="28282" y="13209"/>
                      <a:pt x="28322" y="13209"/>
                    </a:cubicBezTo>
                    <a:cubicBezTo>
                      <a:pt x="28468" y="13209"/>
                      <a:pt x="28600" y="13087"/>
                      <a:pt x="28565" y="12909"/>
                    </a:cubicBezTo>
                    <a:cubicBezTo>
                      <a:pt x="28474" y="12502"/>
                      <a:pt x="28203" y="12185"/>
                      <a:pt x="27976" y="11868"/>
                    </a:cubicBezTo>
                    <a:cubicBezTo>
                      <a:pt x="27750" y="11551"/>
                      <a:pt x="27524" y="11280"/>
                      <a:pt x="27252" y="10963"/>
                    </a:cubicBezTo>
                    <a:cubicBezTo>
                      <a:pt x="27207" y="10872"/>
                      <a:pt x="27116" y="10827"/>
                      <a:pt x="27071" y="10736"/>
                    </a:cubicBezTo>
                    <a:lnTo>
                      <a:pt x="27071" y="10736"/>
                    </a:lnTo>
                    <a:cubicBezTo>
                      <a:pt x="27342" y="11008"/>
                      <a:pt x="27659" y="11280"/>
                      <a:pt x="27931" y="11551"/>
                    </a:cubicBezTo>
                    <a:cubicBezTo>
                      <a:pt x="28293" y="12095"/>
                      <a:pt x="28701" y="12638"/>
                      <a:pt x="29063" y="13226"/>
                    </a:cubicBezTo>
                    <a:cubicBezTo>
                      <a:pt x="29131" y="13328"/>
                      <a:pt x="29249" y="13379"/>
                      <a:pt x="29362" y="13379"/>
                    </a:cubicBezTo>
                    <a:cubicBezTo>
                      <a:pt x="29399" y="13379"/>
                      <a:pt x="29436" y="13373"/>
                      <a:pt x="29470" y="13362"/>
                    </a:cubicBezTo>
                    <a:cubicBezTo>
                      <a:pt x="29515" y="13407"/>
                      <a:pt x="29561" y="13498"/>
                      <a:pt x="29606" y="13543"/>
                    </a:cubicBezTo>
                    <a:cubicBezTo>
                      <a:pt x="30194" y="14449"/>
                      <a:pt x="30511" y="15444"/>
                      <a:pt x="30873" y="16440"/>
                    </a:cubicBezTo>
                    <a:cubicBezTo>
                      <a:pt x="30692" y="17436"/>
                      <a:pt x="30511" y="18432"/>
                      <a:pt x="30240" y="19383"/>
                    </a:cubicBezTo>
                    <a:cubicBezTo>
                      <a:pt x="30194" y="18840"/>
                      <a:pt x="30194" y="18251"/>
                      <a:pt x="30240" y="17708"/>
                    </a:cubicBezTo>
                    <a:cubicBezTo>
                      <a:pt x="30240" y="17482"/>
                      <a:pt x="30058" y="17353"/>
                      <a:pt x="29882" y="17353"/>
                    </a:cubicBezTo>
                    <a:cubicBezTo>
                      <a:pt x="29740" y="17353"/>
                      <a:pt x="29601" y="17436"/>
                      <a:pt x="29561" y="17617"/>
                    </a:cubicBezTo>
                    <a:cubicBezTo>
                      <a:pt x="29515" y="17844"/>
                      <a:pt x="29470" y="18115"/>
                      <a:pt x="29425" y="18387"/>
                    </a:cubicBezTo>
                    <a:cubicBezTo>
                      <a:pt x="29380" y="18387"/>
                      <a:pt x="29289" y="18387"/>
                      <a:pt x="29199" y="18432"/>
                    </a:cubicBezTo>
                    <a:cubicBezTo>
                      <a:pt x="28519" y="18930"/>
                      <a:pt x="28474" y="20062"/>
                      <a:pt x="28248" y="20831"/>
                    </a:cubicBezTo>
                    <a:cubicBezTo>
                      <a:pt x="28067" y="21375"/>
                      <a:pt x="27795" y="21873"/>
                      <a:pt x="27524" y="22371"/>
                    </a:cubicBezTo>
                    <a:cubicBezTo>
                      <a:pt x="27524" y="22280"/>
                      <a:pt x="27569" y="22190"/>
                      <a:pt x="27569" y="22099"/>
                    </a:cubicBezTo>
                    <a:cubicBezTo>
                      <a:pt x="27659" y="20922"/>
                      <a:pt x="27569" y="19745"/>
                      <a:pt x="27297" y="18568"/>
                    </a:cubicBezTo>
                    <a:cubicBezTo>
                      <a:pt x="27262" y="18354"/>
                      <a:pt x="27128" y="18267"/>
                      <a:pt x="26984" y="18267"/>
                    </a:cubicBezTo>
                    <a:cubicBezTo>
                      <a:pt x="26763" y="18267"/>
                      <a:pt x="26518" y="18475"/>
                      <a:pt x="26573" y="18749"/>
                    </a:cubicBezTo>
                    <a:cubicBezTo>
                      <a:pt x="26709" y="19836"/>
                      <a:pt x="26709" y="20967"/>
                      <a:pt x="26618" y="22054"/>
                    </a:cubicBezTo>
                    <a:cubicBezTo>
                      <a:pt x="26528" y="22597"/>
                      <a:pt x="26437" y="23140"/>
                      <a:pt x="26347" y="23638"/>
                    </a:cubicBezTo>
                    <a:cubicBezTo>
                      <a:pt x="26301" y="23819"/>
                      <a:pt x="26256" y="24046"/>
                      <a:pt x="26211" y="24227"/>
                    </a:cubicBezTo>
                    <a:cubicBezTo>
                      <a:pt x="26211" y="24227"/>
                      <a:pt x="26186" y="24227"/>
                      <a:pt x="26173" y="24245"/>
                    </a:cubicBezTo>
                    <a:lnTo>
                      <a:pt x="26173" y="24245"/>
                    </a:lnTo>
                    <a:cubicBezTo>
                      <a:pt x="26349" y="23620"/>
                      <a:pt x="26437" y="22996"/>
                      <a:pt x="26437" y="22416"/>
                    </a:cubicBezTo>
                    <a:cubicBezTo>
                      <a:pt x="26573" y="20334"/>
                      <a:pt x="26120" y="18296"/>
                      <a:pt x="25034" y="16531"/>
                    </a:cubicBezTo>
                    <a:cubicBezTo>
                      <a:pt x="24964" y="16433"/>
                      <a:pt x="24872" y="16391"/>
                      <a:pt x="24784" y="16391"/>
                    </a:cubicBezTo>
                    <a:cubicBezTo>
                      <a:pt x="24588" y="16391"/>
                      <a:pt x="24411" y="16598"/>
                      <a:pt x="24536" y="16848"/>
                    </a:cubicBezTo>
                    <a:cubicBezTo>
                      <a:pt x="25351" y="18749"/>
                      <a:pt x="25532" y="21013"/>
                      <a:pt x="25170" y="23004"/>
                    </a:cubicBezTo>
                    <a:cubicBezTo>
                      <a:pt x="24989" y="24000"/>
                      <a:pt x="24672" y="24951"/>
                      <a:pt x="24219" y="25856"/>
                    </a:cubicBezTo>
                    <a:cubicBezTo>
                      <a:pt x="24174" y="25947"/>
                      <a:pt x="24128" y="25992"/>
                      <a:pt x="24083" y="26083"/>
                    </a:cubicBezTo>
                    <a:cubicBezTo>
                      <a:pt x="24083" y="26083"/>
                      <a:pt x="24038" y="26083"/>
                      <a:pt x="24038" y="26128"/>
                    </a:cubicBezTo>
                    <a:cubicBezTo>
                      <a:pt x="23500" y="26418"/>
                      <a:pt x="23000" y="26632"/>
                      <a:pt x="22399" y="26632"/>
                    </a:cubicBezTo>
                    <a:cubicBezTo>
                      <a:pt x="22343" y="26632"/>
                      <a:pt x="22285" y="26630"/>
                      <a:pt x="22227" y="26626"/>
                    </a:cubicBezTo>
                    <a:cubicBezTo>
                      <a:pt x="21774" y="26626"/>
                      <a:pt x="21322" y="26566"/>
                      <a:pt x="20856" y="26566"/>
                    </a:cubicBezTo>
                    <a:cubicBezTo>
                      <a:pt x="20623" y="26566"/>
                      <a:pt x="20386" y="26581"/>
                      <a:pt x="20145" y="26626"/>
                    </a:cubicBezTo>
                    <a:cubicBezTo>
                      <a:pt x="19556" y="26716"/>
                      <a:pt x="19013" y="26988"/>
                      <a:pt x="18560" y="27350"/>
                    </a:cubicBezTo>
                    <a:cubicBezTo>
                      <a:pt x="18108" y="27712"/>
                      <a:pt x="17700" y="28210"/>
                      <a:pt x="17429" y="28708"/>
                    </a:cubicBezTo>
                    <a:cubicBezTo>
                      <a:pt x="17248" y="28935"/>
                      <a:pt x="17112" y="29252"/>
                      <a:pt x="17021" y="29523"/>
                    </a:cubicBezTo>
                    <a:cubicBezTo>
                      <a:pt x="16885" y="29840"/>
                      <a:pt x="16931" y="30066"/>
                      <a:pt x="16885" y="30338"/>
                    </a:cubicBezTo>
                    <a:cubicBezTo>
                      <a:pt x="16885" y="30542"/>
                      <a:pt x="17089" y="30720"/>
                      <a:pt x="17267" y="30720"/>
                    </a:cubicBezTo>
                    <a:cubicBezTo>
                      <a:pt x="17327" y="30720"/>
                      <a:pt x="17383" y="30700"/>
                      <a:pt x="17429" y="30655"/>
                    </a:cubicBezTo>
                    <a:cubicBezTo>
                      <a:pt x="17655" y="30474"/>
                      <a:pt x="17881" y="30383"/>
                      <a:pt x="18108" y="30157"/>
                    </a:cubicBezTo>
                    <a:cubicBezTo>
                      <a:pt x="18289" y="29931"/>
                      <a:pt x="18470" y="29704"/>
                      <a:pt x="18651" y="29478"/>
                    </a:cubicBezTo>
                    <a:cubicBezTo>
                      <a:pt x="19013" y="29025"/>
                      <a:pt x="19375" y="28618"/>
                      <a:pt x="19918" y="28346"/>
                    </a:cubicBezTo>
                    <a:cubicBezTo>
                      <a:pt x="20193" y="28220"/>
                      <a:pt x="20477" y="28181"/>
                      <a:pt x="20766" y="28181"/>
                    </a:cubicBezTo>
                    <a:cubicBezTo>
                      <a:pt x="21098" y="28181"/>
                      <a:pt x="21436" y="28231"/>
                      <a:pt x="21774" y="28256"/>
                    </a:cubicBezTo>
                    <a:cubicBezTo>
                      <a:pt x="21924" y="28266"/>
                      <a:pt x="22069" y="28272"/>
                      <a:pt x="22210" y="28272"/>
                    </a:cubicBezTo>
                    <a:cubicBezTo>
                      <a:pt x="22667" y="28272"/>
                      <a:pt x="23090" y="28213"/>
                      <a:pt x="23540" y="28075"/>
                    </a:cubicBezTo>
                    <a:cubicBezTo>
                      <a:pt x="23585" y="28120"/>
                      <a:pt x="23630" y="28165"/>
                      <a:pt x="23721" y="28165"/>
                    </a:cubicBezTo>
                    <a:cubicBezTo>
                      <a:pt x="23761" y="28192"/>
                      <a:pt x="23804" y="28203"/>
                      <a:pt x="23850" y="28203"/>
                    </a:cubicBezTo>
                    <a:cubicBezTo>
                      <a:pt x="23959" y="28203"/>
                      <a:pt x="24078" y="28139"/>
                      <a:pt x="24174" y="28075"/>
                    </a:cubicBezTo>
                    <a:cubicBezTo>
                      <a:pt x="24309" y="27939"/>
                      <a:pt x="24400" y="27848"/>
                      <a:pt x="24491" y="27712"/>
                    </a:cubicBezTo>
                    <a:cubicBezTo>
                      <a:pt x="25124" y="27441"/>
                      <a:pt x="25713" y="27079"/>
                      <a:pt x="26301" y="26716"/>
                    </a:cubicBezTo>
                    <a:cubicBezTo>
                      <a:pt x="26301" y="26876"/>
                      <a:pt x="26482" y="27037"/>
                      <a:pt x="26652" y="27037"/>
                    </a:cubicBezTo>
                    <a:cubicBezTo>
                      <a:pt x="26723" y="27037"/>
                      <a:pt x="26791" y="27009"/>
                      <a:pt x="26845" y="26943"/>
                    </a:cubicBezTo>
                    <a:cubicBezTo>
                      <a:pt x="27161" y="26581"/>
                      <a:pt x="27478" y="26173"/>
                      <a:pt x="27750" y="25766"/>
                    </a:cubicBezTo>
                    <a:lnTo>
                      <a:pt x="27795" y="25766"/>
                    </a:lnTo>
                    <a:cubicBezTo>
                      <a:pt x="28338" y="25404"/>
                      <a:pt x="28927" y="25087"/>
                      <a:pt x="29425" y="24634"/>
                    </a:cubicBezTo>
                    <a:cubicBezTo>
                      <a:pt x="29923" y="24136"/>
                      <a:pt x="30104" y="23593"/>
                      <a:pt x="29878" y="22914"/>
                    </a:cubicBezTo>
                    <a:cubicBezTo>
                      <a:pt x="29878" y="22823"/>
                      <a:pt x="29787" y="22733"/>
                      <a:pt x="29742" y="22688"/>
                    </a:cubicBezTo>
                    <a:cubicBezTo>
                      <a:pt x="29787" y="22597"/>
                      <a:pt x="29832" y="22506"/>
                      <a:pt x="29878" y="22416"/>
                    </a:cubicBezTo>
                    <a:cubicBezTo>
                      <a:pt x="30059" y="22416"/>
                      <a:pt x="30240" y="22325"/>
                      <a:pt x="30375" y="22099"/>
                    </a:cubicBezTo>
                    <a:cubicBezTo>
                      <a:pt x="30692" y="21556"/>
                      <a:pt x="30964" y="20967"/>
                      <a:pt x="31190" y="20334"/>
                    </a:cubicBezTo>
                    <a:lnTo>
                      <a:pt x="31236" y="20967"/>
                    </a:lnTo>
                    <a:cubicBezTo>
                      <a:pt x="31236" y="21314"/>
                      <a:pt x="31605" y="21606"/>
                      <a:pt x="31931" y="21606"/>
                    </a:cubicBezTo>
                    <a:cubicBezTo>
                      <a:pt x="32115" y="21606"/>
                      <a:pt x="32286" y="21513"/>
                      <a:pt x="32367" y="21284"/>
                    </a:cubicBezTo>
                    <a:cubicBezTo>
                      <a:pt x="32594" y="20741"/>
                      <a:pt x="32775" y="20152"/>
                      <a:pt x="32911" y="19609"/>
                    </a:cubicBezTo>
                    <a:cubicBezTo>
                      <a:pt x="33023" y="19852"/>
                      <a:pt x="33250" y="19964"/>
                      <a:pt x="33482" y="19964"/>
                    </a:cubicBezTo>
                    <a:cubicBezTo>
                      <a:pt x="33812" y="19964"/>
                      <a:pt x="34151" y="19737"/>
                      <a:pt x="34178" y="19338"/>
                    </a:cubicBezTo>
                    <a:cubicBezTo>
                      <a:pt x="34178" y="18885"/>
                      <a:pt x="34178" y="18432"/>
                      <a:pt x="34178" y="18025"/>
                    </a:cubicBezTo>
                    <a:cubicBezTo>
                      <a:pt x="34217" y="18033"/>
                      <a:pt x="34258" y="18036"/>
                      <a:pt x="34301" y="18036"/>
                    </a:cubicBezTo>
                    <a:cubicBezTo>
                      <a:pt x="34509" y="18036"/>
                      <a:pt x="34752" y="17948"/>
                      <a:pt x="34902" y="17798"/>
                    </a:cubicBezTo>
                    <a:cubicBezTo>
                      <a:pt x="34948" y="17798"/>
                      <a:pt x="34993" y="17844"/>
                      <a:pt x="35038" y="17844"/>
                    </a:cubicBezTo>
                    <a:cubicBezTo>
                      <a:pt x="35073" y="18153"/>
                      <a:pt x="35367" y="18436"/>
                      <a:pt x="35686" y="18436"/>
                    </a:cubicBezTo>
                    <a:cubicBezTo>
                      <a:pt x="35787" y="18436"/>
                      <a:pt x="35890" y="18407"/>
                      <a:pt x="35989" y="18342"/>
                    </a:cubicBezTo>
                    <a:cubicBezTo>
                      <a:pt x="36804" y="17798"/>
                      <a:pt x="37483" y="17210"/>
                      <a:pt x="38162" y="16531"/>
                    </a:cubicBezTo>
                    <a:cubicBezTo>
                      <a:pt x="38795" y="15897"/>
                      <a:pt x="39384" y="15218"/>
                      <a:pt x="39701" y="14403"/>
                    </a:cubicBezTo>
                    <a:cubicBezTo>
                      <a:pt x="40063" y="13588"/>
                      <a:pt x="40154" y="12728"/>
                      <a:pt x="40289" y="11823"/>
                    </a:cubicBezTo>
                    <a:cubicBezTo>
                      <a:pt x="40425" y="10963"/>
                      <a:pt x="40561" y="10057"/>
                      <a:pt x="40561" y="9152"/>
                    </a:cubicBezTo>
                    <a:cubicBezTo>
                      <a:pt x="40606" y="7387"/>
                      <a:pt x="40199" y="5712"/>
                      <a:pt x="39158" y="4308"/>
                    </a:cubicBezTo>
                    <a:cubicBezTo>
                      <a:pt x="38207" y="2996"/>
                      <a:pt x="36985" y="1909"/>
                      <a:pt x="36306" y="506"/>
                    </a:cubicBezTo>
                    <a:cubicBezTo>
                      <a:pt x="36198" y="246"/>
                      <a:pt x="35955" y="131"/>
                      <a:pt x="35707" y="131"/>
                    </a:cubicBezTo>
                    <a:cubicBezTo>
                      <a:pt x="35435" y="131"/>
                      <a:pt x="35156" y="269"/>
                      <a:pt x="35038" y="506"/>
                    </a:cubicBezTo>
                    <a:cubicBezTo>
                      <a:pt x="34540" y="1366"/>
                      <a:pt x="34993" y="2226"/>
                      <a:pt x="35717" y="2769"/>
                    </a:cubicBezTo>
                    <a:lnTo>
                      <a:pt x="35853" y="2860"/>
                    </a:lnTo>
                    <a:cubicBezTo>
                      <a:pt x="35853" y="2996"/>
                      <a:pt x="35898" y="3131"/>
                      <a:pt x="36034" y="3222"/>
                    </a:cubicBezTo>
                    <a:cubicBezTo>
                      <a:pt x="36260" y="3493"/>
                      <a:pt x="36487" y="3765"/>
                      <a:pt x="36713" y="4082"/>
                    </a:cubicBezTo>
                    <a:cubicBezTo>
                      <a:pt x="36758" y="4263"/>
                      <a:pt x="36804" y="4444"/>
                      <a:pt x="36804" y="4670"/>
                    </a:cubicBezTo>
                    <a:cubicBezTo>
                      <a:pt x="36804" y="4942"/>
                      <a:pt x="36849" y="5259"/>
                      <a:pt x="36849" y="5576"/>
                    </a:cubicBezTo>
                    <a:cubicBezTo>
                      <a:pt x="36623" y="5757"/>
                      <a:pt x="36532" y="6119"/>
                      <a:pt x="36713" y="6481"/>
                    </a:cubicBezTo>
                    <a:cubicBezTo>
                      <a:pt x="36758" y="6526"/>
                      <a:pt x="36758" y="6617"/>
                      <a:pt x="36804" y="6662"/>
                    </a:cubicBezTo>
                    <a:cubicBezTo>
                      <a:pt x="36804" y="6843"/>
                      <a:pt x="36804" y="6979"/>
                      <a:pt x="36804" y="7115"/>
                    </a:cubicBezTo>
                    <a:cubicBezTo>
                      <a:pt x="36804" y="7251"/>
                      <a:pt x="36758" y="7341"/>
                      <a:pt x="36758" y="7432"/>
                    </a:cubicBezTo>
                    <a:cubicBezTo>
                      <a:pt x="36713" y="7477"/>
                      <a:pt x="36668" y="7477"/>
                      <a:pt x="36577" y="7522"/>
                    </a:cubicBezTo>
                    <a:cubicBezTo>
                      <a:pt x="36215" y="7749"/>
                      <a:pt x="36170" y="8201"/>
                      <a:pt x="36306" y="8564"/>
                    </a:cubicBezTo>
                    <a:cubicBezTo>
                      <a:pt x="36351" y="8609"/>
                      <a:pt x="36351" y="8654"/>
                      <a:pt x="36396" y="8745"/>
                    </a:cubicBezTo>
                    <a:cubicBezTo>
                      <a:pt x="36079" y="8835"/>
                      <a:pt x="35898" y="9152"/>
                      <a:pt x="36034" y="9560"/>
                    </a:cubicBezTo>
                    <a:cubicBezTo>
                      <a:pt x="36034" y="9560"/>
                      <a:pt x="36034" y="9605"/>
                      <a:pt x="36034" y="9605"/>
                    </a:cubicBezTo>
                    <a:cubicBezTo>
                      <a:pt x="36034" y="9605"/>
                      <a:pt x="36034" y="9605"/>
                      <a:pt x="36034" y="9650"/>
                    </a:cubicBezTo>
                    <a:cubicBezTo>
                      <a:pt x="35989" y="9650"/>
                      <a:pt x="35989" y="9695"/>
                      <a:pt x="35989" y="9741"/>
                    </a:cubicBezTo>
                    <a:cubicBezTo>
                      <a:pt x="35672" y="9786"/>
                      <a:pt x="35355" y="9967"/>
                      <a:pt x="35265" y="10284"/>
                    </a:cubicBezTo>
                    <a:cubicBezTo>
                      <a:pt x="35219" y="10284"/>
                      <a:pt x="35219" y="10284"/>
                      <a:pt x="35219" y="10239"/>
                    </a:cubicBezTo>
                    <a:cubicBezTo>
                      <a:pt x="35129" y="10103"/>
                      <a:pt x="35083" y="10012"/>
                      <a:pt x="34993" y="9876"/>
                    </a:cubicBezTo>
                    <a:cubicBezTo>
                      <a:pt x="34902" y="9695"/>
                      <a:pt x="34812" y="9605"/>
                      <a:pt x="34676" y="9560"/>
                    </a:cubicBezTo>
                    <a:cubicBezTo>
                      <a:pt x="34585" y="9424"/>
                      <a:pt x="34495" y="9333"/>
                      <a:pt x="34404" y="9197"/>
                    </a:cubicBezTo>
                    <a:cubicBezTo>
                      <a:pt x="34088" y="8790"/>
                      <a:pt x="33771" y="8428"/>
                      <a:pt x="33408" y="8020"/>
                    </a:cubicBezTo>
                    <a:cubicBezTo>
                      <a:pt x="33273" y="7839"/>
                      <a:pt x="33092" y="7703"/>
                      <a:pt x="32956" y="7522"/>
                    </a:cubicBezTo>
                    <a:cubicBezTo>
                      <a:pt x="32775" y="7341"/>
                      <a:pt x="32594" y="7206"/>
                      <a:pt x="32413" y="7070"/>
                    </a:cubicBezTo>
                    <a:cubicBezTo>
                      <a:pt x="32322" y="6934"/>
                      <a:pt x="32175" y="6855"/>
                      <a:pt x="32033" y="6855"/>
                    </a:cubicBezTo>
                    <a:cubicBezTo>
                      <a:pt x="31892" y="6855"/>
                      <a:pt x="31756" y="6934"/>
                      <a:pt x="31688" y="7115"/>
                    </a:cubicBezTo>
                    <a:cubicBezTo>
                      <a:pt x="31643" y="7387"/>
                      <a:pt x="31734" y="7658"/>
                      <a:pt x="31869" y="7930"/>
                    </a:cubicBezTo>
                    <a:cubicBezTo>
                      <a:pt x="31643" y="8020"/>
                      <a:pt x="31462" y="8247"/>
                      <a:pt x="31462" y="8564"/>
                    </a:cubicBezTo>
                    <a:cubicBezTo>
                      <a:pt x="31552" y="9922"/>
                      <a:pt x="31915" y="11234"/>
                      <a:pt x="32322" y="12502"/>
                    </a:cubicBezTo>
                    <a:cubicBezTo>
                      <a:pt x="32141" y="12638"/>
                      <a:pt x="32005" y="12909"/>
                      <a:pt x="32096" y="13226"/>
                    </a:cubicBezTo>
                    <a:cubicBezTo>
                      <a:pt x="32186" y="13588"/>
                      <a:pt x="32232" y="13951"/>
                      <a:pt x="32322" y="14267"/>
                    </a:cubicBezTo>
                    <a:cubicBezTo>
                      <a:pt x="32096" y="14358"/>
                      <a:pt x="31960" y="14539"/>
                      <a:pt x="31960" y="14856"/>
                    </a:cubicBezTo>
                    <a:cubicBezTo>
                      <a:pt x="31960" y="15037"/>
                      <a:pt x="31960" y="15218"/>
                      <a:pt x="31960" y="15399"/>
                    </a:cubicBezTo>
                    <a:cubicBezTo>
                      <a:pt x="31869" y="15309"/>
                      <a:pt x="31734" y="15263"/>
                      <a:pt x="31598" y="15263"/>
                    </a:cubicBezTo>
                    <a:cubicBezTo>
                      <a:pt x="31462" y="14539"/>
                      <a:pt x="31145" y="13905"/>
                      <a:pt x="30828" y="13317"/>
                    </a:cubicBezTo>
                    <a:cubicBezTo>
                      <a:pt x="30149" y="12230"/>
                      <a:pt x="29289" y="11280"/>
                      <a:pt x="28338" y="10420"/>
                    </a:cubicBezTo>
                    <a:cubicBezTo>
                      <a:pt x="27795" y="9650"/>
                      <a:pt x="27207" y="8926"/>
                      <a:pt x="26528" y="8247"/>
                    </a:cubicBezTo>
                    <a:cubicBezTo>
                      <a:pt x="25441" y="7024"/>
                      <a:pt x="24219" y="5938"/>
                      <a:pt x="22997" y="4852"/>
                    </a:cubicBezTo>
                    <a:lnTo>
                      <a:pt x="23178" y="4761"/>
                    </a:lnTo>
                    <a:cubicBezTo>
                      <a:pt x="23721" y="4444"/>
                      <a:pt x="24219" y="4082"/>
                      <a:pt x="24400" y="3493"/>
                    </a:cubicBezTo>
                    <a:cubicBezTo>
                      <a:pt x="24792" y="2474"/>
                      <a:pt x="24098" y="1422"/>
                      <a:pt x="23082" y="1422"/>
                    </a:cubicBezTo>
                    <a:cubicBezTo>
                      <a:pt x="22925" y="1422"/>
                      <a:pt x="22759" y="1447"/>
                      <a:pt x="22589" y="1502"/>
                    </a:cubicBezTo>
                    <a:cubicBezTo>
                      <a:pt x="22046" y="1728"/>
                      <a:pt x="21639" y="2135"/>
                      <a:pt x="21141" y="2407"/>
                    </a:cubicBezTo>
                    <a:cubicBezTo>
                      <a:pt x="20688" y="2679"/>
                      <a:pt x="20190" y="2860"/>
                      <a:pt x="19647" y="2950"/>
                    </a:cubicBezTo>
                    <a:cubicBezTo>
                      <a:pt x="19408" y="3003"/>
                      <a:pt x="19169" y="3025"/>
                      <a:pt x="18940" y="3025"/>
                    </a:cubicBezTo>
                    <a:cubicBezTo>
                      <a:pt x="18778" y="3025"/>
                      <a:pt x="18620" y="3014"/>
                      <a:pt x="18470" y="2996"/>
                    </a:cubicBezTo>
                    <a:cubicBezTo>
                      <a:pt x="18379" y="2950"/>
                      <a:pt x="18289" y="2905"/>
                      <a:pt x="18198" y="2905"/>
                    </a:cubicBezTo>
                    <a:lnTo>
                      <a:pt x="18017" y="2905"/>
                    </a:lnTo>
                    <a:cubicBezTo>
                      <a:pt x="17700" y="2860"/>
                      <a:pt x="17429" y="2724"/>
                      <a:pt x="17112" y="2588"/>
                    </a:cubicBezTo>
                    <a:cubicBezTo>
                      <a:pt x="16976" y="2452"/>
                      <a:pt x="16840" y="2271"/>
                      <a:pt x="16659" y="2135"/>
                    </a:cubicBezTo>
                    <a:cubicBezTo>
                      <a:pt x="16161" y="1592"/>
                      <a:pt x="15573" y="1094"/>
                      <a:pt x="15256" y="415"/>
                    </a:cubicBezTo>
                    <a:cubicBezTo>
                      <a:pt x="15118" y="123"/>
                      <a:pt x="14870" y="1"/>
                      <a:pt x="146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8" name="Google Shape;3208;p5"/>
              <p:cNvSpPr/>
              <p:nvPr/>
            </p:nvSpPr>
            <p:spPr>
              <a:xfrm>
                <a:off x="3316000" y="1646350"/>
                <a:ext cx="124500" cy="268750"/>
              </a:xfrm>
              <a:custGeom>
                <a:rect b="b" l="l" r="r" t="t"/>
                <a:pathLst>
                  <a:path extrusionOk="0" h="10750" w="4980">
                    <a:moveTo>
                      <a:pt x="1208" y="0"/>
                    </a:moveTo>
                    <a:cubicBezTo>
                      <a:pt x="1079" y="0"/>
                      <a:pt x="946" y="69"/>
                      <a:pt x="906" y="212"/>
                    </a:cubicBezTo>
                    <a:cubicBezTo>
                      <a:pt x="227" y="2385"/>
                      <a:pt x="0" y="4648"/>
                      <a:pt x="815" y="6866"/>
                    </a:cubicBezTo>
                    <a:cubicBezTo>
                      <a:pt x="1132" y="7772"/>
                      <a:pt x="1585" y="8632"/>
                      <a:pt x="2218" y="9356"/>
                    </a:cubicBezTo>
                    <a:cubicBezTo>
                      <a:pt x="2704" y="9963"/>
                      <a:pt x="3478" y="10750"/>
                      <a:pt x="4315" y="10750"/>
                    </a:cubicBezTo>
                    <a:cubicBezTo>
                      <a:pt x="4415" y="10750"/>
                      <a:pt x="4516" y="10739"/>
                      <a:pt x="4618" y="10714"/>
                    </a:cubicBezTo>
                    <a:cubicBezTo>
                      <a:pt x="4844" y="10669"/>
                      <a:pt x="4980" y="10397"/>
                      <a:pt x="4934" y="10171"/>
                    </a:cubicBezTo>
                    <a:cubicBezTo>
                      <a:pt x="4889" y="9945"/>
                      <a:pt x="4753" y="9854"/>
                      <a:pt x="4663" y="9673"/>
                    </a:cubicBezTo>
                    <a:lnTo>
                      <a:pt x="4663" y="9673"/>
                    </a:lnTo>
                    <a:cubicBezTo>
                      <a:pt x="4687" y="9709"/>
                      <a:pt x="4698" y="9723"/>
                      <a:pt x="4701" y="9723"/>
                    </a:cubicBezTo>
                    <a:cubicBezTo>
                      <a:pt x="4709" y="9723"/>
                      <a:pt x="4651" y="9616"/>
                      <a:pt x="4618" y="9583"/>
                    </a:cubicBezTo>
                    <a:cubicBezTo>
                      <a:pt x="4527" y="9447"/>
                      <a:pt x="4437" y="9356"/>
                      <a:pt x="4346" y="9266"/>
                    </a:cubicBezTo>
                    <a:lnTo>
                      <a:pt x="4346" y="9266"/>
                    </a:lnTo>
                    <a:cubicBezTo>
                      <a:pt x="4371" y="9282"/>
                      <a:pt x="4399" y="9290"/>
                      <a:pt x="4428" y="9290"/>
                    </a:cubicBezTo>
                    <a:cubicBezTo>
                      <a:pt x="4557" y="9290"/>
                      <a:pt x="4708" y="9142"/>
                      <a:pt x="4708" y="8994"/>
                    </a:cubicBezTo>
                    <a:cubicBezTo>
                      <a:pt x="4708" y="8858"/>
                      <a:pt x="4708" y="8677"/>
                      <a:pt x="4618" y="8541"/>
                    </a:cubicBezTo>
                    <a:cubicBezTo>
                      <a:pt x="4572" y="8360"/>
                      <a:pt x="4527" y="8225"/>
                      <a:pt x="4482" y="8089"/>
                    </a:cubicBezTo>
                    <a:cubicBezTo>
                      <a:pt x="4391" y="7772"/>
                      <a:pt x="4255" y="7500"/>
                      <a:pt x="4120" y="7229"/>
                    </a:cubicBezTo>
                    <a:cubicBezTo>
                      <a:pt x="3939" y="6640"/>
                      <a:pt x="3712" y="6052"/>
                      <a:pt x="3576" y="5418"/>
                    </a:cubicBezTo>
                    <a:cubicBezTo>
                      <a:pt x="3523" y="5223"/>
                      <a:pt x="3366" y="5139"/>
                      <a:pt x="3202" y="5139"/>
                    </a:cubicBezTo>
                    <a:cubicBezTo>
                      <a:pt x="2948" y="5139"/>
                      <a:pt x="2679" y="5341"/>
                      <a:pt x="2762" y="5644"/>
                    </a:cubicBezTo>
                    <a:cubicBezTo>
                      <a:pt x="2897" y="6278"/>
                      <a:pt x="3124" y="6912"/>
                      <a:pt x="3350" y="7500"/>
                    </a:cubicBezTo>
                    <a:cubicBezTo>
                      <a:pt x="3441" y="7817"/>
                      <a:pt x="3576" y="8179"/>
                      <a:pt x="3712" y="8451"/>
                    </a:cubicBezTo>
                    <a:cubicBezTo>
                      <a:pt x="3803" y="8587"/>
                      <a:pt x="3848" y="8722"/>
                      <a:pt x="3939" y="8858"/>
                    </a:cubicBezTo>
                    <a:cubicBezTo>
                      <a:pt x="3803" y="8722"/>
                      <a:pt x="3622" y="8587"/>
                      <a:pt x="3486" y="8406"/>
                    </a:cubicBezTo>
                    <a:cubicBezTo>
                      <a:pt x="2988" y="7817"/>
                      <a:pt x="2535" y="7048"/>
                      <a:pt x="2218" y="6278"/>
                    </a:cubicBezTo>
                    <a:cubicBezTo>
                      <a:pt x="1494" y="4422"/>
                      <a:pt x="1358" y="2294"/>
                      <a:pt x="1494" y="302"/>
                    </a:cubicBezTo>
                    <a:cubicBezTo>
                      <a:pt x="1519" y="103"/>
                      <a:pt x="1366" y="0"/>
                      <a:pt x="12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9" name="Google Shape;3209;p5"/>
              <p:cNvSpPr/>
              <p:nvPr/>
            </p:nvSpPr>
            <p:spPr>
              <a:xfrm>
                <a:off x="3176800" y="1516550"/>
                <a:ext cx="23775" cy="138550"/>
              </a:xfrm>
              <a:custGeom>
                <a:rect b="b" l="l" r="r" t="t"/>
                <a:pathLst>
                  <a:path extrusionOk="0" h="5542" w="951">
                    <a:moveTo>
                      <a:pt x="520" y="1"/>
                    </a:moveTo>
                    <a:cubicBezTo>
                      <a:pt x="403" y="1"/>
                      <a:pt x="291" y="62"/>
                      <a:pt x="272" y="198"/>
                    </a:cubicBezTo>
                    <a:cubicBezTo>
                      <a:pt x="91" y="1103"/>
                      <a:pt x="0" y="1963"/>
                      <a:pt x="0" y="2869"/>
                    </a:cubicBezTo>
                    <a:cubicBezTo>
                      <a:pt x="0" y="3276"/>
                      <a:pt x="45" y="3729"/>
                      <a:pt x="91" y="4182"/>
                    </a:cubicBezTo>
                    <a:cubicBezTo>
                      <a:pt x="136" y="4589"/>
                      <a:pt x="181" y="5087"/>
                      <a:pt x="453" y="5449"/>
                    </a:cubicBezTo>
                    <a:cubicBezTo>
                      <a:pt x="492" y="5508"/>
                      <a:pt x="566" y="5542"/>
                      <a:pt x="641" y="5542"/>
                    </a:cubicBezTo>
                    <a:cubicBezTo>
                      <a:pt x="737" y="5542"/>
                      <a:pt x="835" y="5486"/>
                      <a:pt x="860" y="5359"/>
                    </a:cubicBezTo>
                    <a:cubicBezTo>
                      <a:pt x="951" y="4997"/>
                      <a:pt x="906" y="4544"/>
                      <a:pt x="860" y="4182"/>
                    </a:cubicBezTo>
                    <a:lnTo>
                      <a:pt x="860" y="4136"/>
                    </a:lnTo>
                    <a:cubicBezTo>
                      <a:pt x="815" y="3729"/>
                      <a:pt x="770" y="3276"/>
                      <a:pt x="724" y="2869"/>
                    </a:cubicBezTo>
                    <a:cubicBezTo>
                      <a:pt x="679" y="2009"/>
                      <a:pt x="724" y="1149"/>
                      <a:pt x="815" y="289"/>
                    </a:cubicBezTo>
                    <a:cubicBezTo>
                      <a:pt x="841" y="108"/>
                      <a:pt x="675" y="1"/>
                      <a:pt x="5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0" name="Google Shape;3210;p5"/>
              <p:cNvSpPr/>
              <p:nvPr/>
            </p:nvSpPr>
            <p:spPr>
              <a:xfrm>
                <a:off x="3201700" y="1443475"/>
                <a:ext cx="36050" cy="111475"/>
              </a:xfrm>
              <a:custGeom>
                <a:rect b="b" l="l" r="r" t="t"/>
                <a:pathLst>
                  <a:path extrusionOk="0" h="4459" w="1442">
                    <a:moveTo>
                      <a:pt x="1093" y="1"/>
                    </a:moveTo>
                    <a:cubicBezTo>
                      <a:pt x="981" y="1"/>
                      <a:pt x="868" y="56"/>
                      <a:pt x="815" y="179"/>
                    </a:cubicBezTo>
                    <a:lnTo>
                      <a:pt x="860" y="224"/>
                    </a:lnTo>
                    <a:cubicBezTo>
                      <a:pt x="589" y="858"/>
                      <a:pt x="362" y="1537"/>
                      <a:pt x="226" y="2216"/>
                    </a:cubicBezTo>
                    <a:cubicBezTo>
                      <a:pt x="136" y="2578"/>
                      <a:pt x="45" y="2940"/>
                      <a:pt x="45" y="3257"/>
                    </a:cubicBezTo>
                    <a:cubicBezTo>
                      <a:pt x="0" y="3619"/>
                      <a:pt x="0" y="3981"/>
                      <a:pt x="91" y="4298"/>
                    </a:cubicBezTo>
                    <a:cubicBezTo>
                      <a:pt x="116" y="4400"/>
                      <a:pt x="213" y="4459"/>
                      <a:pt x="301" y="4459"/>
                    </a:cubicBezTo>
                    <a:cubicBezTo>
                      <a:pt x="370" y="4459"/>
                      <a:pt x="433" y="4423"/>
                      <a:pt x="453" y="4343"/>
                    </a:cubicBezTo>
                    <a:cubicBezTo>
                      <a:pt x="589" y="4072"/>
                      <a:pt x="679" y="3709"/>
                      <a:pt x="724" y="3347"/>
                    </a:cubicBezTo>
                    <a:cubicBezTo>
                      <a:pt x="815" y="3030"/>
                      <a:pt x="815" y="2714"/>
                      <a:pt x="905" y="2351"/>
                    </a:cubicBezTo>
                    <a:cubicBezTo>
                      <a:pt x="996" y="1672"/>
                      <a:pt x="1177" y="993"/>
                      <a:pt x="1358" y="360"/>
                    </a:cubicBezTo>
                    <a:cubicBezTo>
                      <a:pt x="1441" y="138"/>
                      <a:pt x="1270" y="1"/>
                      <a:pt x="10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1" name="Google Shape;3211;p5"/>
              <p:cNvSpPr/>
              <p:nvPr/>
            </p:nvSpPr>
            <p:spPr>
              <a:xfrm>
                <a:off x="4141025" y="5130625"/>
                <a:ext cx="21525" cy="88875"/>
              </a:xfrm>
              <a:custGeom>
                <a:rect b="b" l="l" r="r" t="t"/>
                <a:pathLst>
                  <a:path extrusionOk="0" h="3555" w="861">
                    <a:moveTo>
                      <a:pt x="326" y="0"/>
                    </a:moveTo>
                    <a:cubicBezTo>
                      <a:pt x="186" y="0"/>
                      <a:pt x="45" y="93"/>
                      <a:pt x="45" y="269"/>
                    </a:cubicBezTo>
                    <a:cubicBezTo>
                      <a:pt x="45" y="767"/>
                      <a:pt x="45" y="1265"/>
                      <a:pt x="45" y="1808"/>
                    </a:cubicBezTo>
                    <a:cubicBezTo>
                      <a:pt x="45" y="1899"/>
                      <a:pt x="45" y="2035"/>
                      <a:pt x="45" y="2171"/>
                    </a:cubicBezTo>
                    <a:cubicBezTo>
                      <a:pt x="45" y="2216"/>
                      <a:pt x="0" y="2306"/>
                      <a:pt x="0" y="2352"/>
                    </a:cubicBezTo>
                    <a:cubicBezTo>
                      <a:pt x="0" y="2442"/>
                      <a:pt x="45" y="2487"/>
                      <a:pt x="45" y="2578"/>
                    </a:cubicBezTo>
                    <a:cubicBezTo>
                      <a:pt x="45" y="2669"/>
                      <a:pt x="45" y="2804"/>
                      <a:pt x="45" y="2940"/>
                    </a:cubicBezTo>
                    <a:cubicBezTo>
                      <a:pt x="45" y="3076"/>
                      <a:pt x="45" y="3212"/>
                      <a:pt x="45" y="3302"/>
                    </a:cubicBezTo>
                    <a:cubicBezTo>
                      <a:pt x="74" y="3447"/>
                      <a:pt x="195" y="3554"/>
                      <a:pt x="315" y="3554"/>
                    </a:cubicBezTo>
                    <a:cubicBezTo>
                      <a:pt x="382" y="3554"/>
                      <a:pt x="449" y="3520"/>
                      <a:pt x="498" y="3438"/>
                    </a:cubicBezTo>
                    <a:cubicBezTo>
                      <a:pt x="634" y="3212"/>
                      <a:pt x="724" y="2940"/>
                      <a:pt x="770" y="2669"/>
                    </a:cubicBezTo>
                    <a:cubicBezTo>
                      <a:pt x="815" y="2623"/>
                      <a:pt x="815" y="2533"/>
                      <a:pt x="860" y="2442"/>
                    </a:cubicBezTo>
                    <a:cubicBezTo>
                      <a:pt x="860" y="2397"/>
                      <a:pt x="860" y="2306"/>
                      <a:pt x="860" y="2216"/>
                    </a:cubicBezTo>
                    <a:cubicBezTo>
                      <a:pt x="860" y="2080"/>
                      <a:pt x="860" y="1944"/>
                      <a:pt x="860" y="1808"/>
                    </a:cubicBezTo>
                    <a:cubicBezTo>
                      <a:pt x="860" y="1265"/>
                      <a:pt x="770" y="722"/>
                      <a:pt x="589" y="179"/>
                    </a:cubicBezTo>
                    <a:cubicBezTo>
                      <a:pt x="549" y="59"/>
                      <a:pt x="438" y="0"/>
                      <a:pt x="326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2" name="Google Shape;3212;p5"/>
              <p:cNvSpPr/>
              <p:nvPr/>
            </p:nvSpPr>
            <p:spPr>
              <a:xfrm>
                <a:off x="3965600" y="5195075"/>
                <a:ext cx="17000" cy="45850"/>
              </a:xfrm>
              <a:custGeom>
                <a:rect b="b" l="l" r="r" t="t"/>
                <a:pathLst>
                  <a:path extrusionOk="0" h="1834" w="680">
                    <a:moveTo>
                      <a:pt x="363" y="0"/>
                    </a:moveTo>
                    <a:cubicBezTo>
                      <a:pt x="182" y="0"/>
                      <a:pt x="0" y="136"/>
                      <a:pt x="0" y="317"/>
                    </a:cubicBezTo>
                    <a:lnTo>
                      <a:pt x="46" y="951"/>
                    </a:lnTo>
                    <a:cubicBezTo>
                      <a:pt x="46" y="1086"/>
                      <a:pt x="46" y="1177"/>
                      <a:pt x="46" y="1268"/>
                    </a:cubicBezTo>
                    <a:cubicBezTo>
                      <a:pt x="46" y="1403"/>
                      <a:pt x="91" y="1539"/>
                      <a:pt x="91" y="1630"/>
                    </a:cubicBezTo>
                    <a:cubicBezTo>
                      <a:pt x="136" y="1766"/>
                      <a:pt x="249" y="1833"/>
                      <a:pt x="357" y="1833"/>
                    </a:cubicBezTo>
                    <a:cubicBezTo>
                      <a:pt x="464" y="1833"/>
                      <a:pt x="566" y="1766"/>
                      <a:pt x="589" y="1630"/>
                    </a:cubicBezTo>
                    <a:cubicBezTo>
                      <a:pt x="634" y="1539"/>
                      <a:pt x="634" y="1403"/>
                      <a:pt x="634" y="1268"/>
                    </a:cubicBezTo>
                    <a:cubicBezTo>
                      <a:pt x="634" y="1177"/>
                      <a:pt x="634" y="1086"/>
                      <a:pt x="634" y="951"/>
                    </a:cubicBezTo>
                    <a:cubicBezTo>
                      <a:pt x="679" y="770"/>
                      <a:pt x="679" y="543"/>
                      <a:pt x="679" y="317"/>
                    </a:cubicBezTo>
                    <a:cubicBezTo>
                      <a:pt x="679" y="136"/>
                      <a:pt x="544" y="0"/>
                      <a:pt x="363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3" name="Google Shape;3213;p5"/>
              <p:cNvSpPr/>
              <p:nvPr/>
            </p:nvSpPr>
            <p:spPr>
              <a:xfrm>
                <a:off x="3427327" y="917700"/>
                <a:ext cx="96225" cy="136500"/>
              </a:xfrm>
              <a:custGeom>
                <a:rect b="b" l="l" r="r" t="t"/>
                <a:pathLst>
                  <a:path extrusionOk="0" h="5460" w="3849">
                    <a:moveTo>
                      <a:pt x="1470" y="0"/>
                    </a:moveTo>
                    <a:cubicBezTo>
                      <a:pt x="1037" y="0"/>
                      <a:pt x="599" y="195"/>
                      <a:pt x="363" y="567"/>
                    </a:cubicBezTo>
                    <a:cubicBezTo>
                      <a:pt x="46" y="974"/>
                      <a:pt x="1" y="1608"/>
                      <a:pt x="1" y="2061"/>
                    </a:cubicBezTo>
                    <a:cubicBezTo>
                      <a:pt x="1" y="3102"/>
                      <a:pt x="318" y="4234"/>
                      <a:pt x="1042" y="5003"/>
                    </a:cubicBezTo>
                    <a:cubicBezTo>
                      <a:pt x="1319" y="5308"/>
                      <a:pt x="1697" y="5460"/>
                      <a:pt x="2073" y="5460"/>
                    </a:cubicBezTo>
                    <a:cubicBezTo>
                      <a:pt x="2312" y="5460"/>
                      <a:pt x="2551" y="5398"/>
                      <a:pt x="2762" y="5275"/>
                    </a:cubicBezTo>
                    <a:cubicBezTo>
                      <a:pt x="3260" y="4958"/>
                      <a:pt x="3532" y="4415"/>
                      <a:pt x="3668" y="3872"/>
                    </a:cubicBezTo>
                    <a:cubicBezTo>
                      <a:pt x="3849" y="2830"/>
                      <a:pt x="3803" y="1472"/>
                      <a:pt x="2943" y="748"/>
                    </a:cubicBezTo>
                    <a:cubicBezTo>
                      <a:pt x="2672" y="431"/>
                      <a:pt x="2355" y="159"/>
                      <a:pt x="1902" y="69"/>
                    </a:cubicBezTo>
                    <a:cubicBezTo>
                      <a:pt x="1764" y="23"/>
                      <a:pt x="1617" y="0"/>
                      <a:pt x="14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4" name="Google Shape;3214;p5"/>
              <p:cNvSpPr/>
              <p:nvPr/>
            </p:nvSpPr>
            <p:spPr>
              <a:xfrm>
                <a:off x="3302852" y="845600"/>
                <a:ext cx="298800" cy="122900"/>
              </a:xfrm>
              <a:custGeom>
                <a:rect b="b" l="l" r="r" t="t"/>
                <a:pathLst>
                  <a:path extrusionOk="0" h="4916" w="11952">
                    <a:moveTo>
                      <a:pt x="5761" y="1"/>
                    </a:moveTo>
                    <a:cubicBezTo>
                      <a:pt x="4461" y="1"/>
                      <a:pt x="3181" y="529"/>
                      <a:pt x="2173" y="1369"/>
                    </a:cubicBezTo>
                    <a:cubicBezTo>
                      <a:pt x="1223" y="2093"/>
                      <a:pt x="227" y="3315"/>
                      <a:pt x="0" y="4492"/>
                    </a:cubicBezTo>
                    <a:cubicBezTo>
                      <a:pt x="0" y="4672"/>
                      <a:pt x="143" y="4908"/>
                      <a:pt x="314" y="4908"/>
                    </a:cubicBezTo>
                    <a:cubicBezTo>
                      <a:pt x="359" y="4908"/>
                      <a:pt x="406" y="4892"/>
                      <a:pt x="453" y="4854"/>
                    </a:cubicBezTo>
                    <a:cubicBezTo>
                      <a:pt x="1313" y="4220"/>
                      <a:pt x="1947" y="3315"/>
                      <a:pt x="2807" y="2681"/>
                    </a:cubicBezTo>
                    <a:cubicBezTo>
                      <a:pt x="3712" y="2048"/>
                      <a:pt x="4754" y="1595"/>
                      <a:pt x="5885" y="1595"/>
                    </a:cubicBezTo>
                    <a:cubicBezTo>
                      <a:pt x="6972" y="1640"/>
                      <a:pt x="8013" y="2183"/>
                      <a:pt x="8828" y="2817"/>
                    </a:cubicBezTo>
                    <a:cubicBezTo>
                      <a:pt x="9235" y="3134"/>
                      <a:pt x="9597" y="3496"/>
                      <a:pt x="9959" y="3904"/>
                    </a:cubicBezTo>
                    <a:cubicBezTo>
                      <a:pt x="10276" y="4311"/>
                      <a:pt x="10548" y="4809"/>
                      <a:pt x="11091" y="4899"/>
                    </a:cubicBezTo>
                    <a:cubicBezTo>
                      <a:pt x="11123" y="4910"/>
                      <a:pt x="11160" y="4916"/>
                      <a:pt x="11199" y="4916"/>
                    </a:cubicBezTo>
                    <a:cubicBezTo>
                      <a:pt x="11324" y="4916"/>
                      <a:pt x="11464" y="4857"/>
                      <a:pt x="11499" y="4718"/>
                    </a:cubicBezTo>
                    <a:cubicBezTo>
                      <a:pt x="11951" y="3632"/>
                      <a:pt x="10593" y="2319"/>
                      <a:pt x="9824" y="1685"/>
                    </a:cubicBezTo>
                    <a:cubicBezTo>
                      <a:pt x="8782" y="825"/>
                      <a:pt x="7470" y="146"/>
                      <a:pt x="6066" y="10"/>
                    </a:cubicBezTo>
                    <a:cubicBezTo>
                      <a:pt x="5965" y="4"/>
                      <a:pt x="5863" y="1"/>
                      <a:pt x="57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5" name="Google Shape;3215;p5"/>
              <p:cNvSpPr/>
              <p:nvPr/>
            </p:nvSpPr>
            <p:spPr>
              <a:xfrm>
                <a:off x="3308502" y="816625"/>
                <a:ext cx="93950" cy="39975"/>
              </a:xfrm>
              <a:custGeom>
                <a:rect b="b" l="l" r="r" t="t"/>
                <a:pathLst>
                  <a:path extrusionOk="0" h="1599" w="3758">
                    <a:moveTo>
                      <a:pt x="3034" y="0"/>
                    </a:moveTo>
                    <a:cubicBezTo>
                      <a:pt x="2017" y="0"/>
                      <a:pt x="1005" y="450"/>
                      <a:pt x="227" y="1034"/>
                    </a:cubicBezTo>
                    <a:cubicBezTo>
                      <a:pt x="91" y="1124"/>
                      <a:pt x="1" y="1305"/>
                      <a:pt x="91" y="1441"/>
                    </a:cubicBezTo>
                    <a:cubicBezTo>
                      <a:pt x="150" y="1530"/>
                      <a:pt x="267" y="1599"/>
                      <a:pt x="378" y="1599"/>
                    </a:cubicBezTo>
                    <a:cubicBezTo>
                      <a:pt x="438" y="1599"/>
                      <a:pt x="497" y="1579"/>
                      <a:pt x="544" y="1532"/>
                    </a:cubicBezTo>
                    <a:cubicBezTo>
                      <a:pt x="951" y="1260"/>
                      <a:pt x="1449" y="1034"/>
                      <a:pt x="1947" y="853"/>
                    </a:cubicBezTo>
                    <a:cubicBezTo>
                      <a:pt x="2445" y="717"/>
                      <a:pt x="2988" y="581"/>
                      <a:pt x="3532" y="490"/>
                    </a:cubicBezTo>
                    <a:cubicBezTo>
                      <a:pt x="3713" y="400"/>
                      <a:pt x="3758" y="83"/>
                      <a:pt x="3532" y="38"/>
                    </a:cubicBezTo>
                    <a:cubicBezTo>
                      <a:pt x="3366" y="12"/>
                      <a:pt x="3200" y="0"/>
                      <a:pt x="30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6" name="Google Shape;3216;p5"/>
              <p:cNvSpPr/>
              <p:nvPr/>
            </p:nvSpPr>
            <p:spPr>
              <a:xfrm>
                <a:off x="3513352" y="805100"/>
                <a:ext cx="53200" cy="41075"/>
              </a:xfrm>
              <a:custGeom>
                <a:rect b="b" l="l" r="r" t="t"/>
                <a:pathLst>
                  <a:path extrusionOk="0" h="1643" w="2128">
                    <a:moveTo>
                      <a:pt x="419" y="1"/>
                    </a:moveTo>
                    <a:cubicBezTo>
                      <a:pt x="292" y="1"/>
                      <a:pt x="151" y="61"/>
                      <a:pt x="91" y="182"/>
                    </a:cubicBezTo>
                    <a:cubicBezTo>
                      <a:pt x="0" y="363"/>
                      <a:pt x="46" y="589"/>
                      <a:pt x="227" y="680"/>
                    </a:cubicBezTo>
                    <a:cubicBezTo>
                      <a:pt x="453" y="861"/>
                      <a:pt x="679" y="997"/>
                      <a:pt x="951" y="1178"/>
                    </a:cubicBezTo>
                    <a:cubicBezTo>
                      <a:pt x="1041" y="1268"/>
                      <a:pt x="1177" y="1314"/>
                      <a:pt x="1268" y="1404"/>
                    </a:cubicBezTo>
                    <a:cubicBezTo>
                      <a:pt x="1358" y="1449"/>
                      <a:pt x="1404" y="1495"/>
                      <a:pt x="1449" y="1540"/>
                    </a:cubicBezTo>
                    <a:cubicBezTo>
                      <a:pt x="1539" y="1585"/>
                      <a:pt x="1630" y="1585"/>
                      <a:pt x="1721" y="1630"/>
                    </a:cubicBezTo>
                    <a:cubicBezTo>
                      <a:pt x="1745" y="1639"/>
                      <a:pt x="1770" y="1642"/>
                      <a:pt x="1795" y="1642"/>
                    </a:cubicBezTo>
                    <a:cubicBezTo>
                      <a:pt x="1903" y="1642"/>
                      <a:pt x="2000" y="1569"/>
                      <a:pt x="2037" y="1495"/>
                    </a:cubicBezTo>
                    <a:cubicBezTo>
                      <a:pt x="2128" y="1359"/>
                      <a:pt x="2083" y="1223"/>
                      <a:pt x="1992" y="1132"/>
                    </a:cubicBezTo>
                    <a:cubicBezTo>
                      <a:pt x="1947" y="1042"/>
                      <a:pt x="1902" y="997"/>
                      <a:pt x="1811" y="951"/>
                    </a:cubicBezTo>
                    <a:cubicBezTo>
                      <a:pt x="1766" y="906"/>
                      <a:pt x="1675" y="861"/>
                      <a:pt x="1630" y="816"/>
                    </a:cubicBezTo>
                    <a:cubicBezTo>
                      <a:pt x="1539" y="725"/>
                      <a:pt x="1404" y="635"/>
                      <a:pt x="1313" y="544"/>
                    </a:cubicBezTo>
                    <a:cubicBezTo>
                      <a:pt x="1041" y="363"/>
                      <a:pt x="815" y="227"/>
                      <a:pt x="589" y="46"/>
                    </a:cubicBezTo>
                    <a:cubicBezTo>
                      <a:pt x="544" y="16"/>
                      <a:pt x="483" y="1"/>
                      <a:pt x="4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7" name="Google Shape;3217;p5"/>
              <p:cNvSpPr/>
              <p:nvPr/>
            </p:nvSpPr>
            <p:spPr>
              <a:xfrm>
                <a:off x="4092477" y="849125"/>
                <a:ext cx="142325" cy="39575"/>
              </a:xfrm>
              <a:custGeom>
                <a:rect b="b" l="l" r="r" t="t"/>
                <a:pathLst>
                  <a:path extrusionOk="0" h="1583" w="5693">
                    <a:moveTo>
                      <a:pt x="3111" y="0"/>
                    </a:moveTo>
                    <a:cubicBezTo>
                      <a:pt x="3044" y="0"/>
                      <a:pt x="2977" y="2"/>
                      <a:pt x="2910" y="5"/>
                    </a:cubicBezTo>
                    <a:cubicBezTo>
                      <a:pt x="1914" y="5"/>
                      <a:pt x="1009" y="413"/>
                      <a:pt x="285" y="1046"/>
                    </a:cubicBezTo>
                    <a:cubicBezTo>
                      <a:pt x="1" y="1259"/>
                      <a:pt x="245" y="1583"/>
                      <a:pt x="516" y="1583"/>
                    </a:cubicBezTo>
                    <a:cubicBezTo>
                      <a:pt x="591" y="1583"/>
                      <a:pt x="668" y="1558"/>
                      <a:pt x="737" y="1499"/>
                    </a:cubicBezTo>
                    <a:cubicBezTo>
                      <a:pt x="1371" y="1001"/>
                      <a:pt x="2141" y="775"/>
                      <a:pt x="2955" y="775"/>
                    </a:cubicBezTo>
                    <a:cubicBezTo>
                      <a:pt x="3770" y="775"/>
                      <a:pt x="4495" y="1001"/>
                      <a:pt x="5219" y="1363"/>
                    </a:cubicBezTo>
                    <a:cubicBezTo>
                      <a:pt x="5249" y="1376"/>
                      <a:pt x="5281" y="1381"/>
                      <a:pt x="5312" y="1381"/>
                    </a:cubicBezTo>
                    <a:cubicBezTo>
                      <a:pt x="5510" y="1381"/>
                      <a:pt x="5692" y="1152"/>
                      <a:pt x="5536" y="956"/>
                    </a:cubicBezTo>
                    <a:cubicBezTo>
                      <a:pt x="4904" y="283"/>
                      <a:pt x="3999" y="0"/>
                      <a:pt x="31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8" name="Google Shape;3218;p5"/>
              <p:cNvSpPr/>
              <p:nvPr/>
            </p:nvSpPr>
            <p:spPr>
              <a:xfrm>
                <a:off x="3090077" y="1753350"/>
                <a:ext cx="93475" cy="143125"/>
              </a:xfrm>
              <a:custGeom>
                <a:rect b="b" l="l" r="r" t="t"/>
                <a:pathLst>
                  <a:path extrusionOk="0" h="5725" w="3739">
                    <a:moveTo>
                      <a:pt x="310" y="0"/>
                    </a:moveTo>
                    <a:cubicBezTo>
                      <a:pt x="151" y="0"/>
                      <a:pt x="1" y="103"/>
                      <a:pt x="1" y="323"/>
                    </a:cubicBezTo>
                    <a:cubicBezTo>
                      <a:pt x="91" y="1409"/>
                      <a:pt x="408" y="2496"/>
                      <a:pt x="997" y="3447"/>
                    </a:cubicBezTo>
                    <a:cubicBezTo>
                      <a:pt x="1268" y="3945"/>
                      <a:pt x="1585" y="4352"/>
                      <a:pt x="1947" y="4759"/>
                    </a:cubicBezTo>
                    <a:cubicBezTo>
                      <a:pt x="2355" y="5167"/>
                      <a:pt x="2807" y="5484"/>
                      <a:pt x="3351" y="5710"/>
                    </a:cubicBezTo>
                    <a:cubicBezTo>
                      <a:pt x="3375" y="5720"/>
                      <a:pt x="3399" y="5724"/>
                      <a:pt x="3422" y="5724"/>
                    </a:cubicBezTo>
                    <a:cubicBezTo>
                      <a:pt x="3612" y="5724"/>
                      <a:pt x="3739" y="5419"/>
                      <a:pt x="3577" y="5257"/>
                    </a:cubicBezTo>
                    <a:cubicBezTo>
                      <a:pt x="2898" y="4578"/>
                      <a:pt x="2174" y="3899"/>
                      <a:pt x="1676" y="3084"/>
                    </a:cubicBezTo>
                    <a:cubicBezTo>
                      <a:pt x="1133" y="2224"/>
                      <a:pt x="770" y="1274"/>
                      <a:pt x="680" y="323"/>
                    </a:cubicBezTo>
                    <a:cubicBezTo>
                      <a:pt x="657" y="114"/>
                      <a:pt x="478" y="0"/>
                      <a:pt x="3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9" name="Google Shape;3219;p5"/>
              <p:cNvSpPr/>
              <p:nvPr/>
            </p:nvSpPr>
            <p:spPr>
              <a:xfrm>
                <a:off x="4421677" y="1362550"/>
                <a:ext cx="99600" cy="151025"/>
              </a:xfrm>
              <a:custGeom>
                <a:rect b="b" l="l" r="r" t="t"/>
                <a:pathLst>
                  <a:path extrusionOk="0" h="6041" w="3984">
                    <a:moveTo>
                      <a:pt x="465" y="0"/>
                    </a:moveTo>
                    <a:cubicBezTo>
                      <a:pt x="205" y="0"/>
                      <a:pt x="0" y="204"/>
                      <a:pt x="154" y="473"/>
                    </a:cubicBezTo>
                    <a:cubicBezTo>
                      <a:pt x="426" y="926"/>
                      <a:pt x="833" y="1288"/>
                      <a:pt x="1150" y="1695"/>
                    </a:cubicBezTo>
                    <a:lnTo>
                      <a:pt x="1150" y="1741"/>
                    </a:lnTo>
                    <a:cubicBezTo>
                      <a:pt x="1512" y="2103"/>
                      <a:pt x="1784" y="2555"/>
                      <a:pt x="2100" y="3008"/>
                    </a:cubicBezTo>
                    <a:cubicBezTo>
                      <a:pt x="2644" y="3868"/>
                      <a:pt x="3142" y="4819"/>
                      <a:pt x="3413" y="5860"/>
                    </a:cubicBezTo>
                    <a:cubicBezTo>
                      <a:pt x="3449" y="5986"/>
                      <a:pt x="3550" y="6040"/>
                      <a:pt x="3655" y="6040"/>
                    </a:cubicBezTo>
                    <a:cubicBezTo>
                      <a:pt x="3814" y="6040"/>
                      <a:pt x="3984" y="5915"/>
                      <a:pt x="3956" y="5724"/>
                    </a:cubicBezTo>
                    <a:cubicBezTo>
                      <a:pt x="3685" y="4638"/>
                      <a:pt x="3368" y="3551"/>
                      <a:pt x="2780" y="2555"/>
                    </a:cubicBezTo>
                    <a:cubicBezTo>
                      <a:pt x="2508" y="2103"/>
                      <a:pt x="2191" y="1650"/>
                      <a:pt x="1874" y="1197"/>
                    </a:cubicBezTo>
                    <a:cubicBezTo>
                      <a:pt x="1512" y="745"/>
                      <a:pt x="1105" y="292"/>
                      <a:pt x="607" y="20"/>
                    </a:cubicBezTo>
                    <a:cubicBezTo>
                      <a:pt x="559" y="7"/>
                      <a:pt x="511" y="0"/>
                      <a:pt x="4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0" name="Google Shape;3220;p5"/>
              <p:cNvSpPr/>
              <p:nvPr/>
            </p:nvSpPr>
            <p:spPr>
              <a:xfrm>
                <a:off x="4312352" y="1220725"/>
                <a:ext cx="50950" cy="42800"/>
              </a:xfrm>
              <a:custGeom>
                <a:rect b="b" l="l" r="r" t="t"/>
                <a:pathLst>
                  <a:path extrusionOk="0" h="1712" w="2038">
                    <a:moveTo>
                      <a:pt x="187" y="1"/>
                    </a:moveTo>
                    <a:cubicBezTo>
                      <a:pt x="147" y="1"/>
                      <a:pt x="113" y="12"/>
                      <a:pt x="91" y="35"/>
                    </a:cubicBezTo>
                    <a:cubicBezTo>
                      <a:pt x="0" y="80"/>
                      <a:pt x="0" y="171"/>
                      <a:pt x="45" y="261"/>
                    </a:cubicBezTo>
                    <a:cubicBezTo>
                      <a:pt x="136" y="397"/>
                      <a:pt x="226" y="533"/>
                      <a:pt x="317" y="668"/>
                    </a:cubicBezTo>
                    <a:cubicBezTo>
                      <a:pt x="407" y="804"/>
                      <a:pt x="543" y="940"/>
                      <a:pt x="679" y="1076"/>
                    </a:cubicBezTo>
                    <a:cubicBezTo>
                      <a:pt x="951" y="1302"/>
                      <a:pt x="1268" y="1529"/>
                      <a:pt x="1584" y="1664"/>
                    </a:cubicBezTo>
                    <a:cubicBezTo>
                      <a:pt x="1633" y="1696"/>
                      <a:pt x="1686" y="1712"/>
                      <a:pt x="1740" y="1712"/>
                    </a:cubicBezTo>
                    <a:cubicBezTo>
                      <a:pt x="1837" y="1712"/>
                      <a:pt x="1933" y="1662"/>
                      <a:pt x="1992" y="1574"/>
                    </a:cubicBezTo>
                    <a:cubicBezTo>
                      <a:pt x="2037" y="1438"/>
                      <a:pt x="2037" y="1257"/>
                      <a:pt x="1856" y="1166"/>
                    </a:cubicBezTo>
                    <a:cubicBezTo>
                      <a:pt x="1584" y="985"/>
                      <a:pt x="1313" y="804"/>
                      <a:pt x="1041" y="623"/>
                    </a:cubicBezTo>
                    <a:cubicBezTo>
                      <a:pt x="1041" y="623"/>
                      <a:pt x="996" y="578"/>
                      <a:pt x="951" y="578"/>
                    </a:cubicBezTo>
                    <a:cubicBezTo>
                      <a:pt x="951" y="578"/>
                      <a:pt x="951" y="578"/>
                      <a:pt x="951" y="533"/>
                    </a:cubicBezTo>
                    <a:lnTo>
                      <a:pt x="905" y="533"/>
                    </a:lnTo>
                    <a:cubicBezTo>
                      <a:pt x="815" y="442"/>
                      <a:pt x="770" y="397"/>
                      <a:pt x="679" y="352"/>
                    </a:cubicBezTo>
                    <a:cubicBezTo>
                      <a:pt x="589" y="261"/>
                      <a:pt x="589" y="261"/>
                      <a:pt x="498" y="216"/>
                    </a:cubicBezTo>
                    <a:cubicBezTo>
                      <a:pt x="453" y="171"/>
                      <a:pt x="362" y="80"/>
                      <a:pt x="317" y="35"/>
                    </a:cubicBezTo>
                    <a:cubicBezTo>
                      <a:pt x="272" y="12"/>
                      <a:pt x="226" y="1"/>
                      <a:pt x="1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1" name="Google Shape;3221;p5"/>
              <p:cNvSpPr/>
              <p:nvPr/>
            </p:nvSpPr>
            <p:spPr>
              <a:xfrm>
                <a:off x="3164777" y="720650"/>
                <a:ext cx="259200" cy="268925"/>
              </a:xfrm>
              <a:custGeom>
                <a:rect b="b" l="l" r="r" t="t"/>
                <a:pathLst>
                  <a:path extrusionOk="0" h="10757" w="10368">
                    <a:moveTo>
                      <a:pt x="8858" y="0"/>
                    </a:moveTo>
                    <a:cubicBezTo>
                      <a:pt x="8639" y="0"/>
                      <a:pt x="8426" y="15"/>
                      <a:pt x="8239" y="29"/>
                    </a:cubicBezTo>
                    <a:cubicBezTo>
                      <a:pt x="7515" y="74"/>
                      <a:pt x="6791" y="255"/>
                      <a:pt x="6157" y="482"/>
                    </a:cubicBezTo>
                    <a:cubicBezTo>
                      <a:pt x="4844" y="934"/>
                      <a:pt x="3622" y="1749"/>
                      <a:pt x="2717" y="2790"/>
                    </a:cubicBezTo>
                    <a:cubicBezTo>
                      <a:pt x="906" y="4873"/>
                      <a:pt x="1" y="8041"/>
                      <a:pt x="1313" y="10577"/>
                    </a:cubicBezTo>
                    <a:cubicBezTo>
                      <a:pt x="1367" y="10702"/>
                      <a:pt x="1478" y="10757"/>
                      <a:pt x="1590" y="10757"/>
                    </a:cubicBezTo>
                    <a:cubicBezTo>
                      <a:pt x="1759" y="10757"/>
                      <a:pt x="1929" y="10632"/>
                      <a:pt x="1902" y="10441"/>
                    </a:cubicBezTo>
                    <a:cubicBezTo>
                      <a:pt x="1766" y="8041"/>
                      <a:pt x="2038" y="5552"/>
                      <a:pt x="3667" y="3650"/>
                    </a:cubicBezTo>
                    <a:cubicBezTo>
                      <a:pt x="4482" y="2745"/>
                      <a:pt x="5478" y="2066"/>
                      <a:pt x="6610" y="1659"/>
                    </a:cubicBezTo>
                    <a:cubicBezTo>
                      <a:pt x="7198" y="1432"/>
                      <a:pt x="7741" y="1296"/>
                      <a:pt x="8330" y="1206"/>
                    </a:cubicBezTo>
                    <a:cubicBezTo>
                      <a:pt x="8873" y="1115"/>
                      <a:pt x="9598" y="1251"/>
                      <a:pt x="10095" y="979"/>
                    </a:cubicBezTo>
                    <a:cubicBezTo>
                      <a:pt x="10277" y="844"/>
                      <a:pt x="10367" y="527"/>
                      <a:pt x="10141" y="346"/>
                    </a:cubicBezTo>
                    <a:cubicBezTo>
                      <a:pt x="9831" y="67"/>
                      <a:pt x="9331" y="0"/>
                      <a:pt x="88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2" name="Google Shape;3222;p5"/>
              <p:cNvSpPr/>
              <p:nvPr/>
            </p:nvSpPr>
            <p:spPr>
              <a:xfrm>
                <a:off x="3127427" y="735475"/>
                <a:ext cx="85725" cy="345100"/>
              </a:xfrm>
              <a:custGeom>
                <a:rect b="b" l="l" r="r" t="t"/>
                <a:pathLst>
                  <a:path extrusionOk="0" h="13804" w="3429">
                    <a:moveTo>
                      <a:pt x="2972" y="0"/>
                    </a:moveTo>
                    <a:cubicBezTo>
                      <a:pt x="2895" y="0"/>
                      <a:pt x="2820" y="34"/>
                      <a:pt x="2762" y="115"/>
                    </a:cubicBezTo>
                    <a:cubicBezTo>
                      <a:pt x="1087" y="2197"/>
                      <a:pt x="318" y="4642"/>
                      <a:pt x="91" y="7267"/>
                    </a:cubicBezTo>
                    <a:lnTo>
                      <a:pt x="136" y="7267"/>
                    </a:lnTo>
                    <a:cubicBezTo>
                      <a:pt x="46" y="8490"/>
                      <a:pt x="1" y="9802"/>
                      <a:pt x="272" y="10979"/>
                    </a:cubicBezTo>
                    <a:cubicBezTo>
                      <a:pt x="544" y="12021"/>
                      <a:pt x="1132" y="13424"/>
                      <a:pt x="2264" y="13786"/>
                    </a:cubicBezTo>
                    <a:cubicBezTo>
                      <a:pt x="2294" y="13798"/>
                      <a:pt x="2326" y="13804"/>
                      <a:pt x="2357" y="13804"/>
                    </a:cubicBezTo>
                    <a:cubicBezTo>
                      <a:pt x="2557" y="13804"/>
                      <a:pt x="2750" y="13569"/>
                      <a:pt x="2672" y="13333"/>
                    </a:cubicBezTo>
                    <a:cubicBezTo>
                      <a:pt x="2581" y="12881"/>
                      <a:pt x="2309" y="12473"/>
                      <a:pt x="2128" y="12021"/>
                    </a:cubicBezTo>
                    <a:cubicBezTo>
                      <a:pt x="1947" y="11477"/>
                      <a:pt x="1766" y="10979"/>
                      <a:pt x="1630" y="10436"/>
                    </a:cubicBezTo>
                    <a:cubicBezTo>
                      <a:pt x="1449" y="9395"/>
                      <a:pt x="1404" y="8263"/>
                      <a:pt x="1449" y="7177"/>
                    </a:cubicBezTo>
                    <a:cubicBezTo>
                      <a:pt x="1585" y="4913"/>
                      <a:pt x="1992" y="2424"/>
                      <a:pt x="3260" y="522"/>
                    </a:cubicBezTo>
                    <a:cubicBezTo>
                      <a:pt x="3429" y="286"/>
                      <a:pt x="3196" y="0"/>
                      <a:pt x="29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3" name="Google Shape;3223;p5"/>
              <p:cNvSpPr/>
              <p:nvPr/>
            </p:nvSpPr>
            <p:spPr>
              <a:xfrm>
                <a:off x="3057252" y="905550"/>
                <a:ext cx="13625" cy="65950"/>
              </a:xfrm>
              <a:custGeom>
                <a:rect b="b" l="l" r="r" t="t"/>
                <a:pathLst>
                  <a:path extrusionOk="0" h="2638" w="545">
                    <a:moveTo>
                      <a:pt x="295" y="0"/>
                    </a:moveTo>
                    <a:cubicBezTo>
                      <a:pt x="171" y="0"/>
                      <a:pt x="46" y="80"/>
                      <a:pt x="46" y="238"/>
                    </a:cubicBezTo>
                    <a:lnTo>
                      <a:pt x="1" y="238"/>
                    </a:lnTo>
                    <a:cubicBezTo>
                      <a:pt x="1" y="645"/>
                      <a:pt x="1" y="1008"/>
                      <a:pt x="1" y="1370"/>
                    </a:cubicBezTo>
                    <a:cubicBezTo>
                      <a:pt x="1" y="1551"/>
                      <a:pt x="46" y="1777"/>
                      <a:pt x="46" y="1958"/>
                    </a:cubicBezTo>
                    <a:cubicBezTo>
                      <a:pt x="46" y="2139"/>
                      <a:pt x="92" y="2320"/>
                      <a:pt x="92" y="2501"/>
                    </a:cubicBezTo>
                    <a:cubicBezTo>
                      <a:pt x="114" y="2592"/>
                      <a:pt x="193" y="2637"/>
                      <a:pt x="273" y="2637"/>
                    </a:cubicBezTo>
                    <a:cubicBezTo>
                      <a:pt x="352" y="2637"/>
                      <a:pt x="431" y="2592"/>
                      <a:pt x="454" y="2501"/>
                    </a:cubicBezTo>
                    <a:cubicBezTo>
                      <a:pt x="499" y="2320"/>
                      <a:pt x="499" y="2139"/>
                      <a:pt x="499" y="1958"/>
                    </a:cubicBezTo>
                    <a:cubicBezTo>
                      <a:pt x="499" y="1777"/>
                      <a:pt x="544" y="1551"/>
                      <a:pt x="544" y="1370"/>
                    </a:cubicBezTo>
                    <a:cubicBezTo>
                      <a:pt x="544" y="1008"/>
                      <a:pt x="544" y="600"/>
                      <a:pt x="544" y="238"/>
                    </a:cubicBezTo>
                    <a:cubicBezTo>
                      <a:pt x="544" y="80"/>
                      <a:pt x="420" y="0"/>
                      <a:pt x="29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4" name="Google Shape;3224;p5"/>
              <p:cNvSpPr/>
              <p:nvPr/>
            </p:nvSpPr>
            <p:spPr>
              <a:xfrm>
                <a:off x="3634727" y="756125"/>
                <a:ext cx="99325" cy="158650"/>
              </a:xfrm>
              <a:custGeom>
                <a:rect b="b" l="l" r="r" t="t"/>
                <a:pathLst>
                  <a:path extrusionOk="0" h="6346" w="3973">
                    <a:moveTo>
                      <a:pt x="370" y="1"/>
                    </a:moveTo>
                    <a:cubicBezTo>
                      <a:pt x="137" y="1"/>
                      <a:pt x="0" y="370"/>
                      <a:pt x="261" y="556"/>
                    </a:cubicBezTo>
                    <a:cubicBezTo>
                      <a:pt x="1166" y="1190"/>
                      <a:pt x="1755" y="2050"/>
                      <a:pt x="2207" y="3046"/>
                    </a:cubicBezTo>
                    <a:lnTo>
                      <a:pt x="2207" y="3001"/>
                    </a:lnTo>
                    <a:cubicBezTo>
                      <a:pt x="2434" y="3499"/>
                      <a:pt x="2569" y="3997"/>
                      <a:pt x="2660" y="4495"/>
                    </a:cubicBezTo>
                    <a:cubicBezTo>
                      <a:pt x="2705" y="4721"/>
                      <a:pt x="2750" y="4948"/>
                      <a:pt x="2750" y="5174"/>
                    </a:cubicBezTo>
                    <a:cubicBezTo>
                      <a:pt x="2796" y="5491"/>
                      <a:pt x="2750" y="5853"/>
                      <a:pt x="2932" y="6124"/>
                    </a:cubicBezTo>
                    <a:cubicBezTo>
                      <a:pt x="3040" y="6277"/>
                      <a:pt x="3181" y="6346"/>
                      <a:pt x="3322" y="6346"/>
                    </a:cubicBezTo>
                    <a:cubicBezTo>
                      <a:pt x="3475" y="6346"/>
                      <a:pt x="3629" y="6266"/>
                      <a:pt x="3746" y="6124"/>
                    </a:cubicBezTo>
                    <a:cubicBezTo>
                      <a:pt x="3973" y="5853"/>
                      <a:pt x="3882" y="5445"/>
                      <a:pt x="3882" y="5129"/>
                    </a:cubicBezTo>
                    <a:cubicBezTo>
                      <a:pt x="3837" y="4812"/>
                      <a:pt x="3792" y="4495"/>
                      <a:pt x="3701" y="4178"/>
                    </a:cubicBezTo>
                    <a:cubicBezTo>
                      <a:pt x="3565" y="3635"/>
                      <a:pt x="3339" y="3046"/>
                      <a:pt x="3022" y="2548"/>
                    </a:cubicBezTo>
                    <a:cubicBezTo>
                      <a:pt x="2434" y="1507"/>
                      <a:pt x="1528" y="647"/>
                      <a:pt x="532" y="58"/>
                    </a:cubicBezTo>
                    <a:cubicBezTo>
                      <a:pt x="476" y="18"/>
                      <a:pt x="421" y="1"/>
                      <a:pt x="3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5" name="Google Shape;3225;p5"/>
              <p:cNvSpPr/>
              <p:nvPr/>
            </p:nvSpPr>
            <p:spPr>
              <a:xfrm>
                <a:off x="3728377" y="798025"/>
                <a:ext cx="33975" cy="77325"/>
              </a:xfrm>
              <a:custGeom>
                <a:rect b="b" l="l" r="r" t="t"/>
                <a:pathLst>
                  <a:path extrusionOk="0" h="3093" w="1359">
                    <a:moveTo>
                      <a:pt x="456" y="1"/>
                    </a:moveTo>
                    <a:cubicBezTo>
                      <a:pt x="424" y="1"/>
                      <a:pt x="393" y="5"/>
                      <a:pt x="363" y="12"/>
                    </a:cubicBezTo>
                    <a:cubicBezTo>
                      <a:pt x="136" y="57"/>
                      <a:pt x="0" y="284"/>
                      <a:pt x="91" y="465"/>
                    </a:cubicBezTo>
                    <a:lnTo>
                      <a:pt x="408" y="1778"/>
                    </a:lnTo>
                    <a:cubicBezTo>
                      <a:pt x="453" y="2004"/>
                      <a:pt x="544" y="2230"/>
                      <a:pt x="634" y="2457"/>
                    </a:cubicBezTo>
                    <a:cubicBezTo>
                      <a:pt x="725" y="2638"/>
                      <a:pt x="815" y="2864"/>
                      <a:pt x="951" y="3045"/>
                    </a:cubicBezTo>
                    <a:cubicBezTo>
                      <a:pt x="999" y="3077"/>
                      <a:pt x="1053" y="3092"/>
                      <a:pt x="1104" y="3092"/>
                    </a:cubicBezTo>
                    <a:cubicBezTo>
                      <a:pt x="1198" y="3092"/>
                      <a:pt x="1284" y="3042"/>
                      <a:pt x="1313" y="2955"/>
                    </a:cubicBezTo>
                    <a:cubicBezTo>
                      <a:pt x="1358" y="2728"/>
                      <a:pt x="1313" y="2502"/>
                      <a:pt x="1313" y="2276"/>
                    </a:cubicBezTo>
                    <a:cubicBezTo>
                      <a:pt x="1268" y="2004"/>
                      <a:pt x="1223" y="1778"/>
                      <a:pt x="1177" y="1551"/>
                    </a:cubicBezTo>
                    <a:cubicBezTo>
                      <a:pt x="1042" y="1144"/>
                      <a:pt x="906" y="691"/>
                      <a:pt x="815" y="284"/>
                    </a:cubicBezTo>
                    <a:cubicBezTo>
                      <a:pt x="777" y="95"/>
                      <a:pt x="614" y="1"/>
                      <a:pt x="4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6" name="Google Shape;3226;p5"/>
              <p:cNvSpPr/>
              <p:nvPr/>
            </p:nvSpPr>
            <p:spPr>
              <a:xfrm>
                <a:off x="4019227" y="787800"/>
                <a:ext cx="47150" cy="123700"/>
              </a:xfrm>
              <a:custGeom>
                <a:rect b="b" l="l" r="r" t="t"/>
                <a:pathLst>
                  <a:path extrusionOk="0" h="4948" w="1886">
                    <a:moveTo>
                      <a:pt x="1133" y="0"/>
                    </a:moveTo>
                    <a:cubicBezTo>
                      <a:pt x="948" y="0"/>
                      <a:pt x="772" y="85"/>
                      <a:pt x="679" y="285"/>
                    </a:cubicBezTo>
                    <a:cubicBezTo>
                      <a:pt x="0" y="1689"/>
                      <a:pt x="136" y="3273"/>
                      <a:pt x="544" y="4767"/>
                    </a:cubicBezTo>
                    <a:cubicBezTo>
                      <a:pt x="580" y="4893"/>
                      <a:pt x="673" y="4947"/>
                      <a:pt x="769" y="4947"/>
                    </a:cubicBezTo>
                    <a:cubicBezTo>
                      <a:pt x="915" y="4947"/>
                      <a:pt x="1069" y="4822"/>
                      <a:pt x="1042" y="4631"/>
                    </a:cubicBezTo>
                    <a:cubicBezTo>
                      <a:pt x="861" y="3273"/>
                      <a:pt x="1313" y="2006"/>
                      <a:pt x="1766" y="738"/>
                    </a:cubicBezTo>
                    <a:cubicBezTo>
                      <a:pt x="1885" y="320"/>
                      <a:pt x="1492" y="0"/>
                      <a:pt x="1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7" name="Google Shape;3227;p5"/>
              <p:cNvSpPr/>
              <p:nvPr/>
            </p:nvSpPr>
            <p:spPr>
              <a:xfrm>
                <a:off x="3976227" y="812800"/>
                <a:ext cx="22650" cy="52300"/>
              </a:xfrm>
              <a:custGeom>
                <a:rect b="b" l="l" r="r" t="t"/>
                <a:pathLst>
                  <a:path extrusionOk="0" h="2092" w="906">
                    <a:moveTo>
                      <a:pt x="562" y="1"/>
                    </a:moveTo>
                    <a:cubicBezTo>
                      <a:pt x="407" y="1"/>
                      <a:pt x="266" y="118"/>
                      <a:pt x="227" y="236"/>
                    </a:cubicBezTo>
                    <a:cubicBezTo>
                      <a:pt x="136" y="462"/>
                      <a:pt x="91" y="689"/>
                      <a:pt x="45" y="915"/>
                    </a:cubicBezTo>
                    <a:cubicBezTo>
                      <a:pt x="0" y="1187"/>
                      <a:pt x="0" y="1458"/>
                      <a:pt x="45" y="1730"/>
                    </a:cubicBezTo>
                    <a:cubicBezTo>
                      <a:pt x="45" y="1820"/>
                      <a:pt x="91" y="1911"/>
                      <a:pt x="136" y="1956"/>
                    </a:cubicBezTo>
                    <a:lnTo>
                      <a:pt x="136" y="2001"/>
                    </a:lnTo>
                    <a:cubicBezTo>
                      <a:pt x="227" y="2047"/>
                      <a:pt x="317" y="2092"/>
                      <a:pt x="408" y="2092"/>
                    </a:cubicBezTo>
                    <a:cubicBezTo>
                      <a:pt x="589" y="2092"/>
                      <a:pt x="770" y="1911"/>
                      <a:pt x="770" y="1730"/>
                    </a:cubicBezTo>
                    <a:cubicBezTo>
                      <a:pt x="725" y="1504"/>
                      <a:pt x="770" y="1277"/>
                      <a:pt x="770" y="1051"/>
                    </a:cubicBezTo>
                    <a:cubicBezTo>
                      <a:pt x="770" y="960"/>
                      <a:pt x="770" y="915"/>
                      <a:pt x="770" y="870"/>
                    </a:cubicBezTo>
                    <a:cubicBezTo>
                      <a:pt x="770" y="824"/>
                      <a:pt x="770" y="824"/>
                      <a:pt x="770" y="779"/>
                    </a:cubicBezTo>
                    <a:cubicBezTo>
                      <a:pt x="815" y="643"/>
                      <a:pt x="815" y="508"/>
                      <a:pt x="860" y="417"/>
                    </a:cubicBezTo>
                    <a:cubicBezTo>
                      <a:pt x="906" y="236"/>
                      <a:pt x="815" y="55"/>
                      <a:pt x="634" y="10"/>
                    </a:cubicBezTo>
                    <a:cubicBezTo>
                      <a:pt x="610" y="4"/>
                      <a:pt x="585" y="1"/>
                      <a:pt x="5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8" name="Google Shape;3228;p5"/>
              <p:cNvSpPr/>
              <p:nvPr/>
            </p:nvSpPr>
            <p:spPr>
              <a:xfrm>
                <a:off x="3356025" y="643525"/>
                <a:ext cx="170200" cy="36075"/>
              </a:xfrm>
              <a:custGeom>
                <a:rect b="b" l="l" r="r" t="t"/>
                <a:pathLst>
                  <a:path extrusionOk="0" h="1443" w="6808">
                    <a:moveTo>
                      <a:pt x="4140" y="1"/>
                    </a:moveTo>
                    <a:cubicBezTo>
                      <a:pt x="3871" y="1"/>
                      <a:pt x="3602" y="12"/>
                      <a:pt x="3333" y="36"/>
                    </a:cubicBezTo>
                    <a:cubicBezTo>
                      <a:pt x="2338" y="126"/>
                      <a:pt x="1206" y="352"/>
                      <a:pt x="346" y="850"/>
                    </a:cubicBezTo>
                    <a:cubicBezTo>
                      <a:pt x="1" y="1023"/>
                      <a:pt x="231" y="1442"/>
                      <a:pt x="528" y="1442"/>
                    </a:cubicBezTo>
                    <a:cubicBezTo>
                      <a:pt x="542" y="1442"/>
                      <a:pt x="557" y="1441"/>
                      <a:pt x="572" y="1439"/>
                    </a:cubicBezTo>
                    <a:cubicBezTo>
                      <a:pt x="1070" y="1348"/>
                      <a:pt x="1568" y="1213"/>
                      <a:pt x="2021" y="1122"/>
                    </a:cubicBezTo>
                    <a:cubicBezTo>
                      <a:pt x="2473" y="1031"/>
                      <a:pt x="2971" y="941"/>
                      <a:pt x="3424" y="896"/>
                    </a:cubicBezTo>
                    <a:cubicBezTo>
                      <a:pt x="3789" y="879"/>
                      <a:pt x="4147" y="869"/>
                      <a:pt x="4502" y="869"/>
                    </a:cubicBezTo>
                    <a:cubicBezTo>
                      <a:pt x="5116" y="869"/>
                      <a:pt x="5719" y="900"/>
                      <a:pt x="6321" y="986"/>
                    </a:cubicBezTo>
                    <a:cubicBezTo>
                      <a:pt x="6334" y="988"/>
                      <a:pt x="6347" y="988"/>
                      <a:pt x="6360" y="988"/>
                    </a:cubicBezTo>
                    <a:cubicBezTo>
                      <a:pt x="6734" y="988"/>
                      <a:pt x="6808" y="350"/>
                      <a:pt x="6457" y="262"/>
                    </a:cubicBezTo>
                    <a:cubicBezTo>
                      <a:pt x="5685" y="94"/>
                      <a:pt x="4913" y="1"/>
                      <a:pt x="41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9" name="Google Shape;3229;p5"/>
              <p:cNvSpPr/>
              <p:nvPr/>
            </p:nvSpPr>
            <p:spPr>
              <a:xfrm>
                <a:off x="3115277" y="666200"/>
                <a:ext cx="67650" cy="79025"/>
              </a:xfrm>
              <a:custGeom>
                <a:rect b="b" l="l" r="r" t="t"/>
                <a:pathLst>
                  <a:path extrusionOk="0" h="3161" w="2706">
                    <a:moveTo>
                      <a:pt x="2401" y="1"/>
                    </a:moveTo>
                    <a:cubicBezTo>
                      <a:pt x="2350" y="1"/>
                      <a:pt x="2297" y="23"/>
                      <a:pt x="2252" y="79"/>
                    </a:cubicBezTo>
                    <a:cubicBezTo>
                      <a:pt x="1845" y="487"/>
                      <a:pt x="1437" y="985"/>
                      <a:pt x="1075" y="1437"/>
                    </a:cubicBezTo>
                    <a:cubicBezTo>
                      <a:pt x="894" y="1664"/>
                      <a:pt x="713" y="1890"/>
                      <a:pt x="532" y="2162"/>
                    </a:cubicBezTo>
                    <a:cubicBezTo>
                      <a:pt x="351" y="2388"/>
                      <a:pt x="215" y="2660"/>
                      <a:pt x="34" y="2931"/>
                    </a:cubicBezTo>
                    <a:cubicBezTo>
                      <a:pt x="0" y="3033"/>
                      <a:pt x="93" y="3160"/>
                      <a:pt x="199" y="3160"/>
                    </a:cubicBezTo>
                    <a:cubicBezTo>
                      <a:pt x="235" y="3160"/>
                      <a:pt x="272" y="3146"/>
                      <a:pt x="306" y="3112"/>
                    </a:cubicBezTo>
                    <a:cubicBezTo>
                      <a:pt x="487" y="2886"/>
                      <a:pt x="668" y="2660"/>
                      <a:pt x="849" y="2433"/>
                    </a:cubicBezTo>
                    <a:cubicBezTo>
                      <a:pt x="1030" y="2207"/>
                      <a:pt x="1211" y="1935"/>
                      <a:pt x="1392" y="1709"/>
                    </a:cubicBezTo>
                    <a:cubicBezTo>
                      <a:pt x="1754" y="1256"/>
                      <a:pt x="2162" y="804"/>
                      <a:pt x="2569" y="351"/>
                    </a:cubicBezTo>
                    <a:cubicBezTo>
                      <a:pt x="2706" y="214"/>
                      <a:pt x="2559" y="1"/>
                      <a:pt x="24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0" name="Google Shape;3230;p5"/>
              <p:cNvSpPr/>
              <p:nvPr/>
            </p:nvSpPr>
            <p:spPr>
              <a:xfrm>
                <a:off x="4012427" y="1151700"/>
                <a:ext cx="64550" cy="18975"/>
              </a:xfrm>
              <a:custGeom>
                <a:rect b="b" l="l" r="r" t="t"/>
                <a:pathLst>
                  <a:path extrusionOk="0" h="759" w="2582">
                    <a:moveTo>
                      <a:pt x="838" y="0"/>
                    </a:moveTo>
                    <a:cubicBezTo>
                      <a:pt x="669" y="0"/>
                      <a:pt x="499" y="12"/>
                      <a:pt x="318" y="34"/>
                    </a:cubicBezTo>
                    <a:cubicBezTo>
                      <a:pt x="137" y="80"/>
                      <a:pt x="1" y="170"/>
                      <a:pt x="1" y="351"/>
                    </a:cubicBezTo>
                    <a:cubicBezTo>
                      <a:pt x="1" y="487"/>
                      <a:pt x="137" y="623"/>
                      <a:pt x="318" y="623"/>
                    </a:cubicBezTo>
                    <a:cubicBezTo>
                      <a:pt x="635" y="623"/>
                      <a:pt x="997" y="623"/>
                      <a:pt x="1314" y="668"/>
                    </a:cubicBezTo>
                    <a:cubicBezTo>
                      <a:pt x="1495" y="668"/>
                      <a:pt x="1630" y="713"/>
                      <a:pt x="1857" y="713"/>
                    </a:cubicBezTo>
                    <a:cubicBezTo>
                      <a:pt x="1902" y="759"/>
                      <a:pt x="1993" y="759"/>
                      <a:pt x="2083" y="759"/>
                    </a:cubicBezTo>
                    <a:lnTo>
                      <a:pt x="2355" y="759"/>
                    </a:lnTo>
                    <a:cubicBezTo>
                      <a:pt x="2536" y="713"/>
                      <a:pt x="2581" y="487"/>
                      <a:pt x="2445" y="396"/>
                    </a:cubicBezTo>
                    <a:cubicBezTo>
                      <a:pt x="2174" y="125"/>
                      <a:pt x="1721" y="34"/>
                      <a:pt x="1359" y="34"/>
                    </a:cubicBezTo>
                    <a:cubicBezTo>
                      <a:pt x="1178" y="12"/>
                      <a:pt x="1008" y="0"/>
                      <a:pt x="8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1" name="Google Shape;3231;p5"/>
              <p:cNvSpPr/>
              <p:nvPr/>
            </p:nvSpPr>
            <p:spPr>
              <a:xfrm>
                <a:off x="3715927" y="1025800"/>
                <a:ext cx="50950" cy="48725"/>
              </a:xfrm>
              <a:custGeom>
                <a:rect b="b" l="l" r="r" t="t"/>
                <a:pathLst>
                  <a:path extrusionOk="0" h="1949" w="2038">
                    <a:moveTo>
                      <a:pt x="1721" y="0"/>
                    </a:moveTo>
                    <a:cubicBezTo>
                      <a:pt x="1675" y="0"/>
                      <a:pt x="1630" y="0"/>
                      <a:pt x="1585" y="45"/>
                    </a:cubicBezTo>
                    <a:cubicBezTo>
                      <a:pt x="1494" y="45"/>
                      <a:pt x="1449" y="91"/>
                      <a:pt x="1404" y="136"/>
                    </a:cubicBezTo>
                    <a:cubicBezTo>
                      <a:pt x="1313" y="181"/>
                      <a:pt x="1268" y="227"/>
                      <a:pt x="1177" y="272"/>
                    </a:cubicBezTo>
                    <a:cubicBezTo>
                      <a:pt x="1087" y="317"/>
                      <a:pt x="996" y="362"/>
                      <a:pt x="906" y="453"/>
                    </a:cubicBezTo>
                    <a:cubicBezTo>
                      <a:pt x="861" y="498"/>
                      <a:pt x="770" y="589"/>
                      <a:pt x="725" y="634"/>
                    </a:cubicBezTo>
                    <a:cubicBezTo>
                      <a:pt x="453" y="951"/>
                      <a:pt x="227" y="1268"/>
                      <a:pt x="91" y="1585"/>
                    </a:cubicBezTo>
                    <a:cubicBezTo>
                      <a:pt x="0" y="1720"/>
                      <a:pt x="46" y="1856"/>
                      <a:pt x="181" y="1901"/>
                    </a:cubicBezTo>
                    <a:cubicBezTo>
                      <a:pt x="214" y="1934"/>
                      <a:pt x="251" y="1949"/>
                      <a:pt x="291" y="1949"/>
                    </a:cubicBezTo>
                    <a:cubicBezTo>
                      <a:pt x="363" y="1949"/>
                      <a:pt x="440" y="1899"/>
                      <a:pt x="498" y="1811"/>
                    </a:cubicBezTo>
                    <a:cubicBezTo>
                      <a:pt x="544" y="1766"/>
                      <a:pt x="589" y="1675"/>
                      <a:pt x="634" y="1630"/>
                    </a:cubicBezTo>
                    <a:cubicBezTo>
                      <a:pt x="634" y="1630"/>
                      <a:pt x="679" y="1585"/>
                      <a:pt x="679" y="1585"/>
                    </a:cubicBezTo>
                    <a:cubicBezTo>
                      <a:pt x="679" y="1585"/>
                      <a:pt x="679" y="1585"/>
                      <a:pt x="679" y="1539"/>
                    </a:cubicBezTo>
                    <a:cubicBezTo>
                      <a:pt x="725" y="1494"/>
                      <a:pt x="770" y="1494"/>
                      <a:pt x="770" y="1449"/>
                    </a:cubicBezTo>
                    <a:cubicBezTo>
                      <a:pt x="906" y="1313"/>
                      <a:pt x="1042" y="1177"/>
                      <a:pt x="1132" y="1087"/>
                    </a:cubicBezTo>
                    <a:cubicBezTo>
                      <a:pt x="1223" y="1041"/>
                      <a:pt x="1268" y="951"/>
                      <a:pt x="1358" y="906"/>
                    </a:cubicBezTo>
                    <a:cubicBezTo>
                      <a:pt x="1404" y="860"/>
                      <a:pt x="1494" y="815"/>
                      <a:pt x="1540" y="724"/>
                    </a:cubicBezTo>
                    <a:cubicBezTo>
                      <a:pt x="1585" y="724"/>
                      <a:pt x="1585" y="679"/>
                      <a:pt x="1630" y="679"/>
                    </a:cubicBezTo>
                    <a:lnTo>
                      <a:pt x="1630" y="634"/>
                    </a:lnTo>
                    <a:lnTo>
                      <a:pt x="1675" y="634"/>
                    </a:lnTo>
                    <a:cubicBezTo>
                      <a:pt x="1721" y="589"/>
                      <a:pt x="1811" y="543"/>
                      <a:pt x="1856" y="498"/>
                    </a:cubicBezTo>
                    <a:cubicBezTo>
                      <a:pt x="1902" y="453"/>
                      <a:pt x="1902" y="408"/>
                      <a:pt x="1947" y="362"/>
                    </a:cubicBezTo>
                    <a:cubicBezTo>
                      <a:pt x="2038" y="227"/>
                      <a:pt x="1902" y="0"/>
                      <a:pt x="17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2" name="Google Shape;3232;p5"/>
              <p:cNvSpPr/>
              <p:nvPr/>
            </p:nvSpPr>
            <p:spPr>
              <a:xfrm>
                <a:off x="3824125" y="1039375"/>
                <a:ext cx="1175" cy="1150"/>
              </a:xfrm>
              <a:custGeom>
                <a:rect b="b" l="l" r="r" t="t"/>
                <a:pathLst>
                  <a:path extrusionOk="0" h="46" w="47">
                    <a:moveTo>
                      <a:pt x="1" y="0"/>
                    </a:moveTo>
                    <a:cubicBezTo>
                      <a:pt x="1" y="0"/>
                      <a:pt x="1" y="46"/>
                      <a:pt x="1" y="46"/>
                    </a:cubicBezTo>
                    <a:cubicBezTo>
                      <a:pt x="46" y="46"/>
                      <a:pt x="46" y="0"/>
                      <a:pt x="1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3" name="Google Shape;3233;p5"/>
              <p:cNvSpPr/>
              <p:nvPr/>
            </p:nvSpPr>
            <p:spPr>
              <a:xfrm>
                <a:off x="3230427" y="1379125"/>
                <a:ext cx="102475" cy="317500"/>
              </a:xfrm>
              <a:custGeom>
                <a:rect b="b" l="l" r="r" t="t"/>
                <a:pathLst>
                  <a:path extrusionOk="0" h="12700" w="4099">
                    <a:moveTo>
                      <a:pt x="3487" y="1"/>
                    </a:moveTo>
                    <a:cubicBezTo>
                      <a:pt x="3389" y="1"/>
                      <a:pt x="3292" y="38"/>
                      <a:pt x="3214" y="127"/>
                    </a:cubicBezTo>
                    <a:cubicBezTo>
                      <a:pt x="1766" y="1847"/>
                      <a:pt x="770" y="3839"/>
                      <a:pt x="317" y="6057"/>
                    </a:cubicBezTo>
                    <a:cubicBezTo>
                      <a:pt x="91" y="7144"/>
                      <a:pt x="0" y="8230"/>
                      <a:pt x="45" y="9362"/>
                    </a:cubicBezTo>
                    <a:cubicBezTo>
                      <a:pt x="45" y="9905"/>
                      <a:pt x="136" y="10448"/>
                      <a:pt x="226" y="10991"/>
                    </a:cubicBezTo>
                    <a:cubicBezTo>
                      <a:pt x="317" y="11535"/>
                      <a:pt x="453" y="12214"/>
                      <a:pt x="860" y="12576"/>
                    </a:cubicBezTo>
                    <a:cubicBezTo>
                      <a:pt x="976" y="12659"/>
                      <a:pt x="1099" y="12699"/>
                      <a:pt x="1214" y="12699"/>
                    </a:cubicBezTo>
                    <a:cubicBezTo>
                      <a:pt x="1412" y="12699"/>
                      <a:pt x="1589" y="12579"/>
                      <a:pt x="1675" y="12350"/>
                    </a:cubicBezTo>
                    <a:cubicBezTo>
                      <a:pt x="1856" y="11897"/>
                      <a:pt x="1675" y="11308"/>
                      <a:pt x="1630" y="10856"/>
                    </a:cubicBezTo>
                    <a:cubicBezTo>
                      <a:pt x="1539" y="10358"/>
                      <a:pt x="1494" y="9860"/>
                      <a:pt x="1449" y="9362"/>
                    </a:cubicBezTo>
                    <a:cubicBezTo>
                      <a:pt x="1403" y="8366"/>
                      <a:pt x="1449" y="7325"/>
                      <a:pt x="1585" y="6329"/>
                    </a:cubicBezTo>
                    <a:cubicBezTo>
                      <a:pt x="1947" y="4292"/>
                      <a:pt x="2716" y="2345"/>
                      <a:pt x="3893" y="625"/>
                    </a:cubicBezTo>
                    <a:cubicBezTo>
                      <a:pt x="4098" y="352"/>
                      <a:pt x="3788" y="1"/>
                      <a:pt x="34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4" name="Google Shape;3234;p5"/>
              <p:cNvSpPr/>
              <p:nvPr/>
            </p:nvSpPr>
            <p:spPr>
              <a:xfrm>
                <a:off x="3283827" y="1448025"/>
                <a:ext cx="80800" cy="116075"/>
              </a:xfrm>
              <a:custGeom>
                <a:rect b="b" l="l" r="r" t="t"/>
                <a:pathLst>
                  <a:path extrusionOk="0" h="4643" w="3232">
                    <a:moveTo>
                      <a:pt x="3002" y="0"/>
                    </a:moveTo>
                    <a:cubicBezTo>
                      <a:pt x="2966" y="0"/>
                      <a:pt x="2928" y="13"/>
                      <a:pt x="2889" y="42"/>
                    </a:cubicBezTo>
                    <a:cubicBezTo>
                      <a:pt x="2527" y="268"/>
                      <a:pt x="2255" y="540"/>
                      <a:pt x="1984" y="857"/>
                    </a:cubicBezTo>
                    <a:cubicBezTo>
                      <a:pt x="1712" y="1219"/>
                      <a:pt x="1395" y="1536"/>
                      <a:pt x="1169" y="1898"/>
                    </a:cubicBezTo>
                    <a:cubicBezTo>
                      <a:pt x="716" y="2622"/>
                      <a:pt x="354" y="3437"/>
                      <a:pt x="82" y="4252"/>
                    </a:cubicBezTo>
                    <a:cubicBezTo>
                      <a:pt x="1" y="4496"/>
                      <a:pt x="196" y="4643"/>
                      <a:pt x="395" y="4643"/>
                    </a:cubicBezTo>
                    <a:cubicBezTo>
                      <a:pt x="528" y="4643"/>
                      <a:pt x="662" y="4578"/>
                      <a:pt x="716" y="4433"/>
                    </a:cubicBezTo>
                    <a:cubicBezTo>
                      <a:pt x="988" y="3663"/>
                      <a:pt x="1350" y="2939"/>
                      <a:pt x="1802" y="2260"/>
                    </a:cubicBezTo>
                    <a:cubicBezTo>
                      <a:pt x="2029" y="1943"/>
                      <a:pt x="2210" y="1581"/>
                      <a:pt x="2436" y="1264"/>
                    </a:cubicBezTo>
                    <a:cubicBezTo>
                      <a:pt x="2708" y="947"/>
                      <a:pt x="2934" y="630"/>
                      <a:pt x="3161" y="313"/>
                    </a:cubicBezTo>
                    <a:cubicBezTo>
                      <a:pt x="3232" y="171"/>
                      <a:pt x="3135" y="0"/>
                      <a:pt x="30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5" name="Google Shape;3235;p5"/>
              <p:cNvSpPr/>
              <p:nvPr/>
            </p:nvSpPr>
            <p:spPr>
              <a:xfrm>
                <a:off x="3352652" y="1493125"/>
                <a:ext cx="46975" cy="73950"/>
              </a:xfrm>
              <a:custGeom>
                <a:rect b="b" l="l" r="r" t="t"/>
                <a:pathLst>
                  <a:path extrusionOk="0" h="2958" w="1879">
                    <a:moveTo>
                      <a:pt x="1652" y="0"/>
                    </a:moveTo>
                    <a:cubicBezTo>
                      <a:pt x="1613" y="0"/>
                      <a:pt x="1573" y="15"/>
                      <a:pt x="1539" y="49"/>
                    </a:cubicBezTo>
                    <a:cubicBezTo>
                      <a:pt x="1177" y="411"/>
                      <a:pt x="860" y="818"/>
                      <a:pt x="634" y="1271"/>
                    </a:cubicBezTo>
                    <a:cubicBezTo>
                      <a:pt x="408" y="1723"/>
                      <a:pt x="181" y="2176"/>
                      <a:pt x="0" y="2674"/>
                    </a:cubicBezTo>
                    <a:cubicBezTo>
                      <a:pt x="0" y="2810"/>
                      <a:pt x="45" y="2946"/>
                      <a:pt x="181" y="2946"/>
                    </a:cubicBezTo>
                    <a:cubicBezTo>
                      <a:pt x="206" y="2954"/>
                      <a:pt x="230" y="2958"/>
                      <a:pt x="251" y="2958"/>
                    </a:cubicBezTo>
                    <a:cubicBezTo>
                      <a:pt x="349" y="2958"/>
                      <a:pt x="416" y="2884"/>
                      <a:pt x="453" y="2810"/>
                    </a:cubicBezTo>
                    <a:cubicBezTo>
                      <a:pt x="634" y="2357"/>
                      <a:pt x="860" y="1905"/>
                      <a:pt x="1087" y="1497"/>
                    </a:cubicBezTo>
                    <a:cubicBezTo>
                      <a:pt x="1313" y="1090"/>
                      <a:pt x="1585" y="637"/>
                      <a:pt x="1811" y="230"/>
                    </a:cubicBezTo>
                    <a:cubicBezTo>
                      <a:pt x="1879" y="128"/>
                      <a:pt x="1768" y="0"/>
                      <a:pt x="16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6" name="Google Shape;3236;p5"/>
              <p:cNvSpPr/>
              <p:nvPr/>
            </p:nvSpPr>
            <p:spPr>
              <a:xfrm>
                <a:off x="3850252" y="1526700"/>
                <a:ext cx="58750" cy="36250"/>
              </a:xfrm>
              <a:custGeom>
                <a:rect b="b" l="l" r="r" t="t"/>
                <a:pathLst>
                  <a:path extrusionOk="0" h="1450" w="2350">
                    <a:moveTo>
                      <a:pt x="2124" y="0"/>
                    </a:moveTo>
                    <a:cubicBezTo>
                      <a:pt x="2101" y="0"/>
                      <a:pt x="2077" y="6"/>
                      <a:pt x="2051" y="18"/>
                    </a:cubicBezTo>
                    <a:cubicBezTo>
                      <a:pt x="1916" y="64"/>
                      <a:pt x="1735" y="109"/>
                      <a:pt x="1554" y="199"/>
                    </a:cubicBezTo>
                    <a:cubicBezTo>
                      <a:pt x="1418" y="290"/>
                      <a:pt x="1237" y="380"/>
                      <a:pt x="1101" y="471"/>
                    </a:cubicBezTo>
                    <a:cubicBezTo>
                      <a:pt x="784" y="607"/>
                      <a:pt x="512" y="833"/>
                      <a:pt x="195" y="1014"/>
                    </a:cubicBezTo>
                    <a:cubicBezTo>
                      <a:pt x="1" y="1131"/>
                      <a:pt x="141" y="1449"/>
                      <a:pt x="357" y="1449"/>
                    </a:cubicBezTo>
                    <a:cubicBezTo>
                      <a:pt x="392" y="1449"/>
                      <a:pt x="429" y="1441"/>
                      <a:pt x="467" y="1422"/>
                    </a:cubicBezTo>
                    <a:cubicBezTo>
                      <a:pt x="784" y="1241"/>
                      <a:pt x="1056" y="1105"/>
                      <a:pt x="1372" y="924"/>
                    </a:cubicBezTo>
                    <a:cubicBezTo>
                      <a:pt x="1508" y="833"/>
                      <a:pt x="1689" y="743"/>
                      <a:pt x="1825" y="652"/>
                    </a:cubicBezTo>
                    <a:cubicBezTo>
                      <a:pt x="1961" y="562"/>
                      <a:pt x="2097" y="426"/>
                      <a:pt x="2233" y="290"/>
                    </a:cubicBezTo>
                    <a:cubicBezTo>
                      <a:pt x="2349" y="212"/>
                      <a:pt x="2265" y="0"/>
                      <a:pt x="21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7" name="Google Shape;3237;p5"/>
              <p:cNvSpPr/>
              <p:nvPr/>
            </p:nvSpPr>
            <p:spPr>
              <a:xfrm>
                <a:off x="3601627" y="1479525"/>
                <a:ext cx="674525" cy="208675"/>
              </a:xfrm>
              <a:custGeom>
                <a:rect b="b" l="l" r="r" t="t"/>
                <a:pathLst>
                  <a:path extrusionOk="0" h="8347" w="26981">
                    <a:moveTo>
                      <a:pt x="16478" y="0"/>
                    </a:moveTo>
                    <a:cubicBezTo>
                      <a:pt x="15994" y="0"/>
                      <a:pt x="15736" y="342"/>
                      <a:pt x="15437" y="683"/>
                    </a:cubicBezTo>
                    <a:cubicBezTo>
                      <a:pt x="15392" y="683"/>
                      <a:pt x="15392" y="683"/>
                      <a:pt x="15392" y="728"/>
                    </a:cubicBezTo>
                    <a:cubicBezTo>
                      <a:pt x="14486" y="1362"/>
                      <a:pt x="13626" y="2086"/>
                      <a:pt x="12676" y="2630"/>
                    </a:cubicBezTo>
                    <a:cubicBezTo>
                      <a:pt x="11499" y="3309"/>
                      <a:pt x="10231" y="3626"/>
                      <a:pt x="8918" y="3761"/>
                    </a:cubicBezTo>
                    <a:cubicBezTo>
                      <a:pt x="8435" y="3792"/>
                      <a:pt x="7958" y="3802"/>
                      <a:pt x="7481" y="3802"/>
                    </a:cubicBezTo>
                    <a:cubicBezTo>
                      <a:pt x="6529" y="3802"/>
                      <a:pt x="5583" y="3761"/>
                      <a:pt x="4618" y="3761"/>
                    </a:cubicBezTo>
                    <a:cubicBezTo>
                      <a:pt x="3169" y="3761"/>
                      <a:pt x="1720" y="3852"/>
                      <a:pt x="272" y="3942"/>
                    </a:cubicBezTo>
                    <a:cubicBezTo>
                      <a:pt x="0" y="3988"/>
                      <a:pt x="0" y="4350"/>
                      <a:pt x="272" y="4395"/>
                    </a:cubicBezTo>
                    <a:cubicBezTo>
                      <a:pt x="1811" y="4531"/>
                      <a:pt x="3350" y="4667"/>
                      <a:pt x="4935" y="4712"/>
                    </a:cubicBezTo>
                    <a:cubicBezTo>
                      <a:pt x="5831" y="4712"/>
                      <a:pt x="6744" y="4761"/>
                      <a:pt x="7663" y="4761"/>
                    </a:cubicBezTo>
                    <a:cubicBezTo>
                      <a:pt x="8275" y="4761"/>
                      <a:pt x="8891" y="4739"/>
                      <a:pt x="9507" y="4667"/>
                    </a:cubicBezTo>
                    <a:cubicBezTo>
                      <a:pt x="10231" y="4576"/>
                      <a:pt x="11046" y="4395"/>
                      <a:pt x="11815" y="4078"/>
                    </a:cubicBezTo>
                    <a:lnTo>
                      <a:pt x="11815" y="4078"/>
                    </a:lnTo>
                    <a:cubicBezTo>
                      <a:pt x="11745" y="4326"/>
                      <a:pt x="11923" y="4602"/>
                      <a:pt x="12177" y="4602"/>
                    </a:cubicBezTo>
                    <a:cubicBezTo>
                      <a:pt x="12248" y="4602"/>
                      <a:pt x="12325" y="4580"/>
                      <a:pt x="12404" y="4531"/>
                    </a:cubicBezTo>
                    <a:cubicBezTo>
                      <a:pt x="12676" y="4395"/>
                      <a:pt x="12902" y="4259"/>
                      <a:pt x="13173" y="4078"/>
                    </a:cubicBezTo>
                    <a:cubicBezTo>
                      <a:pt x="13298" y="4265"/>
                      <a:pt x="13486" y="4387"/>
                      <a:pt x="13680" y="4387"/>
                    </a:cubicBezTo>
                    <a:cubicBezTo>
                      <a:pt x="13768" y="4387"/>
                      <a:pt x="13858" y="4361"/>
                      <a:pt x="13943" y="4305"/>
                    </a:cubicBezTo>
                    <a:cubicBezTo>
                      <a:pt x="14441" y="3942"/>
                      <a:pt x="15029" y="3807"/>
                      <a:pt x="15618" y="3761"/>
                    </a:cubicBezTo>
                    <a:cubicBezTo>
                      <a:pt x="15799" y="3988"/>
                      <a:pt x="15980" y="4214"/>
                      <a:pt x="16161" y="4395"/>
                    </a:cubicBezTo>
                    <a:cubicBezTo>
                      <a:pt x="16478" y="4712"/>
                      <a:pt x="16840" y="5029"/>
                      <a:pt x="17202" y="5210"/>
                    </a:cubicBezTo>
                    <a:cubicBezTo>
                      <a:pt x="17429" y="5301"/>
                      <a:pt x="17655" y="5436"/>
                      <a:pt x="17881" y="5482"/>
                    </a:cubicBezTo>
                    <a:lnTo>
                      <a:pt x="18017" y="5482"/>
                    </a:lnTo>
                    <a:cubicBezTo>
                      <a:pt x="18108" y="5482"/>
                      <a:pt x="18198" y="5527"/>
                      <a:pt x="18289" y="5527"/>
                    </a:cubicBezTo>
                    <a:cubicBezTo>
                      <a:pt x="18379" y="5527"/>
                      <a:pt x="18515" y="5527"/>
                      <a:pt x="18651" y="5482"/>
                    </a:cubicBezTo>
                    <a:cubicBezTo>
                      <a:pt x="18923" y="5436"/>
                      <a:pt x="19058" y="4984"/>
                      <a:pt x="18832" y="4803"/>
                    </a:cubicBezTo>
                    <a:lnTo>
                      <a:pt x="18832" y="4757"/>
                    </a:lnTo>
                    <a:cubicBezTo>
                      <a:pt x="18742" y="4712"/>
                      <a:pt x="18651" y="4621"/>
                      <a:pt x="18560" y="4576"/>
                    </a:cubicBezTo>
                    <a:cubicBezTo>
                      <a:pt x="18515" y="4531"/>
                      <a:pt x="18470" y="4531"/>
                      <a:pt x="18425" y="4486"/>
                    </a:cubicBezTo>
                    <a:cubicBezTo>
                      <a:pt x="18379" y="4440"/>
                      <a:pt x="18334" y="4440"/>
                      <a:pt x="18289" y="4395"/>
                    </a:cubicBezTo>
                    <a:cubicBezTo>
                      <a:pt x="18153" y="4305"/>
                      <a:pt x="17972" y="4214"/>
                      <a:pt x="17836" y="4124"/>
                    </a:cubicBezTo>
                    <a:cubicBezTo>
                      <a:pt x="17700" y="4033"/>
                      <a:pt x="17565" y="3942"/>
                      <a:pt x="17429" y="3852"/>
                    </a:cubicBezTo>
                    <a:cubicBezTo>
                      <a:pt x="17746" y="3852"/>
                      <a:pt x="18108" y="3897"/>
                      <a:pt x="18425" y="3897"/>
                    </a:cubicBezTo>
                    <a:cubicBezTo>
                      <a:pt x="18651" y="4033"/>
                      <a:pt x="18877" y="4124"/>
                      <a:pt x="19104" y="4214"/>
                    </a:cubicBezTo>
                    <a:cubicBezTo>
                      <a:pt x="19131" y="4225"/>
                      <a:pt x="19157" y="4230"/>
                      <a:pt x="19182" y="4230"/>
                    </a:cubicBezTo>
                    <a:cubicBezTo>
                      <a:pt x="19359" y="4230"/>
                      <a:pt x="19449" y="3971"/>
                      <a:pt x="19330" y="3852"/>
                    </a:cubicBezTo>
                    <a:cubicBezTo>
                      <a:pt x="19285" y="3807"/>
                      <a:pt x="19194" y="3761"/>
                      <a:pt x="19149" y="3716"/>
                    </a:cubicBezTo>
                    <a:cubicBezTo>
                      <a:pt x="19194" y="3716"/>
                      <a:pt x="19194" y="3716"/>
                      <a:pt x="19239" y="3671"/>
                    </a:cubicBezTo>
                    <a:cubicBezTo>
                      <a:pt x="19645" y="3914"/>
                      <a:pt x="20124" y="4085"/>
                      <a:pt x="20578" y="4085"/>
                    </a:cubicBezTo>
                    <a:cubicBezTo>
                      <a:pt x="20630" y="4085"/>
                      <a:pt x="20682" y="4083"/>
                      <a:pt x="20733" y="4078"/>
                    </a:cubicBezTo>
                    <a:lnTo>
                      <a:pt x="20779" y="4078"/>
                    </a:lnTo>
                    <a:cubicBezTo>
                      <a:pt x="21322" y="4440"/>
                      <a:pt x="21910" y="4667"/>
                      <a:pt x="22544" y="4893"/>
                    </a:cubicBezTo>
                    <a:cubicBezTo>
                      <a:pt x="23268" y="5165"/>
                      <a:pt x="24038" y="5391"/>
                      <a:pt x="24626" y="5934"/>
                    </a:cubicBezTo>
                    <a:cubicBezTo>
                      <a:pt x="24943" y="6251"/>
                      <a:pt x="25170" y="6613"/>
                      <a:pt x="25351" y="7021"/>
                    </a:cubicBezTo>
                    <a:cubicBezTo>
                      <a:pt x="25441" y="7247"/>
                      <a:pt x="25532" y="7428"/>
                      <a:pt x="25622" y="7609"/>
                    </a:cubicBezTo>
                    <a:cubicBezTo>
                      <a:pt x="25758" y="7881"/>
                      <a:pt x="25894" y="8017"/>
                      <a:pt x="26120" y="8198"/>
                    </a:cubicBezTo>
                    <a:cubicBezTo>
                      <a:pt x="26239" y="8301"/>
                      <a:pt x="26362" y="8347"/>
                      <a:pt x="26476" y="8347"/>
                    </a:cubicBezTo>
                    <a:cubicBezTo>
                      <a:pt x="26710" y="8347"/>
                      <a:pt x="26905" y="8155"/>
                      <a:pt x="26935" y="7881"/>
                    </a:cubicBezTo>
                    <a:cubicBezTo>
                      <a:pt x="26980" y="7609"/>
                      <a:pt x="26980" y="7428"/>
                      <a:pt x="26890" y="7157"/>
                    </a:cubicBezTo>
                    <a:cubicBezTo>
                      <a:pt x="26845" y="6885"/>
                      <a:pt x="26709" y="6659"/>
                      <a:pt x="26618" y="6432"/>
                    </a:cubicBezTo>
                    <a:cubicBezTo>
                      <a:pt x="26437" y="5980"/>
                      <a:pt x="26166" y="5617"/>
                      <a:pt x="25894" y="5255"/>
                    </a:cubicBezTo>
                    <a:cubicBezTo>
                      <a:pt x="25305" y="4576"/>
                      <a:pt x="24491" y="4124"/>
                      <a:pt x="23631" y="3852"/>
                    </a:cubicBezTo>
                    <a:cubicBezTo>
                      <a:pt x="22861" y="3580"/>
                      <a:pt x="22046" y="3399"/>
                      <a:pt x="21277" y="3173"/>
                    </a:cubicBezTo>
                    <a:cubicBezTo>
                      <a:pt x="20416" y="2856"/>
                      <a:pt x="19737" y="2177"/>
                      <a:pt x="19421" y="1317"/>
                    </a:cubicBezTo>
                    <a:cubicBezTo>
                      <a:pt x="19368" y="1194"/>
                      <a:pt x="19261" y="1139"/>
                      <a:pt x="19155" y="1139"/>
                    </a:cubicBezTo>
                    <a:cubicBezTo>
                      <a:pt x="18987" y="1139"/>
                      <a:pt x="18822" y="1276"/>
                      <a:pt x="18877" y="1498"/>
                    </a:cubicBezTo>
                    <a:cubicBezTo>
                      <a:pt x="18923" y="1679"/>
                      <a:pt x="18968" y="1860"/>
                      <a:pt x="19058" y="1996"/>
                    </a:cubicBezTo>
                    <a:cubicBezTo>
                      <a:pt x="18923" y="1951"/>
                      <a:pt x="18832" y="1860"/>
                      <a:pt x="18696" y="1770"/>
                    </a:cubicBezTo>
                    <a:cubicBezTo>
                      <a:pt x="18334" y="1453"/>
                      <a:pt x="18017" y="1181"/>
                      <a:pt x="17700" y="819"/>
                    </a:cubicBezTo>
                    <a:cubicBezTo>
                      <a:pt x="17383" y="457"/>
                      <a:pt x="17112" y="49"/>
                      <a:pt x="16569" y="4"/>
                    </a:cubicBezTo>
                    <a:cubicBezTo>
                      <a:pt x="16538" y="1"/>
                      <a:pt x="16507" y="0"/>
                      <a:pt x="164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8" name="Google Shape;3238;p5"/>
              <p:cNvSpPr/>
              <p:nvPr/>
            </p:nvSpPr>
            <p:spPr>
              <a:xfrm>
                <a:off x="4242177" y="1544350"/>
                <a:ext cx="59375" cy="66350"/>
              </a:xfrm>
              <a:custGeom>
                <a:rect b="b" l="l" r="r" t="t"/>
                <a:pathLst>
                  <a:path extrusionOk="0" h="2654" w="2375">
                    <a:moveTo>
                      <a:pt x="386" y="0"/>
                    </a:moveTo>
                    <a:cubicBezTo>
                      <a:pt x="331" y="0"/>
                      <a:pt x="277" y="11"/>
                      <a:pt x="227" y="37"/>
                    </a:cubicBezTo>
                    <a:cubicBezTo>
                      <a:pt x="46" y="172"/>
                      <a:pt x="0" y="399"/>
                      <a:pt x="91" y="580"/>
                    </a:cubicBezTo>
                    <a:cubicBezTo>
                      <a:pt x="317" y="942"/>
                      <a:pt x="544" y="1304"/>
                      <a:pt x="815" y="1666"/>
                    </a:cubicBezTo>
                    <a:cubicBezTo>
                      <a:pt x="951" y="1847"/>
                      <a:pt x="1087" y="2028"/>
                      <a:pt x="1268" y="2210"/>
                    </a:cubicBezTo>
                    <a:cubicBezTo>
                      <a:pt x="1449" y="2391"/>
                      <a:pt x="1630" y="2526"/>
                      <a:pt x="1856" y="2617"/>
                    </a:cubicBezTo>
                    <a:cubicBezTo>
                      <a:pt x="1906" y="2642"/>
                      <a:pt x="1956" y="2653"/>
                      <a:pt x="2003" y="2653"/>
                    </a:cubicBezTo>
                    <a:cubicBezTo>
                      <a:pt x="2214" y="2653"/>
                      <a:pt x="2375" y="2431"/>
                      <a:pt x="2264" y="2210"/>
                    </a:cubicBezTo>
                    <a:cubicBezTo>
                      <a:pt x="2219" y="2119"/>
                      <a:pt x="2173" y="2028"/>
                      <a:pt x="2128" y="1938"/>
                    </a:cubicBezTo>
                    <a:lnTo>
                      <a:pt x="2083" y="1938"/>
                    </a:lnTo>
                    <a:cubicBezTo>
                      <a:pt x="2037" y="1847"/>
                      <a:pt x="1947" y="1757"/>
                      <a:pt x="1902" y="1621"/>
                    </a:cubicBezTo>
                    <a:cubicBezTo>
                      <a:pt x="1721" y="1485"/>
                      <a:pt x="1585" y="1304"/>
                      <a:pt x="1449" y="1168"/>
                    </a:cubicBezTo>
                    <a:cubicBezTo>
                      <a:pt x="1404" y="1078"/>
                      <a:pt x="1358" y="987"/>
                      <a:pt x="1268" y="897"/>
                    </a:cubicBezTo>
                    <a:cubicBezTo>
                      <a:pt x="1268" y="897"/>
                      <a:pt x="1223" y="851"/>
                      <a:pt x="1223" y="851"/>
                    </a:cubicBezTo>
                    <a:cubicBezTo>
                      <a:pt x="1223" y="851"/>
                      <a:pt x="1223" y="806"/>
                      <a:pt x="1177" y="806"/>
                    </a:cubicBezTo>
                    <a:cubicBezTo>
                      <a:pt x="1177" y="761"/>
                      <a:pt x="1132" y="761"/>
                      <a:pt x="1132" y="716"/>
                    </a:cubicBezTo>
                    <a:cubicBezTo>
                      <a:pt x="996" y="535"/>
                      <a:pt x="860" y="354"/>
                      <a:pt x="770" y="172"/>
                    </a:cubicBezTo>
                    <a:cubicBezTo>
                      <a:pt x="672" y="75"/>
                      <a:pt x="527" y="0"/>
                      <a:pt x="3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9" name="Google Shape;3239;p5"/>
              <p:cNvSpPr/>
              <p:nvPr/>
            </p:nvSpPr>
            <p:spPr>
              <a:xfrm>
                <a:off x="3932077" y="1177725"/>
                <a:ext cx="285225" cy="284375"/>
              </a:xfrm>
              <a:custGeom>
                <a:rect b="b" l="l" r="r" t="t"/>
                <a:pathLst>
                  <a:path extrusionOk="0" h="11375" w="11409">
                    <a:moveTo>
                      <a:pt x="3696" y="1"/>
                    </a:moveTo>
                    <a:cubicBezTo>
                      <a:pt x="3181" y="1"/>
                      <a:pt x="2672" y="35"/>
                      <a:pt x="2174" y="125"/>
                    </a:cubicBezTo>
                    <a:cubicBezTo>
                      <a:pt x="1950" y="93"/>
                      <a:pt x="1726" y="61"/>
                      <a:pt x="1485" y="61"/>
                    </a:cubicBezTo>
                    <a:cubicBezTo>
                      <a:pt x="1386" y="61"/>
                      <a:pt x="1284" y="67"/>
                      <a:pt x="1178" y="80"/>
                    </a:cubicBezTo>
                    <a:cubicBezTo>
                      <a:pt x="680" y="216"/>
                      <a:pt x="272" y="578"/>
                      <a:pt x="137" y="1121"/>
                    </a:cubicBezTo>
                    <a:cubicBezTo>
                      <a:pt x="46" y="1347"/>
                      <a:pt x="137" y="1574"/>
                      <a:pt x="272" y="1755"/>
                    </a:cubicBezTo>
                    <a:cubicBezTo>
                      <a:pt x="272" y="1981"/>
                      <a:pt x="363" y="2207"/>
                      <a:pt x="589" y="2388"/>
                    </a:cubicBezTo>
                    <a:cubicBezTo>
                      <a:pt x="770" y="2479"/>
                      <a:pt x="951" y="2615"/>
                      <a:pt x="1087" y="2751"/>
                    </a:cubicBezTo>
                    <a:cubicBezTo>
                      <a:pt x="1087" y="2751"/>
                      <a:pt x="1087" y="2796"/>
                      <a:pt x="1087" y="2796"/>
                    </a:cubicBezTo>
                    <a:cubicBezTo>
                      <a:pt x="951" y="2977"/>
                      <a:pt x="816" y="3158"/>
                      <a:pt x="906" y="3430"/>
                    </a:cubicBezTo>
                    <a:cubicBezTo>
                      <a:pt x="1087" y="3837"/>
                      <a:pt x="1223" y="4290"/>
                      <a:pt x="1359" y="4697"/>
                    </a:cubicBezTo>
                    <a:cubicBezTo>
                      <a:pt x="1449" y="4924"/>
                      <a:pt x="1495" y="5105"/>
                      <a:pt x="1585" y="5331"/>
                    </a:cubicBezTo>
                    <a:cubicBezTo>
                      <a:pt x="1630" y="5422"/>
                      <a:pt x="1676" y="5467"/>
                      <a:pt x="1721" y="5557"/>
                    </a:cubicBezTo>
                    <a:cubicBezTo>
                      <a:pt x="1359" y="5738"/>
                      <a:pt x="861" y="5829"/>
                      <a:pt x="499" y="5919"/>
                    </a:cubicBezTo>
                    <a:cubicBezTo>
                      <a:pt x="46" y="6055"/>
                      <a:pt x="182" y="6689"/>
                      <a:pt x="589" y="6689"/>
                    </a:cubicBezTo>
                    <a:cubicBezTo>
                      <a:pt x="725" y="6689"/>
                      <a:pt x="816" y="6734"/>
                      <a:pt x="951" y="6734"/>
                    </a:cubicBezTo>
                    <a:cubicBezTo>
                      <a:pt x="951" y="6915"/>
                      <a:pt x="1087" y="7096"/>
                      <a:pt x="1268" y="7278"/>
                    </a:cubicBezTo>
                    <a:cubicBezTo>
                      <a:pt x="1495" y="7413"/>
                      <a:pt x="1721" y="7594"/>
                      <a:pt x="1947" y="7730"/>
                    </a:cubicBezTo>
                    <a:cubicBezTo>
                      <a:pt x="1766" y="7866"/>
                      <a:pt x="1630" y="8047"/>
                      <a:pt x="1495" y="8228"/>
                    </a:cubicBezTo>
                    <a:cubicBezTo>
                      <a:pt x="1359" y="8409"/>
                      <a:pt x="1178" y="8545"/>
                      <a:pt x="1042" y="8726"/>
                    </a:cubicBezTo>
                    <a:cubicBezTo>
                      <a:pt x="725" y="9043"/>
                      <a:pt x="453" y="9360"/>
                      <a:pt x="91" y="9632"/>
                    </a:cubicBezTo>
                    <a:cubicBezTo>
                      <a:pt x="1" y="9722"/>
                      <a:pt x="1" y="9948"/>
                      <a:pt x="91" y="10039"/>
                    </a:cubicBezTo>
                    <a:cubicBezTo>
                      <a:pt x="150" y="10127"/>
                      <a:pt x="246" y="10177"/>
                      <a:pt x="343" y="10177"/>
                    </a:cubicBezTo>
                    <a:cubicBezTo>
                      <a:pt x="397" y="10177"/>
                      <a:pt x="451" y="10162"/>
                      <a:pt x="499" y="10129"/>
                    </a:cubicBezTo>
                    <a:cubicBezTo>
                      <a:pt x="861" y="9903"/>
                      <a:pt x="1268" y="9586"/>
                      <a:pt x="1585" y="9269"/>
                    </a:cubicBezTo>
                    <a:cubicBezTo>
                      <a:pt x="1766" y="9088"/>
                      <a:pt x="1902" y="8952"/>
                      <a:pt x="2083" y="8771"/>
                    </a:cubicBezTo>
                    <a:cubicBezTo>
                      <a:pt x="2128" y="8636"/>
                      <a:pt x="2219" y="8545"/>
                      <a:pt x="2309" y="8455"/>
                    </a:cubicBezTo>
                    <a:cubicBezTo>
                      <a:pt x="2355" y="8319"/>
                      <a:pt x="2445" y="8183"/>
                      <a:pt x="2491" y="8092"/>
                    </a:cubicBezTo>
                    <a:lnTo>
                      <a:pt x="2491" y="8047"/>
                    </a:lnTo>
                    <a:cubicBezTo>
                      <a:pt x="2807" y="8228"/>
                      <a:pt x="3124" y="8409"/>
                      <a:pt x="3486" y="8545"/>
                    </a:cubicBezTo>
                    <a:cubicBezTo>
                      <a:pt x="3713" y="8590"/>
                      <a:pt x="3984" y="8636"/>
                      <a:pt x="4211" y="8681"/>
                    </a:cubicBezTo>
                    <a:cubicBezTo>
                      <a:pt x="4165" y="9043"/>
                      <a:pt x="4075" y="9450"/>
                      <a:pt x="4030" y="9813"/>
                    </a:cubicBezTo>
                    <a:cubicBezTo>
                      <a:pt x="3984" y="10084"/>
                      <a:pt x="3984" y="10311"/>
                      <a:pt x="3984" y="10582"/>
                    </a:cubicBezTo>
                    <a:cubicBezTo>
                      <a:pt x="4030" y="10809"/>
                      <a:pt x="4030" y="11125"/>
                      <a:pt x="4211" y="11306"/>
                    </a:cubicBezTo>
                    <a:cubicBezTo>
                      <a:pt x="4256" y="11352"/>
                      <a:pt x="4313" y="11374"/>
                      <a:pt x="4369" y="11374"/>
                    </a:cubicBezTo>
                    <a:cubicBezTo>
                      <a:pt x="4426" y="11374"/>
                      <a:pt x="4482" y="11352"/>
                      <a:pt x="4528" y="11306"/>
                    </a:cubicBezTo>
                    <a:cubicBezTo>
                      <a:pt x="4663" y="11125"/>
                      <a:pt x="4663" y="10809"/>
                      <a:pt x="4709" y="10582"/>
                    </a:cubicBezTo>
                    <a:cubicBezTo>
                      <a:pt x="4754" y="10356"/>
                      <a:pt x="4754" y="10084"/>
                      <a:pt x="4754" y="9858"/>
                    </a:cubicBezTo>
                    <a:cubicBezTo>
                      <a:pt x="4754" y="9450"/>
                      <a:pt x="4799" y="9088"/>
                      <a:pt x="4799" y="8681"/>
                    </a:cubicBezTo>
                    <a:cubicBezTo>
                      <a:pt x="4980" y="8681"/>
                      <a:pt x="5161" y="8681"/>
                      <a:pt x="5297" y="8636"/>
                    </a:cubicBezTo>
                    <a:cubicBezTo>
                      <a:pt x="5297" y="8862"/>
                      <a:pt x="5297" y="9088"/>
                      <a:pt x="5297" y="9315"/>
                    </a:cubicBezTo>
                    <a:cubicBezTo>
                      <a:pt x="5297" y="9722"/>
                      <a:pt x="5342" y="10129"/>
                      <a:pt x="5388" y="10537"/>
                    </a:cubicBezTo>
                    <a:cubicBezTo>
                      <a:pt x="5388" y="10695"/>
                      <a:pt x="5501" y="10775"/>
                      <a:pt x="5620" y="10775"/>
                    </a:cubicBezTo>
                    <a:cubicBezTo>
                      <a:pt x="5739" y="10775"/>
                      <a:pt x="5863" y="10695"/>
                      <a:pt x="5886" y="10537"/>
                    </a:cubicBezTo>
                    <a:cubicBezTo>
                      <a:pt x="5886" y="10129"/>
                      <a:pt x="5931" y="9722"/>
                      <a:pt x="5931" y="9315"/>
                    </a:cubicBezTo>
                    <a:cubicBezTo>
                      <a:pt x="5931" y="9043"/>
                      <a:pt x="5931" y="8817"/>
                      <a:pt x="5931" y="8545"/>
                    </a:cubicBezTo>
                    <a:lnTo>
                      <a:pt x="6021" y="8545"/>
                    </a:lnTo>
                    <a:cubicBezTo>
                      <a:pt x="6067" y="8500"/>
                      <a:pt x="6157" y="8500"/>
                      <a:pt x="6203" y="8500"/>
                    </a:cubicBezTo>
                    <a:cubicBezTo>
                      <a:pt x="6248" y="8636"/>
                      <a:pt x="6248" y="8817"/>
                      <a:pt x="6293" y="8952"/>
                    </a:cubicBezTo>
                    <a:cubicBezTo>
                      <a:pt x="6338" y="9088"/>
                      <a:pt x="6338" y="9224"/>
                      <a:pt x="6384" y="9360"/>
                    </a:cubicBezTo>
                    <a:cubicBezTo>
                      <a:pt x="6384" y="9496"/>
                      <a:pt x="6429" y="9632"/>
                      <a:pt x="6474" y="9767"/>
                    </a:cubicBezTo>
                    <a:cubicBezTo>
                      <a:pt x="6511" y="9879"/>
                      <a:pt x="6610" y="9960"/>
                      <a:pt x="6719" y="9960"/>
                    </a:cubicBezTo>
                    <a:cubicBezTo>
                      <a:pt x="6743" y="9960"/>
                      <a:pt x="6767" y="9956"/>
                      <a:pt x="6791" y="9948"/>
                    </a:cubicBezTo>
                    <a:cubicBezTo>
                      <a:pt x="6882" y="9948"/>
                      <a:pt x="6972" y="9858"/>
                      <a:pt x="6972" y="9722"/>
                    </a:cubicBezTo>
                    <a:cubicBezTo>
                      <a:pt x="6972" y="9541"/>
                      <a:pt x="6972" y="9405"/>
                      <a:pt x="6972" y="9224"/>
                    </a:cubicBezTo>
                    <a:cubicBezTo>
                      <a:pt x="6927" y="9088"/>
                      <a:pt x="6927" y="8952"/>
                      <a:pt x="6882" y="8817"/>
                    </a:cubicBezTo>
                    <a:cubicBezTo>
                      <a:pt x="6836" y="8636"/>
                      <a:pt x="6836" y="8500"/>
                      <a:pt x="6791" y="8319"/>
                    </a:cubicBezTo>
                    <a:cubicBezTo>
                      <a:pt x="6972" y="8228"/>
                      <a:pt x="7153" y="8183"/>
                      <a:pt x="7334" y="8047"/>
                    </a:cubicBezTo>
                    <a:cubicBezTo>
                      <a:pt x="7470" y="8364"/>
                      <a:pt x="7651" y="8636"/>
                      <a:pt x="7832" y="8907"/>
                    </a:cubicBezTo>
                    <a:cubicBezTo>
                      <a:pt x="8149" y="9360"/>
                      <a:pt x="8557" y="9903"/>
                      <a:pt x="9100" y="10129"/>
                    </a:cubicBezTo>
                    <a:cubicBezTo>
                      <a:pt x="9131" y="10142"/>
                      <a:pt x="9161" y="10148"/>
                      <a:pt x="9188" y="10148"/>
                    </a:cubicBezTo>
                    <a:cubicBezTo>
                      <a:pt x="9359" y="10148"/>
                      <a:pt x="9449" y="9930"/>
                      <a:pt x="9371" y="9813"/>
                    </a:cubicBezTo>
                    <a:cubicBezTo>
                      <a:pt x="9236" y="9541"/>
                      <a:pt x="9054" y="9360"/>
                      <a:pt x="8919" y="9179"/>
                    </a:cubicBezTo>
                    <a:cubicBezTo>
                      <a:pt x="8738" y="8952"/>
                      <a:pt x="8557" y="8771"/>
                      <a:pt x="8375" y="8545"/>
                    </a:cubicBezTo>
                    <a:cubicBezTo>
                      <a:pt x="8194" y="8273"/>
                      <a:pt x="8013" y="8002"/>
                      <a:pt x="7832" y="7730"/>
                    </a:cubicBezTo>
                    <a:cubicBezTo>
                      <a:pt x="7832" y="7685"/>
                      <a:pt x="7832" y="7685"/>
                      <a:pt x="7878" y="7685"/>
                    </a:cubicBezTo>
                    <a:cubicBezTo>
                      <a:pt x="8059" y="7504"/>
                      <a:pt x="8194" y="7323"/>
                      <a:pt x="8285" y="7096"/>
                    </a:cubicBezTo>
                    <a:cubicBezTo>
                      <a:pt x="8602" y="6734"/>
                      <a:pt x="8873" y="6327"/>
                      <a:pt x="9145" y="6010"/>
                    </a:cubicBezTo>
                    <a:cubicBezTo>
                      <a:pt x="9688" y="5376"/>
                      <a:pt x="10231" y="4788"/>
                      <a:pt x="10684" y="4109"/>
                    </a:cubicBezTo>
                    <a:cubicBezTo>
                      <a:pt x="11137" y="3565"/>
                      <a:pt x="11408" y="2886"/>
                      <a:pt x="11182" y="2162"/>
                    </a:cubicBezTo>
                    <a:cubicBezTo>
                      <a:pt x="10956" y="1574"/>
                      <a:pt x="10413" y="1166"/>
                      <a:pt x="9824" y="940"/>
                    </a:cubicBezTo>
                    <a:cubicBezTo>
                      <a:pt x="9190" y="714"/>
                      <a:pt x="8466" y="623"/>
                      <a:pt x="7787" y="487"/>
                    </a:cubicBezTo>
                    <a:cubicBezTo>
                      <a:pt x="6972" y="306"/>
                      <a:pt x="6112" y="170"/>
                      <a:pt x="5252" y="80"/>
                    </a:cubicBezTo>
                    <a:cubicBezTo>
                      <a:pt x="4731" y="35"/>
                      <a:pt x="4211" y="1"/>
                      <a:pt x="36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0" name="Google Shape;3240;p5"/>
              <p:cNvSpPr/>
              <p:nvPr/>
            </p:nvSpPr>
            <p:spPr>
              <a:xfrm>
                <a:off x="4148925" y="1369650"/>
                <a:ext cx="37075" cy="40725"/>
              </a:xfrm>
              <a:custGeom>
                <a:rect b="b" l="l" r="r" t="t"/>
                <a:pathLst>
                  <a:path extrusionOk="0" h="1629" w="1483">
                    <a:moveTo>
                      <a:pt x="206" y="1"/>
                    </a:moveTo>
                    <a:cubicBezTo>
                      <a:pt x="159" y="1"/>
                      <a:pt x="118" y="27"/>
                      <a:pt x="92" y="53"/>
                    </a:cubicBezTo>
                    <a:cubicBezTo>
                      <a:pt x="1" y="98"/>
                      <a:pt x="1" y="189"/>
                      <a:pt x="92" y="280"/>
                    </a:cubicBezTo>
                    <a:cubicBezTo>
                      <a:pt x="273" y="506"/>
                      <a:pt x="454" y="732"/>
                      <a:pt x="635" y="959"/>
                    </a:cubicBezTo>
                    <a:lnTo>
                      <a:pt x="906" y="1275"/>
                    </a:lnTo>
                    <a:cubicBezTo>
                      <a:pt x="997" y="1411"/>
                      <a:pt x="1133" y="1502"/>
                      <a:pt x="1269" y="1592"/>
                    </a:cubicBezTo>
                    <a:cubicBezTo>
                      <a:pt x="1294" y="1618"/>
                      <a:pt x="1323" y="1629"/>
                      <a:pt x="1350" y="1629"/>
                    </a:cubicBezTo>
                    <a:cubicBezTo>
                      <a:pt x="1421" y="1629"/>
                      <a:pt x="1482" y="1554"/>
                      <a:pt x="1450" y="1457"/>
                    </a:cubicBezTo>
                    <a:cubicBezTo>
                      <a:pt x="1359" y="1321"/>
                      <a:pt x="1269" y="1185"/>
                      <a:pt x="1178" y="1094"/>
                    </a:cubicBezTo>
                    <a:cubicBezTo>
                      <a:pt x="1087" y="959"/>
                      <a:pt x="997" y="868"/>
                      <a:pt x="906" y="732"/>
                    </a:cubicBezTo>
                    <a:cubicBezTo>
                      <a:pt x="680" y="506"/>
                      <a:pt x="499" y="280"/>
                      <a:pt x="318" y="53"/>
                    </a:cubicBezTo>
                    <a:cubicBezTo>
                      <a:pt x="280" y="15"/>
                      <a:pt x="241" y="1"/>
                      <a:pt x="206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1" name="Google Shape;3241;p5"/>
              <p:cNvSpPr/>
              <p:nvPr/>
            </p:nvSpPr>
            <p:spPr>
              <a:xfrm>
                <a:off x="3459977" y="1266625"/>
                <a:ext cx="98675" cy="40550"/>
              </a:xfrm>
              <a:custGeom>
                <a:rect b="b" l="l" r="r" t="t"/>
                <a:pathLst>
                  <a:path extrusionOk="0" h="1622" w="3947">
                    <a:moveTo>
                      <a:pt x="3490" y="1"/>
                    </a:moveTo>
                    <a:cubicBezTo>
                      <a:pt x="2968" y="1"/>
                      <a:pt x="2421" y="129"/>
                      <a:pt x="1909" y="326"/>
                    </a:cubicBezTo>
                    <a:cubicBezTo>
                      <a:pt x="1320" y="553"/>
                      <a:pt x="777" y="824"/>
                      <a:pt x="234" y="1141"/>
                    </a:cubicBezTo>
                    <a:cubicBezTo>
                      <a:pt x="0" y="1297"/>
                      <a:pt x="169" y="1621"/>
                      <a:pt x="394" y="1621"/>
                    </a:cubicBezTo>
                    <a:cubicBezTo>
                      <a:pt x="430" y="1621"/>
                      <a:pt x="468" y="1613"/>
                      <a:pt x="506" y="1594"/>
                    </a:cubicBezTo>
                    <a:cubicBezTo>
                      <a:pt x="1004" y="1277"/>
                      <a:pt x="1547" y="1051"/>
                      <a:pt x="2090" y="870"/>
                    </a:cubicBezTo>
                    <a:cubicBezTo>
                      <a:pt x="2679" y="689"/>
                      <a:pt x="3222" y="553"/>
                      <a:pt x="3765" y="326"/>
                    </a:cubicBezTo>
                    <a:cubicBezTo>
                      <a:pt x="3946" y="281"/>
                      <a:pt x="3946" y="9"/>
                      <a:pt x="3720" y="9"/>
                    </a:cubicBezTo>
                    <a:cubicBezTo>
                      <a:pt x="3644" y="4"/>
                      <a:pt x="3567" y="1"/>
                      <a:pt x="34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2" name="Google Shape;3242;p5"/>
              <p:cNvSpPr/>
              <p:nvPr/>
            </p:nvSpPr>
            <p:spPr>
              <a:xfrm>
                <a:off x="3223627" y="1783750"/>
                <a:ext cx="187800" cy="205825"/>
              </a:xfrm>
              <a:custGeom>
                <a:rect b="b" l="l" r="r" t="t"/>
                <a:pathLst>
                  <a:path extrusionOk="0" h="8233" w="7512">
                    <a:moveTo>
                      <a:pt x="428" y="0"/>
                    </a:moveTo>
                    <a:cubicBezTo>
                      <a:pt x="264" y="0"/>
                      <a:pt x="91" y="116"/>
                      <a:pt x="91" y="284"/>
                    </a:cubicBezTo>
                    <a:cubicBezTo>
                      <a:pt x="136" y="1235"/>
                      <a:pt x="1" y="2140"/>
                      <a:pt x="317" y="3045"/>
                    </a:cubicBezTo>
                    <a:cubicBezTo>
                      <a:pt x="589" y="3860"/>
                      <a:pt x="1132" y="4585"/>
                      <a:pt x="1766" y="5173"/>
                    </a:cubicBezTo>
                    <a:cubicBezTo>
                      <a:pt x="2445" y="5762"/>
                      <a:pt x="3260" y="6260"/>
                      <a:pt x="4075" y="6667"/>
                    </a:cubicBezTo>
                    <a:cubicBezTo>
                      <a:pt x="4754" y="6984"/>
                      <a:pt x="5569" y="7301"/>
                      <a:pt x="6021" y="7934"/>
                    </a:cubicBezTo>
                    <a:cubicBezTo>
                      <a:pt x="6189" y="8144"/>
                      <a:pt x="6408" y="8233"/>
                      <a:pt x="6618" y="8233"/>
                    </a:cubicBezTo>
                    <a:cubicBezTo>
                      <a:pt x="7089" y="8233"/>
                      <a:pt x="7511" y="7787"/>
                      <a:pt x="7198" y="7255"/>
                    </a:cubicBezTo>
                    <a:cubicBezTo>
                      <a:pt x="6791" y="6531"/>
                      <a:pt x="6067" y="6124"/>
                      <a:pt x="5342" y="5762"/>
                    </a:cubicBezTo>
                    <a:cubicBezTo>
                      <a:pt x="4527" y="5354"/>
                      <a:pt x="3713" y="4947"/>
                      <a:pt x="2943" y="4449"/>
                    </a:cubicBezTo>
                    <a:cubicBezTo>
                      <a:pt x="2309" y="3996"/>
                      <a:pt x="1766" y="3408"/>
                      <a:pt x="1449" y="2729"/>
                    </a:cubicBezTo>
                    <a:cubicBezTo>
                      <a:pt x="1042" y="1914"/>
                      <a:pt x="1087" y="963"/>
                      <a:pt x="680" y="148"/>
                    </a:cubicBezTo>
                    <a:cubicBezTo>
                      <a:pt x="628" y="44"/>
                      <a:pt x="530" y="0"/>
                      <a:pt x="4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3" name="Google Shape;3243;p5"/>
              <p:cNvSpPr/>
              <p:nvPr/>
            </p:nvSpPr>
            <p:spPr>
              <a:xfrm>
                <a:off x="3382077" y="1893325"/>
                <a:ext cx="63400" cy="80975"/>
              </a:xfrm>
              <a:custGeom>
                <a:rect b="b" l="l" r="r" t="t"/>
                <a:pathLst>
                  <a:path extrusionOk="0" h="3239" w="2536">
                    <a:moveTo>
                      <a:pt x="463" y="0"/>
                    </a:moveTo>
                    <a:cubicBezTo>
                      <a:pt x="397" y="0"/>
                      <a:pt x="332" y="20"/>
                      <a:pt x="272" y="66"/>
                    </a:cubicBezTo>
                    <a:cubicBezTo>
                      <a:pt x="91" y="156"/>
                      <a:pt x="0" y="428"/>
                      <a:pt x="136" y="609"/>
                    </a:cubicBezTo>
                    <a:cubicBezTo>
                      <a:pt x="408" y="1062"/>
                      <a:pt x="679" y="1469"/>
                      <a:pt x="951" y="1922"/>
                    </a:cubicBezTo>
                    <a:cubicBezTo>
                      <a:pt x="1222" y="2329"/>
                      <a:pt x="1494" y="2827"/>
                      <a:pt x="1901" y="3144"/>
                    </a:cubicBezTo>
                    <a:cubicBezTo>
                      <a:pt x="1985" y="3200"/>
                      <a:pt x="2069" y="3239"/>
                      <a:pt x="2153" y="3239"/>
                    </a:cubicBezTo>
                    <a:cubicBezTo>
                      <a:pt x="2205" y="3239"/>
                      <a:pt x="2257" y="3224"/>
                      <a:pt x="2309" y="3189"/>
                    </a:cubicBezTo>
                    <a:cubicBezTo>
                      <a:pt x="2445" y="3144"/>
                      <a:pt x="2535" y="2963"/>
                      <a:pt x="2490" y="2827"/>
                    </a:cubicBezTo>
                    <a:cubicBezTo>
                      <a:pt x="2309" y="2329"/>
                      <a:pt x="1992" y="1877"/>
                      <a:pt x="1720" y="1469"/>
                    </a:cubicBezTo>
                    <a:lnTo>
                      <a:pt x="815" y="202"/>
                    </a:lnTo>
                    <a:cubicBezTo>
                      <a:pt x="724" y="81"/>
                      <a:pt x="594" y="0"/>
                      <a:pt x="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4" name="Google Shape;3244;p5"/>
              <p:cNvSpPr/>
              <p:nvPr/>
            </p:nvSpPr>
            <p:spPr>
              <a:xfrm>
                <a:off x="3472102" y="1872075"/>
                <a:ext cx="115975" cy="136975"/>
              </a:xfrm>
              <a:custGeom>
                <a:rect b="b" l="l" r="r" t="t"/>
                <a:pathLst>
                  <a:path extrusionOk="0" h="5479" w="4639">
                    <a:moveTo>
                      <a:pt x="561" y="0"/>
                    </a:moveTo>
                    <a:cubicBezTo>
                      <a:pt x="247" y="0"/>
                      <a:pt x="0" y="372"/>
                      <a:pt x="247" y="689"/>
                    </a:cubicBezTo>
                    <a:cubicBezTo>
                      <a:pt x="971" y="1504"/>
                      <a:pt x="1696" y="2319"/>
                      <a:pt x="2239" y="3270"/>
                    </a:cubicBezTo>
                    <a:cubicBezTo>
                      <a:pt x="2510" y="3722"/>
                      <a:pt x="2601" y="4085"/>
                      <a:pt x="2827" y="4537"/>
                    </a:cubicBezTo>
                    <a:cubicBezTo>
                      <a:pt x="2918" y="4854"/>
                      <a:pt x="3099" y="5216"/>
                      <a:pt x="3416" y="5352"/>
                    </a:cubicBezTo>
                    <a:cubicBezTo>
                      <a:pt x="3558" y="5434"/>
                      <a:pt x="3719" y="5478"/>
                      <a:pt x="3877" y="5478"/>
                    </a:cubicBezTo>
                    <a:cubicBezTo>
                      <a:pt x="4071" y="5478"/>
                      <a:pt x="4262" y="5411"/>
                      <a:pt x="4412" y="5262"/>
                    </a:cubicBezTo>
                    <a:cubicBezTo>
                      <a:pt x="4548" y="5171"/>
                      <a:pt x="4638" y="4945"/>
                      <a:pt x="4548" y="4764"/>
                    </a:cubicBezTo>
                    <a:cubicBezTo>
                      <a:pt x="4548" y="4673"/>
                      <a:pt x="4502" y="4628"/>
                      <a:pt x="4457" y="4583"/>
                    </a:cubicBezTo>
                    <a:lnTo>
                      <a:pt x="4502" y="4583"/>
                    </a:lnTo>
                    <a:cubicBezTo>
                      <a:pt x="4502" y="4583"/>
                      <a:pt x="4412" y="4401"/>
                      <a:pt x="4366" y="4356"/>
                    </a:cubicBezTo>
                    <a:cubicBezTo>
                      <a:pt x="4321" y="4311"/>
                      <a:pt x="4231" y="4175"/>
                      <a:pt x="4231" y="4130"/>
                    </a:cubicBezTo>
                    <a:lnTo>
                      <a:pt x="4185" y="4130"/>
                    </a:lnTo>
                    <a:cubicBezTo>
                      <a:pt x="4140" y="4085"/>
                      <a:pt x="4140" y="4039"/>
                      <a:pt x="4095" y="3994"/>
                    </a:cubicBezTo>
                    <a:cubicBezTo>
                      <a:pt x="4050" y="3858"/>
                      <a:pt x="4004" y="3768"/>
                      <a:pt x="3959" y="3677"/>
                    </a:cubicBezTo>
                    <a:cubicBezTo>
                      <a:pt x="3733" y="3224"/>
                      <a:pt x="3461" y="2772"/>
                      <a:pt x="3144" y="2364"/>
                    </a:cubicBezTo>
                    <a:cubicBezTo>
                      <a:pt x="2465" y="1504"/>
                      <a:pt x="1650" y="825"/>
                      <a:pt x="835" y="101"/>
                    </a:cubicBezTo>
                    <a:cubicBezTo>
                      <a:pt x="745" y="31"/>
                      <a:pt x="650" y="0"/>
                      <a:pt x="5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5" name="Google Shape;3245;p5"/>
              <p:cNvSpPr/>
              <p:nvPr/>
            </p:nvSpPr>
            <p:spPr>
              <a:xfrm>
                <a:off x="3589177" y="1921400"/>
                <a:ext cx="27175" cy="68650"/>
              </a:xfrm>
              <a:custGeom>
                <a:rect b="b" l="l" r="r" t="t"/>
                <a:pathLst>
                  <a:path extrusionOk="0" h="2746" w="1087">
                    <a:moveTo>
                      <a:pt x="729" y="0"/>
                    </a:moveTo>
                    <a:cubicBezTo>
                      <a:pt x="646" y="0"/>
                      <a:pt x="563" y="26"/>
                      <a:pt x="498" y="74"/>
                    </a:cubicBezTo>
                    <a:cubicBezTo>
                      <a:pt x="317" y="210"/>
                      <a:pt x="272" y="437"/>
                      <a:pt x="227" y="663"/>
                    </a:cubicBezTo>
                    <a:cubicBezTo>
                      <a:pt x="136" y="799"/>
                      <a:pt x="91" y="980"/>
                      <a:pt x="91" y="1161"/>
                    </a:cubicBezTo>
                    <a:cubicBezTo>
                      <a:pt x="0" y="1523"/>
                      <a:pt x="0" y="1931"/>
                      <a:pt x="0" y="2293"/>
                    </a:cubicBezTo>
                    <a:cubicBezTo>
                      <a:pt x="0" y="2564"/>
                      <a:pt x="181" y="2745"/>
                      <a:pt x="453" y="2745"/>
                    </a:cubicBezTo>
                    <a:cubicBezTo>
                      <a:pt x="679" y="2745"/>
                      <a:pt x="860" y="2564"/>
                      <a:pt x="860" y="2338"/>
                    </a:cubicBezTo>
                    <a:cubicBezTo>
                      <a:pt x="860" y="2157"/>
                      <a:pt x="860" y="1976"/>
                      <a:pt x="906" y="1795"/>
                    </a:cubicBezTo>
                    <a:cubicBezTo>
                      <a:pt x="906" y="1704"/>
                      <a:pt x="906" y="1614"/>
                      <a:pt x="906" y="1568"/>
                    </a:cubicBezTo>
                    <a:cubicBezTo>
                      <a:pt x="906" y="1523"/>
                      <a:pt x="906" y="1523"/>
                      <a:pt x="951" y="1523"/>
                    </a:cubicBezTo>
                    <a:cubicBezTo>
                      <a:pt x="951" y="1478"/>
                      <a:pt x="951" y="1433"/>
                      <a:pt x="951" y="1387"/>
                    </a:cubicBezTo>
                    <a:cubicBezTo>
                      <a:pt x="951" y="1251"/>
                      <a:pt x="996" y="1161"/>
                      <a:pt x="996" y="1070"/>
                    </a:cubicBezTo>
                    <a:cubicBezTo>
                      <a:pt x="996" y="1025"/>
                      <a:pt x="996" y="1025"/>
                      <a:pt x="996" y="980"/>
                    </a:cubicBezTo>
                    <a:cubicBezTo>
                      <a:pt x="996" y="935"/>
                      <a:pt x="996" y="889"/>
                      <a:pt x="1041" y="889"/>
                    </a:cubicBezTo>
                    <a:lnTo>
                      <a:pt x="1087" y="618"/>
                    </a:lnTo>
                    <a:cubicBezTo>
                      <a:pt x="1087" y="572"/>
                      <a:pt x="1087" y="482"/>
                      <a:pt x="1087" y="437"/>
                    </a:cubicBezTo>
                    <a:cubicBezTo>
                      <a:pt x="1087" y="346"/>
                      <a:pt x="1087" y="301"/>
                      <a:pt x="1087" y="256"/>
                    </a:cubicBezTo>
                    <a:cubicBezTo>
                      <a:pt x="1029" y="81"/>
                      <a:pt x="878" y="0"/>
                      <a:pt x="7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6" name="Google Shape;3246;p5"/>
              <p:cNvSpPr/>
              <p:nvPr/>
            </p:nvSpPr>
            <p:spPr>
              <a:xfrm>
                <a:off x="3806452" y="1876675"/>
                <a:ext cx="125650" cy="133750"/>
              </a:xfrm>
              <a:custGeom>
                <a:rect b="b" l="l" r="r" t="t"/>
                <a:pathLst>
                  <a:path extrusionOk="0" h="5350" w="5026">
                    <a:moveTo>
                      <a:pt x="4520" y="1"/>
                    </a:moveTo>
                    <a:cubicBezTo>
                      <a:pt x="4493" y="1"/>
                      <a:pt x="4465" y="3"/>
                      <a:pt x="4437" y="7"/>
                    </a:cubicBezTo>
                    <a:cubicBezTo>
                      <a:pt x="3849" y="143"/>
                      <a:pt x="3441" y="732"/>
                      <a:pt x="3034" y="1094"/>
                    </a:cubicBezTo>
                    <a:lnTo>
                      <a:pt x="2989" y="1094"/>
                    </a:lnTo>
                    <a:cubicBezTo>
                      <a:pt x="2989" y="1094"/>
                      <a:pt x="2943" y="1139"/>
                      <a:pt x="2898" y="1139"/>
                    </a:cubicBezTo>
                    <a:lnTo>
                      <a:pt x="2943" y="1139"/>
                    </a:lnTo>
                    <a:cubicBezTo>
                      <a:pt x="2853" y="1184"/>
                      <a:pt x="2808" y="1230"/>
                      <a:pt x="2762" y="1275"/>
                    </a:cubicBezTo>
                    <a:cubicBezTo>
                      <a:pt x="2626" y="1320"/>
                      <a:pt x="2536" y="1411"/>
                      <a:pt x="2400" y="1501"/>
                    </a:cubicBezTo>
                    <a:cubicBezTo>
                      <a:pt x="2310" y="1547"/>
                      <a:pt x="2174" y="1637"/>
                      <a:pt x="2038" y="1682"/>
                    </a:cubicBezTo>
                    <a:cubicBezTo>
                      <a:pt x="1947" y="1728"/>
                      <a:pt x="1812" y="1818"/>
                      <a:pt x="1721" y="1818"/>
                    </a:cubicBezTo>
                    <a:cubicBezTo>
                      <a:pt x="1450" y="1954"/>
                      <a:pt x="1178" y="1999"/>
                      <a:pt x="906" y="2180"/>
                    </a:cubicBezTo>
                    <a:cubicBezTo>
                      <a:pt x="589" y="2361"/>
                      <a:pt x="408" y="2678"/>
                      <a:pt x="273" y="2995"/>
                    </a:cubicBezTo>
                    <a:cubicBezTo>
                      <a:pt x="46" y="3584"/>
                      <a:pt x="1" y="4308"/>
                      <a:pt x="46" y="4942"/>
                    </a:cubicBezTo>
                    <a:cubicBezTo>
                      <a:pt x="46" y="5168"/>
                      <a:pt x="182" y="5349"/>
                      <a:pt x="408" y="5349"/>
                    </a:cubicBezTo>
                    <a:cubicBezTo>
                      <a:pt x="680" y="5349"/>
                      <a:pt x="770" y="5168"/>
                      <a:pt x="816" y="4942"/>
                    </a:cubicBezTo>
                    <a:cubicBezTo>
                      <a:pt x="906" y="4399"/>
                      <a:pt x="1087" y="3855"/>
                      <a:pt x="1359" y="3357"/>
                    </a:cubicBezTo>
                    <a:cubicBezTo>
                      <a:pt x="1495" y="3176"/>
                      <a:pt x="1540" y="3176"/>
                      <a:pt x="1766" y="3086"/>
                    </a:cubicBezTo>
                    <a:cubicBezTo>
                      <a:pt x="2083" y="2995"/>
                      <a:pt x="2355" y="2905"/>
                      <a:pt x="2626" y="2769"/>
                    </a:cubicBezTo>
                    <a:cubicBezTo>
                      <a:pt x="3170" y="2543"/>
                      <a:pt x="3622" y="2271"/>
                      <a:pt x="4030" y="1909"/>
                    </a:cubicBezTo>
                    <a:cubicBezTo>
                      <a:pt x="4483" y="1547"/>
                      <a:pt x="5026" y="1049"/>
                      <a:pt x="4935" y="415"/>
                    </a:cubicBezTo>
                    <a:cubicBezTo>
                      <a:pt x="4935" y="171"/>
                      <a:pt x="4753" y="1"/>
                      <a:pt x="45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7" name="Google Shape;3247;p5"/>
              <p:cNvSpPr/>
              <p:nvPr/>
            </p:nvSpPr>
            <p:spPr>
              <a:xfrm>
                <a:off x="3952452" y="1906775"/>
                <a:ext cx="74725" cy="50450"/>
              </a:xfrm>
              <a:custGeom>
                <a:rect b="b" l="l" r="r" t="t"/>
                <a:pathLst>
                  <a:path extrusionOk="0" h="2018" w="2989">
                    <a:moveTo>
                      <a:pt x="2636" y="1"/>
                    </a:moveTo>
                    <a:cubicBezTo>
                      <a:pt x="2586" y="1"/>
                      <a:pt x="2536" y="11"/>
                      <a:pt x="2490" y="26"/>
                    </a:cubicBezTo>
                    <a:lnTo>
                      <a:pt x="2445" y="26"/>
                    </a:lnTo>
                    <a:cubicBezTo>
                      <a:pt x="2264" y="162"/>
                      <a:pt x="2083" y="252"/>
                      <a:pt x="1902" y="343"/>
                    </a:cubicBezTo>
                    <a:cubicBezTo>
                      <a:pt x="1811" y="388"/>
                      <a:pt x="1676" y="433"/>
                      <a:pt x="1585" y="478"/>
                    </a:cubicBezTo>
                    <a:cubicBezTo>
                      <a:pt x="1494" y="524"/>
                      <a:pt x="1404" y="569"/>
                      <a:pt x="1313" y="659"/>
                    </a:cubicBezTo>
                    <a:cubicBezTo>
                      <a:pt x="951" y="886"/>
                      <a:pt x="589" y="1112"/>
                      <a:pt x="227" y="1339"/>
                    </a:cubicBezTo>
                    <a:cubicBezTo>
                      <a:pt x="91" y="1429"/>
                      <a:pt x="1" y="1655"/>
                      <a:pt x="91" y="1836"/>
                    </a:cubicBezTo>
                    <a:cubicBezTo>
                      <a:pt x="182" y="1957"/>
                      <a:pt x="292" y="2018"/>
                      <a:pt x="410" y="2018"/>
                    </a:cubicBezTo>
                    <a:cubicBezTo>
                      <a:pt x="468" y="2018"/>
                      <a:pt x="529" y="2002"/>
                      <a:pt x="589" y="1972"/>
                    </a:cubicBezTo>
                    <a:cubicBezTo>
                      <a:pt x="996" y="1746"/>
                      <a:pt x="1359" y="1565"/>
                      <a:pt x="1721" y="1339"/>
                    </a:cubicBezTo>
                    <a:cubicBezTo>
                      <a:pt x="1811" y="1293"/>
                      <a:pt x="1902" y="1203"/>
                      <a:pt x="1992" y="1157"/>
                    </a:cubicBezTo>
                    <a:cubicBezTo>
                      <a:pt x="2083" y="1112"/>
                      <a:pt x="2173" y="1022"/>
                      <a:pt x="2264" y="976"/>
                    </a:cubicBezTo>
                    <a:cubicBezTo>
                      <a:pt x="2445" y="841"/>
                      <a:pt x="2626" y="705"/>
                      <a:pt x="2807" y="569"/>
                    </a:cubicBezTo>
                    <a:cubicBezTo>
                      <a:pt x="2943" y="478"/>
                      <a:pt x="2988" y="297"/>
                      <a:pt x="2898" y="162"/>
                    </a:cubicBezTo>
                    <a:cubicBezTo>
                      <a:pt x="2837" y="41"/>
                      <a:pt x="2737" y="1"/>
                      <a:pt x="26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8" name="Google Shape;3248;p5"/>
              <p:cNvSpPr/>
              <p:nvPr/>
            </p:nvSpPr>
            <p:spPr>
              <a:xfrm>
                <a:off x="4066752" y="1894250"/>
                <a:ext cx="77800" cy="72650"/>
              </a:xfrm>
              <a:custGeom>
                <a:rect b="b" l="l" r="r" t="t"/>
                <a:pathLst>
                  <a:path extrusionOk="0" h="2906" w="3112">
                    <a:moveTo>
                      <a:pt x="2803" y="0"/>
                    </a:moveTo>
                    <a:cubicBezTo>
                      <a:pt x="2741" y="0"/>
                      <a:pt x="2678" y="22"/>
                      <a:pt x="2626" y="74"/>
                    </a:cubicBezTo>
                    <a:cubicBezTo>
                      <a:pt x="2445" y="255"/>
                      <a:pt x="2264" y="527"/>
                      <a:pt x="2083" y="753"/>
                    </a:cubicBezTo>
                    <a:cubicBezTo>
                      <a:pt x="1902" y="934"/>
                      <a:pt x="1721" y="1160"/>
                      <a:pt x="1495" y="1342"/>
                    </a:cubicBezTo>
                    <a:cubicBezTo>
                      <a:pt x="1087" y="1749"/>
                      <a:pt x="680" y="2066"/>
                      <a:pt x="182" y="2337"/>
                    </a:cubicBezTo>
                    <a:cubicBezTo>
                      <a:pt x="46" y="2428"/>
                      <a:pt x="1" y="2609"/>
                      <a:pt x="91" y="2745"/>
                    </a:cubicBezTo>
                    <a:cubicBezTo>
                      <a:pt x="152" y="2866"/>
                      <a:pt x="252" y="2906"/>
                      <a:pt x="353" y="2906"/>
                    </a:cubicBezTo>
                    <a:cubicBezTo>
                      <a:pt x="403" y="2906"/>
                      <a:pt x="453" y="2896"/>
                      <a:pt x="499" y="2881"/>
                    </a:cubicBezTo>
                    <a:cubicBezTo>
                      <a:pt x="1042" y="2609"/>
                      <a:pt x="1585" y="2247"/>
                      <a:pt x="1993" y="1840"/>
                    </a:cubicBezTo>
                    <a:cubicBezTo>
                      <a:pt x="2219" y="1613"/>
                      <a:pt x="2445" y="1387"/>
                      <a:pt x="2626" y="1115"/>
                    </a:cubicBezTo>
                    <a:cubicBezTo>
                      <a:pt x="2807" y="889"/>
                      <a:pt x="2988" y="617"/>
                      <a:pt x="3079" y="300"/>
                    </a:cubicBezTo>
                    <a:cubicBezTo>
                      <a:pt x="3111" y="139"/>
                      <a:pt x="2959" y="0"/>
                      <a:pt x="28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9" name="Google Shape;3249;p5"/>
              <p:cNvSpPr/>
              <p:nvPr/>
            </p:nvSpPr>
            <p:spPr>
              <a:xfrm>
                <a:off x="4169102" y="1732600"/>
                <a:ext cx="44800" cy="100750"/>
              </a:xfrm>
              <a:custGeom>
                <a:rect b="b" l="l" r="r" t="t"/>
                <a:pathLst>
                  <a:path extrusionOk="0" h="4030" w="1792">
                    <a:moveTo>
                      <a:pt x="421" y="0"/>
                    </a:moveTo>
                    <a:cubicBezTo>
                      <a:pt x="207" y="0"/>
                      <a:pt x="1" y="203"/>
                      <a:pt x="162" y="429"/>
                    </a:cubicBezTo>
                    <a:cubicBezTo>
                      <a:pt x="479" y="927"/>
                      <a:pt x="750" y="1470"/>
                      <a:pt x="886" y="2058"/>
                    </a:cubicBezTo>
                    <a:cubicBezTo>
                      <a:pt x="977" y="2375"/>
                      <a:pt x="1022" y="2647"/>
                      <a:pt x="1022" y="2964"/>
                    </a:cubicBezTo>
                    <a:cubicBezTo>
                      <a:pt x="1067" y="3281"/>
                      <a:pt x="1067" y="3552"/>
                      <a:pt x="1158" y="3869"/>
                    </a:cubicBezTo>
                    <a:cubicBezTo>
                      <a:pt x="1183" y="3971"/>
                      <a:pt x="1266" y="4030"/>
                      <a:pt x="1349" y="4030"/>
                    </a:cubicBezTo>
                    <a:cubicBezTo>
                      <a:pt x="1415" y="4030"/>
                      <a:pt x="1480" y="3994"/>
                      <a:pt x="1520" y="3914"/>
                    </a:cubicBezTo>
                    <a:cubicBezTo>
                      <a:pt x="1792" y="3326"/>
                      <a:pt x="1656" y="2556"/>
                      <a:pt x="1520" y="1923"/>
                    </a:cubicBezTo>
                    <a:cubicBezTo>
                      <a:pt x="1339" y="1289"/>
                      <a:pt x="1067" y="655"/>
                      <a:pt x="660" y="112"/>
                    </a:cubicBezTo>
                    <a:cubicBezTo>
                      <a:pt x="595" y="34"/>
                      <a:pt x="507" y="0"/>
                      <a:pt x="4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0" name="Google Shape;3250;p5"/>
              <p:cNvSpPr/>
              <p:nvPr/>
            </p:nvSpPr>
            <p:spPr>
              <a:xfrm>
                <a:off x="3632177" y="1819150"/>
                <a:ext cx="22275" cy="92775"/>
              </a:xfrm>
              <a:custGeom>
                <a:rect b="b" l="l" r="r" t="t"/>
                <a:pathLst>
                  <a:path extrusionOk="0" h="3711" w="891">
                    <a:moveTo>
                      <a:pt x="465" y="0"/>
                    </a:moveTo>
                    <a:cubicBezTo>
                      <a:pt x="363" y="0"/>
                      <a:pt x="263" y="55"/>
                      <a:pt x="227" y="181"/>
                    </a:cubicBezTo>
                    <a:cubicBezTo>
                      <a:pt x="46" y="724"/>
                      <a:pt x="1" y="1313"/>
                      <a:pt x="1" y="1901"/>
                    </a:cubicBezTo>
                    <a:cubicBezTo>
                      <a:pt x="1" y="2490"/>
                      <a:pt x="136" y="3123"/>
                      <a:pt x="408" y="3576"/>
                    </a:cubicBezTo>
                    <a:cubicBezTo>
                      <a:pt x="471" y="3671"/>
                      <a:pt x="551" y="3710"/>
                      <a:pt x="626" y="3710"/>
                    </a:cubicBezTo>
                    <a:cubicBezTo>
                      <a:pt x="766" y="3710"/>
                      <a:pt x="890" y="3572"/>
                      <a:pt x="861" y="3395"/>
                    </a:cubicBezTo>
                    <a:cubicBezTo>
                      <a:pt x="815" y="3123"/>
                      <a:pt x="770" y="2897"/>
                      <a:pt x="725" y="2625"/>
                    </a:cubicBezTo>
                    <a:cubicBezTo>
                      <a:pt x="680" y="2354"/>
                      <a:pt x="634" y="2127"/>
                      <a:pt x="634" y="1856"/>
                    </a:cubicBezTo>
                    <a:cubicBezTo>
                      <a:pt x="589" y="1358"/>
                      <a:pt x="634" y="815"/>
                      <a:pt x="725" y="317"/>
                    </a:cubicBezTo>
                    <a:cubicBezTo>
                      <a:pt x="779" y="126"/>
                      <a:pt x="620" y="0"/>
                      <a:pt x="4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1" name="Google Shape;3251;p5"/>
              <p:cNvSpPr/>
              <p:nvPr/>
            </p:nvSpPr>
            <p:spPr>
              <a:xfrm>
                <a:off x="3103677" y="1572125"/>
                <a:ext cx="23775" cy="89675"/>
              </a:xfrm>
              <a:custGeom>
                <a:rect b="b" l="l" r="r" t="t"/>
                <a:pathLst>
                  <a:path extrusionOk="0" h="3587" w="951">
                    <a:moveTo>
                      <a:pt x="606" y="1"/>
                    </a:moveTo>
                    <a:cubicBezTo>
                      <a:pt x="485" y="1"/>
                      <a:pt x="354" y="88"/>
                      <a:pt x="317" y="238"/>
                    </a:cubicBezTo>
                    <a:cubicBezTo>
                      <a:pt x="181" y="782"/>
                      <a:pt x="91" y="1325"/>
                      <a:pt x="45" y="1868"/>
                    </a:cubicBezTo>
                    <a:cubicBezTo>
                      <a:pt x="0" y="2140"/>
                      <a:pt x="45" y="2366"/>
                      <a:pt x="45" y="2638"/>
                    </a:cubicBezTo>
                    <a:cubicBezTo>
                      <a:pt x="91" y="2955"/>
                      <a:pt x="136" y="3181"/>
                      <a:pt x="226" y="3453"/>
                    </a:cubicBezTo>
                    <a:cubicBezTo>
                      <a:pt x="264" y="3548"/>
                      <a:pt x="342" y="3587"/>
                      <a:pt x="423" y="3587"/>
                    </a:cubicBezTo>
                    <a:cubicBezTo>
                      <a:pt x="535" y="3587"/>
                      <a:pt x="653" y="3512"/>
                      <a:pt x="679" y="3407"/>
                    </a:cubicBezTo>
                    <a:cubicBezTo>
                      <a:pt x="724" y="3136"/>
                      <a:pt x="770" y="2909"/>
                      <a:pt x="770" y="2638"/>
                    </a:cubicBezTo>
                    <a:cubicBezTo>
                      <a:pt x="770" y="2411"/>
                      <a:pt x="770" y="2140"/>
                      <a:pt x="770" y="1868"/>
                    </a:cubicBezTo>
                    <a:cubicBezTo>
                      <a:pt x="770" y="1370"/>
                      <a:pt x="815" y="872"/>
                      <a:pt x="905" y="374"/>
                    </a:cubicBezTo>
                    <a:cubicBezTo>
                      <a:pt x="951" y="238"/>
                      <a:pt x="860" y="57"/>
                      <a:pt x="679" y="12"/>
                    </a:cubicBezTo>
                    <a:cubicBezTo>
                      <a:pt x="656" y="4"/>
                      <a:pt x="631" y="1"/>
                      <a:pt x="6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2" name="Google Shape;3252;p5"/>
              <p:cNvSpPr/>
              <p:nvPr/>
            </p:nvSpPr>
            <p:spPr>
              <a:xfrm>
                <a:off x="2554777" y="528650"/>
                <a:ext cx="404750" cy="364500"/>
              </a:xfrm>
              <a:custGeom>
                <a:rect b="b" l="l" r="r" t="t"/>
                <a:pathLst>
                  <a:path extrusionOk="0" h="14580" w="16190">
                    <a:moveTo>
                      <a:pt x="15908" y="1"/>
                    </a:moveTo>
                    <a:cubicBezTo>
                      <a:pt x="15824" y="1"/>
                      <a:pt x="15744" y="45"/>
                      <a:pt x="15709" y="149"/>
                    </a:cubicBezTo>
                    <a:cubicBezTo>
                      <a:pt x="14758" y="2910"/>
                      <a:pt x="12812" y="5264"/>
                      <a:pt x="10277" y="6668"/>
                    </a:cubicBezTo>
                    <a:cubicBezTo>
                      <a:pt x="7696" y="8116"/>
                      <a:pt x="4709" y="8886"/>
                      <a:pt x="2355" y="10787"/>
                    </a:cubicBezTo>
                    <a:cubicBezTo>
                      <a:pt x="1811" y="11240"/>
                      <a:pt x="1268" y="11783"/>
                      <a:pt x="816" y="12417"/>
                    </a:cubicBezTo>
                    <a:cubicBezTo>
                      <a:pt x="499" y="12915"/>
                      <a:pt x="1" y="13730"/>
                      <a:pt x="136" y="14363"/>
                    </a:cubicBezTo>
                    <a:cubicBezTo>
                      <a:pt x="170" y="14496"/>
                      <a:pt x="300" y="14580"/>
                      <a:pt x="420" y="14580"/>
                    </a:cubicBezTo>
                    <a:cubicBezTo>
                      <a:pt x="465" y="14580"/>
                      <a:pt x="508" y="14569"/>
                      <a:pt x="544" y="14544"/>
                    </a:cubicBezTo>
                    <a:cubicBezTo>
                      <a:pt x="816" y="14363"/>
                      <a:pt x="951" y="14137"/>
                      <a:pt x="1132" y="13911"/>
                    </a:cubicBezTo>
                    <a:cubicBezTo>
                      <a:pt x="1313" y="13639"/>
                      <a:pt x="1540" y="13367"/>
                      <a:pt x="1766" y="13141"/>
                    </a:cubicBezTo>
                    <a:cubicBezTo>
                      <a:pt x="2264" y="12643"/>
                      <a:pt x="2762" y="12190"/>
                      <a:pt x="3305" y="11738"/>
                    </a:cubicBezTo>
                    <a:cubicBezTo>
                      <a:pt x="4482" y="10923"/>
                      <a:pt x="5705" y="10289"/>
                      <a:pt x="7017" y="9701"/>
                    </a:cubicBezTo>
                    <a:cubicBezTo>
                      <a:pt x="8466" y="9067"/>
                      <a:pt x="9915" y="8478"/>
                      <a:pt x="11273" y="7618"/>
                    </a:cubicBezTo>
                    <a:cubicBezTo>
                      <a:pt x="12495" y="6849"/>
                      <a:pt x="13536" y="5898"/>
                      <a:pt x="14396" y="4721"/>
                    </a:cubicBezTo>
                    <a:cubicBezTo>
                      <a:pt x="15392" y="3408"/>
                      <a:pt x="15935" y="1914"/>
                      <a:pt x="16162" y="285"/>
                    </a:cubicBezTo>
                    <a:cubicBezTo>
                      <a:pt x="16190" y="117"/>
                      <a:pt x="16045" y="1"/>
                      <a:pt x="159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3" name="Google Shape;3253;p5"/>
              <p:cNvSpPr/>
              <p:nvPr/>
            </p:nvSpPr>
            <p:spPr>
              <a:xfrm>
                <a:off x="3039902" y="789850"/>
                <a:ext cx="51050" cy="85775"/>
              </a:xfrm>
              <a:custGeom>
                <a:rect b="b" l="l" r="r" t="t"/>
                <a:pathLst>
                  <a:path extrusionOk="0" h="3431" w="2042">
                    <a:moveTo>
                      <a:pt x="1849" y="0"/>
                    </a:moveTo>
                    <a:cubicBezTo>
                      <a:pt x="1811" y="0"/>
                      <a:pt x="1772" y="19"/>
                      <a:pt x="1736" y="68"/>
                    </a:cubicBezTo>
                    <a:cubicBezTo>
                      <a:pt x="967" y="928"/>
                      <a:pt x="469" y="2059"/>
                      <a:pt x="61" y="3146"/>
                    </a:cubicBezTo>
                    <a:cubicBezTo>
                      <a:pt x="0" y="3299"/>
                      <a:pt x="166" y="3431"/>
                      <a:pt x="308" y="3431"/>
                    </a:cubicBezTo>
                    <a:cubicBezTo>
                      <a:pt x="376" y="3431"/>
                      <a:pt x="439" y="3400"/>
                      <a:pt x="469" y="3327"/>
                    </a:cubicBezTo>
                    <a:cubicBezTo>
                      <a:pt x="695" y="2784"/>
                      <a:pt x="967" y="2286"/>
                      <a:pt x="1238" y="1788"/>
                    </a:cubicBezTo>
                    <a:cubicBezTo>
                      <a:pt x="1465" y="1290"/>
                      <a:pt x="1781" y="792"/>
                      <a:pt x="2008" y="249"/>
                    </a:cubicBezTo>
                    <a:cubicBezTo>
                      <a:pt x="2041" y="149"/>
                      <a:pt x="1952" y="0"/>
                      <a:pt x="18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4" name="Google Shape;3254;p5"/>
              <p:cNvSpPr/>
              <p:nvPr/>
            </p:nvSpPr>
            <p:spPr>
              <a:xfrm>
                <a:off x="2927127" y="1240225"/>
                <a:ext cx="102225" cy="252200"/>
              </a:xfrm>
              <a:custGeom>
                <a:rect b="b" l="l" r="r" t="t"/>
                <a:pathLst>
                  <a:path extrusionOk="0" h="10088" w="4089">
                    <a:moveTo>
                      <a:pt x="756" y="0"/>
                    </a:moveTo>
                    <a:cubicBezTo>
                      <a:pt x="622" y="0"/>
                      <a:pt x="491" y="60"/>
                      <a:pt x="408" y="205"/>
                    </a:cubicBezTo>
                    <a:cubicBezTo>
                      <a:pt x="0" y="975"/>
                      <a:pt x="272" y="2107"/>
                      <a:pt x="408" y="2922"/>
                    </a:cubicBezTo>
                    <a:cubicBezTo>
                      <a:pt x="543" y="3827"/>
                      <a:pt x="770" y="4778"/>
                      <a:pt x="1087" y="5683"/>
                    </a:cubicBezTo>
                    <a:cubicBezTo>
                      <a:pt x="1675" y="7267"/>
                      <a:pt x="2445" y="8716"/>
                      <a:pt x="3576" y="10029"/>
                    </a:cubicBezTo>
                    <a:cubicBezTo>
                      <a:pt x="3618" y="10070"/>
                      <a:pt x="3669" y="10088"/>
                      <a:pt x="3721" y="10088"/>
                    </a:cubicBezTo>
                    <a:cubicBezTo>
                      <a:pt x="3897" y="10088"/>
                      <a:pt x="4088" y="9886"/>
                      <a:pt x="3984" y="9712"/>
                    </a:cubicBezTo>
                    <a:cubicBezTo>
                      <a:pt x="3033" y="8399"/>
                      <a:pt x="2264" y="6905"/>
                      <a:pt x="1947" y="5366"/>
                    </a:cubicBezTo>
                    <a:cubicBezTo>
                      <a:pt x="1766" y="4506"/>
                      <a:pt x="1675" y="3646"/>
                      <a:pt x="1584" y="2740"/>
                    </a:cubicBezTo>
                    <a:cubicBezTo>
                      <a:pt x="1584" y="2333"/>
                      <a:pt x="1539" y="1926"/>
                      <a:pt x="1494" y="1518"/>
                    </a:cubicBezTo>
                    <a:cubicBezTo>
                      <a:pt x="1449" y="1065"/>
                      <a:pt x="1449" y="568"/>
                      <a:pt x="1177" y="205"/>
                    </a:cubicBezTo>
                    <a:cubicBezTo>
                      <a:pt x="1079" y="83"/>
                      <a:pt x="915" y="0"/>
                      <a:pt x="7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5" name="Google Shape;3255;p5"/>
              <p:cNvSpPr/>
              <p:nvPr/>
            </p:nvSpPr>
            <p:spPr>
              <a:xfrm>
                <a:off x="2933475" y="1145750"/>
                <a:ext cx="17000" cy="12475"/>
              </a:xfrm>
              <a:custGeom>
                <a:rect b="b" l="l" r="r" t="t"/>
                <a:pathLst>
                  <a:path extrusionOk="0" h="499" w="680">
                    <a:moveTo>
                      <a:pt x="363" y="1"/>
                    </a:moveTo>
                    <a:cubicBezTo>
                      <a:pt x="0" y="1"/>
                      <a:pt x="0" y="499"/>
                      <a:pt x="363" y="499"/>
                    </a:cubicBezTo>
                    <a:cubicBezTo>
                      <a:pt x="679" y="499"/>
                      <a:pt x="679" y="1"/>
                      <a:pt x="363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6" name="Google Shape;3256;p5"/>
              <p:cNvSpPr/>
              <p:nvPr/>
            </p:nvSpPr>
            <p:spPr>
              <a:xfrm>
                <a:off x="2903352" y="1060400"/>
                <a:ext cx="28325" cy="49450"/>
              </a:xfrm>
              <a:custGeom>
                <a:rect b="b" l="l" r="r" t="t"/>
                <a:pathLst>
                  <a:path extrusionOk="0" h="1978" w="1133">
                    <a:moveTo>
                      <a:pt x="918" y="1"/>
                    </a:moveTo>
                    <a:cubicBezTo>
                      <a:pt x="857" y="1"/>
                      <a:pt x="802" y="33"/>
                      <a:pt x="770" y="65"/>
                    </a:cubicBezTo>
                    <a:cubicBezTo>
                      <a:pt x="725" y="110"/>
                      <a:pt x="679" y="155"/>
                      <a:pt x="634" y="246"/>
                    </a:cubicBezTo>
                    <a:cubicBezTo>
                      <a:pt x="589" y="291"/>
                      <a:pt x="544" y="382"/>
                      <a:pt x="498" y="472"/>
                    </a:cubicBezTo>
                    <a:lnTo>
                      <a:pt x="363" y="834"/>
                    </a:lnTo>
                    <a:cubicBezTo>
                      <a:pt x="272" y="1061"/>
                      <a:pt x="182" y="1332"/>
                      <a:pt x="91" y="1559"/>
                    </a:cubicBezTo>
                    <a:cubicBezTo>
                      <a:pt x="0" y="1740"/>
                      <a:pt x="136" y="1966"/>
                      <a:pt x="317" y="1966"/>
                    </a:cubicBezTo>
                    <a:cubicBezTo>
                      <a:pt x="348" y="1974"/>
                      <a:pt x="378" y="1978"/>
                      <a:pt x="407" y="1978"/>
                    </a:cubicBezTo>
                    <a:cubicBezTo>
                      <a:pt x="544" y="1978"/>
                      <a:pt x="650" y="1890"/>
                      <a:pt x="725" y="1740"/>
                    </a:cubicBezTo>
                    <a:cubicBezTo>
                      <a:pt x="815" y="1513"/>
                      <a:pt x="906" y="1242"/>
                      <a:pt x="951" y="1015"/>
                    </a:cubicBezTo>
                    <a:lnTo>
                      <a:pt x="1087" y="653"/>
                    </a:lnTo>
                    <a:cubicBezTo>
                      <a:pt x="1132" y="517"/>
                      <a:pt x="1132" y="382"/>
                      <a:pt x="1132" y="201"/>
                    </a:cubicBezTo>
                    <a:cubicBezTo>
                      <a:pt x="1132" y="110"/>
                      <a:pt x="1087" y="65"/>
                      <a:pt x="996" y="20"/>
                    </a:cubicBezTo>
                    <a:cubicBezTo>
                      <a:pt x="970" y="6"/>
                      <a:pt x="943" y="1"/>
                      <a:pt x="9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7" name="Google Shape;3257;p5"/>
              <p:cNvSpPr/>
              <p:nvPr/>
            </p:nvSpPr>
            <p:spPr>
              <a:xfrm>
                <a:off x="3130827" y="550475"/>
                <a:ext cx="56600" cy="42325"/>
              </a:xfrm>
              <a:custGeom>
                <a:rect b="b" l="l" r="r" t="t"/>
                <a:pathLst>
                  <a:path extrusionOk="0" h="1693" w="2264">
                    <a:moveTo>
                      <a:pt x="386" y="0"/>
                    </a:moveTo>
                    <a:cubicBezTo>
                      <a:pt x="272" y="0"/>
                      <a:pt x="151" y="61"/>
                      <a:pt x="91" y="181"/>
                    </a:cubicBezTo>
                    <a:cubicBezTo>
                      <a:pt x="0" y="362"/>
                      <a:pt x="46" y="543"/>
                      <a:pt x="227" y="634"/>
                    </a:cubicBezTo>
                    <a:cubicBezTo>
                      <a:pt x="453" y="815"/>
                      <a:pt x="725" y="1041"/>
                      <a:pt x="996" y="1222"/>
                    </a:cubicBezTo>
                    <a:cubicBezTo>
                      <a:pt x="1042" y="1268"/>
                      <a:pt x="1132" y="1313"/>
                      <a:pt x="1177" y="1358"/>
                    </a:cubicBezTo>
                    <a:cubicBezTo>
                      <a:pt x="1268" y="1404"/>
                      <a:pt x="1313" y="1449"/>
                      <a:pt x="1404" y="1449"/>
                    </a:cubicBezTo>
                    <a:cubicBezTo>
                      <a:pt x="1449" y="1494"/>
                      <a:pt x="1540" y="1539"/>
                      <a:pt x="1585" y="1585"/>
                    </a:cubicBezTo>
                    <a:cubicBezTo>
                      <a:pt x="1675" y="1630"/>
                      <a:pt x="1766" y="1675"/>
                      <a:pt x="1856" y="1675"/>
                    </a:cubicBezTo>
                    <a:cubicBezTo>
                      <a:pt x="1893" y="1687"/>
                      <a:pt x="1926" y="1693"/>
                      <a:pt x="1957" y="1693"/>
                    </a:cubicBezTo>
                    <a:cubicBezTo>
                      <a:pt x="2041" y="1693"/>
                      <a:pt x="2107" y="1651"/>
                      <a:pt x="2173" y="1585"/>
                    </a:cubicBezTo>
                    <a:cubicBezTo>
                      <a:pt x="2219" y="1494"/>
                      <a:pt x="2264" y="1358"/>
                      <a:pt x="2173" y="1268"/>
                    </a:cubicBezTo>
                    <a:cubicBezTo>
                      <a:pt x="2128" y="1222"/>
                      <a:pt x="2083" y="1132"/>
                      <a:pt x="1992" y="1041"/>
                    </a:cubicBezTo>
                    <a:cubicBezTo>
                      <a:pt x="1947" y="996"/>
                      <a:pt x="1856" y="951"/>
                      <a:pt x="1811" y="906"/>
                    </a:cubicBezTo>
                    <a:cubicBezTo>
                      <a:pt x="1721" y="815"/>
                      <a:pt x="1675" y="770"/>
                      <a:pt x="1585" y="725"/>
                    </a:cubicBezTo>
                    <a:cubicBezTo>
                      <a:pt x="1494" y="679"/>
                      <a:pt x="1449" y="634"/>
                      <a:pt x="1404" y="589"/>
                    </a:cubicBezTo>
                    <a:lnTo>
                      <a:pt x="544" y="46"/>
                    </a:lnTo>
                    <a:cubicBezTo>
                      <a:pt x="498" y="15"/>
                      <a:pt x="443" y="0"/>
                      <a:pt x="3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8" name="Google Shape;3258;p5"/>
              <p:cNvSpPr/>
              <p:nvPr/>
            </p:nvSpPr>
            <p:spPr>
              <a:xfrm>
                <a:off x="2571752" y="1090750"/>
                <a:ext cx="35125" cy="177875"/>
              </a:xfrm>
              <a:custGeom>
                <a:rect b="b" l="l" r="r" t="t"/>
                <a:pathLst>
                  <a:path extrusionOk="0" h="7115" w="1405">
                    <a:moveTo>
                      <a:pt x="1053" y="1"/>
                    </a:moveTo>
                    <a:cubicBezTo>
                      <a:pt x="1005" y="1"/>
                      <a:pt x="956" y="11"/>
                      <a:pt x="906" y="28"/>
                    </a:cubicBezTo>
                    <a:cubicBezTo>
                      <a:pt x="634" y="164"/>
                      <a:pt x="544" y="480"/>
                      <a:pt x="499" y="752"/>
                    </a:cubicBezTo>
                    <a:cubicBezTo>
                      <a:pt x="408" y="1024"/>
                      <a:pt x="318" y="1295"/>
                      <a:pt x="272" y="1567"/>
                    </a:cubicBezTo>
                    <a:cubicBezTo>
                      <a:pt x="137" y="2155"/>
                      <a:pt x="91" y="2789"/>
                      <a:pt x="46" y="3378"/>
                    </a:cubicBezTo>
                    <a:cubicBezTo>
                      <a:pt x="1" y="4555"/>
                      <a:pt x="46" y="5777"/>
                      <a:pt x="227" y="6999"/>
                    </a:cubicBezTo>
                    <a:cubicBezTo>
                      <a:pt x="247" y="7079"/>
                      <a:pt x="328" y="7114"/>
                      <a:pt x="408" y="7114"/>
                    </a:cubicBezTo>
                    <a:cubicBezTo>
                      <a:pt x="512" y="7114"/>
                      <a:pt x="615" y="7056"/>
                      <a:pt x="589" y="6954"/>
                    </a:cubicBezTo>
                    <a:cubicBezTo>
                      <a:pt x="453" y="5732"/>
                      <a:pt x="453" y="4555"/>
                      <a:pt x="680" y="3378"/>
                    </a:cubicBezTo>
                    <a:cubicBezTo>
                      <a:pt x="770" y="2834"/>
                      <a:pt x="906" y="2246"/>
                      <a:pt x="1042" y="1703"/>
                    </a:cubicBezTo>
                    <a:cubicBezTo>
                      <a:pt x="1087" y="1431"/>
                      <a:pt x="1178" y="1160"/>
                      <a:pt x="1223" y="888"/>
                    </a:cubicBezTo>
                    <a:cubicBezTo>
                      <a:pt x="1313" y="616"/>
                      <a:pt x="1404" y="345"/>
                      <a:pt x="1268" y="118"/>
                    </a:cubicBezTo>
                    <a:cubicBezTo>
                      <a:pt x="1211" y="32"/>
                      <a:pt x="1135" y="1"/>
                      <a:pt x="10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9" name="Google Shape;3259;p5"/>
              <p:cNvSpPr/>
              <p:nvPr/>
            </p:nvSpPr>
            <p:spPr>
              <a:xfrm>
                <a:off x="2632877" y="1008825"/>
                <a:ext cx="19250" cy="14725"/>
              </a:xfrm>
              <a:custGeom>
                <a:rect b="b" l="l" r="r" t="t"/>
                <a:pathLst>
                  <a:path extrusionOk="0" h="589" w="770">
                    <a:moveTo>
                      <a:pt x="362" y="0"/>
                    </a:moveTo>
                    <a:cubicBezTo>
                      <a:pt x="0" y="0"/>
                      <a:pt x="0" y="589"/>
                      <a:pt x="362" y="589"/>
                    </a:cubicBezTo>
                    <a:cubicBezTo>
                      <a:pt x="770" y="589"/>
                      <a:pt x="770" y="0"/>
                      <a:pt x="3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0" name="Google Shape;3260;p5"/>
              <p:cNvSpPr/>
              <p:nvPr/>
            </p:nvSpPr>
            <p:spPr>
              <a:xfrm>
                <a:off x="2646452" y="1325425"/>
                <a:ext cx="80375" cy="266400"/>
              </a:xfrm>
              <a:custGeom>
                <a:rect b="b" l="l" r="r" t="t"/>
                <a:pathLst>
                  <a:path extrusionOk="0" h="10656" w="3215">
                    <a:moveTo>
                      <a:pt x="657" y="0"/>
                    </a:moveTo>
                    <a:cubicBezTo>
                      <a:pt x="566" y="0"/>
                      <a:pt x="476" y="34"/>
                      <a:pt x="408" y="102"/>
                    </a:cubicBezTo>
                    <a:cubicBezTo>
                      <a:pt x="91" y="419"/>
                      <a:pt x="46" y="872"/>
                      <a:pt x="46" y="1324"/>
                    </a:cubicBezTo>
                    <a:cubicBezTo>
                      <a:pt x="0" y="1822"/>
                      <a:pt x="46" y="2365"/>
                      <a:pt x="91" y="2863"/>
                    </a:cubicBezTo>
                    <a:cubicBezTo>
                      <a:pt x="136" y="3814"/>
                      <a:pt x="227" y="4855"/>
                      <a:pt x="408" y="5761"/>
                    </a:cubicBezTo>
                    <a:cubicBezTo>
                      <a:pt x="815" y="7481"/>
                      <a:pt x="1540" y="9201"/>
                      <a:pt x="2626" y="10559"/>
                    </a:cubicBezTo>
                    <a:cubicBezTo>
                      <a:pt x="2671" y="10627"/>
                      <a:pt x="2734" y="10655"/>
                      <a:pt x="2799" y="10655"/>
                    </a:cubicBezTo>
                    <a:cubicBezTo>
                      <a:pt x="2994" y="10655"/>
                      <a:pt x="3215" y="10401"/>
                      <a:pt x="3079" y="10197"/>
                    </a:cubicBezTo>
                    <a:cubicBezTo>
                      <a:pt x="2128" y="8703"/>
                      <a:pt x="1721" y="7119"/>
                      <a:pt x="1494" y="5398"/>
                    </a:cubicBezTo>
                    <a:cubicBezTo>
                      <a:pt x="1404" y="4493"/>
                      <a:pt x="1313" y="3588"/>
                      <a:pt x="1313" y="2682"/>
                    </a:cubicBezTo>
                    <a:cubicBezTo>
                      <a:pt x="1268" y="1958"/>
                      <a:pt x="1494" y="600"/>
                      <a:pt x="906" y="102"/>
                    </a:cubicBezTo>
                    <a:cubicBezTo>
                      <a:pt x="838" y="34"/>
                      <a:pt x="747" y="0"/>
                      <a:pt x="6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1" name="Google Shape;3261;p5"/>
              <p:cNvSpPr/>
              <p:nvPr/>
            </p:nvSpPr>
            <p:spPr>
              <a:xfrm>
                <a:off x="2673602" y="1258925"/>
                <a:ext cx="21525" cy="15875"/>
              </a:xfrm>
              <a:custGeom>
                <a:rect b="b" l="l" r="r" t="t"/>
                <a:pathLst>
                  <a:path extrusionOk="0" h="635" w="861">
                    <a:moveTo>
                      <a:pt x="408" y="1"/>
                    </a:moveTo>
                    <a:cubicBezTo>
                      <a:pt x="1" y="1"/>
                      <a:pt x="1" y="634"/>
                      <a:pt x="408" y="634"/>
                    </a:cubicBezTo>
                    <a:cubicBezTo>
                      <a:pt x="861" y="634"/>
                      <a:pt x="861" y="1"/>
                      <a:pt x="4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2" name="Google Shape;3262;p5"/>
              <p:cNvSpPr/>
              <p:nvPr/>
            </p:nvSpPr>
            <p:spPr>
              <a:xfrm>
                <a:off x="2720002" y="1233475"/>
                <a:ext cx="17000" cy="36800"/>
              </a:xfrm>
              <a:custGeom>
                <a:rect b="b" l="l" r="r" t="t"/>
                <a:pathLst>
                  <a:path extrusionOk="0" h="1472" w="680">
                    <a:moveTo>
                      <a:pt x="340" y="0"/>
                    </a:moveTo>
                    <a:cubicBezTo>
                      <a:pt x="273" y="0"/>
                      <a:pt x="205" y="23"/>
                      <a:pt x="182" y="68"/>
                    </a:cubicBezTo>
                    <a:cubicBezTo>
                      <a:pt x="137" y="158"/>
                      <a:pt x="91" y="249"/>
                      <a:pt x="91" y="340"/>
                    </a:cubicBezTo>
                    <a:cubicBezTo>
                      <a:pt x="46" y="430"/>
                      <a:pt x="46" y="521"/>
                      <a:pt x="46" y="611"/>
                    </a:cubicBezTo>
                    <a:lnTo>
                      <a:pt x="1" y="1109"/>
                    </a:lnTo>
                    <a:cubicBezTo>
                      <a:pt x="1" y="1200"/>
                      <a:pt x="46" y="1290"/>
                      <a:pt x="91" y="1335"/>
                    </a:cubicBezTo>
                    <a:cubicBezTo>
                      <a:pt x="137" y="1426"/>
                      <a:pt x="227" y="1471"/>
                      <a:pt x="318" y="1471"/>
                    </a:cubicBezTo>
                    <a:cubicBezTo>
                      <a:pt x="408" y="1471"/>
                      <a:pt x="499" y="1426"/>
                      <a:pt x="544" y="1335"/>
                    </a:cubicBezTo>
                    <a:cubicBezTo>
                      <a:pt x="635" y="1290"/>
                      <a:pt x="680" y="1200"/>
                      <a:pt x="680" y="1109"/>
                    </a:cubicBezTo>
                    <a:cubicBezTo>
                      <a:pt x="635" y="973"/>
                      <a:pt x="635" y="792"/>
                      <a:pt x="635" y="611"/>
                    </a:cubicBezTo>
                    <a:cubicBezTo>
                      <a:pt x="589" y="521"/>
                      <a:pt x="589" y="430"/>
                      <a:pt x="589" y="340"/>
                    </a:cubicBezTo>
                    <a:cubicBezTo>
                      <a:pt x="544" y="249"/>
                      <a:pt x="544" y="158"/>
                      <a:pt x="499" y="68"/>
                    </a:cubicBezTo>
                    <a:cubicBezTo>
                      <a:pt x="476" y="23"/>
                      <a:pt x="408" y="0"/>
                      <a:pt x="3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3" name="Google Shape;3263;p5"/>
              <p:cNvSpPr/>
              <p:nvPr/>
            </p:nvSpPr>
            <p:spPr>
              <a:xfrm>
                <a:off x="3837027" y="773700"/>
                <a:ext cx="23775" cy="128700"/>
              </a:xfrm>
              <a:custGeom>
                <a:rect b="b" l="l" r="r" t="t"/>
                <a:pathLst>
                  <a:path extrusionOk="0" h="5148" w="951">
                    <a:moveTo>
                      <a:pt x="506" y="1"/>
                    </a:moveTo>
                    <a:cubicBezTo>
                      <a:pt x="438" y="1"/>
                      <a:pt x="371" y="26"/>
                      <a:pt x="317" y="80"/>
                    </a:cubicBezTo>
                    <a:cubicBezTo>
                      <a:pt x="181" y="261"/>
                      <a:pt x="136" y="442"/>
                      <a:pt x="91" y="623"/>
                    </a:cubicBezTo>
                    <a:cubicBezTo>
                      <a:pt x="45" y="849"/>
                      <a:pt x="45" y="1076"/>
                      <a:pt x="45" y="1257"/>
                    </a:cubicBezTo>
                    <a:cubicBezTo>
                      <a:pt x="0" y="1709"/>
                      <a:pt x="0" y="2117"/>
                      <a:pt x="45" y="2524"/>
                    </a:cubicBezTo>
                    <a:cubicBezTo>
                      <a:pt x="45" y="2932"/>
                      <a:pt x="91" y="3339"/>
                      <a:pt x="136" y="3747"/>
                    </a:cubicBezTo>
                    <a:cubicBezTo>
                      <a:pt x="227" y="4154"/>
                      <a:pt x="362" y="4561"/>
                      <a:pt x="453" y="4969"/>
                    </a:cubicBezTo>
                    <a:cubicBezTo>
                      <a:pt x="473" y="5089"/>
                      <a:pt x="573" y="5147"/>
                      <a:pt x="678" y="5147"/>
                    </a:cubicBezTo>
                    <a:cubicBezTo>
                      <a:pt x="810" y="5147"/>
                      <a:pt x="951" y="5055"/>
                      <a:pt x="951" y="4878"/>
                    </a:cubicBezTo>
                    <a:cubicBezTo>
                      <a:pt x="860" y="4109"/>
                      <a:pt x="860" y="3294"/>
                      <a:pt x="860" y="2524"/>
                    </a:cubicBezTo>
                    <a:lnTo>
                      <a:pt x="860" y="1347"/>
                    </a:lnTo>
                    <a:cubicBezTo>
                      <a:pt x="860" y="1166"/>
                      <a:pt x="860" y="940"/>
                      <a:pt x="860" y="759"/>
                    </a:cubicBezTo>
                    <a:cubicBezTo>
                      <a:pt x="860" y="532"/>
                      <a:pt x="860" y="351"/>
                      <a:pt x="770" y="170"/>
                    </a:cubicBezTo>
                    <a:cubicBezTo>
                      <a:pt x="715" y="61"/>
                      <a:pt x="610" y="1"/>
                      <a:pt x="5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4" name="Google Shape;3264;p5"/>
              <p:cNvSpPr/>
              <p:nvPr/>
            </p:nvSpPr>
            <p:spPr>
              <a:xfrm>
                <a:off x="3885677" y="794225"/>
                <a:ext cx="17000" cy="71175"/>
              </a:xfrm>
              <a:custGeom>
                <a:rect b="b" l="l" r="r" t="t"/>
                <a:pathLst>
                  <a:path extrusionOk="0" h="2847" w="680">
                    <a:moveTo>
                      <a:pt x="471" y="0"/>
                    </a:moveTo>
                    <a:cubicBezTo>
                      <a:pt x="411" y="0"/>
                      <a:pt x="351" y="34"/>
                      <a:pt x="318" y="119"/>
                    </a:cubicBezTo>
                    <a:cubicBezTo>
                      <a:pt x="137" y="481"/>
                      <a:pt x="46" y="934"/>
                      <a:pt x="46" y="1341"/>
                    </a:cubicBezTo>
                    <a:cubicBezTo>
                      <a:pt x="1" y="1794"/>
                      <a:pt x="1" y="2201"/>
                      <a:pt x="46" y="2609"/>
                    </a:cubicBezTo>
                    <a:cubicBezTo>
                      <a:pt x="46" y="2767"/>
                      <a:pt x="159" y="2846"/>
                      <a:pt x="272" y="2846"/>
                    </a:cubicBezTo>
                    <a:cubicBezTo>
                      <a:pt x="386" y="2846"/>
                      <a:pt x="499" y="2767"/>
                      <a:pt x="499" y="2609"/>
                    </a:cubicBezTo>
                    <a:cubicBezTo>
                      <a:pt x="499" y="2201"/>
                      <a:pt x="544" y="1794"/>
                      <a:pt x="589" y="1386"/>
                    </a:cubicBezTo>
                    <a:cubicBezTo>
                      <a:pt x="589" y="1205"/>
                      <a:pt x="589" y="1024"/>
                      <a:pt x="634" y="798"/>
                    </a:cubicBezTo>
                    <a:cubicBezTo>
                      <a:pt x="634" y="617"/>
                      <a:pt x="680" y="390"/>
                      <a:pt x="680" y="209"/>
                    </a:cubicBezTo>
                    <a:cubicBezTo>
                      <a:pt x="680" y="96"/>
                      <a:pt x="573" y="0"/>
                      <a:pt x="4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5" name="Google Shape;3265;p5"/>
              <p:cNvSpPr/>
              <p:nvPr/>
            </p:nvSpPr>
            <p:spPr>
              <a:xfrm>
                <a:off x="3078277" y="449750"/>
                <a:ext cx="125000" cy="35375"/>
              </a:xfrm>
              <a:custGeom>
                <a:rect b="b" l="l" r="r" t="t"/>
                <a:pathLst>
                  <a:path extrusionOk="0" h="1415" w="5000">
                    <a:moveTo>
                      <a:pt x="3219" y="1"/>
                    </a:moveTo>
                    <a:cubicBezTo>
                      <a:pt x="2990" y="1"/>
                      <a:pt x="2765" y="19"/>
                      <a:pt x="2555" y="46"/>
                    </a:cubicBezTo>
                    <a:cubicBezTo>
                      <a:pt x="1740" y="181"/>
                      <a:pt x="1016" y="544"/>
                      <a:pt x="292" y="860"/>
                    </a:cubicBezTo>
                    <a:cubicBezTo>
                      <a:pt x="1" y="985"/>
                      <a:pt x="168" y="1415"/>
                      <a:pt x="442" y="1415"/>
                    </a:cubicBezTo>
                    <a:cubicBezTo>
                      <a:pt x="466" y="1415"/>
                      <a:pt x="492" y="1411"/>
                      <a:pt x="518" y="1404"/>
                    </a:cubicBezTo>
                    <a:cubicBezTo>
                      <a:pt x="1197" y="1177"/>
                      <a:pt x="1876" y="951"/>
                      <a:pt x="2555" y="860"/>
                    </a:cubicBezTo>
                    <a:cubicBezTo>
                      <a:pt x="2714" y="815"/>
                      <a:pt x="2883" y="804"/>
                      <a:pt x="3053" y="804"/>
                    </a:cubicBezTo>
                    <a:cubicBezTo>
                      <a:pt x="3223" y="804"/>
                      <a:pt x="3393" y="815"/>
                      <a:pt x="3551" y="815"/>
                    </a:cubicBezTo>
                    <a:cubicBezTo>
                      <a:pt x="3642" y="815"/>
                      <a:pt x="3752" y="795"/>
                      <a:pt x="3856" y="795"/>
                    </a:cubicBezTo>
                    <a:cubicBezTo>
                      <a:pt x="3908" y="795"/>
                      <a:pt x="3958" y="800"/>
                      <a:pt x="4004" y="815"/>
                    </a:cubicBezTo>
                    <a:cubicBezTo>
                      <a:pt x="4185" y="860"/>
                      <a:pt x="4366" y="906"/>
                      <a:pt x="4547" y="951"/>
                    </a:cubicBezTo>
                    <a:cubicBezTo>
                      <a:pt x="4773" y="951"/>
                      <a:pt x="5000" y="679"/>
                      <a:pt x="4773" y="498"/>
                    </a:cubicBezTo>
                    <a:cubicBezTo>
                      <a:pt x="4355" y="113"/>
                      <a:pt x="3778" y="1"/>
                      <a:pt x="32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6" name="Google Shape;3266;p5"/>
              <p:cNvSpPr/>
              <p:nvPr/>
            </p:nvSpPr>
            <p:spPr>
              <a:xfrm>
                <a:off x="3298702" y="472300"/>
                <a:ext cx="66425" cy="52600"/>
              </a:xfrm>
              <a:custGeom>
                <a:rect b="b" l="l" r="r" t="t"/>
                <a:pathLst>
                  <a:path extrusionOk="0" h="2104" w="2657">
                    <a:moveTo>
                      <a:pt x="310" y="1"/>
                    </a:moveTo>
                    <a:cubicBezTo>
                      <a:pt x="68" y="1"/>
                      <a:pt x="0" y="415"/>
                      <a:pt x="302" y="502"/>
                    </a:cubicBezTo>
                    <a:cubicBezTo>
                      <a:pt x="393" y="547"/>
                      <a:pt x="528" y="547"/>
                      <a:pt x="619" y="592"/>
                    </a:cubicBezTo>
                    <a:cubicBezTo>
                      <a:pt x="664" y="592"/>
                      <a:pt x="664" y="637"/>
                      <a:pt x="710" y="637"/>
                    </a:cubicBezTo>
                    <a:lnTo>
                      <a:pt x="755" y="637"/>
                    </a:lnTo>
                    <a:cubicBezTo>
                      <a:pt x="800" y="683"/>
                      <a:pt x="845" y="683"/>
                      <a:pt x="891" y="728"/>
                    </a:cubicBezTo>
                    <a:cubicBezTo>
                      <a:pt x="981" y="773"/>
                      <a:pt x="1072" y="819"/>
                      <a:pt x="1162" y="909"/>
                    </a:cubicBezTo>
                    <a:cubicBezTo>
                      <a:pt x="1162" y="909"/>
                      <a:pt x="1207" y="909"/>
                      <a:pt x="1207" y="954"/>
                    </a:cubicBezTo>
                    <a:cubicBezTo>
                      <a:pt x="1253" y="954"/>
                      <a:pt x="1253" y="954"/>
                      <a:pt x="1253" y="1000"/>
                    </a:cubicBezTo>
                    <a:cubicBezTo>
                      <a:pt x="1298" y="1000"/>
                      <a:pt x="1343" y="1045"/>
                      <a:pt x="1389" y="1090"/>
                    </a:cubicBezTo>
                    <a:cubicBezTo>
                      <a:pt x="1479" y="1181"/>
                      <a:pt x="1570" y="1226"/>
                      <a:pt x="1615" y="1316"/>
                    </a:cubicBezTo>
                    <a:lnTo>
                      <a:pt x="1751" y="1452"/>
                    </a:lnTo>
                    <a:cubicBezTo>
                      <a:pt x="1751" y="1452"/>
                      <a:pt x="1796" y="1498"/>
                      <a:pt x="1796" y="1498"/>
                    </a:cubicBezTo>
                    <a:cubicBezTo>
                      <a:pt x="1841" y="1543"/>
                      <a:pt x="1841" y="1543"/>
                      <a:pt x="1887" y="1588"/>
                    </a:cubicBezTo>
                    <a:cubicBezTo>
                      <a:pt x="1887" y="1588"/>
                      <a:pt x="1887" y="1633"/>
                      <a:pt x="1932" y="1633"/>
                    </a:cubicBezTo>
                    <a:cubicBezTo>
                      <a:pt x="1977" y="1679"/>
                      <a:pt x="1977" y="1724"/>
                      <a:pt x="2022" y="1769"/>
                    </a:cubicBezTo>
                    <a:cubicBezTo>
                      <a:pt x="2113" y="1905"/>
                      <a:pt x="2158" y="2041"/>
                      <a:pt x="2294" y="2086"/>
                    </a:cubicBezTo>
                    <a:cubicBezTo>
                      <a:pt x="2328" y="2097"/>
                      <a:pt x="2359" y="2103"/>
                      <a:pt x="2388" y="2103"/>
                    </a:cubicBezTo>
                    <a:cubicBezTo>
                      <a:pt x="2475" y="2103"/>
                      <a:pt x="2543" y="2052"/>
                      <a:pt x="2611" y="1950"/>
                    </a:cubicBezTo>
                    <a:cubicBezTo>
                      <a:pt x="2656" y="1814"/>
                      <a:pt x="2611" y="1679"/>
                      <a:pt x="2566" y="1543"/>
                    </a:cubicBezTo>
                    <a:cubicBezTo>
                      <a:pt x="2520" y="1498"/>
                      <a:pt x="2475" y="1407"/>
                      <a:pt x="2475" y="1316"/>
                    </a:cubicBezTo>
                    <a:cubicBezTo>
                      <a:pt x="2430" y="1316"/>
                      <a:pt x="2430" y="1271"/>
                      <a:pt x="2430" y="1271"/>
                    </a:cubicBezTo>
                    <a:cubicBezTo>
                      <a:pt x="2430" y="1239"/>
                      <a:pt x="2407" y="1207"/>
                      <a:pt x="2394" y="1207"/>
                    </a:cubicBezTo>
                    <a:cubicBezTo>
                      <a:pt x="2388" y="1207"/>
                      <a:pt x="2384" y="1213"/>
                      <a:pt x="2384" y="1226"/>
                    </a:cubicBezTo>
                    <a:cubicBezTo>
                      <a:pt x="2339" y="1135"/>
                      <a:pt x="2339" y="1045"/>
                      <a:pt x="2249" y="954"/>
                    </a:cubicBezTo>
                    <a:lnTo>
                      <a:pt x="2113" y="819"/>
                    </a:lnTo>
                    <a:cubicBezTo>
                      <a:pt x="2022" y="728"/>
                      <a:pt x="1932" y="637"/>
                      <a:pt x="1796" y="547"/>
                    </a:cubicBezTo>
                    <a:cubicBezTo>
                      <a:pt x="1389" y="230"/>
                      <a:pt x="891" y="49"/>
                      <a:pt x="347" y="4"/>
                    </a:cubicBezTo>
                    <a:cubicBezTo>
                      <a:pt x="335" y="2"/>
                      <a:pt x="322" y="1"/>
                      <a:pt x="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7" name="Google Shape;3267;p5"/>
              <p:cNvSpPr/>
              <p:nvPr/>
            </p:nvSpPr>
            <p:spPr>
              <a:xfrm>
                <a:off x="3402427" y="497050"/>
                <a:ext cx="35125" cy="69800"/>
              </a:xfrm>
              <a:custGeom>
                <a:rect b="b" l="l" r="r" t="t"/>
                <a:pathLst>
                  <a:path extrusionOk="0" h="2792" w="1405">
                    <a:moveTo>
                      <a:pt x="329" y="1"/>
                    </a:moveTo>
                    <a:cubicBezTo>
                      <a:pt x="310" y="1"/>
                      <a:pt x="291" y="4"/>
                      <a:pt x="273" y="10"/>
                    </a:cubicBezTo>
                    <a:cubicBezTo>
                      <a:pt x="92" y="55"/>
                      <a:pt x="1" y="236"/>
                      <a:pt x="46" y="417"/>
                    </a:cubicBezTo>
                    <a:cubicBezTo>
                      <a:pt x="182" y="779"/>
                      <a:pt x="273" y="1187"/>
                      <a:pt x="408" y="1594"/>
                    </a:cubicBezTo>
                    <a:cubicBezTo>
                      <a:pt x="454" y="1820"/>
                      <a:pt x="544" y="2001"/>
                      <a:pt x="680" y="2228"/>
                    </a:cubicBezTo>
                    <a:cubicBezTo>
                      <a:pt x="725" y="2318"/>
                      <a:pt x="725" y="2409"/>
                      <a:pt x="771" y="2499"/>
                    </a:cubicBezTo>
                    <a:cubicBezTo>
                      <a:pt x="861" y="2590"/>
                      <a:pt x="906" y="2635"/>
                      <a:pt x="997" y="2726"/>
                    </a:cubicBezTo>
                    <a:cubicBezTo>
                      <a:pt x="1042" y="2771"/>
                      <a:pt x="1097" y="2791"/>
                      <a:pt x="1151" y="2791"/>
                    </a:cubicBezTo>
                    <a:cubicBezTo>
                      <a:pt x="1258" y="2791"/>
                      <a:pt x="1359" y="2711"/>
                      <a:pt x="1359" y="2590"/>
                    </a:cubicBezTo>
                    <a:cubicBezTo>
                      <a:pt x="1404" y="2364"/>
                      <a:pt x="1314" y="2183"/>
                      <a:pt x="1268" y="1956"/>
                    </a:cubicBezTo>
                    <a:cubicBezTo>
                      <a:pt x="1223" y="1730"/>
                      <a:pt x="1178" y="1549"/>
                      <a:pt x="1087" y="1368"/>
                    </a:cubicBezTo>
                    <a:cubicBezTo>
                      <a:pt x="952" y="1006"/>
                      <a:pt x="771" y="598"/>
                      <a:pt x="635" y="236"/>
                    </a:cubicBezTo>
                    <a:cubicBezTo>
                      <a:pt x="596" y="118"/>
                      <a:pt x="454" y="1"/>
                      <a:pt x="3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8" name="Google Shape;3268;p5"/>
              <p:cNvSpPr/>
              <p:nvPr/>
            </p:nvSpPr>
            <p:spPr>
              <a:xfrm>
                <a:off x="3661602" y="528975"/>
                <a:ext cx="36250" cy="122250"/>
              </a:xfrm>
              <a:custGeom>
                <a:rect b="b" l="l" r="r" t="t"/>
                <a:pathLst>
                  <a:path extrusionOk="0" h="4890" w="1450">
                    <a:moveTo>
                      <a:pt x="368" y="0"/>
                    </a:moveTo>
                    <a:cubicBezTo>
                      <a:pt x="227" y="0"/>
                      <a:pt x="91" y="91"/>
                      <a:pt x="91" y="272"/>
                    </a:cubicBezTo>
                    <a:cubicBezTo>
                      <a:pt x="46" y="996"/>
                      <a:pt x="1" y="1720"/>
                      <a:pt x="46" y="2445"/>
                    </a:cubicBezTo>
                    <a:cubicBezTo>
                      <a:pt x="91" y="2807"/>
                      <a:pt x="136" y="3169"/>
                      <a:pt x="182" y="3531"/>
                    </a:cubicBezTo>
                    <a:cubicBezTo>
                      <a:pt x="227" y="3893"/>
                      <a:pt x="272" y="4346"/>
                      <a:pt x="453" y="4618"/>
                    </a:cubicBezTo>
                    <a:cubicBezTo>
                      <a:pt x="589" y="4799"/>
                      <a:pt x="770" y="4889"/>
                      <a:pt x="951" y="4889"/>
                    </a:cubicBezTo>
                    <a:cubicBezTo>
                      <a:pt x="1132" y="4844"/>
                      <a:pt x="1359" y="4708"/>
                      <a:pt x="1359" y="4527"/>
                    </a:cubicBezTo>
                    <a:cubicBezTo>
                      <a:pt x="1449" y="4120"/>
                      <a:pt x="1313" y="3757"/>
                      <a:pt x="1223" y="3350"/>
                    </a:cubicBezTo>
                    <a:cubicBezTo>
                      <a:pt x="1177" y="3033"/>
                      <a:pt x="1087" y="2671"/>
                      <a:pt x="1042" y="2354"/>
                    </a:cubicBezTo>
                    <a:cubicBezTo>
                      <a:pt x="906" y="1630"/>
                      <a:pt x="725" y="951"/>
                      <a:pt x="680" y="272"/>
                    </a:cubicBezTo>
                    <a:cubicBezTo>
                      <a:pt x="657" y="91"/>
                      <a:pt x="510" y="0"/>
                      <a:pt x="3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9" name="Google Shape;3269;p5"/>
              <p:cNvSpPr/>
              <p:nvPr/>
            </p:nvSpPr>
            <p:spPr>
              <a:xfrm>
                <a:off x="3697827" y="527700"/>
                <a:ext cx="24925" cy="106750"/>
              </a:xfrm>
              <a:custGeom>
                <a:rect b="b" l="l" r="r" t="t"/>
                <a:pathLst>
                  <a:path extrusionOk="0" h="4270" w="997">
                    <a:moveTo>
                      <a:pt x="773" y="0"/>
                    </a:moveTo>
                    <a:cubicBezTo>
                      <a:pt x="707" y="0"/>
                      <a:pt x="638" y="30"/>
                      <a:pt x="589" y="96"/>
                    </a:cubicBezTo>
                    <a:cubicBezTo>
                      <a:pt x="408" y="413"/>
                      <a:pt x="317" y="685"/>
                      <a:pt x="226" y="1002"/>
                    </a:cubicBezTo>
                    <a:cubicBezTo>
                      <a:pt x="181" y="1364"/>
                      <a:pt x="91" y="1726"/>
                      <a:pt x="45" y="2043"/>
                    </a:cubicBezTo>
                    <a:cubicBezTo>
                      <a:pt x="0" y="2722"/>
                      <a:pt x="45" y="3401"/>
                      <a:pt x="181" y="4035"/>
                    </a:cubicBezTo>
                    <a:cubicBezTo>
                      <a:pt x="202" y="4198"/>
                      <a:pt x="323" y="4269"/>
                      <a:pt x="451" y="4269"/>
                    </a:cubicBezTo>
                    <a:cubicBezTo>
                      <a:pt x="606" y="4269"/>
                      <a:pt x="770" y="4164"/>
                      <a:pt x="770" y="3990"/>
                    </a:cubicBezTo>
                    <a:cubicBezTo>
                      <a:pt x="679" y="3356"/>
                      <a:pt x="724" y="2722"/>
                      <a:pt x="770" y="2088"/>
                    </a:cubicBezTo>
                    <a:cubicBezTo>
                      <a:pt x="815" y="1771"/>
                      <a:pt x="815" y="1500"/>
                      <a:pt x="860" y="1183"/>
                    </a:cubicBezTo>
                    <a:cubicBezTo>
                      <a:pt x="951" y="866"/>
                      <a:pt x="996" y="549"/>
                      <a:pt x="996" y="232"/>
                    </a:cubicBezTo>
                    <a:cubicBezTo>
                      <a:pt x="996" y="89"/>
                      <a:pt x="887" y="0"/>
                      <a:pt x="7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0" name="Google Shape;3270;p5"/>
              <p:cNvSpPr/>
              <p:nvPr/>
            </p:nvSpPr>
            <p:spPr>
              <a:xfrm>
                <a:off x="3826827" y="460625"/>
                <a:ext cx="72150" cy="101600"/>
              </a:xfrm>
              <a:custGeom>
                <a:rect b="b" l="l" r="r" t="t"/>
                <a:pathLst>
                  <a:path extrusionOk="0" h="4064" w="2886">
                    <a:moveTo>
                      <a:pt x="2492" y="0"/>
                    </a:moveTo>
                    <a:cubicBezTo>
                      <a:pt x="2461" y="0"/>
                      <a:pt x="2430" y="6"/>
                      <a:pt x="2400" y="18"/>
                    </a:cubicBezTo>
                    <a:cubicBezTo>
                      <a:pt x="2264" y="63"/>
                      <a:pt x="2174" y="109"/>
                      <a:pt x="2083" y="154"/>
                    </a:cubicBezTo>
                    <a:cubicBezTo>
                      <a:pt x="2038" y="199"/>
                      <a:pt x="1947" y="290"/>
                      <a:pt x="1902" y="335"/>
                    </a:cubicBezTo>
                    <a:cubicBezTo>
                      <a:pt x="1766" y="471"/>
                      <a:pt x="1630" y="606"/>
                      <a:pt x="1495" y="742"/>
                    </a:cubicBezTo>
                    <a:cubicBezTo>
                      <a:pt x="1268" y="1014"/>
                      <a:pt x="1042" y="1331"/>
                      <a:pt x="861" y="1648"/>
                    </a:cubicBezTo>
                    <a:cubicBezTo>
                      <a:pt x="499" y="2281"/>
                      <a:pt x="227" y="2960"/>
                      <a:pt x="46" y="3685"/>
                    </a:cubicBezTo>
                    <a:cubicBezTo>
                      <a:pt x="1" y="3821"/>
                      <a:pt x="91" y="4002"/>
                      <a:pt x="227" y="4047"/>
                    </a:cubicBezTo>
                    <a:cubicBezTo>
                      <a:pt x="261" y="4058"/>
                      <a:pt x="301" y="4064"/>
                      <a:pt x="342" y="4064"/>
                    </a:cubicBezTo>
                    <a:cubicBezTo>
                      <a:pt x="465" y="4064"/>
                      <a:pt x="601" y="4013"/>
                      <a:pt x="635" y="3911"/>
                    </a:cubicBezTo>
                    <a:cubicBezTo>
                      <a:pt x="906" y="3277"/>
                      <a:pt x="1268" y="2689"/>
                      <a:pt x="1630" y="2146"/>
                    </a:cubicBezTo>
                    <a:cubicBezTo>
                      <a:pt x="1811" y="1829"/>
                      <a:pt x="2038" y="1602"/>
                      <a:pt x="2219" y="1331"/>
                    </a:cubicBezTo>
                    <a:cubicBezTo>
                      <a:pt x="2309" y="1195"/>
                      <a:pt x="2400" y="1104"/>
                      <a:pt x="2491" y="969"/>
                    </a:cubicBezTo>
                    <a:cubicBezTo>
                      <a:pt x="2536" y="923"/>
                      <a:pt x="2581" y="833"/>
                      <a:pt x="2626" y="788"/>
                    </a:cubicBezTo>
                    <a:cubicBezTo>
                      <a:pt x="2717" y="697"/>
                      <a:pt x="2762" y="561"/>
                      <a:pt x="2807" y="471"/>
                    </a:cubicBezTo>
                    <a:cubicBezTo>
                      <a:pt x="2886" y="235"/>
                      <a:pt x="2693" y="0"/>
                      <a:pt x="24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1" name="Google Shape;3271;p5"/>
              <p:cNvSpPr/>
              <p:nvPr/>
            </p:nvSpPr>
            <p:spPr>
              <a:xfrm>
                <a:off x="3772877" y="1357825"/>
                <a:ext cx="119625" cy="77200"/>
              </a:xfrm>
              <a:custGeom>
                <a:rect b="b" l="l" r="r" t="t"/>
                <a:pathLst>
                  <a:path extrusionOk="0" h="3088" w="4785">
                    <a:moveTo>
                      <a:pt x="4371" y="1"/>
                    </a:moveTo>
                    <a:cubicBezTo>
                      <a:pt x="4032" y="1"/>
                      <a:pt x="3625" y="240"/>
                      <a:pt x="3381" y="345"/>
                    </a:cubicBezTo>
                    <a:cubicBezTo>
                      <a:pt x="2974" y="526"/>
                      <a:pt x="2566" y="707"/>
                      <a:pt x="2204" y="934"/>
                    </a:cubicBezTo>
                    <a:cubicBezTo>
                      <a:pt x="1480" y="1386"/>
                      <a:pt x="801" y="2020"/>
                      <a:pt x="212" y="2609"/>
                    </a:cubicBezTo>
                    <a:cubicBezTo>
                      <a:pt x="0" y="2820"/>
                      <a:pt x="174" y="3087"/>
                      <a:pt x="389" y="3087"/>
                    </a:cubicBezTo>
                    <a:cubicBezTo>
                      <a:pt x="450" y="3087"/>
                      <a:pt x="515" y="3066"/>
                      <a:pt x="574" y="3016"/>
                    </a:cubicBezTo>
                    <a:cubicBezTo>
                      <a:pt x="1208" y="2428"/>
                      <a:pt x="1887" y="2020"/>
                      <a:pt x="2611" y="1613"/>
                    </a:cubicBezTo>
                    <a:cubicBezTo>
                      <a:pt x="2974" y="1386"/>
                      <a:pt x="3336" y="1205"/>
                      <a:pt x="3698" y="1069"/>
                    </a:cubicBezTo>
                    <a:cubicBezTo>
                      <a:pt x="4015" y="888"/>
                      <a:pt x="4649" y="798"/>
                      <a:pt x="4739" y="390"/>
                    </a:cubicBezTo>
                    <a:cubicBezTo>
                      <a:pt x="4784" y="255"/>
                      <a:pt x="4739" y="164"/>
                      <a:pt x="4649" y="74"/>
                    </a:cubicBezTo>
                    <a:cubicBezTo>
                      <a:pt x="4566" y="22"/>
                      <a:pt x="4471" y="1"/>
                      <a:pt x="43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2" name="Google Shape;3272;p5"/>
              <p:cNvSpPr/>
              <p:nvPr/>
            </p:nvSpPr>
            <p:spPr>
              <a:xfrm>
                <a:off x="3819877" y="1322300"/>
                <a:ext cx="82800" cy="37075"/>
              </a:xfrm>
              <a:custGeom>
                <a:rect b="b" l="l" r="r" t="t"/>
                <a:pathLst>
                  <a:path extrusionOk="0" h="1483" w="3312">
                    <a:moveTo>
                      <a:pt x="3085" y="1"/>
                    </a:moveTo>
                    <a:cubicBezTo>
                      <a:pt x="2044" y="46"/>
                      <a:pt x="1048" y="589"/>
                      <a:pt x="188" y="1132"/>
                    </a:cubicBezTo>
                    <a:cubicBezTo>
                      <a:pt x="0" y="1245"/>
                      <a:pt x="93" y="1482"/>
                      <a:pt x="259" y="1482"/>
                    </a:cubicBezTo>
                    <a:cubicBezTo>
                      <a:pt x="294" y="1482"/>
                      <a:pt x="331" y="1472"/>
                      <a:pt x="369" y="1449"/>
                    </a:cubicBezTo>
                    <a:cubicBezTo>
                      <a:pt x="1275" y="1042"/>
                      <a:pt x="2271" y="725"/>
                      <a:pt x="3176" y="272"/>
                    </a:cubicBezTo>
                    <a:cubicBezTo>
                      <a:pt x="3312" y="227"/>
                      <a:pt x="3266" y="1"/>
                      <a:pt x="3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3" name="Google Shape;3273;p5"/>
              <p:cNvSpPr/>
              <p:nvPr/>
            </p:nvSpPr>
            <p:spPr>
              <a:xfrm>
                <a:off x="4199752" y="1355725"/>
                <a:ext cx="110350" cy="142775"/>
              </a:xfrm>
              <a:custGeom>
                <a:rect b="b" l="l" r="r" t="t"/>
                <a:pathLst>
                  <a:path extrusionOk="0" h="5711" w="4414">
                    <a:moveTo>
                      <a:pt x="528" y="1"/>
                    </a:moveTo>
                    <a:cubicBezTo>
                      <a:pt x="193" y="1"/>
                      <a:pt x="1" y="483"/>
                      <a:pt x="339" y="746"/>
                    </a:cubicBezTo>
                    <a:cubicBezTo>
                      <a:pt x="1154" y="1335"/>
                      <a:pt x="1788" y="2149"/>
                      <a:pt x="2331" y="3009"/>
                    </a:cubicBezTo>
                    <a:cubicBezTo>
                      <a:pt x="2603" y="3417"/>
                      <a:pt x="2829" y="3915"/>
                      <a:pt x="3010" y="4368"/>
                    </a:cubicBezTo>
                    <a:cubicBezTo>
                      <a:pt x="3101" y="4594"/>
                      <a:pt x="3191" y="4820"/>
                      <a:pt x="3327" y="5047"/>
                    </a:cubicBezTo>
                    <a:cubicBezTo>
                      <a:pt x="3463" y="5273"/>
                      <a:pt x="3553" y="5545"/>
                      <a:pt x="3780" y="5680"/>
                    </a:cubicBezTo>
                    <a:cubicBezTo>
                      <a:pt x="3817" y="5699"/>
                      <a:pt x="3863" y="5710"/>
                      <a:pt x="3909" y="5710"/>
                    </a:cubicBezTo>
                    <a:cubicBezTo>
                      <a:pt x="3975" y="5710"/>
                      <a:pt x="4044" y="5688"/>
                      <a:pt x="4097" y="5635"/>
                    </a:cubicBezTo>
                    <a:cubicBezTo>
                      <a:pt x="4414" y="5182"/>
                      <a:pt x="4278" y="4413"/>
                      <a:pt x="4097" y="3960"/>
                    </a:cubicBezTo>
                    <a:cubicBezTo>
                      <a:pt x="3916" y="3417"/>
                      <a:pt x="3644" y="2874"/>
                      <a:pt x="3327" y="2376"/>
                    </a:cubicBezTo>
                    <a:cubicBezTo>
                      <a:pt x="2693" y="1380"/>
                      <a:pt x="1788" y="610"/>
                      <a:pt x="747" y="67"/>
                    </a:cubicBezTo>
                    <a:cubicBezTo>
                      <a:pt x="670" y="21"/>
                      <a:pt x="596" y="1"/>
                      <a:pt x="5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4" name="Google Shape;3274;p5"/>
              <p:cNvSpPr/>
              <p:nvPr/>
            </p:nvSpPr>
            <p:spPr>
              <a:xfrm>
                <a:off x="4312352" y="1416425"/>
                <a:ext cx="51450" cy="66825"/>
              </a:xfrm>
              <a:custGeom>
                <a:rect b="b" l="l" r="r" t="t"/>
                <a:pathLst>
                  <a:path extrusionOk="0" h="2673" w="2058">
                    <a:moveTo>
                      <a:pt x="308" y="1"/>
                    </a:moveTo>
                    <a:cubicBezTo>
                      <a:pt x="265" y="1"/>
                      <a:pt x="221" y="12"/>
                      <a:pt x="181" y="38"/>
                    </a:cubicBezTo>
                    <a:cubicBezTo>
                      <a:pt x="91" y="129"/>
                      <a:pt x="0" y="265"/>
                      <a:pt x="91" y="400"/>
                    </a:cubicBezTo>
                    <a:lnTo>
                      <a:pt x="815" y="1532"/>
                    </a:lnTo>
                    <a:cubicBezTo>
                      <a:pt x="951" y="1713"/>
                      <a:pt x="1086" y="1894"/>
                      <a:pt x="1222" y="2075"/>
                    </a:cubicBezTo>
                    <a:cubicBezTo>
                      <a:pt x="1358" y="2256"/>
                      <a:pt x="1494" y="2438"/>
                      <a:pt x="1675" y="2619"/>
                    </a:cubicBezTo>
                    <a:cubicBezTo>
                      <a:pt x="1712" y="2656"/>
                      <a:pt x="1760" y="2673"/>
                      <a:pt x="1808" y="2673"/>
                    </a:cubicBezTo>
                    <a:cubicBezTo>
                      <a:pt x="1933" y="2673"/>
                      <a:pt x="2057" y="2556"/>
                      <a:pt x="1992" y="2392"/>
                    </a:cubicBezTo>
                    <a:cubicBezTo>
                      <a:pt x="1947" y="2302"/>
                      <a:pt x="1901" y="2166"/>
                      <a:pt x="1856" y="2075"/>
                    </a:cubicBezTo>
                    <a:cubicBezTo>
                      <a:pt x="1811" y="1985"/>
                      <a:pt x="1720" y="1894"/>
                      <a:pt x="1675" y="1804"/>
                    </a:cubicBezTo>
                    <a:cubicBezTo>
                      <a:pt x="1584" y="1577"/>
                      <a:pt x="1449" y="1396"/>
                      <a:pt x="1358" y="1215"/>
                    </a:cubicBezTo>
                    <a:cubicBezTo>
                      <a:pt x="1086" y="853"/>
                      <a:pt x="815" y="491"/>
                      <a:pt x="543" y="129"/>
                    </a:cubicBezTo>
                    <a:cubicBezTo>
                      <a:pt x="511" y="65"/>
                      <a:pt x="411" y="1"/>
                      <a:pt x="3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5" name="Google Shape;3275;p5"/>
              <p:cNvSpPr/>
              <p:nvPr/>
            </p:nvSpPr>
            <p:spPr>
              <a:xfrm>
                <a:off x="3776627" y="2067525"/>
                <a:ext cx="152075" cy="112775"/>
              </a:xfrm>
              <a:custGeom>
                <a:rect b="b" l="l" r="r" t="t"/>
                <a:pathLst>
                  <a:path extrusionOk="0" h="4511" w="6083">
                    <a:moveTo>
                      <a:pt x="5331" y="0"/>
                    </a:moveTo>
                    <a:cubicBezTo>
                      <a:pt x="5278" y="0"/>
                      <a:pt x="5227" y="8"/>
                      <a:pt x="5178" y="24"/>
                    </a:cubicBezTo>
                    <a:cubicBezTo>
                      <a:pt x="4861" y="160"/>
                      <a:pt x="4544" y="341"/>
                      <a:pt x="4272" y="522"/>
                    </a:cubicBezTo>
                    <a:cubicBezTo>
                      <a:pt x="4001" y="658"/>
                      <a:pt x="3819" y="748"/>
                      <a:pt x="3548" y="839"/>
                    </a:cubicBezTo>
                    <a:cubicBezTo>
                      <a:pt x="3231" y="929"/>
                      <a:pt x="2869" y="975"/>
                      <a:pt x="2552" y="1020"/>
                    </a:cubicBezTo>
                    <a:cubicBezTo>
                      <a:pt x="2235" y="1110"/>
                      <a:pt x="1963" y="1201"/>
                      <a:pt x="1692" y="1382"/>
                    </a:cubicBezTo>
                    <a:cubicBezTo>
                      <a:pt x="741" y="1970"/>
                      <a:pt x="289" y="3057"/>
                      <a:pt x="62" y="4098"/>
                    </a:cubicBezTo>
                    <a:cubicBezTo>
                      <a:pt x="0" y="4315"/>
                      <a:pt x="214" y="4511"/>
                      <a:pt x="399" y="4511"/>
                    </a:cubicBezTo>
                    <a:cubicBezTo>
                      <a:pt x="484" y="4511"/>
                      <a:pt x="563" y="4470"/>
                      <a:pt x="605" y="4370"/>
                    </a:cubicBezTo>
                    <a:cubicBezTo>
                      <a:pt x="968" y="3555"/>
                      <a:pt x="1556" y="2695"/>
                      <a:pt x="2416" y="2468"/>
                    </a:cubicBezTo>
                    <a:cubicBezTo>
                      <a:pt x="2643" y="2378"/>
                      <a:pt x="2959" y="2423"/>
                      <a:pt x="3231" y="2378"/>
                    </a:cubicBezTo>
                    <a:cubicBezTo>
                      <a:pt x="3548" y="2333"/>
                      <a:pt x="3865" y="2287"/>
                      <a:pt x="4136" y="2197"/>
                    </a:cubicBezTo>
                    <a:cubicBezTo>
                      <a:pt x="4770" y="1970"/>
                      <a:pt x="5404" y="1608"/>
                      <a:pt x="5857" y="1156"/>
                    </a:cubicBezTo>
                    <a:cubicBezTo>
                      <a:pt x="6038" y="929"/>
                      <a:pt x="6083" y="612"/>
                      <a:pt x="5947" y="341"/>
                    </a:cubicBezTo>
                    <a:cubicBezTo>
                      <a:pt x="5836" y="155"/>
                      <a:pt x="5572" y="0"/>
                      <a:pt x="53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6" name="Google Shape;3276;p5"/>
              <p:cNvSpPr/>
              <p:nvPr/>
            </p:nvSpPr>
            <p:spPr>
              <a:xfrm>
                <a:off x="3909452" y="2089150"/>
                <a:ext cx="76350" cy="56875"/>
              </a:xfrm>
              <a:custGeom>
                <a:rect b="b" l="l" r="r" t="t"/>
                <a:pathLst>
                  <a:path extrusionOk="0" h="2275" w="3054">
                    <a:moveTo>
                      <a:pt x="2748" y="1"/>
                    </a:moveTo>
                    <a:cubicBezTo>
                      <a:pt x="2722" y="1"/>
                      <a:pt x="2696" y="7"/>
                      <a:pt x="2671" y="19"/>
                    </a:cubicBezTo>
                    <a:cubicBezTo>
                      <a:pt x="2219" y="245"/>
                      <a:pt x="1811" y="562"/>
                      <a:pt x="1404" y="834"/>
                    </a:cubicBezTo>
                    <a:cubicBezTo>
                      <a:pt x="996" y="1151"/>
                      <a:pt x="634" y="1422"/>
                      <a:pt x="227" y="1739"/>
                    </a:cubicBezTo>
                    <a:cubicBezTo>
                      <a:pt x="91" y="1830"/>
                      <a:pt x="0" y="1966"/>
                      <a:pt x="91" y="2147"/>
                    </a:cubicBezTo>
                    <a:cubicBezTo>
                      <a:pt x="155" y="2211"/>
                      <a:pt x="264" y="2275"/>
                      <a:pt x="371" y="2275"/>
                    </a:cubicBezTo>
                    <a:cubicBezTo>
                      <a:pt x="415" y="2275"/>
                      <a:pt x="459" y="2264"/>
                      <a:pt x="498" y="2237"/>
                    </a:cubicBezTo>
                    <a:cubicBezTo>
                      <a:pt x="906" y="1920"/>
                      <a:pt x="1313" y="1649"/>
                      <a:pt x="1721" y="1332"/>
                    </a:cubicBezTo>
                    <a:cubicBezTo>
                      <a:pt x="1947" y="1151"/>
                      <a:pt x="2128" y="1015"/>
                      <a:pt x="2354" y="834"/>
                    </a:cubicBezTo>
                    <a:cubicBezTo>
                      <a:pt x="2535" y="698"/>
                      <a:pt x="2716" y="517"/>
                      <a:pt x="2898" y="336"/>
                    </a:cubicBezTo>
                    <a:cubicBezTo>
                      <a:pt x="3054" y="219"/>
                      <a:pt x="2907" y="1"/>
                      <a:pt x="27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7" name="Google Shape;3277;p5"/>
              <p:cNvSpPr/>
              <p:nvPr/>
            </p:nvSpPr>
            <p:spPr>
              <a:xfrm>
                <a:off x="4107502" y="1992000"/>
                <a:ext cx="54350" cy="68500"/>
              </a:xfrm>
              <a:custGeom>
                <a:rect b="b" l="l" r="r" t="t"/>
                <a:pathLst>
                  <a:path extrusionOk="0" h="2740" w="2174">
                    <a:moveTo>
                      <a:pt x="758" y="1536"/>
                    </a:moveTo>
                    <a:lnTo>
                      <a:pt x="758" y="1536"/>
                    </a:lnTo>
                    <a:cubicBezTo>
                      <a:pt x="742" y="1542"/>
                      <a:pt x="725" y="1551"/>
                      <a:pt x="725" y="1551"/>
                    </a:cubicBezTo>
                    <a:cubicBezTo>
                      <a:pt x="736" y="1551"/>
                      <a:pt x="747" y="1545"/>
                      <a:pt x="758" y="1536"/>
                    </a:cubicBezTo>
                    <a:close/>
                    <a:moveTo>
                      <a:pt x="1764" y="0"/>
                    </a:moveTo>
                    <a:cubicBezTo>
                      <a:pt x="1617" y="0"/>
                      <a:pt x="1486" y="88"/>
                      <a:pt x="1449" y="238"/>
                    </a:cubicBezTo>
                    <a:cubicBezTo>
                      <a:pt x="1404" y="329"/>
                      <a:pt x="1404" y="465"/>
                      <a:pt x="1358" y="555"/>
                    </a:cubicBezTo>
                    <a:cubicBezTo>
                      <a:pt x="1358" y="555"/>
                      <a:pt x="1313" y="600"/>
                      <a:pt x="1313" y="600"/>
                    </a:cubicBezTo>
                    <a:cubicBezTo>
                      <a:pt x="1313" y="600"/>
                      <a:pt x="1313" y="646"/>
                      <a:pt x="1313" y="646"/>
                    </a:cubicBezTo>
                    <a:cubicBezTo>
                      <a:pt x="1313" y="691"/>
                      <a:pt x="1268" y="736"/>
                      <a:pt x="1268" y="781"/>
                    </a:cubicBezTo>
                    <a:cubicBezTo>
                      <a:pt x="1132" y="963"/>
                      <a:pt x="1042" y="1144"/>
                      <a:pt x="906" y="1279"/>
                    </a:cubicBezTo>
                    <a:cubicBezTo>
                      <a:pt x="906" y="1325"/>
                      <a:pt x="906" y="1325"/>
                      <a:pt x="906" y="1325"/>
                    </a:cubicBezTo>
                    <a:cubicBezTo>
                      <a:pt x="861" y="1370"/>
                      <a:pt x="861" y="1370"/>
                      <a:pt x="815" y="1415"/>
                    </a:cubicBezTo>
                    <a:cubicBezTo>
                      <a:pt x="815" y="1449"/>
                      <a:pt x="790" y="1509"/>
                      <a:pt x="758" y="1536"/>
                    </a:cubicBezTo>
                    <a:lnTo>
                      <a:pt x="758" y="1536"/>
                    </a:lnTo>
                    <a:cubicBezTo>
                      <a:pt x="766" y="1533"/>
                      <a:pt x="774" y="1531"/>
                      <a:pt x="778" y="1531"/>
                    </a:cubicBezTo>
                    <a:cubicBezTo>
                      <a:pt x="785" y="1531"/>
                      <a:pt x="785" y="1536"/>
                      <a:pt x="770" y="1551"/>
                    </a:cubicBezTo>
                    <a:lnTo>
                      <a:pt x="725" y="1551"/>
                    </a:lnTo>
                    <a:cubicBezTo>
                      <a:pt x="725" y="1551"/>
                      <a:pt x="679" y="1596"/>
                      <a:pt x="679" y="1596"/>
                    </a:cubicBezTo>
                    <a:cubicBezTo>
                      <a:pt x="634" y="1642"/>
                      <a:pt x="589" y="1687"/>
                      <a:pt x="589" y="1687"/>
                    </a:cubicBezTo>
                    <a:cubicBezTo>
                      <a:pt x="498" y="1777"/>
                      <a:pt x="408" y="1823"/>
                      <a:pt x="363" y="1913"/>
                    </a:cubicBezTo>
                    <a:cubicBezTo>
                      <a:pt x="272" y="2004"/>
                      <a:pt x="181" y="2094"/>
                      <a:pt x="136" y="2140"/>
                    </a:cubicBezTo>
                    <a:cubicBezTo>
                      <a:pt x="0" y="2230"/>
                      <a:pt x="0" y="2456"/>
                      <a:pt x="91" y="2547"/>
                    </a:cubicBezTo>
                    <a:cubicBezTo>
                      <a:pt x="128" y="2659"/>
                      <a:pt x="257" y="2740"/>
                      <a:pt x="378" y="2740"/>
                    </a:cubicBezTo>
                    <a:cubicBezTo>
                      <a:pt x="404" y="2740"/>
                      <a:pt x="429" y="2736"/>
                      <a:pt x="453" y="2728"/>
                    </a:cubicBezTo>
                    <a:cubicBezTo>
                      <a:pt x="589" y="2683"/>
                      <a:pt x="725" y="2637"/>
                      <a:pt x="815" y="2547"/>
                    </a:cubicBezTo>
                    <a:cubicBezTo>
                      <a:pt x="951" y="2502"/>
                      <a:pt x="1042" y="2411"/>
                      <a:pt x="1132" y="2321"/>
                    </a:cubicBezTo>
                    <a:cubicBezTo>
                      <a:pt x="1358" y="2140"/>
                      <a:pt x="1540" y="1958"/>
                      <a:pt x="1675" y="1732"/>
                    </a:cubicBezTo>
                    <a:cubicBezTo>
                      <a:pt x="1947" y="1325"/>
                      <a:pt x="2083" y="827"/>
                      <a:pt x="2128" y="329"/>
                    </a:cubicBezTo>
                    <a:cubicBezTo>
                      <a:pt x="2173" y="148"/>
                      <a:pt x="1992" y="12"/>
                      <a:pt x="1856" y="12"/>
                    </a:cubicBezTo>
                    <a:cubicBezTo>
                      <a:pt x="1825" y="4"/>
                      <a:pt x="1794" y="0"/>
                      <a:pt x="17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8" name="Google Shape;3278;p5"/>
              <p:cNvSpPr/>
              <p:nvPr/>
            </p:nvSpPr>
            <p:spPr>
              <a:xfrm>
                <a:off x="3301102" y="2039725"/>
                <a:ext cx="120600" cy="128475"/>
              </a:xfrm>
              <a:custGeom>
                <a:rect b="b" l="l" r="r" t="t"/>
                <a:pathLst>
                  <a:path extrusionOk="0" h="5139" w="4824">
                    <a:moveTo>
                      <a:pt x="397" y="1"/>
                    </a:moveTo>
                    <a:cubicBezTo>
                      <a:pt x="194" y="1"/>
                      <a:pt x="0" y="138"/>
                      <a:pt x="25" y="412"/>
                    </a:cubicBezTo>
                    <a:cubicBezTo>
                      <a:pt x="70" y="1589"/>
                      <a:pt x="387" y="2720"/>
                      <a:pt x="1157" y="3671"/>
                    </a:cubicBezTo>
                    <a:cubicBezTo>
                      <a:pt x="1519" y="4078"/>
                      <a:pt x="1972" y="4441"/>
                      <a:pt x="2424" y="4712"/>
                    </a:cubicBezTo>
                    <a:lnTo>
                      <a:pt x="2424" y="4667"/>
                    </a:lnTo>
                    <a:cubicBezTo>
                      <a:pt x="2696" y="4803"/>
                      <a:pt x="2968" y="4938"/>
                      <a:pt x="3239" y="5029"/>
                    </a:cubicBezTo>
                    <a:cubicBezTo>
                      <a:pt x="3375" y="5074"/>
                      <a:pt x="3465" y="5120"/>
                      <a:pt x="3601" y="5120"/>
                    </a:cubicBezTo>
                    <a:cubicBezTo>
                      <a:pt x="3668" y="5133"/>
                      <a:pt x="3730" y="5138"/>
                      <a:pt x="3791" y="5138"/>
                    </a:cubicBezTo>
                    <a:cubicBezTo>
                      <a:pt x="3938" y="5138"/>
                      <a:pt x="4075" y="5106"/>
                      <a:pt x="4235" y="5074"/>
                    </a:cubicBezTo>
                    <a:cubicBezTo>
                      <a:pt x="4733" y="4893"/>
                      <a:pt x="4824" y="4259"/>
                      <a:pt x="4371" y="3943"/>
                    </a:cubicBezTo>
                    <a:lnTo>
                      <a:pt x="4326" y="3943"/>
                    </a:lnTo>
                    <a:cubicBezTo>
                      <a:pt x="4190" y="3852"/>
                      <a:pt x="4099" y="3762"/>
                      <a:pt x="3963" y="3716"/>
                    </a:cubicBezTo>
                    <a:cubicBezTo>
                      <a:pt x="3873" y="3716"/>
                      <a:pt x="3737" y="3671"/>
                      <a:pt x="3647" y="3626"/>
                    </a:cubicBezTo>
                    <a:cubicBezTo>
                      <a:pt x="3556" y="3626"/>
                      <a:pt x="3465" y="3580"/>
                      <a:pt x="3375" y="3535"/>
                    </a:cubicBezTo>
                    <a:lnTo>
                      <a:pt x="3284" y="3535"/>
                    </a:lnTo>
                    <a:cubicBezTo>
                      <a:pt x="3239" y="3490"/>
                      <a:pt x="3194" y="3490"/>
                      <a:pt x="3149" y="3445"/>
                    </a:cubicBezTo>
                    <a:cubicBezTo>
                      <a:pt x="3058" y="3399"/>
                      <a:pt x="2968" y="3309"/>
                      <a:pt x="2832" y="3264"/>
                    </a:cubicBezTo>
                    <a:cubicBezTo>
                      <a:pt x="2786" y="3218"/>
                      <a:pt x="2741" y="3218"/>
                      <a:pt x="2696" y="3173"/>
                    </a:cubicBezTo>
                    <a:cubicBezTo>
                      <a:pt x="2696" y="3173"/>
                      <a:pt x="2651" y="3128"/>
                      <a:pt x="2651" y="3128"/>
                    </a:cubicBezTo>
                    <a:cubicBezTo>
                      <a:pt x="2470" y="2992"/>
                      <a:pt x="2288" y="2811"/>
                      <a:pt x="2153" y="2675"/>
                    </a:cubicBezTo>
                    <a:lnTo>
                      <a:pt x="1926" y="2403"/>
                    </a:lnTo>
                    <a:cubicBezTo>
                      <a:pt x="1889" y="2366"/>
                      <a:pt x="1852" y="2329"/>
                      <a:pt x="1840" y="2292"/>
                    </a:cubicBezTo>
                    <a:lnTo>
                      <a:pt x="1840" y="2292"/>
                    </a:lnTo>
                    <a:cubicBezTo>
                      <a:pt x="1841" y="2293"/>
                      <a:pt x="1843" y="2293"/>
                      <a:pt x="1844" y="2293"/>
                    </a:cubicBezTo>
                    <a:cubicBezTo>
                      <a:pt x="1847" y="2293"/>
                      <a:pt x="1845" y="2286"/>
                      <a:pt x="1836" y="2268"/>
                    </a:cubicBezTo>
                    <a:lnTo>
                      <a:pt x="1836" y="2268"/>
                    </a:lnTo>
                    <a:cubicBezTo>
                      <a:pt x="1836" y="2276"/>
                      <a:pt x="1837" y="2284"/>
                      <a:pt x="1840" y="2292"/>
                    </a:cubicBezTo>
                    <a:lnTo>
                      <a:pt x="1840" y="2292"/>
                    </a:lnTo>
                    <a:cubicBezTo>
                      <a:pt x="1823" y="2281"/>
                      <a:pt x="1767" y="2215"/>
                      <a:pt x="1750" y="2215"/>
                    </a:cubicBezTo>
                    <a:cubicBezTo>
                      <a:pt x="1747" y="2215"/>
                      <a:pt x="1745" y="2217"/>
                      <a:pt x="1745" y="2222"/>
                    </a:cubicBezTo>
                    <a:cubicBezTo>
                      <a:pt x="1609" y="1996"/>
                      <a:pt x="1519" y="1815"/>
                      <a:pt x="1383" y="1589"/>
                    </a:cubicBezTo>
                    <a:cubicBezTo>
                      <a:pt x="1157" y="1181"/>
                      <a:pt x="930" y="728"/>
                      <a:pt x="795" y="276"/>
                    </a:cubicBezTo>
                    <a:cubicBezTo>
                      <a:pt x="734" y="92"/>
                      <a:pt x="562" y="1"/>
                      <a:pt x="3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9" name="Google Shape;3279;p5"/>
              <p:cNvSpPr/>
              <p:nvPr/>
            </p:nvSpPr>
            <p:spPr>
              <a:xfrm>
                <a:off x="3414877" y="2108750"/>
                <a:ext cx="71325" cy="102375"/>
              </a:xfrm>
              <a:custGeom>
                <a:rect b="b" l="l" r="r" t="t"/>
                <a:pathLst>
                  <a:path extrusionOk="0" h="4095" w="2853">
                    <a:moveTo>
                      <a:pt x="446" y="0"/>
                    </a:moveTo>
                    <a:cubicBezTo>
                      <a:pt x="199" y="0"/>
                      <a:pt x="1" y="291"/>
                      <a:pt x="1" y="503"/>
                    </a:cubicBezTo>
                    <a:cubicBezTo>
                      <a:pt x="1" y="819"/>
                      <a:pt x="227" y="1001"/>
                      <a:pt x="499" y="1046"/>
                    </a:cubicBezTo>
                    <a:cubicBezTo>
                      <a:pt x="469" y="1031"/>
                      <a:pt x="459" y="1026"/>
                      <a:pt x="460" y="1026"/>
                    </a:cubicBezTo>
                    <a:lnTo>
                      <a:pt x="460" y="1026"/>
                    </a:lnTo>
                    <a:cubicBezTo>
                      <a:pt x="464" y="1026"/>
                      <a:pt x="514" y="1046"/>
                      <a:pt x="544" y="1046"/>
                    </a:cubicBezTo>
                    <a:cubicBezTo>
                      <a:pt x="589" y="1046"/>
                      <a:pt x="589" y="1046"/>
                      <a:pt x="635" y="1091"/>
                    </a:cubicBezTo>
                    <a:lnTo>
                      <a:pt x="770" y="1091"/>
                    </a:lnTo>
                    <a:cubicBezTo>
                      <a:pt x="816" y="1136"/>
                      <a:pt x="861" y="1182"/>
                      <a:pt x="952" y="1227"/>
                    </a:cubicBezTo>
                    <a:cubicBezTo>
                      <a:pt x="952" y="1227"/>
                      <a:pt x="997" y="1227"/>
                      <a:pt x="997" y="1272"/>
                    </a:cubicBezTo>
                    <a:lnTo>
                      <a:pt x="1042" y="1272"/>
                    </a:lnTo>
                    <a:cubicBezTo>
                      <a:pt x="1087" y="1363"/>
                      <a:pt x="1178" y="1408"/>
                      <a:pt x="1223" y="1453"/>
                    </a:cubicBezTo>
                    <a:cubicBezTo>
                      <a:pt x="1223" y="1453"/>
                      <a:pt x="1268" y="1498"/>
                      <a:pt x="1268" y="1544"/>
                    </a:cubicBezTo>
                    <a:lnTo>
                      <a:pt x="1314" y="1544"/>
                    </a:lnTo>
                    <a:cubicBezTo>
                      <a:pt x="1404" y="1680"/>
                      <a:pt x="1450" y="1815"/>
                      <a:pt x="1540" y="1951"/>
                    </a:cubicBezTo>
                    <a:cubicBezTo>
                      <a:pt x="1540" y="1951"/>
                      <a:pt x="1540" y="1996"/>
                      <a:pt x="1585" y="2042"/>
                    </a:cubicBezTo>
                    <a:cubicBezTo>
                      <a:pt x="1585" y="2042"/>
                      <a:pt x="1585" y="2087"/>
                      <a:pt x="1585" y="2087"/>
                    </a:cubicBezTo>
                    <a:cubicBezTo>
                      <a:pt x="1631" y="2177"/>
                      <a:pt x="1631" y="2223"/>
                      <a:pt x="1676" y="2313"/>
                    </a:cubicBezTo>
                    <a:cubicBezTo>
                      <a:pt x="1721" y="2404"/>
                      <a:pt x="1721" y="2494"/>
                      <a:pt x="1721" y="2585"/>
                    </a:cubicBezTo>
                    <a:cubicBezTo>
                      <a:pt x="1766" y="2675"/>
                      <a:pt x="1812" y="2766"/>
                      <a:pt x="1857" y="2811"/>
                    </a:cubicBezTo>
                    <a:cubicBezTo>
                      <a:pt x="1857" y="2992"/>
                      <a:pt x="1902" y="3173"/>
                      <a:pt x="1947" y="3309"/>
                    </a:cubicBezTo>
                    <a:cubicBezTo>
                      <a:pt x="1947" y="3400"/>
                      <a:pt x="1947" y="3536"/>
                      <a:pt x="1993" y="3626"/>
                    </a:cubicBezTo>
                    <a:cubicBezTo>
                      <a:pt x="1993" y="3717"/>
                      <a:pt x="2083" y="3807"/>
                      <a:pt x="2129" y="3898"/>
                    </a:cubicBezTo>
                    <a:cubicBezTo>
                      <a:pt x="2187" y="4034"/>
                      <a:pt x="2304" y="4095"/>
                      <a:pt x="2426" y="4095"/>
                    </a:cubicBezTo>
                    <a:cubicBezTo>
                      <a:pt x="2587" y="4095"/>
                      <a:pt x="2756" y="3988"/>
                      <a:pt x="2808" y="3807"/>
                    </a:cubicBezTo>
                    <a:cubicBezTo>
                      <a:pt x="2853" y="3581"/>
                      <a:pt x="2853" y="3354"/>
                      <a:pt x="2853" y="3128"/>
                    </a:cubicBezTo>
                    <a:cubicBezTo>
                      <a:pt x="2853" y="2947"/>
                      <a:pt x="2808" y="2766"/>
                      <a:pt x="2808" y="2540"/>
                    </a:cubicBezTo>
                    <a:lnTo>
                      <a:pt x="2808" y="2585"/>
                    </a:lnTo>
                    <a:cubicBezTo>
                      <a:pt x="2808" y="2132"/>
                      <a:pt x="2627" y="1680"/>
                      <a:pt x="2400" y="1272"/>
                    </a:cubicBezTo>
                    <a:cubicBezTo>
                      <a:pt x="1993" y="593"/>
                      <a:pt x="1314" y="95"/>
                      <a:pt x="499" y="5"/>
                    </a:cubicBezTo>
                    <a:cubicBezTo>
                      <a:pt x="481" y="2"/>
                      <a:pt x="464" y="0"/>
                      <a:pt x="4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0" name="Google Shape;3280;p5"/>
              <p:cNvSpPr/>
              <p:nvPr/>
            </p:nvSpPr>
            <p:spPr>
              <a:xfrm>
                <a:off x="3073800" y="1982650"/>
                <a:ext cx="72450" cy="171500"/>
              </a:xfrm>
              <a:custGeom>
                <a:rect b="b" l="l" r="r" t="t"/>
                <a:pathLst>
                  <a:path extrusionOk="0" h="6860" w="2898">
                    <a:moveTo>
                      <a:pt x="1447" y="0"/>
                    </a:moveTo>
                    <a:cubicBezTo>
                      <a:pt x="1213" y="0"/>
                      <a:pt x="986" y="296"/>
                      <a:pt x="1087" y="567"/>
                    </a:cubicBezTo>
                    <a:lnTo>
                      <a:pt x="1132" y="567"/>
                    </a:lnTo>
                    <a:cubicBezTo>
                      <a:pt x="1495" y="1337"/>
                      <a:pt x="1721" y="2332"/>
                      <a:pt x="1495" y="3147"/>
                    </a:cubicBezTo>
                    <a:cubicBezTo>
                      <a:pt x="1404" y="3600"/>
                      <a:pt x="1132" y="3917"/>
                      <a:pt x="816" y="4279"/>
                    </a:cubicBezTo>
                    <a:cubicBezTo>
                      <a:pt x="499" y="4686"/>
                      <a:pt x="136" y="5139"/>
                      <a:pt x="46" y="5682"/>
                    </a:cubicBezTo>
                    <a:cubicBezTo>
                      <a:pt x="1" y="5818"/>
                      <a:pt x="46" y="5954"/>
                      <a:pt x="1" y="6090"/>
                    </a:cubicBezTo>
                    <a:cubicBezTo>
                      <a:pt x="1" y="6226"/>
                      <a:pt x="1" y="6361"/>
                      <a:pt x="1" y="6497"/>
                    </a:cubicBezTo>
                    <a:cubicBezTo>
                      <a:pt x="46" y="6678"/>
                      <a:pt x="227" y="6859"/>
                      <a:pt x="453" y="6859"/>
                    </a:cubicBezTo>
                    <a:cubicBezTo>
                      <a:pt x="680" y="6859"/>
                      <a:pt x="816" y="6633"/>
                      <a:pt x="906" y="6452"/>
                    </a:cubicBezTo>
                    <a:cubicBezTo>
                      <a:pt x="1042" y="6226"/>
                      <a:pt x="1223" y="6045"/>
                      <a:pt x="1359" y="5818"/>
                    </a:cubicBezTo>
                    <a:cubicBezTo>
                      <a:pt x="1630" y="5365"/>
                      <a:pt x="1947" y="5003"/>
                      <a:pt x="2219" y="4596"/>
                    </a:cubicBezTo>
                    <a:cubicBezTo>
                      <a:pt x="2536" y="4143"/>
                      <a:pt x="2717" y="3645"/>
                      <a:pt x="2762" y="3147"/>
                    </a:cubicBezTo>
                    <a:cubicBezTo>
                      <a:pt x="2898" y="2016"/>
                      <a:pt x="2400" y="974"/>
                      <a:pt x="1676" y="114"/>
                    </a:cubicBezTo>
                    <a:cubicBezTo>
                      <a:pt x="1607" y="34"/>
                      <a:pt x="1527" y="0"/>
                      <a:pt x="14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1" name="Google Shape;3281;p5"/>
              <p:cNvSpPr/>
              <p:nvPr/>
            </p:nvSpPr>
            <p:spPr>
              <a:xfrm>
                <a:off x="3009727" y="2105800"/>
                <a:ext cx="37850" cy="103375"/>
              </a:xfrm>
              <a:custGeom>
                <a:rect b="b" l="l" r="r" t="t"/>
                <a:pathLst>
                  <a:path extrusionOk="0" h="4135" w="1514">
                    <a:moveTo>
                      <a:pt x="556" y="0"/>
                    </a:moveTo>
                    <a:cubicBezTo>
                      <a:pt x="444" y="0"/>
                      <a:pt x="328" y="65"/>
                      <a:pt x="272" y="213"/>
                    </a:cubicBezTo>
                    <a:cubicBezTo>
                      <a:pt x="46" y="892"/>
                      <a:pt x="1" y="1571"/>
                      <a:pt x="137" y="2295"/>
                    </a:cubicBezTo>
                    <a:cubicBezTo>
                      <a:pt x="182" y="2612"/>
                      <a:pt x="272" y="2975"/>
                      <a:pt x="453" y="3246"/>
                    </a:cubicBezTo>
                    <a:cubicBezTo>
                      <a:pt x="634" y="3563"/>
                      <a:pt x="816" y="3835"/>
                      <a:pt x="1087" y="4061"/>
                    </a:cubicBezTo>
                    <a:cubicBezTo>
                      <a:pt x="1152" y="4113"/>
                      <a:pt x="1216" y="4135"/>
                      <a:pt x="1274" y="4135"/>
                    </a:cubicBezTo>
                    <a:cubicBezTo>
                      <a:pt x="1417" y="4135"/>
                      <a:pt x="1514" y="3996"/>
                      <a:pt x="1449" y="3835"/>
                    </a:cubicBezTo>
                    <a:cubicBezTo>
                      <a:pt x="1314" y="3563"/>
                      <a:pt x="1132" y="3246"/>
                      <a:pt x="1087" y="2975"/>
                    </a:cubicBezTo>
                    <a:cubicBezTo>
                      <a:pt x="997" y="2703"/>
                      <a:pt x="906" y="2431"/>
                      <a:pt x="861" y="2114"/>
                    </a:cubicBezTo>
                    <a:cubicBezTo>
                      <a:pt x="725" y="1526"/>
                      <a:pt x="725" y="937"/>
                      <a:pt x="816" y="349"/>
                    </a:cubicBezTo>
                    <a:cubicBezTo>
                      <a:pt x="869" y="135"/>
                      <a:pt x="717" y="0"/>
                      <a:pt x="5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2" name="Google Shape;3282;p5"/>
              <p:cNvSpPr/>
              <p:nvPr/>
            </p:nvSpPr>
            <p:spPr>
              <a:xfrm>
                <a:off x="2965602" y="1761975"/>
                <a:ext cx="47275" cy="109275"/>
              </a:xfrm>
              <a:custGeom>
                <a:rect b="b" l="l" r="r" t="t"/>
                <a:pathLst>
                  <a:path extrusionOk="0" h="4371" w="1891">
                    <a:moveTo>
                      <a:pt x="408" y="1"/>
                    </a:moveTo>
                    <a:cubicBezTo>
                      <a:pt x="238" y="1"/>
                      <a:pt x="68" y="114"/>
                      <a:pt x="45" y="340"/>
                    </a:cubicBezTo>
                    <a:cubicBezTo>
                      <a:pt x="0" y="1064"/>
                      <a:pt x="45" y="1789"/>
                      <a:pt x="272" y="2513"/>
                    </a:cubicBezTo>
                    <a:cubicBezTo>
                      <a:pt x="362" y="2875"/>
                      <a:pt x="498" y="3192"/>
                      <a:pt x="679" y="3509"/>
                    </a:cubicBezTo>
                    <a:cubicBezTo>
                      <a:pt x="770" y="3690"/>
                      <a:pt x="860" y="3826"/>
                      <a:pt x="951" y="3962"/>
                    </a:cubicBezTo>
                    <a:cubicBezTo>
                      <a:pt x="1087" y="4143"/>
                      <a:pt x="1222" y="4233"/>
                      <a:pt x="1449" y="4324"/>
                    </a:cubicBezTo>
                    <a:cubicBezTo>
                      <a:pt x="1502" y="4356"/>
                      <a:pt x="1555" y="4370"/>
                      <a:pt x="1604" y="4370"/>
                    </a:cubicBezTo>
                    <a:cubicBezTo>
                      <a:pt x="1766" y="4370"/>
                      <a:pt x="1891" y="4215"/>
                      <a:pt x="1856" y="4007"/>
                    </a:cubicBezTo>
                    <a:cubicBezTo>
                      <a:pt x="1856" y="3826"/>
                      <a:pt x="1811" y="3690"/>
                      <a:pt x="1720" y="3509"/>
                    </a:cubicBezTo>
                    <a:cubicBezTo>
                      <a:pt x="1630" y="3373"/>
                      <a:pt x="1585" y="3237"/>
                      <a:pt x="1494" y="3102"/>
                    </a:cubicBezTo>
                    <a:cubicBezTo>
                      <a:pt x="1404" y="2830"/>
                      <a:pt x="1268" y="2513"/>
                      <a:pt x="1132" y="2241"/>
                    </a:cubicBezTo>
                    <a:cubicBezTo>
                      <a:pt x="951" y="1608"/>
                      <a:pt x="815" y="974"/>
                      <a:pt x="770" y="340"/>
                    </a:cubicBezTo>
                    <a:cubicBezTo>
                      <a:pt x="747" y="114"/>
                      <a:pt x="577" y="1"/>
                      <a:pt x="4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3" name="Google Shape;3283;p5"/>
              <p:cNvSpPr/>
              <p:nvPr/>
            </p:nvSpPr>
            <p:spPr>
              <a:xfrm>
                <a:off x="3683577" y="2338200"/>
                <a:ext cx="150075" cy="102625"/>
              </a:xfrm>
              <a:custGeom>
                <a:rect b="b" l="l" r="r" t="t"/>
                <a:pathLst>
                  <a:path extrusionOk="0" h="4105" w="6003">
                    <a:moveTo>
                      <a:pt x="627" y="0"/>
                    </a:moveTo>
                    <a:cubicBezTo>
                      <a:pt x="322" y="0"/>
                      <a:pt x="0" y="338"/>
                      <a:pt x="208" y="650"/>
                    </a:cubicBezTo>
                    <a:cubicBezTo>
                      <a:pt x="570" y="1148"/>
                      <a:pt x="932" y="1691"/>
                      <a:pt x="1340" y="2144"/>
                    </a:cubicBezTo>
                    <a:cubicBezTo>
                      <a:pt x="1747" y="2642"/>
                      <a:pt x="2200" y="3049"/>
                      <a:pt x="2743" y="3411"/>
                    </a:cubicBezTo>
                    <a:cubicBezTo>
                      <a:pt x="3229" y="3776"/>
                      <a:pt x="3824" y="4104"/>
                      <a:pt x="4431" y="4104"/>
                    </a:cubicBezTo>
                    <a:cubicBezTo>
                      <a:pt x="4502" y="4104"/>
                      <a:pt x="4573" y="4100"/>
                      <a:pt x="4644" y="4090"/>
                    </a:cubicBezTo>
                    <a:cubicBezTo>
                      <a:pt x="5006" y="4090"/>
                      <a:pt x="5369" y="3955"/>
                      <a:pt x="5595" y="3683"/>
                    </a:cubicBezTo>
                    <a:cubicBezTo>
                      <a:pt x="5867" y="3411"/>
                      <a:pt x="6002" y="2913"/>
                      <a:pt x="5776" y="2597"/>
                    </a:cubicBezTo>
                    <a:cubicBezTo>
                      <a:pt x="5705" y="2455"/>
                      <a:pt x="5552" y="2341"/>
                      <a:pt x="5380" y="2341"/>
                    </a:cubicBezTo>
                    <a:cubicBezTo>
                      <a:pt x="5332" y="2341"/>
                      <a:pt x="5282" y="2350"/>
                      <a:pt x="5233" y="2370"/>
                    </a:cubicBezTo>
                    <a:cubicBezTo>
                      <a:pt x="5188" y="2370"/>
                      <a:pt x="5142" y="2370"/>
                      <a:pt x="5097" y="2415"/>
                    </a:cubicBezTo>
                    <a:cubicBezTo>
                      <a:pt x="5058" y="2415"/>
                      <a:pt x="4886" y="2515"/>
                      <a:pt x="4895" y="2515"/>
                    </a:cubicBezTo>
                    <a:cubicBezTo>
                      <a:pt x="4897" y="2515"/>
                      <a:pt x="4903" y="2512"/>
                      <a:pt x="4916" y="2506"/>
                    </a:cubicBezTo>
                    <a:lnTo>
                      <a:pt x="4916" y="2506"/>
                    </a:lnTo>
                    <a:cubicBezTo>
                      <a:pt x="4825" y="2551"/>
                      <a:pt x="4780" y="2597"/>
                      <a:pt x="4690" y="2642"/>
                    </a:cubicBezTo>
                    <a:cubicBezTo>
                      <a:pt x="4644" y="2687"/>
                      <a:pt x="4599" y="2732"/>
                      <a:pt x="4554" y="2732"/>
                    </a:cubicBezTo>
                    <a:lnTo>
                      <a:pt x="4508" y="2732"/>
                    </a:lnTo>
                    <a:cubicBezTo>
                      <a:pt x="4478" y="2732"/>
                      <a:pt x="4448" y="2752"/>
                      <a:pt x="4405" y="2752"/>
                    </a:cubicBezTo>
                    <a:cubicBezTo>
                      <a:pt x="4383" y="2752"/>
                      <a:pt x="4358" y="2747"/>
                      <a:pt x="4327" y="2732"/>
                    </a:cubicBezTo>
                    <a:cubicBezTo>
                      <a:pt x="3920" y="2687"/>
                      <a:pt x="3422" y="2325"/>
                      <a:pt x="3060" y="2099"/>
                    </a:cubicBezTo>
                    <a:cubicBezTo>
                      <a:pt x="2290" y="1510"/>
                      <a:pt x="1566" y="786"/>
                      <a:pt x="887" y="107"/>
                    </a:cubicBezTo>
                    <a:cubicBezTo>
                      <a:pt x="812" y="32"/>
                      <a:pt x="720" y="0"/>
                      <a:pt x="6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4" name="Google Shape;3284;p5"/>
              <p:cNvSpPr/>
              <p:nvPr/>
            </p:nvSpPr>
            <p:spPr>
              <a:xfrm>
                <a:off x="3802625" y="2317875"/>
                <a:ext cx="109550" cy="93200"/>
              </a:xfrm>
              <a:custGeom>
                <a:rect b="b" l="l" r="r" t="t"/>
                <a:pathLst>
                  <a:path extrusionOk="0" h="3728" w="4382">
                    <a:moveTo>
                      <a:pt x="842" y="1"/>
                    </a:moveTo>
                    <a:cubicBezTo>
                      <a:pt x="684" y="1"/>
                      <a:pt x="523" y="20"/>
                      <a:pt x="363" y="60"/>
                    </a:cubicBezTo>
                    <a:cubicBezTo>
                      <a:pt x="137" y="105"/>
                      <a:pt x="1" y="376"/>
                      <a:pt x="46" y="603"/>
                    </a:cubicBezTo>
                    <a:cubicBezTo>
                      <a:pt x="121" y="791"/>
                      <a:pt x="291" y="886"/>
                      <a:pt x="477" y="886"/>
                    </a:cubicBezTo>
                    <a:cubicBezTo>
                      <a:pt x="514" y="886"/>
                      <a:pt x="552" y="882"/>
                      <a:pt x="589" y="874"/>
                    </a:cubicBezTo>
                    <a:cubicBezTo>
                      <a:pt x="633" y="868"/>
                      <a:pt x="677" y="865"/>
                      <a:pt x="721" y="865"/>
                    </a:cubicBezTo>
                    <a:cubicBezTo>
                      <a:pt x="1310" y="865"/>
                      <a:pt x="1882" y="1407"/>
                      <a:pt x="2219" y="1870"/>
                    </a:cubicBezTo>
                    <a:cubicBezTo>
                      <a:pt x="2762" y="2504"/>
                      <a:pt x="3260" y="3228"/>
                      <a:pt x="3984" y="3681"/>
                    </a:cubicBezTo>
                    <a:cubicBezTo>
                      <a:pt x="4028" y="3714"/>
                      <a:pt x="4073" y="3728"/>
                      <a:pt x="4118" y="3728"/>
                    </a:cubicBezTo>
                    <a:cubicBezTo>
                      <a:pt x="4258" y="3728"/>
                      <a:pt x="4381" y="3582"/>
                      <a:pt x="4347" y="3410"/>
                    </a:cubicBezTo>
                    <a:cubicBezTo>
                      <a:pt x="4165" y="2957"/>
                      <a:pt x="3939" y="2504"/>
                      <a:pt x="3668" y="2097"/>
                    </a:cubicBezTo>
                    <a:cubicBezTo>
                      <a:pt x="3441" y="1689"/>
                      <a:pt x="3124" y="1282"/>
                      <a:pt x="2807" y="965"/>
                    </a:cubicBezTo>
                    <a:cubicBezTo>
                      <a:pt x="2286" y="406"/>
                      <a:pt x="1580" y="1"/>
                      <a:pt x="842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5" name="Google Shape;3285;p5"/>
              <p:cNvSpPr/>
              <p:nvPr/>
            </p:nvSpPr>
            <p:spPr>
              <a:xfrm>
                <a:off x="3933400" y="2348850"/>
                <a:ext cx="48075" cy="105575"/>
              </a:xfrm>
              <a:custGeom>
                <a:rect b="b" l="l" r="r" t="t"/>
                <a:pathLst>
                  <a:path extrusionOk="0" h="4223" w="1923">
                    <a:moveTo>
                      <a:pt x="480" y="0"/>
                    </a:moveTo>
                    <a:cubicBezTo>
                      <a:pt x="232" y="0"/>
                      <a:pt x="1" y="260"/>
                      <a:pt x="157" y="541"/>
                    </a:cubicBezTo>
                    <a:cubicBezTo>
                      <a:pt x="428" y="1084"/>
                      <a:pt x="609" y="1673"/>
                      <a:pt x="745" y="2261"/>
                    </a:cubicBezTo>
                    <a:cubicBezTo>
                      <a:pt x="836" y="2533"/>
                      <a:pt x="881" y="2850"/>
                      <a:pt x="972" y="3166"/>
                    </a:cubicBezTo>
                    <a:cubicBezTo>
                      <a:pt x="972" y="3302"/>
                      <a:pt x="972" y="3393"/>
                      <a:pt x="1017" y="3529"/>
                    </a:cubicBezTo>
                    <a:cubicBezTo>
                      <a:pt x="1017" y="3755"/>
                      <a:pt x="1107" y="3891"/>
                      <a:pt x="1198" y="4072"/>
                    </a:cubicBezTo>
                    <a:cubicBezTo>
                      <a:pt x="1251" y="4179"/>
                      <a:pt x="1340" y="4223"/>
                      <a:pt x="1433" y="4223"/>
                    </a:cubicBezTo>
                    <a:cubicBezTo>
                      <a:pt x="1577" y="4223"/>
                      <a:pt x="1732" y="4119"/>
                      <a:pt x="1786" y="3981"/>
                    </a:cubicBezTo>
                    <a:cubicBezTo>
                      <a:pt x="1832" y="3845"/>
                      <a:pt x="1922" y="3664"/>
                      <a:pt x="1877" y="3483"/>
                    </a:cubicBezTo>
                    <a:cubicBezTo>
                      <a:pt x="1877" y="3302"/>
                      <a:pt x="1877" y="3121"/>
                      <a:pt x="1832" y="2985"/>
                    </a:cubicBezTo>
                    <a:cubicBezTo>
                      <a:pt x="1786" y="2623"/>
                      <a:pt x="1741" y="2306"/>
                      <a:pt x="1651" y="1989"/>
                    </a:cubicBezTo>
                    <a:cubicBezTo>
                      <a:pt x="1470" y="1356"/>
                      <a:pt x="1153" y="722"/>
                      <a:pt x="791" y="179"/>
                    </a:cubicBezTo>
                    <a:cubicBezTo>
                      <a:pt x="706" y="52"/>
                      <a:pt x="592" y="0"/>
                      <a:pt x="480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6" name="Google Shape;3286;p5"/>
              <p:cNvSpPr/>
              <p:nvPr/>
            </p:nvSpPr>
            <p:spPr>
              <a:xfrm>
                <a:off x="3317552" y="2404900"/>
                <a:ext cx="108675" cy="181225"/>
              </a:xfrm>
              <a:custGeom>
                <a:rect b="b" l="l" r="r" t="t"/>
                <a:pathLst>
                  <a:path extrusionOk="0" h="7249" w="4347">
                    <a:moveTo>
                      <a:pt x="1646" y="1"/>
                    </a:moveTo>
                    <a:cubicBezTo>
                      <a:pt x="1534" y="1"/>
                      <a:pt x="1417" y="36"/>
                      <a:pt x="1314" y="110"/>
                    </a:cubicBezTo>
                    <a:cubicBezTo>
                      <a:pt x="770" y="562"/>
                      <a:pt x="453" y="1332"/>
                      <a:pt x="272" y="1966"/>
                    </a:cubicBezTo>
                    <a:cubicBezTo>
                      <a:pt x="91" y="2599"/>
                      <a:pt x="1" y="3324"/>
                      <a:pt x="182" y="3957"/>
                    </a:cubicBezTo>
                    <a:cubicBezTo>
                      <a:pt x="363" y="4591"/>
                      <a:pt x="725" y="5134"/>
                      <a:pt x="1223" y="5542"/>
                    </a:cubicBezTo>
                    <a:lnTo>
                      <a:pt x="1223" y="5497"/>
                    </a:lnTo>
                    <a:cubicBezTo>
                      <a:pt x="1489" y="5709"/>
                      <a:pt x="1910" y="5875"/>
                      <a:pt x="2296" y="5875"/>
                    </a:cubicBezTo>
                    <a:cubicBezTo>
                      <a:pt x="2567" y="5875"/>
                      <a:pt x="2820" y="5793"/>
                      <a:pt x="2989" y="5587"/>
                    </a:cubicBezTo>
                    <a:cubicBezTo>
                      <a:pt x="3034" y="5587"/>
                      <a:pt x="3079" y="5542"/>
                      <a:pt x="3079" y="5497"/>
                    </a:cubicBezTo>
                    <a:cubicBezTo>
                      <a:pt x="3124" y="5542"/>
                      <a:pt x="3124" y="5632"/>
                      <a:pt x="3124" y="5723"/>
                    </a:cubicBezTo>
                    <a:cubicBezTo>
                      <a:pt x="3170" y="5949"/>
                      <a:pt x="3260" y="6176"/>
                      <a:pt x="3351" y="6402"/>
                    </a:cubicBezTo>
                    <a:cubicBezTo>
                      <a:pt x="3396" y="6538"/>
                      <a:pt x="3441" y="6674"/>
                      <a:pt x="3487" y="6764"/>
                    </a:cubicBezTo>
                    <a:cubicBezTo>
                      <a:pt x="3577" y="6900"/>
                      <a:pt x="3668" y="7036"/>
                      <a:pt x="3758" y="7126"/>
                    </a:cubicBezTo>
                    <a:cubicBezTo>
                      <a:pt x="3816" y="7213"/>
                      <a:pt x="3897" y="7249"/>
                      <a:pt x="3980" y="7249"/>
                    </a:cubicBezTo>
                    <a:cubicBezTo>
                      <a:pt x="4158" y="7249"/>
                      <a:pt x="4347" y="7085"/>
                      <a:pt x="4347" y="6900"/>
                    </a:cubicBezTo>
                    <a:cubicBezTo>
                      <a:pt x="4347" y="6628"/>
                      <a:pt x="4301" y="6402"/>
                      <a:pt x="4256" y="6130"/>
                    </a:cubicBezTo>
                    <a:cubicBezTo>
                      <a:pt x="4211" y="6085"/>
                      <a:pt x="4211" y="6040"/>
                      <a:pt x="4211" y="5995"/>
                    </a:cubicBezTo>
                    <a:cubicBezTo>
                      <a:pt x="4211" y="5995"/>
                      <a:pt x="4211" y="5904"/>
                      <a:pt x="4166" y="5859"/>
                    </a:cubicBezTo>
                    <a:cubicBezTo>
                      <a:pt x="4166" y="5768"/>
                      <a:pt x="4166" y="5678"/>
                      <a:pt x="4166" y="5587"/>
                    </a:cubicBezTo>
                    <a:cubicBezTo>
                      <a:pt x="4166" y="5497"/>
                      <a:pt x="4166" y="5451"/>
                      <a:pt x="4120" y="5406"/>
                    </a:cubicBezTo>
                    <a:lnTo>
                      <a:pt x="4120" y="5361"/>
                    </a:lnTo>
                    <a:cubicBezTo>
                      <a:pt x="4120" y="5316"/>
                      <a:pt x="4120" y="5270"/>
                      <a:pt x="4120" y="5225"/>
                    </a:cubicBezTo>
                    <a:cubicBezTo>
                      <a:pt x="4120" y="5134"/>
                      <a:pt x="4075" y="4999"/>
                      <a:pt x="4075" y="4908"/>
                    </a:cubicBezTo>
                    <a:cubicBezTo>
                      <a:pt x="4075" y="4682"/>
                      <a:pt x="4075" y="4410"/>
                      <a:pt x="4075" y="4184"/>
                    </a:cubicBezTo>
                    <a:cubicBezTo>
                      <a:pt x="4120" y="3912"/>
                      <a:pt x="3849" y="3641"/>
                      <a:pt x="3577" y="3641"/>
                    </a:cubicBezTo>
                    <a:cubicBezTo>
                      <a:pt x="3260" y="3686"/>
                      <a:pt x="3034" y="3912"/>
                      <a:pt x="3034" y="4184"/>
                    </a:cubicBezTo>
                    <a:cubicBezTo>
                      <a:pt x="3034" y="4455"/>
                      <a:pt x="3034" y="4727"/>
                      <a:pt x="3034" y="5044"/>
                    </a:cubicBezTo>
                    <a:cubicBezTo>
                      <a:pt x="3034" y="4999"/>
                      <a:pt x="3034" y="4999"/>
                      <a:pt x="2989" y="4999"/>
                    </a:cubicBezTo>
                    <a:cubicBezTo>
                      <a:pt x="2898" y="4908"/>
                      <a:pt x="2762" y="4818"/>
                      <a:pt x="2717" y="4772"/>
                    </a:cubicBezTo>
                    <a:cubicBezTo>
                      <a:pt x="2536" y="4727"/>
                      <a:pt x="2536" y="4727"/>
                      <a:pt x="2445" y="4682"/>
                    </a:cubicBezTo>
                    <a:cubicBezTo>
                      <a:pt x="2445" y="4682"/>
                      <a:pt x="2445" y="4636"/>
                      <a:pt x="2445" y="4636"/>
                    </a:cubicBezTo>
                    <a:lnTo>
                      <a:pt x="2400" y="4636"/>
                    </a:lnTo>
                    <a:cubicBezTo>
                      <a:pt x="2355" y="4591"/>
                      <a:pt x="2310" y="4546"/>
                      <a:pt x="2264" y="4501"/>
                    </a:cubicBezTo>
                    <a:cubicBezTo>
                      <a:pt x="2264" y="4501"/>
                      <a:pt x="2174" y="4455"/>
                      <a:pt x="2174" y="4455"/>
                    </a:cubicBezTo>
                    <a:cubicBezTo>
                      <a:pt x="2128" y="4410"/>
                      <a:pt x="2083" y="4365"/>
                      <a:pt x="2038" y="4365"/>
                    </a:cubicBezTo>
                    <a:cubicBezTo>
                      <a:pt x="1993" y="4274"/>
                      <a:pt x="1902" y="4184"/>
                      <a:pt x="1857" y="4139"/>
                    </a:cubicBezTo>
                    <a:lnTo>
                      <a:pt x="1857" y="4093"/>
                    </a:lnTo>
                    <a:lnTo>
                      <a:pt x="1812" y="4093"/>
                    </a:lnTo>
                    <a:cubicBezTo>
                      <a:pt x="1812" y="4003"/>
                      <a:pt x="1766" y="3957"/>
                      <a:pt x="1721" y="3912"/>
                    </a:cubicBezTo>
                    <a:cubicBezTo>
                      <a:pt x="1721" y="3867"/>
                      <a:pt x="1676" y="3822"/>
                      <a:pt x="1676" y="3776"/>
                    </a:cubicBezTo>
                    <a:cubicBezTo>
                      <a:pt x="1676" y="3776"/>
                      <a:pt x="1630" y="3776"/>
                      <a:pt x="1630" y="3731"/>
                    </a:cubicBezTo>
                    <a:cubicBezTo>
                      <a:pt x="1585" y="3641"/>
                      <a:pt x="1585" y="3550"/>
                      <a:pt x="1540" y="3414"/>
                    </a:cubicBezTo>
                    <a:lnTo>
                      <a:pt x="1540" y="3324"/>
                    </a:lnTo>
                    <a:cubicBezTo>
                      <a:pt x="1540" y="3324"/>
                      <a:pt x="1540" y="3233"/>
                      <a:pt x="1540" y="3233"/>
                    </a:cubicBezTo>
                    <a:cubicBezTo>
                      <a:pt x="1540" y="3097"/>
                      <a:pt x="1540" y="2962"/>
                      <a:pt x="1540" y="2826"/>
                    </a:cubicBezTo>
                    <a:cubicBezTo>
                      <a:pt x="1540" y="2554"/>
                      <a:pt x="1585" y="2373"/>
                      <a:pt x="1676" y="2101"/>
                    </a:cubicBezTo>
                    <a:cubicBezTo>
                      <a:pt x="1812" y="1558"/>
                      <a:pt x="2083" y="1015"/>
                      <a:pt x="2083" y="426"/>
                    </a:cubicBezTo>
                    <a:cubicBezTo>
                      <a:pt x="2083" y="152"/>
                      <a:pt x="1877" y="1"/>
                      <a:pt x="16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7" name="Google Shape;3287;p5"/>
              <p:cNvSpPr/>
              <p:nvPr/>
            </p:nvSpPr>
            <p:spPr>
              <a:xfrm>
                <a:off x="2922602" y="2628975"/>
                <a:ext cx="68025" cy="185850"/>
              </a:xfrm>
              <a:custGeom>
                <a:rect b="b" l="l" r="r" t="t"/>
                <a:pathLst>
                  <a:path extrusionOk="0" h="7434" w="2721">
                    <a:moveTo>
                      <a:pt x="2113" y="0"/>
                    </a:moveTo>
                    <a:cubicBezTo>
                      <a:pt x="1968" y="0"/>
                      <a:pt x="1821" y="72"/>
                      <a:pt x="1720" y="246"/>
                    </a:cubicBezTo>
                    <a:cubicBezTo>
                      <a:pt x="1041" y="1332"/>
                      <a:pt x="362" y="2464"/>
                      <a:pt x="136" y="3777"/>
                    </a:cubicBezTo>
                    <a:cubicBezTo>
                      <a:pt x="0" y="4954"/>
                      <a:pt x="226" y="6357"/>
                      <a:pt x="1132" y="7217"/>
                    </a:cubicBezTo>
                    <a:cubicBezTo>
                      <a:pt x="1231" y="7350"/>
                      <a:pt x="1428" y="7434"/>
                      <a:pt x="1615" y="7434"/>
                    </a:cubicBezTo>
                    <a:cubicBezTo>
                      <a:pt x="1683" y="7434"/>
                      <a:pt x="1750" y="7422"/>
                      <a:pt x="1811" y="7398"/>
                    </a:cubicBezTo>
                    <a:cubicBezTo>
                      <a:pt x="2309" y="7217"/>
                      <a:pt x="2580" y="6674"/>
                      <a:pt x="2309" y="6221"/>
                    </a:cubicBezTo>
                    <a:cubicBezTo>
                      <a:pt x="2399" y="6085"/>
                      <a:pt x="2445" y="5950"/>
                      <a:pt x="2445" y="5814"/>
                    </a:cubicBezTo>
                    <a:cubicBezTo>
                      <a:pt x="2490" y="5587"/>
                      <a:pt x="2490" y="5406"/>
                      <a:pt x="2535" y="5225"/>
                    </a:cubicBezTo>
                    <a:cubicBezTo>
                      <a:pt x="2580" y="4818"/>
                      <a:pt x="2626" y="4410"/>
                      <a:pt x="2671" y="4003"/>
                    </a:cubicBezTo>
                    <a:cubicBezTo>
                      <a:pt x="2712" y="3755"/>
                      <a:pt x="2489" y="3544"/>
                      <a:pt x="2278" y="3544"/>
                    </a:cubicBezTo>
                    <a:cubicBezTo>
                      <a:pt x="2258" y="3544"/>
                      <a:pt x="2238" y="3546"/>
                      <a:pt x="2218" y="3550"/>
                    </a:cubicBezTo>
                    <a:lnTo>
                      <a:pt x="2263" y="3550"/>
                    </a:lnTo>
                    <a:cubicBezTo>
                      <a:pt x="1992" y="3550"/>
                      <a:pt x="1811" y="3731"/>
                      <a:pt x="1811" y="4003"/>
                    </a:cubicBezTo>
                    <a:cubicBezTo>
                      <a:pt x="1765" y="4184"/>
                      <a:pt x="1765" y="4365"/>
                      <a:pt x="1765" y="4591"/>
                    </a:cubicBezTo>
                    <a:cubicBezTo>
                      <a:pt x="1720" y="4773"/>
                      <a:pt x="1720" y="4954"/>
                      <a:pt x="1720" y="5135"/>
                    </a:cubicBezTo>
                    <a:cubicBezTo>
                      <a:pt x="1720" y="5271"/>
                      <a:pt x="1720" y="5406"/>
                      <a:pt x="1720" y="5497"/>
                    </a:cubicBezTo>
                    <a:cubicBezTo>
                      <a:pt x="1086" y="4003"/>
                      <a:pt x="1856" y="2102"/>
                      <a:pt x="2535" y="698"/>
                    </a:cubicBezTo>
                    <a:cubicBezTo>
                      <a:pt x="2720" y="328"/>
                      <a:pt x="2422" y="0"/>
                      <a:pt x="21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8" name="Google Shape;3288;p5"/>
              <p:cNvSpPr/>
              <p:nvPr/>
            </p:nvSpPr>
            <p:spPr>
              <a:xfrm>
                <a:off x="4417152" y="2364425"/>
                <a:ext cx="148725" cy="142175"/>
              </a:xfrm>
              <a:custGeom>
                <a:rect b="b" l="l" r="r" t="t"/>
                <a:pathLst>
                  <a:path extrusionOk="0" h="5687" w="5949">
                    <a:moveTo>
                      <a:pt x="690" y="0"/>
                    </a:moveTo>
                    <a:cubicBezTo>
                      <a:pt x="214" y="0"/>
                      <a:pt x="1" y="616"/>
                      <a:pt x="425" y="914"/>
                    </a:cubicBezTo>
                    <a:cubicBezTo>
                      <a:pt x="1421" y="1548"/>
                      <a:pt x="2372" y="2181"/>
                      <a:pt x="3232" y="2906"/>
                    </a:cubicBezTo>
                    <a:cubicBezTo>
                      <a:pt x="3413" y="3132"/>
                      <a:pt x="3640" y="3313"/>
                      <a:pt x="3866" y="3539"/>
                    </a:cubicBezTo>
                    <a:cubicBezTo>
                      <a:pt x="4092" y="3766"/>
                      <a:pt x="4183" y="3856"/>
                      <a:pt x="4319" y="4128"/>
                    </a:cubicBezTo>
                    <a:lnTo>
                      <a:pt x="4364" y="4173"/>
                    </a:lnTo>
                    <a:cubicBezTo>
                      <a:pt x="4364" y="4218"/>
                      <a:pt x="4364" y="4264"/>
                      <a:pt x="4364" y="4264"/>
                    </a:cubicBezTo>
                    <a:cubicBezTo>
                      <a:pt x="4364" y="4264"/>
                      <a:pt x="4364" y="4399"/>
                      <a:pt x="4364" y="4399"/>
                    </a:cubicBezTo>
                    <a:cubicBezTo>
                      <a:pt x="4364" y="4535"/>
                      <a:pt x="4319" y="4671"/>
                      <a:pt x="4319" y="4807"/>
                    </a:cubicBezTo>
                    <a:cubicBezTo>
                      <a:pt x="4319" y="4807"/>
                      <a:pt x="4273" y="4897"/>
                      <a:pt x="4273" y="4897"/>
                    </a:cubicBezTo>
                    <a:cubicBezTo>
                      <a:pt x="4273" y="4988"/>
                      <a:pt x="4273" y="5078"/>
                      <a:pt x="4273" y="5169"/>
                    </a:cubicBezTo>
                    <a:cubicBezTo>
                      <a:pt x="4273" y="5395"/>
                      <a:pt x="4409" y="5622"/>
                      <a:pt x="4635" y="5667"/>
                    </a:cubicBezTo>
                    <a:cubicBezTo>
                      <a:pt x="4702" y="5680"/>
                      <a:pt x="4768" y="5687"/>
                      <a:pt x="4832" y="5687"/>
                    </a:cubicBezTo>
                    <a:cubicBezTo>
                      <a:pt x="5204" y="5687"/>
                      <a:pt x="5529" y="5471"/>
                      <a:pt x="5722" y="5124"/>
                    </a:cubicBezTo>
                    <a:cubicBezTo>
                      <a:pt x="5903" y="4762"/>
                      <a:pt x="5948" y="4354"/>
                      <a:pt x="5858" y="3947"/>
                    </a:cubicBezTo>
                    <a:cubicBezTo>
                      <a:pt x="5722" y="3177"/>
                      <a:pt x="5133" y="2634"/>
                      <a:pt x="4590" y="2136"/>
                    </a:cubicBezTo>
                    <a:cubicBezTo>
                      <a:pt x="3504" y="1185"/>
                      <a:pt x="2191" y="325"/>
                      <a:pt x="788" y="8"/>
                    </a:cubicBezTo>
                    <a:cubicBezTo>
                      <a:pt x="754" y="3"/>
                      <a:pt x="722" y="0"/>
                      <a:pt x="6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9" name="Google Shape;3289;p5"/>
              <p:cNvSpPr/>
              <p:nvPr/>
            </p:nvSpPr>
            <p:spPr>
              <a:xfrm>
                <a:off x="4475302" y="2477825"/>
                <a:ext cx="49825" cy="84475"/>
              </a:xfrm>
              <a:custGeom>
                <a:rect b="b" l="l" r="r" t="t"/>
                <a:pathLst>
                  <a:path extrusionOk="0" h="3379" w="1993">
                    <a:moveTo>
                      <a:pt x="430" y="1"/>
                    </a:moveTo>
                    <a:cubicBezTo>
                      <a:pt x="355" y="1"/>
                      <a:pt x="284" y="16"/>
                      <a:pt x="227" y="45"/>
                    </a:cubicBezTo>
                    <a:cubicBezTo>
                      <a:pt x="46" y="180"/>
                      <a:pt x="1" y="452"/>
                      <a:pt x="91" y="633"/>
                    </a:cubicBezTo>
                    <a:cubicBezTo>
                      <a:pt x="499" y="1584"/>
                      <a:pt x="861" y="2534"/>
                      <a:pt x="1540" y="3304"/>
                    </a:cubicBezTo>
                    <a:cubicBezTo>
                      <a:pt x="1593" y="3357"/>
                      <a:pt x="1661" y="3379"/>
                      <a:pt x="1727" y="3379"/>
                    </a:cubicBezTo>
                    <a:cubicBezTo>
                      <a:pt x="1774" y="3379"/>
                      <a:pt x="1819" y="3368"/>
                      <a:pt x="1857" y="3349"/>
                    </a:cubicBezTo>
                    <a:cubicBezTo>
                      <a:pt x="1947" y="3304"/>
                      <a:pt x="1993" y="3168"/>
                      <a:pt x="1947" y="3078"/>
                    </a:cubicBezTo>
                    <a:cubicBezTo>
                      <a:pt x="1902" y="2580"/>
                      <a:pt x="1721" y="2082"/>
                      <a:pt x="1495" y="1584"/>
                    </a:cubicBezTo>
                    <a:cubicBezTo>
                      <a:pt x="1268" y="1131"/>
                      <a:pt x="1042" y="678"/>
                      <a:pt x="861" y="226"/>
                    </a:cubicBezTo>
                    <a:cubicBezTo>
                      <a:pt x="768" y="71"/>
                      <a:pt x="591" y="1"/>
                      <a:pt x="4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0" name="Google Shape;3290;p5"/>
              <p:cNvSpPr/>
              <p:nvPr/>
            </p:nvSpPr>
            <p:spPr>
              <a:xfrm>
                <a:off x="2847743" y="3808775"/>
                <a:ext cx="102725" cy="211125"/>
              </a:xfrm>
              <a:custGeom>
                <a:rect b="b" l="l" r="r" t="t"/>
                <a:pathLst>
                  <a:path extrusionOk="0" h="8445" w="4109">
                    <a:moveTo>
                      <a:pt x="458" y="0"/>
                    </a:moveTo>
                    <a:cubicBezTo>
                      <a:pt x="220" y="0"/>
                      <a:pt x="0" y="260"/>
                      <a:pt x="125" y="541"/>
                    </a:cubicBezTo>
                    <a:cubicBezTo>
                      <a:pt x="397" y="1220"/>
                      <a:pt x="668" y="1854"/>
                      <a:pt x="1030" y="2442"/>
                    </a:cubicBezTo>
                    <a:cubicBezTo>
                      <a:pt x="1393" y="3031"/>
                      <a:pt x="1936" y="3483"/>
                      <a:pt x="2298" y="4072"/>
                    </a:cubicBezTo>
                    <a:cubicBezTo>
                      <a:pt x="2479" y="4343"/>
                      <a:pt x="2479" y="4615"/>
                      <a:pt x="2479" y="4932"/>
                    </a:cubicBezTo>
                    <a:cubicBezTo>
                      <a:pt x="2479" y="5294"/>
                      <a:pt x="2479" y="5701"/>
                      <a:pt x="2434" y="6109"/>
                    </a:cubicBezTo>
                    <a:cubicBezTo>
                      <a:pt x="2389" y="6788"/>
                      <a:pt x="2162" y="7784"/>
                      <a:pt x="2660" y="8327"/>
                    </a:cubicBezTo>
                    <a:cubicBezTo>
                      <a:pt x="2746" y="8413"/>
                      <a:pt x="2869" y="8445"/>
                      <a:pt x="2981" y="8445"/>
                    </a:cubicBezTo>
                    <a:cubicBezTo>
                      <a:pt x="3047" y="8445"/>
                      <a:pt x="3108" y="8434"/>
                      <a:pt x="3158" y="8418"/>
                    </a:cubicBezTo>
                    <a:cubicBezTo>
                      <a:pt x="3566" y="8191"/>
                      <a:pt x="3656" y="7784"/>
                      <a:pt x="3792" y="7422"/>
                    </a:cubicBezTo>
                    <a:cubicBezTo>
                      <a:pt x="3882" y="6969"/>
                      <a:pt x="3928" y="6516"/>
                      <a:pt x="3973" y="6109"/>
                    </a:cubicBezTo>
                    <a:cubicBezTo>
                      <a:pt x="4063" y="5249"/>
                      <a:pt x="4109" y="4343"/>
                      <a:pt x="3701" y="3574"/>
                    </a:cubicBezTo>
                    <a:cubicBezTo>
                      <a:pt x="3384" y="2940"/>
                      <a:pt x="2751" y="2442"/>
                      <a:pt x="2253" y="1944"/>
                    </a:cubicBezTo>
                    <a:lnTo>
                      <a:pt x="2207" y="1944"/>
                    </a:lnTo>
                    <a:cubicBezTo>
                      <a:pt x="1710" y="1401"/>
                      <a:pt x="1121" y="858"/>
                      <a:pt x="759" y="179"/>
                    </a:cubicBezTo>
                    <a:cubicBezTo>
                      <a:pt x="675" y="52"/>
                      <a:pt x="564" y="0"/>
                      <a:pt x="4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1" name="Google Shape;3291;p5"/>
              <p:cNvSpPr/>
              <p:nvPr/>
            </p:nvSpPr>
            <p:spPr>
              <a:xfrm>
                <a:off x="3184725" y="3534275"/>
                <a:ext cx="43025" cy="71925"/>
              </a:xfrm>
              <a:custGeom>
                <a:rect b="b" l="l" r="r" t="t"/>
                <a:pathLst>
                  <a:path extrusionOk="0" h="2877" w="1721">
                    <a:moveTo>
                      <a:pt x="289" y="1"/>
                    </a:moveTo>
                    <a:cubicBezTo>
                      <a:pt x="207" y="1"/>
                      <a:pt x="120" y="70"/>
                      <a:pt x="91" y="158"/>
                    </a:cubicBezTo>
                    <a:cubicBezTo>
                      <a:pt x="0" y="385"/>
                      <a:pt x="91" y="611"/>
                      <a:pt x="136" y="837"/>
                    </a:cubicBezTo>
                    <a:cubicBezTo>
                      <a:pt x="226" y="1109"/>
                      <a:pt x="272" y="1335"/>
                      <a:pt x="407" y="1562"/>
                    </a:cubicBezTo>
                    <a:cubicBezTo>
                      <a:pt x="589" y="1969"/>
                      <a:pt x="815" y="2376"/>
                      <a:pt x="1086" y="2739"/>
                    </a:cubicBezTo>
                    <a:cubicBezTo>
                      <a:pt x="1174" y="2826"/>
                      <a:pt x="1262" y="2876"/>
                      <a:pt x="1362" y="2876"/>
                    </a:cubicBezTo>
                    <a:cubicBezTo>
                      <a:pt x="1417" y="2876"/>
                      <a:pt x="1475" y="2861"/>
                      <a:pt x="1539" y="2829"/>
                    </a:cubicBezTo>
                    <a:cubicBezTo>
                      <a:pt x="1675" y="2739"/>
                      <a:pt x="1720" y="2558"/>
                      <a:pt x="1630" y="2422"/>
                    </a:cubicBezTo>
                    <a:cubicBezTo>
                      <a:pt x="1358" y="2060"/>
                      <a:pt x="1132" y="1652"/>
                      <a:pt x="951" y="1245"/>
                    </a:cubicBezTo>
                    <a:lnTo>
                      <a:pt x="951" y="1290"/>
                    </a:lnTo>
                    <a:cubicBezTo>
                      <a:pt x="905" y="1109"/>
                      <a:pt x="815" y="883"/>
                      <a:pt x="724" y="702"/>
                    </a:cubicBezTo>
                    <a:cubicBezTo>
                      <a:pt x="634" y="475"/>
                      <a:pt x="589" y="249"/>
                      <a:pt x="407" y="68"/>
                    </a:cubicBezTo>
                    <a:cubicBezTo>
                      <a:pt x="376" y="20"/>
                      <a:pt x="333" y="1"/>
                      <a:pt x="2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2" name="Google Shape;3292;p5"/>
              <p:cNvSpPr/>
              <p:nvPr/>
            </p:nvSpPr>
            <p:spPr>
              <a:xfrm>
                <a:off x="3332975" y="3683500"/>
                <a:ext cx="118850" cy="101550"/>
              </a:xfrm>
              <a:custGeom>
                <a:rect b="b" l="l" r="r" t="t"/>
                <a:pathLst>
                  <a:path extrusionOk="0" h="4062" w="4754">
                    <a:moveTo>
                      <a:pt x="404" y="0"/>
                    </a:moveTo>
                    <a:cubicBezTo>
                      <a:pt x="314" y="0"/>
                      <a:pt x="220" y="35"/>
                      <a:pt x="136" y="120"/>
                    </a:cubicBezTo>
                    <a:cubicBezTo>
                      <a:pt x="0" y="255"/>
                      <a:pt x="0" y="482"/>
                      <a:pt x="136" y="663"/>
                    </a:cubicBezTo>
                    <a:cubicBezTo>
                      <a:pt x="725" y="1342"/>
                      <a:pt x="1313" y="2021"/>
                      <a:pt x="1992" y="2609"/>
                    </a:cubicBezTo>
                    <a:cubicBezTo>
                      <a:pt x="2309" y="2926"/>
                      <a:pt x="2671" y="3243"/>
                      <a:pt x="3079" y="3469"/>
                    </a:cubicBezTo>
                    <a:cubicBezTo>
                      <a:pt x="3422" y="3684"/>
                      <a:pt x="3847" y="4061"/>
                      <a:pt x="4276" y="4061"/>
                    </a:cubicBezTo>
                    <a:cubicBezTo>
                      <a:pt x="4299" y="4061"/>
                      <a:pt x="4323" y="4060"/>
                      <a:pt x="4346" y="4058"/>
                    </a:cubicBezTo>
                    <a:cubicBezTo>
                      <a:pt x="4572" y="4013"/>
                      <a:pt x="4753" y="3832"/>
                      <a:pt x="4663" y="3605"/>
                    </a:cubicBezTo>
                    <a:cubicBezTo>
                      <a:pt x="4572" y="3153"/>
                      <a:pt x="4074" y="2926"/>
                      <a:pt x="3758" y="2655"/>
                    </a:cubicBezTo>
                    <a:cubicBezTo>
                      <a:pt x="3441" y="2338"/>
                      <a:pt x="3079" y="2111"/>
                      <a:pt x="2716" y="1840"/>
                    </a:cubicBezTo>
                    <a:cubicBezTo>
                      <a:pt x="2037" y="1297"/>
                      <a:pt x="1358" y="708"/>
                      <a:pt x="679" y="120"/>
                    </a:cubicBezTo>
                    <a:cubicBezTo>
                      <a:pt x="607" y="47"/>
                      <a:pt x="508" y="0"/>
                      <a:pt x="4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3" name="Google Shape;3293;p5"/>
              <p:cNvSpPr/>
              <p:nvPr/>
            </p:nvSpPr>
            <p:spPr>
              <a:xfrm>
                <a:off x="3468775" y="4435400"/>
                <a:ext cx="104150" cy="281400"/>
              </a:xfrm>
              <a:custGeom>
                <a:rect b="b" l="l" r="r" t="t"/>
                <a:pathLst>
                  <a:path extrusionOk="0" h="11256" w="4166">
                    <a:moveTo>
                      <a:pt x="521" y="0"/>
                    </a:moveTo>
                    <a:cubicBezTo>
                      <a:pt x="340" y="0"/>
                      <a:pt x="159" y="125"/>
                      <a:pt x="136" y="374"/>
                    </a:cubicBezTo>
                    <a:cubicBezTo>
                      <a:pt x="91" y="1324"/>
                      <a:pt x="0" y="2230"/>
                      <a:pt x="227" y="3180"/>
                    </a:cubicBezTo>
                    <a:cubicBezTo>
                      <a:pt x="453" y="4176"/>
                      <a:pt x="906" y="5036"/>
                      <a:pt x="1404" y="5897"/>
                    </a:cubicBezTo>
                    <a:cubicBezTo>
                      <a:pt x="1902" y="6711"/>
                      <a:pt x="2309" y="7526"/>
                      <a:pt x="2445" y="8477"/>
                    </a:cubicBezTo>
                    <a:cubicBezTo>
                      <a:pt x="2536" y="9292"/>
                      <a:pt x="2173" y="10469"/>
                      <a:pt x="2762" y="11102"/>
                    </a:cubicBezTo>
                    <a:cubicBezTo>
                      <a:pt x="2864" y="11204"/>
                      <a:pt x="2991" y="11255"/>
                      <a:pt x="3106" y="11255"/>
                    </a:cubicBezTo>
                    <a:cubicBezTo>
                      <a:pt x="3144" y="11255"/>
                      <a:pt x="3181" y="11250"/>
                      <a:pt x="3215" y="11238"/>
                    </a:cubicBezTo>
                    <a:cubicBezTo>
                      <a:pt x="4165" y="10876"/>
                      <a:pt x="4120" y="9609"/>
                      <a:pt x="4075" y="8794"/>
                    </a:cubicBezTo>
                    <a:cubicBezTo>
                      <a:pt x="4029" y="7798"/>
                      <a:pt x="3758" y="6802"/>
                      <a:pt x="3260" y="5897"/>
                    </a:cubicBezTo>
                    <a:cubicBezTo>
                      <a:pt x="2762" y="4991"/>
                      <a:pt x="2128" y="4222"/>
                      <a:pt x="1721" y="3316"/>
                    </a:cubicBezTo>
                    <a:cubicBezTo>
                      <a:pt x="1313" y="2366"/>
                      <a:pt x="906" y="1370"/>
                      <a:pt x="906" y="374"/>
                    </a:cubicBezTo>
                    <a:cubicBezTo>
                      <a:pt x="883" y="125"/>
                      <a:pt x="702" y="0"/>
                      <a:pt x="521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4" name="Google Shape;3294;p5"/>
              <p:cNvSpPr/>
              <p:nvPr/>
            </p:nvSpPr>
            <p:spPr>
              <a:xfrm>
                <a:off x="3512900" y="4731750"/>
                <a:ext cx="20400" cy="25825"/>
              </a:xfrm>
              <a:custGeom>
                <a:rect b="b" l="l" r="r" t="t"/>
                <a:pathLst>
                  <a:path extrusionOk="0" h="1033" w="816">
                    <a:moveTo>
                      <a:pt x="217" y="0"/>
                    </a:moveTo>
                    <a:cubicBezTo>
                      <a:pt x="189" y="0"/>
                      <a:pt x="161" y="6"/>
                      <a:pt x="137" y="18"/>
                    </a:cubicBezTo>
                    <a:cubicBezTo>
                      <a:pt x="46" y="63"/>
                      <a:pt x="1" y="199"/>
                      <a:pt x="46" y="290"/>
                    </a:cubicBezTo>
                    <a:cubicBezTo>
                      <a:pt x="137" y="425"/>
                      <a:pt x="182" y="561"/>
                      <a:pt x="273" y="652"/>
                    </a:cubicBezTo>
                    <a:cubicBezTo>
                      <a:pt x="318" y="742"/>
                      <a:pt x="363" y="788"/>
                      <a:pt x="408" y="833"/>
                    </a:cubicBezTo>
                    <a:cubicBezTo>
                      <a:pt x="454" y="878"/>
                      <a:pt x="499" y="923"/>
                      <a:pt x="544" y="969"/>
                    </a:cubicBezTo>
                    <a:cubicBezTo>
                      <a:pt x="576" y="1001"/>
                      <a:pt x="631" y="1033"/>
                      <a:pt x="676" y="1033"/>
                    </a:cubicBezTo>
                    <a:cubicBezTo>
                      <a:pt x="695" y="1033"/>
                      <a:pt x="712" y="1027"/>
                      <a:pt x="725" y="1014"/>
                    </a:cubicBezTo>
                    <a:cubicBezTo>
                      <a:pt x="771" y="969"/>
                      <a:pt x="816" y="923"/>
                      <a:pt x="771" y="878"/>
                    </a:cubicBezTo>
                    <a:cubicBezTo>
                      <a:pt x="771" y="788"/>
                      <a:pt x="725" y="742"/>
                      <a:pt x="725" y="652"/>
                    </a:cubicBezTo>
                    <a:cubicBezTo>
                      <a:pt x="680" y="607"/>
                      <a:pt x="635" y="516"/>
                      <a:pt x="635" y="471"/>
                    </a:cubicBezTo>
                    <a:cubicBezTo>
                      <a:pt x="544" y="335"/>
                      <a:pt x="454" y="199"/>
                      <a:pt x="408" y="109"/>
                    </a:cubicBezTo>
                    <a:cubicBezTo>
                      <a:pt x="375" y="42"/>
                      <a:pt x="294" y="0"/>
                      <a:pt x="217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5" name="Google Shape;3295;p5"/>
              <p:cNvSpPr/>
              <p:nvPr/>
            </p:nvSpPr>
            <p:spPr>
              <a:xfrm>
                <a:off x="3449525" y="4155050"/>
                <a:ext cx="54350" cy="87175"/>
              </a:xfrm>
              <a:custGeom>
                <a:rect b="b" l="l" r="r" t="t"/>
                <a:pathLst>
                  <a:path extrusionOk="0" h="3487" w="2174">
                    <a:moveTo>
                      <a:pt x="418" y="0"/>
                    </a:moveTo>
                    <a:cubicBezTo>
                      <a:pt x="351" y="0"/>
                      <a:pt x="285" y="15"/>
                      <a:pt x="227" y="44"/>
                    </a:cubicBezTo>
                    <a:lnTo>
                      <a:pt x="227" y="89"/>
                    </a:lnTo>
                    <a:cubicBezTo>
                      <a:pt x="1" y="180"/>
                      <a:pt x="1" y="406"/>
                      <a:pt x="91" y="633"/>
                    </a:cubicBezTo>
                    <a:cubicBezTo>
                      <a:pt x="273" y="1085"/>
                      <a:pt x="454" y="1538"/>
                      <a:pt x="680" y="1991"/>
                    </a:cubicBezTo>
                    <a:cubicBezTo>
                      <a:pt x="770" y="2217"/>
                      <a:pt x="861" y="2443"/>
                      <a:pt x="997" y="2670"/>
                    </a:cubicBezTo>
                    <a:cubicBezTo>
                      <a:pt x="1042" y="2806"/>
                      <a:pt x="1087" y="2941"/>
                      <a:pt x="1133" y="3032"/>
                    </a:cubicBezTo>
                    <a:cubicBezTo>
                      <a:pt x="1223" y="3168"/>
                      <a:pt x="1314" y="3258"/>
                      <a:pt x="1404" y="3349"/>
                    </a:cubicBezTo>
                    <a:cubicBezTo>
                      <a:pt x="1492" y="3436"/>
                      <a:pt x="1599" y="3486"/>
                      <a:pt x="1712" y="3486"/>
                    </a:cubicBezTo>
                    <a:cubicBezTo>
                      <a:pt x="1774" y="3486"/>
                      <a:pt x="1838" y="3471"/>
                      <a:pt x="1902" y="3439"/>
                    </a:cubicBezTo>
                    <a:cubicBezTo>
                      <a:pt x="2038" y="3394"/>
                      <a:pt x="2174" y="3213"/>
                      <a:pt x="2174" y="3032"/>
                    </a:cubicBezTo>
                    <a:cubicBezTo>
                      <a:pt x="2174" y="2851"/>
                      <a:pt x="2174" y="2760"/>
                      <a:pt x="2083" y="2534"/>
                    </a:cubicBezTo>
                    <a:cubicBezTo>
                      <a:pt x="1993" y="2443"/>
                      <a:pt x="1947" y="2308"/>
                      <a:pt x="1902" y="2217"/>
                    </a:cubicBezTo>
                    <a:cubicBezTo>
                      <a:pt x="1766" y="1991"/>
                      <a:pt x="1631" y="1764"/>
                      <a:pt x="1540" y="1538"/>
                    </a:cubicBezTo>
                    <a:cubicBezTo>
                      <a:pt x="1268" y="1085"/>
                      <a:pt x="1042" y="633"/>
                      <a:pt x="770" y="225"/>
                    </a:cubicBezTo>
                    <a:cubicBezTo>
                      <a:pt x="709" y="71"/>
                      <a:pt x="562" y="0"/>
                      <a:pt x="418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6" name="Google Shape;3296;p5"/>
              <p:cNvSpPr/>
              <p:nvPr/>
            </p:nvSpPr>
            <p:spPr>
              <a:xfrm>
                <a:off x="3439350" y="4080325"/>
                <a:ext cx="46425" cy="77475"/>
              </a:xfrm>
              <a:custGeom>
                <a:rect b="b" l="l" r="r" t="t"/>
                <a:pathLst>
                  <a:path extrusionOk="0" h="3099" w="1857">
                    <a:moveTo>
                      <a:pt x="406" y="0"/>
                    </a:moveTo>
                    <a:cubicBezTo>
                      <a:pt x="348" y="0"/>
                      <a:pt x="287" y="15"/>
                      <a:pt x="227" y="45"/>
                    </a:cubicBezTo>
                    <a:cubicBezTo>
                      <a:pt x="46" y="136"/>
                      <a:pt x="0" y="362"/>
                      <a:pt x="91" y="543"/>
                    </a:cubicBezTo>
                    <a:cubicBezTo>
                      <a:pt x="317" y="951"/>
                      <a:pt x="498" y="1358"/>
                      <a:pt x="725" y="1811"/>
                    </a:cubicBezTo>
                    <a:cubicBezTo>
                      <a:pt x="815" y="2037"/>
                      <a:pt x="906" y="2264"/>
                      <a:pt x="1042" y="2445"/>
                    </a:cubicBezTo>
                    <a:cubicBezTo>
                      <a:pt x="1087" y="2535"/>
                      <a:pt x="1132" y="2671"/>
                      <a:pt x="1177" y="2762"/>
                    </a:cubicBezTo>
                    <a:cubicBezTo>
                      <a:pt x="1268" y="2852"/>
                      <a:pt x="1359" y="2943"/>
                      <a:pt x="1449" y="3033"/>
                    </a:cubicBezTo>
                    <a:cubicBezTo>
                      <a:pt x="1494" y="3078"/>
                      <a:pt x="1550" y="3099"/>
                      <a:pt x="1605" y="3099"/>
                    </a:cubicBezTo>
                    <a:cubicBezTo>
                      <a:pt x="1716" y="3099"/>
                      <a:pt x="1826" y="3018"/>
                      <a:pt x="1857" y="2897"/>
                    </a:cubicBezTo>
                    <a:cubicBezTo>
                      <a:pt x="1857" y="2626"/>
                      <a:pt x="1766" y="2399"/>
                      <a:pt x="1721" y="2173"/>
                    </a:cubicBezTo>
                    <a:cubicBezTo>
                      <a:pt x="1630" y="1901"/>
                      <a:pt x="1540" y="1675"/>
                      <a:pt x="1404" y="1449"/>
                    </a:cubicBezTo>
                    <a:cubicBezTo>
                      <a:pt x="1177" y="996"/>
                      <a:pt x="951" y="589"/>
                      <a:pt x="725" y="181"/>
                    </a:cubicBezTo>
                    <a:cubicBezTo>
                      <a:pt x="634" y="60"/>
                      <a:pt x="524" y="0"/>
                      <a:pt x="406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7" name="Google Shape;3297;p5"/>
              <p:cNvSpPr/>
              <p:nvPr/>
            </p:nvSpPr>
            <p:spPr>
              <a:xfrm>
                <a:off x="3573475" y="3892625"/>
                <a:ext cx="114875" cy="50775"/>
              </a:xfrm>
              <a:custGeom>
                <a:rect b="b" l="l" r="r" t="t"/>
                <a:pathLst>
                  <a:path extrusionOk="0" h="2031" w="4595">
                    <a:moveTo>
                      <a:pt x="487" y="1"/>
                    </a:moveTo>
                    <a:cubicBezTo>
                      <a:pt x="226" y="1"/>
                      <a:pt x="0" y="333"/>
                      <a:pt x="249" y="582"/>
                    </a:cubicBezTo>
                    <a:cubicBezTo>
                      <a:pt x="792" y="1125"/>
                      <a:pt x="1471" y="1533"/>
                      <a:pt x="2195" y="1804"/>
                    </a:cubicBezTo>
                    <a:cubicBezTo>
                      <a:pt x="2558" y="1895"/>
                      <a:pt x="2965" y="2031"/>
                      <a:pt x="3327" y="2031"/>
                    </a:cubicBezTo>
                    <a:cubicBezTo>
                      <a:pt x="3735" y="1985"/>
                      <a:pt x="4187" y="2031"/>
                      <a:pt x="4504" y="1759"/>
                    </a:cubicBezTo>
                    <a:cubicBezTo>
                      <a:pt x="4595" y="1668"/>
                      <a:pt x="4595" y="1442"/>
                      <a:pt x="4459" y="1397"/>
                    </a:cubicBezTo>
                    <a:cubicBezTo>
                      <a:pt x="4142" y="1261"/>
                      <a:pt x="3825" y="1352"/>
                      <a:pt x="3463" y="1261"/>
                    </a:cubicBezTo>
                    <a:cubicBezTo>
                      <a:pt x="3146" y="1170"/>
                      <a:pt x="2784" y="1125"/>
                      <a:pt x="2467" y="1035"/>
                    </a:cubicBezTo>
                    <a:cubicBezTo>
                      <a:pt x="1788" y="854"/>
                      <a:pt x="1199" y="537"/>
                      <a:pt x="702" y="84"/>
                    </a:cubicBezTo>
                    <a:cubicBezTo>
                      <a:pt x="633" y="26"/>
                      <a:pt x="559" y="1"/>
                      <a:pt x="487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8" name="Google Shape;3298;p5"/>
              <p:cNvSpPr/>
              <p:nvPr/>
            </p:nvSpPr>
            <p:spPr>
              <a:xfrm>
                <a:off x="3783325" y="3742400"/>
                <a:ext cx="52150" cy="102400"/>
              </a:xfrm>
              <a:custGeom>
                <a:rect b="b" l="l" r="r" t="t"/>
                <a:pathLst>
                  <a:path extrusionOk="0" h="4096" w="2086">
                    <a:moveTo>
                      <a:pt x="516" y="0"/>
                    </a:moveTo>
                    <a:cubicBezTo>
                      <a:pt x="251" y="0"/>
                      <a:pt x="1" y="264"/>
                      <a:pt x="184" y="570"/>
                    </a:cubicBezTo>
                    <a:cubicBezTo>
                      <a:pt x="501" y="1113"/>
                      <a:pt x="727" y="1657"/>
                      <a:pt x="909" y="2245"/>
                    </a:cubicBezTo>
                    <a:cubicBezTo>
                      <a:pt x="1044" y="2517"/>
                      <a:pt x="1090" y="2834"/>
                      <a:pt x="1225" y="3105"/>
                    </a:cubicBezTo>
                    <a:cubicBezTo>
                      <a:pt x="1316" y="3422"/>
                      <a:pt x="1361" y="3739"/>
                      <a:pt x="1542" y="3965"/>
                    </a:cubicBezTo>
                    <a:cubicBezTo>
                      <a:pt x="1606" y="4051"/>
                      <a:pt x="1691" y="4096"/>
                      <a:pt x="1771" y="4096"/>
                    </a:cubicBezTo>
                    <a:cubicBezTo>
                      <a:pt x="1862" y="4096"/>
                      <a:pt x="1947" y="4040"/>
                      <a:pt x="1995" y="3920"/>
                    </a:cubicBezTo>
                    <a:cubicBezTo>
                      <a:pt x="2086" y="3603"/>
                      <a:pt x="2040" y="3241"/>
                      <a:pt x="1995" y="2924"/>
                    </a:cubicBezTo>
                    <a:cubicBezTo>
                      <a:pt x="1950" y="2607"/>
                      <a:pt x="1859" y="2290"/>
                      <a:pt x="1723" y="1974"/>
                    </a:cubicBezTo>
                    <a:cubicBezTo>
                      <a:pt x="1497" y="1340"/>
                      <a:pt x="1225" y="751"/>
                      <a:pt x="863" y="208"/>
                    </a:cubicBezTo>
                    <a:cubicBezTo>
                      <a:pt x="775" y="61"/>
                      <a:pt x="644" y="0"/>
                      <a:pt x="516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9" name="Google Shape;3299;p5"/>
              <p:cNvSpPr/>
              <p:nvPr/>
            </p:nvSpPr>
            <p:spPr>
              <a:xfrm>
                <a:off x="4468075" y="4439750"/>
                <a:ext cx="22675" cy="64150"/>
              </a:xfrm>
              <a:custGeom>
                <a:rect b="b" l="l" r="r" t="t"/>
                <a:pathLst>
                  <a:path extrusionOk="0" h="2566" w="907">
                    <a:moveTo>
                      <a:pt x="653" y="1"/>
                    </a:moveTo>
                    <a:cubicBezTo>
                      <a:pt x="589" y="1"/>
                      <a:pt x="532" y="43"/>
                      <a:pt x="499" y="109"/>
                    </a:cubicBezTo>
                    <a:cubicBezTo>
                      <a:pt x="318" y="426"/>
                      <a:pt x="272" y="788"/>
                      <a:pt x="227" y="1150"/>
                    </a:cubicBezTo>
                    <a:lnTo>
                      <a:pt x="1" y="2192"/>
                    </a:lnTo>
                    <a:cubicBezTo>
                      <a:pt x="1" y="2373"/>
                      <a:pt x="46" y="2508"/>
                      <a:pt x="227" y="2554"/>
                    </a:cubicBezTo>
                    <a:cubicBezTo>
                      <a:pt x="251" y="2562"/>
                      <a:pt x="275" y="2565"/>
                      <a:pt x="299" y="2565"/>
                    </a:cubicBezTo>
                    <a:cubicBezTo>
                      <a:pt x="408" y="2565"/>
                      <a:pt x="507" y="2484"/>
                      <a:pt x="544" y="2373"/>
                    </a:cubicBezTo>
                    <a:cubicBezTo>
                      <a:pt x="635" y="2010"/>
                      <a:pt x="680" y="1648"/>
                      <a:pt x="770" y="1286"/>
                    </a:cubicBezTo>
                    <a:cubicBezTo>
                      <a:pt x="816" y="924"/>
                      <a:pt x="906" y="562"/>
                      <a:pt x="861" y="200"/>
                    </a:cubicBezTo>
                    <a:cubicBezTo>
                      <a:pt x="861" y="109"/>
                      <a:pt x="816" y="19"/>
                      <a:pt x="725" y="19"/>
                    </a:cubicBezTo>
                    <a:cubicBezTo>
                      <a:pt x="701" y="7"/>
                      <a:pt x="677" y="1"/>
                      <a:pt x="6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0" name="Google Shape;3300;p5"/>
              <p:cNvSpPr/>
              <p:nvPr/>
            </p:nvSpPr>
            <p:spPr>
              <a:xfrm>
                <a:off x="4411500" y="4512000"/>
                <a:ext cx="21075" cy="78750"/>
              </a:xfrm>
              <a:custGeom>
                <a:rect b="b" l="l" r="r" t="t"/>
                <a:pathLst>
                  <a:path extrusionOk="0" h="3150" w="843">
                    <a:moveTo>
                      <a:pt x="597" y="1"/>
                    </a:moveTo>
                    <a:cubicBezTo>
                      <a:pt x="510" y="1"/>
                      <a:pt x="418" y="51"/>
                      <a:pt x="362" y="162"/>
                    </a:cubicBezTo>
                    <a:cubicBezTo>
                      <a:pt x="46" y="1022"/>
                      <a:pt x="0" y="1972"/>
                      <a:pt x="46" y="2878"/>
                    </a:cubicBezTo>
                    <a:cubicBezTo>
                      <a:pt x="46" y="3059"/>
                      <a:pt x="181" y="3149"/>
                      <a:pt x="317" y="3149"/>
                    </a:cubicBezTo>
                    <a:cubicBezTo>
                      <a:pt x="453" y="3149"/>
                      <a:pt x="589" y="3059"/>
                      <a:pt x="589" y="2878"/>
                    </a:cubicBezTo>
                    <a:cubicBezTo>
                      <a:pt x="589" y="2018"/>
                      <a:pt x="725" y="1158"/>
                      <a:pt x="815" y="297"/>
                    </a:cubicBezTo>
                    <a:cubicBezTo>
                      <a:pt x="842" y="109"/>
                      <a:pt x="725" y="1"/>
                      <a:pt x="5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5"/>
              <p:cNvSpPr/>
              <p:nvPr/>
            </p:nvSpPr>
            <p:spPr>
              <a:xfrm>
                <a:off x="4546493" y="3480950"/>
                <a:ext cx="58050" cy="132250"/>
              </a:xfrm>
              <a:custGeom>
                <a:rect b="b" l="l" r="r" t="t"/>
                <a:pathLst>
                  <a:path extrusionOk="0" h="5290" w="2322">
                    <a:moveTo>
                      <a:pt x="293" y="0"/>
                    </a:moveTo>
                    <a:cubicBezTo>
                      <a:pt x="132" y="0"/>
                      <a:pt x="0" y="149"/>
                      <a:pt x="33" y="345"/>
                    </a:cubicBezTo>
                    <a:cubicBezTo>
                      <a:pt x="124" y="1114"/>
                      <a:pt x="531" y="1884"/>
                      <a:pt x="803" y="2608"/>
                    </a:cubicBezTo>
                    <a:cubicBezTo>
                      <a:pt x="1029" y="3378"/>
                      <a:pt x="1255" y="4147"/>
                      <a:pt x="1391" y="4962"/>
                    </a:cubicBezTo>
                    <a:cubicBezTo>
                      <a:pt x="1431" y="5184"/>
                      <a:pt x="1625" y="5289"/>
                      <a:pt x="1823" y="5289"/>
                    </a:cubicBezTo>
                    <a:cubicBezTo>
                      <a:pt x="2069" y="5289"/>
                      <a:pt x="2321" y="5127"/>
                      <a:pt x="2296" y="4826"/>
                    </a:cubicBezTo>
                    <a:cubicBezTo>
                      <a:pt x="2206" y="3966"/>
                      <a:pt x="2025" y="3106"/>
                      <a:pt x="1753" y="2291"/>
                    </a:cubicBezTo>
                    <a:cubicBezTo>
                      <a:pt x="1482" y="1476"/>
                      <a:pt x="1119" y="616"/>
                      <a:pt x="486" y="73"/>
                    </a:cubicBezTo>
                    <a:cubicBezTo>
                      <a:pt x="422" y="23"/>
                      <a:pt x="356" y="0"/>
                      <a:pt x="2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2" name="Google Shape;3302;p5"/>
              <p:cNvSpPr/>
              <p:nvPr/>
            </p:nvSpPr>
            <p:spPr>
              <a:xfrm>
                <a:off x="4082168" y="3393450"/>
                <a:ext cx="66800" cy="185250"/>
              </a:xfrm>
              <a:custGeom>
                <a:rect b="b" l="l" r="r" t="t"/>
                <a:pathLst>
                  <a:path extrusionOk="0" h="7410" w="2672">
                    <a:moveTo>
                      <a:pt x="704" y="0"/>
                    </a:moveTo>
                    <a:cubicBezTo>
                      <a:pt x="423" y="0"/>
                      <a:pt x="183" y="328"/>
                      <a:pt x="317" y="631"/>
                    </a:cubicBezTo>
                    <a:cubicBezTo>
                      <a:pt x="634" y="1264"/>
                      <a:pt x="770" y="1989"/>
                      <a:pt x="725" y="2668"/>
                    </a:cubicBezTo>
                    <a:cubicBezTo>
                      <a:pt x="725" y="3437"/>
                      <a:pt x="363" y="4116"/>
                      <a:pt x="182" y="4841"/>
                    </a:cubicBezTo>
                    <a:cubicBezTo>
                      <a:pt x="1" y="5655"/>
                      <a:pt x="91" y="6697"/>
                      <a:pt x="861" y="7195"/>
                    </a:cubicBezTo>
                    <a:cubicBezTo>
                      <a:pt x="1048" y="7325"/>
                      <a:pt x="1358" y="7410"/>
                      <a:pt x="1667" y="7410"/>
                    </a:cubicBezTo>
                    <a:cubicBezTo>
                      <a:pt x="2108" y="7410"/>
                      <a:pt x="2546" y="7239"/>
                      <a:pt x="2626" y="6787"/>
                    </a:cubicBezTo>
                    <a:cubicBezTo>
                      <a:pt x="2671" y="6651"/>
                      <a:pt x="2581" y="6425"/>
                      <a:pt x="2400" y="6425"/>
                    </a:cubicBezTo>
                    <a:lnTo>
                      <a:pt x="2445" y="6425"/>
                    </a:lnTo>
                    <a:cubicBezTo>
                      <a:pt x="2309" y="6380"/>
                      <a:pt x="2219" y="6380"/>
                      <a:pt x="2128" y="6380"/>
                    </a:cubicBezTo>
                    <a:cubicBezTo>
                      <a:pt x="2083" y="6380"/>
                      <a:pt x="1992" y="6380"/>
                      <a:pt x="1947" y="6335"/>
                    </a:cubicBezTo>
                    <a:cubicBezTo>
                      <a:pt x="1947" y="6335"/>
                      <a:pt x="1947" y="6335"/>
                      <a:pt x="1902" y="6289"/>
                    </a:cubicBezTo>
                    <a:cubicBezTo>
                      <a:pt x="1766" y="6108"/>
                      <a:pt x="1675" y="6063"/>
                      <a:pt x="1630" y="5837"/>
                    </a:cubicBezTo>
                    <a:cubicBezTo>
                      <a:pt x="1540" y="5520"/>
                      <a:pt x="1675" y="5203"/>
                      <a:pt x="1766" y="4931"/>
                    </a:cubicBezTo>
                    <a:cubicBezTo>
                      <a:pt x="1857" y="4569"/>
                      <a:pt x="1992" y="4207"/>
                      <a:pt x="2083" y="3845"/>
                    </a:cubicBezTo>
                    <a:cubicBezTo>
                      <a:pt x="2219" y="3166"/>
                      <a:pt x="2219" y="2532"/>
                      <a:pt x="2038" y="1853"/>
                    </a:cubicBezTo>
                    <a:cubicBezTo>
                      <a:pt x="1902" y="1174"/>
                      <a:pt x="1494" y="585"/>
                      <a:pt x="996" y="133"/>
                    </a:cubicBezTo>
                    <a:cubicBezTo>
                      <a:pt x="903" y="40"/>
                      <a:pt x="801" y="0"/>
                      <a:pt x="7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3" name="Google Shape;3303;p5"/>
              <p:cNvSpPr/>
              <p:nvPr/>
            </p:nvSpPr>
            <p:spPr>
              <a:xfrm>
                <a:off x="4190818" y="3449425"/>
                <a:ext cx="44150" cy="70950"/>
              </a:xfrm>
              <a:custGeom>
                <a:rect b="b" l="l" r="r" t="t"/>
                <a:pathLst>
                  <a:path extrusionOk="0" h="2838" w="1766">
                    <a:moveTo>
                      <a:pt x="596" y="1"/>
                    </a:moveTo>
                    <a:cubicBezTo>
                      <a:pt x="550" y="1"/>
                      <a:pt x="502" y="7"/>
                      <a:pt x="453" y="21"/>
                    </a:cubicBezTo>
                    <a:cubicBezTo>
                      <a:pt x="227" y="112"/>
                      <a:pt x="0" y="383"/>
                      <a:pt x="91" y="700"/>
                    </a:cubicBezTo>
                    <a:cubicBezTo>
                      <a:pt x="227" y="1017"/>
                      <a:pt x="362" y="1379"/>
                      <a:pt x="498" y="1696"/>
                    </a:cubicBezTo>
                    <a:cubicBezTo>
                      <a:pt x="544" y="1923"/>
                      <a:pt x="634" y="2104"/>
                      <a:pt x="725" y="2285"/>
                    </a:cubicBezTo>
                    <a:cubicBezTo>
                      <a:pt x="815" y="2466"/>
                      <a:pt x="906" y="2692"/>
                      <a:pt x="1132" y="2783"/>
                    </a:cubicBezTo>
                    <a:cubicBezTo>
                      <a:pt x="1196" y="2821"/>
                      <a:pt x="1260" y="2838"/>
                      <a:pt x="1321" y="2838"/>
                    </a:cubicBezTo>
                    <a:cubicBezTo>
                      <a:pt x="1476" y="2838"/>
                      <a:pt x="1610" y="2731"/>
                      <a:pt x="1675" y="2602"/>
                    </a:cubicBezTo>
                    <a:cubicBezTo>
                      <a:pt x="1766" y="2375"/>
                      <a:pt x="1675" y="2149"/>
                      <a:pt x="1630" y="1923"/>
                    </a:cubicBezTo>
                    <a:cubicBezTo>
                      <a:pt x="1585" y="1742"/>
                      <a:pt x="1539" y="1560"/>
                      <a:pt x="1494" y="1425"/>
                    </a:cubicBezTo>
                    <a:lnTo>
                      <a:pt x="1132" y="383"/>
                    </a:lnTo>
                    <a:cubicBezTo>
                      <a:pt x="1056" y="192"/>
                      <a:pt x="850" y="1"/>
                      <a:pt x="5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4" name="Google Shape;3304;p5"/>
              <p:cNvSpPr/>
              <p:nvPr/>
            </p:nvSpPr>
            <p:spPr>
              <a:xfrm>
                <a:off x="3973525" y="3515575"/>
                <a:ext cx="9075" cy="6825"/>
              </a:xfrm>
              <a:custGeom>
                <a:rect b="b" l="l" r="r" t="t"/>
                <a:pathLst>
                  <a:path extrusionOk="0" h="273" w="363">
                    <a:moveTo>
                      <a:pt x="181" y="1"/>
                    </a:moveTo>
                    <a:cubicBezTo>
                      <a:pt x="0" y="1"/>
                      <a:pt x="0" y="273"/>
                      <a:pt x="181" y="273"/>
                    </a:cubicBezTo>
                    <a:cubicBezTo>
                      <a:pt x="362" y="273"/>
                      <a:pt x="362" y="1"/>
                      <a:pt x="181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5"/>
              <p:cNvSpPr/>
              <p:nvPr/>
            </p:nvSpPr>
            <p:spPr>
              <a:xfrm>
                <a:off x="4417168" y="2885025"/>
                <a:ext cx="97350" cy="131350"/>
              </a:xfrm>
              <a:custGeom>
                <a:rect b="b" l="l" r="r" t="t"/>
                <a:pathLst>
                  <a:path extrusionOk="0" h="5254" w="3894">
                    <a:moveTo>
                      <a:pt x="1160" y="0"/>
                    </a:moveTo>
                    <a:cubicBezTo>
                      <a:pt x="981" y="0"/>
                      <a:pt x="799" y="101"/>
                      <a:pt x="724" y="325"/>
                    </a:cubicBezTo>
                    <a:cubicBezTo>
                      <a:pt x="0" y="2090"/>
                      <a:pt x="1222" y="3856"/>
                      <a:pt x="2490" y="5033"/>
                    </a:cubicBezTo>
                    <a:cubicBezTo>
                      <a:pt x="2631" y="5174"/>
                      <a:pt x="2821" y="5254"/>
                      <a:pt x="3009" y="5254"/>
                    </a:cubicBezTo>
                    <a:cubicBezTo>
                      <a:pt x="3183" y="5254"/>
                      <a:pt x="3355" y="5185"/>
                      <a:pt x="3486" y="5033"/>
                    </a:cubicBezTo>
                    <a:cubicBezTo>
                      <a:pt x="3712" y="4807"/>
                      <a:pt x="3893" y="4444"/>
                      <a:pt x="3667" y="4128"/>
                    </a:cubicBezTo>
                    <a:cubicBezTo>
                      <a:pt x="3622" y="3992"/>
                      <a:pt x="3486" y="3901"/>
                      <a:pt x="3350" y="3856"/>
                    </a:cubicBezTo>
                    <a:lnTo>
                      <a:pt x="3305" y="3856"/>
                    </a:lnTo>
                    <a:cubicBezTo>
                      <a:pt x="3305" y="3856"/>
                      <a:pt x="3305" y="3856"/>
                      <a:pt x="3305" y="3811"/>
                    </a:cubicBezTo>
                    <a:lnTo>
                      <a:pt x="3078" y="3630"/>
                    </a:lnTo>
                    <a:cubicBezTo>
                      <a:pt x="2943" y="3494"/>
                      <a:pt x="2807" y="3358"/>
                      <a:pt x="2671" y="3222"/>
                    </a:cubicBezTo>
                    <a:cubicBezTo>
                      <a:pt x="2626" y="3132"/>
                      <a:pt x="2580" y="3086"/>
                      <a:pt x="2490" y="2996"/>
                    </a:cubicBezTo>
                    <a:cubicBezTo>
                      <a:pt x="2490" y="2951"/>
                      <a:pt x="2445" y="2905"/>
                      <a:pt x="2399" y="2860"/>
                    </a:cubicBezTo>
                    <a:cubicBezTo>
                      <a:pt x="2264" y="2679"/>
                      <a:pt x="2218" y="2634"/>
                      <a:pt x="2082" y="2407"/>
                    </a:cubicBezTo>
                    <a:cubicBezTo>
                      <a:pt x="1856" y="2090"/>
                      <a:pt x="1766" y="1864"/>
                      <a:pt x="1630" y="1502"/>
                    </a:cubicBezTo>
                    <a:cubicBezTo>
                      <a:pt x="1539" y="1185"/>
                      <a:pt x="1539" y="868"/>
                      <a:pt x="1584" y="551"/>
                    </a:cubicBezTo>
                    <a:cubicBezTo>
                      <a:pt x="1664" y="205"/>
                      <a:pt x="1416" y="0"/>
                      <a:pt x="11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6" name="Google Shape;3306;p5"/>
              <p:cNvSpPr/>
              <p:nvPr/>
            </p:nvSpPr>
            <p:spPr>
              <a:xfrm>
                <a:off x="4480543" y="2862575"/>
                <a:ext cx="62250" cy="57050"/>
              </a:xfrm>
              <a:custGeom>
                <a:rect b="b" l="l" r="r" t="t"/>
                <a:pathLst>
                  <a:path extrusionOk="0" h="2282" w="2490">
                    <a:moveTo>
                      <a:pt x="560" y="1"/>
                    </a:moveTo>
                    <a:cubicBezTo>
                      <a:pt x="430" y="1"/>
                      <a:pt x="294" y="46"/>
                      <a:pt x="181" y="137"/>
                    </a:cubicBezTo>
                    <a:cubicBezTo>
                      <a:pt x="0" y="363"/>
                      <a:pt x="0" y="680"/>
                      <a:pt x="181" y="861"/>
                    </a:cubicBezTo>
                    <a:cubicBezTo>
                      <a:pt x="453" y="1087"/>
                      <a:pt x="724" y="1314"/>
                      <a:pt x="996" y="1540"/>
                    </a:cubicBezTo>
                    <a:cubicBezTo>
                      <a:pt x="1132" y="1676"/>
                      <a:pt x="1222" y="1766"/>
                      <a:pt x="1358" y="1857"/>
                    </a:cubicBezTo>
                    <a:cubicBezTo>
                      <a:pt x="1449" y="1947"/>
                      <a:pt x="1539" y="2038"/>
                      <a:pt x="1630" y="2083"/>
                    </a:cubicBezTo>
                    <a:cubicBezTo>
                      <a:pt x="1720" y="2128"/>
                      <a:pt x="1811" y="2174"/>
                      <a:pt x="1856" y="2219"/>
                    </a:cubicBezTo>
                    <a:cubicBezTo>
                      <a:pt x="1938" y="2260"/>
                      <a:pt x="2019" y="2282"/>
                      <a:pt x="2092" y="2282"/>
                    </a:cubicBezTo>
                    <a:cubicBezTo>
                      <a:pt x="2182" y="2282"/>
                      <a:pt x="2259" y="2248"/>
                      <a:pt x="2309" y="2174"/>
                    </a:cubicBezTo>
                    <a:cubicBezTo>
                      <a:pt x="2445" y="2038"/>
                      <a:pt x="2490" y="1857"/>
                      <a:pt x="2399" y="1721"/>
                    </a:cubicBezTo>
                    <a:cubicBezTo>
                      <a:pt x="2264" y="1540"/>
                      <a:pt x="2173" y="1404"/>
                      <a:pt x="1992" y="1268"/>
                    </a:cubicBezTo>
                    <a:lnTo>
                      <a:pt x="2037" y="1268"/>
                    </a:lnTo>
                    <a:cubicBezTo>
                      <a:pt x="1901" y="1132"/>
                      <a:pt x="1766" y="997"/>
                      <a:pt x="1675" y="861"/>
                    </a:cubicBezTo>
                    <a:cubicBezTo>
                      <a:pt x="1403" y="634"/>
                      <a:pt x="1177" y="408"/>
                      <a:pt x="905" y="137"/>
                    </a:cubicBezTo>
                    <a:cubicBezTo>
                      <a:pt x="815" y="46"/>
                      <a:pt x="690" y="1"/>
                      <a:pt x="5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7" name="Google Shape;3307;p5"/>
              <p:cNvSpPr/>
              <p:nvPr/>
            </p:nvSpPr>
            <p:spPr>
              <a:xfrm>
                <a:off x="4788368" y="3596425"/>
                <a:ext cx="22650" cy="79600"/>
              </a:xfrm>
              <a:custGeom>
                <a:rect b="b" l="l" r="r" t="t"/>
                <a:pathLst>
                  <a:path extrusionOk="0" h="3184" w="906">
                    <a:moveTo>
                      <a:pt x="614" y="0"/>
                    </a:moveTo>
                    <a:cubicBezTo>
                      <a:pt x="548" y="0"/>
                      <a:pt x="486" y="35"/>
                      <a:pt x="453" y="117"/>
                    </a:cubicBezTo>
                    <a:cubicBezTo>
                      <a:pt x="317" y="343"/>
                      <a:pt x="272" y="569"/>
                      <a:pt x="227" y="796"/>
                    </a:cubicBezTo>
                    <a:cubicBezTo>
                      <a:pt x="136" y="1022"/>
                      <a:pt x="91" y="1249"/>
                      <a:pt x="91" y="1520"/>
                    </a:cubicBezTo>
                    <a:cubicBezTo>
                      <a:pt x="45" y="1973"/>
                      <a:pt x="0" y="2426"/>
                      <a:pt x="45" y="2878"/>
                    </a:cubicBezTo>
                    <a:cubicBezTo>
                      <a:pt x="45" y="3082"/>
                      <a:pt x="204" y="3184"/>
                      <a:pt x="362" y="3184"/>
                    </a:cubicBezTo>
                    <a:cubicBezTo>
                      <a:pt x="521" y="3184"/>
                      <a:pt x="679" y="3082"/>
                      <a:pt x="679" y="2878"/>
                    </a:cubicBezTo>
                    <a:cubicBezTo>
                      <a:pt x="679" y="2426"/>
                      <a:pt x="725" y="1973"/>
                      <a:pt x="770" y="1565"/>
                    </a:cubicBezTo>
                    <a:cubicBezTo>
                      <a:pt x="815" y="1339"/>
                      <a:pt x="815" y="1113"/>
                      <a:pt x="860" y="886"/>
                    </a:cubicBezTo>
                    <a:cubicBezTo>
                      <a:pt x="860" y="660"/>
                      <a:pt x="906" y="434"/>
                      <a:pt x="860" y="253"/>
                    </a:cubicBezTo>
                    <a:cubicBezTo>
                      <a:pt x="860" y="108"/>
                      <a:pt x="731" y="0"/>
                      <a:pt x="61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5"/>
              <p:cNvSpPr/>
              <p:nvPr/>
            </p:nvSpPr>
            <p:spPr>
              <a:xfrm>
                <a:off x="4878893" y="3610500"/>
                <a:ext cx="27200" cy="80800"/>
              </a:xfrm>
              <a:custGeom>
                <a:rect b="b" l="l" r="r" t="t"/>
                <a:pathLst>
                  <a:path extrusionOk="0" h="3232" w="1088">
                    <a:moveTo>
                      <a:pt x="792" y="0"/>
                    </a:moveTo>
                    <a:cubicBezTo>
                      <a:pt x="712" y="0"/>
                      <a:pt x="631" y="34"/>
                      <a:pt x="589" y="97"/>
                    </a:cubicBezTo>
                    <a:cubicBezTo>
                      <a:pt x="499" y="233"/>
                      <a:pt x="453" y="323"/>
                      <a:pt x="408" y="459"/>
                    </a:cubicBezTo>
                    <a:cubicBezTo>
                      <a:pt x="363" y="550"/>
                      <a:pt x="363" y="640"/>
                      <a:pt x="363" y="776"/>
                    </a:cubicBezTo>
                    <a:cubicBezTo>
                      <a:pt x="318" y="957"/>
                      <a:pt x="227" y="1183"/>
                      <a:pt x="227" y="1410"/>
                    </a:cubicBezTo>
                    <a:cubicBezTo>
                      <a:pt x="137" y="1863"/>
                      <a:pt x="91" y="2315"/>
                      <a:pt x="1" y="2768"/>
                    </a:cubicBezTo>
                    <a:cubicBezTo>
                      <a:pt x="1" y="2949"/>
                      <a:pt x="46" y="3175"/>
                      <a:pt x="272" y="3221"/>
                    </a:cubicBezTo>
                    <a:cubicBezTo>
                      <a:pt x="303" y="3228"/>
                      <a:pt x="334" y="3232"/>
                      <a:pt x="366" y="3232"/>
                    </a:cubicBezTo>
                    <a:cubicBezTo>
                      <a:pt x="524" y="3232"/>
                      <a:pt x="687" y="3138"/>
                      <a:pt x="725" y="2949"/>
                    </a:cubicBezTo>
                    <a:cubicBezTo>
                      <a:pt x="816" y="2496"/>
                      <a:pt x="861" y="2044"/>
                      <a:pt x="951" y="1591"/>
                    </a:cubicBezTo>
                    <a:cubicBezTo>
                      <a:pt x="997" y="1365"/>
                      <a:pt x="997" y="1138"/>
                      <a:pt x="1042" y="867"/>
                    </a:cubicBezTo>
                    <a:cubicBezTo>
                      <a:pt x="1042" y="776"/>
                      <a:pt x="1042" y="640"/>
                      <a:pt x="1087" y="550"/>
                    </a:cubicBezTo>
                    <a:cubicBezTo>
                      <a:pt x="1087" y="414"/>
                      <a:pt x="1042" y="278"/>
                      <a:pt x="997" y="142"/>
                    </a:cubicBezTo>
                    <a:cubicBezTo>
                      <a:pt x="972" y="45"/>
                      <a:pt x="883" y="0"/>
                      <a:pt x="7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9" name="Google Shape;3309;p5"/>
              <p:cNvSpPr/>
              <p:nvPr/>
            </p:nvSpPr>
            <p:spPr>
              <a:xfrm>
                <a:off x="4814393" y="3397400"/>
                <a:ext cx="22650" cy="84250"/>
              </a:xfrm>
              <a:custGeom>
                <a:rect b="b" l="l" r="r" t="t"/>
                <a:pathLst>
                  <a:path extrusionOk="0" h="3370" w="906">
                    <a:moveTo>
                      <a:pt x="314" y="0"/>
                    </a:moveTo>
                    <a:cubicBezTo>
                      <a:pt x="194" y="0"/>
                      <a:pt x="71" y="95"/>
                      <a:pt x="46" y="246"/>
                    </a:cubicBezTo>
                    <a:cubicBezTo>
                      <a:pt x="0" y="473"/>
                      <a:pt x="46" y="744"/>
                      <a:pt x="46" y="971"/>
                    </a:cubicBezTo>
                    <a:cubicBezTo>
                      <a:pt x="46" y="1197"/>
                      <a:pt x="46" y="1423"/>
                      <a:pt x="91" y="1650"/>
                    </a:cubicBezTo>
                    <a:cubicBezTo>
                      <a:pt x="136" y="2102"/>
                      <a:pt x="181" y="2555"/>
                      <a:pt x="227" y="3053"/>
                    </a:cubicBezTo>
                    <a:cubicBezTo>
                      <a:pt x="272" y="3234"/>
                      <a:pt x="363" y="3370"/>
                      <a:pt x="589" y="3370"/>
                    </a:cubicBezTo>
                    <a:cubicBezTo>
                      <a:pt x="725" y="3370"/>
                      <a:pt x="906" y="3234"/>
                      <a:pt x="906" y="3053"/>
                    </a:cubicBezTo>
                    <a:cubicBezTo>
                      <a:pt x="861" y="2555"/>
                      <a:pt x="815" y="2102"/>
                      <a:pt x="770" y="1604"/>
                    </a:cubicBezTo>
                    <a:cubicBezTo>
                      <a:pt x="770" y="1378"/>
                      <a:pt x="725" y="1152"/>
                      <a:pt x="679" y="925"/>
                    </a:cubicBezTo>
                    <a:cubicBezTo>
                      <a:pt x="679" y="654"/>
                      <a:pt x="634" y="427"/>
                      <a:pt x="544" y="201"/>
                    </a:cubicBezTo>
                    <a:cubicBezTo>
                      <a:pt x="503" y="60"/>
                      <a:pt x="410" y="0"/>
                      <a:pt x="31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0" name="Google Shape;3310;p5"/>
              <p:cNvSpPr/>
              <p:nvPr/>
            </p:nvSpPr>
            <p:spPr>
              <a:xfrm>
                <a:off x="2220927" y="238025"/>
                <a:ext cx="3145075" cy="5219050"/>
              </a:xfrm>
              <a:custGeom>
                <a:rect b="b" l="l" r="r" t="t"/>
                <a:pathLst>
                  <a:path extrusionOk="0" h="208762" w="125803">
                    <a:moveTo>
                      <a:pt x="77899" y="7965"/>
                    </a:moveTo>
                    <a:lnTo>
                      <a:pt x="77899" y="7965"/>
                    </a:lnTo>
                    <a:cubicBezTo>
                      <a:pt x="77887" y="7997"/>
                      <a:pt x="77875" y="8029"/>
                      <a:pt x="77863" y="8062"/>
                    </a:cubicBezTo>
                    <a:cubicBezTo>
                      <a:pt x="77863" y="8029"/>
                      <a:pt x="77886" y="7997"/>
                      <a:pt x="77899" y="7965"/>
                    </a:cubicBezTo>
                    <a:close/>
                    <a:moveTo>
                      <a:pt x="87414" y="21145"/>
                    </a:moveTo>
                    <a:cubicBezTo>
                      <a:pt x="87414" y="21145"/>
                      <a:pt x="87442" y="21145"/>
                      <a:pt x="87454" y="21166"/>
                    </a:cubicBezTo>
                    <a:lnTo>
                      <a:pt x="87454" y="21166"/>
                    </a:lnTo>
                    <a:cubicBezTo>
                      <a:pt x="87441" y="21159"/>
                      <a:pt x="87428" y="21152"/>
                      <a:pt x="87414" y="21145"/>
                    </a:cubicBezTo>
                    <a:close/>
                    <a:moveTo>
                      <a:pt x="77908" y="29384"/>
                    </a:moveTo>
                    <a:lnTo>
                      <a:pt x="77908" y="29384"/>
                    </a:lnTo>
                    <a:cubicBezTo>
                      <a:pt x="77884" y="29424"/>
                      <a:pt x="77861" y="29461"/>
                      <a:pt x="77839" y="29497"/>
                    </a:cubicBezTo>
                    <a:lnTo>
                      <a:pt x="77839" y="29497"/>
                    </a:lnTo>
                    <a:cubicBezTo>
                      <a:pt x="77876" y="29459"/>
                      <a:pt x="77908" y="29421"/>
                      <a:pt x="77908" y="29384"/>
                    </a:cubicBezTo>
                    <a:close/>
                    <a:moveTo>
                      <a:pt x="39897" y="1228"/>
                    </a:moveTo>
                    <a:cubicBezTo>
                      <a:pt x="40980" y="1228"/>
                      <a:pt x="42071" y="1358"/>
                      <a:pt x="43142" y="1634"/>
                    </a:cubicBezTo>
                    <a:cubicBezTo>
                      <a:pt x="45993" y="2403"/>
                      <a:pt x="48664" y="4214"/>
                      <a:pt x="50475" y="6568"/>
                    </a:cubicBezTo>
                    <a:cubicBezTo>
                      <a:pt x="50559" y="6679"/>
                      <a:pt x="50672" y="6727"/>
                      <a:pt x="50783" y="6727"/>
                    </a:cubicBezTo>
                    <a:cubicBezTo>
                      <a:pt x="51032" y="6727"/>
                      <a:pt x="51266" y="6488"/>
                      <a:pt x="51109" y="6206"/>
                    </a:cubicBezTo>
                    <a:cubicBezTo>
                      <a:pt x="50792" y="5753"/>
                      <a:pt x="50475" y="5300"/>
                      <a:pt x="50158" y="4893"/>
                    </a:cubicBezTo>
                    <a:cubicBezTo>
                      <a:pt x="50158" y="4803"/>
                      <a:pt x="50158" y="4667"/>
                      <a:pt x="50068" y="4576"/>
                    </a:cubicBezTo>
                    <a:cubicBezTo>
                      <a:pt x="49434" y="3761"/>
                      <a:pt x="48710" y="3037"/>
                      <a:pt x="48347" y="2132"/>
                    </a:cubicBezTo>
                    <a:lnTo>
                      <a:pt x="48347" y="2132"/>
                    </a:lnTo>
                    <a:cubicBezTo>
                      <a:pt x="49887" y="2765"/>
                      <a:pt x="51743" y="2584"/>
                      <a:pt x="53282" y="3354"/>
                    </a:cubicBezTo>
                    <a:cubicBezTo>
                      <a:pt x="54413" y="3897"/>
                      <a:pt x="55092" y="4984"/>
                      <a:pt x="55771" y="6025"/>
                    </a:cubicBezTo>
                    <a:cubicBezTo>
                      <a:pt x="56541" y="7202"/>
                      <a:pt x="57265" y="8605"/>
                      <a:pt x="57446" y="10054"/>
                    </a:cubicBezTo>
                    <a:cubicBezTo>
                      <a:pt x="57470" y="10263"/>
                      <a:pt x="57648" y="10376"/>
                      <a:pt x="57816" y="10376"/>
                    </a:cubicBezTo>
                    <a:cubicBezTo>
                      <a:pt x="57975" y="10376"/>
                      <a:pt x="58125" y="10274"/>
                      <a:pt x="58125" y="10054"/>
                    </a:cubicBezTo>
                    <a:cubicBezTo>
                      <a:pt x="58216" y="9284"/>
                      <a:pt x="58125" y="8560"/>
                      <a:pt x="57990" y="7836"/>
                    </a:cubicBezTo>
                    <a:cubicBezTo>
                      <a:pt x="59593" y="5616"/>
                      <a:pt x="62502" y="4777"/>
                      <a:pt x="65193" y="4777"/>
                    </a:cubicBezTo>
                    <a:cubicBezTo>
                      <a:pt x="65465" y="4777"/>
                      <a:pt x="65736" y="4786"/>
                      <a:pt x="66002" y="4803"/>
                    </a:cubicBezTo>
                    <a:cubicBezTo>
                      <a:pt x="67858" y="4984"/>
                      <a:pt x="69714" y="5436"/>
                      <a:pt x="71525" y="5844"/>
                    </a:cubicBezTo>
                    <a:cubicBezTo>
                      <a:pt x="72521" y="6070"/>
                      <a:pt x="73562" y="6296"/>
                      <a:pt x="74603" y="6296"/>
                    </a:cubicBezTo>
                    <a:cubicBezTo>
                      <a:pt x="74467" y="6432"/>
                      <a:pt x="74332" y="6568"/>
                      <a:pt x="74241" y="6659"/>
                    </a:cubicBezTo>
                    <a:cubicBezTo>
                      <a:pt x="73698" y="7156"/>
                      <a:pt x="73109" y="7564"/>
                      <a:pt x="72566" y="8062"/>
                    </a:cubicBezTo>
                    <a:cubicBezTo>
                      <a:pt x="72385" y="8198"/>
                      <a:pt x="72476" y="8424"/>
                      <a:pt x="72657" y="8515"/>
                    </a:cubicBezTo>
                    <a:cubicBezTo>
                      <a:pt x="72340" y="8696"/>
                      <a:pt x="72023" y="8831"/>
                      <a:pt x="71706" y="9013"/>
                    </a:cubicBezTo>
                    <a:cubicBezTo>
                      <a:pt x="70937" y="9465"/>
                      <a:pt x="70167" y="10008"/>
                      <a:pt x="69624" y="10733"/>
                    </a:cubicBezTo>
                    <a:cubicBezTo>
                      <a:pt x="69126" y="11412"/>
                      <a:pt x="68673" y="12362"/>
                      <a:pt x="68945" y="13223"/>
                    </a:cubicBezTo>
                    <a:cubicBezTo>
                      <a:pt x="68990" y="13381"/>
                      <a:pt x="69126" y="13460"/>
                      <a:pt x="69262" y="13460"/>
                    </a:cubicBezTo>
                    <a:cubicBezTo>
                      <a:pt x="69397" y="13460"/>
                      <a:pt x="69533" y="13381"/>
                      <a:pt x="69578" y="13223"/>
                    </a:cubicBezTo>
                    <a:cubicBezTo>
                      <a:pt x="69669" y="12770"/>
                      <a:pt x="69760" y="12317"/>
                      <a:pt x="70031" y="11910"/>
                    </a:cubicBezTo>
                    <a:cubicBezTo>
                      <a:pt x="70303" y="11457"/>
                      <a:pt x="70620" y="11140"/>
                      <a:pt x="71027" y="10823"/>
                    </a:cubicBezTo>
                    <a:cubicBezTo>
                      <a:pt x="71842" y="10144"/>
                      <a:pt x="72838" y="9737"/>
                      <a:pt x="73788" y="9329"/>
                    </a:cubicBezTo>
                    <a:cubicBezTo>
                      <a:pt x="74739" y="8877"/>
                      <a:pt x="75690" y="8379"/>
                      <a:pt x="76369" y="7564"/>
                    </a:cubicBezTo>
                    <a:cubicBezTo>
                      <a:pt x="76731" y="7156"/>
                      <a:pt x="77048" y="6704"/>
                      <a:pt x="77319" y="6206"/>
                    </a:cubicBezTo>
                    <a:cubicBezTo>
                      <a:pt x="77455" y="5980"/>
                      <a:pt x="77636" y="5753"/>
                      <a:pt x="77772" y="5527"/>
                    </a:cubicBezTo>
                    <a:cubicBezTo>
                      <a:pt x="77817" y="5436"/>
                      <a:pt x="77863" y="5346"/>
                      <a:pt x="77953" y="5255"/>
                    </a:cubicBezTo>
                    <a:cubicBezTo>
                      <a:pt x="78044" y="5436"/>
                      <a:pt x="78089" y="5663"/>
                      <a:pt x="78134" y="5844"/>
                    </a:cubicBezTo>
                    <a:cubicBezTo>
                      <a:pt x="78225" y="6206"/>
                      <a:pt x="78225" y="6568"/>
                      <a:pt x="78180" y="6930"/>
                    </a:cubicBezTo>
                    <a:cubicBezTo>
                      <a:pt x="78139" y="7297"/>
                      <a:pt x="78024" y="7628"/>
                      <a:pt x="77903" y="7955"/>
                    </a:cubicBezTo>
                    <a:lnTo>
                      <a:pt x="77903" y="7955"/>
                    </a:lnTo>
                    <a:cubicBezTo>
                      <a:pt x="77906" y="7945"/>
                      <a:pt x="77908" y="7936"/>
                      <a:pt x="77908" y="7926"/>
                    </a:cubicBezTo>
                    <a:cubicBezTo>
                      <a:pt x="77953" y="7654"/>
                      <a:pt x="77998" y="7383"/>
                      <a:pt x="77953" y="7111"/>
                    </a:cubicBezTo>
                    <a:cubicBezTo>
                      <a:pt x="77953" y="6840"/>
                      <a:pt x="77953" y="6568"/>
                      <a:pt x="77727" y="6387"/>
                    </a:cubicBezTo>
                    <a:cubicBezTo>
                      <a:pt x="77704" y="6364"/>
                      <a:pt x="77659" y="6353"/>
                      <a:pt x="77614" y="6353"/>
                    </a:cubicBezTo>
                    <a:cubicBezTo>
                      <a:pt x="77568" y="6353"/>
                      <a:pt x="77523" y="6364"/>
                      <a:pt x="77500" y="6387"/>
                    </a:cubicBezTo>
                    <a:cubicBezTo>
                      <a:pt x="77319" y="6523"/>
                      <a:pt x="77274" y="6749"/>
                      <a:pt x="77229" y="6975"/>
                    </a:cubicBezTo>
                    <a:cubicBezTo>
                      <a:pt x="77184" y="7202"/>
                      <a:pt x="77138" y="7428"/>
                      <a:pt x="77048" y="7654"/>
                    </a:cubicBezTo>
                    <a:cubicBezTo>
                      <a:pt x="76912" y="8107"/>
                      <a:pt x="76776" y="8515"/>
                      <a:pt x="76595" y="8967"/>
                    </a:cubicBezTo>
                    <a:cubicBezTo>
                      <a:pt x="76369" y="9375"/>
                      <a:pt x="76142" y="9737"/>
                      <a:pt x="75871" y="10099"/>
                    </a:cubicBezTo>
                    <a:cubicBezTo>
                      <a:pt x="75554" y="10461"/>
                      <a:pt x="75192" y="10778"/>
                      <a:pt x="74920" y="11185"/>
                    </a:cubicBezTo>
                    <a:cubicBezTo>
                      <a:pt x="74784" y="11321"/>
                      <a:pt x="74830" y="11638"/>
                      <a:pt x="75056" y="11683"/>
                    </a:cubicBezTo>
                    <a:cubicBezTo>
                      <a:pt x="74603" y="12136"/>
                      <a:pt x="74151" y="12634"/>
                      <a:pt x="73924" y="13223"/>
                    </a:cubicBezTo>
                    <a:cubicBezTo>
                      <a:pt x="73816" y="13439"/>
                      <a:pt x="73966" y="13741"/>
                      <a:pt x="74192" y="13741"/>
                    </a:cubicBezTo>
                    <a:cubicBezTo>
                      <a:pt x="74250" y="13741"/>
                      <a:pt x="74312" y="13721"/>
                      <a:pt x="74377" y="13675"/>
                    </a:cubicBezTo>
                    <a:cubicBezTo>
                      <a:pt x="75101" y="13177"/>
                      <a:pt x="75780" y="12498"/>
                      <a:pt x="76414" y="11864"/>
                    </a:cubicBezTo>
                    <a:cubicBezTo>
                      <a:pt x="76912" y="11367"/>
                      <a:pt x="77410" y="10869"/>
                      <a:pt x="77863" y="10325"/>
                    </a:cubicBezTo>
                    <a:cubicBezTo>
                      <a:pt x="78134" y="10280"/>
                      <a:pt x="78361" y="10280"/>
                      <a:pt x="78632" y="10280"/>
                    </a:cubicBezTo>
                    <a:cubicBezTo>
                      <a:pt x="78793" y="10269"/>
                      <a:pt x="78953" y="10264"/>
                      <a:pt x="79113" y="10264"/>
                    </a:cubicBezTo>
                    <a:cubicBezTo>
                      <a:pt x="79632" y="10264"/>
                      <a:pt x="80151" y="10323"/>
                      <a:pt x="80669" y="10461"/>
                    </a:cubicBezTo>
                    <a:cubicBezTo>
                      <a:pt x="81892" y="10823"/>
                      <a:pt x="82978" y="11548"/>
                      <a:pt x="83793" y="12544"/>
                    </a:cubicBezTo>
                    <a:cubicBezTo>
                      <a:pt x="84562" y="13494"/>
                      <a:pt x="85060" y="14626"/>
                      <a:pt x="85513" y="15758"/>
                    </a:cubicBezTo>
                    <a:cubicBezTo>
                      <a:pt x="84427" y="14852"/>
                      <a:pt x="83431" y="13902"/>
                      <a:pt x="81982" y="13630"/>
                    </a:cubicBezTo>
                    <a:cubicBezTo>
                      <a:pt x="81512" y="13539"/>
                      <a:pt x="81023" y="13496"/>
                      <a:pt x="80529" y="13496"/>
                    </a:cubicBezTo>
                    <a:cubicBezTo>
                      <a:pt x="79308" y="13496"/>
                      <a:pt x="78052" y="13754"/>
                      <a:pt x="76957" y="14173"/>
                    </a:cubicBezTo>
                    <a:cubicBezTo>
                      <a:pt x="75554" y="14716"/>
                      <a:pt x="74467" y="15577"/>
                      <a:pt x="73879" y="16980"/>
                    </a:cubicBezTo>
                    <a:cubicBezTo>
                      <a:pt x="73791" y="17157"/>
                      <a:pt x="73952" y="17295"/>
                      <a:pt x="74112" y="17295"/>
                    </a:cubicBezTo>
                    <a:cubicBezTo>
                      <a:pt x="74198" y="17295"/>
                      <a:pt x="74284" y="17256"/>
                      <a:pt x="74332" y="17161"/>
                    </a:cubicBezTo>
                    <a:cubicBezTo>
                      <a:pt x="75056" y="15939"/>
                      <a:pt x="76459" y="15305"/>
                      <a:pt x="77817" y="14988"/>
                    </a:cubicBezTo>
                    <a:cubicBezTo>
                      <a:pt x="78635" y="14783"/>
                      <a:pt x="79569" y="14608"/>
                      <a:pt x="80488" y="14608"/>
                    </a:cubicBezTo>
                    <a:cubicBezTo>
                      <a:pt x="81196" y="14608"/>
                      <a:pt x="81895" y="14712"/>
                      <a:pt x="82525" y="14988"/>
                    </a:cubicBezTo>
                    <a:cubicBezTo>
                      <a:pt x="83250" y="15305"/>
                      <a:pt x="83838" y="15893"/>
                      <a:pt x="84427" y="16437"/>
                    </a:cubicBezTo>
                    <a:cubicBezTo>
                      <a:pt x="85106" y="16980"/>
                      <a:pt x="85785" y="17523"/>
                      <a:pt x="86509" y="18021"/>
                    </a:cubicBezTo>
                    <a:cubicBezTo>
                      <a:pt x="87188" y="18474"/>
                      <a:pt x="87867" y="18836"/>
                      <a:pt x="88637" y="19198"/>
                    </a:cubicBezTo>
                    <a:cubicBezTo>
                      <a:pt x="88999" y="19379"/>
                      <a:pt x="89361" y="19515"/>
                      <a:pt x="89768" y="19605"/>
                    </a:cubicBezTo>
                    <a:cubicBezTo>
                      <a:pt x="89814" y="19651"/>
                      <a:pt x="89859" y="19651"/>
                      <a:pt x="89904" y="19651"/>
                    </a:cubicBezTo>
                    <a:cubicBezTo>
                      <a:pt x="89497" y="19696"/>
                      <a:pt x="89089" y="19787"/>
                      <a:pt x="88727" y="19832"/>
                    </a:cubicBezTo>
                    <a:cubicBezTo>
                      <a:pt x="88427" y="19879"/>
                      <a:pt x="88133" y="19899"/>
                      <a:pt x="87842" y="19899"/>
                    </a:cubicBezTo>
                    <a:cubicBezTo>
                      <a:pt x="87299" y="19899"/>
                      <a:pt x="86768" y="19830"/>
                      <a:pt x="86237" y="19741"/>
                    </a:cubicBezTo>
                    <a:cubicBezTo>
                      <a:pt x="85332" y="19560"/>
                      <a:pt x="84472" y="19243"/>
                      <a:pt x="83748" y="18655"/>
                    </a:cubicBezTo>
                    <a:cubicBezTo>
                      <a:pt x="83674" y="18609"/>
                      <a:pt x="83598" y="18589"/>
                      <a:pt x="83524" y="18589"/>
                    </a:cubicBezTo>
                    <a:cubicBezTo>
                      <a:pt x="83234" y="18589"/>
                      <a:pt x="82997" y="18900"/>
                      <a:pt x="83250" y="19153"/>
                    </a:cubicBezTo>
                    <a:cubicBezTo>
                      <a:pt x="83340" y="19198"/>
                      <a:pt x="83431" y="19289"/>
                      <a:pt x="83521" y="19334"/>
                    </a:cubicBezTo>
                    <a:cubicBezTo>
                      <a:pt x="83159" y="19198"/>
                      <a:pt x="82797" y="19108"/>
                      <a:pt x="82390" y="19062"/>
                    </a:cubicBezTo>
                    <a:cubicBezTo>
                      <a:pt x="82374" y="19060"/>
                      <a:pt x="82360" y="19059"/>
                      <a:pt x="82346" y="19059"/>
                    </a:cubicBezTo>
                    <a:cubicBezTo>
                      <a:pt x="82061" y="19059"/>
                      <a:pt x="81952" y="19474"/>
                      <a:pt x="82254" y="19560"/>
                    </a:cubicBezTo>
                    <a:cubicBezTo>
                      <a:pt x="83612" y="19922"/>
                      <a:pt x="84789" y="20782"/>
                      <a:pt x="85966" y="21461"/>
                    </a:cubicBezTo>
                    <a:cubicBezTo>
                      <a:pt x="87143" y="22141"/>
                      <a:pt x="88501" y="22729"/>
                      <a:pt x="89270" y="23815"/>
                    </a:cubicBezTo>
                    <a:cubicBezTo>
                      <a:pt x="89995" y="24811"/>
                      <a:pt x="90357" y="25988"/>
                      <a:pt x="90538" y="27165"/>
                    </a:cubicBezTo>
                    <a:cubicBezTo>
                      <a:pt x="90628" y="27754"/>
                      <a:pt x="90628" y="28342"/>
                      <a:pt x="90628" y="28931"/>
                    </a:cubicBezTo>
                    <a:cubicBezTo>
                      <a:pt x="89451" y="26079"/>
                      <a:pt x="87369" y="23997"/>
                      <a:pt x="85106" y="21914"/>
                    </a:cubicBezTo>
                    <a:cubicBezTo>
                      <a:pt x="85056" y="21864"/>
                      <a:pt x="84999" y="21843"/>
                      <a:pt x="84944" y="21843"/>
                    </a:cubicBezTo>
                    <a:cubicBezTo>
                      <a:pt x="84748" y="21843"/>
                      <a:pt x="84567" y="22110"/>
                      <a:pt x="84743" y="22322"/>
                    </a:cubicBezTo>
                    <a:cubicBezTo>
                      <a:pt x="86781" y="24495"/>
                      <a:pt x="88818" y="27030"/>
                      <a:pt x="89633" y="29927"/>
                    </a:cubicBezTo>
                    <a:cubicBezTo>
                      <a:pt x="90085" y="31375"/>
                      <a:pt x="90130" y="32824"/>
                      <a:pt x="89904" y="34363"/>
                    </a:cubicBezTo>
                    <a:cubicBezTo>
                      <a:pt x="89633" y="33910"/>
                      <a:pt x="89316" y="33503"/>
                      <a:pt x="89044" y="33050"/>
                    </a:cubicBezTo>
                    <a:cubicBezTo>
                      <a:pt x="88320" y="32054"/>
                      <a:pt x="87505" y="31104"/>
                      <a:pt x="86781" y="30108"/>
                    </a:cubicBezTo>
                    <a:cubicBezTo>
                      <a:pt x="86728" y="30030"/>
                      <a:pt x="86654" y="29996"/>
                      <a:pt x="86578" y="29996"/>
                    </a:cubicBezTo>
                    <a:cubicBezTo>
                      <a:pt x="86391" y="29996"/>
                      <a:pt x="86199" y="30199"/>
                      <a:pt x="86328" y="30425"/>
                    </a:cubicBezTo>
                    <a:cubicBezTo>
                      <a:pt x="86962" y="31466"/>
                      <a:pt x="87505" y="32552"/>
                      <a:pt x="88139" y="33594"/>
                    </a:cubicBezTo>
                    <a:cubicBezTo>
                      <a:pt x="88637" y="34499"/>
                      <a:pt x="89225" y="35450"/>
                      <a:pt x="89316" y="36491"/>
                    </a:cubicBezTo>
                    <a:cubicBezTo>
                      <a:pt x="89406" y="37528"/>
                      <a:pt x="89226" y="38566"/>
                      <a:pt x="89315" y="39604"/>
                    </a:cubicBezTo>
                    <a:lnTo>
                      <a:pt x="89315" y="39604"/>
                    </a:lnTo>
                    <a:cubicBezTo>
                      <a:pt x="89308" y="39569"/>
                      <a:pt x="89270" y="39565"/>
                      <a:pt x="89270" y="39524"/>
                    </a:cubicBezTo>
                    <a:cubicBezTo>
                      <a:pt x="89180" y="39479"/>
                      <a:pt x="89135" y="39433"/>
                      <a:pt x="89044" y="39343"/>
                    </a:cubicBezTo>
                    <a:cubicBezTo>
                      <a:pt x="89089" y="39297"/>
                      <a:pt x="89089" y="39207"/>
                      <a:pt x="89089" y="39116"/>
                    </a:cubicBezTo>
                    <a:cubicBezTo>
                      <a:pt x="88908" y="38483"/>
                      <a:pt x="88410" y="37894"/>
                      <a:pt x="88003" y="37441"/>
                    </a:cubicBezTo>
                    <a:cubicBezTo>
                      <a:pt x="87550" y="36943"/>
                      <a:pt x="87052" y="36446"/>
                      <a:pt x="86554" y="36038"/>
                    </a:cubicBezTo>
                    <a:cubicBezTo>
                      <a:pt x="85513" y="35178"/>
                      <a:pt x="84291" y="34544"/>
                      <a:pt x="83069" y="34046"/>
                    </a:cubicBezTo>
                    <a:cubicBezTo>
                      <a:pt x="83012" y="34028"/>
                      <a:pt x="82964" y="34017"/>
                      <a:pt x="82920" y="34017"/>
                    </a:cubicBezTo>
                    <a:cubicBezTo>
                      <a:pt x="82858" y="34017"/>
                      <a:pt x="82805" y="34038"/>
                      <a:pt x="82752" y="34092"/>
                    </a:cubicBezTo>
                    <a:cubicBezTo>
                      <a:pt x="82706" y="34001"/>
                      <a:pt x="82616" y="33910"/>
                      <a:pt x="82571" y="33865"/>
                    </a:cubicBezTo>
                    <a:cubicBezTo>
                      <a:pt x="81982" y="33186"/>
                      <a:pt x="81167" y="32643"/>
                      <a:pt x="80398" y="32235"/>
                    </a:cubicBezTo>
                    <a:cubicBezTo>
                      <a:pt x="80217" y="32190"/>
                      <a:pt x="80081" y="32100"/>
                      <a:pt x="79900" y="32009"/>
                    </a:cubicBezTo>
                    <a:cubicBezTo>
                      <a:pt x="79900" y="32009"/>
                      <a:pt x="79945" y="31964"/>
                      <a:pt x="79945" y="31964"/>
                    </a:cubicBezTo>
                    <a:cubicBezTo>
                      <a:pt x="80307" y="31285"/>
                      <a:pt x="80171" y="30470"/>
                      <a:pt x="79719" y="29882"/>
                    </a:cubicBezTo>
                    <a:cubicBezTo>
                      <a:pt x="79538" y="29610"/>
                      <a:pt x="79266" y="29429"/>
                      <a:pt x="78949" y="29338"/>
                    </a:cubicBezTo>
                    <a:cubicBezTo>
                      <a:pt x="78859" y="29293"/>
                      <a:pt x="78813" y="29248"/>
                      <a:pt x="78768" y="29248"/>
                    </a:cubicBezTo>
                    <a:cubicBezTo>
                      <a:pt x="78632" y="29157"/>
                      <a:pt x="78496" y="29157"/>
                      <a:pt x="78361" y="29157"/>
                    </a:cubicBezTo>
                    <a:cubicBezTo>
                      <a:pt x="78225" y="29157"/>
                      <a:pt x="78044" y="29248"/>
                      <a:pt x="77953" y="29338"/>
                    </a:cubicBezTo>
                    <a:cubicBezTo>
                      <a:pt x="77915" y="29414"/>
                      <a:pt x="77877" y="29458"/>
                      <a:pt x="77839" y="29497"/>
                    </a:cubicBezTo>
                    <a:lnTo>
                      <a:pt x="77839" y="29497"/>
                    </a:lnTo>
                    <a:cubicBezTo>
                      <a:pt x="77839" y="29497"/>
                      <a:pt x="77839" y="29497"/>
                      <a:pt x="77839" y="29497"/>
                    </a:cubicBezTo>
                    <a:lnTo>
                      <a:pt x="77839" y="29497"/>
                    </a:lnTo>
                    <a:cubicBezTo>
                      <a:pt x="77833" y="29504"/>
                      <a:pt x="77827" y="29510"/>
                      <a:pt x="77820" y="29516"/>
                    </a:cubicBezTo>
                    <a:lnTo>
                      <a:pt x="77820" y="29516"/>
                    </a:lnTo>
                    <a:cubicBezTo>
                      <a:pt x="77827" y="29510"/>
                      <a:pt x="77833" y="29504"/>
                      <a:pt x="77839" y="29497"/>
                    </a:cubicBezTo>
                    <a:lnTo>
                      <a:pt x="77839" y="29497"/>
                    </a:lnTo>
                    <a:cubicBezTo>
                      <a:pt x="77740" y="29663"/>
                      <a:pt x="77665" y="29794"/>
                      <a:pt x="77591" y="30017"/>
                    </a:cubicBezTo>
                    <a:cubicBezTo>
                      <a:pt x="77546" y="30153"/>
                      <a:pt x="77500" y="30289"/>
                      <a:pt x="77500" y="30425"/>
                    </a:cubicBezTo>
                    <a:cubicBezTo>
                      <a:pt x="77455" y="30470"/>
                      <a:pt x="77455" y="30515"/>
                      <a:pt x="77410" y="30561"/>
                    </a:cubicBezTo>
                    <a:cubicBezTo>
                      <a:pt x="77365" y="30832"/>
                      <a:pt x="77319" y="31104"/>
                      <a:pt x="77365" y="31330"/>
                    </a:cubicBezTo>
                    <a:lnTo>
                      <a:pt x="76550" y="31330"/>
                    </a:lnTo>
                    <a:cubicBezTo>
                      <a:pt x="76414" y="31330"/>
                      <a:pt x="76233" y="31330"/>
                      <a:pt x="76052" y="31375"/>
                    </a:cubicBezTo>
                    <a:cubicBezTo>
                      <a:pt x="76052" y="31375"/>
                      <a:pt x="76007" y="31330"/>
                      <a:pt x="76007" y="31330"/>
                    </a:cubicBezTo>
                    <a:cubicBezTo>
                      <a:pt x="75328" y="30742"/>
                      <a:pt x="74603" y="30198"/>
                      <a:pt x="73743" y="29927"/>
                    </a:cubicBezTo>
                    <a:cubicBezTo>
                      <a:pt x="73788" y="29927"/>
                      <a:pt x="73834" y="29882"/>
                      <a:pt x="73924" y="29791"/>
                    </a:cubicBezTo>
                    <a:cubicBezTo>
                      <a:pt x="74286" y="29293"/>
                      <a:pt x="74875" y="28931"/>
                      <a:pt x="75373" y="28569"/>
                    </a:cubicBezTo>
                    <a:cubicBezTo>
                      <a:pt x="75871" y="28161"/>
                      <a:pt x="76414" y="27844"/>
                      <a:pt x="77048" y="27618"/>
                    </a:cubicBezTo>
                    <a:cubicBezTo>
                      <a:pt x="77636" y="27437"/>
                      <a:pt x="78225" y="27301"/>
                      <a:pt x="78859" y="27301"/>
                    </a:cubicBezTo>
                    <a:lnTo>
                      <a:pt x="79854" y="27301"/>
                    </a:lnTo>
                    <a:cubicBezTo>
                      <a:pt x="80104" y="27332"/>
                      <a:pt x="80354" y="27385"/>
                      <a:pt x="80604" y="27385"/>
                    </a:cubicBezTo>
                    <a:cubicBezTo>
                      <a:pt x="80716" y="27385"/>
                      <a:pt x="80829" y="27375"/>
                      <a:pt x="80941" y="27346"/>
                    </a:cubicBezTo>
                    <a:cubicBezTo>
                      <a:pt x="81303" y="27211"/>
                      <a:pt x="81348" y="26803"/>
                      <a:pt x="81122" y="26532"/>
                    </a:cubicBezTo>
                    <a:cubicBezTo>
                      <a:pt x="80896" y="26215"/>
                      <a:pt x="80398" y="26079"/>
                      <a:pt x="80036" y="25988"/>
                    </a:cubicBezTo>
                    <a:cubicBezTo>
                      <a:pt x="79673" y="25853"/>
                      <a:pt x="79266" y="25853"/>
                      <a:pt x="78859" y="25853"/>
                    </a:cubicBezTo>
                    <a:cubicBezTo>
                      <a:pt x="78089" y="25853"/>
                      <a:pt x="77274" y="26034"/>
                      <a:pt x="76550" y="26305"/>
                    </a:cubicBezTo>
                    <a:cubicBezTo>
                      <a:pt x="75826" y="26577"/>
                      <a:pt x="75101" y="26939"/>
                      <a:pt x="74513" y="27482"/>
                    </a:cubicBezTo>
                    <a:cubicBezTo>
                      <a:pt x="73879" y="27980"/>
                      <a:pt x="73562" y="28705"/>
                      <a:pt x="73245" y="29429"/>
                    </a:cubicBezTo>
                    <a:cubicBezTo>
                      <a:pt x="73155" y="29565"/>
                      <a:pt x="73200" y="29700"/>
                      <a:pt x="73245" y="29836"/>
                    </a:cubicBezTo>
                    <a:cubicBezTo>
                      <a:pt x="72770" y="29746"/>
                      <a:pt x="72283" y="29723"/>
                      <a:pt x="71791" y="29723"/>
                    </a:cubicBezTo>
                    <a:cubicBezTo>
                      <a:pt x="71299" y="29723"/>
                      <a:pt x="70801" y="29746"/>
                      <a:pt x="70303" y="29746"/>
                    </a:cubicBezTo>
                    <a:cubicBezTo>
                      <a:pt x="70144" y="29759"/>
                      <a:pt x="69988" y="29764"/>
                      <a:pt x="69836" y="29764"/>
                    </a:cubicBezTo>
                    <a:cubicBezTo>
                      <a:pt x="69468" y="29764"/>
                      <a:pt x="69116" y="29732"/>
                      <a:pt x="68764" y="29700"/>
                    </a:cubicBezTo>
                    <a:cubicBezTo>
                      <a:pt x="68673" y="29655"/>
                      <a:pt x="68628" y="29610"/>
                      <a:pt x="68537" y="29610"/>
                    </a:cubicBezTo>
                    <a:cubicBezTo>
                      <a:pt x="68401" y="29610"/>
                      <a:pt x="68266" y="29610"/>
                      <a:pt x="68130" y="29565"/>
                    </a:cubicBezTo>
                    <a:cubicBezTo>
                      <a:pt x="67904" y="29519"/>
                      <a:pt x="67677" y="29474"/>
                      <a:pt x="67406" y="29384"/>
                    </a:cubicBezTo>
                    <a:cubicBezTo>
                      <a:pt x="67366" y="29357"/>
                      <a:pt x="67330" y="29346"/>
                      <a:pt x="67298" y="29346"/>
                    </a:cubicBezTo>
                    <a:cubicBezTo>
                      <a:pt x="67221" y="29346"/>
                      <a:pt x="67166" y="29410"/>
                      <a:pt x="67134" y="29474"/>
                    </a:cubicBezTo>
                    <a:cubicBezTo>
                      <a:pt x="66998" y="29429"/>
                      <a:pt x="66862" y="29429"/>
                      <a:pt x="66727" y="29384"/>
                    </a:cubicBezTo>
                    <a:cubicBezTo>
                      <a:pt x="66138" y="29248"/>
                      <a:pt x="65595" y="29112"/>
                      <a:pt x="65006" y="29021"/>
                    </a:cubicBezTo>
                    <a:cubicBezTo>
                      <a:pt x="64669" y="28967"/>
                      <a:pt x="64327" y="28942"/>
                      <a:pt x="63985" y="28942"/>
                    </a:cubicBezTo>
                    <a:cubicBezTo>
                      <a:pt x="63180" y="28942"/>
                      <a:pt x="62373" y="29084"/>
                      <a:pt x="61611" y="29338"/>
                    </a:cubicBezTo>
                    <a:cubicBezTo>
                      <a:pt x="60570" y="29746"/>
                      <a:pt x="59665" y="30289"/>
                      <a:pt x="58804" y="31013"/>
                    </a:cubicBezTo>
                    <a:cubicBezTo>
                      <a:pt x="58125" y="31556"/>
                      <a:pt x="57492" y="32145"/>
                      <a:pt x="57039" y="32869"/>
                    </a:cubicBezTo>
                    <a:cubicBezTo>
                      <a:pt x="56975" y="32773"/>
                      <a:pt x="56866" y="32677"/>
                      <a:pt x="56743" y="32677"/>
                    </a:cubicBezTo>
                    <a:cubicBezTo>
                      <a:pt x="56692" y="32677"/>
                      <a:pt x="56639" y="32694"/>
                      <a:pt x="56586" y="32733"/>
                    </a:cubicBezTo>
                    <a:cubicBezTo>
                      <a:pt x="56043" y="33050"/>
                      <a:pt x="55364" y="33141"/>
                      <a:pt x="54730" y="33231"/>
                    </a:cubicBezTo>
                    <a:cubicBezTo>
                      <a:pt x="53961" y="33322"/>
                      <a:pt x="53191" y="33367"/>
                      <a:pt x="52422" y="33458"/>
                    </a:cubicBezTo>
                    <a:cubicBezTo>
                      <a:pt x="50928" y="33594"/>
                      <a:pt x="49434" y="33729"/>
                      <a:pt x="47985" y="34092"/>
                    </a:cubicBezTo>
                    <a:cubicBezTo>
                      <a:pt x="46808" y="34408"/>
                      <a:pt x="45677" y="34952"/>
                      <a:pt x="44726" y="35721"/>
                    </a:cubicBezTo>
                    <a:cubicBezTo>
                      <a:pt x="44590" y="35812"/>
                      <a:pt x="44454" y="35948"/>
                      <a:pt x="44273" y="36083"/>
                    </a:cubicBezTo>
                    <a:cubicBezTo>
                      <a:pt x="42191" y="36717"/>
                      <a:pt x="40380" y="38075"/>
                      <a:pt x="39294" y="40022"/>
                    </a:cubicBezTo>
                    <a:cubicBezTo>
                      <a:pt x="38977" y="40610"/>
                      <a:pt x="38705" y="41289"/>
                      <a:pt x="38479" y="41923"/>
                    </a:cubicBezTo>
                    <a:cubicBezTo>
                      <a:pt x="38449" y="41916"/>
                      <a:pt x="38417" y="41912"/>
                      <a:pt x="38386" y="41912"/>
                    </a:cubicBezTo>
                    <a:cubicBezTo>
                      <a:pt x="38227" y="41912"/>
                      <a:pt x="38064" y="42006"/>
                      <a:pt x="38026" y="42195"/>
                    </a:cubicBezTo>
                    <a:cubicBezTo>
                      <a:pt x="37755" y="43915"/>
                      <a:pt x="36849" y="45454"/>
                      <a:pt x="35899" y="46948"/>
                    </a:cubicBezTo>
                    <a:cubicBezTo>
                      <a:pt x="35899" y="46857"/>
                      <a:pt x="35853" y="46767"/>
                      <a:pt x="35808" y="46676"/>
                    </a:cubicBezTo>
                    <a:cubicBezTo>
                      <a:pt x="34133" y="44956"/>
                      <a:pt x="32956" y="43055"/>
                      <a:pt x="32413" y="40701"/>
                    </a:cubicBezTo>
                    <a:cubicBezTo>
                      <a:pt x="32096" y="39343"/>
                      <a:pt x="32005" y="37939"/>
                      <a:pt x="32005" y="36536"/>
                    </a:cubicBezTo>
                    <a:cubicBezTo>
                      <a:pt x="32005" y="35812"/>
                      <a:pt x="32005" y="35133"/>
                      <a:pt x="32051" y="34454"/>
                    </a:cubicBezTo>
                    <a:cubicBezTo>
                      <a:pt x="32051" y="33729"/>
                      <a:pt x="32141" y="32960"/>
                      <a:pt x="31915" y="32281"/>
                    </a:cubicBezTo>
                    <a:cubicBezTo>
                      <a:pt x="31863" y="32127"/>
                      <a:pt x="31724" y="32045"/>
                      <a:pt x="31589" y="32045"/>
                    </a:cubicBezTo>
                    <a:cubicBezTo>
                      <a:pt x="31486" y="32045"/>
                      <a:pt x="31385" y="32092"/>
                      <a:pt x="31326" y="32190"/>
                    </a:cubicBezTo>
                    <a:cubicBezTo>
                      <a:pt x="30964" y="32824"/>
                      <a:pt x="30919" y="33639"/>
                      <a:pt x="30828" y="34363"/>
                    </a:cubicBezTo>
                    <a:cubicBezTo>
                      <a:pt x="30738" y="35133"/>
                      <a:pt x="30693" y="35948"/>
                      <a:pt x="30693" y="36717"/>
                    </a:cubicBezTo>
                    <a:cubicBezTo>
                      <a:pt x="30693" y="38211"/>
                      <a:pt x="30874" y="39750"/>
                      <a:pt x="31281" y="41199"/>
                    </a:cubicBezTo>
                    <a:cubicBezTo>
                      <a:pt x="31870" y="43507"/>
                      <a:pt x="33182" y="46043"/>
                      <a:pt x="35401" y="47174"/>
                    </a:cubicBezTo>
                    <a:cubicBezTo>
                      <a:pt x="35458" y="47213"/>
                      <a:pt x="35507" y="47227"/>
                      <a:pt x="35552" y="47227"/>
                    </a:cubicBezTo>
                    <a:cubicBezTo>
                      <a:pt x="35613" y="47227"/>
                      <a:pt x="35665" y="47200"/>
                      <a:pt x="35717" y="47174"/>
                    </a:cubicBezTo>
                    <a:lnTo>
                      <a:pt x="35717" y="47174"/>
                    </a:lnTo>
                    <a:cubicBezTo>
                      <a:pt x="34993" y="48261"/>
                      <a:pt x="34269" y="49302"/>
                      <a:pt x="33680" y="50388"/>
                    </a:cubicBezTo>
                    <a:cubicBezTo>
                      <a:pt x="32820" y="51882"/>
                      <a:pt x="32277" y="53512"/>
                      <a:pt x="32186" y="55277"/>
                    </a:cubicBezTo>
                    <a:cubicBezTo>
                      <a:pt x="32186" y="55413"/>
                      <a:pt x="32186" y="55594"/>
                      <a:pt x="32186" y="55730"/>
                    </a:cubicBezTo>
                    <a:cubicBezTo>
                      <a:pt x="32051" y="55730"/>
                      <a:pt x="31960" y="55821"/>
                      <a:pt x="31824" y="55911"/>
                    </a:cubicBezTo>
                    <a:cubicBezTo>
                      <a:pt x="31553" y="56273"/>
                      <a:pt x="30874" y="56273"/>
                      <a:pt x="30512" y="56364"/>
                    </a:cubicBezTo>
                    <a:cubicBezTo>
                      <a:pt x="29832" y="56454"/>
                      <a:pt x="29153" y="56590"/>
                      <a:pt x="28474" y="56681"/>
                    </a:cubicBezTo>
                    <a:cubicBezTo>
                      <a:pt x="28117" y="56708"/>
                      <a:pt x="27759" y="56752"/>
                      <a:pt x="27412" y="56752"/>
                    </a:cubicBezTo>
                    <a:cubicBezTo>
                      <a:pt x="27187" y="56752"/>
                      <a:pt x="26967" y="56734"/>
                      <a:pt x="26754" y="56681"/>
                    </a:cubicBezTo>
                    <a:cubicBezTo>
                      <a:pt x="26166" y="56545"/>
                      <a:pt x="25668" y="56228"/>
                      <a:pt x="25260" y="55866"/>
                    </a:cubicBezTo>
                    <a:cubicBezTo>
                      <a:pt x="23404" y="54327"/>
                      <a:pt x="22046" y="52335"/>
                      <a:pt x="20779" y="50298"/>
                    </a:cubicBezTo>
                    <a:cubicBezTo>
                      <a:pt x="20708" y="50185"/>
                      <a:pt x="20611" y="50138"/>
                      <a:pt x="20515" y="50138"/>
                    </a:cubicBezTo>
                    <a:cubicBezTo>
                      <a:pt x="20303" y="50138"/>
                      <a:pt x="20097" y="50366"/>
                      <a:pt x="20190" y="50615"/>
                    </a:cubicBezTo>
                    <a:cubicBezTo>
                      <a:pt x="21096" y="52561"/>
                      <a:pt x="22001" y="54689"/>
                      <a:pt x="23450" y="56319"/>
                    </a:cubicBezTo>
                    <a:cubicBezTo>
                      <a:pt x="22861" y="56228"/>
                      <a:pt x="22318" y="56092"/>
                      <a:pt x="21729" y="55956"/>
                    </a:cubicBezTo>
                    <a:cubicBezTo>
                      <a:pt x="20326" y="55549"/>
                      <a:pt x="19104" y="54825"/>
                      <a:pt x="18063" y="53738"/>
                    </a:cubicBezTo>
                    <a:cubicBezTo>
                      <a:pt x="15844" y="51520"/>
                      <a:pt x="14622" y="48442"/>
                      <a:pt x="13536" y="45545"/>
                    </a:cubicBezTo>
                    <a:cubicBezTo>
                      <a:pt x="13481" y="45400"/>
                      <a:pt x="13362" y="45335"/>
                      <a:pt x="13244" y="45335"/>
                    </a:cubicBezTo>
                    <a:cubicBezTo>
                      <a:pt x="13067" y="45335"/>
                      <a:pt x="12893" y="45481"/>
                      <a:pt x="12947" y="45726"/>
                    </a:cubicBezTo>
                    <a:cubicBezTo>
                      <a:pt x="13355" y="47446"/>
                      <a:pt x="13672" y="49211"/>
                      <a:pt x="14396" y="50841"/>
                    </a:cubicBezTo>
                    <a:cubicBezTo>
                      <a:pt x="14939" y="52154"/>
                      <a:pt x="15618" y="53421"/>
                      <a:pt x="16569" y="54508"/>
                    </a:cubicBezTo>
                    <a:cubicBezTo>
                      <a:pt x="16161" y="54281"/>
                      <a:pt x="15754" y="54055"/>
                      <a:pt x="15392" y="53784"/>
                    </a:cubicBezTo>
                    <a:cubicBezTo>
                      <a:pt x="14170" y="52923"/>
                      <a:pt x="13038" y="51927"/>
                      <a:pt x="12087" y="50841"/>
                    </a:cubicBezTo>
                    <a:cubicBezTo>
                      <a:pt x="10141" y="48578"/>
                      <a:pt x="8783" y="45861"/>
                      <a:pt x="8013" y="43010"/>
                    </a:cubicBezTo>
                    <a:cubicBezTo>
                      <a:pt x="7787" y="42104"/>
                      <a:pt x="7606" y="41153"/>
                      <a:pt x="7424" y="40248"/>
                    </a:cubicBezTo>
                    <a:cubicBezTo>
                      <a:pt x="7198" y="39207"/>
                      <a:pt x="6836" y="38302"/>
                      <a:pt x="6383" y="37306"/>
                    </a:cubicBezTo>
                    <a:cubicBezTo>
                      <a:pt x="6338" y="37200"/>
                      <a:pt x="6242" y="37155"/>
                      <a:pt x="6138" y="37155"/>
                    </a:cubicBezTo>
                    <a:cubicBezTo>
                      <a:pt x="5931" y="37155"/>
                      <a:pt x="5689" y="37336"/>
                      <a:pt x="5750" y="37577"/>
                    </a:cubicBezTo>
                    <a:cubicBezTo>
                      <a:pt x="6066" y="38528"/>
                      <a:pt x="6112" y="39524"/>
                      <a:pt x="6202" y="40520"/>
                    </a:cubicBezTo>
                    <a:cubicBezTo>
                      <a:pt x="6293" y="41425"/>
                      <a:pt x="6383" y="42285"/>
                      <a:pt x="6564" y="43191"/>
                    </a:cubicBezTo>
                    <a:cubicBezTo>
                      <a:pt x="6745" y="44005"/>
                      <a:pt x="6972" y="44866"/>
                      <a:pt x="7243" y="45680"/>
                    </a:cubicBezTo>
                    <a:cubicBezTo>
                      <a:pt x="7153" y="45545"/>
                      <a:pt x="7062" y="45454"/>
                      <a:pt x="6972" y="45318"/>
                    </a:cubicBezTo>
                    <a:cubicBezTo>
                      <a:pt x="5976" y="44141"/>
                      <a:pt x="5070" y="42828"/>
                      <a:pt x="4391" y="41425"/>
                    </a:cubicBezTo>
                    <a:cubicBezTo>
                      <a:pt x="3667" y="39931"/>
                      <a:pt x="3169" y="38302"/>
                      <a:pt x="2898" y="36672"/>
                    </a:cubicBezTo>
                    <a:cubicBezTo>
                      <a:pt x="2626" y="34952"/>
                      <a:pt x="2581" y="33141"/>
                      <a:pt x="2762" y="31466"/>
                    </a:cubicBezTo>
                    <a:cubicBezTo>
                      <a:pt x="2787" y="31289"/>
                      <a:pt x="2643" y="31197"/>
                      <a:pt x="2496" y="31197"/>
                    </a:cubicBezTo>
                    <a:cubicBezTo>
                      <a:pt x="2378" y="31197"/>
                      <a:pt x="2259" y="31255"/>
                      <a:pt x="2219" y="31375"/>
                    </a:cubicBezTo>
                    <a:cubicBezTo>
                      <a:pt x="1947" y="32281"/>
                      <a:pt x="1721" y="33186"/>
                      <a:pt x="1630" y="34137"/>
                    </a:cubicBezTo>
                    <a:cubicBezTo>
                      <a:pt x="1630" y="34408"/>
                      <a:pt x="1585" y="34680"/>
                      <a:pt x="1585" y="34952"/>
                    </a:cubicBezTo>
                    <a:cubicBezTo>
                      <a:pt x="1223" y="33186"/>
                      <a:pt x="1132" y="31421"/>
                      <a:pt x="1721" y="29610"/>
                    </a:cubicBezTo>
                    <a:cubicBezTo>
                      <a:pt x="2445" y="27346"/>
                      <a:pt x="4029" y="25581"/>
                      <a:pt x="5795" y="24087"/>
                    </a:cubicBezTo>
                    <a:cubicBezTo>
                      <a:pt x="6700" y="23318"/>
                      <a:pt x="7651" y="22593"/>
                      <a:pt x="8692" y="21959"/>
                    </a:cubicBezTo>
                    <a:cubicBezTo>
                      <a:pt x="9778" y="21371"/>
                      <a:pt x="10955" y="20964"/>
                      <a:pt x="12178" y="20692"/>
                    </a:cubicBezTo>
                    <a:cubicBezTo>
                      <a:pt x="13355" y="20375"/>
                      <a:pt x="14577" y="20194"/>
                      <a:pt x="15799" y="19877"/>
                    </a:cubicBezTo>
                    <a:cubicBezTo>
                      <a:pt x="16886" y="19560"/>
                      <a:pt x="17972" y="19153"/>
                      <a:pt x="19013" y="18655"/>
                    </a:cubicBezTo>
                    <a:cubicBezTo>
                      <a:pt x="20236" y="18157"/>
                      <a:pt x="21413" y="17478"/>
                      <a:pt x="22499" y="16754"/>
                    </a:cubicBezTo>
                    <a:cubicBezTo>
                      <a:pt x="23585" y="16029"/>
                      <a:pt x="24672" y="15260"/>
                      <a:pt x="25351" y="14128"/>
                    </a:cubicBezTo>
                    <a:cubicBezTo>
                      <a:pt x="25536" y="13832"/>
                      <a:pt x="25298" y="13537"/>
                      <a:pt x="25007" y="13537"/>
                    </a:cubicBezTo>
                    <a:cubicBezTo>
                      <a:pt x="24942" y="13537"/>
                      <a:pt x="24874" y="13551"/>
                      <a:pt x="24808" y="13585"/>
                    </a:cubicBezTo>
                    <a:cubicBezTo>
                      <a:pt x="23721" y="14083"/>
                      <a:pt x="22816" y="14897"/>
                      <a:pt x="21820" y="15577"/>
                    </a:cubicBezTo>
                    <a:cubicBezTo>
                      <a:pt x="21277" y="15893"/>
                      <a:pt x="20779" y="16210"/>
                      <a:pt x="20236" y="16527"/>
                    </a:cubicBezTo>
                    <a:cubicBezTo>
                      <a:pt x="21231" y="15803"/>
                      <a:pt x="22182" y="15079"/>
                      <a:pt x="23178" y="14309"/>
                    </a:cubicBezTo>
                    <a:cubicBezTo>
                      <a:pt x="24083" y="13585"/>
                      <a:pt x="24989" y="12770"/>
                      <a:pt x="26075" y="12227"/>
                    </a:cubicBezTo>
                    <a:cubicBezTo>
                      <a:pt x="27162" y="11729"/>
                      <a:pt x="28474" y="11593"/>
                      <a:pt x="29651" y="11502"/>
                    </a:cubicBezTo>
                    <a:lnTo>
                      <a:pt x="31598" y="11502"/>
                    </a:lnTo>
                    <a:cubicBezTo>
                      <a:pt x="31745" y="11491"/>
                      <a:pt x="31895" y="11488"/>
                      <a:pt x="32047" y="11488"/>
                    </a:cubicBezTo>
                    <a:cubicBezTo>
                      <a:pt x="32199" y="11488"/>
                      <a:pt x="32353" y="11491"/>
                      <a:pt x="32509" y="11491"/>
                    </a:cubicBezTo>
                    <a:cubicBezTo>
                      <a:pt x="32820" y="11491"/>
                      <a:pt x="33137" y="11480"/>
                      <a:pt x="33454" y="11412"/>
                    </a:cubicBezTo>
                    <a:cubicBezTo>
                      <a:pt x="33726" y="11367"/>
                      <a:pt x="33726" y="10959"/>
                      <a:pt x="33499" y="10823"/>
                    </a:cubicBezTo>
                    <a:cubicBezTo>
                      <a:pt x="32711" y="10363"/>
                      <a:pt x="31684" y="10237"/>
                      <a:pt x="30713" y="10237"/>
                    </a:cubicBezTo>
                    <a:cubicBezTo>
                      <a:pt x="30346" y="10237"/>
                      <a:pt x="29987" y="10255"/>
                      <a:pt x="29651" y="10280"/>
                    </a:cubicBezTo>
                    <a:lnTo>
                      <a:pt x="29380" y="10280"/>
                    </a:lnTo>
                    <a:cubicBezTo>
                      <a:pt x="29425" y="10235"/>
                      <a:pt x="29470" y="10190"/>
                      <a:pt x="29470" y="10144"/>
                    </a:cubicBezTo>
                    <a:cubicBezTo>
                      <a:pt x="29651" y="9827"/>
                      <a:pt x="29832" y="9510"/>
                      <a:pt x="30104" y="9194"/>
                    </a:cubicBezTo>
                    <a:cubicBezTo>
                      <a:pt x="30783" y="8333"/>
                      <a:pt x="31598" y="7519"/>
                      <a:pt x="32594" y="6975"/>
                    </a:cubicBezTo>
                    <a:cubicBezTo>
                      <a:pt x="33456" y="6508"/>
                      <a:pt x="34432" y="6241"/>
                      <a:pt x="35410" y="6241"/>
                    </a:cubicBezTo>
                    <a:cubicBezTo>
                      <a:pt x="35664" y="6241"/>
                      <a:pt x="35918" y="6259"/>
                      <a:pt x="36170" y="6296"/>
                    </a:cubicBezTo>
                    <a:cubicBezTo>
                      <a:pt x="36532" y="6342"/>
                      <a:pt x="37257" y="6659"/>
                      <a:pt x="37845" y="6704"/>
                    </a:cubicBezTo>
                    <a:cubicBezTo>
                      <a:pt x="38071" y="6840"/>
                      <a:pt x="38252" y="6975"/>
                      <a:pt x="38479" y="7111"/>
                    </a:cubicBezTo>
                    <a:cubicBezTo>
                      <a:pt x="39610" y="7796"/>
                      <a:pt x="41191" y="8382"/>
                      <a:pt x="42656" y="8382"/>
                    </a:cubicBezTo>
                    <a:cubicBezTo>
                      <a:pt x="43419" y="8382"/>
                      <a:pt x="44151" y="8223"/>
                      <a:pt x="44771" y="7836"/>
                    </a:cubicBezTo>
                    <a:cubicBezTo>
                      <a:pt x="44998" y="7700"/>
                      <a:pt x="44998" y="7247"/>
                      <a:pt x="44726" y="7202"/>
                    </a:cubicBezTo>
                    <a:cubicBezTo>
                      <a:pt x="43639" y="7066"/>
                      <a:pt x="42553" y="7156"/>
                      <a:pt x="41512" y="6930"/>
                    </a:cubicBezTo>
                    <a:cubicBezTo>
                      <a:pt x="40335" y="6704"/>
                      <a:pt x="39339" y="6206"/>
                      <a:pt x="38343" y="5527"/>
                    </a:cubicBezTo>
                    <a:cubicBezTo>
                      <a:pt x="36940" y="4531"/>
                      <a:pt x="35355" y="3218"/>
                      <a:pt x="33590" y="2901"/>
                    </a:cubicBezTo>
                    <a:cubicBezTo>
                      <a:pt x="33726" y="2811"/>
                      <a:pt x="33861" y="2675"/>
                      <a:pt x="33952" y="2584"/>
                    </a:cubicBezTo>
                    <a:cubicBezTo>
                      <a:pt x="33997" y="2539"/>
                      <a:pt x="34088" y="2494"/>
                      <a:pt x="34133" y="2449"/>
                    </a:cubicBezTo>
                    <a:cubicBezTo>
                      <a:pt x="34767" y="2313"/>
                      <a:pt x="35355" y="2041"/>
                      <a:pt x="35944" y="1860"/>
                    </a:cubicBezTo>
                    <a:cubicBezTo>
                      <a:pt x="36713" y="1588"/>
                      <a:pt x="37528" y="1407"/>
                      <a:pt x="38343" y="1317"/>
                    </a:cubicBezTo>
                    <a:cubicBezTo>
                      <a:pt x="38857" y="1258"/>
                      <a:pt x="39376" y="1228"/>
                      <a:pt x="39897" y="1228"/>
                    </a:cubicBezTo>
                    <a:close/>
                    <a:moveTo>
                      <a:pt x="82027" y="66232"/>
                    </a:moveTo>
                    <a:cubicBezTo>
                      <a:pt x="82027" y="66232"/>
                      <a:pt x="81982" y="66278"/>
                      <a:pt x="81982" y="66278"/>
                    </a:cubicBezTo>
                    <a:cubicBezTo>
                      <a:pt x="81982" y="66278"/>
                      <a:pt x="81982" y="66232"/>
                      <a:pt x="82027" y="66232"/>
                    </a:cubicBezTo>
                    <a:close/>
                    <a:moveTo>
                      <a:pt x="96242" y="153828"/>
                    </a:moveTo>
                    <a:lnTo>
                      <a:pt x="96242" y="153964"/>
                    </a:lnTo>
                    <a:cubicBezTo>
                      <a:pt x="96242" y="154371"/>
                      <a:pt x="96332" y="154824"/>
                      <a:pt x="96423" y="155277"/>
                    </a:cubicBezTo>
                    <a:cubicBezTo>
                      <a:pt x="96468" y="155458"/>
                      <a:pt x="96513" y="155684"/>
                      <a:pt x="96559" y="155865"/>
                    </a:cubicBezTo>
                    <a:cubicBezTo>
                      <a:pt x="96423" y="156770"/>
                      <a:pt x="96378" y="157631"/>
                      <a:pt x="96604" y="158536"/>
                    </a:cubicBezTo>
                    <a:cubicBezTo>
                      <a:pt x="96740" y="159124"/>
                      <a:pt x="97011" y="159577"/>
                      <a:pt x="97328" y="160075"/>
                    </a:cubicBezTo>
                    <a:cubicBezTo>
                      <a:pt x="97328" y="161071"/>
                      <a:pt x="97192" y="162112"/>
                      <a:pt x="97011" y="163018"/>
                    </a:cubicBezTo>
                    <a:cubicBezTo>
                      <a:pt x="96876" y="163606"/>
                      <a:pt x="96694" y="164240"/>
                      <a:pt x="96694" y="164828"/>
                    </a:cubicBezTo>
                    <a:cubicBezTo>
                      <a:pt x="96740" y="165462"/>
                      <a:pt x="96921" y="166005"/>
                      <a:pt x="97238" y="166548"/>
                    </a:cubicBezTo>
                    <a:cubicBezTo>
                      <a:pt x="97871" y="167590"/>
                      <a:pt x="98596" y="168586"/>
                      <a:pt x="99365" y="169536"/>
                    </a:cubicBezTo>
                    <a:cubicBezTo>
                      <a:pt x="99411" y="169627"/>
                      <a:pt x="99501" y="169717"/>
                      <a:pt x="99546" y="169808"/>
                    </a:cubicBezTo>
                    <a:cubicBezTo>
                      <a:pt x="99456" y="169853"/>
                      <a:pt x="99365" y="169944"/>
                      <a:pt x="99320" y="170079"/>
                    </a:cubicBezTo>
                    <a:cubicBezTo>
                      <a:pt x="99275" y="170487"/>
                      <a:pt x="99275" y="170894"/>
                      <a:pt x="99275" y="171302"/>
                    </a:cubicBezTo>
                    <a:cubicBezTo>
                      <a:pt x="99184" y="171438"/>
                      <a:pt x="99094" y="171619"/>
                      <a:pt x="99003" y="171800"/>
                    </a:cubicBezTo>
                    <a:cubicBezTo>
                      <a:pt x="98732" y="172298"/>
                      <a:pt x="98505" y="172796"/>
                      <a:pt x="98234" y="173248"/>
                    </a:cubicBezTo>
                    <a:cubicBezTo>
                      <a:pt x="97736" y="174018"/>
                      <a:pt x="97102" y="174878"/>
                      <a:pt x="96332" y="175376"/>
                    </a:cubicBezTo>
                    <a:cubicBezTo>
                      <a:pt x="95472" y="175964"/>
                      <a:pt x="94567" y="176100"/>
                      <a:pt x="93571" y="176236"/>
                    </a:cubicBezTo>
                    <a:cubicBezTo>
                      <a:pt x="93028" y="176281"/>
                      <a:pt x="92484" y="176462"/>
                      <a:pt x="92032" y="176779"/>
                    </a:cubicBezTo>
                    <a:cubicBezTo>
                      <a:pt x="91986" y="176327"/>
                      <a:pt x="91805" y="175919"/>
                      <a:pt x="91624" y="175512"/>
                    </a:cubicBezTo>
                    <a:cubicBezTo>
                      <a:pt x="91624" y="175512"/>
                      <a:pt x="91624" y="175466"/>
                      <a:pt x="91579" y="175421"/>
                    </a:cubicBezTo>
                    <a:cubicBezTo>
                      <a:pt x="91715" y="175376"/>
                      <a:pt x="91760" y="175285"/>
                      <a:pt x="91805" y="175150"/>
                    </a:cubicBezTo>
                    <a:cubicBezTo>
                      <a:pt x="92122" y="173746"/>
                      <a:pt x="92892" y="172388"/>
                      <a:pt x="93616" y="171121"/>
                    </a:cubicBezTo>
                    <a:cubicBezTo>
                      <a:pt x="94386" y="169853"/>
                      <a:pt x="95110" y="168586"/>
                      <a:pt x="95653" y="167182"/>
                    </a:cubicBezTo>
                    <a:cubicBezTo>
                      <a:pt x="96196" y="165553"/>
                      <a:pt x="96287" y="163878"/>
                      <a:pt x="95880" y="162203"/>
                    </a:cubicBezTo>
                    <a:cubicBezTo>
                      <a:pt x="95517" y="160482"/>
                      <a:pt x="94838" y="158762"/>
                      <a:pt x="94205" y="157087"/>
                    </a:cubicBezTo>
                    <a:cubicBezTo>
                      <a:pt x="94340" y="157087"/>
                      <a:pt x="94522" y="157042"/>
                      <a:pt x="94612" y="156951"/>
                    </a:cubicBezTo>
                    <a:cubicBezTo>
                      <a:pt x="95065" y="156499"/>
                      <a:pt x="95065" y="155956"/>
                      <a:pt x="95291" y="155412"/>
                    </a:cubicBezTo>
                    <a:cubicBezTo>
                      <a:pt x="95517" y="154869"/>
                      <a:pt x="95880" y="154371"/>
                      <a:pt x="96196" y="153918"/>
                    </a:cubicBezTo>
                    <a:cubicBezTo>
                      <a:pt x="96196" y="153873"/>
                      <a:pt x="96242" y="153873"/>
                      <a:pt x="96242" y="153828"/>
                    </a:cubicBezTo>
                    <a:close/>
                    <a:moveTo>
                      <a:pt x="64264" y="30183"/>
                    </a:moveTo>
                    <a:cubicBezTo>
                      <a:pt x="64674" y="30183"/>
                      <a:pt x="65086" y="30219"/>
                      <a:pt x="65504" y="30289"/>
                    </a:cubicBezTo>
                    <a:cubicBezTo>
                      <a:pt x="66070" y="30389"/>
                      <a:pt x="66709" y="30537"/>
                      <a:pt x="67331" y="30537"/>
                    </a:cubicBezTo>
                    <a:cubicBezTo>
                      <a:pt x="67555" y="30537"/>
                      <a:pt x="67778" y="30518"/>
                      <a:pt x="67994" y="30470"/>
                    </a:cubicBezTo>
                    <a:cubicBezTo>
                      <a:pt x="68537" y="30742"/>
                      <a:pt x="69171" y="30787"/>
                      <a:pt x="69805" y="30832"/>
                    </a:cubicBezTo>
                    <a:cubicBezTo>
                      <a:pt x="69895" y="30968"/>
                      <a:pt x="69986" y="31149"/>
                      <a:pt x="70076" y="31330"/>
                    </a:cubicBezTo>
                    <a:cubicBezTo>
                      <a:pt x="70122" y="31375"/>
                      <a:pt x="70167" y="31421"/>
                      <a:pt x="70212" y="31511"/>
                    </a:cubicBezTo>
                    <a:cubicBezTo>
                      <a:pt x="70212" y="31556"/>
                      <a:pt x="70257" y="31602"/>
                      <a:pt x="70303" y="31602"/>
                    </a:cubicBezTo>
                    <a:cubicBezTo>
                      <a:pt x="70303" y="31647"/>
                      <a:pt x="70303" y="31647"/>
                      <a:pt x="70303" y="31647"/>
                    </a:cubicBezTo>
                    <a:cubicBezTo>
                      <a:pt x="70348" y="31738"/>
                      <a:pt x="70393" y="31783"/>
                      <a:pt x="70484" y="31828"/>
                    </a:cubicBezTo>
                    <a:cubicBezTo>
                      <a:pt x="70529" y="31919"/>
                      <a:pt x="70574" y="31964"/>
                      <a:pt x="70665" y="32009"/>
                    </a:cubicBezTo>
                    <a:cubicBezTo>
                      <a:pt x="70681" y="32017"/>
                      <a:pt x="70701" y="32021"/>
                      <a:pt x="70724" y="32021"/>
                    </a:cubicBezTo>
                    <a:cubicBezTo>
                      <a:pt x="70827" y="32021"/>
                      <a:pt x="70974" y="31940"/>
                      <a:pt x="70937" y="31828"/>
                    </a:cubicBezTo>
                    <a:cubicBezTo>
                      <a:pt x="70937" y="31738"/>
                      <a:pt x="70937" y="31647"/>
                      <a:pt x="70937" y="31602"/>
                    </a:cubicBezTo>
                    <a:cubicBezTo>
                      <a:pt x="70891" y="31511"/>
                      <a:pt x="70846" y="31466"/>
                      <a:pt x="70801" y="31375"/>
                    </a:cubicBezTo>
                    <a:cubicBezTo>
                      <a:pt x="70801" y="31330"/>
                      <a:pt x="70755" y="31240"/>
                      <a:pt x="70710" y="31194"/>
                    </a:cubicBezTo>
                    <a:cubicBezTo>
                      <a:pt x="70710" y="31149"/>
                      <a:pt x="70665" y="31059"/>
                      <a:pt x="70620" y="31013"/>
                    </a:cubicBezTo>
                    <a:cubicBezTo>
                      <a:pt x="70574" y="30968"/>
                      <a:pt x="70529" y="30877"/>
                      <a:pt x="70484" y="30832"/>
                    </a:cubicBezTo>
                    <a:cubicBezTo>
                      <a:pt x="70755" y="30787"/>
                      <a:pt x="71072" y="30787"/>
                      <a:pt x="71344" y="30787"/>
                    </a:cubicBezTo>
                    <a:cubicBezTo>
                      <a:pt x="71434" y="30832"/>
                      <a:pt x="71480" y="30923"/>
                      <a:pt x="71525" y="30968"/>
                    </a:cubicBezTo>
                    <a:cubicBezTo>
                      <a:pt x="71616" y="31059"/>
                      <a:pt x="71661" y="31104"/>
                      <a:pt x="71751" y="31194"/>
                    </a:cubicBezTo>
                    <a:cubicBezTo>
                      <a:pt x="71842" y="31240"/>
                      <a:pt x="71887" y="31285"/>
                      <a:pt x="71932" y="31330"/>
                    </a:cubicBezTo>
                    <a:cubicBezTo>
                      <a:pt x="72023" y="31375"/>
                      <a:pt x="72068" y="31375"/>
                      <a:pt x="72159" y="31421"/>
                    </a:cubicBezTo>
                    <a:cubicBezTo>
                      <a:pt x="72183" y="31433"/>
                      <a:pt x="72211" y="31438"/>
                      <a:pt x="72239" y="31438"/>
                    </a:cubicBezTo>
                    <a:cubicBezTo>
                      <a:pt x="72316" y="31438"/>
                      <a:pt x="72397" y="31396"/>
                      <a:pt x="72430" y="31330"/>
                    </a:cubicBezTo>
                    <a:cubicBezTo>
                      <a:pt x="72476" y="31240"/>
                      <a:pt x="72430" y="31104"/>
                      <a:pt x="72385" y="31059"/>
                    </a:cubicBezTo>
                    <a:cubicBezTo>
                      <a:pt x="72385" y="31013"/>
                      <a:pt x="72340" y="31013"/>
                      <a:pt x="72340" y="30968"/>
                    </a:cubicBezTo>
                    <a:cubicBezTo>
                      <a:pt x="72295" y="30968"/>
                      <a:pt x="72295" y="30923"/>
                      <a:pt x="72295" y="30923"/>
                    </a:cubicBezTo>
                    <a:cubicBezTo>
                      <a:pt x="72249" y="30877"/>
                      <a:pt x="72204" y="30877"/>
                      <a:pt x="72159" y="30832"/>
                    </a:cubicBezTo>
                    <a:cubicBezTo>
                      <a:pt x="72114" y="30787"/>
                      <a:pt x="72114" y="30787"/>
                      <a:pt x="72068" y="30787"/>
                    </a:cubicBezTo>
                    <a:lnTo>
                      <a:pt x="72385" y="30787"/>
                    </a:lnTo>
                    <a:cubicBezTo>
                      <a:pt x="73426" y="30832"/>
                      <a:pt x="74286" y="31240"/>
                      <a:pt x="75056" y="31919"/>
                    </a:cubicBezTo>
                    <a:cubicBezTo>
                      <a:pt x="75101" y="32009"/>
                      <a:pt x="75147" y="32100"/>
                      <a:pt x="75237" y="32145"/>
                    </a:cubicBezTo>
                    <a:cubicBezTo>
                      <a:pt x="75282" y="32145"/>
                      <a:pt x="75328" y="32190"/>
                      <a:pt x="75373" y="32190"/>
                    </a:cubicBezTo>
                    <a:cubicBezTo>
                      <a:pt x="75644" y="32462"/>
                      <a:pt x="75961" y="32733"/>
                      <a:pt x="76233" y="33050"/>
                    </a:cubicBezTo>
                    <a:cubicBezTo>
                      <a:pt x="76595" y="33412"/>
                      <a:pt x="77003" y="33910"/>
                      <a:pt x="77455" y="34137"/>
                    </a:cubicBezTo>
                    <a:cubicBezTo>
                      <a:pt x="77485" y="34144"/>
                      <a:pt x="77518" y="34148"/>
                      <a:pt x="77552" y="34148"/>
                    </a:cubicBezTo>
                    <a:cubicBezTo>
                      <a:pt x="77719" y="34148"/>
                      <a:pt x="77908" y="34054"/>
                      <a:pt x="77908" y="33865"/>
                    </a:cubicBezTo>
                    <a:cubicBezTo>
                      <a:pt x="77817" y="33412"/>
                      <a:pt x="77591" y="32960"/>
                      <a:pt x="77229" y="32507"/>
                    </a:cubicBezTo>
                    <a:lnTo>
                      <a:pt x="77229" y="32507"/>
                    </a:lnTo>
                    <a:cubicBezTo>
                      <a:pt x="77319" y="32552"/>
                      <a:pt x="77410" y="32552"/>
                      <a:pt x="77500" y="32598"/>
                    </a:cubicBezTo>
                    <a:cubicBezTo>
                      <a:pt x="78270" y="32779"/>
                      <a:pt x="79040" y="33005"/>
                      <a:pt x="79719" y="33367"/>
                    </a:cubicBezTo>
                    <a:cubicBezTo>
                      <a:pt x="80398" y="33729"/>
                      <a:pt x="81031" y="34182"/>
                      <a:pt x="81620" y="34680"/>
                    </a:cubicBezTo>
                    <a:cubicBezTo>
                      <a:pt x="81937" y="34952"/>
                      <a:pt x="82208" y="35223"/>
                      <a:pt x="82480" y="35540"/>
                    </a:cubicBezTo>
                    <a:cubicBezTo>
                      <a:pt x="82752" y="35857"/>
                      <a:pt x="82978" y="36219"/>
                      <a:pt x="83340" y="36310"/>
                    </a:cubicBezTo>
                    <a:cubicBezTo>
                      <a:pt x="83380" y="36330"/>
                      <a:pt x="83422" y="36339"/>
                      <a:pt x="83463" y="36339"/>
                    </a:cubicBezTo>
                    <a:cubicBezTo>
                      <a:pt x="83612" y="36339"/>
                      <a:pt x="83758" y="36225"/>
                      <a:pt x="83793" y="36083"/>
                    </a:cubicBezTo>
                    <a:cubicBezTo>
                      <a:pt x="83883" y="35676"/>
                      <a:pt x="83702" y="35269"/>
                      <a:pt x="83431" y="34861"/>
                    </a:cubicBezTo>
                    <a:lnTo>
                      <a:pt x="83431" y="34861"/>
                    </a:lnTo>
                    <a:cubicBezTo>
                      <a:pt x="84291" y="35404"/>
                      <a:pt x="85106" y="36083"/>
                      <a:pt x="85875" y="36762"/>
                    </a:cubicBezTo>
                    <a:cubicBezTo>
                      <a:pt x="86147" y="36989"/>
                      <a:pt x="86373" y="37260"/>
                      <a:pt x="86645" y="37532"/>
                    </a:cubicBezTo>
                    <a:cubicBezTo>
                      <a:pt x="86147" y="37215"/>
                      <a:pt x="85649" y="36943"/>
                      <a:pt x="85151" y="36672"/>
                    </a:cubicBezTo>
                    <a:cubicBezTo>
                      <a:pt x="85097" y="36645"/>
                      <a:pt x="85044" y="36633"/>
                      <a:pt x="84994" y="36633"/>
                    </a:cubicBezTo>
                    <a:cubicBezTo>
                      <a:pt x="84709" y="36633"/>
                      <a:pt x="84526" y="37022"/>
                      <a:pt x="84834" y="37215"/>
                    </a:cubicBezTo>
                    <a:cubicBezTo>
                      <a:pt x="86328" y="38211"/>
                      <a:pt x="87641" y="39479"/>
                      <a:pt x="88908" y="40746"/>
                    </a:cubicBezTo>
                    <a:cubicBezTo>
                      <a:pt x="90085" y="41968"/>
                      <a:pt x="91217" y="43236"/>
                      <a:pt x="92303" y="44503"/>
                    </a:cubicBezTo>
                    <a:cubicBezTo>
                      <a:pt x="93345" y="45726"/>
                      <a:pt x="94250" y="47084"/>
                      <a:pt x="94567" y="48668"/>
                    </a:cubicBezTo>
                    <a:cubicBezTo>
                      <a:pt x="94748" y="49619"/>
                      <a:pt x="94703" y="50569"/>
                      <a:pt x="94567" y="51520"/>
                    </a:cubicBezTo>
                    <a:cubicBezTo>
                      <a:pt x="94476" y="51294"/>
                      <a:pt x="94386" y="51113"/>
                      <a:pt x="94295" y="50886"/>
                    </a:cubicBezTo>
                    <a:cubicBezTo>
                      <a:pt x="93616" y="49302"/>
                      <a:pt x="92801" y="47763"/>
                      <a:pt x="91986" y="46224"/>
                    </a:cubicBezTo>
                    <a:cubicBezTo>
                      <a:pt x="91926" y="46118"/>
                      <a:pt x="91826" y="46073"/>
                      <a:pt x="91723" y="46073"/>
                    </a:cubicBezTo>
                    <a:cubicBezTo>
                      <a:pt x="91519" y="46073"/>
                      <a:pt x="91307" y="46254"/>
                      <a:pt x="91398" y="46495"/>
                    </a:cubicBezTo>
                    <a:cubicBezTo>
                      <a:pt x="91986" y="47944"/>
                      <a:pt x="92484" y="49438"/>
                      <a:pt x="93028" y="50886"/>
                    </a:cubicBezTo>
                    <a:cubicBezTo>
                      <a:pt x="93480" y="52244"/>
                      <a:pt x="94159" y="53693"/>
                      <a:pt x="93571" y="55096"/>
                    </a:cubicBezTo>
                    <a:cubicBezTo>
                      <a:pt x="93299" y="55685"/>
                      <a:pt x="92937" y="56228"/>
                      <a:pt x="92484" y="56726"/>
                    </a:cubicBezTo>
                    <a:cubicBezTo>
                      <a:pt x="92484" y="56500"/>
                      <a:pt x="92484" y="56319"/>
                      <a:pt x="92439" y="56092"/>
                    </a:cubicBezTo>
                    <a:cubicBezTo>
                      <a:pt x="92349" y="55594"/>
                      <a:pt x="92213" y="55096"/>
                      <a:pt x="92032" y="54598"/>
                    </a:cubicBezTo>
                    <a:cubicBezTo>
                      <a:pt x="91993" y="54481"/>
                      <a:pt x="91851" y="54363"/>
                      <a:pt x="91726" y="54363"/>
                    </a:cubicBezTo>
                    <a:cubicBezTo>
                      <a:pt x="91707" y="54363"/>
                      <a:pt x="91688" y="54366"/>
                      <a:pt x="91670" y="54372"/>
                    </a:cubicBezTo>
                    <a:cubicBezTo>
                      <a:pt x="91489" y="54417"/>
                      <a:pt x="91398" y="54598"/>
                      <a:pt x="91443" y="54779"/>
                    </a:cubicBezTo>
                    <a:cubicBezTo>
                      <a:pt x="91579" y="55232"/>
                      <a:pt x="91670" y="55730"/>
                      <a:pt x="91760" y="56183"/>
                    </a:cubicBezTo>
                    <a:lnTo>
                      <a:pt x="91805" y="56907"/>
                    </a:lnTo>
                    <a:cubicBezTo>
                      <a:pt x="91851" y="57088"/>
                      <a:pt x="91851" y="57269"/>
                      <a:pt x="91896" y="57450"/>
                    </a:cubicBezTo>
                    <a:cubicBezTo>
                      <a:pt x="91715" y="57677"/>
                      <a:pt x="91489" y="57858"/>
                      <a:pt x="91307" y="58084"/>
                    </a:cubicBezTo>
                    <a:cubicBezTo>
                      <a:pt x="91217" y="57450"/>
                      <a:pt x="91081" y="56862"/>
                      <a:pt x="90900" y="56228"/>
                    </a:cubicBezTo>
                    <a:cubicBezTo>
                      <a:pt x="90266" y="54191"/>
                      <a:pt x="88863" y="52652"/>
                      <a:pt x="87595" y="50977"/>
                    </a:cubicBezTo>
                    <a:cubicBezTo>
                      <a:pt x="87538" y="50905"/>
                      <a:pt x="87467" y="50874"/>
                      <a:pt x="87401" y="50874"/>
                    </a:cubicBezTo>
                    <a:cubicBezTo>
                      <a:pt x="87259" y="50874"/>
                      <a:pt x="87140" y="51018"/>
                      <a:pt x="87233" y="51203"/>
                    </a:cubicBezTo>
                    <a:cubicBezTo>
                      <a:pt x="88139" y="52742"/>
                      <a:pt x="89135" y="54281"/>
                      <a:pt x="89587" y="56047"/>
                    </a:cubicBezTo>
                    <a:cubicBezTo>
                      <a:pt x="89723" y="56635"/>
                      <a:pt x="89859" y="57224"/>
                      <a:pt x="89949" y="57812"/>
                    </a:cubicBezTo>
                    <a:cubicBezTo>
                      <a:pt x="89723" y="58537"/>
                      <a:pt x="89270" y="59216"/>
                      <a:pt x="88727" y="59714"/>
                    </a:cubicBezTo>
                    <a:cubicBezTo>
                      <a:pt x="87867" y="60529"/>
                      <a:pt x="86826" y="61072"/>
                      <a:pt x="85785" y="61706"/>
                    </a:cubicBezTo>
                    <a:cubicBezTo>
                      <a:pt x="86102" y="60936"/>
                      <a:pt x="86283" y="60166"/>
                      <a:pt x="86192" y="59352"/>
                    </a:cubicBezTo>
                    <a:cubicBezTo>
                      <a:pt x="86167" y="59175"/>
                      <a:pt x="86029" y="59083"/>
                      <a:pt x="85896" y="59083"/>
                    </a:cubicBezTo>
                    <a:cubicBezTo>
                      <a:pt x="85791" y="59083"/>
                      <a:pt x="85689" y="59141"/>
                      <a:pt x="85649" y="59261"/>
                    </a:cubicBezTo>
                    <a:cubicBezTo>
                      <a:pt x="85604" y="59487"/>
                      <a:pt x="85558" y="59668"/>
                      <a:pt x="85513" y="59850"/>
                    </a:cubicBezTo>
                    <a:cubicBezTo>
                      <a:pt x="85468" y="60031"/>
                      <a:pt x="85377" y="60212"/>
                      <a:pt x="85332" y="60393"/>
                    </a:cubicBezTo>
                    <a:cubicBezTo>
                      <a:pt x="85196" y="60755"/>
                      <a:pt x="85060" y="61162"/>
                      <a:pt x="84925" y="61525"/>
                    </a:cubicBezTo>
                    <a:cubicBezTo>
                      <a:pt x="84743" y="61932"/>
                      <a:pt x="84517" y="62339"/>
                      <a:pt x="84246" y="62747"/>
                    </a:cubicBezTo>
                    <a:lnTo>
                      <a:pt x="84110" y="62883"/>
                    </a:lnTo>
                    <a:cubicBezTo>
                      <a:pt x="84336" y="62294"/>
                      <a:pt x="84517" y="61660"/>
                      <a:pt x="84608" y="61072"/>
                    </a:cubicBezTo>
                    <a:cubicBezTo>
                      <a:pt x="84789" y="60076"/>
                      <a:pt x="84834" y="58944"/>
                      <a:pt x="84472" y="57994"/>
                    </a:cubicBezTo>
                    <a:cubicBezTo>
                      <a:pt x="84423" y="57821"/>
                      <a:pt x="84213" y="57703"/>
                      <a:pt x="84025" y="57703"/>
                    </a:cubicBezTo>
                    <a:cubicBezTo>
                      <a:pt x="83867" y="57703"/>
                      <a:pt x="83723" y="57787"/>
                      <a:pt x="83702" y="57994"/>
                    </a:cubicBezTo>
                    <a:cubicBezTo>
                      <a:pt x="83567" y="58808"/>
                      <a:pt x="83567" y="59623"/>
                      <a:pt x="83431" y="60438"/>
                    </a:cubicBezTo>
                    <a:cubicBezTo>
                      <a:pt x="83340" y="61298"/>
                      <a:pt x="83114" y="62113"/>
                      <a:pt x="82797" y="62883"/>
                    </a:cubicBezTo>
                    <a:cubicBezTo>
                      <a:pt x="82525" y="63607"/>
                      <a:pt x="82118" y="64331"/>
                      <a:pt x="81665" y="65010"/>
                    </a:cubicBezTo>
                    <a:cubicBezTo>
                      <a:pt x="81439" y="65327"/>
                      <a:pt x="81122" y="65644"/>
                      <a:pt x="80805" y="65870"/>
                    </a:cubicBezTo>
                    <a:cubicBezTo>
                      <a:pt x="80531" y="66066"/>
                      <a:pt x="80122" y="66296"/>
                      <a:pt x="79753" y="66296"/>
                    </a:cubicBezTo>
                    <a:cubicBezTo>
                      <a:pt x="79695" y="66296"/>
                      <a:pt x="79638" y="66290"/>
                      <a:pt x="79583" y="66278"/>
                    </a:cubicBezTo>
                    <a:cubicBezTo>
                      <a:pt x="79571" y="66275"/>
                      <a:pt x="79559" y="66273"/>
                      <a:pt x="79547" y="66273"/>
                    </a:cubicBezTo>
                    <a:cubicBezTo>
                      <a:pt x="79380" y="66273"/>
                      <a:pt x="79236" y="66558"/>
                      <a:pt x="79447" y="66685"/>
                    </a:cubicBezTo>
                    <a:cubicBezTo>
                      <a:pt x="79801" y="66842"/>
                      <a:pt x="80086" y="66966"/>
                      <a:pt x="80452" y="66966"/>
                    </a:cubicBezTo>
                    <a:cubicBezTo>
                      <a:pt x="80507" y="66966"/>
                      <a:pt x="80565" y="66963"/>
                      <a:pt x="80624" y="66957"/>
                    </a:cubicBezTo>
                    <a:cubicBezTo>
                      <a:pt x="80941" y="66912"/>
                      <a:pt x="81258" y="66776"/>
                      <a:pt x="81529" y="66595"/>
                    </a:cubicBezTo>
                    <a:lnTo>
                      <a:pt x="81529" y="66595"/>
                    </a:lnTo>
                    <a:cubicBezTo>
                      <a:pt x="81439" y="66776"/>
                      <a:pt x="81348" y="66957"/>
                      <a:pt x="81258" y="67138"/>
                    </a:cubicBezTo>
                    <a:cubicBezTo>
                      <a:pt x="80941" y="67726"/>
                      <a:pt x="80715" y="68405"/>
                      <a:pt x="80624" y="69039"/>
                    </a:cubicBezTo>
                    <a:cubicBezTo>
                      <a:pt x="80533" y="69763"/>
                      <a:pt x="80533" y="70578"/>
                      <a:pt x="80850" y="71212"/>
                    </a:cubicBezTo>
                    <a:lnTo>
                      <a:pt x="80896" y="71212"/>
                    </a:lnTo>
                    <a:cubicBezTo>
                      <a:pt x="81031" y="72027"/>
                      <a:pt x="81348" y="72796"/>
                      <a:pt x="81756" y="73476"/>
                    </a:cubicBezTo>
                    <a:cubicBezTo>
                      <a:pt x="82390" y="74607"/>
                      <a:pt x="83295" y="75603"/>
                      <a:pt x="84019" y="76644"/>
                    </a:cubicBezTo>
                    <a:cubicBezTo>
                      <a:pt x="84789" y="77731"/>
                      <a:pt x="85468" y="78908"/>
                      <a:pt x="86373" y="79949"/>
                    </a:cubicBezTo>
                    <a:cubicBezTo>
                      <a:pt x="86459" y="80060"/>
                      <a:pt x="86572" y="80107"/>
                      <a:pt x="86688" y="80107"/>
                    </a:cubicBezTo>
                    <a:cubicBezTo>
                      <a:pt x="86999" y="80107"/>
                      <a:pt x="87332" y="79768"/>
                      <a:pt x="87233" y="79406"/>
                    </a:cubicBezTo>
                    <a:cubicBezTo>
                      <a:pt x="86962" y="78319"/>
                      <a:pt x="86464" y="77369"/>
                      <a:pt x="85830" y="76463"/>
                    </a:cubicBezTo>
                    <a:lnTo>
                      <a:pt x="85830" y="76463"/>
                    </a:lnTo>
                    <a:cubicBezTo>
                      <a:pt x="86600" y="76644"/>
                      <a:pt x="87414" y="76690"/>
                      <a:pt x="88139" y="77006"/>
                    </a:cubicBezTo>
                    <a:cubicBezTo>
                      <a:pt x="88953" y="77369"/>
                      <a:pt x="89361" y="78183"/>
                      <a:pt x="89633" y="78953"/>
                    </a:cubicBezTo>
                    <a:cubicBezTo>
                      <a:pt x="89814" y="79406"/>
                      <a:pt x="89949" y="79858"/>
                      <a:pt x="90130" y="80311"/>
                    </a:cubicBezTo>
                    <a:cubicBezTo>
                      <a:pt x="90312" y="80764"/>
                      <a:pt x="90628" y="81352"/>
                      <a:pt x="91172" y="81488"/>
                    </a:cubicBezTo>
                    <a:cubicBezTo>
                      <a:pt x="91207" y="81494"/>
                      <a:pt x="91240" y="81497"/>
                      <a:pt x="91272" y="81497"/>
                    </a:cubicBezTo>
                    <a:cubicBezTo>
                      <a:pt x="91489" y="81497"/>
                      <a:pt x="91636" y="81368"/>
                      <a:pt x="91715" y="81171"/>
                    </a:cubicBezTo>
                    <a:cubicBezTo>
                      <a:pt x="91760" y="81035"/>
                      <a:pt x="91760" y="80945"/>
                      <a:pt x="91760" y="80809"/>
                    </a:cubicBezTo>
                    <a:cubicBezTo>
                      <a:pt x="92122" y="81171"/>
                      <a:pt x="92484" y="81533"/>
                      <a:pt x="92892" y="81896"/>
                    </a:cubicBezTo>
                    <a:cubicBezTo>
                      <a:pt x="93299" y="82212"/>
                      <a:pt x="93707" y="82575"/>
                      <a:pt x="94205" y="82801"/>
                    </a:cubicBezTo>
                    <a:cubicBezTo>
                      <a:pt x="94748" y="83073"/>
                      <a:pt x="95291" y="83208"/>
                      <a:pt x="95880" y="83389"/>
                    </a:cubicBezTo>
                    <a:cubicBezTo>
                      <a:pt x="96423" y="83570"/>
                      <a:pt x="96785" y="83797"/>
                      <a:pt x="97147" y="84204"/>
                    </a:cubicBezTo>
                    <a:cubicBezTo>
                      <a:pt x="97509" y="84702"/>
                      <a:pt x="97826" y="85245"/>
                      <a:pt x="98188" y="85743"/>
                    </a:cubicBezTo>
                    <a:cubicBezTo>
                      <a:pt x="98867" y="86604"/>
                      <a:pt x="99954" y="87781"/>
                      <a:pt x="101176" y="87826"/>
                    </a:cubicBezTo>
                    <a:cubicBezTo>
                      <a:pt x="101402" y="87826"/>
                      <a:pt x="101538" y="87599"/>
                      <a:pt x="101538" y="87418"/>
                    </a:cubicBezTo>
                    <a:cubicBezTo>
                      <a:pt x="101765" y="87554"/>
                      <a:pt x="101991" y="87735"/>
                      <a:pt x="102172" y="87916"/>
                    </a:cubicBezTo>
                    <a:cubicBezTo>
                      <a:pt x="103258" y="88686"/>
                      <a:pt x="104435" y="89365"/>
                      <a:pt x="105386" y="90270"/>
                    </a:cubicBezTo>
                    <a:cubicBezTo>
                      <a:pt x="106291" y="91085"/>
                      <a:pt x="106608" y="92126"/>
                      <a:pt x="106880" y="93303"/>
                    </a:cubicBezTo>
                    <a:cubicBezTo>
                      <a:pt x="107152" y="94661"/>
                      <a:pt x="107378" y="96065"/>
                      <a:pt x="107740" y="97423"/>
                    </a:cubicBezTo>
                    <a:cubicBezTo>
                      <a:pt x="107799" y="97699"/>
                      <a:pt x="107997" y="97821"/>
                      <a:pt x="108204" y="97821"/>
                    </a:cubicBezTo>
                    <a:cubicBezTo>
                      <a:pt x="108471" y="97821"/>
                      <a:pt x="108756" y="97619"/>
                      <a:pt x="108781" y="97287"/>
                    </a:cubicBezTo>
                    <a:cubicBezTo>
                      <a:pt x="108826" y="96834"/>
                      <a:pt x="108826" y="96382"/>
                      <a:pt x="108826" y="95884"/>
                    </a:cubicBezTo>
                    <a:cubicBezTo>
                      <a:pt x="108872" y="95974"/>
                      <a:pt x="108917" y="96110"/>
                      <a:pt x="109008" y="96201"/>
                    </a:cubicBezTo>
                    <a:cubicBezTo>
                      <a:pt x="109551" y="97061"/>
                      <a:pt x="110185" y="97921"/>
                      <a:pt x="110682" y="98826"/>
                    </a:cubicBezTo>
                    <a:cubicBezTo>
                      <a:pt x="111135" y="99686"/>
                      <a:pt x="111362" y="100637"/>
                      <a:pt x="111407" y="101588"/>
                    </a:cubicBezTo>
                    <a:cubicBezTo>
                      <a:pt x="111452" y="102086"/>
                      <a:pt x="111407" y="102583"/>
                      <a:pt x="111452" y="103081"/>
                    </a:cubicBezTo>
                    <a:cubicBezTo>
                      <a:pt x="111497" y="103579"/>
                      <a:pt x="111543" y="104077"/>
                      <a:pt x="111859" y="104485"/>
                    </a:cubicBezTo>
                    <a:cubicBezTo>
                      <a:pt x="111944" y="104569"/>
                      <a:pt x="112047" y="104604"/>
                      <a:pt x="112148" y="104604"/>
                    </a:cubicBezTo>
                    <a:cubicBezTo>
                      <a:pt x="112264" y="104604"/>
                      <a:pt x="112375" y="104557"/>
                      <a:pt x="112448" y="104485"/>
                    </a:cubicBezTo>
                    <a:cubicBezTo>
                      <a:pt x="112810" y="104123"/>
                      <a:pt x="112946" y="103534"/>
                      <a:pt x="112991" y="103081"/>
                    </a:cubicBezTo>
                    <a:cubicBezTo>
                      <a:pt x="113036" y="102991"/>
                      <a:pt x="113036" y="102900"/>
                      <a:pt x="113036" y="102810"/>
                    </a:cubicBezTo>
                    <a:cubicBezTo>
                      <a:pt x="113127" y="102991"/>
                      <a:pt x="113263" y="103172"/>
                      <a:pt x="113353" y="103353"/>
                    </a:cubicBezTo>
                    <a:cubicBezTo>
                      <a:pt x="114032" y="104349"/>
                      <a:pt x="114802" y="105345"/>
                      <a:pt x="115119" y="106477"/>
                    </a:cubicBezTo>
                    <a:cubicBezTo>
                      <a:pt x="115662" y="108514"/>
                      <a:pt x="114032" y="110279"/>
                      <a:pt x="113263" y="111999"/>
                    </a:cubicBezTo>
                    <a:cubicBezTo>
                      <a:pt x="113082" y="112452"/>
                      <a:pt x="112312" y="114353"/>
                      <a:pt x="113263" y="114399"/>
                    </a:cubicBezTo>
                    <a:cubicBezTo>
                      <a:pt x="113278" y="114400"/>
                      <a:pt x="113293" y="114401"/>
                      <a:pt x="113308" y="114401"/>
                    </a:cubicBezTo>
                    <a:cubicBezTo>
                      <a:pt x="113728" y="114401"/>
                      <a:pt x="113903" y="113801"/>
                      <a:pt x="114078" y="113539"/>
                    </a:cubicBezTo>
                    <a:cubicBezTo>
                      <a:pt x="114213" y="113267"/>
                      <a:pt x="114349" y="113041"/>
                      <a:pt x="114485" y="112769"/>
                    </a:cubicBezTo>
                    <a:cubicBezTo>
                      <a:pt x="114757" y="113674"/>
                      <a:pt x="115074" y="114580"/>
                      <a:pt x="115481" y="115485"/>
                    </a:cubicBezTo>
                    <a:cubicBezTo>
                      <a:pt x="116069" y="116798"/>
                      <a:pt x="116839" y="118020"/>
                      <a:pt x="117473" y="119378"/>
                    </a:cubicBezTo>
                    <a:cubicBezTo>
                      <a:pt x="118016" y="120510"/>
                      <a:pt x="118197" y="121732"/>
                      <a:pt x="118152" y="123000"/>
                    </a:cubicBezTo>
                    <a:cubicBezTo>
                      <a:pt x="118061" y="124267"/>
                      <a:pt x="117654" y="125444"/>
                      <a:pt x="117292" y="126667"/>
                    </a:cubicBezTo>
                    <a:cubicBezTo>
                      <a:pt x="117194" y="126992"/>
                      <a:pt x="117471" y="127247"/>
                      <a:pt x="117752" y="127247"/>
                    </a:cubicBezTo>
                    <a:cubicBezTo>
                      <a:pt x="117862" y="127247"/>
                      <a:pt x="117972" y="127208"/>
                      <a:pt x="118061" y="127119"/>
                    </a:cubicBezTo>
                    <a:cubicBezTo>
                      <a:pt x="118152" y="127029"/>
                      <a:pt x="118242" y="126938"/>
                      <a:pt x="118333" y="126848"/>
                    </a:cubicBezTo>
                    <a:cubicBezTo>
                      <a:pt x="118378" y="126893"/>
                      <a:pt x="118378" y="126938"/>
                      <a:pt x="118378" y="126938"/>
                    </a:cubicBezTo>
                    <a:cubicBezTo>
                      <a:pt x="118740" y="127798"/>
                      <a:pt x="119284" y="128568"/>
                      <a:pt x="119646" y="129428"/>
                    </a:cubicBezTo>
                    <a:cubicBezTo>
                      <a:pt x="120415" y="131329"/>
                      <a:pt x="118650" y="132914"/>
                      <a:pt x="118605" y="134815"/>
                    </a:cubicBezTo>
                    <a:cubicBezTo>
                      <a:pt x="118605" y="135130"/>
                      <a:pt x="118934" y="135380"/>
                      <a:pt x="119241" y="135380"/>
                    </a:cubicBezTo>
                    <a:cubicBezTo>
                      <a:pt x="119375" y="135380"/>
                      <a:pt x="119504" y="135332"/>
                      <a:pt x="119600" y="135222"/>
                    </a:cubicBezTo>
                    <a:cubicBezTo>
                      <a:pt x="119736" y="135041"/>
                      <a:pt x="119872" y="134860"/>
                      <a:pt x="120008" y="134679"/>
                    </a:cubicBezTo>
                    <a:cubicBezTo>
                      <a:pt x="120098" y="134905"/>
                      <a:pt x="120234" y="135132"/>
                      <a:pt x="120370" y="135358"/>
                    </a:cubicBezTo>
                    <a:cubicBezTo>
                      <a:pt x="120777" y="136037"/>
                      <a:pt x="121230" y="136716"/>
                      <a:pt x="121502" y="137441"/>
                    </a:cubicBezTo>
                    <a:cubicBezTo>
                      <a:pt x="121819" y="138391"/>
                      <a:pt x="121547" y="139297"/>
                      <a:pt x="121366" y="140202"/>
                    </a:cubicBezTo>
                    <a:cubicBezTo>
                      <a:pt x="121140" y="141198"/>
                      <a:pt x="120868" y="142375"/>
                      <a:pt x="121049" y="143416"/>
                    </a:cubicBezTo>
                    <a:cubicBezTo>
                      <a:pt x="121079" y="143537"/>
                      <a:pt x="121250" y="143637"/>
                      <a:pt x="121401" y="143637"/>
                    </a:cubicBezTo>
                    <a:cubicBezTo>
                      <a:pt x="121477" y="143637"/>
                      <a:pt x="121547" y="143612"/>
                      <a:pt x="121592" y="143552"/>
                    </a:cubicBezTo>
                    <a:cubicBezTo>
                      <a:pt x="121864" y="143190"/>
                      <a:pt x="122045" y="142782"/>
                      <a:pt x="122226" y="142375"/>
                    </a:cubicBezTo>
                    <a:cubicBezTo>
                      <a:pt x="122815" y="143733"/>
                      <a:pt x="124082" y="144910"/>
                      <a:pt x="124218" y="146404"/>
                    </a:cubicBezTo>
                    <a:cubicBezTo>
                      <a:pt x="124263" y="147264"/>
                      <a:pt x="124037" y="148079"/>
                      <a:pt x="123675" y="148803"/>
                    </a:cubicBezTo>
                    <a:lnTo>
                      <a:pt x="123629" y="148848"/>
                    </a:lnTo>
                    <a:cubicBezTo>
                      <a:pt x="123448" y="149210"/>
                      <a:pt x="123267" y="149573"/>
                      <a:pt x="123041" y="149935"/>
                    </a:cubicBezTo>
                    <a:cubicBezTo>
                      <a:pt x="122860" y="150252"/>
                      <a:pt x="122588" y="150569"/>
                      <a:pt x="122498" y="150931"/>
                    </a:cubicBezTo>
                    <a:cubicBezTo>
                      <a:pt x="122452" y="151202"/>
                      <a:pt x="122633" y="151474"/>
                      <a:pt x="122905" y="151474"/>
                    </a:cubicBezTo>
                    <a:cubicBezTo>
                      <a:pt x="123086" y="151474"/>
                      <a:pt x="123267" y="151383"/>
                      <a:pt x="123448" y="151338"/>
                    </a:cubicBezTo>
                    <a:cubicBezTo>
                      <a:pt x="123494" y="153647"/>
                      <a:pt x="123946" y="155956"/>
                      <a:pt x="123584" y="158310"/>
                    </a:cubicBezTo>
                    <a:cubicBezTo>
                      <a:pt x="123358" y="159668"/>
                      <a:pt x="122905" y="160935"/>
                      <a:pt x="122362" y="162157"/>
                    </a:cubicBezTo>
                    <a:cubicBezTo>
                      <a:pt x="122090" y="162836"/>
                      <a:pt x="121773" y="163470"/>
                      <a:pt x="121502" y="164104"/>
                    </a:cubicBezTo>
                    <a:cubicBezTo>
                      <a:pt x="121502" y="164195"/>
                      <a:pt x="121456" y="164240"/>
                      <a:pt x="121456" y="164285"/>
                    </a:cubicBezTo>
                    <a:cubicBezTo>
                      <a:pt x="121411" y="164195"/>
                      <a:pt x="121366" y="164104"/>
                      <a:pt x="121321" y="164013"/>
                    </a:cubicBezTo>
                    <a:cubicBezTo>
                      <a:pt x="121253" y="163900"/>
                      <a:pt x="121128" y="163844"/>
                      <a:pt x="121004" y="163844"/>
                    </a:cubicBezTo>
                    <a:cubicBezTo>
                      <a:pt x="120879" y="163844"/>
                      <a:pt x="120755" y="163900"/>
                      <a:pt x="120687" y="164013"/>
                    </a:cubicBezTo>
                    <a:cubicBezTo>
                      <a:pt x="120415" y="164511"/>
                      <a:pt x="120415" y="165145"/>
                      <a:pt x="120325" y="165688"/>
                    </a:cubicBezTo>
                    <a:cubicBezTo>
                      <a:pt x="120279" y="166277"/>
                      <a:pt x="120234" y="166911"/>
                      <a:pt x="120189" y="167499"/>
                    </a:cubicBezTo>
                    <a:cubicBezTo>
                      <a:pt x="120053" y="168586"/>
                      <a:pt x="119782" y="169627"/>
                      <a:pt x="119238" y="170577"/>
                    </a:cubicBezTo>
                    <a:cubicBezTo>
                      <a:pt x="118559" y="171754"/>
                      <a:pt x="117065" y="172615"/>
                      <a:pt x="116386" y="173746"/>
                    </a:cubicBezTo>
                    <a:lnTo>
                      <a:pt x="116296" y="173701"/>
                    </a:lnTo>
                    <a:cubicBezTo>
                      <a:pt x="116202" y="173626"/>
                      <a:pt x="116077" y="173582"/>
                      <a:pt x="115960" y="173582"/>
                    </a:cubicBezTo>
                    <a:cubicBezTo>
                      <a:pt x="115794" y="173582"/>
                      <a:pt x="115643" y="173670"/>
                      <a:pt x="115617" y="173882"/>
                    </a:cubicBezTo>
                    <a:cubicBezTo>
                      <a:pt x="115481" y="174471"/>
                      <a:pt x="115707" y="175104"/>
                      <a:pt x="115843" y="175738"/>
                    </a:cubicBezTo>
                    <a:cubicBezTo>
                      <a:pt x="115934" y="176372"/>
                      <a:pt x="115979" y="177006"/>
                      <a:pt x="116024" y="177639"/>
                    </a:cubicBezTo>
                    <a:cubicBezTo>
                      <a:pt x="116024" y="178771"/>
                      <a:pt x="116115" y="180174"/>
                      <a:pt x="115436" y="181125"/>
                    </a:cubicBezTo>
                    <a:cubicBezTo>
                      <a:pt x="115119" y="181578"/>
                      <a:pt x="114666" y="181895"/>
                      <a:pt x="114213" y="182212"/>
                    </a:cubicBezTo>
                    <a:cubicBezTo>
                      <a:pt x="113806" y="182528"/>
                      <a:pt x="113399" y="182891"/>
                      <a:pt x="113036" y="183343"/>
                    </a:cubicBezTo>
                    <a:cubicBezTo>
                      <a:pt x="113036" y="183253"/>
                      <a:pt x="113036" y="183162"/>
                      <a:pt x="112991" y="183072"/>
                    </a:cubicBezTo>
                    <a:cubicBezTo>
                      <a:pt x="112969" y="182913"/>
                      <a:pt x="112833" y="182834"/>
                      <a:pt x="112691" y="182834"/>
                    </a:cubicBezTo>
                    <a:cubicBezTo>
                      <a:pt x="112550" y="182834"/>
                      <a:pt x="112403" y="182913"/>
                      <a:pt x="112357" y="183072"/>
                    </a:cubicBezTo>
                    <a:cubicBezTo>
                      <a:pt x="112176" y="183796"/>
                      <a:pt x="112041" y="184566"/>
                      <a:pt x="111995" y="185380"/>
                    </a:cubicBezTo>
                    <a:cubicBezTo>
                      <a:pt x="111905" y="185561"/>
                      <a:pt x="111859" y="185788"/>
                      <a:pt x="111950" y="186014"/>
                    </a:cubicBezTo>
                    <a:cubicBezTo>
                      <a:pt x="111859" y="186829"/>
                      <a:pt x="111814" y="187644"/>
                      <a:pt x="111678" y="188459"/>
                    </a:cubicBezTo>
                    <a:cubicBezTo>
                      <a:pt x="111588" y="189274"/>
                      <a:pt x="111362" y="190088"/>
                      <a:pt x="110864" y="190767"/>
                    </a:cubicBezTo>
                    <a:cubicBezTo>
                      <a:pt x="110411" y="191401"/>
                      <a:pt x="109732" y="191854"/>
                      <a:pt x="109053" y="192261"/>
                    </a:cubicBezTo>
                    <a:cubicBezTo>
                      <a:pt x="107649" y="193121"/>
                      <a:pt x="105929" y="193755"/>
                      <a:pt x="104300" y="193800"/>
                    </a:cubicBezTo>
                    <a:cubicBezTo>
                      <a:pt x="103983" y="193800"/>
                      <a:pt x="103666" y="193800"/>
                      <a:pt x="103394" y="193665"/>
                    </a:cubicBezTo>
                    <a:cubicBezTo>
                      <a:pt x="103123" y="193484"/>
                      <a:pt x="103123" y="193121"/>
                      <a:pt x="103123" y="192804"/>
                    </a:cubicBezTo>
                    <a:cubicBezTo>
                      <a:pt x="103123" y="192035"/>
                      <a:pt x="103349" y="191311"/>
                      <a:pt x="103621" y="190541"/>
                    </a:cubicBezTo>
                    <a:cubicBezTo>
                      <a:pt x="104164" y="188911"/>
                      <a:pt x="104843" y="187327"/>
                      <a:pt x="104526" y="185561"/>
                    </a:cubicBezTo>
                    <a:cubicBezTo>
                      <a:pt x="104506" y="185364"/>
                      <a:pt x="104366" y="185279"/>
                      <a:pt x="104214" y="185279"/>
                    </a:cubicBezTo>
                    <a:cubicBezTo>
                      <a:pt x="104018" y="185279"/>
                      <a:pt x="103802" y="185422"/>
                      <a:pt x="103802" y="185652"/>
                    </a:cubicBezTo>
                    <a:cubicBezTo>
                      <a:pt x="103756" y="187508"/>
                      <a:pt x="102579" y="189092"/>
                      <a:pt x="101991" y="190767"/>
                    </a:cubicBezTo>
                    <a:cubicBezTo>
                      <a:pt x="101765" y="191446"/>
                      <a:pt x="101583" y="192261"/>
                      <a:pt x="101583" y="193031"/>
                    </a:cubicBezTo>
                    <a:cubicBezTo>
                      <a:pt x="101357" y="193076"/>
                      <a:pt x="101086" y="193076"/>
                      <a:pt x="100859" y="193076"/>
                    </a:cubicBezTo>
                    <a:cubicBezTo>
                      <a:pt x="100316" y="193031"/>
                      <a:pt x="99727" y="192850"/>
                      <a:pt x="99229" y="192578"/>
                    </a:cubicBezTo>
                    <a:cubicBezTo>
                      <a:pt x="98641" y="192307"/>
                      <a:pt x="98098" y="191899"/>
                      <a:pt x="97555" y="191537"/>
                    </a:cubicBezTo>
                    <a:cubicBezTo>
                      <a:pt x="97147" y="191265"/>
                      <a:pt x="96694" y="190948"/>
                      <a:pt x="96378" y="190496"/>
                    </a:cubicBezTo>
                    <a:cubicBezTo>
                      <a:pt x="96468" y="190360"/>
                      <a:pt x="96513" y="190224"/>
                      <a:pt x="96468" y="190043"/>
                    </a:cubicBezTo>
                    <a:cubicBezTo>
                      <a:pt x="96378" y="189817"/>
                      <a:pt x="96196" y="189590"/>
                      <a:pt x="96061" y="189409"/>
                    </a:cubicBezTo>
                    <a:cubicBezTo>
                      <a:pt x="96106" y="188730"/>
                      <a:pt x="96423" y="188097"/>
                      <a:pt x="96694" y="187463"/>
                    </a:cubicBezTo>
                    <a:cubicBezTo>
                      <a:pt x="96921" y="186874"/>
                      <a:pt x="97102" y="186240"/>
                      <a:pt x="97192" y="185607"/>
                    </a:cubicBezTo>
                    <a:cubicBezTo>
                      <a:pt x="97328" y="185109"/>
                      <a:pt x="97509" y="184384"/>
                      <a:pt x="97102" y="183932"/>
                    </a:cubicBezTo>
                    <a:cubicBezTo>
                      <a:pt x="97057" y="183909"/>
                      <a:pt x="97011" y="183898"/>
                      <a:pt x="96966" y="183898"/>
                    </a:cubicBezTo>
                    <a:cubicBezTo>
                      <a:pt x="96921" y="183898"/>
                      <a:pt x="96876" y="183909"/>
                      <a:pt x="96830" y="183932"/>
                    </a:cubicBezTo>
                    <a:cubicBezTo>
                      <a:pt x="96242" y="184203"/>
                      <a:pt x="96106" y="185245"/>
                      <a:pt x="95880" y="185788"/>
                    </a:cubicBezTo>
                    <a:cubicBezTo>
                      <a:pt x="95653" y="186422"/>
                      <a:pt x="95336" y="187010"/>
                      <a:pt x="95065" y="187644"/>
                    </a:cubicBezTo>
                    <a:cubicBezTo>
                      <a:pt x="95019" y="187599"/>
                      <a:pt x="95019" y="187553"/>
                      <a:pt x="95019" y="187508"/>
                    </a:cubicBezTo>
                    <a:cubicBezTo>
                      <a:pt x="94703" y="186512"/>
                      <a:pt x="94522" y="185154"/>
                      <a:pt x="95065" y="184249"/>
                    </a:cubicBezTo>
                    <a:cubicBezTo>
                      <a:pt x="95336" y="183751"/>
                      <a:pt x="95789" y="183343"/>
                      <a:pt x="96196" y="182891"/>
                    </a:cubicBezTo>
                    <a:cubicBezTo>
                      <a:pt x="96649" y="182347"/>
                      <a:pt x="97102" y="181849"/>
                      <a:pt x="97600" y="181306"/>
                    </a:cubicBezTo>
                    <a:cubicBezTo>
                      <a:pt x="98550" y="180220"/>
                      <a:pt x="99411" y="179088"/>
                      <a:pt x="100271" y="177956"/>
                    </a:cubicBezTo>
                    <a:cubicBezTo>
                      <a:pt x="100497" y="178092"/>
                      <a:pt x="100678" y="178228"/>
                      <a:pt x="100904" y="178364"/>
                    </a:cubicBezTo>
                    <a:cubicBezTo>
                      <a:pt x="101176" y="178590"/>
                      <a:pt x="101448" y="178816"/>
                      <a:pt x="101765" y="178952"/>
                    </a:cubicBezTo>
                    <a:cubicBezTo>
                      <a:pt x="101864" y="179007"/>
                      <a:pt x="101971" y="179033"/>
                      <a:pt x="102076" y="179033"/>
                    </a:cubicBezTo>
                    <a:cubicBezTo>
                      <a:pt x="102404" y="179033"/>
                      <a:pt x="102715" y="178786"/>
                      <a:pt x="102715" y="178409"/>
                    </a:cubicBezTo>
                    <a:cubicBezTo>
                      <a:pt x="102670" y="177549"/>
                      <a:pt x="101946" y="177096"/>
                      <a:pt x="101312" y="176689"/>
                    </a:cubicBezTo>
                    <a:cubicBezTo>
                      <a:pt x="100769" y="176372"/>
                      <a:pt x="100271" y="176055"/>
                      <a:pt x="100225" y="175331"/>
                    </a:cubicBezTo>
                    <a:cubicBezTo>
                      <a:pt x="100225" y="174516"/>
                      <a:pt x="100542" y="173701"/>
                      <a:pt x="100588" y="172841"/>
                    </a:cubicBezTo>
                    <a:cubicBezTo>
                      <a:pt x="100588" y="172162"/>
                      <a:pt x="100588" y="171302"/>
                      <a:pt x="100316" y="170577"/>
                    </a:cubicBezTo>
                    <a:lnTo>
                      <a:pt x="100316" y="170577"/>
                    </a:lnTo>
                    <a:cubicBezTo>
                      <a:pt x="100614" y="170786"/>
                      <a:pt x="100952" y="170936"/>
                      <a:pt x="101304" y="170936"/>
                    </a:cubicBezTo>
                    <a:cubicBezTo>
                      <a:pt x="101485" y="170936"/>
                      <a:pt x="101670" y="170896"/>
                      <a:pt x="101855" y="170804"/>
                    </a:cubicBezTo>
                    <a:cubicBezTo>
                      <a:pt x="102081" y="170713"/>
                      <a:pt x="102127" y="170351"/>
                      <a:pt x="101946" y="170215"/>
                    </a:cubicBezTo>
                    <a:cubicBezTo>
                      <a:pt x="101629" y="169898"/>
                      <a:pt x="101267" y="169672"/>
                      <a:pt x="100950" y="169400"/>
                    </a:cubicBezTo>
                    <a:cubicBezTo>
                      <a:pt x="100633" y="169084"/>
                      <a:pt x="100361" y="168676"/>
                      <a:pt x="100090" y="168314"/>
                    </a:cubicBezTo>
                    <a:cubicBezTo>
                      <a:pt x="99456" y="167454"/>
                      <a:pt x="98686" y="166548"/>
                      <a:pt x="98188" y="165598"/>
                    </a:cubicBezTo>
                    <a:cubicBezTo>
                      <a:pt x="97736" y="164602"/>
                      <a:pt x="98279" y="163470"/>
                      <a:pt x="98324" y="162429"/>
                    </a:cubicBezTo>
                    <a:cubicBezTo>
                      <a:pt x="98369" y="162112"/>
                      <a:pt x="98324" y="161841"/>
                      <a:pt x="98324" y="161524"/>
                    </a:cubicBezTo>
                    <a:lnTo>
                      <a:pt x="98324" y="161524"/>
                    </a:lnTo>
                    <a:cubicBezTo>
                      <a:pt x="98415" y="161705"/>
                      <a:pt x="98550" y="161841"/>
                      <a:pt x="98641" y="162022"/>
                    </a:cubicBezTo>
                    <a:cubicBezTo>
                      <a:pt x="98822" y="162429"/>
                      <a:pt x="98958" y="162836"/>
                      <a:pt x="99275" y="163199"/>
                    </a:cubicBezTo>
                    <a:cubicBezTo>
                      <a:pt x="99319" y="163257"/>
                      <a:pt x="99381" y="163283"/>
                      <a:pt x="99449" y="163283"/>
                    </a:cubicBezTo>
                    <a:cubicBezTo>
                      <a:pt x="99592" y="163283"/>
                      <a:pt x="99757" y="163171"/>
                      <a:pt x="99818" y="163018"/>
                    </a:cubicBezTo>
                    <a:cubicBezTo>
                      <a:pt x="99999" y="162293"/>
                      <a:pt x="99637" y="161252"/>
                      <a:pt x="99275" y="160573"/>
                    </a:cubicBezTo>
                    <a:cubicBezTo>
                      <a:pt x="98867" y="159849"/>
                      <a:pt x="98279" y="159260"/>
                      <a:pt x="97962" y="158491"/>
                    </a:cubicBezTo>
                    <a:cubicBezTo>
                      <a:pt x="97917" y="158400"/>
                      <a:pt x="97871" y="158310"/>
                      <a:pt x="97871" y="158264"/>
                    </a:cubicBezTo>
                    <a:lnTo>
                      <a:pt x="97871" y="158219"/>
                    </a:lnTo>
                    <a:cubicBezTo>
                      <a:pt x="97871" y="158219"/>
                      <a:pt x="97871" y="158174"/>
                      <a:pt x="97871" y="158174"/>
                    </a:cubicBezTo>
                    <a:cubicBezTo>
                      <a:pt x="97871" y="158128"/>
                      <a:pt x="97871" y="158128"/>
                      <a:pt x="97871" y="158083"/>
                    </a:cubicBezTo>
                    <a:cubicBezTo>
                      <a:pt x="97871" y="158038"/>
                      <a:pt x="97871" y="157993"/>
                      <a:pt x="97871" y="157947"/>
                    </a:cubicBezTo>
                    <a:cubicBezTo>
                      <a:pt x="97917" y="157857"/>
                      <a:pt x="97917" y="157766"/>
                      <a:pt x="97917" y="157676"/>
                    </a:cubicBezTo>
                    <a:cubicBezTo>
                      <a:pt x="97917" y="157585"/>
                      <a:pt x="97826" y="157540"/>
                      <a:pt x="97781" y="157540"/>
                    </a:cubicBezTo>
                    <a:cubicBezTo>
                      <a:pt x="97736" y="157540"/>
                      <a:pt x="97690" y="157540"/>
                      <a:pt x="97690" y="157585"/>
                    </a:cubicBezTo>
                    <a:cubicBezTo>
                      <a:pt x="97464" y="156272"/>
                      <a:pt x="97690" y="154824"/>
                      <a:pt x="98007" y="153602"/>
                    </a:cubicBezTo>
                    <a:cubicBezTo>
                      <a:pt x="98048" y="153317"/>
                      <a:pt x="97833" y="153142"/>
                      <a:pt x="97625" y="153142"/>
                    </a:cubicBezTo>
                    <a:cubicBezTo>
                      <a:pt x="97601" y="153142"/>
                      <a:pt x="97578" y="153144"/>
                      <a:pt x="97555" y="153149"/>
                    </a:cubicBezTo>
                    <a:cubicBezTo>
                      <a:pt x="97600" y="152696"/>
                      <a:pt x="97645" y="152198"/>
                      <a:pt x="97736" y="151746"/>
                    </a:cubicBezTo>
                    <a:cubicBezTo>
                      <a:pt x="97917" y="151021"/>
                      <a:pt x="98143" y="150252"/>
                      <a:pt x="98460" y="149573"/>
                    </a:cubicBezTo>
                    <a:cubicBezTo>
                      <a:pt x="98505" y="149482"/>
                      <a:pt x="98550" y="149437"/>
                      <a:pt x="98550" y="149346"/>
                    </a:cubicBezTo>
                    <a:cubicBezTo>
                      <a:pt x="98867" y="148713"/>
                      <a:pt x="99229" y="148124"/>
                      <a:pt x="99637" y="147581"/>
                    </a:cubicBezTo>
                    <a:cubicBezTo>
                      <a:pt x="99682" y="147490"/>
                      <a:pt x="99682" y="147445"/>
                      <a:pt x="99682" y="147354"/>
                    </a:cubicBezTo>
                    <a:cubicBezTo>
                      <a:pt x="99682" y="147309"/>
                      <a:pt x="99727" y="147309"/>
                      <a:pt x="99773" y="147264"/>
                    </a:cubicBezTo>
                    <a:cubicBezTo>
                      <a:pt x="100588" y="146449"/>
                      <a:pt x="101765" y="146177"/>
                      <a:pt x="102625" y="145453"/>
                    </a:cubicBezTo>
                    <a:cubicBezTo>
                      <a:pt x="103485" y="144729"/>
                      <a:pt x="104164" y="143733"/>
                      <a:pt x="104798" y="142828"/>
                    </a:cubicBezTo>
                    <a:cubicBezTo>
                      <a:pt x="105477" y="141922"/>
                      <a:pt x="106110" y="140790"/>
                      <a:pt x="105703" y="139613"/>
                    </a:cubicBezTo>
                    <a:cubicBezTo>
                      <a:pt x="105674" y="139469"/>
                      <a:pt x="105516" y="139361"/>
                      <a:pt x="105358" y="139361"/>
                    </a:cubicBezTo>
                    <a:cubicBezTo>
                      <a:pt x="105269" y="139361"/>
                      <a:pt x="105180" y="139396"/>
                      <a:pt x="105114" y="139478"/>
                    </a:cubicBezTo>
                    <a:cubicBezTo>
                      <a:pt x="104435" y="140338"/>
                      <a:pt x="103937" y="141334"/>
                      <a:pt x="103258" y="142239"/>
                    </a:cubicBezTo>
                    <a:cubicBezTo>
                      <a:pt x="102579" y="143099"/>
                      <a:pt x="101900" y="144140"/>
                      <a:pt x="100904" y="144729"/>
                    </a:cubicBezTo>
                    <a:cubicBezTo>
                      <a:pt x="100406" y="145000"/>
                      <a:pt x="99863" y="145227"/>
                      <a:pt x="99365" y="145634"/>
                    </a:cubicBezTo>
                    <a:cubicBezTo>
                      <a:pt x="98958" y="145951"/>
                      <a:pt x="98596" y="146359"/>
                      <a:pt x="98324" y="146811"/>
                    </a:cubicBezTo>
                    <a:cubicBezTo>
                      <a:pt x="98007" y="147354"/>
                      <a:pt x="97555" y="148215"/>
                      <a:pt x="97555" y="148984"/>
                    </a:cubicBezTo>
                    <a:cubicBezTo>
                      <a:pt x="97555" y="149029"/>
                      <a:pt x="97509" y="149029"/>
                      <a:pt x="97509" y="149075"/>
                    </a:cubicBezTo>
                    <a:cubicBezTo>
                      <a:pt x="97283" y="148350"/>
                      <a:pt x="96830" y="147671"/>
                      <a:pt x="96378" y="147038"/>
                    </a:cubicBezTo>
                    <a:cubicBezTo>
                      <a:pt x="96287" y="146902"/>
                      <a:pt x="96151" y="146721"/>
                      <a:pt x="96015" y="146540"/>
                    </a:cubicBezTo>
                    <a:cubicBezTo>
                      <a:pt x="96061" y="146494"/>
                      <a:pt x="96106" y="146449"/>
                      <a:pt x="96151" y="146359"/>
                    </a:cubicBezTo>
                    <a:cubicBezTo>
                      <a:pt x="96332" y="145363"/>
                      <a:pt x="96468" y="144412"/>
                      <a:pt x="96559" y="143416"/>
                    </a:cubicBezTo>
                    <a:cubicBezTo>
                      <a:pt x="96604" y="142963"/>
                      <a:pt x="96649" y="142465"/>
                      <a:pt x="96649" y="142013"/>
                    </a:cubicBezTo>
                    <a:cubicBezTo>
                      <a:pt x="96649" y="141741"/>
                      <a:pt x="96604" y="141469"/>
                      <a:pt x="96604" y="141243"/>
                    </a:cubicBezTo>
                    <a:cubicBezTo>
                      <a:pt x="96559" y="140972"/>
                      <a:pt x="96513" y="140745"/>
                      <a:pt x="96378" y="140519"/>
                    </a:cubicBezTo>
                    <a:cubicBezTo>
                      <a:pt x="96306" y="140423"/>
                      <a:pt x="96196" y="140366"/>
                      <a:pt x="96089" y="140366"/>
                    </a:cubicBezTo>
                    <a:cubicBezTo>
                      <a:pt x="95993" y="140366"/>
                      <a:pt x="95898" y="140412"/>
                      <a:pt x="95834" y="140519"/>
                    </a:cubicBezTo>
                    <a:cubicBezTo>
                      <a:pt x="95653" y="140745"/>
                      <a:pt x="95653" y="140972"/>
                      <a:pt x="95608" y="141243"/>
                    </a:cubicBezTo>
                    <a:cubicBezTo>
                      <a:pt x="95608" y="141469"/>
                      <a:pt x="95563" y="141651"/>
                      <a:pt x="95563" y="141877"/>
                    </a:cubicBezTo>
                    <a:cubicBezTo>
                      <a:pt x="95517" y="142375"/>
                      <a:pt x="95563" y="142873"/>
                      <a:pt x="95517" y="143371"/>
                    </a:cubicBezTo>
                    <a:cubicBezTo>
                      <a:pt x="95517" y="144140"/>
                      <a:pt x="95472" y="144955"/>
                      <a:pt x="95427" y="145725"/>
                    </a:cubicBezTo>
                    <a:cubicBezTo>
                      <a:pt x="94838" y="144865"/>
                      <a:pt x="94386" y="144005"/>
                      <a:pt x="94250" y="142918"/>
                    </a:cubicBezTo>
                    <a:cubicBezTo>
                      <a:pt x="94227" y="142669"/>
                      <a:pt x="94024" y="142545"/>
                      <a:pt x="93831" y="142545"/>
                    </a:cubicBezTo>
                    <a:cubicBezTo>
                      <a:pt x="93639" y="142545"/>
                      <a:pt x="93458" y="142669"/>
                      <a:pt x="93480" y="142918"/>
                    </a:cubicBezTo>
                    <a:cubicBezTo>
                      <a:pt x="93480" y="144503"/>
                      <a:pt x="93933" y="145906"/>
                      <a:pt x="94793" y="147264"/>
                    </a:cubicBezTo>
                    <a:cubicBezTo>
                      <a:pt x="95472" y="148260"/>
                      <a:pt x="96378" y="149392"/>
                      <a:pt x="96151" y="150614"/>
                    </a:cubicBezTo>
                    <a:cubicBezTo>
                      <a:pt x="95925" y="151746"/>
                      <a:pt x="95110" y="152651"/>
                      <a:pt x="94522" y="153556"/>
                    </a:cubicBezTo>
                    <a:cubicBezTo>
                      <a:pt x="94205" y="154009"/>
                      <a:pt x="93752" y="154688"/>
                      <a:pt x="93571" y="155367"/>
                    </a:cubicBezTo>
                    <a:cubicBezTo>
                      <a:pt x="93390" y="154824"/>
                      <a:pt x="93163" y="154281"/>
                      <a:pt x="92937" y="153737"/>
                    </a:cubicBezTo>
                    <a:cubicBezTo>
                      <a:pt x="92575" y="152741"/>
                      <a:pt x="92168" y="151700"/>
                      <a:pt x="91624" y="150795"/>
                    </a:cubicBezTo>
                    <a:cubicBezTo>
                      <a:pt x="91551" y="150704"/>
                      <a:pt x="91434" y="150657"/>
                      <a:pt x="91320" y="150657"/>
                    </a:cubicBezTo>
                    <a:cubicBezTo>
                      <a:pt x="91152" y="150657"/>
                      <a:pt x="90991" y="150760"/>
                      <a:pt x="90991" y="150976"/>
                    </a:cubicBezTo>
                    <a:cubicBezTo>
                      <a:pt x="91172" y="152787"/>
                      <a:pt x="91851" y="154552"/>
                      <a:pt x="92394" y="156318"/>
                    </a:cubicBezTo>
                    <a:cubicBezTo>
                      <a:pt x="92937" y="158128"/>
                      <a:pt x="93616" y="159894"/>
                      <a:pt x="94114" y="161705"/>
                    </a:cubicBezTo>
                    <a:cubicBezTo>
                      <a:pt x="94567" y="163334"/>
                      <a:pt x="94703" y="164874"/>
                      <a:pt x="94205" y="166503"/>
                    </a:cubicBezTo>
                    <a:cubicBezTo>
                      <a:pt x="93797" y="167861"/>
                      <a:pt x="93028" y="169129"/>
                      <a:pt x="92439" y="170442"/>
                    </a:cubicBezTo>
                    <a:cubicBezTo>
                      <a:pt x="91805" y="171664"/>
                      <a:pt x="91307" y="172931"/>
                      <a:pt x="91081" y="174289"/>
                    </a:cubicBezTo>
                    <a:cubicBezTo>
                      <a:pt x="91036" y="174154"/>
                      <a:pt x="90991" y="173973"/>
                      <a:pt x="90945" y="173837"/>
                    </a:cubicBezTo>
                    <a:cubicBezTo>
                      <a:pt x="90764" y="173203"/>
                      <a:pt x="90764" y="172524"/>
                      <a:pt x="90583" y="171936"/>
                    </a:cubicBezTo>
                    <a:cubicBezTo>
                      <a:pt x="90533" y="171811"/>
                      <a:pt x="90415" y="171741"/>
                      <a:pt x="90296" y="171741"/>
                    </a:cubicBezTo>
                    <a:cubicBezTo>
                      <a:pt x="90199" y="171741"/>
                      <a:pt x="90101" y="171788"/>
                      <a:pt x="90040" y="171890"/>
                    </a:cubicBezTo>
                    <a:cubicBezTo>
                      <a:pt x="89361" y="172796"/>
                      <a:pt x="89678" y="174380"/>
                      <a:pt x="89995" y="175376"/>
                    </a:cubicBezTo>
                    <a:cubicBezTo>
                      <a:pt x="90357" y="176327"/>
                      <a:pt x="90855" y="177277"/>
                      <a:pt x="90402" y="178318"/>
                    </a:cubicBezTo>
                    <a:cubicBezTo>
                      <a:pt x="90085" y="179088"/>
                      <a:pt x="89497" y="179722"/>
                      <a:pt x="89044" y="180446"/>
                    </a:cubicBezTo>
                    <a:cubicBezTo>
                      <a:pt x="88772" y="180853"/>
                      <a:pt x="88546" y="181306"/>
                      <a:pt x="88410" y="181714"/>
                    </a:cubicBezTo>
                    <a:cubicBezTo>
                      <a:pt x="88003" y="180899"/>
                      <a:pt x="87505" y="180129"/>
                      <a:pt x="86962" y="179450"/>
                    </a:cubicBezTo>
                    <a:cubicBezTo>
                      <a:pt x="86875" y="179352"/>
                      <a:pt x="86769" y="179310"/>
                      <a:pt x="86661" y="179310"/>
                    </a:cubicBezTo>
                    <a:cubicBezTo>
                      <a:pt x="86375" y="179310"/>
                      <a:pt x="86081" y="179606"/>
                      <a:pt x="86147" y="179903"/>
                    </a:cubicBezTo>
                    <a:cubicBezTo>
                      <a:pt x="86373" y="180763"/>
                      <a:pt x="86781" y="181578"/>
                      <a:pt x="87097" y="182438"/>
                    </a:cubicBezTo>
                    <a:cubicBezTo>
                      <a:pt x="87414" y="183253"/>
                      <a:pt x="87731" y="184068"/>
                      <a:pt x="87958" y="184973"/>
                    </a:cubicBezTo>
                    <a:cubicBezTo>
                      <a:pt x="88365" y="186512"/>
                      <a:pt x="88410" y="188187"/>
                      <a:pt x="87822" y="189726"/>
                    </a:cubicBezTo>
                    <a:cubicBezTo>
                      <a:pt x="87324" y="190994"/>
                      <a:pt x="86328" y="192035"/>
                      <a:pt x="85558" y="193121"/>
                    </a:cubicBezTo>
                    <a:cubicBezTo>
                      <a:pt x="85106" y="193710"/>
                      <a:pt x="84743" y="194344"/>
                      <a:pt x="84472" y="195023"/>
                    </a:cubicBezTo>
                    <a:cubicBezTo>
                      <a:pt x="84381" y="194842"/>
                      <a:pt x="84336" y="194661"/>
                      <a:pt x="84246" y="194525"/>
                    </a:cubicBezTo>
                    <a:cubicBezTo>
                      <a:pt x="84019" y="193936"/>
                      <a:pt x="83702" y="193212"/>
                      <a:pt x="83250" y="192804"/>
                    </a:cubicBezTo>
                    <a:cubicBezTo>
                      <a:pt x="83159" y="192729"/>
                      <a:pt x="83058" y="192694"/>
                      <a:pt x="82963" y="192694"/>
                    </a:cubicBezTo>
                    <a:cubicBezTo>
                      <a:pt x="82772" y="192694"/>
                      <a:pt x="82601" y="192835"/>
                      <a:pt x="82571" y="193076"/>
                    </a:cubicBezTo>
                    <a:cubicBezTo>
                      <a:pt x="82571" y="193619"/>
                      <a:pt x="82797" y="194208"/>
                      <a:pt x="82978" y="194751"/>
                    </a:cubicBezTo>
                    <a:cubicBezTo>
                      <a:pt x="83159" y="195294"/>
                      <a:pt x="83340" y="195883"/>
                      <a:pt x="83476" y="196471"/>
                    </a:cubicBezTo>
                    <a:cubicBezTo>
                      <a:pt x="83702" y="197558"/>
                      <a:pt x="83838" y="198689"/>
                      <a:pt x="83612" y="199776"/>
                    </a:cubicBezTo>
                    <a:cubicBezTo>
                      <a:pt x="83521" y="200274"/>
                      <a:pt x="83340" y="200727"/>
                      <a:pt x="83114" y="201179"/>
                    </a:cubicBezTo>
                    <a:cubicBezTo>
                      <a:pt x="82797" y="201632"/>
                      <a:pt x="82390" y="201813"/>
                      <a:pt x="81937" y="202039"/>
                    </a:cubicBezTo>
                    <a:cubicBezTo>
                      <a:pt x="81665" y="202220"/>
                      <a:pt x="81394" y="202356"/>
                      <a:pt x="81077" y="202583"/>
                    </a:cubicBezTo>
                    <a:cubicBezTo>
                      <a:pt x="81077" y="202356"/>
                      <a:pt x="81031" y="202175"/>
                      <a:pt x="80941" y="201994"/>
                    </a:cubicBezTo>
                    <a:cubicBezTo>
                      <a:pt x="80887" y="201833"/>
                      <a:pt x="80707" y="201720"/>
                      <a:pt x="80541" y="201720"/>
                    </a:cubicBezTo>
                    <a:cubicBezTo>
                      <a:pt x="80426" y="201720"/>
                      <a:pt x="80317" y="201774"/>
                      <a:pt x="80262" y="201904"/>
                    </a:cubicBezTo>
                    <a:cubicBezTo>
                      <a:pt x="79990" y="202492"/>
                      <a:pt x="79900" y="203171"/>
                      <a:pt x="79764" y="203805"/>
                    </a:cubicBezTo>
                    <a:cubicBezTo>
                      <a:pt x="79719" y="203850"/>
                      <a:pt x="79719" y="203941"/>
                      <a:pt x="79719" y="203986"/>
                    </a:cubicBezTo>
                    <a:cubicBezTo>
                      <a:pt x="79673" y="204076"/>
                      <a:pt x="79628" y="204122"/>
                      <a:pt x="79583" y="204212"/>
                    </a:cubicBezTo>
                    <a:cubicBezTo>
                      <a:pt x="79538" y="204303"/>
                      <a:pt x="79538" y="204393"/>
                      <a:pt x="79583" y="204484"/>
                    </a:cubicBezTo>
                    <a:cubicBezTo>
                      <a:pt x="79447" y="204891"/>
                      <a:pt x="79311" y="205299"/>
                      <a:pt x="79085" y="205570"/>
                    </a:cubicBezTo>
                    <a:cubicBezTo>
                      <a:pt x="78768" y="205978"/>
                      <a:pt x="78089" y="206159"/>
                      <a:pt x="77636" y="206340"/>
                    </a:cubicBezTo>
                    <a:cubicBezTo>
                      <a:pt x="77003" y="206612"/>
                      <a:pt x="76369" y="206793"/>
                      <a:pt x="75735" y="206928"/>
                    </a:cubicBezTo>
                    <a:cubicBezTo>
                      <a:pt x="75124" y="207069"/>
                      <a:pt x="74476" y="207149"/>
                      <a:pt x="73830" y="207149"/>
                    </a:cubicBezTo>
                    <a:cubicBezTo>
                      <a:pt x="73232" y="207149"/>
                      <a:pt x="72634" y="207081"/>
                      <a:pt x="72068" y="206928"/>
                    </a:cubicBezTo>
                    <a:cubicBezTo>
                      <a:pt x="71797" y="206838"/>
                      <a:pt x="71751" y="206883"/>
                      <a:pt x="71616" y="206612"/>
                    </a:cubicBezTo>
                    <a:cubicBezTo>
                      <a:pt x="71616" y="206521"/>
                      <a:pt x="71570" y="206430"/>
                      <a:pt x="71525" y="206340"/>
                    </a:cubicBezTo>
                    <a:cubicBezTo>
                      <a:pt x="71661" y="206114"/>
                      <a:pt x="71570" y="205797"/>
                      <a:pt x="71344" y="205706"/>
                    </a:cubicBezTo>
                    <a:cubicBezTo>
                      <a:pt x="71344" y="205616"/>
                      <a:pt x="71299" y="205570"/>
                      <a:pt x="71299" y="205480"/>
                    </a:cubicBezTo>
                    <a:cubicBezTo>
                      <a:pt x="71072" y="204755"/>
                      <a:pt x="70801" y="204076"/>
                      <a:pt x="70620" y="203397"/>
                    </a:cubicBezTo>
                    <a:cubicBezTo>
                      <a:pt x="70564" y="203192"/>
                      <a:pt x="70408" y="203102"/>
                      <a:pt x="70250" y="203102"/>
                    </a:cubicBezTo>
                    <a:cubicBezTo>
                      <a:pt x="70025" y="203102"/>
                      <a:pt x="69797" y="203286"/>
                      <a:pt x="69850" y="203579"/>
                    </a:cubicBezTo>
                    <a:cubicBezTo>
                      <a:pt x="69986" y="204348"/>
                      <a:pt x="70076" y="205118"/>
                      <a:pt x="70167" y="205842"/>
                    </a:cubicBezTo>
                    <a:cubicBezTo>
                      <a:pt x="70122" y="205842"/>
                      <a:pt x="70076" y="205887"/>
                      <a:pt x="70076" y="205887"/>
                    </a:cubicBezTo>
                    <a:cubicBezTo>
                      <a:pt x="69714" y="205932"/>
                      <a:pt x="69352" y="205978"/>
                      <a:pt x="68990" y="206068"/>
                    </a:cubicBezTo>
                    <a:cubicBezTo>
                      <a:pt x="68220" y="206249"/>
                      <a:pt x="67496" y="206340"/>
                      <a:pt x="66727" y="206340"/>
                    </a:cubicBezTo>
                    <a:cubicBezTo>
                      <a:pt x="66590" y="206350"/>
                      <a:pt x="66449" y="206355"/>
                      <a:pt x="66307" y="206355"/>
                    </a:cubicBezTo>
                    <a:cubicBezTo>
                      <a:pt x="65787" y="206355"/>
                      <a:pt x="65242" y="206281"/>
                      <a:pt x="64780" y="206068"/>
                    </a:cubicBezTo>
                    <a:cubicBezTo>
                      <a:pt x="64146" y="205797"/>
                      <a:pt x="63784" y="205118"/>
                      <a:pt x="63377" y="204620"/>
                    </a:cubicBezTo>
                    <a:cubicBezTo>
                      <a:pt x="62879" y="203941"/>
                      <a:pt x="62381" y="203307"/>
                      <a:pt x="61883" y="202628"/>
                    </a:cubicBezTo>
                    <a:cubicBezTo>
                      <a:pt x="61430" y="202085"/>
                      <a:pt x="61068" y="201587"/>
                      <a:pt x="61023" y="200862"/>
                    </a:cubicBezTo>
                    <a:cubicBezTo>
                      <a:pt x="60977" y="200048"/>
                      <a:pt x="61023" y="199278"/>
                      <a:pt x="61068" y="198508"/>
                    </a:cubicBezTo>
                    <a:cubicBezTo>
                      <a:pt x="61113" y="198101"/>
                      <a:pt x="61113" y="197694"/>
                      <a:pt x="61158" y="197331"/>
                    </a:cubicBezTo>
                    <a:cubicBezTo>
                      <a:pt x="61204" y="196879"/>
                      <a:pt x="61113" y="196381"/>
                      <a:pt x="61158" y="195928"/>
                    </a:cubicBezTo>
                    <a:cubicBezTo>
                      <a:pt x="61183" y="195758"/>
                      <a:pt x="61051" y="195667"/>
                      <a:pt x="60903" y="195667"/>
                    </a:cubicBezTo>
                    <a:cubicBezTo>
                      <a:pt x="60774" y="195667"/>
                      <a:pt x="60633" y="195736"/>
                      <a:pt x="60570" y="195883"/>
                    </a:cubicBezTo>
                    <a:cubicBezTo>
                      <a:pt x="60570" y="195928"/>
                      <a:pt x="60525" y="196019"/>
                      <a:pt x="60525" y="196064"/>
                    </a:cubicBezTo>
                    <a:cubicBezTo>
                      <a:pt x="60344" y="195475"/>
                      <a:pt x="60072" y="194887"/>
                      <a:pt x="59981" y="194298"/>
                    </a:cubicBezTo>
                    <a:cubicBezTo>
                      <a:pt x="59891" y="193302"/>
                      <a:pt x="60117" y="192488"/>
                      <a:pt x="60661" y="191673"/>
                    </a:cubicBezTo>
                    <a:cubicBezTo>
                      <a:pt x="61113" y="190994"/>
                      <a:pt x="61656" y="190360"/>
                      <a:pt x="62064" y="189636"/>
                    </a:cubicBezTo>
                    <a:cubicBezTo>
                      <a:pt x="62154" y="189500"/>
                      <a:pt x="62200" y="189364"/>
                      <a:pt x="62290" y="189183"/>
                    </a:cubicBezTo>
                    <a:cubicBezTo>
                      <a:pt x="62607" y="189636"/>
                      <a:pt x="63014" y="189998"/>
                      <a:pt x="63467" y="190269"/>
                    </a:cubicBezTo>
                    <a:cubicBezTo>
                      <a:pt x="63531" y="190306"/>
                      <a:pt x="63598" y="190322"/>
                      <a:pt x="63663" y="190322"/>
                    </a:cubicBezTo>
                    <a:cubicBezTo>
                      <a:pt x="63925" y="190322"/>
                      <a:pt x="64164" y="190061"/>
                      <a:pt x="64056" y="189771"/>
                    </a:cubicBezTo>
                    <a:cubicBezTo>
                      <a:pt x="63829" y="188957"/>
                      <a:pt x="63286" y="188232"/>
                      <a:pt x="62924" y="187417"/>
                    </a:cubicBezTo>
                    <a:cubicBezTo>
                      <a:pt x="62607" y="186603"/>
                      <a:pt x="62335" y="185743"/>
                      <a:pt x="62200" y="184882"/>
                    </a:cubicBezTo>
                    <a:cubicBezTo>
                      <a:pt x="61838" y="183026"/>
                      <a:pt x="62154" y="181261"/>
                      <a:pt x="62562" y="179450"/>
                    </a:cubicBezTo>
                    <a:cubicBezTo>
                      <a:pt x="63014" y="177504"/>
                      <a:pt x="63286" y="175512"/>
                      <a:pt x="63196" y="173565"/>
                    </a:cubicBezTo>
                    <a:cubicBezTo>
                      <a:pt x="63150" y="172433"/>
                      <a:pt x="62969" y="171302"/>
                      <a:pt x="62743" y="170215"/>
                    </a:cubicBezTo>
                    <a:cubicBezTo>
                      <a:pt x="62833" y="170170"/>
                      <a:pt x="62924" y="170125"/>
                      <a:pt x="62969" y="170034"/>
                    </a:cubicBezTo>
                    <a:cubicBezTo>
                      <a:pt x="63241" y="169582"/>
                      <a:pt x="63105" y="169038"/>
                      <a:pt x="63014" y="168540"/>
                    </a:cubicBezTo>
                    <a:cubicBezTo>
                      <a:pt x="62924" y="168042"/>
                      <a:pt x="62833" y="167590"/>
                      <a:pt x="62788" y="167092"/>
                    </a:cubicBezTo>
                    <a:cubicBezTo>
                      <a:pt x="62698" y="166005"/>
                      <a:pt x="62698" y="164919"/>
                      <a:pt x="62833" y="163878"/>
                    </a:cubicBezTo>
                    <a:cubicBezTo>
                      <a:pt x="63014" y="162836"/>
                      <a:pt x="63286" y="161841"/>
                      <a:pt x="63648" y="160845"/>
                    </a:cubicBezTo>
                    <a:cubicBezTo>
                      <a:pt x="64010" y="159803"/>
                      <a:pt x="64191" y="158808"/>
                      <a:pt x="63784" y="157812"/>
                    </a:cubicBezTo>
                    <a:cubicBezTo>
                      <a:pt x="63691" y="157588"/>
                      <a:pt x="63498" y="157487"/>
                      <a:pt x="63312" y="157487"/>
                    </a:cubicBezTo>
                    <a:cubicBezTo>
                      <a:pt x="63048" y="157487"/>
                      <a:pt x="62799" y="157692"/>
                      <a:pt x="62879" y="158038"/>
                    </a:cubicBezTo>
                    <a:cubicBezTo>
                      <a:pt x="63014" y="158672"/>
                      <a:pt x="62833" y="159305"/>
                      <a:pt x="62562" y="159894"/>
                    </a:cubicBezTo>
                    <a:cubicBezTo>
                      <a:pt x="62562" y="159894"/>
                      <a:pt x="62517" y="159849"/>
                      <a:pt x="62517" y="159849"/>
                    </a:cubicBezTo>
                    <a:cubicBezTo>
                      <a:pt x="62335" y="159124"/>
                      <a:pt x="62154" y="158400"/>
                      <a:pt x="62064" y="157631"/>
                    </a:cubicBezTo>
                    <a:cubicBezTo>
                      <a:pt x="61928" y="156091"/>
                      <a:pt x="62381" y="154688"/>
                      <a:pt x="62833" y="153194"/>
                    </a:cubicBezTo>
                    <a:cubicBezTo>
                      <a:pt x="63331" y="151429"/>
                      <a:pt x="63784" y="149482"/>
                      <a:pt x="63331" y="147671"/>
                    </a:cubicBezTo>
                    <a:cubicBezTo>
                      <a:pt x="63512" y="147445"/>
                      <a:pt x="63512" y="147219"/>
                      <a:pt x="63558" y="146947"/>
                    </a:cubicBezTo>
                    <a:cubicBezTo>
                      <a:pt x="63694" y="146585"/>
                      <a:pt x="63739" y="146268"/>
                      <a:pt x="63694" y="145861"/>
                    </a:cubicBezTo>
                    <a:cubicBezTo>
                      <a:pt x="63603" y="145227"/>
                      <a:pt x="63377" y="144593"/>
                      <a:pt x="63060" y="144050"/>
                    </a:cubicBezTo>
                    <a:cubicBezTo>
                      <a:pt x="62788" y="143461"/>
                      <a:pt x="62335" y="142918"/>
                      <a:pt x="61883" y="142465"/>
                    </a:cubicBezTo>
                    <a:cubicBezTo>
                      <a:pt x="61340" y="141967"/>
                      <a:pt x="60751" y="141651"/>
                      <a:pt x="60208" y="141198"/>
                    </a:cubicBezTo>
                    <a:cubicBezTo>
                      <a:pt x="58080" y="139297"/>
                      <a:pt x="58714" y="135766"/>
                      <a:pt x="59619" y="133457"/>
                    </a:cubicBezTo>
                    <a:cubicBezTo>
                      <a:pt x="59737" y="133192"/>
                      <a:pt x="59509" y="132984"/>
                      <a:pt x="59274" y="132984"/>
                    </a:cubicBezTo>
                    <a:cubicBezTo>
                      <a:pt x="59148" y="132984"/>
                      <a:pt x="59019" y="133043"/>
                      <a:pt x="58940" y="133185"/>
                    </a:cubicBezTo>
                    <a:cubicBezTo>
                      <a:pt x="58216" y="134543"/>
                      <a:pt x="57537" y="135856"/>
                      <a:pt x="57356" y="137395"/>
                    </a:cubicBezTo>
                    <a:cubicBezTo>
                      <a:pt x="57175" y="138799"/>
                      <a:pt x="57446" y="140247"/>
                      <a:pt x="58261" y="141424"/>
                    </a:cubicBezTo>
                    <a:cubicBezTo>
                      <a:pt x="59076" y="142556"/>
                      <a:pt x="60434" y="143099"/>
                      <a:pt x="61294" y="144231"/>
                    </a:cubicBezTo>
                    <a:cubicBezTo>
                      <a:pt x="61566" y="144638"/>
                      <a:pt x="61792" y="145046"/>
                      <a:pt x="61928" y="145544"/>
                    </a:cubicBezTo>
                    <a:cubicBezTo>
                      <a:pt x="61702" y="145634"/>
                      <a:pt x="61521" y="145906"/>
                      <a:pt x="61702" y="146132"/>
                    </a:cubicBezTo>
                    <a:cubicBezTo>
                      <a:pt x="63196" y="148486"/>
                      <a:pt x="61702" y="151429"/>
                      <a:pt x="60977" y="153783"/>
                    </a:cubicBezTo>
                    <a:cubicBezTo>
                      <a:pt x="60570" y="155141"/>
                      <a:pt x="60298" y="156544"/>
                      <a:pt x="60479" y="157993"/>
                    </a:cubicBezTo>
                    <a:cubicBezTo>
                      <a:pt x="60570" y="158762"/>
                      <a:pt x="60751" y="159532"/>
                      <a:pt x="60977" y="160256"/>
                    </a:cubicBezTo>
                    <a:cubicBezTo>
                      <a:pt x="61158" y="160754"/>
                      <a:pt x="61385" y="161388"/>
                      <a:pt x="61747" y="161841"/>
                    </a:cubicBezTo>
                    <a:cubicBezTo>
                      <a:pt x="61475" y="162610"/>
                      <a:pt x="61294" y="163380"/>
                      <a:pt x="61204" y="164195"/>
                    </a:cubicBezTo>
                    <a:cubicBezTo>
                      <a:pt x="61068" y="165236"/>
                      <a:pt x="61068" y="166277"/>
                      <a:pt x="61204" y="167318"/>
                    </a:cubicBezTo>
                    <a:cubicBezTo>
                      <a:pt x="61294" y="167816"/>
                      <a:pt x="61340" y="168540"/>
                      <a:pt x="61566" y="169129"/>
                    </a:cubicBezTo>
                    <a:cubicBezTo>
                      <a:pt x="61702" y="170306"/>
                      <a:pt x="61747" y="171438"/>
                      <a:pt x="61792" y="172615"/>
                    </a:cubicBezTo>
                    <a:cubicBezTo>
                      <a:pt x="61792" y="174154"/>
                      <a:pt x="61702" y="175738"/>
                      <a:pt x="61430" y="177323"/>
                    </a:cubicBezTo>
                    <a:cubicBezTo>
                      <a:pt x="61340" y="177866"/>
                      <a:pt x="61204" y="178409"/>
                      <a:pt x="61068" y="178997"/>
                    </a:cubicBezTo>
                    <a:lnTo>
                      <a:pt x="60887" y="178997"/>
                    </a:lnTo>
                    <a:cubicBezTo>
                      <a:pt x="60661" y="179133"/>
                      <a:pt x="60434" y="179224"/>
                      <a:pt x="60163" y="179269"/>
                    </a:cubicBezTo>
                    <a:cubicBezTo>
                      <a:pt x="60027" y="179314"/>
                      <a:pt x="59891" y="179360"/>
                      <a:pt x="59755" y="179405"/>
                    </a:cubicBezTo>
                    <a:lnTo>
                      <a:pt x="59484" y="179405"/>
                    </a:lnTo>
                    <a:cubicBezTo>
                      <a:pt x="59212" y="179450"/>
                      <a:pt x="58940" y="179450"/>
                      <a:pt x="58714" y="179450"/>
                    </a:cubicBezTo>
                    <a:cubicBezTo>
                      <a:pt x="58578" y="179450"/>
                      <a:pt x="58442" y="179450"/>
                      <a:pt x="58307" y="179405"/>
                    </a:cubicBezTo>
                    <a:lnTo>
                      <a:pt x="58171" y="179405"/>
                    </a:lnTo>
                    <a:cubicBezTo>
                      <a:pt x="58080" y="179405"/>
                      <a:pt x="57990" y="179360"/>
                      <a:pt x="57899" y="179360"/>
                    </a:cubicBezTo>
                    <a:cubicBezTo>
                      <a:pt x="57809" y="179360"/>
                      <a:pt x="57673" y="179405"/>
                      <a:pt x="57582" y="179450"/>
                    </a:cubicBezTo>
                    <a:cubicBezTo>
                      <a:pt x="57537" y="179269"/>
                      <a:pt x="57492" y="179133"/>
                      <a:pt x="57492" y="178997"/>
                    </a:cubicBezTo>
                    <a:cubicBezTo>
                      <a:pt x="57175" y="178137"/>
                      <a:pt x="56948" y="177277"/>
                      <a:pt x="56767" y="176417"/>
                    </a:cubicBezTo>
                    <a:cubicBezTo>
                      <a:pt x="56632" y="175512"/>
                      <a:pt x="56541" y="174652"/>
                      <a:pt x="56451" y="173746"/>
                    </a:cubicBezTo>
                    <a:cubicBezTo>
                      <a:pt x="56405" y="173384"/>
                      <a:pt x="56405" y="173022"/>
                      <a:pt x="56360" y="172660"/>
                    </a:cubicBezTo>
                    <a:cubicBezTo>
                      <a:pt x="56722" y="171392"/>
                      <a:pt x="57130" y="170125"/>
                      <a:pt x="57446" y="168812"/>
                    </a:cubicBezTo>
                    <a:cubicBezTo>
                      <a:pt x="57763" y="167590"/>
                      <a:pt x="57718" y="166458"/>
                      <a:pt x="57220" y="165281"/>
                    </a:cubicBezTo>
                    <a:cubicBezTo>
                      <a:pt x="56767" y="164195"/>
                      <a:pt x="56224" y="163108"/>
                      <a:pt x="55726" y="162022"/>
                    </a:cubicBezTo>
                    <a:cubicBezTo>
                      <a:pt x="55817" y="160347"/>
                      <a:pt x="55907" y="158672"/>
                      <a:pt x="55953" y="156997"/>
                    </a:cubicBezTo>
                    <a:cubicBezTo>
                      <a:pt x="55998" y="156091"/>
                      <a:pt x="55862" y="155367"/>
                      <a:pt x="55409" y="154597"/>
                    </a:cubicBezTo>
                    <a:cubicBezTo>
                      <a:pt x="54911" y="153828"/>
                      <a:pt x="54368" y="153058"/>
                      <a:pt x="53870" y="152334"/>
                    </a:cubicBezTo>
                    <a:cubicBezTo>
                      <a:pt x="52829" y="150750"/>
                      <a:pt x="51788" y="149210"/>
                      <a:pt x="50701" y="147626"/>
                    </a:cubicBezTo>
                    <a:cubicBezTo>
                      <a:pt x="50158" y="146857"/>
                      <a:pt x="49660" y="146087"/>
                      <a:pt x="49072" y="145363"/>
                    </a:cubicBezTo>
                    <a:lnTo>
                      <a:pt x="49072" y="145363"/>
                    </a:lnTo>
                    <a:cubicBezTo>
                      <a:pt x="49736" y="145604"/>
                      <a:pt x="50500" y="145825"/>
                      <a:pt x="51218" y="145825"/>
                    </a:cubicBezTo>
                    <a:cubicBezTo>
                      <a:pt x="51577" y="145825"/>
                      <a:pt x="51924" y="145770"/>
                      <a:pt x="52241" y="145634"/>
                    </a:cubicBezTo>
                    <a:cubicBezTo>
                      <a:pt x="52557" y="145453"/>
                      <a:pt x="52512" y="145000"/>
                      <a:pt x="52241" y="144819"/>
                    </a:cubicBezTo>
                    <a:cubicBezTo>
                      <a:pt x="51788" y="144503"/>
                      <a:pt x="51199" y="144412"/>
                      <a:pt x="50701" y="144276"/>
                    </a:cubicBezTo>
                    <a:cubicBezTo>
                      <a:pt x="50203" y="144095"/>
                      <a:pt x="49660" y="143914"/>
                      <a:pt x="49208" y="143688"/>
                    </a:cubicBezTo>
                    <a:cubicBezTo>
                      <a:pt x="48166" y="143190"/>
                      <a:pt x="47170" y="142601"/>
                      <a:pt x="46310" y="141877"/>
                    </a:cubicBezTo>
                    <a:cubicBezTo>
                      <a:pt x="45405" y="141107"/>
                      <a:pt x="44545" y="140247"/>
                      <a:pt x="43775" y="139297"/>
                    </a:cubicBezTo>
                    <a:cubicBezTo>
                      <a:pt x="43413" y="138844"/>
                      <a:pt x="43006" y="138391"/>
                      <a:pt x="42644" y="137939"/>
                    </a:cubicBezTo>
                    <a:cubicBezTo>
                      <a:pt x="42462" y="137667"/>
                      <a:pt x="42281" y="137441"/>
                      <a:pt x="42055" y="137214"/>
                    </a:cubicBezTo>
                    <a:cubicBezTo>
                      <a:pt x="41829" y="136943"/>
                      <a:pt x="41602" y="136807"/>
                      <a:pt x="41285" y="136580"/>
                    </a:cubicBezTo>
                    <a:cubicBezTo>
                      <a:pt x="41188" y="136483"/>
                      <a:pt x="41066" y="136408"/>
                      <a:pt x="40921" y="136408"/>
                    </a:cubicBezTo>
                    <a:cubicBezTo>
                      <a:pt x="40865" y="136408"/>
                      <a:pt x="40805" y="136419"/>
                      <a:pt x="40742" y="136445"/>
                    </a:cubicBezTo>
                    <a:cubicBezTo>
                      <a:pt x="40606" y="136490"/>
                      <a:pt x="40516" y="136580"/>
                      <a:pt x="40425" y="136716"/>
                    </a:cubicBezTo>
                    <a:cubicBezTo>
                      <a:pt x="40290" y="136852"/>
                      <a:pt x="40335" y="137078"/>
                      <a:pt x="40425" y="137259"/>
                    </a:cubicBezTo>
                    <a:cubicBezTo>
                      <a:pt x="40561" y="137576"/>
                      <a:pt x="40606" y="137893"/>
                      <a:pt x="40833" y="138165"/>
                    </a:cubicBezTo>
                    <a:cubicBezTo>
                      <a:pt x="41014" y="138436"/>
                      <a:pt x="41195" y="138708"/>
                      <a:pt x="41421" y="138980"/>
                    </a:cubicBezTo>
                    <a:cubicBezTo>
                      <a:pt x="41829" y="139523"/>
                      <a:pt x="42236" y="140021"/>
                      <a:pt x="42689" y="140519"/>
                    </a:cubicBezTo>
                    <a:cubicBezTo>
                      <a:pt x="43549" y="141515"/>
                      <a:pt x="44454" y="142465"/>
                      <a:pt x="45495" y="143280"/>
                    </a:cubicBezTo>
                    <a:cubicBezTo>
                      <a:pt x="45858" y="143552"/>
                      <a:pt x="46265" y="143869"/>
                      <a:pt x="46672" y="144140"/>
                    </a:cubicBezTo>
                    <a:cubicBezTo>
                      <a:pt x="46944" y="144819"/>
                      <a:pt x="47397" y="145453"/>
                      <a:pt x="47804" y="146087"/>
                    </a:cubicBezTo>
                    <a:cubicBezTo>
                      <a:pt x="48257" y="146811"/>
                      <a:pt x="48755" y="147536"/>
                      <a:pt x="49208" y="148260"/>
                    </a:cubicBezTo>
                    <a:cubicBezTo>
                      <a:pt x="50249" y="149799"/>
                      <a:pt x="51290" y="151338"/>
                      <a:pt x="52376" y="152832"/>
                    </a:cubicBezTo>
                    <a:cubicBezTo>
                      <a:pt x="52874" y="153602"/>
                      <a:pt x="53372" y="154326"/>
                      <a:pt x="53915" y="155095"/>
                    </a:cubicBezTo>
                    <a:cubicBezTo>
                      <a:pt x="54142" y="155412"/>
                      <a:pt x="54368" y="155684"/>
                      <a:pt x="54549" y="156046"/>
                    </a:cubicBezTo>
                    <a:cubicBezTo>
                      <a:pt x="54685" y="156454"/>
                      <a:pt x="54685" y="156861"/>
                      <a:pt x="54685" y="157268"/>
                    </a:cubicBezTo>
                    <a:cubicBezTo>
                      <a:pt x="54730" y="158083"/>
                      <a:pt x="54730" y="158898"/>
                      <a:pt x="54776" y="159713"/>
                    </a:cubicBezTo>
                    <a:cubicBezTo>
                      <a:pt x="54549" y="159170"/>
                      <a:pt x="54278" y="158626"/>
                      <a:pt x="53961" y="158174"/>
                    </a:cubicBezTo>
                    <a:cubicBezTo>
                      <a:pt x="53872" y="158032"/>
                      <a:pt x="53728" y="157966"/>
                      <a:pt x="53585" y="157966"/>
                    </a:cubicBezTo>
                    <a:cubicBezTo>
                      <a:pt x="53364" y="157966"/>
                      <a:pt x="53146" y="158125"/>
                      <a:pt x="53146" y="158400"/>
                    </a:cubicBezTo>
                    <a:cubicBezTo>
                      <a:pt x="53146" y="159622"/>
                      <a:pt x="53599" y="160890"/>
                      <a:pt x="54051" y="162022"/>
                    </a:cubicBezTo>
                    <a:cubicBezTo>
                      <a:pt x="54504" y="163153"/>
                      <a:pt x="55047" y="164285"/>
                      <a:pt x="55590" y="165372"/>
                    </a:cubicBezTo>
                    <a:cubicBezTo>
                      <a:pt x="55817" y="165869"/>
                      <a:pt x="56088" y="166367"/>
                      <a:pt x="56224" y="166911"/>
                    </a:cubicBezTo>
                    <a:cubicBezTo>
                      <a:pt x="56405" y="167499"/>
                      <a:pt x="56360" y="168042"/>
                      <a:pt x="56269" y="168676"/>
                    </a:cubicBezTo>
                    <a:cubicBezTo>
                      <a:pt x="56134" y="169310"/>
                      <a:pt x="56043" y="169989"/>
                      <a:pt x="55953" y="170623"/>
                    </a:cubicBezTo>
                    <a:cubicBezTo>
                      <a:pt x="55916" y="170615"/>
                      <a:pt x="55880" y="170612"/>
                      <a:pt x="55846" y="170612"/>
                    </a:cubicBezTo>
                    <a:cubicBezTo>
                      <a:pt x="55671" y="170612"/>
                      <a:pt x="55538" y="170712"/>
                      <a:pt x="55500" y="170940"/>
                    </a:cubicBezTo>
                    <a:cubicBezTo>
                      <a:pt x="55319" y="171800"/>
                      <a:pt x="55092" y="172660"/>
                      <a:pt x="55047" y="173565"/>
                    </a:cubicBezTo>
                    <a:cubicBezTo>
                      <a:pt x="55002" y="174471"/>
                      <a:pt x="55092" y="175376"/>
                      <a:pt x="55183" y="176281"/>
                    </a:cubicBezTo>
                    <a:cubicBezTo>
                      <a:pt x="55319" y="177187"/>
                      <a:pt x="55500" y="178092"/>
                      <a:pt x="55771" y="178952"/>
                    </a:cubicBezTo>
                    <a:cubicBezTo>
                      <a:pt x="55817" y="179133"/>
                      <a:pt x="55907" y="179450"/>
                      <a:pt x="56043" y="179767"/>
                    </a:cubicBezTo>
                    <a:cubicBezTo>
                      <a:pt x="56043" y="180174"/>
                      <a:pt x="56088" y="180582"/>
                      <a:pt x="56134" y="180989"/>
                    </a:cubicBezTo>
                    <a:cubicBezTo>
                      <a:pt x="56179" y="181940"/>
                      <a:pt x="56179" y="182936"/>
                      <a:pt x="56043" y="183932"/>
                    </a:cubicBezTo>
                    <a:cubicBezTo>
                      <a:pt x="55817" y="185471"/>
                      <a:pt x="55092" y="186965"/>
                      <a:pt x="53780" y="187870"/>
                    </a:cubicBezTo>
                    <a:cubicBezTo>
                      <a:pt x="52557" y="188730"/>
                      <a:pt x="51199" y="189183"/>
                      <a:pt x="49932" y="189862"/>
                    </a:cubicBezTo>
                    <a:cubicBezTo>
                      <a:pt x="49615" y="190043"/>
                      <a:pt x="49343" y="190179"/>
                      <a:pt x="49026" y="190405"/>
                    </a:cubicBezTo>
                    <a:cubicBezTo>
                      <a:pt x="49117" y="189636"/>
                      <a:pt x="49162" y="188911"/>
                      <a:pt x="49117" y="188187"/>
                    </a:cubicBezTo>
                    <a:cubicBezTo>
                      <a:pt x="49117" y="187909"/>
                      <a:pt x="48895" y="187734"/>
                      <a:pt x="48672" y="187734"/>
                    </a:cubicBezTo>
                    <a:cubicBezTo>
                      <a:pt x="48531" y="187734"/>
                      <a:pt x="48390" y="187803"/>
                      <a:pt x="48302" y="187961"/>
                    </a:cubicBezTo>
                    <a:cubicBezTo>
                      <a:pt x="47533" y="189183"/>
                      <a:pt x="47397" y="190722"/>
                      <a:pt x="47261" y="192171"/>
                    </a:cubicBezTo>
                    <a:cubicBezTo>
                      <a:pt x="47170" y="192397"/>
                      <a:pt x="47125" y="192623"/>
                      <a:pt x="47170" y="192804"/>
                    </a:cubicBezTo>
                    <a:cubicBezTo>
                      <a:pt x="47125" y="193167"/>
                      <a:pt x="47080" y="193529"/>
                      <a:pt x="46989" y="193891"/>
                    </a:cubicBezTo>
                    <a:cubicBezTo>
                      <a:pt x="46718" y="195294"/>
                      <a:pt x="46129" y="196924"/>
                      <a:pt x="44816" y="197784"/>
                    </a:cubicBezTo>
                    <a:cubicBezTo>
                      <a:pt x="44047" y="198282"/>
                      <a:pt x="43142" y="198373"/>
                      <a:pt x="42236" y="198373"/>
                    </a:cubicBezTo>
                    <a:cubicBezTo>
                      <a:pt x="41957" y="198385"/>
                      <a:pt x="41678" y="198390"/>
                      <a:pt x="41400" y="198390"/>
                    </a:cubicBezTo>
                    <a:cubicBezTo>
                      <a:pt x="40640" y="198390"/>
                      <a:pt x="39887" y="198348"/>
                      <a:pt x="39158" y="198282"/>
                    </a:cubicBezTo>
                    <a:cubicBezTo>
                      <a:pt x="38071" y="198191"/>
                      <a:pt x="37030" y="198010"/>
                      <a:pt x="35989" y="197784"/>
                    </a:cubicBezTo>
                    <a:cubicBezTo>
                      <a:pt x="35491" y="197648"/>
                      <a:pt x="34812" y="197512"/>
                      <a:pt x="34495" y="197105"/>
                    </a:cubicBezTo>
                    <a:cubicBezTo>
                      <a:pt x="34767" y="196833"/>
                      <a:pt x="34676" y="196381"/>
                      <a:pt x="34359" y="196200"/>
                    </a:cubicBezTo>
                    <a:cubicBezTo>
                      <a:pt x="34540" y="195385"/>
                      <a:pt x="34993" y="194570"/>
                      <a:pt x="35219" y="193800"/>
                    </a:cubicBezTo>
                    <a:cubicBezTo>
                      <a:pt x="35582" y="192669"/>
                      <a:pt x="35763" y="191537"/>
                      <a:pt x="35808" y="190405"/>
                    </a:cubicBezTo>
                    <a:cubicBezTo>
                      <a:pt x="35834" y="190172"/>
                      <a:pt x="35637" y="190043"/>
                      <a:pt x="35447" y="190043"/>
                    </a:cubicBezTo>
                    <a:cubicBezTo>
                      <a:pt x="35306" y="190043"/>
                      <a:pt x="35168" y="190115"/>
                      <a:pt x="35129" y="190269"/>
                    </a:cubicBezTo>
                    <a:cubicBezTo>
                      <a:pt x="34857" y="191446"/>
                      <a:pt x="34450" y="192578"/>
                      <a:pt x="33952" y="193619"/>
                    </a:cubicBezTo>
                    <a:cubicBezTo>
                      <a:pt x="33545" y="194525"/>
                      <a:pt x="32956" y="195430"/>
                      <a:pt x="32820" y="196426"/>
                    </a:cubicBezTo>
                    <a:lnTo>
                      <a:pt x="32820" y="196517"/>
                    </a:lnTo>
                    <a:cubicBezTo>
                      <a:pt x="32458" y="196652"/>
                      <a:pt x="32096" y="196743"/>
                      <a:pt x="31689" y="196788"/>
                    </a:cubicBezTo>
                    <a:cubicBezTo>
                      <a:pt x="31352" y="196851"/>
                      <a:pt x="31006" y="196885"/>
                      <a:pt x="30660" y="196885"/>
                    </a:cubicBezTo>
                    <a:cubicBezTo>
                      <a:pt x="30260" y="196885"/>
                      <a:pt x="29858" y="196840"/>
                      <a:pt x="29470" y="196743"/>
                    </a:cubicBezTo>
                    <a:cubicBezTo>
                      <a:pt x="27976" y="196471"/>
                      <a:pt x="26483" y="195611"/>
                      <a:pt x="25804" y="194163"/>
                    </a:cubicBezTo>
                    <a:cubicBezTo>
                      <a:pt x="25532" y="193484"/>
                      <a:pt x="25487" y="192759"/>
                      <a:pt x="25849" y="192125"/>
                    </a:cubicBezTo>
                    <a:cubicBezTo>
                      <a:pt x="26302" y="191356"/>
                      <a:pt x="27026" y="190813"/>
                      <a:pt x="27660" y="190269"/>
                    </a:cubicBezTo>
                    <a:cubicBezTo>
                      <a:pt x="29063" y="189002"/>
                      <a:pt x="30557" y="187825"/>
                      <a:pt x="31236" y="186059"/>
                    </a:cubicBezTo>
                    <a:cubicBezTo>
                      <a:pt x="31356" y="185730"/>
                      <a:pt x="31079" y="185499"/>
                      <a:pt x="30812" y="185499"/>
                    </a:cubicBezTo>
                    <a:cubicBezTo>
                      <a:pt x="30676" y="185499"/>
                      <a:pt x="30543" y="185560"/>
                      <a:pt x="30466" y="185697"/>
                    </a:cubicBezTo>
                    <a:cubicBezTo>
                      <a:pt x="30104" y="186422"/>
                      <a:pt x="29470" y="186829"/>
                      <a:pt x="28837" y="187327"/>
                    </a:cubicBezTo>
                    <a:cubicBezTo>
                      <a:pt x="28112" y="187915"/>
                      <a:pt x="27388" y="188504"/>
                      <a:pt x="26664" y="189092"/>
                    </a:cubicBezTo>
                    <a:cubicBezTo>
                      <a:pt x="25804" y="189771"/>
                      <a:pt x="24943" y="190496"/>
                      <a:pt x="24446" y="191401"/>
                    </a:cubicBezTo>
                    <a:cubicBezTo>
                      <a:pt x="24129" y="190813"/>
                      <a:pt x="23902" y="190224"/>
                      <a:pt x="23766" y="189590"/>
                    </a:cubicBezTo>
                    <a:cubicBezTo>
                      <a:pt x="23585" y="188957"/>
                      <a:pt x="23540" y="188278"/>
                      <a:pt x="23812" y="187644"/>
                    </a:cubicBezTo>
                    <a:cubicBezTo>
                      <a:pt x="24083" y="187010"/>
                      <a:pt x="24672" y="186603"/>
                      <a:pt x="25215" y="186195"/>
                    </a:cubicBezTo>
                    <a:cubicBezTo>
                      <a:pt x="26528" y="185380"/>
                      <a:pt x="27886" y="184656"/>
                      <a:pt x="29018" y="183615"/>
                    </a:cubicBezTo>
                    <a:cubicBezTo>
                      <a:pt x="29108" y="183524"/>
                      <a:pt x="29244" y="183434"/>
                      <a:pt x="29335" y="183298"/>
                    </a:cubicBezTo>
                    <a:cubicBezTo>
                      <a:pt x="29439" y="183324"/>
                      <a:pt x="29544" y="183350"/>
                      <a:pt x="29639" y="183350"/>
                    </a:cubicBezTo>
                    <a:cubicBezTo>
                      <a:pt x="29710" y="183350"/>
                      <a:pt x="29775" y="183336"/>
                      <a:pt x="29832" y="183298"/>
                    </a:cubicBezTo>
                    <a:cubicBezTo>
                      <a:pt x="30376" y="182981"/>
                      <a:pt x="30738" y="182393"/>
                      <a:pt x="31009" y="181849"/>
                    </a:cubicBezTo>
                    <a:cubicBezTo>
                      <a:pt x="31326" y="181351"/>
                      <a:pt x="31553" y="180763"/>
                      <a:pt x="31689" y="180174"/>
                    </a:cubicBezTo>
                    <a:cubicBezTo>
                      <a:pt x="31915" y="179450"/>
                      <a:pt x="31915" y="178771"/>
                      <a:pt x="31824" y="178047"/>
                    </a:cubicBezTo>
                    <a:cubicBezTo>
                      <a:pt x="31960" y="177685"/>
                      <a:pt x="32005" y="177277"/>
                      <a:pt x="32096" y="176915"/>
                    </a:cubicBezTo>
                    <a:cubicBezTo>
                      <a:pt x="32277" y="176281"/>
                      <a:pt x="32458" y="175648"/>
                      <a:pt x="32503" y="174969"/>
                    </a:cubicBezTo>
                    <a:cubicBezTo>
                      <a:pt x="32549" y="174833"/>
                      <a:pt x="32549" y="174697"/>
                      <a:pt x="32549" y="174561"/>
                    </a:cubicBezTo>
                    <a:cubicBezTo>
                      <a:pt x="32639" y="174652"/>
                      <a:pt x="32730" y="174787"/>
                      <a:pt x="32820" y="174923"/>
                    </a:cubicBezTo>
                    <a:cubicBezTo>
                      <a:pt x="32885" y="174988"/>
                      <a:pt x="32961" y="175016"/>
                      <a:pt x="33037" y="175016"/>
                    </a:cubicBezTo>
                    <a:cubicBezTo>
                      <a:pt x="33225" y="175016"/>
                      <a:pt x="33409" y="174845"/>
                      <a:pt x="33409" y="174652"/>
                    </a:cubicBezTo>
                    <a:cubicBezTo>
                      <a:pt x="33454" y="173882"/>
                      <a:pt x="33363" y="173248"/>
                      <a:pt x="33047" y="172524"/>
                    </a:cubicBezTo>
                    <a:cubicBezTo>
                      <a:pt x="32730" y="171890"/>
                      <a:pt x="32322" y="171256"/>
                      <a:pt x="31870" y="170713"/>
                    </a:cubicBezTo>
                    <a:cubicBezTo>
                      <a:pt x="31100" y="169763"/>
                      <a:pt x="29878" y="168857"/>
                      <a:pt x="30149" y="167499"/>
                    </a:cubicBezTo>
                    <a:cubicBezTo>
                      <a:pt x="30421" y="166051"/>
                      <a:pt x="30693" y="164692"/>
                      <a:pt x="30602" y="163244"/>
                    </a:cubicBezTo>
                    <a:lnTo>
                      <a:pt x="30602" y="163244"/>
                    </a:lnTo>
                    <a:cubicBezTo>
                      <a:pt x="30688" y="163329"/>
                      <a:pt x="30799" y="163370"/>
                      <a:pt x="30909" y="163370"/>
                    </a:cubicBezTo>
                    <a:cubicBezTo>
                      <a:pt x="31091" y="163370"/>
                      <a:pt x="31270" y="163260"/>
                      <a:pt x="31326" y="163063"/>
                    </a:cubicBezTo>
                    <a:cubicBezTo>
                      <a:pt x="31462" y="162338"/>
                      <a:pt x="31236" y="161569"/>
                      <a:pt x="30964" y="160890"/>
                    </a:cubicBezTo>
                    <a:cubicBezTo>
                      <a:pt x="30738" y="160166"/>
                      <a:pt x="30376" y="159532"/>
                      <a:pt x="29968" y="158943"/>
                    </a:cubicBezTo>
                    <a:cubicBezTo>
                      <a:pt x="29561" y="158310"/>
                      <a:pt x="29063" y="157676"/>
                      <a:pt x="28565" y="157133"/>
                    </a:cubicBezTo>
                    <a:cubicBezTo>
                      <a:pt x="28067" y="156680"/>
                      <a:pt x="27433" y="156227"/>
                      <a:pt x="27343" y="155503"/>
                    </a:cubicBezTo>
                    <a:cubicBezTo>
                      <a:pt x="27207" y="154779"/>
                      <a:pt x="27479" y="154009"/>
                      <a:pt x="27569" y="153285"/>
                    </a:cubicBezTo>
                    <a:cubicBezTo>
                      <a:pt x="27660" y="152470"/>
                      <a:pt x="27569" y="151655"/>
                      <a:pt x="27343" y="150885"/>
                    </a:cubicBezTo>
                    <a:cubicBezTo>
                      <a:pt x="27071" y="150161"/>
                      <a:pt x="26709" y="149482"/>
                      <a:pt x="26256" y="148848"/>
                    </a:cubicBezTo>
                    <a:cubicBezTo>
                      <a:pt x="26030" y="148441"/>
                      <a:pt x="25758" y="148033"/>
                      <a:pt x="25532" y="147626"/>
                    </a:cubicBezTo>
                    <a:cubicBezTo>
                      <a:pt x="25260" y="147173"/>
                      <a:pt x="25079" y="146721"/>
                      <a:pt x="24943" y="146223"/>
                    </a:cubicBezTo>
                    <a:cubicBezTo>
                      <a:pt x="24581" y="145227"/>
                      <a:pt x="24446" y="144231"/>
                      <a:pt x="24491" y="143144"/>
                    </a:cubicBezTo>
                    <a:cubicBezTo>
                      <a:pt x="24581" y="142330"/>
                      <a:pt x="24717" y="141515"/>
                      <a:pt x="24762" y="140700"/>
                    </a:cubicBezTo>
                    <a:cubicBezTo>
                      <a:pt x="24810" y="140719"/>
                      <a:pt x="24859" y="140728"/>
                      <a:pt x="24908" y="140728"/>
                    </a:cubicBezTo>
                    <a:cubicBezTo>
                      <a:pt x="25096" y="140728"/>
                      <a:pt x="25289" y="140598"/>
                      <a:pt x="25396" y="140383"/>
                    </a:cubicBezTo>
                    <a:cubicBezTo>
                      <a:pt x="25577" y="139795"/>
                      <a:pt x="25351" y="139025"/>
                      <a:pt x="25079" y="138482"/>
                    </a:cubicBezTo>
                    <a:cubicBezTo>
                      <a:pt x="24853" y="137939"/>
                      <a:pt x="24491" y="137395"/>
                      <a:pt x="24083" y="136897"/>
                    </a:cubicBezTo>
                    <a:cubicBezTo>
                      <a:pt x="23359" y="135856"/>
                      <a:pt x="22499" y="134815"/>
                      <a:pt x="22137" y="133547"/>
                    </a:cubicBezTo>
                    <a:cubicBezTo>
                      <a:pt x="21865" y="132778"/>
                      <a:pt x="22001" y="132054"/>
                      <a:pt x="22182" y="131329"/>
                    </a:cubicBezTo>
                    <a:cubicBezTo>
                      <a:pt x="22408" y="131329"/>
                      <a:pt x="22589" y="131148"/>
                      <a:pt x="22635" y="130877"/>
                    </a:cubicBezTo>
                    <a:cubicBezTo>
                      <a:pt x="22680" y="130560"/>
                      <a:pt x="22589" y="130198"/>
                      <a:pt x="22454" y="129835"/>
                    </a:cubicBezTo>
                    <a:cubicBezTo>
                      <a:pt x="22454" y="129835"/>
                      <a:pt x="22454" y="129790"/>
                      <a:pt x="22454" y="129745"/>
                    </a:cubicBezTo>
                    <a:cubicBezTo>
                      <a:pt x="22635" y="128296"/>
                      <a:pt x="22318" y="126938"/>
                      <a:pt x="21775" y="125580"/>
                    </a:cubicBezTo>
                    <a:cubicBezTo>
                      <a:pt x="21729" y="125490"/>
                      <a:pt x="21684" y="125444"/>
                      <a:pt x="21594" y="125399"/>
                    </a:cubicBezTo>
                    <a:cubicBezTo>
                      <a:pt x="21594" y="125082"/>
                      <a:pt x="21594" y="124720"/>
                      <a:pt x="21594" y="124403"/>
                    </a:cubicBezTo>
                    <a:cubicBezTo>
                      <a:pt x="21684" y="123317"/>
                      <a:pt x="21956" y="122275"/>
                      <a:pt x="22318" y="121234"/>
                    </a:cubicBezTo>
                    <a:cubicBezTo>
                      <a:pt x="22363" y="121098"/>
                      <a:pt x="22408" y="120963"/>
                      <a:pt x="22454" y="120827"/>
                    </a:cubicBezTo>
                    <a:cubicBezTo>
                      <a:pt x="22635" y="120736"/>
                      <a:pt x="22771" y="120510"/>
                      <a:pt x="22725" y="120284"/>
                    </a:cubicBezTo>
                    <a:cubicBezTo>
                      <a:pt x="22680" y="120238"/>
                      <a:pt x="22680" y="120193"/>
                      <a:pt x="22680" y="120103"/>
                    </a:cubicBezTo>
                    <a:cubicBezTo>
                      <a:pt x="22861" y="119333"/>
                      <a:pt x="22952" y="118563"/>
                      <a:pt x="22454" y="117884"/>
                    </a:cubicBezTo>
                    <a:cubicBezTo>
                      <a:pt x="22363" y="117794"/>
                      <a:pt x="22227" y="117703"/>
                      <a:pt x="22137" y="117703"/>
                    </a:cubicBezTo>
                    <a:cubicBezTo>
                      <a:pt x="22046" y="117160"/>
                      <a:pt x="21956" y="116572"/>
                      <a:pt x="21910" y="116028"/>
                    </a:cubicBezTo>
                    <a:cubicBezTo>
                      <a:pt x="21820" y="114534"/>
                      <a:pt x="21910" y="113086"/>
                      <a:pt x="22182" y="111592"/>
                    </a:cubicBezTo>
                    <a:cubicBezTo>
                      <a:pt x="22363" y="110551"/>
                      <a:pt x="22635" y="109510"/>
                      <a:pt x="22906" y="108468"/>
                    </a:cubicBezTo>
                    <a:cubicBezTo>
                      <a:pt x="22952" y="108559"/>
                      <a:pt x="22997" y="108695"/>
                      <a:pt x="23087" y="108785"/>
                    </a:cubicBezTo>
                    <a:cubicBezTo>
                      <a:pt x="23160" y="108877"/>
                      <a:pt x="23278" y="108924"/>
                      <a:pt x="23391" y="108924"/>
                    </a:cubicBezTo>
                    <a:cubicBezTo>
                      <a:pt x="23560" y="108924"/>
                      <a:pt x="23721" y="108820"/>
                      <a:pt x="23721" y="108604"/>
                    </a:cubicBezTo>
                    <a:cubicBezTo>
                      <a:pt x="23721" y="107789"/>
                      <a:pt x="23495" y="106975"/>
                      <a:pt x="23359" y="106205"/>
                    </a:cubicBezTo>
                    <a:cubicBezTo>
                      <a:pt x="23450" y="105345"/>
                      <a:pt x="23450" y="104439"/>
                      <a:pt x="23133" y="103760"/>
                    </a:cubicBezTo>
                    <a:lnTo>
                      <a:pt x="23133" y="103625"/>
                    </a:lnTo>
                    <a:cubicBezTo>
                      <a:pt x="23087" y="101904"/>
                      <a:pt x="23178" y="100229"/>
                      <a:pt x="23495" y="98555"/>
                    </a:cubicBezTo>
                    <a:cubicBezTo>
                      <a:pt x="23812" y="96880"/>
                      <a:pt x="24400" y="95295"/>
                      <a:pt x="25034" y="93711"/>
                    </a:cubicBezTo>
                    <a:cubicBezTo>
                      <a:pt x="25351" y="92941"/>
                      <a:pt x="25668" y="92126"/>
                      <a:pt x="25849" y="91311"/>
                    </a:cubicBezTo>
                    <a:cubicBezTo>
                      <a:pt x="25905" y="91334"/>
                      <a:pt x="25968" y="91345"/>
                      <a:pt x="26030" y="91345"/>
                    </a:cubicBezTo>
                    <a:cubicBezTo>
                      <a:pt x="26217" y="91345"/>
                      <a:pt x="26403" y="91244"/>
                      <a:pt x="26437" y="91040"/>
                    </a:cubicBezTo>
                    <a:cubicBezTo>
                      <a:pt x="26528" y="90497"/>
                      <a:pt x="26347" y="90044"/>
                      <a:pt x="26166" y="89546"/>
                    </a:cubicBezTo>
                    <a:cubicBezTo>
                      <a:pt x="26166" y="89320"/>
                      <a:pt x="26166" y="89048"/>
                      <a:pt x="26166" y="88776"/>
                    </a:cubicBezTo>
                    <a:cubicBezTo>
                      <a:pt x="26120" y="88188"/>
                      <a:pt x="26075" y="86920"/>
                      <a:pt x="25306" y="86694"/>
                    </a:cubicBezTo>
                    <a:cubicBezTo>
                      <a:pt x="25260" y="86649"/>
                      <a:pt x="25215" y="86649"/>
                      <a:pt x="25170" y="86649"/>
                    </a:cubicBezTo>
                    <a:cubicBezTo>
                      <a:pt x="24943" y="85789"/>
                      <a:pt x="24853" y="84883"/>
                      <a:pt x="24898" y="83978"/>
                    </a:cubicBezTo>
                    <a:cubicBezTo>
                      <a:pt x="25034" y="82756"/>
                      <a:pt x="25487" y="81624"/>
                      <a:pt x="25713" y="80402"/>
                    </a:cubicBezTo>
                    <a:cubicBezTo>
                      <a:pt x="25804" y="79813"/>
                      <a:pt x="25894" y="79179"/>
                      <a:pt x="25894" y="78546"/>
                    </a:cubicBezTo>
                    <a:cubicBezTo>
                      <a:pt x="25849" y="77867"/>
                      <a:pt x="25713" y="77278"/>
                      <a:pt x="25577" y="76644"/>
                    </a:cubicBezTo>
                    <a:cubicBezTo>
                      <a:pt x="25537" y="76463"/>
                      <a:pt x="25389" y="76380"/>
                      <a:pt x="25241" y="76380"/>
                    </a:cubicBezTo>
                    <a:cubicBezTo>
                      <a:pt x="25057" y="76380"/>
                      <a:pt x="24873" y="76509"/>
                      <a:pt x="24898" y="76735"/>
                    </a:cubicBezTo>
                    <a:cubicBezTo>
                      <a:pt x="24898" y="77142"/>
                      <a:pt x="24898" y="77595"/>
                      <a:pt x="24853" y="78002"/>
                    </a:cubicBezTo>
                    <a:cubicBezTo>
                      <a:pt x="24762" y="77097"/>
                      <a:pt x="24717" y="76192"/>
                      <a:pt x="24762" y="75286"/>
                    </a:cubicBezTo>
                    <a:cubicBezTo>
                      <a:pt x="24808" y="74698"/>
                      <a:pt x="24853" y="74109"/>
                      <a:pt x="24943" y="73521"/>
                    </a:cubicBezTo>
                    <a:cubicBezTo>
                      <a:pt x="24989" y="73068"/>
                      <a:pt x="24989" y="72661"/>
                      <a:pt x="25079" y="72208"/>
                    </a:cubicBezTo>
                    <a:cubicBezTo>
                      <a:pt x="25306" y="71755"/>
                      <a:pt x="25577" y="71348"/>
                      <a:pt x="25849" y="70940"/>
                    </a:cubicBezTo>
                    <a:cubicBezTo>
                      <a:pt x="26483" y="69854"/>
                      <a:pt x="26573" y="68722"/>
                      <a:pt x="26211" y="67545"/>
                    </a:cubicBezTo>
                    <a:cubicBezTo>
                      <a:pt x="26149" y="67380"/>
                      <a:pt x="25984" y="67300"/>
                      <a:pt x="25826" y="67300"/>
                    </a:cubicBezTo>
                    <a:cubicBezTo>
                      <a:pt x="25638" y="67300"/>
                      <a:pt x="25462" y="67414"/>
                      <a:pt x="25487" y="67636"/>
                    </a:cubicBezTo>
                    <a:cubicBezTo>
                      <a:pt x="25668" y="68949"/>
                      <a:pt x="24853" y="69854"/>
                      <a:pt x="24129" y="70850"/>
                    </a:cubicBezTo>
                    <a:cubicBezTo>
                      <a:pt x="23948" y="70261"/>
                      <a:pt x="23857" y="69673"/>
                      <a:pt x="23812" y="69084"/>
                    </a:cubicBezTo>
                    <a:cubicBezTo>
                      <a:pt x="23812" y="67591"/>
                      <a:pt x="24400" y="66142"/>
                      <a:pt x="24898" y="64739"/>
                    </a:cubicBezTo>
                    <a:cubicBezTo>
                      <a:pt x="25623" y="62702"/>
                      <a:pt x="26256" y="59804"/>
                      <a:pt x="24672" y="58039"/>
                    </a:cubicBezTo>
                    <a:cubicBezTo>
                      <a:pt x="24989" y="58039"/>
                      <a:pt x="25351" y="58039"/>
                      <a:pt x="25713" y="57994"/>
                    </a:cubicBezTo>
                    <a:cubicBezTo>
                      <a:pt x="26279" y="58220"/>
                      <a:pt x="26856" y="58299"/>
                      <a:pt x="27450" y="58299"/>
                    </a:cubicBezTo>
                    <a:cubicBezTo>
                      <a:pt x="28044" y="58299"/>
                      <a:pt x="28656" y="58220"/>
                      <a:pt x="29289" y="58129"/>
                    </a:cubicBezTo>
                    <a:cubicBezTo>
                      <a:pt x="30014" y="58039"/>
                      <a:pt x="30783" y="57948"/>
                      <a:pt x="31553" y="57767"/>
                    </a:cubicBezTo>
                    <a:cubicBezTo>
                      <a:pt x="31824" y="57722"/>
                      <a:pt x="32051" y="57631"/>
                      <a:pt x="32277" y="57496"/>
                    </a:cubicBezTo>
                    <a:cubicBezTo>
                      <a:pt x="32413" y="58718"/>
                      <a:pt x="32684" y="59895"/>
                      <a:pt x="33001" y="61072"/>
                    </a:cubicBezTo>
                    <a:cubicBezTo>
                      <a:pt x="33545" y="63064"/>
                      <a:pt x="34359" y="65237"/>
                      <a:pt x="35808" y="66730"/>
                    </a:cubicBezTo>
                    <a:cubicBezTo>
                      <a:pt x="35872" y="66794"/>
                      <a:pt x="35953" y="66822"/>
                      <a:pt x="36036" y="66822"/>
                    </a:cubicBezTo>
                    <a:cubicBezTo>
                      <a:pt x="36246" y="66822"/>
                      <a:pt x="36461" y="66641"/>
                      <a:pt x="36396" y="66414"/>
                    </a:cubicBezTo>
                    <a:cubicBezTo>
                      <a:pt x="35899" y="64648"/>
                      <a:pt x="35038" y="63018"/>
                      <a:pt x="34495" y="61298"/>
                    </a:cubicBezTo>
                    <a:cubicBezTo>
                      <a:pt x="33952" y="59487"/>
                      <a:pt x="33590" y="57631"/>
                      <a:pt x="33590" y="55730"/>
                    </a:cubicBezTo>
                    <a:cubicBezTo>
                      <a:pt x="33590" y="53965"/>
                      <a:pt x="34088" y="52425"/>
                      <a:pt x="34903" y="50886"/>
                    </a:cubicBezTo>
                    <a:cubicBezTo>
                      <a:pt x="35627" y="49574"/>
                      <a:pt x="36487" y="48397"/>
                      <a:pt x="37211" y="47129"/>
                    </a:cubicBezTo>
                    <a:lnTo>
                      <a:pt x="37211" y="47129"/>
                    </a:lnTo>
                    <a:cubicBezTo>
                      <a:pt x="37121" y="47763"/>
                      <a:pt x="37121" y="48397"/>
                      <a:pt x="37302" y="48985"/>
                    </a:cubicBezTo>
                    <a:cubicBezTo>
                      <a:pt x="37357" y="49122"/>
                      <a:pt x="37528" y="49226"/>
                      <a:pt x="37685" y="49226"/>
                    </a:cubicBezTo>
                    <a:cubicBezTo>
                      <a:pt x="37787" y="49226"/>
                      <a:pt x="37882" y="49182"/>
                      <a:pt x="37936" y="49076"/>
                    </a:cubicBezTo>
                    <a:cubicBezTo>
                      <a:pt x="38207" y="48397"/>
                      <a:pt x="38298" y="47672"/>
                      <a:pt x="38434" y="46948"/>
                    </a:cubicBezTo>
                    <a:cubicBezTo>
                      <a:pt x="38524" y="46224"/>
                      <a:pt x="38705" y="45545"/>
                      <a:pt x="38841" y="44866"/>
                    </a:cubicBezTo>
                    <a:cubicBezTo>
                      <a:pt x="39203" y="43507"/>
                      <a:pt x="39520" y="42104"/>
                      <a:pt x="40154" y="40837"/>
                    </a:cubicBezTo>
                    <a:cubicBezTo>
                      <a:pt x="40878" y="39388"/>
                      <a:pt x="41965" y="38166"/>
                      <a:pt x="43323" y="37351"/>
                    </a:cubicBezTo>
                    <a:lnTo>
                      <a:pt x="43323" y="37351"/>
                    </a:lnTo>
                    <a:cubicBezTo>
                      <a:pt x="43096" y="37758"/>
                      <a:pt x="42960" y="38166"/>
                      <a:pt x="43006" y="38618"/>
                    </a:cubicBezTo>
                    <a:cubicBezTo>
                      <a:pt x="43006" y="38804"/>
                      <a:pt x="43175" y="38947"/>
                      <a:pt x="43354" y="38947"/>
                    </a:cubicBezTo>
                    <a:cubicBezTo>
                      <a:pt x="43437" y="38947"/>
                      <a:pt x="43522" y="38916"/>
                      <a:pt x="43594" y="38845"/>
                    </a:cubicBezTo>
                    <a:cubicBezTo>
                      <a:pt x="44002" y="38483"/>
                      <a:pt x="44273" y="37985"/>
                      <a:pt x="44681" y="37577"/>
                    </a:cubicBezTo>
                    <a:cubicBezTo>
                      <a:pt x="45088" y="37215"/>
                      <a:pt x="45495" y="36808"/>
                      <a:pt x="45993" y="36536"/>
                    </a:cubicBezTo>
                    <a:cubicBezTo>
                      <a:pt x="46265" y="36355"/>
                      <a:pt x="46582" y="36174"/>
                      <a:pt x="46854" y="36038"/>
                    </a:cubicBezTo>
                    <a:lnTo>
                      <a:pt x="46854" y="36038"/>
                    </a:lnTo>
                    <a:cubicBezTo>
                      <a:pt x="46491" y="36627"/>
                      <a:pt x="46220" y="37260"/>
                      <a:pt x="45903" y="37894"/>
                    </a:cubicBezTo>
                    <a:cubicBezTo>
                      <a:pt x="45810" y="38079"/>
                      <a:pt x="45970" y="38243"/>
                      <a:pt x="46124" y="38243"/>
                    </a:cubicBezTo>
                    <a:cubicBezTo>
                      <a:pt x="46196" y="38243"/>
                      <a:pt x="46267" y="38207"/>
                      <a:pt x="46310" y="38120"/>
                    </a:cubicBezTo>
                    <a:cubicBezTo>
                      <a:pt x="46808" y="37396"/>
                      <a:pt x="47306" y="36672"/>
                      <a:pt x="48031" y="36083"/>
                    </a:cubicBezTo>
                    <a:cubicBezTo>
                      <a:pt x="48302" y="35857"/>
                      <a:pt x="48710" y="35631"/>
                      <a:pt x="49026" y="35540"/>
                    </a:cubicBezTo>
                    <a:cubicBezTo>
                      <a:pt x="49117" y="35495"/>
                      <a:pt x="49208" y="35495"/>
                      <a:pt x="49343" y="35450"/>
                    </a:cubicBezTo>
                    <a:cubicBezTo>
                      <a:pt x="49479" y="35404"/>
                      <a:pt x="49434" y="35404"/>
                      <a:pt x="49570" y="35404"/>
                    </a:cubicBezTo>
                    <a:lnTo>
                      <a:pt x="49887" y="35404"/>
                    </a:lnTo>
                    <a:cubicBezTo>
                      <a:pt x="50068" y="35404"/>
                      <a:pt x="50203" y="35359"/>
                      <a:pt x="50385" y="35223"/>
                    </a:cubicBezTo>
                    <a:cubicBezTo>
                      <a:pt x="50430" y="35178"/>
                      <a:pt x="50475" y="35087"/>
                      <a:pt x="50475" y="35042"/>
                    </a:cubicBezTo>
                    <a:cubicBezTo>
                      <a:pt x="51516" y="34861"/>
                      <a:pt x="52557" y="34771"/>
                      <a:pt x="53553" y="34589"/>
                    </a:cubicBezTo>
                    <a:cubicBezTo>
                      <a:pt x="54730" y="34363"/>
                      <a:pt x="55862" y="34137"/>
                      <a:pt x="56722" y="33367"/>
                    </a:cubicBezTo>
                    <a:lnTo>
                      <a:pt x="56722" y="33367"/>
                    </a:lnTo>
                    <a:cubicBezTo>
                      <a:pt x="56722" y="33412"/>
                      <a:pt x="56677" y="33458"/>
                      <a:pt x="56632" y="33548"/>
                    </a:cubicBezTo>
                    <a:cubicBezTo>
                      <a:pt x="56521" y="33806"/>
                      <a:pt x="56710" y="34153"/>
                      <a:pt x="56978" y="34153"/>
                    </a:cubicBezTo>
                    <a:cubicBezTo>
                      <a:pt x="57040" y="34153"/>
                      <a:pt x="57107" y="34134"/>
                      <a:pt x="57175" y="34092"/>
                    </a:cubicBezTo>
                    <a:cubicBezTo>
                      <a:pt x="58035" y="33503"/>
                      <a:pt x="58714" y="32688"/>
                      <a:pt x="59529" y="32054"/>
                    </a:cubicBezTo>
                    <a:cubicBezTo>
                      <a:pt x="60344" y="31375"/>
                      <a:pt x="61294" y="30787"/>
                      <a:pt x="62290" y="30470"/>
                    </a:cubicBezTo>
                    <a:cubicBezTo>
                      <a:pt x="62958" y="30275"/>
                      <a:pt x="63609" y="30183"/>
                      <a:pt x="64264" y="30183"/>
                    </a:cubicBezTo>
                    <a:close/>
                    <a:moveTo>
                      <a:pt x="40007" y="0"/>
                    </a:moveTo>
                    <a:cubicBezTo>
                      <a:pt x="39392" y="0"/>
                      <a:pt x="38774" y="46"/>
                      <a:pt x="38162" y="140"/>
                    </a:cubicBezTo>
                    <a:cubicBezTo>
                      <a:pt x="37302" y="230"/>
                      <a:pt x="36442" y="411"/>
                      <a:pt x="35627" y="683"/>
                    </a:cubicBezTo>
                    <a:cubicBezTo>
                      <a:pt x="34857" y="955"/>
                      <a:pt x="33952" y="1317"/>
                      <a:pt x="33409" y="1905"/>
                    </a:cubicBezTo>
                    <a:cubicBezTo>
                      <a:pt x="32956" y="2222"/>
                      <a:pt x="32639" y="2675"/>
                      <a:pt x="32186" y="2946"/>
                    </a:cubicBezTo>
                    <a:cubicBezTo>
                      <a:pt x="31689" y="3263"/>
                      <a:pt x="31915" y="3897"/>
                      <a:pt x="32458" y="3988"/>
                    </a:cubicBezTo>
                    <a:cubicBezTo>
                      <a:pt x="33499" y="4078"/>
                      <a:pt x="34359" y="4395"/>
                      <a:pt x="35219" y="4893"/>
                    </a:cubicBezTo>
                    <a:cubicBezTo>
                      <a:pt x="35155" y="4891"/>
                      <a:pt x="35091" y="4890"/>
                      <a:pt x="35027" y="4890"/>
                    </a:cubicBezTo>
                    <a:cubicBezTo>
                      <a:pt x="33824" y="4890"/>
                      <a:pt x="32629" y="5287"/>
                      <a:pt x="31598" y="5889"/>
                    </a:cubicBezTo>
                    <a:cubicBezTo>
                      <a:pt x="30512" y="6523"/>
                      <a:pt x="29561" y="7428"/>
                      <a:pt x="28837" y="8424"/>
                    </a:cubicBezTo>
                    <a:cubicBezTo>
                      <a:pt x="28474" y="8922"/>
                      <a:pt x="27750" y="9782"/>
                      <a:pt x="27931" y="10416"/>
                    </a:cubicBezTo>
                    <a:cubicBezTo>
                      <a:pt x="27207" y="10552"/>
                      <a:pt x="26437" y="10733"/>
                      <a:pt x="25758" y="11050"/>
                    </a:cubicBezTo>
                    <a:cubicBezTo>
                      <a:pt x="24627" y="11548"/>
                      <a:pt x="23721" y="12408"/>
                      <a:pt x="22771" y="13223"/>
                    </a:cubicBezTo>
                    <a:cubicBezTo>
                      <a:pt x="21729" y="14173"/>
                      <a:pt x="20643" y="15169"/>
                      <a:pt x="19602" y="16165"/>
                    </a:cubicBezTo>
                    <a:cubicBezTo>
                      <a:pt x="19375" y="16346"/>
                      <a:pt x="19602" y="16708"/>
                      <a:pt x="19828" y="16708"/>
                    </a:cubicBezTo>
                    <a:cubicBezTo>
                      <a:pt x="19421" y="16935"/>
                      <a:pt x="19013" y="17116"/>
                      <a:pt x="18606" y="17342"/>
                    </a:cubicBezTo>
                    <a:cubicBezTo>
                      <a:pt x="17519" y="17840"/>
                      <a:pt x="16388" y="18247"/>
                      <a:pt x="15211" y="18564"/>
                    </a:cubicBezTo>
                    <a:cubicBezTo>
                      <a:pt x="13988" y="18926"/>
                      <a:pt x="12676" y="19153"/>
                      <a:pt x="11408" y="19515"/>
                    </a:cubicBezTo>
                    <a:cubicBezTo>
                      <a:pt x="8918" y="20149"/>
                      <a:pt x="6836" y="21507"/>
                      <a:pt x="4889" y="23182"/>
                    </a:cubicBezTo>
                    <a:cubicBezTo>
                      <a:pt x="3079" y="24766"/>
                      <a:pt x="1449" y="26622"/>
                      <a:pt x="770" y="28976"/>
                    </a:cubicBezTo>
                    <a:cubicBezTo>
                      <a:pt x="0" y="31375"/>
                      <a:pt x="0" y="34454"/>
                      <a:pt x="1449" y="36627"/>
                    </a:cubicBezTo>
                    <a:cubicBezTo>
                      <a:pt x="1494" y="36717"/>
                      <a:pt x="1585" y="36717"/>
                      <a:pt x="1675" y="36762"/>
                    </a:cubicBezTo>
                    <a:lnTo>
                      <a:pt x="1675" y="36808"/>
                    </a:lnTo>
                    <a:cubicBezTo>
                      <a:pt x="1856" y="38573"/>
                      <a:pt x="2354" y="40339"/>
                      <a:pt x="3079" y="41968"/>
                    </a:cubicBezTo>
                    <a:cubicBezTo>
                      <a:pt x="3758" y="43507"/>
                      <a:pt x="4663" y="44956"/>
                      <a:pt x="5750" y="46269"/>
                    </a:cubicBezTo>
                    <a:cubicBezTo>
                      <a:pt x="6293" y="46903"/>
                      <a:pt x="6881" y="47536"/>
                      <a:pt x="7515" y="48080"/>
                    </a:cubicBezTo>
                    <a:cubicBezTo>
                      <a:pt x="7877" y="48442"/>
                      <a:pt x="8330" y="48804"/>
                      <a:pt x="8828" y="49076"/>
                    </a:cubicBezTo>
                    <a:cubicBezTo>
                      <a:pt x="10141" y="51339"/>
                      <a:pt x="11951" y="53331"/>
                      <a:pt x="14079" y="54825"/>
                    </a:cubicBezTo>
                    <a:cubicBezTo>
                      <a:pt x="15482" y="55821"/>
                      <a:pt x="17157" y="56635"/>
                      <a:pt x="18923" y="56681"/>
                    </a:cubicBezTo>
                    <a:cubicBezTo>
                      <a:pt x="19013" y="56681"/>
                      <a:pt x="19104" y="56681"/>
                      <a:pt x="19149" y="56635"/>
                    </a:cubicBezTo>
                    <a:cubicBezTo>
                      <a:pt x="19783" y="56998"/>
                      <a:pt x="20507" y="57269"/>
                      <a:pt x="21231" y="57496"/>
                    </a:cubicBezTo>
                    <a:cubicBezTo>
                      <a:pt x="22001" y="57722"/>
                      <a:pt x="22861" y="57858"/>
                      <a:pt x="23676" y="57948"/>
                    </a:cubicBezTo>
                    <a:cubicBezTo>
                      <a:pt x="23676" y="57994"/>
                      <a:pt x="23676" y="58039"/>
                      <a:pt x="23721" y="58039"/>
                    </a:cubicBezTo>
                    <a:cubicBezTo>
                      <a:pt x="25215" y="60393"/>
                      <a:pt x="24038" y="63109"/>
                      <a:pt x="23223" y="65463"/>
                    </a:cubicBezTo>
                    <a:cubicBezTo>
                      <a:pt x="22725" y="66821"/>
                      <a:pt x="22318" y="68270"/>
                      <a:pt x="22544" y="69718"/>
                    </a:cubicBezTo>
                    <a:cubicBezTo>
                      <a:pt x="22635" y="70488"/>
                      <a:pt x="22906" y="71348"/>
                      <a:pt x="23314" y="72117"/>
                    </a:cubicBezTo>
                    <a:cubicBezTo>
                      <a:pt x="23042" y="72706"/>
                      <a:pt x="22816" y="73340"/>
                      <a:pt x="22680" y="73973"/>
                    </a:cubicBezTo>
                    <a:cubicBezTo>
                      <a:pt x="22408" y="75558"/>
                      <a:pt x="22454" y="77867"/>
                      <a:pt x="23585" y="79179"/>
                    </a:cubicBezTo>
                    <a:cubicBezTo>
                      <a:pt x="23631" y="79360"/>
                      <a:pt x="23766" y="79496"/>
                      <a:pt x="23948" y="79542"/>
                    </a:cubicBezTo>
                    <a:cubicBezTo>
                      <a:pt x="24083" y="79677"/>
                      <a:pt x="24219" y="79768"/>
                      <a:pt x="24400" y="79858"/>
                    </a:cubicBezTo>
                    <a:cubicBezTo>
                      <a:pt x="23993" y="81352"/>
                      <a:pt x="23404" y="82801"/>
                      <a:pt x="23314" y="84385"/>
                    </a:cubicBezTo>
                    <a:cubicBezTo>
                      <a:pt x="23269" y="85608"/>
                      <a:pt x="23540" y="86875"/>
                      <a:pt x="23948" y="88007"/>
                    </a:cubicBezTo>
                    <a:cubicBezTo>
                      <a:pt x="24174" y="88641"/>
                      <a:pt x="24400" y="89274"/>
                      <a:pt x="24717" y="89863"/>
                    </a:cubicBezTo>
                    <a:cubicBezTo>
                      <a:pt x="24536" y="90768"/>
                      <a:pt x="24219" y="91628"/>
                      <a:pt x="23902" y="92488"/>
                    </a:cubicBezTo>
                    <a:cubicBezTo>
                      <a:pt x="23223" y="94254"/>
                      <a:pt x="22454" y="95974"/>
                      <a:pt x="22001" y="97830"/>
                    </a:cubicBezTo>
                    <a:cubicBezTo>
                      <a:pt x="21594" y="99641"/>
                      <a:pt x="21413" y="101588"/>
                      <a:pt x="21594" y="103444"/>
                    </a:cubicBezTo>
                    <a:cubicBezTo>
                      <a:pt x="21684" y="104349"/>
                      <a:pt x="21820" y="105209"/>
                      <a:pt x="22046" y="106069"/>
                    </a:cubicBezTo>
                    <a:cubicBezTo>
                      <a:pt x="21910" y="106658"/>
                      <a:pt x="21729" y="107246"/>
                      <a:pt x="21594" y="107789"/>
                    </a:cubicBezTo>
                    <a:cubicBezTo>
                      <a:pt x="21141" y="109238"/>
                      <a:pt x="20733" y="110687"/>
                      <a:pt x="20552" y="112180"/>
                    </a:cubicBezTo>
                    <a:cubicBezTo>
                      <a:pt x="20326" y="113674"/>
                      <a:pt x="20190" y="115168"/>
                      <a:pt x="20371" y="116662"/>
                    </a:cubicBezTo>
                    <a:cubicBezTo>
                      <a:pt x="20507" y="117658"/>
                      <a:pt x="20779" y="118744"/>
                      <a:pt x="21231" y="119695"/>
                    </a:cubicBezTo>
                    <a:cubicBezTo>
                      <a:pt x="21005" y="120284"/>
                      <a:pt x="20733" y="120872"/>
                      <a:pt x="20507" y="121461"/>
                    </a:cubicBezTo>
                    <a:cubicBezTo>
                      <a:pt x="20145" y="122592"/>
                      <a:pt x="19964" y="123724"/>
                      <a:pt x="19919" y="124901"/>
                    </a:cubicBezTo>
                    <a:cubicBezTo>
                      <a:pt x="19873" y="126033"/>
                      <a:pt x="20009" y="127210"/>
                      <a:pt x="20281" y="128296"/>
                    </a:cubicBezTo>
                    <a:cubicBezTo>
                      <a:pt x="20417" y="128885"/>
                      <a:pt x="20598" y="129473"/>
                      <a:pt x="20915" y="129971"/>
                    </a:cubicBezTo>
                    <a:cubicBezTo>
                      <a:pt x="20915" y="130016"/>
                      <a:pt x="20915" y="130062"/>
                      <a:pt x="20960" y="130062"/>
                    </a:cubicBezTo>
                    <a:cubicBezTo>
                      <a:pt x="20779" y="130741"/>
                      <a:pt x="20552" y="131375"/>
                      <a:pt x="20462" y="132054"/>
                    </a:cubicBezTo>
                    <a:cubicBezTo>
                      <a:pt x="20371" y="132687"/>
                      <a:pt x="20417" y="133366"/>
                      <a:pt x="20552" y="134000"/>
                    </a:cubicBezTo>
                    <a:cubicBezTo>
                      <a:pt x="20915" y="135268"/>
                      <a:pt x="21639" y="136309"/>
                      <a:pt x="22408" y="137350"/>
                    </a:cubicBezTo>
                    <a:cubicBezTo>
                      <a:pt x="22454" y="137395"/>
                      <a:pt x="22454" y="137441"/>
                      <a:pt x="22499" y="137486"/>
                    </a:cubicBezTo>
                    <a:cubicBezTo>
                      <a:pt x="22454" y="137576"/>
                      <a:pt x="22499" y="137712"/>
                      <a:pt x="22635" y="137848"/>
                    </a:cubicBezTo>
                    <a:cubicBezTo>
                      <a:pt x="23269" y="138527"/>
                      <a:pt x="23269" y="139795"/>
                      <a:pt x="23223" y="140700"/>
                    </a:cubicBezTo>
                    <a:cubicBezTo>
                      <a:pt x="23133" y="141877"/>
                      <a:pt x="22861" y="143054"/>
                      <a:pt x="22906" y="144231"/>
                    </a:cubicBezTo>
                    <a:cubicBezTo>
                      <a:pt x="22952" y="145272"/>
                      <a:pt x="23223" y="146268"/>
                      <a:pt x="23721" y="147173"/>
                    </a:cubicBezTo>
                    <a:cubicBezTo>
                      <a:pt x="23812" y="147400"/>
                      <a:pt x="23948" y="147626"/>
                      <a:pt x="24083" y="147852"/>
                    </a:cubicBezTo>
                    <a:cubicBezTo>
                      <a:pt x="24627" y="149165"/>
                      <a:pt x="25532" y="150252"/>
                      <a:pt x="25849" y="151655"/>
                    </a:cubicBezTo>
                    <a:cubicBezTo>
                      <a:pt x="26211" y="153149"/>
                      <a:pt x="25351" y="154688"/>
                      <a:pt x="25804" y="156182"/>
                    </a:cubicBezTo>
                    <a:cubicBezTo>
                      <a:pt x="26030" y="156906"/>
                      <a:pt x="26528" y="157449"/>
                      <a:pt x="27026" y="157947"/>
                    </a:cubicBezTo>
                    <a:cubicBezTo>
                      <a:pt x="27524" y="158445"/>
                      <a:pt x="28022" y="158989"/>
                      <a:pt x="28429" y="159532"/>
                    </a:cubicBezTo>
                    <a:cubicBezTo>
                      <a:pt x="28429" y="159577"/>
                      <a:pt x="28474" y="159622"/>
                      <a:pt x="28474" y="159668"/>
                    </a:cubicBezTo>
                    <a:cubicBezTo>
                      <a:pt x="28520" y="159758"/>
                      <a:pt x="28520" y="159849"/>
                      <a:pt x="28520" y="159939"/>
                    </a:cubicBezTo>
                    <a:cubicBezTo>
                      <a:pt x="28610" y="160301"/>
                      <a:pt x="28701" y="160664"/>
                      <a:pt x="28791" y="161026"/>
                    </a:cubicBezTo>
                    <a:cubicBezTo>
                      <a:pt x="28927" y="161795"/>
                      <a:pt x="29018" y="162565"/>
                      <a:pt x="29018" y="163334"/>
                    </a:cubicBezTo>
                    <a:cubicBezTo>
                      <a:pt x="29063" y="164104"/>
                      <a:pt x="29018" y="164874"/>
                      <a:pt x="28882" y="165643"/>
                    </a:cubicBezTo>
                    <a:cubicBezTo>
                      <a:pt x="28746" y="166413"/>
                      <a:pt x="28429" y="167228"/>
                      <a:pt x="28474" y="168042"/>
                    </a:cubicBezTo>
                    <a:cubicBezTo>
                      <a:pt x="28520" y="169491"/>
                      <a:pt x="29561" y="170487"/>
                      <a:pt x="30466" y="171528"/>
                    </a:cubicBezTo>
                    <a:cubicBezTo>
                      <a:pt x="30647" y="171800"/>
                      <a:pt x="30874" y="172071"/>
                      <a:pt x="31055" y="172343"/>
                    </a:cubicBezTo>
                    <a:cubicBezTo>
                      <a:pt x="31417" y="173203"/>
                      <a:pt x="31326" y="174154"/>
                      <a:pt x="31145" y="175014"/>
                    </a:cubicBezTo>
                    <a:cubicBezTo>
                      <a:pt x="31055" y="175421"/>
                      <a:pt x="30964" y="175829"/>
                      <a:pt x="30874" y="176191"/>
                    </a:cubicBezTo>
                    <a:cubicBezTo>
                      <a:pt x="30783" y="176281"/>
                      <a:pt x="30738" y="176372"/>
                      <a:pt x="30738" y="176462"/>
                    </a:cubicBezTo>
                    <a:lnTo>
                      <a:pt x="30738" y="176643"/>
                    </a:lnTo>
                    <a:cubicBezTo>
                      <a:pt x="30738" y="176689"/>
                      <a:pt x="30738" y="176689"/>
                      <a:pt x="30738" y="176689"/>
                    </a:cubicBezTo>
                    <a:cubicBezTo>
                      <a:pt x="30557" y="177277"/>
                      <a:pt x="30285" y="178047"/>
                      <a:pt x="30512" y="178590"/>
                    </a:cubicBezTo>
                    <a:cubicBezTo>
                      <a:pt x="30512" y="178635"/>
                      <a:pt x="30557" y="178726"/>
                      <a:pt x="30602" y="178771"/>
                    </a:cubicBezTo>
                    <a:cubicBezTo>
                      <a:pt x="30557" y="179133"/>
                      <a:pt x="30466" y="179541"/>
                      <a:pt x="30376" y="179903"/>
                    </a:cubicBezTo>
                    <a:cubicBezTo>
                      <a:pt x="30330" y="180039"/>
                      <a:pt x="30240" y="180174"/>
                      <a:pt x="30195" y="180310"/>
                    </a:cubicBezTo>
                    <a:cubicBezTo>
                      <a:pt x="29697" y="180718"/>
                      <a:pt x="29380" y="181351"/>
                      <a:pt x="28972" y="181804"/>
                    </a:cubicBezTo>
                    <a:cubicBezTo>
                      <a:pt x="28474" y="182302"/>
                      <a:pt x="27931" y="182755"/>
                      <a:pt x="27343" y="183162"/>
                    </a:cubicBezTo>
                    <a:cubicBezTo>
                      <a:pt x="25985" y="184068"/>
                      <a:pt x="24310" y="184792"/>
                      <a:pt x="23133" y="185969"/>
                    </a:cubicBezTo>
                    <a:cubicBezTo>
                      <a:pt x="22001" y="187101"/>
                      <a:pt x="21865" y="188776"/>
                      <a:pt x="22273" y="190269"/>
                    </a:cubicBezTo>
                    <a:cubicBezTo>
                      <a:pt x="22589" y="191356"/>
                      <a:pt x="23087" y="192578"/>
                      <a:pt x="23948" y="193393"/>
                    </a:cubicBezTo>
                    <a:cubicBezTo>
                      <a:pt x="24038" y="194706"/>
                      <a:pt x="24853" y="195973"/>
                      <a:pt x="25849" y="196833"/>
                    </a:cubicBezTo>
                    <a:cubicBezTo>
                      <a:pt x="26981" y="197784"/>
                      <a:pt x="28384" y="198327"/>
                      <a:pt x="29878" y="198508"/>
                    </a:cubicBezTo>
                    <a:cubicBezTo>
                      <a:pt x="30078" y="198526"/>
                      <a:pt x="30286" y="198535"/>
                      <a:pt x="30497" y="198535"/>
                    </a:cubicBezTo>
                    <a:cubicBezTo>
                      <a:pt x="31381" y="198535"/>
                      <a:pt x="32333" y="198376"/>
                      <a:pt x="33137" y="198010"/>
                    </a:cubicBezTo>
                    <a:cubicBezTo>
                      <a:pt x="33997" y="199233"/>
                      <a:pt x="36034" y="199504"/>
                      <a:pt x="37438" y="199731"/>
                    </a:cubicBezTo>
                    <a:cubicBezTo>
                      <a:pt x="38660" y="199912"/>
                      <a:pt x="39882" y="200002"/>
                      <a:pt x="41059" y="200048"/>
                    </a:cubicBezTo>
                    <a:cubicBezTo>
                      <a:pt x="41295" y="200048"/>
                      <a:pt x="41532" y="200049"/>
                      <a:pt x="41769" y="200049"/>
                    </a:cubicBezTo>
                    <a:cubicBezTo>
                      <a:pt x="42720" y="200049"/>
                      <a:pt x="43676" y="200020"/>
                      <a:pt x="44545" y="199731"/>
                    </a:cubicBezTo>
                    <a:cubicBezTo>
                      <a:pt x="46401" y="199052"/>
                      <a:pt x="47578" y="197422"/>
                      <a:pt x="48212" y="195611"/>
                    </a:cubicBezTo>
                    <a:cubicBezTo>
                      <a:pt x="48574" y="194570"/>
                      <a:pt x="48755" y="193393"/>
                      <a:pt x="48845" y="192261"/>
                    </a:cubicBezTo>
                    <a:cubicBezTo>
                      <a:pt x="48891" y="192261"/>
                      <a:pt x="48936" y="192216"/>
                      <a:pt x="48981" y="192171"/>
                    </a:cubicBezTo>
                    <a:cubicBezTo>
                      <a:pt x="49389" y="191854"/>
                      <a:pt x="49887" y="191537"/>
                      <a:pt x="50385" y="191311"/>
                    </a:cubicBezTo>
                    <a:cubicBezTo>
                      <a:pt x="51426" y="190767"/>
                      <a:pt x="52557" y="190405"/>
                      <a:pt x="53599" y="189817"/>
                    </a:cubicBezTo>
                    <a:cubicBezTo>
                      <a:pt x="54730" y="189274"/>
                      <a:pt x="55726" y="188459"/>
                      <a:pt x="56405" y="187417"/>
                    </a:cubicBezTo>
                    <a:cubicBezTo>
                      <a:pt x="57175" y="186240"/>
                      <a:pt x="57582" y="184792"/>
                      <a:pt x="57673" y="183389"/>
                    </a:cubicBezTo>
                    <a:cubicBezTo>
                      <a:pt x="57718" y="182528"/>
                      <a:pt x="57673" y="181623"/>
                      <a:pt x="57537" y="180763"/>
                    </a:cubicBezTo>
                    <a:cubicBezTo>
                      <a:pt x="57582" y="180718"/>
                      <a:pt x="57628" y="180627"/>
                      <a:pt x="57673" y="180537"/>
                    </a:cubicBezTo>
                    <a:lnTo>
                      <a:pt x="57718" y="180537"/>
                    </a:lnTo>
                    <a:cubicBezTo>
                      <a:pt x="57919" y="180623"/>
                      <a:pt x="58138" y="180654"/>
                      <a:pt x="58352" y="180654"/>
                    </a:cubicBezTo>
                    <a:cubicBezTo>
                      <a:pt x="58476" y="180654"/>
                      <a:pt x="58598" y="180644"/>
                      <a:pt x="58714" y="180627"/>
                    </a:cubicBezTo>
                    <a:cubicBezTo>
                      <a:pt x="59031" y="180627"/>
                      <a:pt x="59348" y="180582"/>
                      <a:pt x="59665" y="180446"/>
                    </a:cubicBezTo>
                    <a:cubicBezTo>
                      <a:pt x="60117" y="180356"/>
                      <a:pt x="60479" y="180129"/>
                      <a:pt x="60842" y="179903"/>
                    </a:cubicBezTo>
                    <a:lnTo>
                      <a:pt x="60842" y="179903"/>
                    </a:lnTo>
                    <a:cubicBezTo>
                      <a:pt x="60706" y="180627"/>
                      <a:pt x="60570" y="181397"/>
                      <a:pt x="60479" y="182121"/>
                    </a:cubicBezTo>
                    <a:cubicBezTo>
                      <a:pt x="60344" y="183524"/>
                      <a:pt x="60479" y="184973"/>
                      <a:pt x="60932" y="186331"/>
                    </a:cubicBezTo>
                    <a:cubicBezTo>
                      <a:pt x="61068" y="186784"/>
                      <a:pt x="61249" y="187236"/>
                      <a:pt x="61430" y="187734"/>
                    </a:cubicBezTo>
                    <a:cubicBezTo>
                      <a:pt x="61385" y="187915"/>
                      <a:pt x="61340" y="188142"/>
                      <a:pt x="61204" y="188323"/>
                    </a:cubicBezTo>
                    <a:cubicBezTo>
                      <a:pt x="61068" y="188685"/>
                      <a:pt x="60796" y="189047"/>
                      <a:pt x="60570" y="189364"/>
                    </a:cubicBezTo>
                    <a:cubicBezTo>
                      <a:pt x="60027" y="190088"/>
                      <a:pt x="59393" y="190767"/>
                      <a:pt x="58986" y="191582"/>
                    </a:cubicBezTo>
                    <a:cubicBezTo>
                      <a:pt x="58442" y="192578"/>
                      <a:pt x="58352" y="193619"/>
                      <a:pt x="58533" y="194706"/>
                    </a:cubicBezTo>
                    <a:cubicBezTo>
                      <a:pt x="58578" y="195249"/>
                      <a:pt x="58759" y="195747"/>
                      <a:pt x="58940" y="196290"/>
                    </a:cubicBezTo>
                    <a:cubicBezTo>
                      <a:pt x="59167" y="196833"/>
                      <a:pt x="59438" y="197196"/>
                      <a:pt x="60027" y="197422"/>
                    </a:cubicBezTo>
                    <a:cubicBezTo>
                      <a:pt x="59936" y="197875"/>
                      <a:pt x="59846" y="198282"/>
                      <a:pt x="59800" y="198689"/>
                    </a:cubicBezTo>
                    <a:cubicBezTo>
                      <a:pt x="59665" y="199550"/>
                      <a:pt x="59529" y="200500"/>
                      <a:pt x="59619" y="201360"/>
                    </a:cubicBezTo>
                    <a:cubicBezTo>
                      <a:pt x="59665" y="202220"/>
                      <a:pt x="60163" y="202854"/>
                      <a:pt x="60661" y="203579"/>
                    </a:cubicBezTo>
                    <a:cubicBezTo>
                      <a:pt x="61204" y="204348"/>
                      <a:pt x="61747" y="205118"/>
                      <a:pt x="62335" y="205887"/>
                    </a:cubicBezTo>
                    <a:cubicBezTo>
                      <a:pt x="62833" y="206521"/>
                      <a:pt x="63331" y="207155"/>
                      <a:pt x="64101" y="207517"/>
                    </a:cubicBezTo>
                    <a:cubicBezTo>
                      <a:pt x="64871" y="207879"/>
                      <a:pt x="65731" y="207970"/>
                      <a:pt x="66545" y="207970"/>
                    </a:cubicBezTo>
                    <a:cubicBezTo>
                      <a:pt x="67406" y="207970"/>
                      <a:pt x="68266" y="207879"/>
                      <a:pt x="69126" y="207653"/>
                    </a:cubicBezTo>
                    <a:cubicBezTo>
                      <a:pt x="69533" y="207562"/>
                      <a:pt x="69941" y="207426"/>
                      <a:pt x="70348" y="207200"/>
                    </a:cubicBezTo>
                    <a:cubicBezTo>
                      <a:pt x="70348" y="207200"/>
                      <a:pt x="70348" y="207200"/>
                      <a:pt x="70393" y="207155"/>
                    </a:cubicBezTo>
                    <a:cubicBezTo>
                      <a:pt x="70484" y="207607"/>
                      <a:pt x="70710" y="207970"/>
                      <a:pt x="71163" y="208241"/>
                    </a:cubicBezTo>
                    <a:cubicBezTo>
                      <a:pt x="71951" y="208623"/>
                      <a:pt x="72883" y="208761"/>
                      <a:pt x="73813" y="208761"/>
                    </a:cubicBezTo>
                    <a:cubicBezTo>
                      <a:pt x="74538" y="208761"/>
                      <a:pt x="75262" y="208677"/>
                      <a:pt x="75916" y="208558"/>
                    </a:cubicBezTo>
                    <a:cubicBezTo>
                      <a:pt x="76686" y="208377"/>
                      <a:pt x="77410" y="208151"/>
                      <a:pt x="78134" y="207879"/>
                    </a:cubicBezTo>
                    <a:cubicBezTo>
                      <a:pt x="78859" y="207562"/>
                      <a:pt x="79719" y="207245"/>
                      <a:pt x="80217" y="206612"/>
                    </a:cubicBezTo>
                    <a:cubicBezTo>
                      <a:pt x="80715" y="206068"/>
                      <a:pt x="80850" y="205253"/>
                      <a:pt x="80986" y="204529"/>
                    </a:cubicBezTo>
                    <a:cubicBezTo>
                      <a:pt x="80986" y="204348"/>
                      <a:pt x="81031" y="204212"/>
                      <a:pt x="81031" y="204076"/>
                    </a:cubicBezTo>
                    <a:cubicBezTo>
                      <a:pt x="81258" y="203941"/>
                      <a:pt x="81439" y="203805"/>
                      <a:pt x="81620" y="203669"/>
                    </a:cubicBezTo>
                    <a:cubicBezTo>
                      <a:pt x="82118" y="203397"/>
                      <a:pt x="82661" y="203216"/>
                      <a:pt x="83159" y="202990"/>
                    </a:cubicBezTo>
                    <a:cubicBezTo>
                      <a:pt x="84246" y="202447"/>
                      <a:pt x="84834" y="201225"/>
                      <a:pt x="85060" y="200048"/>
                    </a:cubicBezTo>
                    <a:cubicBezTo>
                      <a:pt x="85287" y="198916"/>
                      <a:pt x="85241" y="197694"/>
                      <a:pt x="84970" y="196562"/>
                    </a:cubicBezTo>
                    <a:cubicBezTo>
                      <a:pt x="85287" y="195294"/>
                      <a:pt x="86192" y="194344"/>
                      <a:pt x="87097" y="193393"/>
                    </a:cubicBezTo>
                    <a:cubicBezTo>
                      <a:pt x="88139" y="192261"/>
                      <a:pt x="89089" y="190994"/>
                      <a:pt x="89497" y="189500"/>
                    </a:cubicBezTo>
                    <a:cubicBezTo>
                      <a:pt x="89949" y="187825"/>
                      <a:pt x="89814" y="186014"/>
                      <a:pt x="89361" y="184339"/>
                    </a:cubicBezTo>
                    <a:cubicBezTo>
                      <a:pt x="89225" y="183932"/>
                      <a:pt x="89089" y="183479"/>
                      <a:pt x="88953" y="183026"/>
                    </a:cubicBezTo>
                    <a:cubicBezTo>
                      <a:pt x="89225" y="182212"/>
                      <a:pt x="89949" y="181623"/>
                      <a:pt x="90493" y="180989"/>
                    </a:cubicBezTo>
                    <a:cubicBezTo>
                      <a:pt x="91081" y="180265"/>
                      <a:pt x="91624" y="179495"/>
                      <a:pt x="91941" y="178590"/>
                    </a:cubicBezTo>
                    <a:cubicBezTo>
                      <a:pt x="92032" y="178364"/>
                      <a:pt x="92077" y="178137"/>
                      <a:pt x="92122" y="177911"/>
                    </a:cubicBezTo>
                    <a:cubicBezTo>
                      <a:pt x="92482" y="177671"/>
                      <a:pt x="92969" y="177622"/>
                      <a:pt x="93462" y="177622"/>
                    </a:cubicBezTo>
                    <a:cubicBezTo>
                      <a:pt x="93805" y="177622"/>
                      <a:pt x="94151" y="177646"/>
                      <a:pt x="94458" y="177646"/>
                    </a:cubicBezTo>
                    <a:cubicBezTo>
                      <a:pt x="94543" y="177646"/>
                      <a:pt x="94625" y="177644"/>
                      <a:pt x="94703" y="177639"/>
                    </a:cubicBezTo>
                    <a:cubicBezTo>
                      <a:pt x="95789" y="177549"/>
                      <a:pt x="96785" y="177096"/>
                      <a:pt x="97600" y="176417"/>
                    </a:cubicBezTo>
                    <a:cubicBezTo>
                      <a:pt x="98007" y="176146"/>
                      <a:pt x="98324" y="175783"/>
                      <a:pt x="98641" y="175421"/>
                    </a:cubicBezTo>
                    <a:cubicBezTo>
                      <a:pt x="98641" y="175512"/>
                      <a:pt x="98641" y="175602"/>
                      <a:pt x="98641" y="175738"/>
                    </a:cubicBezTo>
                    <a:cubicBezTo>
                      <a:pt x="98732" y="176372"/>
                      <a:pt x="99048" y="176915"/>
                      <a:pt x="99501" y="177368"/>
                    </a:cubicBezTo>
                    <a:cubicBezTo>
                      <a:pt x="98279" y="178454"/>
                      <a:pt x="97147" y="179541"/>
                      <a:pt x="96015" y="180763"/>
                    </a:cubicBezTo>
                    <a:cubicBezTo>
                      <a:pt x="95065" y="181804"/>
                      <a:pt x="93752" y="182891"/>
                      <a:pt x="93299" y="184294"/>
                    </a:cubicBezTo>
                    <a:cubicBezTo>
                      <a:pt x="92892" y="185516"/>
                      <a:pt x="93073" y="187010"/>
                      <a:pt x="93526" y="188187"/>
                    </a:cubicBezTo>
                    <a:cubicBezTo>
                      <a:pt x="93752" y="188776"/>
                      <a:pt x="94024" y="189274"/>
                      <a:pt x="94431" y="189726"/>
                    </a:cubicBezTo>
                    <a:cubicBezTo>
                      <a:pt x="94431" y="189817"/>
                      <a:pt x="94431" y="189953"/>
                      <a:pt x="94431" y="190088"/>
                    </a:cubicBezTo>
                    <a:cubicBezTo>
                      <a:pt x="94567" y="190767"/>
                      <a:pt x="94929" y="191356"/>
                      <a:pt x="95382" y="191854"/>
                    </a:cubicBezTo>
                    <a:cubicBezTo>
                      <a:pt x="95880" y="192352"/>
                      <a:pt x="96423" y="192759"/>
                      <a:pt x="97011" y="193121"/>
                    </a:cubicBezTo>
                    <a:cubicBezTo>
                      <a:pt x="97645" y="193574"/>
                      <a:pt x="98279" y="193981"/>
                      <a:pt x="99048" y="194298"/>
                    </a:cubicBezTo>
                    <a:cubicBezTo>
                      <a:pt x="99548" y="194486"/>
                      <a:pt x="100027" y="194587"/>
                      <a:pt x="100529" y="194587"/>
                    </a:cubicBezTo>
                    <a:cubicBezTo>
                      <a:pt x="100753" y="194587"/>
                      <a:pt x="100983" y="194567"/>
                      <a:pt x="101221" y="194525"/>
                    </a:cubicBezTo>
                    <a:cubicBezTo>
                      <a:pt x="101448" y="194525"/>
                      <a:pt x="101674" y="194434"/>
                      <a:pt x="101900" y="194344"/>
                    </a:cubicBezTo>
                    <a:cubicBezTo>
                      <a:pt x="102172" y="194796"/>
                      <a:pt x="102579" y="195204"/>
                      <a:pt x="103304" y="195340"/>
                    </a:cubicBezTo>
                    <a:cubicBezTo>
                      <a:pt x="103569" y="195393"/>
                      <a:pt x="103842" y="195415"/>
                      <a:pt x="104117" y="195415"/>
                    </a:cubicBezTo>
                    <a:cubicBezTo>
                      <a:pt x="104781" y="195415"/>
                      <a:pt x="105457" y="195287"/>
                      <a:pt x="106065" y="195158"/>
                    </a:cubicBezTo>
                    <a:cubicBezTo>
                      <a:pt x="107106" y="194932"/>
                      <a:pt x="108057" y="194615"/>
                      <a:pt x="108962" y="194163"/>
                    </a:cubicBezTo>
                    <a:cubicBezTo>
                      <a:pt x="110728" y="193257"/>
                      <a:pt x="112403" y="191990"/>
                      <a:pt x="112901" y="189998"/>
                    </a:cubicBezTo>
                    <a:cubicBezTo>
                      <a:pt x="113127" y="188957"/>
                      <a:pt x="113127" y="187870"/>
                      <a:pt x="113127" y="186784"/>
                    </a:cubicBezTo>
                    <a:cubicBezTo>
                      <a:pt x="113127" y="186331"/>
                      <a:pt x="113127" y="185878"/>
                      <a:pt x="113127" y="185380"/>
                    </a:cubicBezTo>
                    <a:cubicBezTo>
                      <a:pt x="113218" y="185335"/>
                      <a:pt x="113263" y="185245"/>
                      <a:pt x="113308" y="185199"/>
                    </a:cubicBezTo>
                    <a:cubicBezTo>
                      <a:pt x="113670" y="184747"/>
                      <a:pt x="114078" y="184294"/>
                      <a:pt x="114530" y="183932"/>
                    </a:cubicBezTo>
                    <a:cubicBezTo>
                      <a:pt x="115481" y="183117"/>
                      <a:pt x="116567" y="182528"/>
                      <a:pt x="117111" y="181351"/>
                    </a:cubicBezTo>
                    <a:cubicBezTo>
                      <a:pt x="117609" y="180174"/>
                      <a:pt x="117654" y="178816"/>
                      <a:pt x="117563" y="177549"/>
                    </a:cubicBezTo>
                    <a:cubicBezTo>
                      <a:pt x="117518" y="176870"/>
                      <a:pt x="117382" y="176191"/>
                      <a:pt x="117201" y="175512"/>
                    </a:cubicBezTo>
                    <a:cubicBezTo>
                      <a:pt x="117111" y="175331"/>
                      <a:pt x="117065" y="175104"/>
                      <a:pt x="116975" y="174878"/>
                    </a:cubicBezTo>
                    <a:cubicBezTo>
                      <a:pt x="117246" y="174063"/>
                      <a:pt x="118197" y="173610"/>
                      <a:pt x="118876" y="173112"/>
                    </a:cubicBezTo>
                    <a:cubicBezTo>
                      <a:pt x="119736" y="172479"/>
                      <a:pt x="120415" y="171619"/>
                      <a:pt x="120868" y="170668"/>
                    </a:cubicBezTo>
                    <a:cubicBezTo>
                      <a:pt x="121321" y="169672"/>
                      <a:pt x="121547" y="168586"/>
                      <a:pt x="121683" y="167499"/>
                    </a:cubicBezTo>
                    <a:cubicBezTo>
                      <a:pt x="121728" y="167228"/>
                      <a:pt x="121728" y="166911"/>
                      <a:pt x="121728" y="166594"/>
                    </a:cubicBezTo>
                    <a:cubicBezTo>
                      <a:pt x="122271" y="166141"/>
                      <a:pt x="122588" y="165553"/>
                      <a:pt x="122905" y="164919"/>
                    </a:cubicBezTo>
                    <a:cubicBezTo>
                      <a:pt x="123222" y="164240"/>
                      <a:pt x="123494" y="163515"/>
                      <a:pt x="123810" y="162791"/>
                    </a:cubicBezTo>
                    <a:cubicBezTo>
                      <a:pt x="124399" y="161433"/>
                      <a:pt x="124942" y="160030"/>
                      <a:pt x="125168" y="158536"/>
                    </a:cubicBezTo>
                    <a:cubicBezTo>
                      <a:pt x="125395" y="156997"/>
                      <a:pt x="125350" y="155503"/>
                      <a:pt x="125168" y="153964"/>
                    </a:cubicBezTo>
                    <a:cubicBezTo>
                      <a:pt x="125123" y="153239"/>
                      <a:pt x="124987" y="152515"/>
                      <a:pt x="124852" y="151791"/>
                    </a:cubicBezTo>
                    <a:cubicBezTo>
                      <a:pt x="124761" y="151338"/>
                      <a:pt x="124625" y="150885"/>
                      <a:pt x="124489" y="150478"/>
                    </a:cubicBezTo>
                    <a:cubicBezTo>
                      <a:pt x="124671" y="150206"/>
                      <a:pt x="124852" y="149980"/>
                      <a:pt x="124987" y="149708"/>
                    </a:cubicBezTo>
                    <a:cubicBezTo>
                      <a:pt x="125531" y="148803"/>
                      <a:pt x="125802" y="147671"/>
                      <a:pt x="125802" y="146630"/>
                    </a:cubicBezTo>
                    <a:cubicBezTo>
                      <a:pt x="125712" y="145453"/>
                      <a:pt x="125259" y="144503"/>
                      <a:pt x="124671" y="143552"/>
                    </a:cubicBezTo>
                    <a:cubicBezTo>
                      <a:pt x="124082" y="142646"/>
                      <a:pt x="123494" y="141605"/>
                      <a:pt x="122633" y="140972"/>
                    </a:cubicBezTo>
                    <a:cubicBezTo>
                      <a:pt x="122679" y="140836"/>
                      <a:pt x="122679" y="140700"/>
                      <a:pt x="122724" y="140519"/>
                    </a:cubicBezTo>
                    <a:cubicBezTo>
                      <a:pt x="123041" y="139523"/>
                      <a:pt x="123222" y="138391"/>
                      <a:pt x="122950" y="137350"/>
                    </a:cubicBezTo>
                    <a:cubicBezTo>
                      <a:pt x="122724" y="136580"/>
                      <a:pt x="122317" y="135811"/>
                      <a:pt x="121819" y="135132"/>
                    </a:cubicBezTo>
                    <a:cubicBezTo>
                      <a:pt x="121411" y="134589"/>
                      <a:pt x="120958" y="134045"/>
                      <a:pt x="120596" y="133457"/>
                    </a:cubicBezTo>
                    <a:cubicBezTo>
                      <a:pt x="120732" y="133140"/>
                      <a:pt x="120823" y="132823"/>
                      <a:pt x="120958" y="132506"/>
                    </a:cubicBezTo>
                    <a:cubicBezTo>
                      <a:pt x="121321" y="131601"/>
                      <a:pt x="121547" y="130695"/>
                      <a:pt x="121366" y="129700"/>
                    </a:cubicBezTo>
                    <a:cubicBezTo>
                      <a:pt x="121140" y="128749"/>
                      <a:pt x="120642" y="127979"/>
                      <a:pt x="120189" y="127165"/>
                    </a:cubicBezTo>
                    <a:cubicBezTo>
                      <a:pt x="119963" y="126757"/>
                      <a:pt x="119782" y="126350"/>
                      <a:pt x="119600" y="125897"/>
                    </a:cubicBezTo>
                    <a:cubicBezTo>
                      <a:pt x="119510" y="125671"/>
                      <a:pt x="119374" y="125399"/>
                      <a:pt x="119329" y="125082"/>
                    </a:cubicBezTo>
                    <a:cubicBezTo>
                      <a:pt x="119963" y="123271"/>
                      <a:pt x="119827" y="121053"/>
                      <a:pt x="119148" y="119333"/>
                    </a:cubicBezTo>
                    <a:cubicBezTo>
                      <a:pt x="118605" y="117884"/>
                      <a:pt x="117699" y="116572"/>
                      <a:pt x="117020" y="115213"/>
                    </a:cubicBezTo>
                    <a:cubicBezTo>
                      <a:pt x="116432" y="113946"/>
                      <a:pt x="115798" y="112678"/>
                      <a:pt x="115209" y="111411"/>
                    </a:cubicBezTo>
                    <a:cubicBezTo>
                      <a:pt x="116024" y="109917"/>
                      <a:pt x="116839" y="108333"/>
                      <a:pt x="116477" y="106567"/>
                    </a:cubicBezTo>
                    <a:cubicBezTo>
                      <a:pt x="116251" y="105209"/>
                      <a:pt x="115345" y="104077"/>
                      <a:pt x="114576" y="102991"/>
                    </a:cubicBezTo>
                    <a:cubicBezTo>
                      <a:pt x="114032" y="102267"/>
                      <a:pt x="113489" y="101588"/>
                      <a:pt x="112946" y="100863"/>
                    </a:cubicBezTo>
                    <a:cubicBezTo>
                      <a:pt x="112810" y="100003"/>
                      <a:pt x="112584" y="99143"/>
                      <a:pt x="112176" y="98328"/>
                    </a:cubicBezTo>
                    <a:cubicBezTo>
                      <a:pt x="111724" y="97378"/>
                      <a:pt x="111090" y="96517"/>
                      <a:pt x="110456" y="95657"/>
                    </a:cubicBezTo>
                    <a:cubicBezTo>
                      <a:pt x="110139" y="95205"/>
                      <a:pt x="109777" y="94752"/>
                      <a:pt x="109415" y="94254"/>
                    </a:cubicBezTo>
                    <a:cubicBezTo>
                      <a:pt x="109143" y="93892"/>
                      <a:pt x="108826" y="93394"/>
                      <a:pt x="108419" y="93122"/>
                    </a:cubicBezTo>
                    <a:cubicBezTo>
                      <a:pt x="108419" y="93032"/>
                      <a:pt x="108374" y="92941"/>
                      <a:pt x="108374" y="92896"/>
                    </a:cubicBezTo>
                    <a:cubicBezTo>
                      <a:pt x="108102" y="91583"/>
                      <a:pt x="107695" y="90316"/>
                      <a:pt x="106744" y="89365"/>
                    </a:cubicBezTo>
                    <a:cubicBezTo>
                      <a:pt x="105748" y="88369"/>
                      <a:pt x="104481" y="87645"/>
                      <a:pt x="103349" y="86830"/>
                    </a:cubicBezTo>
                    <a:cubicBezTo>
                      <a:pt x="102760" y="86422"/>
                      <a:pt x="102172" y="86015"/>
                      <a:pt x="101538" y="85653"/>
                    </a:cubicBezTo>
                    <a:cubicBezTo>
                      <a:pt x="100950" y="85291"/>
                      <a:pt x="100271" y="84793"/>
                      <a:pt x="99546" y="84793"/>
                    </a:cubicBezTo>
                    <a:lnTo>
                      <a:pt x="99456" y="84793"/>
                    </a:lnTo>
                    <a:cubicBezTo>
                      <a:pt x="99320" y="84657"/>
                      <a:pt x="99229" y="84521"/>
                      <a:pt x="99139" y="84340"/>
                    </a:cubicBezTo>
                    <a:cubicBezTo>
                      <a:pt x="98369" y="83299"/>
                      <a:pt x="97781" y="82348"/>
                      <a:pt x="96468" y="81941"/>
                    </a:cubicBezTo>
                    <a:cubicBezTo>
                      <a:pt x="95970" y="81760"/>
                      <a:pt x="95382" y="81669"/>
                      <a:pt x="94884" y="81398"/>
                    </a:cubicBezTo>
                    <a:cubicBezTo>
                      <a:pt x="94431" y="81126"/>
                      <a:pt x="94024" y="80809"/>
                      <a:pt x="93616" y="80492"/>
                    </a:cubicBezTo>
                    <a:cubicBezTo>
                      <a:pt x="93209" y="80130"/>
                      <a:pt x="92801" y="79768"/>
                      <a:pt x="92349" y="79451"/>
                    </a:cubicBezTo>
                    <a:cubicBezTo>
                      <a:pt x="91986" y="79225"/>
                      <a:pt x="91579" y="79089"/>
                      <a:pt x="91172" y="78953"/>
                    </a:cubicBezTo>
                    <a:cubicBezTo>
                      <a:pt x="91036" y="78591"/>
                      <a:pt x="90900" y="78274"/>
                      <a:pt x="90764" y="77957"/>
                    </a:cubicBezTo>
                    <a:cubicBezTo>
                      <a:pt x="90402" y="77052"/>
                      <a:pt x="89768" y="76237"/>
                      <a:pt x="88908" y="75830"/>
                    </a:cubicBezTo>
                    <a:cubicBezTo>
                      <a:pt x="87912" y="75332"/>
                      <a:pt x="86826" y="75332"/>
                      <a:pt x="85739" y="75105"/>
                    </a:cubicBezTo>
                    <a:cubicBezTo>
                      <a:pt x="85332" y="75015"/>
                      <a:pt x="84925" y="74834"/>
                      <a:pt x="84562" y="74607"/>
                    </a:cubicBezTo>
                    <a:cubicBezTo>
                      <a:pt x="84472" y="74517"/>
                      <a:pt x="84291" y="74336"/>
                      <a:pt x="84155" y="74200"/>
                    </a:cubicBezTo>
                    <a:cubicBezTo>
                      <a:pt x="83883" y="73883"/>
                      <a:pt x="83657" y="73566"/>
                      <a:pt x="83431" y="73204"/>
                    </a:cubicBezTo>
                    <a:cubicBezTo>
                      <a:pt x="82480" y="71846"/>
                      <a:pt x="82073" y="70307"/>
                      <a:pt x="82073" y="68722"/>
                    </a:cubicBezTo>
                    <a:cubicBezTo>
                      <a:pt x="83069" y="67817"/>
                      <a:pt x="83431" y="66278"/>
                      <a:pt x="84110" y="65146"/>
                    </a:cubicBezTo>
                    <a:cubicBezTo>
                      <a:pt x="84879" y="63924"/>
                      <a:pt x="86192" y="63199"/>
                      <a:pt x="87324" y="62475"/>
                    </a:cubicBezTo>
                    <a:cubicBezTo>
                      <a:pt x="87686" y="62249"/>
                      <a:pt x="88048" y="62022"/>
                      <a:pt x="88410" y="61751"/>
                    </a:cubicBezTo>
                    <a:lnTo>
                      <a:pt x="88410" y="61751"/>
                    </a:lnTo>
                    <a:cubicBezTo>
                      <a:pt x="88229" y="62068"/>
                      <a:pt x="88048" y="62339"/>
                      <a:pt x="87912" y="62611"/>
                    </a:cubicBezTo>
                    <a:cubicBezTo>
                      <a:pt x="87765" y="62905"/>
                      <a:pt x="88006" y="63318"/>
                      <a:pt x="88296" y="63318"/>
                    </a:cubicBezTo>
                    <a:cubicBezTo>
                      <a:pt x="88363" y="63318"/>
                      <a:pt x="88433" y="63296"/>
                      <a:pt x="88501" y="63245"/>
                    </a:cubicBezTo>
                    <a:cubicBezTo>
                      <a:pt x="89180" y="62747"/>
                      <a:pt x="89814" y="62113"/>
                      <a:pt x="90402" y="61479"/>
                    </a:cubicBezTo>
                    <a:cubicBezTo>
                      <a:pt x="90538" y="61343"/>
                      <a:pt x="90674" y="61208"/>
                      <a:pt x="90810" y="61072"/>
                    </a:cubicBezTo>
                    <a:cubicBezTo>
                      <a:pt x="91307" y="60483"/>
                      <a:pt x="91760" y="59895"/>
                      <a:pt x="92258" y="59352"/>
                    </a:cubicBezTo>
                    <a:cubicBezTo>
                      <a:pt x="93254" y="58175"/>
                      <a:pt x="94431" y="56952"/>
                      <a:pt x="94974" y="55458"/>
                    </a:cubicBezTo>
                    <a:cubicBezTo>
                      <a:pt x="95155" y="54961"/>
                      <a:pt x="95246" y="54463"/>
                      <a:pt x="95201" y="54010"/>
                    </a:cubicBezTo>
                    <a:cubicBezTo>
                      <a:pt x="95834" y="52878"/>
                      <a:pt x="96061" y="51430"/>
                      <a:pt x="96106" y="50207"/>
                    </a:cubicBezTo>
                    <a:cubicBezTo>
                      <a:pt x="96151" y="48713"/>
                      <a:pt x="95744" y="47265"/>
                      <a:pt x="95019" y="45997"/>
                    </a:cubicBezTo>
                    <a:cubicBezTo>
                      <a:pt x="94295" y="44730"/>
                      <a:pt x="93345" y="43643"/>
                      <a:pt x="92349" y="42602"/>
                    </a:cubicBezTo>
                    <a:cubicBezTo>
                      <a:pt x="92122" y="42330"/>
                      <a:pt x="91851" y="42059"/>
                      <a:pt x="91579" y="41833"/>
                    </a:cubicBezTo>
                    <a:cubicBezTo>
                      <a:pt x="91534" y="41335"/>
                      <a:pt x="91307" y="40882"/>
                      <a:pt x="91081" y="40474"/>
                    </a:cubicBezTo>
                    <a:cubicBezTo>
                      <a:pt x="90810" y="40022"/>
                      <a:pt x="90674" y="39569"/>
                      <a:pt x="90674" y="39026"/>
                    </a:cubicBezTo>
                    <a:cubicBezTo>
                      <a:pt x="90628" y="38799"/>
                      <a:pt x="90628" y="38573"/>
                      <a:pt x="90628" y="38347"/>
                    </a:cubicBezTo>
                    <a:cubicBezTo>
                      <a:pt x="90855" y="38347"/>
                      <a:pt x="91081" y="38120"/>
                      <a:pt x="91081" y="37894"/>
                    </a:cubicBezTo>
                    <a:cubicBezTo>
                      <a:pt x="91081" y="37170"/>
                      <a:pt x="90991" y="36491"/>
                      <a:pt x="91081" y="35766"/>
                    </a:cubicBezTo>
                    <a:cubicBezTo>
                      <a:pt x="91172" y="35042"/>
                      <a:pt x="91307" y="34318"/>
                      <a:pt x="91398" y="33548"/>
                    </a:cubicBezTo>
                    <a:cubicBezTo>
                      <a:pt x="91443" y="32915"/>
                      <a:pt x="91398" y="32235"/>
                      <a:pt x="91307" y="31556"/>
                    </a:cubicBezTo>
                    <a:cubicBezTo>
                      <a:pt x="91398" y="31511"/>
                      <a:pt x="91489" y="31466"/>
                      <a:pt x="91534" y="31375"/>
                    </a:cubicBezTo>
                    <a:cubicBezTo>
                      <a:pt x="91941" y="30742"/>
                      <a:pt x="91896" y="29836"/>
                      <a:pt x="91896" y="29112"/>
                    </a:cubicBezTo>
                    <a:cubicBezTo>
                      <a:pt x="91941" y="28297"/>
                      <a:pt x="91896" y="27528"/>
                      <a:pt x="91760" y="26713"/>
                    </a:cubicBezTo>
                    <a:cubicBezTo>
                      <a:pt x="91534" y="25400"/>
                      <a:pt x="90991" y="24132"/>
                      <a:pt x="90130" y="23136"/>
                    </a:cubicBezTo>
                    <a:cubicBezTo>
                      <a:pt x="89427" y="22257"/>
                      <a:pt x="88468" y="21720"/>
                      <a:pt x="87501" y="21192"/>
                    </a:cubicBezTo>
                    <a:lnTo>
                      <a:pt x="87501" y="21192"/>
                    </a:lnTo>
                    <a:cubicBezTo>
                      <a:pt x="87561" y="21195"/>
                      <a:pt x="87622" y="21196"/>
                      <a:pt x="87682" y="21196"/>
                    </a:cubicBezTo>
                    <a:cubicBezTo>
                      <a:pt x="88423" y="21196"/>
                      <a:pt x="89163" y="21009"/>
                      <a:pt x="89904" y="21009"/>
                    </a:cubicBezTo>
                    <a:cubicBezTo>
                      <a:pt x="89929" y="21007"/>
                      <a:pt x="89954" y="21006"/>
                      <a:pt x="89978" y="21006"/>
                    </a:cubicBezTo>
                    <a:cubicBezTo>
                      <a:pt x="90476" y="21006"/>
                      <a:pt x="90758" y="21441"/>
                      <a:pt x="90628" y="21959"/>
                    </a:cubicBezTo>
                    <a:cubicBezTo>
                      <a:pt x="90508" y="22410"/>
                      <a:pt x="90886" y="22741"/>
                      <a:pt x="91260" y="22741"/>
                    </a:cubicBezTo>
                    <a:cubicBezTo>
                      <a:pt x="91450" y="22741"/>
                      <a:pt x="91638" y="22656"/>
                      <a:pt x="91760" y="22457"/>
                    </a:cubicBezTo>
                    <a:cubicBezTo>
                      <a:pt x="92258" y="21733"/>
                      <a:pt x="92032" y="20737"/>
                      <a:pt x="91443" y="20149"/>
                    </a:cubicBezTo>
                    <a:cubicBezTo>
                      <a:pt x="91262" y="19968"/>
                      <a:pt x="91036" y="19877"/>
                      <a:pt x="90855" y="19787"/>
                    </a:cubicBezTo>
                    <a:cubicBezTo>
                      <a:pt x="90855" y="19787"/>
                      <a:pt x="90900" y="19741"/>
                      <a:pt x="90945" y="19741"/>
                    </a:cubicBezTo>
                    <a:cubicBezTo>
                      <a:pt x="91126" y="19696"/>
                      <a:pt x="91217" y="19470"/>
                      <a:pt x="91126" y="19289"/>
                    </a:cubicBezTo>
                    <a:cubicBezTo>
                      <a:pt x="90900" y="18926"/>
                      <a:pt x="90493" y="18836"/>
                      <a:pt x="90130" y="18655"/>
                    </a:cubicBezTo>
                    <a:cubicBezTo>
                      <a:pt x="89723" y="18428"/>
                      <a:pt x="89316" y="18247"/>
                      <a:pt x="88863" y="18021"/>
                    </a:cubicBezTo>
                    <a:cubicBezTo>
                      <a:pt x="88274" y="17704"/>
                      <a:pt x="87731" y="17387"/>
                      <a:pt x="87143" y="17025"/>
                    </a:cubicBezTo>
                    <a:cubicBezTo>
                      <a:pt x="87007" y="16799"/>
                      <a:pt x="86871" y="16572"/>
                      <a:pt x="86781" y="16346"/>
                    </a:cubicBezTo>
                    <a:cubicBezTo>
                      <a:pt x="86509" y="15712"/>
                      <a:pt x="86373" y="15079"/>
                      <a:pt x="86192" y="14445"/>
                    </a:cubicBezTo>
                    <a:cubicBezTo>
                      <a:pt x="85830" y="13132"/>
                      <a:pt x="85151" y="11955"/>
                      <a:pt x="84200" y="11004"/>
                    </a:cubicBezTo>
                    <a:cubicBezTo>
                      <a:pt x="83159" y="10008"/>
                      <a:pt x="81892" y="9284"/>
                      <a:pt x="80488" y="9013"/>
                    </a:cubicBezTo>
                    <a:cubicBezTo>
                      <a:pt x="80057" y="8946"/>
                      <a:pt x="79627" y="8904"/>
                      <a:pt x="79196" y="8904"/>
                    </a:cubicBezTo>
                    <a:cubicBezTo>
                      <a:pt x="79038" y="8904"/>
                      <a:pt x="78880" y="8910"/>
                      <a:pt x="78723" y="8922"/>
                    </a:cubicBezTo>
                    <a:cubicBezTo>
                      <a:pt x="79357" y="7745"/>
                      <a:pt x="79628" y="6296"/>
                      <a:pt x="79175" y="5029"/>
                    </a:cubicBezTo>
                    <a:cubicBezTo>
                      <a:pt x="79000" y="4469"/>
                      <a:pt x="78527" y="3664"/>
                      <a:pt x="77903" y="3664"/>
                    </a:cubicBezTo>
                    <a:cubicBezTo>
                      <a:pt x="77720" y="3664"/>
                      <a:pt x="77524" y="3733"/>
                      <a:pt x="77319" y="3897"/>
                    </a:cubicBezTo>
                    <a:cubicBezTo>
                      <a:pt x="77093" y="4078"/>
                      <a:pt x="76867" y="4350"/>
                      <a:pt x="76686" y="4576"/>
                    </a:cubicBezTo>
                    <a:cubicBezTo>
                      <a:pt x="76586" y="4526"/>
                      <a:pt x="76460" y="4490"/>
                      <a:pt x="76328" y="4490"/>
                    </a:cubicBezTo>
                    <a:cubicBezTo>
                      <a:pt x="76220" y="4490"/>
                      <a:pt x="76109" y="4515"/>
                      <a:pt x="76007" y="4576"/>
                    </a:cubicBezTo>
                    <a:cubicBezTo>
                      <a:pt x="75599" y="4757"/>
                      <a:pt x="75158" y="4825"/>
                      <a:pt x="74711" y="4825"/>
                    </a:cubicBezTo>
                    <a:cubicBezTo>
                      <a:pt x="74264" y="4825"/>
                      <a:pt x="73811" y="4757"/>
                      <a:pt x="73381" y="4667"/>
                    </a:cubicBezTo>
                    <a:cubicBezTo>
                      <a:pt x="72430" y="4531"/>
                      <a:pt x="71525" y="4305"/>
                      <a:pt x="70574" y="4123"/>
                    </a:cubicBezTo>
                    <a:cubicBezTo>
                      <a:pt x="68921" y="3769"/>
                      <a:pt x="67267" y="3518"/>
                      <a:pt x="65584" y="3518"/>
                    </a:cubicBezTo>
                    <a:cubicBezTo>
                      <a:pt x="65332" y="3518"/>
                      <a:pt x="65079" y="3523"/>
                      <a:pt x="64825" y="3535"/>
                    </a:cubicBezTo>
                    <a:cubicBezTo>
                      <a:pt x="62109" y="3671"/>
                      <a:pt x="59257" y="4757"/>
                      <a:pt x="57718" y="7066"/>
                    </a:cubicBezTo>
                    <a:cubicBezTo>
                      <a:pt x="57582" y="6659"/>
                      <a:pt x="57401" y="6206"/>
                      <a:pt x="57175" y="5798"/>
                    </a:cubicBezTo>
                    <a:cubicBezTo>
                      <a:pt x="56586" y="4576"/>
                      <a:pt x="55771" y="3309"/>
                      <a:pt x="54595" y="2494"/>
                    </a:cubicBezTo>
                    <a:cubicBezTo>
                      <a:pt x="53553" y="1769"/>
                      <a:pt x="52286" y="1634"/>
                      <a:pt x="51064" y="1498"/>
                    </a:cubicBezTo>
                    <a:cubicBezTo>
                      <a:pt x="49932" y="1362"/>
                      <a:pt x="48710" y="1226"/>
                      <a:pt x="47804" y="457"/>
                    </a:cubicBezTo>
                    <a:cubicBezTo>
                      <a:pt x="47676" y="341"/>
                      <a:pt x="47540" y="291"/>
                      <a:pt x="47413" y="291"/>
                    </a:cubicBezTo>
                    <a:cubicBezTo>
                      <a:pt x="47091" y="291"/>
                      <a:pt x="46821" y="611"/>
                      <a:pt x="46854" y="1000"/>
                    </a:cubicBezTo>
                    <a:cubicBezTo>
                      <a:pt x="46899" y="1362"/>
                      <a:pt x="46989" y="1724"/>
                      <a:pt x="47125" y="2132"/>
                    </a:cubicBezTo>
                    <a:cubicBezTo>
                      <a:pt x="45993" y="1362"/>
                      <a:pt x="44771" y="819"/>
                      <a:pt x="43413" y="457"/>
                    </a:cubicBezTo>
                    <a:cubicBezTo>
                      <a:pt x="42319" y="161"/>
                      <a:pt x="41167" y="0"/>
                      <a:pt x="400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5"/>
              <p:cNvSpPr/>
              <p:nvPr/>
            </p:nvSpPr>
            <p:spPr>
              <a:xfrm>
                <a:off x="5112025" y="4205925"/>
                <a:ext cx="110950" cy="160300"/>
              </a:xfrm>
              <a:custGeom>
                <a:rect b="b" l="l" r="r" t="t"/>
                <a:pathLst>
                  <a:path extrusionOk="0" h="6412" w="4438">
                    <a:moveTo>
                      <a:pt x="3817" y="1"/>
                    </a:moveTo>
                    <a:cubicBezTo>
                      <a:pt x="3683" y="1"/>
                      <a:pt x="3562" y="61"/>
                      <a:pt x="3441" y="182"/>
                    </a:cubicBezTo>
                    <a:cubicBezTo>
                      <a:pt x="3396" y="227"/>
                      <a:pt x="3351" y="318"/>
                      <a:pt x="3305" y="408"/>
                    </a:cubicBezTo>
                    <a:cubicBezTo>
                      <a:pt x="3260" y="544"/>
                      <a:pt x="3215" y="635"/>
                      <a:pt x="3124" y="725"/>
                    </a:cubicBezTo>
                    <a:cubicBezTo>
                      <a:pt x="2898" y="1133"/>
                      <a:pt x="2717" y="1585"/>
                      <a:pt x="2445" y="1993"/>
                    </a:cubicBezTo>
                    <a:cubicBezTo>
                      <a:pt x="2174" y="2355"/>
                      <a:pt x="1902" y="2672"/>
                      <a:pt x="1630" y="2989"/>
                    </a:cubicBezTo>
                    <a:cubicBezTo>
                      <a:pt x="906" y="3849"/>
                      <a:pt x="182" y="4709"/>
                      <a:pt x="46" y="5841"/>
                    </a:cubicBezTo>
                    <a:cubicBezTo>
                      <a:pt x="1" y="6067"/>
                      <a:pt x="91" y="6339"/>
                      <a:pt x="363" y="6384"/>
                    </a:cubicBezTo>
                    <a:cubicBezTo>
                      <a:pt x="410" y="6403"/>
                      <a:pt x="459" y="6412"/>
                      <a:pt x="508" y="6412"/>
                    </a:cubicBezTo>
                    <a:cubicBezTo>
                      <a:pt x="695" y="6412"/>
                      <a:pt x="880" y="6282"/>
                      <a:pt x="951" y="6067"/>
                    </a:cubicBezTo>
                    <a:cubicBezTo>
                      <a:pt x="1178" y="5207"/>
                      <a:pt x="1857" y="4573"/>
                      <a:pt x="2490" y="3985"/>
                    </a:cubicBezTo>
                    <a:cubicBezTo>
                      <a:pt x="3215" y="3351"/>
                      <a:pt x="4075" y="2536"/>
                      <a:pt x="4301" y="1585"/>
                    </a:cubicBezTo>
                    <a:cubicBezTo>
                      <a:pt x="4437" y="1133"/>
                      <a:pt x="4437" y="363"/>
                      <a:pt x="4030" y="46"/>
                    </a:cubicBezTo>
                    <a:cubicBezTo>
                      <a:pt x="3954" y="16"/>
                      <a:pt x="3884" y="1"/>
                      <a:pt x="3817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2" name="Google Shape;3312;p5"/>
              <p:cNvSpPr/>
              <p:nvPr/>
            </p:nvSpPr>
            <p:spPr>
              <a:xfrm>
                <a:off x="5208225" y="4062200"/>
                <a:ext cx="23800" cy="93975"/>
              </a:xfrm>
              <a:custGeom>
                <a:rect b="b" l="l" r="r" t="t"/>
                <a:pathLst>
                  <a:path extrusionOk="0" h="3759" w="952">
                    <a:moveTo>
                      <a:pt x="476" y="1"/>
                    </a:moveTo>
                    <a:cubicBezTo>
                      <a:pt x="385" y="1"/>
                      <a:pt x="295" y="46"/>
                      <a:pt x="227" y="137"/>
                    </a:cubicBezTo>
                    <a:cubicBezTo>
                      <a:pt x="91" y="363"/>
                      <a:pt x="91" y="635"/>
                      <a:pt x="46" y="906"/>
                    </a:cubicBezTo>
                    <a:cubicBezTo>
                      <a:pt x="46" y="1178"/>
                      <a:pt x="1" y="1449"/>
                      <a:pt x="1" y="1721"/>
                    </a:cubicBezTo>
                    <a:cubicBezTo>
                      <a:pt x="1" y="2264"/>
                      <a:pt x="1" y="2807"/>
                      <a:pt x="46" y="3305"/>
                    </a:cubicBezTo>
                    <a:cubicBezTo>
                      <a:pt x="46" y="3577"/>
                      <a:pt x="227" y="3758"/>
                      <a:pt x="499" y="3758"/>
                    </a:cubicBezTo>
                    <a:cubicBezTo>
                      <a:pt x="725" y="3758"/>
                      <a:pt x="906" y="3577"/>
                      <a:pt x="951" y="3305"/>
                    </a:cubicBezTo>
                    <a:cubicBezTo>
                      <a:pt x="951" y="2807"/>
                      <a:pt x="951" y="2264"/>
                      <a:pt x="951" y="1721"/>
                    </a:cubicBezTo>
                    <a:cubicBezTo>
                      <a:pt x="951" y="1449"/>
                      <a:pt x="951" y="1223"/>
                      <a:pt x="906" y="951"/>
                    </a:cubicBezTo>
                    <a:cubicBezTo>
                      <a:pt x="906" y="680"/>
                      <a:pt x="861" y="363"/>
                      <a:pt x="725" y="137"/>
                    </a:cubicBezTo>
                    <a:cubicBezTo>
                      <a:pt x="657" y="46"/>
                      <a:pt x="566" y="1"/>
                      <a:pt x="476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3" name="Google Shape;3313;p5"/>
              <p:cNvSpPr/>
              <p:nvPr/>
            </p:nvSpPr>
            <p:spPr>
              <a:xfrm>
                <a:off x="5155025" y="4039600"/>
                <a:ext cx="14750" cy="42100"/>
              </a:xfrm>
              <a:custGeom>
                <a:rect b="b" l="l" r="r" t="t"/>
                <a:pathLst>
                  <a:path extrusionOk="0" h="1684" w="590">
                    <a:moveTo>
                      <a:pt x="367" y="1"/>
                    </a:moveTo>
                    <a:cubicBezTo>
                      <a:pt x="305" y="1"/>
                      <a:pt x="246" y="40"/>
                      <a:pt x="227" y="135"/>
                    </a:cubicBezTo>
                    <a:cubicBezTo>
                      <a:pt x="182" y="226"/>
                      <a:pt x="137" y="362"/>
                      <a:pt x="137" y="452"/>
                    </a:cubicBezTo>
                    <a:cubicBezTo>
                      <a:pt x="137" y="543"/>
                      <a:pt x="91" y="633"/>
                      <a:pt x="91" y="769"/>
                    </a:cubicBezTo>
                    <a:cubicBezTo>
                      <a:pt x="46" y="950"/>
                      <a:pt x="46" y="1176"/>
                      <a:pt x="1" y="1358"/>
                    </a:cubicBezTo>
                    <a:cubicBezTo>
                      <a:pt x="1" y="1539"/>
                      <a:pt x="46" y="1674"/>
                      <a:pt x="227" y="1674"/>
                    </a:cubicBezTo>
                    <a:cubicBezTo>
                      <a:pt x="245" y="1680"/>
                      <a:pt x="264" y="1683"/>
                      <a:pt x="282" y="1683"/>
                    </a:cubicBezTo>
                    <a:cubicBezTo>
                      <a:pt x="397" y="1683"/>
                      <a:pt x="499" y="1566"/>
                      <a:pt x="499" y="1448"/>
                    </a:cubicBezTo>
                    <a:lnTo>
                      <a:pt x="544" y="814"/>
                    </a:lnTo>
                    <a:cubicBezTo>
                      <a:pt x="544" y="724"/>
                      <a:pt x="544" y="588"/>
                      <a:pt x="544" y="497"/>
                    </a:cubicBezTo>
                    <a:cubicBezTo>
                      <a:pt x="589" y="407"/>
                      <a:pt x="544" y="271"/>
                      <a:pt x="544" y="181"/>
                    </a:cubicBezTo>
                    <a:cubicBezTo>
                      <a:pt x="544" y="76"/>
                      <a:pt x="453" y="1"/>
                      <a:pt x="367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5"/>
              <p:cNvSpPr/>
              <p:nvPr/>
            </p:nvSpPr>
            <p:spPr>
              <a:xfrm>
                <a:off x="4630352" y="2721800"/>
                <a:ext cx="65675" cy="83950"/>
              </a:xfrm>
              <a:custGeom>
                <a:rect b="b" l="l" r="r" t="t"/>
                <a:pathLst>
                  <a:path extrusionOk="0" h="3358" w="2627">
                    <a:moveTo>
                      <a:pt x="441" y="1"/>
                    </a:moveTo>
                    <a:cubicBezTo>
                      <a:pt x="354" y="1"/>
                      <a:pt x="263" y="23"/>
                      <a:pt x="182" y="64"/>
                    </a:cubicBezTo>
                    <a:cubicBezTo>
                      <a:pt x="46" y="199"/>
                      <a:pt x="1" y="426"/>
                      <a:pt x="91" y="607"/>
                    </a:cubicBezTo>
                    <a:cubicBezTo>
                      <a:pt x="227" y="788"/>
                      <a:pt x="317" y="1014"/>
                      <a:pt x="453" y="1241"/>
                    </a:cubicBezTo>
                    <a:cubicBezTo>
                      <a:pt x="589" y="1422"/>
                      <a:pt x="680" y="1648"/>
                      <a:pt x="815" y="1874"/>
                    </a:cubicBezTo>
                    <a:cubicBezTo>
                      <a:pt x="951" y="2055"/>
                      <a:pt x="1042" y="2282"/>
                      <a:pt x="1178" y="2508"/>
                    </a:cubicBezTo>
                    <a:cubicBezTo>
                      <a:pt x="1223" y="2644"/>
                      <a:pt x="1313" y="2780"/>
                      <a:pt x="1404" y="2916"/>
                    </a:cubicBezTo>
                    <a:cubicBezTo>
                      <a:pt x="1449" y="2916"/>
                      <a:pt x="1449" y="2961"/>
                      <a:pt x="1494" y="2961"/>
                    </a:cubicBezTo>
                    <a:cubicBezTo>
                      <a:pt x="1494" y="3006"/>
                      <a:pt x="1540" y="3051"/>
                      <a:pt x="1585" y="3097"/>
                    </a:cubicBezTo>
                    <a:cubicBezTo>
                      <a:pt x="1686" y="3265"/>
                      <a:pt x="1861" y="3358"/>
                      <a:pt x="2037" y="3358"/>
                    </a:cubicBezTo>
                    <a:cubicBezTo>
                      <a:pt x="2099" y="3358"/>
                      <a:pt x="2160" y="3346"/>
                      <a:pt x="2219" y="3323"/>
                    </a:cubicBezTo>
                    <a:cubicBezTo>
                      <a:pt x="2490" y="3232"/>
                      <a:pt x="2626" y="2961"/>
                      <a:pt x="2536" y="2689"/>
                    </a:cubicBezTo>
                    <a:cubicBezTo>
                      <a:pt x="2490" y="2599"/>
                      <a:pt x="2490" y="2463"/>
                      <a:pt x="2445" y="2327"/>
                    </a:cubicBezTo>
                    <a:lnTo>
                      <a:pt x="2445" y="2372"/>
                    </a:lnTo>
                    <a:cubicBezTo>
                      <a:pt x="2400" y="2191"/>
                      <a:pt x="2309" y="2055"/>
                      <a:pt x="2219" y="1920"/>
                    </a:cubicBezTo>
                    <a:cubicBezTo>
                      <a:pt x="2083" y="1693"/>
                      <a:pt x="1947" y="1467"/>
                      <a:pt x="1811" y="1286"/>
                    </a:cubicBezTo>
                    <a:cubicBezTo>
                      <a:pt x="1630" y="1060"/>
                      <a:pt x="1449" y="833"/>
                      <a:pt x="1268" y="652"/>
                    </a:cubicBezTo>
                    <a:cubicBezTo>
                      <a:pt x="1087" y="471"/>
                      <a:pt x="906" y="290"/>
                      <a:pt x="725" y="109"/>
                    </a:cubicBezTo>
                    <a:cubicBezTo>
                      <a:pt x="650" y="34"/>
                      <a:pt x="548" y="1"/>
                      <a:pt x="4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5" name="Google Shape;3315;p5"/>
              <p:cNvSpPr/>
              <p:nvPr/>
            </p:nvSpPr>
            <p:spPr>
              <a:xfrm>
                <a:off x="4765027" y="2748275"/>
                <a:ext cx="37375" cy="50300"/>
              </a:xfrm>
              <a:custGeom>
                <a:rect b="b" l="l" r="r" t="t"/>
                <a:pathLst>
                  <a:path extrusionOk="0" h="2012" w="1495">
                    <a:moveTo>
                      <a:pt x="453" y="1"/>
                    </a:moveTo>
                    <a:cubicBezTo>
                      <a:pt x="363" y="1"/>
                      <a:pt x="227" y="46"/>
                      <a:pt x="136" y="136"/>
                    </a:cubicBezTo>
                    <a:cubicBezTo>
                      <a:pt x="46" y="227"/>
                      <a:pt x="1" y="363"/>
                      <a:pt x="1" y="453"/>
                    </a:cubicBezTo>
                    <a:cubicBezTo>
                      <a:pt x="1" y="499"/>
                      <a:pt x="1" y="544"/>
                      <a:pt x="1" y="589"/>
                    </a:cubicBezTo>
                    <a:cubicBezTo>
                      <a:pt x="1" y="680"/>
                      <a:pt x="46" y="725"/>
                      <a:pt x="91" y="770"/>
                    </a:cubicBezTo>
                    <a:cubicBezTo>
                      <a:pt x="182" y="861"/>
                      <a:pt x="227" y="951"/>
                      <a:pt x="272" y="1042"/>
                    </a:cubicBezTo>
                    <a:cubicBezTo>
                      <a:pt x="363" y="1132"/>
                      <a:pt x="408" y="1223"/>
                      <a:pt x="498" y="1313"/>
                    </a:cubicBezTo>
                    <a:cubicBezTo>
                      <a:pt x="589" y="1449"/>
                      <a:pt x="634" y="1585"/>
                      <a:pt x="725" y="1676"/>
                    </a:cubicBezTo>
                    <a:cubicBezTo>
                      <a:pt x="770" y="1766"/>
                      <a:pt x="861" y="1857"/>
                      <a:pt x="951" y="1947"/>
                    </a:cubicBezTo>
                    <a:cubicBezTo>
                      <a:pt x="1015" y="1979"/>
                      <a:pt x="1102" y="2011"/>
                      <a:pt x="1179" y="2011"/>
                    </a:cubicBezTo>
                    <a:cubicBezTo>
                      <a:pt x="1211" y="2011"/>
                      <a:pt x="1242" y="2006"/>
                      <a:pt x="1268" y="1992"/>
                    </a:cubicBezTo>
                    <a:cubicBezTo>
                      <a:pt x="1404" y="1947"/>
                      <a:pt x="1449" y="1857"/>
                      <a:pt x="1449" y="1721"/>
                    </a:cubicBezTo>
                    <a:cubicBezTo>
                      <a:pt x="1494" y="1585"/>
                      <a:pt x="1494" y="1404"/>
                      <a:pt x="1449" y="1268"/>
                    </a:cubicBezTo>
                    <a:cubicBezTo>
                      <a:pt x="1404" y="1132"/>
                      <a:pt x="1313" y="951"/>
                      <a:pt x="1268" y="815"/>
                    </a:cubicBezTo>
                    <a:lnTo>
                      <a:pt x="1268" y="861"/>
                    </a:lnTo>
                    <a:cubicBezTo>
                      <a:pt x="1223" y="725"/>
                      <a:pt x="1178" y="634"/>
                      <a:pt x="1087" y="499"/>
                    </a:cubicBezTo>
                    <a:cubicBezTo>
                      <a:pt x="996" y="363"/>
                      <a:pt x="906" y="227"/>
                      <a:pt x="815" y="136"/>
                    </a:cubicBezTo>
                    <a:cubicBezTo>
                      <a:pt x="725" y="46"/>
                      <a:pt x="589" y="1"/>
                      <a:pt x="4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6" name="Google Shape;3316;p5"/>
              <p:cNvSpPr/>
              <p:nvPr/>
            </p:nvSpPr>
            <p:spPr>
              <a:xfrm>
                <a:off x="3354875" y="2087075"/>
                <a:ext cx="162600" cy="269175"/>
              </a:xfrm>
              <a:custGeom>
                <a:rect b="b" l="l" r="r" t="t"/>
                <a:pathLst>
                  <a:path extrusionOk="0" h="10767" w="6504">
                    <a:moveTo>
                      <a:pt x="867" y="1"/>
                    </a:moveTo>
                    <a:cubicBezTo>
                      <a:pt x="448" y="1"/>
                      <a:pt x="1" y="413"/>
                      <a:pt x="301" y="826"/>
                    </a:cubicBezTo>
                    <a:cubicBezTo>
                      <a:pt x="935" y="1686"/>
                      <a:pt x="1795" y="2365"/>
                      <a:pt x="2610" y="3044"/>
                    </a:cubicBezTo>
                    <a:cubicBezTo>
                      <a:pt x="3289" y="3633"/>
                      <a:pt x="4013" y="4221"/>
                      <a:pt x="4421" y="4991"/>
                    </a:cubicBezTo>
                    <a:cubicBezTo>
                      <a:pt x="4783" y="5715"/>
                      <a:pt x="4873" y="6530"/>
                      <a:pt x="4783" y="7300"/>
                    </a:cubicBezTo>
                    <a:cubicBezTo>
                      <a:pt x="4692" y="8205"/>
                      <a:pt x="4285" y="8975"/>
                      <a:pt x="3968" y="9790"/>
                    </a:cubicBezTo>
                    <a:cubicBezTo>
                      <a:pt x="3832" y="10152"/>
                      <a:pt x="4104" y="10604"/>
                      <a:pt x="4421" y="10695"/>
                    </a:cubicBezTo>
                    <a:cubicBezTo>
                      <a:pt x="4520" y="10744"/>
                      <a:pt x="4619" y="10767"/>
                      <a:pt x="4715" y="10767"/>
                    </a:cubicBezTo>
                    <a:cubicBezTo>
                      <a:pt x="4971" y="10767"/>
                      <a:pt x="5207" y="10608"/>
                      <a:pt x="5371" y="10378"/>
                    </a:cubicBezTo>
                    <a:cubicBezTo>
                      <a:pt x="6005" y="9608"/>
                      <a:pt x="6277" y="8432"/>
                      <a:pt x="6412" y="7436"/>
                    </a:cubicBezTo>
                    <a:cubicBezTo>
                      <a:pt x="6503" y="6440"/>
                      <a:pt x="6367" y="5444"/>
                      <a:pt x="5960" y="4538"/>
                    </a:cubicBezTo>
                    <a:cubicBezTo>
                      <a:pt x="5552" y="3588"/>
                      <a:pt x="4828" y="2863"/>
                      <a:pt x="4059" y="2184"/>
                    </a:cubicBezTo>
                    <a:cubicBezTo>
                      <a:pt x="3153" y="1415"/>
                      <a:pt x="2203" y="555"/>
                      <a:pt x="1116" y="57"/>
                    </a:cubicBezTo>
                    <a:cubicBezTo>
                      <a:pt x="1039" y="18"/>
                      <a:pt x="953" y="1"/>
                      <a:pt x="8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5"/>
              <p:cNvSpPr/>
              <p:nvPr/>
            </p:nvSpPr>
            <p:spPr>
              <a:xfrm>
                <a:off x="3511775" y="2155150"/>
                <a:ext cx="82650" cy="141600"/>
              </a:xfrm>
              <a:custGeom>
                <a:rect b="b" l="l" r="r" t="t"/>
                <a:pathLst>
                  <a:path extrusionOk="0" h="5664" w="3306">
                    <a:moveTo>
                      <a:pt x="643" y="1"/>
                    </a:moveTo>
                    <a:cubicBezTo>
                      <a:pt x="452" y="1"/>
                      <a:pt x="269" y="101"/>
                      <a:pt x="182" y="276"/>
                    </a:cubicBezTo>
                    <a:cubicBezTo>
                      <a:pt x="1" y="593"/>
                      <a:pt x="91" y="910"/>
                      <a:pt x="363" y="1091"/>
                    </a:cubicBezTo>
                    <a:cubicBezTo>
                      <a:pt x="544" y="1227"/>
                      <a:pt x="634" y="1317"/>
                      <a:pt x="816" y="1453"/>
                    </a:cubicBezTo>
                    <a:cubicBezTo>
                      <a:pt x="951" y="1589"/>
                      <a:pt x="1132" y="1815"/>
                      <a:pt x="1178" y="1906"/>
                    </a:cubicBezTo>
                    <a:cubicBezTo>
                      <a:pt x="1449" y="2268"/>
                      <a:pt x="1630" y="2630"/>
                      <a:pt x="1721" y="2947"/>
                    </a:cubicBezTo>
                    <a:cubicBezTo>
                      <a:pt x="1811" y="3173"/>
                      <a:pt x="1857" y="3355"/>
                      <a:pt x="1902" y="3581"/>
                    </a:cubicBezTo>
                    <a:cubicBezTo>
                      <a:pt x="1902" y="3671"/>
                      <a:pt x="1947" y="3807"/>
                      <a:pt x="1947" y="3898"/>
                    </a:cubicBezTo>
                    <a:cubicBezTo>
                      <a:pt x="1947" y="3943"/>
                      <a:pt x="1947" y="3943"/>
                      <a:pt x="1947" y="3943"/>
                    </a:cubicBezTo>
                    <a:cubicBezTo>
                      <a:pt x="1947" y="3988"/>
                      <a:pt x="1993" y="4079"/>
                      <a:pt x="1993" y="4124"/>
                    </a:cubicBezTo>
                    <a:cubicBezTo>
                      <a:pt x="1993" y="4169"/>
                      <a:pt x="1993" y="4215"/>
                      <a:pt x="1993" y="4260"/>
                    </a:cubicBezTo>
                    <a:cubicBezTo>
                      <a:pt x="2038" y="4350"/>
                      <a:pt x="2038" y="4396"/>
                      <a:pt x="2038" y="4441"/>
                    </a:cubicBezTo>
                    <a:cubicBezTo>
                      <a:pt x="2038" y="4532"/>
                      <a:pt x="2038" y="4667"/>
                      <a:pt x="2038" y="4758"/>
                    </a:cubicBezTo>
                    <a:cubicBezTo>
                      <a:pt x="2038" y="5029"/>
                      <a:pt x="2083" y="5256"/>
                      <a:pt x="2174" y="5482"/>
                    </a:cubicBezTo>
                    <a:cubicBezTo>
                      <a:pt x="2234" y="5603"/>
                      <a:pt x="2375" y="5663"/>
                      <a:pt x="2502" y="5663"/>
                    </a:cubicBezTo>
                    <a:cubicBezTo>
                      <a:pt x="2566" y="5663"/>
                      <a:pt x="2626" y="5648"/>
                      <a:pt x="2672" y="5618"/>
                    </a:cubicBezTo>
                    <a:cubicBezTo>
                      <a:pt x="2943" y="5437"/>
                      <a:pt x="3079" y="5211"/>
                      <a:pt x="3124" y="4939"/>
                    </a:cubicBezTo>
                    <a:cubicBezTo>
                      <a:pt x="3215" y="4667"/>
                      <a:pt x="3260" y="4396"/>
                      <a:pt x="3260" y="4124"/>
                    </a:cubicBezTo>
                    <a:cubicBezTo>
                      <a:pt x="3305" y="3581"/>
                      <a:pt x="3170" y="3038"/>
                      <a:pt x="2988" y="2540"/>
                    </a:cubicBezTo>
                    <a:cubicBezTo>
                      <a:pt x="2626" y="1544"/>
                      <a:pt x="1902" y="638"/>
                      <a:pt x="951" y="95"/>
                    </a:cubicBezTo>
                    <a:cubicBezTo>
                      <a:pt x="855" y="31"/>
                      <a:pt x="748" y="1"/>
                      <a:pt x="6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8" name="Google Shape;3318;p5"/>
              <p:cNvSpPr/>
              <p:nvPr/>
            </p:nvSpPr>
            <p:spPr>
              <a:xfrm>
                <a:off x="3617025" y="2204450"/>
                <a:ext cx="35125" cy="76725"/>
              </a:xfrm>
              <a:custGeom>
                <a:rect b="b" l="l" r="r" t="t"/>
                <a:pathLst>
                  <a:path extrusionOk="0" h="3069" w="1405">
                    <a:moveTo>
                      <a:pt x="785" y="1"/>
                    </a:moveTo>
                    <a:cubicBezTo>
                      <a:pt x="734" y="1"/>
                      <a:pt x="683" y="8"/>
                      <a:pt x="634" y="24"/>
                    </a:cubicBezTo>
                    <a:cubicBezTo>
                      <a:pt x="318" y="115"/>
                      <a:pt x="227" y="387"/>
                      <a:pt x="272" y="703"/>
                    </a:cubicBezTo>
                    <a:cubicBezTo>
                      <a:pt x="272" y="703"/>
                      <a:pt x="272" y="749"/>
                      <a:pt x="272" y="749"/>
                    </a:cubicBezTo>
                    <a:cubicBezTo>
                      <a:pt x="272" y="794"/>
                      <a:pt x="272" y="839"/>
                      <a:pt x="272" y="885"/>
                    </a:cubicBezTo>
                    <a:cubicBezTo>
                      <a:pt x="272" y="975"/>
                      <a:pt x="272" y="1066"/>
                      <a:pt x="272" y="1156"/>
                    </a:cubicBezTo>
                    <a:cubicBezTo>
                      <a:pt x="272" y="1247"/>
                      <a:pt x="272" y="1337"/>
                      <a:pt x="272" y="1473"/>
                    </a:cubicBezTo>
                    <a:cubicBezTo>
                      <a:pt x="272" y="1518"/>
                      <a:pt x="272" y="1564"/>
                      <a:pt x="227" y="1609"/>
                    </a:cubicBezTo>
                    <a:cubicBezTo>
                      <a:pt x="227" y="1745"/>
                      <a:pt x="182" y="1880"/>
                      <a:pt x="182" y="2016"/>
                    </a:cubicBezTo>
                    <a:cubicBezTo>
                      <a:pt x="182" y="2034"/>
                      <a:pt x="182" y="2051"/>
                      <a:pt x="182" y="2062"/>
                    </a:cubicBezTo>
                    <a:cubicBezTo>
                      <a:pt x="182" y="2107"/>
                      <a:pt x="136" y="2152"/>
                      <a:pt x="136" y="2197"/>
                    </a:cubicBezTo>
                    <a:cubicBezTo>
                      <a:pt x="91" y="2378"/>
                      <a:pt x="1" y="2605"/>
                      <a:pt x="91" y="2831"/>
                    </a:cubicBezTo>
                    <a:cubicBezTo>
                      <a:pt x="166" y="2981"/>
                      <a:pt x="272" y="3069"/>
                      <a:pt x="384" y="3069"/>
                    </a:cubicBezTo>
                    <a:cubicBezTo>
                      <a:pt x="407" y="3069"/>
                      <a:pt x="430" y="3065"/>
                      <a:pt x="453" y="3057"/>
                    </a:cubicBezTo>
                    <a:cubicBezTo>
                      <a:pt x="725" y="3012"/>
                      <a:pt x="906" y="2786"/>
                      <a:pt x="1042" y="2560"/>
                    </a:cubicBezTo>
                    <a:cubicBezTo>
                      <a:pt x="1178" y="2333"/>
                      <a:pt x="1268" y="2107"/>
                      <a:pt x="1313" y="1880"/>
                    </a:cubicBezTo>
                    <a:cubicBezTo>
                      <a:pt x="1404" y="1383"/>
                      <a:pt x="1404" y="885"/>
                      <a:pt x="1313" y="387"/>
                    </a:cubicBezTo>
                    <a:cubicBezTo>
                      <a:pt x="1276" y="163"/>
                      <a:pt x="1024" y="1"/>
                      <a:pt x="78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9" name="Google Shape;3319;p5"/>
              <p:cNvSpPr/>
              <p:nvPr/>
            </p:nvSpPr>
            <p:spPr>
              <a:xfrm>
                <a:off x="3675875" y="2189075"/>
                <a:ext cx="27200" cy="98950"/>
              </a:xfrm>
              <a:custGeom>
                <a:rect b="b" l="l" r="r" t="t"/>
                <a:pathLst>
                  <a:path extrusionOk="0" h="3958" w="1088">
                    <a:moveTo>
                      <a:pt x="603" y="1"/>
                    </a:moveTo>
                    <a:cubicBezTo>
                      <a:pt x="584" y="1"/>
                      <a:pt x="564" y="2"/>
                      <a:pt x="544" y="6"/>
                    </a:cubicBezTo>
                    <a:cubicBezTo>
                      <a:pt x="272" y="6"/>
                      <a:pt x="46" y="187"/>
                      <a:pt x="46" y="458"/>
                    </a:cubicBezTo>
                    <a:cubicBezTo>
                      <a:pt x="91" y="1002"/>
                      <a:pt x="46" y="1545"/>
                      <a:pt x="46" y="2088"/>
                    </a:cubicBezTo>
                    <a:cubicBezTo>
                      <a:pt x="46" y="2224"/>
                      <a:pt x="1" y="2360"/>
                      <a:pt x="46" y="2495"/>
                    </a:cubicBezTo>
                    <a:cubicBezTo>
                      <a:pt x="46" y="2541"/>
                      <a:pt x="91" y="2631"/>
                      <a:pt x="91" y="2722"/>
                    </a:cubicBezTo>
                    <a:lnTo>
                      <a:pt x="91" y="2903"/>
                    </a:lnTo>
                    <a:cubicBezTo>
                      <a:pt x="91" y="3220"/>
                      <a:pt x="91" y="3446"/>
                      <a:pt x="136" y="3763"/>
                    </a:cubicBezTo>
                    <a:cubicBezTo>
                      <a:pt x="136" y="3887"/>
                      <a:pt x="259" y="3957"/>
                      <a:pt x="385" y="3957"/>
                    </a:cubicBezTo>
                    <a:cubicBezTo>
                      <a:pt x="489" y="3957"/>
                      <a:pt x="594" y="3910"/>
                      <a:pt x="634" y="3808"/>
                    </a:cubicBezTo>
                    <a:cubicBezTo>
                      <a:pt x="770" y="3537"/>
                      <a:pt x="861" y="3310"/>
                      <a:pt x="906" y="3039"/>
                    </a:cubicBezTo>
                    <a:cubicBezTo>
                      <a:pt x="906" y="2948"/>
                      <a:pt x="906" y="2858"/>
                      <a:pt x="951" y="2767"/>
                    </a:cubicBezTo>
                    <a:cubicBezTo>
                      <a:pt x="951" y="2767"/>
                      <a:pt x="1042" y="2586"/>
                      <a:pt x="997" y="2586"/>
                    </a:cubicBezTo>
                    <a:cubicBezTo>
                      <a:pt x="1042" y="2450"/>
                      <a:pt x="1042" y="2269"/>
                      <a:pt x="1042" y="2133"/>
                    </a:cubicBezTo>
                    <a:cubicBezTo>
                      <a:pt x="1087" y="1590"/>
                      <a:pt x="1042" y="1002"/>
                      <a:pt x="997" y="458"/>
                    </a:cubicBezTo>
                    <a:cubicBezTo>
                      <a:pt x="997" y="249"/>
                      <a:pt x="842" y="1"/>
                      <a:pt x="6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0" name="Google Shape;3320;p5"/>
              <p:cNvSpPr/>
              <p:nvPr/>
            </p:nvSpPr>
            <p:spPr>
              <a:xfrm>
                <a:off x="3405400" y="2357225"/>
                <a:ext cx="117600" cy="203275"/>
              </a:xfrm>
              <a:custGeom>
                <a:rect b="b" l="l" r="r" t="t"/>
                <a:pathLst>
                  <a:path extrusionOk="0" h="8131" w="4704">
                    <a:moveTo>
                      <a:pt x="1544" y="1"/>
                    </a:moveTo>
                    <a:cubicBezTo>
                      <a:pt x="1334" y="1"/>
                      <a:pt x="1123" y="90"/>
                      <a:pt x="996" y="296"/>
                    </a:cubicBezTo>
                    <a:cubicBezTo>
                      <a:pt x="0" y="1836"/>
                      <a:pt x="46" y="3737"/>
                      <a:pt x="770" y="5412"/>
                    </a:cubicBezTo>
                    <a:cubicBezTo>
                      <a:pt x="1087" y="6227"/>
                      <a:pt x="1585" y="6996"/>
                      <a:pt x="2264" y="7539"/>
                    </a:cubicBezTo>
                    <a:cubicBezTo>
                      <a:pt x="2626" y="7856"/>
                      <a:pt x="3033" y="8128"/>
                      <a:pt x="3531" y="8128"/>
                    </a:cubicBezTo>
                    <a:cubicBezTo>
                      <a:pt x="3558" y="8130"/>
                      <a:pt x="3584" y="8131"/>
                      <a:pt x="3610" y="8131"/>
                    </a:cubicBezTo>
                    <a:cubicBezTo>
                      <a:pt x="4248" y="8131"/>
                      <a:pt x="4703" y="7605"/>
                      <a:pt x="4573" y="6996"/>
                    </a:cubicBezTo>
                    <a:lnTo>
                      <a:pt x="4573" y="6951"/>
                    </a:lnTo>
                    <a:cubicBezTo>
                      <a:pt x="4533" y="6633"/>
                      <a:pt x="4180" y="6490"/>
                      <a:pt x="3880" y="6490"/>
                    </a:cubicBezTo>
                    <a:cubicBezTo>
                      <a:pt x="3838" y="6490"/>
                      <a:pt x="3797" y="6493"/>
                      <a:pt x="3758" y="6498"/>
                    </a:cubicBezTo>
                    <a:lnTo>
                      <a:pt x="3577" y="6498"/>
                    </a:lnTo>
                    <a:cubicBezTo>
                      <a:pt x="3531" y="6498"/>
                      <a:pt x="3441" y="6453"/>
                      <a:pt x="3441" y="6453"/>
                    </a:cubicBezTo>
                    <a:lnTo>
                      <a:pt x="3441" y="6453"/>
                    </a:lnTo>
                    <a:cubicBezTo>
                      <a:pt x="3481" y="6466"/>
                      <a:pt x="3497" y="6472"/>
                      <a:pt x="3499" y="6472"/>
                    </a:cubicBezTo>
                    <a:cubicBezTo>
                      <a:pt x="3505" y="6472"/>
                      <a:pt x="3428" y="6440"/>
                      <a:pt x="3396" y="6408"/>
                    </a:cubicBezTo>
                    <a:lnTo>
                      <a:pt x="3215" y="6227"/>
                    </a:lnTo>
                    <a:cubicBezTo>
                      <a:pt x="3124" y="6136"/>
                      <a:pt x="2988" y="6000"/>
                      <a:pt x="2898" y="5864"/>
                    </a:cubicBezTo>
                    <a:cubicBezTo>
                      <a:pt x="2535" y="5502"/>
                      <a:pt x="2219" y="4914"/>
                      <a:pt x="2083" y="4371"/>
                    </a:cubicBezTo>
                    <a:cubicBezTo>
                      <a:pt x="1856" y="3737"/>
                      <a:pt x="1811" y="3284"/>
                      <a:pt x="1811" y="2605"/>
                    </a:cubicBezTo>
                    <a:cubicBezTo>
                      <a:pt x="1856" y="2017"/>
                      <a:pt x="1947" y="1383"/>
                      <a:pt x="2173" y="749"/>
                    </a:cubicBezTo>
                    <a:cubicBezTo>
                      <a:pt x="2320" y="308"/>
                      <a:pt x="1933" y="1"/>
                      <a:pt x="154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1" name="Google Shape;3321;p5"/>
              <p:cNvSpPr/>
              <p:nvPr/>
            </p:nvSpPr>
            <p:spPr>
              <a:xfrm>
                <a:off x="3477825" y="2402600"/>
                <a:ext cx="64525" cy="126225"/>
              </a:xfrm>
              <a:custGeom>
                <a:rect b="b" l="l" r="r" t="t"/>
                <a:pathLst>
                  <a:path extrusionOk="0" h="5049" w="2581">
                    <a:moveTo>
                      <a:pt x="858" y="0"/>
                    </a:moveTo>
                    <a:cubicBezTo>
                      <a:pt x="613" y="0"/>
                      <a:pt x="433" y="198"/>
                      <a:pt x="318" y="428"/>
                    </a:cubicBezTo>
                    <a:cubicBezTo>
                      <a:pt x="1" y="1288"/>
                      <a:pt x="1" y="2239"/>
                      <a:pt x="272" y="3099"/>
                    </a:cubicBezTo>
                    <a:cubicBezTo>
                      <a:pt x="408" y="3551"/>
                      <a:pt x="634" y="4049"/>
                      <a:pt x="997" y="4412"/>
                    </a:cubicBezTo>
                    <a:cubicBezTo>
                      <a:pt x="1254" y="4669"/>
                      <a:pt x="1674" y="5049"/>
                      <a:pt x="2103" y="5049"/>
                    </a:cubicBezTo>
                    <a:cubicBezTo>
                      <a:pt x="2127" y="5049"/>
                      <a:pt x="2150" y="5048"/>
                      <a:pt x="2174" y="5045"/>
                    </a:cubicBezTo>
                    <a:cubicBezTo>
                      <a:pt x="2400" y="5045"/>
                      <a:pt x="2581" y="4864"/>
                      <a:pt x="2490" y="4638"/>
                    </a:cubicBezTo>
                    <a:cubicBezTo>
                      <a:pt x="2400" y="4276"/>
                      <a:pt x="2083" y="4004"/>
                      <a:pt x="1902" y="3687"/>
                    </a:cubicBezTo>
                    <a:cubicBezTo>
                      <a:pt x="1811" y="3506"/>
                      <a:pt x="1721" y="3370"/>
                      <a:pt x="1630" y="3189"/>
                    </a:cubicBezTo>
                    <a:cubicBezTo>
                      <a:pt x="1630" y="3144"/>
                      <a:pt x="1585" y="3099"/>
                      <a:pt x="1585" y="3054"/>
                    </a:cubicBezTo>
                    <a:cubicBezTo>
                      <a:pt x="1585" y="3054"/>
                      <a:pt x="1540" y="3008"/>
                      <a:pt x="1540" y="3008"/>
                    </a:cubicBezTo>
                    <a:cubicBezTo>
                      <a:pt x="1540" y="2963"/>
                      <a:pt x="1494" y="2918"/>
                      <a:pt x="1494" y="2918"/>
                    </a:cubicBezTo>
                    <a:lnTo>
                      <a:pt x="1449" y="2782"/>
                    </a:lnTo>
                    <a:cubicBezTo>
                      <a:pt x="1404" y="2601"/>
                      <a:pt x="1313" y="2420"/>
                      <a:pt x="1313" y="2239"/>
                    </a:cubicBezTo>
                    <a:cubicBezTo>
                      <a:pt x="1268" y="2193"/>
                      <a:pt x="1268" y="2148"/>
                      <a:pt x="1268" y="2103"/>
                    </a:cubicBezTo>
                    <a:lnTo>
                      <a:pt x="1268" y="2058"/>
                    </a:lnTo>
                    <a:cubicBezTo>
                      <a:pt x="1268" y="1967"/>
                      <a:pt x="1268" y="1877"/>
                      <a:pt x="1268" y="1741"/>
                    </a:cubicBezTo>
                    <a:lnTo>
                      <a:pt x="1268" y="1469"/>
                    </a:lnTo>
                    <a:cubicBezTo>
                      <a:pt x="1268" y="1424"/>
                      <a:pt x="1268" y="1379"/>
                      <a:pt x="1268" y="1379"/>
                    </a:cubicBezTo>
                    <a:lnTo>
                      <a:pt x="1268" y="1333"/>
                    </a:lnTo>
                    <a:cubicBezTo>
                      <a:pt x="1268" y="1288"/>
                      <a:pt x="1268" y="1288"/>
                      <a:pt x="1268" y="1288"/>
                    </a:cubicBezTo>
                    <a:cubicBezTo>
                      <a:pt x="1313" y="1107"/>
                      <a:pt x="1359" y="926"/>
                      <a:pt x="1404" y="700"/>
                    </a:cubicBezTo>
                    <a:cubicBezTo>
                      <a:pt x="1494" y="428"/>
                      <a:pt x="1313" y="111"/>
                      <a:pt x="997" y="21"/>
                    </a:cubicBezTo>
                    <a:cubicBezTo>
                      <a:pt x="948" y="7"/>
                      <a:pt x="902" y="0"/>
                      <a:pt x="8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2" name="Google Shape;3322;p5"/>
              <p:cNvSpPr/>
              <p:nvPr/>
            </p:nvSpPr>
            <p:spPr>
              <a:xfrm>
                <a:off x="3749450" y="2270075"/>
                <a:ext cx="125625" cy="327700"/>
              </a:xfrm>
              <a:custGeom>
                <a:rect b="b" l="l" r="r" t="t"/>
                <a:pathLst>
                  <a:path extrusionOk="0" h="13108" w="5025">
                    <a:moveTo>
                      <a:pt x="1509" y="1"/>
                    </a:moveTo>
                    <a:cubicBezTo>
                      <a:pt x="1360" y="1"/>
                      <a:pt x="1209" y="49"/>
                      <a:pt x="1087" y="161"/>
                    </a:cubicBezTo>
                    <a:cubicBezTo>
                      <a:pt x="226" y="840"/>
                      <a:pt x="0" y="1926"/>
                      <a:pt x="181" y="2968"/>
                    </a:cubicBezTo>
                    <a:cubicBezTo>
                      <a:pt x="317" y="4054"/>
                      <a:pt x="996" y="5005"/>
                      <a:pt x="1630" y="5865"/>
                    </a:cubicBezTo>
                    <a:cubicBezTo>
                      <a:pt x="2264" y="6725"/>
                      <a:pt x="3078" y="7630"/>
                      <a:pt x="3214" y="8671"/>
                    </a:cubicBezTo>
                    <a:cubicBezTo>
                      <a:pt x="3259" y="9260"/>
                      <a:pt x="3124" y="9803"/>
                      <a:pt x="2897" y="10301"/>
                    </a:cubicBezTo>
                    <a:cubicBezTo>
                      <a:pt x="2807" y="10573"/>
                      <a:pt x="2671" y="10799"/>
                      <a:pt x="2535" y="11025"/>
                    </a:cubicBezTo>
                    <a:cubicBezTo>
                      <a:pt x="2445" y="11161"/>
                      <a:pt x="2309" y="11523"/>
                      <a:pt x="2173" y="11614"/>
                    </a:cubicBezTo>
                    <a:cubicBezTo>
                      <a:pt x="1856" y="11795"/>
                      <a:pt x="1630" y="12112"/>
                      <a:pt x="1766" y="12474"/>
                    </a:cubicBezTo>
                    <a:cubicBezTo>
                      <a:pt x="1766" y="12474"/>
                      <a:pt x="1766" y="12519"/>
                      <a:pt x="1766" y="12519"/>
                    </a:cubicBezTo>
                    <a:cubicBezTo>
                      <a:pt x="1901" y="12881"/>
                      <a:pt x="2173" y="13108"/>
                      <a:pt x="2535" y="13108"/>
                    </a:cubicBezTo>
                    <a:cubicBezTo>
                      <a:pt x="3214" y="13108"/>
                      <a:pt x="3531" y="12519"/>
                      <a:pt x="3848" y="12021"/>
                    </a:cubicBezTo>
                    <a:cubicBezTo>
                      <a:pt x="4165" y="11478"/>
                      <a:pt x="4436" y="10890"/>
                      <a:pt x="4663" y="10301"/>
                    </a:cubicBezTo>
                    <a:cubicBezTo>
                      <a:pt x="5025" y="9034"/>
                      <a:pt x="4799" y="7811"/>
                      <a:pt x="4165" y="6680"/>
                    </a:cubicBezTo>
                    <a:cubicBezTo>
                      <a:pt x="3259" y="5050"/>
                      <a:pt x="634" y="2968"/>
                      <a:pt x="2082" y="930"/>
                    </a:cubicBezTo>
                    <a:cubicBezTo>
                      <a:pt x="2424" y="453"/>
                      <a:pt x="1968" y="1"/>
                      <a:pt x="15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3" name="Google Shape;3323;p5"/>
              <p:cNvSpPr/>
              <p:nvPr/>
            </p:nvSpPr>
            <p:spPr>
              <a:xfrm>
                <a:off x="3802950" y="2303525"/>
                <a:ext cx="126450" cy="222550"/>
              </a:xfrm>
              <a:custGeom>
                <a:rect b="b" l="l" r="r" t="t"/>
                <a:pathLst>
                  <a:path extrusionOk="0" h="8902" w="5058">
                    <a:moveTo>
                      <a:pt x="934" y="1"/>
                    </a:moveTo>
                    <a:cubicBezTo>
                      <a:pt x="368" y="1"/>
                      <a:pt x="1" y="845"/>
                      <a:pt x="576" y="1267"/>
                    </a:cubicBezTo>
                    <a:cubicBezTo>
                      <a:pt x="1663" y="1992"/>
                      <a:pt x="2523" y="3123"/>
                      <a:pt x="2975" y="4300"/>
                    </a:cubicBezTo>
                    <a:cubicBezTo>
                      <a:pt x="3202" y="4889"/>
                      <a:pt x="3383" y="5568"/>
                      <a:pt x="3428" y="6202"/>
                    </a:cubicBezTo>
                    <a:cubicBezTo>
                      <a:pt x="3428" y="6519"/>
                      <a:pt x="3428" y="6881"/>
                      <a:pt x="3428" y="7243"/>
                    </a:cubicBezTo>
                    <a:cubicBezTo>
                      <a:pt x="3383" y="7605"/>
                      <a:pt x="3247" y="8012"/>
                      <a:pt x="3383" y="8375"/>
                    </a:cubicBezTo>
                    <a:cubicBezTo>
                      <a:pt x="3499" y="8694"/>
                      <a:pt x="3783" y="8902"/>
                      <a:pt x="4080" y="8902"/>
                    </a:cubicBezTo>
                    <a:cubicBezTo>
                      <a:pt x="4245" y="8902"/>
                      <a:pt x="4414" y="8837"/>
                      <a:pt x="4560" y="8691"/>
                    </a:cubicBezTo>
                    <a:cubicBezTo>
                      <a:pt x="4922" y="8329"/>
                      <a:pt x="4967" y="7831"/>
                      <a:pt x="5013" y="7333"/>
                    </a:cubicBezTo>
                    <a:cubicBezTo>
                      <a:pt x="5058" y="6926"/>
                      <a:pt x="5058" y="6564"/>
                      <a:pt x="5013" y="6156"/>
                    </a:cubicBezTo>
                    <a:cubicBezTo>
                      <a:pt x="4967" y="5342"/>
                      <a:pt x="4786" y="4527"/>
                      <a:pt x="4469" y="3802"/>
                    </a:cubicBezTo>
                    <a:cubicBezTo>
                      <a:pt x="3836" y="2218"/>
                      <a:pt x="2749" y="950"/>
                      <a:pt x="1255" y="90"/>
                    </a:cubicBezTo>
                    <a:cubicBezTo>
                      <a:pt x="1145" y="28"/>
                      <a:pt x="1036" y="1"/>
                      <a:pt x="9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4" name="Google Shape;3324;p5"/>
              <p:cNvSpPr/>
              <p:nvPr/>
            </p:nvSpPr>
            <p:spPr>
              <a:xfrm>
                <a:off x="3909200" y="2319625"/>
                <a:ext cx="79050" cy="154675"/>
              </a:xfrm>
              <a:custGeom>
                <a:rect b="b" l="l" r="r" t="t"/>
                <a:pathLst>
                  <a:path extrusionOk="0" h="6187" w="3162">
                    <a:moveTo>
                      <a:pt x="723" y="0"/>
                    </a:moveTo>
                    <a:cubicBezTo>
                      <a:pt x="341" y="0"/>
                      <a:pt x="0" y="495"/>
                      <a:pt x="355" y="850"/>
                    </a:cubicBezTo>
                    <a:cubicBezTo>
                      <a:pt x="1034" y="1483"/>
                      <a:pt x="1442" y="2298"/>
                      <a:pt x="1713" y="3204"/>
                    </a:cubicBezTo>
                    <a:cubicBezTo>
                      <a:pt x="1849" y="3656"/>
                      <a:pt x="1894" y="4109"/>
                      <a:pt x="1940" y="4607"/>
                    </a:cubicBezTo>
                    <a:cubicBezTo>
                      <a:pt x="2030" y="5060"/>
                      <a:pt x="1849" y="5558"/>
                      <a:pt x="2121" y="6010"/>
                    </a:cubicBezTo>
                    <a:cubicBezTo>
                      <a:pt x="2168" y="6130"/>
                      <a:pt x="2279" y="6186"/>
                      <a:pt x="2400" y="6186"/>
                    </a:cubicBezTo>
                    <a:cubicBezTo>
                      <a:pt x="2508" y="6186"/>
                      <a:pt x="2624" y="6141"/>
                      <a:pt x="2709" y="6056"/>
                    </a:cubicBezTo>
                    <a:cubicBezTo>
                      <a:pt x="3117" y="5694"/>
                      <a:pt x="3117" y="5014"/>
                      <a:pt x="3117" y="4471"/>
                    </a:cubicBezTo>
                    <a:cubicBezTo>
                      <a:pt x="3162" y="3928"/>
                      <a:pt x="3026" y="3340"/>
                      <a:pt x="2845" y="2842"/>
                    </a:cubicBezTo>
                    <a:cubicBezTo>
                      <a:pt x="2528" y="1800"/>
                      <a:pt x="1849" y="850"/>
                      <a:pt x="1034" y="125"/>
                    </a:cubicBezTo>
                    <a:cubicBezTo>
                      <a:pt x="937" y="38"/>
                      <a:pt x="829" y="0"/>
                      <a:pt x="72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5" name="Google Shape;3325;p5"/>
              <p:cNvSpPr/>
              <p:nvPr/>
            </p:nvSpPr>
            <p:spPr>
              <a:xfrm>
                <a:off x="4081025" y="2361050"/>
                <a:ext cx="33975" cy="98725"/>
              </a:xfrm>
              <a:custGeom>
                <a:rect b="b" l="l" r="r" t="t"/>
                <a:pathLst>
                  <a:path extrusionOk="0" h="3949" w="1359">
                    <a:moveTo>
                      <a:pt x="743" y="1"/>
                    </a:moveTo>
                    <a:cubicBezTo>
                      <a:pt x="527" y="1"/>
                      <a:pt x="268" y="171"/>
                      <a:pt x="227" y="415"/>
                    </a:cubicBezTo>
                    <a:cubicBezTo>
                      <a:pt x="137" y="958"/>
                      <a:pt x="91" y="1547"/>
                      <a:pt x="46" y="2090"/>
                    </a:cubicBezTo>
                    <a:cubicBezTo>
                      <a:pt x="1" y="2271"/>
                      <a:pt x="46" y="2407"/>
                      <a:pt x="91" y="2588"/>
                    </a:cubicBezTo>
                    <a:cubicBezTo>
                      <a:pt x="91" y="2633"/>
                      <a:pt x="91" y="2678"/>
                      <a:pt x="91" y="2678"/>
                    </a:cubicBezTo>
                    <a:cubicBezTo>
                      <a:pt x="91" y="2769"/>
                      <a:pt x="91" y="2814"/>
                      <a:pt x="91" y="2860"/>
                    </a:cubicBezTo>
                    <a:cubicBezTo>
                      <a:pt x="91" y="3222"/>
                      <a:pt x="182" y="3493"/>
                      <a:pt x="318" y="3765"/>
                    </a:cubicBezTo>
                    <a:cubicBezTo>
                      <a:pt x="373" y="3894"/>
                      <a:pt x="474" y="3948"/>
                      <a:pt x="580" y="3948"/>
                    </a:cubicBezTo>
                    <a:cubicBezTo>
                      <a:pt x="733" y="3948"/>
                      <a:pt x="898" y="3835"/>
                      <a:pt x="952" y="3674"/>
                    </a:cubicBezTo>
                    <a:cubicBezTo>
                      <a:pt x="1042" y="3448"/>
                      <a:pt x="1087" y="3176"/>
                      <a:pt x="1133" y="2860"/>
                    </a:cubicBezTo>
                    <a:cubicBezTo>
                      <a:pt x="1133" y="2814"/>
                      <a:pt x="1133" y="2769"/>
                      <a:pt x="1133" y="2678"/>
                    </a:cubicBezTo>
                    <a:cubicBezTo>
                      <a:pt x="1133" y="2678"/>
                      <a:pt x="1133" y="2633"/>
                      <a:pt x="1133" y="2588"/>
                    </a:cubicBezTo>
                    <a:cubicBezTo>
                      <a:pt x="1178" y="2407"/>
                      <a:pt x="1178" y="2271"/>
                      <a:pt x="1178" y="2090"/>
                    </a:cubicBezTo>
                    <a:cubicBezTo>
                      <a:pt x="1223" y="1592"/>
                      <a:pt x="1223" y="1049"/>
                      <a:pt x="1314" y="551"/>
                    </a:cubicBezTo>
                    <a:cubicBezTo>
                      <a:pt x="1359" y="279"/>
                      <a:pt x="1087" y="53"/>
                      <a:pt x="816" y="8"/>
                    </a:cubicBezTo>
                    <a:cubicBezTo>
                      <a:pt x="792" y="3"/>
                      <a:pt x="768" y="1"/>
                      <a:pt x="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6" name="Google Shape;3326;p5"/>
              <p:cNvSpPr/>
              <p:nvPr/>
            </p:nvSpPr>
            <p:spPr>
              <a:xfrm>
                <a:off x="2945925" y="5089825"/>
                <a:ext cx="121125" cy="71475"/>
              </a:xfrm>
              <a:custGeom>
                <a:rect b="b" l="l" r="r" t="t"/>
                <a:pathLst>
                  <a:path extrusionOk="0" h="2859" w="4845">
                    <a:moveTo>
                      <a:pt x="4844" y="181"/>
                    </a:moveTo>
                    <a:lnTo>
                      <a:pt x="4844" y="181"/>
                    </a:lnTo>
                    <a:cubicBezTo>
                      <a:pt x="3214" y="272"/>
                      <a:pt x="1223" y="0"/>
                      <a:pt x="362" y="1358"/>
                    </a:cubicBezTo>
                    <a:cubicBezTo>
                      <a:pt x="91" y="1720"/>
                      <a:pt x="0" y="2128"/>
                      <a:pt x="46" y="2580"/>
                    </a:cubicBezTo>
                    <a:cubicBezTo>
                      <a:pt x="227" y="2626"/>
                      <a:pt x="453" y="2671"/>
                      <a:pt x="634" y="2716"/>
                    </a:cubicBezTo>
                    <a:cubicBezTo>
                      <a:pt x="1022" y="2813"/>
                      <a:pt x="1436" y="2858"/>
                      <a:pt x="1849" y="2858"/>
                    </a:cubicBezTo>
                    <a:cubicBezTo>
                      <a:pt x="2206" y="2858"/>
                      <a:pt x="2561" y="2824"/>
                      <a:pt x="2898" y="2761"/>
                    </a:cubicBezTo>
                    <a:cubicBezTo>
                      <a:pt x="3305" y="2716"/>
                      <a:pt x="3667" y="2626"/>
                      <a:pt x="4029" y="2490"/>
                    </a:cubicBezTo>
                    <a:lnTo>
                      <a:pt x="4029" y="2399"/>
                    </a:lnTo>
                    <a:cubicBezTo>
                      <a:pt x="4120" y="1584"/>
                      <a:pt x="4527" y="905"/>
                      <a:pt x="4844" y="18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7" name="Google Shape;3327;p5"/>
              <p:cNvSpPr/>
              <p:nvPr/>
            </p:nvSpPr>
            <p:spPr>
              <a:xfrm>
                <a:off x="3085125" y="3684200"/>
                <a:ext cx="551175" cy="1514725"/>
              </a:xfrm>
              <a:custGeom>
                <a:rect b="b" l="l" r="r" t="t"/>
                <a:pathLst>
                  <a:path extrusionOk="0" h="60589" w="22047">
                    <a:moveTo>
                      <a:pt x="6293" y="1"/>
                    </a:moveTo>
                    <a:cubicBezTo>
                      <a:pt x="6247" y="680"/>
                      <a:pt x="6293" y="1359"/>
                      <a:pt x="6383" y="1948"/>
                    </a:cubicBezTo>
                    <a:cubicBezTo>
                      <a:pt x="6881" y="4845"/>
                      <a:pt x="13490" y="11273"/>
                      <a:pt x="9099" y="13672"/>
                    </a:cubicBezTo>
                    <a:cubicBezTo>
                      <a:pt x="10457" y="15755"/>
                      <a:pt x="11861" y="17882"/>
                      <a:pt x="12223" y="20327"/>
                    </a:cubicBezTo>
                    <a:cubicBezTo>
                      <a:pt x="12585" y="22771"/>
                      <a:pt x="11589" y="25623"/>
                      <a:pt x="9280" y="26574"/>
                    </a:cubicBezTo>
                    <a:cubicBezTo>
                      <a:pt x="10684" y="28883"/>
                      <a:pt x="12087" y="31282"/>
                      <a:pt x="12268" y="33998"/>
                    </a:cubicBezTo>
                    <a:cubicBezTo>
                      <a:pt x="12449" y="36669"/>
                      <a:pt x="11001" y="39657"/>
                      <a:pt x="8375" y="40245"/>
                    </a:cubicBezTo>
                    <a:cubicBezTo>
                      <a:pt x="10005" y="41648"/>
                      <a:pt x="10503" y="44183"/>
                      <a:pt x="9552" y="46130"/>
                    </a:cubicBezTo>
                    <a:cubicBezTo>
                      <a:pt x="8743" y="47749"/>
                      <a:pt x="6916" y="48810"/>
                      <a:pt x="5105" y="48810"/>
                    </a:cubicBezTo>
                    <a:cubicBezTo>
                      <a:pt x="4790" y="48810"/>
                      <a:pt x="4474" y="48778"/>
                      <a:pt x="4165" y="48710"/>
                    </a:cubicBezTo>
                    <a:lnTo>
                      <a:pt x="4165" y="48710"/>
                    </a:lnTo>
                    <a:cubicBezTo>
                      <a:pt x="5387" y="51517"/>
                      <a:pt x="3622" y="55093"/>
                      <a:pt x="815" y="56134"/>
                    </a:cubicBezTo>
                    <a:cubicBezTo>
                      <a:pt x="589" y="56859"/>
                      <a:pt x="136" y="57628"/>
                      <a:pt x="0" y="58398"/>
                    </a:cubicBezTo>
                    <a:cubicBezTo>
                      <a:pt x="272" y="58579"/>
                      <a:pt x="408" y="59032"/>
                      <a:pt x="136" y="59303"/>
                    </a:cubicBezTo>
                    <a:cubicBezTo>
                      <a:pt x="408" y="59711"/>
                      <a:pt x="1087" y="59847"/>
                      <a:pt x="1630" y="59982"/>
                    </a:cubicBezTo>
                    <a:cubicBezTo>
                      <a:pt x="2671" y="60209"/>
                      <a:pt x="3712" y="60390"/>
                      <a:pt x="4754" y="60480"/>
                    </a:cubicBezTo>
                    <a:cubicBezTo>
                      <a:pt x="5516" y="60547"/>
                      <a:pt x="6278" y="60589"/>
                      <a:pt x="7022" y="60589"/>
                    </a:cubicBezTo>
                    <a:cubicBezTo>
                      <a:pt x="7295" y="60589"/>
                      <a:pt x="7565" y="60583"/>
                      <a:pt x="7832" y="60571"/>
                    </a:cubicBezTo>
                    <a:cubicBezTo>
                      <a:pt x="8783" y="60571"/>
                      <a:pt x="9688" y="60480"/>
                      <a:pt x="10457" y="59982"/>
                    </a:cubicBezTo>
                    <a:cubicBezTo>
                      <a:pt x="11725" y="59122"/>
                      <a:pt x="12359" y="57493"/>
                      <a:pt x="12630" y="56089"/>
                    </a:cubicBezTo>
                    <a:cubicBezTo>
                      <a:pt x="12721" y="55727"/>
                      <a:pt x="12766" y="55365"/>
                      <a:pt x="12811" y="55003"/>
                    </a:cubicBezTo>
                    <a:cubicBezTo>
                      <a:pt x="12766" y="54822"/>
                      <a:pt x="12811" y="54595"/>
                      <a:pt x="12902" y="54369"/>
                    </a:cubicBezTo>
                    <a:cubicBezTo>
                      <a:pt x="13038" y="52920"/>
                      <a:pt x="13174" y="51381"/>
                      <a:pt x="13943" y="50159"/>
                    </a:cubicBezTo>
                    <a:cubicBezTo>
                      <a:pt x="14031" y="50002"/>
                      <a:pt x="14172" y="49932"/>
                      <a:pt x="14313" y="49932"/>
                    </a:cubicBezTo>
                    <a:cubicBezTo>
                      <a:pt x="14536" y="49932"/>
                      <a:pt x="14758" y="50108"/>
                      <a:pt x="14758" y="50385"/>
                    </a:cubicBezTo>
                    <a:cubicBezTo>
                      <a:pt x="14803" y="51110"/>
                      <a:pt x="14713" y="51834"/>
                      <a:pt x="14667" y="52604"/>
                    </a:cubicBezTo>
                    <a:cubicBezTo>
                      <a:pt x="14984" y="52377"/>
                      <a:pt x="15256" y="52241"/>
                      <a:pt x="15573" y="52060"/>
                    </a:cubicBezTo>
                    <a:cubicBezTo>
                      <a:pt x="16840" y="51381"/>
                      <a:pt x="18198" y="50929"/>
                      <a:pt x="19375" y="50068"/>
                    </a:cubicBezTo>
                    <a:cubicBezTo>
                      <a:pt x="20733" y="49163"/>
                      <a:pt x="21412" y="47669"/>
                      <a:pt x="21684" y="46130"/>
                    </a:cubicBezTo>
                    <a:cubicBezTo>
                      <a:pt x="21820" y="45134"/>
                      <a:pt x="21820" y="44138"/>
                      <a:pt x="21775" y="43188"/>
                    </a:cubicBezTo>
                    <a:cubicBezTo>
                      <a:pt x="21729" y="42780"/>
                      <a:pt x="21684" y="42373"/>
                      <a:pt x="21684" y="41920"/>
                    </a:cubicBezTo>
                    <a:cubicBezTo>
                      <a:pt x="21548" y="41648"/>
                      <a:pt x="21458" y="41332"/>
                      <a:pt x="21412" y="41105"/>
                    </a:cubicBezTo>
                    <a:cubicBezTo>
                      <a:pt x="21141" y="40245"/>
                      <a:pt x="20960" y="39385"/>
                      <a:pt x="20824" y="38480"/>
                    </a:cubicBezTo>
                    <a:cubicBezTo>
                      <a:pt x="20688" y="37574"/>
                      <a:pt x="20643" y="36669"/>
                      <a:pt x="20688" y="35763"/>
                    </a:cubicBezTo>
                    <a:cubicBezTo>
                      <a:pt x="20733" y="34858"/>
                      <a:pt x="20915" y="33998"/>
                      <a:pt x="21096" y="33093"/>
                    </a:cubicBezTo>
                    <a:cubicBezTo>
                      <a:pt x="21171" y="32904"/>
                      <a:pt x="21309" y="32810"/>
                      <a:pt x="21484" y="32810"/>
                    </a:cubicBezTo>
                    <a:cubicBezTo>
                      <a:pt x="21519" y="32810"/>
                      <a:pt x="21556" y="32813"/>
                      <a:pt x="21594" y="32821"/>
                    </a:cubicBezTo>
                    <a:cubicBezTo>
                      <a:pt x="21684" y="32142"/>
                      <a:pt x="21775" y="31508"/>
                      <a:pt x="21910" y="30874"/>
                    </a:cubicBezTo>
                    <a:cubicBezTo>
                      <a:pt x="22001" y="30241"/>
                      <a:pt x="22046" y="29697"/>
                      <a:pt x="21865" y="29064"/>
                    </a:cubicBezTo>
                    <a:cubicBezTo>
                      <a:pt x="21729" y="28520"/>
                      <a:pt x="21458" y="28022"/>
                      <a:pt x="21231" y="27570"/>
                    </a:cubicBezTo>
                    <a:cubicBezTo>
                      <a:pt x="20688" y="26438"/>
                      <a:pt x="20145" y="25352"/>
                      <a:pt x="19692" y="24175"/>
                    </a:cubicBezTo>
                    <a:cubicBezTo>
                      <a:pt x="19240" y="23043"/>
                      <a:pt x="18787" y="21821"/>
                      <a:pt x="18787" y="20553"/>
                    </a:cubicBezTo>
                    <a:cubicBezTo>
                      <a:pt x="18787" y="20280"/>
                      <a:pt x="19000" y="20139"/>
                      <a:pt x="19220" y="20139"/>
                    </a:cubicBezTo>
                    <a:cubicBezTo>
                      <a:pt x="19364" y="20139"/>
                      <a:pt x="19512" y="20201"/>
                      <a:pt x="19602" y="20327"/>
                    </a:cubicBezTo>
                    <a:cubicBezTo>
                      <a:pt x="19919" y="20825"/>
                      <a:pt x="20190" y="21368"/>
                      <a:pt x="20417" y="21866"/>
                    </a:cubicBezTo>
                    <a:cubicBezTo>
                      <a:pt x="20371" y="21051"/>
                      <a:pt x="20371" y="20236"/>
                      <a:pt x="20326" y="19421"/>
                    </a:cubicBezTo>
                    <a:cubicBezTo>
                      <a:pt x="20326" y="19014"/>
                      <a:pt x="20326" y="18607"/>
                      <a:pt x="20190" y="18244"/>
                    </a:cubicBezTo>
                    <a:cubicBezTo>
                      <a:pt x="20054" y="17882"/>
                      <a:pt x="19783" y="17565"/>
                      <a:pt x="19556" y="17248"/>
                    </a:cubicBezTo>
                    <a:cubicBezTo>
                      <a:pt x="19013" y="16524"/>
                      <a:pt x="18515" y="15755"/>
                      <a:pt x="18017" y="15030"/>
                    </a:cubicBezTo>
                    <a:cubicBezTo>
                      <a:pt x="16931" y="13491"/>
                      <a:pt x="15890" y="11952"/>
                      <a:pt x="14849" y="10458"/>
                    </a:cubicBezTo>
                    <a:cubicBezTo>
                      <a:pt x="14396" y="9734"/>
                      <a:pt x="13898" y="9010"/>
                      <a:pt x="13445" y="8240"/>
                    </a:cubicBezTo>
                    <a:cubicBezTo>
                      <a:pt x="13038" y="7651"/>
                      <a:pt x="12585" y="6972"/>
                      <a:pt x="12313" y="6293"/>
                    </a:cubicBezTo>
                    <a:cubicBezTo>
                      <a:pt x="11906" y="6022"/>
                      <a:pt x="11499" y="5750"/>
                      <a:pt x="11136" y="5433"/>
                    </a:cubicBezTo>
                    <a:cubicBezTo>
                      <a:pt x="10095" y="4618"/>
                      <a:pt x="9190" y="3668"/>
                      <a:pt x="8330" y="2717"/>
                    </a:cubicBezTo>
                    <a:cubicBezTo>
                      <a:pt x="7877" y="2219"/>
                      <a:pt x="7470" y="1676"/>
                      <a:pt x="7062" y="1178"/>
                    </a:cubicBezTo>
                    <a:cubicBezTo>
                      <a:pt x="6881" y="906"/>
                      <a:pt x="6655" y="635"/>
                      <a:pt x="6474" y="363"/>
                    </a:cubicBezTo>
                    <a:cubicBezTo>
                      <a:pt x="6383" y="227"/>
                      <a:pt x="6338" y="92"/>
                      <a:pt x="62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8" name="Google Shape;3328;p5"/>
              <p:cNvSpPr/>
              <p:nvPr/>
            </p:nvSpPr>
            <p:spPr>
              <a:xfrm>
                <a:off x="3244700" y="3549525"/>
                <a:ext cx="561350" cy="1175275"/>
              </a:xfrm>
              <a:custGeom>
                <a:rect b="b" l="l" r="r" t="t"/>
                <a:pathLst>
                  <a:path extrusionOk="0" h="47011" w="22454">
                    <a:moveTo>
                      <a:pt x="1539" y="1"/>
                    </a:moveTo>
                    <a:lnTo>
                      <a:pt x="1539" y="1"/>
                    </a:lnTo>
                    <a:cubicBezTo>
                      <a:pt x="770" y="952"/>
                      <a:pt x="227" y="2445"/>
                      <a:pt x="0" y="3985"/>
                    </a:cubicBezTo>
                    <a:cubicBezTo>
                      <a:pt x="63" y="3959"/>
                      <a:pt x="123" y="3948"/>
                      <a:pt x="179" y="3948"/>
                    </a:cubicBezTo>
                    <a:cubicBezTo>
                      <a:pt x="324" y="3948"/>
                      <a:pt x="446" y="4023"/>
                      <a:pt x="543" y="4120"/>
                    </a:cubicBezTo>
                    <a:cubicBezTo>
                      <a:pt x="815" y="4347"/>
                      <a:pt x="1087" y="4483"/>
                      <a:pt x="1313" y="4754"/>
                    </a:cubicBezTo>
                    <a:cubicBezTo>
                      <a:pt x="1494" y="4981"/>
                      <a:pt x="1675" y="5207"/>
                      <a:pt x="1902" y="5433"/>
                    </a:cubicBezTo>
                    <a:cubicBezTo>
                      <a:pt x="2264" y="5931"/>
                      <a:pt x="2626" y="6384"/>
                      <a:pt x="3033" y="6837"/>
                    </a:cubicBezTo>
                    <a:cubicBezTo>
                      <a:pt x="3803" y="7742"/>
                      <a:pt x="4618" y="8647"/>
                      <a:pt x="5568" y="9372"/>
                    </a:cubicBezTo>
                    <a:cubicBezTo>
                      <a:pt x="6428" y="10096"/>
                      <a:pt x="7379" y="10730"/>
                      <a:pt x="8420" y="11228"/>
                    </a:cubicBezTo>
                    <a:cubicBezTo>
                      <a:pt x="8918" y="11454"/>
                      <a:pt x="9461" y="11635"/>
                      <a:pt x="9959" y="11816"/>
                    </a:cubicBezTo>
                    <a:cubicBezTo>
                      <a:pt x="10457" y="11952"/>
                      <a:pt x="11046" y="12043"/>
                      <a:pt x="11499" y="12359"/>
                    </a:cubicBezTo>
                    <a:cubicBezTo>
                      <a:pt x="11725" y="12540"/>
                      <a:pt x="11815" y="12993"/>
                      <a:pt x="11499" y="13174"/>
                    </a:cubicBezTo>
                    <a:cubicBezTo>
                      <a:pt x="11182" y="13310"/>
                      <a:pt x="10835" y="13365"/>
                      <a:pt x="10476" y="13365"/>
                    </a:cubicBezTo>
                    <a:cubicBezTo>
                      <a:pt x="9758" y="13365"/>
                      <a:pt x="8994" y="13144"/>
                      <a:pt x="8330" y="12903"/>
                    </a:cubicBezTo>
                    <a:lnTo>
                      <a:pt x="8330" y="12903"/>
                    </a:lnTo>
                    <a:cubicBezTo>
                      <a:pt x="8873" y="13627"/>
                      <a:pt x="9416" y="14397"/>
                      <a:pt x="9959" y="15166"/>
                    </a:cubicBezTo>
                    <a:cubicBezTo>
                      <a:pt x="11001" y="16750"/>
                      <a:pt x="12087" y="18290"/>
                      <a:pt x="13128" y="19829"/>
                    </a:cubicBezTo>
                    <a:cubicBezTo>
                      <a:pt x="13626" y="20598"/>
                      <a:pt x="14169" y="21368"/>
                      <a:pt x="14667" y="22137"/>
                    </a:cubicBezTo>
                    <a:cubicBezTo>
                      <a:pt x="15120" y="22907"/>
                      <a:pt x="15256" y="23631"/>
                      <a:pt x="15211" y="24537"/>
                    </a:cubicBezTo>
                    <a:cubicBezTo>
                      <a:pt x="15165" y="26212"/>
                      <a:pt x="15075" y="27887"/>
                      <a:pt x="14984" y="29562"/>
                    </a:cubicBezTo>
                    <a:cubicBezTo>
                      <a:pt x="15482" y="30648"/>
                      <a:pt x="16025" y="31689"/>
                      <a:pt x="16478" y="32821"/>
                    </a:cubicBezTo>
                    <a:cubicBezTo>
                      <a:pt x="16976" y="33998"/>
                      <a:pt x="17021" y="35130"/>
                      <a:pt x="16704" y="36352"/>
                    </a:cubicBezTo>
                    <a:cubicBezTo>
                      <a:pt x="16388" y="37665"/>
                      <a:pt x="15980" y="38887"/>
                      <a:pt x="15618" y="40200"/>
                    </a:cubicBezTo>
                    <a:cubicBezTo>
                      <a:pt x="15663" y="40562"/>
                      <a:pt x="15709" y="40924"/>
                      <a:pt x="15709" y="41286"/>
                    </a:cubicBezTo>
                    <a:cubicBezTo>
                      <a:pt x="15799" y="42192"/>
                      <a:pt x="15890" y="43052"/>
                      <a:pt x="16071" y="43957"/>
                    </a:cubicBezTo>
                    <a:cubicBezTo>
                      <a:pt x="16206" y="44817"/>
                      <a:pt x="16478" y="45677"/>
                      <a:pt x="16750" y="46583"/>
                    </a:cubicBezTo>
                    <a:cubicBezTo>
                      <a:pt x="16750" y="46673"/>
                      <a:pt x="16840" y="46809"/>
                      <a:pt x="16886" y="46990"/>
                    </a:cubicBezTo>
                    <a:cubicBezTo>
                      <a:pt x="16976" y="46945"/>
                      <a:pt x="17067" y="46900"/>
                      <a:pt x="17157" y="46900"/>
                    </a:cubicBezTo>
                    <a:cubicBezTo>
                      <a:pt x="17248" y="46945"/>
                      <a:pt x="17338" y="46945"/>
                      <a:pt x="17429" y="46945"/>
                    </a:cubicBezTo>
                    <a:cubicBezTo>
                      <a:pt x="17429" y="46945"/>
                      <a:pt x="17565" y="46990"/>
                      <a:pt x="17565" y="46990"/>
                    </a:cubicBezTo>
                    <a:lnTo>
                      <a:pt x="17972" y="46990"/>
                    </a:lnTo>
                    <a:cubicBezTo>
                      <a:pt x="18047" y="47005"/>
                      <a:pt x="18128" y="47010"/>
                      <a:pt x="18212" y="47010"/>
                    </a:cubicBezTo>
                    <a:cubicBezTo>
                      <a:pt x="18379" y="47010"/>
                      <a:pt x="18560" y="46990"/>
                      <a:pt x="18742" y="46990"/>
                    </a:cubicBezTo>
                    <a:lnTo>
                      <a:pt x="18877" y="46990"/>
                    </a:lnTo>
                    <a:cubicBezTo>
                      <a:pt x="18923" y="46945"/>
                      <a:pt x="18968" y="46945"/>
                      <a:pt x="19013" y="46945"/>
                    </a:cubicBezTo>
                    <a:cubicBezTo>
                      <a:pt x="19194" y="46900"/>
                      <a:pt x="19285" y="46854"/>
                      <a:pt x="19466" y="46854"/>
                    </a:cubicBezTo>
                    <a:lnTo>
                      <a:pt x="19466" y="46809"/>
                    </a:lnTo>
                    <a:cubicBezTo>
                      <a:pt x="19692" y="46764"/>
                      <a:pt x="19919" y="46673"/>
                      <a:pt x="20145" y="46537"/>
                    </a:cubicBezTo>
                    <a:cubicBezTo>
                      <a:pt x="20190" y="46492"/>
                      <a:pt x="20281" y="46492"/>
                      <a:pt x="20326" y="46492"/>
                    </a:cubicBezTo>
                    <a:cubicBezTo>
                      <a:pt x="20462" y="45949"/>
                      <a:pt x="20598" y="45406"/>
                      <a:pt x="20688" y="44817"/>
                    </a:cubicBezTo>
                    <a:cubicBezTo>
                      <a:pt x="20960" y="43278"/>
                      <a:pt x="21050" y="41694"/>
                      <a:pt x="21050" y="40109"/>
                    </a:cubicBezTo>
                    <a:cubicBezTo>
                      <a:pt x="21005" y="38978"/>
                      <a:pt x="20960" y="37801"/>
                      <a:pt x="20824" y="36669"/>
                    </a:cubicBezTo>
                    <a:cubicBezTo>
                      <a:pt x="20598" y="36035"/>
                      <a:pt x="20507" y="35356"/>
                      <a:pt x="20462" y="34858"/>
                    </a:cubicBezTo>
                    <a:cubicBezTo>
                      <a:pt x="20326" y="33817"/>
                      <a:pt x="20326" y="32776"/>
                      <a:pt x="20462" y="31689"/>
                    </a:cubicBezTo>
                    <a:cubicBezTo>
                      <a:pt x="20552" y="30920"/>
                      <a:pt x="20733" y="30105"/>
                      <a:pt x="21005" y="29381"/>
                    </a:cubicBezTo>
                    <a:cubicBezTo>
                      <a:pt x="20643" y="28928"/>
                      <a:pt x="20416" y="28249"/>
                      <a:pt x="20235" y="27796"/>
                    </a:cubicBezTo>
                    <a:cubicBezTo>
                      <a:pt x="20009" y="27072"/>
                      <a:pt x="19828" y="26302"/>
                      <a:pt x="19737" y="25533"/>
                    </a:cubicBezTo>
                    <a:cubicBezTo>
                      <a:pt x="19556" y="24084"/>
                      <a:pt x="19828" y="22681"/>
                      <a:pt x="20235" y="21277"/>
                    </a:cubicBezTo>
                    <a:cubicBezTo>
                      <a:pt x="20960" y="18923"/>
                      <a:pt x="22454" y="16026"/>
                      <a:pt x="20960" y="13672"/>
                    </a:cubicBezTo>
                    <a:cubicBezTo>
                      <a:pt x="20779" y="13401"/>
                      <a:pt x="20960" y="13129"/>
                      <a:pt x="21186" y="13038"/>
                    </a:cubicBezTo>
                    <a:cubicBezTo>
                      <a:pt x="21050" y="12586"/>
                      <a:pt x="20824" y="12133"/>
                      <a:pt x="20507" y="11726"/>
                    </a:cubicBezTo>
                    <a:cubicBezTo>
                      <a:pt x="19692" y="10594"/>
                      <a:pt x="18334" y="10096"/>
                      <a:pt x="17519" y="8919"/>
                    </a:cubicBezTo>
                    <a:cubicBezTo>
                      <a:pt x="16976" y="8149"/>
                      <a:pt x="16659" y="7244"/>
                      <a:pt x="16569" y="6339"/>
                    </a:cubicBezTo>
                    <a:cubicBezTo>
                      <a:pt x="16388" y="6293"/>
                      <a:pt x="16206" y="6293"/>
                      <a:pt x="16071" y="6248"/>
                    </a:cubicBezTo>
                    <a:cubicBezTo>
                      <a:pt x="15844" y="7923"/>
                      <a:pt x="14305" y="9281"/>
                      <a:pt x="12630" y="9326"/>
                    </a:cubicBezTo>
                    <a:cubicBezTo>
                      <a:pt x="12602" y="9327"/>
                      <a:pt x="12574" y="9328"/>
                      <a:pt x="12546" y="9328"/>
                    </a:cubicBezTo>
                    <a:cubicBezTo>
                      <a:pt x="10901" y="9328"/>
                      <a:pt x="9320" y="8032"/>
                      <a:pt x="9009" y="6429"/>
                    </a:cubicBezTo>
                    <a:lnTo>
                      <a:pt x="9009" y="6429"/>
                    </a:lnTo>
                    <a:cubicBezTo>
                      <a:pt x="9198" y="7410"/>
                      <a:pt x="8466" y="7749"/>
                      <a:pt x="7445" y="7749"/>
                    </a:cubicBezTo>
                    <a:cubicBezTo>
                      <a:pt x="5780" y="7749"/>
                      <a:pt x="3347" y="6844"/>
                      <a:pt x="2897" y="6339"/>
                    </a:cubicBezTo>
                    <a:cubicBezTo>
                      <a:pt x="1268" y="4618"/>
                      <a:pt x="1585" y="2129"/>
                      <a:pt x="15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9" name="Google Shape;3329;p5"/>
              <p:cNvSpPr/>
              <p:nvPr/>
            </p:nvSpPr>
            <p:spPr>
              <a:xfrm>
                <a:off x="3697375" y="3659325"/>
                <a:ext cx="159600" cy="230875"/>
              </a:xfrm>
              <a:custGeom>
                <a:rect b="b" l="l" r="r" t="t"/>
                <a:pathLst>
                  <a:path extrusionOk="0" h="9235" w="6384">
                    <a:moveTo>
                      <a:pt x="1993" y="0"/>
                    </a:moveTo>
                    <a:cubicBezTo>
                      <a:pt x="1586" y="813"/>
                      <a:pt x="864" y="1446"/>
                      <a:pt x="7" y="1763"/>
                    </a:cubicBezTo>
                    <a:lnTo>
                      <a:pt x="7" y="1763"/>
                    </a:lnTo>
                    <a:cubicBezTo>
                      <a:pt x="5" y="1749"/>
                      <a:pt x="3" y="1735"/>
                      <a:pt x="1" y="1720"/>
                    </a:cubicBezTo>
                    <a:lnTo>
                      <a:pt x="1" y="1766"/>
                    </a:lnTo>
                    <a:cubicBezTo>
                      <a:pt x="3" y="1765"/>
                      <a:pt x="5" y="1764"/>
                      <a:pt x="7" y="1763"/>
                    </a:cubicBezTo>
                    <a:lnTo>
                      <a:pt x="7" y="1763"/>
                    </a:lnTo>
                    <a:cubicBezTo>
                      <a:pt x="149" y="2786"/>
                      <a:pt x="600" y="3676"/>
                      <a:pt x="1359" y="4346"/>
                    </a:cubicBezTo>
                    <a:cubicBezTo>
                      <a:pt x="1902" y="4799"/>
                      <a:pt x="2491" y="5115"/>
                      <a:pt x="3034" y="5613"/>
                    </a:cubicBezTo>
                    <a:cubicBezTo>
                      <a:pt x="3486" y="6021"/>
                      <a:pt x="3939" y="6609"/>
                      <a:pt x="4211" y="7198"/>
                    </a:cubicBezTo>
                    <a:cubicBezTo>
                      <a:pt x="4528" y="7741"/>
                      <a:pt x="4754" y="8375"/>
                      <a:pt x="4799" y="9009"/>
                    </a:cubicBezTo>
                    <a:cubicBezTo>
                      <a:pt x="4845" y="9099"/>
                      <a:pt x="4845" y="9144"/>
                      <a:pt x="4845" y="9235"/>
                    </a:cubicBezTo>
                    <a:cubicBezTo>
                      <a:pt x="4935" y="8103"/>
                      <a:pt x="5478" y="7017"/>
                      <a:pt x="6384" y="6383"/>
                    </a:cubicBezTo>
                    <a:cubicBezTo>
                      <a:pt x="5071" y="5613"/>
                      <a:pt x="4709" y="3667"/>
                      <a:pt x="5659" y="2490"/>
                    </a:cubicBezTo>
                    <a:cubicBezTo>
                      <a:pt x="4301" y="1901"/>
                      <a:pt x="3079" y="1041"/>
                      <a:pt x="19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0" name="Google Shape;3330;p5"/>
              <p:cNvSpPr/>
              <p:nvPr/>
            </p:nvSpPr>
            <p:spPr>
              <a:xfrm>
                <a:off x="3722275" y="3900375"/>
                <a:ext cx="599850" cy="1516525"/>
              </a:xfrm>
              <a:custGeom>
                <a:rect b="b" l="l" r="r" t="t"/>
                <a:pathLst>
                  <a:path extrusionOk="0" h="60661" w="23994">
                    <a:moveTo>
                      <a:pt x="3803" y="0"/>
                    </a:moveTo>
                    <a:cubicBezTo>
                      <a:pt x="3803" y="136"/>
                      <a:pt x="3758" y="317"/>
                      <a:pt x="3713" y="453"/>
                    </a:cubicBezTo>
                    <a:cubicBezTo>
                      <a:pt x="3667" y="725"/>
                      <a:pt x="3622" y="996"/>
                      <a:pt x="3486" y="1177"/>
                    </a:cubicBezTo>
                    <a:cubicBezTo>
                      <a:pt x="3939" y="2988"/>
                      <a:pt x="3486" y="4935"/>
                      <a:pt x="2943" y="6745"/>
                    </a:cubicBezTo>
                    <a:cubicBezTo>
                      <a:pt x="2536" y="8194"/>
                      <a:pt x="2083" y="9597"/>
                      <a:pt x="2219" y="11182"/>
                    </a:cubicBezTo>
                    <a:cubicBezTo>
                      <a:pt x="2264" y="11906"/>
                      <a:pt x="2445" y="12630"/>
                      <a:pt x="2672" y="13355"/>
                    </a:cubicBezTo>
                    <a:cubicBezTo>
                      <a:pt x="2672" y="13355"/>
                      <a:pt x="2672" y="13400"/>
                      <a:pt x="2672" y="13445"/>
                    </a:cubicBezTo>
                    <a:cubicBezTo>
                      <a:pt x="2943" y="12811"/>
                      <a:pt x="3169" y="12178"/>
                      <a:pt x="3034" y="11544"/>
                    </a:cubicBezTo>
                    <a:cubicBezTo>
                      <a:pt x="2927" y="11198"/>
                      <a:pt x="3165" y="10993"/>
                      <a:pt x="3425" y="10993"/>
                    </a:cubicBezTo>
                    <a:cubicBezTo>
                      <a:pt x="3607" y="10993"/>
                      <a:pt x="3801" y="11094"/>
                      <a:pt x="3894" y="11318"/>
                    </a:cubicBezTo>
                    <a:cubicBezTo>
                      <a:pt x="4346" y="12359"/>
                      <a:pt x="4120" y="13355"/>
                      <a:pt x="3803" y="14351"/>
                    </a:cubicBezTo>
                    <a:cubicBezTo>
                      <a:pt x="3441" y="15347"/>
                      <a:pt x="3124" y="16342"/>
                      <a:pt x="2988" y="17384"/>
                    </a:cubicBezTo>
                    <a:cubicBezTo>
                      <a:pt x="2807" y="18425"/>
                      <a:pt x="2807" y="19511"/>
                      <a:pt x="2943" y="20598"/>
                    </a:cubicBezTo>
                    <a:cubicBezTo>
                      <a:pt x="2988" y="21096"/>
                      <a:pt x="3079" y="21594"/>
                      <a:pt x="3169" y="22092"/>
                    </a:cubicBezTo>
                    <a:cubicBezTo>
                      <a:pt x="3260" y="22590"/>
                      <a:pt x="3351" y="23088"/>
                      <a:pt x="3124" y="23540"/>
                    </a:cubicBezTo>
                    <a:cubicBezTo>
                      <a:pt x="3034" y="23631"/>
                      <a:pt x="2943" y="23721"/>
                      <a:pt x="2853" y="23721"/>
                    </a:cubicBezTo>
                    <a:cubicBezTo>
                      <a:pt x="3124" y="24808"/>
                      <a:pt x="3260" y="25939"/>
                      <a:pt x="3305" y="27071"/>
                    </a:cubicBezTo>
                    <a:cubicBezTo>
                      <a:pt x="3396" y="29063"/>
                      <a:pt x="3124" y="31010"/>
                      <a:pt x="2717" y="32956"/>
                    </a:cubicBezTo>
                    <a:cubicBezTo>
                      <a:pt x="2309" y="34767"/>
                      <a:pt x="1947" y="36578"/>
                      <a:pt x="2309" y="38434"/>
                    </a:cubicBezTo>
                    <a:cubicBezTo>
                      <a:pt x="2490" y="39294"/>
                      <a:pt x="2717" y="40154"/>
                      <a:pt x="3079" y="40923"/>
                    </a:cubicBezTo>
                    <a:cubicBezTo>
                      <a:pt x="3396" y="41738"/>
                      <a:pt x="3939" y="42463"/>
                      <a:pt x="4211" y="43323"/>
                    </a:cubicBezTo>
                    <a:cubicBezTo>
                      <a:pt x="4317" y="43606"/>
                      <a:pt x="4064" y="43833"/>
                      <a:pt x="3797" y="43833"/>
                    </a:cubicBezTo>
                    <a:cubicBezTo>
                      <a:pt x="3722" y="43833"/>
                      <a:pt x="3646" y="43815"/>
                      <a:pt x="3577" y="43775"/>
                    </a:cubicBezTo>
                    <a:cubicBezTo>
                      <a:pt x="3124" y="43549"/>
                      <a:pt x="2762" y="43142"/>
                      <a:pt x="2445" y="42734"/>
                    </a:cubicBezTo>
                    <a:cubicBezTo>
                      <a:pt x="2355" y="42870"/>
                      <a:pt x="2264" y="43006"/>
                      <a:pt x="2219" y="43187"/>
                    </a:cubicBezTo>
                    <a:cubicBezTo>
                      <a:pt x="1811" y="43866"/>
                      <a:pt x="1223" y="44500"/>
                      <a:pt x="770" y="45224"/>
                    </a:cubicBezTo>
                    <a:cubicBezTo>
                      <a:pt x="272" y="45994"/>
                      <a:pt x="1" y="46854"/>
                      <a:pt x="136" y="47804"/>
                    </a:cubicBezTo>
                    <a:cubicBezTo>
                      <a:pt x="182" y="48393"/>
                      <a:pt x="499" y="48981"/>
                      <a:pt x="634" y="49615"/>
                    </a:cubicBezTo>
                    <a:cubicBezTo>
                      <a:pt x="680" y="49525"/>
                      <a:pt x="725" y="49479"/>
                      <a:pt x="725" y="49389"/>
                    </a:cubicBezTo>
                    <a:cubicBezTo>
                      <a:pt x="767" y="49263"/>
                      <a:pt x="907" y="49195"/>
                      <a:pt x="1039" y="49195"/>
                    </a:cubicBezTo>
                    <a:cubicBezTo>
                      <a:pt x="1193" y="49195"/>
                      <a:pt x="1338" y="49285"/>
                      <a:pt x="1313" y="49479"/>
                    </a:cubicBezTo>
                    <a:cubicBezTo>
                      <a:pt x="1268" y="49932"/>
                      <a:pt x="1359" y="50385"/>
                      <a:pt x="1313" y="50837"/>
                    </a:cubicBezTo>
                    <a:cubicBezTo>
                      <a:pt x="1268" y="51245"/>
                      <a:pt x="1223" y="51652"/>
                      <a:pt x="1223" y="52014"/>
                    </a:cubicBezTo>
                    <a:cubicBezTo>
                      <a:pt x="1178" y="52784"/>
                      <a:pt x="1132" y="53599"/>
                      <a:pt x="1178" y="54368"/>
                    </a:cubicBezTo>
                    <a:cubicBezTo>
                      <a:pt x="1178" y="55093"/>
                      <a:pt x="1585" y="55591"/>
                      <a:pt x="2038" y="56179"/>
                    </a:cubicBezTo>
                    <a:cubicBezTo>
                      <a:pt x="2536" y="56813"/>
                      <a:pt x="3034" y="57492"/>
                      <a:pt x="3532" y="58126"/>
                    </a:cubicBezTo>
                    <a:cubicBezTo>
                      <a:pt x="3939" y="58669"/>
                      <a:pt x="4301" y="59303"/>
                      <a:pt x="4935" y="59574"/>
                    </a:cubicBezTo>
                    <a:cubicBezTo>
                      <a:pt x="5523" y="59891"/>
                      <a:pt x="6248" y="59891"/>
                      <a:pt x="6882" y="59891"/>
                    </a:cubicBezTo>
                    <a:cubicBezTo>
                      <a:pt x="7651" y="59891"/>
                      <a:pt x="8375" y="59755"/>
                      <a:pt x="9145" y="59620"/>
                    </a:cubicBezTo>
                    <a:cubicBezTo>
                      <a:pt x="9507" y="59529"/>
                      <a:pt x="9869" y="59484"/>
                      <a:pt x="10231" y="59393"/>
                    </a:cubicBezTo>
                    <a:lnTo>
                      <a:pt x="10322" y="59393"/>
                    </a:lnTo>
                    <a:cubicBezTo>
                      <a:pt x="10231" y="58624"/>
                      <a:pt x="10141" y="57854"/>
                      <a:pt x="10005" y="57130"/>
                    </a:cubicBezTo>
                    <a:cubicBezTo>
                      <a:pt x="9950" y="56827"/>
                      <a:pt x="10196" y="56624"/>
                      <a:pt x="10429" y="56624"/>
                    </a:cubicBezTo>
                    <a:cubicBezTo>
                      <a:pt x="10578" y="56624"/>
                      <a:pt x="10721" y="56708"/>
                      <a:pt x="10775" y="56903"/>
                    </a:cubicBezTo>
                    <a:cubicBezTo>
                      <a:pt x="10956" y="57628"/>
                      <a:pt x="11227" y="58307"/>
                      <a:pt x="11454" y="58986"/>
                    </a:cubicBezTo>
                    <a:cubicBezTo>
                      <a:pt x="11454" y="59076"/>
                      <a:pt x="11499" y="59167"/>
                      <a:pt x="11499" y="59257"/>
                    </a:cubicBezTo>
                    <a:cubicBezTo>
                      <a:pt x="11725" y="59348"/>
                      <a:pt x="11771" y="59620"/>
                      <a:pt x="11680" y="59846"/>
                    </a:cubicBezTo>
                    <a:cubicBezTo>
                      <a:pt x="11725" y="59936"/>
                      <a:pt x="11725" y="60072"/>
                      <a:pt x="11771" y="60163"/>
                    </a:cubicBezTo>
                    <a:cubicBezTo>
                      <a:pt x="11861" y="60389"/>
                      <a:pt x="11952" y="60389"/>
                      <a:pt x="12223" y="60434"/>
                    </a:cubicBezTo>
                    <a:cubicBezTo>
                      <a:pt x="12812" y="60593"/>
                      <a:pt x="13434" y="60661"/>
                      <a:pt x="14057" y="60661"/>
                    </a:cubicBezTo>
                    <a:cubicBezTo>
                      <a:pt x="14679" y="60661"/>
                      <a:pt x="15302" y="60593"/>
                      <a:pt x="15890" y="60480"/>
                    </a:cubicBezTo>
                    <a:cubicBezTo>
                      <a:pt x="16524" y="60344"/>
                      <a:pt x="17158" y="60118"/>
                      <a:pt x="17746" y="59891"/>
                    </a:cubicBezTo>
                    <a:cubicBezTo>
                      <a:pt x="18244" y="59710"/>
                      <a:pt x="18923" y="59484"/>
                      <a:pt x="19240" y="59076"/>
                    </a:cubicBezTo>
                    <a:cubicBezTo>
                      <a:pt x="19466" y="58805"/>
                      <a:pt x="19602" y="58397"/>
                      <a:pt x="19738" y="58035"/>
                    </a:cubicBezTo>
                    <a:cubicBezTo>
                      <a:pt x="19693" y="57945"/>
                      <a:pt x="19693" y="57809"/>
                      <a:pt x="19738" y="57718"/>
                    </a:cubicBezTo>
                    <a:cubicBezTo>
                      <a:pt x="19783" y="57673"/>
                      <a:pt x="19783" y="57582"/>
                      <a:pt x="19828" y="57492"/>
                    </a:cubicBezTo>
                    <a:cubicBezTo>
                      <a:pt x="19874" y="57447"/>
                      <a:pt x="19874" y="57356"/>
                      <a:pt x="19874" y="57311"/>
                    </a:cubicBezTo>
                    <a:cubicBezTo>
                      <a:pt x="20055" y="56677"/>
                      <a:pt x="20145" y="55998"/>
                      <a:pt x="20417" y="55410"/>
                    </a:cubicBezTo>
                    <a:cubicBezTo>
                      <a:pt x="20469" y="55287"/>
                      <a:pt x="20562" y="55239"/>
                      <a:pt x="20664" y="55239"/>
                    </a:cubicBezTo>
                    <a:cubicBezTo>
                      <a:pt x="20827" y="55239"/>
                      <a:pt x="21013" y="55361"/>
                      <a:pt x="21096" y="55500"/>
                    </a:cubicBezTo>
                    <a:cubicBezTo>
                      <a:pt x="21141" y="55681"/>
                      <a:pt x="21232" y="55862"/>
                      <a:pt x="21232" y="56089"/>
                    </a:cubicBezTo>
                    <a:cubicBezTo>
                      <a:pt x="21503" y="55908"/>
                      <a:pt x="21820" y="55726"/>
                      <a:pt x="22092" y="55591"/>
                    </a:cubicBezTo>
                    <a:cubicBezTo>
                      <a:pt x="22545" y="55364"/>
                      <a:pt x="22997" y="55138"/>
                      <a:pt x="23224" y="54685"/>
                    </a:cubicBezTo>
                    <a:cubicBezTo>
                      <a:pt x="23495" y="54278"/>
                      <a:pt x="23676" y="53780"/>
                      <a:pt x="23767" y="53282"/>
                    </a:cubicBezTo>
                    <a:cubicBezTo>
                      <a:pt x="23993" y="52195"/>
                      <a:pt x="23857" y="51064"/>
                      <a:pt x="23631" y="49977"/>
                    </a:cubicBezTo>
                    <a:cubicBezTo>
                      <a:pt x="23495" y="49389"/>
                      <a:pt x="23314" y="48846"/>
                      <a:pt x="23133" y="48257"/>
                    </a:cubicBezTo>
                    <a:cubicBezTo>
                      <a:pt x="23042" y="48076"/>
                      <a:pt x="22997" y="47895"/>
                      <a:pt x="22907" y="47669"/>
                    </a:cubicBezTo>
                    <a:cubicBezTo>
                      <a:pt x="21946" y="48313"/>
                      <a:pt x="20807" y="48610"/>
                      <a:pt x="19649" y="48610"/>
                    </a:cubicBezTo>
                    <a:cubicBezTo>
                      <a:pt x="16824" y="48610"/>
                      <a:pt x="13894" y="46841"/>
                      <a:pt x="13219" y="44047"/>
                    </a:cubicBezTo>
                    <a:cubicBezTo>
                      <a:pt x="12301" y="44892"/>
                      <a:pt x="10997" y="45377"/>
                      <a:pt x="9739" y="45377"/>
                    </a:cubicBezTo>
                    <a:cubicBezTo>
                      <a:pt x="8640" y="45377"/>
                      <a:pt x="7575" y="45006"/>
                      <a:pt x="6836" y="44183"/>
                    </a:cubicBezTo>
                    <a:cubicBezTo>
                      <a:pt x="5281" y="42450"/>
                      <a:pt x="6517" y="38973"/>
                      <a:pt x="8789" y="38973"/>
                    </a:cubicBezTo>
                    <a:cubicBezTo>
                      <a:pt x="8832" y="38973"/>
                      <a:pt x="8875" y="38974"/>
                      <a:pt x="8919" y="38977"/>
                    </a:cubicBezTo>
                    <a:cubicBezTo>
                      <a:pt x="7108" y="38026"/>
                      <a:pt x="6700" y="35446"/>
                      <a:pt x="7470" y="33545"/>
                    </a:cubicBezTo>
                    <a:cubicBezTo>
                      <a:pt x="8194" y="31643"/>
                      <a:pt x="9824" y="30195"/>
                      <a:pt x="11408" y="28882"/>
                    </a:cubicBezTo>
                    <a:cubicBezTo>
                      <a:pt x="9552" y="28746"/>
                      <a:pt x="7877" y="27298"/>
                      <a:pt x="7515" y="25487"/>
                    </a:cubicBezTo>
                    <a:cubicBezTo>
                      <a:pt x="7108" y="23676"/>
                      <a:pt x="8059" y="21639"/>
                      <a:pt x="9688" y="20779"/>
                    </a:cubicBezTo>
                    <a:cubicBezTo>
                      <a:pt x="6700" y="19511"/>
                      <a:pt x="5569" y="15211"/>
                      <a:pt x="7561" y="12721"/>
                    </a:cubicBezTo>
                    <a:cubicBezTo>
                      <a:pt x="5116" y="12087"/>
                      <a:pt x="3849" y="8873"/>
                      <a:pt x="5116" y="6745"/>
                    </a:cubicBezTo>
                    <a:cubicBezTo>
                      <a:pt x="5614" y="5976"/>
                      <a:pt x="6384" y="5206"/>
                      <a:pt x="6202" y="4301"/>
                    </a:cubicBezTo>
                    <a:cubicBezTo>
                      <a:pt x="6067" y="3622"/>
                      <a:pt x="5342" y="3169"/>
                      <a:pt x="4844" y="2671"/>
                    </a:cubicBezTo>
                    <a:cubicBezTo>
                      <a:pt x="4165" y="1947"/>
                      <a:pt x="3803" y="951"/>
                      <a:pt x="38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1" name="Google Shape;3331;p5"/>
              <p:cNvSpPr/>
              <p:nvPr/>
            </p:nvSpPr>
            <p:spPr>
              <a:xfrm>
                <a:off x="4662750" y="3959225"/>
                <a:ext cx="2275" cy="6800"/>
              </a:xfrm>
              <a:custGeom>
                <a:rect b="b" l="l" r="r" t="t"/>
                <a:pathLst>
                  <a:path extrusionOk="0" h="272" w="91">
                    <a:moveTo>
                      <a:pt x="91" y="0"/>
                    </a:moveTo>
                    <a:lnTo>
                      <a:pt x="0" y="136"/>
                    </a:lnTo>
                    <a:cubicBezTo>
                      <a:pt x="45" y="181"/>
                      <a:pt x="45" y="227"/>
                      <a:pt x="45" y="272"/>
                    </a:cubicBezTo>
                    <a:lnTo>
                      <a:pt x="45" y="227"/>
                    </a:lnTo>
                    <a:cubicBezTo>
                      <a:pt x="91" y="227"/>
                      <a:pt x="91" y="181"/>
                      <a:pt x="91" y="181"/>
                    </a:cubicBezTo>
                    <a:cubicBezTo>
                      <a:pt x="91" y="91"/>
                      <a:pt x="91" y="46"/>
                      <a:pt x="91" y="0"/>
                    </a:cubicBez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2" name="Google Shape;3332;p5"/>
              <p:cNvSpPr/>
              <p:nvPr/>
            </p:nvSpPr>
            <p:spPr>
              <a:xfrm>
                <a:off x="4846075" y="3735150"/>
                <a:ext cx="24925" cy="27175"/>
              </a:xfrm>
              <a:custGeom>
                <a:rect b="b" l="l" r="r" t="t"/>
                <a:pathLst>
                  <a:path extrusionOk="0" h="1087" w="997">
                    <a:moveTo>
                      <a:pt x="996" y="0"/>
                    </a:moveTo>
                    <a:lnTo>
                      <a:pt x="996" y="0"/>
                    </a:lnTo>
                    <a:cubicBezTo>
                      <a:pt x="634" y="317"/>
                      <a:pt x="317" y="724"/>
                      <a:pt x="1" y="1087"/>
                    </a:cubicBezTo>
                    <a:lnTo>
                      <a:pt x="996" y="0"/>
                    </a:ln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3" name="Google Shape;3333;p5"/>
              <p:cNvSpPr/>
              <p:nvPr/>
            </p:nvSpPr>
            <p:spPr>
              <a:xfrm>
                <a:off x="4589175" y="3859625"/>
                <a:ext cx="537600" cy="1224550"/>
              </a:xfrm>
              <a:custGeom>
                <a:rect b="b" l="l" r="r" t="t"/>
                <a:pathLst>
                  <a:path extrusionOk="0" h="48982" w="21504">
                    <a:moveTo>
                      <a:pt x="8737" y="1"/>
                    </a:moveTo>
                    <a:cubicBezTo>
                      <a:pt x="8556" y="227"/>
                      <a:pt x="8330" y="408"/>
                      <a:pt x="8104" y="589"/>
                    </a:cubicBezTo>
                    <a:cubicBezTo>
                      <a:pt x="7244" y="1359"/>
                      <a:pt x="6067" y="1630"/>
                      <a:pt x="5252" y="2445"/>
                    </a:cubicBezTo>
                    <a:cubicBezTo>
                      <a:pt x="5206" y="2445"/>
                      <a:pt x="5206" y="2490"/>
                      <a:pt x="5161" y="2536"/>
                    </a:cubicBezTo>
                    <a:cubicBezTo>
                      <a:pt x="5161" y="2581"/>
                      <a:pt x="5161" y="2672"/>
                      <a:pt x="5116" y="2717"/>
                    </a:cubicBezTo>
                    <a:cubicBezTo>
                      <a:pt x="4708" y="3260"/>
                      <a:pt x="4346" y="3849"/>
                      <a:pt x="4029" y="4482"/>
                    </a:cubicBezTo>
                    <a:cubicBezTo>
                      <a:pt x="4029" y="4573"/>
                      <a:pt x="3984" y="4663"/>
                      <a:pt x="3939" y="4754"/>
                    </a:cubicBezTo>
                    <a:cubicBezTo>
                      <a:pt x="3622" y="5433"/>
                      <a:pt x="3396" y="6157"/>
                      <a:pt x="3215" y="6882"/>
                    </a:cubicBezTo>
                    <a:cubicBezTo>
                      <a:pt x="3124" y="7380"/>
                      <a:pt x="3079" y="7832"/>
                      <a:pt x="3034" y="8330"/>
                    </a:cubicBezTo>
                    <a:cubicBezTo>
                      <a:pt x="3073" y="8314"/>
                      <a:pt x="3114" y="8307"/>
                      <a:pt x="3154" y="8307"/>
                    </a:cubicBezTo>
                    <a:cubicBezTo>
                      <a:pt x="3345" y="8307"/>
                      <a:pt x="3524" y="8476"/>
                      <a:pt x="3486" y="8738"/>
                    </a:cubicBezTo>
                    <a:cubicBezTo>
                      <a:pt x="3215" y="10005"/>
                      <a:pt x="2943" y="11408"/>
                      <a:pt x="3169" y="12721"/>
                    </a:cubicBezTo>
                    <a:cubicBezTo>
                      <a:pt x="3169" y="12721"/>
                      <a:pt x="3215" y="12676"/>
                      <a:pt x="3260" y="12676"/>
                    </a:cubicBezTo>
                    <a:cubicBezTo>
                      <a:pt x="3305" y="12676"/>
                      <a:pt x="3396" y="12767"/>
                      <a:pt x="3396" y="12812"/>
                    </a:cubicBezTo>
                    <a:cubicBezTo>
                      <a:pt x="3396" y="12948"/>
                      <a:pt x="3396" y="13038"/>
                      <a:pt x="3396" y="13129"/>
                    </a:cubicBezTo>
                    <a:cubicBezTo>
                      <a:pt x="3350" y="13174"/>
                      <a:pt x="3350" y="13219"/>
                      <a:pt x="3350" y="13264"/>
                    </a:cubicBezTo>
                    <a:lnTo>
                      <a:pt x="3350" y="13355"/>
                    </a:lnTo>
                    <a:cubicBezTo>
                      <a:pt x="3350" y="13355"/>
                      <a:pt x="3350" y="13355"/>
                      <a:pt x="3350" y="13400"/>
                    </a:cubicBezTo>
                    <a:cubicBezTo>
                      <a:pt x="3396" y="13491"/>
                      <a:pt x="3396" y="13581"/>
                      <a:pt x="3441" y="13627"/>
                    </a:cubicBezTo>
                    <a:cubicBezTo>
                      <a:pt x="3758" y="14441"/>
                      <a:pt x="4346" y="15030"/>
                      <a:pt x="4754" y="15754"/>
                    </a:cubicBezTo>
                    <a:cubicBezTo>
                      <a:pt x="5116" y="16388"/>
                      <a:pt x="5523" y="17474"/>
                      <a:pt x="5297" y="18199"/>
                    </a:cubicBezTo>
                    <a:cubicBezTo>
                      <a:pt x="5240" y="18342"/>
                      <a:pt x="5092" y="18431"/>
                      <a:pt x="4956" y="18431"/>
                    </a:cubicBezTo>
                    <a:cubicBezTo>
                      <a:pt x="4878" y="18431"/>
                      <a:pt x="4804" y="18401"/>
                      <a:pt x="4754" y="18335"/>
                    </a:cubicBezTo>
                    <a:cubicBezTo>
                      <a:pt x="4437" y="18018"/>
                      <a:pt x="4346" y="17565"/>
                      <a:pt x="4120" y="17203"/>
                    </a:cubicBezTo>
                    <a:cubicBezTo>
                      <a:pt x="4029" y="17022"/>
                      <a:pt x="3939" y="16841"/>
                      <a:pt x="3803" y="16705"/>
                    </a:cubicBezTo>
                    <a:lnTo>
                      <a:pt x="3803" y="16705"/>
                    </a:lnTo>
                    <a:cubicBezTo>
                      <a:pt x="3848" y="16977"/>
                      <a:pt x="3848" y="17293"/>
                      <a:pt x="3803" y="17610"/>
                    </a:cubicBezTo>
                    <a:cubicBezTo>
                      <a:pt x="3758" y="18606"/>
                      <a:pt x="3215" y="19783"/>
                      <a:pt x="3713" y="20734"/>
                    </a:cubicBezTo>
                    <a:cubicBezTo>
                      <a:pt x="4165" y="21730"/>
                      <a:pt x="4935" y="22635"/>
                      <a:pt x="5569" y="23495"/>
                    </a:cubicBezTo>
                    <a:cubicBezTo>
                      <a:pt x="5840" y="23857"/>
                      <a:pt x="6112" y="24220"/>
                      <a:pt x="6474" y="24536"/>
                    </a:cubicBezTo>
                    <a:cubicBezTo>
                      <a:pt x="6746" y="24853"/>
                      <a:pt x="7153" y="25080"/>
                      <a:pt x="7425" y="25397"/>
                    </a:cubicBezTo>
                    <a:cubicBezTo>
                      <a:pt x="7606" y="25532"/>
                      <a:pt x="7606" y="25895"/>
                      <a:pt x="7334" y="25985"/>
                    </a:cubicBezTo>
                    <a:cubicBezTo>
                      <a:pt x="7153" y="26060"/>
                      <a:pt x="6972" y="26096"/>
                      <a:pt x="6794" y="26096"/>
                    </a:cubicBezTo>
                    <a:cubicBezTo>
                      <a:pt x="6439" y="26096"/>
                      <a:pt x="6097" y="25955"/>
                      <a:pt x="5795" y="25713"/>
                    </a:cubicBezTo>
                    <a:lnTo>
                      <a:pt x="5795" y="25713"/>
                    </a:lnTo>
                    <a:cubicBezTo>
                      <a:pt x="6067" y="26438"/>
                      <a:pt x="6112" y="27298"/>
                      <a:pt x="6067" y="27977"/>
                    </a:cubicBezTo>
                    <a:cubicBezTo>
                      <a:pt x="6021" y="28837"/>
                      <a:pt x="5704" y="29652"/>
                      <a:pt x="5704" y="30512"/>
                    </a:cubicBezTo>
                    <a:cubicBezTo>
                      <a:pt x="5750" y="31191"/>
                      <a:pt x="6248" y="31508"/>
                      <a:pt x="6791" y="31870"/>
                    </a:cubicBezTo>
                    <a:cubicBezTo>
                      <a:pt x="7425" y="32277"/>
                      <a:pt x="8149" y="32730"/>
                      <a:pt x="8194" y="33590"/>
                    </a:cubicBezTo>
                    <a:cubicBezTo>
                      <a:pt x="8194" y="33973"/>
                      <a:pt x="7873" y="34195"/>
                      <a:pt x="7539" y="34195"/>
                    </a:cubicBezTo>
                    <a:cubicBezTo>
                      <a:pt x="7439" y="34195"/>
                      <a:pt x="7338" y="34175"/>
                      <a:pt x="7244" y="34133"/>
                    </a:cubicBezTo>
                    <a:cubicBezTo>
                      <a:pt x="6927" y="33952"/>
                      <a:pt x="6655" y="33726"/>
                      <a:pt x="6383" y="33500"/>
                    </a:cubicBezTo>
                    <a:cubicBezTo>
                      <a:pt x="6157" y="33364"/>
                      <a:pt x="5976" y="33228"/>
                      <a:pt x="5750" y="33092"/>
                    </a:cubicBezTo>
                    <a:cubicBezTo>
                      <a:pt x="4890" y="34269"/>
                      <a:pt x="4029" y="35356"/>
                      <a:pt x="3079" y="36442"/>
                    </a:cubicBezTo>
                    <a:cubicBezTo>
                      <a:pt x="2581" y="36985"/>
                      <a:pt x="2128" y="37529"/>
                      <a:pt x="1675" y="38027"/>
                    </a:cubicBezTo>
                    <a:cubicBezTo>
                      <a:pt x="1268" y="38479"/>
                      <a:pt x="815" y="38887"/>
                      <a:pt x="544" y="39430"/>
                    </a:cubicBezTo>
                    <a:cubicBezTo>
                      <a:pt x="1" y="40335"/>
                      <a:pt x="182" y="41693"/>
                      <a:pt x="453" y="42644"/>
                    </a:cubicBezTo>
                    <a:lnTo>
                      <a:pt x="544" y="42780"/>
                    </a:lnTo>
                    <a:cubicBezTo>
                      <a:pt x="815" y="42191"/>
                      <a:pt x="1132" y="41603"/>
                      <a:pt x="1359" y="40969"/>
                    </a:cubicBezTo>
                    <a:cubicBezTo>
                      <a:pt x="1585" y="40381"/>
                      <a:pt x="1721" y="39385"/>
                      <a:pt x="2309" y="39068"/>
                    </a:cubicBezTo>
                    <a:cubicBezTo>
                      <a:pt x="2347" y="39049"/>
                      <a:pt x="2384" y="39038"/>
                      <a:pt x="2422" y="39038"/>
                    </a:cubicBezTo>
                    <a:cubicBezTo>
                      <a:pt x="2475" y="39038"/>
                      <a:pt x="2528" y="39060"/>
                      <a:pt x="2581" y="39113"/>
                    </a:cubicBezTo>
                    <a:cubicBezTo>
                      <a:pt x="2988" y="39520"/>
                      <a:pt x="2807" y="40245"/>
                      <a:pt x="2671" y="40788"/>
                    </a:cubicBezTo>
                    <a:cubicBezTo>
                      <a:pt x="2581" y="41422"/>
                      <a:pt x="2400" y="42010"/>
                      <a:pt x="2173" y="42644"/>
                    </a:cubicBezTo>
                    <a:cubicBezTo>
                      <a:pt x="1902" y="43233"/>
                      <a:pt x="1540" y="43912"/>
                      <a:pt x="1540" y="44545"/>
                    </a:cubicBezTo>
                    <a:cubicBezTo>
                      <a:pt x="1675" y="44772"/>
                      <a:pt x="1857" y="44953"/>
                      <a:pt x="1947" y="45224"/>
                    </a:cubicBezTo>
                    <a:cubicBezTo>
                      <a:pt x="1992" y="45360"/>
                      <a:pt x="1947" y="45541"/>
                      <a:pt x="1857" y="45632"/>
                    </a:cubicBezTo>
                    <a:cubicBezTo>
                      <a:pt x="1857" y="45677"/>
                      <a:pt x="1857" y="45677"/>
                      <a:pt x="1857" y="45677"/>
                    </a:cubicBezTo>
                    <a:cubicBezTo>
                      <a:pt x="2173" y="46084"/>
                      <a:pt x="2626" y="46401"/>
                      <a:pt x="3034" y="46718"/>
                    </a:cubicBezTo>
                    <a:cubicBezTo>
                      <a:pt x="3577" y="47080"/>
                      <a:pt x="4120" y="47443"/>
                      <a:pt x="4708" y="47759"/>
                    </a:cubicBezTo>
                    <a:cubicBezTo>
                      <a:pt x="5206" y="47986"/>
                      <a:pt x="5795" y="48167"/>
                      <a:pt x="6338" y="48212"/>
                    </a:cubicBezTo>
                    <a:cubicBezTo>
                      <a:pt x="6451" y="48235"/>
                      <a:pt x="6576" y="48246"/>
                      <a:pt x="6700" y="48246"/>
                    </a:cubicBezTo>
                    <a:cubicBezTo>
                      <a:pt x="6825" y="48246"/>
                      <a:pt x="6949" y="48235"/>
                      <a:pt x="7062" y="48212"/>
                    </a:cubicBezTo>
                    <a:cubicBezTo>
                      <a:pt x="7062" y="47443"/>
                      <a:pt x="7244" y="46628"/>
                      <a:pt x="7470" y="45949"/>
                    </a:cubicBezTo>
                    <a:cubicBezTo>
                      <a:pt x="8058" y="44228"/>
                      <a:pt x="9235" y="42644"/>
                      <a:pt x="9281" y="40833"/>
                    </a:cubicBezTo>
                    <a:cubicBezTo>
                      <a:pt x="9281" y="40577"/>
                      <a:pt x="9497" y="40437"/>
                      <a:pt x="9694" y="40437"/>
                    </a:cubicBezTo>
                    <a:cubicBezTo>
                      <a:pt x="9846" y="40437"/>
                      <a:pt x="9985" y="40520"/>
                      <a:pt x="10005" y="40697"/>
                    </a:cubicBezTo>
                    <a:cubicBezTo>
                      <a:pt x="10322" y="42508"/>
                      <a:pt x="9643" y="44047"/>
                      <a:pt x="9100" y="45722"/>
                    </a:cubicBezTo>
                    <a:cubicBezTo>
                      <a:pt x="8828" y="46447"/>
                      <a:pt x="8602" y="47171"/>
                      <a:pt x="8602" y="47986"/>
                    </a:cubicBezTo>
                    <a:cubicBezTo>
                      <a:pt x="8602" y="48257"/>
                      <a:pt x="8602" y="48620"/>
                      <a:pt x="8873" y="48801"/>
                    </a:cubicBezTo>
                    <a:cubicBezTo>
                      <a:pt x="9145" y="48982"/>
                      <a:pt x="9462" y="48982"/>
                      <a:pt x="9779" y="48982"/>
                    </a:cubicBezTo>
                    <a:cubicBezTo>
                      <a:pt x="11408" y="48891"/>
                      <a:pt x="13128" y="48303"/>
                      <a:pt x="14532" y="47443"/>
                    </a:cubicBezTo>
                    <a:cubicBezTo>
                      <a:pt x="15211" y="47035"/>
                      <a:pt x="15890" y="46582"/>
                      <a:pt x="16343" y="45949"/>
                    </a:cubicBezTo>
                    <a:cubicBezTo>
                      <a:pt x="16841" y="45270"/>
                      <a:pt x="17067" y="44410"/>
                      <a:pt x="17157" y="43595"/>
                    </a:cubicBezTo>
                    <a:cubicBezTo>
                      <a:pt x="17293" y="42825"/>
                      <a:pt x="17338" y="42010"/>
                      <a:pt x="17429" y="41195"/>
                    </a:cubicBezTo>
                    <a:cubicBezTo>
                      <a:pt x="17384" y="40969"/>
                      <a:pt x="17384" y="40743"/>
                      <a:pt x="17474" y="40516"/>
                    </a:cubicBezTo>
                    <a:cubicBezTo>
                      <a:pt x="17565" y="39747"/>
                      <a:pt x="17655" y="38977"/>
                      <a:pt x="17882" y="38208"/>
                    </a:cubicBezTo>
                    <a:cubicBezTo>
                      <a:pt x="17905" y="38067"/>
                      <a:pt x="18051" y="37987"/>
                      <a:pt x="18192" y="37987"/>
                    </a:cubicBezTo>
                    <a:cubicBezTo>
                      <a:pt x="18322" y="37987"/>
                      <a:pt x="18448" y="38055"/>
                      <a:pt x="18470" y="38208"/>
                    </a:cubicBezTo>
                    <a:cubicBezTo>
                      <a:pt x="18515" y="38298"/>
                      <a:pt x="18515" y="38389"/>
                      <a:pt x="18515" y="38479"/>
                    </a:cubicBezTo>
                    <a:cubicBezTo>
                      <a:pt x="18878" y="38072"/>
                      <a:pt x="19285" y="37710"/>
                      <a:pt x="19738" y="37348"/>
                    </a:cubicBezTo>
                    <a:cubicBezTo>
                      <a:pt x="20145" y="37031"/>
                      <a:pt x="20598" y="36714"/>
                      <a:pt x="20915" y="36306"/>
                    </a:cubicBezTo>
                    <a:cubicBezTo>
                      <a:pt x="21413" y="35582"/>
                      <a:pt x="21503" y="34586"/>
                      <a:pt x="21503" y="33681"/>
                    </a:cubicBezTo>
                    <a:lnTo>
                      <a:pt x="21503" y="33681"/>
                    </a:lnTo>
                    <a:cubicBezTo>
                      <a:pt x="20145" y="34767"/>
                      <a:pt x="18651" y="35763"/>
                      <a:pt x="16931" y="35808"/>
                    </a:cubicBezTo>
                    <a:cubicBezTo>
                      <a:pt x="16886" y="35810"/>
                      <a:pt x="16841" y="35812"/>
                      <a:pt x="16797" y="35812"/>
                    </a:cubicBezTo>
                    <a:cubicBezTo>
                      <a:pt x="14892" y="35812"/>
                      <a:pt x="12963" y="33956"/>
                      <a:pt x="13626" y="32187"/>
                    </a:cubicBezTo>
                    <a:lnTo>
                      <a:pt x="13626" y="32187"/>
                    </a:lnTo>
                    <a:cubicBezTo>
                      <a:pt x="13148" y="32861"/>
                      <a:pt x="12336" y="33190"/>
                      <a:pt x="11516" y="33190"/>
                    </a:cubicBezTo>
                    <a:cubicBezTo>
                      <a:pt x="10627" y="33190"/>
                      <a:pt x="9730" y="32804"/>
                      <a:pt x="9235" y="32051"/>
                    </a:cubicBezTo>
                    <a:cubicBezTo>
                      <a:pt x="8285" y="30602"/>
                      <a:pt x="9054" y="28384"/>
                      <a:pt x="10639" y="27705"/>
                    </a:cubicBezTo>
                    <a:cubicBezTo>
                      <a:pt x="8783" y="27253"/>
                      <a:pt x="7787" y="24853"/>
                      <a:pt x="8737" y="23224"/>
                    </a:cubicBezTo>
                    <a:cubicBezTo>
                      <a:pt x="8918" y="22907"/>
                      <a:pt x="9145" y="22635"/>
                      <a:pt x="9100" y="22273"/>
                    </a:cubicBezTo>
                    <a:cubicBezTo>
                      <a:pt x="9100" y="21684"/>
                      <a:pt x="8421" y="21413"/>
                      <a:pt x="7968" y="21096"/>
                    </a:cubicBezTo>
                    <a:cubicBezTo>
                      <a:pt x="6746" y="20236"/>
                      <a:pt x="6565" y="18380"/>
                      <a:pt x="7153" y="17022"/>
                    </a:cubicBezTo>
                    <a:cubicBezTo>
                      <a:pt x="7787" y="15664"/>
                      <a:pt x="8964" y="14668"/>
                      <a:pt x="10095" y="13672"/>
                    </a:cubicBezTo>
                    <a:cubicBezTo>
                      <a:pt x="8285" y="12676"/>
                      <a:pt x="7515" y="10367"/>
                      <a:pt x="7832" y="8330"/>
                    </a:cubicBezTo>
                    <a:cubicBezTo>
                      <a:pt x="8194" y="6248"/>
                      <a:pt x="9416" y="4482"/>
                      <a:pt x="10775" y="2943"/>
                    </a:cubicBezTo>
                    <a:cubicBezTo>
                      <a:pt x="9552" y="2536"/>
                      <a:pt x="8828" y="1313"/>
                      <a:pt x="873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4" name="Google Shape;3334;p5"/>
              <p:cNvSpPr/>
              <p:nvPr/>
            </p:nvSpPr>
            <p:spPr>
              <a:xfrm>
                <a:off x="3236775" y="4245925"/>
                <a:ext cx="55100" cy="164875"/>
              </a:xfrm>
              <a:custGeom>
                <a:rect b="b" l="l" r="r" t="t"/>
                <a:pathLst>
                  <a:path extrusionOk="0" h="6595" w="2204">
                    <a:moveTo>
                      <a:pt x="1743" y="1"/>
                    </a:moveTo>
                    <a:cubicBezTo>
                      <a:pt x="1648" y="1"/>
                      <a:pt x="1545" y="37"/>
                      <a:pt x="1449" y="121"/>
                    </a:cubicBezTo>
                    <a:cubicBezTo>
                      <a:pt x="1223" y="302"/>
                      <a:pt x="996" y="483"/>
                      <a:pt x="860" y="755"/>
                    </a:cubicBezTo>
                    <a:cubicBezTo>
                      <a:pt x="679" y="1027"/>
                      <a:pt x="544" y="1298"/>
                      <a:pt x="408" y="1570"/>
                    </a:cubicBezTo>
                    <a:cubicBezTo>
                      <a:pt x="181" y="2113"/>
                      <a:pt x="46" y="2747"/>
                      <a:pt x="46" y="3335"/>
                    </a:cubicBezTo>
                    <a:cubicBezTo>
                      <a:pt x="0" y="3924"/>
                      <a:pt x="91" y="4512"/>
                      <a:pt x="272" y="5101"/>
                    </a:cubicBezTo>
                    <a:cubicBezTo>
                      <a:pt x="453" y="5644"/>
                      <a:pt x="815" y="6595"/>
                      <a:pt x="1540" y="6595"/>
                    </a:cubicBezTo>
                    <a:cubicBezTo>
                      <a:pt x="1675" y="6595"/>
                      <a:pt x="1902" y="6504"/>
                      <a:pt x="1947" y="6323"/>
                    </a:cubicBezTo>
                    <a:cubicBezTo>
                      <a:pt x="2173" y="5825"/>
                      <a:pt x="1856" y="5237"/>
                      <a:pt x="1675" y="4784"/>
                    </a:cubicBezTo>
                    <a:cubicBezTo>
                      <a:pt x="1540" y="4286"/>
                      <a:pt x="1449" y="3833"/>
                      <a:pt x="1449" y="3381"/>
                    </a:cubicBezTo>
                    <a:cubicBezTo>
                      <a:pt x="1449" y="2883"/>
                      <a:pt x="1494" y="2475"/>
                      <a:pt x="1585" y="1977"/>
                    </a:cubicBezTo>
                    <a:cubicBezTo>
                      <a:pt x="1630" y="1751"/>
                      <a:pt x="1721" y="1525"/>
                      <a:pt x="1811" y="1298"/>
                    </a:cubicBezTo>
                    <a:cubicBezTo>
                      <a:pt x="1902" y="1027"/>
                      <a:pt x="1947" y="800"/>
                      <a:pt x="2037" y="574"/>
                    </a:cubicBezTo>
                    <a:cubicBezTo>
                      <a:pt x="2204" y="275"/>
                      <a:pt x="2004" y="1"/>
                      <a:pt x="1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5" name="Google Shape;3335;p5"/>
              <p:cNvSpPr/>
              <p:nvPr/>
            </p:nvSpPr>
            <p:spPr>
              <a:xfrm>
                <a:off x="3246325" y="4438525"/>
                <a:ext cx="28950" cy="100875"/>
              </a:xfrm>
              <a:custGeom>
                <a:rect b="b" l="l" r="r" t="t"/>
                <a:pathLst>
                  <a:path extrusionOk="0" h="4035" w="1158">
                    <a:moveTo>
                      <a:pt x="479" y="0"/>
                    </a:moveTo>
                    <a:cubicBezTo>
                      <a:pt x="244" y="0"/>
                      <a:pt x="0" y="151"/>
                      <a:pt x="26" y="430"/>
                    </a:cubicBezTo>
                    <a:cubicBezTo>
                      <a:pt x="71" y="1018"/>
                      <a:pt x="71" y="1562"/>
                      <a:pt x="116" y="2150"/>
                    </a:cubicBezTo>
                    <a:cubicBezTo>
                      <a:pt x="116" y="2467"/>
                      <a:pt x="162" y="2739"/>
                      <a:pt x="162" y="3010"/>
                    </a:cubicBezTo>
                    <a:cubicBezTo>
                      <a:pt x="207" y="3327"/>
                      <a:pt x="207" y="3644"/>
                      <a:pt x="343" y="3916"/>
                    </a:cubicBezTo>
                    <a:cubicBezTo>
                      <a:pt x="385" y="4000"/>
                      <a:pt x="466" y="4035"/>
                      <a:pt x="554" y="4035"/>
                    </a:cubicBezTo>
                    <a:cubicBezTo>
                      <a:pt x="656" y="4035"/>
                      <a:pt x="768" y="3988"/>
                      <a:pt x="841" y="3916"/>
                    </a:cubicBezTo>
                    <a:cubicBezTo>
                      <a:pt x="1022" y="3644"/>
                      <a:pt x="1022" y="3282"/>
                      <a:pt x="1067" y="2965"/>
                    </a:cubicBezTo>
                    <a:cubicBezTo>
                      <a:pt x="1067" y="2874"/>
                      <a:pt x="1067" y="2739"/>
                      <a:pt x="1112" y="2648"/>
                    </a:cubicBezTo>
                    <a:cubicBezTo>
                      <a:pt x="1158" y="2467"/>
                      <a:pt x="1112" y="2286"/>
                      <a:pt x="1112" y="2105"/>
                    </a:cubicBezTo>
                    <a:cubicBezTo>
                      <a:pt x="1112" y="1516"/>
                      <a:pt x="1022" y="928"/>
                      <a:pt x="886" y="294"/>
                    </a:cubicBezTo>
                    <a:cubicBezTo>
                      <a:pt x="846" y="94"/>
                      <a:pt x="665" y="0"/>
                      <a:pt x="4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6" name="Google Shape;3336;p5"/>
              <p:cNvSpPr/>
              <p:nvPr/>
            </p:nvSpPr>
            <p:spPr>
              <a:xfrm>
                <a:off x="3153025" y="4401500"/>
                <a:ext cx="28325" cy="67450"/>
              </a:xfrm>
              <a:custGeom>
                <a:rect b="b" l="l" r="r" t="t"/>
                <a:pathLst>
                  <a:path extrusionOk="0" h="2698" w="1133">
                    <a:moveTo>
                      <a:pt x="393" y="1"/>
                    </a:moveTo>
                    <a:cubicBezTo>
                      <a:pt x="367" y="1"/>
                      <a:pt x="341" y="4"/>
                      <a:pt x="317" y="9"/>
                    </a:cubicBezTo>
                    <a:cubicBezTo>
                      <a:pt x="91" y="55"/>
                      <a:pt x="0" y="281"/>
                      <a:pt x="46" y="462"/>
                    </a:cubicBezTo>
                    <a:cubicBezTo>
                      <a:pt x="136" y="824"/>
                      <a:pt x="182" y="1186"/>
                      <a:pt x="272" y="1549"/>
                    </a:cubicBezTo>
                    <a:cubicBezTo>
                      <a:pt x="317" y="1730"/>
                      <a:pt x="363" y="1866"/>
                      <a:pt x="408" y="2047"/>
                    </a:cubicBezTo>
                    <a:cubicBezTo>
                      <a:pt x="453" y="2273"/>
                      <a:pt x="498" y="2409"/>
                      <a:pt x="634" y="2590"/>
                    </a:cubicBezTo>
                    <a:cubicBezTo>
                      <a:pt x="677" y="2654"/>
                      <a:pt x="770" y="2698"/>
                      <a:pt x="861" y="2698"/>
                    </a:cubicBezTo>
                    <a:cubicBezTo>
                      <a:pt x="963" y="2698"/>
                      <a:pt x="1063" y="2643"/>
                      <a:pt x="1087" y="2499"/>
                    </a:cubicBezTo>
                    <a:cubicBezTo>
                      <a:pt x="1087" y="2409"/>
                      <a:pt x="1132" y="2318"/>
                      <a:pt x="1132" y="2228"/>
                    </a:cubicBezTo>
                    <a:cubicBezTo>
                      <a:pt x="1132" y="2092"/>
                      <a:pt x="1132" y="2001"/>
                      <a:pt x="1087" y="1911"/>
                    </a:cubicBezTo>
                    <a:cubicBezTo>
                      <a:pt x="1087" y="1730"/>
                      <a:pt x="1042" y="1549"/>
                      <a:pt x="996" y="1368"/>
                    </a:cubicBezTo>
                    <a:cubicBezTo>
                      <a:pt x="951" y="1005"/>
                      <a:pt x="861" y="643"/>
                      <a:pt x="815" y="281"/>
                    </a:cubicBezTo>
                    <a:cubicBezTo>
                      <a:pt x="776" y="124"/>
                      <a:pt x="566" y="1"/>
                      <a:pt x="3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7" name="Google Shape;3337;p5"/>
              <p:cNvSpPr/>
              <p:nvPr/>
            </p:nvSpPr>
            <p:spPr>
              <a:xfrm>
                <a:off x="3166925" y="4591850"/>
                <a:ext cx="29125" cy="65225"/>
              </a:xfrm>
              <a:custGeom>
                <a:rect b="b" l="l" r="r" t="t"/>
                <a:pathLst>
                  <a:path extrusionOk="0" h="2609" w="1165">
                    <a:moveTo>
                      <a:pt x="712" y="1"/>
                    </a:moveTo>
                    <a:cubicBezTo>
                      <a:pt x="531" y="46"/>
                      <a:pt x="305" y="182"/>
                      <a:pt x="305" y="408"/>
                    </a:cubicBezTo>
                    <a:cubicBezTo>
                      <a:pt x="305" y="589"/>
                      <a:pt x="305" y="770"/>
                      <a:pt x="305" y="906"/>
                    </a:cubicBezTo>
                    <a:cubicBezTo>
                      <a:pt x="305" y="951"/>
                      <a:pt x="305" y="997"/>
                      <a:pt x="305" y="1042"/>
                    </a:cubicBezTo>
                    <a:cubicBezTo>
                      <a:pt x="305" y="1042"/>
                      <a:pt x="305" y="1087"/>
                      <a:pt x="305" y="1087"/>
                    </a:cubicBezTo>
                    <a:cubicBezTo>
                      <a:pt x="259" y="1178"/>
                      <a:pt x="259" y="1313"/>
                      <a:pt x="259" y="1404"/>
                    </a:cubicBezTo>
                    <a:lnTo>
                      <a:pt x="259" y="1449"/>
                    </a:lnTo>
                    <a:cubicBezTo>
                      <a:pt x="214" y="1495"/>
                      <a:pt x="214" y="1540"/>
                      <a:pt x="214" y="1585"/>
                    </a:cubicBezTo>
                    <a:cubicBezTo>
                      <a:pt x="214" y="1630"/>
                      <a:pt x="169" y="1721"/>
                      <a:pt x="169" y="1811"/>
                    </a:cubicBezTo>
                    <a:cubicBezTo>
                      <a:pt x="124" y="1857"/>
                      <a:pt x="124" y="1947"/>
                      <a:pt x="78" y="2038"/>
                    </a:cubicBezTo>
                    <a:cubicBezTo>
                      <a:pt x="33" y="2083"/>
                      <a:pt x="33" y="2174"/>
                      <a:pt x="33" y="2264"/>
                    </a:cubicBezTo>
                    <a:cubicBezTo>
                      <a:pt x="0" y="2460"/>
                      <a:pt x="132" y="2609"/>
                      <a:pt x="293" y="2609"/>
                    </a:cubicBezTo>
                    <a:cubicBezTo>
                      <a:pt x="356" y="2609"/>
                      <a:pt x="422" y="2586"/>
                      <a:pt x="486" y="2536"/>
                    </a:cubicBezTo>
                    <a:cubicBezTo>
                      <a:pt x="621" y="2400"/>
                      <a:pt x="712" y="2264"/>
                      <a:pt x="803" y="2083"/>
                    </a:cubicBezTo>
                    <a:lnTo>
                      <a:pt x="893" y="1811"/>
                    </a:lnTo>
                    <a:cubicBezTo>
                      <a:pt x="938" y="1766"/>
                      <a:pt x="938" y="1721"/>
                      <a:pt x="984" y="1676"/>
                    </a:cubicBezTo>
                    <a:cubicBezTo>
                      <a:pt x="984" y="1630"/>
                      <a:pt x="984" y="1630"/>
                      <a:pt x="984" y="1585"/>
                    </a:cubicBezTo>
                    <a:cubicBezTo>
                      <a:pt x="1165" y="1268"/>
                      <a:pt x="1165" y="816"/>
                      <a:pt x="1119" y="408"/>
                    </a:cubicBezTo>
                    <a:cubicBezTo>
                      <a:pt x="1119" y="227"/>
                      <a:pt x="938" y="1"/>
                      <a:pt x="71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8" name="Google Shape;3338;p5"/>
              <p:cNvSpPr/>
              <p:nvPr/>
            </p:nvSpPr>
            <p:spPr>
              <a:xfrm>
                <a:off x="3067025" y="4677650"/>
                <a:ext cx="33975" cy="72775"/>
              </a:xfrm>
              <a:custGeom>
                <a:rect b="b" l="l" r="r" t="t"/>
                <a:pathLst>
                  <a:path extrusionOk="0" h="2911" w="1359">
                    <a:moveTo>
                      <a:pt x="588" y="0"/>
                    </a:moveTo>
                    <a:cubicBezTo>
                      <a:pt x="375" y="0"/>
                      <a:pt x="130" y="129"/>
                      <a:pt x="91" y="326"/>
                    </a:cubicBezTo>
                    <a:cubicBezTo>
                      <a:pt x="0" y="779"/>
                      <a:pt x="0" y="1231"/>
                      <a:pt x="91" y="1684"/>
                    </a:cubicBezTo>
                    <a:cubicBezTo>
                      <a:pt x="181" y="2091"/>
                      <a:pt x="407" y="2499"/>
                      <a:pt x="679" y="2816"/>
                    </a:cubicBezTo>
                    <a:cubicBezTo>
                      <a:pt x="763" y="2872"/>
                      <a:pt x="864" y="2910"/>
                      <a:pt x="961" y="2910"/>
                    </a:cubicBezTo>
                    <a:cubicBezTo>
                      <a:pt x="1021" y="2910"/>
                      <a:pt x="1080" y="2896"/>
                      <a:pt x="1132" y="2861"/>
                    </a:cubicBezTo>
                    <a:cubicBezTo>
                      <a:pt x="1268" y="2771"/>
                      <a:pt x="1358" y="2589"/>
                      <a:pt x="1268" y="2454"/>
                    </a:cubicBezTo>
                    <a:cubicBezTo>
                      <a:pt x="1177" y="2137"/>
                      <a:pt x="1087" y="1820"/>
                      <a:pt x="1041" y="1458"/>
                    </a:cubicBezTo>
                    <a:cubicBezTo>
                      <a:pt x="996" y="1412"/>
                      <a:pt x="996" y="1367"/>
                      <a:pt x="996" y="1322"/>
                    </a:cubicBezTo>
                    <a:cubicBezTo>
                      <a:pt x="996" y="1322"/>
                      <a:pt x="996" y="1322"/>
                      <a:pt x="996" y="1277"/>
                    </a:cubicBezTo>
                    <a:cubicBezTo>
                      <a:pt x="996" y="1186"/>
                      <a:pt x="996" y="1141"/>
                      <a:pt x="996" y="1050"/>
                    </a:cubicBezTo>
                    <a:lnTo>
                      <a:pt x="996" y="779"/>
                    </a:lnTo>
                    <a:cubicBezTo>
                      <a:pt x="996" y="733"/>
                      <a:pt x="996" y="688"/>
                      <a:pt x="996" y="643"/>
                    </a:cubicBezTo>
                    <a:lnTo>
                      <a:pt x="996" y="598"/>
                    </a:lnTo>
                    <a:cubicBezTo>
                      <a:pt x="996" y="462"/>
                      <a:pt x="996" y="326"/>
                      <a:pt x="951" y="235"/>
                    </a:cubicBezTo>
                    <a:cubicBezTo>
                      <a:pt x="905" y="145"/>
                      <a:pt x="770" y="54"/>
                      <a:pt x="679" y="9"/>
                    </a:cubicBezTo>
                    <a:cubicBezTo>
                      <a:pt x="650" y="3"/>
                      <a:pt x="619" y="0"/>
                      <a:pt x="58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9" name="Google Shape;3339;p5"/>
              <p:cNvSpPr/>
              <p:nvPr/>
            </p:nvSpPr>
            <p:spPr>
              <a:xfrm>
                <a:off x="3183575" y="4786500"/>
                <a:ext cx="30600" cy="35125"/>
              </a:xfrm>
              <a:custGeom>
                <a:rect b="b" l="l" r="r" t="t"/>
                <a:pathLst>
                  <a:path extrusionOk="0" h="1405" w="1224">
                    <a:moveTo>
                      <a:pt x="453" y="1"/>
                    </a:moveTo>
                    <a:cubicBezTo>
                      <a:pt x="363" y="1"/>
                      <a:pt x="272" y="1"/>
                      <a:pt x="227" y="46"/>
                    </a:cubicBezTo>
                    <a:cubicBezTo>
                      <a:pt x="182" y="91"/>
                      <a:pt x="137" y="91"/>
                      <a:pt x="91" y="182"/>
                    </a:cubicBezTo>
                    <a:cubicBezTo>
                      <a:pt x="46" y="227"/>
                      <a:pt x="46" y="273"/>
                      <a:pt x="1" y="318"/>
                    </a:cubicBezTo>
                    <a:cubicBezTo>
                      <a:pt x="1" y="363"/>
                      <a:pt x="1" y="408"/>
                      <a:pt x="1" y="499"/>
                    </a:cubicBezTo>
                    <a:cubicBezTo>
                      <a:pt x="1" y="544"/>
                      <a:pt x="46" y="589"/>
                      <a:pt x="46" y="680"/>
                    </a:cubicBezTo>
                    <a:cubicBezTo>
                      <a:pt x="91" y="725"/>
                      <a:pt x="182" y="771"/>
                      <a:pt x="227" y="816"/>
                    </a:cubicBezTo>
                    <a:cubicBezTo>
                      <a:pt x="227" y="816"/>
                      <a:pt x="227" y="861"/>
                      <a:pt x="272" y="861"/>
                    </a:cubicBezTo>
                    <a:cubicBezTo>
                      <a:pt x="318" y="906"/>
                      <a:pt x="363" y="952"/>
                      <a:pt x="408" y="997"/>
                    </a:cubicBezTo>
                    <a:lnTo>
                      <a:pt x="499" y="1133"/>
                    </a:lnTo>
                    <a:cubicBezTo>
                      <a:pt x="544" y="1223"/>
                      <a:pt x="635" y="1268"/>
                      <a:pt x="725" y="1314"/>
                    </a:cubicBezTo>
                    <a:cubicBezTo>
                      <a:pt x="770" y="1359"/>
                      <a:pt x="861" y="1404"/>
                      <a:pt x="951" y="1404"/>
                    </a:cubicBezTo>
                    <a:cubicBezTo>
                      <a:pt x="997" y="1404"/>
                      <a:pt x="1087" y="1359"/>
                      <a:pt x="1132" y="1268"/>
                    </a:cubicBezTo>
                    <a:cubicBezTo>
                      <a:pt x="1178" y="1223"/>
                      <a:pt x="1178" y="1178"/>
                      <a:pt x="1178" y="1133"/>
                    </a:cubicBezTo>
                    <a:cubicBezTo>
                      <a:pt x="1223" y="1042"/>
                      <a:pt x="1223" y="997"/>
                      <a:pt x="1223" y="952"/>
                    </a:cubicBezTo>
                    <a:cubicBezTo>
                      <a:pt x="1223" y="861"/>
                      <a:pt x="1223" y="816"/>
                      <a:pt x="1178" y="725"/>
                    </a:cubicBezTo>
                    <a:cubicBezTo>
                      <a:pt x="1132" y="680"/>
                      <a:pt x="1132" y="589"/>
                      <a:pt x="1087" y="544"/>
                    </a:cubicBezTo>
                    <a:cubicBezTo>
                      <a:pt x="1087" y="499"/>
                      <a:pt x="1042" y="408"/>
                      <a:pt x="997" y="363"/>
                    </a:cubicBezTo>
                    <a:cubicBezTo>
                      <a:pt x="906" y="273"/>
                      <a:pt x="861" y="182"/>
                      <a:pt x="770" y="91"/>
                    </a:cubicBezTo>
                    <a:cubicBezTo>
                      <a:pt x="680" y="46"/>
                      <a:pt x="589" y="1"/>
                      <a:pt x="45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0" name="Google Shape;3340;p5"/>
              <p:cNvSpPr/>
              <p:nvPr/>
            </p:nvSpPr>
            <p:spPr>
              <a:xfrm>
                <a:off x="3199450" y="4818200"/>
                <a:ext cx="2275" cy="1150"/>
              </a:xfrm>
              <a:custGeom>
                <a:rect b="b" l="l" r="r" t="t"/>
                <a:pathLst>
                  <a:path extrusionOk="0" h="46" w="91">
                    <a:moveTo>
                      <a:pt x="0" y="0"/>
                    </a:moveTo>
                    <a:cubicBezTo>
                      <a:pt x="45" y="1"/>
                      <a:pt x="45" y="46"/>
                      <a:pt x="45" y="46"/>
                    </a:cubicBezTo>
                    <a:lnTo>
                      <a:pt x="90" y="46"/>
                    </a:lnTo>
                    <a:cubicBezTo>
                      <a:pt x="45" y="46"/>
                      <a:pt x="45" y="1"/>
                      <a:pt x="0" y="0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1" name="Google Shape;3341;p5"/>
              <p:cNvSpPr/>
              <p:nvPr/>
            </p:nvSpPr>
            <p:spPr>
              <a:xfrm>
                <a:off x="3201700" y="48193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2" name="Google Shape;3342;p5"/>
              <p:cNvSpPr/>
              <p:nvPr/>
            </p:nvSpPr>
            <p:spPr>
              <a:xfrm>
                <a:off x="3997275" y="4760475"/>
                <a:ext cx="2300" cy="1175"/>
              </a:xfrm>
              <a:custGeom>
                <a:rect b="b" l="l" r="r" t="t"/>
                <a:pathLst>
                  <a:path extrusionOk="0" h="47" w="92">
                    <a:moveTo>
                      <a:pt x="1" y="46"/>
                    </a:moveTo>
                    <a:lnTo>
                      <a:pt x="1" y="46"/>
                    </a:lnTo>
                    <a:cubicBezTo>
                      <a:pt x="46" y="46"/>
                      <a:pt x="46" y="1"/>
                      <a:pt x="92" y="1"/>
                    </a:cubicBezTo>
                    <a:cubicBezTo>
                      <a:pt x="46" y="1"/>
                      <a:pt x="46" y="46"/>
                      <a:pt x="1" y="46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3" name="Google Shape;3343;p5"/>
              <p:cNvSpPr/>
              <p:nvPr/>
            </p:nvSpPr>
            <p:spPr>
              <a:xfrm>
                <a:off x="3971250" y="4758225"/>
                <a:ext cx="67925" cy="127425"/>
              </a:xfrm>
              <a:custGeom>
                <a:rect b="b" l="l" r="r" t="t"/>
                <a:pathLst>
                  <a:path extrusionOk="0" h="5097" w="2717">
                    <a:moveTo>
                      <a:pt x="1268" y="0"/>
                    </a:moveTo>
                    <a:cubicBezTo>
                      <a:pt x="1223" y="45"/>
                      <a:pt x="1133" y="91"/>
                      <a:pt x="1042" y="136"/>
                    </a:cubicBezTo>
                    <a:cubicBezTo>
                      <a:pt x="997" y="136"/>
                      <a:pt x="906" y="181"/>
                      <a:pt x="861" y="227"/>
                    </a:cubicBezTo>
                    <a:cubicBezTo>
                      <a:pt x="680" y="408"/>
                      <a:pt x="499" y="589"/>
                      <a:pt x="408" y="815"/>
                    </a:cubicBezTo>
                    <a:cubicBezTo>
                      <a:pt x="182" y="1313"/>
                      <a:pt x="91" y="1811"/>
                      <a:pt x="46" y="2309"/>
                    </a:cubicBezTo>
                    <a:cubicBezTo>
                      <a:pt x="1" y="2716"/>
                      <a:pt x="1" y="3124"/>
                      <a:pt x="46" y="3531"/>
                    </a:cubicBezTo>
                    <a:cubicBezTo>
                      <a:pt x="137" y="4074"/>
                      <a:pt x="272" y="4708"/>
                      <a:pt x="770" y="5025"/>
                    </a:cubicBezTo>
                    <a:cubicBezTo>
                      <a:pt x="855" y="5074"/>
                      <a:pt x="953" y="5096"/>
                      <a:pt x="1052" y="5096"/>
                    </a:cubicBezTo>
                    <a:cubicBezTo>
                      <a:pt x="1322" y="5096"/>
                      <a:pt x="1597" y="4928"/>
                      <a:pt x="1630" y="4663"/>
                    </a:cubicBezTo>
                    <a:cubicBezTo>
                      <a:pt x="1721" y="4391"/>
                      <a:pt x="1721" y="4210"/>
                      <a:pt x="1630" y="3939"/>
                    </a:cubicBezTo>
                    <a:cubicBezTo>
                      <a:pt x="1630" y="3893"/>
                      <a:pt x="1630" y="3893"/>
                      <a:pt x="1630" y="3893"/>
                    </a:cubicBezTo>
                    <a:cubicBezTo>
                      <a:pt x="1630" y="3848"/>
                      <a:pt x="1630" y="3848"/>
                      <a:pt x="1630" y="3803"/>
                    </a:cubicBezTo>
                    <a:cubicBezTo>
                      <a:pt x="1630" y="3712"/>
                      <a:pt x="1630" y="3622"/>
                      <a:pt x="1630" y="3576"/>
                    </a:cubicBezTo>
                    <a:cubicBezTo>
                      <a:pt x="1585" y="3214"/>
                      <a:pt x="1630" y="2852"/>
                      <a:pt x="1630" y="2490"/>
                    </a:cubicBezTo>
                    <a:cubicBezTo>
                      <a:pt x="1676" y="2399"/>
                      <a:pt x="1676" y="2309"/>
                      <a:pt x="1676" y="2218"/>
                    </a:cubicBezTo>
                    <a:cubicBezTo>
                      <a:pt x="1676" y="2173"/>
                      <a:pt x="1676" y="2128"/>
                      <a:pt x="1676" y="2128"/>
                    </a:cubicBezTo>
                    <a:cubicBezTo>
                      <a:pt x="1721" y="1947"/>
                      <a:pt x="1766" y="1766"/>
                      <a:pt x="1812" y="1630"/>
                    </a:cubicBezTo>
                    <a:cubicBezTo>
                      <a:pt x="1812" y="1585"/>
                      <a:pt x="1857" y="1539"/>
                      <a:pt x="1857" y="1494"/>
                    </a:cubicBezTo>
                    <a:cubicBezTo>
                      <a:pt x="1902" y="1494"/>
                      <a:pt x="1902" y="1449"/>
                      <a:pt x="1902" y="1449"/>
                    </a:cubicBezTo>
                    <a:cubicBezTo>
                      <a:pt x="1947" y="1404"/>
                      <a:pt x="1993" y="1358"/>
                      <a:pt x="1993" y="1358"/>
                    </a:cubicBezTo>
                    <a:cubicBezTo>
                      <a:pt x="2038" y="1313"/>
                      <a:pt x="2083" y="1268"/>
                      <a:pt x="2083" y="1222"/>
                    </a:cubicBezTo>
                    <a:cubicBezTo>
                      <a:pt x="2128" y="1222"/>
                      <a:pt x="2174" y="1177"/>
                      <a:pt x="2219" y="1177"/>
                    </a:cubicBezTo>
                    <a:cubicBezTo>
                      <a:pt x="2581" y="1041"/>
                      <a:pt x="2717" y="589"/>
                      <a:pt x="2445" y="317"/>
                    </a:cubicBezTo>
                    <a:lnTo>
                      <a:pt x="2445" y="272"/>
                    </a:lnTo>
                    <a:cubicBezTo>
                      <a:pt x="2219" y="45"/>
                      <a:pt x="1947" y="0"/>
                      <a:pt x="16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4" name="Google Shape;3344;p5"/>
              <p:cNvSpPr/>
              <p:nvPr/>
            </p:nvSpPr>
            <p:spPr>
              <a:xfrm>
                <a:off x="4082175" y="4838175"/>
                <a:ext cx="48275" cy="63400"/>
              </a:xfrm>
              <a:custGeom>
                <a:rect b="b" l="l" r="r" t="t"/>
                <a:pathLst>
                  <a:path extrusionOk="0" h="2536" w="1931">
                    <a:moveTo>
                      <a:pt x="1412" y="1"/>
                    </a:moveTo>
                    <a:cubicBezTo>
                      <a:pt x="1378" y="1"/>
                      <a:pt x="1345" y="6"/>
                      <a:pt x="1313" y="16"/>
                    </a:cubicBezTo>
                    <a:cubicBezTo>
                      <a:pt x="1177" y="62"/>
                      <a:pt x="1087" y="107"/>
                      <a:pt x="996" y="152"/>
                    </a:cubicBezTo>
                    <a:cubicBezTo>
                      <a:pt x="906" y="197"/>
                      <a:pt x="815" y="288"/>
                      <a:pt x="770" y="378"/>
                    </a:cubicBezTo>
                    <a:cubicBezTo>
                      <a:pt x="634" y="514"/>
                      <a:pt x="498" y="650"/>
                      <a:pt x="408" y="831"/>
                    </a:cubicBezTo>
                    <a:cubicBezTo>
                      <a:pt x="226" y="1148"/>
                      <a:pt x="91" y="1465"/>
                      <a:pt x="45" y="1827"/>
                    </a:cubicBezTo>
                    <a:cubicBezTo>
                      <a:pt x="0" y="1963"/>
                      <a:pt x="0" y="2144"/>
                      <a:pt x="91" y="2280"/>
                    </a:cubicBezTo>
                    <a:cubicBezTo>
                      <a:pt x="181" y="2370"/>
                      <a:pt x="317" y="2506"/>
                      <a:pt x="408" y="2506"/>
                    </a:cubicBezTo>
                    <a:cubicBezTo>
                      <a:pt x="483" y="2525"/>
                      <a:pt x="550" y="2536"/>
                      <a:pt x="612" y="2536"/>
                    </a:cubicBezTo>
                    <a:cubicBezTo>
                      <a:pt x="701" y="2536"/>
                      <a:pt x="781" y="2514"/>
                      <a:pt x="860" y="2461"/>
                    </a:cubicBezTo>
                    <a:cubicBezTo>
                      <a:pt x="996" y="2370"/>
                      <a:pt x="1087" y="2280"/>
                      <a:pt x="1132" y="2144"/>
                    </a:cubicBezTo>
                    <a:cubicBezTo>
                      <a:pt x="1177" y="1963"/>
                      <a:pt x="1222" y="1782"/>
                      <a:pt x="1268" y="1601"/>
                    </a:cubicBezTo>
                    <a:cubicBezTo>
                      <a:pt x="1358" y="1465"/>
                      <a:pt x="1449" y="1329"/>
                      <a:pt x="1539" y="1148"/>
                    </a:cubicBezTo>
                    <a:cubicBezTo>
                      <a:pt x="1585" y="1058"/>
                      <a:pt x="1630" y="967"/>
                      <a:pt x="1675" y="922"/>
                    </a:cubicBezTo>
                    <a:cubicBezTo>
                      <a:pt x="1766" y="786"/>
                      <a:pt x="1766" y="695"/>
                      <a:pt x="1811" y="560"/>
                    </a:cubicBezTo>
                    <a:cubicBezTo>
                      <a:pt x="1931" y="280"/>
                      <a:pt x="1663" y="1"/>
                      <a:pt x="141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5" name="Google Shape;3345;p5"/>
              <p:cNvSpPr/>
              <p:nvPr/>
            </p:nvSpPr>
            <p:spPr>
              <a:xfrm>
                <a:off x="4176100" y="4877250"/>
                <a:ext cx="74725" cy="99000"/>
              </a:xfrm>
              <a:custGeom>
                <a:rect b="b" l="l" r="r" t="t"/>
                <a:pathLst>
                  <a:path extrusionOk="0" h="3960" w="2989">
                    <a:moveTo>
                      <a:pt x="2197" y="1"/>
                    </a:moveTo>
                    <a:cubicBezTo>
                      <a:pt x="2045" y="1"/>
                      <a:pt x="1890" y="49"/>
                      <a:pt x="1811" y="128"/>
                    </a:cubicBezTo>
                    <a:cubicBezTo>
                      <a:pt x="1721" y="264"/>
                      <a:pt x="1630" y="355"/>
                      <a:pt x="1585" y="490"/>
                    </a:cubicBezTo>
                    <a:cubicBezTo>
                      <a:pt x="1585" y="536"/>
                      <a:pt x="1540" y="626"/>
                      <a:pt x="1540" y="717"/>
                    </a:cubicBezTo>
                    <a:cubicBezTo>
                      <a:pt x="1494" y="853"/>
                      <a:pt x="1494" y="988"/>
                      <a:pt x="1449" y="1124"/>
                    </a:cubicBezTo>
                    <a:cubicBezTo>
                      <a:pt x="1449" y="1215"/>
                      <a:pt x="1404" y="1351"/>
                      <a:pt x="1404" y="1441"/>
                    </a:cubicBezTo>
                    <a:cubicBezTo>
                      <a:pt x="1404" y="1441"/>
                      <a:pt x="1404" y="1486"/>
                      <a:pt x="1404" y="1532"/>
                    </a:cubicBezTo>
                    <a:cubicBezTo>
                      <a:pt x="1359" y="1667"/>
                      <a:pt x="1313" y="1803"/>
                      <a:pt x="1268" y="1939"/>
                    </a:cubicBezTo>
                    <a:cubicBezTo>
                      <a:pt x="1268" y="1939"/>
                      <a:pt x="1268" y="1984"/>
                      <a:pt x="1223" y="1984"/>
                    </a:cubicBezTo>
                    <a:cubicBezTo>
                      <a:pt x="1223" y="2075"/>
                      <a:pt x="1177" y="2120"/>
                      <a:pt x="1132" y="2165"/>
                    </a:cubicBezTo>
                    <a:lnTo>
                      <a:pt x="1042" y="2346"/>
                    </a:lnTo>
                    <a:cubicBezTo>
                      <a:pt x="996" y="2392"/>
                      <a:pt x="996" y="2392"/>
                      <a:pt x="951" y="2437"/>
                    </a:cubicBezTo>
                    <a:cubicBezTo>
                      <a:pt x="861" y="2528"/>
                      <a:pt x="770" y="2618"/>
                      <a:pt x="679" y="2709"/>
                    </a:cubicBezTo>
                    <a:cubicBezTo>
                      <a:pt x="634" y="2709"/>
                      <a:pt x="634" y="2754"/>
                      <a:pt x="634" y="2754"/>
                    </a:cubicBezTo>
                    <a:cubicBezTo>
                      <a:pt x="589" y="2754"/>
                      <a:pt x="589" y="2799"/>
                      <a:pt x="589" y="2799"/>
                    </a:cubicBezTo>
                    <a:cubicBezTo>
                      <a:pt x="498" y="2844"/>
                      <a:pt x="453" y="2890"/>
                      <a:pt x="408" y="2890"/>
                    </a:cubicBezTo>
                    <a:cubicBezTo>
                      <a:pt x="136" y="3071"/>
                      <a:pt x="0" y="3433"/>
                      <a:pt x="182" y="3705"/>
                    </a:cubicBezTo>
                    <a:cubicBezTo>
                      <a:pt x="298" y="3879"/>
                      <a:pt x="470" y="3960"/>
                      <a:pt x="650" y="3960"/>
                    </a:cubicBezTo>
                    <a:cubicBezTo>
                      <a:pt x="750" y="3960"/>
                      <a:pt x="854" y="3934"/>
                      <a:pt x="951" y="3886"/>
                    </a:cubicBezTo>
                    <a:cubicBezTo>
                      <a:pt x="1630" y="3614"/>
                      <a:pt x="2173" y="3071"/>
                      <a:pt x="2490" y="2482"/>
                    </a:cubicBezTo>
                    <a:cubicBezTo>
                      <a:pt x="2717" y="2120"/>
                      <a:pt x="2898" y="1713"/>
                      <a:pt x="2943" y="1305"/>
                    </a:cubicBezTo>
                    <a:cubicBezTo>
                      <a:pt x="2988" y="1124"/>
                      <a:pt x="2943" y="898"/>
                      <a:pt x="2898" y="717"/>
                    </a:cubicBezTo>
                    <a:cubicBezTo>
                      <a:pt x="2852" y="626"/>
                      <a:pt x="2852" y="490"/>
                      <a:pt x="2762" y="355"/>
                    </a:cubicBezTo>
                    <a:cubicBezTo>
                      <a:pt x="2717" y="219"/>
                      <a:pt x="2581" y="174"/>
                      <a:pt x="2490" y="83"/>
                    </a:cubicBezTo>
                    <a:cubicBezTo>
                      <a:pt x="2414" y="26"/>
                      <a:pt x="2307" y="1"/>
                      <a:pt x="21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6" name="Google Shape;3346;p5"/>
              <p:cNvSpPr/>
              <p:nvPr/>
            </p:nvSpPr>
            <p:spPr>
              <a:xfrm>
                <a:off x="4108200" y="4694800"/>
                <a:ext cx="38500" cy="79275"/>
              </a:xfrm>
              <a:custGeom>
                <a:rect b="b" l="l" r="r" t="t"/>
                <a:pathLst>
                  <a:path extrusionOk="0" h="3171" w="1540">
                    <a:moveTo>
                      <a:pt x="1182" y="1"/>
                    </a:moveTo>
                    <a:cubicBezTo>
                      <a:pt x="1133" y="1"/>
                      <a:pt x="1085" y="15"/>
                      <a:pt x="1042" y="47"/>
                    </a:cubicBezTo>
                    <a:cubicBezTo>
                      <a:pt x="951" y="93"/>
                      <a:pt x="906" y="138"/>
                      <a:pt x="860" y="183"/>
                    </a:cubicBezTo>
                    <a:cubicBezTo>
                      <a:pt x="815" y="229"/>
                      <a:pt x="770" y="274"/>
                      <a:pt x="725" y="364"/>
                    </a:cubicBezTo>
                    <a:cubicBezTo>
                      <a:pt x="679" y="455"/>
                      <a:pt x="634" y="545"/>
                      <a:pt x="589" y="636"/>
                    </a:cubicBezTo>
                    <a:cubicBezTo>
                      <a:pt x="453" y="862"/>
                      <a:pt x="362" y="1089"/>
                      <a:pt x="272" y="1315"/>
                    </a:cubicBezTo>
                    <a:cubicBezTo>
                      <a:pt x="136" y="1768"/>
                      <a:pt x="91" y="2220"/>
                      <a:pt x="46" y="2718"/>
                    </a:cubicBezTo>
                    <a:cubicBezTo>
                      <a:pt x="0" y="2945"/>
                      <a:pt x="272" y="3171"/>
                      <a:pt x="498" y="3171"/>
                    </a:cubicBezTo>
                    <a:cubicBezTo>
                      <a:pt x="770" y="3171"/>
                      <a:pt x="951" y="2945"/>
                      <a:pt x="996" y="2718"/>
                    </a:cubicBezTo>
                    <a:cubicBezTo>
                      <a:pt x="996" y="2673"/>
                      <a:pt x="996" y="2582"/>
                      <a:pt x="996" y="2582"/>
                    </a:cubicBezTo>
                    <a:cubicBezTo>
                      <a:pt x="996" y="2537"/>
                      <a:pt x="996" y="2492"/>
                      <a:pt x="996" y="2492"/>
                    </a:cubicBezTo>
                    <a:cubicBezTo>
                      <a:pt x="1042" y="2356"/>
                      <a:pt x="1042" y="2266"/>
                      <a:pt x="1087" y="2175"/>
                    </a:cubicBezTo>
                    <a:cubicBezTo>
                      <a:pt x="1132" y="1949"/>
                      <a:pt x="1177" y="1768"/>
                      <a:pt x="1223" y="1587"/>
                    </a:cubicBezTo>
                    <a:cubicBezTo>
                      <a:pt x="1268" y="1360"/>
                      <a:pt x="1313" y="1179"/>
                      <a:pt x="1358" y="998"/>
                    </a:cubicBezTo>
                    <a:cubicBezTo>
                      <a:pt x="1449" y="772"/>
                      <a:pt x="1539" y="545"/>
                      <a:pt x="1539" y="319"/>
                    </a:cubicBezTo>
                    <a:cubicBezTo>
                      <a:pt x="1505" y="147"/>
                      <a:pt x="1339" y="1"/>
                      <a:pt x="11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7" name="Google Shape;3347;p5"/>
              <p:cNvSpPr/>
              <p:nvPr/>
            </p:nvSpPr>
            <p:spPr>
              <a:xfrm>
                <a:off x="4033500" y="4363875"/>
                <a:ext cx="74725" cy="125925"/>
              </a:xfrm>
              <a:custGeom>
                <a:rect b="b" l="l" r="r" t="t"/>
                <a:pathLst>
                  <a:path extrusionOk="0" h="5037" w="2989">
                    <a:moveTo>
                      <a:pt x="728" y="1"/>
                    </a:moveTo>
                    <a:cubicBezTo>
                      <a:pt x="537" y="1"/>
                      <a:pt x="348" y="90"/>
                      <a:pt x="272" y="292"/>
                    </a:cubicBezTo>
                    <a:cubicBezTo>
                      <a:pt x="182" y="428"/>
                      <a:pt x="182" y="564"/>
                      <a:pt x="136" y="700"/>
                    </a:cubicBezTo>
                    <a:cubicBezTo>
                      <a:pt x="1" y="1107"/>
                      <a:pt x="136" y="1560"/>
                      <a:pt x="272" y="1967"/>
                    </a:cubicBezTo>
                    <a:cubicBezTo>
                      <a:pt x="408" y="2375"/>
                      <a:pt x="544" y="2737"/>
                      <a:pt x="725" y="3144"/>
                    </a:cubicBezTo>
                    <a:cubicBezTo>
                      <a:pt x="861" y="3461"/>
                      <a:pt x="1042" y="3778"/>
                      <a:pt x="1268" y="4050"/>
                    </a:cubicBezTo>
                    <a:cubicBezTo>
                      <a:pt x="1359" y="4231"/>
                      <a:pt x="1494" y="4412"/>
                      <a:pt x="1676" y="4593"/>
                    </a:cubicBezTo>
                    <a:cubicBezTo>
                      <a:pt x="1811" y="4729"/>
                      <a:pt x="1992" y="4819"/>
                      <a:pt x="2128" y="4955"/>
                    </a:cubicBezTo>
                    <a:cubicBezTo>
                      <a:pt x="2204" y="5012"/>
                      <a:pt x="2296" y="5037"/>
                      <a:pt x="2387" y="5037"/>
                    </a:cubicBezTo>
                    <a:cubicBezTo>
                      <a:pt x="2513" y="5037"/>
                      <a:pt x="2638" y="4989"/>
                      <a:pt x="2717" y="4910"/>
                    </a:cubicBezTo>
                    <a:cubicBezTo>
                      <a:pt x="2898" y="4819"/>
                      <a:pt x="2988" y="4593"/>
                      <a:pt x="2943" y="4366"/>
                    </a:cubicBezTo>
                    <a:lnTo>
                      <a:pt x="2943" y="4366"/>
                    </a:lnTo>
                    <a:cubicBezTo>
                      <a:pt x="2943" y="4378"/>
                      <a:pt x="2942" y="4383"/>
                      <a:pt x="2941" y="4383"/>
                    </a:cubicBezTo>
                    <a:cubicBezTo>
                      <a:pt x="2932" y="4383"/>
                      <a:pt x="2892" y="4134"/>
                      <a:pt x="2853" y="4095"/>
                    </a:cubicBezTo>
                    <a:cubicBezTo>
                      <a:pt x="2853" y="4004"/>
                      <a:pt x="2762" y="3868"/>
                      <a:pt x="2717" y="3733"/>
                    </a:cubicBezTo>
                    <a:cubicBezTo>
                      <a:pt x="2671" y="3642"/>
                      <a:pt x="2626" y="3597"/>
                      <a:pt x="2626" y="3552"/>
                    </a:cubicBezTo>
                    <a:lnTo>
                      <a:pt x="2536" y="3325"/>
                    </a:lnTo>
                    <a:cubicBezTo>
                      <a:pt x="2445" y="3144"/>
                      <a:pt x="2355" y="2963"/>
                      <a:pt x="2309" y="2782"/>
                    </a:cubicBezTo>
                    <a:cubicBezTo>
                      <a:pt x="2264" y="2737"/>
                      <a:pt x="2264" y="2691"/>
                      <a:pt x="2219" y="2646"/>
                    </a:cubicBezTo>
                    <a:cubicBezTo>
                      <a:pt x="2219" y="2646"/>
                      <a:pt x="2219" y="2601"/>
                      <a:pt x="2219" y="2601"/>
                    </a:cubicBezTo>
                    <a:cubicBezTo>
                      <a:pt x="2174" y="2512"/>
                      <a:pt x="2130" y="2423"/>
                      <a:pt x="2085" y="2334"/>
                    </a:cubicBezTo>
                    <a:lnTo>
                      <a:pt x="2085" y="2334"/>
                    </a:lnTo>
                    <a:cubicBezTo>
                      <a:pt x="2106" y="2375"/>
                      <a:pt x="2114" y="2391"/>
                      <a:pt x="2114" y="2391"/>
                    </a:cubicBezTo>
                    <a:cubicBezTo>
                      <a:pt x="2115" y="2391"/>
                      <a:pt x="2038" y="2228"/>
                      <a:pt x="2038" y="2194"/>
                    </a:cubicBezTo>
                    <a:cubicBezTo>
                      <a:pt x="2038" y="2148"/>
                      <a:pt x="1992" y="2103"/>
                      <a:pt x="1947" y="2012"/>
                    </a:cubicBezTo>
                    <a:cubicBezTo>
                      <a:pt x="1902" y="1831"/>
                      <a:pt x="1857" y="1650"/>
                      <a:pt x="1811" y="1469"/>
                    </a:cubicBezTo>
                    <a:cubicBezTo>
                      <a:pt x="1766" y="1333"/>
                      <a:pt x="1721" y="1152"/>
                      <a:pt x="1676" y="1017"/>
                    </a:cubicBezTo>
                    <a:cubicBezTo>
                      <a:pt x="1630" y="926"/>
                      <a:pt x="1585" y="835"/>
                      <a:pt x="1540" y="745"/>
                    </a:cubicBezTo>
                    <a:lnTo>
                      <a:pt x="1540" y="745"/>
                    </a:lnTo>
                    <a:cubicBezTo>
                      <a:pt x="1542" y="752"/>
                      <a:pt x="1544" y="759"/>
                      <a:pt x="1547" y="765"/>
                    </a:cubicBezTo>
                    <a:lnTo>
                      <a:pt x="1547" y="765"/>
                    </a:lnTo>
                    <a:cubicBezTo>
                      <a:pt x="1535" y="737"/>
                      <a:pt x="1517" y="700"/>
                      <a:pt x="1494" y="654"/>
                    </a:cubicBezTo>
                    <a:cubicBezTo>
                      <a:pt x="1449" y="564"/>
                      <a:pt x="1404" y="519"/>
                      <a:pt x="1313" y="428"/>
                    </a:cubicBezTo>
                    <a:cubicBezTo>
                      <a:pt x="1268" y="338"/>
                      <a:pt x="1223" y="247"/>
                      <a:pt x="1132" y="156"/>
                    </a:cubicBezTo>
                    <a:cubicBezTo>
                      <a:pt x="1032" y="56"/>
                      <a:pt x="879" y="1"/>
                      <a:pt x="72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8" name="Google Shape;3348;p5"/>
              <p:cNvSpPr/>
              <p:nvPr/>
            </p:nvSpPr>
            <p:spPr>
              <a:xfrm>
                <a:off x="4009725" y="4250075"/>
                <a:ext cx="26075" cy="59000"/>
              </a:xfrm>
              <a:custGeom>
                <a:rect b="b" l="l" r="r" t="t"/>
                <a:pathLst>
                  <a:path extrusionOk="0" h="2360" w="1043">
                    <a:moveTo>
                      <a:pt x="544" y="0"/>
                    </a:moveTo>
                    <a:cubicBezTo>
                      <a:pt x="363" y="0"/>
                      <a:pt x="182" y="136"/>
                      <a:pt x="137" y="317"/>
                    </a:cubicBezTo>
                    <a:cubicBezTo>
                      <a:pt x="91" y="498"/>
                      <a:pt x="91" y="679"/>
                      <a:pt x="46" y="815"/>
                    </a:cubicBezTo>
                    <a:cubicBezTo>
                      <a:pt x="46" y="906"/>
                      <a:pt x="1" y="1042"/>
                      <a:pt x="1" y="1132"/>
                    </a:cubicBezTo>
                    <a:lnTo>
                      <a:pt x="1" y="1359"/>
                    </a:lnTo>
                    <a:cubicBezTo>
                      <a:pt x="1" y="1540"/>
                      <a:pt x="1" y="1675"/>
                      <a:pt x="1" y="1856"/>
                    </a:cubicBezTo>
                    <a:cubicBezTo>
                      <a:pt x="43" y="2108"/>
                      <a:pt x="240" y="2359"/>
                      <a:pt x="485" y="2359"/>
                    </a:cubicBezTo>
                    <a:cubicBezTo>
                      <a:pt x="504" y="2359"/>
                      <a:pt x="524" y="2358"/>
                      <a:pt x="544" y="2354"/>
                    </a:cubicBezTo>
                    <a:cubicBezTo>
                      <a:pt x="816" y="2354"/>
                      <a:pt x="1042" y="2128"/>
                      <a:pt x="1042" y="1856"/>
                    </a:cubicBezTo>
                    <a:cubicBezTo>
                      <a:pt x="1042" y="1675"/>
                      <a:pt x="1042" y="1540"/>
                      <a:pt x="1042" y="1359"/>
                    </a:cubicBezTo>
                    <a:lnTo>
                      <a:pt x="1042" y="1132"/>
                    </a:lnTo>
                    <a:cubicBezTo>
                      <a:pt x="1042" y="1042"/>
                      <a:pt x="1042" y="951"/>
                      <a:pt x="997" y="815"/>
                    </a:cubicBezTo>
                    <a:lnTo>
                      <a:pt x="1042" y="815"/>
                    </a:lnTo>
                    <a:cubicBezTo>
                      <a:pt x="1042" y="679"/>
                      <a:pt x="997" y="498"/>
                      <a:pt x="952" y="317"/>
                    </a:cubicBezTo>
                    <a:cubicBezTo>
                      <a:pt x="952" y="136"/>
                      <a:pt x="725" y="0"/>
                      <a:pt x="5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9" name="Google Shape;3349;p5"/>
              <p:cNvSpPr/>
              <p:nvPr/>
            </p:nvSpPr>
            <p:spPr>
              <a:xfrm>
                <a:off x="3947500" y="4139325"/>
                <a:ext cx="31700" cy="50800"/>
              </a:xfrm>
              <a:custGeom>
                <a:rect b="b" l="l" r="r" t="t"/>
                <a:pathLst>
                  <a:path extrusionOk="0" h="2032" w="1268">
                    <a:moveTo>
                      <a:pt x="972" y="1"/>
                    </a:moveTo>
                    <a:cubicBezTo>
                      <a:pt x="901" y="1"/>
                      <a:pt x="828" y="26"/>
                      <a:pt x="770" y="85"/>
                    </a:cubicBezTo>
                    <a:cubicBezTo>
                      <a:pt x="724" y="130"/>
                      <a:pt x="634" y="220"/>
                      <a:pt x="634" y="266"/>
                    </a:cubicBezTo>
                    <a:cubicBezTo>
                      <a:pt x="589" y="311"/>
                      <a:pt x="543" y="402"/>
                      <a:pt x="543" y="447"/>
                    </a:cubicBezTo>
                    <a:lnTo>
                      <a:pt x="362" y="809"/>
                    </a:lnTo>
                    <a:cubicBezTo>
                      <a:pt x="227" y="1035"/>
                      <a:pt x="136" y="1307"/>
                      <a:pt x="45" y="1579"/>
                    </a:cubicBezTo>
                    <a:cubicBezTo>
                      <a:pt x="0" y="1669"/>
                      <a:pt x="45" y="1805"/>
                      <a:pt x="91" y="1850"/>
                    </a:cubicBezTo>
                    <a:cubicBezTo>
                      <a:pt x="136" y="1941"/>
                      <a:pt x="227" y="1986"/>
                      <a:pt x="317" y="2031"/>
                    </a:cubicBezTo>
                    <a:cubicBezTo>
                      <a:pt x="408" y="2031"/>
                      <a:pt x="498" y="2031"/>
                      <a:pt x="589" y="1986"/>
                    </a:cubicBezTo>
                    <a:cubicBezTo>
                      <a:pt x="679" y="1941"/>
                      <a:pt x="724" y="1850"/>
                      <a:pt x="770" y="1760"/>
                    </a:cubicBezTo>
                    <a:cubicBezTo>
                      <a:pt x="860" y="1533"/>
                      <a:pt x="951" y="1307"/>
                      <a:pt x="1041" y="1081"/>
                    </a:cubicBezTo>
                    <a:cubicBezTo>
                      <a:pt x="1087" y="945"/>
                      <a:pt x="1132" y="809"/>
                      <a:pt x="1177" y="718"/>
                    </a:cubicBezTo>
                    <a:cubicBezTo>
                      <a:pt x="1177" y="628"/>
                      <a:pt x="1222" y="583"/>
                      <a:pt x="1222" y="537"/>
                    </a:cubicBezTo>
                    <a:cubicBezTo>
                      <a:pt x="1268" y="447"/>
                      <a:pt x="1268" y="356"/>
                      <a:pt x="1268" y="266"/>
                    </a:cubicBezTo>
                    <a:cubicBezTo>
                      <a:pt x="1268" y="112"/>
                      <a:pt x="1122" y="1"/>
                      <a:pt x="9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0" name="Google Shape;3350;p5"/>
              <p:cNvSpPr/>
              <p:nvPr/>
            </p:nvSpPr>
            <p:spPr>
              <a:xfrm>
                <a:off x="4099150" y="4306450"/>
                <a:ext cx="28300" cy="76050"/>
              </a:xfrm>
              <a:custGeom>
                <a:rect b="b" l="l" r="r" t="t"/>
                <a:pathLst>
                  <a:path extrusionOk="0" h="3042" w="1132">
                    <a:moveTo>
                      <a:pt x="701" y="0"/>
                    </a:moveTo>
                    <a:cubicBezTo>
                      <a:pt x="554" y="0"/>
                      <a:pt x="441" y="123"/>
                      <a:pt x="362" y="281"/>
                    </a:cubicBezTo>
                    <a:cubicBezTo>
                      <a:pt x="317" y="371"/>
                      <a:pt x="317" y="507"/>
                      <a:pt x="272" y="597"/>
                    </a:cubicBezTo>
                    <a:cubicBezTo>
                      <a:pt x="227" y="733"/>
                      <a:pt x="227" y="869"/>
                      <a:pt x="181" y="1005"/>
                    </a:cubicBezTo>
                    <a:lnTo>
                      <a:pt x="181" y="1322"/>
                    </a:lnTo>
                    <a:lnTo>
                      <a:pt x="0" y="2635"/>
                    </a:lnTo>
                    <a:cubicBezTo>
                      <a:pt x="0" y="2816"/>
                      <a:pt x="181" y="2997"/>
                      <a:pt x="362" y="3042"/>
                    </a:cubicBezTo>
                    <a:cubicBezTo>
                      <a:pt x="543" y="3042"/>
                      <a:pt x="770" y="2951"/>
                      <a:pt x="815" y="2725"/>
                    </a:cubicBezTo>
                    <a:cubicBezTo>
                      <a:pt x="906" y="2318"/>
                      <a:pt x="951" y="1865"/>
                      <a:pt x="1041" y="1458"/>
                    </a:cubicBezTo>
                    <a:cubicBezTo>
                      <a:pt x="1087" y="1231"/>
                      <a:pt x="1132" y="1005"/>
                      <a:pt x="1132" y="733"/>
                    </a:cubicBezTo>
                    <a:cubicBezTo>
                      <a:pt x="1132" y="643"/>
                      <a:pt x="1132" y="507"/>
                      <a:pt x="1132" y="416"/>
                    </a:cubicBezTo>
                    <a:cubicBezTo>
                      <a:pt x="1132" y="235"/>
                      <a:pt x="996" y="9"/>
                      <a:pt x="770" y="9"/>
                    </a:cubicBezTo>
                    <a:cubicBezTo>
                      <a:pt x="746" y="3"/>
                      <a:pt x="723" y="0"/>
                      <a:pt x="7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1" name="Google Shape;3351;p5"/>
              <p:cNvSpPr/>
              <p:nvPr/>
            </p:nvSpPr>
            <p:spPr>
              <a:xfrm>
                <a:off x="4082175" y="4080325"/>
                <a:ext cx="23775" cy="35100"/>
              </a:xfrm>
              <a:custGeom>
                <a:rect b="b" l="l" r="r" t="t"/>
                <a:pathLst>
                  <a:path extrusionOk="0" h="1404" w="951">
                    <a:moveTo>
                      <a:pt x="634" y="0"/>
                    </a:moveTo>
                    <a:cubicBezTo>
                      <a:pt x="543" y="0"/>
                      <a:pt x="498" y="0"/>
                      <a:pt x="453" y="45"/>
                    </a:cubicBezTo>
                    <a:cubicBezTo>
                      <a:pt x="362" y="45"/>
                      <a:pt x="317" y="136"/>
                      <a:pt x="272" y="181"/>
                    </a:cubicBezTo>
                    <a:cubicBezTo>
                      <a:pt x="181" y="272"/>
                      <a:pt x="136" y="362"/>
                      <a:pt x="136" y="498"/>
                    </a:cubicBezTo>
                    <a:cubicBezTo>
                      <a:pt x="91" y="634"/>
                      <a:pt x="45" y="724"/>
                      <a:pt x="45" y="860"/>
                    </a:cubicBezTo>
                    <a:cubicBezTo>
                      <a:pt x="0" y="951"/>
                      <a:pt x="0" y="1087"/>
                      <a:pt x="91" y="1177"/>
                    </a:cubicBezTo>
                    <a:cubicBezTo>
                      <a:pt x="136" y="1268"/>
                      <a:pt x="226" y="1358"/>
                      <a:pt x="317" y="1403"/>
                    </a:cubicBezTo>
                    <a:cubicBezTo>
                      <a:pt x="453" y="1403"/>
                      <a:pt x="543" y="1403"/>
                      <a:pt x="679" y="1358"/>
                    </a:cubicBezTo>
                    <a:cubicBezTo>
                      <a:pt x="724" y="1268"/>
                      <a:pt x="860" y="1177"/>
                      <a:pt x="860" y="1087"/>
                    </a:cubicBezTo>
                    <a:cubicBezTo>
                      <a:pt x="860" y="951"/>
                      <a:pt x="906" y="815"/>
                      <a:pt x="906" y="724"/>
                    </a:cubicBezTo>
                    <a:cubicBezTo>
                      <a:pt x="906" y="679"/>
                      <a:pt x="906" y="634"/>
                      <a:pt x="906" y="634"/>
                    </a:cubicBezTo>
                    <a:cubicBezTo>
                      <a:pt x="951" y="498"/>
                      <a:pt x="951" y="408"/>
                      <a:pt x="906" y="317"/>
                    </a:cubicBezTo>
                    <a:cubicBezTo>
                      <a:pt x="906" y="272"/>
                      <a:pt x="860" y="226"/>
                      <a:pt x="860" y="181"/>
                    </a:cubicBezTo>
                    <a:cubicBezTo>
                      <a:pt x="815" y="136"/>
                      <a:pt x="815" y="91"/>
                      <a:pt x="770" y="91"/>
                    </a:cubicBezTo>
                    <a:lnTo>
                      <a:pt x="724" y="45"/>
                    </a:lnTo>
                    <a:cubicBezTo>
                      <a:pt x="679" y="0"/>
                      <a:pt x="634" y="0"/>
                      <a:pt x="6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2" name="Google Shape;3352;p5"/>
              <p:cNvSpPr/>
              <p:nvPr/>
            </p:nvSpPr>
            <p:spPr>
              <a:xfrm>
                <a:off x="3979175" y="3936575"/>
                <a:ext cx="31725" cy="50975"/>
              </a:xfrm>
              <a:custGeom>
                <a:rect b="b" l="l" r="r" t="t"/>
                <a:pathLst>
                  <a:path extrusionOk="0" h="2039" w="1269">
                    <a:moveTo>
                      <a:pt x="363" y="1"/>
                    </a:moveTo>
                    <a:cubicBezTo>
                      <a:pt x="227" y="1"/>
                      <a:pt x="91" y="91"/>
                      <a:pt x="46" y="227"/>
                    </a:cubicBezTo>
                    <a:cubicBezTo>
                      <a:pt x="46" y="273"/>
                      <a:pt x="1" y="318"/>
                      <a:pt x="1" y="363"/>
                    </a:cubicBezTo>
                    <a:cubicBezTo>
                      <a:pt x="1" y="454"/>
                      <a:pt x="46" y="544"/>
                      <a:pt x="91" y="635"/>
                    </a:cubicBezTo>
                    <a:lnTo>
                      <a:pt x="91" y="635"/>
                    </a:lnTo>
                    <a:lnTo>
                      <a:pt x="46" y="544"/>
                    </a:lnTo>
                    <a:lnTo>
                      <a:pt x="46" y="544"/>
                    </a:lnTo>
                    <a:cubicBezTo>
                      <a:pt x="91" y="680"/>
                      <a:pt x="136" y="771"/>
                      <a:pt x="182" y="952"/>
                    </a:cubicBezTo>
                    <a:cubicBezTo>
                      <a:pt x="182" y="963"/>
                      <a:pt x="182" y="974"/>
                      <a:pt x="182" y="997"/>
                    </a:cubicBezTo>
                    <a:cubicBezTo>
                      <a:pt x="182" y="997"/>
                      <a:pt x="227" y="1042"/>
                      <a:pt x="227" y="1087"/>
                    </a:cubicBezTo>
                    <a:cubicBezTo>
                      <a:pt x="227" y="1133"/>
                      <a:pt x="227" y="1178"/>
                      <a:pt x="272" y="1223"/>
                    </a:cubicBezTo>
                    <a:cubicBezTo>
                      <a:pt x="272" y="1314"/>
                      <a:pt x="318" y="1404"/>
                      <a:pt x="318" y="1495"/>
                    </a:cubicBezTo>
                    <a:cubicBezTo>
                      <a:pt x="318" y="1495"/>
                      <a:pt x="318" y="1540"/>
                      <a:pt x="318" y="1540"/>
                    </a:cubicBezTo>
                    <a:cubicBezTo>
                      <a:pt x="318" y="1676"/>
                      <a:pt x="363" y="1812"/>
                      <a:pt x="453" y="1902"/>
                    </a:cubicBezTo>
                    <a:cubicBezTo>
                      <a:pt x="544" y="1948"/>
                      <a:pt x="680" y="2038"/>
                      <a:pt x="816" y="2038"/>
                    </a:cubicBezTo>
                    <a:cubicBezTo>
                      <a:pt x="1042" y="1993"/>
                      <a:pt x="1268" y="1812"/>
                      <a:pt x="1268" y="1540"/>
                    </a:cubicBezTo>
                    <a:cubicBezTo>
                      <a:pt x="1268" y="1268"/>
                      <a:pt x="1223" y="997"/>
                      <a:pt x="1132" y="725"/>
                    </a:cubicBezTo>
                    <a:lnTo>
                      <a:pt x="1132" y="771"/>
                    </a:lnTo>
                    <a:cubicBezTo>
                      <a:pt x="1087" y="635"/>
                      <a:pt x="1042" y="589"/>
                      <a:pt x="997" y="499"/>
                    </a:cubicBezTo>
                    <a:cubicBezTo>
                      <a:pt x="951" y="454"/>
                      <a:pt x="906" y="408"/>
                      <a:pt x="861" y="363"/>
                    </a:cubicBezTo>
                    <a:cubicBezTo>
                      <a:pt x="816" y="273"/>
                      <a:pt x="770" y="227"/>
                      <a:pt x="725" y="137"/>
                    </a:cubicBezTo>
                    <a:cubicBezTo>
                      <a:pt x="634" y="46"/>
                      <a:pt x="499" y="1"/>
                      <a:pt x="3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3" name="Google Shape;3353;p5"/>
              <p:cNvSpPr/>
              <p:nvPr/>
            </p:nvSpPr>
            <p:spPr>
              <a:xfrm>
                <a:off x="4374875" y="3958425"/>
                <a:ext cx="71725" cy="159975"/>
              </a:xfrm>
              <a:custGeom>
                <a:rect b="b" l="l" r="r" t="t"/>
                <a:pathLst>
                  <a:path extrusionOk="0" h="6399" w="2869">
                    <a:moveTo>
                      <a:pt x="2001" y="0"/>
                    </a:moveTo>
                    <a:cubicBezTo>
                      <a:pt x="1742" y="0"/>
                      <a:pt x="1492" y="122"/>
                      <a:pt x="1375" y="394"/>
                    </a:cubicBezTo>
                    <a:cubicBezTo>
                      <a:pt x="1148" y="847"/>
                      <a:pt x="1148" y="1345"/>
                      <a:pt x="1103" y="1798"/>
                    </a:cubicBezTo>
                    <a:cubicBezTo>
                      <a:pt x="1013" y="2251"/>
                      <a:pt x="967" y="2703"/>
                      <a:pt x="832" y="3111"/>
                    </a:cubicBezTo>
                    <a:cubicBezTo>
                      <a:pt x="651" y="3971"/>
                      <a:pt x="424" y="4831"/>
                      <a:pt x="153" y="5691"/>
                    </a:cubicBezTo>
                    <a:cubicBezTo>
                      <a:pt x="1" y="6085"/>
                      <a:pt x="378" y="6399"/>
                      <a:pt x="739" y="6399"/>
                    </a:cubicBezTo>
                    <a:cubicBezTo>
                      <a:pt x="916" y="6399"/>
                      <a:pt x="1089" y="6323"/>
                      <a:pt x="1194" y="6144"/>
                    </a:cubicBezTo>
                    <a:cubicBezTo>
                      <a:pt x="1646" y="5284"/>
                      <a:pt x="2009" y="4423"/>
                      <a:pt x="2280" y="3518"/>
                    </a:cubicBezTo>
                    <a:cubicBezTo>
                      <a:pt x="2416" y="3111"/>
                      <a:pt x="2507" y="2658"/>
                      <a:pt x="2597" y="2205"/>
                    </a:cubicBezTo>
                    <a:cubicBezTo>
                      <a:pt x="2733" y="1707"/>
                      <a:pt x="2869" y="1074"/>
                      <a:pt x="2778" y="576"/>
                    </a:cubicBezTo>
                    <a:cubicBezTo>
                      <a:pt x="2701" y="214"/>
                      <a:pt x="2344" y="0"/>
                      <a:pt x="20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4" name="Google Shape;3354;p5"/>
              <p:cNvSpPr/>
              <p:nvPr/>
            </p:nvSpPr>
            <p:spPr>
              <a:xfrm>
                <a:off x="4479400" y="3929650"/>
                <a:ext cx="63400" cy="93400"/>
              </a:xfrm>
              <a:custGeom>
                <a:rect b="b" l="l" r="r" t="t"/>
                <a:pathLst>
                  <a:path extrusionOk="0" h="3736" w="2536">
                    <a:moveTo>
                      <a:pt x="2059" y="1"/>
                    </a:moveTo>
                    <a:cubicBezTo>
                      <a:pt x="1981" y="1"/>
                      <a:pt x="1906" y="30"/>
                      <a:pt x="1856" y="97"/>
                    </a:cubicBezTo>
                    <a:cubicBezTo>
                      <a:pt x="1766" y="187"/>
                      <a:pt x="1630" y="323"/>
                      <a:pt x="1585" y="414"/>
                    </a:cubicBezTo>
                    <a:cubicBezTo>
                      <a:pt x="1494" y="550"/>
                      <a:pt x="1449" y="685"/>
                      <a:pt x="1404" y="776"/>
                    </a:cubicBezTo>
                    <a:cubicBezTo>
                      <a:pt x="1359" y="957"/>
                      <a:pt x="1268" y="1093"/>
                      <a:pt x="1177" y="1229"/>
                    </a:cubicBezTo>
                    <a:cubicBezTo>
                      <a:pt x="1184" y="1222"/>
                      <a:pt x="1187" y="1219"/>
                      <a:pt x="1189" y="1219"/>
                    </a:cubicBezTo>
                    <a:cubicBezTo>
                      <a:pt x="1199" y="1219"/>
                      <a:pt x="1132" y="1325"/>
                      <a:pt x="1132" y="1364"/>
                    </a:cubicBezTo>
                    <a:cubicBezTo>
                      <a:pt x="1087" y="1410"/>
                      <a:pt x="1087" y="1500"/>
                      <a:pt x="1042" y="1545"/>
                    </a:cubicBezTo>
                    <a:cubicBezTo>
                      <a:pt x="906" y="1817"/>
                      <a:pt x="770" y="2043"/>
                      <a:pt x="634" y="2270"/>
                    </a:cubicBezTo>
                    <a:cubicBezTo>
                      <a:pt x="544" y="2360"/>
                      <a:pt x="498" y="2496"/>
                      <a:pt x="408" y="2587"/>
                    </a:cubicBezTo>
                    <a:cubicBezTo>
                      <a:pt x="408" y="2632"/>
                      <a:pt x="363" y="2677"/>
                      <a:pt x="363" y="2677"/>
                    </a:cubicBezTo>
                    <a:cubicBezTo>
                      <a:pt x="363" y="2677"/>
                      <a:pt x="317" y="2722"/>
                      <a:pt x="317" y="2722"/>
                    </a:cubicBezTo>
                    <a:cubicBezTo>
                      <a:pt x="317" y="2768"/>
                      <a:pt x="272" y="2768"/>
                      <a:pt x="272" y="2768"/>
                    </a:cubicBezTo>
                    <a:cubicBezTo>
                      <a:pt x="227" y="2813"/>
                      <a:pt x="227" y="2858"/>
                      <a:pt x="182" y="2858"/>
                    </a:cubicBezTo>
                    <a:cubicBezTo>
                      <a:pt x="46" y="3085"/>
                      <a:pt x="0" y="3402"/>
                      <a:pt x="182" y="3583"/>
                    </a:cubicBezTo>
                    <a:cubicBezTo>
                      <a:pt x="301" y="3678"/>
                      <a:pt x="446" y="3736"/>
                      <a:pt x="582" y="3736"/>
                    </a:cubicBezTo>
                    <a:cubicBezTo>
                      <a:pt x="704" y="3736"/>
                      <a:pt x="820" y="3690"/>
                      <a:pt x="906" y="3583"/>
                    </a:cubicBezTo>
                    <a:cubicBezTo>
                      <a:pt x="1313" y="3130"/>
                      <a:pt x="1675" y="2632"/>
                      <a:pt x="1947" y="2089"/>
                    </a:cubicBezTo>
                    <a:cubicBezTo>
                      <a:pt x="2264" y="1545"/>
                      <a:pt x="2536" y="866"/>
                      <a:pt x="2400" y="233"/>
                    </a:cubicBezTo>
                    <a:cubicBezTo>
                      <a:pt x="2342" y="89"/>
                      <a:pt x="2194" y="1"/>
                      <a:pt x="20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5" name="Google Shape;3355;p5"/>
              <p:cNvSpPr/>
              <p:nvPr/>
            </p:nvSpPr>
            <p:spPr>
              <a:xfrm>
                <a:off x="2941400" y="3549575"/>
                <a:ext cx="82450" cy="171050"/>
              </a:xfrm>
              <a:custGeom>
                <a:rect b="b" l="l" r="r" t="t"/>
                <a:pathLst>
                  <a:path extrusionOk="0" h="6842" w="3298">
                    <a:moveTo>
                      <a:pt x="1903" y="0"/>
                    </a:moveTo>
                    <a:cubicBezTo>
                      <a:pt x="1772" y="0"/>
                      <a:pt x="1643" y="54"/>
                      <a:pt x="1539" y="180"/>
                    </a:cubicBezTo>
                    <a:cubicBezTo>
                      <a:pt x="679" y="1176"/>
                      <a:pt x="0" y="2398"/>
                      <a:pt x="136" y="3756"/>
                    </a:cubicBezTo>
                    <a:cubicBezTo>
                      <a:pt x="181" y="4390"/>
                      <a:pt x="362" y="4979"/>
                      <a:pt x="679" y="5522"/>
                    </a:cubicBezTo>
                    <a:cubicBezTo>
                      <a:pt x="860" y="5793"/>
                      <a:pt x="1041" y="6020"/>
                      <a:pt x="1268" y="6246"/>
                    </a:cubicBezTo>
                    <a:cubicBezTo>
                      <a:pt x="1494" y="6472"/>
                      <a:pt x="1811" y="6744"/>
                      <a:pt x="2173" y="6835"/>
                    </a:cubicBezTo>
                    <a:cubicBezTo>
                      <a:pt x="2214" y="6839"/>
                      <a:pt x="2255" y="6841"/>
                      <a:pt x="2296" y="6841"/>
                    </a:cubicBezTo>
                    <a:cubicBezTo>
                      <a:pt x="2667" y="6841"/>
                      <a:pt x="3042" y="6658"/>
                      <a:pt x="3124" y="6291"/>
                    </a:cubicBezTo>
                    <a:cubicBezTo>
                      <a:pt x="3124" y="6201"/>
                      <a:pt x="3169" y="6110"/>
                      <a:pt x="3169" y="6020"/>
                    </a:cubicBezTo>
                    <a:cubicBezTo>
                      <a:pt x="3298" y="5590"/>
                      <a:pt x="2978" y="5201"/>
                      <a:pt x="2559" y="5201"/>
                    </a:cubicBezTo>
                    <a:cubicBezTo>
                      <a:pt x="2536" y="5201"/>
                      <a:pt x="2513" y="5203"/>
                      <a:pt x="2490" y="5205"/>
                    </a:cubicBezTo>
                    <a:cubicBezTo>
                      <a:pt x="2445" y="5160"/>
                      <a:pt x="2445" y="5160"/>
                      <a:pt x="2399" y="5114"/>
                    </a:cubicBezTo>
                    <a:cubicBezTo>
                      <a:pt x="2309" y="5024"/>
                      <a:pt x="2264" y="4979"/>
                      <a:pt x="2173" y="4888"/>
                    </a:cubicBezTo>
                    <a:cubicBezTo>
                      <a:pt x="2173" y="4888"/>
                      <a:pt x="2173" y="4888"/>
                      <a:pt x="2173" y="4843"/>
                    </a:cubicBezTo>
                    <a:cubicBezTo>
                      <a:pt x="2173" y="4843"/>
                      <a:pt x="2173" y="4843"/>
                      <a:pt x="2128" y="4797"/>
                    </a:cubicBezTo>
                    <a:lnTo>
                      <a:pt x="2037" y="4662"/>
                    </a:lnTo>
                    <a:cubicBezTo>
                      <a:pt x="1992" y="4571"/>
                      <a:pt x="1947" y="4481"/>
                      <a:pt x="1902" y="4390"/>
                    </a:cubicBezTo>
                    <a:cubicBezTo>
                      <a:pt x="1902" y="4390"/>
                      <a:pt x="1902" y="4390"/>
                      <a:pt x="1902" y="4345"/>
                    </a:cubicBezTo>
                    <a:cubicBezTo>
                      <a:pt x="1856" y="4300"/>
                      <a:pt x="1856" y="4254"/>
                      <a:pt x="1811" y="4164"/>
                    </a:cubicBezTo>
                    <a:cubicBezTo>
                      <a:pt x="1766" y="4073"/>
                      <a:pt x="1766" y="3983"/>
                      <a:pt x="1720" y="3847"/>
                    </a:cubicBezTo>
                    <a:cubicBezTo>
                      <a:pt x="1720" y="3802"/>
                      <a:pt x="1720" y="3756"/>
                      <a:pt x="1720" y="3711"/>
                    </a:cubicBezTo>
                    <a:lnTo>
                      <a:pt x="1720" y="3666"/>
                    </a:lnTo>
                    <a:cubicBezTo>
                      <a:pt x="1675" y="2670"/>
                      <a:pt x="1902" y="1764"/>
                      <a:pt x="2445" y="904"/>
                    </a:cubicBezTo>
                    <a:cubicBezTo>
                      <a:pt x="2681" y="465"/>
                      <a:pt x="2287" y="0"/>
                      <a:pt x="19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6" name="Google Shape;3356;p5"/>
              <p:cNvSpPr/>
              <p:nvPr/>
            </p:nvSpPr>
            <p:spPr>
              <a:xfrm>
                <a:off x="3030800" y="3666775"/>
                <a:ext cx="37375" cy="55225"/>
              </a:xfrm>
              <a:custGeom>
                <a:rect b="b" l="l" r="r" t="t"/>
                <a:pathLst>
                  <a:path extrusionOk="0" h="2209" w="1495">
                    <a:moveTo>
                      <a:pt x="535" y="0"/>
                    </a:moveTo>
                    <a:cubicBezTo>
                      <a:pt x="491" y="0"/>
                      <a:pt x="448" y="6"/>
                      <a:pt x="408" y="19"/>
                    </a:cubicBezTo>
                    <a:cubicBezTo>
                      <a:pt x="272" y="64"/>
                      <a:pt x="136" y="155"/>
                      <a:pt x="91" y="291"/>
                    </a:cubicBezTo>
                    <a:cubicBezTo>
                      <a:pt x="46" y="381"/>
                      <a:pt x="0" y="562"/>
                      <a:pt x="46" y="698"/>
                    </a:cubicBezTo>
                    <a:cubicBezTo>
                      <a:pt x="136" y="924"/>
                      <a:pt x="227" y="1151"/>
                      <a:pt x="317" y="1377"/>
                    </a:cubicBezTo>
                    <a:cubicBezTo>
                      <a:pt x="363" y="1558"/>
                      <a:pt x="453" y="1694"/>
                      <a:pt x="498" y="1830"/>
                    </a:cubicBezTo>
                    <a:cubicBezTo>
                      <a:pt x="589" y="2011"/>
                      <a:pt x="770" y="2147"/>
                      <a:pt x="996" y="2192"/>
                    </a:cubicBezTo>
                    <a:cubicBezTo>
                      <a:pt x="1030" y="2203"/>
                      <a:pt x="1067" y="2209"/>
                      <a:pt x="1105" y="2209"/>
                    </a:cubicBezTo>
                    <a:cubicBezTo>
                      <a:pt x="1217" y="2209"/>
                      <a:pt x="1336" y="2158"/>
                      <a:pt x="1404" y="2056"/>
                    </a:cubicBezTo>
                    <a:cubicBezTo>
                      <a:pt x="1494" y="1875"/>
                      <a:pt x="1494" y="1649"/>
                      <a:pt x="1449" y="1422"/>
                    </a:cubicBezTo>
                    <a:cubicBezTo>
                      <a:pt x="1449" y="1286"/>
                      <a:pt x="1404" y="1196"/>
                      <a:pt x="1359" y="1105"/>
                    </a:cubicBezTo>
                    <a:cubicBezTo>
                      <a:pt x="1268" y="879"/>
                      <a:pt x="1177" y="607"/>
                      <a:pt x="1087" y="381"/>
                    </a:cubicBezTo>
                    <a:cubicBezTo>
                      <a:pt x="996" y="245"/>
                      <a:pt x="951" y="155"/>
                      <a:pt x="815" y="64"/>
                    </a:cubicBezTo>
                    <a:cubicBezTo>
                      <a:pt x="751" y="32"/>
                      <a:pt x="642" y="0"/>
                      <a:pt x="5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7" name="Google Shape;3357;p5"/>
              <p:cNvSpPr/>
              <p:nvPr/>
            </p:nvSpPr>
            <p:spPr>
              <a:xfrm>
                <a:off x="2861050" y="3454000"/>
                <a:ext cx="22650" cy="47200"/>
              </a:xfrm>
              <a:custGeom>
                <a:rect b="b" l="l" r="r" t="t"/>
                <a:pathLst>
                  <a:path extrusionOk="0" h="1888" w="906">
                    <a:moveTo>
                      <a:pt x="373" y="1"/>
                    </a:moveTo>
                    <a:cubicBezTo>
                      <a:pt x="309" y="1"/>
                      <a:pt x="245" y="33"/>
                      <a:pt x="181" y="65"/>
                    </a:cubicBezTo>
                    <a:cubicBezTo>
                      <a:pt x="91" y="155"/>
                      <a:pt x="45" y="246"/>
                      <a:pt x="0" y="382"/>
                    </a:cubicBezTo>
                    <a:cubicBezTo>
                      <a:pt x="0" y="517"/>
                      <a:pt x="0" y="653"/>
                      <a:pt x="0" y="744"/>
                    </a:cubicBezTo>
                    <a:cubicBezTo>
                      <a:pt x="0" y="879"/>
                      <a:pt x="45" y="1061"/>
                      <a:pt x="91" y="1196"/>
                    </a:cubicBezTo>
                    <a:cubicBezTo>
                      <a:pt x="136" y="1332"/>
                      <a:pt x="181" y="1423"/>
                      <a:pt x="272" y="1559"/>
                    </a:cubicBezTo>
                    <a:cubicBezTo>
                      <a:pt x="317" y="1604"/>
                      <a:pt x="362" y="1694"/>
                      <a:pt x="408" y="1740"/>
                    </a:cubicBezTo>
                    <a:cubicBezTo>
                      <a:pt x="453" y="1785"/>
                      <a:pt x="453" y="1785"/>
                      <a:pt x="498" y="1830"/>
                    </a:cubicBezTo>
                    <a:cubicBezTo>
                      <a:pt x="543" y="1830"/>
                      <a:pt x="589" y="1875"/>
                      <a:pt x="634" y="1875"/>
                    </a:cubicBezTo>
                    <a:cubicBezTo>
                      <a:pt x="650" y="1883"/>
                      <a:pt x="667" y="1887"/>
                      <a:pt x="686" y="1887"/>
                    </a:cubicBezTo>
                    <a:cubicBezTo>
                      <a:pt x="770" y="1887"/>
                      <a:pt x="868" y="1806"/>
                      <a:pt x="906" y="1694"/>
                    </a:cubicBezTo>
                    <a:cubicBezTo>
                      <a:pt x="906" y="1604"/>
                      <a:pt x="906" y="1468"/>
                      <a:pt x="860" y="1377"/>
                    </a:cubicBezTo>
                    <a:cubicBezTo>
                      <a:pt x="860" y="1287"/>
                      <a:pt x="860" y="1242"/>
                      <a:pt x="860" y="1151"/>
                    </a:cubicBezTo>
                    <a:cubicBezTo>
                      <a:pt x="815" y="1061"/>
                      <a:pt x="815" y="925"/>
                      <a:pt x="815" y="834"/>
                    </a:cubicBezTo>
                    <a:cubicBezTo>
                      <a:pt x="815" y="695"/>
                      <a:pt x="815" y="576"/>
                      <a:pt x="815" y="427"/>
                    </a:cubicBezTo>
                    <a:cubicBezTo>
                      <a:pt x="815" y="382"/>
                      <a:pt x="815" y="336"/>
                      <a:pt x="815" y="291"/>
                    </a:cubicBezTo>
                    <a:cubicBezTo>
                      <a:pt x="815" y="246"/>
                      <a:pt x="770" y="246"/>
                      <a:pt x="770" y="200"/>
                    </a:cubicBezTo>
                    <a:cubicBezTo>
                      <a:pt x="724" y="110"/>
                      <a:pt x="589" y="19"/>
                      <a:pt x="453" y="19"/>
                    </a:cubicBezTo>
                    <a:cubicBezTo>
                      <a:pt x="426" y="6"/>
                      <a:pt x="400" y="1"/>
                      <a:pt x="37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8" name="Google Shape;3358;p5"/>
              <p:cNvSpPr/>
              <p:nvPr/>
            </p:nvSpPr>
            <p:spPr>
              <a:xfrm>
                <a:off x="4658200" y="3595375"/>
                <a:ext cx="58875" cy="120925"/>
              </a:xfrm>
              <a:custGeom>
                <a:rect b="b" l="l" r="r" t="t"/>
                <a:pathLst>
                  <a:path extrusionOk="0" h="4837" w="2355">
                    <a:moveTo>
                      <a:pt x="1616" y="0"/>
                    </a:moveTo>
                    <a:cubicBezTo>
                      <a:pt x="1280" y="0"/>
                      <a:pt x="899" y="182"/>
                      <a:pt x="861" y="521"/>
                    </a:cubicBezTo>
                    <a:cubicBezTo>
                      <a:pt x="816" y="747"/>
                      <a:pt x="771" y="974"/>
                      <a:pt x="771" y="1155"/>
                    </a:cubicBezTo>
                    <a:lnTo>
                      <a:pt x="725" y="1336"/>
                    </a:lnTo>
                    <a:lnTo>
                      <a:pt x="725" y="1562"/>
                    </a:lnTo>
                    <a:cubicBezTo>
                      <a:pt x="680" y="1924"/>
                      <a:pt x="589" y="2241"/>
                      <a:pt x="544" y="2603"/>
                    </a:cubicBezTo>
                    <a:cubicBezTo>
                      <a:pt x="499" y="2920"/>
                      <a:pt x="408" y="3237"/>
                      <a:pt x="363" y="3554"/>
                    </a:cubicBezTo>
                    <a:cubicBezTo>
                      <a:pt x="363" y="3690"/>
                      <a:pt x="318" y="3780"/>
                      <a:pt x="273" y="3916"/>
                    </a:cubicBezTo>
                    <a:cubicBezTo>
                      <a:pt x="273" y="3916"/>
                      <a:pt x="273" y="3961"/>
                      <a:pt x="273" y="3961"/>
                    </a:cubicBezTo>
                    <a:lnTo>
                      <a:pt x="273" y="4007"/>
                    </a:lnTo>
                    <a:cubicBezTo>
                      <a:pt x="91" y="4097"/>
                      <a:pt x="1" y="4369"/>
                      <a:pt x="91" y="4550"/>
                    </a:cubicBezTo>
                    <a:cubicBezTo>
                      <a:pt x="163" y="4763"/>
                      <a:pt x="317" y="4837"/>
                      <a:pt x="490" y="4837"/>
                    </a:cubicBezTo>
                    <a:cubicBezTo>
                      <a:pt x="537" y="4837"/>
                      <a:pt x="586" y="4831"/>
                      <a:pt x="635" y="4822"/>
                    </a:cubicBezTo>
                    <a:cubicBezTo>
                      <a:pt x="816" y="4822"/>
                      <a:pt x="952" y="4731"/>
                      <a:pt x="1133" y="4595"/>
                    </a:cubicBezTo>
                    <a:cubicBezTo>
                      <a:pt x="1178" y="4550"/>
                      <a:pt x="1223" y="4550"/>
                      <a:pt x="1268" y="4459"/>
                    </a:cubicBezTo>
                    <a:cubicBezTo>
                      <a:pt x="1359" y="4414"/>
                      <a:pt x="1404" y="4324"/>
                      <a:pt x="1450" y="4233"/>
                    </a:cubicBezTo>
                    <a:cubicBezTo>
                      <a:pt x="1631" y="3916"/>
                      <a:pt x="1721" y="3554"/>
                      <a:pt x="1812" y="3192"/>
                    </a:cubicBezTo>
                    <a:cubicBezTo>
                      <a:pt x="2038" y="2468"/>
                      <a:pt x="2219" y="1698"/>
                      <a:pt x="2310" y="928"/>
                    </a:cubicBezTo>
                    <a:cubicBezTo>
                      <a:pt x="2355" y="702"/>
                      <a:pt x="2355" y="521"/>
                      <a:pt x="2219" y="340"/>
                    </a:cubicBezTo>
                    <a:lnTo>
                      <a:pt x="2264" y="340"/>
                    </a:lnTo>
                    <a:cubicBezTo>
                      <a:pt x="2174" y="204"/>
                      <a:pt x="1993" y="23"/>
                      <a:pt x="1812" y="23"/>
                    </a:cubicBezTo>
                    <a:cubicBezTo>
                      <a:pt x="1750" y="8"/>
                      <a:pt x="1684" y="0"/>
                      <a:pt x="161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9" name="Google Shape;3359;p5"/>
              <p:cNvSpPr/>
              <p:nvPr/>
            </p:nvSpPr>
            <p:spPr>
              <a:xfrm>
                <a:off x="4743100" y="3646650"/>
                <a:ext cx="48675" cy="80800"/>
              </a:xfrm>
              <a:custGeom>
                <a:rect b="b" l="l" r="r" t="t"/>
                <a:pathLst>
                  <a:path extrusionOk="0" h="3232" w="1947">
                    <a:moveTo>
                      <a:pt x="1547" y="0"/>
                    </a:moveTo>
                    <a:cubicBezTo>
                      <a:pt x="1492" y="0"/>
                      <a:pt x="1441" y="17"/>
                      <a:pt x="1403" y="54"/>
                    </a:cubicBezTo>
                    <a:cubicBezTo>
                      <a:pt x="1268" y="145"/>
                      <a:pt x="1177" y="235"/>
                      <a:pt x="1087" y="371"/>
                    </a:cubicBezTo>
                    <a:cubicBezTo>
                      <a:pt x="1041" y="462"/>
                      <a:pt x="951" y="598"/>
                      <a:pt x="905" y="688"/>
                    </a:cubicBezTo>
                    <a:cubicBezTo>
                      <a:pt x="815" y="914"/>
                      <a:pt x="724" y="1141"/>
                      <a:pt x="634" y="1367"/>
                    </a:cubicBezTo>
                    <a:cubicBezTo>
                      <a:pt x="453" y="1775"/>
                      <a:pt x="272" y="2182"/>
                      <a:pt x="91" y="2589"/>
                    </a:cubicBezTo>
                    <a:cubicBezTo>
                      <a:pt x="0" y="2861"/>
                      <a:pt x="226" y="3178"/>
                      <a:pt x="453" y="3223"/>
                    </a:cubicBezTo>
                    <a:cubicBezTo>
                      <a:pt x="493" y="3229"/>
                      <a:pt x="531" y="3232"/>
                      <a:pt x="567" y="3232"/>
                    </a:cubicBezTo>
                    <a:cubicBezTo>
                      <a:pt x="815" y="3232"/>
                      <a:pt x="968" y="3098"/>
                      <a:pt x="1087" y="2861"/>
                    </a:cubicBezTo>
                    <a:cubicBezTo>
                      <a:pt x="1222" y="2454"/>
                      <a:pt x="1403" y="2046"/>
                      <a:pt x="1584" y="1639"/>
                    </a:cubicBezTo>
                    <a:cubicBezTo>
                      <a:pt x="1675" y="1412"/>
                      <a:pt x="1720" y="1231"/>
                      <a:pt x="1811" y="1005"/>
                    </a:cubicBezTo>
                    <a:cubicBezTo>
                      <a:pt x="1856" y="914"/>
                      <a:pt x="1856" y="824"/>
                      <a:pt x="1901" y="733"/>
                    </a:cubicBezTo>
                    <a:cubicBezTo>
                      <a:pt x="1947" y="552"/>
                      <a:pt x="1947" y="417"/>
                      <a:pt x="1901" y="281"/>
                    </a:cubicBezTo>
                    <a:cubicBezTo>
                      <a:pt x="1869" y="117"/>
                      <a:pt x="1693" y="0"/>
                      <a:pt x="15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0" name="Google Shape;3360;p5"/>
              <p:cNvSpPr/>
              <p:nvPr/>
            </p:nvSpPr>
            <p:spPr>
              <a:xfrm>
                <a:off x="4596700" y="3622275"/>
                <a:ext cx="302725" cy="281575"/>
              </a:xfrm>
              <a:custGeom>
                <a:rect b="b" l="l" r="r" t="t"/>
                <a:pathLst>
                  <a:path extrusionOk="0" h="11263" w="12109">
                    <a:moveTo>
                      <a:pt x="11206" y="0"/>
                    </a:moveTo>
                    <a:cubicBezTo>
                      <a:pt x="10862" y="0"/>
                      <a:pt x="10533" y="180"/>
                      <a:pt x="10474" y="577"/>
                    </a:cubicBezTo>
                    <a:cubicBezTo>
                      <a:pt x="10157" y="2795"/>
                      <a:pt x="8844" y="4696"/>
                      <a:pt x="7124" y="6099"/>
                    </a:cubicBezTo>
                    <a:cubicBezTo>
                      <a:pt x="6218" y="6869"/>
                      <a:pt x="5177" y="7503"/>
                      <a:pt x="4091" y="8091"/>
                    </a:cubicBezTo>
                    <a:cubicBezTo>
                      <a:pt x="3276" y="8499"/>
                      <a:pt x="2416" y="8861"/>
                      <a:pt x="1556" y="9268"/>
                    </a:cubicBezTo>
                    <a:cubicBezTo>
                      <a:pt x="1498" y="9240"/>
                      <a:pt x="1436" y="9225"/>
                      <a:pt x="1376" y="9225"/>
                    </a:cubicBezTo>
                    <a:cubicBezTo>
                      <a:pt x="1245" y="9225"/>
                      <a:pt x="1119" y="9295"/>
                      <a:pt x="1058" y="9449"/>
                    </a:cubicBezTo>
                    <a:cubicBezTo>
                      <a:pt x="1012" y="9495"/>
                      <a:pt x="967" y="9540"/>
                      <a:pt x="967" y="9585"/>
                    </a:cubicBezTo>
                    <a:cubicBezTo>
                      <a:pt x="831" y="9630"/>
                      <a:pt x="741" y="9676"/>
                      <a:pt x="605" y="9766"/>
                    </a:cubicBezTo>
                    <a:lnTo>
                      <a:pt x="650" y="9766"/>
                    </a:lnTo>
                    <a:cubicBezTo>
                      <a:pt x="0" y="10132"/>
                      <a:pt x="261" y="11262"/>
                      <a:pt x="976" y="11262"/>
                    </a:cubicBezTo>
                    <a:cubicBezTo>
                      <a:pt x="1058" y="11262"/>
                      <a:pt x="1146" y="11247"/>
                      <a:pt x="1239" y="11215"/>
                    </a:cubicBezTo>
                    <a:cubicBezTo>
                      <a:pt x="1782" y="11034"/>
                      <a:pt x="2325" y="10762"/>
                      <a:pt x="2868" y="10536"/>
                    </a:cubicBezTo>
                    <a:cubicBezTo>
                      <a:pt x="3062" y="10582"/>
                      <a:pt x="3271" y="10602"/>
                      <a:pt x="3487" y="10602"/>
                    </a:cubicBezTo>
                    <a:cubicBezTo>
                      <a:pt x="4331" y="10602"/>
                      <a:pt x="5289" y="10299"/>
                      <a:pt x="5901" y="10083"/>
                    </a:cubicBezTo>
                    <a:cubicBezTo>
                      <a:pt x="7124" y="9540"/>
                      <a:pt x="8165" y="8725"/>
                      <a:pt x="9070" y="7774"/>
                    </a:cubicBezTo>
                    <a:cubicBezTo>
                      <a:pt x="10836" y="5828"/>
                      <a:pt x="11877" y="3383"/>
                      <a:pt x="12058" y="803"/>
                    </a:cubicBezTo>
                    <a:cubicBezTo>
                      <a:pt x="12109" y="295"/>
                      <a:pt x="11646" y="0"/>
                      <a:pt x="112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1" name="Google Shape;3361;p5"/>
              <p:cNvSpPr/>
              <p:nvPr/>
            </p:nvSpPr>
            <p:spPr>
              <a:xfrm>
                <a:off x="4907200" y="3448700"/>
                <a:ext cx="31700" cy="126900"/>
              </a:xfrm>
              <a:custGeom>
                <a:rect b="b" l="l" r="r" t="t"/>
                <a:pathLst>
                  <a:path extrusionOk="0" h="5076" w="1268">
                    <a:moveTo>
                      <a:pt x="714" y="1"/>
                    </a:moveTo>
                    <a:cubicBezTo>
                      <a:pt x="654" y="1"/>
                      <a:pt x="595" y="16"/>
                      <a:pt x="543" y="50"/>
                    </a:cubicBezTo>
                    <a:cubicBezTo>
                      <a:pt x="181" y="277"/>
                      <a:pt x="181" y="775"/>
                      <a:pt x="136" y="1137"/>
                    </a:cubicBezTo>
                    <a:cubicBezTo>
                      <a:pt x="91" y="1544"/>
                      <a:pt x="91" y="1906"/>
                      <a:pt x="45" y="2268"/>
                    </a:cubicBezTo>
                    <a:cubicBezTo>
                      <a:pt x="0" y="2993"/>
                      <a:pt x="0" y="3762"/>
                      <a:pt x="0" y="4532"/>
                    </a:cubicBezTo>
                    <a:cubicBezTo>
                      <a:pt x="0" y="4804"/>
                      <a:pt x="272" y="5075"/>
                      <a:pt x="543" y="5075"/>
                    </a:cubicBezTo>
                    <a:cubicBezTo>
                      <a:pt x="860" y="5075"/>
                      <a:pt x="1087" y="4804"/>
                      <a:pt x="1087" y="4532"/>
                    </a:cubicBezTo>
                    <a:cubicBezTo>
                      <a:pt x="1132" y="3762"/>
                      <a:pt x="1222" y="3038"/>
                      <a:pt x="1222" y="2314"/>
                    </a:cubicBezTo>
                    <a:cubicBezTo>
                      <a:pt x="1268" y="1952"/>
                      <a:pt x="1268" y="1589"/>
                      <a:pt x="1268" y="1227"/>
                    </a:cubicBezTo>
                    <a:cubicBezTo>
                      <a:pt x="1222" y="865"/>
                      <a:pt x="1268" y="367"/>
                      <a:pt x="996" y="96"/>
                    </a:cubicBezTo>
                    <a:cubicBezTo>
                      <a:pt x="912" y="40"/>
                      <a:pt x="811" y="1"/>
                      <a:pt x="71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2" name="Google Shape;3362;p5"/>
              <p:cNvSpPr/>
              <p:nvPr/>
            </p:nvSpPr>
            <p:spPr>
              <a:xfrm>
                <a:off x="4916250" y="3358825"/>
                <a:ext cx="28300" cy="72050"/>
              </a:xfrm>
              <a:custGeom>
                <a:rect b="b" l="l" r="r" t="t"/>
                <a:pathLst>
                  <a:path extrusionOk="0" h="2882" w="1132">
                    <a:moveTo>
                      <a:pt x="338" y="0"/>
                    </a:moveTo>
                    <a:cubicBezTo>
                      <a:pt x="186" y="0"/>
                      <a:pt x="45" y="103"/>
                      <a:pt x="45" y="295"/>
                    </a:cubicBezTo>
                    <a:cubicBezTo>
                      <a:pt x="0" y="658"/>
                      <a:pt x="0" y="1020"/>
                      <a:pt x="45" y="1382"/>
                    </a:cubicBezTo>
                    <a:cubicBezTo>
                      <a:pt x="45" y="1699"/>
                      <a:pt x="91" y="2061"/>
                      <a:pt x="136" y="2423"/>
                    </a:cubicBezTo>
                    <a:cubicBezTo>
                      <a:pt x="177" y="2671"/>
                      <a:pt x="332" y="2882"/>
                      <a:pt x="600" y="2882"/>
                    </a:cubicBezTo>
                    <a:cubicBezTo>
                      <a:pt x="625" y="2882"/>
                      <a:pt x="652" y="2880"/>
                      <a:pt x="679" y="2876"/>
                    </a:cubicBezTo>
                    <a:cubicBezTo>
                      <a:pt x="815" y="2876"/>
                      <a:pt x="906" y="2785"/>
                      <a:pt x="996" y="2695"/>
                    </a:cubicBezTo>
                    <a:cubicBezTo>
                      <a:pt x="1132" y="2559"/>
                      <a:pt x="1132" y="2423"/>
                      <a:pt x="1087" y="2287"/>
                    </a:cubicBezTo>
                    <a:cubicBezTo>
                      <a:pt x="1041" y="1925"/>
                      <a:pt x="996" y="1563"/>
                      <a:pt x="951" y="1246"/>
                    </a:cubicBezTo>
                    <a:cubicBezTo>
                      <a:pt x="860" y="884"/>
                      <a:pt x="770" y="567"/>
                      <a:pt x="679" y="250"/>
                    </a:cubicBezTo>
                    <a:cubicBezTo>
                      <a:pt x="616" y="80"/>
                      <a:pt x="472" y="0"/>
                      <a:pt x="3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3" name="Google Shape;3363;p5"/>
              <p:cNvSpPr/>
              <p:nvPr/>
            </p:nvSpPr>
            <p:spPr>
              <a:xfrm>
                <a:off x="3048900" y="2368475"/>
                <a:ext cx="86000" cy="155125"/>
              </a:xfrm>
              <a:custGeom>
                <a:rect b="b" l="l" r="r" t="t"/>
                <a:pathLst>
                  <a:path extrusionOk="0" h="6205" w="3440">
                    <a:moveTo>
                      <a:pt x="2654" y="0"/>
                    </a:moveTo>
                    <a:cubicBezTo>
                      <a:pt x="2601" y="0"/>
                      <a:pt x="2546" y="9"/>
                      <a:pt x="2491" y="27"/>
                    </a:cubicBezTo>
                    <a:lnTo>
                      <a:pt x="2536" y="27"/>
                    </a:lnTo>
                    <a:cubicBezTo>
                      <a:pt x="1993" y="209"/>
                      <a:pt x="1495" y="480"/>
                      <a:pt x="1132" y="933"/>
                    </a:cubicBezTo>
                    <a:cubicBezTo>
                      <a:pt x="725" y="1386"/>
                      <a:pt x="453" y="1929"/>
                      <a:pt x="318" y="2472"/>
                    </a:cubicBezTo>
                    <a:cubicBezTo>
                      <a:pt x="1" y="3604"/>
                      <a:pt x="137" y="4826"/>
                      <a:pt x="725" y="5822"/>
                    </a:cubicBezTo>
                    <a:cubicBezTo>
                      <a:pt x="876" y="6063"/>
                      <a:pt x="1148" y="6204"/>
                      <a:pt x="1419" y="6204"/>
                    </a:cubicBezTo>
                    <a:cubicBezTo>
                      <a:pt x="1555" y="6204"/>
                      <a:pt x="1691" y="6169"/>
                      <a:pt x="1812" y="6093"/>
                    </a:cubicBezTo>
                    <a:cubicBezTo>
                      <a:pt x="2309" y="5867"/>
                      <a:pt x="2445" y="5369"/>
                      <a:pt x="2355" y="4871"/>
                    </a:cubicBezTo>
                    <a:cubicBezTo>
                      <a:pt x="2309" y="4645"/>
                      <a:pt x="2083" y="4509"/>
                      <a:pt x="1857" y="4464"/>
                    </a:cubicBezTo>
                    <a:cubicBezTo>
                      <a:pt x="1857" y="4373"/>
                      <a:pt x="1812" y="4283"/>
                      <a:pt x="1812" y="4237"/>
                    </a:cubicBezTo>
                    <a:cubicBezTo>
                      <a:pt x="1812" y="4192"/>
                      <a:pt x="1766" y="4102"/>
                      <a:pt x="1766" y="4056"/>
                    </a:cubicBezTo>
                    <a:cubicBezTo>
                      <a:pt x="1766" y="3830"/>
                      <a:pt x="1766" y="3604"/>
                      <a:pt x="1766" y="3423"/>
                    </a:cubicBezTo>
                    <a:cubicBezTo>
                      <a:pt x="1766" y="3377"/>
                      <a:pt x="1766" y="3287"/>
                      <a:pt x="1766" y="3242"/>
                    </a:cubicBezTo>
                    <a:cubicBezTo>
                      <a:pt x="1812" y="3151"/>
                      <a:pt x="1812" y="3015"/>
                      <a:pt x="1857" y="2925"/>
                    </a:cubicBezTo>
                    <a:cubicBezTo>
                      <a:pt x="1857" y="2834"/>
                      <a:pt x="1902" y="2698"/>
                      <a:pt x="1947" y="2608"/>
                    </a:cubicBezTo>
                    <a:cubicBezTo>
                      <a:pt x="1947" y="2563"/>
                      <a:pt x="1947" y="2517"/>
                      <a:pt x="1993" y="2472"/>
                    </a:cubicBezTo>
                    <a:cubicBezTo>
                      <a:pt x="1993" y="2441"/>
                      <a:pt x="2034" y="2348"/>
                      <a:pt x="2033" y="2348"/>
                    </a:cubicBezTo>
                    <a:lnTo>
                      <a:pt x="2033" y="2348"/>
                    </a:lnTo>
                    <a:cubicBezTo>
                      <a:pt x="2032" y="2348"/>
                      <a:pt x="2028" y="2357"/>
                      <a:pt x="2016" y="2380"/>
                    </a:cubicBezTo>
                    <a:lnTo>
                      <a:pt x="2016" y="2380"/>
                    </a:lnTo>
                    <a:cubicBezTo>
                      <a:pt x="2099" y="2214"/>
                      <a:pt x="2185" y="2049"/>
                      <a:pt x="2309" y="1883"/>
                    </a:cubicBezTo>
                    <a:cubicBezTo>
                      <a:pt x="2355" y="1793"/>
                      <a:pt x="2400" y="1702"/>
                      <a:pt x="2445" y="1612"/>
                    </a:cubicBezTo>
                    <a:cubicBezTo>
                      <a:pt x="2445" y="1612"/>
                      <a:pt x="2445" y="1612"/>
                      <a:pt x="2491" y="1567"/>
                    </a:cubicBezTo>
                    <a:cubicBezTo>
                      <a:pt x="2491" y="1612"/>
                      <a:pt x="2491" y="1612"/>
                      <a:pt x="2491" y="1612"/>
                    </a:cubicBezTo>
                    <a:cubicBezTo>
                      <a:pt x="2491" y="1576"/>
                      <a:pt x="2637" y="1393"/>
                      <a:pt x="2624" y="1393"/>
                    </a:cubicBezTo>
                    <a:cubicBezTo>
                      <a:pt x="2621" y="1393"/>
                      <a:pt x="2608" y="1404"/>
                      <a:pt x="2581" y="1431"/>
                    </a:cubicBezTo>
                    <a:cubicBezTo>
                      <a:pt x="2717" y="1250"/>
                      <a:pt x="2898" y="1114"/>
                      <a:pt x="3034" y="978"/>
                    </a:cubicBezTo>
                    <a:cubicBezTo>
                      <a:pt x="3440" y="653"/>
                      <a:pt x="3117" y="0"/>
                      <a:pt x="265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4" name="Google Shape;3364;p5"/>
              <p:cNvSpPr/>
              <p:nvPr/>
            </p:nvSpPr>
            <p:spPr>
              <a:xfrm>
                <a:off x="3120200" y="2434575"/>
                <a:ext cx="32850" cy="91275"/>
              </a:xfrm>
              <a:custGeom>
                <a:rect b="b" l="l" r="r" t="t"/>
                <a:pathLst>
                  <a:path extrusionOk="0" h="3651" w="1314">
                    <a:moveTo>
                      <a:pt x="801" y="0"/>
                    </a:moveTo>
                    <a:cubicBezTo>
                      <a:pt x="558" y="0"/>
                      <a:pt x="312" y="134"/>
                      <a:pt x="272" y="371"/>
                    </a:cubicBezTo>
                    <a:cubicBezTo>
                      <a:pt x="91" y="914"/>
                      <a:pt x="1" y="1458"/>
                      <a:pt x="1" y="1956"/>
                    </a:cubicBezTo>
                    <a:cubicBezTo>
                      <a:pt x="1" y="2272"/>
                      <a:pt x="1" y="2544"/>
                      <a:pt x="91" y="2816"/>
                    </a:cubicBezTo>
                    <a:cubicBezTo>
                      <a:pt x="137" y="2952"/>
                      <a:pt x="182" y="3042"/>
                      <a:pt x="227" y="3178"/>
                    </a:cubicBezTo>
                    <a:cubicBezTo>
                      <a:pt x="272" y="3359"/>
                      <a:pt x="363" y="3495"/>
                      <a:pt x="544" y="3585"/>
                    </a:cubicBezTo>
                    <a:cubicBezTo>
                      <a:pt x="604" y="3631"/>
                      <a:pt x="670" y="3651"/>
                      <a:pt x="735" y="3651"/>
                    </a:cubicBezTo>
                    <a:cubicBezTo>
                      <a:pt x="866" y="3651"/>
                      <a:pt x="997" y="3570"/>
                      <a:pt x="1087" y="3449"/>
                    </a:cubicBezTo>
                    <a:cubicBezTo>
                      <a:pt x="1223" y="3223"/>
                      <a:pt x="1178" y="2952"/>
                      <a:pt x="1223" y="2680"/>
                    </a:cubicBezTo>
                    <a:cubicBezTo>
                      <a:pt x="1223" y="2454"/>
                      <a:pt x="1178" y="2227"/>
                      <a:pt x="1178" y="1956"/>
                    </a:cubicBezTo>
                    <a:cubicBezTo>
                      <a:pt x="1178" y="1729"/>
                      <a:pt x="1178" y="1503"/>
                      <a:pt x="1223" y="1277"/>
                    </a:cubicBezTo>
                    <a:cubicBezTo>
                      <a:pt x="1223" y="1186"/>
                      <a:pt x="1223" y="1050"/>
                      <a:pt x="1223" y="960"/>
                    </a:cubicBezTo>
                    <a:lnTo>
                      <a:pt x="1223" y="914"/>
                    </a:lnTo>
                    <a:cubicBezTo>
                      <a:pt x="1223" y="914"/>
                      <a:pt x="1223" y="914"/>
                      <a:pt x="1268" y="869"/>
                    </a:cubicBezTo>
                    <a:cubicBezTo>
                      <a:pt x="1268" y="824"/>
                      <a:pt x="1268" y="733"/>
                      <a:pt x="1268" y="688"/>
                    </a:cubicBezTo>
                    <a:cubicBezTo>
                      <a:pt x="1313" y="371"/>
                      <a:pt x="1223" y="54"/>
                      <a:pt x="906" y="9"/>
                    </a:cubicBezTo>
                    <a:cubicBezTo>
                      <a:pt x="872" y="3"/>
                      <a:pt x="836" y="0"/>
                      <a:pt x="8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5" name="Google Shape;3365;p5"/>
              <p:cNvSpPr/>
              <p:nvPr/>
            </p:nvSpPr>
            <p:spPr>
              <a:xfrm>
                <a:off x="2923275" y="2278100"/>
                <a:ext cx="32850" cy="83125"/>
              </a:xfrm>
              <a:custGeom>
                <a:rect b="b" l="l" r="r" t="t"/>
                <a:pathLst>
                  <a:path extrusionOk="0" h="3325" w="1314">
                    <a:moveTo>
                      <a:pt x="886" y="1"/>
                    </a:moveTo>
                    <a:cubicBezTo>
                      <a:pt x="745" y="1"/>
                      <a:pt x="605" y="81"/>
                      <a:pt x="544" y="202"/>
                    </a:cubicBezTo>
                    <a:cubicBezTo>
                      <a:pt x="273" y="655"/>
                      <a:pt x="91" y="1198"/>
                      <a:pt x="46" y="1696"/>
                    </a:cubicBezTo>
                    <a:cubicBezTo>
                      <a:pt x="1" y="1967"/>
                      <a:pt x="46" y="2239"/>
                      <a:pt x="91" y="2511"/>
                    </a:cubicBezTo>
                    <a:cubicBezTo>
                      <a:pt x="137" y="2647"/>
                      <a:pt x="137" y="2737"/>
                      <a:pt x="182" y="2873"/>
                    </a:cubicBezTo>
                    <a:cubicBezTo>
                      <a:pt x="227" y="3009"/>
                      <a:pt x="363" y="3144"/>
                      <a:pt x="499" y="3235"/>
                    </a:cubicBezTo>
                    <a:cubicBezTo>
                      <a:pt x="555" y="3291"/>
                      <a:pt x="642" y="3324"/>
                      <a:pt x="729" y="3324"/>
                    </a:cubicBezTo>
                    <a:cubicBezTo>
                      <a:pt x="851" y="3324"/>
                      <a:pt x="970" y="3258"/>
                      <a:pt x="997" y="3099"/>
                    </a:cubicBezTo>
                    <a:cubicBezTo>
                      <a:pt x="1042" y="2918"/>
                      <a:pt x="1042" y="2873"/>
                      <a:pt x="1042" y="2647"/>
                    </a:cubicBezTo>
                    <a:cubicBezTo>
                      <a:pt x="997" y="2556"/>
                      <a:pt x="997" y="2465"/>
                      <a:pt x="997" y="2375"/>
                    </a:cubicBezTo>
                    <a:cubicBezTo>
                      <a:pt x="997" y="2375"/>
                      <a:pt x="952" y="2284"/>
                      <a:pt x="952" y="2239"/>
                    </a:cubicBezTo>
                    <a:cubicBezTo>
                      <a:pt x="952" y="2194"/>
                      <a:pt x="952" y="2149"/>
                      <a:pt x="952" y="2058"/>
                    </a:cubicBezTo>
                    <a:lnTo>
                      <a:pt x="952" y="1741"/>
                    </a:lnTo>
                    <a:cubicBezTo>
                      <a:pt x="952" y="1651"/>
                      <a:pt x="952" y="1515"/>
                      <a:pt x="952" y="1424"/>
                    </a:cubicBezTo>
                    <a:cubicBezTo>
                      <a:pt x="952" y="1379"/>
                      <a:pt x="997" y="1379"/>
                      <a:pt x="997" y="1334"/>
                    </a:cubicBezTo>
                    <a:cubicBezTo>
                      <a:pt x="997" y="1288"/>
                      <a:pt x="997" y="1243"/>
                      <a:pt x="1042" y="1198"/>
                    </a:cubicBezTo>
                    <a:cubicBezTo>
                      <a:pt x="1087" y="972"/>
                      <a:pt x="1133" y="745"/>
                      <a:pt x="1223" y="609"/>
                    </a:cubicBezTo>
                    <a:cubicBezTo>
                      <a:pt x="1314" y="383"/>
                      <a:pt x="1268" y="157"/>
                      <a:pt x="1087" y="66"/>
                    </a:cubicBezTo>
                    <a:cubicBezTo>
                      <a:pt x="1027" y="21"/>
                      <a:pt x="957" y="1"/>
                      <a:pt x="88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6" name="Google Shape;3366;p5"/>
              <p:cNvSpPr/>
              <p:nvPr/>
            </p:nvSpPr>
            <p:spPr>
              <a:xfrm>
                <a:off x="4095925" y="2284675"/>
                <a:ext cx="88125" cy="116350"/>
              </a:xfrm>
              <a:custGeom>
                <a:rect b="b" l="l" r="r" t="t"/>
                <a:pathLst>
                  <a:path extrusionOk="0" h="4654" w="3525">
                    <a:moveTo>
                      <a:pt x="474" y="0"/>
                    </a:moveTo>
                    <a:cubicBezTo>
                      <a:pt x="192" y="0"/>
                      <a:pt x="0" y="309"/>
                      <a:pt x="39" y="618"/>
                    </a:cubicBezTo>
                    <a:cubicBezTo>
                      <a:pt x="84" y="709"/>
                      <a:pt x="129" y="799"/>
                      <a:pt x="174" y="890"/>
                    </a:cubicBezTo>
                    <a:lnTo>
                      <a:pt x="220" y="980"/>
                    </a:lnTo>
                    <a:cubicBezTo>
                      <a:pt x="220" y="1025"/>
                      <a:pt x="265" y="1071"/>
                      <a:pt x="265" y="1071"/>
                    </a:cubicBezTo>
                    <a:cubicBezTo>
                      <a:pt x="265" y="1071"/>
                      <a:pt x="265" y="1071"/>
                      <a:pt x="310" y="1116"/>
                    </a:cubicBezTo>
                    <a:cubicBezTo>
                      <a:pt x="310" y="1161"/>
                      <a:pt x="310" y="1207"/>
                      <a:pt x="356" y="1252"/>
                    </a:cubicBezTo>
                    <a:cubicBezTo>
                      <a:pt x="356" y="1252"/>
                      <a:pt x="401" y="1297"/>
                      <a:pt x="401" y="1342"/>
                    </a:cubicBezTo>
                    <a:cubicBezTo>
                      <a:pt x="446" y="1388"/>
                      <a:pt x="491" y="1478"/>
                      <a:pt x="537" y="1523"/>
                    </a:cubicBezTo>
                    <a:cubicBezTo>
                      <a:pt x="672" y="1840"/>
                      <a:pt x="853" y="2112"/>
                      <a:pt x="1035" y="2429"/>
                    </a:cubicBezTo>
                    <a:cubicBezTo>
                      <a:pt x="1170" y="2700"/>
                      <a:pt x="1351" y="3017"/>
                      <a:pt x="1487" y="3289"/>
                    </a:cubicBezTo>
                    <a:cubicBezTo>
                      <a:pt x="1578" y="3470"/>
                      <a:pt x="1668" y="3606"/>
                      <a:pt x="1714" y="3787"/>
                    </a:cubicBezTo>
                    <a:cubicBezTo>
                      <a:pt x="1759" y="3832"/>
                      <a:pt x="1759" y="3923"/>
                      <a:pt x="1804" y="3968"/>
                    </a:cubicBezTo>
                    <a:cubicBezTo>
                      <a:pt x="1804" y="4013"/>
                      <a:pt x="1804" y="4013"/>
                      <a:pt x="1849" y="4058"/>
                    </a:cubicBezTo>
                    <a:cubicBezTo>
                      <a:pt x="1849" y="4104"/>
                      <a:pt x="1895" y="4194"/>
                      <a:pt x="1940" y="4240"/>
                    </a:cubicBezTo>
                    <a:cubicBezTo>
                      <a:pt x="2075" y="4509"/>
                      <a:pt x="2360" y="4653"/>
                      <a:pt x="2647" y="4653"/>
                    </a:cubicBezTo>
                    <a:cubicBezTo>
                      <a:pt x="2745" y="4653"/>
                      <a:pt x="2843" y="4636"/>
                      <a:pt x="2936" y="4602"/>
                    </a:cubicBezTo>
                    <a:cubicBezTo>
                      <a:pt x="3253" y="4421"/>
                      <a:pt x="3524" y="4013"/>
                      <a:pt x="3389" y="3651"/>
                    </a:cubicBezTo>
                    <a:cubicBezTo>
                      <a:pt x="3298" y="3244"/>
                      <a:pt x="3072" y="2881"/>
                      <a:pt x="2891" y="2565"/>
                    </a:cubicBezTo>
                    <a:cubicBezTo>
                      <a:pt x="2709" y="2248"/>
                      <a:pt x="2528" y="1931"/>
                      <a:pt x="2347" y="1659"/>
                    </a:cubicBezTo>
                    <a:cubicBezTo>
                      <a:pt x="2121" y="1342"/>
                      <a:pt x="1895" y="1025"/>
                      <a:pt x="1623" y="754"/>
                    </a:cubicBezTo>
                    <a:cubicBezTo>
                      <a:pt x="1533" y="663"/>
                      <a:pt x="1487" y="618"/>
                      <a:pt x="1442" y="573"/>
                    </a:cubicBezTo>
                    <a:cubicBezTo>
                      <a:pt x="1397" y="528"/>
                      <a:pt x="1351" y="482"/>
                      <a:pt x="1261" y="437"/>
                    </a:cubicBezTo>
                    <a:cubicBezTo>
                      <a:pt x="1300" y="437"/>
                      <a:pt x="1172" y="337"/>
                      <a:pt x="1163" y="337"/>
                    </a:cubicBezTo>
                    <a:lnTo>
                      <a:pt x="1163" y="337"/>
                    </a:lnTo>
                    <a:cubicBezTo>
                      <a:pt x="1162" y="337"/>
                      <a:pt x="1164" y="340"/>
                      <a:pt x="1170" y="346"/>
                    </a:cubicBezTo>
                    <a:cubicBezTo>
                      <a:pt x="1125" y="301"/>
                      <a:pt x="1080" y="301"/>
                      <a:pt x="1035" y="256"/>
                    </a:cubicBezTo>
                    <a:cubicBezTo>
                      <a:pt x="1035" y="256"/>
                      <a:pt x="989" y="211"/>
                      <a:pt x="989" y="211"/>
                    </a:cubicBezTo>
                    <a:cubicBezTo>
                      <a:pt x="899" y="120"/>
                      <a:pt x="808" y="75"/>
                      <a:pt x="627" y="30"/>
                    </a:cubicBezTo>
                    <a:cubicBezTo>
                      <a:pt x="574" y="10"/>
                      <a:pt x="522" y="0"/>
                      <a:pt x="4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7" name="Google Shape;3367;p5"/>
              <p:cNvSpPr/>
              <p:nvPr/>
            </p:nvSpPr>
            <p:spPr>
              <a:xfrm>
                <a:off x="4222500" y="2237375"/>
                <a:ext cx="61125" cy="89025"/>
              </a:xfrm>
              <a:custGeom>
                <a:rect b="b" l="l" r="r" t="t"/>
                <a:pathLst>
                  <a:path extrusionOk="0" h="3561" w="2445">
                    <a:moveTo>
                      <a:pt x="535" y="0"/>
                    </a:moveTo>
                    <a:cubicBezTo>
                      <a:pt x="378" y="0"/>
                      <a:pt x="227" y="81"/>
                      <a:pt x="136" y="201"/>
                    </a:cubicBezTo>
                    <a:cubicBezTo>
                      <a:pt x="0" y="382"/>
                      <a:pt x="0" y="654"/>
                      <a:pt x="182" y="835"/>
                    </a:cubicBezTo>
                    <a:cubicBezTo>
                      <a:pt x="363" y="1016"/>
                      <a:pt x="544" y="1197"/>
                      <a:pt x="725" y="1424"/>
                    </a:cubicBezTo>
                    <a:lnTo>
                      <a:pt x="770" y="1514"/>
                    </a:lnTo>
                    <a:cubicBezTo>
                      <a:pt x="815" y="1559"/>
                      <a:pt x="861" y="1605"/>
                      <a:pt x="906" y="1650"/>
                    </a:cubicBezTo>
                    <a:cubicBezTo>
                      <a:pt x="951" y="1786"/>
                      <a:pt x="1042" y="1876"/>
                      <a:pt x="1087" y="2012"/>
                    </a:cubicBezTo>
                    <a:cubicBezTo>
                      <a:pt x="1177" y="2148"/>
                      <a:pt x="1223" y="2238"/>
                      <a:pt x="1268" y="2374"/>
                    </a:cubicBezTo>
                    <a:lnTo>
                      <a:pt x="1313" y="2465"/>
                    </a:lnTo>
                    <a:cubicBezTo>
                      <a:pt x="1359" y="2555"/>
                      <a:pt x="1359" y="2646"/>
                      <a:pt x="1404" y="2736"/>
                    </a:cubicBezTo>
                    <a:cubicBezTo>
                      <a:pt x="1449" y="2782"/>
                      <a:pt x="1494" y="2827"/>
                      <a:pt x="1540" y="2872"/>
                    </a:cubicBezTo>
                    <a:lnTo>
                      <a:pt x="1585" y="2872"/>
                    </a:lnTo>
                    <a:cubicBezTo>
                      <a:pt x="1585" y="2963"/>
                      <a:pt x="1630" y="3008"/>
                      <a:pt x="1630" y="3053"/>
                    </a:cubicBezTo>
                    <a:cubicBezTo>
                      <a:pt x="1675" y="3189"/>
                      <a:pt x="1766" y="3280"/>
                      <a:pt x="1811" y="3415"/>
                    </a:cubicBezTo>
                    <a:cubicBezTo>
                      <a:pt x="1870" y="3513"/>
                      <a:pt x="1971" y="3560"/>
                      <a:pt x="2070" y="3560"/>
                    </a:cubicBezTo>
                    <a:cubicBezTo>
                      <a:pt x="2201" y="3560"/>
                      <a:pt x="2329" y="3479"/>
                      <a:pt x="2354" y="3325"/>
                    </a:cubicBezTo>
                    <a:cubicBezTo>
                      <a:pt x="2400" y="3189"/>
                      <a:pt x="2400" y="3008"/>
                      <a:pt x="2400" y="2872"/>
                    </a:cubicBezTo>
                    <a:cubicBezTo>
                      <a:pt x="2400" y="2782"/>
                      <a:pt x="2400" y="2736"/>
                      <a:pt x="2400" y="2646"/>
                    </a:cubicBezTo>
                    <a:lnTo>
                      <a:pt x="2400" y="2601"/>
                    </a:lnTo>
                    <a:cubicBezTo>
                      <a:pt x="2400" y="2555"/>
                      <a:pt x="2400" y="2510"/>
                      <a:pt x="2400" y="2465"/>
                    </a:cubicBezTo>
                    <a:cubicBezTo>
                      <a:pt x="2445" y="2238"/>
                      <a:pt x="2309" y="2057"/>
                      <a:pt x="2219" y="1876"/>
                    </a:cubicBezTo>
                    <a:cubicBezTo>
                      <a:pt x="2173" y="1740"/>
                      <a:pt x="2128" y="1605"/>
                      <a:pt x="2038" y="1469"/>
                    </a:cubicBezTo>
                    <a:cubicBezTo>
                      <a:pt x="1721" y="926"/>
                      <a:pt x="1268" y="473"/>
                      <a:pt x="770" y="66"/>
                    </a:cubicBezTo>
                    <a:cubicBezTo>
                      <a:pt x="695" y="20"/>
                      <a:pt x="614" y="0"/>
                      <a:pt x="5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8" name="Google Shape;3368;p5"/>
              <p:cNvSpPr/>
              <p:nvPr/>
            </p:nvSpPr>
            <p:spPr>
              <a:xfrm>
                <a:off x="2956100" y="1959175"/>
                <a:ext cx="55475" cy="154500"/>
              </a:xfrm>
              <a:custGeom>
                <a:rect b="b" l="l" r="r" t="t"/>
                <a:pathLst>
                  <a:path extrusionOk="0" h="6180" w="2219">
                    <a:moveTo>
                      <a:pt x="1582" y="0"/>
                    </a:moveTo>
                    <a:cubicBezTo>
                      <a:pt x="1438" y="0"/>
                      <a:pt x="1299" y="70"/>
                      <a:pt x="1223" y="238"/>
                    </a:cubicBezTo>
                    <a:cubicBezTo>
                      <a:pt x="453" y="1778"/>
                      <a:pt x="1" y="3498"/>
                      <a:pt x="227" y="5218"/>
                    </a:cubicBezTo>
                    <a:cubicBezTo>
                      <a:pt x="269" y="5718"/>
                      <a:pt x="617" y="6179"/>
                      <a:pt x="1131" y="6179"/>
                    </a:cubicBezTo>
                    <a:cubicBezTo>
                      <a:pt x="1175" y="6179"/>
                      <a:pt x="1221" y="6176"/>
                      <a:pt x="1268" y="6169"/>
                    </a:cubicBezTo>
                    <a:cubicBezTo>
                      <a:pt x="1811" y="6078"/>
                      <a:pt x="2219" y="5309"/>
                      <a:pt x="1676" y="4992"/>
                    </a:cubicBezTo>
                    <a:cubicBezTo>
                      <a:pt x="1676" y="4946"/>
                      <a:pt x="1676" y="4946"/>
                      <a:pt x="1676" y="4901"/>
                    </a:cubicBezTo>
                    <a:cubicBezTo>
                      <a:pt x="1630" y="4811"/>
                      <a:pt x="1630" y="4675"/>
                      <a:pt x="1630" y="4539"/>
                    </a:cubicBezTo>
                    <a:cubicBezTo>
                      <a:pt x="1585" y="4132"/>
                      <a:pt x="1585" y="3724"/>
                      <a:pt x="1585" y="3317"/>
                    </a:cubicBezTo>
                    <a:cubicBezTo>
                      <a:pt x="1630" y="2366"/>
                      <a:pt x="1766" y="1461"/>
                      <a:pt x="2083" y="601"/>
                    </a:cubicBezTo>
                    <a:cubicBezTo>
                      <a:pt x="2173" y="271"/>
                      <a:pt x="1866" y="0"/>
                      <a:pt x="158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9" name="Google Shape;3369;p5"/>
              <p:cNvSpPr/>
              <p:nvPr/>
            </p:nvSpPr>
            <p:spPr>
              <a:xfrm>
                <a:off x="3057252" y="2012450"/>
                <a:ext cx="34000" cy="67700"/>
              </a:xfrm>
              <a:custGeom>
                <a:rect b="b" l="l" r="r" t="t"/>
                <a:pathLst>
                  <a:path extrusionOk="0" h="2708" w="1360">
                    <a:moveTo>
                      <a:pt x="743" y="0"/>
                    </a:moveTo>
                    <a:cubicBezTo>
                      <a:pt x="469" y="0"/>
                      <a:pt x="216" y="139"/>
                      <a:pt x="137" y="416"/>
                    </a:cubicBezTo>
                    <a:cubicBezTo>
                      <a:pt x="137" y="552"/>
                      <a:pt x="92" y="733"/>
                      <a:pt x="46" y="869"/>
                    </a:cubicBezTo>
                    <a:cubicBezTo>
                      <a:pt x="46" y="1005"/>
                      <a:pt x="1" y="1140"/>
                      <a:pt x="1" y="1231"/>
                    </a:cubicBezTo>
                    <a:lnTo>
                      <a:pt x="1" y="1457"/>
                    </a:lnTo>
                    <a:cubicBezTo>
                      <a:pt x="1" y="1638"/>
                      <a:pt x="1" y="1865"/>
                      <a:pt x="46" y="2046"/>
                    </a:cubicBezTo>
                    <a:cubicBezTo>
                      <a:pt x="92" y="2227"/>
                      <a:pt x="182" y="2363"/>
                      <a:pt x="273" y="2544"/>
                    </a:cubicBezTo>
                    <a:cubicBezTo>
                      <a:pt x="329" y="2658"/>
                      <a:pt x="434" y="2708"/>
                      <a:pt x="543" y="2708"/>
                    </a:cubicBezTo>
                    <a:cubicBezTo>
                      <a:pt x="694" y="2708"/>
                      <a:pt x="854" y="2611"/>
                      <a:pt x="906" y="2453"/>
                    </a:cubicBezTo>
                    <a:cubicBezTo>
                      <a:pt x="952" y="2317"/>
                      <a:pt x="997" y="2182"/>
                      <a:pt x="1042" y="2001"/>
                    </a:cubicBezTo>
                    <a:cubicBezTo>
                      <a:pt x="1087" y="1865"/>
                      <a:pt x="1087" y="1684"/>
                      <a:pt x="1087" y="1503"/>
                    </a:cubicBezTo>
                    <a:cubicBezTo>
                      <a:pt x="1133" y="1412"/>
                      <a:pt x="1178" y="1276"/>
                      <a:pt x="1178" y="1140"/>
                    </a:cubicBezTo>
                    <a:cubicBezTo>
                      <a:pt x="1178" y="1005"/>
                      <a:pt x="1223" y="869"/>
                      <a:pt x="1269" y="688"/>
                    </a:cubicBezTo>
                    <a:cubicBezTo>
                      <a:pt x="1359" y="416"/>
                      <a:pt x="1178" y="54"/>
                      <a:pt x="861" y="9"/>
                    </a:cubicBezTo>
                    <a:cubicBezTo>
                      <a:pt x="821" y="3"/>
                      <a:pt x="782" y="0"/>
                      <a:pt x="7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0" name="Google Shape;3370;p5"/>
              <p:cNvSpPr/>
              <p:nvPr/>
            </p:nvSpPr>
            <p:spPr>
              <a:xfrm>
                <a:off x="4423250" y="2550250"/>
                <a:ext cx="69750" cy="166075"/>
              </a:xfrm>
              <a:custGeom>
                <a:rect b="b" l="l" r="r" t="t"/>
                <a:pathLst>
                  <a:path extrusionOk="0" h="6643" w="2790">
                    <a:moveTo>
                      <a:pt x="502" y="1"/>
                    </a:moveTo>
                    <a:cubicBezTo>
                      <a:pt x="251" y="1"/>
                      <a:pt x="0" y="201"/>
                      <a:pt x="119" y="497"/>
                    </a:cubicBezTo>
                    <a:cubicBezTo>
                      <a:pt x="300" y="995"/>
                      <a:pt x="390" y="1493"/>
                      <a:pt x="572" y="1946"/>
                    </a:cubicBezTo>
                    <a:cubicBezTo>
                      <a:pt x="707" y="2399"/>
                      <a:pt x="843" y="2897"/>
                      <a:pt x="979" y="3349"/>
                    </a:cubicBezTo>
                    <a:cubicBezTo>
                      <a:pt x="1069" y="3757"/>
                      <a:pt x="1205" y="4164"/>
                      <a:pt x="1205" y="4526"/>
                    </a:cubicBezTo>
                    <a:cubicBezTo>
                      <a:pt x="1205" y="4662"/>
                      <a:pt x="1205" y="4798"/>
                      <a:pt x="1205" y="4889"/>
                    </a:cubicBezTo>
                    <a:cubicBezTo>
                      <a:pt x="1205" y="5070"/>
                      <a:pt x="1205" y="4934"/>
                      <a:pt x="1205" y="5070"/>
                    </a:cubicBezTo>
                    <a:cubicBezTo>
                      <a:pt x="1115" y="5386"/>
                      <a:pt x="979" y="5522"/>
                      <a:pt x="1024" y="5884"/>
                    </a:cubicBezTo>
                    <a:cubicBezTo>
                      <a:pt x="1024" y="6263"/>
                      <a:pt x="1391" y="6642"/>
                      <a:pt x="1786" y="6642"/>
                    </a:cubicBezTo>
                    <a:cubicBezTo>
                      <a:pt x="1910" y="6642"/>
                      <a:pt x="2037" y="6605"/>
                      <a:pt x="2156" y="6518"/>
                    </a:cubicBezTo>
                    <a:cubicBezTo>
                      <a:pt x="2473" y="6292"/>
                      <a:pt x="2609" y="6020"/>
                      <a:pt x="2699" y="5658"/>
                    </a:cubicBezTo>
                    <a:cubicBezTo>
                      <a:pt x="2790" y="5386"/>
                      <a:pt x="2790" y="5115"/>
                      <a:pt x="2790" y="4798"/>
                    </a:cubicBezTo>
                    <a:cubicBezTo>
                      <a:pt x="2744" y="4255"/>
                      <a:pt x="2609" y="3712"/>
                      <a:pt x="2428" y="3214"/>
                    </a:cubicBezTo>
                    <a:cubicBezTo>
                      <a:pt x="2246" y="2670"/>
                      <a:pt x="2020" y="2127"/>
                      <a:pt x="1794" y="1629"/>
                    </a:cubicBezTo>
                    <a:cubicBezTo>
                      <a:pt x="1522" y="1086"/>
                      <a:pt x="1160" y="633"/>
                      <a:pt x="843" y="181"/>
                    </a:cubicBezTo>
                    <a:cubicBezTo>
                      <a:pt x="765" y="56"/>
                      <a:pt x="634" y="1"/>
                      <a:pt x="50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1" name="Google Shape;3371;p5"/>
              <p:cNvSpPr/>
              <p:nvPr/>
            </p:nvSpPr>
            <p:spPr>
              <a:xfrm>
                <a:off x="4584650" y="2642925"/>
                <a:ext cx="50950" cy="75950"/>
              </a:xfrm>
              <a:custGeom>
                <a:rect b="b" l="l" r="r" t="t"/>
                <a:pathLst>
                  <a:path extrusionOk="0" h="3038" w="2038">
                    <a:moveTo>
                      <a:pt x="651" y="1"/>
                    </a:moveTo>
                    <a:cubicBezTo>
                      <a:pt x="546" y="1"/>
                      <a:pt x="443" y="31"/>
                      <a:pt x="363" y="95"/>
                    </a:cubicBezTo>
                    <a:cubicBezTo>
                      <a:pt x="91" y="276"/>
                      <a:pt x="0" y="548"/>
                      <a:pt x="182" y="819"/>
                    </a:cubicBezTo>
                    <a:cubicBezTo>
                      <a:pt x="317" y="1227"/>
                      <a:pt x="498" y="1634"/>
                      <a:pt x="725" y="1951"/>
                    </a:cubicBezTo>
                    <a:cubicBezTo>
                      <a:pt x="815" y="2132"/>
                      <a:pt x="951" y="2313"/>
                      <a:pt x="1042" y="2494"/>
                    </a:cubicBezTo>
                    <a:cubicBezTo>
                      <a:pt x="1177" y="2675"/>
                      <a:pt x="1313" y="2902"/>
                      <a:pt x="1540" y="2992"/>
                    </a:cubicBezTo>
                    <a:cubicBezTo>
                      <a:pt x="1585" y="3022"/>
                      <a:pt x="1645" y="3038"/>
                      <a:pt x="1707" y="3038"/>
                    </a:cubicBezTo>
                    <a:cubicBezTo>
                      <a:pt x="1831" y="3038"/>
                      <a:pt x="1962" y="2977"/>
                      <a:pt x="1992" y="2856"/>
                    </a:cubicBezTo>
                    <a:cubicBezTo>
                      <a:pt x="2038" y="2404"/>
                      <a:pt x="1856" y="1951"/>
                      <a:pt x="1675" y="1544"/>
                    </a:cubicBezTo>
                    <a:cubicBezTo>
                      <a:pt x="1540" y="1091"/>
                      <a:pt x="1313" y="684"/>
                      <a:pt x="1132" y="276"/>
                    </a:cubicBezTo>
                    <a:cubicBezTo>
                      <a:pt x="1044" y="101"/>
                      <a:pt x="844" y="1"/>
                      <a:pt x="6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2" name="Google Shape;3372;p5"/>
              <p:cNvSpPr/>
              <p:nvPr/>
            </p:nvSpPr>
            <p:spPr>
              <a:xfrm>
                <a:off x="3519700" y="3448525"/>
                <a:ext cx="66800" cy="166475"/>
              </a:xfrm>
              <a:custGeom>
                <a:rect b="b" l="l" r="r" t="t"/>
                <a:pathLst>
                  <a:path extrusionOk="0" h="6659" w="2672">
                    <a:moveTo>
                      <a:pt x="2105" y="1"/>
                    </a:moveTo>
                    <a:cubicBezTo>
                      <a:pt x="2068" y="1"/>
                      <a:pt x="2030" y="4"/>
                      <a:pt x="1992" y="12"/>
                    </a:cubicBezTo>
                    <a:cubicBezTo>
                      <a:pt x="1676" y="103"/>
                      <a:pt x="1449" y="419"/>
                      <a:pt x="1223" y="691"/>
                    </a:cubicBezTo>
                    <a:cubicBezTo>
                      <a:pt x="1042" y="963"/>
                      <a:pt x="906" y="1280"/>
                      <a:pt x="725" y="1642"/>
                    </a:cubicBezTo>
                    <a:cubicBezTo>
                      <a:pt x="453" y="2275"/>
                      <a:pt x="272" y="2909"/>
                      <a:pt x="182" y="3588"/>
                    </a:cubicBezTo>
                    <a:cubicBezTo>
                      <a:pt x="91" y="4222"/>
                      <a:pt x="1" y="4901"/>
                      <a:pt x="182" y="5535"/>
                    </a:cubicBezTo>
                    <a:cubicBezTo>
                      <a:pt x="359" y="6138"/>
                      <a:pt x="815" y="6658"/>
                      <a:pt x="1396" y="6658"/>
                    </a:cubicBezTo>
                    <a:cubicBezTo>
                      <a:pt x="1556" y="6658"/>
                      <a:pt x="1726" y="6619"/>
                      <a:pt x="1902" y="6531"/>
                    </a:cubicBezTo>
                    <a:cubicBezTo>
                      <a:pt x="2309" y="6304"/>
                      <a:pt x="2309" y="5761"/>
                      <a:pt x="2038" y="5444"/>
                    </a:cubicBezTo>
                    <a:lnTo>
                      <a:pt x="2038" y="5444"/>
                    </a:lnTo>
                    <a:cubicBezTo>
                      <a:pt x="2069" y="5476"/>
                      <a:pt x="2100" y="5528"/>
                      <a:pt x="2102" y="5528"/>
                    </a:cubicBezTo>
                    <a:cubicBezTo>
                      <a:pt x="2102" y="5528"/>
                      <a:pt x="2097" y="5518"/>
                      <a:pt x="2083" y="5490"/>
                    </a:cubicBezTo>
                    <a:cubicBezTo>
                      <a:pt x="1992" y="5354"/>
                      <a:pt x="1902" y="5309"/>
                      <a:pt x="1811" y="5218"/>
                    </a:cubicBezTo>
                    <a:lnTo>
                      <a:pt x="1811" y="5173"/>
                    </a:lnTo>
                    <a:lnTo>
                      <a:pt x="1766" y="5173"/>
                    </a:lnTo>
                    <a:cubicBezTo>
                      <a:pt x="1766" y="5127"/>
                      <a:pt x="1766" y="5082"/>
                      <a:pt x="1766" y="5082"/>
                    </a:cubicBezTo>
                    <a:lnTo>
                      <a:pt x="1721" y="4946"/>
                    </a:lnTo>
                    <a:cubicBezTo>
                      <a:pt x="1676" y="4448"/>
                      <a:pt x="1721" y="3905"/>
                      <a:pt x="1811" y="3498"/>
                    </a:cubicBezTo>
                    <a:cubicBezTo>
                      <a:pt x="1902" y="2955"/>
                      <a:pt x="2038" y="2411"/>
                      <a:pt x="2173" y="1913"/>
                    </a:cubicBezTo>
                    <a:cubicBezTo>
                      <a:pt x="2309" y="1415"/>
                      <a:pt x="2671" y="782"/>
                      <a:pt x="2490" y="284"/>
                    </a:cubicBezTo>
                    <a:cubicBezTo>
                      <a:pt x="2453" y="95"/>
                      <a:pt x="2289" y="1"/>
                      <a:pt x="210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3" name="Google Shape;3373;p5"/>
              <p:cNvSpPr/>
              <p:nvPr/>
            </p:nvSpPr>
            <p:spPr>
              <a:xfrm>
                <a:off x="3564975" y="35789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4" name="Google Shape;3374;p5"/>
              <p:cNvSpPr/>
              <p:nvPr/>
            </p:nvSpPr>
            <p:spPr>
              <a:xfrm>
                <a:off x="3583075" y="3497475"/>
                <a:ext cx="45300" cy="83775"/>
              </a:xfrm>
              <a:custGeom>
                <a:rect b="b" l="l" r="r" t="t"/>
                <a:pathLst>
                  <a:path extrusionOk="0" h="3351" w="1812">
                    <a:moveTo>
                      <a:pt x="1359" y="1"/>
                    </a:moveTo>
                    <a:cubicBezTo>
                      <a:pt x="1132" y="1"/>
                      <a:pt x="906" y="136"/>
                      <a:pt x="861" y="363"/>
                    </a:cubicBezTo>
                    <a:cubicBezTo>
                      <a:pt x="815" y="589"/>
                      <a:pt x="725" y="815"/>
                      <a:pt x="680" y="1042"/>
                    </a:cubicBezTo>
                    <a:cubicBezTo>
                      <a:pt x="634" y="1132"/>
                      <a:pt x="634" y="1268"/>
                      <a:pt x="589" y="1359"/>
                    </a:cubicBezTo>
                    <a:cubicBezTo>
                      <a:pt x="544" y="1404"/>
                      <a:pt x="544" y="1449"/>
                      <a:pt x="499" y="1494"/>
                    </a:cubicBezTo>
                    <a:cubicBezTo>
                      <a:pt x="499" y="1528"/>
                      <a:pt x="450" y="1635"/>
                      <a:pt x="460" y="1635"/>
                    </a:cubicBezTo>
                    <a:cubicBezTo>
                      <a:pt x="463" y="1635"/>
                      <a:pt x="475" y="1621"/>
                      <a:pt x="499" y="1585"/>
                    </a:cubicBezTo>
                    <a:lnTo>
                      <a:pt x="499" y="1585"/>
                    </a:lnTo>
                    <a:cubicBezTo>
                      <a:pt x="453" y="1676"/>
                      <a:pt x="408" y="1766"/>
                      <a:pt x="363" y="1857"/>
                    </a:cubicBezTo>
                    <a:cubicBezTo>
                      <a:pt x="363" y="1857"/>
                      <a:pt x="363" y="1947"/>
                      <a:pt x="318" y="1947"/>
                    </a:cubicBezTo>
                    <a:cubicBezTo>
                      <a:pt x="272" y="2083"/>
                      <a:pt x="227" y="2174"/>
                      <a:pt x="182" y="2309"/>
                    </a:cubicBezTo>
                    <a:cubicBezTo>
                      <a:pt x="136" y="2400"/>
                      <a:pt x="91" y="2536"/>
                      <a:pt x="46" y="2626"/>
                    </a:cubicBezTo>
                    <a:cubicBezTo>
                      <a:pt x="46" y="2626"/>
                      <a:pt x="46" y="2671"/>
                      <a:pt x="1" y="2717"/>
                    </a:cubicBezTo>
                    <a:cubicBezTo>
                      <a:pt x="1" y="2762"/>
                      <a:pt x="1" y="2807"/>
                      <a:pt x="1" y="2898"/>
                    </a:cubicBezTo>
                    <a:cubicBezTo>
                      <a:pt x="1" y="2988"/>
                      <a:pt x="46" y="3079"/>
                      <a:pt x="91" y="3169"/>
                    </a:cubicBezTo>
                    <a:cubicBezTo>
                      <a:pt x="136" y="3305"/>
                      <a:pt x="272" y="3351"/>
                      <a:pt x="408" y="3351"/>
                    </a:cubicBezTo>
                    <a:cubicBezTo>
                      <a:pt x="680" y="3351"/>
                      <a:pt x="815" y="3260"/>
                      <a:pt x="951" y="3079"/>
                    </a:cubicBezTo>
                    <a:cubicBezTo>
                      <a:pt x="1042" y="2943"/>
                      <a:pt x="1087" y="2853"/>
                      <a:pt x="1178" y="2762"/>
                    </a:cubicBezTo>
                    <a:cubicBezTo>
                      <a:pt x="1313" y="2536"/>
                      <a:pt x="1404" y="2264"/>
                      <a:pt x="1494" y="1992"/>
                    </a:cubicBezTo>
                    <a:cubicBezTo>
                      <a:pt x="1630" y="1494"/>
                      <a:pt x="1721" y="997"/>
                      <a:pt x="1766" y="453"/>
                    </a:cubicBezTo>
                    <a:cubicBezTo>
                      <a:pt x="1811" y="227"/>
                      <a:pt x="1585" y="46"/>
                      <a:pt x="13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5" name="Google Shape;3375;p5"/>
              <p:cNvSpPr/>
              <p:nvPr/>
            </p:nvSpPr>
            <p:spPr>
              <a:xfrm>
                <a:off x="3416725" y="3516575"/>
                <a:ext cx="37350" cy="87350"/>
              </a:xfrm>
              <a:custGeom>
                <a:rect b="b" l="l" r="r" t="t"/>
                <a:pathLst>
                  <a:path extrusionOk="0" h="3494" w="1494">
                    <a:moveTo>
                      <a:pt x="511" y="0"/>
                    </a:moveTo>
                    <a:cubicBezTo>
                      <a:pt x="492" y="0"/>
                      <a:pt x="473" y="2"/>
                      <a:pt x="453" y="6"/>
                    </a:cubicBezTo>
                    <a:cubicBezTo>
                      <a:pt x="226" y="6"/>
                      <a:pt x="45" y="187"/>
                      <a:pt x="45" y="414"/>
                    </a:cubicBezTo>
                    <a:cubicBezTo>
                      <a:pt x="0" y="957"/>
                      <a:pt x="91" y="1500"/>
                      <a:pt x="226" y="1998"/>
                    </a:cubicBezTo>
                    <a:cubicBezTo>
                      <a:pt x="272" y="2270"/>
                      <a:pt x="362" y="2541"/>
                      <a:pt x="498" y="2768"/>
                    </a:cubicBezTo>
                    <a:cubicBezTo>
                      <a:pt x="543" y="2903"/>
                      <a:pt x="634" y="3039"/>
                      <a:pt x="679" y="3130"/>
                    </a:cubicBezTo>
                    <a:cubicBezTo>
                      <a:pt x="724" y="3175"/>
                      <a:pt x="770" y="3266"/>
                      <a:pt x="860" y="3311"/>
                    </a:cubicBezTo>
                    <a:cubicBezTo>
                      <a:pt x="905" y="3356"/>
                      <a:pt x="951" y="3401"/>
                      <a:pt x="996" y="3447"/>
                    </a:cubicBezTo>
                    <a:cubicBezTo>
                      <a:pt x="1050" y="3479"/>
                      <a:pt x="1107" y="3493"/>
                      <a:pt x="1162" y="3493"/>
                    </a:cubicBezTo>
                    <a:cubicBezTo>
                      <a:pt x="1337" y="3493"/>
                      <a:pt x="1494" y="3347"/>
                      <a:pt x="1494" y="3175"/>
                    </a:cubicBezTo>
                    <a:cubicBezTo>
                      <a:pt x="1494" y="2903"/>
                      <a:pt x="1358" y="2677"/>
                      <a:pt x="1313" y="2451"/>
                    </a:cubicBezTo>
                    <a:cubicBezTo>
                      <a:pt x="1222" y="2224"/>
                      <a:pt x="1177" y="1998"/>
                      <a:pt x="1087" y="1772"/>
                    </a:cubicBezTo>
                    <a:cubicBezTo>
                      <a:pt x="951" y="1274"/>
                      <a:pt x="905" y="912"/>
                      <a:pt x="860" y="414"/>
                    </a:cubicBezTo>
                    <a:cubicBezTo>
                      <a:pt x="860" y="207"/>
                      <a:pt x="709" y="0"/>
                      <a:pt x="5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6" name="Google Shape;3376;p5"/>
              <p:cNvSpPr/>
              <p:nvPr/>
            </p:nvSpPr>
            <p:spPr>
              <a:xfrm>
                <a:off x="3452925" y="3418550"/>
                <a:ext cx="47550" cy="88300"/>
              </a:xfrm>
              <a:custGeom>
                <a:rect b="b" l="l" r="r" t="t"/>
                <a:pathLst>
                  <a:path extrusionOk="0" h="3532" w="1902">
                    <a:moveTo>
                      <a:pt x="1364" y="0"/>
                    </a:moveTo>
                    <a:cubicBezTo>
                      <a:pt x="1257" y="0"/>
                      <a:pt x="1155" y="34"/>
                      <a:pt x="1087" y="125"/>
                    </a:cubicBezTo>
                    <a:cubicBezTo>
                      <a:pt x="680" y="577"/>
                      <a:pt x="408" y="1075"/>
                      <a:pt x="227" y="1618"/>
                    </a:cubicBezTo>
                    <a:cubicBezTo>
                      <a:pt x="137" y="1890"/>
                      <a:pt x="46" y="2207"/>
                      <a:pt x="46" y="2479"/>
                    </a:cubicBezTo>
                    <a:cubicBezTo>
                      <a:pt x="1" y="2795"/>
                      <a:pt x="46" y="3248"/>
                      <a:pt x="272" y="3429"/>
                    </a:cubicBezTo>
                    <a:cubicBezTo>
                      <a:pt x="340" y="3497"/>
                      <a:pt x="431" y="3531"/>
                      <a:pt x="527" y="3531"/>
                    </a:cubicBezTo>
                    <a:cubicBezTo>
                      <a:pt x="623" y="3531"/>
                      <a:pt x="725" y="3497"/>
                      <a:pt x="816" y="3429"/>
                    </a:cubicBezTo>
                    <a:cubicBezTo>
                      <a:pt x="951" y="3293"/>
                      <a:pt x="997" y="3112"/>
                      <a:pt x="997" y="2931"/>
                    </a:cubicBezTo>
                    <a:cubicBezTo>
                      <a:pt x="997" y="2949"/>
                      <a:pt x="997" y="2957"/>
                      <a:pt x="997" y="2957"/>
                    </a:cubicBezTo>
                    <a:cubicBezTo>
                      <a:pt x="998" y="2957"/>
                      <a:pt x="1006" y="2841"/>
                      <a:pt x="1042" y="2841"/>
                    </a:cubicBezTo>
                    <a:cubicBezTo>
                      <a:pt x="1042" y="2750"/>
                      <a:pt x="1042" y="2705"/>
                      <a:pt x="1042" y="2660"/>
                    </a:cubicBezTo>
                    <a:cubicBezTo>
                      <a:pt x="1087" y="2569"/>
                      <a:pt x="1087" y="2479"/>
                      <a:pt x="1087" y="2388"/>
                    </a:cubicBezTo>
                    <a:cubicBezTo>
                      <a:pt x="1087" y="2406"/>
                      <a:pt x="1087" y="2413"/>
                      <a:pt x="1088" y="2413"/>
                    </a:cubicBezTo>
                    <a:cubicBezTo>
                      <a:pt x="1089" y="2413"/>
                      <a:pt x="1096" y="2297"/>
                      <a:pt x="1132" y="2297"/>
                    </a:cubicBezTo>
                    <a:cubicBezTo>
                      <a:pt x="1132" y="2162"/>
                      <a:pt x="1178" y="2026"/>
                      <a:pt x="1178" y="1935"/>
                    </a:cubicBezTo>
                    <a:cubicBezTo>
                      <a:pt x="1223" y="1800"/>
                      <a:pt x="1268" y="1664"/>
                      <a:pt x="1314" y="1573"/>
                    </a:cubicBezTo>
                    <a:cubicBezTo>
                      <a:pt x="1314" y="1528"/>
                      <a:pt x="1314" y="1437"/>
                      <a:pt x="1359" y="1392"/>
                    </a:cubicBezTo>
                    <a:cubicBezTo>
                      <a:pt x="1359" y="1392"/>
                      <a:pt x="1359" y="1392"/>
                      <a:pt x="1359" y="1347"/>
                    </a:cubicBezTo>
                    <a:cubicBezTo>
                      <a:pt x="1359" y="1347"/>
                      <a:pt x="1404" y="1302"/>
                      <a:pt x="1404" y="1302"/>
                    </a:cubicBezTo>
                    <a:cubicBezTo>
                      <a:pt x="1495" y="1075"/>
                      <a:pt x="1630" y="849"/>
                      <a:pt x="1766" y="668"/>
                    </a:cubicBezTo>
                    <a:cubicBezTo>
                      <a:pt x="1902" y="487"/>
                      <a:pt x="1811" y="215"/>
                      <a:pt x="1676" y="79"/>
                    </a:cubicBezTo>
                    <a:cubicBezTo>
                      <a:pt x="1585" y="34"/>
                      <a:pt x="1472" y="0"/>
                      <a:pt x="13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7" name="Google Shape;3377;p5"/>
              <p:cNvSpPr/>
              <p:nvPr/>
            </p:nvSpPr>
            <p:spPr>
              <a:xfrm>
                <a:off x="3316000" y="3466350"/>
                <a:ext cx="65025" cy="123425"/>
              </a:xfrm>
              <a:custGeom>
                <a:rect b="b" l="l" r="r" t="t"/>
                <a:pathLst>
                  <a:path extrusionOk="0" h="4937" w="2601">
                    <a:moveTo>
                      <a:pt x="447" y="1"/>
                    </a:moveTo>
                    <a:cubicBezTo>
                      <a:pt x="283" y="1"/>
                      <a:pt x="113" y="114"/>
                      <a:pt x="91" y="340"/>
                    </a:cubicBezTo>
                    <a:cubicBezTo>
                      <a:pt x="0" y="1246"/>
                      <a:pt x="136" y="2106"/>
                      <a:pt x="498" y="2966"/>
                    </a:cubicBezTo>
                    <a:cubicBezTo>
                      <a:pt x="815" y="3690"/>
                      <a:pt x="1404" y="4596"/>
                      <a:pt x="2173" y="4912"/>
                    </a:cubicBezTo>
                    <a:cubicBezTo>
                      <a:pt x="2215" y="4929"/>
                      <a:pt x="2256" y="4936"/>
                      <a:pt x="2295" y="4936"/>
                    </a:cubicBezTo>
                    <a:cubicBezTo>
                      <a:pt x="2470" y="4936"/>
                      <a:pt x="2601" y="4789"/>
                      <a:pt x="2490" y="4641"/>
                    </a:cubicBezTo>
                    <a:cubicBezTo>
                      <a:pt x="2264" y="4279"/>
                      <a:pt x="2037" y="4007"/>
                      <a:pt x="1811" y="3690"/>
                    </a:cubicBezTo>
                    <a:cubicBezTo>
                      <a:pt x="1585" y="3328"/>
                      <a:pt x="1404" y="2966"/>
                      <a:pt x="1222" y="2604"/>
                    </a:cubicBezTo>
                    <a:cubicBezTo>
                      <a:pt x="906" y="1879"/>
                      <a:pt x="770" y="1110"/>
                      <a:pt x="770" y="340"/>
                    </a:cubicBezTo>
                    <a:cubicBezTo>
                      <a:pt x="770" y="114"/>
                      <a:pt x="611" y="1"/>
                      <a:pt x="4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8" name="Google Shape;3378;p5"/>
              <p:cNvSpPr/>
              <p:nvPr/>
            </p:nvSpPr>
            <p:spPr>
              <a:xfrm>
                <a:off x="3521975" y="3661575"/>
                <a:ext cx="37275" cy="37525"/>
              </a:xfrm>
              <a:custGeom>
                <a:rect b="b" l="l" r="r" t="t"/>
                <a:pathLst>
                  <a:path extrusionOk="0" h="1501" w="1491">
                    <a:moveTo>
                      <a:pt x="543" y="1"/>
                    </a:moveTo>
                    <a:cubicBezTo>
                      <a:pt x="498" y="46"/>
                      <a:pt x="453" y="46"/>
                      <a:pt x="408" y="46"/>
                    </a:cubicBezTo>
                    <a:cubicBezTo>
                      <a:pt x="317" y="91"/>
                      <a:pt x="226" y="136"/>
                      <a:pt x="181" y="182"/>
                    </a:cubicBezTo>
                    <a:cubicBezTo>
                      <a:pt x="91" y="227"/>
                      <a:pt x="45" y="317"/>
                      <a:pt x="45" y="363"/>
                    </a:cubicBezTo>
                    <a:cubicBezTo>
                      <a:pt x="0" y="453"/>
                      <a:pt x="0" y="499"/>
                      <a:pt x="0" y="589"/>
                    </a:cubicBezTo>
                    <a:cubicBezTo>
                      <a:pt x="0" y="815"/>
                      <a:pt x="91" y="997"/>
                      <a:pt x="272" y="1087"/>
                    </a:cubicBezTo>
                    <a:lnTo>
                      <a:pt x="589" y="1268"/>
                    </a:lnTo>
                    <a:cubicBezTo>
                      <a:pt x="679" y="1313"/>
                      <a:pt x="724" y="1359"/>
                      <a:pt x="770" y="1359"/>
                    </a:cubicBezTo>
                    <a:cubicBezTo>
                      <a:pt x="860" y="1404"/>
                      <a:pt x="951" y="1449"/>
                      <a:pt x="1041" y="1494"/>
                    </a:cubicBezTo>
                    <a:cubicBezTo>
                      <a:pt x="1061" y="1498"/>
                      <a:pt x="1080" y="1500"/>
                      <a:pt x="1100" y="1500"/>
                    </a:cubicBezTo>
                    <a:cubicBezTo>
                      <a:pt x="1305" y="1500"/>
                      <a:pt x="1490" y="1290"/>
                      <a:pt x="1449" y="1042"/>
                    </a:cubicBezTo>
                    <a:cubicBezTo>
                      <a:pt x="1403" y="997"/>
                      <a:pt x="1403" y="906"/>
                      <a:pt x="1358" y="815"/>
                    </a:cubicBezTo>
                    <a:cubicBezTo>
                      <a:pt x="1313" y="770"/>
                      <a:pt x="1268" y="680"/>
                      <a:pt x="1268" y="634"/>
                    </a:cubicBezTo>
                    <a:lnTo>
                      <a:pt x="1041" y="317"/>
                    </a:lnTo>
                    <a:cubicBezTo>
                      <a:pt x="951" y="136"/>
                      <a:pt x="770" y="1"/>
                      <a:pt x="5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9" name="Google Shape;3379;p5"/>
              <p:cNvSpPr/>
              <p:nvPr/>
            </p:nvSpPr>
            <p:spPr>
              <a:xfrm>
                <a:off x="3095300" y="3402925"/>
                <a:ext cx="110950" cy="74425"/>
              </a:xfrm>
              <a:custGeom>
                <a:rect b="b" l="l" r="r" t="t"/>
                <a:pathLst>
                  <a:path extrusionOk="0" h="2977" w="4438">
                    <a:moveTo>
                      <a:pt x="775" y="0"/>
                    </a:moveTo>
                    <a:cubicBezTo>
                      <a:pt x="524" y="0"/>
                      <a:pt x="272" y="101"/>
                      <a:pt x="182" y="342"/>
                    </a:cubicBezTo>
                    <a:cubicBezTo>
                      <a:pt x="46" y="569"/>
                      <a:pt x="1" y="795"/>
                      <a:pt x="91" y="1066"/>
                    </a:cubicBezTo>
                    <a:cubicBezTo>
                      <a:pt x="137" y="1202"/>
                      <a:pt x="227" y="1338"/>
                      <a:pt x="272" y="1429"/>
                    </a:cubicBezTo>
                    <a:cubicBezTo>
                      <a:pt x="408" y="1655"/>
                      <a:pt x="544" y="1836"/>
                      <a:pt x="680" y="1972"/>
                    </a:cubicBezTo>
                    <a:cubicBezTo>
                      <a:pt x="951" y="2289"/>
                      <a:pt x="1314" y="2560"/>
                      <a:pt x="1676" y="2696"/>
                    </a:cubicBezTo>
                    <a:cubicBezTo>
                      <a:pt x="2030" y="2853"/>
                      <a:pt x="2418" y="2977"/>
                      <a:pt x="2810" y="2977"/>
                    </a:cubicBezTo>
                    <a:cubicBezTo>
                      <a:pt x="2869" y="2977"/>
                      <a:pt x="2929" y="2974"/>
                      <a:pt x="2989" y="2968"/>
                    </a:cubicBezTo>
                    <a:cubicBezTo>
                      <a:pt x="3396" y="2968"/>
                      <a:pt x="3803" y="2832"/>
                      <a:pt x="4211" y="2696"/>
                    </a:cubicBezTo>
                    <a:cubicBezTo>
                      <a:pt x="4392" y="2606"/>
                      <a:pt x="4437" y="2334"/>
                      <a:pt x="4392" y="2153"/>
                    </a:cubicBezTo>
                    <a:cubicBezTo>
                      <a:pt x="4317" y="2003"/>
                      <a:pt x="4149" y="1915"/>
                      <a:pt x="3990" y="1915"/>
                    </a:cubicBezTo>
                    <a:cubicBezTo>
                      <a:pt x="3957" y="1915"/>
                      <a:pt x="3925" y="1919"/>
                      <a:pt x="3894" y="1927"/>
                    </a:cubicBezTo>
                    <a:lnTo>
                      <a:pt x="3803" y="1927"/>
                    </a:lnTo>
                    <a:cubicBezTo>
                      <a:pt x="3758" y="1927"/>
                      <a:pt x="3758" y="1927"/>
                      <a:pt x="3713" y="1972"/>
                    </a:cubicBezTo>
                    <a:cubicBezTo>
                      <a:pt x="3622" y="1972"/>
                      <a:pt x="3577" y="1972"/>
                      <a:pt x="3486" y="1927"/>
                    </a:cubicBezTo>
                    <a:lnTo>
                      <a:pt x="3305" y="1927"/>
                    </a:lnTo>
                    <a:lnTo>
                      <a:pt x="3124" y="1881"/>
                    </a:lnTo>
                    <a:cubicBezTo>
                      <a:pt x="3124" y="1881"/>
                      <a:pt x="3079" y="1881"/>
                      <a:pt x="3034" y="1836"/>
                    </a:cubicBezTo>
                    <a:cubicBezTo>
                      <a:pt x="2989" y="1836"/>
                      <a:pt x="2943" y="1791"/>
                      <a:pt x="2898" y="1791"/>
                    </a:cubicBezTo>
                    <a:cubicBezTo>
                      <a:pt x="2853" y="1791"/>
                      <a:pt x="2807" y="1745"/>
                      <a:pt x="2762" y="1745"/>
                    </a:cubicBezTo>
                    <a:cubicBezTo>
                      <a:pt x="2626" y="1700"/>
                      <a:pt x="2491" y="1610"/>
                      <a:pt x="2355" y="1519"/>
                    </a:cubicBezTo>
                    <a:cubicBezTo>
                      <a:pt x="2314" y="1479"/>
                      <a:pt x="2273" y="1438"/>
                      <a:pt x="2200" y="1430"/>
                    </a:cubicBezTo>
                    <a:lnTo>
                      <a:pt x="2200" y="1430"/>
                    </a:lnTo>
                    <a:cubicBezTo>
                      <a:pt x="2194" y="1422"/>
                      <a:pt x="2186" y="1407"/>
                      <a:pt x="2174" y="1383"/>
                    </a:cubicBezTo>
                    <a:cubicBezTo>
                      <a:pt x="2128" y="1383"/>
                      <a:pt x="2128" y="1338"/>
                      <a:pt x="2083" y="1293"/>
                    </a:cubicBezTo>
                    <a:cubicBezTo>
                      <a:pt x="1993" y="1202"/>
                      <a:pt x="1857" y="1112"/>
                      <a:pt x="1766" y="976"/>
                    </a:cubicBezTo>
                    <a:cubicBezTo>
                      <a:pt x="1766" y="931"/>
                      <a:pt x="1721" y="931"/>
                      <a:pt x="1721" y="885"/>
                    </a:cubicBezTo>
                    <a:cubicBezTo>
                      <a:pt x="1676" y="840"/>
                      <a:pt x="1630" y="750"/>
                      <a:pt x="1585" y="704"/>
                    </a:cubicBezTo>
                    <a:cubicBezTo>
                      <a:pt x="1495" y="433"/>
                      <a:pt x="1359" y="206"/>
                      <a:pt x="1133" y="71"/>
                    </a:cubicBezTo>
                    <a:cubicBezTo>
                      <a:pt x="1027" y="25"/>
                      <a:pt x="901" y="0"/>
                      <a:pt x="7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0" name="Google Shape;3380;p5"/>
              <p:cNvSpPr/>
              <p:nvPr/>
            </p:nvSpPr>
            <p:spPr>
              <a:xfrm>
                <a:off x="3149625" y="34375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1" name="Google Shape;3381;p5"/>
              <p:cNvSpPr/>
              <p:nvPr/>
            </p:nvSpPr>
            <p:spPr>
              <a:xfrm>
                <a:off x="3070400" y="3576700"/>
                <a:ext cx="63400" cy="104375"/>
              </a:xfrm>
              <a:custGeom>
                <a:rect b="b" l="l" r="r" t="t"/>
                <a:pathLst>
                  <a:path extrusionOk="0" h="4175" w="2536">
                    <a:moveTo>
                      <a:pt x="544" y="0"/>
                    </a:moveTo>
                    <a:cubicBezTo>
                      <a:pt x="408" y="0"/>
                      <a:pt x="272" y="46"/>
                      <a:pt x="182" y="136"/>
                    </a:cubicBezTo>
                    <a:cubicBezTo>
                      <a:pt x="1" y="363"/>
                      <a:pt x="1" y="634"/>
                      <a:pt x="182" y="861"/>
                    </a:cubicBezTo>
                    <a:cubicBezTo>
                      <a:pt x="363" y="1087"/>
                      <a:pt x="544" y="1268"/>
                      <a:pt x="680" y="1540"/>
                    </a:cubicBezTo>
                    <a:cubicBezTo>
                      <a:pt x="861" y="1811"/>
                      <a:pt x="997" y="2083"/>
                      <a:pt x="1133" y="2354"/>
                    </a:cubicBezTo>
                    <a:cubicBezTo>
                      <a:pt x="1314" y="2626"/>
                      <a:pt x="1449" y="2852"/>
                      <a:pt x="1585" y="3169"/>
                    </a:cubicBezTo>
                    <a:cubicBezTo>
                      <a:pt x="1676" y="3441"/>
                      <a:pt x="1812" y="3712"/>
                      <a:pt x="1947" y="4029"/>
                    </a:cubicBezTo>
                    <a:cubicBezTo>
                      <a:pt x="1998" y="4130"/>
                      <a:pt x="2092" y="4175"/>
                      <a:pt x="2191" y="4175"/>
                    </a:cubicBezTo>
                    <a:cubicBezTo>
                      <a:pt x="2357" y="4175"/>
                      <a:pt x="2536" y="4047"/>
                      <a:pt x="2536" y="3848"/>
                    </a:cubicBezTo>
                    <a:cubicBezTo>
                      <a:pt x="2536" y="3486"/>
                      <a:pt x="2491" y="3169"/>
                      <a:pt x="2400" y="2852"/>
                    </a:cubicBezTo>
                    <a:cubicBezTo>
                      <a:pt x="2264" y="2490"/>
                      <a:pt x="2219" y="2128"/>
                      <a:pt x="2038" y="1811"/>
                    </a:cubicBezTo>
                    <a:cubicBezTo>
                      <a:pt x="1766" y="1223"/>
                      <a:pt x="1359" y="634"/>
                      <a:pt x="906" y="136"/>
                    </a:cubicBezTo>
                    <a:cubicBezTo>
                      <a:pt x="816" y="46"/>
                      <a:pt x="680" y="0"/>
                      <a:pt x="5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2" name="Google Shape;3382;p5"/>
              <p:cNvSpPr/>
              <p:nvPr/>
            </p:nvSpPr>
            <p:spPr>
              <a:xfrm>
                <a:off x="3131525" y="3751525"/>
                <a:ext cx="62275" cy="116475"/>
              </a:xfrm>
              <a:custGeom>
                <a:rect b="b" l="l" r="r" t="t"/>
                <a:pathLst>
                  <a:path extrusionOk="0" h="4659" w="2491">
                    <a:moveTo>
                      <a:pt x="578" y="1"/>
                    </a:moveTo>
                    <a:cubicBezTo>
                      <a:pt x="348" y="1"/>
                      <a:pt x="120" y="163"/>
                      <a:pt x="46" y="386"/>
                    </a:cubicBezTo>
                    <a:cubicBezTo>
                      <a:pt x="0" y="658"/>
                      <a:pt x="136" y="929"/>
                      <a:pt x="453" y="1020"/>
                    </a:cubicBezTo>
                    <a:lnTo>
                      <a:pt x="544" y="1065"/>
                    </a:lnTo>
                    <a:cubicBezTo>
                      <a:pt x="634" y="1111"/>
                      <a:pt x="679" y="1156"/>
                      <a:pt x="770" y="1201"/>
                    </a:cubicBezTo>
                    <a:cubicBezTo>
                      <a:pt x="815" y="1246"/>
                      <a:pt x="815" y="1246"/>
                      <a:pt x="860" y="1292"/>
                    </a:cubicBezTo>
                    <a:cubicBezTo>
                      <a:pt x="860" y="1292"/>
                      <a:pt x="906" y="1337"/>
                      <a:pt x="906" y="1382"/>
                    </a:cubicBezTo>
                    <a:cubicBezTo>
                      <a:pt x="906" y="1382"/>
                      <a:pt x="951" y="1382"/>
                      <a:pt x="951" y="1427"/>
                    </a:cubicBezTo>
                    <a:cubicBezTo>
                      <a:pt x="951" y="1427"/>
                      <a:pt x="996" y="1473"/>
                      <a:pt x="996" y="1473"/>
                    </a:cubicBezTo>
                    <a:cubicBezTo>
                      <a:pt x="1042" y="1518"/>
                      <a:pt x="1042" y="1563"/>
                      <a:pt x="1087" y="1609"/>
                    </a:cubicBezTo>
                    <a:cubicBezTo>
                      <a:pt x="1087" y="1609"/>
                      <a:pt x="1115" y="1665"/>
                      <a:pt x="1132" y="1699"/>
                    </a:cubicBezTo>
                    <a:lnTo>
                      <a:pt x="1132" y="1699"/>
                    </a:lnTo>
                    <a:cubicBezTo>
                      <a:pt x="1177" y="1835"/>
                      <a:pt x="1223" y="2016"/>
                      <a:pt x="1268" y="2152"/>
                    </a:cubicBezTo>
                    <a:cubicBezTo>
                      <a:pt x="1268" y="2197"/>
                      <a:pt x="1268" y="2242"/>
                      <a:pt x="1268" y="2288"/>
                    </a:cubicBezTo>
                    <a:cubicBezTo>
                      <a:pt x="1268" y="2423"/>
                      <a:pt x="1268" y="2514"/>
                      <a:pt x="1268" y="2604"/>
                    </a:cubicBezTo>
                    <a:cubicBezTo>
                      <a:pt x="1268" y="2786"/>
                      <a:pt x="1268" y="3012"/>
                      <a:pt x="1223" y="3193"/>
                    </a:cubicBezTo>
                    <a:cubicBezTo>
                      <a:pt x="1177" y="3600"/>
                      <a:pt x="1087" y="3963"/>
                      <a:pt x="1042" y="4370"/>
                    </a:cubicBezTo>
                    <a:cubicBezTo>
                      <a:pt x="1042" y="4506"/>
                      <a:pt x="1132" y="4642"/>
                      <a:pt x="1268" y="4642"/>
                    </a:cubicBezTo>
                    <a:cubicBezTo>
                      <a:pt x="1302" y="4653"/>
                      <a:pt x="1336" y="4659"/>
                      <a:pt x="1369" y="4659"/>
                    </a:cubicBezTo>
                    <a:cubicBezTo>
                      <a:pt x="1469" y="4659"/>
                      <a:pt x="1562" y="4608"/>
                      <a:pt x="1630" y="4506"/>
                    </a:cubicBezTo>
                    <a:cubicBezTo>
                      <a:pt x="2173" y="3736"/>
                      <a:pt x="2490" y="2695"/>
                      <a:pt x="2264" y="1744"/>
                    </a:cubicBezTo>
                    <a:lnTo>
                      <a:pt x="2309" y="1744"/>
                    </a:lnTo>
                    <a:cubicBezTo>
                      <a:pt x="2083" y="975"/>
                      <a:pt x="1540" y="250"/>
                      <a:pt x="725" y="24"/>
                    </a:cubicBezTo>
                    <a:cubicBezTo>
                      <a:pt x="677" y="8"/>
                      <a:pt x="627" y="1"/>
                      <a:pt x="57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3" name="Google Shape;3383;p5"/>
              <p:cNvSpPr/>
              <p:nvPr/>
            </p:nvSpPr>
            <p:spPr>
              <a:xfrm>
                <a:off x="3119075" y="3942250"/>
                <a:ext cx="14725" cy="14725"/>
              </a:xfrm>
              <a:custGeom>
                <a:rect b="b" l="l" r="r" t="t"/>
                <a:pathLst>
                  <a:path extrusionOk="0" h="589" w="589">
                    <a:moveTo>
                      <a:pt x="182" y="0"/>
                    </a:moveTo>
                    <a:cubicBezTo>
                      <a:pt x="136" y="0"/>
                      <a:pt x="91" y="46"/>
                      <a:pt x="91" y="46"/>
                    </a:cubicBezTo>
                    <a:cubicBezTo>
                      <a:pt x="46" y="91"/>
                      <a:pt x="46" y="91"/>
                      <a:pt x="0" y="136"/>
                    </a:cubicBezTo>
                    <a:cubicBezTo>
                      <a:pt x="0" y="181"/>
                      <a:pt x="0" y="181"/>
                      <a:pt x="0" y="227"/>
                    </a:cubicBezTo>
                    <a:cubicBezTo>
                      <a:pt x="0" y="272"/>
                      <a:pt x="0" y="317"/>
                      <a:pt x="46" y="362"/>
                    </a:cubicBezTo>
                    <a:cubicBezTo>
                      <a:pt x="46" y="408"/>
                      <a:pt x="91" y="408"/>
                      <a:pt x="136" y="453"/>
                    </a:cubicBezTo>
                    <a:cubicBezTo>
                      <a:pt x="182" y="498"/>
                      <a:pt x="227" y="498"/>
                      <a:pt x="272" y="544"/>
                    </a:cubicBezTo>
                    <a:cubicBezTo>
                      <a:pt x="317" y="544"/>
                      <a:pt x="317" y="589"/>
                      <a:pt x="317" y="589"/>
                    </a:cubicBezTo>
                    <a:lnTo>
                      <a:pt x="408" y="589"/>
                    </a:lnTo>
                    <a:cubicBezTo>
                      <a:pt x="453" y="589"/>
                      <a:pt x="453" y="589"/>
                      <a:pt x="453" y="544"/>
                    </a:cubicBezTo>
                    <a:cubicBezTo>
                      <a:pt x="498" y="544"/>
                      <a:pt x="498" y="544"/>
                      <a:pt x="544" y="498"/>
                    </a:cubicBezTo>
                    <a:cubicBezTo>
                      <a:pt x="544" y="498"/>
                      <a:pt x="544" y="498"/>
                      <a:pt x="589" y="453"/>
                    </a:cubicBezTo>
                    <a:cubicBezTo>
                      <a:pt x="589" y="453"/>
                      <a:pt x="589" y="453"/>
                      <a:pt x="589" y="408"/>
                    </a:cubicBezTo>
                    <a:cubicBezTo>
                      <a:pt x="589" y="408"/>
                      <a:pt x="589" y="362"/>
                      <a:pt x="589" y="317"/>
                    </a:cubicBezTo>
                    <a:cubicBezTo>
                      <a:pt x="589" y="317"/>
                      <a:pt x="589" y="272"/>
                      <a:pt x="589" y="272"/>
                    </a:cubicBezTo>
                    <a:cubicBezTo>
                      <a:pt x="544" y="227"/>
                      <a:pt x="498" y="136"/>
                      <a:pt x="453" y="91"/>
                    </a:cubicBezTo>
                    <a:cubicBezTo>
                      <a:pt x="453" y="46"/>
                      <a:pt x="408" y="46"/>
                      <a:pt x="3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384" name="Google Shape;3384;p5"/>
          <p:cNvGrpSpPr/>
          <p:nvPr/>
        </p:nvGrpSpPr>
        <p:grpSpPr>
          <a:xfrm>
            <a:off x="6494600" y="321710"/>
            <a:ext cx="2192579" cy="1137268"/>
            <a:chOff x="233350" y="949250"/>
            <a:chExt cx="7137300" cy="3802300"/>
          </a:xfrm>
        </p:grpSpPr>
        <p:sp>
          <p:nvSpPr>
            <p:cNvPr id="3385" name="Google Shape;3385;p5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5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5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5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5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5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5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5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5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5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5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5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5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5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5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5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5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5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5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5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5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5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5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5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5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5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5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5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5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5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5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5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5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5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5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5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5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5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5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5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5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5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5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5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5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5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5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2" name="Google Shape;3432;p5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3" name="Google Shape;3433;p5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5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" name="Google Shape;3435;p5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36" name="Google Shape;3436;p5"/>
          <p:cNvSpPr txBox="1"/>
          <p:nvPr/>
        </p:nvSpPr>
        <p:spPr>
          <a:xfrm>
            <a:off x="1036804" y="1827954"/>
            <a:ext cx="3950146" cy="2575418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Char char="•"/>
            </a:pPr>
            <a:r>
              <a:rPr b="0" i="0" lang="hu-HU" sz="28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Automatikus slideshow</a:t>
            </a:r>
            <a:endParaRPr b="0" i="0" sz="28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Char char="•"/>
            </a:pPr>
            <a:r>
              <a:rPr b="0" i="0" lang="hu-HU" sz="28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Kártyás megjelenítés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Char char="•"/>
            </a:pPr>
            <a:r>
              <a:rPr b="0" i="0" lang="hu-HU" sz="28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Szűrési lehetőségek 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Char char="•"/>
            </a:pPr>
            <a:r>
              <a:rPr b="0" i="0" lang="hu-HU" sz="28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Űrlap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Char char="•"/>
            </a:pPr>
            <a:r>
              <a:rPr b="0" i="0" lang="hu-HU" sz="28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Örökbefogadás</a:t>
            </a:r>
            <a:endParaRPr b="0" i="0" sz="28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•"/>
            </a:pPr>
            <a:r>
              <a:rPr lang="hu-HU" sz="2800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Admin felület</a:t>
            </a:r>
            <a:endParaRPr sz="2800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</p:txBody>
      </p:sp>
      <p:grpSp>
        <p:nvGrpSpPr>
          <p:cNvPr id="3437" name="Google Shape;3437;p5"/>
          <p:cNvGrpSpPr/>
          <p:nvPr/>
        </p:nvGrpSpPr>
        <p:grpSpPr>
          <a:xfrm rot="395887">
            <a:off x="5316670" y="3762418"/>
            <a:ext cx="1417629" cy="1072445"/>
            <a:chOff x="1572675" y="854575"/>
            <a:chExt cx="778575" cy="569450"/>
          </a:xfrm>
        </p:grpSpPr>
        <p:sp>
          <p:nvSpPr>
            <p:cNvPr id="3438" name="Google Shape;3438;p5"/>
            <p:cNvSpPr/>
            <p:nvPr/>
          </p:nvSpPr>
          <p:spPr>
            <a:xfrm>
              <a:off x="1580250" y="854575"/>
              <a:ext cx="716650" cy="569425"/>
            </a:xfrm>
            <a:custGeom>
              <a:rect b="b" l="l" r="r" t="t"/>
              <a:pathLst>
                <a:path extrusionOk="0" h="22777" w="28666">
                  <a:moveTo>
                    <a:pt x="14613" y="18857"/>
                  </a:moveTo>
                  <a:lnTo>
                    <a:pt x="14663" y="18863"/>
                  </a:lnTo>
                  <a:lnTo>
                    <a:pt x="14663" y="18876"/>
                  </a:lnTo>
                  <a:lnTo>
                    <a:pt x="14613" y="18857"/>
                  </a:lnTo>
                  <a:close/>
                  <a:moveTo>
                    <a:pt x="14814" y="18885"/>
                  </a:moveTo>
                  <a:cubicBezTo>
                    <a:pt x="16191" y="19076"/>
                    <a:pt x="17518" y="19133"/>
                    <a:pt x="18609" y="19133"/>
                  </a:cubicBezTo>
                  <a:cubicBezTo>
                    <a:pt x="20206" y="19133"/>
                    <a:pt x="21297" y="19011"/>
                    <a:pt x="21297" y="19011"/>
                  </a:cubicBezTo>
                  <a:lnTo>
                    <a:pt x="21297" y="19011"/>
                  </a:lnTo>
                  <a:cubicBezTo>
                    <a:pt x="20482" y="19679"/>
                    <a:pt x="19636" y="19947"/>
                    <a:pt x="18715" y="19947"/>
                  </a:cubicBezTo>
                  <a:cubicBezTo>
                    <a:pt x="18674" y="19947"/>
                    <a:pt x="18633" y="19947"/>
                    <a:pt x="18592" y="19946"/>
                  </a:cubicBezTo>
                  <a:lnTo>
                    <a:pt x="18595" y="19946"/>
                  </a:lnTo>
                  <a:cubicBezTo>
                    <a:pt x="18595" y="19933"/>
                    <a:pt x="18595" y="19924"/>
                    <a:pt x="18589" y="19924"/>
                  </a:cubicBezTo>
                  <a:cubicBezTo>
                    <a:pt x="18531" y="19909"/>
                    <a:pt x="18188" y="19903"/>
                    <a:pt x="17883" y="19881"/>
                  </a:cubicBezTo>
                  <a:cubicBezTo>
                    <a:pt x="17670" y="19847"/>
                    <a:pt x="17451" y="19804"/>
                    <a:pt x="17229" y="19748"/>
                  </a:cubicBezTo>
                  <a:cubicBezTo>
                    <a:pt x="17081" y="19671"/>
                    <a:pt x="16692" y="19582"/>
                    <a:pt x="16461" y="19536"/>
                  </a:cubicBezTo>
                  <a:cubicBezTo>
                    <a:pt x="16223" y="19462"/>
                    <a:pt x="15983" y="19378"/>
                    <a:pt x="15736" y="19289"/>
                  </a:cubicBezTo>
                  <a:lnTo>
                    <a:pt x="14814" y="18885"/>
                  </a:lnTo>
                  <a:close/>
                  <a:moveTo>
                    <a:pt x="7961" y="0"/>
                  </a:moveTo>
                  <a:cubicBezTo>
                    <a:pt x="7419" y="0"/>
                    <a:pt x="8011" y="2774"/>
                    <a:pt x="7899" y="3331"/>
                  </a:cubicBezTo>
                  <a:lnTo>
                    <a:pt x="7029" y="3938"/>
                  </a:lnTo>
                  <a:cubicBezTo>
                    <a:pt x="7029" y="3938"/>
                    <a:pt x="7035" y="3945"/>
                    <a:pt x="7045" y="3954"/>
                  </a:cubicBezTo>
                  <a:cubicBezTo>
                    <a:pt x="6940" y="4022"/>
                    <a:pt x="6832" y="4093"/>
                    <a:pt x="6718" y="4164"/>
                  </a:cubicBezTo>
                  <a:cubicBezTo>
                    <a:pt x="6428" y="4312"/>
                    <a:pt x="6150" y="4481"/>
                    <a:pt x="5888" y="4672"/>
                  </a:cubicBezTo>
                  <a:cubicBezTo>
                    <a:pt x="5731" y="4765"/>
                    <a:pt x="5573" y="4854"/>
                    <a:pt x="5425" y="4935"/>
                  </a:cubicBezTo>
                  <a:cubicBezTo>
                    <a:pt x="5393" y="4894"/>
                    <a:pt x="5372" y="4870"/>
                    <a:pt x="5360" y="4870"/>
                  </a:cubicBezTo>
                  <a:cubicBezTo>
                    <a:pt x="5359" y="4870"/>
                    <a:pt x="5358" y="4870"/>
                    <a:pt x="5358" y="4870"/>
                  </a:cubicBezTo>
                  <a:cubicBezTo>
                    <a:pt x="5234" y="4895"/>
                    <a:pt x="4213" y="5379"/>
                    <a:pt x="4213" y="5379"/>
                  </a:cubicBezTo>
                  <a:lnTo>
                    <a:pt x="4216" y="5385"/>
                  </a:lnTo>
                  <a:cubicBezTo>
                    <a:pt x="3418" y="5255"/>
                    <a:pt x="1724" y="3587"/>
                    <a:pt x="1135" y="3420"/>
                  </a:cubicBezTo>
                  <a:cubicBezTo>
                    <a:pt x="1127" y="3418"/>
                    <a:pt x="1119" y="3417"/>
                    <a:pt x="1111" y="3417"/>
                  </a:cubicBezTo>
                  <a:cubicBezTo>
                    <a:pt x="498" y="3417"/>
                    <a:pt x="62" y="10227"/>
                    <a:pt x="62" y="10227"/>
                  </a:cubicBezTo>
                  <a:cubicBezTo>
                    <a:pt x="62" y="10227"/>
                    <a:pt x="0" y="11082"/>
                    <a:pt x="228" y="12158"/>
                  </a:cubicBezTo>
                  <a:cubicBezTo>
                    <a:pt x="225" y="12343"/>
                    <a:pt x="299" y="12695"/>
                    <a:pt x="401" y="12824"/>
                  </a:cubicBezTo>
                  <a:cubicBezTo>
                    <a:pt x="623" y="13527"/>
                    <a:pt x="981" y="14271"/>
                    <a:pt x="1561" y="14909"/>
                  </a:cubicBezTo>
                  <a:cubicBezTo>
                    <a:pt x="1743" y="15140"/>
                    <a:pt x="2033" y="15421"/>
                    <a:pt x="2094" y="15421"/>
                  </a:cubicBezTo>
                  <a:cubicBezTo>
                    <a:pt x="2097" y="15421"/>
                    <a:pt x="2101" y="15418"/>
                    <a:pt x="2104" y="15418"/>
                  </a:cubicBezTo>
                  <a:cubicBezTo>
                    <a:pt x="2585" y="15804"/>
                    <a:pt x="3177" y="16118"/>
                    <a:pt x="3908" y="16319"/>
                  </a:cubicBezTo>
                  <a:cubicBezTo>
                    <a:pt x="4426" y="16457"/>
                    <a:pt x="4957" y="16547"/>
                    <a:pt x="5490" y="16590"/>
                  </a:cubicBezTo>
                  <a:cubicBezTo>
                    <a:pt x="4784" y="16750"/>
                    <a:pt x="4404" y="16957"/>
                    <a:pt x="4395" y="16963"/>
                  </a:cubicBezTo>
                  <a:cubicBezTo>
                    <a:pt x="4367" y="16979"/>
                    <a:pt x="4355" y="17006"/>
                    <a:pt x="4358" y="17037"/>
                  </a:cubicBezTo>
                  <a:cubicBezTo>
                    <a:pt x="4025" y="17161"/>
                    <a:pt x="3664" y="17358"/>
                    <a:pt x="3609" y="17531"/>
                  </a:cubicBezTo>
                  <a:cubicBezTo>
                    <a:pt x="1868" y="18788"/>
                    <a:pt x="1471" y="20663"/>
                    <a:pt x="3681" y="20663"/>
                  </a:cubicBezTo>
                  <a:cubicBezTo>
                    <a:pt x="4176" y="20663"/>
                    <a:pt x="4802" y="20569"/>
                    <a:pt x="5573" y="20353"/>
                  </a:cubicBezTo>
                  <a:cubicBezTo>
                    <a:pt x="6753" y="20023"/>
                    <a:pt x="7865" y="19887"/>
                    <a:pt x="8921" y="19887"/>
                  </a:cubicBezTo>
                  <a:cubicBezTo>
                    <a:pt x="13791" y="19887"/>
                    <a:pt x="17437" y="22777"/>
                    <a:pt x="20714" y="22777"/>
                  </a:cubicBezTo>
                  <a:cubicBezTo>
                    <a:pt x="20774" y="22777"/>
                    <a:pt x="20834" y="22776"/>
                    <a:pt x="20893" y="22774"/>
                  </a:cubicBezTo>
                  <a:cubicBezTo>
                    <a:pt x="21544" y="22746"/>
                    <a:pt x="22188" y="22629"/>
                    <a:pt x="22808" y="22422"/>
                  </a:cubicBezTo>
                  <a:cubicBezTo>
                    <a:pt x="23330" y="22293"/>
                    <a:pt x="23675" y="22129"/>
                    <a:pt x="23854" y="21994"/>
                  </a:cubicBezTo>
                  <a:cubicBezTo>
                    <a:pt x="24033" y="21907"/>
                    <a:pt x="24212" y="21809"/>
                    <a:pt x="24388" y="21704"/>
                  </a:cubicBezTo>
                  <a:lnTo>
                    <a:pt x="24400" y="21729"/>
                  </a:lnTo>
                  <a:cubicBezTo>
                    <a:pt x="24400" y="21729"/>
                    <a:pt x="25180" y="21275"/>
                    <a:pt x="25526" y="20893"/>
                  </a:cubicBezTo>
                  <a:cubicBezTo>
                    <a:pt x="25671" y="20769"/>
                    <a:pt x="25813" y="20640"/>
                    <a:pt x="25948" y="20504"/>
                  </a:cubicBezTo>
                  <a:lnTo>
                    <a:pt x="25954" y="20510"/>
                  </a:lnTo>
                  <a:cubicBezTo>
                    <a:pt x="26146" y="20381"/>
                    <a:pt x="26411" y="20078"/>
                    <a:pt x="26571" y="19822"/>
                  </a:cubicBezTo>
                  <a:cubicBezTo>
                    <a:pt x="27216" y="19027"/>
                    <a:pt x="27712" y="18126"/>
                    <a:pt x="28042" y="17158"/>
                  </a:cubicBezTo>
                  <a:cubicBezTo>
                    <a:pt x="28187" y="17019"/>
                    <a:pt x="28283" y="16454"/>
                    <a:pt x="28323" y="16180"/>
                  </a:cubicBezTo>
                  <a:cubicBezTo>
                    <a:pt x="28360" y="16026"/>
                    <a:pt x="28391" y="15868"/>
                    <a:pt x="28422" y="15708"/>
                  </a:cubicBezTo>
                  <a:cubicBezTo>
                    <a:pt x="28468" y="15492"/>
                    <a:pt x="28644" y="14666"/>
                    <a:pt x="28576" y="14474"/>
                  </a:cubicBezTo>
                  <a:cubicBezTo>
                    <a:pt x="28591" y="14271"/>
                    <a:pt x="28601" y="14064"/>
                    <a:pt x="28607" y="13851"/>
                  </a:cubicBezTo>
                  <a:lnTo>
                    <a:pt x="28622" y="13851"/>
                  </a:lnTo>
                  <a:cubicBezTo>
                    <a:pt x="28622" y="13851"/>
                    <a:pt x="28665" y="13093"/>
                    <a:pt x="28588" y="12796"/>
                  </a:cubicBezTo>
                  <a:cubicBezTo>
                    <a:pt x="28524" y="11680"/>
                    <a:pt x="28326" y="10459"/>
                    <a:pt x="27962" y="9135"/>
                  </a:cubicBezTo>
                  <a:cubicBezTo>
                    <a:pt x="27968" y="9123"/>
                    <a:pt x="27968" y="9111"/>
                    <a:pt x="27968" y="9101"/>
                  </a:cubicBezTo>
                  <a:cubicBezTo>
                    <a:pt x="27931" y="8784"/>
                    <a:pt x="27614" y="7988"/>
                    <a:pt x="27614" y="7988"/>
                  </a:cubicBezTo>
                  <a:cubicBezTo>
                    <a:pt x="27518" y="7707"/>
                    <a:pt x="27413" y="7436"/>
                    <a:pt x="27305" y="7180"/>
                  </a:cubicBezTo>
                  <a:cubicBezTo>
                    <a:pt x="27225" y="6964"/>
                    <a:pt x="27126" y="6751"/>
                    <a:pt x="27015" y="6548"/>
                  </a:cubicBezTo>
                  <a:cubicBezTo>
                    <a:pt x="26824" y="6162"/>
                    <a:pt x="26608" y="5789"/>
                    <a:pt x="26368" y="5431"/>
                  </a:cubicBezTo>
                  <a:cubicBezTo>
                    <a:pt x="26368" y="5416"/>
                    <a:pt x="26365" y="5400"/>
                    <a:pt x="26362" y="5388"/>
                  </a:cubicBezTo>
                  <a:cubicBezTo>
                    <a:pt x="26220" y="5070"/>
                    <a:pt x="25566" y="4416"/>
                    <a:pt x="25566" y="4416"/>
                  </a:cubicBezTo>
                  <a:lnTo>
                    <a:pt x="25563" y="4420"/>
                  </a:lnTo>
                  <a:cubicBezTo>
                    <a:pt x="24224" y="2992"/>
                    <a:pt x="22602" y="2365"/>
                    <a:pt x="21013" y="2171"/>
                  </a:cubicBezTo>
                  <a:cubicBezTo>
                    <a:pt x="21020" y="2150"/>
                    <a:pt x="21026" y="2137"/>
                    <a:pt x="21026" y="2137"/>
                  </a:cubicBezTo>
                  <a:cubicBezTo>
                    <a:pt x="20756" y="2071"/>
                    <a:pt x="20481" y="2037"/>
                    <a:pt x="20206" y="2037"/>
                  </a:cubicBezTo>
                  <a:cubicBezTo>
                    <a:pt x="19984" y="2037"/>
                    <a:pt x="19761" y="2059"/>
                    <a:pt x="19542" y="2103"/>
                  </a:cubicBezTo>
                  <a:cubicBezTo>
                    <a:pt x="19422" y="2106"/>
                    <a:pt x="19305" y="2109"/>
                    <a:pt x="19187" y="2116"/>
                  </a:cubicBezTo>
                  <a:cubicBezTo>
                    <a:pt x="19178" y="2094"/>
                    <a:pt x="19166" y="2085"/>
                    <a:pt x="19150" y="2085"/>
                  </a:cubicBezTo>
                  <a:cubicBezTo>
                    <a:pt x="18373" y="2100"/>
                    <a:pt x="18145" y="2137"/>
                    <a:pt x="17473" y="2331"/>
                  </a:cubicBezTo>
                  <a:lnTo>
                    <a:pt x="17473" y="2338"/>
                  </a:lnTo>
                  <a:cubicBezTo>
                    <a:pt x="17331" y="2365"/>
                    <a:pt x="17192" y="2393"/>
                    <a:pt x="17056" y="2424"/>
                  </a:cubicBezTo>
                  <a:cubicBezTo>
                    <a:pt x="17050" y="2409"/>
                    <a:pt x="17047" y="2399"/>
                    <a:pt x="17047" y="2399"/>
                  </a:cubicBezTo>
                  <a:cubicBezTo>
                    <a:pt x="16973" y="2430"/>
                    <a:pt x="16227" y="2575"/>
                    <a:pt x="15937" y="2726"/>
                  </a:cubicBezTo>
                  <a:cubicBezTo>
                    <a:pt x="15455" y="2871"/>
                    <a:pt x="14984" y="3047"/>
                    <a:pt x="14521" y="3251"/>
                  </a:cubicBezTo>
                  <a:cubicBezTo>
                    <a:pt x="12091" y="999"/>
                    <a:pt x="8488" y="185"/>
                    <a:pt x="8035" y="15"/>
                  </a:cubicBezTo>
                  <a:cubicBezTo>
                    <a:pt x="8008" y="5"/>
                    <a:pt x="7983" y="0"/>
                    <a:pt x="7961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1070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80272" rotWithShape="0" algn="bl" dir="5400000" dist="26757">
                <a:srgbClr val="000000">
                  <a:alpha val="50196"/>
                </a:srgbClr>
              </a:outerShdw>
            </a:effectLst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5"/>
            <p:cNvSpPr/>
            <p:nvPr/>
          </p:nvSpPr>
          <p:spPr>
            <a:xfrm>
              <a:off x="1572675" y="854575"/>
              <a:ext cx="778575" cy="569450"/>
            </a:xfrm>
            <a:custGeom>
              <a:rect b="b" l="l" r="r" t="t"/>
              <a:pathLst>
                <a:path extrusionOk="0" h="22778" w="31143">
                  <a:moveTo>
                    <a:pt x="8699" y="16464"/>
                  </a:moveTo>
                  <a:cubicBezTo>
                    <a:pt x="8748" y="16504"/>
                    <a:pt x="8797" y="16544"/>
                    <a:pt x="8847" y="16584"/>
                  </a:cubicBezTo>
                  <a:cubicBezTo>
                    <a:pt x="8711" y="16553"/>
                    <a:pt x="8578" y="16525"/>
                    <a:pt x="8446" y="16504"/>
                  </a:cubicBezTo>
                  <a:cubicBezTo>
                    <a:pt x="8529" y="16491"/>
                    <a:pt x="8615" y="16479"/>
                    <a:pt x="8699" y="16464"/>
                  </a:cubicBezTo>
                  <a:close/>
                  <a:moveTo>
                    <a:pt x="14907" y="18854"/>
                  </a:moveTo>
                  <a:lnTo>
                    <a:pt x="14907" y="18854"/>
                  </a:lnTo>
                  <a:cubicBezTo>
                    <a:pt x="16359" y="19071"/>
                    <a:pt x="17766" y="19134"/>
                    <a:pt x="18912" y="19134"/>
                  </a:cubicBezTo>
                  <a:cubicBezTo>
                    <a:pt x="20509" y="19134"/>
                    <a:pt x="21600" y="19011"/>
                    <a:pt x="21600" y="19011"/>
                  </a:cubicBezTo>
                  <a:lnTo>
                    <a:pt x="21600" y="19011"/>
                  </a:lnTo>
                  <a:cubicBezTo>
                    <a:pt x="20784" y="19678"/>
                    <a:pt x="19939" y="19946"/>
                    <a:pt x="19018" y="19946"/>
                  </a:cubicBezTo>
                  <a:cubicBezTo>
                    <a:pt x="17812" y="19946"/>
                    <a:pt x="16476" y="19485"/>
                    <a:pt x="14907" y="18854"/>
                  </a:cubicBezTo>
                  <a:close/>
                  <a:moveTo>
                    <a:pt x="8264" y="0"/>
                  </a:moveTo>
                  <a:cubicBezTo>
                    <a:pt x="7680" y="0"/>
                    <a:pt x="8417" y="3248"/>
                    <a:pt x="8159" y="3420"/>
                  </a:cubicBezTo>
                  <a:cubicBezTo>
                    <a:pt x="7890" y="3599"/>
                    <a:pt x="5383" y="5302"/>
                    <a:pt x="4664" y="5391"/>
                  </a:cubicBezTo>
                  <a:cubicBezTo>
                    <a:pt x="4648" y="5393"/>
                    <a:pt x="4630" y="5394"/>
                    <a:pt x="4612" y="5394"/>
                  </a:cubicBezTo>
                  <a:cubicBezTo>
                    <a:pt x="3859" y="5394"/>
                    <a:pt x="2053" y="3595"/>
                    <a:pt x="1438" y="3420"/>
                  </a:cubicBezTo>
                  <a:cubicBezTo>
                    <a:pt x="1430" y="3418"/>
                    <a:pt x="1422" y="3417"/>
                    <a:pt x="1414" y="3417"/>
                  </a:cubicBezTo>
                  <a:cubicBezTo>
                    <a:pt x="801" y="3417"/>
                    <a:pt x="365" y="10230"/>
                    <a:pt x="365" y="10230"/>
                  </a:cubicBezTo>
                  <a:cubicBezTo>
                    <a:pt x="365" y="10230"/>
                    <a:pt x="1" y="15156"/>
                    <a:pt x="4211" y="16319"/>
                  </a:cubicBezTo>
                  <a:cubicBezTo>
                    <a:pt x="4772" y="16470"/>
                    <a:pt x="5346" y="16562"/>
                    <a:pt x="5926" y="16599"/>
                  </a:cubicBezTo>
                  <a:cubicBezTo>
                    <a:pt x="2680" y="17417"/>
                    <a:pt x="1073" y="20665"/>
                    <a:pt x="3984" y="20665"/>
                  </a:cubicBezTo>
                  <a:cubicBezTo>
                    <a:pt x="4479" y="20665"/>
                    <a:pt x="5104" y="20571"/>
                    <a:pt x="5873" y="20356"/>
                  </a:cubicBezTo>
                  <a:cubicBezTo>
                    <a:pt x="7053" y="20026"/>
                    <a:pt x="8166" y="19890"/>
                    <a:pt x="9221" y="19890"/>
                  </a:cubicBezTo>
                  <a:cubicBezTo>
                    <a:pt x="14090" y="19890"/>
                    <a:pt x="17736" y="22777"/>
                    <a:pt x="21013" y="22777"/>
                  </a:cubicBezTo>
                  <a:cubicBezTo>
                    <a:pt x="21074" y="22777"/>
                    <a:pt x="21135" y="22776"/>
                    <a:pt x="21196" y="22774"/>
                  </a:cubicBezTo>
                  <a:cubicBezTo>
                    <a:pt x="25227" y="22638"/>
                    <a:pt x="31143" y="18339"/>
                    <a:pt x="28049" y="8395"/>
                  </a:cubicBezTo>
                  <a:cubicBezTo>
                    <a:pt x="26480" y="3343"/>
                    <a:pt x="23085" y="2099"/>
                    <a:pt x="20123" y="2099"/>
                  </a:cubicBezTo>
                  <a:cubicBezTo>
                    <a:pt x="17456" y="2099"/>
                    <a:pt x="15141" y="3107"/>
                    <a:pt x="14827" y="3251"/>
                  </a:cubicBezTo>
                  <a:cubicBezTo>
                    <a:pt x="12394" y="1002"/>
                    <a:pt x="8791" y="188"/>
                    <a:pt x="8338" y="15"/>
                  </a:cubicBezTo>
                  <a:cubicBezTo>
                    <a:pt x="8311" y="5"/>
                    <a:pt x="8287" y="0"/>
                    <a:pt x="8264" y="0"/>
                  </a:cubicBezTo>
                  <a:close/>
                </a:path>
              </a:pathLst>
            </a:custGeom>
            <a:solidFill>
              <a:srgbClr val="DFB29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5"/>
            <p:cNvSpPr/>
            <p:nvPr/>
          </p:nvSpPr>
          <p:spPr>
            <a:xfrm>
              <a:off x="1792575" y="1214225"/>
              <a:ext cx="159575" cy="90425"/>
            </a:xfrm>
            <a:custGeom>
              <a:rect b="b" l="l" r="r" t="t"/>
              <a:pathLst>
                <a:path extrusionOk="0" h="3617" w="6383">
                  <a:moveTo>
                    <a:pt x="3176" y="0"/>
                  </a:moveTo>
                  <a:cubicBezTo>
                    <a:pt x="1028" y="0"/>
                    <a:pt x="40" y="1583"/>
                    <a:pt x="29" y="1603"/>
                  </a:cubicBezTo>
                  <a:cubicBezTo>
                    <a:pt x="1" y="1657"/>
                    <a:pt x="47" y="1707"/>
                    <a:pt x="95" y="1707"/>
                  </a:cubicBezTo>
                  <a:cubicBezTo>
                    <a:pt x="115" y="1707"/>
                    <a:pt x="135" y="1698"/>
                    <a:pt x="149" y="1677"/>
                  </a:cubicBezTo>
                  <a:cubicBezTo>
                    <a:pt x="152" y="1671"/>
                    <a:pt x="448" y="1189"/>
                    <a:pt x="1065" y="773"/>
                  </a:cubicBezTo>
                  <a:cubicBezTo>
                    <a:pt x="1516" y="465"/>
                    <a:pt x="2219" y="141"/>
                    <a:pt x="3178" y="141"/>
                  </a:cubicBezTo>
                  <a:cubicBezTo>
                    <a:pt x="3420" y="141"/>
                    <a:pt x="3678" y="162"/>
                    <a:pt x="3952" y="209"/>
                  </a:cubicBezTo>
                  <a:cubicBezTo>
                    <a:pt x="4581" y="317"/>
                    <a:pt x="5275" y="853"/>
                    <a:pt x="5720" y="1575"/>
                  </a:cubicBezTo>
                  <a:cubicBezTo>
                    <a:pt x="6105" y="2204"/>
                    <a:pt x="6238" y="2858"/>
                    <a:pt x="6077" y="3364"/>
                  </a:cubicBezTo>
                  <a:cubicBezTo>
                    <a:pt x="6059" y="3425"/>
                    <a:pt x="6034" y="3466"/>
                    <a:pt x="6013" y="3472"/>
                  </a:cubicBezTo>
                  <a:cubicBezTo>
                    <a:pt x="6009" y="3473"/>
                    <a:pt x="6006" y="3473"/>
                    <a:pt x="6002" y="3473"/>
                  </a:cubicBezTo>
                  <a:cubicBezTo>
                    <a:pt x="5927" y="3473"/>
                    <a:pt x="5751" y="3300"/>
                    <a:pt x="5581" y="3129"/>
                  </a:cubicBezTo>
                  <a:cubicBezTo>
                    <a:pt x="5164" y="2715"/>
                    <a:pt x="4489" y="2041"/>
                    <a:pt x="3510" y="2041"/>
                  </a:cubicBezTo>
                  <a:cubicBezTo>
                    <a:pt x="3113" y="2041"/>
                    <a:pt x="2667" y="2152"/>
                    <a:pt x="2166" y="2435"/>
                  </a:cubicBezTo>
                  <a:cubicBezTo>
                    <a:pt x="2096" y="2477"/>
                    <a:pt x="2136" y="2569"/>
                    <a:pt x="2200" y="2569"/>
                  </a:cubicBezTo>
                  <a:cubicBezTo>
                    <a:pt x="2212" y="2569"/>
                    <a:pt x="2224" y="2566"/>
                    <a:pt x="2237" y="2559"/>
                  </a:cubicBezTo>
                  <a:cubicBezTo>
                    <a:pt x="2716" y="2287"/>
                    <a:pt x="3140" y="2180"/>
                    <a:pt x="3516" y="2180"/>
                  </a:cubicBezTo>
                  <a:cubicBezTo>
                    <a:pt x="4428" y="2180"/>
                    <a:pt x="5056" y="2808"/>
                    <a:pt x="5482" y="3234"/>
                  </a:cubicBezTo>
                  <a:cubicBezTo>
                    <a:pt x="5707" y="3459"/>
                    <a:pt x="5864" y="3617"/>
                    <a:pt x="6003" y="3617"/>
                  </a:cubicBezTo>
                  <a:cubicBezTo>
                    <a:pt x="6019" y="3614"/>
                    <a:pt x="6031" y="3614"/>
                    <a:pt x="6046" y="3607"/>
                  </a:cubicBezTo>
                  <a:cubicBezTo>
                    <a:pt x="6124" y="3589"/>
                    <a:pt x="6176" y="3521"/>
                    <a:pt x="6213" y="3407"/>
                  </a:cubicBezTo>
                  <a:cubicBezTo>
                    <a:pt x="6383" y="2861"/>
                    <a:pt x="6247" y="2164"/>
                    <a:pt x="5840" y="1501"/>
                  </a:cubicBezTo>
                  <a:cubicBezTo>
                    <a:pt x="5368" y="733"/>
                    <a:pt x="4652" y="184"/>
                    <a:pt x="3974" y="70"/>
                  </a:cubicBezTo>
                  <a:cubicBezTo>
                    <a:pt x="3692" y="22"/>
                    <a:pt x="3426" y="0"/>
                    <a:pt x="31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5"/>
            <p:cNvSpPr/>
            <p:nvPr/>
          </p:nvSpPr>
          <p:spPr>
            <a:xfrm>
              <a:off x="1907875" y="1128725"/>
              <a:ext cx="82225" cy="154800"/>
            </a:xfrm>
            <a:custGeom>
              <a:rect b="b" l="l" r="r" t="t"/>
              <a:pathLst>
                <a:path extrusionOk="0" h="6192" w="3289">
                  <a:moveTo>
                    <a:pt x="2365" y="1"/>
                  </a:moveTo>
                  <a:cubicBezTo>
                    <a:pt x="2362" y="1"/>
                    <a:pt x="2358" y="1"/>
                    <a:pt x="2354" y="1"/>
                  </a:cubicBezTo>
                  <a:cubicBezTo>
                    <a:pt x="2289" y="14"/>
                    <a:pt x="793" y="335"/>
                    <a:pt x="340" y="1531"/>
                  </a:cubicBezTo>
                  <a:cubicBezTo>
                    <a:pt x="0" y="2420"/>
                    <a:pt x="333" y="3539"/>
                    <a:pt x="1326" y="4862"/>
                  </a:cubicBezTo>
                  <a:cubicBezTo>
                    <a:pt x="1999" y="5763"/>
                    <a:pt x="2474" y="6192"/>
                    <a:pt x="2792" y="6192"/>
                  </a:cubicBezTo>
                  <a:cubicBezTo>
                    <a:pt x="2838" y="6192"/>
                    <a:pt x="2884" y="6179"/>
                    <a:pt x="2927" y="6161"/>
                  </a:cubicBezTo>
                  <a:cubicBezTo>
                    <a:pt x="3226" y="6016"/>
                    <a:pt x="3273" y="5359"/>
                    <a:pt x="3072" y="4165"/>
                  </a:cubicBezTo>
                  <a:cubicBezTo>
                    <a:pt x="2930" y="3308"/>
                    <a:pt x="2705" y="2478"/>
                    <a:pt x="2705" y="2469"/>
                  </a:cubicBezTo>
                  <a:cubicBezTo>
                    <a:pt x="2694" y="2433"/>
                    <a:pt x="2666" y="2418"/>
                    <a:pt x="2638" y="2418"/>
                  </a:cubicBezTo>
                  <a:cubicBezTo>
                    <a:pt x="2595" y="2418"/>
                    <a:pt x="2552" y="2453"/>
                    <a:pt x="2566" y="2509"/>
                  </a:cubicBezTo>
                  <a:cubicBezTo>
                    <a:pt x="2909" y="3761"/>
                    <a:pt x="3288" y="5828"/>
                    <a:pt x="2866" y="6034"/>
                  </a:cubicBezTo>
                  <a:cubicBezTo>
                    <a:pt x="2846" y="6044"/>
                    <a:pt x="2821" y="6050"/>
                    <a:pt x="2790" y="6050"/>
                  </a:cubicBezTo>
                  <a:cubicBezTo>
                    <a:pt x="2613" y="6050"/>
                    <a:pt x="2233" y="5837"/>
                    <a:pt x="1438" y="4776"/>
                  </a:cubicBezTo>
                  <a:cubicBezTo>
                    <a:pt x="478" y="3496"/>
                    <a:pt x="151" y="2423"/>
                    <a:pt x="469" y="1584"/>
                  </a:cubicBezTo>
                  <a:cubicBezTo>
                    <a:pt x="898" y="458"/>
                    <a:pt x="2366" y="143"/>
                    <a:pt x="2381" y="140"/>
                  </a:cubicBezTo>
                  <a:cubicBezTo>
                    <a:pt x="2464" y="120"/>
                    <a:pt x="2445" y="1"/>
                    <a:pt x="236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5"/>
            <p:cNvSpPr/>
            <p:nvPr/>
          </p:nvSpPr>
          <p:spPr>
            <a:xfrm>
              <a:off x="1768025" y="1056550"/>
              <a:ext cx="140800" cy="151275"/>
            </a:xfrm>
            <a:custGeom>
              <a:rect b="b" l="l" r="r" t="t"/>
              <a:pathLst>
                <a:path extrusionOk="0" h="6051" w="5632">
                  <a:moveTo>
                    <a:pt x="1127" y="1"/>
                  </a:moveTo>
                  <a:cubicBezTo>
                    <a:pt x="0" y="1"/>
                    <a:pt x="885" y="5825"/>
                    <a:pt x="885" y="5825"/>
                  </a:cubicBezTo>
                  <a:cubicBezTo>
                    <a:pt x="984" y="5982"/>
                    <a:pt x="1159" y="6051"/>
                    <a:pt x="1384" y="6051"/>
                  </a:cubicBezTo>
                  <a:cubicBezTo>
                    <a:pt x="2569" y="6051"/>
                    <a:pt x="5137" y="4147"/>
                    <a:pt x="5363" y="3317"/>
                  </a:cubicBezTo>
                  <a:cubicBezTo>
                    <a:pt x="5631" y="2330"/>
                    <a:pt x="2319" y="91"/>
                    <a:pt x="1153" y="2"/>
                  </a:cubicBezTo>
                  <a:cubicBezTo>
                    <a:pt x="1144" y="1"/>
                    <a:pt x="1135" y="1"/>
                    <a:pt x="1127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5"/>
            <p:cNvSpPr/>
            <p:nvPr/>
          </p:nvSpPr>
          <p:spPr>
            <a:xfrm>
              <a:off x="1807225" y="1119500"/>
              <a:ext cx="52625" cy="42200"/>
            </a:xfrm>
            <a:custGeom>
              <a:rect b="b" l="l" r="r" t="t"/>
              <a:pathLst>
                <a:path extrusionOk="0" h="1688" w="2105">
                  <a:moveTo>
                    <a:pt x="1799" y="1"/>
                  </a:moveTo>
                  <a:cubicBezTo>
                    <a:pt x="1759" y="1"/>
                    <a:pt x="1718" y="31"/>
                    <a:pt x="1728" y="84"/>
                  </a:cubicBezTo>
                  <a:cubicBezTo>
                    <a:pt x="1793" y="444"/>
                    <a:pt x="1880" y="1404"/>
                    <a:pt x="1519" y="1530"/>
                  </a:cubicBezTo>
                  <a:cubicBezTo>
                    <a:pt x="1485" y="1541"/>
                    <a:pt x="1449" y="1547"/>
                    <a:pt x="1410" y="1547"/>
                  </a:cubicBezTo>
                  <a:cubicBezTo>
                    <a:pt x="1015" y="1547"/>
                    <a:pt x="383" y="998"/>
                    <a:pt x="152" y="765"/>
                  </a:cubicBezTo>
                  <a:cubicBezTo>
                    <a:pt x="137" y="750"/>
                    <a:pt x="120" y="744"/>
                    <a:pt x="103" y="744"/>
                  </a:cubicBezTo>
                  <a:cubicBezTo>
                    <a:pt x="48" y="744"/>
                    <a:pt x="1" y="815"/>
                    <a:pt x="51" y="867"/>
                  </a:cubicBezTo>
                  <a:cubicBezTo>
                    <a:pt x="88" y="901"/>
                    <a:pt x="868" y="1687"/>
                    <a:pt x="1414" y="1687"/>
                  </a:cubicBezTo>
                  <a:cubicBezTo>
                    <a:pt x="1463" y="1687"/>
                    <a:pt x="1516" y="1678"/>
                    <a:pt x="1562" y="1663"/>
                  </a:cubicBezTo>
                  <a:cubicBezTo>
                    <a:pt x="2105" y="1478"/>
                    <a:pt x="1895" y="204"/>
                    <a:pt x="1867" y="59"/>
                  </a:cubicBezTo>
                  <a:cubicBezTo>
                    <a:pt x="1861" y="19"/>
                    <a:pt x="1830" y="1"/>
                    <a:pt x="179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5"/>
            <p:cNvSpPr/>
            <p:nvPr/>
          </p:nvSpPr>
          <p:spPr>
            <a:xfrm>
              <a:off x="1820750" y="1114450"/>
              <a:ext cx="27000" cy="46700"/>
            </a:xfrm>
            <a:custGeom>
              <a:rect b="b" l="l" r="r" t="t"/>
              <a:pathLst>
                <a:path extrusionOk="0" h="1868" w="1080">
                  <a:moveTo>
                    <a:pt x="79" y="0"/>
                  </a:moveTo>
                  <a:cubicBezTo>
                    <a:pt x="68" y="0"/>
                    <a:pt x="57" y="3"/>
                    <a:pt x="46" y="8"/>
                  </a:cubicBezTo>
                  <a:cubicBezTo>
                    <a:pt x="12" y="27"/>
                    <a:pt x="0" y="70"/>
                    <a:pt x="19" y="104"/>
                  </a:cubicBezTo>
                  <a:lnTo>
                    <a:pt x="938" y="1831"/>
                  </a:lnTo>
                  <a:cubicBezTo>
                    <a:pt x="950" y="1852"/>
                    <a:pt x="975" y="1868"/>
                    <a:pt x="999" y="1868"/>
                  </a:cubicBezTo>
                  <a:cubicBezTo>
                    <a:pt x="1012" y="1868"/>
                    <a:pt x="1024" y="1865"/>
                    <a:pt x="1033" y="1859"/>
                  </a:cubicBezTo>
                  <a:cubicBezTo>
                    <a:pt x="1067" y="1840"/>
                    <a:pt x="1080" y="1797"/>
                    <a:pt x="1061" y="1763"/>
                  </a:cubicBezTo>
                  <a:lnTo>
                    <a:pt x="145" y="39"/>
                  </a:lnTo>
                  <a:cubicBezTo>
                    <a:pt x="130" y="1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5"/>
            <p:cNvSpPr/>
            <p:nvPr/>
          </p:nvSpPr>
          <p:spPr>
            <a:xfrm>
              <a:off x="1805850" y="1100800"/>
              <a:ext cx="24100" cy="14850"/>
            </a:xfrm>
            <a:custGeom>
              <a:rect b="b" l="l" r="r" t="t"/>
              <a:pathLst>
                <a:path extrusionOk="0" h="594" w="964">
                  <a:moveTo>
                    <a:pt x="917" y="1"/>
                  </a:moveTo>
                  <a:cubicBezTo>
                    <a:pt x="397" y="1"/>
                    <a:pt x="1" y="551"/>
                    <a:pt x="1" y="551"/>
                  </a:cubicBezTo>
                  <a:cubicBezTo>
                    <a:pt x="1" y="551"/>
                    <a:pt x="440" y="594"/>
                    <a:pt x="627" y="594"/>
                  </a:cubicBezTo>
                  <a:cubicBezTo>
                    <a:pt x="665" y="594"/>
                    <a:pt x="692" y="592"/>
                    <a:pt x="704" y="588"/>
                  </a:cubicBezTo>
                  <a:cubicBezTo>
                    <a:pt x="778" y="566"/>
                    <a:pt x="963" y="2"/>
                    <a:pt x="963" y="2"/>
                  </a:cubicBezTo>
                  <a:cubicBezTo>
                    <a:pt x="948" y="1"/>
                    <a:pt x="932" y="1"/>
                    <a:pt x="917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6" name="Google Shape;3446;p5"/>
            <p:cNvSpPr/>
            <p:nvPr/>
          </p:nvSpPr>
          <p:spPr>
            <a:xfrm>
              <a:off x="1608450" y="965950"/>
              <a:ext cx="51325" cy="62500"/>
            </a:xfrm>
            <a:custGeom>
              <a:rect b="b" l="l" r="r" t="t"/>
              <a:pathLst>
                <a:path extrusionOk="0" h="2500" w="2053">
                  <a:moveTo>
                    <a:pt x="418" y="1"/>
                  </a:moveTo>
                  <a:cubicBezTo>
                    <a:pt x="406" y="1"/>
                    <a:pt x="396" y="5"/>
                    <a:pt x="390" y="14"/>
                  </a:cubicBezTo>
                  <a:cubicBezTo>
                    <a:pt x="248" y="205"/>
                    <a:pt x="1" y="2426"/>
                    <a:pt x="214" y="2491"/>
                  </a:cubicBezTo>
                  <a:cubicBezTo>
                    <a:pt x="235" y="2497"/>
                    <a:pt x="267" y="2500"/>
                    <a:pt x="307" y="2500"/>
                  </a:cubicBezTo>
                  <a:cubicBezTo>
                    <a:pt x="681" y="2500"/>
                    <a:pt x="1796" y="2246"/>
                    <a:pt x="2052" y="1760"/>
                  </a:cubicBezTo>
                  <a:cubicBezTo>
                    <a:pt x="2052" y="1760"/>
                    <a:pt x="671" y="1"/>
                    <a:pt x="418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7" name="Google Shape;3447;p5"/>
            <p:cNvSpPr/>
            <p:nvPr/>
          </p:nvSpPr>
          <p:spPr>
            <a:xfrm>
              <a:off x="1788950" y="871750"/>
              <a:ext cx="64275" cy="50375"/>
            </a:xfrm>
            <a:custGeom>
              <a:rect b="b" l="l" r="r" t="t"/>
              <a:pathLst>
                <a:path extrusionOk="0" h="2015" w="2571">
                  <a:moveTo>
                    <a:pt x="127" y="0"/>
                  </a:moveTo>
                  <a:cubicBezTo>
                    <a:pt x="1" y="0"/>
                    <a:pt x="698" y="2015"/>
                    <a:pt x="698" y="2015"/>
                  </a:cubicBezTo>
                  <a:lnTo>
                    <a:pt x="2570" y="1274"/>
                  </a:lnTo>
                  <a:cubicBezTo>
                    <a:pt x="2570" y="1274"/>
                    <a:pt x="273" y="38"/>
                    <a:pt x="131" y="1"/>
                  </a:cubicBezTo>
                  <a:cubicBezTo>
                    <a:pt x="130" y="0"/>
                    <a:pt x="129" y="0"/>
                    <a:pt x="127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5"/>
            <p:cNvSpPr/>
            <p:nvPr/>
          </p:nvSpPr>
          <p:spPr>
            <a:xfrm>
              <a:off x="1685575" y="976300"/>
              <a:ext cx="59850" cy="63650"/>
            </a:xfrm>
            <a:custGeom>
              <a:rect b="b" l="l" r="r" t="t"/>
              <a:pathLst>
                <a:path extrusionOk="0" h="2546" w="2394">
                  <a:moveTo>
                    <a:pt x="1146" y="1"/>
                  </a:moveTo>
                  <a:cubicBezTo>
                    <a:pt x="1146" y="1"/>
                    <a:pt x="1145" y="1"/>
                    <a:pt x="1145" y="1"/>
                  </a:cubicBezTo>
                  <a:cubicBezTo>
                    <a:pt x="1021" y="26"/>
                    <a:pt x="0" y="513"/>
                    <a:pt x="0" y="513"/>
                  </a:cubicBezTo>
                  <a:cubicBezTo>
                    <a:pt x="0" y="513"/>
                    <a:pt x="1747" y="2545"/>
                    <a:pt x="2229" y="2545"/>
                  </a:cubicBezTo>
                  <a:cubicBezTo>
                    <a:pt x="2270" y="2545"/>
                    <a:pt x="2302" y="2531"/>
                    <a:pt x="2323" y="2499"/>
                  </a:cubicBezTo>
                  <a:cubicBezTo>
                    <a:pt x="2393" y="2392"/>
                    <a:pt x="1276" y="1"/>
                    <a:pt x="1146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9" name="Google Shape;3449;p5"/>
            <p:cNvSpPr/>
            <p:nvPr/>
          </p:nvSpPr>
          <p:spPr>
            <a:xfrm>
              <a:off x="1969500" y="1235675"/>
              <a:ext cx="12875" cy="37750"/>
            </a:xfrm>
            <a:custGeom>
              <a:rect b="b" l="l" r="r" t="t"/>
              <a:pathLst>
                <a:path extrusionOk="0" h="1510" w="515">
                  <a:moveTo>
                    <a:pt x="79" y="1"/>
                  </a:moveTo>
                  <a:cubicBezTo>
                    <a:pt x="40" y="1"/>
                    <a:pt x="0" y="30"/>
                    <a:pt x="9" y="82"/>
                  </a:cubicBezTo>
                  <a:cubicBezTo>
                    <a:pt x="15" y="122"/>
                    <a:pt x="148" y="1053"/>
                    <a:pt x="370" y="1469"/>
                  </a:cubicBezTo>
                  <a:cubicBezTo>
                    <a:pt x="382" y="1494"/>
                    <a:pt x="407" y="1506"/>
                    <a:pt x="434" y="1510"/>
                  </a:cubicBezTo>
                  <a:cubicBezTo>
                    <a:pt x="444" y="1506"/>
                    <a:pt x="456" y="1503"/>
                    <a:pt x="465" y="1497"/>
                  </a:cubicBezTo>
                  <a:cubicBezTo>
                    <a:pt x="499" y="1479"/>
                    <a:pt x="515" y="1436"/>
                    <a:pt x="496" y="1402"/>
                  </a:cubicBezTo>
                  <a:cubicBezTo>
                    <a:pt x="286" y="1010"/>
                    <a:pt x="148" y="72"/>
                    <a:pt x="148" y="63"/>
                  </a:cubicBezTo>
                  <a:cubicBezTo>
                    <a:pt x="142" y="20"/>
                    <a:pt x="111" y="1"/>
                    <a:pt x="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0" name="Google Shape;3450;p5"/>
            <p:cNvSpPr/>
            <p:nvPr/>
          </p:nvSpPr>
          <p:spPr>
            <a:xfrm>
              <a:off x="1959375" y="1243250"/>
              <a:ext cx="17450" cy="36950"/>
            </a:xfrm>
            <a:custGeom>
              <a:rect b="b" l="l" r="r" t="t"/>
              <a:pathLst>
                <a:path extrusionOk="0" h="1478" w="698">
                  <a:moveTo>
                    <a:pt x="77" y="0"/>
                  </a:moveTo>
                  <a:cubicBezTo>
                    <a:pt x="75" y="0"/>
                    <a:pt x="73" y="0"/>
                    <a:pt x="71" y="1"/>
                  </a:cubicBezTo>
                  <a:cubicBezTo>
                    <a:pt x="31" y="1"/>
                    <a:pt x="1" y="35"/>
                    <a:pt x="4" y="72"/>
                  </a:cubicBezTo>
                  <a:cubicBezTo>
                    <a:pt x="4" y="105"/>
                    <a:pt x="38" y="898"/>
                    <a:pt x="568" y="1456"/>
                  </a:cubicBezTo>
                  <a:cubicBezTo>
                    <a:pt x="580" y="1469"/>
                    <a:pt x="599" y="1478"/>
                    <a:pt x="620" y="1478"/>
                  </a:cubicBezTo>
                  <a:cubicBezTo>
                    <a:pt x="639" y="1478"/>
                    <a:pt x="654" y="1472"/>
                    <a:pt x="670" y="1459"/>
                  </a:cubicBezTo>
                  <a:cubicBezTo>
                    <a:pt x="698" y="1432"/>
                    <a:pt x="698" y="1385"/>
                    <a:pt x="670" y="1358"/>
                  </a:cubicBezTo>
                  <a:cubicBezTo>
                    <a:pt x="179" y="840"/>
                    <a:pt x="146" y="75"/>
                    <a:pt x="146" y="68"/>
                  </a:cubicBezTo>
                  <a:cubicBezTo>
                    <a:pt x="143" y="30"/>
                    <a:pt x="114" y="0"/>
                    <a:pt x="7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1" name="Google Shape;3451;p5"/>
            <p:cNvSpPr/>
            <p:nvPr/>
          </p:nvSpPr>
          <p:spPr>
            <a:xfrm>
              <a:off x="1915050" y="1266400"/>
              <a:ext cx="27625" cy="37025"/>
            </a:xfrm>
            <a:custGeom>
              <a:rect b="b" l="l" r="r" t="t"/>
              <a:pathLst>
                <a:path extrusionOk="0" h="1481" w="1105">
                  <a:moveTo>
                    <a:pt x="102" y="0"/>
                  </a:moveTo>
                  <a:cubicBezTo>
                    <a:pt x="47" y="0"/>
                    <a:pt x="0" y="71"/>
                    <a:pt x="53" y="123"/>
                  </a:cubicBezTo>
                  <a:cubicBezTo>
                    <a:pt x="59" y="129"/>
                    <a:pt x="882" y="959"/>
                    <a:pt x="959" y="1422"/>
                  </a:cubicBezTo>
                  <a:cubicBezTo>
                    <a:pt x="965" y="1456"/>
                    <a:pt x="993" y="1480"/>
                    <a:pt x="1027" y="1480"/>
                  </a:cubicBezTo>
                  <a:cubicBezTo>
                    <a:pt x="1033" y="1480"/>
                    <a:pt x="1036" y="1480"/>
                    <a:pt x="1039" y="1477"/>
                  </a:cubicBezTo>
                  <a:cubicBezTo>
                    <a:pt x="1080" y="1471"/>
                    <a:pt x="1104" y="1434"/>
                    <a:pt x="1098" y="1397"/>
                  </a:cubicBezTo>
                  <a:cubicBezTo>
                    <a:pt x="1015" y="888"/>
                    <a:pt x="185" y="58"/>
                    <a:pt x="151" y="21"/>
                  </a:cubicBezTo>
                  <a:cubicBezTo>
                    <a:pt x="136" y="7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2" name="Google Shape;3452;p5"/>
            <p:cNvSpPr/>
            <p:nvPr/>
          </p:nvSpPr>
          <p:spPr>
            <a:xfrm>
              <a:off x="1923450" y="1257550"/>
              <a:ext cx="23450" cy="39000"/>
            </a:xfrm>
            <a:custGeom>
              <a:rect b="b" l="l" r="r" t="t"/>
              <a:pathLst>
                <a:path extrusionOk="0" h="1560" w="938">
                  <a:moveTo>
                    <a:pt x="94" y="1"/>
                  </a:moveTo>
                  <a:cubicBezTo>
                    <a:pt x="47" y="1"/>
                    <a:pt x="0" y="48"/>
                    <a:pt x="31" y="104"/>
                  </a:cubicBezTo>
                  <a:cubicBezTo>
                    <a:pt x="56" y="150"/>
                    <a:pt x="633" y="1258"/>
                    <a:pt x="796" y="1526"/>
                  </a:cubicBezTo>
                  <a:cubicBezTo>
                    <a:pt x="808" y="1548"/>
                    <a:pt x="830" y="1560"/>
                    <a:pt x="858" y="1560"/>
                  </a:cubicBezTo>
                  <a:cubicBezTo>
                    <a:pt x="870" y="1560"/>
                    <a:pt x="882" y="1557"/>
                    <a:pt x="892" y="1551"/>
                  </a:cubicBezTo>
                  <a:cubicBezTo>
                    <a:pt x="926" y="1532"/>
                    <a:pt x="938" y="1486"/>
                    <a:pt x="916" y="1455"/>
                  </a:cubicBezTo>
                  <a:cubicBezTo>
                    <a:pt x="756" y="1187"/>
                    <a:pt x="161" y="52"/>
                    <a:pt x="154" y="39"/>
                  </a:cubicBezTo>
                  <a:cubicBezTo>
                    <a:pt x="140" y="12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5"/>
            <p:cNvSpPr/>
            <p:nvPr/>
          </p:nvSpPr>
          <p:spPr>
            <a:xfrm>
              <a:off x="1668700" y="1163325"/>
              <a:ext cx="72175" cy="17650"/>
            </a:xfrm>
            <a:custGeom>
              <a:rect b="b" l="l" r="r" t="t"/>
              <a:pathLst>
                <a:path extrusionOk="0" h="706" w="2887">
                  <a:moveTo>
                    <a:pt x="2791" y="0"/>
                  </a:moveTo>
                  <a:cubicBezTo>
                    <a:pt x="2786" y="0"/>
                    <a:pt x="2779" y="1"/>
                    <a:pt x="2773" y="2"/>
                  </a:cubicBezTo>
                  <a:lnTo>
                    <a:pt x="86" y="567"/>
                  </a:lnTo>
                  <a:cubicBezTo>
                    <a:pt x="1" y="582"/>
                    <a:pt x="12" y="706"/>
                    <a:pt x="98" y="706"/>
                  </a:cubicBezTo>
                  <a:cubicBezTo>
                    <a:pt x="99" y="706"/>
                    <a:pt x="100" y="706"/>
                    <a:pt x="102" y="706"/>
                  </a:cubicBezTo>
                  <a:lnTo>
                    <a:pt x="114" y="706"/>
                  </a:lnTo>
                  <a:lnTo>
                    <a:pt x="2800" y="141"/>
                  </a:lnTo>
                  <a:cubicBezTo>
                    <a:pt x="2886" y="121"/>
                    <a:pt x="2868" y="0"/>
                    <a:pt x="279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4" name="Google Shape;3454;p5"/>
            <p:cNvSpPr/>
            <p:nvPr/>
          </p:nvSpPr>
          <p:spPr>
            <a:xfrm>
              <a:off x="1674075" y="1166825"/>
              <a:ext cx="73050" cy="53925"/>
            </a:xfrm>
            <a:custGeom>
              <a:rect b="b" l="l" r="r" t="t"/>
              <a:pathLst>
                <a:path extrusionOk="0" h="2157" w="2922">
                  <a:moveTo>
                    <a:pt x="2820" y="0"/>
                  </a:moveTo>
                  <a:cubicBezTo>
                    <a:pt x="2806" y="0"/>
                    <a:pt x="2791" y="5"/>
                    <a:pt x="2777" y="17"/>
                  </a:cubicBezTo>
                  <a:lnTo>
                    <a:pt x="56" y="2031"/>
                  </a:lnTo>
                  <a:cubicBezTo>
                    <a:pt x="1" y="2071"/>
                    <a:pt x="28" y="2157"/>
                    <a:pt x="96" y="2157"/>
                  </a:cubicBezTo>
                  <a:cubicBezTo>
                    <a:pt x="112" y="2157"/>
                    <a:pt x="127" y="2151"/>
                    <a:pt x="139" y="2142"/>
                  </a:cubicBezTo>
                  <a:lnTo>
                    <a:pt x="2860" y="128"/>
                  </a:lnTo>
                  <a:cubicBezTo>
                    <a:pt x="2922" y="83"/>
                    <a:pt x="2878" y="0"/>
                    <a:pt x="282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5" name="Google Shape;3455;p5"/>
            <p:cNvSpPr/>
            <p:nvPr/>
          </p:nvSpPr>
          <p:spPr>
            <a:xfrm>
              <a:off x="1711325" y="1175025"/>
              <a:ext cx="42300" cy="59850"/>
            </a:xfrm>
            <a:custGeom>
              <a:rect b="b" l="l" r="r" t="t"/>
              <a:pathLst>
                <a:path extrusionOk="0" h="2394" w="1692">
                  <a:moveTo>
                    <a:pt x="1602" y="0"/>
                  </a:moveTo>
                  <a:cubicBezTo>
                    <a:pt x="1585" y="0"/>
                    <a:pt x="1567" y="7"/>
                    <a:pt x="1552" y="22"/>
                  </a:cubicBezTo>
                  <a:lnTo>
                    <a:pt x="34" y="2285"/>
                  </a:lnTo>
                  <a:cubicBezTo>
                    <a:pt x="0" y="2332"/>
                    <a:pt x="34" y="2393"/>
                    <a:pt x="93" y="2393"/>
                  </a:cubicBezTo>
                  <a:cubicBezTo>
                    <a:pt x="115" y="2393"/>
                    <a:pt x="136" y="2381"/>
                    <a:pt x="148" y="2363"/>
                  </a:cubicBezTo>
                  <a:lnTo>
                    <a:pt x="1669" y="99"/>
                  </a:lnTo>
                  <a:cubicBezTo>
                    <a:pt x="1692" y="47"/>
                    <a:pt x="1648" y="0"/>
                    <a:pt x="16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6" name="Google Shape;3456;p5"/>
            <p:cNvSpPr/>
            <p:nvPr/>
          </p:nvSpPr>
          <p:spPr>
            <a:xfrm>
              <a:off x="1879100" y="1032500"/>
              <a:ext cx="50825" cy="54875"/>
            </a:xfrm>
            <a:custGeom>
              <a:rect b="b" l="l" r="r" t="t"/>
              <a:pathLst>
                <a:path extrusionOk="0" h="2195" w="2033">
                  <a:moveTo>
                    <a:pt x="1932" y="1"/>
                  </a:moveTo>
                  <a:cubicBezTo>
                    <a:pt x="1914" y="1"/>
                    <a:pt x="1895" y="8"/>
                    <a:pt x="1879" y="26"/>
                  </a:cubicBezTo>
                  <a:lnTo>
                    <a:pt x="41" y="2077"/>
                  </a:lnTo>
                  <a:cubicBezTo>
                    <a:pt x="1" y="2120"/>
                    <a:pt x="35" y="2194"/>
                    <a:pt x="96" y="2194"/>
                  </a:cubicBezTo>
                  <a:cubicBezTo>
                    <a:pt x="115" y="2194"/>
                    <a:pt x="133" y="2185"/>
                    <a:pt x="149" y="2170"/>
                  </a:cubicBezTo>
                  <a:lnTo>
                    <a:pt x="1984" y="122"/>
                  </a:lnTo>
                  <a:cubicBezTo>
                    <a:pt x="2033" y="68"/>
                    <a:pt x="1986" y="1"/>
                    <a:pt x="193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7" name="Google Shape;3457;p5"/>
            <p:cNvSpPr/>
            <p:nvPr/>
          </p:nvSpPr>
          <p:spPr>
            <a:xfrm>
              <a:off x="1896225" y="1062550"/>
              <a:ext cx="69125" cy="34525"/>
            </a:xfrm>
            <a:custGeom>
              <a:rect b="b" l="l" r="r" t="t"/>
              <a:pathLst>
                <a:path extrusionOk="0" h="1381" w="2765">
                  <a:moveTo>
                    <a:pt x="2663" y="1"/>
                  </a:moveTo>
                  <a:cubicBezTo>
                    <a:pt x="2653" y="1"/>
                    <a:pt x="2643" y="3"/>
                    <a:pt x="2631" y="8"/>
                  </a:cubicBezTo>
                  <a:lnTo>
                    <a:pt x="50" y="1248"/>
                  </a:lnTo>
                  <a:cubicBezTo>
                    <a:pt x="16" y="1264"/>
                    <a:pt x="1" y="1307"/>
                    <a:pt x="16" y="1341"/>
                  </a:cubicBezTo>
                  <a:cubicBezTo>
                    <a:pt x="28" y="1365"/>
                    <a:pt x="53" y="1381"/>
                    <a:pt x="81" y="1381"/>
                  </a:cubicBezTo>
                  <a:cubicBezTo>
                    <a:pt x="90" y="1381"/>
                    <a:pt x="102" y="1378"/>
                    <a:pt x="112" y="1372"/>
                  </a:cubicBezTo>
                  <a:lnTo>
                    <a:pt x="2690" y="135"/>
                  </a:lnTo>
                  <a:cubicBezTo>
                    <a:pt x="2765" y="100"/>
                    <a:pt x="2729" y="1"/>
                    <a:pt x="266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" name="Google Shape;3458;p5"/>
            <p:cNvSpPr/>
            <p:nvPr/>
          </p:nvSpPr>
          <p:spPr>
            <a:xfrm>
              <a:off x="1722425" y="958250"/>
              <a:ext cx="54175" cy="68425"/>
            </a:xfrm>
            <a:custGeom>
              <a:rect b="b" l="l" r="r" t="t"/>
              <a:pathLst>
                <a:path extrusionOk="0" h="2737" w="2167">
                  <a:moveTo>
                    <a:pt x="1078" y="1"/>
                  </a:moveTo>
                  <a:cubicBezTo>
                    <a:pt x="1072" y="1"/>
                    <a:pt x="1067" y="2"/>
                    <a:pt x="1062" y="4"/>
                  </a:cubicBezTo>
                  <a:cubicBezTo>
                    <a:pt x="565" y="236"/>
                    <a:pt x="1" y="677"/>
                    <a:pt x="1" y="677"/>
                  </a:cubicBezTo>
                  <a:cubicBezTo>
                    <a:pt x="1" y="677"/>
                    <a:pt x="1830" y="2736"/>
                    <a:pt x="2121" y="2736"/>
                  </a:cubicBezTo>
                  <a:cubicBezTo>
                    <a:pt x="2154" y="2736"/>
                    <a:pt x="2167" y="2711"/>
                    <a:pt x="2156" y="2654"/>
                  </a:cubicBezTo>
                  <a:cubicBezTo>
                    <a:pt x="2054" y="2102"/>
                    <a:pt x="1322" y="1"/>
                    <a:pt x="1078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" name="Google Shape;3459;p5"/>
            <p:cNvSpPr/>
            <p:nvPr/>
          </p:nvSpPr>
          <p:spPr>
            <a:xfrm>
              <a:off x="1756050" y="937600"/>
              <a:ext cx="53000" cy="63200"/>
            </a:xfrm>
            <a:custGeom>
              <a:rect b="b" l="l" r="r" t="t"/>
              <a:pathLst>
                <a:path extrusionOk="0" h="2528" w="2120">
                  <a:moveTo>
                    <a:pt x="882" y="1"/>
                  </a:moveTo>
                  <a:lnTo>
                    <a:pt x="0" y="617"/>
                  </a:lnTo>
                  <a:cubicBezTo>
                    <a:pt x="0" y="617"/>
                    <a:pt x="1589" y="2456"/>
                    <a:pt x="1872" y="2527"/>
                  </a:cubicBezTo>
                  <a:cubicBezTo>
                    <a:pt x="1876" y="2528"/>
                    <a:pt x="1880" y="2528"/>
                    <a:pt x="1883" y="2528"/>
                  </a:cubicBezTo>
                  <a:cubicBezTo>
                    <a:pt x="2119" y="2528"/>
                    <a:pt x="882" y="1"/>
                    <a:pt x="882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" name="Google Shape;3460;p5"/>
            <p:cNvSpPr/>
            <p:nvPr/>
          </p:nvSpPr>
          <p:spPr>
            <a:xfrm>
              <a:off x="1601125" y="1064225"/>
              <a:ext cx="178550" cy="88825"/>
            </a:xfrm>
            <a:custGeom>
              <a:rect b="b" l="l" r="r" t="t"/>
              <a:pathLst>
                <a:path extrusionOk="0" h="3553" w="7142">
                  <a:moveTo>
                    <a:pt x="4352" y="1"/>
                  </a:moveTo>
                  <a:cubicBezTo>
                    <a:pt x="3532" y="1"/>
                    <a:pt x="2805" y="271"/>
                    <a:pt x="2805" y="271"/>
                  </a:cubicBezTo>
                  <a:cubicBezTo>
                    <a:pt x="1173" y="774"/>
                    <a:pt x="1" y="3371"/>
                    <a:pt x="3434" y="3538"/>
                  </a:cubicBezTo>
                  <a:cubicBezTo>
                    <a:pt x="3640" y="3548"/>
                    <a:pt x="3835" y="3552"/>
                    <a:pt x="4019" y="3552"/>
                  </a:cubicBezTo>
                  <a:cubicBezTo>
                    <a:pt x="6902" y="3552"/>
                    <a:pt x="7142" y="2356"/>
                    <a:pt x="6237" y="901"/>
                  </a:cubicBezTo>
                  <a:cubicBezTo>
                    <a:pt x="5797" y="193"/>
                    <a:pt x="5042" y="1"/>
                    <a:pt x="4352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" name="Google Shape;3461;p5"/>
            <p:cNvSpPr/>
            <p:nvPr/>
          </p:nvSpPr>
          <p:spPr>
            <a:xfrm>
              <a:off x="1685575" y="1106525"/>
              <a:ext cx="66250" cy="16150"/>
            </a:xfrm>
            <a:custGeom>
              <a:rect b="b" l="l" r="r" t="t"/>
              <a:pathLst>
                <a:path extrusionOk="0" h="646" w="2650">
                  <a:moveTo>
                    <a:pt x="1394" y="1"/>
                  </a:moveTo>
                  <a:cubicBezTo>
                    <a:pt x="978" y="1"/>
                    <a:pt x="502" y="125"/>
                    <a:pt x="50" y="522"/>
                  </a:cubicBezTo>
                  <a:cubicBezTo>
                    <a:pt x="0" y="566"/>
                    <a:pt x="31" y="646"/>
                    <a:pt x="96" y="646"/>
                  </a:cubicBezTo>
                  <a:cubicBezTo>
                    <a:pt x="114" y="646"/>
                    <a:pt x="130" y="640"/>
                    <a:pt x="142" y="627"/>
                  </a:cubicBezTo>
                  <a:cubicBezTo>
                    <a:pt x="570" y="253"/>
                    <a:pt x="1014" y="136"/>
                    <a:pt x="1401" y="136"/>
                  </a:cubicBezTo>
                  <a:cubicBezTo>
                    <a:pt x="2023" y="136"/>
                    <a:pt x="2500" y="437"/>
                    <a:pt x="2532" y="458"/>
                  </a:cubicBezTo>
                  <a:cubicBezTo>
                    <a:pt x="2544" y="465"/>
                    <a:pt x="2557" y="469"/>
                    <a:pt x="2570" y="469"/>
                  </a:cubicBezTo>
                  <a:cubicBezTo>
                    <a:pt x="2594" y="469"/>
                    <a:pt x="2617" y="458"/>
                    <a:pt x="2631" y="436"/>
                  </a:cubicBezTo>
                  <a:cubicBezTo>
                    <a:pt x="2650" y="405"/>
                    <a:pt x="2640" y="362"/>
                    <a:pt x="2610" y="340"/>
                  </a:cubicBezTo>
                  <a:cubicBezTo>
                    <a:pt x="2600" y="333"/>
                    <a:pt x="2076" y="1"/>
                    <a:pt x="139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" name="Google Shape;3462;p5"/>
            <p:cNvSpPr/>
            <p:nvPr/>
          </p:nvSpPr>
          <p:spPr>
            <a:xfrm>
              <a:off x="1824400" y="958700"/>
              <a:ext cx="96400" cy="113525"/>
            </a:xfrm>
            <a:custGeom>
              <a:rect b="b" l="l" r="r" t="t"/>
              <a:pathLst>
                <a:path extrusionOk="0" h="4541" w="3856">
                  <a:moveTo>
                    <a:pt x="2281" y="0"/>
                  </a:moveTo>
                  <a:cubicBezTo>
                    <a:pt x="2242" y="0"/>
                    <a:pt x="2203" y="5"/>
                    <a:pt x="2164" y="14"/>
                  </a:cubicBezTo>
                  <a:cubicBezTo>
                    <a:pt x="2164" y="14"/>
                    <a:pt x="730" y="69"/>
                    <a:pt x="363" y="1562"/>
                  </a:cubicBezTo>
                  <a:cubicBezTo>
                    <a:pt x="0" y="3047"/>
                    <a:pt x="452" y="4540"/>
                    <a:pt x="1303" y="4540"/>
                  </a:cubicBezTo>
                  <a:cubicBezTo>
                    <a:pt x="1624" y="4540"/>
                    <a:pt x="2002" y="4328"/>
                    <a:pt x="2414" y="3823"/>
                  </a:cubicBezTo>
                  <a:cubicBezTo>
                    <a:pt x="3855" y="2064"/>
                    <a:pt x="3117" y="0"/>
                    <a:pt x="2281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" name="Google Shape;3463;p5"/>
            <p:cNvSpPr/>
            <p:nvPr/>
          </p:nvSpPr>
          <p:spPr>
            <a:xfrm>
              <a:off x="1846025" y="998050"/>
              <a:ext cx="24750" cy="61025"/>
            </a:xfrm>
            <a:custGeom>
              <a:rect b="b" l="l" r="r" t="t"/>
              <a:pathLst>
                <a:path extrusionOk="0" h="2441" w="990">
                  <a:moveTo>
                    <a:pt x="888" y="1"/>
                  </a:moveTo>
                  <a:cubicBezTo>
                    <a:pt x="867" y="1"/>
                    <a:pt x="846" y="10"/>
                    <a:pt x="830" y="35"/>
                  </a:cubicBezTo>
                  <a:cubicBezTo>
                    <a:pt x="796" y="81"/>
                    <a:pt x="1" y="1237"/>
                    <a:pt x="254" y="2385"/>
                  </a:cubicBezTo>
                  <a:cubicBezTo>
                    <a:pt x="260" y="2419"/>
                    <a:pt x="287" y="2440"/>
                    <a:pt x="321" y="2440"/>
                  </a:cubicBezTo>
                  <a:lnTo>
                    <a:pt x="337" y="2440"/>
                  </a:lnTo>
                  <a:cubicBezTo>
                    <a:pt x="377" y="2431"/>
                    <a:pt x="402" y="2394"/>
                    <a:pt x="392" y="2357"/>
                  </a:cubicBezTo>
                  <a:cubicBezTo>
                    <a:pt x="155" y="1271"/>
                    <a:pt x="938" y="127"/>
                    <a:pt x="948" y="115"/>
                  </a:cubicBezTo>
                  <a:cubicBezTo>
                    <a:pt x="989" y="60"/>
                    <a:pt x="939" y="1"/>
                    <a:pt x="88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" name="Google Shape;3464;p5"/>
            <p:cNvSpPr/>
            <p:nvPr/>
          </p:nvSpPr>
          <p:spPr>
            <a:xfrm>
              <a:off x="1718025" y="1264925"/>
              <a:ext cx="45975" cy="64200"/>
            </a:xfrm>
            <a:custGeom>
              <a:rect b="b" l="l" r="r" t="t"/>
              <a:pathLst>
                <a:path extrusionOk="0" h="2568" w="1839">
                  <a:moveTo>
                    <a:pt x="1555" y="0"/>
                  </a:moveTo>
                  <a:cubicBezTo>
                    <a:pt x="1271" y="0"/>
                    <a:pt x="214" y="71"/>
                    <a:pt x="1" y="352"/>
                  </a:cubicBezTo>
                  <a:cubicBezTo>
                    <a:pt x="1" y="352"/>
                    <a:pt x="824" y="2567"/>
                    <a:pt x="1150" y="2567"/>
                  </a:cubicBezTo>
                  <a:cubicBezTo>
                    <a:pt x="1169" y="2567"/>
                    <a:pt x="1185" y="2560"/>
                    <a:pt x="1201" y="2545"/>
                  </a:cubicBezTo>
                  <a:cubicBezTo>
                    <a:pt x="1484" y="2261"/>
                    <a:pt x="1839" y="0"/>
                    <a:pt x="1555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" name="Google Shape;3465;p5"/>
            <p:cNvSpPr/>
            <p:nvPr/>
          </p:nvSpPr>
          <p:spPr>
            <a:xfrm>
              <a:off x="1668525" y="1277250"/>
              <a:ext cx="52500" cy="56600"/>
            </a:xfrm>
            <a:custGeom>
              <a:rect b="b" l="l" r="r" t="t"/>
              <a:pathLst>
                <a:path extrusionOk="0" h="2264" w="2100">
                  <a:moveTo>
                    <a:pt x="1345" y="1"/>
                  </a:moveTo>
                  <a:cubicBezTo>
                    <a:pt x="1062" y="1"/>
                    <a:pt x="143" y="355"/>
                    <a:pt x="72" y="636"/>
                  </a:cubicBezTo>
                  <a:cubicBezTo>
                    <a:pt x="1" y="920"/>
                    <a:pt x="1697" y="2194"/>
                    <a:pt x="1910" y="2262"/>
                  </a:cubicBezTo>
                  <a:cubicBezTo>
                    <a:pt x="1913" y="2263"/>
                    <a:pt x="1916" y="2263"/>
                    <a:pt x="1919" y="2263"/>
                  </a:cubicBezTo>
                  <a:cubicBezTo>
                    <a:pt x="2099" y="2263"/>
                    <a:pt x="1345" y="1"/>
                    <a:pt x="1345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" name="Google Shape;3466;p5"/>
            <p:cNvSpPr/>
            <p:nvPr/>
          </p:nvSpPr>
          <p:spPr>
            <a:xfrm>
              <a:off x="1776325" y="1267025"/>
              <a:ext cx="42425" cy="56550"/>
            </a:xfrm>
            <a:custGeom>
              <a:rect b="b" l="l" r="r" t="t"/>
              <a:pathLst>
                <a:path extrusionOk="0" h="2262" w="1697">
                  <a:moveTo>
                    <a:pt x="494" y="1"/>
                  </a:moveTo>
                  <a:cubicBezTo>
                    <a:pt x="327" y="1"/>
                    <a:pt x="158" y="18"/>
                    <a:pt x="0" y="58"/>
                  </a:cubicBezTo>
                  <a:cubicBezTo>
                    <a:pt x="0" y="58"/>
                    <a:pt x="131" y="2261"/>
                    <a:pt x="328" y="2261"/>
                  </a:cubicBezTo>
                  <a:cubicBezTo>
                    <a:pt x="337" y="2261"/>
                    <a:pt x="346" y="2257"/>
                    <a:pt x="355" y="2248"/>
                  </a:cubicBezTo>
                  <a:cubicBezTo>
                    <a:pt x="565" y="2035"/>
                    <a:pt x="1697" y="481"/>
                    <a:pt x="1484" y="268"/>
                  </a:cubicBezTo>
                  <a:cubicBezTo>
                    <a:pt x="1331" y="117"/>
                    <a:pt x="921" y="1"/>
                    <a:pt x="49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" name="Google Shape;3467;p5"/>
            <p:cNvSpPr/>
            <p:nvPr/>
          </p:nvSpPr>
          <p:spPr>
            <a:xfrm>
              <a:off x="2017050" y="906750"/>
              <a:ext cx="47575" cy="76200"/>
            </a:xfrm>
            <a:custGeom>
              <a:rect b="b" l="l" r="r" t="t"/>
              <a:pathLst>
                <a:path extrusionOk="0" h="3048" w="1903">
                  <a:moveTo>
                    <a:pt x="1679" y="1"/>
                  </a:moveTo>
                  <a:cubicBezTo>
                    <a:pt x="1679" y="1"/>
                    <a:pt x="1679" y="1"/>
                    <a:pt x="1678" y="1"/>
                  </a:cubicBezTo>
                  <a:cubicBezTo>
                    <a:pt x="901" y="16"/>
                    <a:pt x="673" y="50"/>
                    <a:pt x="1" y="244"/>
                  </a:cubicBezTo>
                  <a:cubicBezTo>
                    <a:pt x="1" y="244"/>
                    <a:pt x="935" y="3048"/>
                    <a:pt x="1215" y="3048"/>
                  </a:cubicBezTo>
                  <a:cubicBezTo>
                    <a:pt x="1231" y="3048"/>
                    <a:pt x="1245" y="3039"/>
                    <a:pt x="1256" y="3020"/>
                  </a:cubicBezTo>
                  <a:cubicBezTo>
                    <a:pt x="1468" y="2669"/>
                    <a:pt x="1903" y="1"/>
                    <a:pt x="1679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8" name="Google Shape;3468;p5"/>
            <p:cNvSpPr/>
            <p:nvPr/>
          </p:nvSpPr>
          <p:spPr>
            <a:xfrm>
              <a:off x="1597750" y="1180150"/>
              <a:ext cx="44725" cy="33025"/>
            </a:xfrm>
            <a:custGeom>
              <a:rect b="b" l="l" r="r" t="t"/>
              <a:pathLst>
                <a:path extrusionOk="0" h="1321" w="1789">
                  <a:moveTo>
                    <a:pt x="1525" y="0"/>
                  </a:moveTo>
                  <a:cubicBezTo>
                    <a:pt x="1102" y="0"/>
                    <a:pt x="0" y="279"/>
                    <a:pt x="0" y="279"/>
                  </a:cubicBezTo>
                  <a:cubicBezTo>
                    <a:pt x="0" y="696"/>
                    <a:pt x="377" y="1229"/>
                    <a:pt x="466" y="1316"/>
                  </a:cubicBezTo>
                  <a:cubicBezTo>
                    <a:pt x="469" y="1319"/>
                    <a:pt x="474" y="1320"/>
                    <a:pt x="479" y="1320"/>
                  </a:cubicBezTo>
                  <a:cubicBezTo>
                    <a:pt x="638" y="1320"/>
                    <a:pt x="1788" y="184"/>
                    <a:pt x="1681" y="36"/>
                  </a:cubicBezTo>
                  <a:cubicBezTo>
                    <a:pt x="1663" y="11"/>
                    <a:pt x="1607" y="0"/>
                    <a:pt x="1525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9" name="Google Shape;3469;p5"/>
            <p:cNvSpPr/>
            <p:nvPr/>
          </p:nvSpPr>
          <p:spPr>
            <a:xfrm>
              <a:off x="1584475" y="1155450"/>
              <a:ext cx="42600" cy="20600"/>
            </a:xfrm>
            <a:custGeom>
              <a:rect b="b" l="l" r="r" t="t"/>
              <a:pathLst>
                <a:path extrusionOk="0" h="824" w="1704">
                  <a:moveTo>
                    <a:pt x="130" y="1"/>
                  </a:moveTo>
                  <a:cubicBezTo>
                    <a:pt x="110" y="1"/>
                    <a:pt x="97" y="2"/>
                    <a:pt x="90" y="6"/>
                  </a:cubicBezTo>
                  <a:cubicBezTo>
                    <a:pt x="1" y="49"/>
                    <a:pt x="112" y="712"/>
                    <a:pt x="266" y="823"/>
                  </a:cubicBezTo>
                  <a:cubicBezTo>
                    <a:pt x="266" y="823"/>
                    <a:pt x="1703" y="515"/>
                    <a:pt x="1639" y="379"/>
                  </a:cubicBezTo>
                  <a:cubicBezTo>
                    <a:pt x="1576" y="256"/>
                    <a:pt x="377" y="1"/>
                    <a:pt x="130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0" name="Google Shape;3470;p5"/>
            <p:cNvSpPr/>
            <p:nvPr/>
          </p:nvSpPr>
          <p:spPr>
            <a:xfrm>
              <a:off x="1615475" y="1205025"/>
              <a:ext cx="31500" cy="35100"/>
            </a:xfrm>
            <a:custGeom>
              <a:rect b="b" l="l" r="r" t="t"/>
              <a:pathLst>
                <a:path extrusionOk="0" h="1404" w="1260">
                  <a:moveTo>
                    <a:pt x="1190" y="1"/>
                  </a:moveTo>
                  <a:cubicBezTo>
                    <a:pt x="1010" y="1"/>
                    <a:pt x="1" y="632"/>
                    <a:pt x="1" y="632"/>
                  </a:cubicBezTo>
                  <a:cubicBezTo>
                    <a:pt x="22" y="808"/>
                    <a:pt x="596" y="1403"/>
                    <a:pt x="685" y="1403"/>
                  </a:cubicBezTo>
                  <a:cubicBezTo>
                    <a:pt x="772" y="1403"/>
                    <a:pt x="1259" y="123"/>
                    <a:pt x="1216" y="12"/>
                  </a:cubicBezTo>
                  <a:cubicBezTo>
                    <a:pt x="1213" y="4"/>
                    <a:pt x="1204" y="1"/>
                    <a:pt x="1190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1" name="Google Shape;3471;p5"/>
            <p:cNvSpPr/>
            <p:nvPr/>
          </p:nvSpPr>
          <p:spPr>
            <a:xfrm>
              <a:off x="1925175" y="947775"/>
              <a:ext cx="42850" cy="42550"/>
            </a:xfrm>
            <a:custGeom>
              <a:rect b="b" l="l" r="r" t="t"/>
              <a:pathLst>
                <a:path extrusionOk="0" h="1702" w="1714">
                  <a:moveTo>
                    <a:pt x="903" y="1"/>
                  </a:moveTo>
                  <a:cubicBezTo>
                    <a:pt x="903" y="1"/>
                    <a:pt x="0" y="1701"/>
                    <a:pt x="144" y="1701"/>
                  </a:cubicBezTo>
                  <a:cubicBezTo>
                    <a:pt x="148" y="1701"/>
                    <a:pt x="153" y="1700"/>
                    <a:pt x="160" y="1697"/>
                  </a:cubicBezTo>
                  <a:cubicBezTo>
                    <a:pt x="372" y="1589"/>
                    <a:pt x="1714" y="1062"/>
                    <a:pt x="1680" y="812"/>
                  </a:cubicBezTo>
                  <a:cubicBezTo>
                    <a:pt x="1643" y="565"/>
                    <a:pt x="903" y="1"/>
                    <a:pt x="903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2" name="Google Shape;3472;p5"/>
            <p:cNvSpPr/>
            <p:nvPr/>
          </p:nvSpPr>
          <p:spPr>
            <a:xfrm>
              <a:off x="1935325" y="979550"/>
              <a:ext cx="48600" cy="35325"/>
            </a:xfrm>
            <a:custGeom>
              <a:rect b="b" l="l" r="r" t="t"/>
              <a:pathLst>
                <a:path extrusionOk="0" h="1413" w="1944">
                  <a:moveTo>
                    <a:pt x="1416" y="0"/>
                  </a:moveTo>
                  <a:cubicBezTo>
                    <a:pt x="1416" y="0"/>
                    <a:pt x="0" y="1413"/>
                    <a:pt x="247" y="1413"/>
                  </a:cubicBezTo>
                  <a:cubicBezTo>
                    <a:pt x="497" y="1413"/>
                    <a:pt x="1943" y="1308"/>
                    <a:pt x="1838" y="990"/>
                  </a:cubicBezTo>
                  <a:cubicBezTo>
                    <a:pt x="1734" y="673"/>
                    <a:pt x="1416" y="0"/>
                    <a:pt x="1416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3" name="Google Shape;3473;p5"/>
            <p:cNvSpPr/>
            <p:nvPr/>
          </p:nvSpPr>
          <p:spPr>
            <a:xfrm>
              <a:off x="1939800" y="1022875"/>
              <a:ext cx="47675" cy="25175"/>
            </a:xfrm>
            <a:custGeom>
              <a:rect b="b" l="l" r="r" t="t"/>
              <a:pathLst>
                <a:path extrusionOk="0" h="1007" w="1907">
                  <a:moveTo>
                    <a:pt x="1801" y="1"/>
                  </a:moveTo>
                  <a:cubicBezTo>
                    <a:pt x="1801" y="1"/>
                    <a:pt x="0" y="636"/>
                    <a:pt x="389" y="670"/>
                  </a:cubicBezTo>
                  <a:cubicBezTo>
                    <a:pt x="731" y="700"/>
                    <a:pt x="1645" y="1006"/>
                    <a:pt x="1860" y="1006"/>
                  </a:cubicBezTo>
                  <a:cubicBezTo>
                    <a:pt x="1890" y="1006"/>
                    <a:pt x="1906" y="1001"/>
                    <a:pt x="1906" y="988"/>
                  </a:cubicBezTo>
                  <a:cubicBezTo>
                    <a:pt x="1906" y="883"/>
                    <a:pt x="1801" y="1"/>
                    <a:pt x="180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4" name="Google Shape;3474;p5"/>
            <p:cNvSpPr/>
            <p:nvPr/>
          </p:nvSpPr>
          <p:spPr>
            <a:xfrm>
              <a:off x="1932300" y="954025"/>
              <a:ext cx="103275" cy="192550"/>
            </a:xfrm>
            <a:custGeom>
              <a:rect b="b" l="l" r="r" t="t"/>
              <a:pathLst>
                <a:path extrusionOk="0" h="7702" w="4131">
                  <a:moveTo>
                    <a:pt x="1104" y="1"/>
                  </a:moveTo>
                  <a:cubicBezTo>
                    <a:pt x="1056" y="1"/>
                    <a:pt x="1009" y="53"/>
                    <a:pt x="1040" y="108"/>
                  </a:cubicBezTo>
                  <a:cubicBezTo>
                    <a:pt x="1071" y="158"/>
                    <a:pt x="3943" y="5099"/>
                    <a:pt x="60" y="7569"/>
                  </a:cubicBezTo>
                  <a:cubicBezTo>
                    <a:pt x="1" y="7609"/>
                    <a:pt x="26" y="7702"/>
                    <a:pt x="100" y="7702"/>
                  </a:cubicBezTo>
                  <a:cubicBezTo>
                    <a:pt x="112" y="7702"/>
                    <a:pt x="124" y="7696"/>
                    <a:pt x="137" y="7690"/>
                  </a:cubicBezTo>
                  <a:cubicBezTo>
                    <a:pt x="4131" y="5145"/>
                    <a:pt x="1195" y="87"/>
                    <a:pt x="1164" y="37"/>
                  </a:cubicBezTo>
                  <a:cubicBezTo>
                    <a:pt x="1148" y="12"/>
                    <a:pt x="1126" y="1"/>
                    <a:pt x="11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5" name="Google Shape;3475;p5"/>
            <p:cNvSpPr/>
            <p:nvPr/>
          </p:nvSpPr>
          <p:spPr>
            <a:xfrm>
              <a:off x="1886975" y="1038700"/>
              <a:ext cx="74850" cy="53050"/>
            </a:xfrm>
            <a:custGeom>
              <a:rect b="b" l="l" r="r" t="t"/>
              <a:pathLst>
                <a:path extrusionOk="0" h="2122" w="2994">
                  <a:moveTo>
                    <a:pt x="2889" y="1"/>
                  </a:moveTo>
                  <a:cubicBezTo>
                    <a:pt x="2876" y="1"/>
                    <a:pt x="2861" y="5"/>
                    <a:pt x="2847" y="15"/>
                  </a:cubicBezTo>
                  <a:lnTo>
                    <a:pt x="56" y="1996"/>
                  </a:lnTo>
                  <a:cubicBezTo>
                    <a:pt x="0" y="2033"/>
                    <a:pt x="28" y="2122"/>
                    <a:pt x="99" y="2122"/>
                  </a:cubicBezTo>
                  <a:cubicBezTo>
                    <a:pt x="111" y="2122"/>
                    <a:pt x="127" y="2119"/>
                    <a:pt x="139" y="2110"/>
                  </a:cubicBezTo>
                  <a:lnTo>
                    <a:pt x="2930" y="130"/>
                  </a:lnTo>
                  <a:cubicBezTo>
                    <a:pt x="2993" y="87"/>
                    <a:pt x="2950" y="1"/>
                    <a:pt x="28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6" name="Google Shape;3476;p5"/>
            <p:cNvSpPr/>
            <p:nvPr/>
          </p:nvSpPr>
          <p:spPr>
            <a:xfrm>
              <a:off x="2068725" y="905500"/>
              <a:ext cx="37100" cy="71650"/>
            </a:xfrm>
            <a:custGeom>
              <a:rect b="b" l="l" r="r" t="t"/>
              <a:pathLst>
                <a:path extrusionOk="0" h="2866" w="1484">
                  <a:moveTo>
                    <a:pt x="667" y="0"/>
                  </a:moveTo>
                  <a:cubicBezTo>
                    <a:pt x="444" y="0"/>
                    <a:pt x="221" y="22"/>
                    <a:pt x="0" y="66"/>
                  </a:cubicBezTo>
                  <a:cubicBezTo>
                    <a:pt x="0" y="66"/>
                    <a:pt x="300" y="2865"/>
                    <a:pt x="481" y="2865"/>
                  </a:cubicBezTo>
                  <a:cubicBezTo>
                    <a:pt x="486" y="2865"/>
                    <a:pt x="492" y="2863"/>
                    <a:pt x="497" y="2858"/>
                  </a:cubicBezTo>
                  <a:cubicBezTo>
                    <a:pt x="672" y="2679"/>
                    <a:pt x="1484" y="100"/>
                    <a:pt x="1484" y="100"/>
                  </a:cubicBezTo>
                  <a:cubicBezTo>
                    <a:pt x="1216" y="34"/>
                    <a:pt x="942" y="0"/>
                    <a:pt x="66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7" name="Google Shape;3477;p5"/>
            <p:cNvSpPr/>
            <p:nvPr/>
          </p:nvSpPr>
          <p:spPr>
            <a:xfrm>
              <a:off x="1973325" y="914625"/>
              <a:ext cx="57200" cy="70275"/>
            </a:xfrm>
            <a:custGeom>
              <a:rect b="b" l="l" r="r" t="t"/>
              <a:pathLst>
                <a:path extrusionOk="0" h="2811" w="2288">
                  <a:moveTo>
                    <a:pt x="1327" y="0"/>
                  </a:moveTo>
                  <a:cubicBezTo>
                    <a:pt x="1238" y="37"/>
                    <a:pt x="214" y="232"/>
                    <a:pt x="106" y="408"/>
                  </a:cubicBezTo>
                  <a:cubicBezTo>
                    <a:pt x="1" y="583"/>
                    <a:pt x="1873" y="2776"/>
                    <a:pt x="2086" y="2810"/>
                  </a:cubicBezTo>
                  <a:cubicBezTo>
                    <a:pt x="2087" y="2810"/>
                    <a:pt x="2088" y="2810"/>
                    <a:pt x="2089" y="2810"/>
                  </a:cubicBezTo>
                  <a:cubicBezTo>
                    <a:pt x="2287" y="2810"/>
                    <a:pt x="1327" y="0"/>
                    <a:pt x="132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5"/>
            <p:cNvSpPr/>
            <p:nvPr/>
          </p:nvSpPr>
          <p:spPr>
            <a:xfrm>
              <a:off x="2183325" y="964975"/>
              <a:ext cx="59450" cy="59700"/>
            </a:xfrm>
            <a:custGeom>
              <a:rect b="b" l="l" r="r" t="t"/>
              <a:pathLst>
                <a:path extrusionOk="0" h="2388" w="2378">
                  <a:moveTo>
                    <a:pt x="1443" y="0"/>
                  </a:moveTo>
                  <a:cubicBezTo>
                    <a:pt x="1443" y="0"/>
                    <a:pt x="1" y="2388"/>
                    <a:pt x="272" y="2388"/>
                  </a:cubicBezTo>
                  <a:cubicBezTo>
                    <a:pt x="278" y="2388"/>
                    <a:pt x="285" y="2387"/>
                    <a:pt x="292" y="2385"/>
                  </a:cubicBezTo>
                  <a:cubicBezTo>
                    <a:pt x="647" y="2280"/>
                    <a:pt x="2377" y="1290"/>
                    <a:pt x="2235" y="972"/>
                  </a:cubicBezTo>
                  <a:cubicBezTo>
                    <a:pt x="2097" y="654"/>
                    <a:pt x="1443" y="0"/>
                    <a:pt x="1443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9" name="Google Shape;3479;p5"/>
            <p:cNvSpPr/>
            <p:nvPr/>
          </p:nvSpPr>
          <p:spPr>
            <a:xfrm>
              <a:off x="2196875" y="1006925"/>
              <a:ext cx="68575" cy="44650"/>
            </a:xfrm>
            <a:custGeom>
              <a:rect b="b" l="l" r="r" t="t"/>
              <a:pathLst>
                <a:path extrusionOk="0" h="1786" w="2743">
                  <a:moveTo>
                    <a:pt x="2101" y="0"/>
                  </a:moveTo>
                  <a:cubicBezTo>
                    <a:pt x="2101" y="0"/>
                    <a:pt x="0" y="1663"/>
                    <a:pt x="318" y="1768"/>
                  </a:cubicBezTo>
                  <a:cubicBezTo>
                    <a:pt x="353" y="1780"/>
                    <a:pt x="411" y="1785"/>
                    <a:pt x="486" y="1785"/>
                  </a:cubicBezTo>
                  <a:cubicBezTo>
                    <a:pt x="1081" y="1785"/>
                    <a:pt x="2743" y="1429"/>
                    <a:pt x="2650" y="1114"/>
                  </a:cubicBezTo>
                  <a:cubicBezTo>
                    <a:pt x="2542" y="759"/>
                    <a:pt x="2101" y="0"/>
                    <a:pt x="210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0" name="Google Shape;3480;p5"/>
            <p:cNvSpPr/>
            <p:nvPr/>
          </p:nvSpPr>
          <p:spPr>
            <a:xfrm>
              <a:off x="2216300" y="1054175"/>
              <a:ext cx="63400" cy="31000"/>
            </a:xfrm>
            <a:custGeom>
              <a:rect b="b" l="l" r="r" t="t"/>
              <a:pathLst>
                <a:path extrusionOk="0" h="1240" w="2536">
                  <a:moveTo>
                    <a:pt x="2172" y="1"/>
                  </a:moveTo>
                  <a:cubicBezTo>
                    <a:pt x="2172" y="1"/>
                    <a:pt x="0" y="513"/>
                    <a:pt x="318" y="797"/>
                  </a:cubicBezTo>
                  <a:cubicBezTo>
                    <a:pt x="547" y="1001"/>
                    <a:pt x="1606" y="1240"/>
                    <a:pt x="2171" y="1240"/>
                  </a:cubicBezTo>
                  <a:cubicBezTo>
                    <a:pt x="2391" y="1240"/>
                    <a:pt x="2536" y="1204"/>
                    <a:pt x="2526" y="1114"/>
                  </a:cubicBezTo>
                  <a:cubicBezTo>
                    <a:pt x="2489" y="797"/>
                    <a:pt x="2172" y="1"/>
                    <a:pt x="2172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1" name="Google Shape;3481;p5"/>
            <p:cNvSpPr/>
            <p:nvPr/>
          </p:nvSpPr>
          <p:spPr>
            <a:xfrm>
              <a:off x="2028075" y="1027275"/>
              <a:ext cx="72525" cy="48625"/>
            </a:xfrm>
            <a:custGeom>
              <a:rect b="b" l="l" r="r" t="t"/>
              <a:pathLst>
                <a:path extrusionOk="0" h="1945" w="2901">
                  <a:moveTo>
                    <a:pt x="991" y="1"/>
                  </a:moveTo>
                  <a:cubicBezTo>
                    <a:pt x="991" y="1"/>
                    <a:pt x="355" y="636"/>
                    <a:pt x="180" y="988"/>
                  </a:cubicBezTo>
                  <a:cubicBezTo>
                    <a:pt x="1" y="1342"/>
                    <a:pt x="2298" y="1907"/>
                    <a:pt x="2616" y="1944"/>
                  </a:cubicBezTo>
                  <a:cubicBezTo>
                    <a:pt x="2619" y="1944"/>
                    <a:pt x="2621" y="1944"/>
                    <a:pt x="2624" y="1944"/>
                  </a:cubicBezTo>
                  <a:cubicBezTo>
                    <a:pt x="2901" y="1944"/>
                    <a:pt x="991" y="1"/>
                    <a:pt x="99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2" name="Google Shape;3482;p5"/>
            <p:cNvSpPr/>
            <p:nvPr/>
          </p:nvSpPr>
          <p:spPr>
            <a:xfrm>
              <a:off x="2004475" y="1061750"/>
              <a:ext cx="89950" cy="47050"/>
            </a:xfrm>
            <a:custGeom>
              <a:rect b="b" l="l" r="r" t="t"/>
              <a:pathLst>
                <a:path extrusionOk="0" h="1882" w="3598">
                  <a:moveTo>
                    <a:pt x="803" y="0"/>
                  </a:moveTo>
                  <a:cubicBezTo>
                    <a:pt x="803" y="0"/>
                    <a:pt x="204" y="953"/>
                    <a:pt x="96" y="1271"/>
                  </a:cubicBezTo>
                  <a:cubicBezTo>
                    <a:pt x="1" y="1561"/>
                    <a:pt x="2581" y="1882"/>
                    <a:pt x="3221" y="1882"/>
                  </a:cubicBezTo>
                  <a:cubicBezTo>
                    <a:pt x="3282" y="1882"/>
                    <a:pt x="3326" y="1879"/>
                    <a:pt x="3347" y="1872"/>
                  </a:cubicBezTo>
                  <a:cubicBezTo>
                    <a:pt x="3597" y="1801"/>
                    <a:pt x="803" y="0"/>
                    <a:pt x="803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3" name="Google Shape;3483;p5"/>
            <p:cNvSpPr/>
            <p:nvPr/>
          </p:nvSpPr>
          <p:spPr>
            <a:xfrm>
              <a:off x="1988375" y="1105475"/>
              <a:ext cx="68950" cy="31625"/>
            </a:xfrm>
            <a:custGeom>
              <a:rect b="b" l="l" r="r" t="t"/>
              <a:pathLst>
                <a:path extrusionOk="0" h="1265" w="2758">
                  <a:moveTo>
                    <a:pt x="404" y="0"/>
                  </a:moveTo>
                  <a:cubicBezTo>
                    <a:pt x="404" y="0"/>
                    <a:pt x="0" y="867"/>
                    <a:pt x="0" y="1113"/>
                  </a:cubicBezTo>
                  <a:cubicBezTo>
                    <a:pt x="0" y="1225"/>
                    <a:pt x="477" y="1265"/>
                    <a:pt x="1018" y="1265"/>
                  </a:cubicBezTo>
                  <a:cubicBezTo>
                    <a:pt x="1674" y="1265"/>
                    <a:pt x="2427" y="1206"/>
                    <a:pt x="2545" y="1147"/>
                  </a:cubicBezTo>
                  <a:cubicBezTo>
                    <a:pt x="2758" y="1039"/>
                    <a:pt x="404" y="0"/>
                    <a:pt x="404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4" name="Google Shape;3484;p5"/>
            <p:cNvSpPr/>
            <p:nvPr/>
          </p:nvSpPr>
          <p:spPr>
            <a:xfrm>
              <a:off x="2023675" y="1229075"/>
              <a:ext cx="42425" cy="59725"/>
            </a:xfrm>
            <a:custGeom>
              <a:rect b="b" l="l" r="r" t="t"/>
              <a:pathLst>
                <a:path extrusionOk="0" h="2389" w="1697">
                  <a:moveTo>
                    <a:pt x="1638" y="0"/>
                  </a:moveTo>
                  <a:cubicBezTo>
                    <a:pt x="1439" y="0"/>
                    <a:pt x="1" y="1468"/>
                    <a:pt x="1" y="1468"/>
                  </a:cubicBezTo>
                  <a:cubicBezTo>
                    <a:pt x="1" y="1468"/>
                    <a:pt x="849" y="2316"/>
                    <a:pt x="1167" y="2387"/>
                  </a:cubicBezTo>
                  <a:cubicBezTo>
                    <a:pt x="1172" y="2388"/>
                    <a:pt x="1177" y="2389"/>
                    <a:pt x="1182" y="2389"/>
                  </a:cubicBezTo>
                  <a:cubicBezTo>
                    <a:pt x="1491" y="2389"/>
                    <a:pt x="1697" y="228"/>
                    <a:pt x="1660" y="19"/>
                  </a:cubicBezTo>
                  <a:cubicBezTo>
                    <a:pt x="1658" y="6"/>
                    <a:pt x="1651" y="0"/>
                    <a:pt x="1638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5" name="Google Shape;3485;p5"/>
            <p:cNvSpPr/>
            <p:nvPr/>
          </p:nvSpPr>
          <p:spPr>
            <a:xfrm>
              <a:off x="2064325" y="1227100"/>
              <a:ext cx="42425" cy="76875"/>
            </a:xfrm>
            <a:custGeom>
              <a:rect b="b" l="l" r="r" t="t"/>
              <a:pathLst>
                <a:path extrusionOk="0" h="3075" w="1697">
                  <a:moveTo>
                    <a:pt x="1292" y="0"/>
                  </a:moveTo>
                  <a:cubicBezTo>
                    <a:pt x="975" y="0"/>
                    <a:pt x="0" y="2642"/>
                    <a:pt x="0" y="2642"/>
                  </a:cubicBezTo>
                  <a:cubicBezTo>
                    <a:pt x="0" y="2642"/>
                    <a:pt x="1175" y="3074"/>
                    <a:pt x="1473" y="3074"/>
                  </a:cubicBezTo>
                  <a:cubicBezTo>
                    <a:pt x="1493" y="3074"/>
                    <a:pt x="1509" y="3072"/>
                    <a:pt x="1521" y="3068"/>
                  </a:cubicBezTo>
                  <a:cubicBezTo>
                    <a:pt x="1697" y="2997"/>
                    <a:pt x="1589" y="381"/>
                    <a:pt x="1342" y="30"/>
                  </a:cubicBezTo>
                  <a:cubicBezTo>
                    <a:pt x="1328" y="10"/>
                    <a:pt x="1311" y="0"/>
                    <a:pt x="1292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6" name="Google Shape;3486;p5"/>
            <p:cNvSpPr/>
            <p:nvPr/>
          </p:nvSpPr>
          <p:spPr>
            <a:xfrm>
              <a:off x="2111125" y="1251175"/>
              <a:ext cx="27400" cy="59575"/>
            </a:xfrm>
            <a:custGeom>
              <a:rect b="b" l="l" r="r" t="t"/>
              <a:pathLst>
                <a:path extrusionOk="0" h="2383" w="1096">
                  <a:moveTo>
                    <a:pt x="784" y="1"/>
                  </a:moveTo>
                  <a:cubicBezTo>
                    <a:pt x="511" y="1"/>
                    <a:pt x="0" y="2281"/>
                    <a:pt x="0" y="2281"/>
                  </a:cubicBezTo>
                  <a:cubicBezTo>
                    <a:pt x="97" y="2361"/>
                    <a:pt x="305" y="2383"/>
                    <a:pt x="502" y="2383"/>
                  </a:cubicBezTo>
                  <a:cubicBezTo>
                    <a:pt x="737" y="2383"/>
                    <a:pt x="957" y="2352"/>
                    <a:pt x="957" y="2352"/>
                  </a:cubicBezTo>
                  <a:cubicBezTo>
                    <a:pt x="957" y="2352"/>
                    <a:pt x="1095" y="513"/>
                    <a:pt x="849" y="54"/>
                  </a:cubicBezTo>
                  <a:cubicBezTo>
                    <a:pt x="829" y="18"/>
                    <a:pt x="808" y="1"/>
                    <a:pt x="78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7" name="Google Shape;3487;p5"/>
            <p:cNvSpPr/>
            <p:nvPr/>
          </p:nvSpPr>
          <p:spPr>
            <a:xfrm>
              <a:off x="1967250" y="997225"/>
              <a:ext cx="181550" cy="317600"/>
            </a:xfrm>
            <a:custGeom>
              <a:rect b="b" l="l" r="r" t="t"/>
              <a:pathLst>
                <a:path extrusionOk="0" h="12704" w="7262">
                  <a:moveTo>
                    <a:pt x="5755" y="0"/>
                  </a:moveTo>
                  <a:cubicBezTo>
                    <a:pt x="5585" y="0"/>
                    <a:pt x="5403" y="17"/>
                    <a:pt x="5210" y="58"/>
                  </a:cubicBezTo>
                  <a:cubicBezTo>
                    <a:pt x="3689" y="382"/>
                    <a:pt x="2242" y="1980"/>
                    <a:pt x="913" y="4808"/>
                  </a:cubicBezTo>
                  <a:cubicBezTo>
                    <a:pt x="65" y="6612"/>
                    <a:pt x="0" y="8176"/>
                    <a:pt x="725" y="9453"/>
                  </a:cubicBezTo>
                  <a:cubicBezTo>
                    <a:pt x="1536" y="10887"/>
                    <a:pt x="3205" y="11695"/>
                    <a:pt x="4463" y="12121"/>
                  </a:cubicBezTo>
                  <a:cubicBezTo>
                    <a:pt x="5293" y="12398"/>
                    <a:pt x="6147" y="12596"/>
                    <a:pt x="7017" y="12704"/>
                  </a:cubicBezTo>
                  <a:lnTo>
                    <a:pt x="7023" y="12704"/>
                  </a:lnTo>
                  <a:cubicBezTo>
                    <a:pt x="7024" y="12704"/>
                    <a:pt x="7025" y="12704"/>
                    <a:pt x="7026" y="12704"/>
                  </a:cubicBezTo>
                  <a:cubicBezTo>
                    <a:pt x="7119" y="12704"/>
                    <a:pt x="7124" y="12568"/>
                    <a:pt x="7032" y="12562"/>
                  </a:cubicBezTo>
                  <a:cubicBezTo>
                    <a:pt x="6172" y="12454"/>
                    <a:pt x="5327" y="12260"/>
                    <a:pt x="4506" y="11985"/>
                  </a:cubicBezTo>
                  <a:cubicBezTo>
                    <a:pt x="3273" y="11569"/>
                    <a:pt x="1635" y="10776"/>
                    <a:pt x="848" y="9382"/>
                  </a:cubicBezTo>
                  <a:cubicBezTo>
                    <a:pt x="148" y="8145"/>
                    <a:pt x="213" y="6628"/>
                    <a:pt x="1040" y="4867"/>
                  </a:cubicBezTo>
                  <a:cubicBezTo>
                    <a:pt x="2671" y="1400"/>
                    <a:pt x="4223" y="413"/>
                    <a:pt x="5234" y="197"/>
                  </a:cubicBezTo>
                  <a:cubicBezTo>
                    <a:pt x="5415" y="158"/>
                    <a:pt x="5586" y="142"/>
                    <a:pt x="5745" y="142"/>
                  </a:cubicBezTo>
                  <a:cubicBezTo>
                    <a:pt x="6580" y="142"/>
                    <a:pt x="7107" y="587"/>
                    <a:pt x="7113" y="592"/>
                  </a:cubicBezTo>
                  <a:cubicBezTo>
                    <a:pt x="7127" y="605"/>
                    <a:pt x="7143" y="610"/>
                    <a:pt x="7158" y="610"/>
                  </a:cubicBezTo>
                  <a:cubicBezTo>
                    <a:pt x="7215" y="610"/>
                    <a:pt x="7261" y="533"/>
                    <a:pt x="7205" y="484"/>
                  </a:cubicBezTo>
                  <a:cubicBezTo>
                    <a:pt x="7177" y="461"/>
                    <a:pt x="6633" y="0"/>
                    <a:pt x="575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8" name="Google Shape;3488;p5"/>
            <p:cNvSpPr/>
            <p:nvPr/>
          </p:nvSpPr>
          <p:spPr>
            <a:xfrm>
              <a:off x="1688350" y="1264425"/>
              <a:ext cx="247700" cy="56425"/>
            </a:xfrm>
            <a:custGeom>
              <a:rect b="b" l="l" r="r" t="t"/>
              <a:pathLst>
                <a:path extrusionOk="0" h="2257" w="9908">
                  <a:moveTo>
                    <a:pt x="2979" y="1"/>
                  </a:moveTo>
                  <a:cubicBezTo>
                    <a:pt x="1116" y="1"/>
                    <a:pt x="88" y="560"/>
                    <a:pt x="68" y="569"/>
                  </a:cubicBezTo>
                  <a:cubicBezTo>
                    <a:pt x="0" y="608"/>
                    <a:pt x="38" y="703"/>
                    <a:pt x="102" y="703"/>
                  </a:cubicBezTo>
                  <a:cubicBezTo>
                    <a:pt x="114" y="703"/>
                    <a:pt x="126" y="700"/>
                    <a:pt x="139" y="693"/>
                  </a:cubicBezTo>
                  <a:cubicBezTo>
                    <a:pt x="148" y="690"/>
                    <a:pt x="1046" y="193"/>
                    <a:pt x="2671" y="137"/>
                  </a:cubicBezTo>
                  <a:cubicBezTo>
                    <a:pt x="2767" y="134"/>
                    <a:pt x="2866" y="132"/>
                    <a:pt x="2970" y="132"/>
                  </a:cubicBezTo>
                  <a:cubicBezTo>
                    <a:pt x="4491" y="132"/>
                    <a:pt x="6828" y="526"/>
                    <a:pt x="9774" y="2247"/>
                  </a:cubicBezTo>
                  <a:cubicBezTo>
                    <a:pt x="9784" y="2253"/>
                    <a:pt x="9796" y="2256"/>
                    <a:pt x="9808" y="2256"/>
                  </a:cubicBezTo>
                  <a:cubicBezTo>
                    <a:pt x="9882" y="2256"/>
                    <a:pt x="9907" y="2161"/>
                    <a:pt x="9845" y="2127"/>
                  </a:cubicBezTo>
                  <a:cubicBezTo>
                    <a:pt x="6973" y="446"/>
                    <a:pt x="4643" y="1"/>
                    <a:pt x="29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9" name="Google Shape;3489;p5"/>
            <p:cNvSpPr/>
            <p:nvPr/>
          </p:nvSpPr>
          <p:spPr>
            <a:xfrm>
              <a:off x="1944050" y="1325075"/>
              <a:ext cx="34850" cy="45350"/>
            </a:xfrm>
            <a:custGeom>
              <a:rect b="b" l="l" r="r" t="t"/>
              <a:pathLst>
                <a:path extrusionOk="0" h="1814" w="1394">
                  <a:moveTo>
                    <a:pt x="114" y="0"/>
                  </a:moveTo>
                  <a:lnTo>
                    <a:pt x="114" y="0"/>
                  </a:lnTo>
                  <a:cubicBezTo>
                    <a:pt x="114" y="0"/>
                    <a:pt x="0" y="1814"/>
                    <a:pt x="220" y="1814"/>
                  </a:cubicBezTo>
                  <a:cubicBezTo>
                    <a:pt x="230" y="1814"/>
                    <a:pt x="239" y="1811"/>
                    <a:pt x="250" y="1804"/>
                  </a:cubicBezTo>
                  <a:cubicBezTo>
                    <a:pt x="509" y="1638"/>
                    <a:pt x="1394" y="561"/>
                    <a:pt x="1394" y="561"/>
                  </a:cubicBezTo>
                  <a:lnTo>
                    <a:pt x="114" y="0"/>
                  </a:ln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0" name="Google Shape;3490;p5"/>
            <p:cNvSpPr/>
            <p:nvPr/>
          </p:nvSpPr>
          <p:spPr>
            <a:xfrm>
              <a:off x="1980300" y="1342025"/>
              <a:ext cx="35700" cy="42600"/>
            </a:xfrm>
            <a:custGeom>
              <a:rect b="b" l="l" r="r" t="t"/>
              <a:pathLst>
                <a:path extrusionOk="0" h="1704" w="1428">
                  <a:moveTo>
                    <a:pt x="274" y="1"/>
                  </a:moveTo>
                  <a:cubicBezTo>
                    <a:pt x="274" y="1"/>
                    <a:pt x="0" y="1703"/>
                    <a:pt x="156" y="1703"/>
                  </a:cubicBezTo>
                  <a:cubicBezTo>
                    <a:pt x="157" y="1703"/>
                    <a:pt x="159" y="1703"/>
                    <a:pt x="160" y="1703"/>
                  </a:cubicBezTo>
                  <a:cubicBezTo>
                    <a:pt x="323" y="1682"/>
                    <a:pt x="1427" y="380"/>
                    <a:pt x="1239" y="260"/>
                  </a:cubicBezTo>
                  <a:cubicBezTo>
                    <a:pt x="1048" y="142"/>
                    <a:pt x="274" y="1"/>
                    <a:pt x="27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1" name="Google Shape;3491;p5"/>
            <p:cNvSpPr/>
            <p:nvPr/>
          </p:nvSpPr>
          <p:spPr>
            <a:xfrm>
              <a:off x="2016050" y="1349750"/>
              <a:ext cx="31225" cy="42975"/>
            </a:xfrm>
            <a:custGeom>
              <a:rect b="b" l="l" r="r" t="t"/>
              <a:pathLst>
                <a:path extrusionOk="0" h="1719" w="1249">
                  <a:moveTo>
                    <a:pt x="1" y="0"/>
                  </a:moveTo>
                  <a:cubicBezTo>
                    <a:pt x="1" y="0"/>
                    <a:pt x="1" y="1672"/>
                    <a:pt x="210" y="1718"/>
                  </a:cubicBezTo>
                  <a:cubicBezTo>
                    <a:pt x="213" y="1719"/>
                    <a:pt x="216" y="1719"/>
                    <a:pt x="220" y="1719"/>
                  </a:cubicBezTo>
                  <a:cubicBezTo>
                    <a:pt x="446" y="1719"/>
                    <a:pt x="1248" y="138"/>
                    <a:pt x="1154" y="117"/>
                  </a:cubicBezTo>
                  <a:cubicBezTo>
                    <a:pt x="1058" y="93"/>
                    <a:pt x="210" y="93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2" name="Google Shape;3492;p5"/>
            <p:cNvSpPr/>
            <p:nvPr/>
          </p:nvSpPr>
          <p:spPr>
            <a:xfrm>
              <a:off x="2136825" y="1354750"/>
              <a:ext cx="45350" cy="62100"/>
            </a:xfrm>
            <a:custGeom>
              <a:rect b="b" l="l" r="r" t="t"/>
              <a:pathLst>
                <a:path extrusionOk="0" h="2484" w="1814">
                  <a:moveTo>
                    <a:pt x="87" y="1"/>
                  </a:moveTo>
                  <a:cubicBezTo>
                    <a:pt x="0" y="1"/>
                    <a:pt x="246" y="2483"/>
                    <a:pt x="246" y="2483"/>
                  </a:cubicBezTo>
                  <a:cubicBezTo>
                    <a:pt x="1128" y="2308"/>
                    <a:pt x="1606" y="2036"/>
                    <a:pt x="1711" y="1866"/>
                  </a:cubicBezTo>
                  <a:cubicBezTo>
                    <a:pt x="1813" y="1697"/>
                    <a:pt x="194" y="105"/>
                    <a:pt x="92" y="4"/>
                  </a:cubicBezTo>
                  <a:cubicBezTo>
                    <a:pt x="90" y="2"/>
                    <a:pt x="88" y="1"/>
                    <a:pt x="87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3" name="Google Shape;3493;p5"/>
            <p:cNvSpPr/>
            <p:nvPr/>
          </p:nvSpPr>
          <p:spPr>
            <a:xfrm>
              <a:off x="2160325" y="1332350"/>
              <a:ext cx="63950" cy="65525"/>
            </a:xfrm>
            <a:custGeom>
              <a:rect b="b" l="l" r="r" t="t"/>
              <a:pathLst>
                <a:path extrusionOk="0" h="2621" w="2558">
                  <a:moveTo>
                    <a:pt x="297" y="0"/>
                  </a:moveTo>
                  <a:cubicBezTo>
                    <a:pt x="0" y="0"/>
                    <a:pt x="1197" y="2621"/>
                    <a:pt x="1197" y="2621"/>
                  </a:cubicBezTo>
                  <a:cubicBezTo>
                    <a:pt x="1197" y="2621"/>
                    <a:pt x="2045" y="2127"/>
                    <a:pt x="2363" y="1735"/>
                  </a:cubicBezTo>
                  <a:cubicBezTo>
                    <a:pt x="2557" y="1501"/>
                    <a:pt x="784" y="252"/>
                    <a:pt x="343" y="14"/>
                  </a:cubicBezTo>
                  <a:cubicBezTo>
                    <a:pt x="325" y="5"/>
                    <a:pt x="310" y="0"/>
                    <a:pt x="29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4" name="Google Shape;3494;p5"/>
            <p:cNvSpPr/>
            <p:nvPr/>
          </p:nvSpPr>
          <p:spPr>
            <a:xfrm>
              <a:off x="2185375" y="1315650"/>
              <a:ext cx="63475" cy="51775"/>
            </a:xfrm>
            <a:custGeom>
              <a:rect b="b" l="l" r="r" t="t"/>
              <a:pathLst>
                <a:path extrusionOk="0" h="2071" w="2539">
                  <a:moveTo>
                    <a:pt x="271" y="0"/>
                  </a:moveTo>
                  <a:cubicBezTo>
                    <a:pt x="0" y="0"/>
                    <a:pt x="1749" y="2070"/>
                    <a:pt x="1749" y="2070"/>
                  </a:cubicBezTo>
                  <a:cubicBezTo>
                    <a:pt x="2055" y="1867"/>
                    <a:pt x="2539" y="1228"/>
                    <a:pt x="2505" y="1025"/>
                  </a:cubicBezTo>
                  <a:cubicBezTo>
                    <a:pt x="2471" y="818"/>
                    <a:pt x="667" y="106"/>
                    <a:pt x="294" y="4"/>
                  </a:cubicBezTo>
                  <a:cubicBezTo>
                    <a:pt x="285" y="1"/>
                    <a:pt x="278" y="0"/>
                    <a:pt x="27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5" name="Google Shape;3495;p5"/>
            <p:cNvSpPr/>
            <p:nvPr/>
          </p:nvSpPr>
          <p:spPr>
            <a:xfrm>
              <a:off x="2239425" y="1212925"/>
              <a:ext cx="57550" cy="35675"/>
            </a:xfrm>
            <a:custGeom>
              <a:rect b="b" l="l" r="r" t="t"/>
              <a:pathLst>
                <a:path extrusionOk="0" h="1427" w="2302">
                  <a:moveTo>
                    <a:pt x="1195" y="1"/>
                  </a:moveTo>
                  <a:cubicBezTo>
                    <a:pt x="728" y="1"/>
                    <a:pt x="257" y="30"/>
                    <a:pt x="173" y="63"/>
                  </a:cubicBezTo>
                  <a:cubicBezTo>
                    <a:pt x="1" y="131"/>
                    <a:pt x="2042" y="1426"/>
                    <a:pt x="2042" y="1426"/>
                  </a:cubicBezTo>
                  <a:cubicBezTo>
                    <a:pt x="2042" y="1426"/>
                    <a:pt x="2302" y="288"/>
                    <a:pt x="2203" y="119"/>
                  </a:cubicBezTo>
                  <a:cubicBezTo>
                    <a:pt x="2151" y="31"/>
                    <a:pt x="1675" y="1"/>
                    <a:pt x="1195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6" name="Google Shape;3496;p5"/>
            <p:cNvSpPr/>
            <p:nvPr/>
          </p:nvSpPr>
          <p:spPr>
            <a:xfrm>
              <a:off x="2236025" y="1172125"/>
              <a:ext cx="61025" cy="28750"/>
            </a:xfrm>
            <a:custGeom>
              <a:rect b="b" l="l" r="r" t="t"/>
              <a:pathLst>
                <a:path extrusionOk="0" h="1150" w="2441">
                  <a:moveTo>
                    <a:pt x="2241" y="1"/>
                  </a:moveTo>
                  <a:cubicBezTo>
                    <a:pt x="1821" y="1"/>
                    <a:pt x="257" y="760"/>
                    <a:pt x="137" y="881"/>
                  </a:cubicBezTo>
                  <a:cubicBezTo>
                    <a:pt x="1" y="1014"/>
                    <a:pt x="2391" y="1149"/>
                    <a:pt x="2391" y="1149"/>
                  </a:cubicBezTo>
                  <a:cubicBezTo>
                    <a:pt x="2391" y="1149"/>
                    <a:pt x="2441" y="273"/>
                    <a:pt x="2339" y="39"/>
                  </a:cubicBezTo>
                  <a:cubicBezTo>
                    <a:pt x="2327" y="13"/>
                    <a:pt x="2293" y="1"/>
                    <a:pt x="224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7" name="Google Shape;3497;p5"/>
            <p:cNvSpPr/>
            <p:nvPr/>
          </p:nvSpPr>
          <p:spPr>
            <a:xfrm>
              <a:off x="2242450" y="1242450"/>
              <a:ext cx="46350" cy="41875"/>
            </a:xfrm>
            <a:custGeom>
              <a:rect b="b" l="l" r="r" t="t"/>
              <a:pathLst>
                <a:path extrusionOk="0" h="1675" w="1854">
                  <a:moveTo>
                    <a:pt x="63" y="1"/>
                  </a:moveTo>
                  <a:cubicBezTo>
                    <a:pt x="18" y="1"/>
                    <a:pt x="0" y="12"/>
                    <a:pt x="18" y="39"/>
                  </a:cubicBezTo>
                  <a:cubicBezTo>
                    <a:pt x="154" y="242"/>
                    <a:pt x="1243" y="1640"/>
                    <a:pt x="1480" y="1673"/>
                  </a:cubicBezTo>
                  <a:cubicBezTo>
                    <a:pt x="1484" y="1674"/>
                    <a:pt x="1487" y="1674"/>
                    <a:pt x="1490" y="1674"/>
                  </a:cubicBezTo>
                  <a:cubicBezTo>
                    <a:pt x="1722" y="1674"/>
                    <a:pt x="1854" y="514"/>
                    <a:pt x="1854" y="514"/>
                  </a:cubicBezTo>
                  <a:cubicBezTo>
                    <a:pt x="1854" y="514"/>
                    <a:pt x="361" y="1"/>
                    <a:pt x="63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8" name="Google Shape;3498;p5"/>
            <p:cNvSpPr/>
            <p:nvPr/>
          </p:nvSpPr>
          <p:spPr>
            <a:xfrm>
              <a:off x="1621000" y="992850"/>
              <a:ext cx="27275" cy="30050"/>
            </a:xfrm>
            <a:custGeom>
              <a:rect b="b" l="l" r="r" t="t"/>
              <a:pathLst>
                <a:path extrusionOk="0" h="1202" w="1091">
                  <a:moveTo>
                    <a:pt x="635" y="0"/>
                  </a:moveTo>
                  <a:cubicBezTo>
                    <a:pt x="590" y="0"/>
                    <a:pt x="545" y="41"/>
                    <a:pt x="566" y="98"/>
                  </a:cubicBezTo>
                  <a:cubicBezTo>
                    <a:pt x="702" y="446"/>
                    <a:pt x="838" y="853"/>
                    <a:pt x="865" y="1026"/>
                  </a:cubicBezTo>
                  <a:cubicBezTo>
                    <a:pt x="804" y="977"/>
                    <a:pt x="714" y="896"/>
                    <a:pt x="643" y="832"/>
                  </a:cubicBezTo>
                  <a:cubicBezTo>
                    <a:pt x="452" y="659"/>
                    <a:pt x="255" y="483"/>
                    <a:pt x="113" y="458"/>
                  </a:cubicBezTo>
                  <a:cubicBezTo>
                    <a:pt x="108" y="458"/>
                    <a:pt x="103" y="457"/>
                    <a:pt x="99" y="457"/>
                  </a:cubicBezTo>
                  <a:cubicBezTo>
                    <a:pt x="18" y="457"/>
                    <a:pt x="1" y="583"/>
                    <a:pt x="91" y="597"/>
                  </a:cubicBezTo>
                  <a:cubicBezTo>
                    <a:pt x="190" y="616"/>
                    <a:pt x="396" y="801"/>
                    <a:pt x="548" y="936"/>
                  </a:cubicBezTo>
                  <a:cubicBezTo>
                    <a:pt x="720" y="1091"/>
                    <a:pt x="822" y="1180"/>
                    <a:pt x="896" y="1199"/>
                  </a:cubicBezTo>
                  <a:cubicBezTo>
                    <a:pt x="902" y="1199"/>
                    <a:pt x="912" y="1202"/>
                    <a:pt x="921" y="1202"/>
                  </a:cubicBezTo>
                  <a:cubicBezTo>
                    <a:pt x="945" y="1202"/>
                    <a:pt x="970" y="1192"/>
                    <a:pt x="986" y="1174"/>
                  </a:cubicBezTo>
                  <a:cubicBezTo>
                    <a:pt x="1013" y="1140"/>
                    <a:pt x="1090" y="1057"/>
                    <a:pt x="699" y="45"/>
                  </a:cubicBezTo>
                  <a:cubicBezTo>
                    <a:pt x="686" y="14"/>
                    <a:pt x="661" y="0"/>
                    <a:pt x="6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9" name="Google Shape;3499;p5"/>
            <p:cNvSpPr/>
            <p:nvPr/>
          </p:nvSpPr>
          <p:spPr>
            <a:xfrm>
              <a:off x="1806700" y="885925"/>
              <a:ext cx="20925" cy="24950"/>
            </a:xfrm>
            <a:custGeom>
              <a:rect b="b" l="l" r="r" t="t"/>
              <a:pathLst>
                <a:path extrusionOk="0" h="998" w="837">
                  <a:moveTo>
                    <a:pt x="94" y="0"/>
                  </a:moveTo>
                  <a:cubicBezTo>
                    <a:pt x="47" y="0"/>
                    <a:pt x="0" y="49"/>
                    <a:pt x="32" y="106"/>
                  </a:cubicBezTo>
                  <a:cubicBezTo>
                    <a:pt x="133" y="291"/>
                    <a:pt x="473" y="902"/>
                    <a:pt x="584" y="979"/>
                  </a:cubicBezTo>
                  <a:cubicBezTo>
                    <a:pt x="602" y="991"/>
                    <a:pt x="624" y="997"/>
                    <a:pt x="645" y="997"/>
                  </a:cubicBezTo>
                  <a:cubicBezTo>
                    <a:pt x="664" y="997"/>
                    <a:pt x="679" y="994"/>
                    <a:pt x="695" y="985"/>
                  </a:cubicBezTo>
                  <a:cubicBezTo>
                    <a:pt x="818" y="920"/>
                    <a:pt x="837" y="538"/>
                    <a:pt x="837" y="319"/>
                  </a:cubicBezTo>
                  <a:cubicBezTo>
                    <a:pt x="832" y="274"/>
                    <a:pt x="798" y="252"/>
                    <a:pt x="764" y="252"/>
                  </a:cubicBezTo>
                  <a:cubicBezTo>
                    <a:pt x="731" y="252"/>
                    <a:pt x="698" y="274"/>
                    <a:pt x="695" y="319"/>
                  </a:cubicBezTo>
                  <a:cubicBezTo>
                    <a:pt x="695" y="553"/>
                    <a:pt x="667" y="757"/>
                    <a:pt x="639" y="834"/>
                  </a:cubicBezTo>
                  <a:cubicBezTo>
                    <a:pt x="553" y="732"/>
                    <a:pt x="337" y="368"/>
                    <a:pt x="155" y="38"/>
                  </a:cubicBezTo>
                  <a:cubicBezTo>
                    <a:pt x="140" y="11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03" name="Shape 3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4" name="Google Shape;3504;p6"/>
          <p:cNvSpPr txBox="1"/>
          <p:nvPr>
            <p:ph type="title"/>
          </p:nvPr>
        </p:nvSpPr>
        <p:spPr>
          <a:xfrm>
            <a:off x="720000" y="494275"/>
            <a:ext cx="5169943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/>
              <a:t>Főoldal - Slideshow</a:t>
            </a:r>
            <a:endParaRPr sz="4600"/>
          </a:p>
        </p:txBody>
      </p:sp>
      <p:grpSp>
        <p:nvGrpSpPr>
          <p:cNvPr id="3505" name="Google Shape;3505;p6"/>
          <p:cNvGrpSpPr/>
          <p:nvPr/>
        </p:nvGrpSpPr>
        <p:grpSpPr>
          <a:xfrm>
            <a:off x="177747" y="3738283"/>
            <a:ext cx="857676" cy="1215236"/>
            <a:chOff x="2460700" y="1411250"/>
            <a:chExt cx="283600" cy="474625"/>
          </a:xfrm>
        </p:grpSpPr>
        <p:sp>
          <p:nvSpPr>
            <p:cNvPr id="3506" name="Google Shape;3506;p6"/>
            <p:cNvSpPr/>
            <p:nvPr/>
          </p:nvSpPr>
          <p:spPr>
            <a:xfrm>
              <a:off x="2476450" y="1726325"/>
              <a:ext cx="17825" cy="27125"/>
            </a:xfrm>
            <a:custGeom>
              <a:rect b="b" l="l" r="r" t="t"/>
              <a:pathLst>
                <a:path extrusionOk="0" h="1085" w="713">
                  <a:moveTo>
                    <a:pt x="133" y="0"/>
                  </a:moveTo>
                  <a:cubicBezTo>
                    <a:pt x="133" y="41"/>
                    <a:pt x="124" y="83"/>
                    <a:pt x="116" y="124"/>
                  </a:cubicBezTo>
                  <a:cubicBezTo>
                    <a:pt x="99" y="191"/>
                    <a:pt x="83" y="257"/>
                    <a:pt x="58" y="323"/>
                  </a:cubicBezTo>
                  <a:cubicBezTo>
                    <a:pt x="25" y="447"/>
                    <a:pt x="0" y="580"/>
                    <a:pt x="25" y="713"/>
                  </a:cubicBezTo>
                  <a:cubicBezTo>
                    <a:pt x="41" y="829"/>
                    <a:pt x="83" y="961"/>
                    <a:pt x="166" y="1044"/>
                  </a:cubicBezTo>
                  <a:cubicBezTo>
                    <a:pt x="193" y="1066"/>
                    <a:pt x="221" y="1084"/>
                    <a:pt x="251" y="1084"/>
                  </a:cubicBezTo>
                  <a:cubicBezTo>
                    <a:pt x="266" y="1084"/>
                    <a:pt x="282" y="1080"/>
                    <a:pt x="298" y="1069"/>
                  </a:cubicBezTo>
                  <a:cubicBezTo>
                    <a:pt x="315" y="1061"/>
                    <a:pt x="331" y="1036"/>
                    <a:pt x="356" y="1019"/>
                  </a:cubicBezTo>
                  <a:cubicBezTo>
                    <a:pt x="381" y="994"/>
                    <a:pt x="406" y="969"/>
                    <a:pt x="431" y="953"/>
                  </a:cubicBezTo>
                  <a:cubicBezTo>
                    <a:pt x="489" y="903"/>
                    <a:pt x="547" y="870"/>
                    <a:pt x="613" y="837"/>
                  </a:cubicBezTo>
                  <a:cubicBezTo>
                    <a:pt x="646" y="820"/>
                    <a:pt x="671" y="812"/>
                    <a:pt x="713" y="795"/>
                  </a:cubicBezTo>
                  <a:cubicBezTo>
                    <a:pt x="621" y="729"/>
                    <a:pt x="588" y="621"/>
                    <a:pt x="563" y="514"/>
                  </a:cubicBezTo>
                  <a:cubicBezTo>
                    <a:pt x="547" y="406"/>
                    <a:pt x="522" y="298"/>
                    <a:pt x="505" y="191"/>
                  </a:cubicBezTo>
                  <a:cubicBezTo>
                    <a:pt x="489" y="174"/>
                    <a:pt x="481" y="157"/>
                    <a:pt x="481" y="141"/>
                  </a:cubicBezTo>
                  <a:cubicBezTo>
                    <a:pt x="472" y="149"/>
                    <a:pt x="464" y="149"/>
                    <a:pt x="447" y="149"/>
                  </a:cubicBezTo>
                  <a:cubicBezTo>
                    <a:pt x="323" y="149"/>
                    <a:pt x="215" y="83"/>
                    <a:pt x="1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7" name="Google Shape;3507;p6"/>
            <p:cNvSpPr/>
            <p:nvPr/>
          </p:nvSpPr>
          <p:spPr>
            <a:xfrm>
              <a:off x="2527175" y="1686750"/>
              <a:ext cx="1075" cy="1475"/>
            </a:xfrm>
            <a:custGeom>
              <a:rect b="b" l="l" r="r" t="t"/>
              <a:pathLst>
                <a:path extrusionOk="0" h="59" w="43">
                  <a:moveTo>
                    <a:pt x="26" y="0"/>
                  </a:moveTo>
                  <a:cubicBezTo>
                    <a:pt x="18" y="9"/>
                    <a:pt x="9" y="9"/>
                    <a:pt x="1" y="17"/>
                  </a:cubicBezTo>
                  <a:cubicBezTo>
                    <a:pt x="18" y="34"/>
                    <a:pt x="34" y="42"/>
                    <a:pt x="42" y="58"/>
                  </a:cubicBezTo>
                  <a:cubicBezTo>
                    <a:pt x="42" y="42"/>
                    <a:pt x="34" y="17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6"/>
            <p:cNvSpPr/>
            <p:nvPr/>
          </p:nvSpPr>
          <p:spPr>
            <a:xfrm>
              <a:off x="2485350" y="1726325"/>
              <a:ext cx="1250" cy="850"/>
            </a:xfrm>
            <a:custGeom>
              <a:rect b="b" l="l" r="r" t="t"/>
              <a:pathLst>
                <a:path extrusionOk="0" h="34" w="50">
                  <a:moveTo>
                    <a:pt x="17" y="0"/>
                  </a:moveTo>
                  <a:cubicBezTo>
                    <a:pt x="9" y="8"/>
                    <a:pt x="9" y="8"/>
                    <a:pt x="0" y="17"/>
                  </a:cubicBezTo>
                  <a:cubicBezTo>
                    <a:pt x="17" y="25"/>
                    <a:pt x="25" y="25"/>
                    <a:pt x="42" y="33"/>
                  </a:cubicBezTo>
                  <a:lnTo>
                    <a:pt x="50" y="0"/>
                  </a:lnTo>
                  <a:lnTo>
                    <a:pt x="50" y="0"/>
                  </a:lnTo>
                  <a:cubicBezTo>
                    <a:pt x="47" y="3"/>
                    <a:pt x="44" y="4"/>
                    <a:pt x="40" y="4"/>
                  </a:cubicBezTo>
                  <a:cubicBezTo>
                    <a:pt x="32" y="4"/>
                    <a:pt x="22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9" name="Google Shape;3509;p6"/>
            <p:cNvSpPr/>
            <p:nvPr/>
          </p:nvSpPr>
          <p:spPr>
            <a:xfrm>
              <a:off x="2475825" y="1681150"/>
              <a:ext cx="225" cy="250"/>
            </a:xfrm>
            <a:custGeom>
              <a:rect b="b" l="l" r="r" t="t"/>
              <a:pathLst>
                <a:path extrusionOk="0" h="10" w="9">
                  <a:moveTo>
                    <a:pt x="8" y="9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0" name="Google Shape;3510;p6"/>
            <p:cNvSpPr/>
            <p:nvPr/>
          </p:nvSpPr>
          <p:spPr>
            <a:xfrm>
              <a:off x="2478500" y="1676600"/>
              <a:ext cx="42900" cy="12650"/>
            </a:xfrm>
            <a:custGeom>
              <a:rect b="b" l="l" r="r" t="t"/>
              <a:pathLst>
                <a:path extrusionOk="0" h="506" w="1716">
                  <a:moveTo>
                    <a:pt x="59" y="0"/>
                  </a:moveTo>
                  <a:cubicBezTo>
                    <a:pt x="42" y="17"/>
                    <a:pt x="26" y="42"/>
                    <a:pt x="1" y="58"/>
                  </a:cubicBezTo>
                  <a:cubicBezTo>
                    <a:pt x="84" y="100"/>
                    <a:pt x="175" y="133"/>
                    <a:pt x="266" y="158"/>
                  </a:cubicBezTo>
                  <a:cubicBezTo>
                    <a:pt x="283" y="158"/>
                    <a:pt x="291" y="166"/>
                    <a:pt x="307" y="166"/>
                  </a:cubicBezTo>
                  <a:cubicBezTo>
                    <a:pt x="374" y="170"/>
                    <a:pt x="438" y="170"/>
                    <a:pt x="502" y="170"/>
                  </a:cubicBezTo>
                  <a:cubicBezTo>
                    <a:pt x="566" y="170"/>
                    <a:pt x="631" y="170"/>
                    <a:pt x="697" y="174"/>
                  </a:cubicBezTo>
                  <a:cubicBezTo>
                    <a:pt x="747" y="183"/>
                    <a:pt x="805" y="191"/>
                    <a:pt x="854" y="191"/>
                  </a:cubicBezTo>
                  <a:cubicBezTo>
                    <a:pt x="871" y="191"/>
                    <a:pt x="887" y="191"/>
                    <a:pt x="904" y="199"/>
                  </a:cubicBezTo>
                  <a:cubicBezTo>
                    <a:pt x="970" y="199"/>
                    <a:pt x="1028" y="224"/>
                    <a:pt x="1086" y="249"/>
                  </a:cubicBezTo>
                  <a:cubicBezTo>
                    <a:pt x="1111" y="266"/>
                    <a:pt x="1136" y="274"/>
                    <a:pt x="1153" y="290"/>
                  </a:cubicBezTo>
                  <a:cubicBezTo>
                    <a:pt x="1219" y="324"/>
                    <a:pt x="1277" y="365"/>
                    <a:pt x="1343" y="406"/>
                  </a:cubicBezTo>
                  <a:cubicBezTo>
                    <a:pt x="1368" y="415"/>
                    <a:pt x="1393" y="423"/>
                    <a:pt x="1418" y="431"/>
                  </a:cubicBezTo>
                  <a:cubicBezTo>
                    <a:pt x="1434" y="440"/>
                    <a:pt x="1443" y="448"/>
                    <a:pt x="1451" y="464"/>
                  </a:cubicBezTo>
                  <a:cubicBezTo>
                    <a:pt x="1523" y="493"/>
                    <a:pt x="1602" y="503"/>
                    <a:pt x="1682" y="505"/>
                  </a:cubicBezTo>
                  <a:lnTo>
                    <a:pt x="1682" y="505"/>
                  </a:lnTo>
                  <a:cubicBezTo>
                    <a:pt x="1663" y="505"/>
                    <a:pt x="1646" y="503"/>
                    <a:pt x="1625" y="498"/>
                  </a:cubicBezTo>
                  <a:cubicBezTo>
                    <a:pt x="1559" y="481"/>
                    <a:pt x="1492" y="448"/>
                    <a:pt x="1451" y="398"/>
                  </a:cubicBezTo>
                  <a:cubicBezTo>
                    <a:pt x="1426" y="373"/>
                    <a:pt x="1409" y="348"/>
                    <a:pt x="1401" y="324"/>
                  </a:cubicBezTo>
                  <a:cubicBezTo>
                    <a:pt x="1385" y="290"/>
                    <a:pt x="1376" y="249"/>
                    <a:pt x="1360" y="216"/>
                  </a:cubicBezTo>
                  <a:cubicBezTo>
                    <a:pt x="1351" y="183"/>
                    <a:pt x="1318" y="174"/>
                    <a:pt x="1285" y="166"/>
                  </a:cubicBezTo>
                  <a:cubicBezTo>
                    <a:pt x="1244" y="150"/>
                    <a:pt x="1202" y="141"/>
                    <a:pt x="1161" y="141"/>
                  </a:cubicBezTo>
                  <a:cubicBezTo>
                    <a:pt x="1078" y="125"/>
                    <a:pt x="995" y="125"/>
                    <a:pt x="912" y="125"/>
                  </a:cubicBezTo>
                  <a:cubicBezTo>
                    <a:pt x="738" y="125"/>
                    <a:pt x="564" y="150"/>
                    <a:pt x="399" y="150"/>
                  </a:cubicBezTo>
                  <a:cubicBezTo>
                    <a:pt x="316" y="150"/>
                    <a:pt x="225" y="150"/>
                    <a:pt x="150" y="100"/>
                  </a:cubicBezTo>
                  <a:cubicBezTo>
                    <a:pt x="117" y="75"/>
                    <a:pt x="84" y="42"/>
                    <a:pt x="59" y="0"/>
                  </a:cubicBezTo>
                  <a:close/>
                  <a:moveTo>
                    <a:pt x="1682" y="505"/>
                  </a:moveTo>
                  <a:lnTo>
                    <a:pt x="1682" y="505"/>
                  </a:lnTo>
                  <a:cubicBezTo>
                    <a:pt x="1692" y="506"/>
                    <a:pt x="1704" y="506"/>
                    <a:pt x="1716" y="506"/>
                  </a:cubicBezTo>
                  <a:cubicBezTo>
                    <a:pt x="1704" y="506"/>
                    <a:pt x="1693" y="506"/>
                    <a:pt x="1682" y="50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1" name="Google Shape;3511;p6"/>
            <p:cNvSpPr/>
            <p:nvPr/>
          </p:nvSpPr>
          <p:spPr>
            <a:xfrm>
              <a:off x="2464000" y="1414375"/>
              <a:ext cx="278425" cy="468850"/>
            </a:xfrm>
            <a:custGeom>
              <a:rect b="b" l="l" r="r" t="t"/>
              <a:pathLst>
                <a:path extrusionOk="0" h="18754" w="11137">
                  <a:moveTo>
                    <a:pt x="10896" y="0"/>
                  </a:moveTo>
                  <a:cubicBezTo>
                    <a:pt x="10706" y="0"/>
                    <a:pt x="10532" y="116"/>
                    <a:pt x="10391" y="249"/>
                  </a:cubicBezTo>
                  <a:cubicBezTo>
                    <a:pt x="10217" y="398"/>
                    <a:pt x="10043" y="563"/>
                    <a:pt x="9877" y="729"/>
                  </a:cubicBezTo>
                  <a:cubicBezTo>
                    <a:pt x="9562" y="1052"/>
                    <a:pt x="9239" y="1384"/>
                    <a:pt x="9015" y="1790"/>
                  </a:cubicBezTo>
                  <a:cubicBezTo>
                    <a:pt x="8817" y="2179"/>
                    <a:pt x="8668" y="2585"/>
                    <a:pt x="8452" y="2966"/>
                  </a:cubicBezTo>
                  <a:cubicBezTo>
                    <a:pt x="8262" y="3314"/>
                    <a:pt x="8021" y="3637"/>
                    <a:pt x="7740" y="3911"/>
                  </a:cubicBezTo>
                  <a:cubicBezTo>
                    <a:pt x="7582" y="4060"/>
                    <a:pt x="7400" y="4193"/>
                    <a:pt x="7209" y="4292"/>
                  </a:cubicBezTo>
                  <a:cubicBezTo>
                    <a:pt x="7168" y="4317"/>
                    <a:pt x="7126" y="4342"/>
                    <a:pt x="7085" y="4375"/>
                  </a:cubicBezTo>
                  <a:cubicBezTo>
                    <a:pt x="7052" y="4391"/>
                    <a:pt x="7019" y="4425"/>
                    <a:pt x="7019" y="4466"/>
                  </a:cubicBezTo>
                  <a:cubicBezTo>
                    <a:pt x="7019" y="4507"/>
                    <a:pt x="7052" y="4549"/>
                    <a:pt x="7068" y="4590"/>
                  </a:cubicBezTo>
                  <a:cubicBezTo>
                    <a:pt x="7093" y="4640"/>
                    <a:pt x="7102" y="4690"/>
                    <a:pt x="7077" y="4739"/>
                  </a:cubicBezTo>
                  <a:cubicBezTo>
                    <a:pt x="7065" y="4759"/>
                    <a:pt x="7048" y="4767"/>
                    <a:pt x="7031" y="4767"/>
                  </a:cubicBezTo>
                  <a:cubicBezTo>
                    <a:pt x="6998" y="4767"/>
                    <a:pt x="6964" y="4736"/>
                    <a:pt x="6969" y="4698"/>
                  </a:cubicBezTo>
                  <a:cubicBezTo>
                    <a:pt x="6965" y="4698"/>
                    <a:pt x="6962" y="4697"/>
                    <a:pt x="6958" y="4697"/>
                  </a:cubicBezTo>
                  <a:cubicBezTo>
                    <a:pt x="6873" y="4697"/>
                    <a:pt x="6809" y="4792"/>
                    <a:pt x="6754" y="4855"/>
                  </a:cubicBezTo>
                  <a:cubicBezTo>
                    <a:pt x="6720" y="4897"/>
                    <a:pt x="6687" y="4938"/>
                    <a:pt x="6646" y="4971"/>
                  </a:cubicBezTo>
                  <a:cubicBezTo>
                    <a:pt x="6604" y="5005"/>
                    <a:pt x="6555" y="5029"/>
                    <a:pt x="6497" y="5046"/>
                  </a:cubicBezTo>
                  <a:cubicBezTo>
                    <a:pt x="6281" y="5137"/>
                    <a:pt x="6049" y="5187"/>
                    <a:pt x="5817" y="5220"/>
                  </a:cubicBezTo>
                  <a:cubicBezTo>
                    <a:pt x="5554" y="5253"/>
                    <a:pt x="5290" y="5262"/>
                    <a:pt x="5025" y="5262"/>
                  </a:cubicBezTo>
                  <a:cubicBezTo>
                    <a:pt x="4823" y="5262"/>
                    <a:pt x="4621" y="5257"/>
                    <a:pt x="4417" y="5253"/>
                  </a:cubicBezTo>
                  <a:lnTo>
                    <a:pt x="4019" y="5253"/>
                  </a:lnTo>
                  <a:cubicBezTo>
                    <a:pt x="3912" y="5253"/>
                    <a:pt x="3796" y="5261"/>
                    <a:pt x="3688" y="5261"/>
                  </a:cubicBezTo>
                  <a:cubicBezTo>
                    <a:pt x="3680" y="5270"/>
                    <a:pt x="3680" y="5278"/>
                    <a:pt x="3671" y="5278"/>
                  </a:cubicBezTo>
                  <a:cubicBezTo>
                    <a:pt x="3634" y="5282"/>
                    <a:pt x="3595" y="5282"/>
                    <a:pt x="3555" y="5282"/>
                  </a:cubicBezTo>
                  <a:cubicBezTo>
                    <a:pt x="3516" y="5282"/>
                    <a:pt x="3477" y="5282"/>
                    <a:pt x="3439" y="5286"/>
                  </a:cubicBezTo>
                  <a:cubicBezTo>
                    <a:pt x="3431" y="5286"/>
                    <a:pt x="3431" y="5294"/>
                    <a:pt x="3423" y="5294"/>
                  </a:cubicBezTo>
                  <a:cubicBezTo>
                    <a:pt x="3348" y="5311"/>
                    <a:pt x="3282" y="5361"/>
                    <a:pt x="3224" y="5410"/>
                  </a:cubicBezTo>
                  <a:cubicBezTo>
                    <a:pt x="3191" y="5444"/>
                    <a:pt x="3158" y="5477"/>
                    <a:pt x="3125" y="5518"/>
                  </a:cubicBezTo>
                  <a:cubicBezTo>
                    <a:pt x="3100" y="5543"/>
                    <a:pt x="3083" y="5568"/>
                    <a:pt x="3058" y="5601"/>
                  </a:cubicBezTo>
                  <a:cubicBezTo>
                    <a:pt x="3050" y="5618"/>
                    <a:pt x="3042" y="5634"/>
                    <a:pt x="3033" y="5651"/>
                  </a:cubicBezTo>
                  <a:cubicBezTo>
                    <a:pt x="3017" y="5676"/>
                    <a:pt x="3009" y="5692"/>
                    <a:pt x="2992" y="5709"/>
                  </a:cubicBezTo>
                  <a:cubicBezTo>
                    <a:pt x="2959" y="5750"/>
                    <a:pt x="2926" y="5792"/>
                    <a:pt x="2901" y="5833"/>
                  </a:cubicBezTo>
                  <a:cubicBezTo>
                    <a:pt x="2843" y="5908"/>
                    <a:pt x="2777" y="5982"/>
                    <a:pt x="2719" y="6057"/>
                  </a:cubicBezTo>
                  <a:lnTo>
                    <a:pt x="2404" y="6454"/>
                  </a:lnTo>
                  <a:cubicBezTo>
                    <a:pt x="2387" y="6471"/>
                    <a:pt x="2371" y="6496"/>
                    <a:pt x="2354" y="6512"/>
                  </a:cubicBezTo>
                  <a:cubicBezTo>
                    <a:pt x="2246" y="6645"/>
                    <a:pt x="2139" y="6778"/>
                    <a:pt x="2031" y="6910"/>
                  </a:cubicBezTo>
                  <a:cubicBezTo>
                    <a:pt x="2023" y="6927"/>
                    <a:pt x="2006" y="6935"/>
                    <a:pt x="1998" y="6952"/>
                  </a:cubicBezTo>
                  <a:cubicBezTo>
                    <a:pt x="1898" y="7076"/>
                    <a:pt x="1799" y="7200"/>
                    <a:pt x="1716" y="7349"/>
                  </a:cubicBezTo>
                  <a:cubicBezTo>
                    <a:pt x="1675" y="7424"/>
                    <a:pt x="1641" y="7507"/>
                    <a:pt x="1617" y="7590"/>
                  </a:cubicBezTo>
                  <a:cubicBezTo>
                    <a:pt x="1600" y="7631"/>
                    <a:pt x="1592" y="7672"/>
                    <a:pt x="1592" y="7706"/>
                  </a:cubicBezTo>
                  <a:cubicBezTo>
                    <a:pt x="1583" y="7755"/>
                    <a:pt x="1583" y="7805"/>
                    <a:pt x="1567" y="7846"/>
                  </a:cubicBezTo>
                  <a:cubicBezTo>
                    <a:pt x="1562" y="7865"/>
                    <a:pt x="1547" y="7876"/>
                    <a:pt x="1532" y="7876"/>
                  </a:cubicBezTo>
                  <a:cubicBezTo>
                    <a:pt x="1520" y="7876"/>
                    <a:pt x="1508" y="7869"/>
                    <a:pt x="1501" y="7855"/>
                  </a:cubicBezTo>
                  <a:cubicBezTo>
                    <a:pt x="1467" y="7780"/>
                    <a:pt x="1476" y="7697"/>
                    <a:pt x="1492" y="7614"/>
                  </a:cubicBezTo>
                  <a:cubicBezTo>
                    <a:pt x="1509" y="7532"/>
                    <a:pt x="1542" y="7457"/>
                    <a:pt x="1575" y="7382"/>
                  </a:cubicBezTo>
                  <a:cubicBezTo>
                    <a:pt x="1641" y="7233"/>
                    <a:pt x="1741" y="7092"/>
                    <a:pt x="1849" y="6960"/>
                  </a:cubicBezTo>
                  <a:cubicBezTo>
                    <a:pt x="2014" y="6753"/>
                    <a:pt x="2180" y="6546"/>
                    <a:pt x="2354" y="6338"/>
                  </a:cubicBezTo>
                  <a:cubicBezTo>
                    <a:pt x="2429" y="6247"/>
                    <a:pt x="2511" y="6156"/>
                    <a:pt x="2586" y="6057"/>
                  </a:cubicBezTo>
                  <a:cubicBezTo>
                    <a:pt x="2661" y="5974"/>
                    <a:pt x="2727" y="5891"/>
                    <a:pt x="2793" y="5808"/>
                  </a:cubicBezTo>
                  <a:lnTo>
                    <a:pt x="2801" y="5808"/>
                  </a:lnTo>
                  <a:cubicBezTo>
                    <a:pt x="2801" y="5800"/>
                    <a:pt x="2810" y="5792"/>
                    <a:pt x="2818" y="5792"/>
                  </a:cubicBezTo>
                  <a:cubicBezTo>
                    <a:pt x="2810" y="5775"/>
                    <a:pt x="2810" y="5758"/>
                    <a:pt x="2818" y="5742"/>
                  </a:cubicBezTo>
                  <a:cubicBezTo>
                    <a:pt x="2917" y="5584"/>
                    <a:pt x="3033" y="5435"/>
                    <a:pt x="3166" y="5319"/>
                  </a:cubicBezTo>
                  <a:cubicBezTo>
                    <a:pt x="3232" y="5261"/>
                    <a:pt x="3307" y="5212"/>
                    <a:pt x="3390" y="5195"/>
                  </a:cubicBezTo>
                  <a:cubicBezTo>
                    <a:pt x="3431" y="5187"/>
                    <a:pt x="3464" y="5187"/>
                    <a:pt x="3506" y="5187"/>
                  </a:cubicBezTo>
                  <a:cubicBezTo>
                    <a:pt x="3241" y="4955"/>
                    <a:pt x="3025" y="4665"/>
                    <a:pt x="2835" y="4375"/>
                  </a:cubicBezTo>
                  <a:cubicBezTo>
                    <a:pt x="2627" y="4077"/>
                    <a:pt x="2453" y="3762"/>
                    <a:pt x="2263" y="3447"/>
                  </a:cubicBezTo>
                  <a:cubicBezTo>
                    <a:pt x="1915" y="2850"/>
                    <a:pt x="1542" y="2254"/>
                    <a:pt x="1028" y="1798"/>
                  </a:cubicBezTo>
                  <a:cubicBezTo>
                    <a:pt x="904" y="1682"/>
                    <a:pt x="771" y="1583"/>
                    <a:pt x="631" y="1491"/>
                  </a:cubicBezTo>
                  <a:cubicBezTo>
                    <a:pt x="571" y="1459"/>
                    <a:pt x="502" y="1415"/>
                    <a:pt x="434" y="1415"/>
                  </a:cubicBezTo>
                  <a:cubicBezTo>
                    <a:pt x="417" y="1415"/>
                    <a:pt x="399" y="1418"/>
                    <a:pt x="382" y="1425"/>
                  </a:cubicBezTo>
                  <a:cubicBezTo>
                    <a:pt x="316" y="1450"/>
                    <a:pt x="266" y="1516"/>
                    <a:pt x="233" y="1574"/>
                  </a:cubicBezTo>
                  <a:cubicBezTo>
                    <a:pt x="233" y="1574"/>
                    <a:pt x="233" y="1583"/>
                    <a:pt x="233" y="1583"/>
                  </a:cubicBezTo>
                  <a:cubicBezTo>
                    <a:pt x="44" y="1903"/>
                    <a:pt x="1" y="2281"/>
                    <a:pt x="1" y="2652"/>
                  </a:cubicBezTo>
                  <a:lnTo>
                    <a:pt x="1" y="2652"/>
                  </a:lnTo>
                  <a:cubicBezTo>
                    <a:pt x="1" y="2652"/>
                    <a:pt x="1" y="2652"/>
                    <a:pt x="1" y="2651"/>
                  </a:cubicBezTo>
                  <a:lnTo>
                    <a:pt x="1" y="2660"/>
                  </a:lnTo>
                  <a:cubicBezTo>
                    <a:pt x="1" y="2657"/>
                    <a:pt x="1" y="2654"/>
                    <a:pt x="1" y="2652"/>
                  </a:cubicBezTo>
                  <a:lnTo>
                    <a:pt x="1" y="2652"/>
                  </a:lnTo>
                  <a:cubicBezTo>
                    <a:pt x="9" y="3066"/>
                    <a:pt x="75" y="3480"/>
                    <a:pt x="117" y="3886"/>
                  </a:cubicBezTo>
                  <a:cubicBezTo>
                    <a:pt x="150" y="4309"/>
                    <a:pt x="167" y="4731"/>
                    <a:pt x="175" y="5145"/>
                  </a:cubicBezTo>
                  <a:cubicBezTo>
                    <a:pt x="183" y="5352"/>
                    <a:pt x="183" y="5560"/>
                    <a:pt x="175" y="5767"/>
                  </a:cubicBezTo>
                  <a:cubicBezTo>
                    <a:pt x="175" y="5932"/>
                    <a:pt x="167" y="6106"/>
                    <a:pt x="191" y="6272"/>
                  </a:cubicBezTo>
                  <a:cubicBezTo>
                    <a:pt x="208" y="6430"/>
                    <a:pt x="249" y="6587"/>
                    <a:pt x="341" y="6711"/>
                  </a:cubicBezTo>
                  <a:cubicBezTo>
                    <a:pt x="423" y="6836"/>
                    <a:pt x="573" y="6918"/>
                    <a:pt x="589" y="7084"/>
                  </a:cubicBezTo>
                  <a:cubicBezTo>
                    <a:pt x="597" y="7134"/>
                    <a:pt x="589" y="7175"/>
                    <a:pt x="581" y="7217"/>
                  </a:cubicBezTo>
                  <a:cubicBezTo>
                    <a:pt x="581" y="7225"/>
                    <a:pt x="581" y="7233"/>
                    <a:pt x="573" y="7242"/>
                  </a:cubicBezTo>
                  <a:cubicBezTo>
                    <a:pt x="581" y="7242"/>
                    <a:pt x="589" y="7250"/>
                    <a:pt x="581" y="7266"/>
                  </a:cubicBezTo>
                  <a:cubicBezTo>
                    <a:pt x="581" y="7333"/>
                    <a:pt x="573" y="7391"/>
                    <a:pt x="573" y="7457"/>
                  </a:cubicBezTo>
                  <a:cubicBezTo>
                    <a:pt x="581" y="7523"/>
                    <a:pt x="597" y="7581"/>
                    <a:pt x="614" y="7639"/>
                  </a:cubicBezTo>
                  <a:cubicBezTo>
                    <a:pt x="655" y="7764"/>
                    <a:pt x="738" y="7863"/>
                    <a:pt x="821" y="7954"/>
                  </a:cubicBezTo>
                  <a:cubicBezTo>
                    <a:pt x="904" y="8045"/>
                    <a:pt x="987" y="8128"/>
                    <a:pt x="1053" y="8228"/>
                  </a:cubicBezTo>
                  <a:cubicBezTo>
                    <a:pt x="1103" y="8294"/>
                    <a:pt x="1153" y="8385"/>
                    <a:pt x="1169" y="8484"/>
                  </a:cubicBezTo>
                  <a:cubicBezTo>
                    <a:pt x="1194" y="8410"/>
                    <a:pt x="1219" y="8344"/>
                    <a:pt x="1244" y="8286"/>
                  </a:cubicBezTo>
                  <a:cubicBezTo>
                    <a:pt x="1302" y="8153"/>
                    <a:pt x="1360" y="8029"/>
                    <a:pt x="1426" y="7904"/>
                  </a:cubicBezTo>
                  <a:cubicBezTo>
                    <a:pt x="1431" y="7895"/>
                    <a:pt x="1439" y="7891"/>
                    <a:pt x="1447" y="7891"/>
                  </a:cubicBezTo>
                  <a:cubicBezTo>
                    <a:pt x="1466" y="7891"/>
                    <a:pt x="1487" y="7914"/>
                    <a:pt x="1476" y="7938"/>
                  </a:cubicBezTo>
                  <a:cubicBezTo>
                    <a:pt x="1426" y="8062"/>
                    <a:pt x="1385" y="8194"/>
                    <a:pt x="1335" y="8319"/>
                  </a:cubicBezTo>
                  <a:cubicBezTo>
                    <a:pt x="1318" y="8385"/>
                    <a:pt x="1293" y="8451"/>
                    <a:pt x="1277" y="8518"/>
                  </a:cubicBezTo>
                  <a:cubicBezTo>
                    <a:pt x="1252" y="8576"/>
                    <a:pt x="1227" y="8634"/>
                    <a:pt x="1219" y="8700"/>
                  </a:cubicBezTo>
                  <a:cubicBezTo>
                    <a:pt x="1211" y="8766"/>
                    <a:pt x="1227" y="8832"/>
                    <a:pt x="1235" y="8899"/>
                  </a:cubicBezTo>
                  <a:cubicBezTo>
                    <a:pt x="1252" y="8973"/>
                    <a:pt x="1260" y="9040"/>
                    <a:pt x="1269" y="9114"/>
                  </a:cubicBezTo>
                  <a:cubicBezTo>
                    <a:pt x="1285" y="9180"/>
                    <a:pt x="1293" y="9255"/>
                    <a:pt x="1310" y="9321"/>
                  </a:cubicBezTo>
                  <a:cubicBezTo>
                    <a:pt x="1310" y="9354"/>
                    <a:pt x="1318" y="9388"/>
                    <a:pt x="1327" y="9421"/>
                  </a:cubicBezTo>
                  <a:cubicBezTo>
                    <a:pt x="1327" y="9429"/>
                    <a:pt x="1327" y="9429"/>
                    <a:pt x="1327" y="9437"/>
                  </a:cubicBezTo>
                  <a:cubicBezTo>
                    <a:pt x="1368" y="9404"/>
                    <a:pt x="1418" y="9371"/>
                    <a:pt x="1467" y="9354"/>
                  </a:cubicBezTo>
                  <a:cubicBezTo>
                    <a:pt x="1542" y="9313"/>
                    <a:pt x="1625" y="9288"/>
                    <a:pt x="1708" y="9255"/>
                  </a:cubicBezTo>
                  <a:cubicBezTo>
                    <a:pt x="1766" y="9238"/>
                    <a:pt x="1815" y="9214"/>
                    <a:pt x="1865" y="9189"/>
                  </a:cubicBezTo>
                  <a:cubicBezTo>
                    <a:pt x="1840" y="9180"/>
                    <a:pt x="1807" y="9172"/>
                    <a:pt x="1782" y="9147"/>
                  </a:cubicBezTo>
                  <a:cubicBezTo>
                    <a:pt x="1708" y="9081"/>
                    <a:pt x="1708" y="8940"/>
                    <a:pt x="1724" y="8841"/>
                  </a:cubicBezTo>
                  <a:cubicBezTo>
                    <a:pt x="1733" y="8750"/>
                    <a:pt x="1774" y="8617"/>
                    <a:pt x="1865" y="8576"/>
                  </a:cubicBezTo>
                  <a:cubicBezTo>
                    <a:pt x="1873" y="8559"/>
                    <a:pt x="1882" y="8551"/>
                    <a:pt x="1890" y="8534"/>
                  </a:cubicBezTo>
                  <a:cubicBezTo>
                    <a:pt x="1882" y="8518"/>
                    <a:pt x="1898" y="8501"/>
                    <a:pt x="1923" y="8501"/>
                  </a:cubicBezTo>
                  <a:cubicBezTo>
                    <a:pt x="1931" y="8484"/>
                    <a:pt x="1948" y="8476"/>
                    <a:pt x="1965" y="8468"/>
                  </a:cubicBezTo>
                  <a:cubicBezTo>
                    <a:pt x="1970" y="8466"/>
                    <a:pt x="1976" y="8466"/>
                    <a:pt x="1981" y="8466"/>
                  </a:cubicBezTo>
                  <a:cubicBezTo>
                    <a:pt x="2006" y="8466"/>
                    <a:pt x="2025" y="8481"/>
                    <a:pt x="2039" y="8501"/>
                  </a:cubicBezTo>
                  <a:cubicBezTo>
                    <a:pt x="2097" y="8501"/>
                    <a:pt x="2130" y="8534"/>
                    <a:pt x="2163" y="8576"/>
                  </a:cubicBezTo>
                  <a:cubicBezTo>
                    <a:pt x="2221" y="8658"/>
                    <a:pt x="2238" y="8766"/>
                    <a:pt x="2221" y="8866"/>
                  </a:cubicBezTo>
                  <a:cubicBezTo>
                    <a:pt x="2213" y="8882"/>
                    <a:pt x="2213" y="8899"/>
                    <a:pt x="2205" y="8915"/>
                  </a:cubicBezTo>
                  <a:cubicBezTo>
                    <a:pt x="2304" y="8808"/>
                    <a:pt x="2404" y="8700"/>
                    <a:pt x="2503" y="8592"/>
                  </a:cubicBezTo>
                  <a:cubicBezTo>
                    <a:pt x="2536" y="8559"/>
                    <a:pt x="2561" y="8534"/>
                    <a:pt x="2586" y="8509"/>
                  </a:cubicBezTo>
                  <a:cubicBezTo>
                    <a:pt x="2677" y="8410"/>
                    <a:pt x="2785" y="8310"/>
                    <a:pt x="2868" y="8203"/>
                  </a:cubicBezTo>
                  <a:cubicBezTo>
                    <a:pt x="2909" y="8145"/>
                    <a:pt x="2951" y="8087"/>
                    <a:pt x="2975" y="8020"/>
                  </a:cubicBezTo>
                  <a:cubicBezTo>
                    <a:pt x="2981" y="8009"/>
                    <a:pt x="2990" y="8004"/>
                    <a:pt x="2998" y="8004"/>
                  </a:cubicBezTo>
                  <a:cubicBezTo>
                    <a:pt x="3015" y="8004"/>
                    <a:pt x="3031" y="8021"/>
                    <a:pt x="3025" y="8037"/>
                  </a:cubicBezTo>
                  <a:cubicBezTo>
                    <a:pt x="3017" y="8070"/>
                    <a:pt x="3000" y="8103"/>
                    <a:pt x="2984" y="8128"/>
                  </a:cubicBezTo>
                  <a:cubicBezTo>
                    <a:pt x="2917" y="8252"/>
                    <a:pt x="2818" y="8360"/>
                    <a:pt x="2727" y="8476"/>
                  </a:cubicBezTo>
                  <a:cubicBezTo>
                    <a:pt x="2603" y="8625"/>
                    <a:pt x="2470" y="8774"/>
                    <a:pt x="2346" y="8924"/>
                  </a:cubicBezTo>
                  <a:cubicBezTo>
                    <a:pt x="2230" y="9056"/>
                    <a:pt x="2105" y="9189"/>
                    <a:pt x="1956" y="9272"/>
                  </a:cubicBezTo>
                  <a:cubicBezTo>
                    <a:pt x="1807" y="9354"/>
                    <a:pt x="1633" y="9388"/>
                    <a:pt x="1476" y="9470"/>
                  </a:cubicBezTo>
                  <a:cubicBezTo>
                    <a:pt x="1227" y="9611"/>
                    <a:pt x="1070" y="9868"/>
                    <a:pt x="904" y="10100"/>
                  </a:cubicBezTo>
                  <a:cubicBezTo>
                    <a:pt x="838" y="10183"/>
                    <a:pt x="780" y="10266"/>
                    <a:pt x="705" y="10340"/>
                  </a:cubicBezTo>
                  <a:cubicBezTo>
                    <a:pt x="730" y="10340"/>
                    <a:pt x="755" y="10357"/>
                    <a:pt x="771" y="10382"/>
                  </a:cubicBezTo>
                  <a:cubicBezTo>
                    <a:pt x="788" y="10407"/>
                    <a:pt x="796" y="10431"/>
                    <a:pt x="771" y="10456"/>
                  </a:cubicBezTo>
                  <a:cubicBezTo>
                    <a:pt x="763" y="10465"/>
                    <a:pt x="755" y="10473"/>
                    <a:pt x="738" y="10473"/>
                  </a:cubicBezTo>
                  <a:cubicBezTo>
                    <a:pt x="782" y="10529"/>
                    <a:pt x="877" y="10543"/>
                    <a:pt x="956" y="10543"/>
                  </a:cubicBezTo>
                  <a:cubicBezTo>
                    <a:pt x="983" y="10543"/>
                    <a:pt x="1008" y="10541"/>
                    <a:pt x="1028" y="10539"/>
                  </a:cubicBezTo>
                  <a:cubicBezTo>
                    <a:pt x="1177" y="10539"/>
                    <a:pt x="1335" y="10523"/>
                    <a:pt x="1492" y="10514"/>
                  </a:cubicBezTo>
                  <a:cubicBezTo>
                    <a:pt x="1633" y="10514"/>
                    <a:pt x="1799" y="10514"/>
                    <a:pt x="1931" y="10572"/>
                  </a:cubicBezTo>
                  <a:cubicBezTo>
                    <a:pt x="1998" y="10597"/>
                    <a:pt x="2031" y="10655"/>
                    <a:pt x="2047" y="10721"/>
                  </a:cubicBezTo>
                  <a:cubicBezTo>
                    <a:pt x="2072" y="10779"/>
                    <a:pt x="2097" y="10821"/>
                    <a:pt x="2147" y="10846"/>
                  </a:cubicBezTo>
                  <a:cubicBezTo>
                    <a:pt x="2188" y="10871"/>
                    <a:pt x="2230" y="10882"/>
                    <a:pt x="2272" y="10882"/>
                  </a:cubicBezTo>
                  <a:cubicBezTo>
                    <a:pt x="2367" y="10882"/>
                    <a:pt x="2462" y="10829"/>
                    <a:pt x="2536" y="10771"/>
                  </a:cubicBezTo>
                  <a:cubicBezTo>
                    <a:pt x="2548" y="10760"/>
                    <a:pt x="2563" y="10753"/>
                    <a:pt x="2577" y="10753"/>
                  </a:cubicBezTo>
                  <a:cubicBezTo>
                    <a:pt x="2594" y="10753"/>
                    <a:pt x="2610" y="10762"/>
                    <a:pt x="2619" y="10779"/>
                  </a:cubicBezTo>
                  <a:cubicBezTo>
                    <a:pt x="2710" y="10962"/>
                    <a:pt x="2727" y="11177"/>
                    <a:pt x="2669" y="11368"/>
                  </a:cubicBezTo>
                  <a:cubicBezTo>
                    <a:pt x="2644" y="11459"/>
                    <a:pt x="2603" y="11550"/>
                    <a:pt x="2545" y="11616"/>
                  </a:cubicBezTo>
                  <a:cubicBezTo>
                    <a:pt x="2478" y="11699"/>
                    <a:pt x="2387" y="11732"/>
                    <a:pt x="2288" y="11749"/>
                  </a:cubicBezTo>
                  <a:cubicBezTo>
                    <a:pt x="2180" y="11757"/>
                    <a:pt x="2072" y="11765"/>
                    <a:pt x="1973" y="11765"/>
                  </a:cubicBezTo>
                  <a:cubicBezTo>
                    <a:pt x="1857" y="11774"/>
                    <a:pt x="1741" y="11782"/>
                    <a:pt x="1625" y="11790"/>
                  </a:cubicBezTo>
                  <a:cubicBezTo>
                    <a:pt x="1567" y="11799"/>
                    <a:pt x="1509" y="11799"/>
                    <a:pt x="1451" y="11799"/>
                  </a:cubicBezTo>
                  <a:lnTo>
                    <a:pt x="1451" y="11807"/>
                  </a:lnTo>
                  <a:cubicBezTo>
                    <a:pt x="1409" y="11898"/>
                    <a:pt x="1368" y="11981"/>
                    <a:pt x="1318" y="12064"/>
                  </a:cubicBezTo>
                  <a:cubicBezTo>
                    <a:pt x="1293" y="12122"/>
                    <a:pt x="1269" y="12180"/>
                    <a:pt x="1252" y="12238"/>
                  </a:cubicBezTo>
                  <a:cubicBezTo>
                    <a:pt x="1244" y="12279"/>
                    <a:pt x="1227" y="12329"/>
                    <a:pt x="1211" y="12370"/>
                  </a:cubicBezTo>
                  <a:cubicBezTo>
                    <a:pt x="1202" y="12379"/>
                    <a:pt x="1194" y="12387"/>
                    <a:pt x="1186" y="12395"/>
                  </a:cubicBezTo>
                  <a:cubicBezTo>
                    <a:pt x="1186" y="12395"/>
                    <a:pt x="1194" y="12395"/>
                    <a:pt x="1194" y="12403"/>
                  </a:cubicBezTo>
                  <a:cubicBezTo>
                    <a:pt x="1211" y="12428"/>
                    <a:pt x="1235" y="12453"/>
                    <a:pt x="1252" y="12478"/>
                  </a:cubicBezTo>
                  <a:cubicBezTo>
                    <a:pt x="1277" y="12503"/>
                    <a:pt x="1302" y="12536"/>
                    <a:pt x="1318" y="12561"/>
                  </a:cubicBezTo>
                  <a:cubicBezTo>
                    <a:pt x="1327" y="12577"/>
                    <a:pt x="1327" y="12594"/>
                    <a:pt x="1310" y="12602"/>
                  </a:cubicBezTo>
                  <a:cubicBezTo>
                    <a:pt x="1306" y="12606"/>
                    <a:pt x="1300" y="12609"/>
                    <a:pt x="1293" y="12609"/>
                  </a:cubicBezTo>
                  <a:cubicBezTo>
                    <a:pt x="1287" y="12609"/>
                    <a:pt x="1281" y="12606"/>
                    <a:pt x="1277" y="12602"/>
                  </a:cubicBezTo>
                  <a:cubicBezTo>
                    <a:pt x="1252" y="12569"/>
                    <a:pt x="1235" y="12544"/>
                    <a:pt x="1211" y="12511"/>
                  </a:cubicBezTo>
                  <a:cubicBezTo>
                    <a:pt x="1194" y="12486"/>
                    <a:pt x="1169" y="12461"/>
                    <a:pt x="1153" y="12437"/>
                  </a:cubicBezTo>
                  <a:cubicBezTo>
                    <a:pt x="1144" y="12428"/>
                    <a:pt x="1144" y="12412"/>
                    <a:pt x="1153" y="12403"/>
                  </a:cubicBezTo>
                  <a:lnTo>
                    <a:pt x="1144" y="12403"/>
                  </a:lnTo>
                  <a:cubicBezTo>
                    <a:pt x="1136" y="12470"/>
                    <a:pt x="1119" y="12536"/>
                    <a:pt x="1095" y="12594"/>
                  </a:cubicBezTo>
                  <a:cubicBezTo>
                    <a:pt x="1111" y="12652"/>
                    <a:pt x="1119" y="12710"/>
                    <a:pt x="1128" y="12768"/>
                  </a:cubicBezTo>
                  <a:cubicBezTo>
                    <a:pt x="1144" y="12834"/>
                    <a:pt x="1153" y="12892"/>
                    <a:pt x="1169" y="12959"/>
                  </a:cubicBezTo>
                  <a:cubicBezTo>
                    <a:pt x="1177" y="13008"/>
                    <a:pt x="1186" y="13058"/>
                    <a:pt x="1211" y="13099"/>
                  </a:cubicBezTo>
                  <a:cubicBezTo>
                    <a:pt x="1252" y="13191"/>
                    <a:pt x="1343" y="13240"/>
                    <a:pt x="1434" y="13257"/>
                  </a:cubicBezTo>
                  <a:cubicBezTo>
                    <a:pt x="1472" y="13265"/>
                    <a:pt x="1509" y="13268"/>
                    <a:pt x="1546" y="13268"/>
                  </a:cubicBezTo>
                  <a:cubicBezTo>
                    <a:pt x="1708" y="13268"/>
                    <a:pt x="1868" y="13205"/>
                    <a:pt x="2023" y="13157"/>
                  </a:cubicBezTo>
                  <a:cubicBezTo>
                    <a:pt x="2122" y="13124"/>
                    <a:pt x="2221" y="13099"/>
                    <a:pt x="2321" y="13091"/>
                  </a:cubicBezTo>
                  <a:cubicBezTo>
                    <a:pt x="2339" y="13090"/>
                    <a:pt x="2357" y="13089"/>
                    <a:pt x="2375" y="13089"/>
                  </a:cubicBezTo>
                  <a:cubicBezTo>
                    <a:pt x="2467" y="13089"/>
                    <a:pt x="2561" y="13106"/>
                    <a:pt x="2644" y="13141"/>
                  </a:cubicBezTo>
                  <a:cubicBezTo>
                    <a:pt x="2752" y="13174"/>
                    <a:pt x="2851" y="13224"/>
                    <a:pt x="2951" y="13273"/>
                  </a:cubicBezTo>
                  <a:cubicBezTo>
                    <a:pt x="3050" y="13323"/>
                    <a:pt x="3149" y="13373"/>
                    <a:pt x="3257" y="13414"/>
                  </a:cubicBezTo>
                  <a:cubicBezTo>
                    <a:pt x="3456" y="13497"/>
                    <a:pt x="3671" y="13563"/>
                    <a:pt x="3887" y="13597"/>
                  </a:cubicBezTo>
                  <a:cubicBezTo>
                    <a:pt x="4047" y="13627"/>
                    <a:pt x="4206" y="13644"/>
                    <a:pt x="4366" y="13644"/>
                  </a:cubicBezTo>
                  <a:cubicBezTo>
                    <a:pt x="4422" y="13644"/>
                    <a:pt x="4477" y="13642"/>
                    <a:pt x="4533" y="13638"/>
                  </a:cubicBezTo>
                  <a:cubicBezTo>
                    <a:pt x="4757" y="13621"/>
                    <a:pt x="4972" y="13563"/>
                    <a:pt x="5179" y="13481"/>
                  </a:cubicBezTo>
                  <a:cubicBezTo>
                    <a:pt x="5403" y="13389"/>
                    <a:pt x="5610" y="13282"/>
                    <a:pt x="5826" y="13182"/>
                  </a:cubicBezTo>
                  <a:lnTo>
                    <a:pt x="6497" y="12859"/>
                  </a:lnTo>
                  <a:lnTo>
                    <a:pt x="6588" y="12818"/>
                  </a:lnTo>
                  <a:cubicBezTo>
                    <a:pt x="6555" y="12793"/>
                    <a:pt x="6546" y="12735"/>
                    <a:pt x="6596" y="12727"/>
                  </a:cubicBezTo>
                  <a:cubicBezTo>
                    <a:pt x="6606" y="12725"/>
                    <a:pt x="6616" y="12724"/>
                    <a:pt x="6625" y="12724"/>
                  </a:cubicBezTo>
                  <a:cubicBezTo>
                    <a:pt x="6657" y="12724"/>
                    <a:pt x="6687" y="12734"/>
                    <a:pt x="6712" y="12760"/>
                  </a:cubicBezTo>
                  <a:cubicBezTo>
                    <a:pt x="6720" y="12768"/>
                    <a:pt x="6737" y="12785"/>
                    <a:pt x="6745" y="12801"/>
                  </a:cubicBezTo>
                  <a:cubicBezTo>
                    <a:pt x="6754" y="12826"/>
                    <a:pt x="6754" y="12867"/>
                    <a:pt x="6720" y="12876"/>
                  </a:cubicBezTo>
                  <a:cubicBezTo>
                    <a:pt x="6488" y="12992"/>
                    <a:pt x="6265" y="13099"/>
                    <a:pt x="6033" y="13207"/>
                  </a:cubicBezTo>
                  <a:cubicBezTo>
                    <a:pt x="5826" y="13307"/>
                    <a:pt x="5618" y="13414"/>
                    <a:pt x="5411" y="13505"/>
                  </a:cubicBezTo>
                  <a:cubicBezTo>
                    <a:pt x="5395" y="13514"/>
                    <a:pt x="5378" y="13522"/>
                    <a:pt x="5362" y="13530"/>
                  </a:cubicBezTo>
                  <a:cubicBezTo>
                    <a:pt x="5146" y="13621"/>
                    <a:pt x="4922" y="13704"/>
                    <a:pt x="4690" y="13737"/>
                  </a:cubicBezTo>
                  <a:cubicBezTo>
                    <a:pt x="4579" y="13754"/>
                    <a:pt x="4467" y="13762"/>
                    <a:pt x="4355" y="13762"/>
                  </a:cubicBezTo>
                  <a:cubicBezTo>
                    <a:pt x="4243" y="13762"/>
                    <a:pt x="4131" y="13754"/>
                    <a:pt x="4019" y="13737"/>
                  </a:cubicBezTo>
                  <a:cubicBezTo>
                    <a:pt x="3796" y="13713"/>
                    <a:pt x="3580" y="13655"/>
                    <a:pt x="3365" y="13580"/>
                  </a:cubicBezTo>
                  <a:cubicBezTo>
                    <a:pt x="3257" y="13539"/>
                    <a:pt x="3149" y="13497"/>
                    <a:pt x="3050" y="13447"/>
                  </a:cubicBezTo>
                  <a:cubicBezTo>
                    <a:pt x="2942" y="13406"/>
                    <a:pt x="2843" y="13348"/>
                    <a:pt x="2735" y="13298"/>
                  </a:cubicBezTo>
                  <a:cubicBezTo>
                    <a:pt x="2636" y="13257"/>
                    <a:pt x="2528" y="13215"/>
                    <a:pt x="2412" y="13207"/>
                  </a:cubicBezTo>
                  <a:cubicBezTo>
                    <a:pt x="2313" y="13207"/>
                    <a:pt x="2205" y="13224"/>
                    <a:pt x="2105" y="13257"/>
                  </a:cubicBezTo>
                  <a:cubicBezTo>
                    <a:pt x="1923" y="13303"/>
                    <a:pt x="1740" y="13383"/>
                    <a:pt x="1545" y="13383"/>
                  </a:cubicBezTo>
                  <a:cubicBezTo>
                    <a:pt x="1527" y="13383"/>
                    <a:pt x="1510" y="13382"/>
                    <a:pt x="1492" y="13381"/>
                  </a:cubicBezTo>
                  <a:cubicBezTo>
                    <a:pt x="1426" y="13373"/>
                    <a:pt x="1360" y="13365"/>
                    <a:pt x="1302" y="13331"/>
                  </a:cubicBezTo>
                  <a:cubicBezTo>
                    <a:pt x="1285" y="13356"/>
                    <a:pt x="1269" y="13365"/>
                    <a:pt x="1244" y="13373"/>
                  </a:cubicBezTo>
                  <a:cubicBezTo>
                    <a:pt x="1211" y="13389"/>
                    <a:pt x="1177" y="13398"/>
                    <a:pt x="1153" y="13414"/>
                  </a:cubicBezTo>
                  <a:cubicBezTo>
                    <a:pt x="1086" y="13447"/>
                    <a:pt x="1028" y="13481"/>
                    <a:pt x="979" y="13530"/>
                  </a:cubicBezTo>
                  <a:cubicBezTo>
                    <a:pt x="937" y="13563"/>
                    <a:pt x="896" y="13613"/>
                    <a:pt x="846" y="13646"/>
                  </a:cubicBezTo>
                  <a:cubicBezTo>
                    <a:pt x="854" y="13655"/>
                    <a:pt x="871" y="13663"/>
                    <a:pt x="879" y="13671"/>
                  </a:cubicBezTo>
                  <a:cubicBezTo>
                    <a:pt x="887" y="13679"/>
                    <a:pt x="896" y="13688"/>
                    <a:pt x="904" y="13704"/>
                  </a:cubicBezTo>
                  <a:cubicBezTo>
                    <a:pt x="921" y="13729"/>
                    <a:pt x="945" y="13754"/>
                    <a:pt x="970" y="13771"/>
                  </a:cubicBezTo>
                  <a:cubicBezTo>
                    <a:pt x="1020" y="13804"/>
                    <a:pt x="1078" y="13829"/>
                    <a:pt x="1144" y="13845"/>
                  </a:cubicBezTo>
                  <a:cubicBezTo>
                    <a:pt x="1277" y="13878"/>
                    <a:pt x="1418" y="13878"/>
                    <a:pt x="1559" y="13878"/>
                  </a:cubicBezTo>
                  <a:cubicBezTo>
                    <a:pt x="1680" y="13878"/>
                    <a:pt x="1803" y="13872"/>
                    <a:pt x="1926" y="13872"/>
                  </a:cubicBezTo>
                  <a:cubicBezTo>
                    <a:pt x="2079" y="13872"/>
                    <a:pt x="2232" y="13882"/>
                    <a:pt x="2379" y="13928"/>
                  </a:cubicBezTo>
                  <a:cubicBezTo>
                    <a:pt x="2511" y="13969"/>
                    <a:pt x="2627" y="14044"/>
                    <a:pt x="2752" y="14102"/>
                  </a:cubicBezTo>
                  <a:cubicBezTo>
                    <a:pt x="2801" y="14127"/>
                    <a:pt x="2851" y="14152"/>
                    <a:pt x="2901" y="14168"/>
                  </a:cubicBezTo>
                  <a:cubicBezTo>
                    <a:pt x="2975" y="14193"/>
                    <a:pt x="3058" y="14210"/>
                    <a:pt x="3149" y="14210"/>
                  </a:cubicBezTo>
                  <a:cubicBezTo>
                    <a:pt x="3232" y="14210"/>
                    <a:pt x="3323" y="14210"/>
                    <a:pt x="3406" y="14201"/>
                  </a:cubicBezTo>
                  <a:cubicBezTo>
                    <a:pt x="3464" y="14201"/>
                    <a:pt x="3522" y="14193"/>
                    <a:pt x="3589" y="14193"/>
                  </a:cubicBezTo>
                  <a:cubicBezTo>
                    <a:pt x="3738" y="14177"/>
                    <a:pt x="3878" y="14160"/>
                    <a:pt x="4028" y="14143"/>
                  </a:cubicBezTo>
                  <a:cubicBezTo>
                    <a:pt x="4309" y="14119"/>
                    <a:pt x="4591" y="14077"/>
                    <a:pt x="4864" y="14036"/>
                  </a:cubicBezTo>
                  <a:cubicBezTo>
                    <a:pt x="4922" y="14027"/>
                    <a:pt x="4980" y="14019"/>
                    <a:pt x="5038" y="14011"/>
                  </a:cubicBezTo>
                  <a:cubicBezTo>
                    <a:pt x="5072" y="14011"/>
                    <a:pt x="5072" y="14061"/>
                    <a:pt x="5047" y="14069"/>
                  </a:cubicBezTo>
                  <a:cubicBezTo>
                    <a:pt x="4748" y="14152"/>
                    <a:pt x="4442" y="14201"/>
                    <a:pt x="4144" y="14243"/>
                  </a:cubicBezTo>
                  <a:cubicBezTo>
                    <a:pt x="3986" y="14259"/>
                    <a:pt x="3837" y="14276"/>
                    <a:pt x="3680" y="14293"/>
                  </a:cubicBezTo>
                  <a:cubicBezTo>
                    <a:pt x="3531" y="14309"/>
                    <a:pt x="3381" y="14317"/>
                    <a:pt x="3224" y="14326"/>
                  </a:cubicBezTo>
                  <a:cubicBezTo>
                    <a:pt x="3083" y="14326"/>
                    <a:pt x="2934" y="14309"/>
                    <a:pt x="2793" y="14251"/>
                  </a:cubicBezTo>
                  <a:cubicBezTo>
                    <a:pt x="2710" y="14218"/>
                    <a:pt x="2636" y="14177"/>
                    <a:pt x="2553" y="14135"/>
                  </a:cubicBezTo>
                  <a:cubicBezTo>
                    <a:pt x="2511" y="14110"/>
                    <a:pt x="2462" y="14085"/>
                    <a:pt x="2412" y="14069"/>
                  </a:cubicBezTo>
                  <a:cubicBezTo>
                    <a:pt x="2253" y="14004"/>
                    <a:pt x="2085" y="13989"/>
                    <a:pt x="1918" y="13989"/>
                  </a:cubicBezTo>
                  <a:cubicBezTo>
                    <a:pt x="1851" y="13989"/>
                    <a:pt x="1783" y="13992"/>
                    <a:pt x="1716" y="13994"/>
                  </a:cubicBezTo>
                  <a:cubicBezTo>
                    <a:pt x="1716" y="14003"/>
                    <a:pt x="1716" y="14011"/>
                    <a:pt x="1716" y="14027"/>
                  </a:cubicBezTo>
                  <a:cubicBezTo>
                    <a:pt x="1716" y="14036"/>
                    <a:pt x="1716" y="14044"/>
                    <a:pt x="1708" y="14052"/>
                  </a:cubicBezTo>
                  <a:cubicBezTo>
                    <a:pt x="1708" y="14069"/>
                    <a:pt x="1708" y="14085"/>
                    <a:pt x="1699" y="14110"/>
                  </a:cubicBezTo>
                  <a:cubicBezTo>
                    <a:pt x="1683" y="14160"/>
                    <a:pt x="1666" y="14218"/>
                    <a:pt x="1641" y="14268"/>
                  </a:cubicBezTo>
                  <a:cubicBezTo>
                    <a:pt x="1608" y="14375"/>
                    <a:pt x="1600" y="14491"/>
                    <a:pt x="1608" y="14607"/>
                  </a:cubicBezTo>
                  <a:cubicBezTo>
                    <a:pt x="1633" y="14839"/>
                    <a:pt x="1741" y="15047"/>
                    <a:pt x="1849" y="15254"/>
                  </a:cubicBezTo>
                  <a:cubicBezTo>
                    <a:pt x="1907" y="15378"/>
                    <a:pt x="1965" y="15502"/>
                    <a:pt x="2031" y="15618"/>
                  </a:cubicBezTo>
                  <a:cubicBezTo>
                    <a:pt x="2042" y="15646"/>
                    <a:pt x="2023" y="15667"/>
                    <a:pt x="2004" y="15667"/>
                  </a:cubicBezTo>
                  <a:cubicBezTo>
                    <a:pt x="1995" y="15667"/>
                    <a:pt x="1986" y="15662"/>
                    <a:pt x="1981" y="15651"/>
                  </a:cubicBezTo>
                  <a:cubicBezTo>
                    <a:pt x="1757" y="15279"/>
                    <a:pt x="1443" y="14873"/>
                    <a:pt x="1501" y="14409"/>
                  </a:cubicBezTo>
                  <a:lnTo>
                    <a:pt x="1501" y="14409"/>
                  </a:lnTo>
                  <a:cubicBezTo>
                    <a:pt x="1434" y="14467"/>
                    <a:pt x="1351" y="14525"/>
                    <a:pt x="1285" y="14566"/>
                  </a:cubicBezTo>
                  <a:cubicBezTo>
                    <a:pt x="1169" y="14641"/>
                    <a:pt x="1053" y="14723"/>
                    <a:pt x="945" y="14798"/>
                  </a:cubicBezTo>
                  <a:cubicBezTo>
                    <a:pt x="846" y="14864"/>
                    <a:pt x="755" y="14931"/>
                    <a:pt x="689" y="15022"/>
                  </a:cubicBezTo>
                  <a:cubicBezTo>
                    <a:pt x="614" y="15121"/>
                    <a:pt x="573" y="15254"/>
                    <a:pt x="622" y="15378"/>
                  </a:cubicBezTo>
                  <a:cubicBezTo>
                    <a:pt x="637" y="15407"/>
                    <a:pt x="602" y="15448"/>
                    <a:pt x="570" y="15448"/>
                  </a:cubicBezTo>
                  <a:cubicBezTo>
                    <a:pt x="565" y="15448"/>
                    <a:pt x="561" y="15446"/>
                    <a:pt x="556" y="15444"/>
                  </a:cubicBezTo>
                  <a:cubicBezTo>
                    <a:pt x="523" y="15436"/>
                    <a:pt x="498" y="15428"/>
                    <a:pt x="473" y="15411"/>
                  </a:cubicBezTo>
                  <a:cubicBezTo>
                    <a:pt x="390" y="15635"/>
                    <a:pt x="374" y="15875"/>
                    <a:pt x="407" y="16107"/>
                  </a:cubicBezTo>
                  <a:cubicBezTo>
                    <a:pt x="415" y="16104"/>
                    <a:pt x="424" y="16102"/>
                    <a:pt x="434" y="16102"/>
                  </a:cubicBezTo>
                  <a:cubicBezTo>
                    <a:pt x="469" y="16102"/>
                    <a:pt x="505" y="16127"/>
                    <a:pt x="498" y="16173"/>
                  </a:cubicBezTo>
                  <a:cubicBezTo>
                    <a:pt x="481" y="16240"/>
                    <a:pt x="473" y="16298"/>
                    <a:pt x="473" y="16364"/>
                  </a:cubicBezTo>
                  <a:cubicBezTo>
                    <a:pt x="498" y="16414"/>
                    <a:pt x="515" y="16463"/>
                    <a:pt x="539" y="16513"/>
                  </a:cubicBezTo>
                  <a:cubicBezTo>
                    <a:pt x="589" y="16612"/>
                    <a:pt x="655" y="16712"/>
                    <a:pt x="713" y="16803"/>
                  </a:cubicBezTo>
                  <a:cubicBezTo>
                    <a:pt x="738" y="16834"/>
                    <a:pt x="708" y="16865"/>
                    <a:pt x="677" y="16865"/>
                  </a:cubicBezTo>
                  <a:cubicBezTo>
                    <a:pt x="666" y="16865"/>
                    <a:pt x="656" y="16861"/>
                    <a:pt x="647" y="16853"/>
                  </a:cubicBezTo>
                  <a:lnTo>
                    <a:pt x="631" y="16836"/>
                  </a:lnTo>
                  <a:lnTo>
                    <a:pt x="631" y="16836"/>
                  </a:lnTo>
                  <a:cubicBezTo>
                    <a:pt x="689" y="16927"/>
                    <a:pt x="763" y="17018"/>
                    <a:pt x="838" y="17093"/>
                  </a:cubicBezTo>
                  <a:cubicBezTo>
                    <a:pt x="1111" y="17350"/>
                    <a:pt x="1459" y="17507"/>
                    <a:pt x="1782" y="17673"/>
                  </a:cubicBezTo>
                  <a:cubicBezTo>
                    <a:pt x="1948" y="17764"/>
                    <a:pt x="2114" y="17855"/>
                    <a:pt x="2279" y="17938"/>
                  </a:cubicBezTo>
                  <a:cubicBezTo>
                    <a:pt x="2271" y="17922"/>
                    <a:pt x="2271" y="17905"/>
                    <a:pt x="2263" y="17888"/>
                  </a:cubicBezTo>
                  <a:cubicBezTo>
                    <a:pt x="2249" y="17848"/>
                    <a:pt x="2286" y="17818"/>
                    <a:pt x="2323" y="17818"/>
                  </a:cubicBezTo>
                  <a:cubicBezTo>
                    <a:pt x="2330" y="17818"/>
                    <a:pt x="2338" y="17819"/>
                    <a:pt x="2346" y="17822"/>
                  </a:cubicBezTo>
                  <a:cubicBezTo>
                    <a:pt x="3290" y="18294"/>
                    <a:pt x="4326" y="18584"/>
                    <a:pt x="5370" y="18700"/>
                  </a:cubicBezTo>
                  <a:cubicBezTo>
                    <a:pt x="5712" y="18736"/>
                    <a:pt x="6057" y="18753"/>
                    <a:pt x="6402" y="18753"/>
                  </a:cubicBezTo>
                  <a:cubicBezTo>
                    <a:pt x="7110" y="18753"/>
                    <a:pt x="7819" y="18680"/>
                    <a:pt x="8510" y="18535"/>
                  </a:cubicBezTo>
                  <a:cubicBezTo>
                    <a:pt x="8659" y="18510"/>
                    <a:pt x="8800" y="18477"/>
                    <a:pt x="8941" y="18435"/>
                  </a:cubicBezTo>
                  <a:cubicBezTo>
                    <a:pt x="9090" y="18402"/>
                    <a:pt x="9231" y="18361"/>
                    <a:pt x="9372" y="18319"/>
                  </a:cubicBezTo>
                  <a:cubicBezTo>
                    <a:pt x="9645" y="18245"/>
                    <a:pt x="9910" y="18145"/>
                    <a:pt x="10184" y="18062"/>
                  </a:cubicBezTo>
                  <a:cubicBezTo>
                    <a:pt x="10200" y="18054"/>
                    <a:pt x="10217" y="18046"/>
                    <a:pt x="10242" y="18029"/>
                  </a:cubicBezTo>
                  <a:cubicBezTo>
                    <a:pt x="10291" y="17996"/>
                    <a:pt x="10349" y="17963"/>
                    <a:pt x="10407" y="17930"/>
                  </a:cubicBezTo>
                  <a:cubicBezTo>
                    <a:pt x="10515" y="17855"/>
                    <a:pt x="10623" y="17781"/>
                    <a:pt x="10722" y="17690"/>
                  </a:cubicBezTo>
                  <a:cubicBezTo>
                    <a:pt x="10822" y="17598"/>
                    <a:pt x="10913" y="17499"/>
                    <a:pt x="10996" y="17391"/>
                  </a:cubicBezTo>
                  <a:cubicBezTo>
                    <a:pt x="11045" y="17333"/>
                    <a:pt x="11079" y="17275"/>
                    <a:pt x="11070" y="17201"/>
                  </a:cubicBezTo>
                  <a:cubicBezTo>
                    <a:pt x="11062" y="17126"/>
                    <a:pt x="11029" y="17052"/>
                    <a:pt x="11004" y="16977"/>
                  </a:cubicBezTo>
                  <a:cubicBezTo>
                    <a:pt x="10938" y="16803"/>
                    <a:pt x="10880" y="16621"/>
                    <a:pt x="10822" y="16447"/>
                  </a:cubicBezTo>
                  <a:cubicBezTo>
                    <a:pt x="10809" y="16416"/>
                    <a:pt x="10843" y="16385"/>
                    <a:pt x="10871" y="16385"/>
                  </a:cubicBezTo>
                  <a:cubicBezTo>
                    <a:pt x="10881" y="16385"/>
                    <a:pt x="10890" y="16389"/>
                    <a:pt x="10896" y="16397"/>
                  </a:cubicBezTo>
                  <a:cubicBezTo>
                    <a:pt x="10880" y="16314"/>
                    <a:pt x="10855" y="16231"/>
                    <a:pt x="10830" y="16148"/>
                  </a:cubicBezTo>
                  <a:cubicBezTo>
                    <a:pt x="10830" y="16215"/>
                    <a:pt x="10830" y="16281"/>
                    <a:pt x="10822" y="16347"/>
                  </a:cubicBezTo>
                  <a:cubicBezTo>
                    <a:pt x="10813" y="16414"/>
                    <a:pt x="10797" y="16480"/>
                    <a:pt x="10780" y="16546"/>
                  </a:cubicBezTo>
                  <a:cubicBezTo>
                    <a:pt x="10764" y="16604"/>
                    <a:pt x="10747" y="16687"/>
                    <a:pt x="10706" y="16728"/>
                  </a:cubicBezTo>
                  <a:cubicBezTo>
                    <a:pt x="10703" y="16731"/>
                    <a:pt x="10696" y="16733"/>
                    <a:pt x="10689" y="16733"/>
                  </a:cubicBezTo>
                  <a:cubicBezTo>
                    <a:pt x="10678" y="16733"/>
                    <a:pt x="10664" y="16728"/>
                    <a:pt x="10664" y="16712"/>
                  </a:cubicBezTo>
                  <a:cubicBezTo>
                    <a:pt x="10656" y="16662"/>
                    <a:pt x="10673" y="16604"/>
                    <a:pt x="10681" y="16554"/>
                  </a:cubicBezTo>
                  <a:cubicBezTo>
                    <a:pt x="10697" y="16496"/>
                    <a:pt x="10706" y="16438"/>
                    <a:pt x="10714" y="16380"/>
                  </a:cubicBezTo>
                  <a:cubicBezTo>
                    <a:pt x="10722" y="16273"/>
                    <a:pt x="10731" y="16157"/>
                    <a:pt x="10731" y="16041"/>
                  </a:cubicBezTo>
                  <a:cubicBezTo>
                    <a:pt x="10731" y="15809"/>
                    <a:pt x="10697" y="15577"/>
                    <a:pt x="10656" y="15345"/>
                  </a:cubicBezTo>
                  <a:cubicBezTo>
                    <a:pt x="10639" y="15279"/>
                    <a:pt x="10631" y="15221"/>
                    <a:pt x="10615" y="15154"/>
                  </a:cubicBezTo>
                  <a:cubicBezTo>
                    <a:pt x="10606" y="15146"/>
                    <a:pt x="10590" y="15138"/>
                    <a:pt x="10590" y="15113"/>
                  </a:cubicBezTo>
                  <a:cubicBezTo>
                    <a:pt x="10590" y="15080"/>
                    <a:pt x="10590" y="15055"/>
                    <a:pt x="10590" y="15022"/>
                  </a:cubicBezTo>
                  <a:lnTo>
                    <a:pt x="10590" y="15013"/>
                  </a:lnTo>
                  <a:lnTo>
                    <a:pt x="10581" y="15013"/>
                  </a:lnTo>
                  <a:cubicBezTo>
                    <a:pt x="10575" y="15023"/>
                    <a:pt x="10564" y="15027"/>
                    <a:pt x="10553" y="15027"/>
                  </a:cubicBezTo>
                  <a:cubicBezTo>
                    <a:pt x="10535" y="15027"/>
                    <a:pt x="10515" y="15014"/>
                    <a:pt x="10515" y="14989"/>
                  </a:cubicBezTo>
                  <a:cubicBezTo>
                    <a:pt x="10523" y="14922"/>
                    <a:pt x="10565" y="14856"/>
                    <a:pt x="10581" y="14790"/>
                  </a:cubicBezTo>
                  <a:cubicBezTo>
                    <a:pt x="10598" y="14723"/>
                    <a:pt x="10598" y="14665"/>
                    <a:pt x="10581" y="14591"/>
                  </a:cubicBezTo>
                  <a:cubicBezTo>
                    <a:pt x="10557" y="14450"/>
                    <a:pt x="10532" y="14301"/>
                    <a:pt x="10507" y="14152"/>
                  </a:cubicBezTo>
                  <a:cubicBezTo>
                    <a:pt x="10499" y="14127"/>
                    <a:pt x="10515" y="14102"/>
                    <a:pt x="10532" y="14094"/>
                  </a:cubicBezTo>
                  <a:cubicBezTo>
                    <a:pt x="10416" y="13853"/>
                    <a:pt x="10333" y="13588"/>
                    <a:pt x="10300" y="13323"/>
                  </a:cubicBezTo>
                  <a:cubicBezTo>
                    <a:pt x="10291" y="13356"/>
                    <a:pt x="10275" y="13389"/>
                    <a:pt x="10258" y="13423"/>
                  </a:cubicBezTo>
                  <a:cubicBezTo>
                    <a:pt x="10225" y="13505"/>
                    <a:pt x="10175" y="13588"/>
                    <a:pt x="10126" y="13663"/>
                  </a:cubicBezTo>
                  <a:cubicBezTo>
                    <a:pt x="10093" y="13721"/>
                    <a:pt x="10059" y="13779"/>
                    <a:pt x="10010" y="13829"/>
                  </a:cubicBezTo>
                  <a:cubicBezTo>
                    <a:pt x="9960" y="13928"/>
                    <a:pt x="9902" y="14019"/>
                    <a:pt x="9827" y="14119"/>
                  </a:cubicBezTo>
                  <a:cubicBezTo>
                    <a:pt x="9811" y="14143"/>
                    <a:pt x="9794" y="14168"/>
                    <a:pt x="9786" y="14193"/>
                  </a:cubicBezTo>
                  <a:cubicBezTo>
                    <a:pt x="9769" y="14218"/>
                    <a:pt x="9761" y="14259"/>
                    <a:pt x="9728" y="14259"/>
                  </a:cubicBezTo>
                  <a:cubicBezTo>
                    <a:pt x="9724" y="14261"/>
                    <a:pt x="9720" y="14262"/>
                    <a:pt x="9716" y="14262"/>
                  </a:cubicBezTo>
                  <a:cubicBezTo>
                    <a:pt x="9698" y="14262"/>
                    <a:pt x="9685" y="14247"/>
                    <a:pt x="9678" y="14226"/>
                  </a:cubicBezTo>
                  <a:cubicBezTo>
                    <a:pt x="9670" y="14193"/>
                    <a:pt x="9687" y="14160"/>
                    <a:pt x="9703" y="14127"/>
                  </a:cubicBezTo>
                  <a:cubicBezTo>
                    <a:pt x="9736" y="14069"/>
                    <a:pt x="9778" y="14019"/>
                    <a:pt x="9819" y="13969"/>
                  </a:cubicBezTo>
                  <a:cubicBezTo>
                    <a:pt x="9852" y="13920"/>
                    <a:pt x="9885" y="13870"/>
                    <a:pt x="9919" y="13820"/>
                  </a:cubicBezTo>
                  <a:cubicBezTo>
                    <a:pt x="9935" y="13779"/>
                    <a:pt x="9952" y="13746"/>
                    <a:pt x="9977" y="13721"/>
                  </a:cubicBezTo>
                  <a:cubicBezTo>
                    <a:pt x="10043" y="13605"/>
                    <a:pt x="10093" y="13481"/>
                    <a:pt x="10142" y="13356"/>
                  </a:cubicBezTo>
                  <a:cubicBezTo>
                    <a:pt x="10148" y="13344"/>
                    <a:pt x="10159" y="13336"/>
                    <a:pt x="10171" y="13336"/>
                  </a:cubicBezTo>
                  <a:cubicBezTo>
                    <a:pt x="10175" y="13336"/>
                    <a:pt x="10179" y="13337"/>
                    <a:pt x="10184" y="13340"/>
                  </a:cubicBezTo>
                  <a:cubicBezTo>
                    <a:pt x="10258" y="13182"/>
                    <a:pt x="10308" y="13017"/>
                    <a:pt x="10341" y="12843"/>
                  </a:cubicBezTo>
                  <a:cubicBezTo>
                    <a:pt x="10345" y="12818"/>
                    <a:pt x="10362" y="12806"/>
                    <a:pt x="10381" y="12806"/>
                  </a:cubicBezTo>
                  <a:cubicBezTo>
                    <a:pt x="10407" y="12806"/>
                    <a:pt x="10436" y="12826"/>
                    <a:pt x="10441" y="12859"/>
                  </a:cubicBezTo>
                  <a:cubicBezTo>
                    <a:pt x="10441" y="12867"/>
                    <a:pt x="10441" y="12876"/>
                    <a:pt x="10441" y="12884"/>
                  </a:cubicBezTo>
                  <a:cubicBezTo>
                    <a:pt x="10449" y="12843"/>
                    <a:pt x="10457" y="12793"/>
                    <a:pt x="10465" y="12751"/>
                  </a:cubicBezTo>
                  <a:cubicBezTo>
                    <a:pt x="10457" y="12751"/>
                    <a:pt x="10457" y="12743"/>
                    <a:pt x="10457" y="12735"/>
                  </a:cubicBezTo>
                  <a:cubicBezTo>
                    <a:pt x="10457" y="12685"/>
                    <a:pt x="10465" y="12644"/>
                    <a:pt x="10474" y="12602"/>
                  </a:cubicBezTo>
                  <a:cubicBezTo>
                    <a:pt x="10482" y="12561"/>
                    <a:pt x="10490" y="12519"/>
                    <a:pt x="10499" y="12486"/>
                  </a:cubicBezTo>
                  <a:cubicBezTo>
                    <a:pt x="10507" y="12395"/>
                    <a:pt x="10515" y="12312"/>
                    <a:pt x="10515" y="12229"/>
                  </a:cubicBezTo>
                  <a:cubicBezTo>
                    <a:pt x="10515" y="12209"/>
                    <a:pt x="10530" y="12198"/>
                    <a:pt x="10545" y="12198"/>
                  </a:cubicBezTo>
                  <a:cubicBezTo>
                    <a:pt x="10561" y="12198"/>
                    <a:pt x="10577" y="12209"/>
                    <a:pt x="10581" y="12229"/>
                  </a:cubicBezTo>
                  <a:cubicBezTo>
                    <a:pt x="10581" y="12254"/>
                    <a:pt x="10581" y="12279"/>
                    <a:pt x="10581" y="12312"/>
                  </a:cubicBezTo>
                  <a:cubicBezTo>
                    <a:pt x="10581" y="12312"/>
                    <a:pt x="10581" y="12321"/>
                    <a:pt x="10581" y="12321"/>
                  </a:cubicBezTo>
                  <a:cubicBezTo>
                    <a:pt x="10581" y="12395"/>
                    <a:pt x="10581" y="12470"/>
                    <a:pt x="10573" y="12544"/>
                  </a:cubicBezTo>
                  <a:cubicBezTo>
                    <a:pt x="10581" y="12536"/>
                    <a:pt x="10581" y="12528"/>
                    <a:pt x="10590" y="12519"/>
                  </a:cubicBezTo>
                  <a:cubicBezTo>
                    <a:pt x="10598" y="12495"/>
                    <a:pt x="10606" y="12461"/>
                    <a:pt x="10615" y="12437"/>
                  </a:cubicBezTo>
                  <a:cubicBezTo>
                    <a:pt x="10606" y="12428"/>
                    <a:pt x="10606" y="12412"/>
                    <a:pt x="10606" y="12403"/>
                  </a:cubicBezTo>
                  <a:cubicBezTo>
                    <a:pt x="10615" y="12379"/>
                    <a:pt x="10623" y="12354"/>
                    <a:pt x="10631" y="12329"/>
                  </a:cubicBezTo>
                  <a:cubicBezTo>
                    <a:pt x="10631" y="12321"/>
                    <a:pt x="10631" y="12312"/>
                    <a:pt x="10631" y="12304"/>
                  </a:cubicBezTo>
                  <a:cubicBezTo>
                    <a:pt x="10639" y="12238"/>
                    <a:pt x="10639" y="12163"/>
                    <a:pt x="10631" y="12089"/>
                  </a:cubicBezTo>
                  <a:cubicBezTo>
                    <a:pt x="10623" y="12047"/>
                    <a:pt x="10615" y="12014"/>
                    <a:pt x="10606" y="11973"/>
                  </a:cubicBezTo>
                  <a:cubicBezTo>
                    <a:pt x="10598" y="11939"/>
                    <a:pt x="10581" y="11898"/>
                    <a:pt x="10581" y="11865"/>
                  </a:cubicBezTo>
                  <a:cubicBezTo>
                    <a:pt x="10587" y="11847"/>
                    <a:pt x="10598" y="11833"/>
                    <a:pt x="10612" y="11833"/>
                  </a:cubicBezTo>
                  <a:cubicBezTo>
                    <a:pt x="10618" y="11833"/>
                    <a:pt x="10624" y="11835"/>
                    <a:pt x="10631" y="11840"/>
                  </a:cubicBezTo>
                  <a:cubicBezTo>
                    <a:pt x="10673" y="11873"/>
                    <a:pt x="10697" y="11931"/>
                    <a:pt x="10714" y="11989"/>
                  </a:cubicBezTo>
                  <a:cubicBezTo>
                    <a:pt x="10714" y="11981"/>
                    <a:pt x="10714" y="11973"/>
                    <a:pt x="10714" y="11956"/>
                  </a:cubicBezTo>
                  <a:cubicBezTo>
                    <a:pt x="10722" y="11799"/>
                    <a:pt x="10697" y="11641"/>
                    <a:pt x="10664" y="11484"/>
                  </a:cubicBezTo>
                  <a:cubicBezTo>
                    <a:pt x="10573" y="11152"/>
                    <a:pt x="10424" y="10846"/>
                    <a:pt x="10349" y="10506"/>
                  </a:cubicBezTo>
                  <a:cubicBezTo>
                    <a:pt x="10341" y="10465"/>
                    <a:pt x="10333" y="10415"/>
                    <a:pt x="10333" y="10373"/>
                  </a:cubicBezTo>
                  <a:cubicBezTo>
                    <a:pt x="10291" y="10340"/>
                    <a:pt x="10275" y="10291"/>
                    <a:pt x="10267" y="10233"/>
                  </a:cubicBezTo>
                  <a:cubicBezTo>
                    <a:pt x="10258" y="10200"/>
                    <a:pt x="10258" y="10158"/>
                    <a:pt x="10258" y="10117"/>
                  </a:cubicBezTo>
                  <a:cubicBezTo>
                    <a:pt x="10258" y="10026"/>
                    <a:pt x="10267" y="9943"/>
                    <a:pt x="10291" y="9852"/>
                  </a:cubicBezTo>
                  <a:cubicBezTo>
                    <a:pt x="10333" y="9669"/>
                    <a:pt x="10407" y="9495"/>
                    <a:pt x="10449" y="9313"/>
                  </a:cubicBezTo>
                  <a:cubicBezTo>
                    <a:pt x="10490" y="9122"/>
                    <a:pt x="10457" y="8924"/>
                    <a:pt x="10424" y="8733"/>
                  </a:cubicBezTo>
                  <a:cubicBezTo>
                    <a:pt x="10391" y="8534"/>
                    <a:pt x="10358" y="8335"/>
                    <a:pt x="10349" y="8136"/>
                  </a:cubicBezTo>
                  <a:cubicBezTo>
                    <a:pt x="10341" y="8012"/>
                    <a:pt x="10333" y="7896"/>
                    <a:pt x="10333" y="7772"/>
                  </a:cubicBezTo>
                  <a:cubicBezTo>
                    <a:pt x="10333" y="7772"/>
                    <a:pt x="10333" y="7780"/>
                    <a:pt x="10325" y="7780"/>
                  </a:cubicBezTo>
                  <a:cubicBezTo>
                    <a:pt x="10291" y="7888"/>
                    <a:pt x="10242" y="7987"/>
                    <a:pt x="10167" y="8070"/>
                  </a:cubicBezTo>
                  <a:cubicBezTo>
                    <a:pt x="10162" y="8077"/>
                    <a:pt x="10156" y="8080"/>
                    <a:pt x="10149" y="8080"/>
                  </a:cubicBezTo>
                  <a:cubicBezTo>
                    <a:pt x="10132" y="8080"/>
                    <a:pt x="10114" y="8061"/>
                    <a:pt x="10126" y="8037"/>
                  </a:cubicBezTo>
                  <a:cubicBezTo>
                    <a:pt x="10267" y="7822"/>
                    <a:pt x="10316" y="7573"/>
                    <a:pt x="10291" y="7316"/>
                  </a:cubicBezTo>
                  <a:cubicBezTo>
                    <a:pt x="10275" y="7184"/>
                    <a:pt x="10200" y="7051"/>
                    <a:pt x="10225" y="6927"/>
                  </a:cubicBezTo>
                  <a:cubicBezTo>
                    <a:pt x="10250" y="6794"/>
                    <a:pt x="10374" y="6744"/>
                    <a:pt x="10465" y="6678"/>
                  </a:cubicBezTo>
                  <a:cubicBezTo>
                    <a:pt x="10548" y="6620"/>
                    <a:pt x="10648" y="6537"/>
                    <a:pt x="10673" y="6438"/>
                  </a:cubicBezTo>
                  <a:cubicBezTo>
                    <a:pt x="10681" y="6380"/>
                    <a:pt x="10656" y="6322"/>
                    <a:pt x="10631" y="6272"/>
                  </a:cubicBezTo>
                  <a:cubicBezTo>
                    <a:pt x="10598" y="6222"/>
                    <a:pt x="10565" y="6164"/>
                    <a:pt x="10548" y="6098"/>
                  </a:cubicBezTo>
                  <a:cubicBezTo>
                    <a:pt x="10515" y="5966"/>
                    <a:pt x="10548" y="5825"/>
                    <a:pt x="10590" y="5700"/>
                  </a:cubicBezTo>
                  <a:cubicBezTo>
                    <a:pt x="10631" y="5560"/>
                    <a:pt x="10664" y="5419"/>
                    <a:pt x="10706" y="5278"/>
                  </a:cubicBezTo>
                  <a:cubicBezTo>
                    <a:pt x="10838" y="4698"/>
                    <a:pt x="10888" y="4110"/>
                    <a:pt x="10913" y="3530"/>
                  </a:cubicBezTo>
                  <a:cubicBezTo>
                    <a:pt x="10946" y="2933"/>
                    <a:pt x="10954" y="2345"/>
                    <a:pt x="11004" y="1757"/>
                  </a:cubicBezTo>
                  <a:cubicBezTo>
                    <a:pt x="11045" y="1226"/>
                    <a:pt x="11137" y="663"/>
                    <a:pt x="10963" y="149"/>
                  </a:cubicBezTo>
                  <a:cubicBezTo>
                    <a:pt x="10946" y="100"/>
                    <a:pt x="10921" y="50"/>
                    <a:pt x="108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" name="Google Shape;3512;p6"/>
            <p:cNvSpPr/>
            <p:nvPr/>
          </p:nvSpPr>
          <p:spPr>
            <a:xfrm>
              <a:off x="2477800" y="1675600"/>
              <a:ext cx="42050" cy="15150"/>
            </a:xfrm>
            <a:custGeom>
              <a:rect b="b" l="l" r="r" t="t"/>
              <a:pathLst>
                <a:path extrusionOk="0" h="606" w="1682">
                  <a:moveTo>
                    <a:pt x="68" y="1"/>
                  </a:moveTo>
                  <a:cubicBezTo>
                    <a:pt x="30" y="1"/>
                    <a:pt x="0" y="41"/>
                    <a:pt x="21" y="82"/>
                  </a:cubicBezTo>
                  <a:cubicBezTo>
                    <a:pt x="62" y="190"/>
                    <a:pt x="178" y="223"/>
                    <a:pt x="269" y="248"/>
                  </a:cubicBezTo>
                  <a:cubicBezTo>
                    <a:pt x="402" y="281"/>
                    <a:pt x="534" y="306"/>
                    <a:pt x="667" y="322"/>
                  </a:cubicBezTo>
                  <a:cubicBezTo>
                    <a:pt x="791" y="330"/>
                    <a:pt x="915" y="330"/>
                    <a:pt x="1040" y="330"/>
                  </a:cubicBezTo>
                  <a:cubicBezTo>
                    <a:pt x="1106" y="339"/>
                    <a:pt x="1172" y="339"/>
                    <a:pt x="1239" y="364"/>
                  </a:cubicBezTo>
                  <a:cubicBezTo>
                    <a:pt x="1263" y="388"/>
                    <a:pt x="1288" y="422"/>
                    <a:pt x="1321" y="446"/>
                  </a:cubicBezTo>
                  <a:cubicBezTo>
                    <a:pt x="1404" y="521"/>
                    <a:pt x="1495" y="579"/>
                    <a:pt x="1603" y="604"/>
                  </a:cubicBezTo>
                  <a:cubicBezTo>
                    <a:pt x="1608" y="605"/>
                    <a:pt x="1612" y="606"/>
                    <a:pt x="1617" y="606"/>
                  </a:cubicBezTo>
                  <a:cubicBezTo>
                    <a:pt x="1665" y="606"/>
                    <a:pt x="1681" y="527"/>
                    <a:pt x="1628" y="504"/>
                  </a:cubicBezTo>
                  <a:cubicBezTo>
                    <a:pt x="1562" y="480"/>
                    <a:pt x="1495" y="446"/>
                    <a:pt x="1437" y="397"/>
                  </a:cubicBezTo>
                  <a:lnTo>
                    <a:pt x="1437" y="397"/>
                  </a:lnTo>
                  <a:cubicBezTo>
                    <a:pt x="1440" y="397"/>
                    <a:pt x="1442" y="397"/>
                    <a:pt x="1444" y="397"/>
                  </a:cubicBezTo>
                  <a:cubicBezTo>
                    <a:pt x="1490" y="397"/>
                    <a:pt x="1518" y="321"/>
                    <a:pt x="1471" y="289"/>
                  </a:cubicBezTo>
                  <a:cubicBezTo>
                    <a:pt x="1379" y="231"/>
                    <a:pt x="1280" y="190"/>
                    <a:pt x="1172" y="173"/>
                  </a:cubicBezTo>
                  <a:cubicBezTo>
                    <a:pt x="1139" y="156"/>
                    <a:pt x="1106" y="148"/>
                    <a:pt x="1073" y="148"/>
                  </a:cubicBezTo>
                  <a:cubicBezTo>
                    <a:pt x="1019" y="140"/>
                    <a:pt x="963" y="138"/>
                    <a:pt x="907" y="138"/>
                  </a:cubicBezTo>
                  <a:cubicBezTo>
                    <a:pt x="851" y="138"/>
                    <a:pt x="795" y="140"/>
                    <a:pt x="741" y="140"/>
                  </a:cubicBezTo>
                  <a:cubicBezTo>
                    <a:pt x="518" y="132"/>
                    <a:pt x="294" y="107"/>
                    <a:pt x="95" y="7"/>
                  </a:cubicBezTo>
                  <a:cubicBezTo>
                    <a:pt x="86" y="3"/>
                    <a:pt x="77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" name="Google Shape;3513;p6"/>
            <p:cNvSpPr/>
            <p:nvPr/>
          </p:nvSpPr>
          <p:spPr>
            <a:xfrm>
              <a:off x="2526575" y="1619425"/>
              <a:ext cx="9125" cy="9775"/>
            </a:xfrm>
            <a:custGeom>
              <a:rect b="b" l="l" r="r" t="t"/>
              <a:pathLst>
                <a:path extrusionOk="0" h="391" w="365">
                  <a:moveTo>
                    <a:pt x="365" y="1"/>
                  </a:moveTo>
                  <a:lnTo>
                    <a:pt x="365" y="1"/>
                  </a:lnTo>
                  <a:cubicBezTo>
                    <a:pt x="315" y="34"/>
                    <a:pt x="265" y="67"/>
                    <a:pt x="224" y="108"/>
                  </a:cubicBezTo>
                  <a:cubicBezTo>
                    <a:pt x="133" y="191"/>
                    <a:pt x="66" y="282"/>
                    <a:pt x="0" y="390"/>
                  </a:cubicBezTo>
                  <a:cubicBezTo>
                    <a:pt x="33" y="357"/>
                    <a:pt x="58" y="332"/>
                    <a:pt x="83" y="299"/>
                  </a:cubicBezTo>
                  <a:cubicBezTo>
                    <a:pt x="174" y="208"/>
                    <a:pt x="282" y="108"/>
                    <a:pt x="3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" name="Google Shape;3514;p6"/>
            <p:cNvSpPr/>
            <p:nvPr/>
          </p:nvSpPr>
          <p:spPr>
            <a:xfrm>
              <a:off x="2485150" y="1744550"/>
              <a:ext cx="114150" cy="27150"/>
            </a:xfrm>
            <a:custGeom>
              <a:rect b="b" l="l" r="r" t="t"/>
              <a:pathLst>
                <a:path extrusionOk="0" h="1086" w="4566">
                  <a:moveTo>
                    <a:pt x="180" y="599"/>
                  </a:moveTo>
                  <a:lnTo>
                    <a:pt x="180" y="599"/>
                  </a:lnTo>
                  <a:cubicBezTo>
                    <a:pt x="219" y="615"/>
                    <a:pt x="259" y="630"/>
                    <a:pt x="298" y="638"/>
                  </a:cubicBezTo>
                  <a:cubicBezTo>
                    <a:pt x="257" y="638"/>
                    <a:pt x="199" y="638"/>
                    <a:pt x="182" y="613"/>
                  </a:cubicBezTo>
                  <a:cubicBezTo>
                    <a:pt x="182" y="608"/>
                    <a:pt x="182" y="602"/>
                    <a:pt x="180" y="599"/>
                  </a:cubicBezTo>
                  <a:close/>
                  <a:moveTo>
                    <a:pt x="1566" y="0"/>
                  </a:moveTo>
                  <a:cubicBezTo>
                    <a:pt x="1467" y="0"/>
                    <a:pt x="1359" y="17"/>
                    <a:pt x="1259" y="50"/>
                  </a:cubicBezTo>
                  <a:cubicBezTo>
                    <a:pt x="1077" y="96"/>
                    <a:pt x="894" y="176"/>
                    <a:pt x="699" y="176"/>
                  </a:cubicBezTo>
                  <a:cubicBezTo>
                    <a:pt x="681" y="176"/>
                    <a:pt x="664" y="175"/>
                    <a:pt x="646" y="174"/>
                  </a:cubicBezTo>
                  <a:cubicBezTo>
                    <a:pt x="580" y="174"/>
                    <a:pt x="514" y="158"/>
                    <a:pt x="456" y="133"/>
                  </a:cubicBezTo>
                  <a:cubicBezTo>
                    <a:pt x="439" y="149"/>
                    <a:pt x="414" y="158"/>
                    <a:pt x="398" y="166"/>
                  </a:cubicBezTo>
                  <a:cubicBezTo>
                    <a:pt x="365" y="182"/>
                    <a:pt x="331" y="191"/>
                    <a:pt x="298" y="207"/>
                  </a:cubicBezTo>
                  <a:cubicBezTo>
                    <a:pt x="240" y="240"/>
                    <a:pt x="182" y="282"/>
                    <a:pt x="133" y="323"/>
                  </a:cubicBezTo>
                  <a:cubicBezTo>
                    <a:pt x="91" y="356"/>
                    <a:pt x="50" y="406"/>
                    <a:pt x="0" y="439"/>
                  </a:cubicBezTo>
                  <a:lnTo>
                    <a:pt x="8" y="439"/>
                  </a:lnTo>
                  <a:cubicBezTo>
                    <a:pt x="17" y="448"/>
                    <a:pt x="25" y="456"/>
                    <a:pt x="33" y="464"/>
                  </a:cubicBezTo>
                  <a:cubicBezTo>
                    <a:pt x="41" y="472"/>
                    <a:pt x="50" y="489"/>
                    <a:pt x="58" y="497"/>
                  </a:cubicBezTo>
                  <a:cubicBezTo>
                    <a:pt x="83" y="522"/>
                    <a:pt x="99" y="547"/>
                    <a:pt x="124" y="564"/>
                  </a:cubicBezTo>
                  <a:cubicBezTo>
                    <a:pt x="133" y="572"/>
                    <a:pt x="133" y="572"/>
                    <a:pt x="141" y="572"/>
                  </a:cubicBezTo>
                  <a:cubicBezTo>
                    <a:pt x="108" y="572"/>
                    <a:pt x="66" y="597"/>
                    <a:pt x="83" y="638"/>
                  </a:cubicBezTo>
                  <a:cubicBezTo>
                    <a:pt x="99" y="721"/>
                    <a:pt x="174" y="746"/>
                    <a:pt x="240" y="754"/>
                  </a:cubicBezTo>
                  <a:cubicBezTo>
                    <a:pt x="323" y="754"/>
                    <a:pt x="414" y="754"/>
                    <a:pt x="497" y="746"/>
                  </a:cubicBezTo>
                  <a:cubicBezTo>
                    <a:pt x="671" y="746"/>
                    <a:pt x="845" y="729"/>
                    <a:pt x="1019" y="721"/>
                  </a:cubicBezTo>
                  <a:cubicBezTo>
                    <a:pt x="1052" y="721"/>
                    <a:pt x="1077" y="729"/>
                    <a:pt x="1110" y="729"/>
                  </a:cubicBezTo>
                  <a:cubicBezTo>
                    <a:pt x="1251" y="754"/>
                    <a:pt x="1400" y="787"/>
                    <a:pt x="1533" y="829"/>
                  </a:cubicBezTo>
                  <a:cubicBezTo>
                    <a:pt x="1674" y="870"/>
                    <a:pt x="1806" y="928"/>
                    <a:pt x="1947" y="986"/>
                  </a:cubicBezTo>
                  <a:cubicBezTo>
                    <a:pt x="2080" y="1044"/>
                    <a:pt x="2221" y="1086"/>
                    <a:pt x="2370" y="1086"/>
                  </a:cubicBezTo>
                  <a:cubicBezTo>
                    <a:pt x="2444" y="1086"/>
                    <a:pt x="2519" y="1077"/>
                    <a:pt x="2593" y="1061"/>
                  </a:cubicBezTo>
                  <a:cubicBezTo>
                    <a:pt x="2635" y="1061"/>
                    <a:pt x="2676" y="1052"/>
                    <a:pt x="2718" y="1044"/>
                  </a:cubicBezTo>
                  <a:cubicBezTo>
                    <a:pt x="2751" y="1036"/>
                    <a:pt x="2784" y="1028"/>
                    <a:pt x="2817" y="1019"/>
                  </a:cubicBezTo>
                  <a:cubicBezTo>
                    <a:pt x="2825" y="1019"/>
                    <a:pt x="2834" y="1011"/>
                    <a:pt x="2834" y="1003"/>
                  </a:cubicBezTo>
                  <a:cubicBezTo>
                    <a:pt x="3157" y="1003"/>
                    <a:pt x="3480" y="978"/>
                    <a:pt x="3803" y="903"/>
                  </a:cubicBezTo>
                  <a:cubicBezTo>
                    <a:pt x="3878" y="878"/>
                    <a:pt x="3952" y="862"/>
                    <a:pt x="4027" y="829"/>
                  </a:cubicBezTo>
                  <a:cubicBezTo>
                    <a:pt x="4110" y="796"/>
                    <a:pt x="4201" y="754"/>
                    <a:pt x="4275" y="696"/>
                  </a:cubicBezTo>
                  <a:cubicBezTo>
                    <a:pt x="4350" y="646"/>
                    <a:pt x="4408" y="580"/>
                    <a:pt x="4458" y="506"/>
                  </a:cubicBezTo>
                  <a:cubicBezTo>
                    <a:pt x="4499" y="439"/>
                    <a:pt x="4532" y="365"/>
                    <a:pt x="4565" y="298"/>
                  </a:cubicBezTo>
                  <a:lnTo>
                    <a:pt x="4565" y="298"/>
                  </a:lnTo>
                  <a:cubicBezTo>
                    <a:pt x="4549" y="307"/>
                    <a:pt x="4532" y="315"/>
                    <a:pt x="4507" y="323"/>
                  </a:cubicBezTo>
                  <a:cubicBezTo>
                    <a:pt x="4292" y="423"/>
                    <a:pt x="4076" y="497"/>
                    <a:pt x="3844" y="530"/>
                  </a:cubicBezTo>
                  <a:cubicBezTo>
                    <a:pt x="3733" y="547"/>
                    <a:pt x="3621" y="555"/>
                    <a:pt x="3509" y="555"/>
                  </a:cubicBezTo>
                  <a:cubicBezTo>
                    <a:pt x="3397" y="555"/>
                    <a:pt x="3285" y="547"/>
                    <a:pt x="3173" y="530"/>
                  </a:cubicBezTo>
                  <a:cubicBezTo>
                    <a:pt x="2950" y="506"/>
                    <a:pt x="2726" y="448"/>
                    <a:pt x="2519" y="373"/>
                  </a:cubicBezTo>
                  <a:cubicBezTo>
                    <a:pt x="2411" y="340"/>
                    <a:pt x="2303" y="290"/>
                    <a:pt x="2196" y="249"/>
                  </a:cubicBezTo>
                  <a:cubicBezTo>
                    <a:pt x="2096" y="199"/>
                    <a:pt x="1997" y="141"/>
                    <a:pt x="1889" y="91"/>
                  </a:cubicBezTo>
                  <a:cubicBezTo>
                    <a:pt x="1790" y="50"/>
                    <a:pt x="1682" y="8"/>
                    <a:pt x="15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" name="Google Shape;3515;p6"/>
            <p:cNvSpPr/>
            <p:nvPr/>
          </p:nvSpPr>
          <p:spPr>
            <a:xfrm>
              <a:off x="2481625" y="1609650"/>
              <a:ext cx="159300" cy="145850"/>
            </a:xfrm>
            <a:custGeom>
              <a:rect b="b" l="l" r="r" t="t"/>
              <a:pathLst>
                <a:path extrusionOk="0" h="5834" w="6372">
                  <a:moveTo>
                    <a:pt x="3023" y="1"/>
                  </a:moveTo>
                  <a:cubicBezTo>
                    <a:pt x="3021" y="1"/>
                    <a:pt x="3018" y="1"/>
                    <a:pt x="3016" y="2"/>
                  </a:cubicBezTo>
                  <a:cubicBezTo>
                    <a:pt x="3000" y="11"/>
                    <a:pt x="2983" y="19"/>
                    <a:pt x="2966" y="27"/>
                  </a:cubicBezTo>
                  <a:lnTo>
                    <a:pt x="2850" y="27"/>
                  </a:lnTo>
                  <a:cubicBezTo>
                    <a:pt x="2660" y="44"/>
                    <a:pt x="2478" y="118"/>
                    <a:pt x="2328" y="234"/>
                  </a:cubicBezTo>
                  <a:cubicBezTo>
                    <a:pt x="2304" y="251"/>
                    <a:pt x="2304" y="276"/>
                    <a:pt x="2320" y="301"/>
                  </a:cubicBezTo>
                  <a:cubicBezTo>
                    <a:pt x="2304" y="301"/>
                    <a:pt x="2287" y="309"/>
                    <a:pt x="2279" y="317"/>
                  </a:cubicBezTo>
                  <a:cubicBezTo>
                    <a:pt x="2212" y="441"/>
                    <a:pt x="2113" y="549"/>
                    <a:pt x="2022" y="665"/>
                  </a:cubicBezTo>
                  <a:cubicBezTo>
                    <a:pt x="1898" y="814"/>
                    <a:pt x="1765" y="963"/>
                    <a:pt x="1641" y="1113"/>
                  </a:cubicBezTo>
                  <a:cubicBezTo>
                    <a:pt x="1525" y="1245"/>
                    <a:pt x="1400" y="1378"/>
                    <a:pt x="1251" y="1461"/>
                  </a:cubicBezTo>
                  <a:cubicBezTo>
                    <a:pt x="1102" y="1543"/>
                    <a:pt x="928" y="1577"/>
                    <a:pt x="771" y="1659"/>
                  </a:cubicBezTo>
                  <a:cubicBezTo>
                    <a:pt x="522" y="1800"/>
                    <a:pt x="365" y="2057"/>
                    <a:pt x="199" y="2289"/>
                  </a:cubicBezTo>
                  <a:cubicBezTo>
                    <a:pt x="133" y="2372"/>
                    <a:pt x="75" y="2455"/>
                    <a:pt x="0" y="2529"/>
                  </a:cubicBezTo>
                  <a:cubicBezTo>
                    <a:pt x="25" y="2529"/>
                    <a:pt x="50" y="2546"/>
                    <a:pt x="66" y="2571"/>
                  </a:cubicBezTo>
                  <a:cubicBezTo>
                    <a:pt x="83" y="2596"/>
                    <a:pt x="91" y="2620"/>
                    <a:pt x="66" y="2645"/>
                  </a:cubicBezTo>
                  <a:cubicBezTo>
                    <a:pt x="58" y="2654"/>
                    <a:pt x="50" y="2662"/>
                    <a:pt x="33" y="2662"/>
                  </a:cubicBezTo>
                  <a:cubicBezTo>
                    <a:pt x="83" y="2718"/>
                    <a:pt x="175" y="2732"/>
                    <a:pt x="252" y="2732"/>
                  </a:cubicBezTo>
                  <a:cubicBezTo>
                    <a:pt x="278" y="2732"/>
                    <a:pt x="303" y="2730"/>
                    <a:pt x="323" y="2728"/>
                  </a:cubicBezTo>
                  <a:cubicBezTo>
                    <a:pt x="481" y="2728"/>
                    <a:pt x="630" y="2712"/>
                    <a:pt x="787" y="2703"/>
                  </a:cubicBezTo>
                  <a:cubicBezTo>
                    <a:pt x="928" y="2703"/>
                    <a:pt x="1094" y="2703"/>
                    <a:pt x="1226" y="2761"/>
                  </a:cubicBezTo>
                  <a:cubicBezTo>
                    <a:pt x="1293" y="2786"/>
                    <a:pt x="1326" y="2844"/>
                    <a:pt x="1351" y="2910"/>
                  </a:cubicBezTo>
                  <a:cubicBezTo>
                    <a:pt x="1367" y="2968"/>
                    <a:pt x="1392" y="3010"/>
                    <a:pt x="1442" y="3035"/>
                  </a:cubicBezTo>
                  <a:cubicBezTo>
                    <a:pt x="1483" y="3060"/>
                    <a:pt x="1525" y="3071"/>
                    <a:pt x="1567" y="3071"/>
                  </a:cubicBezTo>
                  <a:cubicBezTo>
                    <a:pt x="1662" y="3071"/>
                    <a:pt x="1757" y="3018"/>
                    <a:pt x="1831" y="2960"/>
                  </a:cubicBezTo>
                  <a:cubicBezTo>
                    <a:pt x="1843" y="2949"/>
                    <a:pt x="1860" y="2942"/>
                    <a:pt x="1876" y="2942"/>
                  </a:cubicBezTo>
                  <a:cubicBezTo>
                    <a:pt x="1895" y="2942"/>
                    <a:pt x="1914" y="2951"/>
                    <a:pt x="1922" y="2968"/>
                  </a:cubicBezTo>
                  <a:cubicBezTo>
                    <a:pt x="2005" y="3151"/>
                    <a:pt x="2022" y="3366"/>
                    <a:pt x="1964" y="3557"/>
                  </a:cubicBezTo>
                  <a:cubicBezTo>
                    <a:pt x="1939" y="3648"/>
                    <a:pt x="1898" y="3739"/>
                    <a:pt x="1840" y="3805"/>
                  </a:cubicBezTo>
                  <a:cubicBezTo>
                    <a:pt x="1773" y="3888"/>
                    <a:pt x="1682" y="3921"/>
                    <a:pt x="1583" y="3938"/>
                  </a:cubicBezTo>
                  <a:cubicBezTo>
                    <a:pt x="1483" y="3946"/>
                    <a:pt x="1376" y="3954"/>
                    <a:pt x="1268" y="3954"/>
                  </a:cubicBezTo>
                  <a:cubicBezTo>
                    <a:pt x="1152" y="3963"/>
                    <a:pt x="1036" y="3971"/>
                    <a:pt x="920" y="3979"/>
                  </a:cubicBezTo>
                  <a:cubicBezTo>
                    <a:pt x="862" y="3988"/>
                    <a:pt x="804" y="3988"/>
                    <a:pt x="746" y="3988"/>
                  </a:cubicBezTo>
                  <a:lnTo>
                    <a:pt x="746" y="3996"/>
                  </a:lnTo>
                  <a:cubicBezTo>
                    <a:pt x="704" y="4087"/>
                    <a:pt x="663" y="4170"/>
                    <a:pt x="613" y="4253"/>
                  </a:cubicBezTo>
                  <a:cubicBezTo>
                    <a:pt x="588" y="4311"/>
                    <a:pt x="564" y="4369"/>
                    <a:pt x="547" y="4427"/>
                  </a:cubicBezTo>
                  <a:cubicBezTo>
                    <a:pt x="539" y="4468"/>
                    <a:pt x="522" y="4518"/>
                    <a:pt x="506" y="4559"/>
                  </a:cubicBezTo>
                  <a:cubicBezTo>
                    <a:pt x="506" y="4568"/>
                    <a:pt x="489" y="4576"/>
                    <a:pt x="481" y="4584"/>
                  </a:cubicBezTo>
                  <a:cubicBezTo>
                    <a:pt x="481" y="4584"/>
                    <a:pt x="489" y="4584"/>
                    <a:pt x="489" y="4592"/>
                  </a:cubicBezTo>
                  <a:cubicBezTo>
                    <a:pt x="506" y="4617"/>
                    <a:pt x="530" y="4642"/>
                    <a:pt x="555" y="4667"/>
                  </a:cubicBezTo>
                  <a:cubicBezTo>
                    <a:pt x="572" y="4692"/>
                    <a:pt x="597" y="4725"/>
                    <a:pt x="613" y="4750"/>
                  </a:cubicBezTo>
                  <a:cubicBezTo>
                    <a:pt x="622" y="4766"/>
                    <a:pt x="622" y="4783"/>
                    <a:pt x="613" y="4791"/>
                  </a:cubicBezTo>
                  <a:cubicBezTo>
                    <a:pt x="605" y="4795"/>
                    <a:pt x="597" y="4798"/>
                    <a:pt x="589" y="4798"/>
                  </a:cubicBezTo>
                  <a:cubicBezTo>
                    <a:pt x="582" y="4798"/>
                    <a:pt x="576" y="4795"/>
                    <a:pt x="572" y="4791"/>
                  </a:cubicBezTo>
                  <a:cubicBezTo>
                    <a:pt x="547" y="4758"/>
                    <a:pt x="530" y="4733"/>
                    <a:pt x="506" y="4700"/>
                  </a:cubicBezTo>
                  <a:cubicBezTo>
                    <a:pt x="489" y="4675"/>
                    <a:pt x="464" y="4650"/>
                    <a:pt x="448" y="4626"/>
                  </a:cubicBezTo>
                  <a:cubicBezTo>
                    <a:pt x="439" y="4617"/>
                    <a:pt x="448" y="4601"/>
                    <a:pt x="448" y="4592"/>
                  </a:cubicBezTo>
                  <a:lnTo>
                    <a:pt x="439" y="4592"/>
                  </a:lnTo>
                  <a:cubicBezTo>
                    <a:pt x="431" y="4659"/>
                    <a:pt x="414" y="4725"/>
                    <a:pt x="390" y="4783"/>
                  </a:cubicBezTo>
                  <a:cubicBezTo>
                    <a:pt x="406" y="4841"/>
                    <a:pt x="414" y="4899"/>
                    <a:pt x="431" y="4957"/>
                  </a:cubicBezTo>
                  <a:cubicBezTo>
                    <a:pt x="439" y="5023"/>
                    <a:pt x="448" y="5081"/>
                    <a:pt x="464" y="5148"/>
                  </a:cubicBezTo>
                  <a:cubicBezTo>
                    <a:pt x="472" y="5197"/>
                    <a:pt x="481" y="5247"/>
                    <a:pt x="506" y="5288"/>
                  </a:cubicBezTo>
                  <a:cubicBezTo>
                    <a:pt x="547" y="5380"/>
                    <a:pt x="638" y="5429"/>
                    <a:pt x="729" y="5446"/>
                  </a:cubicBezTo>
                  <a:cubicBezTo>
                    <a:pt x="767" y="5454"/>
                    <a:pt x="804" y="5457"/>
                    <a:pt x="842" y="5457"/>
                  </a:cubicBezTo>
                  <a:cubicBezTo>
                    <a:pt x="1005" y="5457"/>
                    <a:pt x="1170" y="5394"/>
                    <a:pt x="1318" y="5346"/>
                  </a:cubicBezTo>
                  <a:cubicBezTo>
                    <a:pt x="1417" y="5313"/>
                    <a:pt x="1516" y="5288"/>
                    <a:pt x="1616" y="5280"/>
                  </a:cubicBezTo>
                  <a:cubicBezTo>
                    <a:pt x="1635" y="5279"/>
                    <a:pt x="1654" y="5278"/>
                    <a:pt x="1673" y="5278"/>
                  </a:cubicBezTo>
                  <a:cubicBezTo>
                    <a:pt x="1767" y="5278"/>
                    <a:pt x="1856" y="5295"/>
                    <a:pt x="1939" y="5330"/>
                  </a:cubicBezTo>
                  <a:cubicBezTo>
                    <a:pt x="2047" y="5363"/>
                    <a:pt x="2146" y="5413"/>
                    <a:pt x="2246" y="5462"/>
                  </a:cubicBezTo>
                  <a:cubicBezTo>
                    <a:pt x="2345" y="5512"/>
                    <a:pt x="2444" y="5562"/>
                    <a:pt x="2552" y="5603"/>
                  </a:cubicBezTo>
                  <a:cubicBezTo>
                    <a:pt x="2751" y="5686"/>
                    <a:pt x="2966" y="5752"/>
                    <a:pt x="3182" y="5786"/>
                  </a:cubicBezTo>
                  <a:cubicBezTo>
                    <a:pt x="3342" y="5816"/>
                    <a:pt x="3501" y="5833"/>
                    <a:pt x="3661" y="5833"/>
                  </a:cubicBezTo>
                  <a:cubicBezTo>
                    <a:pt x="3717" y="5833"/>
                    <a:pt x="3772" y="5831"/>
                    <a:pt x="3828" y="5827"/>
                  </a:cubicBezTo>
                  <a:cubicBezTo>
                    <a:pt x="4052" y="5810"/>
                    <a:pt x="4267" y="5752"/>
                    <a:pt x="4474" y="5670"/>
                  </a:cubicBezTo>
                  <a:cubicBezTo>
                    <a:pt x="4698" y="5578"/>
                    <a:pt x="4905" y="5471"/>
                    <a:pt x="5121" y="5371"/>
                  </a:cubicBezTo>
                  <a:lnTo>
                    <a:pt x="5792" y="5048"/>
                  </a:lnTo>
                  <a:lnTo>
                    <a:pt x="5883" y="5007"/>
                  </a:lnTo>
                  <a:cubicBezTo>
                    <a:pt x="5850" y="4982"/>
                    <a:pt x="5841" y="4924"/>
                    <a:pt x="5891" y="4916"/>
                  </a:cubicBezTo>
                  <a:cubicBezTo>
                    <a:pt x="5901" y="4914"/>
                    <a:pt x="5911" y="4913"/>
                    <a:pt x="5920" y="4913"/>
                  </a:cubicBezTo>
                  <a:cubicBezTo>
                    <a:pt x="5952" y="4913"/>
                    <a:pt x="5982" y="4923"/>
                    <a:pt x="6007" y="4949"/>
                  </a:cubicBezTo>
                  <a:cubicBezTo>
                    <a:pt x="6024" y="4932"/>
                    <a:pt x="6040" y="4916"/>
                    <a:pt x="6049" y="4899"/>
                  </a:cubicBezTo>
                  <a:cubicBezTo>
                    <a:pt x="6115" y="4833"/>
                    <a:pt x="6173" y="4766"/>
                    <a:pt x="6223" y="4684"/>
                  </a:cubicBezTo>
                  <a:cubicBezTo>
                    <a:pt x="6272" y="4609"/>
                    <a:pt x="6322" y="4526"/>
                    <a:pt x="6347" y="4443"/>
                  </a:cubicBezTo>
                  <a:cubicBezTo>
                    <a:pt x="6372" y="4360"/>
                    <a:pt x="6372" y="4261"/>
                    <a:pt x="6322" y="4186"/>
                  </a:cubicBezTo>
                  <a:cubicBezTo>
                    <a:pt x="6272" y="4104"/>
                    <a:pt x="6181" y="4070"/>
                    <a:pt x="6098" y="4054"/>
                  </a:cubicBezTo>
                  <a:cubicBezTo>
                    <a:pt x="5964" y="4039"/>
                    <a:pt x="5833" y="4036"/>
                    <a:pt x="5701" y="4036"/>
                  </a:cubicBezTo>
                  <a:cubicBezTo>
                    <a:pt x="5613" y="4036"/>
                    <a:pt x="5525" y="4037"/>
                    <a:pt x="5435" y="4037"/>
                  </a:cubicBezTo>
                  <a:cubicBezTo>
                    <a:pt x="5220" y="4037"/>
                    <a:pt x="4996" y="4037"/>
                    <a:pt x="4789" y="3988"/>
                  </a:cubicBezTo>
                  <a:cubicBezTo>
                    <a:pt x="4632" y="3946"/>
                    <a:pt x="4474" y="3872"/>
                    <a:pt x="4342" y="3764"/>
                  </a:cubicBezTo>
                  <a:cubicBezTo>
                    <a:pt x="4226" y="3664"/>
                    <a:pt x="4118" y="3532"/>
                    <a:pt x="4077" y="3366"/>
                  </a:cubicBezTo>
                  <a:cubicBezTo>
                    <a:pt x="4052" y="3292"/>
                    <a:pt x="4052" y="3209"/>
                    <a:pt x="4060" y="3126"/>
                  </a:cubicBezTo>
                  <a:cubicBezTo>
                    <a:pt x="4077" y="3035"/>
                    <a:pt x="4093" y="2935"/>
                    <a:pt x="4077" y="2844"/>
                  </a:cubicBezTo>
                  <a:cubicBezTo>
                    <a:pt x="4035" y="2654"/>
                    <a:pt x="3836" y="2604"/>
                    <a:pt x="3679" y="2562"/>
                  </a:cubicBezTo>
                  <a:cubicBezTo>
                    <a:pt x="3530" y="2529"/>
                    <a:pt x="3381" y="2505"/>
                    <a:pt x="3231" y="2455"/>
                  </a:cubicBezTo>
                  <a:cubicBezTo>
                    <a:pt x="3099" y="2413"/>
                    <a:pt x="2983" y="2331"/>
                    <a:pt x="2925" y="2198"/>
                  </a:cubicBezTo>
                  <a:cubicBezTo>
                    <a:pt x="2850" y="1999"/>
                    <a:pt x="2933" y="1784"/>
                    <a:pt x="3000" y="1593"/>
                  </a:cubicBezTo>
                  <a:cubicBezTo>
                    <a:pt x="3074" y="1386"/>
                    <a:pt x="3132" y="1179"/>
                    <a:pt x="3182" y="955"/>
                  </a:cubicBezTo>
                  <a:cubicBezTo>
                    <a:pt x="3223" y="740"/>
                    <a:pt x="3248" y="516"/>
                    <a:pt x="3240" y="292"/>
                  </a:cubicBezTo>
                  <a:cubicBezTo>
                    <a:pt x="3240" y="201"/>
                    <a:pt x="3215" y="102"/>
                    <a:pt x="3124" y="60"/>
                  </a:cubicBezTo>
                  <a:cubicBezTo>
                    <a:pt x="3099" y="44"/>
                    <a:pt x="3066" y="35"/>
                    <a:pt x="3041" y="35"/>
                  </a:cubicBezTo>
                  <a:cubicBezTo>
                    <a:pt x="3048" y="21"/>
                    <a:pt x="3037" y="1"/>
                    <a:pt x="30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" name="Google Shape;3516;p6"/>
            <p:cNvSpPr/>
            <p:nvPr/>
          </p:nvSpPr>
          <p:spPr>
            <a:xfrm>
              <a:off x="2584575" y="1594375"/>
              <a:ext cx="60075" cy="53525"/>
            </a:xfrm>
            <a:custGeom>
              <a:rect b="b" l="l" r="r" t="t"/>
              <a:pathLst>
                <a:path extrusionOk="0" h="2141" w="2403">
                  <a:moveTo>
                    <a:pt x="1102" y="0"/>
                  </a:moveTo>
                  <a:cubicBezTo>
                    <a:pt x="1069" y="0"/>
                    <a:pt x="1069" y="58"/>
                    <a:pt x="1102" y="58"/>
                  </a:cubicBezTo>
                  <a:cubicBezTo>
                    <a:pt x="1177" y="66"/>
                    <a:pt x="1259" y="75"/>
                    <a:pt x="1334" y="100"/>
                  </a:cubicBezTo>
                  <a:lnTo>
                    <a:pt x="1160" y="100"/>
                  </a:lnTo>
                  <a:cubicBezTo>
                    <a:pt x="978" y="116"/>
                    <a:pt x="804" y="166"/>
                    <a:pt x="630" y="232"/>
                  </a:cubicBezTo>
                  <a:cubicBezTo>
                    <a:pt x="414" y="274"/>
                    <a:pt x="191" y="398"/>
                    <a:pt x="91" y="613"/>
                  </a:cubicBezTo>
                  <a:lnTo>
                    <a:pt x="91" y="622"/>
                  </a:lnTo>
                  <a:cubicBezTo>
                    <a:pt x="33" y="729"/>
                    <a:pt x="8" y="854"/>
                    <a:pt x="33" y="978"/>
                  </a:cubicBezTo>
                  <a:cubicBezTo>
                    <a:pt x="0" y="1168"/>
                    <a:pt x="17" y="1367"/>
                    <a:pt x="33" y="1566"/>
                  </a:cubicBezTo>
                  <a:cubicBezTo>
                    <a:pt x="40" y="1601"/>
                    <a:pt x="64" y="1618"/>
                    <a:pt x="91" y="1618"/>
                  </a:cubicBezTo>
                  <a:cubicBezTo>
                    <a:pt x="97" y="1618"/>
                    <a:pt x="102" y="1617"/>
                    <a:pt x="108" y="1616"/>
                  </a:cubicBezTo>
                  <a:cubicBezTo>
                    <a:pt x="133" y="1690"/>
                    <a:pt x="174" y="1748"/>
                    <a:pt x="232" y="1790"/>
                  </a:cubicBezTo>
                  <a:cubicBezTo>
                    <a:pt x="323" y="1840"/>
                    <a:pt x="423" y="1840"/>
                    <a:pt x="522" y="1840"/>
                  </a:cubicBezTo>
                  <a:cubicBezTo>
                    <a:pt x="555" y="1840"/>
                    <a:pt x="588" y="1840"/>
                    <a:pt x="621" y="1848"/>
                  </a:cubicBezTo>
                  <a:lnTo>
                    <a:pt x="630" y="1856"/>
                  </a:lnTo>
                  <a:lnTo>
                    <a:pt x="638" y="1856"/>
                  </a:lnTo>
                  <a:cubicBezTo>
                    <a:pt x="638" y="1873"/>
                    <a:pt x="646" y="1873"/>
                    <a:pt x="655" y="1873"/>
                  </a:cubicBezTo>
                  <a:cubicBezTo>
                    <a:pt x="663" y="1889"/>
                    <a:pt x="679" y="1898"/>
                    <a:pt x="688" y="1906"/>
                  </a:cubicBezTo>
                  <a:cubicBezTo>
                    <a:pt x="698" y="1919"/>
                    <a:pt x="711" y="1925"/>
                    <a:pt x="724" y="1925"/>
                  </a:cubicBezTo>
                  <a:cubicBezTo>
                    <a:pt x="752" y="1925"/>
                    <a:pt x="779" y="1898"/>
                    <a:pt x="779" y="1864"/>
                  </a:cubicBezTo>
                  <a:cubicBezTo>
                    <a:pt x="787" y="1873"/>
                    <a:pt x="804" y="1873"/>
                    <a:pt x="812" y="1881"/>
                  </a:cubicBezTo>
                  <a:cubicBezTo>
                    <a:pt x="1036" y="2037"/>
                    <a:pt x="1302" y="2141"/>
                    <a:pt x="1572" y="2141"/>
                  </a:cubicBezTo>
                  <a:cubicBezTo>
                    <a:pt x="1661" y="2141"/>
                    <a:pt x="1751" y="2129"/>
                    <a:pt x="1839" y="2105"/>
                  </a:cubicBezTo>
                  <a:cubicBezTo>
                    <a:pt x="2030" y="2047"/>
                    <a:pt x="2237" y="1939"/>
                    <a:pt x="2345" y="1757"/>
                  </a:cubicBezTo>
                  <a:cubicBezTo>
                    <a:pt x="2386" y="1682"/>
                    <a:pt x="2395" y="1608"/>
                    <a:pt x="2386" y="1533"/>
                  </a:cubicBezTo>
                  <a:cubicBezTo>
                    <a:pt x="2403" y="1434"/>
                    <a:pt x="2361" y="1351"/>
                    <a:pt x="2303" y="1268"/>
                  </a:cubicBezTo>
                  <a:cubicBezTo>
                    <a:pt x="2279" y="1235"/>
                    <a:pt x="2254" y="1210"/>
                    <a:pt x="2221" y="1177"/>
                  </a:cubicBezTo>
                  <a:cubicBezTo>
                    <a:pt x="2221" y="1168"/>
                    <a:pt x="2212" y="1160"/>
                    <a:pt x="2204" y="1144"/>
                  </a:cubicBezTo>
                  <a:cubicBezTo>
                    <a:pt x="1980" y="837"/>
                    <a:pt x="1682" y="588"/>
                    <a:pt x="1342" y="423"/>
                  </a:cubicBezTo>
                  <a:cubicBezTo>
                    <a:pt x="1334" y="414"/>
                    <a:pt x="1317" y="406"/>
                    <a:pt x="1301" y="398"/>
                  </a:cubicBezTo>
                  <a:cubicBezTo>
                    <a:pt x="1284" y="390"/>
                    <a:pt x="1268" y="381"/>
                    <a:pt x="1251" y="373"/>
                  </a:cubicBezTo>
                  <a:cubicBezTo>
                    <a:pt x="1259" y="365"/>
                    <a:pt x="1268" y="365"/>
                    <a:pt x="1268" y="356"/>
                  </a:cubicBezTo>
                  <a:cubicBezTo>
                    <a:pt x="1342" y="373"/>
                    <a:pt x="1409" y="398"/>
                    <a:pt x="1483" y="423"/>
                  </a:cubicBezTo>
                  <a:cubicBezTo>
                    <a:pt x="1541" y="448"/>
                    <a:pt x="1591" y="472"/>
                    <a:pt x="1649" y="497"/>
                  </a:cubicBezTo>
                  <a:cubicBezTo>
                    <a:pt x="1707" y="530"/>
                    <a:pt x="1765" y="564"/>
                    <a:pt x="1831" y="588"/>
                  </a:cubicBezTo>
                  <a:cubicBezTo>
                    <a:pt x="1834" y="589"/>
                    <a:pt x="1836" y="590"/>
                    <a:pt x="1839" y="590"/>
                  </a:cubicBezTo>
                  <a:cubicBezTo>
                    <a:pt x="1861" y="590"/>
                    <a:pt x="1879" y="561"/>
                    <a:pt x="1864" y="539"/>
                  </a:cubicBezTo>
                  <a:cubicBezTo>
                    <a:pt x="1839" y="506"/>
                    <a:pt x="1815" y="481"/>
                    <a:pt x="1781" y="456"/>
                  </a:cubicBezTo>
                  <a:cubicBezTo>
                    <a:pt x="1748" y="431"/>
                    <a:pt x="1715" y="406"/>
                    <a:pt x="1682" y="390"/>
                  </a:cubicBezTo>
                  <a:cubicBezTo>
                    <a:pt x="1607" y="348"/>
                    <a:pt x="1533" y="315"/>
                    <a:pt x="1458" y="290"/>
                  </a:cubicBezTo>
                  <a:cubicBezTo>
                    <a:pt x="1334" y="240"/>
                    <a:pt x="1193" y="216"/>
                    <a:pt x="1052" y="199"/>
                  </a:cubicBezTo>
                  <a:cubicBezTo>
                    <a:pt x="1077" y="199"/>
                    <a:pt x="1110" y="191"/>
                    <a:pt x="1135" y="191"/>
                  </a:cubicBezTo>
                  <a:cubicBezTo>
                    <a:pt x="1175" y="188"/>
                    <a:pt x="1213" y="186"/>
                    <a:pt x="1251" y="186"/>
                  </a:cubicBezTo>
                  <a:cubicBezTo>
                    <a:pt x="1317" y="186"/>
                    <a:pt x="1382" y="192"/>
                    <a:pt x="1450" y="207"/>
                  </a:cubicBezTo>
                  <a:cubicBezTo>
                    <a:pt x="1500" y="216"/>
                    <a:pt x="1549" y="224"/>
                    <a:pt x="1599" y="240"/>
                  </a:cubicBezTo>
                  <a:cubicBezTo>
                    <a:pt x="1624" y="249"/>
                    <a:pt x="1649" y="265"/>
                    <a:pt x="1674" y="274"/>
                  </a:cubicBezTo>
                  <a:cubicBezTo>
                    <a:pt x="1699" y="282"/>
                    <a:pt x="1723" y="298"/>
                    <a:pt x="1748" y="298"/>
                  </a:cubicBezTo>
                  <a:cubicBezTo>
                    <a:pt x="1751" y="300"/>
                    <a:pt x="1753" y="300"/>
                    <a:pt x="1756" y="300"/>
                  </a:cubicBezTo>
                  <a:cubicBezTo>
                    <a:pt x="1773" y="300"/>
                    <a:pt x="1796" y="279"/>
                    <a:pt x="1781" y="257"/>
                  </a:cubicBezTo>
                  <a:cubicBezTo>
                    <a:pt x="1748" y="216"/>
                    <a:pt x="1690" y="191"/>
                    <a:pt x="1641" y="174"/>
                  </a:cubicBezTo>
                  <a:cubicBezTo>
                    <a:pt x="1616" y="158"/>
                    <a:pt x="1583" y="149"/>
                    <a:pt x="1558" y="141"/>
                  </a:cubicBezTo>
                  <a:cubicBezTo>
                    <a:pt x="1500" y="91"/>
                    <a:pt x="1417" y="58"/>
                    <a:pt x="1342" y="42"/>
                  </a:cubicBezTo>
                  <a:cubicBezTo>
                    <a:pt x="1268" y="17"/>
                    <a:pt x="1185" y="0"/>
                    <a:pt x="1102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" name="Google Shape;3517;p6"/>
            <p:cNvSpPr/>
            <p:nvPr/>
          </p:nvSpPr>
          <p:spPr>
            <a:xfrm>
              <a:off x="2493000" y="1601375"/>
              <a:ext cx="40625" cy="47800"/>
            </a:xfrm>
            <a:custGeom>
              <a:rect b="b" l="l" r="r" t="t"/>
              <a:pathLst>
                <a:path extrusionOk="0" h="1912" w="1625">
                  <a:moveTo>
                    <a:pt x="1429" y="1"/>
                  </a:moveTo>
                  <a:cubicBezTo>
                    <a:pt x="1396" y="1"/>
                    <a:pt x="1362" y="6"/>
                    <a:pt x="1335" y="10"/>
                  </a:cubicBezTo>
                  <a:cubicBezTo>
                    <a:pt x="1269" y="27"/>
                    <a:pt x="1202" y="52"/>
                    <a:pt x="1136" y="85"/>
                  </a:cubicBezTo>
                  <a:cubicBezTo>
                    <a:pt x="1037" y="134"/>
                    <a:pt x="945" y="201"/>
                    <a:pt x="863" y="259"/>
                  </a:cubicBezTo>
                  <a:cubicBezTo>
                    <a:pt x="879" y="242"/>
                    <a:pt x="904" y="217"/>
                    <a:pt x="929" y="201"/>
                  </a:cubicBezTo>
                  <a:cubicBezTo>
                    <a:pt x="962" y="168"/>
                    <a:pt x="1003" y="134"/>
                    <a:pt x="1028" y="101"/>
                  </a:cubicBezTo>
                  <a:cubicBezTo>
                    <a:pt x="1037" y="85"/>
                    <a:pt x="1020" y="68"/>
                    <a:pt x="1003" y="68"/>
                  </a:cubicBezTo>
                  <a:cubicBezTo>
                    <a:pt x="962" y="85"/>
                    <a:pt x="921" y="118"/>
                    <a:pt x="887" y="151"/>
                  </a:cubicBezTo>
                  <a:cubicBezTo>
                    <a:pt x="846" y="176"/>
                    <a:pt x="813" y="209"/>
                    <a:pt x="771" y="242"/>
                  </a:cubicBezTo>
                  <a:cubicBezTo>
                    <a:pt x="705" y="308"/>
                    <a:pt x="639" y="375"/>
                    <a:pt x="573" y="449"/>
                  </a:cubicBezTo>
                  <a:cubicBezTo>
                    <a:pt x="564" y="458"/>
                    <a:pt x="564" y="474"/>
                    <a:pt x="564" y="482"/>
                  </a:cubicBezTo>
                  <a:cubicBezTo>
                    <a:pt x="523" y="524"/>
                    <a:pt x="473" y="565"/>
                    <a:pt x="432" y="615"/>
                  </a:cubicBezTo>
                  <a:cubicBezTo>
                    <a:pt x="316" y="739"/>
                    <a:pt x="183" y="880"/>
                    <a:pt x="100" y="1038"/>
                  </a:cubicBezTo>
                  <a:cubicBezTo>
                    <a:pt x="75" y="1087"/>
                    <a:pt x="59" y="1137"/>
                    <a:pt x="42" y="1187"/>
                  </a:cubicBezTo>
                  <a:cubicBezTo>
                    <a:pt x="26" y="1187"/>
                    <a:pt x="17" y="1212"/>
                    <a:pt x="9" y="1228"/>
                  </a:cubicBezTo>
                  <a:cubicBezTo>
                    <a:pt x="1" y="1311"/>
                    <a:pt x="9" y="1386"/>
                    <a:pt x="17" y="1468"/>
                  </a:cubicBezTo>
                  <a:cubicBezTo>
                    <a:pt x="17" y="1502"/>
                    <a:pt x="17" y="1535"/>
                    <a:pt x="26" y="1560"/>
                  </a:cubicBezTo>
                  <a:cubicBezTo>
                    <a:pt x="26" y="1568"/>
                    <a:pt x="26" y="1576"/>
                    <a:pt x="26" y="1576"/>
                  </a:cubicBezTo>
                  <a:cubicBezTo>
                    <a:pt x="34" y="1576"/>
                    <a:pt x="34" y="1584"/>
                    <a:pt x="34" y="1584"/>
                  </a:cubicBezTo>
                  <a:cubicBezTo>
                    <a:pt x="42" y="1676"/>
                    <a:pt x="51" y="1792"/>
                    <a:pt x="109" y="1866"/>
                  </a:cubicBezTo>
                  <a:cubicBezTo>
                    <a:pt x="135" y="1900"/>
                    <a:pt x="168" y="1911"/>
                    <a:pt x="202" y="1911"/>
                  </a:cubicBezTo>
                  <a:cubicBezTo>
                    <a:pt x="253" y="1911"/>
                    <a:pt x="308" y="1886"/>
                    <a:pt x="357" y="1866"/>
                  </a:cubicBezTo>
                  <a:cubicBezTo>
                    <a:pt x="457" y="1825"/>
                    <a:pt x="548" y="1783"/>
                    <a:pt x="647" y="1734"/>
                  </a:cubicBezTo>
                  <a:cubicBezTo>
                    <a:pt x="813" y="1642"/>
                    <a:pt x="954" y="1526"/>
                    <a:pt x="1095" y="1394"/>
                  </a:cubicBezTo>
                  <a:cubicBezTo>
                    <a:pt x="1227" y="1270"/>
                    <a:pt x="1360" y="1137"/>
                    <a:pt x="1467" y="988"/>
                  </a:cubicBezTo>
                  <a:cubicBezTo>
                    <a:pt x="1567" y="839"/>
                    <a:pt x="1625" y="656"/>
                    <a:pt x="1600" y="474"/>
                  </a:cubicBezTo>
                  <a:cubicBezTo>
                    <a:pt x="1583" y="391"/>
                    <a:pt x="1550" y="308"/>
                    <a:pt x="1484" y="250"/>
                  </a:cubicBezTo>
                  <a:cubicBezTo>
                    <a:pt x="1426" y="192"/>
                    <a:pt x="1343" y="168"/>
                    <a:pt x="1269" y="159"/>
                  </a:cubicBezTo>
                  <a:lnTo>
                    <a:pt x="1252" y="159"/>
                  </a:lnTo>
                  <a:cubicBezTo>
                    <a:pt x="1285" y="143"/>
                    <a:pt x="1327" y="126"/>
                    <a:pt x="1360" y="118"/>
                  </a:cubicBezTo>
                  <a:cubicBezTo>
                    <a:pt x="1374" y="116"/>
                    <a:pt x="1389" y="115"/>
                    <a:pt x="1403" y="115"/>
                  </a:cubicBezTo>
                  <a:cubicBezTo>
                    <a:pt x="1417" y="115"/>
                    <a:pt x="1432" y="116"/>
                    <a:pt x="1446" y="116"/>
                  </a:cubicBezTo>
                  <a:cubicBezTo>
                    <a:pt x="1474" y="116"/>
                    <a:pt x="1501" y="114"/>
                    <a:pt x="1525" y="101"/>
                  </a:cubicBezTo>
                  <a:cubicBezTo>
                    <a:pt x="1550" y="85"/>
                    <a:pt x="1550" y="52"/>
                    <a:pt x="1534" y="35"/>
                  </a:cubicBezTo>
                  <a:cubicBezTo>
                    <a:pt x="1507" y="8"/>
                    <a:pt x="1468" y="1"/>
                    <a:pt x="1429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" name="Google Shape;3518;p6"/>
            <p:cNvSpPr/>
            <p:nvPr/>
          </p:nvSpPr>
          <p:spPr>
            <a:xfrm>
              <a:off x="2542100" y="1546525"/>
              <a:ext cx="7900" cy="5600"/>
            </a:xfrm>
            <a:custGeom>
              <a:rect b="b" l="l" r="r" t="t"/>
              <a:pathLst>
                <a:path extrusionOk="0" h="224" w="316">
                  <a:moveTo>
                    <a:pt x="315" y="0"/>
                  </a:moveTo>
                  <a:cubicBezTo>
                    <a:pt x="307" y="0"/>
                    <a:pt x="307" y="0"/>
                    <a:pt x="299" y="8"/>
                  </a:cubicBezTo>
                  <a:cubicBezTo>
                    <a:pt x="224" y="25"/>
                    <a:pt x="158" y="66"/>
                    <a:pt x="100" y="124"/>
                  </a:cubicBezTo>
                  <a:cubicBezTo>
                    <a:pt x="67" y="158"/>
                    <a:pt x="34" y="191"/>
                    <a:pt x="1" y="224"/>
                  </a:cubicBezTo>
                  <a:cubicBezTo>
                    <a:pt x="108" y="149"/>
                    <a:pt x="216" y="75"/>
                    <a:pt x="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" name="Google Shape;3519;p6"/>
            <p:cNvSpPr/>
            <p:nvPr/>
          </p:nvSpPr>
          <p:spPr>
            <a:xfrm>
              <a:off x="2469800" y="1449625"/>
              <a:ext cx="81650" cy="138550"/>
            </a:xfrm>
            <a:custGeom>
              <a:rect b="b" l="l" r="r" t="t"/>
              <a:pathLst>
                <a:path extrusionOk="0" h="5542" w="3266">
                  <a:moveTo>
                    <a:pt x="192" y="1"/>
                  </a:moveTo>
                  <a:cubicBezTo>
                    <a:pt x="178" y="1"/>
                    <a:pt x="164" y="3"/>
                    <a:pt x="150" y="7"/>
                  </a:cubicBezTo>
                  <a:cubicBezTo>
                    <a:pt x="75" y="32"/>
                    <a:pt x="34" y="98"/>
                    <a:pt x="1" y="164"/>
                  </a:cubicBezTo>
                  <a:cubicBezTo>
                    <a:pt x="167" y="595"/>
                    <a:pt x="324" y="1034"/>
                    <a:pt x="490" y="1465"/>
                  </a:cubicBezTo>
                  <a:cubicBezTo>
                    <a:pt x="597" y="1755"/>
                    <a:pt x="705" y="2037"/>
                    <a:pt x="871" y="2285"/>
                  </a:cubicBezTo>
                  <a:cubicBezTo>
                    <a:pt x="962" y="2426"/>
                    <a:pt x="1070" y="2551"/>
                    <a:pt x="1136" y="2700"/>
                  </a:cubicBezTo>
                  <a:cubicBezTo>
                    <a:pt x="1285" y="2998"/>
                    <a:pt x="1260" y="3346"/>
                    <a:pt x="1252" y="3686"/>
                  </a:cubicBezTo>
                  <a:cubicBezTo>
                    <a:pt x="1244" y="4232"/>
                    <a:pt x="1302" y="4788"/>
                    <a:pt x="1418" y="5326"/>
                  </a:cubicBezTo>
                  <a:cubicBezTo>
                    <a:pt x="1434" y="5392"/>
                    <a:pt x="1451" y="5475"/>
                    <a:pt x="1509" y="5517"/>
                  </a:cubicBezTo>
                  <a:cubicBezTo>
                    <a:pt x="1542" y="5533"/>
                    <a:pt x="1575" y="5542"/>
                    <a:pt x="1617" y="5542"/>
                  </a:cubicBezTo>
                  <a:lnTo>
                    <a:pt x="1666" y="5542"/>
                  </a:lnTo>
                  <a:cubicBezTo>
                    <a:pt x="1716" y="5533"/>
                    <a:pt x="1757" y="5517"/>
                    <a:pt x="1799" y="5492"/>
                  </a:cubicBezTo>
                  <a:cubicBezTo>
                    <a:pt x="1965" y="5409"/>
                    <a:pt x="2081" y="5210"/>
                    <a:pt x="2180" y="5028"/>
                  </a:cubicBezTo>
                  <a:lnTo>
                    <a:pt x="2180" y="5028"/>
                  </a:lnTo>
                  <a:lnTo>
                    <a:pt x="2172" y="5036"/>
                  </a:lnTo>
                  <a:lnTo>
                    <a:pt x="1791" y="5392"/>
                  </a:lnTo>
                  <a:cubicBezTo>
                    <a:pt x="1898" y="5235"/>
                    <a:pt x="2006" y="5078"/>
                    <a:pt x="2114" y="4928"/>
                  </a:cubicBezTo>
                  <a:cubicBezTo>
                    <a:pt x="2255" y="4738"/>
                    <a:pt x="2404" y="4556"/>
                    <a:pt x="2569" y="4390"/>
                  </a:cubicBezTo>
                  <a:cubicBezTo>
                    <a:pt x="2569" y="4382"/>
                    <a:pt x="2578" y="4382"/>
                    <a:pt x="2578" y="4373"/>
                  </a:cubicBezTo>
                  <a:cubicBezTo>
                    <a:pt x="2578" y="4365"/>
                    <a:pt x="2578" y="4348"/>
                    <a:pt x="2586" y="4332"/>
                  </a:cubicBezTo>
                  <a:cubicBezTo>
                    <a:pt x="2677" y="4174"/>
                    <a:pt x="2801" y="4017"/>
                    <a:pt x="2934" y="3901"/>
                  </a:cubicBezTo>
                  <a:cubicBezTo>
                    <a:pt x="3000" y="3843"/>
                    <a:pt x="3075" y="3802"/>
                    <a:pt x="3158" y="3785"/>
                  </a:cubicBezTo>
                  <a:cubicBezTo>
                    <a:pt x="3191" y="3777"/>
                    <a:pt x="3232" y="3769"/>
                    <a:pt x="3265" y="3769"/>
                  </a:cubicBezTo>
                  <a:cubicBezTo>
                    <a:pt x="3009" y="3537"/>
                    <a:pt x="2793" y="3255"/>
                    <a:pt x="2594" y="2957"/>
                  </a:cubicBezTo>
                  <a:cubicBezTo>
                    <a:pt x="2395" y="2658"/>
                    <a:pt x="2213" y="2343"/>
                    <a:pt x="2031" y="2037"/>
                  </a:cubicBezTo>
                  <a:cubicBezTo>
                    <a:pt x="1683" y="1440"/>
                    <a:pt x="1310" y="835"/>
                    <a:pt x="796" y="380"/>
                  </a:cubicBezTo>
                  <a:cubicBezTo>
                    <a:pt x="672" y="272"/>
                    <a:pt x="539" y="173"/>
                    <a:pt x="390" y="81"/>
                  </a:cubicBezTo>
                  <a:cubicBezTo>
                    <a:pt x="335" y="47"/>
                    <a:pt x="263" y="1"/>
                    <a:pt x="192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" name="Google Shape;3520;p6"/>
            <p:cNvSpPr/>
            <p:nvPr/>
          </p:nvSpPr>
          <p:spPr>
            <a:xfrm>
              <a:off x="2670325" y="1447350"/>
              <a:ext cx="61950" cy="143650"/>
            </a:xfrm>
            <a:custGeom>
              <a:rect b="b" l="l" r="r" t="t"/>
              <a:pathLst>
                <a:path extrusionOk="0" h="5746" w="2478">
                  <a:moveTo>
                    <a:pt x="2036" y="1"/>
                  </a:moveTo>
                  <a:cubicBezTo>
                    <a:pt x="1994" y="1"/>
                    <a:pt x="1952" y="11"/>
                    <a:pt x="1914" y="32"/>
                  </a:cubicBezTo>
                  <a:cubicBezTo>
                    <a:pt x="1831" y="73"/>
                    <a:pt x="1773" y="156"/>
                    <a:pt x="1724" y="230"/>
                  </a:cubicBezTo>
                  <a:cubicBezTo>
                    <a:pt x="1508" y="545"/>
                    <a:pt x="1293" y="860"/>
                    <a:pt x="1086" y="1183"/>
                  </a:cubicBezTo>
                  <a:cubicBezTo>
                    <a:pt x="1044" y="1225"/>
                    <a:pt x="1003" y="1266"/>
                    <a:pt x="970" y="1308"/>
                  </a:cubicBezTo>
                  <a:cubicBezTo>
                    <a:pt x="1044" y="1183"/>
                    <a:pt x="1119" y="1067"/>
                    <a:pt x="1202" y="960"/>
                  </a:cubicBezTo>
                  <a:cubicBezTo>
                    <a:pt x="1221" y="934"/>
                    <a:pt x="1201" y="899"/>
                    <a:pt x="1179" y="899"/>
                  </a:cubicBezTo>
                  <a:cubicBezTo>
                    <a:pt x="1173" y="899"/>
                    <a:pt x="1166" y="902"/>
                    <a:pt x="1160" y="910"/>
                  </a:cubicBezTo>
                  <a:cubicBezTo>
                    <a:pt x="1019" y="1084"/>
                    <a:pt x="895" y="1266"/>
                    <a:pt x="787" y="1465"/>
                  </a:cubicBezTo>
                  <a:cubicBezTo>
                    <a:pt x="688" y="1672"/>
                    <a:pt x="597" y="1888"/>
                    <a:pt x="531" y="2111"/>
                  </a:cubicBezTo>
                  <a:cubicBezTo>
                    <a:pt x="497" y="2169"/>
                    <a:pt x="473" y="2227"/>
                    <a:pt x="439" y="2294"/>
                  </a:cubicBezTo>
                  <a:cubicBezTo>
                    <a:pt x="506" y="1970"/>
                    <a:pt x="613" y="1664"/>
                    <a:pt x="812" y="1390"/>
                  </a:cubicBezTo>
                  <a:cubicBezTo>
                    <a:pt x="825" y="1372"/>
                    <a:pt x="800" y="1348"/>
                    <a:pt x="780" y="1348"/>
                  </a:cubicBezTo>
                  <a:cubicBezTo>
                    <a:pt x="773" y="1348"/>
                    <a:pt x="767" y="1351"/>
                    <a:pt x="762" y="1357"/>
                  </a:cubicBezTo>
                  <a:cubicBezTo>
                    <a:pt x="655" y="1490"/>
                    <a:pt x="564" y="1639"/>
                    <a:pt x="497" y="1796"/>
                  </a:cubicBezTo>
                  <a:cubicBezTo>
                    <a:pt x="390" y="2062"/>
                    <a:pt x="323" y="2343"/>
                    <a:pt x="274" y="2625"/>
                  </a:cubicBezTo>
                  <a:cubicBezTo>
                    <a:pt x="241" y="2691"/>
                    <a:pt x="216" y="2766"/>
                    <a:pt x="183" y="2832"/>
                  </a:cubicBezTo>
                  <a:cubicBezTo>
                    <a:pt x="108" y="3006"/>
                    <a:pt x="42" y="3188"/>
                    <a:pt x="25" y="3379"/>
                  </a:cubicBezTo>
                  <a:cubicBezTo>
                    <a:pt x="0" y="3628"/>
                    <a:pt x="67" y="3868"/>
                    <a:pt x="141" y="4108"/>
                  </a:cubicBezTo>
                  <a:cubicBezTo>
                    <a:pt x="274" y="4514"/>
                    <a:pt x="431" y="4912"/>
                    <a:pt x="605" y="5309"/>
                  </a:cubicBezTo>
                  <a:lnTo>
                    <a:pt x="638" y="5401"/>
                  </a:lnTo>
                  <a:cubicBezTo>
                    <a:pt x="647" y="5409"/>
                    <a:pt x="647" y="5417"/>
                    <a:pt x="655" y="5417"/>
                  </a:cubicBezTo>
                  <a:lnTo>
                    <a:pt x="696" y="5508"/>
                  </a:lnTo>
                  <a:lnTo>
                    <a:pt x="729" y="5144"/>
                  </a:lnTo>
                  <a:cubicBezTo>
                    <a:pt x="771" y="5384"/>
                    <a:pt x="920" y="5616"/>
                    <a:pt x="1135" y="5707"/>
                  </a:cubicBezTo>
                  <a:cubicBezTo>
                    <a:pt x="1197" y="5733"/>
                    <a:pt x="1264" y="5746"/>
                    <a:pt x="1331" y="5746"/>
                  </a:cubicBezTo>
                  <a:cubicBezTo>
                    <a:pt x="1499" y="5746"/>
                    <a:pt x="1668" y="5667"/>
                    <a:pt x="1757" y="5525"/>
                  </a:cubicBezTo>
                  <a:cubicBezTo>
                    <a:pt x="1898" y="5293"/>
                    <a:pt x="1831" y="4995"/>
                    <a:pt x="1790" y="4721"/>
                  </a:cubicBezTo>
                  <a:cubicBezTo>
                    <a:pt x="1757" y="4489"/>
                    <a:pt x="1757" y="4249"/>
                    <a:pt x="1790" y="4017"/>
                  </a:cubicBezTo>
                  <a:cubicBezTo>
                    <a:pt x="1831" y="3669"/>
                    <a:pt x="1947" y="3338"/>
                    <a:pt x="2038" y="2998"/>
                  </a:cubicBezTo>
                  <a:cubicBezTo>
                    <a:pt x="2246" y="2294"/>
                    <a:pt x="2378" y="1573"/>
                    <a:pt x="2444" y="844"/>
                  </a:cubicBezTo>
                  <a:cubicBezTo>
                    <a:pt x="2461" y="636"/>
                    <a:pt x="2478" y="429"/>
                    <a:pt x="2386" y="247"/>
                  </a:cubicBezTo>
                  <a:cubicBezTo>
                    <a:pt x="2323" y="107"/>
                    <a:pt x="2176" y="1"/>
                    <a:pt x="20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" name="Google Shape;3521;p6"/>
            <p:cNvSpPr/>
            <p:nvPr/>
          </p:nvSpPr>
          <p:spPr>
            <a:xfrm>
              <a:off x="2681100" y="1670175"/>
              <a:ext cx="60075" cy="205100"/>
            </a:xfrm>
            <a:custGeom>
              <a:rect b="b" l="l" r="r" t="t"/>
              <a:pathLst>
                <a:path extrusionOk="0" h="8204" w="2403">
                  <a:moveTo>
                    <a:pt x="1898" y="2309"/>
                  </a:moveTo>
                  <a:cubicBezTo>
                    <a:pt x="1898" y="2310"/>
                    <a:pt x="1897" y="2311"/>
                    <a:pt x="1897" y="2312"/>
                  </a:cubicBezTo>
                  <a:cubicBezTo>
                    <a:pt x="1898" y="2311"/>
                    <a:pt x="1898" y="2310"/>
                    <a:pt x="1898" y="2309"/>
                  </a:cubicBezTo>
                  <a:close/>
                  <a:moveTo>
                    <a:pt x="1591" y="1"/>
                  </a:moveTo>
                  <a:cubicBezTo>
                    <a:pt x="1384" y="307"/>
                    <a:pt x="1342" y="871"/>
                    <a:pt x="1326" y="1144"/>
                  </a:cubicBezTo>
                  <a:cubicBezTo>
                    <a:pt x="1317" y="1459"/>
                    <a:pt x="1317" y="1774"/>
                    <a:pt x="1326" y="2089"/>
                  </a:cubicBezTo>
                  <a:cubicBezTo>
                    <a:pt x="1342" y="2536"/>
                    <a:pt x="1367" y="3041"/>
                    <a:pt x="1077" y="3381"/>
                  </a:cubicBezTo>
                  <a:cubicBezTo>
                    <a:pt x="829" y="3688"/>
                    <a:pt x="406" y="3771"/>
                    <a:pt x="124" y="4036"/>
                  </a:cubicBezTo>
                  <a:cubicBezTo>
                    <a:pt x="75" y="4094"/>
                    <a:pt x="17" y="4152"/>
                    <a:pt x="8" y="4226"/>
                  </a:cubicBezTo>
                  <a:cubicBezTo>
                    <a:pt x="0" y="4351"/>
                    <a:pt x="91" y="4450"/>
                    <a:pt x="199" y="4508"/>
                  </a:cubicBezTo>
                  <a:lnTo>
                    <a:pt x="191" y="4508"/>
                  </a:lnTo>
                  <a:cubicBezTo>
                    <a:pt x="298" y="4566"/>
                    <a:pt x="414" y="4591"/>
                    <a:pt x="505" y="4657"/>
                  </a:cubicBezTo>
                  <a:cubicBezTo>
                    <a:pt x="746" y="4831"/>
                    <a:pt x="762" y="5196"/>
                    <a:pt x="746" y="5502"/>
                  </a:cubicBezTo>
                  <a:cubicBezTo>
                    <a:pt x="729" y="5825"/>
                    <a:pt x="713" y="6148"/>
                    <a:pt x="704" y="6472"/>
                  </a:cubicBezTo>
                  <a:cubicBezTo>
                    <a:pt x="688" y="6861"/>
                    <a:pt x="663" y="7250"/>
                    <a:pt x="547" y="7615"/>
                  </a:cubicBezTo>
                  <a:cubicBezTo>
                    <a:pt x="481" y="7830"/>
                    <a:pt x="381" y="8021"/>
                    <a:pt x="265" y="8203"/>
                  </a:cubicBezTo>
                  <a:cubicBezTo>
                    <a:pt x="406" y="8170"/>
                    <a:pt x="555" y="8129"/>
                    <a:pt x="696" y="8087"/>
                  </a:cubicBezTo>
                  <a:cubicBezTo>
                    <a:pt x="969" y="8013"/>
                    <a:pt x="1235" y="7913"/>
                    <a:pt x="1508" y="7830"/>
                  </a:cubicBezTo>
                  <a:cubicBezTo>
                    <a:pt x="1525" y="7822"/>
                    <a:pt x="1541" y="7806"/>
                    <a:pt x="1558" y="7797"/>
                  </a:cubicBezTo>
                  <a:cubicBezTo>
                    <a:pt x="1616" y="7764"/>
                    <a:pt x="1674" y="7731"/>
                    <a:pt x="1732" y="7698"/>
                  </a:cubicBezTo>
                  <a:cubicBezTo>
                    <a:pt x="1839" y="7623"/>
                    <a:pt x="1947" y="7549"/>
                    <a:pt x="2047" y="7458"/>
                  </a:cubicBezTo>
                  <a:cubicBezTo>
                    <a:pt x="2146" y="7366"/>
                    <a:pt x="2237" y="7267"/>
                    <a:pt x="2320" y="7159"/>
                  </a:cubicBezTo>
                  <a:cubicBezTo>
                    <a:pt x="2361" y="7101"/>
                    <a:pt x="2403" y="7043"/>
                    <a:pt x="2395" y="6969"/>
                  </a:cubicBezTo>
                  <a:cubicBezTo>
                    <a:pt x="2386" y="6894"/>
                    <a:pt x="2345" y="6820"/>
                    <a:pt x="2320" y="6745"/>
                  </a:cubicBezTo>
                  <a:cubicBezTo>
                    <a:pt x="2262" y="6571"/>
                    <a:pt x="2204" y="6389"/>
                    <a:pt x="2146" y="6215"/>
                  </a:cubicBezTo>
                  <a:cubicBezTo>
                    <a:pt x="2134" y="6184"/>
                    <a:pt x="2163" y="6153"/>
                    <a:pt x="2192" y="6153"/>
                  </a:cubicBezTo>
                  <a:cubicBezTo>
                    <a:pt x="2202" y="6153"/>
                    <a:pt x="2212" y="6157"/>
                    <a:pt x="2221" y="6165"/>
                  </a:cubicBezTo>
                  <a:cubicBezTo>
                    <a:pt x="2196" y="6082"/>
                    <a:pt x="2179" y="5999"/>
                    <a:pt x="2154" y="5916"/>
                  </a:cubicBezTo>
                  <a:cubicBezTo>
                    <a:pt x="2154" y="5983"/>
                    <a:pt x="2146" y="6049"/>
                    <a:pt x="2138" y="6115"/>
                  </a:cubicBezTo>
                  <a:cubicBezTo>
                    <a:pt x="2129" y="6182"/>
                    <a:pt x="2121" y="6248"/>
                    <a:pt x="2105" y="6314"/>
                  </a:cubicBezTo>
                  <a:cubicBezTo>
                    <a:pt x="2088" y="6372"/>
                    <a:pt x="2071" y="6455"/>
                    <a:pt x="2030" y="6488"/>
                  </a:cubicBezTo>
                  <a:cubicBezTo>
                    <a:pt x="2023" y="6496"/>
                    <a:pt x="2013" y="6500"/>
                    <a:pt x="2006" y="6500"/>
                  </a:cubicBezTo>
                  <a:cubicBezTo>
                    <a:pt x="1996" y="6500"/>
                    <a:pt x="1989" y="6494"/>
                    <a:pt x="1989" y="6480"/>
                  </a:cubicBezTo>
                  <a:cubicBezTo>
                    <a:pt x="1980" y="6430"/>
                    <a:pt x="1997" y="6372"/>
                    <a:pt x="2005" y="6322"/>
                  </a:cubicBezTo>
                  <a:cubicBezTo>
                    <a:pt x="2013" y="6264"/>
                    <a:pt x="2030" y="6206"/>
                    <a:pt x="2030" y="6148"/>
                  </a:cubicBezTo>
                  <a:cubicBezTo>
                    <a:pt x="2047" y="6032"/>
                    <a:pt x="2055" y="5925"/>
                    <a:pt x="2055" y="5809"/>
                  </a:cubicBezTo>
                  <a:cubicBezTo>
                    <a:pt x="2055" y="5577"/>
                    <a:pt x="2022" y="5345"/>
                    <a:pt x="1972" y="5113"/>
                  </a:cubicBezTo>
                  <a:cubicBezTo>
                    <a:pt x="1964" y="5047"/>
                    <a:pt x="1947" y="4980"/>
                    <a:pt x="1939" y="4922"/>
                  </a:cubicBezTo>
                  <a:cubicBezTo>
                    <a:pt x="1922" y="4914"/>
                    <a:pt x="1914" y="4897"/>
                    <a:pt x="1914" y="4881"/>
                  </a:cubicBezTo>
                  <a:cubicBezTo>
                    <a:pt x="1914" y="4848"/>
                    <a:pt x="1914" y="4823"/>
                    <a:pt x="1914" y="4790"/>
                  </a:cubicBezTo>
                  <a:lnTo>
                    <a:pt x="1906" y="4781"/>
                  </a:lnTo>
                  <a:cubicBezTo>
                    <a:pt x="1897" y="4787"/>
                    <a:pt x="1887" y="4790"/>
                    <a:pt x="1878" y="4790"/>
                  </a:cubicBezTo>
                  <a:cubicBezTo>
                    <a:pt x="1858" y="4790"/>
                    <a:pt x="1839" y="4779"/>
                    <a:pt x="1839" y="4757"/>
                  </a:cubicBezTo>
                  <a:cubicBezTo>
                    <a:pt x="1848" y="4682"/>
                    <a:pt x="1889" y="4624"/>
                    <a:pt x="1906" y="4558"/>
                  </a:cubicBezTo>
                  <a:cubicBezTo>
                    <a:pt x="1922" y="4491"/>
                    <a:pt x="1922" y="4425"/>
                    <a:pt x="1906" y="4359"/>
                  </a:cubicBezTo>
                  <a:cubicBezTo>
                    <a:pt x="1881" y="4210"/>
                    <a:pt x="1856" y="4069"/>
                    <a:pt x="1823" y="3920"/>
                  </a:cubicBezTo>
                  <a:cubicBezTo>
                    <a:pt x="1823" y="3895"/>
                    <a:pt x="1831" y="3870"/>
                    <a:pt x="1856" y="3853"/>
                  </a:cubicBezTo>
                  <a:cubicBezTo>
                    <a:pt x="1740" y="3613"/>
                    <a:pt x="1649" y="3356"/>
                    <a:pt x="1624" y="3091"/>
                  </a:cubicBezTo>
                  <a:cubicBezTo>
                    <a:pt x="1607" y="3124"/>
                    <a:pt x="1599" y="3157"/>
                    <a:pt x="1583" y="3182"/>
                  </a:cubicBezTo>
                  <a:cubicBezTo>
                    <a:pt x="1541" y="3273"/>
                    <a:pt x="1500" y="3356"/>
                    <a:pt x="1450" y="3431"/>
                  </a:cubicBezTo>
                  <a:cubicBezTo>
                    <a:pt x="1417" y="3489"/>
                    <a:pt x="1375" y="3547"/>
                    <a:pt x="1334" y="3597"/>
                  </a:cubicBezTo>
                  <a:cubicBezTo>
                    <a:pt x="1284" y="3696"/>
                    <a:pt x="1218" y="3787"/>
                    <a:pt x="1152" y="3878"/>
                  </a:cubicBezTo>
                  <a:cubicBezTo>
                    <a:pt x="1135" y="3903"/>
                    <a:pt x="1119" y="3928"/>
                    <a:pt x="1102" y="3961"/>
                  </a:cubicBezTo>
                  <a:cubicBezTo>
                    <a:pt x="1094" y="3986"/>
                    <a:pt x="1077" y="4027"/>
                    <a:pt x="1052" y="4027"/>
                  </a:cubicBezTo>
                  <a:cubicBezTo>
                    <a:pt x="1049" y="4028"/>
                    <a:pt x="1046" y="4029"/>
                    <a:pt x="1043" y="4029"/>
                  </a:cubicBezTo>
                  <a:cubicBezTo>
                    <a:pt x="1023" y="4029"/>
                    <a:pt x="1010" y="4007"/>
                    <a:pt x="1003" y="3986"/>
                  </a:cubicBezTo>
                  <a:cubicBezTo>
                    <a:pt x="994" y="3953"/>
                    <a:pt x="1011" y="3920"/>
                    <a:pt x="1027" y="3895"/>
                  </a:cubicBezTo>
                  <a:cubicBezTo>
                    <a:pt x="1061" y="3837"/>
                    <a:pt x="1102" y="3787"/>
                    <a:pt x="1143" y="3729"/>
                  </a:cubicBezTo>
                  <a:cubicBezTo>
                    <a:pt x="1177" y="3688"/>
                    <a:pt x="1210" y="3638"/>
                    <a:pt x="1243" y="3580"/>
                  </a:cubicBezTo>
                  <a:cubicBezTo>
                    <a:pt x="1259" y="3547"/>
                    <a:pt x="1276" y="3514"/>
                    <a:pt x="1301" y="3481"/>
                  </a:cubicBezTo>
                  <a:cubicBezTo>
                    <a:pt x="1359" y="3365"/>
                    <a:pt x="1417" y="3249"/>
                    <a:pt x="1458" y="3124"/>
                  </a:cubicBezTo>
                  <a:cubicBezTo>
                    <a:pt x="1464" y="3112"/>
                    <a:pt x="1479" y="3104"/>
                    <a:pt x="1493" y="3104"/>
                  </a:cubicBezTo>
                  <a:cubicBezTo>
                    <a:pt x="1499" y="3104"/>
                    <a:pt x="1504" y="3105"/>
                    <a:pt x="1508" y="3108"/>
                  </a:cubicBezTo>
                  <a:cubicBezTo>
                    <a:pt x="1574" y="2950"/>
                    <a:pt x="1632" y="2785"/>
                    <a:pt x="1665" y="2611"/>
                  </a:cubicBezTo>
                  <a:cubicBezTo>
                    <a:pt x="1669" y="2585"/>
                    <a:pt x="1687" y="2574"/>
                    <a:pt x="1707" y="2574"/>
                  </a:cubicBezTo>
                  <a:cubicBezTo>
                    <a:pt x="1731" y="2574"/>
                    <a:pt x="1757" y="2591"/>
                    <a:pt x="1757" y="2619"/>
                  </a:cubicBezTo>
                  <a:cubicBezTo>
                    <a:pt x="1757" y="2627"/>
                    <a:pt x="1757" y="2644"/>
                    <a:pt x="1765" y="2652"/>
                  </a:cubicBezTo>
                  <a:cubicBezTo>
                    <a:pt x="1773" y="2602"/>
                    <a:pt x="1781" y="2561"/>
                    <a:pt x="1790" y="2519"/>
                  </a:cubicBezTo>
                  <a:cubicBezTo>
                    <a:pt x="1781" y="2519"/>
                    <a:pt x="1773" y="2511"/>
                    <a:pt x="1773" y="2503"/>
                  </a:cubicBezTo>
                  <a:cubicBezTo>
                    <a:pt x="1773" y="2453"/>
                    <a:pt x="1790" y="2412"/>
                    <a:pt x="1798" y="2370"/>
                  </a:cubicBezTo>
                  <a:cubicBezTo>
                    <a:pt x="1806" y="2329"/>
                    <a:pt x="1815" y="2287"/>
                    <a:pt x="1815" y="2246"/>
                  </a:cubicBezTo>
                  <a:cubicBezTo>
                    <a:pt x="1831" y="2163"/>
                    <a:pt x="1839" y="2080"/>
                    <a:pt x="1839" y="1997"/>
                  </a:cubicBezTo>
                  <a:cubicBezTo>
                    <a:pt x="1839" y="1977"/>
                    <a:pt x="1854" y="1966"/>
                    <a:pt x="1868" y="1966"/>
                  </a:cubicBezTo>
                  <a:cubicBezTo>
                    <a:pt x="1883" y="1966"/>
                    <a:pt x="1897" y="1977"/>
                    <a:pt x="1897" y="1997"/>
                  </a:cubicBezTo>
                  <a:cubicBezTo>
                    <a:pt x="1906" y="2022"/>
                    <a:pt x="1906" y="2047"/>
                    <a:pt x="1906" y="2072"/>
                  </a:cubicBezTo>
                  <a:cubicBezTo>
                    <a:pt x="1906" y="2080"/>
                    <a:pt x="1906" y="2080"/>
                    <a:pt x="1906" y="2089"/>
                  </a:cubicBezTo>
                  <a:cubicBezTo>
                    <a:pt x="1906" y="2162"/>
                    <a:pt x="1906" y="2236"/>
                    <a:pt x="1898" y="2309"/>
                  </a:cubicBezTo>
                  <a:lnTo>
                    <a:pt x="1898" y="2309"/>
                  </a:lnTo>
                  <a:cubicBezTo>
                    <a:pt x="1899" y="2302"/>
                    <a:pt x="1906" y="2295"/>
                    <a:pt x="1906" y="2287"/>
                  </a:cubicBezTo>
                  <a:cubicBezTo>
                    <a:pt x="1922" y="2263"/>
                    <a:pt x="1922" y="2229"/>
                    <a:pt x="1931" y="2205"/>
                  </a:cubicBezTo>
                  <a:cubicBezTo>
                    <a:pt x="1931" y="2196"/>
                    <a:pt x="1922" y="2180"/>
                    <a:pt x="1931" y="2163"/>
                  </a:cubicBezTo>
                  <a:cubicBezTo>
                    <a:pt x="1931" y="2138"/>
                    <a:pt x="1939" y="2122"/>
                    <a:pt x="1955" y="2097"/>
                  </a:cubicBezTo>
                  <a:cubicBezTo>
                    <a:pt x="1955" y="2089"/>
                    <a:pt x="1955" y="2080"/>
                    <a:pt x="1955" y="2072"/>
                  </a:cubicBezTo>
                  <a:cubicBezTo>
                    <a:pt x="1964" y="1997"/>
                    <a:pt x="1964" y="1923"/>
                    <a:pt x="1947" y="1857"/>
                  </a:cubicBezTo>
                  <a:cubicBezTo>
                    <a:pt x="1947" y="1815"/>
                    <a:pt x="1939" y="1782"/>
                    <a:pt x="1931" y="1741"/>
                  </a:cubicBezTo>
                  <a:cubicBezTo>
                    <a:pt x="1922" y="1707"/>
                    <a:pt x="1906" y="1666"/>
                    <a:pt x="1906" y="1633"/>
                  </a:cubicBezTo>
                  <a:cubicBezTo>
                    <a:pt x="1906" y="1612"/>
                    <a:pt x="1923" y="1598"/>
                    <a:pt x="1938" y="1598"/>
                  </a:cubicBezTo>
                  <a:cubicBezTo>
                    <a:pt x="1941" y="1598"/>
                    <a:pt x="1944" y="1598"/>
                    <a:pt x="1947" y="1600"/>
                  </a:cubicBezTo>
                  <a:cubicBezTo>
                    <a:pt x="1997" y="1633"/>
                    <a:pt x="2022" y="1699"/>
                    <a:pt x="2038" y="1757"/>
                  </a:cubicBezTo>
                  <a:cubicBezTo>
                    <a:pt x="2038" y="1749"/>
                    <a:pt x="2038" y="1732"/>
                    <a:pt x="2038" y="1724"/>
                  </a:cubicBezTo>
                  <a:cubicBezTo>
                    <a:pt x="2047" y="1567"/>
                    <a:pt x="2022" y="1409"/>
                    <a:pt x="1980" y="1252"/>
                  </a:cubicBezTo>
                  <a:cubicBezTo>
                    <a:pt x="1897" y="920"/>
                    <a:pt x="1740" y="605"/>
                    <a:pt x="1674" y="274"/>
                  </a:cubicBezTo>
                  <a:cubicBezTo>
                    <a:pt x="1665" y="224"/>
                    <a:pt x="1657" y="183"/>
                    <a:pt x="1649" y="141"/>
                  </a:cubicBezTo>
                  <a:cubicBezTo>
                    <a:pt x="1616" y="100"/>
                    <a:pt x="1599" y="50"/>
                    <a:pt x="15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2" name="Google Shape;3522;p6"/>
            <p:cNvSpPr/>
            <p:nvPr/>
          </p:nvSpPr>
          <p:spPr>
            <a:xfrm>
              <a:off x="2471050" y="1761825"/>
              <a:ext cx="87225" cy="92750"/>
            </a:xfrm>
            <a:custGeom>
              <a:rect b="b" l="l" r="r" t="t"/>
              <a:pathLst>
                <a:path extrusionOk="0" h="3710" w="3489">
                  <a:moveTo>
                    <a:pt x="1602" y="1"/>
                  </a:moveTo>
                  <a:cubicBezTo>
                    <a:pt x="1560" y="1"/>
                    <a:pt x="1515" y="10"/>
                    <a:pt x="1475" y="38"/>
                  </a:cubicBezTo>
                  <a:cubicBezTo>
                    <a:pt x="1417" y="80"/>
                    <a:pt x="1393" y="146"/>
                    <a:pt x="1393" y="212"/>
                  </a:cubicBezTo>
                  <a:cubicBezTo>
                    <a:pt x="1393" y="237"/>
                    <a:pt x="1393" y="254"/>
                    <a:pt x="1393" y="270"/>
                  </a:cubicBezTo>
                  <a:cubicBezTo>
                    <a:pt x="1368" y="312"/>
                    <a:pt x="1343" y="345"/>
                    <a:pt x="1310" y="378"/>
                  </a:cubicBezTo>
                  <a:cubicBezTo>
                    <a:pt x="1152" y="577"/>
                    <a:pt x="920" y="693"/>
                    <a:pt x="713" y="834"/>
                  </a:cubicBezTo>
                  <a:cubicBezTo>
                    <a:pt x="506" y="966"/>
                    <a:pt x="307" y="1157"/>
                    <a:pt x="257" y="1405"/>
                  </a:cubicBezTo>
                  <a:cubicBezTo>
                    <a:pt x="249" y="1439"/>
                    <a:pt x="249" y="1472"/>
                    <a:pt x="224" y="1488"/>
                  </a:cubicBezTo>
                  <a:cubicBezTo>
                    <a:pt x="208" y="1496"/>
                    <a:pt x="183" y="1496"/>
                    <a:pt x="166" y="1505"/>
                  </a:cubicBezTo>
                  <a:cubicBezTo>
                    <a:pt x="141" y="1521"/>
                    <a:pt x="133" y="1546"/>
                    <a:pt x="125" y="1571"/>
                  </a:cubicBezTo>
                  <a:cubicBezTo>
                    <a:pt x="1" y="1985"/>
                    <a:pt x="150" y="2433"/>
                    <a:pt x="307" y="2830"/>
                  </a:cubicBezTo>
                  <a:cubicBezTo>
                    <a:pt x="349" y="2955"/>
                    <a:pt x="398" y="3071"/>
                    <a:pt x="481" y="3162"/>
                  </a:cubicBezTo>
                  <a:cubicBezTo>
                    <a:pt x="531" y="3220"/>
                    <a:pt x="597" y="3261"/>
                    <a:pt x="663" y="3286"/>
                  </a:cubicBezTo>
                  <a:cubicBezTo>
                    <a:pt x="846" y="3468"/>
                    <a:pt x="1061" y="3618"/>
                    <a:pt x="1301" y="3709"/>
                  </a:cubicBezTo>
                  <a:cubicBezTo>
                    <a:pt x="1304" y="3709"/>
                    <a:pt x="1306" y="3710"/>
                    <a:pt x="1308" y="3710"/>
                  </a:cubicBezTo>
                  <a:cubicBezTo>
                    <a:pt x="1338" y="3710"/>
                    <a:pt x="1357" y="3658"/>
                    <a:pt x="1326" y="3642"/>
                  </a:cubicBezTo>
                  <a:cubicBezTo>
                    <a:pt x="1202" y="3576"/>
                    <a:pt x="1078" y="3502"/>
                    <a:pt x="962" y="3402"/>
                  </a:cubicBezTo>
                  <a:cubicBezTo>
                    <a:pt x="912" y="3361"/>
                    <a:pt x="854" y="3311"/>
                    <a:pt x="804" y="3261"/>
                  </a:cubicBezTo>
                  <a:cubicBezTo>
                    <a:pt x="796" y="3178"/>
                    <a:pt x="779" y="3096"/>
                    <a:pt x="771" y="3013"/>
                  </a:cubicBezTo>
                  <a:lnTo>
                    <a:pt x="771" y="3013"/>
                  </a:lnTo>
                  <a:cubicBezTo>
                    <a:pt x="796" y="3046"/>
                    <a:pt x="829" y="3087"/>
                    <a:pt x="854" y="3120"/>
                  </a:cubicBezTo>
                  <a:cubicBezTo>
                    <a:pt x="937" y="3220"/>
                    <a:pt x="1028" y="3311"/>
                    <a:pt x="1127" y="3394"/>
                  </a:cubicBezTo>
                  <a:cubicBezTo>
                    <a:pt x="1227" y="3485"/>
                    <a:pt x="1335" y="3551"/>
                    <a:pt x="1442" y="3609"/>
                  </a:cubicBezTo>
                  <a:cubicBezTo>
                    <a:pt x="1449" y="3613"/>
                    <a:pt x="1456" y="3615"/>
                    <a:pt x="1462" y="3615"/>
                  </a:cubicBezTo>
                  <a:cubicBezTo>
                    <a:pt x="1493" y="3615"/>
                    <a:pt x="1511" y="3571"/>
                    <a:pt x="1484" y="3543"/>
                  </a:cubicBezTo>
                  <a:cubicBezTo>
                    <a:pt x="1368" y="3468"/>
                    <a:pt x="1260" y="3369"/>
                    <a:pt x="1161" y="3278"/>
                  </a:cubicBezTo>
                  <a:cubicBezTo>
                    <a:pt x="1003" y="3129"/>
                    <a:pt x="854" y="2963"/>
                    <a:pt x="746" y="2764"/>
                  </a:cubicBezTo>
                  <a:cubicBezTo>
                    <a:pt x="738" y="2748"/>
                    <a:pt x="738" y="2723"/>
                    <a:pt x="738" y="2698"/>
                  </a:cubicBezTo>
                  <a:cubicBezTo>
                    <a:pt x="730" y="2565"/>
                    <a:pt x="730" y="2424"/>
                    <a:pt x="763" y="2292"/>
                  </a:cubicBezTo>
                  <a:cubicBezTo>
                    <a:pt x="804" y="2151"/>
                    <a:pt x="887" y="2035"/>
                    <a:pt x="1011" y="1969"/>
                  </a:cubicBezTo>
                  <a:cubicBezTo>
                    <a:pt x="1078" y="1936"/>
                    <a:pt x="1161" y="1927"/>
                    <a:pt x="1235" y="1927"/>
                  </a:cubicBezTo>
                  <a:cubicBezTo>
                    <a:pt x="1451" y="2060"/>
                    <a:pt x="1674" y="2192"/>
                    <a:pt x="1890" y="2325"/>
                  </a:cubicBezTo>
                  <a:cubicBezTo>
                    <a:pt x="1981" y="2383"/>
                    <a:pt x="2080" y="2449"/>
                    <a:pt x="2163" y="2516"/>
                  </a:cubicBezTo>
                  <a:cubicBezTo>
                    <a:pt x="2254" y="2582"/>
                    <a:pt x="2345" y="2656"/>
                    <a:pt x="2420" y="2739"/>
                  </a:cubicBezTo>
                  <a:cubicBezTo>
                    <a:pt x="2426" y="2748"/>
                    <a:pt x="2435" y="2752"/>
                    <a:pt x="2443" y="2752"/>
                  </a:cubicBezTo>
                  <a:cubicBezTo>
                    <a:pt x="2466" y="2752"/>
                    <a:pt x="2490" y="2722"/>
                    <a:pt x="2478" y="2698"/>
                  </a:cubicBezTo>
                  <a:cubicBezTo>
                    <a:pt x="2395" y="2590"/>
                    <a:pt x="2304" y="2499"/>
                    <a:pt x="2205" y="2416"/>
                  </a:cubicBezTo>
                  <a:cubicBezTo>
                    <a:pt x="2006" y="2259"/>
                    <a:pt x="1790" y="2134"/>
                    <a:pt x="1583" y="2010"/>
                  </a:cubicBezTo>
                  <a:lnTo>
                    <a:pt x="1517" y="1969"/>
                  </a:lnTo>
                  <a:lnTo>
                    <a:pt x="1517" y="1969"/>
                  </a:lnTo>
                  <a:cubicBezTo>
                    <a:pt x="1906" y="2060"/>
                    <a:pt x="2254" y="2300"/>
                    <a:pt x="2594" y="2516"/>
                  </a:cubicBezTo>
                  <a:cubicBezTo>
                    <a:pt x="2641" y="2545"/>
                    <a:pt x="2696" y="2574"/>
                    <a:pt x="2751" y="2574"/>
                  </a:cubicBezTo>
                  <a:cubicBezTo>
                    <a:pt x="2773" y="2574"/>
                    <a:pt x="2796" y="2569"/>
                    <a:pt x="2818" y="2557"/>
                  </a:cubicBezTo>
                  <a:cubicBezTo>
                    <a:pt x="2884" y="2516"/>
                    <a:pt x="2892" y="2416"/>
                    <a:pt x="2867" y="2325"/>
                  </a:cubicBezTo>
                  <a:lnTo>
                    <a:pt x="2867" y="2325"/>
                  </a:lnTo>
                  <a:cubicBezTo>
                    <a:pt x="2892" y="2350"/>
                    <a:pt x="2917" y="2366"/>
                    <a:pt x="2942" y="2391"/>
                  </a:cubicBezTo>
                  <a:cubicBezTo>
                    <a:pt x="3008" y="2441"/>
                    <a:pt x="3075" y="2482"/>
                    <a:pt x="3141" y="2524"/>
                  </a:cubicBezTo>
                  <a:cubicBezTo>
                    <a:pt x="3149" y="2530"/>
                    <a:pt x="3158" y="2532"/>
                    <a:pt x="3165" y="2532"/>
                  </a:cubicBezTo>
                  <a:cubicBezTo>
                    <a:pt x="3200" y="2532"/>
                    <a:pt x="3216" y="2477"/>
                    <a:pt x="3182" y="2449"/>
                  </a:cubicBezTo>
                  <a:cubicBezTo>
                    <a:pt x="3116" y="2400"/>
                    <a:pt x="3050" y="2333"/>
                    <a:pt x="2983" y="2275"/>
                  </a:cubicBezTo>
                  <a:cubicBezTo>
                    <a:pt x="2909" y="2217"/>
                    <a:pt x="2851" y="2159"/>
                    <a:pt x="2785" y="2101"/>
                  </a:cubicBezTo>
                  <a:cubicBezTo>
                    <a:pt x="2768" y="2076"/>
                    <a:pt x="2751" y="2060"/>
                    <a:pt x="2735" y="2043"/>
                  </a:cubicBezTo>
                  <a:cubicBezTo>
                    <a:pt x="2635" y="1886"/>
                    <a:pt x="2519" y="1737"/>
                    <a:pt x="2420" y="1579"/>
                  </a:cubicBezTo>
                  <a:cubicBezTo>
                    <a:pt x="2337" y="1430"/>
                    <a:pt x="2271" y="1265"/>
                    <a:pt x="2229" y="1091"/>
                  </a:cubicBezTo>
                  <a:cubicBezTo>
                    <a:pt x="2188" y="933"/>
                    <a:pt x="2171" y="759"/>
                    <a:pt x="2221" y="602"/>
                  </a:cubicBezTo>
                  <a:cubicBezTo>
                    <a:pt x="2238" y="535"/>
                    <a:pt x="2271" y="469"/>
                    <a:pt x="2312" y="419"/>
                  </a:cubicBezTo>
                  <a:cubicBezTo>
                    <a:pt x="2445" y="461"/>
                    <a:pt x="2586" y="502"/>
                    <a:pt x="2727" y="527"/>
                  </a:cubicBezTo>
                  <a:cubicBezTo>
                    <a:pt x="2843" y="552"/>
                    <a:pt x="2967" y="569"/>
                    <a:pt x="3083" y="585"/>
                  </a:cubicBezTo>
                  <a:cubicBezTo>
                    <a:pt x="3207" y="593"/>
                    <a:pt x="3323" y="593"/>
                    <a:pt x="3439" y="593"/>
                  </a:cubicBezTo>
                  <a:cubicBezTo>
                    <a:pt x="3489" y="593"/>
                    <a:pt x="3489" y="527"/>
                    <a:pt x="3439" y="519"/>
                  </a:cubicBezTo>
                  <a:cubicBezTo>
                    <a:pt x="3381" y="511"/>
                    <a:pt x="3315" y="502"/>
                    <a:pt x="3249" y="494"/>
                  </a:cubicBezTo>
                  <a:cubicBezTo>
                    <a:pt x="3265" y="486"/>
                    <a:pt x="3265" y="453"/>
                    <a:pt x="3240" y="444"/>
                  </a:cubicBezTo>
                  <a:cubicBezTo>
                    <a:pt x="3058" y="370"/>
                    <a:pt x="2851" y="353"/>
                    <a:pt x="2660" y="320"/>
                  </a:cubicBezTo>
                  <a:lnTo>
                    <a:pt x="2428" y="279"/>
                  </a:lnTo>
                  <a:cubicBezTo>
                    <a:pt x="2296" y="212"/>
                    <a:pt x="2155" y="154"/>
                    <a:pt x="2014" y="105"/>
                  </a:cubicBezTo>
                  <a:cubicBezTo>
                    <a:pt x="1939" y="71"/>
                    <a:pt x="1857" y="47"/>
                    <a:pt x="1782" y="47"/>
                  </a:cubicBezTo>
                  <a:lnTo>
                    <a:pt x="1749" y="38"/>
                  </a:lnTo>
                  <a:cubicBezTo>
                    <a:pt x="1724" y="22"/>
                    <a:pt x="1691" y="13"/>
                    <a:pt x="1658" y="5"/>
                  </a:cubicBezTo>
                  <a:cubicBezTo>
                    <a:pt x="1640" y="3"/>
                    <a:pt x="1621" y="1"/>
                    <a:pt x="1602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3" name="Google Shape;3523;p6"/>
            <p:cNvSpPr/>
            <p:nvPr/>
          </p:nvSpPr>
          <p:spPr>
            <a:xfrm>
              <a:off x="2713575" y="1589600"/>
              <a:ext cx="10825" cy="50500"/>
            </a:xfrm>
            <a:custGeom>
              <a:rect b="b" l="l" r="r" t="t"/>
              <a:pathLst>
                <a:path extrusionOk="0" h="2020" w="433">
                  <a:moveTo>
                    <a:pt x="226" y="1"/>
                  </a:moveTo>
                  <a:cubicBezTo>
                    <a:pt x="192" y="9"/>
                    <a:pt x="176" y="34"/>
                    <a:pt x="176" y="59"/>
                  </a:cubicBezTo>
                  <a:cubicBezTo>
                    <a:pt x="159" y="208"/>
                    <a:pt x="126" y="357"/>
                    <a:pt x="101" y="498"/>
                  </a:cubicBezTo>
                  <a:cubicBezTo>
                    <a:pt x="76" y="630"/>
                    <a:pt x="60" y="763"/>
                    <a:pt x="60" y="895"/>
                  </a:cubicBezTo>
                  <a:cubicBezTo>
                    <a:pt x="68" y="1011"/>
                    <a:pt x="93" y="1136"/>
                    <a:pt x="134" y="1243"/>
                  </a:cubicBezTo>
                  <a:cubicBezTo>
                    <a:pt x="143" y="1268"/>
                    <a:pt x="151" y="1293"/>
                    <a:pt x="168" y="1326"/>
                  </a:cubicBezTo>
                  <a:cubicBezTo>
                    <a:pt x="159" y="1359"/>
                    <a:pt x="151" y="1393"/>
                    <a:pt x="151" y="1426"/>
                  </a:cubicBezTo>
                  <a:cubicBezTo>
                    <a:pt x="110" y="1600"/>
                    <a:pt x="60" y="1774"/>
                    <a:pt x="10" y="1948"/>
                  </a:cubicBezTo>
                  <a:cubicBezTo>
                    <a:pt x="0" y="1992"/>
                    <a:pt x="32" y="2019"/>
                    <a:pt x="64" y="2019"/>
                  </a:cubicBezTo>
                  <a:cubicBezTo>
                    <a:pt x="86" y="2019"/>
                    <a:pt x="108" y="2007"/>
                    <a:pt x="118" y="1981"/>
                  </a:cubicBezTo>
                  <a:cubicBezTo>
                    <a:pt x="176" y="1823"/>
                    <a:pt x="217" y="1666"/>
                    <a:pt x="242" y="1500"/>
                  </a:cubicBezTo>
                  <a:lnTo>
                    <a:pt x="242" y="1500"/>
                  </a:lnTo>
                  <a:cubicBezTo>
                    <a:pt x="234" y="1583"/>
                    <a:pt x="234" y="1666"/>
                    <a:pt x="226" y="1749"/>
                  </a:cubicBezTo>
                  <a:cubicBezTo>
                    <a:pt x="226" y="1785"/>
                    <a:pt x="249" y="1802"/>
                    <a:pt x="274" y="1802"/>
                  </a:cubicBezTo>
                  <a:cubicBezTo>
                    <a:pt x="301" y="1802"/>
                    <a:pt x="329" y="1783"/>
                    <a:pt x="333" y="1749"/>
                  </a:cubicBezTo>
                  <a:cubicBezTo>
                    <a:pt x="333" y="1749"/>
                    <a:pt x="333" y="1741"/>
                    <a:pt x="333" y="1732"/>
                  </a:cubicBezTo>
                  <a:cubicBezTo>
                    <a:pt x="350" y="1782"/>
                    <a:pt x="358" y="1840"/>
                    <a:pt x="366" y="1890"/>
                  </a:cubicBezTo>
                  <a:cubicBezTo>
                    <a:pt x="370" y="1904"/>
                    <a:pt x="382" y="1911"/>
                    <a:pt x="394" y="1911"/>
                  </a:cubicBezTo>
                  <a:cubicBezTo>
                    <a:pt x="409" y="1911"/>
                    <a:pt x="424" y="1900"/>
                    <a:pt x="424" y="1881"/>
                  </a:cubicBezTo>
                  <a:cubicBezTo>
                    <a:pt x="424" y="1790"/>
                    <a:pt x="416" y="1707"/>
                    <a:pt x="391" y="1625"/>
                  </a:cubicBezTo>
                  <a:cubicBezTo>
                    <a:pt x="424" y="1393"/>
                    <a:pt x="433" y="1161"/>
                    <a:pt x="416" y="920"/>
                  </a:cubicBezTo>
                  <a:cubicBezTo>
                    <a:pt x="416" y="912"/>
                    <a:pt x="408" y="895"/>
                    <a:pt x="400" y="887"/>
                  </a:cubicBezTo>
                  <a:cubicBezTo>
                    <a:pt x="400" y="837"/>
                    <a:pt x="400" y="788"/>
                    <a:pt x="400" y="746"/>
                  </a:cubicBezTo>
                  <a:cubicBezTo>
                    <a:pt x="400" y="713"/>
                    <a:pt x="375" y="697"/>
                    <a:pt x="350" y="688"/>
                  </a:cubicBezTo>
                  <a:cubicBezTo>
                    <a:pt x="350" y="473"/>
                    <a:pt x="325" y="257"/>
                    <a:pt x="284" y="42"/>
                  </a:cubicBezTo>
                  <a:cubicBezTo>
                    <a:pt x="275" y="17"/>
                    <a:pt x="250" y="1"/>
                    <a:pt x="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4" name="Google Shape;3524;p6"/>
            <p:cNvSpPr/>
            <p:nvPr/>
          </p:nvSpPr>
          <p:spPr>
            <a:xfrm>
              <a:off x="2496725" y="1536900"/>
              <a:ext cx="3350" cy="19525"/>
            </a:xfrm>
            <a:custGeom>
              <a:rect b="b" l="l" r="r" t="t"/>
              <a:pathLst>
                <a:path extrusionOk="0" h="781" w="134">
                  <a:moveTo>
                    <a:pt x="58" y="1"/>
                  </a:moveTo>
                  <a:cubicBezTo>
                    <a:pt x="47" y="1"/>
                    <a:pt x="35" y="7"/>
                    <a:pt x="26" y="21"/>
                  </a:cubicBezTo>
                  <a:lnTo>
                    <a:pt x="34" y="21"/>
                  </a:lnTo>
                  <a:cubicBezTo>
                    <a:pt x="1" y="70"/>
                    <a:pt x="18" y="145"/>
                    <a:pt x="18" y="203"/>
                  </a:cubicBezTo>
                  <a:cubicBezTo>
                    <a:pt x="26" y="261"/>
                    <a:pt x="26" y="319"/>
                    <a:pt x="26" y="377"/>
                  </a:cubicBezTo>
                  <a:cubicBezTo>
                    <a:pt x="34" y="443"/>
                    <a:pt x="34" y="501"/>
                    <a:pt x="34" y="567"/>
                  </a:cubicBezTo>
                  <a:cubicBezTo>
                    <a:pt x="42" y="625"/>
                    <a:pt x="51" y="692"/>
                    <a:pt x="51" y="750"/>
                  </a:cubicBezTo>
                  <a:cubicBezTo>
                    <a:pt x="55" y="770"/>
                    <a:pt x="71" y="781"/>
                    <a:pt x="87" y="781"/>
                  </a:cubicBezTo>
                  <a:cubicBezTo>
                    <a:pt x="102" y="781"/>
                    <a:pt x="117" y="770"/>
                    <a:pt x="117" y="750"/>
                  </a:cubicBezTo>
                  <a:cubicBezTo>
                    <a:pt x="117" y="717"/>
                    <a:pt x="117" y="683"/>
                    <a:pt x="125" y="650"/>
                  </a:cubicBezTo>
                  <a:cubicBezTo>
                    <a:pt x="125" y="617"/>
                    <a:pt x="134" y="584"/>
                    <a:pt x="134" y="551"/>
                  </a:cubicBezTo>
                  <a:cubicBezTo>
                    <a:pt x="134" y="493"/>
                    <a:pt x="134" y="435"/>
                    <a:pt x="134" y="377"/>
                  </a:cubicBezTo>
                  <a:cubicBezTo>
                    <a:pt x="134" y="311"/>
                    <a:pt x="125" y="253"/>
                    <a:pt x="125" y="195"/>
                  </a:cubicBezTo>
                  <a:cubicBezTo>
                    <a:pt x="117" y="137"/>
                    <a:pt x="125" y="54"/>
                    <a:pt x="84" y="12"/>
                  </a:cubicBezTo>
                  <a:cubicBezTo>
                    <a:pt x="76" y="5"/>
                    <a:pt x="67" y="1"/>
                    <a:pt x="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" name="Google Shape;3525;p6"/>
            <p:cNvSpPr/>
            <p:nvPr/>
          </p:nvSpPr>
          <p:spPr>
            <a:xfrm>
              <a:off x="2496325" y="1527450"/>
              <a:ext cx="2100" cy="4600"/>
            </a:xfrm>
            <a:custGeom>
              <a:rect b="b" l="l" r="r" t="t"/>
              <a:pathLst>
                <a:path extrusionOk="0" h="184" w="84">
                  <a:moveTo>
                    <a:pt x="24" y="0"/>
                  </a:moveTo>
                  <a:cubicBezTo>
                    <a:pt x="15" y="0"/>
                    <a:pt x="9" y="7"/>
                    <a:pt x="9" y="18"/>
                  </a:cubicBezTo>
                  <a:cubicBezTo>
                    <a:pt x="9" y="26"/>
                    <a:pt x="0" y="26"/>
                    <a:pt x="0" y="34"/>
                  </a:cubicBezTo>
                  <a:cubicBezTo>
                    <a:pt x="0" y="42"/>
                    <a:pt x="0" y="51"/>
                    <a:pt x="9" y="59"/>
                  </a:cubicBezTo>
                  <a:lnTo>
                    <a:pt x="9" y="92"/>
                  </a:lnTo>
                  <a:cubicBezTo>
                    <a:pt x="17" y="117"/>
                    <a:pt x="17" y="134"/>
                    <a:pt x="25" y="158"/>
                  </a:cubicBezTo>
                  <a:cubicBezTo>
                    <a:pt x="25" y="175"/>
                    <a:pt x="42" y="183"/>
                    <a:pt x="58" y="183"/>
                  </a:cubicBezTo>
                  <a:cubicBezTo>
                    <a:pt x="75" y="175"/>
                    <a:pt x="83" y="158"/>
                    <a:pt x="83" y="142"/>
                  </a:cubicBezTo>
                  <a:cubicBezTo>
                    <a:pt x="75" y="117"/>
                    <a:pt x="75" y="100"/>
                    <a:pt x="67" y="76"/>
                  </a:cubicBezTo>
                  <a:cubicBezTo>
                    <a:pt x="67" y="67"/>
                    <a:pt x="58" y="51"/>
                    <a:pt x="58" y="42"/>
                  </a:cubicBezTo>
                  <a:cubicBezTo>
                    <a:pt x="50" y="26"/>
                    <a:pt x="50" y="18"/>
                    <a:pt x="42" y="9"/>
                  </a:cubicBezTo>
                  <a:cubicBezTo>
                    <a:pt x="36" y="3"/>
                    <a:pt x="29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6" name="Google Shape;3526;p6"/>
            <p:cNvSpPr/>
            <p:nvPr/>
          </p:nvSpPr>
          <p:spPr>
            <a:xfrm>
              <a:off x="2491975" y="1517525"/>
              <a:ext cx="3125" cy="4875"/>
            </a:xfrm>
            <a:custGeom>
              <a:rect b="b" l="l" r="r" t="t"/>
              <a:pathLst>
                <a:path extrusionOk="0" h="195" w="125">
                  <a:moveTo>
                    <a:pt x="17" y="0"/>
                  </a:moveTo>
                  <a:cubicBezTo>
                    <a:pt x="9" y="9"/>
                    <a:pt x="0" y="17"/>
                    <a:pt x="9" y="33"/>
                  </a:cubicBezTo>
                  <a:cubicBezTo>
                    <a:pt x="9" y="42"/>
                    <a:pt x="9" y="42"/>
                    <a:pt x="9" y="50"/>
                  </a:cubicBezTo>
                  <a:cubicBezTo>
                    <a:pt x="17" y="58"/>
                    <a:pt x="17" y="67"/>
                    <a:pt x="17" y="75"/>
                  </a:cubicBezTo>
                  <a:cubicBezTo>
                    <a:pt x="25" y="83"/>
                    <a:pt x="34" y="100"/>
                    <a:pt x="34" y="108"/>
                  </a:cubicBezTo>
                  <a:cubicBezTo>
                    <a:pt x="50" y="133"/>
                    <a:pt x="58" y="158"/>
                    <a:pt x="67" y="174"/>
                  </a:cubicBezTo>
                  <a:cubicBezTo>
                    <a:pt x="73" y="186"/>
                    <a:pt x="83" y="194"/>
                    <a:pt x="95" y="194"/>
                  </a:cubicBezTo>
                  <a:cubicBezTo>
                    <a:pt x="99" y="194"/>
                    <a:pt x="104" y="193"/>
                    <a:pt x="108" y="191"/>
                  </a:cubicBezTo>
                  <a:cubicBezTo>
                    <a:pt x="125" y="183"/>
                    <a:pt x="125" y="158"/>
                    <a:pt x="116" y="149"/>
                  </a:cubicBezTo>
                  <a:cubicBezTo>
                    <a:pt x="108" y="125"/>
                    <a:pt x="100" y="100"/>
                    <a:pt x="83" y="75"/>
                  </a:cubicBezTo>
                  <a:lnTo>
                    <a:pt x="67" y="42"/>
                  </a:lnTo>
                  <a:cubicBezTo>
                    <a:pt x="67" y="33"/>
                    <a:pt x="58" y="33"/>
                    <a:pt x="58" y="25"/>
                  </a:cubicBezTo>
                  <a:cubicBezTo>
                    <a:pt x="50" y="17"/>
                    <a:pt x="50" y="17"/>
                    <a:pt x="42" y="9"/>
                  </a:cubicBezTo>
                  <a:cubicBezTo>
                    <a:pt x="34" y="0"/>
                    <a:pt x="25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7" name="Google Shape;3527;p6"/>
            <p:cNvSpPr/>
            <p:nvPr/>
          </p:nvSpPr>
          <p:spPr>
            <a:xfrm>
              <a:off x="2585800" y="1639650"/>
              <a:ext cx="7350" cy="10450"/>
            </a:xfrm>
            <a:custGeom>
              <a:rect b="b" l="l" r="r" t="t"/>
              <a:pathLst>
                <a:path extrusionOk="0" h="418" w="294">
                  <a:moveTo>
                    <a:pt x="41" y="0"/>
                  </a:moveTo>
                  <a:cubicBezTo>
                    <a:pt x="30" y="0"/>
                    <a:pt x="15" y="8"/>
                    <a:pt x="9" y="20"/>
                  </a:cubicBezTo>
                  <a:cubicBezTo>
                    <a:pt x="1" y="37"/>
                    <a:pt x="1" y="62"/>
                    <a:pt x="9" y="87"/>
                  </a:cubicBezTo>
                  <a:cubicBezTo>
                    <a:pt x="9" y="111"/>
                    <a:pt x="17" y="128"/>
                    <a:pt x="26" y="145"/>
                  </a:cubicBezTo>
                  <a:cubicBezTo>
                    <a:pt x="42" y="178"/>
                    <a:pt x="59" y="211"/>
                    <a:pt x="75" y="244"/>
                  </a:cubicBezTo>
                  <a:cubicBezTo>
                    <a:pt x="117" y="310"/>
                    <a:pt x="166" y="360"/>
                    <a:pt x="224" y="410"/>
                  </a:cubicBezTo>
                  <a:cubicBezTo>
                    <a:pt x="232" y="415"/>
                    <a:pt x="239" y="417"/>
                    <a:pt x="246" y="417"/>
                  </a:cubicBezTo>
                  <a:cubicBezTo>
                    <a:pt x="272" y="417"/>
                    <a:pt x="294" y="388"/>
                    <a:pt x="274" y="368"/>
                  </a:cubicBezTo>
                  <a:cubicBezTo>
                    <a:pt x="224" y="310"/>
                    <a:pt x="191" y="252"/>
                    <a:pt x="158" y="194"/>
                  </a:cubicBezTo>
                  <a:cubicBezTo>
                    <a:pt x="142" y="161"/>
                    <a:pt x="125" y="128"/>
                    <a:pt x="108" y="95"/>
                  </a:cubicBezTo>
                  <a:cubicBezTo>
                    <a:pt x="100" y="78"/>
                    <a:pt x="100" y="62"/>
                    <a:pt x="92" y="53"/>
                  </a:cubicBezTo>
                  <a:cubicBezTo>
                    <a:pt x="84" y="37"/>
                    <a:pt x="67" y="12"/>
                    <a:pt x="50" y="4"/>
                  </a:cubicBezTo>
                  <a:cubicBezTo>
                    <a:pt x="48" y="1"/>
                    <a:pt x="45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8" name="Google Shape;3528;p6"/>
            <p:cNvSpPr/>
            <p:nvPr/>
          </p:nvSpPr>
          <p:spPr>
            <a:xfrm>
              <a:off x="2584150" y="1630000"/>
              <a:ext cx="1475" cy="3750"/>
            </a:xfrm>
            <a:custGeom>
              <a:rect b="b" l="l" r="r" t="t"/>
              <a:pathLst>
                <a:path extrusionOk="0" h="150" w="59">
                  <a:moveTo>
                    <a:pt x="9" y="0"/>
                  </a:moveTo>
                  <a:cubicBezTo>
                    <a:pt x="0" y="9"/>
                    <a:pt x="0" y="17"/>
                    <a:pt x="0" y="25"/>
                  </a:cubicBezTo>
                  <a:cubicBezTo>
                    <a:pt x="0" y="42"/>
                    <a:pt x="0" y="50"/>
                    <a:pt x="0" y="67"/>
                  </a:cubicBezTo>
                  <a:lnTo>
                    <a:pt x="0" y="91"/>
                  </a:lnTo>
                  <a:cubicBezTo>
                    <a:pt x="0" y="100"/>
                    <a:pt x="0" y="108"/>
                    <a:pt x="0" y="116"/>
                  </a:cubicBezTo>
                  <a:cubicBezTo>
                    <a:pt x="0" y="133"/>
                    <a:pt x="9" y="149"/>
                    <a:pt x="25" y="149"/>
                  </a:cubicBezTo>
                  <a:cubicBezTo>
                    <a:pt x="34" y="149"/>
                    <a:pt x="42" y="141"/>
                    <a:pt x="42" y="141"/>
                  </a:cubicBezTo>
                  <a:cubicBezTo>
                    <a:pt x="50" y="133"/>
                    <a:pt x="50" y="125"/>
                    <a:pt x="50" y="116"/>
                  </a:cubicBezTo>
                  <a:cubicBezTo>
                    <a:pt x="50" y="100"/>
                    <a:pt x="58" y="83"/>
                    <a:pt x="50" y="58"/>
                  </a:cubicBezTo>
                  <a:cubicBezTo>
                    <a:pt x="50" y="42"/>
                    <a:pt x="42" y="25"/>
                    <a:pt x="34" y="9"/>
                  </a:cubicBezTo>
                  <a:cubicBezTo>
                    <a:pt x="25" y="9"/>
                    <a:pt x="17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9" name="Google Shape;3529;p6"/>
            <p:cNvSpPr/>
            <p:nvPr/>
          </p:nvSpPr>
          <p:spPr>
            <a:xfrm>
              <a:off x="2582900" y="1623575"/>
              <a:ext cx="25" cy="225"/>
            </a:xfrm>
            <a:custGeom>
              <a:rect b="b" l="l" r="r" t="t"/>
              <a:pathLst>
                <a:path extrusionOk="0" h="9" w="1">
                  <a:moveTo>
                    <a:pt x="1" y="0"/>
                  </a:moveTo>
                  <a:cubicBezTo>
                    <a:pt x="1" y="0"/>
                    <a:pt x="1" y="9"/>
                    <a:pt x="1" y="9"/>
                  </a:cubicBezTo>
                  <a:cubicBezTo>
                    <a:pt x="1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0" name="Google Shape;3530;p6"/>
            <p:cNvSpPr/>
            <p:nvPr/>
          </p:nvSpPr>
          <p:spPr>
            <a:xfrm>
              <a:off x="2532150" y="1797200"/>
              <a:ext cx="10950" cy="14100"/>
            </a:xfrm>
            <a:custGeom>
              <a:rect b="b" l="l" r="r" t="t"/>
              <a:pathLst>
                <a:path extrusionOk="0" h="564" w="438">
                  <a:moveTo>
                    <a:pt x="53" y="0"/>
                  </a:moveTo>
                  <a:cubicBezTo>
                    <a:pt x="31" y="0"/>
                    <a:pt x="9" y="16"/>
                    <a:pt x="9" y="40"/>
                  </a:cubicBezTo>
                  <a:cubicBezTo>
                    <a:pt x="1" y="73"/>
                    <a:pt x="9" y="106"/>
                    <a:pt x="34" y="131"/>
                  </a:cubicBezTo>
                  <a:cubicBezTo>
                    <a:pt x="42" y="156"/>
                    <a:pt x="59" y="181"/>
                    <a:pt x="67" y="197"/>
                  </a:cubicBezTo>
                  <a:cubicBezTo>
                    <a:pt x="100" y="239"/>
                    <a:pt x="133" y="280"/>
                    <a:pt x="175" y="322"/>
                  </a:cubicBezTo>
                  <a:cubicBezTo>
                    <a:pt x="208" y="363"/>
                    <a:pt x="241" y="405"/>
                    <a:pt x="283" y="438"/>
                  </a:cubicBezTo>
                  <a:cubicBezTo>
                    <a:pt x="299" y="454"/>
                    <a:pt x="316" y="479"/>
                    <a:pt x="332" y="496"/>
                  </a:cubicBezTo>
                  <a:cubicBezTo>
                    <a:pt x="349" y="521"/>
                    <a:pt x="365" y="537"/>
                    <a:pt x="382" y="554"/>
                  </a:cubicBezTo>
                  <a:cubicBezTo>
                    <a:pt x="387" y="561"/>
                    <a:pt x="393" y="564"/>
                    <a:pt x="400" y="564"/>
                  </a:cubicBezTo>
                  <a:cubicBezTo>
                    <a:pt x="418" y="564"/>
                    <a:pt x="438" y="544"/>
                    <a:pt x="432" y="521"/>
                  </a:cubicBezTo>
                  <a:cubicBezTo>
                    <a:pt x="423" y="496"/>
                    <a:pt x="415" y="471"/>
                    <a:pt x="407" y="446"/>
                  </a:cubicBezTo>
                  <a:cubicBezTo>
                    <a:pt x="390" y="421"/>
                    <a:pt x="382" y="405"/>
                    <a:pt x="365" y="380"/>
                  </a:cubicBezTo>
                  <a:cubicBezTo>
                    <a:pt x="332" y="338"/>
                    <a:pt x="299" y="297"/>
                    <a:pt x="266" y="255"/>
                  </a:cubicBezTo>
                  <a:cubicBezTo>
                    <a:pt x="233" y="222"/>
                    <a:pt x="200" y="181"/>
                    <a:pt x="167" y="148"/>
                  </a:cubicBezTo>
                  <a:cubicBezTo>
                    <a:pt x="150" y="123"/>
                    <a:pt x="142" y="106"/>
                    <a:pt x="125" y="81"/>
                  </a:cubicBezTo>
                  <a:cubicBezTo>
                    <a:pt x="109" y="57"/>
                    <a:pt x="100" y="32"/>
                    <a:pt x="75" y="7"/>
                  </a:cubicBezTo>
                  <a:cubicBezTo>
                    <a:pt x="69" y="2"/>
                    <a:pt x="61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1" name="Google Shape;3531;p6"/>
            <p:cNvSpPr/>
            <p:nvPr/>
          </p:nvSpPr>
          <p:spPr>
            <a:xfrm>
              <a:off x="2530925" y="1792400"/>
              <a:ext cx="1475" cy="1675"/>
            </a:xfrm>
            <a:custGeom>
              <a:rect b="b" l="l" r="r" t="t"/>
              <a:pathLst>
                <a:path extrusionOk="0" h="67" w="59">
                  <a:moveTo>
                    <a:pt x="8" y="0"/>
                  </a:moveTo>
                  <a:cubicBezTo>
                    <a:pt x="8" y="0"/>
                    <a:pt x="8" y="8"/>
                    <a:pt x="8" y="8"/>
                  </a:cubicBezTo>
                  <a:cubicBezTo>
                    <a:pt x="0" y="8"/>
                    <a:pt x="0" y="17"/>
                    <a:pt x="8" y="17"/>
                  </a:cubicBezTo>
                  <a:cubicBezTo>
                    <a:pt x="17" y="33"/>
                    <a:pt x="25" y="42"/>
                    <a:pt x="33" y="58"/>
                  </a:cubicBezTo>
                  <a:cubicBezTo>
                    <a:pt x="33" y="66"/>
                    <a:pt x="42" y="66"/>
                    <a:pt x="42" y="66"/>
                  </a:cubicBezTo>
                  <a:lnTo>
                    <a:pt x="58" y="66"/>
                  </a:lnTo>
                  <a:cubicBezTo>
                    <a:pt x="58" y="58"/>
                    <a:pt x="58" y="58"/>
                    <a:pt x="58" y="50"/>
                  </a:cubicBezTo>
                  <a:cubicBezTo>
                    <a:pt x="58" y="42"/>
                    <a:pt x="58" y="42"/>
                    <a:pt x="58" y="42"/>
                  </a:cubicBezTo>
                  <a:cubicBezTo>
                    <a:pt x="50" y="25"/>
                    <a:pt x="33" y="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2" name="Google Shape;3532;p6"/>
            <p:cNvSpPr/>
            <p:nvPr/>
          </p:nvSpPr>
          <p:spPr>
            <a:xfrm>
              <a:off x="2506050" y="1816800"/>
              <a:ext cx="12050" cy="10500"/>
            </a:xfrm>
            <a:custGeom>
              <a:rect b="b" l="l" r="r" t="t"/>
              <a:pathLst>
                <a:path extrusionOk="0" h="420" w="482">
                  <a:moveTo>
                    <a:pt x="63" y="0"/>
                  </a:moveTo>
                  <a:cubicBezTo>
                    <a:pt x="59" y="0"/>
                    <a:pt x="55" y="1"/>
                    <a:pt x="51" y="2"/>
                  </a:cubicBezTo>
                  <a:cubicBezTo>
                    <a:pt x="17" y="2"/>
                    <a:pt x="1" y="18"/>
                    <a:pt x="1" y="51"/>
                  </a:cubicBezTo>
                  <a:cubicBezTo>
                    <a:pt x="1" y="85"/>
                    <a:pt x="26" y="101"/>
                    <a:pt x="42" y="126"/>
                  </a:cubicBezTo>
                  <a:cubicBezTo>
                    <a:pt x="59" y="143"/>
                    <a:pt x="75" y="159"/>
                    <a:pt x="92" y="167"/>
                  </a:cubicBezTo>
                  <a:cubicBezTo>
                    <a:pt x="125" y="201"/>
                    <a:pt x="158" y="234"/>
                    <a:pt x="191" y="259"/>
                  </a:cubicBezTo>
                  <a:cubicBezTo>
                    <a:pt x="266" y="325"/>
                    <a:pt x="332" y="383"/>
                    <a:pt x="423" y="416"/>
                  </a:cubicBezTo>
                  <a:cubicBezTo>
                    <a:pt x="428" y="418"/>
                    <a:pt x="433" y="419"/>
                    <a:pt x="438" y="419"/>
                  </a:cubicBezTo>
                  <a:cubicBezTo>
                    <a:pt x="452" y="419"/>
                    <a:pt x="467" y="412"/>
                    <a:pt x="473" y="399"/>
                  </a:cubicBezTo>
                  <a:cubicBezTo>
                    <a:pt x="481" y="383"/>
                    <a:pt x="481" y="358"/>
                    <a:pt x="465" y="341"/>
                  </a:cubicBezTo>
                  <a:cubicBezTo>
                    <a:pt x="407" y="283"/>
                    <a:pt x="332" y="234"/>
                    <a:pt x="266" y="176"/>
                  </a:cubicBezTo>
                  <a:cubicBezTo>
                    <a:pt x="233" y="143"/>
                    <a:pt x="200" y="118"/>
                    <a:pt x="167" y="85"/>
                  </a:cubicBezTo>
                  <a:cubicBezTo>
                    <a:pt x="150" y="68"/>
                    <a:pt x="133" y="60"/>
                    <a:pt x="125" y="43"/>
                  </a:cubicBezTo>
                  <a:cubicBezTo>
                    <a:pt x="104" y="22"/>
                    <a:pt x="88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3" name="Google Shape;3533;p6"/>
            <p:cNvSpPr/>
            <p:nvPr/>
          </p:nvSpPr>
          <p:spPr>
            <a:xfrm>
              <a:off x="2504400" y="1823450"/>
              <a:ext cx="4375" cy="5325"/>
            </a:xfrm>
            <a:custGeom>
              <a:rect b="b" l="l" r="r" t="t"/>
              <a:pathLst>
                <a:path extrusionOk="0" h="213" w="175">
                  <a:moveTo>
                    <a:pt x="25" y="1"/>
                  </a:moveTo>
                  <a:cubicBezTo>
                    <a:pt x="9" y="1"/>
                    <a:pt x="1" y="9"/>
                    <a:pt x="1" y="17"/>
                  </a:cubicBezTo>
                  <a:cubicBezTo>
                    <a:pt x="1" y="42"/>
                    <a:pt x="9" y="59"/>
                    <a:pt x="25" y="75"/>
                  </a:cubicBezTo>
                  <a:cubicBezTo>
                    <a:pt x="34" y="92"/>
                    <a:pt x="42" y="109"/>
                    <a:pt x="50" y="117"/>
                  </a:cubicBezTo>
                  <a:cubicBezTo>
                    <a:pt x="75" y="150"/>
                    <a:pt x="100" y="175"/>
                    <a:pt x="117" y="200"/>
                  </a:cubicBezTo>
                  <a:cubicBezTo>
                    <a:pt x="125" y="208"/>
                    <a:pt x="135" y="212"/>
                    <a:pt x="145" y="212"/>
                  </a:cubicBezTo>
                  <a:cubicBezTo>
                    <a:pt x="154" y="212"/>
                    <a:pt x="162" y="208"/>
                    <a:pt x="166" y="200"/>
                  </a:cubicBezTo>
                  <a:cubicBezTo>
                    <a:pt x="175" y="200"/>
                    <a:pt x="175" y="183"/>
                    <a:pt x="175" y="175"/>
                  </a:cubicBezTo>
                  <a:cubicBezTo>
                    <a:pt x="175" y="167"/>
                    <a:pt x="175" y="158"/>
                    <a:pt x="166" y="150"/>
                  </a:cubicBezTo>
                  <a:cubicBezTo>
                    <a:pt x="150" y="125"/>
                    <a:pt x="125" y="100"/>
                    <a:pt x="100" y="75"/>
                  </a:cubicBezTo>
                  <a:cubicBezTo>
                    <a:pt x="92" y="59"/>
                    <a:pt x="83" y="51"/>
                    <a:pt x="67" y="34"/>
                  </a:cubicBezTo>
                  <a:cubicBezTo>
                    <a:pt x="59" y="17"/>
                    <a:pt x="42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4" name="Google Shape;3534;p6"/>
            <p:cNvSpPr/>
            <p:nvPr/>
          </p:nvSpPr>
          <p:spPr>
            <a:xfrm>
              <a:off x="2698075" y="1427225"/>
              <a:ext cx="19350" cy="22200"/>
            </a:xfrm>
            <a:custGeom>
              <a:rect b="b" l="l" r="r" t="t"/>
              <a:pathLst>
                <a:path extrusionOk="0" h="888" w="774">
                  <a:moveTo>
                    <a:pt x="738" y="0"/>
                  </a:moveTo>
                  <a:cubicBezTo>
                    <a:pt x="733" y="0"/>
                    <a:pt x="727" y="3"/>
                    <a:pt x="721" y="8"/>
                  </a:cubicBezTo>
                  <a:cubicBezTo>
                    <a:pt x="647" y="83"/>
                    <a:pt x="572" y="141"/>
                    <a:pt x="498" y="215"/>
                  </a:cubicBezTo>
                  <a:cubicBezTo>
                    <a:pt x="431" y="281"/>
                    <a:pt x="373" y="348"/>
                    <a:pt x="307" y="422"/>
                  </a:cubicBezTo>
                  <a:cubicBezTo>
                    <a:pt x="249" y="489"/>
                    <a:pt x="191" y="555"/>
                    <a:pt x="133" y="621"/>
                  </a:cubicBezTo>
                  <a:cubicBezTo>
                    <a:pt x="100" y="663"/>
                    <a:pt x="75" y="696"/>
                    <a:pt x="42" y="729"/>
                  </a:cubicBezTo>
                  <a:lnTo>
                    <a:pt x="50" y="729"/>
                  </a:lnTo>
                  <a:cubicBezTo>
                    <a:pt x="25" y="770"/>
                    <a:pt x="0" y="803"/>
                    <a:pt x="0" y="853"/>
                  </a:cubicBezTo>
                  <a:cubicBezTo>
                    <a:pt x="0" y="867"/>
                    <a:pt x="13" y="888"/>
                    <a:pt x="27" y="888"/>
                  </a:cubicBezTo>
                  <a:cubicBezTo>
                    <a:pt x="29" y="888"/>
                    <a:pt x="31" y="887"/>
                    <a:pt x="34" y="886"/>
                  </a:cubicBezTo>
                  <a:cubicBezTo>
                    <a:pt x="75" y="870"/>
                    <a:pt x="108" y="837"/>
                    <a:pt x="133" y="803"/>
                  </a:cubicBezTo>
                  <a:cubicBezTo>
                    <a:pt x="158" y="762"/>
                    <a:pt x="191" y="729"/>
                    <a:pt x="216" y="696"/>
                  </a:cubicBezTo>
                  <a:cubicBezTo>
                    <a:pt x="274" y="629"/>
                    <a:pt x="332" y="563"/>
                    <a:pt x="390" y="497"/>
                  </a:cubicBezTo>
                  <a:cubicBezTo>
                    <a:pt x="456" y="431"/>
                    <a:pt x="514" y="356"/>
                    <a:pt x="580" y="281"/>
                  </a:cubicBezTo>
                  <a:cubicBezTo>
                    <a:pt x="638" y="207"/>
                    <a:pt x="696" y="132"/>
                    <a:pt x="754" y="49"/>
                  </a:cubicBezTo>
                  <a:cubicBezTo>
                    <a:pt x="774" y="30"/>
                    <a:pt x="758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5" name="Google Shape;3535;p6"/>
            <p:cNvSpPr/>
            <p:nvPr/>
          </p:nvSpPr>
          <p:spPr>
            <a:xfrm>
              <a:off x="2695800" y="1450275"/>
              <a:ext cx="5000" cy="5550"/>
            </a:xfrm>
            <a:custGeom>
              <a:rect b="b" l="l" r="r" t="t"/>
              <a:pathLst>
                <a:path extrusionOk="0" h="222" w="200">
                  <a:moveTo>
                    <a:pt x="166" y="0"/>
                  </a:moveTo>
                  <a:cubicBezTo>
                    <a:pt x="159" y="0"/>
                    <a:pt x="153" y="2"/>
                    <a:pt x="149" y="6"/>
                  </a:cubicBezTo>
                  <a:cubicBezTo>
                    <a:pt x="116" y="31"/>
                    <a:pt x="83" y="55"/>
                    <a:pt x="58" y="89"/>
                  </a:cubicBezTo>
                  <a:cubicBezTo>
                    <a:pt x="50" y="105"/>
                    <a:pt x="33" y="122"/>
                    <a:pt x="25" y="138"/>
                  </a:cubicBezTo>
                  <a:cubicBezTo>
                    <a:pt x="17" y="147"/>
                    <a:pt x="17" y="155"/>
                    <a:pt x="9" y="163"/>
                  </a:cubicBezTo>
                  <a:cubicBezTo>
                    <a:pt x="9" y="180"/>
                    <a:pt x="0" y="188"/>
                    <a:pt x="0" y="205"/>
                  </a:cubicBezTo>
                  <a:cubicBezTo>
                    <a:pt x="9" y="213"/>
                    <a:pt x="17" y="221"/>
                    <a:pt x="33" y="221"/>
                  </a:cubicBezTo>
                  <a:cubicBezTo>
                    <a:pt x="42" y="213"/>
                    <a:pt x="50" y="205"/>
                    <a:pt x="58" y="196"/>
                  </a:cubicBezTo>
                  <a:cubicBezTo>
                    <a:pt x="58" y="188"/>
                    <a:pt x="67" y="180"/>
                    <a:pt x="75" y="180"/>
                  </a:cubicBezTo>
                  <a:cubicBezTo>
                    <a:pt x="83" y="163"/>
                    <a:pt x="100" y="147"/>
                    <a:pt x="108" y="130"/>
                  </a:cubicBezTo>
                  <a:cubicBezTo>
                    <a:pt x="133" y="105"/>
                    <a:pt x="158" y="80"/>
                    <a:pt x="183" y="55"/>
                  </a:cubicBezTo>
                  <a:cubicBezTo>
                    <a:pt x="199" y="47"/>
                    <a:pt x="199" y="22"/>
                    <a:pt x="191" y="14"/>
                  </a:cubicBezTo>
                  <a:cubicBezTo>
                    <a:pt x="186" y="4"/>
                    <a:pt x="176" y="0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6" name="Google Shape;3536;p6"/>
            <p:cNvSpPr/>
            <p:nvPr/>
          </p:nvSpPr>
          <p:spPr>
            <a:xfrm>
              <a:off x="2691500" y="1457375"/>
              <a:ext cx="3500" cy="5025"/>
            </a:xfrm>
            <a:custGeom>
              <a:rect b="b" l="l" r="r" t="t"/>
              <a:pathLst>
                <a:path extrusionOk="0" h="201" w="140">
                  <a:moveTo>
                    <a:pt x="109" y="0"/>
                  </a:moveTo>
                  <a:cubicBezTo>
                    <a:pt x="98" y="0"/>
                    <a:pt x="87" y="8"/>
                    <a:pt x="81" y="20"/>
                  </a:cubicBezTo>
                  <a:cubicBezTo>
                    <a:pt x="65" y="45"/>
                    <a:pt x="48" y="70"/>
                    <a:pt x="40" y="95"/>
                  </a:cubicBezTo>
                  <a:cubicBezTo>
                    <a:pt x="23" y="119"/>
                    <a:pt x="15" y="144"/>
                    <a:pt x="7" y="177"/>
                  </a:cubicBezTo>
                  <a:cubicBezTo>
                    <a:pt x="1" y="189"/>
                    <a:pt x="11" y="201"/>
                    <a:pt x="24" y="201"/>
                  </a:cubicBezTo>
                  <a:cubicBezTo>
                    <a:pt x="29" y="201"/>
                    <a:pt x="35" y="199"/>
                    <a:pt x="40" y="194"/>
                  </a:cubicBezTo>
                  <a:cubicBezTo>
                    <a:pt x="56" y="177"/>
                    <a:pt x="73" y="153"/>
                    <a:pt x="89" y="128"/>
                  </a:cubicBezTo>
                  <a:cubicBezTo>
                    <a:pt x="106" y="103"/>
                    <a:pt x="123" y="78"/>
                    <a:pt x="131" y="53"/>
                  </a:cubicBezTo>
                  <a:cubicBezTo>
                    <a:pt x="139" y="37"/>
                    <a:pt x="139" y="12"/>
                    <a:pt x="123" y="3"/>
                  </a:cubicBezTo>
                  <a:cubicBezTo>
                    <a:pt x="118" y="1"/>
                    <a:pt x="114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7" name="Google Shape;3537;p6"/>
            <p:cNvSpPr/>
            <p:nvPr/>
          </p:nvSpPr>
          <p:spPr>
            <a:xfrm>
              <a:off x="2477050" y="1704675"/>
              <a:ext cx="81650" cy="54225"/>
            </a:xfrm>
            <a:custGeom>
              <a:rect b="b" l="l" r="r" t="t"/>
              <a:pathLst>
                <a:path extrusionOk="0" h="2169" w="3266">
                  <a:moveTo>
                    <a:pt x="1059" y="1"/>
                  </a:moveTo>
                  <a:cubicBezTo>
                    <a:pt x="1055" y="1"/>
                    <a:pt x="1050" y="2"/>
                    <a:pt x="1045" y="4"/>
                  </a:cubicBezTo>
                  <a:cubicBezTo>
                    <a:pt x="979" y="13"/>
                    <a:pt x="921" y="21"/>
                    <a:pt x="863" y="46"/>
                  </a:cubicBezTo>
                  <a:lnTo>
                    <a:pt x="854" y="46"/>
                  </a:lnTo>
                  <a:cubicBezTo>
                    <a:pt x="852" y="43"/>
                    <a:pt x="849" y="42"/>
                    <a:pt x="846" y="42"/>
                  </a:cubicBezTo>
                  <a:cubicBezTo>
                    <a:pt x="840" y="42"/>
                    <a:pt x="835" y="46"/>
                    <a:pt x="829" y="46"/>
                  </a:cubicBezTo>
                  <a:cubicBezTo>
                    <a:pt x="788" y="54"/>
                    <a:pt x="755" y="62"/>
                    <a:pt x="713" y="71"/>
                  </a:cubicBezTo>
                  <a:cubicBezTo>
                    <a:pt x="689" y="71"/>
                    <a:pt x="680" y="95"/>
                    <a:pt x="672" y="120"/>
                  </a:cubicBezTo>
                  <a:cubicBezTo>
                    <a:pt x="647" y="153"/>
                    <a:pt x="672" y="203"/>
                    <a:pt x="705" y="211"/>
                  </a:cubicBezTo>
                  <a:cubicBezTo>
                    <a:pt x="672" y="286"/>
                    <a:pt x="647" y="369"/>
                    <a:pt x="622" y="435"/>
                  </a:cubicBezTo>
                  <a:cubicBezTo>
                    <a:pt x="581" y="576"/>
                    <a:pt x="539" y="717"/>
                    <a:pt x="531" y="866"/>
                  </a:cubicBezTo>
                  <a:cubicBezTo>
                    <a:pt x="524" y="864"/>
                    <a:pt x="518" y="863"/>
                    <a:pt x="513" y="863"/>
                  </a:cubicBezTo>
                  <a:cubicBezTo>
                    <a:pt x="498" y="863"/>
                    <a:pt x="487" y="870"/>
                    <a:pt x="481" y="883"/>
                  </a:cubicBezTo>
                  <a:cubicBezTo>
                    <a:pt x="457" y="866"/>
                    <a:pt x="432" y="849"/>
                    <a:pt x="407" y="841"/>
                  </a:cubicBezTo>
                  <a:cubicBezTo>
                    <a:pt x="374" y="825"/>
                    <a:pt x="341" y="808"/>
                    <a:pt x="307" y="791"/>
                  </a:cubicBezTo>
                  <a:cubicBezTo>
                    <a:pt x="262" y="772"/>
                    <a:pt x="212" y="742"/>
                    <a:pt x="160" y="742"/>
                  </a:cubicBezTo>
                  <a:cubicBezTo>
                    <a:pt x="146" y="742"/>
                    <a:pt x="131" y="745"/>
                    <a:pt x="117" y="750"/>
                  </a:cubicBezTo>
                  <a:lnTo>
                    <a:pt x="125" y="750"/>
                  </a:lnTo>
                  <a:cubicBezTo>
                    <a:pt x="17" y="783"/>
                    <a:pt x="1" y="924"/>
                    <a:pt x="59" y="1007"/>
                  </a:cubicBezTo>
                  <a:cubicBezTo>
                    <a:pt x="117" y="1106"/>
                    <a:pt x="225" y="1139"/>
                    <a:pt x="299" y="1222"/>
                  </a:cubicBezTo>
                  <a:cubicBezTo>
                    <a:pt x="299" y="1222"/>
                    <a:pt x="307" y="1231"/>
                    <a:pt x="307" y="1239"/>
                  </a:cubicBezTo>
                  <a:cubicBezTo>
                    <a:pt x="307" y="1280"/>
                    <a:pt x="316" y="1322"/>
                    <a:pt x="316" y="1371"/>
                  </a:cubicBezTo>
                  <a:cubicBezTo>
                    <a:pt x="316" y="1438"/>
                    <a:pt x="316" y="1496"/>
                    <a:pt x="291" y="1562"/>
                  </a:cubicBezTo>
                  <a:cubicBezTo>
                    <a:pt x="258" y="1670"/>
                    <a:pt x="191" y="1761"/>
                    <a:pt x="167" y="1877"/>
                  </a:cubicBezTo>
                  <a:cubicBezTo>
                    <a:pt x="158" y="1918"/>
                    <a:pt x="183" y="1943"/>
                    <a:pt x="216" y="1951"/>
                  </a:cubicBezTo>
                  <a:cubicBezTo>
                    <a:pt x="225" y="1976"/>
                    <a:pt x="249" y="2001"/>
                    <a:pt x="274" y="2001"/>
                  </a:cubicBezTo>
                  <a:cubicBezTo>
                    <a:pt x="274" y="2009"/>
                    <a:pt x="274" y="2026"/>
                    <a:pt x="274" y="2043"/>
                  </a:cubicBezTo>
                  <a:cubicBezTo>
                    <a:pt x="307" y="2125"/>
                    <a:pt x="390" y="2159"/>
                    <a:pt x="465" y="2167"/>
                  </a:cubicBezTo>
                  <a:cubicBezTo>
                    <a:pt x="478" y="2168"/>
                    <a:pt x="490" y="2169"/>
                    <a:pt x="503" y="2169"/>
                  </a:cubicBezTo>
                  <a:cubicBezTo>
                    <a:pt x="671" y="2169"/>
                    <a:pt x="832" y="2069"/>
                    <a:pt x="979" y="1985"/>
                  </a:cubicBezTo>
                  <a:cubicBezTo>
                    <a:pt x="1144" y="1893"/>
                    <a:pt x="1318" y="1802"/>
                    <a:pt x="1501" y="1753"/>
                  </a:cubicBezTo>
                  <a:cubicBezTo>
                    <a:pt x="1592" y="1729"/>
                    <a:pt x="1684" y="1718"/>
                    <a:pt x="1777" y="1718"/>
                  </a:cubicBezTo>
                  <a:cubicBezTo>
                    <a:pt x="1879" y="1718"/>
                    <a:pt x="1981" y="1731"/>
                    <a:pt x="2081" y="1753"/>
                  </a:cubicBezTo>
                  <a:cubicBezTo>
                    <a:pt x="2470" y="1844"/>
                    <a:pt x="2826" y="2059"/>
                    <a:pt x="3224" y="2076"/>
                  </a:cubicBezTo>
                  <a:cubicBezTo>
                    <a:pt x="3226" y="2076"/>
                    <a:pt x="3229" y="2076"/>
                    <a:pt x="3231" y="2076"/>
                  </a:cubicBezTo>
                  <a:cubicBezTo>
                    <a:pt x="3265" y="2076"/>
                    <a:pt x="3263" y="2017"/>
                    <a:pt x="3232" y="2009"/>
                  </a:cubicBezTo>
                  <a:cubicBezTo>
                    <a:pt x="3133" y="1985"/>
                    <a:pt x="3042" y="1960"/>
                    <a:pt x="2942" y="1927"/>
                  </a:cubicBezTo>
                  <a:cubicBezTo>
                    <a:pt x="2984" y="1918"/>
                    <a:pt x="3000" y="1844"/>
                    <a:pt x="2959" y="1819"/>
                  </a:cubicBezTo>
                  <a:cubicBezTo>
                    <a:pt x="2868" y="1753"/>
                    <a:pt x="2768" y="1695"/>
                    <a:pt x="2677" y="1645"/>
                  </a:cubicBezTo>
                  <a:cubicBezTo>
                    <a:pt x="2586" y="1545"/>
                    <a:pt x="2478" y="1463"/>
                    <a:pt x="2362" y="1388"/>
                  </a:cubicBezTo>
                  <a:cubicBezTo>
                    <a:pt x="2197" y="1297"/>
                    <a:pt x="2023" y="1239"/>
                    <a:pt x="1840" y="1214"/>
                  </a:cubicBezTo>
                  <a:cubicBezTo>
                    <a:pt x="1741" y="1197"/>
                    <a:pt x="1650" y="1197"/>
                    <a:pt x="1559" y="1197"/>
                  </a:cubicBezTo>
                  <a:cubicBezTo>
                    <a:pt x="1466" y="1205"/>
                    <a:pt x="1373" y="1224"/>
                    <a:pt x="1286" y="1224"/>
                  </a:cubicBezTo>
                  <a:cubicBezTo>
                    <a:pt x="1272" y="1224"/>
                    <a:pt x="1258" y="1223"/>
                    <a:pt x="1244" y="1222"/>
                  </a:cubicBezTo>
                  <a:cubicBezTo>
                    <a:pt x="1153" y="1222"/>
                    <a:pt x="1061" y="1181"/>
                    <a:pt x="1012" y="1098"/>
                  </a:cubicBezTo>
                  <a:cubicBezTo>
                    <a:pt x="970" y="1015"/>
                    <a:pt x="954" y="916"/>
                    <a:pt x="937" y="825"/>
                  </a:cubicBezTo>
                  <a:cubicBezTo>
                    <a:pt x="929" y="758"/>
                    <a:pt x="921" y="700"/>
                    <a:pt x="912" y="642"/>
                  </a:cubicBezTo>
                  <a:cubicBezTo>
                    <a:pt x="921" y="626"/>
                    <a:pt x="921" y="609"/>
                    <a:pt x="921" y="593"/>
                  </a:cubicBezTo>
                  <a:cubicBezTo>
                    <a:pt x="945" y="493"/>
                    <a:pt x="995" y="402"/>
                    <a:pt x="1061" y="327"/>
                  </a:cubicBezTo>
                  <a:cubicBezTo>
                    <a:pt x="1136" y="253"/>
                    <a:pt x="1227" y="203"/>
                    <a:pt x="1310" y="145"/>
                  </a:cubicBezTo>
                  <a:cubicBezTo>
                    <a:pt x="1359" y="110"/>
                    <a:pt x="1331" y="39"/>
                    <a:pt x="1280" y="39"/>
                  </a:cubicBezTo>
                  <a:cubicBezTo>
                    <a:pt x="1271" y="39"/>
                    <a:pt x="1262" y="41"/>
                    <a:pt x="1252" y="46"/>
                  </a:cubicBezTo>
                  <a:cubicBezTo>
                    <a:pt x="1227" y="62"/>
                    <a:pt x="1211" y="79"/>
                    <a:pt x="1186" y="95"/>
                  </a:cubicBezTo>
                  <a:cubicBezTo>
                    <a:pt x="1177" y="87"/>
                    <a:pt x="1169" y="87"/>
                    <a:pt x="1169" y="87"/>
                  </a:cubicBezTo>
                  <a:cubicBezTo>
                    <a:pt x="1184" y="49"/>
                    <a:pt x="1157" y="3"/>
                    <a:pt x="1114" y="3"/>
                  </a:cubicBezTo>
                  <a:cubicBezTo>
                    <a:pt x="1110" y="3"/>
                    <a:pt x="1107" y="4"/>
                    <a:pt x="1103" y="4"/>
                  </a:cubicBezTo>
                  <a:cubicBezTo>
                    <a:pt x="1095" y="13"/>
                    <a:pt x="1095" y="13"/>
                    <a:pt x="1086" y="13"/>
                  </a:cubicBezTo>
                  <a:cubicBezTo>
                    <a:pt x="1080" y="7"/>
                    <a:pt x="1070" y="1"/>
                    <a:pt x="1059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8" name="Google Shape;3538;p6"/>
            <p:cNvSpPr/>
            <p:nvPr/>
          </p:nvSpPr>
          <p:spPr>
            <a:xfrm>
              <a:off x="2666375" y="1523050"/>
              <a:ext cx="5950" cy="40450"/>
            </a:xfrm>
            <a:custGeom>
              <a:rect b="b" l="l" r="r" t="t"/>
              <a:pathLst>
                <a:path extrusionOk="0" h="1618" w="238">
                  <a:moveTo>
                    <a:pt x="122" y="0"/>
                  </a:moveTo>
                  <a:cubicBezTo>
                    <a:pt x="111" y="0"/>
                    <a:pt x="100" y="6"/>
                    <a:pt x="92" y="20"/>
                  </a:cubicBezTo>
                  <a:cubicBezTo>
                    <a:pt x="84" y="53"/>
                    <a:pt x="67" y="78"/>
                    <a:pt x="51" y="111"/>
                  </a:cubicBezTo>
                  <a:cubicBezTo>
                    <a:pt x="42" y="144"/>
                    <a:pt x="34" y="177"/>
                    <a:pt x="34" y="202"/>
                  </a:cubicBezTo>
                  <a:cubicBezTo>
                    <a:pt x="17" y="268"/>
                    <a:pt x="9" y="343"/>
                    <a:pt x="9" y="409"/>
                  </a:cubicBezTo>
                  <a:cubicBezTo>
                    <a:pt x="1" y="542"/>
                    <a:pt x="1" y="674"/>
                    <a:pt x="17" y="798"/>
                  </a:cubicBezTo>
                  <a:cubicBezTo>
                    <a:pt x="42" y="1072"/>
                    <a:pt x="109" y="1337"/>
                    <a:pt x="175" y="1594"/>
                  </a:cubicBezTo>
                  <a:cubicBezTo>
                    <a:pt x="178" y="1610"/>
                    <a:pt x="190" y="1618"/>
                    <a:pt x="202" y="1618"/>
                  </a:cubicBezTo>
                  <a:cubicBezTo>
                    <a:pt x="219" y="1618"/>
                    <a:pt x="238" y="1602"/>
                    <a:pt x="233" y="1577"/>
                  </a:cubicBezTo>
                  <a:cubicBezTo>
                    <a:pt x="183" y="1320"/>
                    <a:pt x="142" y="1063"/>
                    <a:pt x="125" y="807"/>
                  </a:cubicBezTo>
                  <a:cubicBezTo>
                    <a:pt x="117" y="682"/>
                    <a:pt x="109" y="558"/>
                    <a:pt x="117" y="434"/>
                  </a:cubicBezTo>
                  <a:cubicBezTo>
                    <a:pt x="117" y="368"/>
                    <a:pt x="125" y="310"/>
                    <a:pt x="133" y="243"/>
                  </a:cubicBezTo>
                  <a:cubicBezTo>
                    <a:pt x="142" y="210"/>
                    <a:pt x="150" y="177"/>
                    <a:pt x="150" y="152"/>
                  </a:cubicBezTo>
                  <a:cubicBezTo>
                    <a:pt x="158" y="119"/>
                    <a:pt x="158" y="78"/>
                    <a:pt x="158" y="44"/>
                  </a:cubicBezTo>
                  <a:cubicBezTo>
                    <a:pt x="164" y="22"/>
                    <a:pt x="144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9" name="Google Shape;3539;p6"/>
            <p:cNvSpPr/>
            <p:nvPr/>
          </p:nvSpPr>
          <p:spPr>
            <a:xfrm>
              <a:off x="2671775" y="1512950"/>
              <a:ext cx="5000" cy="22775"/>
            </a:xfrm>
            <a:custGeom>
              <a:rect b="b" l="l" r="r" t="t"/>
              <a:pathLst>
                <a:path extrusionOk="0" h="911" w="200">
                  <a:moveTo>
                    <a:pt x="166" y="1"/>
                  </a:moveTo>
                  <a:cubicBezTo>
                    <a:pt x="100" y="1"/>
                    <a:pt x="67" y="84"/>
                    <a:pt x="58" y="142"/>
                  </a:cubicBezTo>
                  <a:cubicBezTo>
                    <a:pt x="42" y="225"/>
                    <a:pt x="33" y="299"/>
                    <a:pt x="25" y="382"/>
                  </a:cubicBezTo>
                  <a:cubicBezTo>
                    <a:pt x="9" y="548"/>
                    <a:pt x="0" y="714"/>
                    <a:pt x="0" y="879"/>
                  </a:cubicBezTo>
                  <a:cubicBezTo>
                    <a:pt x="0" y="900"/>
                    <a:pt x="13" y="910"/>
                    <a:pt x="26" y="910"/>
                  </a:cubicBezTo>
                  <a:cubicBezTo>
                    <a:pt x="40" y="910"/>
                    <a:pt x="54" y="900"/>
                    <a:pt x="58" y="879"/>
                  </a:cubicBezTo>
                  <a:cubicBezTo>
                    <a:pt x="75" y="730"/>
                    <a:pt x="91" y="581"/>
                    <a:pt x="116" y="424"/>
                  </a:cubicBezTo>
                  <a:cubicBezTo>
                    <a:pt x="125" y="349"/>
                    <a:pt x="141" y="274"/>
                    <a:pt x="149" y="200"/>
                  </a:cubicBezTo>
                  <a:cubicBezTo>
                    <a:pt x="158" y="167"/>
                    <a:pt x="166" y="142"/>
                    <a:pt x="174" y="117"/>
                  </a:cubicBezTo>
                  <a:cubicBezTo>
                    <a:pt x="174" y="92"/>
                    <a:pt x="191" y="67"/>
                    <a:pt x="199" y="42"/>
                  </a:cubicBezTo>
                  <a:cubicBezTo>
                    <a:pt x="199" y="18"/>
                    <a:pt x="191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0" name="Google Shape;3540;p6"/>
            <p:cNvSpPr/>
            <p:nvPr/>
          </p:nvSpPr>
          <p:spPr>
            <a:xfrm>
              <a:off x="2679225" y="1499075"/>
              <a:ext cx="1050" cy="2925"/>
            </a:xfrm>
            <a:custGeom>
              <a:rect b="b" l="l" r="r" t="t"/>
              <a:pathLst>
                <a:path extrusionOk="0" h="117" w="42">
                  <a:moveTo>
                    <a:pt x="25" y="1"/>
                  </a:moveTo>
                  <a:cubicBezTo>
                    <a:pt x="17" y="1"/>
                    <a:pt x="9" y="9"/>
                    <a:pt x="9" y="17"/>
                  </a:cubicBezTo>
                  <a:cubicBezTo>
                    <a:pt x="9" y="42"/>
                    <a:pt x="1" y="75"/>
                    <a:pt x="1" y="100"/>
                  </a:cubicBezTo>
                  <a:cubicBezTo>
                    <a:pt x="1" y="109"/>
                    <a:pt x="9" y="117"/>
                    <a:pt x="25" y="117"/>
                  </a:cubicBezTo>
                  <a:cubicBezTo>
                    <a:pt x="34" y="117"/>
                    <a:pt x="42" y="109"/>
                    <a:pt x="42" y="100"/>
                  </a:cubicBezTo>
                  <a:cubicBezTo>
                    <a:pt x="42" y="75"/>
                    <a:pt x="34" y="42"/>
                    <a:pt x="34" y="17"/>
                  </a:cubicBezTo>
                  <a:cubicBezTo>
                    <a:pt x="34" y="9"/>
                    <a:pt x="34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1" name="Google Shape;3541;p6"/>
            <p:cNvSpPr/>
            <p:nvPr/>
          </p:nvSpPr>
          <p:spPr>
            <a:xfrm>
              <a:off x="2711950" y="1561525"/>
              <a:ext cx="11000" cy="28600"/>
            </a:xfrm>
            <a:custGeom>
              <a:rect b="b" l="l" r="r" t="t"/>
              <a:pathLst>
                <a:path extrusionOk="0" h="1144" w="440">
                  <a:moveTo>
                    <a:pt x="397" y="1"/>
                  </a:moveTo>
                  <a:cubicBezTo>
                    <a:pt x="380" y="1"/>
                    <a:pt x="361" y="13"/>
                    <a:pt x="357" y="38"/>
                  </a:cubicBezTo>
                  <a:cubicBezTo>
                    <a:pt x="357" y="138"/>
                    <a:pt x="332" y="237"/>
                    <a:pt x="291" y="328"/>
                  </a:cubicBezTo>
                  <a:cubicBezTo>
                    <a:pt x="266" y="370"/>
                    <a:pt x="241" y="419"/>
                    <a:pt x="208" y="461"/>
                  </a:cubicBezTo>
                  <a:cubicBezTo>
                    <a:pt x="183" y="494"/>
                    <a:pt x="141" y="527"/>
                    <a:pt x="117" y="568"/>
                  </a:cubicBezTo>
                  <a:cubicBezTo>
                    <a:pt x="50" y="651"/>
                    <a:pt x="17" y="742"/>
                    <a:pt x="9" y="842"/>
                  </a:cubicBezTo>
                  <a:cubicBezTo>
                    <a:pt x="1" y="892"/>
                    <a:pt x="1" y="941"/>
                    <a:pt x="1" y="983"/>
                  </a:cubicBezTo>
                  <a:cubicBezTo>
                    <a:pt x="9" y="1032"/>
                    <a:pt x="1" y="1099"/>
                    <a:pt x="42" y="1132"/>
                  </a:cubicBezTo>
                  <a:cubicBezTo>
                    <a:pt x="49" y="1139"/>
                    <a:pt x="59" y="1143"/>
                    <a:pt x="68" y="1143"/>
                  </a:cubicBezTo>
                  <a:cubicBezTo>
                    <a:pt x="79" y="1143"/>
                    <a:pt x="91" y="1137"/>
                    <a:pt x="100" y="1124"/>
                  </a:cubicBezTo>
                  <a:cubicBezTo>
                    <a:pt x="125" y="1082"/>
                    <a:pt x="117" y="1016"/>
                    <a:pt x="117" y="974"/>
                  </a:cubicBezTo>
                  <a:cubicBezTo>
                    <a:pt x="117" y="925"/>
                    <a:pt x="117" y="883"/>
                    <a:pt x="117" y="834"/>
                  </a:cubicBezTo>
                  <a:cubicBezTo>
                    <a:pt x="125" y="792"/>
                    <a:pt x="141" y="751"/>
                    <a:pt x="158" y="709"/>
                  </a:cubicBezTo>
                  <a:cubicBezTo>
                    <a:pt x="183" y="660"/>
                    <a:pt x="216" y="626"/>
                    <a:pt x="249" y="585"/>
                  </a:cubicBezTo>
                  <a:cubicBezTo>
                    <a:pt x="307" y="510"/>
                    <a:pt x="365" y="428"/>
                    <a:pt x="398" y="336"/>
                  </a:cubicBezTo>
                  <a:cubicBezTo>
                    <a:pt x="423" y="245"/>
                    <a:pt x="440" y="138"/>
                    <a:pt x="431" y="38"/>
                  </a:cubicBezTo>
                  <a:cubicBezTo>
                    <a:pt x="431" y="13"/>
                    <a:pt x="415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2" name="Google Shape;3542;p6"/>
            <p:cNvSpPr/>
            <p:nvPr/>
          </p:nvSpPr>
          <p:spPr>
            <a:xfrm>
              <a:off x="2706775" y="1585250"/>
              <a:ext cx="1900" cy="5300"/>
            </a:xfrm>
            <a:custGeom>
              <a:rect b="b" l="l" r="r" t="t"/>
              <a:pathLst>
                <a:path extrusionOk="0" h="212" w="76">
                  <a:moveTo>
                    <a:pt x="34" y="1"/>
                  </a:moveTo>
                  <a:cubicBezTo>
                    <a:pt x="25" y="1"/>
                    <a:pt x="17" y="9"/>
                    <a:pt x="9" y="17"/>
                  </a:cubicBezTo>
                  <a:cubicBezTo>
                    <a:pt x="0" y="17"/>
                    <a:pt x="0" y="34"/>
                    <a:pt x="0" y="42"/>
                  </a:cubicBezTo>
                  <a:cubicBezTo>
                    <a:pt x="0" y="67"/>
                    <a:pt x="0" y="92"/>
                    <a:pt x="9" y="117"/>
                  </a:cubicBezTo>
                  <a:cubicBezTo>
                    <a:pt x="9" y="133"/>
                    <a:pt x="9" y="141"/>
                    <a:pt x="17" y="158"/>
                  </a:cubicBezTo>
                  <a:cubicBezTo>
                    <a:pt x="17" y="166"/>
                    <a:pt x="17" y="175"/>
                    <a:pt x="17" y="175"/>
                  </a:cubicBezTo>
                  <a:cubicBezTo>
                    <a:pt x="17" y="183"/>
                    <a:pt x="25" y="191"/>
                    <a:pt x="25" y="199"/>
                  </a:cubicBezTo>
                  <a:cubicBezTo>
                    <a:pt x="25" y="205"/>
                    <a:pt x="34" y="211"/>
                    <a:pt x="41" y="211"/>
                  </a:cubicBezTo>
                  <a:cubicBezTo>
                    <a:pt x="45" y="211"/>
                    <a:pt x="48" y="210"/>
                    <a:pt x="50" y="208"/>
                  </a:cubicBezTo>
                  <a:cubicBezTo>
                    <a:pt x="58" y="208"/>
                    <a:pt x="67" y="199"/>
                    <a:pt x="67" y="191"/>
                  </a:cubicBezTo>
                  <a:cubicBezTo>
                    <a:pt x="67" y="183"/>
                    <a:pt x="75" y="175"/>
                    <a:pt x="75" y="166"/>
                  </a:cubicBezTo>
                  <a:lnTo>
                    <a:pt x="75" y="150"/>
                  </a:lnTo>
                  <a:cubicBezTo>
                    <a:pt x="75" y="141"/>
                    <a:pt x="67" y="125"/>
                    <a:pt x="67" y="117"/>
                  </a:cubicBezTo>
                  <a:cubicBezTo>
                    <a:pt x="67" y="92"/>
                    <a:pt x="67" y="59"/>
                    <a:pt x="67" y="34"/>
                  </a:cubicBezTo>
                  <a:cubicBezTo>
                    <a:pt x="67" y="17"/>
                    <a:pt x="50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3" name="Google Shape;3543;p6"/>
            <p:cNvSpPr/>
            <p:nvPr/>
          </p:nvSpPr>
          <p:spPr>
            <a:xfrm>
              <a:off x="2714850" y="1454900"/>
              <a:ext cx="18475" cy="103575"/>
            </a:xfrm>
            <a:custGeom>
              <a:rect b="b" l="l" r="r" t="t"/>
              <a:pathLst>
                <a:path extrusionOk="0" h="4143" w="739">
                  <a:moveTo>
                    <a:pt x="611" y="0"/>
                  </a:moveTo>
                  <a:cubicBezTo>
                    <a:pt x="596" y="0"/>
                    <a:pt x="584" y="8"/>
                    <a:pt x="589" y="28"/>
                  </a:cubicBezTo>
                  <a:cubicBezTo>
                    <a:pt x="597" y="169"/>
                    <a:pt x="622" y="310"/>
                    <a:pt x="622" y="459"/>
                  </a:cubicBezTo>
                  <a:cubicBezTo>
                    <a:pt x="622" y="600"/>
                    <a:pt x="614" y="749"/>
                    <a:pt x="589" y="890"/>
                  </a:cubicBezTo>
                  <a:cubicBezTo>
                    <a:pt x="514" y="1445"/>
                    <a:pt x="431" y="2000"/>
                    <a:pt x="349" y="2555"/>
                  </a:cubicBezTo>
                  <a:cubicBezTo>
                    <a:pt x="307" y="2820"/>
                    <a:pt x="257" y="3085"/>
                    <a:pt x="183" y="3342"/>
                  </a:cubicBezTo>
                  <a:cubicBezTo>
                    <a:pt x="141" y="3475"/>
                    <a:pt x="100" y="3599"/>
                    <a:pt x="67" y="3723"/>
                  </a:cubicBezTo>
                  <a:cubicBezTo>
                    <a:pt x="42" y="3856"/>
                    <a:pt x="17" y="3980"/>
                    <a:pt x="1" y="4113"/>
                  </a:cubicBezTo>
                  <a:cubicBezTo>
                    <a:pt x="1" y="4131"/>
                    <a:pt x="16" y="4142"/>
                    <a:pt x="32" y="4142"/>
                  </a:cubicBezTo>
                  <a:cubicBezTo>
                    <a:pt x="43" y="4142"/>
                    <a:pt x="55" y="4135"/>
                    <a:pt x="59" y="4121"/>
                  </a:cubicBezTo>
                  <a:cubicBezTo>
                    <a:pt x="83" y="3972"/>
                    <a:pt x="133" y="3823"/>
                    <a:pt x="183" y="3682"/>
                  </a:cubicBezTo>
                  <a:cubicBezTo>
                    <a:pt x="233" y="3541"/>
                    <a:pt x="282" y="3400"/>
                    <a:pt x="324" y="3259"/>
                  </a:cubicBezTo>
                  <a:cubicBezTo>
                    <a:pt x="398" y="2994"/>
                    <a:pt x="431" y="2721"/>
                    <a:pt x="473" y="2447"/>
                  </a:cubicBezTo>
                  <a:cubicBezTo>
                    <a:pt x="514" y="2166"/>
                    <a:pt x="556" y="1884"/>
                    <a:pt x="597" y="1602"/>
                  </a:cubicBezTo>
                  <a:cubicBezTo>
                    <a:pt x="639" y="1329"/>
                    <a:pt x="688" y="1047"/>
                    <a:pt x="713" y="774"/>
                  </a:cubicBezTo>
                  <a:cubicBezTo>
                    <a:pt x="730" y="649"/>
                    <a:pt x="738" y="517"/>
                    <a:pt x="730" y="384"/>
                  </a:cubicBezTo>
                  <a:cubicBezTo>
                    <a:pt x="721" y="260"/>
                    <a:pt x="705" y="127"/>
                    <a:pt x="639" y="11"/>
                  </a:cubicBezTo>
                  <a:cubicBezTo>
                    <a:pt x="632" y="4"/>
                    <a:pt x="621" y="0"/>
                    <a:pt x="6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4" name="Google Shape;3544;p6"/>
            <p:cNvSpPr/>
            <p:nvPr/>
          </p:nvSpPr>
          <p:spPr>
            <a:xfrm>
              <a:off x="2730175" y="1440675"/>
              <a:ext cx="1700" cy="5000"/>
            </a:xfrm>
            <a:custGeom>
              <a:rect b="b" l="l" r="r" t="t"/>
              <a:pathLst>
                <a:path extrusionOk="0" h="200" w="68">
                  <a:moveTo>
                    <a:pt x="50" y="0"/>
                  </a:moveTo>
                  <a:cubicBezTo>
                    <a:pt x="34" y="0"/>
                    <a:pt x="26" y="9"/>
                    <a:pt x="26" y="17"/>
                  </a:cubicBezTo>
                  <a:cubicBezTo>
                    <a:pt x="17" y="33"/>
                    <a:pt x="17" y="42"/>
                    <a:pt x="17" y="58"/>
                  </a:cubicBezTo>
                  <a:cubicBezTo>
                    <a:pt x="9" y="67"/>
                    <a:pt x="9" y="83"/>
                    <a:pt x="9" y="100"/>
                  </a:cubicBezTo>
                  <a:cubicBezTo>
                    <a:pt x="9" y="125"/>
                    <a:pt x="9" y="149"/>
                    <a:pt x="1" y="174"/>
                  </a:cubicBezTo>
                  <a:cubicBezTo>
                    <a:pt x="1" y="191"/>
                    <a:pt x="17" y="199"/>
                    <a:pt x="34" y="199"/>
                  </a:cubicBezTo>
                  <a:cubicBezTo>
                    <a:pt x="50" y="199"/>
                    <a:pt x="59" y="191"/>
                    <a:pt x="59" y="174"/>
                  </a:cubicBezTo>
                  <a:cubicBezTo>
                    <a:pt x="59" y="149"/>
                    <a:pt x="67" y="125"/>
                    <a:pt x="67" y="100"/>
                  </a:cubicBezTo>
                  <a:cubicBezTo>
                    <a:pt x="67" y="83"/>
                    <a:pt x="67" y="75"/>
                    <a:pt x="67" y="58"/>
                  </a:cubicBezTo>
                  <a:cubicBezTo>
                    <a:pt x="67" y="50"/>
                    <a:pt x="67" y="33"/>
                    <a:pt x="67" y="25"/>
                  </a:cubicBezTo>
                  <a:cubicBezTo>
                    <a:pt x="67" y="17"/>
                    <a:pt x="59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5" name="Google Shape;3545;p6"/>
            <p:cNvSpPr/>
            <p:nvPr/>
          </p:nvSpPr>
          <p:spPr>
            <a:xfrm>
              <a:off x="2460700" y="1411250"/>
              <a:ext cx="283600" cy="474625"/>
            </a:xfrm>
            <a:custGeom>
              <a:rect b="b" l="l" r="r" t="t"/>
              <a:pathLst>
                <a:path extrusionOk="0" h="18985" w="11344">
                  <a:moveTo>
                    <a:pt x="605" y="10797"/>
                  </a:moveTo>
                  <a:cubicBezTo>
                    <a:pt x="605" y="10797"/>
                    <a:pt x="613" y="10797"/>
                    <a:pt x="613" y="10805"/>
                  </a:cubicBezTo>
                  <a:lnTo>
                    <a:pt x="597" y="10797"/>
                  </a:lnTo>
                  <a:close/>
                  <a:moveTo>
                    <a:pt x="2685" y="11020"/>
                  </a:moveTo>
                  <a:cubicBezTo>
                    <a:pt x="2693" y="11037"/>
                    <a:pt x="2701" y="11062"/>
                    <a:pt x="2701" y="11078"/>
                  </a:cubicBezTo>
                  <a:cubicBezTo>
                    <a:pt x="2685" y="11062"/>
                    <a:pt x="2677" y="11045"/>
                    <a:pt x="2660" y="11037"/>
                  </a:cubicBezTo>
                  <a:cubicBezTo>
                    <a:pt x="2668" y="11029"/>
                    <a:pt x="2677" y="11029"/>
                    <a:pt x="2685" y="11020"/>
                  </a:cubicBezTo>
                  <a:close/>
                  <a:moveTo>
                    <a:pt x="771" y="10614"/>
                  </a:moveTo>
                  <a:cubicBezTo>
                    <a:pt x="796" y="10656"/>
                    <a:pt x="821" y="10689"/>
                    <a:pt x="862" y="10714"/>
                  </a:cubicBezTo>
                  <a:cubicBezTo>
                    <a:pt x="937" y="10764"/>
                    <a:pt x="1028" y="10764"/>
                    <a:pt x="1111" y="10764"/>
                  </a:cubicBezTo>
                  <a:cubicBezTo>
                    <a:pt x="1276" y="10764"/>
                    <a:pt x="1450" y="10739"/>
                    <a:pt x="1624" y="10739"/>
                  </a:cubicBezTo>
                  <a:cubicBezTo>
                    <a:pt x="1707" y="10739"/>
                    <a:pt x="1790" y="10739"/>
                    <a:pt x="1873" y="10747"/>
                  </a:cubicBezTo>
                  <a:cubicBezTo>
                    <a:pt x="1914" y="10755"/>
                    <a:pt x="1956" y="10764"/>
                    <a:pt x="1997" y="10780"/>
                  </a:cubicBezTo>
                  <a:cubicBezTo>
                    <a:pt x="2030" y="10788"/>
                    <a:pt x="2055" y="10797"/>
                    <a:pt x="2072" y="10830"/>
                  </a:cubicBezTo>
                  <a:cubicBezTo>
                    <a:pt x="2088" y="10863"/>
                    <a:pt x="2097" y="10904"/>
                    <a:pt x="2113" y="10938"/>
                  </a:cubicBezTo>
                  <a:cubicBezTo>
                    <a:pt x="2121" y="10962"/>
                    <a:pt x="2138" y="10987"/>
                    <a:pt x="2163" y="11012"/>
                  </a:cubicBezTo>
                  <a:cubicBezTo>
                    <a:pt x="2204" y="11062"/>
                    <a:pt x="2271" y="11095"/>
                    <a:pt x="2337" y="11112"/>
                  </a:cubicBezTo>
                  <a:cubicBezTo>
                    <a:pt x="2349" y="11115"/>
                    <a:pt x="2360" y="11117"/>
                    <a:pt x="2371" y="11118"/>
                  </a:cubicBezTo>
                  <a:lnTo>
                    <a:pt x="2371" y="11118"/>
                  </a:lnTo>
                  <a:cubicBezTo>
                    <a:pt x="2299" y="11113"/>
                    <a:pt x="2228" y="11098"/>
                    <a:pt x="2163" y="11078"/>
                  </a:cubicBezTo>
                  <a:cubicBezTo>
                    <a:pt x="2155" y="11062"/>
                    <a:pt x="2146" y="11054"/>
                    <a:pt x="2130" y="11045"/>
                  </a:cubicBezTo>
                  <a:cubicBezTo>
                    <a:pt x="2105" y="11037"/>
                    <a:pt x="2080" y="11029"/>
                    <a:pt x="2047" y="11020"/>
                  </a:cubicBezTo>
                  <a:cubicBezTo>
                    <a:pt x="1989" y="10979"/>
                    <a:pt x="1931" y="10938"/>
                    <a:pt x="1865" y="10904"/>
                  </a:cubicBezTo>
                  <a:cubicBezTo>
                    <a:pt x="1840" y="10888"/>
                    <a:pt x="1823" y="10880"/>
                    <a:pt x="1798" y="10863"/>
                  </a:cubicBezTo>
                  <a:cubicBezTo>
                    <a:pt x="1740" y="10838"/>
                    <a:pt x="1682" y="10813"/>
                    <a:pt x="1616" y="10805"/>
                  </a:cubicBezTo>
                  <a:lnTo>
                    <a:pt x="1566" y="10805"/>
                  </a:lnTo>
                  <a:cubicBezTo>
                    <a:pt x="1508" y="10797"/>
                    <a:pt x="1459" y="10797"/>
                    <a:pt x="1409" y="10788"/>
                  </a:cubicBezTo>
                  <a:cubicBezTo>
                    <a:pt x="1276" y="10780"/>
                    <a:pt x="1144" y="10788"/>
                    <a:pt x="1019" y="10772"/>
                  </a:cubicBezTo>
                  <a:lnTo>
                    <a:pt x="978" y="10772"/>
                  </a:lnTo>
                  <a:cubicBezTo>
                    <a:pt x="887" y="10747"/>
                    <a:pt x="796" y="10714"/>
                    <a:pt x="713" y="10672"/>
                  </a:cubicBezTo>
                  <a:cubicBezTo>
                    <a:pt x="729" y="10656"/>
                    <a:pt x="754" y="10631"/>
                    <a:pt x="771" y="10614"/>
                  </a:cubicBezTo>
                  <a:close/>
                  <a:moveTo>
                    <a:pt x="1028" y="12603"/>
                  </a:moveTo>
                  <a:lnTo>
                    <a:pt x="1028" y="12636"/>
                  </a:lnTo>
                  <a:cubicBezTo>
                    <a:pt x="1011" y="12628"/>
                    <a:pt x="995" y="12628"/>
                    <a:pt x="986" y="12620"/>
                  </a:cubicBezTo>
                  <a:cubicBezTo>
                    <a:pt x="986" y="12611"/>
                    <a:pt x="995" y="12611"/>
                    <a:pt x="1003" y="12603"/>
                  </a:cubicBezTo>
                  <a:cubicBezTo>
                    <a:pt x="1007" y="12607"/>
                    <a:pt x="1011" y="12609"/>
                    <a:pt x="1015" y="12609"/>
                  </a:cubicBezTo>
                  <a:cubicBezTo>
                    <a:pt x="1019" y="12609"/>
                    <a:pt x="1024" y="12607"/>
                    <a:pt x="1028" y="12603"/>
                  </a:cubicBezTo>
                  <a:close/>
                  <a:moveTo>
                    <a:pt x="10481" y="13307"/>
                  </a:moveTo>
                  <a:lnTo>
                    <a:pt x="10481" y="13307"/>
                  </a:lnTo>
                  <a:cubicBezTo>
                    <a:pt x="10482" y="13308"/>
                    <a:pt x="10482" y="13310"/>
                    <a:pt x="10482" y="13311"/>
                  </a:cubicBezTo>
                  <a:lnTo>
                    <a:pt x="10482" y="13311"/>
                  </a:lnTo>
                  <a:cubicBezTo>
                    <a:pt x="10482" y="13310"/>
                    <a:pt x="10481" y="13309"/>
                    <a:pt x="10481" y="13307"/>
                  </a:cubicBezTo>
                  <a:close/>
                  <a:moveTo>
                    <a:pt x="763" y="12603"/>
                  </a:moveTo>
                  <a:cubicBezTo>
                    <a:pt x="845" y="12686"/>
                    <a:pt x="953" y="12752"/>
                    <a:pt x="1077" y="12752"/>
                  </a:cubicBezTo>
                  <a:cubicBezTo>
                    <a:pt x="1086" y="12752"/>
                    <a:pt x="1102" y="12744"/>
                    <a:pt x="1111" y="12736"/>
                  </a:cubicBezTo>
                  <a:cubicBezTo>
                    <a:pt x="1111" y="12760"/>
                    <a:pt x="1119" y="12777"/>
                    <a:pt x="1135" y="12785"/>
                  </a:cubicBezTo>
                  <a:cubicBezTo>
                    <a:pt x="1152" y="12901"/>
                    <a:pt x="1169" y="13009"/>
                    <a:pt x="1193" y="13117"/>
                  </a:cubicBezTo>
                  <a:cubicBezTo>
                    <a:pt x="1218" y="13224"/>
                    <a:pt x="1251" y="13332"/>
                    <a:pt x="1334" y="13398"/>
                  </a:cubicBezTo>
                  <a:cubicBezTo>
                    <a:pt x="1301" y="13415"/>
                    <a:pt x="1268" y="13423"/>
                    <a:pt x="1235" y="13440"/>
                  </a:cubicBezTo>
                  <a:cubicBezTo>
                    <a:pt x="1177" y="13473"/>
                    <a:pt x="1111" y="13506"/>
                    <a:pt x="1061" y="13556"/>
                  </a:cubicBezTo>
                  <a:cubicBezTo>
                    <a:pt x="1028" y="13572"/>
                    <a:pt x="1003" y="13597"/>
                    <a:pt x="978" y="13622"/>
                  </a:cubicBezTo>
                  <a:cubicBezTo>
                    <a:pt x="961" y="13639"/>
                    <a:pt x="945" y="13655"/>
                    <a:pt x="920" y="13672"/>
                  </a:cubicBezTo>
                  <a:cubicBezTo>
                    <a:pt x="906" y="13683"/>
                    <a:pt x="891" y="13687"/>
                    <a:pt x="877" y="13687"/>
                  </a:cubicBezTo>
                  <a:cubicBezTo>
                    <a:pt x="847" y="13687"/>
                    <a:pt x="818" y="13669"/>
                    <a:pt x="796" y="13647"/>
                  </a:cubicBezTo>
                  <a:cubicBezTo>
                    <a:pt x="713" y="13564"/>
                    <a:pt x="663" y="13432"/>
                    <a:pt x="647" y="13316"/>
                  </a:cubicBezTo>
                  <a:cubicBezTo>
                    <a:pt x="630" y="13175"/>
                    <a:pt x="647" y="13050"/>
                    <a:pt x="688" y="12926"/>
                  </a:cubicBezTo>
                  <a:lnTo>
                    <a:pt x="688" y="12918"/>
                  </a:lnTo>
                  <a:cubicBezTo>
                    <a:pt x="705" y="12852"/>
                    <a:pt x="729" y="12794"/>
                    <a:pt x="738" y="12719"/>
                  </a:cubicBezTo>
                  <a:cubicBezTo>
                    <a:pt x="746" y="12686"/>
                    <a:pt x="754" y="12644"/>
                    <a:pt x="763" y="12603"/>
                  </a:cubicBezTo>
                  <a:close/>
                  <a:moveTo>
                    <a:pt x="11028" y="117"/>
                  </a:moveTo>
                  <a:cubicBezTo>
                    <a:pt x="11053" y="167"/>
                    <a:pt x="11070" y="216"/>
                    <a:pt x="11095" y="274"/>
                  </a:cubicBezTo>
                  <a:cubicBezTo>
                    <a:pt x="11269" y="788"/>
                    <a:pt x="11177" y="1351"/>
                    <a:pt x="11136" y="1873"/>
                  </a:cubicBezTo>
                  <a:cubicBezTo>
                    <a:pt x="11086" y="2462"/>
                    <a:pt x="11078" y="3058"/>
                    <a:pt x="11045" y="3646"/>
                  </a:cubicBezTo>
                  <a:cubicBezTo>
                    <a:pt x="11020" y="4235"/>
                    <a:pt x="10970" y="4823"/>
                    <a:pt x="10829" y="5395"/>
                  </a:cubicBezTo>
                  <a:cubicBezTo>
                    <a:pt x="10796" y="5535"/>
                    <a:pt x="10755" y="5676"/>
                    <a:pt x="10713" y="5817"/>
                  </a:cubicBezTo>
                  <a:cubicBezTo>
                    <a:pt x="10680" y="5941"/>
                    <a:pt x="10647" y="6082"/>
                    <a:pt x="10680" y="6215"/>
                  </a:cubicBezTo>
                  <a:cubicBezTo>
                    <a:pt x="10697" y="6281"/>
                    <a:pt x="10730" y="6339"/>
                    <a:pt x="10763" y="6397"/>
                  </a:cubicBezTo>
                  <a:cubicBezTo>
                    <a:pt x="10788" y="6439"/>
                    <a:pt x="10813" y="6497"/>
                    <a:pt x="10796" y="6555"/>
                  </a:cubicBezTo>
                  <a:cubicBezTo>
                    <a:pt x="10780" y="6662"/>
                    <a:pt x="10680" y="6737"/>
                    <a:pt x="10597" y="6795"/>
                  </a:cubicBezTo>
                  <a:cubicBezTo>
                    <a:pt x="10498" y="6861"/>
                    <a:pt x="10374" y="6911"/>
                    <a:pt x="10357" y="7043"/>
                  </a:cubicBezTo>
                  <a:cubicBezTo>
                    <a:pt x="10332" y="7176"/>
                    <a:pt x="10407" y="7309"/>
                    <a:pt x="10423" y="7433"/>
                  </a:cubicBezTo>
                  <a:cubicBezTo>
                    <a:pt x="10448" y="7690"/>
                    <a:pt x="10399" y="7938"/>
                    <a:pt x="10258" y="8162"/>
                  </a:cubicBezTo>
                  <a:cubicBezTo>
                    <a:pt x="10245" y="8181"/>
                    <a:pt x="10266" y="8204"/>
                    <a:pt x="10283" y="8204"/>
                  </a:cubicBezTo>
                  <a:cubicBezTo>
                    <a:pt x="10289" y="8204"/>
                    <a:pt x="10295" y="8201"/>
                    <a:pt x="10299" y="8195"/>
                  </a:cubicBezTo>
                  <a:cubicBezTo>
                    <a:pt x="10365" y="8104"/>
                    <a:pt x="10423" y="8013"/>
                    <a:pt x="10457" y="7905"/>
                  </a:cubicBezTo>
                  <a:cubicBezTo>
                    <a:pt x="10457" y="7897"/>
                    <a:pt x="10465" y="7897"/>
                    <a:pt x="10465" y="7889"/>
                  </a:cubicBezTo>
                  <a:cubicBezTo>
                    <a:pt x="10465" y="8013"/>
                    <a:pt x="10465" y="8137"/>
                    <a:pt x="10481" y="8253"/>
                  </a:cubicBezTo>
                  <a:cubicBezTo>
                    <a:pt x="10490" y="8452"/>
                    <a:pt x="10523" y="8651"/>
                    <a:pt x="10556" y="8850"/>
                  </a:cubicBezTo>
                  <a:cubicBezTo>
                    <a:pt x="10589" y="9049"/>
                    <a:pt x="10622" y="9239"/>
                    <a:pt x="10581" y="9438"/>
                  </a:cubicBezTo>
                  <a:cubicBezTo>
                    <a:pt x="10539" y="9620"/>
                    <a:pt x="10465" y="9794"/>
                    <a:pt x="10423" y="9977"/>
                  </a:cubicBezTo>
                  <a:cubicBezTo>
                    <a:pt x="10399" y="10059"/>
                    <a:pt x="10390" y="10151"/>
                    <a:pt x="10390" y="10242"/>
                  </a:cubicBezTo>
                  <a:cubicBezTo>
                    <a:pt x="10390" y="10325"/>
                    <a:pt x="10399" y="10432"/>
                    <a:pt x="10465" y="10490"/>
                  </a:cubicBezTo>
                  <a:cubicBezTo>
                    <a:pt x="10465" y="10540"/>
                    <a:pt x="10473" y="10581"/>
                    <a:pt x="10481" y="10623"/>
                  </a:cubicBezTo>
                  <a:cubicBezTo>
                    <a:pt x="10548" y="10962"/>
                    <a:pt x="10705" y="11269"/>
                    <a:pt x="10788" y="11609"/>
                  </a:cubicBezTo>
                  <a:cubicBezTo>
                    <a:pt x="10829" y="11758"/>
                    <a:pt x="10854" y="11915"/>
                    <a:pt x="10846" y="12081"/>
                  </a:cubicBezTo>
                  <a:cubicBezTo>
                    <a:pt x="10846" y="12089"/>
                    <a:pt x="10846" y="12098"/>
                    <a:pt x="10846" y="12114"/>
                  </a:cubicBezTo>
                  <a:cubicBezTo>
                    <a:pt x="10829" y="12056"/>
                    <a:pt x="10805" y="11990"/>
                    <a:pt x="10763" y="11957"/>
                  </a:cubicBezTo>
                  <a:cubicBezTo>
                    <a:pt x="10759" y="11953"/>
                    <a:pt x="10755" y="11951"/>
                    <a:pt x="10751" y="11951"/>
                  </a:cubicBezTo>
                  <a:cubicBezTo>
                    <a:pt x="10736" y="11951"/>
                    <a:pt x="10722" y="11969"/>
                    <a:pt x="10722" y="11982"/>
                  </a:cubicBezTo>
                  <a:cubicBezTo>
                    <a:pt x="10713" y="12023"/>
                    <a:pt x="10730" y="12056"/>
                    <a:pt x="10738" y="12098"/>
                  </a:cubicBezTo>
                  <a:cubicBezTo>
                    <a:pt x="10747" y="12131"/>
                    <a:pt x="10755" y="12172"/>
                    <a:pt x="10763" y="12205"/>
                  </a:cubicBezTo>
                  <a:cubicBezTo>
                    <a:pt x="10771" y="12280"/>
                    <a:pt x="10771" y="12354"/>
                    <a:pt x="10771" y="12429"/>
                  </a:cubicBezTo>
                  <a:cubicBezTo>
                    <a:pt x="10771" y="12437"/>
                    <a:pt x="10763" y="12446"/>
                    <a:pt x="10763" y="12454"/>
                  </a:cubicBezTo>
                  <a:cubicBezTo>
                    <a:pt x="10755" y="12470"/>
                    <a:pt x="10747" y="12495"/>
                    <a:pt x="10738" y="12520"/>
                  </a:cubicBezTo>
                  <a:cubicBezTo>
                    <a:pt x="10738" y="12537"/>
                    <a:pt x="10738" y="12545"/>
                    <a:pt x="10747" y="12553"/>
                  </a:cubicBezTo>
                  <a:cubicBezTo>
                    <a:pt x="10738" y="12586"/>
                    <a:pt x="10730" y="12611"/>
                    <a:pt x="10722" y="12644"/>
                  </a:cubicBezTo>
                  <a:cubicBezTo>
                    <a:pt x="10714" y="12652"/>
                    <a:pt x="10713" y="12660"/>
                    <a:pt x="10713" y="12668"/>
                  </a:cubicBezTo>
                  <a:lnTo>
                    <a:pt x="10713" y="12668"/>
                  </a:lnTo>
                  <a:cubicBezTo>
                    <a:pt x="10714" y="12594"/>
                    <a:pt x="10722" y="12520"/>
                    <a:pt x="10722" y="12446"/>
                  </a:cubicBezTo>
                  <a:cubicBezTo>
                    <a:pt x="10722" y="12437"/>
                    <a:pt x="10713" y="12437"/>
                    <a:pt x="10713" y="12429"/>
                  </a:cubicBezTo>
                  <a:cubicBezTo>
                    <a:pt x="10713" y="12404"/>
                    <a:pt x="10713" y="12379"/>
                    <a:pt x="10713" y="12346"/>
                  </a:cubicBezTo>
                  <a:cubicBezTo>
                    <a:pt x="10713" y="12325"/>
                    <a:pt x="10697" y="12315"/>
                    <a:pt x="10680" y="12315"/>
                  </a:cubicBezTo>
                  <a:cubicBezTo>
                    <a:pt x="10664" y="12315"/>
                    <a:pt x="10647" y="12325"/>
                    <a:pt x="10647" y="12346"/>
                  </a:cubicBezTo>
                  <a:cubicBezTo>
                    <a:pt x="10647" y="12437"/>
                    <a:pt x="10647" y="12520"/>
                    <a:pt x="10631" y="12603"/>
                  </a:cubicBezTo>
                  <a:cubicBezTo>
                    <a:pt x="10622" y="12644"/>
                    <a:pt x="10614" y="12686"/>
                    <a:pt x="10606" y="12727"/>
                  </a:cubicBezTo>
                  <a:cubicBezTo>
                    <a:pt x="10597" y="12769"/>
                    <a:pt x="10589" y="12810"/>
                    <a:pt x="10589" y="12852"/>
                  </a:cubicBezTo>
                  <a:cubicBezTo>
                    <a:pt x="10589" y="12860"/>
                    <a:pt x="10597" y="12868"/>
                    <a:pt x="10606" y="12876"/>
                  </a:cubicBezTo>
                  <a:cubicBezTo>
                    <a:pt x="10597" y="12918"/>
                    <a:pt x="10581" y="12959"/>
                    <a:pt x="10573" y="13001"/>
                  </a:cubicBezTo>
                  <a:cubicBezTo>
                    <a:pt x="10573" y="12992"/>
                    <a:pt x="10573" y="12984"/>
                    <a:pt x="10573" y="12976"/>
                  </a:cubicBezTo>
                  <a:cubicBezTo>
                    <a:pt x="10573" y="12943"/>
                    <a:pt x="10546" y="12923"/>
                    <a:pt x="10519" y="12923"/>
                  </a:cubicBezTo>
                  <a:cubicBezTo>
                    <a:pt x="10500" y="12923"/>
                    <a:pt x="10480" y="12934"/>
                    <a:pt x="10473" y="12959"/>
                  </a:cubicBezTo>
                  <a:cubicBezTo>
                    <a:pt x="10440" y="13133"/>
                    <a:pt x="10390" y="13307"/>
                    <a:pt x="10324" y="13465"/>
                  </a:cubicBezTo>
                  <a:cubicBezTo>
                    <a:pt x="10318" y="13462"/>
                    <a:pt x="10311" y="13460"/>
                    <a:pt x="10304" y="13460"/>
                  </a:cubicBezTo>
                  <a:cubicBezTo>
                    <a:pt x="10291" y="13460"/>
                    <a:pt x="10280" y="13466"/>
                    <a:pt x="10274" y="13481"/>
                  </a:cubicBezTo>
                  <a:cubicBezTo>
                    <a:pt x="10233" y="13606"/>
                    <a:pt x="10175" y="13722"/>
                    <a:pt x="10109" y="13838"/>
                  </a:cubicBezTo>
                  <a:cubicBezTo>
                    <a:pt x="10092" y="13871"/>
                    <a:pt x="10067" y="13904"/>
                    <a:pt x="10051" y="13937"/>
                  </a:cubicBezTo>
                  <a:cubicBezTo>
                    <a:pt x="10026" y="13987"/>
                    <a:pt x="9993" y="14036"/>
                    <a:pt x="9959" y="14086"/>
                  </a:cubicBezTo>
                  <a:cubicBezTo>
                    <a:pt x="9918" y="14136"/>
                    <a:pt x="9868" y="14186"/>
                    <a:pt x="9843" y="14244"/>
                  </a:cubicBezTo>
                  <a:cubicBezTo>
                    <a:pt x="9827" y="14277"/>
                    <a:pt x="9810" y="14310"/>
                    <a:pt x="9819" y="14343"/>
                  </a:cubicBezTo>
                  <a:cubicBezTo>
                    <a:pt x="9827" y="14368"/>
                    <a:pt x="9835" y="14384"/>
                    <a:pt x="9868" y="14384"/>
                  </a:cubicBezTo>
                  <a:cubicBezTo>
                    <a:pt x="9893" y="14376"/>
                    <a:pt x="9910" y="14343"/>
                    <a:pt x="9918" y="14318"/>
                  </a:cubicBezTo>
                  <a:cubicBezTo>
                    <a:pt x="9935" y="14285"/>
                    <a:pt x="9951" y="14260"/>
                    <a:pt x="9968" y="14235"/>
                  </a:cubicBezTo>
                  <a:cubicBezTo>
                    <a:pt x="10034" y="14144"/>
                    <a:pt x="10092" y="14053"/>
                    <a:pt x="10150" y="13954"/>
                  </a:cubicBezTo>
                  <a:cubicBezTo>
                    <a:pt x="10191" y="13904"/>
                    <a:pt x="10233" y="13846"/>
                    <a:pt x="10266" y="13788"/>
                  </a:cubicBezTo>
                  <a:cubicBezTo>
                    <a:pt x="10316" y="13705"/>
                    <a:pt x="10357" y="13622"/>
                    <a:pt x="10399" y="13539"/>
                  </a:cubicBezTo>
                  <a:cubicBezTo>
                    <a:pt x="10407" y="13506"/>
                    <a:pt x="10423" y="13481"/>
                    <a:pt x="10432" y="13448"/>
                  </a:cubicBezTo>
                  <a:cubicBezTo>
                    <a:pt x="10465" y="13713"/>
                    <a:pt x="10556" y="13970"/>
                    <a:pt x="10664" y="14210"/>
                  </a:cubicBezTo>
                  <a:cubicBezTo>
                    <a:pt x="10647" y="14227"/>
                    <a:pt x="10631" y="14252"/>
                    <a:pt x="10639" y="14277"/>
                  </a:cubicBezTo>
                  <a:cubicBezTo>
                    <a:pt x="10664" y="14418"/>
                    <a:pt x="10697" y="14567"/>
                    <a:pt x="10722" y="14716"/>
                  </a:cubicBezTo>
                  <a:cubicBezTo>
                    <a:pt x="10730" y="14782"/>
                    <a:pt x="10738" y="14848"/>
                    <a:pt x="10722" y="14915"/>
                  </a:cubicBezTo>
                  <a:cubicBezTo>
                    <a:pt x="10697" y="14981"/>
                    <a:pt x="10655" y="15039"/>
                    <a:pt x="10655" y="15114"/>
                  </a:cubicBezTo>
                  <a:cubicBezTo>
                    <a:pt x="10655" y="15136"/>
                    <a:pt x="10674" y="15147"/>
                    <a:pt x="10694" y="15147"/>
                  </a:cubicBezTo>
                  <a:cubicBezTo>
                    <a:pt x="10703" y="15147"/>
                    <a:pt x="10713" y="15144"/>
                    <a:pt x="10722" y="15138"/>
                  </a:cubicBezTo>
                  <a:lnTo>
                    <a:pt x="10722" y="15147"/>
                  </a:lnTo>
                  <a:cubicBezTo>
                    <a:pt x="10722" y="15172"/>
                    <a:pt x="10730" y="15205"/>
                    <a:pt x="10730" y="15238"/>
                  </a:cubicBezTo>
                  <a:cubicBezTo>
                    <a:pt x="10730" y="15254"/>
                    <a:pt x="10738" y="15271"/>
                    <a:pt x="10755" y="15279"/>
                  </a:cubicBezTo>
                  <a:cubicBezTo>
                    <a:pt x="10771" y="15337"/>
                    <a:pt x="10780" y="15404"/>
                    <a:pt x="10788" y="15470"/>
                  </a:cubicBezTo>
                  <a:cubicBezTo>
                    <a:pt x="10838" y="15702"/>
                    <a:pt x="10863" y="15934"/>
                    <a:pt x="10871" y="16166"/>
                  </a:cubicBezTo>
                  <a:cubicBezTo>
                    <a:pt x="10871" y="16282"/>
                    <a:pt x="10863" y="16389"/>
                    <a:pt x="10846" y="16505"/>
                  </a:cubicBezTo>
                  <a:cubicBezTo>
                    <a:pt x="10838" y="16563"/>
                    <a:pt x="10829" y="16621"/>
                    <a:pt x="10821" y="16679"/>
                  </a:cubicBezTo>
                  <a:cubicBezTo>
                    <a:pt x="10813" y="16729"/>
                    <a:pt x="10796" y="16787"/>
                    <a:pt x="10805" y="16837"/>
                  </a:cubicBezTo>
                  <a:cubicBezTo>
                    <a:pt x="10805" y="16851"/>
                    <a:pt x="10812" y="16857"/>
                    <a:pt x="10822" y="16857"/>
                  </a:cubicBezTo>
                  <a:cubicBezTo>
                    <a:pt x="10829" y="16857"/>
                    <a:pt x="10839" y="16853"/>
                    <a:pt x="10846" y="16845"/>
                  </a:cubicBezTo>
                  <a:cubicBezTo>
                    <a:pt x="10887" y="16804"/>
                    <a:pt x="10904" y="16729"/>
                    <a:pt x="10921" y="16671"/>
                  </a:cubicBezTo>
                  <a:cubicBezTo>
                    <a:pt x="10937" y="16605"/>
                    <a:pt x="10945" y="16539"/>
                    <a:pt x="10954" y="16472"/>
                  </a:cubicBezTo>
                  <a:cubicBezTo>
                    <a:pt x="10962" y="16406"/>
                    <a:pt x="10970" y="16340"/>
                    <a:pt x="10970" y="16265"/>
                  </a:cubicBezTo>
                  <a:cubicBezTo>
                    <a:pt x="10995" y="16348"/>
                    <a:pt x="11012" y="16439"/>
                    <a:pt x="11037" y="16522"/>
                  </a:cubicBezTo>
                  <a:cubicBezTo>
                    <a:pt x="11028" y="16514"/>
                    <a:pt x="11018" y="16510"/>
                    <a:pt x="11008" y="16510"/>
                  </a:cubicBezTo>
                  <a:cubicBezTo>
                    <a:pt x="10979" y="16510"/>
                    <a:pt x="10950" y="16541"/>
                    <a:pt x="10962" y="16572"/>
                  </a:cubicBezTo>
                  <a:cubicBezTo>
                    <a:pt x="11020" y="16746"/>
                    <a:pt x="11078" y="16920"/>
                    <a:pt x="11136" y="17102"/>
                  </a:cubicBezTo>
                  <a:cubicBezTo>
                    <a:pt x="11161" y="17168"/>
                    <a:pt x="11194" y="17251"/>
                    <a:pt x="11211" y="17326"/>
                  </a:cubicBezTo>
                  <a:cubicBezTo>
                    <a:pt x="11219" y="17400"/>
                    <a:pt x="11177" y="17458"/>
                    <a:pt x="11136" y="17516"/>
                  </a:cubicBezTo>
                  <a:cubicBezTo>
                    <a:pt x="11053" y="17624"/>
                    <a:pt x="10962" y="17723"/>
                    <a:pt x="10863" y="17806"/>
                  </a:cubicBezTo>
                  <a:cubicBezTo>
                    <a:pt x="10763" y="17897"/>
                    <a:pt x="10655" y="17980"/>
                    <a:pt x="10548" y="18055"/>
                  </a:cubicBezTo>
                  <a:cubicBezTo>
                    <a:pt x="10490" y="18088"/>
                    <a:pt x="10432" y="18121"/>
                    <a:pt x="10374" y="18154"/>
                  </a:cubicBezTo>
                  <a:cubicBezTo>
                    <a:pt x="10357" y="18163"/>
                    <a:pt x="10341" y="18179"/>
                    <a:pt x="10324" y="18187"/>
                  </a:cubicBezTo>
                  <a:cubicBezTo>
                    <a:pt x="10051" y="18270"/>
                    <a:pt x="9785" y="18361"/>
                    <a:pt x="9512" y="18444"/>
                  </a:cubicBezTo>
                  <a:cubicBezTo>
                    <a:pt x="9230" y="18527"/>
                    <a:pt x="8940" y="18602"/>
                    <a:pt x="8650" y="18660"/>
                  </a:cubicBezTo>
                  <a:cubicBezTo>
                    <a:pt x="7957" y="18798"/>
                    <a:pt x="7253" y="18874"/>
                    <a:pt x="6547" y="18874"/>
                  </a:cubicBezTo>
                  <a:cubicBezTo>
                    <a:pt x="6199" y="18874"/>
                    <a:pt x="5850" y="18855"/>
                    <a:pt x="5502" y="18817"/>
                  </a:cubicBezTo>
                  <a:cubicBezTo>
                    <a:pt x="4458" y="18709"/>
                    <a:pt x="3431" y="18419"/>
                    <a:pt x="2486" y="17947"/>
                  </a:cubicBezTo>
                  <a:cubicBezTo>
                    <a:pt x="2476" y="17941"/>
                    <a:pt x="2466" y="17939"/>
                    <a:pt x="2456" y="17939"/>
                  </a:cubicBezTo>
                  <a:cubicBezTo>
                    <a:pt x="2422" y="17939"/>
                    <a:pt x="2390" y="17969"/>
                    <a:pt x="2403" y="18013"/>
                  </a:cubicBezTo>
                  <a:lnTo>
                    <a:pt x="2420" y="18063"/>
                  </a:lnTo>
                  <a:cubicBezTo>
                    <a:pt x="2254" y="17972"/>
                    <a:pt x="2088" y="17881"/>
                    <a:pt x="1923" y="17798"/>
                  </a:cubicBezTo>
                  <a:cubicBezTo>
                    <a:pt x="1599" y="17624"/>
                    <a:pt x="1251" y="17467"/>
                    <a:pt x="978" y="17218"/>
                  </a:cubicBezTo>
                  <a:cubicBezTo>
                    <a:pt x="895" y="17143"/>
                    <a:pt x="829" y="17052"/>
                    <a:pt x="763" y="16953"/>
                  </a:cubicBezTo>
                  <a:lnTo>
                    <a:pt x="763" y="16953"/>
                  </a:lnTo>
                  <a:lnTo>
                    <a:pt x="787" y="16978"/>
                  </a:lnTo>
                  <a:cubicBezTo>
                    <a:pt x="796" y="16986"/>
                    <a:pt x="806" y="16990"/>
                    <a:pt x="816" y="16990"/>
                  </a:cubicBezTo>
                  <a:cubicBezTo>
                    <a:pt x="848" y="16990"/>
                    <a:pt x="879" y="16957"/>
                    <a:pt x="854" y="16920"/>
                  </a:cubicBezTo>
                  <a:cubicBezTo>
                    <a:pt x="796" y="16829"/>
                    <a:pt x="729" y="16737"/>
                    <a:pt x="680" y="16638"/>
                  </a:cubicBezTo>
                  <a:cubicBezTo>
                    <a:pt x="655" y="16588"/>
                    <a:pt x="630" y="16539"/>
                    <a:pt x="613" y="16481"/>
                  </a:cubicBezTo>
                  <a:cubicBezTo>
                    <a:pt x="613" y="16423"/>
                    <a:pt x="622" y="16356"/>
                    <a:pt x="630" y="16298"/>
                  </a:cubicBezTo>
                  <a:cubicBezTo>
                    <a:pt x="643" y="16254"/>
                    <a:pt x="611" y="16224"/>
                    <a:pt x="577" y="16224"/>
                  </a:cubicBezTo>
                  <a:cubicBezTo>
                    <a:pt x="567" y="16224"/>
                    <a:pt x="557" y="16226"/>
                    <a:pt x="547" y="16232"/>
                  </a:cubicBezTo>
                  <a:cubicBezTo>
                    <a:pt x="514" y="16000"/>
                    <a:pt x="531" y="15751"/>
                    <a:pt x="613" y="15536"/>
                  </a:cubicBezTo>
                  <a:lnTo>
                    <a:pt x="696" y="15569"/>
                  </a:lnTo>
                  <a:cubicBezTo>
                    <a:pt x="699" y="15570"/>
                    <a:pt x="702" y="15570"/>
                    <a:pt x="705" y="15570"/>
                  </a:cubicBezTo>
                  <a:cubicBezTo>
                    <a:pt x="738" y="15570"/>
                    <a:pt x="778" y="15532"/>
                    <a:pt x="763" y="15495"/>
                  </a:cubicBezTo>
                  <a:cubicBezTo>
                    <a:pt x="713" y="15379"/>
                    <a:pt x="754" y="15246"/>
                    <a:pt x="829" y="15138"/>
                  </a:cubicBezTo>
                  <a:cubicBezTo>
                    <a:pt x="895" y="15047"/>
                    <a:pt x="986" y="14981"/>
                    <a:pt x="1086" y="14915"/>
                  </a:cubicBezTo>
                  <a:cubicBezTo>
                    <a:pt x="1193" y="14840"/>
                    <a:pt x="1309" y="14766"/>
                    <a:pt x="1425" y="14691"/>
                  </a:cubicBezTo>
                  <a:cubicBezTo>
                    <a:pt x="1492" y="14641"/>
                    <a:pt x="1575" y="14592"/>
                    <a:pt x="1641" y="14525"/>
                  </a:cubicBezTo>
                  <a:lnTo>
                    <a:pt x="1641" y="14525"/>
                  </a:lnTo>
                  <a:cubicBezTo>
                    <a:pt x="1583" y="14989"/>
                    <a:pt x="1898" y="15404"/>
                    <a:pt x="2121" y="15776"/>
                  </a:cubicBezTo>
                  <a:cubicBezTo>
                    <a:pt x="2126" y="15786"/>
                    <a:pt x="2134" y="15790"/>
                    <a:pt x="2142" y="15790"/>
                  </a:cubicBezTo>
                  <a:cubicBezTo>
                    <a:pt x="2161" y="15790"/>
                    <a:pt x="2183" y="15767"/>
                    <a:pt x="2171" y="15743"/>
                  </a:cubicBezTo>
                  <a:cubicBezTo>
                    <a:pt x="2105" y="15619"/>
                    <a:pt x="2047" y="15495"/>
                    <a:pt x="1989" y="15370"/>
                  </a:cubicBezTo>
                  <a:cubicBezTo>
                    <a:pt x="1889" y="15163"/>
                    <a:pt x="1773" y="14956"/>
                    <a:pt x="1749" y="14724"/>
                  </a:cubicBezTo>
                  <a:cubicBezTo>
                    <a:pt x="1740" y="14608"/>
                    <a:pt x="1749" y="14500"/>
                    <a:pt x="1782" y="14393"/>
                  </a:cubicBezTo>
                  <a:cubicBezTo>
                    <a:pt x="1807" y="14335"/>
                    <a:pt x="1823" y="14285"/>
                    <a:pt x="1840" y="14227"/>
                  </a:cubicBezTo>
                  <a:cubicBezTo>
                    <a:pt x="1848" y="14202"/>
                    <a:pt x="1856" y="14177"/>
                    <a:pt x="1856" y="14144"/>
                  </a:cubicBezTo>
                  <a:cubicBezTo>
                    <a:pt x="1856" y="14136"/>
                    <a:pt x="1856" y="14119"/>
                    <a:pt x="1856" y="14111"/>
                  </a:cubicBezTo>
                  <a:cubicBezTo>
                    <a:pt x="1914" y="14109"/>
                    <a:pt x="1972" y="14107"/>
                    <a:pt x="2029" y="14107"/>
                  </a:cubicBezTo>
                  <a:cubicBezTo>
                    <a:pt x="2211" y="14107"/>
                    <a:pt x="2391" y="14123"/>
                    <a:pt x="2561" y="14186"/>
                  </a:cubicBezTo>
                  <a:cubicBezTo>
                    <a:pt x="2685" y="14244"/>
                    <a:pt x="2809" y="14318"/>
                    <a:pt x="2933" y="14376"/>
                  </a:cubicBezTo>
                  <a:cubicBezTo>
                    <a:pt x="3074" y="14434"/>
                    <a:pt x="3223" y="14442"/>
                    <a:pt x="3364" y="14442"/>
                  </a:cubicBezTo>
                  <a:cubicBezTo>
                    <a:pt x="3522" y="14442"/>
                    <a:pt x="3671" y="14426"/>
                    <a:pt x="3820" y="14409"/>
                  </a:cubicBezTo>
                  <a:cubicBezTo>
                    <a:pt x="3977" y="14401"/>
                    <a:pt x="4126" y="14384"/>
                    <a:pt x="4284" y="14360"/>
                  </a:cubicBezTo>
                  <a:cubicBezTo>
                    <a:pt x="4582" y="14318"/>
                    <a:pt x="4889" y="14268"/>
                    <a:pt x="5187" y="14186"/>
                  </a:cubicBezTo>
                  <a:cubicBezTo>
                    <a:pt x="5212" y="14177"/>
                    <a:pt x="5204" y="14136"/>
                    <a:pt x="5179" y="14136"/>
                  </a:cubicBezTo>
                  <a:cubicBezTo>
                    <a:pt x="4839" y="14177"/>
                    <a:pt x="4508" y="14235"/>
                    <a:pt x="4168" y="14268"/>
                  </a:cubicBezTo>
                  <a:cubicBezTo>
                    <a:pt x="4027" y="14285"/>
                    <a:pt x="3878" y="14302"/>
                    <a:pt x="3729" y="14310"/>
                  </a:cubicBezTo>
                  <a:cubicBezTo>
                    <a:pt x="3608" y="14317"/>
                    <a:pt x="3487" y="14329"/>
                    <a:pt x="3371" y="14329"/>
                  </a:cubicBezTo>
                  <a:cubicBezTo>
                    <a:pt x="3344" y="14329"/>
                    <a:pt x="3317" y="14328"/>
                    <a:pt x="3290" y="14326"/>
                  </a:cubicBezTo>
                  <a:cubicBezTo>
                    <a:pt x="3149" y="14326"/>
                    <a:pt x="3016" y="14293"/>
                    <a:pt x="2892" y="14227"/>
                  </a:cubicBezTo>
                  <a:cubicBezTo>
                    <a:pt x="2768" y="14161"/>
                    <a:pt x="2643" y="14094"/>
                    <a:pt x="2519" y="14053"/>
                  </a:cubicBezTo>
                  <a:cubicBezTo>
                    <a:pt x="2348" y="14001"/>
                    <a:pt x="2174" y="13991"/>
                    <a:pt x="2001" y="13991"/>
                  </a:cubicBezTo>
                  <a:cubicBezTo>
                    <a:pt x="1897" y="13991"/>
                    <a:pt x="1793" y="13995"/>
                    <a:pt x="1691" y="13995"/>
                  </a:cubicBezTo>
                  <a:cubicBezTo>
                    <a:pt x="1558" y="13995"/>
                    <a:pt x="1417" y="13995"/>
                    <a:pt x="1285" y="13962"/>
                  </a:cubicBezTo>
                  <a:cubicBezTo>
                    <a:pt x="1218" y="13954"/>
                    <a:pt x="1160" y="13929"/>
                    <a:pt x="1111" y="13887"/>
                  </a:cubicBezTo>
                  <a:cubicBezTo>
                    <a:pt x="1086" y="13871"/>
                    <a:pt x="1061" y="13846"/>
                    <a:pt x="1044" y="13821"/>
                  </a:cubicBezTo>
                  <a:cubicBezTo>
                    <a:pt x="1028" y="13813"/>
                    <a:pt x="1028" y="13796"/>
                    <a:pt x="1011" y="13788"/>
                  </a:cubicBezTo>
                  <a:cubicBezTo>
                    <a:pt x="1003" y="13780"/>
                    <a:pt x="995" y="13771"/>
                    <a:pt x="986" y="13763"/>
                  </a:cubicBezTo>
                  <a:cubicBezTo>
                    <a:pt x="1036" y="13730"/>
                    <a:pt x="1069" y="13688"/>
                    <a:pt x="1119" y="13647"/>
                  </a:cubicBezTo>
                  <a:cubicBezTo>
                    <a:pt x="1169" y="13606"/>
                    <a:pt x="1227" y="13572"/>
                    <a:pt x="1285" y="13539"/>
                  </a:cubicBezTo>
                  <a:cubicBezTo>
                    <a:pt x="1318" y="13523"/>
                    <a:pt x="1351" y="13506"/>
                    <a:pt x="1384" y="13490"/>
                  </a:cubicBezTo>
                  <a:cubicBezTo>
                    <a:pt x="1401" y="13481"/>
                    <a:pt x="1425" y="13473"/>
                    <a:pt x="1442" y="13456"/>
                  </a:cubicBezTo>
                  <a:cubicBezTo>
                    <a:pt x="1500" y="13481"/>
                    <a:pt x="1566" y="13498"/>
                    <a:pt x="1633" y="13498"/>
                  </a:cubicBezTo>
                  <a:cubicBezTo>
                    <a:pt x="1651" y="13499"/>
                    <a:pt x="1669" y="13500"/>
                    <a:pt x="1687" y="13500"/>
                  </a:cubicBezTo>
                  <a:cubicBezTo>
                    <a:pt x="1876" y="13500"/>
                    <a:pt x="2064" y="13426"/>
                    <a:pt x="2246" y="13374"/>
                  </a:cubicBezTo>
                  <a:cubicBezTo>
                    <a:pt x="2332" y="13352"/>
                    <a:pt x="2418" y="13331"/>
                    <a:pt x="2509" y="13331"/>
                  </a:cubicBezTo>
                  <a:cubicBezTo>
                    <a:pt x="2524" y="13331"/>
                    <a:pt x="2538" y="13331"/>
                    <a:pt x="2552" y="13332"/>
                  </a:cubicBezTo>
                  <a:cubicBezTo>
                    <a:pt x="2660" y="13332"/>
                    <a:pt x="2776" y="13374"/>
                    <a:pt x="2875" y="13423"/>
                  </a:cubicBezTo>
                  <a:cubicBezTo>
                    <a:pt x="2975" y="13465"/>
                    <a:pt x="3083" y="13523"/>
                    <a:pt x="3182" y="13572"/>
                  </a:cubicBezTo>
                  <a:cubicBezTo>
                    <a:pt x="3290" y="13622"/>
                    <a:pt x="3397" y="13664"/>
                    <a:pt x="3505" y="13697"/>
                  </a:cubicBezTo>
                  <a:cubicBezTo>
                    <a:pt x="3712" y="13771"/>
                    <a:pt x="3936" y="13829"/>
                    <a:pt x="4160" y="13854"/>
                  </a:cubicBezTo>
                  <a:cubicBezTo>
                    <a:pt x="4271" y="13871"/>
                    <a:pt x="4383" y="13879"/>
                    <a:pt x="4495" y="13879"/>
                  </a:cubicBezTo>
                  <a:cubicBezTo>
                    <a:pt x="4607" y="13879"/>
                    <a:pt x="4719" y="13871"/>
                    <a:pt x="4831" y="13854"/>
                  </a:cubicBezTo>
                  <a:cubicBezTo>
                    <a:pt x="5063" y="13821"/>
                    <a:pt x="5278" y="13746"/>
                    <a:pt x="5494" y="13647"/>
                  </a:cubicBezTo>
                  <a:cubicBezTo>
                    <a:pt x="5726" y="13548"/>
                    <a:pt x="5949" y="13440"/>
                    <a:pt x="6173" y="13332"/>
                  </a:cubicBezTo>
                  <a:cubicBezTo>
                    <a:pt x="6397" y="13216"/>
                    <a:pt x="6629" y="13108"/>
                    <a:pt x="6861" y="13001"/>
                  </a:cubicBezTo>
                  <a:cubicBezTo>
                    <a:pt x="6886" y="12984"/>
                    <a:pt x="6894" y="12943"/>
                    <a:pt x="6877" y="12918"/>
                  </a:cubicBezTo>
                  <a:cubicBezTo>
                    <a:pt x="6856" y="12867"/>
                    <a:pt x="6808" y="12842"/>
                    <a:pt x="6758" y="12842"/>
                  </a:cubicBezTo>
                  <a:cubicBezTo>
                    <a:pt x="6751" y="12842"/>
                    <a:pt x="6744" y="12842"/>
                    <a:pt x="6736" y="12843"/>
                  </a:cubicBezTo>
                  <a:cubicBezTo>
                    <a:pt x="6687" y="12852"/>
                    <a:pt x="6695" y="12918"/>
                    <a:pt x="6728" y="12934"/>
                  </a:cubicBezTo>
                  <a:cubicBezTo>
                    <a:pt x="6695" y="12951"/>
                    <a:pt x="6662" y="12968"/>
                    <a:pt x="6637" y="12984"/>
                  </a:cubicBezTo>
                  <a:lnTo>
                    <a:pt x="5966" y="13299"/>
                  </a:lnTo>
                  <a:cubicBezTo>
                    <a:pt x="5750" y="13407"/>
                    <a:pt x="5535" y="13514"/>
                    <a:pt x="5320" y="13597"/>
                  </a:cubicBezTo>
                  <a:cubicBezTo>
                    <a:pt x="5112" y="13680"/>
                    <a:pt x="4897" y="13738"/>
                    <a:pt x="4673" y="13755"/>
                  </a:cubicBezTo>
                  <a:cubicBezTo>
                    <a:pt x="4605" y="13760"/>
                    <a:pt x="4537" y="13763"/>
                    <a:pt x="4469" y="13763"/>
                  </a:cubicBezTo>
                  <a:cubicBezTo>
                    <a:pt x="4321" y="13763"/>
                    <a:pt x="4174" y="13750"/>
                    <a:pt x="4027" y="13722"/>
                  </a:cubicBezTo>
                  <a:cubicBezTo>
                    <a:pt x="3812" y="13680"/>
                    <a:pt x="3596" y="13614"/>
                    <a:pt x="3389" y="13539"/>
                  </a:cubicBezTo>
                  <a:cubicBezTo>
                    <a:pt x="3290" y="13498"/>
                    <a:pt x="3190" y="13448"/>
                    <a:pt x="3091" y="13398"/>
                  </a:cubicBezTo>
                  <a:cubicBezTo>
                    <a:pt x="2991" y="13349"/>
                    <a:pt x="2892" y="13299"/>
                    <a:pt x="2784" y="13258"/>
                  </a:cubicBezTo>
                  <a:cubicBezTo>
                    <a:pt x="2695" y="13230"/>
                    <a:pt x="2606" y="13214"/>
                    <a:pt x="2517" y="13214"/>
                  </a:cubicBezTo>
                  <a:cubicBezTo>
                    <a:pt x="2498" y="13214"/>
                    <a:pt x="2480" y="13215"/>
                    <a:pt x="2461" y="13216"/>
                  </a:cubicBezTo>
                  <a:cubicBezTo>
                    <a:pt x="2362" y="13224"/>
                    <a:pt x="2262" y="13249"/>
                    <a:pt x="2163" y="13274"/>
                  </a:cubicBezTo>
                  <a:cubicBezTo>
                    <a:pt x="2002" y="13323"/>
                    <a:pt x="1836" y="13389"/>
                    <a:pt x="1669" y="13389"/>
                  </a:cubicBezTo>
                  <a:cubicBezTo>
                    <a:pt x="1637" y="13389"/>
                    <a:pt x="1606" y="13387"/>
                    <a:pt x="1575" y="13382"/>
                  </a:cubicBezTo>
                  <a:cubicBezTo>
                    <a:pt x="1483" y="13357"/>
                    <a:pt x="1392" y="13316"/>
                    <a:pt x="1351" y="13224"/>
                  </a:cubicBezTo>
                  <a:cubicBezTo>
                    <a:pt x="1326" y="13175"/>
                    <a:pt x="1318" y="13125"/>
                    <a:pt x="1309" y="13075"/>
                  </a:cubicBezTo>
                  <a:cubicBezTo>
                    <a:pt x="1293" y="13017"/>
                    <a:pt x="1285" y="12951"/>
                    <a:pt x="1268" y="12893"/>
                  </a:cubicBezTo>
                  <a:cubicBezTo>
                    <a:pt x="1260" y="12835"/>
                    <a:pt x="1243" y="12777"/>
                    <a:pt x="1235" y="12719"/>
                  </a:cubicBezTo>
                  <a:cubicBezTo>
                    <a:pt x="1260" y="12653"/>
                    <a:pt x="1268" y="12586"/>
                    <a:pt x="1285" y="12528"/>
                  </a:cubicBezTo>
                  <a:lnTo>
                    <a:pt x="1293" y="12528"/>
                  </a:lnTo>
                  <a:cubicBezTo>
                    <a:pt x="1285" y="12537"/>
                    <a:pt x="1285" y="12545"/>
                    <a:pt x="1293" y="12553"/>
                  </a:cubicBezTo>
                  <a:cubicBezTo>
                    <a:pt x="1309" y="12578"/>
                    <a:pt x="1334" y="12611"/>
                    <a:pt x="1351" y="12636"/>
                  </a:cubicBezTo>
                  <a:cubicBezTo>
                    <a:pt x="1376" y="12661"/>
                    <a:pt x="1392" y="12694"/>
                    <a:pt x="1417" y="12719"/>
                  </a:cubicBezTo>
                  <a:cubicBezTo>
                    <a:pt x="1421" y="12723"/>
                    <a:pt x="1427" y="12725"/>
                    <a:pt x="1434" y="12725"/>
                  </a:cubicBezTo>
                  <a:cubicBezTo>
                    <a:pt x="1440" y="12725"/>
                    <a:pt x="1446" y="12723"/>
                    <a:pt x="1450" y="12719"/>
                  </a:cubicBezTo>
                  <a:cubicBezTo>
                    <a:pt x="1467" y="12711"/>
                    <a:pt x="1467" y="12694"/>
                    <a:pt x="1459" y="12686"/>
                  </a:cubicBezTo>
                  <a:cubicBezTo>
                    <a:pt x="1442" y="12653"/>
                    <a:pt x="1417" y="12628"/>
                    <a:pt x="1392" y="12603"/>
                  </a:cubicBezTo>
                  <a:cubicBezTo>
                    <a:pt x="1376" y="12570"/>
                    <a:pt x="1351" y="12545"/>
                    <a:pt x="1334" y="12520"/>
                  </a:cubicBezTo>
                  <a:lnTo>
                    <a:pt x="1326" y="12520"/>
                  </a:lnTo>
                  <a:cubicBezTo>
                    <a:pt x="1334" y="12512"/>
                    <a:pt x="1343" y="12504"/>
                    <a:pt x="1351" y="12487"/>
                  </a:cubicBezTo>
                  <a:cubicBezTo>
                    <a:pt x="1367" y="12446"/>
                    <a:pt x="1384" y="12404"/>
                    <a:pt x="1392" y="12354"/>
                  </a:cubicBezTo>
                  <a:cubicBezTo>
                    <a:pt x="1409" y="12296"/>
                    <a:pt x="1434" y="12238"/>
                    <a:pt x="1459" y="12189"/>
                  </a:cubicBezTo>
                  <a:cubicBezTo>
                    <a:pt x="1508" y="12106"/>
                    <a:pt x="1550" y="12015"/>
                    <a:pt x="1591" y="11932"/>
                  </a:cubicBezTo>
                  <a:lnTo>
                    <a:pt x="1591" y="11924"/>
                  </a:lnTo>
                  <a:cubicBezTo>
                    <a:pt x="1649" y="11915"/>
                    <a:pt x="1707" y="11915"/>
                    <a:pt x="1765" y="11915"/>
                  </a:cubicBezTo>
                  <a:cubicBezTo>
                    <a:pt x="1881" y="11907"/>
                    <a:pt x="1997" y="11899"/>
                    <a:pt x="2113" y="11890"/>
                  </a:cubicBezTo>
                  <a:cubicBezTo>
                    <a:pt x="2213" y="11882"/>
                    <a:pt x="2320" y="11882"/>
                    <a:pt x="2428" y="11866"/>
                  </a:cubicBezTo>
                  <a:cubicBezTo>
                    <a:pt x="2527" y="11857"/>
                    <a:pt x="2619" y="11816"/>
                    <a:pt x="2685" y="11741"/>
                  </a:cubicBezTo>
                  <a:cubicBezTo>
                    <a:pt x="2743" y="11667"/>
                    <a:pt x="2784" y="11584"/>
                    <a:pt x="2809" y="11493"/>
                  </a:cubicBezTo>
                  <a:cubicBezTo>
                    <a:pt x="2867" y="11294"/>
                    <a:pt x="2851" y="11087"/>
                    <a:pt x="2759" y="10904"/>
                  </a:cubicBezTo>
                  <a:cubicBezTo>
                    <a:pt x="2750" y="10882"/>
                    <a:pt x="2734" y="10874"/>
                    <a:pt x="2718" y="10874"/>
                  </a:cubicBezTo>
                  <a:cubicBezTo>
                    <a:pt x="2703" y="10874"/>
                    <a:pt x="2688" y="10880"/>
                    <a:pt x="2677" y="10888"/>
                  </a:cubicBezTo>
                  <a:cubicBezTo>
                    <a:pt x="2601" y="10952"/>
                    <a:pt x="2506" y="11003"/>
                    <a:pt x="2410" y="11003"/>
                  </a:cubicBezTo>
                  <a:cubicBezTo>
                    <a:pt x="2369" y="11003"/>
                    <a:pt x="2327" y="10993"/>
                    <a:pt x="2287" y="10971"/>
                  </a:cubicBezTo>
                  <a:cubicBezTo>
                    <a:pt x="2237" y="10938"/>
                    <a:pt x="2213" y="10896"/>
                    <a:pt x="2188" y="10838"/>
                  </a:cubicBezTo>
                  <a:cubicBezTo>
                    <a:pt x="2171" y="10772"/>
                    <a:pt x="2138" y="10722"/>
                    <a:pt x="2072" y="10697"/>
                  </a:cubicBezTo>
                  <a:cubicBezTo>
                    <a:pt x="1960" y="10651"/>
                    <a:pt x="1838" y="10637"/>
                    <a:pt x="1718" y="10637"/>
                  </a:cubicBezTo>
                  <a:cubicBezTo>
                    <a:pt x="1686" y="10637"/>
                    <a:pt x="1655" y="10638"/>
                    <a:pt x="1624" y="10639"/>
                  </a:cubicBezTo>
                  <a:cubicBezTo>
                    <a:pt x="1475" y="10639"/>
                    <a:pt x="1318" y="10656"/>
                    <a:pt x="1169" y="10664"/>
                  </a:cubicBezTo>
                  <a:cubicBezTo>
                    <a:pt x="1086" y="10664"/>
                    <a:pt x="937" y="10664"/>
                    <a:pt x="879" y="10590"/>
                  </a:cubicBezTo>
                  <a:cubicBezTo>
                    <a:pt x="887" y="10590"/>
                    <a:pt x="903" y="10590"/>
                    <a:pt x="912" y="10581"/>
                  </a:cubicBezTo>
                  <a:cubicBezTo>
                    <a:pt x="928" y="10556"/>
                    <a:pt x="928" y="10523"/>
                    <a:pt x="912" y="10507"/>
                  </a:cubicBezTo>
                  <a:cubicBezTo>
                    <a:pt x="887" y="10474"/>
                    <a:pt x="870" y="10465"/>
                    <a:pt x="845" y="10465"/>
                  </a:cubicBezTo>
                  <a:cubicBezTo>
                    <a:pt x="912" y="10391"/>
                    <a:pt x="978" y="10308"/>
                    <a:pt x="1036" y="10225"/>
                  </a:cubicBezTo>
                  <a:cubicBezTo>
                    <a:pt x="1210" y="9993"/>
                    <a:pt x="1367" y="9736"/>
                    <a:pt x="1616" y="9595"/>
                  </a:cubicBezTo>
                  <a:cubicBezTo>
                    <a:pt x="1765" y="9504"/>
                    <a:pt x="1939" y="9479"/>
                    <a:pt x="2097" y="9397"/>
                  </a:cubicBezTo>
                  <a:cubicBezTo>
                    <a:pt x="2246" y="9305"/>
                    <a:pt x="2370" y="9181"/>
                    <a:pt x="2478" y="9049"/>
                  </a:cubicBezTo>
                  <a:cubicBezTo>
                    <a:pt x="2610" y="8899"/>
                    <a:pt x="2743" y="8750"/>
                    <a:pt x="2867" y="8593"/>
                  </a:cubicBezTo>
                  <a:cubicBezTo>
                    <a:pt x="2975" y="8460"/>
                    <a:pt x="3099" y="8328"/>
                    <a:pt x="3165" y="8162"/>
                  </a:cubicBezTo>
                  <a:cubicBezTo>
                    <a:pt x="3171" y="8140"/>
                    <a:pt x="3151" y="8125"/>
                    <a:pt x="3134" y="8125"/>
                  </a:cubicBezTo>
                  <a:cubicBezTo>
                    <a:pt x="3126" y="8125"/>
                    <a:pt x="3118" y="8129"/>
                    <a:pt x="3116" y="8137"/>
                  </a:cubicBezTo>
                  <a:cubicBezTo>
                    <a:pt x="3025" y="8336"/>
                    <a:pt x="2867" y="8477"/>
                    <a:pt x="2718" y="8626"/>
                  </a:cubicBezTo>
                  <a:cubicBezTo>
                    <a:pt x="2594" y="8759"/>
                    <a:pt x="2469" y="8899"/>
                    <a:pt x="2345" y="9032"/>
                  </a:cubicBezTo>
                  <a:cubicBezTo>
                    <a:pt x="2345" y="9015"/>
                    <a:pt x="2353" y="9007"/>
                    <a:pt x="2353" y="8991"/>
                  </a:cubicBezTo>
                  <a:cubicBezTo>
                    <a:pt x="2370" y="8891"/>
                    <a:pt x="2353" y="8783"/>
                    <a:pt x="2295" y="8701"/>
                  </a:cubicBezTo>
                  <a:cubicBezTo>
                    <a:pt x="2271" y="8651"/>
                    <a:pt x="2229" y="8618"/>
                    <a:pt x="2179" y="8618"/>
                  </a:cubicBezTo>
                  <a:cubicBezTo>
                    <a:pt x="2161" y="8600"/>
                    <a:pt x="2144" y="8586"/>
                    <a:pt x="2123" y="8586"/>
                  </a:cubicBezTo>
                  <a:cubicBezTo>
                    <a:pt x="2114" y="8586"/>
                    <a:pt x="2106" y="8588"/>
                    <a:pt x="2097" y="8593"/>
                  </a:cubicBezTo>
                  <a:cubicBezTo>
                    <a:pt x="2080" y="8593"/>
                    <a:pt x="2072" y="8609"/>
                    <a:pt x="2055" y="8618"/>
                  </a:cubicBezTo>
                  <a:cubicBezTo>
                    <a:pt x="2039" y="8618"/>
                    <a:pt x="2022" y="8634"/>
                    <a:pt x="2022" y="8659"/>
                  </a:cubicBezTo>
                  <a:cubicBezTo>
                    <a:pt x="2014" y="8667"/>
                    <a:pt x="2005" y="8684"/>
                    <a:pt x="1997" y="8692"/>
                  </a:cubicBezTo>
                  <a:cubicBezTo>
                    <a:pt x="1906" y="8734"/>
                    <a:pt x="1873" y="8875"/>
                    <a:pt x="1856" y="8957"/>
                  </a:cubicBezTo>
                  <a:cubicBezTo>
                    <a:pt x="1840" y="9065"/>
                    <a:pt x="1840" y="9198"/>
                    <a:pt x="1923" y="9272"/>
                  </a:cubicBezTo>
                  <a:cubicBezTo>
                    <a:pt x="1947" y="9289"/>
                    <a:pt x="1972" y="9305"/>
                    <a:pt x="1997" y="9305"/>
                  </a:cubicBezTo>
                  <a:cubicBezTo>
                    <a:pt x="1947" y="9330"/>
                    <a:pt x="1898" y="9355"/>
                    <a:pt x="1848" y="9372"/>
                  </a:cubicBezTo>
                  <a:cubicBezTo>
                    <a:pt x="1765" y="9405"/>
                    <a:pt x="1682" y="9430"/>
                    <a:pt x="1599" y="9471"/>
                  </a:cubicBezTo>
                  <a:cubicBezTo>
                    <a:pt x="1550" y="9496"/>
                    <a:pt x="1508" y="9521"/>
                    <a:pt x="1467" y="9554"/>
                  </a:cubicBezTo>
                  <a:cubicBezTo>
                    <a:pt x="1467" y="9546"/>
                    <a:pt x="1459" y="9546"/>
                    <a:pt x="1459" y="9546"/>
                  </a:cubicBezTo>
                  <a:cubicBezTo>
                    <a:pt x="1459" y="9513"/>
                    <a:pt x="1450" y="9479"/>
                    <a:pt x="1442" y="9446"/>
                  </a:cubicBezTo>
                  <a:cubicBezTo>
                    <a:pt x="1434" y="9372"/>
                    <a:pt x="1417" y="9297"/>
                    <a:pt x="1409" y="9231"/>
                  </a:cubicBezTo>
                  <a:cubicBezTo>
                    <a:pt x="1392" y="9156"/>
                    <a:pt x="1384" y="9090"/>
                    <a:pt x="1376" y="9015"/>
                  </a:cubicBezTo>
                  <a:cubicBezTo>
                    <a:pt x="1359" y="8949"/>
                    <a:pt x="1351" y="8883"/>
                    <a:pt x="1359" y="8817"/>
                  </a:cubicBezTo>
                  <a:cubicBezTo>
                    <a:pt x="1367" y="8759"/>
                    <a:pt x="1392" y="8692"/>
                    <a:pt x="1409" y="8634"/>
                  </a:cubicBezTo>
                  <a:lnTo>
                    <a:pt x="1475" y="8444"/>
                  </a:lnTo>
                  <a:cubicBezTo>
                    <a:pt x="1517" y="8311"/>
                    <a:pt x="1558" y="8179"/>
                    <a:pt x="1616" y="8054"/>
                  </a:cubicBezTo>
                  <a:cubicBezTo>
                    <a:pt x="1628" y="8031"/>
                    <a:pt x="1606" y="8007"/>
                    <a:pt x="1587" y="8007"/>
                  </a:cubicBezTo>
                  <a:cubicBezTo>
                    <a:pt x="1579" y="8007"/>
                    <a:pt x="1571" y="8011"/>
                    <a:pt x="1566" y="8021"/>
                  </a:cubicBezTo>
                  <a:cubicBezTo>
                    <a:pt x="1500" y="8145"/>
                    <a:pt x="1434" y="8270"/>
                    <a:pt x="1384" y="8402"/>
                  </a:cubicBezTo>
                  <a:cubicBezTo>
                    <a:pt x="1359" y="8460"/>
                    <a:pt x="1326" y="8527"/>
                    <a:pt x="1301" y="8601"/>
                  </a:cubicBezTo>
                  <a:cubicBezTo>
                    <a:pt x="1285" y="8502"/>
                    <a:pt x="1235" y="8419"/>
                    <a:pt x="1185" y="8344"/>
                  </a:cubicBezTo>
                  <a:cubicBezTo>
                    <a:pt x="1119" y="8245"/>
                    <a:pt x="1036" y="8162"/>
                    <a:pt x="961" y="8071"/>
                  </a:cubicBezTo>
                  <a:cubicBezTo>
                    <a:pt x="879" y="7980"/>
                    <a:pt x="796" y="7880"/>
                    <a:pt x="746" y="7756"/>
                  </a:cubicBezTo>
                  <a:cubicBezTo>
                    <a:pt x="729" y="7698"/>
                    <a:pt x="713" y="7640"/>
                    <a:pt x="713" y="7574"/>
                  </a:cubicBezTo>
                  <a:cubicBezTo>
                    <a:pt x="705" y="7507"/>
                    <a:pt x="713" y="7449"/>
                    <a:pt x="721" y="7383"/>
                  </a:cubicBezTo>
                  <a:cubicBezTo>
                    <a:pt x="721" y="7367"/>
                    <a:pt x="713" y="7367"/>
                    <a:pt x="713" y="7358"/>
                  </a:cubicBezTo>
                  <a:cubicBezTo>
                    <a:pt x="713" y="7350"/>
                    <a:pt x="713" y="7342"/>
                    <a:pt x="713" y="7333"/>
                  </a:cubicBezTo>
                  <a:cubicBezTo>
                    <a:pt x="721" y="7292"/>
                    <a:pt x="729" y="7251"/>
                    <a:pt x="721" y="7201"/>
                  </a:cubicBezTo>
                  <a:cubicBezTo>
                    <a:pt x="705" y="7043"/>
                    <a:pt x="564" y="6952"/>
                    <a:pt x="473" y="6828"/>
                  </a:cubicBezTo>
                  <a:cubicBezTo>
                    <a:pt x="381" y="6704"/>
                    <a:pt x="340" y="6546"/>
                    <a:pt x="323" y="6389"/>
                  </a:cubicBezTo>
                  <a:cubicBezTo>
                    <a:pt x="299" y="6223"/>
                    <a:pt x="307" y="6049"/>
                    <a:pt x="307" y="5883"/>
                  </a:cubicBezTo>
                  <a:cubicBezTo>
                    <a:pt x="315" y="5676"/>
                    <a:pt x="315" y="5469"/>
                    <a:pt x="307" y="5270"/>
                  </a:cubicBezTo>
                  <a:cubicBezTo>
                    <a:pt x="307" y="4848"/>
                    <a:pt x="282" y="4425"/>
                    <a:pt x="249" y="4003"/>
                  </a:cubicBezTo>
                  <a:cubicBezTo>
                    <a:pt x="207" y="3597"/>
                    <a:pt x="141" y="3182"/>
                    <a:pt x="133" y="2768"/>
                  </a:cubicBezTo>
                  <a:cubicBezTo>
                    <a:pt x="133" y="2404"/>
                    <a:pt x="174" y="2014"/>
                    <a:pt x="365" y="1691"/>
                  </a:cubicBezTo>
                  <a:lnTo>
                    <a:pt x="365" y="1691"/>
                  </a:lnTo>
                  <a:lnTo>
                    <a:pt x="357" y="1699"/>
                  </a:lnTo>
                  <a:cubicBezTo>
                    <a:pt x="398" y="1641"/>
                    <a:pt x="439" y="1567"/>
                    <a:pt x="514" y="1542"/>
                  </a:cubicBezTo>
                  <a:cubicBezTo>
                    <a:pt x="529" y="1537"/>
                    <a:pt x="545" y="1535"/>
                    <a:pt x="560" y="1535"/>
                  </a:cubicBezTo>
                  <a:cubicBezTo>
                    <a:pt x="629" y="1535"/>
                    <a:pt x="700" y="1576"/>
                    <a:pt x="754" y="1616"/>
                  </a:cubicBezTo>
                  <a:cubicBezTo>
                    <a:pt x="895" y="1699"/>
                    <a:pt x="1036" y="1807"/>
                    <a:pt x="1160" y="1915"/>
                  </a:cubicBezTo>
                  <a:cubicBezTo>
                    <a:pt x="1674" y="2370"/>
                    <a:pt x="2047" y="2975"/>
                    <a:pt x="2395" y="3572"/>
                  </a:cubicBezTo>
                  <a:cubicBezTo>
                    <a:pt x="2577" y="3878"/>
                    <a:pt x="2759" y="4193"/>
                    <a:pt x="2958" y="4492"/>
                  </a:cubicBezTo>
                  <a:cubicBezTo>
                    <a:pt x="3157" y="4790"/>
                    <a:pt x="3373" y="5072"/>
                    <a:pt x="3629" y="5304"/>
                  </a:cubicBezTo>
                  <a:cubicBezTo>
                    <a:pt x="3596" y="5304"/>
                    <a:pt x="3555" y="5312"/>
                    <a:pt x="3522" y="5312"/>
                  </a:cubicBezTo>
                  <a:cubicBezTo>
                    <a:pt x="3439" y="5337"/>
                    <a:pt x="3364" y="5378"/>
                    <a:pt x="3298" y="5436"/>
                  </a:cubicBezTo>
                  <a:cubicBezTo>
                    <a:pt x="3165" y="5552"/>
                    <a:pt x="3041" y="5709"/>
                    <a:pt x="2950" y="5859"/>
                  </a:cubicBezTo>
                  <a:cubicBezTo>
                    <a:pt x="2942" y="5883"/>
                    <a:pt x="2942" y="5892"/>
                    <a:pt x="2942" y="5908"/>
                  </a:cubicBezTo>
                  <a:cubicBezTo>
                    <a:pt x="2933" y="5917"/>
                    <a:pt x="2933" y="5925"/>
                    <a:pt x="2925" y="5933"/>
                  </a:cubicBezTo>
                  <a:cubicBezTo>
                    <a:pt x="2859" y="6016"/>
                    <a:pt x="2784" y="6099"/>
                    <a:pt x="2718" y="6182"/>
                  </a:cubicBezTo>
                  <a:cubicBezTo>
                    <a:pt x="2469" y="6480"/>
                    <a:pt x="2213" y="6778"/>
                    <a:pt x="1972" y="7085"/>
                  </a:cubicBezTo>
                  <a:cubicBezTo>
                    <a:pt x="1873" y="7209"/>
                    <a:pt x="1773" y="7350"/>
                    <a:pt x="1707" y="7499"/>
                  </a:cubicBezTo>
                  <a:cubicBezTo>
                    <a:pt x="1666" y="7574"/>
                    <a:pt x="1641" y="7657"/>
                    <a:pt x="1624" y="7731"/>
                  </a:cubicBezTo>
                  <a:cubicBezTo>
                    <a:pt x="1608" y="7814"/>
                    <a:pt x="1591" y="7905"/>
                    <a:pt x="1633" y="7980"/>
                  </a:cubicBezTo>
                  <a:cubicBezTo>
                    <a:pt x="1639" y="7993"/>
                    <a:pt x="1650" y="7998"/>
                    <a:pt x="1661" y="7998"/>
                  </a:cubicBezTo>
                  <a:cubicBezTo>
                    <a:pt x="1677" y="7998"/>
                    <a:pt x="1694" y="7986"/>
                    <a:pt x="1699" y="7971"/>
                  </a:cubicBezTo>
                  <a:cubicBezTo>
                    <a:pt x="1715" y="7922"/>
                    <a:pt x="1715" y="7880"/>
                    <a:pt x="1724" y="7831"/>
                  </a:cubicBezTo>
                  <a:cubicBezTo>
                    <a:pt x="1724" y="7789"/>
                    <a:pt x="1732" y="7748"/>
                    <a:pt x="1749" y="7706"/>
                  </a:cubicBezTo>
                  <a:cubicBezTo>
                    <a:pt x="1765" y="7623"/>
                    <a:pt x="1807" y="7541"/>
                    <a:pt x="1848" y="7466"/>
                  </a:cubicBezTo>
                  <a:cubicBezTo>
                    <a:pt x="1923" y="7325"/>
                    <a:pt x="2030" y="7193"/>
                    <a:pt x="2130" y="7068"/>
                  </a:cubicBezTo>
                  <a:cubicBezTo>
                    <a:pt x="2246" y="6919"/>
                    <a:pt x="2370" y="6778"/>
                    <a:pt x="2486" y="6629"/>
                  </a:cubicBezTo>
                  <a:cubicBezTo>
                    <a:pt x="2610" y="6480"/>
                    <a:pt x="2726" y="6331"/>
                    <a:pt x="2851" y="6173"/>
                  </a:cubicBezTo>
                  <a:cubicBezTo>
                    <a:pt x="2909" y="6099"/>
                    <a:pt x="2967" y="6024"/>
                    <a:pt x="3025" y="5950"/>
                  </a:cubicBezTo>
                  <a:cubicBezTo>
                    <a:pt x="3058" y="5908"/>
                    <a:pt x="3091" y="5867"/>
                    <a:pt x="3124" y="5825"/>
                  </a:cubicBezTo>
                  <a:cubicBezTo>
                    <a:pt x="3141" y="5809"/>
                    <a:pt x="3149" y="5792"/>
                    <a:pt x="3165" y="5776"/>
                  </a:cubicBezTo>
                  <a:cubicBezTo>
                    <a:pt x="3174" y="5759"/>
                    <a:pt x="3174" y="5734"/>
                    <a:pt x="3190" y="5718"/>
                  </a:cubicBezTo>
                  <a:cubicBezTo>
                    <a:pt x="3240" y="5651"/>
                    <a:pt x="3298" y="5585"/>
                    <a:pt x="3356" y="5527"/>
                  </a:cubicBezTo>
                  <a:cubicBezTo>
                    <a:pt x="3414" y="5477"/>
                    <a:pt x="3480" y="5436"/>
                    <a:pt x="3547" y="5411"/>
                  </a:cubicBezTo>
                  <a:cubicBezTo>
                    <a:pt x="3588" y="5403"/>
                    <a:pt x="3631" y="5403"/>
                    <a:pt x="3674" y="5403"/>
                  </a:cubicBezTo>
                  <a:cubicBezTo>
                    <a:pt x="3716" y="5403"/>
                    <a:pt x="3758" y="5403"/>
                    <a:pt x="3795" y="5395"/>
                  </a:cubicBezTo>
                  <a:cubicBezTo>
                    <a:pt x="3812" y="5395"/>
                    <a:pt x="3812" y="5395"/>
                    <a:pt x="3820" y="5386"/>
                  </a:cubicBezTo>
                  <a:cubicBezTo>
                    <a:pt x="3928" y="5378"/>
                    <a:pt x="4035" y="5378"/>
                    <a:pt x="4151" y="5370"/>
                  </a:cubicBezTo>
                  <a:cubicBezTo>
                    <a:pt x="4284" y="5370"/>
                    <a:pt x="4416" y="5370"/>
                    <a:pt x="4549" y="5378"/>
                  </a:cubicBezTo>
                  <a:cubicBezTo>
                    <a:pt x="4737" y="5381"/>
                    <a:pt x="4927" y="5386"/>
                    <a:pt x="5117" y="5386"/>
                  </a:cubicBezTo>
                  <a:cubicBezTo>
                    <a:pt x="5395" y="5386"/>
                    <a:pt x="5674" y="5376"/>
                    <a:pt x="5949" y="5337"/>
                  </a:cubicBezTo>
                  <a:cubicBezTo>
                    <a:pt x="6181" y="5304"/>
                    <a:pt x="6413" y="5254"/>
                    <a:pt x="6629" y="5171"/>
                  </a:cubicBezTo>
                  <a:cubicBezTo>
                    <a:pt x="6678" y="5146"/>
                    <a:pt x="6728" y="5121"/>
                    <a:pt x="6778" y="5088"/>
                  </a:cubicBezTo>
                  <a:cubicBezTo>
                    <a:pt x="6819" y="5055"/>
                    <a:pt x="6852" y="5014"/>
                    <a:pt x="6886" y="4972"/>
                  </a:cubicBezTo>
                  <a:cubicBezTo>
                    <a:pt x="6933" y="4909"/>
                    <a:pt x="7004" y="4822"/>
                    <a:pt x="7089" y="4822"/>
                  </a:cubicBezTo>
                  <a:cubicBezTo>
                    <a:pt x="7093" y="4822"/>
                    <a:pt x="7097" y="4823"/>
                    <a:pt x="7101" y="4823"/>
                  </a:cubicBezTo>
                  <a:cubicBezTo>
                    <a:pt x="7096" y="4861"/>
                    <a:pt x="7130" y="4892"/>
                    <a:pt x="7161" y="4892"/>
                  </a:cubicBezTo>
                  <a:cubicBezTo>
                    <a:pt x="7177" y="4892"/>
                    <a:pt x="7192" y="4884"/>
                    <a:pt x="7200" y="4864"/>
                  </a:cubicBezTo>
                  <a:cubicBezTo>
                    <a:pt x="7225" y="4806"/>
                    <a:pt x="7225" y="4757"/>
                    <a:pt x="7200" y="4707"/>
                  </a:cubicBezTo>
                  <a:cubicBezTo>
                    <a:pt x="7184" y="4674"/>
                    <a:pt x="7142" y="4632"/>
                    <a:pt x="7151" y="4583"/>
                  </a:cubicBezTo>
                  <a:cubicBezTo>
                    <a:pt x="7151" y="4541"/>
                    <a:pt x="7184" y="4516"/>
                    <a:pt x="7217" y="4492"/>
                  </a:cubicBezTo>
                  <a:cubicBezTo>
                    <a:pt x="7258" y="4458"/>
                    <a:pt x="7300" y="4442"/>
                    <a:pt x="7341" y="4417"/>
                  </a:cubicBezTo>
                  <a:cubicBezTo>
                    <a:pt x="7532" y="4309"/>
                    <a:pt x="7706" y="4177"/>
                    <a:pt x="7872" y="4028"/>
                  </a:cubicBezTo>
                  <a:cubicBezTo>
                    <a:pt x="8153" y="3754"/>
                    <a:pt x="8385" y="3431"/>
                    <a:pt x="8584" y="3083"/>
                  </a:cubicBezTo>
                  <a:cubicBezTo>
                    <a:pt x="8800" y="2710"/>
                    <a:pt x="8940" y="2296"/>
                    <a:pt x="9147" y="1915"/>
                  </a:cubicBezTo>
                  <a:cubicBezTo>
                    <a:pt x="9363" y="1500"/>
                    <a:pt x="9686" y="1169"/>
                    <a:pt x="10009" y="846"/>
                  </a:cubicBezTo>
                  <a:cubicBezTo>
                    <a:pt x="10175" y="680"/>
                    <a:pt x="10349" y="514"/>
                    <a:pt x="10523" y="365"/>
                  </a:cubicBezTo>
                  <a:cubicBezTo>
                    <a:pt x="10664" y="241"/>
                    <a:pt x="10838" y="117"/>
                    <a:pt x="11028" y="117"/>
                  </a:cubicBezTo>
                  <a:close/>
                  <a:moveTo>
                    <a:pt x="10970" y="1"/>
                  </a:moveTo>
                  <a:cubicBezTo>
                    <a:pt x="10738" y="17"/>
                    <a:pt x="10539" y="183"/>
                    <a:pt x="10365" y="341"/>
                  </a:cubicBezTo>
                  <a:cubicBezTo>
                    <a:pt x="10167" y="523"/>
                    <a:pt x="9976" y="713"/>
                    <a:pt x="9794" y="904"/>
                  </a:cubicBezTo>
                  <a:cubicBezTo>
                    <a:pt x="9611" y="1094"/>
                    <a:pt x="9429" y="1285"/>
                    <a:pt x="9272" y="1500"/>
                  </a:cubicBezTo>
                  <a:cubicBezTo>
                    <a:pt x="8965" y="1906"/>
                    <a:pt x="8808" y="2404"/>
                    <a:pt x="8576" y="2851"/>
                  </a:cubicBezTo>
                  <a:cubicBezTo>
                    <a:pt x="8369" y="3257"/>
                    <a:pt x="8112" y="3638"/>
                    <a:pt x="7780" y="3945"/>
                  </a:cubicBezTo>
                  <a:cubicBezTo>
                    <a:pt x="7623" y="4094"/>
                    <a:pt x="7441" y="4226"/>
                    <a:pt x="7250" y="4334"/>
                  </a:cubicBezTo>
                  <a:cubicBezTo>
                    <a:pt x="7167" y="4376"/>
                    <a:pt x="7068" y="4434"/>
                    <a:pt x="7035" y="4533"/>
                  </a:cubicBezTo>
                  <a:cubicBezTo>
                    <a:pt x="7018" y="4591"/>
                    <a:pt x="7035" y="4641"/>
                    <a:pt x="7060" y="4690"/>
                  </a:cubicBezTo>
                  <a:cubicBezTo>
                    <a:pt x="7060" y="4699"/>
                    <a:pt x="7068" y="4707"/>
                    <a:pt x="7076" y="4715"/>
                  </a:cubicBezTo>
                  <a:cubicBezTo>
                    <a:pt x="7035" y="4715"/>
                    <a:pt x="6993" y="4732"/>
                    <a:pt x="6952" y="4748"/>
                  </a:cubicBezTo>
                  <a:cubicBezTo>
                    <a:pt x="6952" y="4724"/>
                    <a:pt x="6952" y="4690"/>
                    <a:pt x="6952" y="4666"/>
                  </a:cubicBezTo>
                  <a:cubicBezTo>
                    <a:pt x="6952" y="4641"/>
                    <a:pt x="6952" y="4616"/>
                    <a:pt x="6952" y="4591"/>
                  </a:cubicBezTo>
                  <a:cubicBezTo>
                    <a:pt x="6952" y="4566"/>
                    <a:pt x="6960" y="4525"/>
                    <a:pt x="6944" y="4508"/>
                  </a:cubicBezTo>
                  <a:cubicBezTo>
                    <a:pt x="6934" y="4498"/>
                    <a:pt x="6927" y="4494"/>
                    <a:pt x="6920" y="4494"/>
                  </a:cubicBezTo>
                  <a:cubicBezTo>
                    <a:pt x="6914" y="4494"/>
                    <a:pt x="6909" y="4496"/>
                    <a:pt x="6902" y="4500"/>
                  </a:cubicBezTo>
                  <a:cubicBezTo>
                    <a:pt x="6877" y="4516"/>
                    <a:pt x="6869" y="4558"/>
                    <a:pt x="6869" y="4591"/>
                  </a:cubicBezTo>
                  <a:cubicBezTo>
                    <a:pt x="6869" y="4616"/>
                    <a:pt x="6869" y="4641"/>
                    <a:pt x="6869" y="4666"/>
                  </a:cubicBezTo>
                  <a:cubicBezTo>
                    <a:pt x="6877" y="4707"/>
                    <a:pt x="6886" y="4748"/>
                    <a:pt x="6894" y="4790"/>
                  </a:cubicBezTo>
                  <a:cubicBezTo>
                    <a:pt x="6869" y="4806"/>
                    <a:pt x="6852" y="4831"/>
                    <a:pt x="6836" y="4848"/>
                  </a:cubicBezTo>
                  <a:cubicBezTo>
                    <a:pt x="6828" y="4840"/>
                    <a:pt x="6828" y="4831"/>
                    <a:pt x="6819" y="4823"/>
                  </a:cubicBezTo>
                  <a:cubicBezTo>
                    <a:pt x="6811" y="4815"/>
                    <a:pt x="6803" y="4798"/>
                    <a:pt x="6786" y="4798"/>
                  </a:cubicBezTo>
                  <a:cubicBezTo>
                    <a:pt x="6784" y="4796"/>
                    <a:pt x="6781" y="4795"/>
                    <a:pt x="6777" y="4795"/>
                  </a:cubicBezTo>
                  <a:cubicBezTo>
                    <a:pt x="6770" y="4795"/>
                    <a:pt x="6761" y="4801"/>
                    <a:pt x="6761" y="4806"/>
                  </a:cubicBezTo>
                  <a:cubicBezTo>
                    <a:pt x="6761" y="4823"/>
                    <a:pt x="6770" y="4840"/>
                    <a:pt x="6778" y="4856"/>
                  </a:cubicBezTo>
                  <a:cubicBezTo>
                    <a:pt x="6778" y="4856"/>
                    <a:pt x="6778" y="4864"/>
                    <a:pt x="6786" y="4873"/>
                  </a:cubicBezTo>
                  <a:cubicBezTo>
                    <a:pt x="6786" y="4873"/>
                    <a:pt x="6786" y="4881"/>
                    <a:pt x="6786" y="4881"/>
                  </a:cubicBezTo>
                  <a:cubicBezTo>
                    <a:pt x="6786" y="4881"/>
                    <a:pt x="6794" y="4889"/>
                    <a:pt x="6794" y="4898"/>
                  </a:cubicBezTo>
                  <a:cubicBezTo>
                    <a:pt x="6770" y="4931"/>
                    <a:pt x="6745" y="4956"/>
                    <a:pt x="6712" y="4989"/>
                  </a:cubicBezTo>
                  <a:cubicBezTo>
                    <a:pt x="6670" y="5030"/>
                    <a:pt x="6612" y="5047"/>
                    <a:pt x="6554" y="5072"/>
                  </a:cubicBezTo>
                  <a:cubicBezTo>
                    <a:pt x="6107" y="5229"/>
                    <a:pt x="5634" y="5262"/>
                    <a:pt x="5162" y="5262"/>
                  </a:cubicBezTo>
                  <a:cubicBezTo>
                    <a:pt x="4930" y="5262"/>
                    <a:pt x="4690" y="5254"/>
                    <a:pt x="4450" y="5254"/>
                  </a:cubicBezTo>
                  <a:lnTo>
                    <a:pt x="4102" y="5254"/>
                  </a:lnTo>
                  <a:cubicBezTo>
                    <a:pt x="3986" y="5254"/>
                    <a:pt x="3878" y="5254"/>
                    <a:pt x="3770" y="5270"/>
                  </a:cubicBezTo>
                  <a:cubicBezTo>
                    <a:pt x="3770" y="5246"/>
                    <a:pt x="3779" y="5229"/>
                    <a:pt x="3779" y="5204"/>
                  </a:cubicBezTo>
                  <a:cubicBezTo>
                    <a:pt x="3779" y="5188"/>
                    <a:pt x="3779" y="5163"/>
                    <a:pt x="3787" y="5138"/>
                  </a:cubicBezTo>
                  <a:cubicBezTo>
                    <a:pt x="3787" y="5121"/>
                    <a:pt x="3787" y="5088"/>
                    <a:pt x="3779" y="5072"/>
                  </a:cubicBezTo>
                  <a:cubicBezTo>
                    <a:pt x="3779" y="5055"/>
                    <a:pt x="3762" y="5038"/>
                    <a:pt x="3745" y="5038"/>
                  </a:cubicBezTo>
                  <a:cubicBezTo>
                    <a:pt x="3729" y="5038"/>
                    <a:pt x="3712" y="5047"/>
                    <a:pt x="3704" y="5063"/>
                  </a:cubicBezTo>
                  <a:cubicBezTo>
                    <a:pt x="3696" y="5080"/>
                    <a:pt x="3696" y="5096"/>
                    <a:pt x="3696" y="5113"/>
                  </a:cubicBezTo>
                  <a:cubicBezTo>
                    <a:pt x="3687" y="5130"/>
                    <a:pt x="3687" y="5146"/>
                    <a:pt x="3687" y="5154"/>
                  </a:cubicBezTo>
                  <a:cubicBezTo>
                    <a:pt x="3687" y="5168"/>
                    <a:pt x="3687" y="5176"/>
                    <a:pt x="3687" y="5188"/>
                  </a:cubicBezTo>
                  <a:cubicBezTo>
                    <a:pt x="3679" y="5179"/>
                    <a:pt x="3679" y="5163"/>
                    <a:pt x="3679" y="5154"/>
                  </a:cubicBezTo>
                  <a:cubicBezTo>
                    <a:pt x="3679" y="5146"/>
                    <a:pt x="3671" y="5138"/>
                    <a:pt x="3671" y="5130"/>
                  </a:cubicBezTo>
                  <a:cubicBezTo>
                    <a:pt x="3663" y="5113"/>
                    <a:pt x="3663" y="5088"/>
                    <a:pt x="3646" y="5072"/>
                  </a:cubicBezTo>
                  <a:cubicBezTo>
                    <a:pt x="3646" y="5072"/>
                    <a:pt x="3629" y="5072"/>
                    <a:pt x="3629" y="5080"/>
                  </a:cubicBezTo>
                  <a:cubicBezTo>
                    <a:pt x="3621" y="5096"/>
                    <a:pt x="3621" y="5121"/>
                    <a:pt x="3613" y="5138"/>
                  </a:cubicBezTo>
                  <a:cubicBezTo>
                    <a:pt x="3613" y="5154"/>
                    <a:pt x="3613" y="5163"/>
                    <a:pt x="3621" y="5179"/>
                  </a:cubicBezTo>
                  <a:cubicBezTo>
                    <a:pt x="3588" y="5138"/>
                    <a:pt x="3555" y="5096"/>
                    <a:pt x="3522" y="5063"/>
                  </a:cubicBezTo>
                  <a:cubicBezTo>
                    <a:pt x="3041" y="4500"/>
                    <a:pt x="2693" y="3837"/>
                    <a:pt x="2304" y="3207"/>
                  </a:cubicBezTo>
                  <a:cubicBezTo>
                    <a:pt x="1947" y="2611"/>
                    <a:pt x="1533" y="2022"/>
                    <a:pt x="970" y="1616"/>
                  </a:cubicBezTo>
                  <a:cubicBezTo>
                    <a:pt x="895" y="1567"/>
                    <a:pt x="821" y="1509"/>
                    <a:pt x="738" y="1467"/>
                  </a:cubicBezTo>
                  <a:cubicBezTo>
                    <a:pt x="684" y="1437"/>
                    <a:pt x="617" y="1416"/>
                    <a:pt x="549" y="1416"/>
                  </a:cubicBezTo>
                  <a:cubicBezTo>
                    <a:pt x="523" y="1416"/>
                    <a:pt x="498" y="1419"/>
                    <a:pt x="473" y="1426"/>
                  </a:cubicBezTo>
                  <a:cubicBezTo>
                    <a:pt x="307" y="1484"/>
                    <a:pt x="224" y="1683"/>
                    <a:pt x="166" y="1832"/>
                  </a:cubicBezTo>
                  <a:cubicBezTo>
                    <a:pt x="17" y="2196"/>
                    <a:pt x="0" y="2594"/>
                    <a:pt x="25" y="2984"/>
                  </a:cubicBezTo>
                  <a:lnTo>
                    <a:pt x="33" y="2992"/>
                  </a:lnTo>
                  <a:cubicBezTo>
                    <a:pt x="50" y="3199"/>
                    <a:pt x="75" y="3414"/>
                    <a:pt x="100" y="3630"/>
                  </a:cubicBezTo>
                  <a:cubicBezTo>
                    <a:pt x="116" y="3837"/>
                    <a:pt x="141" y="4052"/>
                    <a:pt x="149" y="4260"/>
                  </a:cubicBezTo>
                  <a:cubicBezTo>
                    <a:pt x="183" y="4690"/>
                    <a:pt x="199" y="5113"/>
                    <a:pt x="199" y="5544"/>
                  </a:cubicBezTo>
                  <a:cubicBezTo>
                    <a:pt x="199" y="5743"/>
                    <a:pt x="191" y="5941"/>
                    <a:pt x="191" y="6132"/>
                  </a:cubicBezTo>
                  <a:cubicBezTo>
                    <a:pt x="199" y="6298"/>
                    <a:pt x="207" y="6472"/>
                    <a:pt x="249" y="6629"/>
                  </a:cubicBezTo>
                  <a:cubicBezTo>
                    <a:pt x="274" y="6704"/>
                    <a:pt x="307" y="6787"/>
                    <a:pt x="348" y="6861"/>
                  </a:cubicBezTo>
                  <a:cubicBezTo>
                    <a:pt x="390" y="6927"/>
                    <a:pt x="448" y="6985"/>
                    <a:pt x="497" y="7043"/>
                  </a:cubicBezTo>
                  <a:cubicBezTo>
                    <a:pt x="547" y="7093"/>
                    <a:pt x="605" y="7151"/>
                    <a:pt x="613" y="7226"/>
                  </a:cubicBezTo>
                  <a:cubicBezTo>
                    <a:pt x="613" y="7267"/>
                    <a:pt x="597" y="7309"/>
                    <a:pt x="589" y="7358"/>
                  </a:cubicBezTo>
                  <a:cubicBezTo>
                    <a:pt x="580" y="7400"/>
                    <a:pt x="580" y="7449"/>
                    <a:pt x="597" y="7491"/>
                  </a:cubicBezTo>
                  <a:cubicBezTo>
                    <a:pt x="597" y="7499"/>
                    <a:pt x="605" y="7507"/>
                    <a:pt x="613" y="7516"/>
                  </a:cubicBezTo>
                  <a:cubicBezTo>
                    <a:pt x="605" y="7599"/>
                    <a:pt x="622" y="7681"/>
                    <a:pt x="638" y="7756"/>
                  </a:cubicBezTo>
                  <a:cubicBezTo>
                    <a:pt x="671" y="7889"/>
                    <a:pt x="746" y="7996"/>
                    <a:pt x="829" y="8096"/>
                  </a:cubicBezTo>
                  <a:cubicBezTo>
                    <a:pt x="903" y="8187"/>
                    <a:pt x="986" y="8270"/>
                    <a:pt x="1061" y="8369"/>
                  </a:cubicBezTo>
                  <a:cubicBezTo>
                    <a:pt x="1094" y="8419"/>
                    <a:pt x="1127" y="8469"/>
                    <a:pt x="1152" y="8518"/>
                  </a:cubicBezTo>
                  <a:cubicBezTo>
                    <a:pt x="1160" y="8535"/>
                    <a:pt x="1169" y="8551"/>
                    <a:pt x="1169" y="8568"/>
                  </a:cubicBezTo>
                  <a:cubicBezTo>
                    <a:pt x="1144" y="8585"/>
                    <a:pt x="1127" y="8601"/>
                    <a:pt x="1102" y="8618"/>
                  </a:cubicBezTo>
                  <a:cubicBezTo>
                    <a:pt x="1094" y="8626"/>
                    <a:pt x="1086" y="8634"/>
                    <a:pt x="1077" y="8651"/>
                  </a:cubicBezTo>
                  <a:cubicBezTo>
                    <a:pt x="1069" y="8659"/>
                    <a:pt x="1053" y="8676"/>
                    <a:pt x="1053" y="8692"/>
                  </a:cubicBezTo>
                  <a:cubicBezTo>
                    <a:pt x="1053" y="8701"/>
                    <a:pt x="1053" y="8709"/>
                    <a:pt x="1061" y="8717"/>
                  </a:cubicBezTo>
                  <a:cubicBezTo>
                    <a:pt x="1061" y="8725"/>
                    <a:pt x="1077" y="8725"/>
                    <a:pt x="1086" y="8725"/>
                  </a:cubicBezTo>
                  <a:cubicBezTo>
                    <a:pt x="1086" y="8717"/>
                    <a:pt x="1094" y="8717"/>
                    <a:pt x="1102" y="8717"/>
                  </a:cubicBezTo>
                  <a:lnTo>
                    <a:pt x="1111" y="8709"/>
                  </a:lnTo>
                  <a:cubicBezTo>
                    <a:pt x="1111" y="8701"/>
                    <a:pt x="1119" y="8701"/>
                    <a:pt x="1127" y="8692"/>
                  </a:cubicBezTo>
                  <a:cubicBezTo>
                    <a:pt x="1144" y="8684"/>
                    <a:pt x="1152" y="8667"/>
                    <a:pt x="1169" y="8659"/>
                  </a:cubicBezTo>
                  <a:cubicBezTo>
                    <a:pt x="1177" y="8651"/>
                    <a:pt x="1185" y="8651"/>
                    <a:pt x="1193" y="8643"/>
                  </a:cubicBezTo>
                  <a:cubicBezTo>
                    <a:pt x="1193" y="8643"/>
                    <a:pt x="1193" y="8651"/>
                    <a:pt x="1193" y="8651"/>
                  </a:cubicBezTo>
                  <a:cubicBezTo>
                    <a:pt x="1169" y="8676"/>
                    <a:pt x="1152" y="8709"/>
                    <a:pt x="1135" y="8742"/>
                  </a:cubicBezTo>
                  <a:cubicBezTo>
                    <a:pt x="1119" y="8759"/>
                    <a:pt x="1111" y="8775"/>
                    <a:pt x="1102" y="8792"/>
                  </a:cubicBezTo>
                  <a:cubicBezTo>
                    <a:pt x="1094" y="8817"/>
                    <a:pt x="1077" y="8841"/>
                    <a:pt x="1086" y="8866"/>
                  </a:cubicBezTo>
                  <a:cubicBezTo>
                    <a:pt x="1093" y="8887"/>
                    <a:pt x="1111" y="8902"/>
                    <a:pt x="1131" y="8902"/>
                  </a:cubicBezTo>
                  <a:cubicBezTo>
                    <a:pt x="1135" y="8902"/>
                    <a:pt x="1139" y="8901"/>
                    <a:pt x="1144" y="8899"/>
                  </a:cubicBezTo>
                  <a:cubicBezTo>
                    <a:pt x="1169" y="8891"/>
                    <a:pt x="1185" y="8866"/>
                    <a:pt x="1193" y="8850"/>
                  </a:cubicBezTo>
                  <a:cubicBezTo>
                    <a:pt x="1210" y="8833"/>
                    <a:pt x="1218" y="8817"/>
                    <a:pt x="1227" y="8800"/>
                  </a:cubicBezTo>
                  <a:cubicBezTo>
                    <a:pt x="1235" y="8783"/>
                    <a:pt x="1243" y="8767"/>
                    <a:pt x="1260" y="8742"/>
                  </a:cubicBezTo>
                  <a:lnTo>
                    <a:pt x="1260" y="8742"/>
                  </a:lnTo>
                  <a:cubicBezTo>
                    <a:pt x="1251" y="8759"/>
                    <a:pt x="1243" y="8783"/>
                    <a:pt x="1243" y="8800"/>
                  </a:cubicBezTo>
                  <a:cubicBezTo>
                    <a:pt x="1227" y="8941"/>
                    <a:pt x="1268" y="9098"/>
                    <a:pt x="1293" y="9239"/>
                  </a:cubicBezTo>
                  <a:cubicBezTo>
                    <a:pt x="1301" y="9305"/>
                    <a:pt x="1318" y="9380"/>
                    <a:pt x="1326" y="9446"/>
                  </a:cubicBezTo>
                  <a:cubicBezTo>
                    <a:pt x="1334" y="9488"/>
                    <a:pt x="1343" y="9521"/>
                    <a:pt x="1343" y="9562"/>
                  </a:cubicBezTo>
                  <a:cubicBezTo>
                    <a:pt x="1351" y="9587"/>
                    <a:pt x="1351" y="9612"/>
                    <a:pt x="1359" y="9637"/>
                  </a:cubicBezTo>
                  <a:cubicBezTo>
                    <a:pt x="1160" y="9827"/>
                    <a:pt x="1019" y="10068"/>
                    <a:pt x="845" y="10283"/>
                  </a:cubicBezTo>
                  <a:cubicBezTo>
                    <a:pt x="754" y="10399"/>
                    <a:pt x="647" y="10498"/>
                    <a:pt x="531" y="10590"/>
                  </a:cubicBezTo>
                  <a:cubicBezTo>
                    <a:pt x="423" y="10672"/>
                    <a:pt x="299" y="10772"/>
                    <a:pt x="241" y="10904"/>
                  </a:cubicBezTo>
                  <a:cubicBezTo>
                    <a:pt x="158" y="11087"/>
                    <a:pt x="207" y="11277"/>
                    <a:pt x="257" y="11451"/>
                  </a:cubicBezTo>
                  <a:cubicBezTo>
                    <a:pt x="282" y="11559"/>
                    <a:pt x="307" y="11658"/>
                    <a:pt x="332" y="11758"/>
                  </a:cubicBezTo>
                  <a:cubicBezTo>
                    <a:pt x="340" y="11808"/>
                    <a:pt x="357" y="11857"/>
                    <a:pt x="373" y="11907"/>
                  </a:cubicBezTo>
                  <a:cubicBezTo>
                    <a:pt x="381" y="11957"/>
                    <a:pt x="406" y="12006"/>
                    <a:pt x="415" y="12056"/>
                  </a:cubicBezTo>
                  <a:cubicBezTo>
                    <a:pt x="423" y="12081"/>
                    <a:pt x="439" y="12089"/>
                    <a:pt x="456" y="12089"/>
                  </a:cubicBezTo>
                  <a:cubicBezTo>
                    <a:pt x="514" y="12230"/>
                    <a:pt x="572" y="12363"/>
                    <a:pt x="663" y="12487"/>
                  </a:cubicBezTo>
                  <a:lnTo>
                    <a:pt x="655" y="12495"/>
                  </a:lnTo>
                  <a:lnTo>
                    <a:pt x="647" y="12504"/>
                  </a:lnTo>
                  <a:lnTo>
                    <a:pt x="638" y="12512"/>
                  </a:lnTo>
                  <a:cubicBezTo>
                    <a:pt x="630" y="12520"/>
                    <a:pt x="622" y="12537"/>
                    <a:pt x="613" y="12545"/>
                  </a:cubicBezTo>
                  <a:cubicBezTo>
                    <a:pt x="597" y="12562"/>
                    <a:pt x="580" y="12578"/>
                    <a:pt x="564" y="12595"/>
                  </a:cubicBezTo>
                  <a:cubicBezTo>
                    <a:pt x="547" y="12611"/>
                    <a:pt x="531" y="12628"/>
                    <a:pt x="514" y="12644"/>
                  </a:cubicBezTo>
                  <a:cubicBezTo>
                    <a:pt x="506" y="12653"/>
                    <a:pt x="497" y="12661"/>
                    <a:pt x="489" y="12669"/>
                  </a:cubicBezTo>
                  <a:lnTo>
                    <a:pt x="481" y="12686"/>
                  </a:lnTo>
                  <a:cubicBezTo>
                    <a:pt x="473" y="12694"/>
                    <a:pt x="473" y="12702"/>
                    <a:pt x="473" y="12711"/>
                  </a:cubicBezTo>
                  <a:cubicBezTo>
                    <a:pt x="464" y="12727"/>
                    <a:pt x="473" y="12736"/>
                    <a:pt x="481" y="12744"/>
                  </a:cubicBezTo>
                  <a:cubicBezTo>
                    <a:pt x="489" y="12752"/>
                    <a:pt x="497" y="12752"/>
                    <a:pt x="506" y="12752"/>
                  </a:cubicBezTo>
                  <a:cubicBezTo>
                    <a:pt x="522" y="12752"/>
                    <a:pt x="547" y="12736"/>
                    <a:pt x="564" y="12719"/>
                  </a:cubicBezTo>
                  <a:lnTo>
                    <a:pt x="564" y="12719"/>
                  </a:lnTo>
                  <a:lnTo>
                    <a:pt x="555" y="12727"/>
                  </a:lnTo>
                  <a:cubicBezTo>
                    <a:pt x="555" y="12727"/>
                    <a:pt x="547" y="12736"/>
                    <a:pt x="547" y="12752"/>
                  </a:cubicBezTo>
                  <a:cubicBezTo>
                    <a:pt x="539" y="12760"/>
                    <a:pt x="547" y="12769"/>
                    <a:pt x="555" y="12777"/>
                  </a:cubicBezTo>
                  <a:cubicBezTo>
                    <a:pt x="560" y="12781"/>
                    <a:pt x="564" y="12783"/>
                    <a:pt x="568" y="12783"/>
                  </a:cubicBezTo>
                  <a:cubicBezTo>
                    <a:pt x="572" y="12783"/>
                    <a:pt x="576" y="12781"/>
                    <a:pt x="580" y="12777"/>
                  </a:cubicBezTo>
                  <a:cubicBezTo>
                    <a:pt x="589" y="12769"/>
                    <a:pt x="597" y="12760"/>
                    <a:pt x="597" y="12760"/>
                  </a:cubicBezTo>
                  <a:cubicBezTo>
                    <a:pt x="605" y="12752"/>
                    <a:pt x="613" y="12744"/>
                    <a:pt x="613" y="12736"/>
                  </a:cubicBezTo>
                  <a:lnTo>
                    <a:pt x="630" y="12719"/>
                  </a:lnTo>
                  <a:lnTo>
                    <a:pt x="630" y="12719"/>
                  </a:lnTo>
                  <a:cubicBezTo>
                    <a:pt x="622" y="12736"/>
                    <a:pt x="622" y="12752"/>
                    <a:pt x="613" y="12769"/>
                  </a:cubicBezTo>
                  <a:cubicBezTo>
                    <a:pt x="597" y="12843"/>
                    <a:pt x="564" y="12926"/>
                    <a:pt x="547" y="13009"/>
                  </a:cubicBezTo>
                  <a:cubicBezTo>
                    <a:pt x="522" y="13150"/>
                    <a:pt x="522" y="13291"/>
                    <a:pt x="564" y="13432"/>
                  </a:cubicBezTo>
                  <a:cubicBezTo>
                    <a:pt x="597" y="13556"/>
                    <a:pt x="663" y="13705"/>
                    <a:pt x="779" y="13771"/>
                  </a:cubicBezTo>
                  <a:cubicBezTo>
                    <a:pt x="804" y="13790"/>
                    <a:pt x="838" y="13799"/>
                    <a:pt x="871" y="13799"/>
                  </a:cubicBezTo>
                  <a:cubicBezTo>
                    <a:pt x="882" y="13799"/>
                    <a:pt x="893" y="13798"/>
                    <a:pt x="903" y="13796"/>
                  </a:cubicBezTo>
                  <a:lnTo>
                    <a:pt x="903" y="13804"/>
                  </a:lnTo>
                  <a:cubicBezTo>
                    <a:pt x="937" y="13954"/>
                    <a:pt x="1111" y="14045"/>
                    <a:pt x="1243" y="14078"/>
                  </a:cubicBezTo>
                  <a:cubicBezTo>
                    <a:pt x="1401" y="14119"/>
                    <a:pt x="1558" y="14119"/>
                    <a:pt x="1724" y="14119"/>
                  </a:cubicBezTo>
                  <a:lnTo>
                    <a:pt x="1749" y="14119"/>
                  </a:lnTo>
                  <a:cubicBezTo>
                    <a:pt x="1740" y="14136"/>
                    <a:pt x="1740" y="14152"/>
                    <a:pt x="1740" y="14161"/>
                  </a:cubicBezTo>
                  <a:cubicBezTo>
                    <a:pt x="1740" y="14169"/>
                    <a:pt x="1732" y="14177"/>
                    <a:pt x="1732" y="14177"/>
                  </a:cubicBezTo>
                  <a:cubicBezTo>
                    <a:pt x="1732" y="14186"/>
                    <a:pt x="1724" y="14194"/>
                    <a:pt x="1724" y="14202"/>
                  </a:cubicBezTo>
                  <a:cubicBezTo>
                    <a:pt x="1724" y="14202"/>
                    <a:pt x="1724" y="14210"/>
                    <a:pt x="1724" y="14210"/>
                  </a:cubicBezTo>
                  <a:cubicBezTo>
                    <a:pt x="1724" y="14227"/>
                    <a:pt x="1715" y="14244"/>
                    <a:pt x="1707" y="14260"/>
                  </a:cubicBezTo>
                  <a:cubicBezTo>
                    <a:pt x="1699" y="14285"/>
                    <a:pt x="1691" y="14302"/>
                    <a:pt x="1682" y="14326"/>
                  </a:cubicBezTo>
                  <a:cubicBezTo>
                    <a:pt x="1649" y="14384"/>
                    <a:pt x="1591" y="14434"/>
                    <a:pt x="1541" y="14476"/>
                  </a:cubicBezTo>
                  <a:cubicBezTo>
                    <a:pt x="1334" y="14625"/>
                    <a:pt x="1102" y="14749"/>
                    <a:pt x="903" y="14906"/>
                  </a:cubicBezTo>
                  <a:cubicBezTo>
                    <a:pt x="804" y="14981"/>
                    <a:pt x="721" y="15072"/>
                    <a:pt x="671" y="15180"/>
                  </a:cubicBezTo>
                  <a:cubicBezTo>
                    <a:pt x="638" y="15254"/>
                    <a:pt x="622" y="15337"/>
                    <a:pt x="630" y="15420"/>
                  </a:cubicBezTo>
                  <a:cubicBezTo>
                    <a:pt x="613" y="15412"/>
                    <a:pt x="605" y="15412"/>
                    <a:pt x="589" y="15404"/>
                  </a:cubicBezTo>
                  <a:cubicBezTo>
                    <a:pt x="586" y="15402"/>
                    <a:pt x="582" y="15401"/>
                    <a:pt x="578" y="15401"/>
                  </a:cubicBezTo>
                  <a:cubicBezTo>
                    <a:pt x="561" y="15401"/>
                    <a:pt x="537" y="15416"/>
                    <a:pt x="531" y="15437"/>
                  </a:cubicBezTo>
                  <a:cubicBezTo>
                    <a:pt x="481" y="15544"/>
                    <a:pt x="448" y="15660"/>
                    <a:pt x="431" y="15785"/>
                  </a:cubicBezTo>
                  <a:cubicBezTo>
                    <a:pt x="406" y="16000"/>
                    <a:pt x="423" y="16215"/>
                    <a:pt x="481" y="16423"/>
                  </a:cubicBezTo>
                  <a:cubicBezTo>
                    <a:pt x="489" y="16456"/>
                    <a:pt x="497" y="16481"/>
                    <a:pt x="506" y="16514"/>
                  </a:cubicBezTo>
                  <a:cubicBezTo>
                    <a:pt x="514" y="16630"/>
                    <a:pt x="539" y="16746"/>
                    <a:pt x="589" y="16862"/>
                  </a:cubicBezTo>
                  <a:cubicBezTo>
                    <a:pt x="738" y="17210"/>
                    <a:pt x="1053" y="17442"/>
                    <a:pt x="1367" y="17624"/>
                  </a:cubicBezTo>
                  <a:cubicBezTo>
                    <a:pt x="1732" y="17831"/>
                    <a:pt x="2105" y="18022"/>
                    <a:pt x="2478" y="18221"/>
                  </a:cubicBezTo>
                  <a:cubicBezTo>
                    <a:pt x="2486" y="18226"/>
                    <a:pt x="2495" y="18228"/>
                    <a:pt x="2505" y="18228"/>
                  </a:cubicBezTo>
                  <a:cubicBezTo>
                    <a:pt x="2540" y="18228"/>
                    <a:pt x="2574" y="18194"/>
                    <a:pt x="2561" y="18154"/>
                  </a:cubicBezTo>
                  <a:lnTo>
                    <a:pt x="2544" y="18096"/>
                  </a:lnTo>
                  <a:lnTo>
                    <a:pt x="2544" y="18096"/>
                  </a:lnTo>
                  <a:cubicBezTo>
                    <a:pt x="3049" y="18345"/>
                    <a:pt x="3571" y="18535"/>
                    <a:pt x="4102" y="18676"/>
                  </a:cubicBezTo>
                  <a:cubicBezTo>
                    <a:pt x="4898" y="18886"/>
                    <a:pt x="5714" y="18984"/>
                    <a:pt x="6530" y="18984"/>
                  </a:cubicBezTo>
                  <a:cubicBezTo>
                    <a:pt x="6776" y="18984"/>
                    <a:pt x="7021" y="18975"/>
                    <a:pt x="7267" y="18958"/>
                  </a:cubicBezTo>
                  <a:cubicBezTo>
                    <a:pt x="7797" y="18925"/>
                    <a:pt x="8327" y="18842"/>
                    <a:pt x="8849" y="18726"/>
                  </a:cubicBezTo>
                  <a:cubicBezTo>
                    <a:pt x="9114" y="18668"/>
                    <a:pt x="9379" y="18602"/>
                    <a:pt x="9636" y="18519"/>
                  </a:cubicBezTo>
                  <a:cubicBezTo>
                    <a:pt x="9827" y="18461"/>
                    <a:pt x="10026" y="18403"/>
                    <a:pt x="10208" y="18328"/>
                  </a:cubicBezTo>
                  <a:lnTo>
                    <a:pt x="10225" y="18328"/>
                  </a:lnTo>
                  <a:cubicBezTo>
                    <a:pt x="10266" y="18320"/>
                    <a:pt x="10307" y="18303"/>
                    <a:pt x="10349" y="18287"/>
                  </a:cubicBezTo>
                  <a:cubicBezTo>
                    <a:pt x="10382" y="18270"/>
                    <a:pt x="10415" y="18254"/>
                    <a:pt x="10448" y="18237"/>
                  </a:cubicBezTo>
                  <a:cubicBezTo>
                    <a:pt x="10523" y="18196"/>
                    <a:pt x="10589" y="18154"/>
                    <a:pt x="10655" y="18113"/>
                  </a:cubicBezTo>
                  <a:cubicBezTo>
                    <a:pt x="10771" y="18030"/>
                    <a:pt x="10879" y="17939"/>
                    <a:pt x="10987" y="17839"/>
                  </a:cubicBezTo>
                  <a:cubicBezTo>
                    <a:pt x="11037" y="17790"/>
                    <a:pt x="11086" y="17740"/>
                    <a:pt x="11128" y="17690"/>
                  </a:cubicBezTo>
                  <a:cubicBezTo>
                    <a:pt x="11177" y="17632"/>
                    <a:pt x="11227" y="17574"/>
                    <a:pt x="11269" y="17516"/>
                  </a:cubicBezTo>
                  <a:cubicBezTo>
                    <a:pt x="11310" y="17442"/>
                    <a:pt x="11318" y="17359"/>
                    <a:pt x="11302" y="17284"/>
                  </a:cubicBezTo>
                  <a:cubicBezTo>
                    <a:pt x="11285" y="17201"/>
                    <a:pt x="11252" y="17119"/>
                    <a:pt x="11227" y="17044"/>
                  </a:cubicBezTo>
                  <a:cubicBezTo>
                    <a:pt x="11194" y="16945"/>
                    <a:pt x="11153" y="16845"/>
                    <a:pt x="11119" y="16754"/>
                  </a:cubicBezTo>
                  <a:cubicBezTo>
                    <a:pt x="11144" y="16746"/>
                    <a:pt x="11169" y="16721"/>
                    <a:pt x="11161" y="16696"/>
                  </a:cubicBezTo>
                  <a:cubicBezTo>
                    <a:pt x="11128" y="16580"/>
                    <a:pt x="11103" y="16464"/>
                    <a:pt x="11070" y="16356"/>
                  </a:cubicBezTo>
                  <a:cubicBezTo>
                    <a:pt x="11037" y="16257"/>
                    <a:pt x="11003" y="16157"/>
                    <a:pt x="10962" y="16058"/>
                  </a:cubicBezTo>
                  <a:cubicBezTo>
                    <a:pt x="10945" y="15760"/>
                    <a:pt x="10887" y="15470"/>
                    <a:pt x="10829" y="15180"/>
                  </a:cubicBezTo>
                  <a:cubicBezTo>
                    <a:pt x="10829" y="15130"/>
                    <a:pt x="10821" y="15089"/>
                    <a:pt x="10805" y="15047"/>
                  </a:cubicBezTo>
                  <a:lnTo>
                    <a:pt x="10805" y="15039"/>
                  </a:lnTo>
                  <a:cubicBezTo>
                    <a:pt x="10796" y="15022"/>
                    <a:pt x="10796" y="15014"/>
                    <a:pt x="10796" y="15006"/>
                  </a:cubicBezTo>
                  <a:cubicBezTo>
                    <a:pt x="10805" y="14981"/>
                    <a:pt x="10813" y="14956"/>
                    <a:pt x="10821" y="14940"/>
                  </a:cubicBezTo>
                  <a:cubicBezTo>
                    <a:pt x="10838" y="14865"/>
                    <a:pt x="10838" y="14790"/>
                    <a:pt x="10821" y="14716"/>
                  </a:cubicBezTo>
                  <a:cubicBezTo>
                    <a:pt x="10813" y="14608"/>
                    <a:pt x="10788" y="14500"/>
                    <a:pt x="10771" y="14393"/>
                  </a:cubicBezTo>
                  <a:lnTo>
                    <a:pt x="10771" y="14393"/>
                  </a:lnTo>
                  <a:cubicBezTo>
                    <a:pt x="10778" y="14397"/>
                    <a:pt x="10785" y="14399"/>
                    <a:pt x="10792" y="14399"/>
                  </a:cubicBezTo>
                  <a:cubicBezTo>
                    <a:pt x="10825" y="14399"/>
                    <a:pt x="10852" y="14353"/>
                    <a:pt x="10838" y="14318"/>
                  </a:cubicBezTo>
                  <a:cubicBezTo>
                    <a:pt x="10747" y="14161"/>
                    <a:pt x="10680" y="14003"/>
                    <a:pt x="10622" y="13829"/>
                  </a:cubicBezTo>
                  <a:cubicBezTo>
                    <a:pt x="10567" y="13671"/>
                    <a:pt x="10534" y="13505"/>
                    <a:pt x="10495" y="13339"/>
                  </a:cubicBezTo>
                  <a:lnTo>
                    <a:pt x="10495" y="13339"/>
                  </a:lnTo>
                  <a:cubicBezTo>
                    <a:pt x="10506" y="13353"/>
                    <a:pt x="10522" y="13360"/>
                    <a:pt x="10537" y="13360"/>
                  </a:cubicBezTo>
                  <a:cubicBezTo>
                    <a:pt x="10556" y="13360"/>
                    <a:pt x="10574" y="13349"/>
                    <a:pt x="10581" y="13324"/>
                  </a:cubicBezTo>
                  <a:cubicBezTo>
                    <a:pt x="10622" y="13175"/>
                    <a:pt x="10664" y="13026"/>
                    <a:pt x="10680" y="12876"/>
                  </a:cubicBezTo>
                  <a:lnTo>
                    <a:pt x="10689" y="12876"/>
                  </a:lnTo>
                  <a:cubicBezTo>
                    <a:pt x="10763" y="12860"/>
                    <a:pt x="10805" y="12736"/>
                    <a:pt x="10829" y="12669"/>
                  </a:cubicBezTo>
                  <a:cubicBezTo>
                    <a:pt x="10846" y="12603"/>
                    <a:pt x="10863" y="12537"/>
                    <a:pt x="10871" y="12462"/>
                  </a:cubicBezTo>
                  <a:cubicBezTo>
                    <a:pt x="10896" y="12421"/>
                    <a:pt x="10912" y="12363"/>
                    <a:pt x="10921" y="12321"/>
                  </a:cubicBezTo>
                  <a:cubicBezTo>
                    <a:pt x="10945" y="12238"/>
                    <a:pt x="10954" y="12139"/>
                    <a:pt x="10962" y="12056"/>
                  </a:cubicBezTo>
                  <a:cubicBezTo>
                    <a:pt x="10962" y="11708"/>
                    <a:pt x="10846" y="11385"/>
                    <a:pt x="10730" y="11070"/>
                  </a:cubicBezTo>
                  <a:cubicBezTo>
                    <a:pt x="10672" y="10904"/>
                    <a:pt x="10614" y="10739"/>
                    <a:pt x="10573" y="10573"/>
                  </a:cubicBezTo>
                  <a:cubicBezTo>
                    <a:pt x="10556" y="10474"/>
                    <a:pt x="10539" y="10383"/>
                    <a:pt x="10531" y="10291"/>
                  </a:cubicBezTo>
                  <a:cubicBezTo>
                    <a:pt x="10531" y="10242"/>
                    <a:pt x="10523" y="10192"/>
                    <a:pt x="10523" y="10142"/>
                  </a:cubicBezTo>
                  <a:cubicBezTo>
                    <a:pt x="10523" y="10109"/>
                    <a:pt x="10523" y="10068"/>
                    <a:pt x="10515" y="10035"/>
                  </a:cubicBezTo>
                  <a:cubicBezTo>
                    <a:pt x="10531" y="9985"/>
                    <a:pt x="10539" y="9935"/>
                    <a:pt x="10556" y="9877"/>
                  </a:cubicBezTo>
                  <a:cubicBezTo>
                    <a:pt x="10614" y="9703"/>
                    <a:pt x="10680" y="9537"/>
                    <a:pt x="10705" y="9347"/>
                  </a:cubicBezTo>
                  <a:cubicBezTo>
                    <a:pt x="10722" y="9148"/>
                    <a:pt x="10689" y="8957"/>
                    <a:pt x="10647" y="8767"/>
                  </a:cubicBezTo>
                  <a:cubicBezTo>
                    <a:pt x="10614" y="8568"/>
                    <a:pt x="10589" y="8369"/>
                    <a:pt x="10573" y="8170"/>
                  </a:cubicBezTo>
                  <a:cubicBezTo>
                    <a:pt x="10556" y="7971"/>
                    <a:pt x="10556" y="7773"/>
                    <a:pt x="10539" y="7574"/>
                  </a:cubicBezTo>
                  <a:cubicBezTo>
                    <a:pt x="10539" y="7557"/>
                    <a:pt x="10531" y="7549"/>
                    <a:pt x="10523" y="7541"/>
                  </a:cubicBezTo>
                  <a:cubicBezTo>
                    <a:pt x="10523" y="7433"/>
                    <a:pt x="10506" y="7325"/>
                    <a:pt x="10481" y="7217"/>
                  </a:cubicBezTo>
                  <a:cubicBezTo>
                    <a:pt x="10465" y="7168"/>
                    <a:pt x="10440" y="7093"/>
                    <a:pt x="10465" y="7043"/>
                  </a:cubicBezTo>
                  <a:cubicBezTo>
                    <a:pt x="10481" y="6994"/>
                    <a:pt x="10539" y="6961"/>
                    <a:pt x="10581" y="6936"/>
                  </a:cubicBezTo>
                  <a:cubicBezTo>
                    <a:pt x="10672" y="6886"/>
                    <a:pt x="10763" y="6820"/>
                    <a:pt x="10829" y="6737"/>
                  </a:cubicBezTo>
                  <a:cubicBezTo>
                    <a:pt x="10887" y="6654"/>
                    <a:pt x="10929" y="6546"/>
                    <a:pt x="10904" y="6447"/>
                  </a:cubicBezTo>
                  <a:cubicBezTo>
                    <a:pt x="10887" y="6389"/>
                    <a:pt x="10854" y="6339"/>
                    <a:pt x="10821" y="6281"/>
                  </a:cubicBezTo>
                  <a:cubicBezTo>
                    <a:pt x="10805" y="6256"/>
                    <a:pt x="10796" y="6231"/>
                    <a:pt x="10788" y="6207"/>
                  </a:cubicBezTo>
                  <a:cubicBezTo>
                    <a:pt x="10788" y="6207"/>
                    <a:pt x="10788" y="6198"/>
                    <a:pt x="10796" y="6198"/>
                  </a:cubicBezTo>
                  <a:cubicBezTo>
                    <a:pt x="10813" y="6190"/>
                    <a:pt x="10829" y="6173"/>
                    <a:pt x="10846" y="6157"/>
                  </a:cubicBezTo>
                  <a:cubicBezTo>
                    <a:pt x="10854" y="6149"/>
                    <a:pt x="10871" y="6132"/>
                    <a:pt x="10887" y="6124"/>
                  </a:cubicBezTo>
                  <a:cubicBezTo>
                    <a:pt x="10896" y="6115"/>
                    <a:pt x="10904" y="6107"/>
                    <a:pt x="10904" y="6099"/>
                  </a:cubicBezTo>
                  <a:cubicBezTo>
                    <a:pt x="10912" y="6091"/>
                    <a:pt x="10921" y="6082"/>
                    <a:pt x="10921" y="6066"/>
                  </a:cubicBezTo>
                  <a:cubicBezTo>
                    <a:pt x="10929" y="6049"/>
                    <a:pt x="10912" y="6024"/>
                    <a:pt x="10896" y="6024"/>
                  </a:cubicBezTo>
                  <a:cubicBezTo>
                    <a:pt x="10879" y="6024"/>
                    <a:pt x="10871" y="6024"/>
                    <a:pt x="10854" y="6033"/>
                  </a:cubicBezTo>
                  <a:cubicBezTo>
                    <a:pt x="10846" y="6041"/>
                    <a:pt x="10838" y="6041"/>
                    <a:pt x="10829" y="6049"/>
                  </a:cubicBezTo>
                  <a:cubicBezTo>
                    <a:pt x="10813" y="6057"/>
                    <a:pt x="10805" y="6074"/>
                    <a:pt x="10788" y="6082"/>
                  </a:cubicBezTo>
                  <a:cubicBezTo>
                    <a:pt x="10780" y="6091"/>
                    <a:pt x="10780" y="6091"/>
                    <a:pt x="10771" y="6099"/>
                  </a:cubicBezTo>
                  <a:lnTo>
                    <a:pt x="10771" y="6074"/>
                  </a:lnTo>
                  <a:lnTo>
                    <a:pt x="10780" y="6066"/>
                  </a:lnTo>
                  <a:lnTo>
                    <a:pt x="10788" y="6057"/>
                  </a:lnTo>
                  <a:cubicBezTo>
                    <a:pt x="10796" y="6049"/>
                    <a:pt x="10805" y="6041"/>
                    <a:pt x="10805" y="6033"/>
                  </a:cubicBezTo>
                  <a:cubicBezTo>
                    <a:pt x="10813" y="6024"/>
                    <a:pt x="10813" y="6016"/>
                    <a:pt x="10805" y="6008"/>
                  </a:cubicBezTo>
                  <a:cubicBezTo>
                    <a:pt x="10805" y="5999"/>
                    <a:pt x="10796" y="5999"/>
                    <a:pt x="10788" y="5999"/>
                  </a:cubicBezTo>
                  <a:cubicBezTo>
                    <a:pt x="10784" y="5999"/>
                    <a:pt x="10782" y="5999"/>
                    <a:pt x="10781" y="6000"/>
                  </a:cubicBezTo>
                  <a:lnTo>
                    <a:pt x="10781" y="6000"/>
                  </a:lnTo>
                  <a:cubicBezTo>
                    <a:pt x="10798" y="5912"/>
                    <a:pt x="10830" y="5823"/>
                    <a:pt x="10846" y="5743"/>
                  </a:cubicBezTo>
                  <a:cubicBezTo>
                    <a:pt x="10887" y="5610"/>
                    <a:pt x="10921" y="5486"/>
                    <a:pt x="10945" y="5353"/>
                  </a:cubicBezTo>
                  <a:cubicBezTo>
                    <a:pt x="11070" y="4823"/>
                    <a:pt x="11119" y="4284"/>
                    <a:pt x="11144" y="3738"/>
                  </a:cubicBezTo>
                  <a:cubicBezTo>
                    <a:pt x="11177" y="3199"/>
                    <a:pt x="11186" y="2652"/>
                    <a:pt x="11219" y="2105"/>
                  </a:cubicBezTo>
                  <a:cubicBezTo>
                    <a:pt x="11252" y="1608"/>
                    <a:pt x="11343" y="1094"/>
                    <a:pt x="11277" y="589"/>
                  </a:cubicBezTo>
                  <a:cubicBezTo>
                    <a:pt x="11260" y="473"/>
                    <a:pt x="11227" y="349"/>
                    <a:pt x="11194" y="241"/>
                  </a:cubicBezTo>
                  <a:cubicBezTo>
                    <a:pt x="11169" y="183"/>
                    <a:pt x="11153" y="125"/>
                    <a:pt x="11119" y="67"/>
                  </a:cubicBezTo>
                  <a:cubicBezTo>
                    <a:pt x="11111" y="34"/>
                    <a:pt x="11095" y="9"/>
                    <a:pt x="110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6" name="Google Shape;3546;p6"/>
            <p:cNvSpPr/>
            <p:nvPr/>
          </p:nvSpPr>
          <p:spPr>
            <a:xfrm>
              <a:off x="2526975" y="1525175"/>
              <a:ext cx="12000" cy="21175"/>
            </a:xfrm>
            <a:custGeom>
              <a:rect b="b" l="l" r="r" t="t"/>
              <a:pathLst>
                <a:path extrusionOk="0" h="847" w="480">
                  <a:moveTo>
                    <a:pt x="42" y="1"/>
                  </a:moveTo>
                  <a:lnTo>
                    <a:pt x="42" y="9"/>
                  </a:lnTo>
                  <a:cubicBezTo>
                    <a:pt x="39" y="8"/>
                    <a:pt x="36" y="7"/>
                    <a:pt x="32" y="7"/>
                  </a:cubicBezTo>
                  <a:cubicBezTo>
                    <a:pt x="17" y="7"/>
                    <a:pt x="1" y="20"/>
                    <a:pt x="1" y="34"/>
                  </a:cubicBezTo>
                  <a:cubicBezTo>
                    <a:pt x="1" y="109"/>
                    <a:pt x="75" y="183"/>
                    <a:pt x="108" y="241"/>
                  </a:cubicBezTo>
                  <a:cubicBezTo>
                    <a:pt x="158" y="307"/>
                    <a:pt x="191" y="374"/>
                    <a:pt x="233" y="440"/>
                  </a:cubicBezTo>
                  <a:cubicBezTo>
                    <a:pt x="291" y="573"/>
                    <a:pt x="324" y="722"/>
                    <a:pt x="423" y="838"/>
                  </a:cubicBezTo>
                  <a:cubicBezTo>
                    <a:pt x="429" y="844"/>
                    <a:pt x="436" y="846"/>
                    <a:pt x="442" y="846"/>
                  </a:cubicBezTo>
                  <a:cubicBezTo>
                    <a:pt x="462" y="846"/>
                    <a:pt x="479" y="821"/>
                    <a:pt x="473" y="796"/>
                  </a:cubicBezTo>
                  <a:cubicBezTo>
                    <a:pt x="432" y="730"/>
                    <a:pt x="415" y="655"/>
                    <a:pt x="390" y="581"/>
                  </a:cubicBezTo>
                  <a:cubicBezTo>
                    <a:pt x="374" y="515"/>
                    <a:pt x="349" y="440"/>
                    <a:pt x="316" y="374"/>
                  </a:cubicBezTo>
                  <a:cubicBezTo>
                    <a:pt x="274" y="299"/>
                    <a:pt x="233" y="233"/>
                    <a:pt x="191" y="167"/>
                  </a:cubicBezTo>
                  <a:cubicBezTo>
                    <a:pt x="158" y="109"/>
                    <a:pt x="108" y="26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6"/>
            <p:cNvSpPr/>
            <p:nvPr/>
          </p:nvSpPr>
          <p:spPr>
            <a:xfrm>
              <a:off x="2521650" y="1517025"/>
              <a:ext cx="4000" cy="6150"/>
            </a:xfrm>
            <a:custGeom>
              <a:rect b="b" l="l" r="r" t="t"/>
              <a:pathLst>
                <a:path extrusionOk="0" h="246" w="160">
                  <a:moveTo>
                    <a:pt x="19" y="0"/>
                  </a:moveTo>
                  <a:cubicBezTo>
                    <a:pt x="8" y="0"/>
                    <a:pt x="0" y="8"/>
                    <a:pt x="7" y="20"/>
                  </a:cubicBezTo>
                  <a:cubicBezTo>
                    <a:pt x="7" y="45"/>
                    <a:pt x="15" y="62"/>
                    <a:pt x="23" y="78"/>
                  </a:cubicBezTo>
                  <a:cubicBezTo>
                    <a:pt x="31" y="95"/>
                    <a:pt x="48" y="111"/>
                    <a:pt x="56" y="128"/>
                  </a:cubicBezTo>
                  <a:cubicBezTo>
                    <a:pt x="73" y="169"/>
                    <a:pt x="89" y="203"/>
                    <a:pt x="114" y="236"/>
                  </a:cubicBezTo>
                  <a:cubicBezTo>
                    <a:pt x="117" y="243"/>
                    <a:pt x="122" y="246"/>
                    <a:pt x="128" y="246"/>
                  </a:cubicBezTo>
                  <a:cubicBezTo>
                    <a:pt x="142" y="246"/>
                    <a:pt x="159" y="228"/>
                    <a:pt x="147" y="211"/>
                  </a:cubicBezTo>
                  <a:cubicBezTo>
                    <a:pt x="131" y="178"/>
                    <a:pt x="114" y="145"/>
                    <a:pt x="89" y="111"/>
                  </a:cubicBezTo>
                  <a:cubicBezTo>
                    <a:pt x="81" y="87"/>
                    <a:pt x="73" y="70"/>
                    <a:pt x="65" y="53"/>
                  </a:cubicBezTo>
                  <a:cubicBezTo>
                    <a:pt x="56" y="37"/>
                    <a:pt x="48" y="20"/>
                    <a:pt x="31" y="4"/>
                  </a:cubicBezTo>
                  <a:cubicBezTo>
                    <a:pt x="27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8" name="Google Shape;3548;p6"/>
            <p:cNvSpPr/>
            <p:nvPr/>
          </p:nvSpPr>
          <p:spPr>
            <a:xfrm>
              <a:off x="2467525" y="1466725"/>
              <a:ext cx="4500" cy="32925"/>
            </a:xfrm>
            <a:custGeom>
              <a:rect b="b" l="l" r="r" t="t"/>
              <a:pathLst>
                <a:path extrusionOk="0" h="1317" w="180">
                  <a:moveTo>
                    <a:pt x="145" y="1"/>
                  </a:moveTo>
                  <a:cubicBezTo>
                    <a:pt x="134" y="1"/>
                    <a:pt x="123" y="6"/>
                    <a:pt x="117" y="19"/>
                  </a:cubicBezTo>
                  <a:cubicBezTo>
                    <a:pt x="42" y="218"/>
                    <a:pt x="9" y="433"/>
                    <a:pt x="1" y="649"/>
                  </a:cubicBezTo>
                  <a:cubicBezTo>
                    <a:pt x="1" y="765"/>
                    <a:pt x="1" y="872"/>
                    <a:pt x="9" y="980"/>
                  </a:cubicBezTo>
                  <a:cubicBezTo>
                    <a:pt x="17" y="1088"/>
                    <a:pt x="26" y="1195"/>
                    <a:pt x="50" y="1295"/>
                  </a:cubicBezTo>
                  <a:cubicBezTo>
                    <a:pt x="54" y="1310"/>
                    <a:pt x="64" y="1317"/>
                    <a:pt x="73" y="1317"/>
                  </a:cubicBezTo>
                  <a:cubicBezTo>
                    <a:pt x="84" y="1317"/>
                    <a:pt x="96" y="1308"/>
                    <a:pt x="100" y="1295"/>
                  </a:cubicBezTo>
                  <a:cubicBezTo>
                    <a:pt x="108" y="1187"/>
                    <a:pt x="100" y="1079"/>
                    <a:pt x="100" y="972"/>
                  </a:cubicBezTo>
                  <a:cubicBezTo>
                    <a:pt x="100" y="864"/>
                    <a:pt x="100" y="765"/>
                    <a:pt x="100" y="657"/>
                  </a:cubicBezTo>
                  <a:cubicBezTo>
                    <a:pt x="100" y="450"/>
                    <a:pt x="125" y="243"/>
                    <a:pt x="175" y="35"/>
                  </a:cubicBezTo>
                  <a:cubicBezTo>
                    <a:pt x="180" y="15"/>
                    <a:pt x="163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9" name="Google Shape;3549;p6"/>
            <p:cNvSpPr/>
            <p:nvPr/>
          </p:nvSpPr>
          <p:spPr>
            <a:xfrm>
              <a:off x="2470225" y="1515850"/>
              <a:ext cx="1275" cy="4425"/>
            </a:xfrm>
            <a:custGeom>
              <a:rect b="b" l="l" r="r" t="t"/>
              <a:pathLst>
                <a:path extrusionOk="0" h="177" w="51">
                  <a:moveTo>
                    <a:pt x="34" y="1"/>
                  </a:moveTo>
                  <a:cubicBezTo>
                    <a:pt x="25" y="1"/>
                    <a:pt x="17" y="9"/>
                    <a:pt x="17" y="18"/>
                  </a:cubicBezTo>
                  <a:lnTo>
                    <a:pt x="9" y="18"/>
                  </a:lnTo>
                  <a:cubicBezTo>
                    <a:pt x="9" y="42"/>
                    <a:pt x="9" y="67"/>
                    <a:pt x="9" y="92"/>
                  </a:cubicBezTo>
                  <a:cubicBezTo>
                    <a:pt x="9" y="109"/>
                    <a:pt x="9" y="117"/>
                    <a:pt x="9" y="134"/>
                  </a:cubicBezTo>
                  <a:cubicBezTo>
                    <a:pt x="0" y="142"/>
                    <a:pt x="9" y="158"/>
                    <a:pt x="9" y="167"/>
                  </a:cubicBezTo>
                  <a:cubicBezTo>
                    <a:pt x="9" y="171"/>
                    <a:pt x="14" y="176"/>
                    <a:pt x="19" y="176"/>
                  </a:cubicBezTo>
                  <a:cubicBezTo>
                    <a:pt x="22" y="176"/>
                    <a:pt x="25" y="174"/>
                    <a:pt x="25" y="167"/>
                  </a:cubicBezTo>
                  <a:cubicBezTo>
                    <a:pt x="34" y="158"/>
                    <a:pt x="34" y="150"/>
                    <a:pt x="34" y="134"/>
                  </a:cubicBezTo>
                  <a:lnTo>
                    <a:pt x="42" y="100"/>
                  </a:lnTo>
                  <a:cubicBezTo>
                    <a:pt x="50" y="67"/>
                    <a:pt x="50" y="42"/>
                    <a:pt x="50" y="18"/>
                  </a:cubicBezTo>
                  <a:cubicBezTo>
                    <a:pt x="50" y="9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6"/>
            <p:cNvSpPr/>
            <p:nvPr/>
          </p:nvSpPr>
          <p:spPr>
            <a:xfrm>
              <a:off x="2479500" y="1576500"/>
              <a:ext cx="8350" cy="23550"/>
            </a:xfrm>
            <a:custGeom>
              <a:rect b="b" l="l" r="r" t="t"/>
              <a:pathLst>
                <a:path extrusionOk="0" h="942" w="334">
                  <a:moveTo>
                    <a:pt x="66" y="0"/>
                  </a:moveTo>
                  <a:cubicBezTo>
                    <a:pt x="31" y="0"/>
                    <a:pt x="1" y="43"/>
                    <a:pt x="19" y="85"/>
                  </a:cubicBezTo>
                  <a:cubicBezTo>
                    <a:pt x="52" y="152"/>
                    <a:pt x="93" y="210"/>
                    <a:pt x="118" y="276"/>
                  </a:cubicBezTo>
                  <a:cubicBezTo>
                    <a:pt x="143" y="342"/>
                    <a:pt x="168" y="409"/>
                    <a:pt x="185" y="483"/>
                  </a:cubicBezTo>
                  <a:cubicBezTo>
                    <a:pt x="218" y="624"/>
                    <a:pt x="226" y="773"/>
                    <a:pt x="267" y="914"/>
                  </a:cubicBezTo>
                  <a:cubicBezTo>
                    <a:pt x="271" y="933"/>
                    <a:pt x="283" y="941"/>
                    <a:pt x="296" y="941"/>
                  </a:cubicBezTo>
                  <a:cubicBezTo>
                    <a:pt x="310" y="941"/>
                    <a:pt x="325" y="928"/>
                    <a:pt x="325" y="906"/>
                  </a:cubicBezTo>
                  <a:cubicBezTo>
                    <a:pt x="334" y="748"/>
                    <a:pt x="309" y="599"/>
                    <a:pt x="276" y="442"/>
                  </a:cubicBezTo>
                  <a:cubicBezTo>
                    <a:pt x="259" y="367"/>
                    <a:pt x="243" y="293"/>
                    <a:pt x="209" y="218"/>
                  </a:cubicBezTo>
                  <a:cubicBezTo>
                    <a:pt x="185" y="152"/>
                    <a:pt x="151" y="77"/>
                    <a:pt x="102" y="19"/>
                  </a:cubicBezTo>
                  <a:cubicBezTo>
                    <a:pt x="91" y="6"/>
                    <a:pt x="78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1" name="Google Shape;3551;p6"/>
            <p:cNvSpPr/>
            <p:nvPr/>
          </p:nvSpPr>
          <p:spPr>
            <a:xfrm>
              <a:off x="2487200" y="1575300"/>
              <a:ext cx="3550" cy="5825"/>
            </a:xfrm>
            <a:custGeom>
              <a:rect b="b" l="l" r="r" t="t"/>
              <a:pathLst>
                <a:path extrusionOk="0" h="233" w="142">
                  <a:moveTo>
                    <a:pt x="21" y="1"/>
                  </a:moveTo>
                  <a:cubicBezTo>
                    <a:pt x="11" y="1"/>
                    <a:pt x="1" y="10"/>
                    <a:pt x="1" y="26"/>
                  </a:cubicBezTo>
                  <a:cubicBezTo>
                    <a:pt x="1" y="34"/>
                    <a:pt x="1" y="42"/>
                    <a:pt x="9" y="51"/>
                  </a:cubicBezTo>
                  <a:cubicBezTo>
                    <a:pt x="9" y="59"/>
                    <a:pt x="9" y="67"/>
                    <a:pt x="17" y="75"/>
                  </a:cubicBezTo>
                  <a:cubicBezTo>
                    <a:pt x="26" y="92"/>
                    <a:pt x="26" y="109"/>
                    <a:pt x="34" y="125"/>
                  </a:cubicBezTo>
                  <a:cubicBezTo>
                    <a:pt x="51" y="150"/>
                    <a:pt x="59" y="183"/>
                    <a:pt x="75" y="216"/>
                  </a:cubicBezTo>
                  <a:cubicBezTo>
                    <a:pt x="84" y="233"/>
                    <a:pt x="109" y="233"/>
                    <a:pt x="117" y="233"/>
                  </a:cubicBezTo>
                  <a:cubicBezTo>
                    <a:pt x="133" y="216"/>
                    <a:pt x="142" y="200"/>
                    <a:pt x="133" y="183"/>
                  </a:cubicBezTo>
                  <a:cubicBezTo>
                    <a:pt x="117" y="150"/>
                    <a:pt x="100" y="125"/>
                    <a:pt x="92" y="92"/>
                  </a:cubicBezTo>
                  <a:cubicBezTo>
                    <a:pt x="84" y="75"/>
                    <a:pt x="75" y="59"/>
                    <a:pt x="67" y="51"/>
                  </a:cubicBezTo>
                  <a:cubicBezTo>
                    <a:pt x="59" y="34"/>
                    <a:pt x="51" y="17"/>
                    <a:pt x="34" y="9"/>
                  </a:cubicBezTo>
                  <a:cubicBezTo>
                    <a:pt x="31" y="3"/>
                    <a:pt x="26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2" name="Google Shape;3552;p6"/>
            <p:cNvSpPr/>
            <p:nvPr/>
          </p:nvSpPr>
          <p:spPr>
            <a:xfrm>
              <a:off x="2476225" y="1569300"/>
              <a:ext cx="1700" cy="1275"/>
            </a:xfrm>
            <a:custGeom>
              <a:rect b="b" l="l" r="r" t="t"/>
              <a:pathLst>
                <a:path extrusionOk="0" h="51" w="68">
                  <a:moveTo>
                    <a:pt x="34" y="1"/>
                  </a:moveTo>
                  <a:cubicBezTo>
                    <a:pt x="1" y="1"/>
                    <a:pt x="1" y="50"/>
                    <a:pt x="34" y="50"/>
                  </a:cubicBezTo>
                  <a:cubicBezTo>
                    <a:pt x="67" y="50"/>
                    <a:pt x="67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6"/>
            <p:cNvSpPr/>
            <p:nvPr/>
          </p:nvSpPr>
          <p:spPr>
            <a:xfrm>
              <a:off x="2604875" y="1614150"/>
              <a:ext cx="12650" cy="20375"/>
            </a:xfrm>
            <a:custGeom>
              <a:rect b="b" l="l" r="r" t="t"/>
              <a:pathLst>
                <a:path extrusionOk="0" h="815" w="506">
                  <a:moveTo>
                    <a:pt x="297" y="1"/>
                  </a:moveTo>
                  <a:cubicBezTo>
                    <a:pt x="248" y="1"/>
                    <a:pt x="201" y="22"/>
                    <a:pt x="166" y="63"/>
                  </a:cubicBezTo>
                  <a:lnTo>
                    <a:pt x="166" y="71"/>
                  </a:lnTo>
                  <a:lnTo>
                    <a:pt x="149" y="71"/>
                  </a:lnTo>
                  <a:cubicBezTo>
                    <a:pt x="133" y="79"/>
                    <a:pt x="124" y="87"/>
                    <a:pt x="116" y="96"/>
                  </a:cubicBezTo>
                  <a:cubicBezTo>
                    <a:pt x="66" y="112"/>
                    <a:pt x="41" y="179"/>
                    <a:pt x="33" y="237"/>
                  </a:cubicBezTo>
                  <a:lnTo>
                    <a:pt x="33" y="253"/>
                  </a:lnTo>
                  <a:cubicBezTo>
                    <a:pt x="17" y="319"/>
                    <a:pt x="0" y="386"/>
                    <a:pt x="8" y="460"/>
                  </a:cubicBezTo>
                  <a:cubicBezTo>
                    <a:pt x="8" y="551"/>
                    <a:pt x="25" y="643"/>
                    <a:pt x="83" y="709"/>
                  </a:cubicBezTo>
                  <a:cubicBezTo>
                    <a:pt x="91" y="717"/>
                    <a:pt x="99" y="725"/>
                    <a:pt x="108" y="734"/>
                  </a:cubicBezTo>
                  <a:cubicBezTo>
                    <a:pt x="157" y="783"/>
                    <a:pt x="221" y="815"/>
                    <a:pt x="284" y="815"/>
                  </a:cubicBezTo>
                  <a:cubicBezTo>
                    <a:pt x="327" y="815"/>
                    <a:pt x="369" y="800"/>
                    <a:pt x="406" y="767"/>
                  </a:cubicBezTo>
                  <a:cubicBezTo>
                    <a:pt x="497" y="684"/>
                    <a:pt x="505" y="551"/>
                    <a:pt x="489" y="427"/>
                  </a:cubicBezTo>
                  <a:cubicBezTo>
                    <a:pt x="497" y="369"/>
                    <a:pt x="497" y="319"/>
                    <a:pt x="497" y="261"/>
                  </a:cubicBezTo>
                  <a:cubicBezTo>
                    <a:pt x="489" y="179"/>
                    <a:pt x="456" y="87"/>
                    <a:pt x="389" y="29"/>
                  </a:cubicBezTo>
                  <a:cubicBezTo>
                    <a:pt x="360" y="10"/>
                    <a:pt x="328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6"/>
            <p:cNvSpPr/>
            <p:nvPr/>
          </p:nvSpPr>
          <p:spPr>
            <a:xfrm>
              <a:off x="2493425" y="1665200"/>
              <a:ext cx="2925" cy="4800"/>
            </a:xfrm>
            <a:custGeom>
              <a:rect b="b" l="l" r="r" t="t"/>
              <a:pathLst>
                <a:path extrusionOk="0" h="192" w="117">
                  <a:moveTo>
                    <a:pt x="75" y="1"/>
                  </a:moveTo>
                  <a:lnTo>
                    <a:pt x="67" y="9"/>
                  </a:lnTo>
                  <a:cubicBezTo>
                    <a:pt x="58" y="9"/>
                    <a:pt x="50" y="26"/>
                    <a:pt x="42" y="42"/>
                  </a:cubicBezTo>
                  <a:cubicBezTo>
                    <a:pt x="34" y="59"/>
                    <a:pt x="34" y="67"/>
                    <a:pt x="25" y="84"/>
                  </a:cubicBezTo>
                  <a:cubicBezTo>
                    <a:pt x="17" y="109"/>
                    <a:pt x="9" y="125"/>
                    <a:pt x="0" y="150"/>
                  </a:cubicBezTo>
                  <a:cubicBezTo>
                    <a:pt x="0" y="167"/>
                    <a:pt x="9" y="183"/>
                    <a:pt x="17" y="191"/>
                  </a:cubicBezTo>
                  <a:cubicBezTo>
                    <a:pt x="34" y="191"/>
                    <a:pt x="50" y="191"/>
                    <a:pt x="58" y="175"/>
                  </a:cubicBezTo>
                  <a:cubicBezTo>
                    <a:pt x="67" y="150"/>
                    <a:pt x="83" y="133"/>
                    <a:pt x="92" y="109"/>
                  </a:cubicBezTo>
                  <a:cubicBezTo>
                    <a:pt x="92" y="100"/>
                    <a:pt x="100" y="92"/>
                    <a:pt x="108" y="75"/>
                  </a:cubicBezTo>
                  <a:cubicBezTo>
                    <a:pt x="108" y="67"/>
                    <a:pt x="116" y="67"/>
                    <a:pt x="116" y="59"/>
                  </a:cubicBezTo>
                  <a:lnTo>
                    <a:pt x="116" y="51"/>
                  </a:lnTo>
                  <a:cubicBezTo>
                    <a:pt x="116" y="42"/>
                    <a:pt x="116" y="34"/>
                    <a:pt x="116" y="26"/>
                  </a:cubicBezTo>
                  <a:lnTo>
                    <a:pt x="108" y="17"/>
                  </a:lnTo>
                  <a:cubicBezTo>
                    <a:pt x="108" y="9"/>
                    <a:pt x="100" y="9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6"/>
            <p:cNvSpPr/>
            <p:nvPr/>
          </p:nvSpPr>
          <p:spPr>
            <a:xfrm>
              <a:off x="2500475" y="1665200"/>
              <a:ext cx="1675" cy="1475"/>
            </a:xfrm>
            <a:custGeom>
              <a:rect b="b" l="l" r="r" t="t"/>
              <a:pathLst>
                <a:path extrusionOk="0" h="59" w="67">
                  <a:moveTo>
                    <a:pt x="33" y="1"/>
                  </a:moveTo>
                  <a:cubicBezTo>
                    <a:pt x="0" y="1"/>
                    <a:pt x="0" y="59"/>
                    <a:pt x="33" y="59"/>
                  </a:cubicBezTo>
                  <a:cubicBezTo>
                    <a:pt x="66" y="59"/>
                    <a:pt x="66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6"/>
            <p:cNvSpPr/>
            <p:nvPr/>
          </p:nvSpPr>
          <p:spPr>
            <a:xfrm>
              <a:off x="2603200" y="1597200"/>
              <a:ext cx="34075" cy="20375"/>
            </a:xfrm>
            <a:custGeom>
              <a:rect b="b" l="l" r="r" t="t"/>
              <a:pathLst>
                <a:path extrusionOk="0" h="815" w="1363">
                  <a:moveTo>
                    <a:pt x="63" y="0"/>
                  </a:moveTo>
                  <a:cubicBezTo>
                    <a:pt x="48" y="0"/>
                    <a:pt x="36" y="3"/>
                    <a:pt x="26" y="11"/>
                  </a:cubicBezTo>
                  <a:cubicBezTo>
                    <a:pt x="9" y="20"/>
                    <a:pt x="1" y="36"/>
                    <a:pt x="9" y="53"/>
                  </a:cubicBezTo>
                  <a:cubicBezTo>
                    <a:pt x="26" y="111"/>
                    <a:pt x="117" y="127"/>
                    <a:pt x="166" y="144"/>
                  </a:cubicBezTo>
                  <a:cubicBezTo>
                    <a:pt x="216" y="169"/>
                    <a:pt x="274" y="194"/>
                    <a:pt x="332" y="219"/>
                  </a:cubicBezTo>
                  <a:cubicBezTo>
                    <a:pt x="440" y="268"/>
                    <a:pt x="556" y="326"/>
                    <a:pt x="664" y="384"/>
                  </a:cubicBezTo>
                  <a:cubicBezTo>
                    <a:pt x="771" y="451"/>
                    <a:pt x="879" y="517"/>
                    <a:pt x="987" y="583"/>
                  </a:cubicBezTo>
                  <a:cubicBezTo>
                    <a:pt x="1086" y="658"/>
                    <a:pt x="1194" y="724"/>
                    <a:pt x="1293" y="807"/>
                  </a:cubicBezTo>
                  <a:cubicBezTo>
                    <a:pt x="1300" y="812"/>
                    <a:pt x="1308" y="815"/>
                    <a:pt x="1315" y="815"/>
                  </a:cubicBezTo>
                  <a:cubicBezTo>
                    <a:pt x="1341" y="815"/>
                    <a:pt x="1362" y="785"/>
                    <a:pt x="1343" y="765"/>
                  </a:cubicBezTo>
                  <a:cubicBezTo>
                    <a:pt x="1244" y="674"/>
                    <a:pt x="1152" y="583"/>
                    <a:pt x="1045" y="500"/>
                  </a:cubicBezTo>
                  <a:cubicBezTo>
                    <a:pt x="945" y="426"/>
                    <a:pt x="838" y="351"/>
                    <a:pt x="722" y="293"/>
                  </a:cubicBezTo>
                  <a:cubicBezTo>
                    <a:pt x="614" y="227"/>
                    <a:pt x="498" y="169"/>
                    <a:pt x="382" y="119"/>
                  </a:cubicBezTo>
                  <a:cubicBezTo>
                    <a:pt x="324" y="94"/>
                    <a:pt x="266" y="61"/>
                    <a:pt x="200" y="45"/>
                  </a:cubicBezTo>
                  <a:cubicBezTo>
                    <a:pt x="168" y="32"/>
                    <a:pt x="108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6"/>
            <p:cNvSpPr/>
            <p:nvPr/>
          </p:nvSpPr>
          <p:spPr>
            <a:xfrm>
              <a:off x="2616250" y="1597275"/>
              <a:ext cx="8825" cy="6100"/>
            </a:xfrm>
            <a:custGeom>
              <a:rect b="b" l="l" r="r" t="t"/>
              <a:pathLst>
                <a:path extrusionOk="0" h="244" w="353">
                  <a:moveTo>
                    <a:pt x="34" y="0"/>
                  </a:moveTo>
                  <a:cubicBezTo>
                    <a:pt x="17" y="0"/>
                    <a:pt x="1" y="17"/>
                    <a:pt x="9" y="25"/>
                  </a:cubicBezTo>
                  <a:cubicBezTo>
                    <a:pt x="26" y="58"/>
                    <a:pt x="50" y="66"/>
                    <a:pt x="75" y="91"/>
                  </a:cubicBezTo>
                  <a:cubicBezTo>
                    <a:pt x="100" y="108"/>
                    <a:pt x="125" y="124"/>
                    <a:pt x="150" y="141"/>
                  </a:cubicBezTo>
                  <a:cubicBezTo>
                    <a:pt x="200" y="174"/>
                    <a:pt x="249" y="207"/>
                    <a:pt x="299" y="240"/>
                  </a:cubicBezTo>
                  <a:cubicBezTo>
                    <a:pt x="302" y="243"/>
                    <a:pt x="306" y="244"/>
                    <a:pt x="310" y="244"/>
                  </a:cubicBezTo>
                  <a:cubicBezTo>
                    <a:pt x="332" y="244"/>
                    <a:pt x="352" y="205"/>
                    <a:pt x="324" y="191"/>
                  </a:cubicBezTo>
                  <a:cubicBezTo>
                    <a:pt x="274" y="158"/>
                    <a:pt x="233" y="116"/>
                    <a:pt x="183" y="83"/>
                  </a:cubicBezTo>
                  <a:cubicBezTo>
                    <a:pt x="158" y="66"/>
                    <a:pt x="133" y="50"/>
                    <a:pt x="108" y="42"/>
                  </a:cubicBezTo>
                  <a:cubicBezTo>
                    <a:pt x="84" y="25"/>
                    <a:pt x="59" y="8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6"/>
            <p:cNvSpPr/>
            <p:nvPr/>
          </p:nvSpPr>
          <p:spPr>
            <a:xfrm>
              <a:off x="2586425" y="1597050"/>
              <a:ext cx="5625" cy="3000"/>
            </a:xfrm>
            <a:custGeom>
              <a:rect b="b" l="l" r="r" t="t"/>
              <a:pathLst>
                <a:path extrusionOk="0" h="120" w="225">
                  <a:moveTo>
                    <a:pt x="199" y="1"/>
                  </a:moveTo>
                  <a:cubicBezTo>
                    <a:pt x="166" y="1"/>
                    <a:pt x="125" y="1"/>
                    <a:pt x="92" y="17"/>
                  </a:cubicBezTo>
                  <a:cubicBezTo>
                    <a:pt x="75" y="17"/>
                    <a:pt x="59" y="26"/>
                    <a:pt x="42" y="42"/>
                  </a:cubicBezTo>
                  <a:lnTo>
                    <a:pt x="42" y="34"/>
                  </a:lnTo>
                  <a:cubicBezTo>
                    <a:pt x="25" y="51"/>
                    <a:pt x="1" y="67"/>
                    <a:pt x="1" y="92"/>
                  </a:cubicBezTo>
                  <a:cubicBezTo>
                    <a:pt x="9" y="100"/>
                    <a:pt x="9" y="109"/>
                    <a:pt x="25" y="117"/>
                  </a:cubicBezTo>
                  <a:cubicBezTo>
                    <a:pt x="29" y="118"/>
                    <a:pt x="32" y="119"/>
                    <a:pt x="35" y="119"/>
                  </a:cubicBezTo>
                  <a:cubicBezTo>
                    <a:pt x="48" y="119"/>
                    <a:pt x="62" y="106"/>
                    <a:pt x="75" y="92"/>
                  </a:cubicBezTo>
                  <a:cubicBezTo>
                    <a:pt x="92" y="84"/>
                    <a:pt x="100" y="75"/>
                    <a:pt x="117" y="67"/>
                  </a:cubicBezTo>
                  <a:lnTo>
                    <a:pt x="125" y="67"/>
                  </a:lnTo>
                  <a:lnTo>
                    <a:pt x="133" y="59"/>
                  </a:lnTo>
                  <a:cubicBezTo>
                    <a:pt x="141" y="59"/>
                    <a:pt x="150" y="59"/>
                    <a:pt x="158" y="51"/>
                  </a:cubicBezTo>
                  <a:cubicBezTo>
                    <a:pt x="166" y="51"/>
                    <a:pt x="183" y="42"/>
                    <a:pt x="199" y="42"/>
                  </a:cubicBezTo>
                  <a:cubicBezTo>
                    <a:pt x="208" y="42"/>
                    <a:pt x="224" y="34"/>
                    <a:pt x="224" y="26"/>
                  </a:cubicBezTo>
                  <a:cubicBezTo>
                    <a:pt x="224" y="9"/>
                    <a:pt x="208" y="1"/>
                    <a:pt x="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6"/>
            <p:cNvSpPr/>
            <p:nvPr/>
          </p:nvSpPr>
          <p:spPr>
            <a:xfrm>
              <a:off x="2571525" y="1596575"/>
              <a:ext cx="4650" cy="10650"/>
            </a:xfrm>
            <a:custGeom>
              <a:rect b="b" l="l" r="r" t="t"/>
              <a:pathLst>
                <a:path extrusionOk="0" h="426" w="186">
                  <a:moveTo>
                    <a:pt x="145" y="1"/>
                  </a:moveTo>
                  <a:cubicBezTo>
                    <a:pt x="135" y="1"/>
                    <a:pt x="124" y="6"/>
                    <a:pt x="116" y="20"/>
                  </a:cubicBezTo>
                  <a:cubicBezTo>
                    <a:pt x="83" y="78"/>
                    <a:pt x="50" y="144"/>
                    <a:pt x="25" y="210"/>
                  </a:cubicBezTo>
                  <a:cubicBezTo>
                    <a:pt x="17" y="244"/>
                    <a:pt x="8" y="285"/>
                    <a:pt x="0" y="318"/>
                  </a:cubicBezTo>
                  <a:cubicBezTo>
                    <a:pt x="0" y="351"/>
                    <a:pt x="0" y="401"/>
                    <a:pt x="33" y="426"/>
                  </a:cubicBezTo>
                  <a:cubicBezTo>
                    <a:pt x="50" y="426"/>
                    <a:pt x="66" y="426"/>
                    <a:pt x="75" y="418"/>
                  </a:cubicBezTo>
                  <a:cubicBezTo>
                    <a:pt x="99" y="393"/>
                    <a:pt x="91" y="351"/>
                    <a:pt x="91" y="318"/>
                  </a:cubicBezTo>
                  <a:cubicBezTo>
                    <a:pt x="91" y="285"/>
                    <a:pt x="99" y="260"/>
                    <a:pt x="108" y="235"/>
                  </a:cubicBezTo>
                  <a:cubicBezTo>
                    <a:pt x="124" y="169"/>
                    <a:pt x="149" y="111"/>
                    <a:pt x="174" y="53"/>
                  </a:cubicBezTo>
                  <a:cubicBezTo>
                    <a:pt x="185" y="25"/>
                    <a:pt x="166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6"/>
            <p:cNvSpPr/>
            <p:nvPr/>
          </p:nvSpPr>
          <p:spPr>
            <a:xfrm>
              <a:off x="2569225" y="1594575"/>
              <a:ext cx="1900" cy="11300"/>
            </a:xfrm>
            <a:custGeom>
              <a:rect b="b" l="l" r="r" t="t"/>
              <a:pathLst>
                <a:path extrusionOk="0" h="452" w="76">
                  <a:moveTo>
                    <a:pt x="46" y="0"/>
                  </a:moveTo>
                  <a:cubicBezTo>
                    <a:pt x="32" y="0"/>
                    <a:pt x="17" y="9"/>
                    <a:pt x="17" y="25"/>
                  </a:cubicBezTo>
                  <a:cubicBezTo>
                    <a:pt x="9" y="100"/>
                    <a:pt x="9" y="166"/>
                    <a:pt x="9" y="232"/>
                  </a:cubicBezTo>
                  <a:cubicBezTo>
                    <a:pt x="1" y="274"/>
                    <a:pt x="1" y="307"/>
                    <a:pt x="1" y="340"/>
                  </a:cubicBezTo>
                  <a:cubicBezTo>
                    <a:pt x="1" y="373"/>
                    <a:pt x="1" y="415"/>
                    <a:pt x="17" y="440"/>
                  </a:cubicBezTo>
                  <a:cubicBezTo>
                    <a:pt x="22" y="448"/>
                    <a:pt x="28" y="452"/>
                    <a:pt x="34" y="452"/>
                  </a:cubicBezTo>
                  <a:cubicBezTo>
                    <a:pt x="40" y="452"/>
                    <a:pt x="46" y="448"/>
                    <a:pt x="51" y="440"/>
                  </a:cubicBezTo>
                  <a:cubicBezTo>
                    <a:pt x="67" y="406"/>
                    <a:pt x="67" y="373"/>
                    <a:pt x="67" y="340"/>
                  </a:cubicBezTo>
                  <a:lnTo>
                    <a:pt x="67" y="232"/>
                  </a:lnTo>
                  <a:cubicBezTo>
                    <a:pt x="67" y="166"/>
                    <a:pt x="67" y="92"/>
                    <a:pt x="75" y="25"/>
                  </a:cubicBezTo>
                  <a:cubicBezTo>
                    <a:pt x="75" y="9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6"/>
            <p:cNvSpPr/>
            <p:nvPr/>
          </p:nvSpPr>
          <p:spPr>
            <a:xfrm>
              <a:off x="2506275" y="1596200"/>
              <a:ext cx="26000" cy="18125"/>
            </a:xfrm>
            <a:custGeom>
              <a:rect b="b" l="l" r="r" t="t"/>
              <a:pathLst>
                <a:path extrusionOk="0" h="725" w="1040">
                  <a:moveTo>
                    <a:pt x="739" y="0"/>
                  </a:moveTo>
                  <a:cubicBezTo>
                    <a:pt x="733" y="0"/>
                    <a:pt x="727" y="1"/>
                    <a:pt x="721" y="2"/>
                  </a:cubicBezTo>
                  <a:cubicBezTo>
                    <a:pt x="663" y="10"/>
                    <a:pt x="613" y="51"/>
                    <a:pt x="572" y="85"/>
                  </a:cubicBezTo>
                  <a:cubicBezTo>
                    <a:pt x="530" y="118"/>
                    <a:pt x="481" y="143"/>
                    <a:pt x="439" y="176"/>
                  </a:cubicBezTo>
                  <a:cubicBezTo>
                    <a:pt x="348" y="250"/>
                    <a:pt x="257" y="325"/>
                    <a:pt x="182" y="408"/>
                  </a:cubicBezTo>
                  <a:cubicBezTo>
                    <a:pt x="141" y="449"/>
                    <a:pt x="108" y="491"/>
                    <a:pt x="75" y="532"/>
                  </a:cubicBezTo>
                  <a:cubicBezTo>
                    <a:pt x="50" y="573"/>
                    <a:pt x="0" y="631"/>
                    <a:pt x="8" y="689"/>
                  </a:cubicBezTo>
                  <a:cubicBezTo>
                    <a:pt x="8" y="710"/>
                    <a:pt x="25" y="725"/>
                    <a:pt x="45" y="725"/>
                  </a:cubicBezTo>
                  <a:cubicBezTo>
                    <a:pt x="49" y="725"/>
                    <a:pt x="54" y="724"/>
                    <a:pt x="58" y="723"/>
                  </a:cubicBezTo>
                  <a:cubicBezTo>
                    <a:pt x="100" y="698"/>
                    <a:pt x="133" y="640"/>
                    <a:pt x="158" y="607"/>
                  </a:cubicBezTo>
                  <a:cubicBezTo>
                    <a:pt x="182" y="573"/>
                    <a:pt x="216" y="532"/>
                    <a:pt x="249" y="499"/>
                  </a:cubicBezTo>
                  <a:cubicBezTo>
                    <a:pt x="315" y="424"/>
                    <a:pt x="390" y="358"/>
                    <a:pt x="472" y="292"/>
                  </a:cubicBezTo>
                  <a:cubicBezTo>
                    <a:pt x="547" y="234"/>
                    <a:pt x="622" y="167"/>
                    <a:pt x="704" y="118"/>
                  </a:cubicBezTo>
                  <a:cubicBezTo>
                    <a:pt x="720" y="107"/>
                    <a:pt x="735" y="104"/>
                    <a:pt x="750" y="104"/>
                  </a:cubicBezTo>
                  <a:cubicBezTo>
                    <a:pt x="784" y="104"/>
                    <a:pt x="817" y="123"/>
                    <a:pt x="845" y="134"/>
                  </a:cubicBezTo>
                  <a:cubicBezTo>
                    <a:pt x="895" y="159"/>
                    <a:pt x="936" y="184"/>
                    <a:pt x="978" y="217"/>
                  </a:cubicBezTo>
                  <a:cubicBezTo>
                    <a:pt x="982" y="222"/>
                    <a:pt x="988" y="224"/>
                    <a:pt x="993" y="224"/>
                  </a:cubicBezTo>
                  <a:cubicBezTo>
                    <a:pt x="1016" y="224"/>
                    <a:pt x="1039" y="186"/>
                    <a:pt x="1019" y="159"/>
                  </a:cubicBezTo>
                  <a:cubicBezTo>
                    <a:pt x="978" y="118"/>
                    <a:pt x="928" y="85"/>
                    <a:pt x="878" y="51"/>
                  </a:cubicBezTo>
                  <a:cubicBezTo>
                    <a:pt x="834" y="29"/>
                    <a:pt x="790" y="0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2" name="Google Shape;3562;p6"/>
            <p:cNvSpPr/>
            <p:nvPr/>
          </p:nvSpPr>
          <p:spPr>
            <a:xfrm>
              <a:off x="2510400" y="1610125"/>
              <a:ext cx="9425" cy="8575"/>
            </a:xfrm>
            <a:custGeom>
              <a:rect b="b" l="l" r="r" t="t"/>
              <a:pathLst>
                <a:path extrusionOk="0" h="343" w="377">
                  <a:moveTo>
                    <a:pt x="333" y="1"/>
                  </a:moveTo>
                  <a:cubicBezTo>
                    <a:pt x="327" y="1"/>
                    <a:pt x="321" y="3"/>
                    <a:pt x="316" y="8"/>
                  </a:cubicBezTo>
                  <a:cubicBezTo>
                    <a:pt x="266" y="58"/>
                    <a:pt x="208" y="108"/>
                    <a:pt x="158" y="149"/>
                  </a:cubicBezTo>
                  <a:cubicBezTo>
                    <a:pt x="109" y="199"/>
                    <a:pt x="59" y="240"/>
                    <a:pt x="17" y="298"/>
                  </a:cubicBezTo>
                  <a:cubicBezTo>
                    <a:pt x="9" y="306"/>
                    <a:pt x="1" y="323"/>
                    <a:pt x="9" y="331"/>
                  </a:cubicBezTo>
                  <a:cubicBezTo>
                    <a:pt x="15" y="337"/>
                    <a:pt x="25" y="343"/>
                    <a:pt x="33" y="343"/>
                  </a:cubicBezTo>
                  <a:cubicBezTo>
                    <a:pt x="37" y="343"/>
                    <a:pt x="40" y="342"/>
                    <a:pt x="42" y="340"/>
                  </a:cubicBezTo>
                  <a:cubicBezTo>
                    <a:pt x="100" y="298"/>
                    <a:pt x="158" y="248"/>
                    <a:pt x="208" y="199"/>
                  </a:cubicBezTo>
                  <a:cubicBezTo>
                    <a:pt x="258" y="149"/>
                    <a:pt x="307" y="99"/>
                    <a:pt x="357" y="58"/>
                  </a:cubicBezTo>
                  <a:cubicBezTo>
                    <a:pt x="377" y="32"/>
                    <a:pt x="355" y="1"/>
                    <a:pt x="3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3" name="Google Shape;3563;p6"/>
            <p:cNvSpPr/>
            <p:nvPr/>
          </p:nvSpPr>
          <p:spPr>
            <a:xfrm>
              <a:off x="2558950" y="1584850"/>
              <a:ext cx="6575" cy="14450"/>
            </a:xfrm>
            <a:custGeom>
              <a:rect b="b" l="l" r="r" t="t"/>
              <a:pathLst>
                <a:path extrusionOk="0" h="578" w="263">
                  <a:moveTo>
                    <a:pt x="213" y="1"/>
                  </a:moveTo>
                  <a:cubicBezTo>
                    <a:pt x="197" y="1"/>
                    <a:pt x="179" y="9"/>
                    <a:pt x="172" y="25"/>
                  </a:cubicBezTo>
                  <a:cubicBezTo>
                    <a:pt x="147" y="66"/>
                    <a:pt x="138" y="116"/>
                    <a:pt x="130" y="157"/>
                  </a:cubicBezTo>
                  <a:cubicBezTo>
                    <a:pt x="114" y="199"/>
                    <a:pt x="105" y="240"/>
                    <a:pt x="89" y="282"/>
                  </a:cubicBezTo>
                  <a:cubicBezTo>
                    <a:pt x="80" y="323"/>
                    <a:pt x="64" y="365"/>
                    <a:pt x="47" y="406"/>
                  </a:cubicBezTo>
                  <a:cubicBezTo>
                    <a:pt x="31" y="447"/>
                    <a:pt x="22" y="497"/>
                    <a:pt x="6" y="539"/>
                  </a:cubicBezTo>
                  <a:cubicBezTo>
                    <a:pt x="1" y="564"/>
                    <a:pt x="18" y="577"/>
                    <a:pt x="38" y="577"/>
                  </a:cubicBezTo>
                  <a:cubicBezTo>
                    <a:pt x="50" y="577"/>
                    <a:pt x="63" y="573"/>
                    <a:pt x="72" y="563"/>
                  </a:cubicBezTo>
                  <a:cubicBezTo>
                    <a:pt x="97" y="522"/>
                    <a:pt x="122" y="489"/>
                    <a:pt x="138" y="447"/>
                  </a:cubicBezTo>
                  <a:cubicBezTo>
                    <a:pt x="163" y="406"/>
                    <a:pt x="180" y="356"/>
                    <a:pt x="196" y="315"/>
                  </a:cubicBezTo>
                  <a:cubicBezTo>
                    <a:pt x="213" y="273"/>
                    <a:pt x="221" y="224"/>
                    <a:pt x="238" y="182"/>
                  </a:cubicBezTo>
                  <a:cubicBezTo>
                    <a:pt x="246" y="133"/>
                    <a:pt x="263" y="83"/>
                    <a:pt x="254" y="33"/>
                  </a:cubicBezTo>
                  <a:cubicBezTo>
                    <a:pt x="250" y="11"/>
                    <a:pt x="232" y="1"/>
                    <a:pt x="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6"/>
            <p:cNvSpPr/>
            <p:nvPr/>
          </p:nvSpPr>
          <p:spPr>
            <a:xfrm>
              <a:off x="2556800" y="1585875"/>
              <a:ext cx="1900" cy="6650"/>
            </a:xfrm>
            <a:custGeom>
              <a:rect b="b" l="l" r="r" t="t"/>
              <a:pathLst>
                <a:path extrusionOk="0" h="266" w="76">
                  <a:moveTo>
                    <a:pt x="34" y="0"/>
                  </a:moveTo>
                  <a:cubicBezTo>
                    <a:pt x="26" y="0"/>
                    <a:pt x="17" y="17"/>
                    <a:pt x="17" y="25"/>
                  </a:cubicBezTo>
                  <a:cubicBezTo>
                    <a:pt x="17" y="42"/>
                    <a:pt x="17" y="58"/>
                    <a:pt x="17" y="83"/>
                  </a:cubicBezTo>
                  <a:cubicBezTo>
                    <a:pt x="17" y="100"/>
                    <a:pt x="9" y="108"/>
                    <a:pt x="9" y="133"/>
                  </a:cubicBezTo>
                  <a:lnTo>
                    <a:pt x="9" y="125"/>
                  </a:lnTo>
                  <a:cubicBezTo>
                    <a:pt x="9" y="158"/>
                    <a:pt x="9" y="191"/>
                    <a:pt x="1" y="224"/>
                  </a:cubicBezTo>
                  <a:cubicBezTo>
                    <a:pt x="1" y="241"/>
                    <a:pt x="9" y="257"/>
                    <a:pt x="26" y="266"/>
                  </a:cubicBezTo>
                  <a:cubicBezTo>
                    <a:pt x="34" y="266"/>
                    <a:pt x="59" y="257"/>
                    <a:pt x="59" y="241"/>
                  </a:cubicBezTo>
                  <a:cubicBezTo>
                    <a:pt x="67" y="208"/>
                    <a:pt x="67" y="166"/>
                    <a:pt x="67" y="133"/>
                  </a:cubicBezTo>
                  <a:cubicBezTo>
                    <a:pt x="75" y="116"/>
                    <a:pt x="67" y="100"/>
                    <a:pt x="67" y="75"/>
                  </a:cubicBezTo>
                  <a:cubicBezTo>
                    <a:pt x="67" y="58"/>
                    <a:pt x="67" y="42"/>
                    <a:pt x="67" y="17"/>
                  </a:cubicBezTo>
                  <a:cubicBezTo>
                    <a:pt x="59" y="9"/>
                    <a:pt x="5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5" name="Google Shape;3565;p6"/>
            <p:cNvSpPr/>
            <p:nvPr/>
          </p:nvSpPr>
          <p:spPr>
            <a:xfrm>
              <a:off x="2543750" y="1584225"/>
              <a:ext cx="2525" cy="11900"/>
            </a:xfrm>
            <a:custGeom>
              <a:rect b="b" l="l" r="r" t="t"/>
              <a:pathLst>
                <a:path extrusionOk="0" h="476" w="101">
                  <a:moveTo>
                    <a:pt x="51" y="0"/>
                  </a:moveTo>
                  <a:cubicBezTo>
                    <a:pt x="1" y="0"/>
                    <a:pt x="9" y="66"/>
                    <a:pt x="17" y="91"/>
                  </a:cubicBezTo>
                  <a:cubicBezTo>
                    <a:pt x="17" y="133"/>
                    <a:pt x="26" y="166"/>
                    <a:pt x="26" y="207"/>
                  </a:cubicBezTo>
                  <a:cubicBezTo>
                    <a:pt x="34" y="290"/>
                    <a:pt x="34" y="365"/>
                    <a:pt x="42" y="448"/>
                  </a:cubicBezTo>
                  <a:cubicBezTo>
                    <a:pt x="42" y="467"/>
                    <a:pt x="53" y="476"/>
                    <a:pt x="65" y="476"/>
                  </a:cubicBezTo>
                  <a:cubicBezTo>
                    <a:pt x="78" y="476"/>
                    <a:pt x="92" y="465"/>
                    <a:pt x="92" y="448"/>
                  </a:cubicBezTo>
                  <a:cubicBezTo>
                    <a:pt x="100" y="365"/>
                    <a:pt x="100" y="290"/>
                    <a:pt x="100" y="207"/>
                  </a:cubicBezTo>
                  <a:cubicBezTo>
                    <a:pt x="100" y="166"/>
                    <a:pt x="92" y="133"/>
                    <a:pt x="92" y="91"/>
                  </a:cubicBezTo>
                  <a:cubicBezTo>
                    <a:pt x="92" y="58"/>
                    <a:pt x="92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6" name="Google Shape;3566;p6"/>
            <p:cNvSpPr/>
            <p:nvPr/>
          </p:nvSpPr>
          <p:spPr>
            <a:xfrm>
              <a:off x="2541475" y="1585850"/>
              <a:ext cx="2100" cy="8275"/>
            </a:xfrm>
            <a:custGeom>
              <a:rect b="b" l="l" r="r" t="t"/>
              <a:pathLst>
                <a:path extrusionOk="0" h="331" w="84">
                  <a:moveTo>
                    <a:pt x="22" y="1"/>
                  </a:moveTo>
                  <a:cubicBezTo>
                    <a:pt x="14" y="1"/>
                    <a:pt x="6" y="8"/>
                    <a:pt x="1" y="18"/>
                  </a:cubicBezTo>
                  <a:cubicBezTo>
                    <a:pt x="1" y="35"/>
                    <a:pt x="1" y="59"/>
                    <a:pt x="1" y="84"/>
                  </a:cubicBezTo>
                  <a:cubicBezTo>
                    <a:pt x="1" y="109"/>
                    <a:pt x="9" y="134"/>
                    <a:pt x="9" y="151"/>
                  </a:cubicBezTo>
                  <a:cubicBezTo>
                    <a:pt x="9" y="200"/>
                    <a:pt x="17" y="250"/>
                    <a:pt x="17" y="300"/>
                  </a:cubicBezTo>
                  <a:cubicBezTo>
                    <a:pt x="17" y="320"/>
                    <a:pt x="34" y="331"/>
                    <a:pt x="50" y="331"/>
                  </a:cubicBezTo>
                  <a:cubicBezTo>
                    <a:pt x="67" y="331"/>
                    <a:pt x="84" y="320"/>
                    <a:pt x="84" y="300"/>
                  </a:cubicBezTo>
                  <a:cubicBezTo>
                    <a:pt x="84" y="250"/>
                    <a:pt x="84" y="200"/>
                    <a:pt x="75" y="151"/>
                  </a:cubicBezTo>
                  <a:cubicBezTo>
                    <a:pt x="75" y="126"/>
                    <a:pt x="67" y="101"/>
                    <a:pt x="59" y="76"/>
                  </a:cubicBezTo>
                  <a:cubicBezTo>
                    <a:pt x="50" y="51"/>
                    <a:pt x="50" y="26"/>
                    <a:pt x="34" y="10"/>
                  </a:cubicBezTo>
                  <a:cubicBezTo>
                    <a:pt x="31" y="3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7" name="Google Shape;3567;p6"/>
            <p:cNvSpPr/>
            <p:nvPr/>
          </p:nvSpPr>
          <p:spPr>
            <a:xfrm>
              <a:off x="2708425" y="1645675"/>
              <a:ext cx="3550" cy="16750"/>
            </a:xfrm>
            <a:custGeom>
              <a:rect b="b" l="l" r="r" t="t"/>
              <a:pathLst>
                <a:path extrusionOk="0" h="670" w="142">
                  <a:moveTo>
                    <a:pt x="36" y="1"/>
                  </a:moveTo>
                  <a:cubicBezTo>
                    <a:pt x="20" y="1"/>
                    <a:pt x="4" y="13"/>
                    <a:pt x="9" y="36"/>
                  </a:cubicBezTo>
                  <a:cubicBezTo>
                    <a:pt x="17" y="152"/>
                    <a:pt x="26" y="268"/>
                    <a:pt x="34" y="392"/>
                  </a:cubicBezTo>
                  <a:cubicBezTo>
                    <a:pt x="34" y="434"/>
                    <a:pt x="42" y="475"/>
                    <a:pt x="34" y="517"/>
                  </a:cubicBezTo>
                  <a:cubicBezTo>
                    <a:pt x="34" y="550"/>
                    <a:pt x="17" y="575"/>
                    <a:pt x="9" y="600"/>
                  </a:cubicBezTo>
                  <a:cubicBezTo>
                    <a:pt x="1" y="616"/>
                    <a:pt x="1" y="624"/>
                    <a:pt x="1" y="633"/>
                  </a:cubicBezTo>
                  <a:lnTo>
                    <a:pt x="1" y="649"/>
                  </a:lnTo>
                  <a:cubicBezTo>
                    <a:pt x="7" y="661"/>
                    <a:pt x="17" y="669"/>
                    <a:pt x="29" y="669"/>
                  </a:cubicBezTo>
                  <a:cubicBezTo>
                    <a:pt x="33" y="669"/>
                    <a:pt x="38" y="668"/>
                    <a:pt x="42" y="666"/>
                  </a:cubicBezTo>
                  <a:cubicBezTo>
                    <a:pt x="84" y="666"/>
                    <a:pt x="108" y="633"/>
                    <a:pt x="125" y="591"/>
                  </a:cubicBezTo>
                  <a:cubicBezTo>
                    <a:pt x="133" y="558"/>
                    <a:pt x="142" y="517"/>
                    <a:pt x="142" y="484"/>
                  </a:cubicBezTo>
                  <a:cubicBezTo>
                    <a:pt x="133" y="434"/>
                    <a:pt x="133" y="384"/>
                    <a:pt x="125" y="326"/>
                  </a:cubicBezTo>
                  <a:cubicBezTo>
                    <a:pt x="108" y="227"/>
                    <a:pt x="92" y="127"/>
                    <a:pt x="67" y="28"/>
                  </a:cubicBezTo>
                  <a:cubicBezTo>
                    <a:pt x="63" y="9"/>
                    <a:pt x="49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8" name="Google Shape;3568;p6"/>
            <p:cNvSpPr/>
            <p:nvPr/>
          </p:nvSpPr>
          <p:spPr>
            <a:xfrm>
              <a:off x="2706575" y="1654225"/>
              <a:ext cx="1675" cy="6475"/>
            </a:xfrm>
            <a:custGeom>
              <a:rect b="b" l="l" r="r" t="t"/>
              <a:pathLst>
                <a:path extrusionOk="0" h="259" w="67">
                  <a:moveTo>
                    <a:pt x="33" y="1"/>
                  </a:moveTo>
                  <a:cubicBezTo>
                    <a:pt x="25" y="1"/>
                    <a:pt x="8" y="9"/>
                    <a:pt x="8" y="26"/>
                  </a:cubicBezTo>
                  <a:cubicBezTo>
                    <a:pt x="17" y="59"/>
                    <a:pt x="17" y="100"/>
                    <a:pt x="8" y="133"/>
                  </a:cubicBezTo>
                  <a:cubicBezTo>
                    <a:pt x="8" y="150"/>
                    <a:pt x="8" y="166"/>
                    <a:pt x="8" y="183"/>
                  </a:cubicBezTo>
                  <a:cubicBezTo>
                    <a:pt x="0" y="191"/>
                    <a:pt x="0" y="208"/>
                    <a:pt x="0" y="216"/>
                  </a:cubicBezTo>
                  <a:cubicBezTo>
                    <a:pt x="0" y="224"/>
                    <a:pt x="0" y="233"/>
                    <a:pt x="0" y="241"/>
                  </a:cubicBezTo>
                  <a:cubicBezTo>
                    <a:pt x="0" y="251"/>
                    <a:pt x="10" y="258"/>
                    <a:pt x="19" y="258"/>
                  </a:cubicBezTo>
                  <a:cubicBezTo>
                    <a:pt x="25" y="258"/>
                    <a:pt x="30" y="256"/>
                    <a:pt x="33" y="249"/>
                  </a:cubicBezTo>
                  <a:cubicBezTo>
                    <a:pt x="50" y="216"/>
                    <a:pt x="58" y="175"/>
                    <a:pt x="58" y="133"/>
                  </a:cubicBezTo>
                  <a:cubicBezTo>
                    <a:pt x="66" y="100"/>
                    <a:pt x="66" y="59"/>
                    <a:pt x="58" y="26"/>
                  </a:cubicBezTo>
                  <a:cubicBezTo>
                    <a:pt x="58" y="9"/>
                    <a:pt x="50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6"/>
            <p:cNvSpPr/>
            <p:nvPr/>
          </p:nvSpPr>
          <p:spPr>
            <a:xfrm>
              <a:off x="2696825" y="1727975"/>
              <a:ext cx="17425" cy="14425"/>
            </a:xfrm>
            <a:custGeom>
              <a:rect b="b" l="l" r="r" t="t"/>
              <a:pathLst>
                <a:path extrusionOk="0" h="577" w="697">
                  <a:moveTo>
                    <a:pt x="651" y="0"/>
                  </a:moveTo>
                  <a:cubicBezTo>
                    <a:pt x="639" y="0"/>
                    <a:pt x="626" y="9"/>
                    <a:pt x="622" y="25"/>
                  </a:cubicBezTo>
                  <a:cubicBezTo>
                    <a:pt x="614" y="58"/>
                    <a:pt x="614" y="91"/>
                    <a:pt x="597" y="116"/>
                  </a:cubicBezTo>
                  <a:cubicBezTo>
                    <a:pt x="589" y="149"/>
                    <a:pt x="572" y="183"/>
                    <a:pt x="556" y="207"/>
                  </a:cubicBezTo>
                  <a:cubicBezTo>
                    <a:pt x="514" y="257"/>
                    <a:pt x="465" y="299"/>
                    <a:pt x="407" y="332"/>
                  </a:cubicBezTo>
                  <a:cubicBezTo>
                    <a:pt x="357" y="365"/>
                    <a:pt x="299" y="390"/>
                    <a:pt x="241" y="415"/>
                  </a:cubicBezTo>
                  <a:cubicBezTo>
                    <a:pt x="183" y="448"/>
                    <a:pt x="133" y="464"/>
                    <a:pt x="67" y="473"/>
                  </a:cubicBezTo>
                  <a:cubicBezTo>
                    <a:pt x="42" y="473"/>
                    <a:pt x="1" y="473"/>
                    <a:pt x="1" y="514"/>
                  </a:cubicBezTo>
                  <a:cubicBezTo>
                    <a:pt x="1" y="547"/>
                    <a:pt x="26" y="564"/>
                    <a:pt x="50" y="572"/>
                  </a:cubicBezTo>
                  <a:lnTo>
                    <a:pt x="59" y="572"/>
                  </a:lnTo>
                  <a:cubicBezTo>
                    <a:pt x="70" y="575"/>
                    <a:pt x="81" y="576"/>
                    <a:pt x="93" y="576"/>
                  </a:cubicBezTo>
                  <a:cubicBezTo>
                    <a:pt x="144" y="576"/>
                    <a:pt x="202" y="551"/>
                    <a:pt x="249" y="531"/>
                  </a:cubicBezTo>
                  <a:cubicBezTo>
                    <a:pt x="357" y="481"/>
                    <a:pt x="473" y="431"/>
                    <a:pt x="556" y="340"/>
                  </a:cubicBezTo>
                  <a:cubicBezTo>
                    <a:pt x="597" y="299"/>
                    <a:pt x="639" y="249"/>
                    <a:pt x="664" y="199"/>
                  </a:cubicBezTo>
                  <a:cubicBezTo>
                    <a:pt x="680" y="141"/>
                    <a:pt x="697" y="75"/>
                    <a:pt x="680" y="25"/>
                  </a:cubicBezTo>
                  <a:cubicBezTo>
                    <a:pt x="676" y="9"/>
                    <a:pt x="664" y="0"/>
                    <a:pt x="6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0" name="Google Shape;3570;p6"/>
            <p:cNvSpPr/>
            <p:nvPr/>
          </p:nvSpPr>
          <p:spPr>
            <a:xfrm>
              <a:off x="2690000" y="1743625"/>
              <a:ext cx="10950" cy="2450"/>
            </a:xfrm>
            <a:custGeom>
              <a:rect b="b" l="l" r="r" t="t"/>
              <a:pathLst>
                <a:path extrusionOk="0" h="98" w="438">
                  <a:moveTo>
                    <a:pt x="266" y="1"/>
                  </a:moveTo>
                  <a:cubicBezTo>
                    <a:pt x="246" y="1"/>
                    <a:pt x="227" y="2"/>
                    <a:pt x="207" y="4"/>
                  </a:cubicBezTo>
                  <a:cubicBezTo>
                    <a:pt x="174" y="4"/>
                    <a:pt x="141" y="4"/>
                    <a:pt x="108" y="12"/>
                  </a:cubicBezTo>
                  <a:cubicBezTo>
                    <a:pt x="75" y="21"/>
                    <a:pt x="33" y="29"/>
                    <a:pt x="9" y="54"/>
                  </a:cubicBezTo>
                  <a:cubicBezTo>
                    <a:pt x="0" y="70"/>
                    <a:pt x="0" y="87"/>
                    <a:pt x="17" y="95"/>
                  </a:cubicBezTo>
                  <a:cubicBezTo>
                    <a:pt x="24" y="97"/>
                    <a:pt x="31" y="97"/>
                    <a:pt x="38" y="97"/>
                  </a:cubicBezTo>
                  <a:cubicBezTo>
                    <a:pt x="66" y="97"/>
                    <a:pt x="96" y="87"/>
                    <a:pt x="116" y="87"/>
                  </a:cubicBezTo>
                  <a:cubicBezTo>
                    <a:pt x="149" y="79"/>
                    <a:pt x="183" y="70"/>
                    <a:pt x="207" y="70"/>
                  </a:cubicBezTo>
                  <a:cubicBezTo>
                    <a:pt x="274" y="62"/>
                    <a:pt x="340" y="62"/>
                    <a:pt x="406" y="62"/>
                  </a:cubicBezTo>
                  <a:cubicBezTo>
                    <a:pt x="408" y="63"/>
                    <a:pt x="410" y="63"/>
                    <a:pt x="412" y="63"/>
                  </a:cubicBezTo>
                  <a:cubicBezTo>
                    <a:pt x="432" y="63"/>
                    <a:pt x="438" y="20"/>
                    <a:pt x="415" y="12"/>
                  </a:cubicBezTo>
                  <a:cubicBezTo>
                    <a:pt x="362" y="6"/>
                    <a:pt x="313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1" name="Google Shape;3571;p6"/>
            <p:cNvSpPr/>
            <p:nvPr/>
          </p:nvSpPr>
          <p:spPr>
            <a:xfrm>
              <a:off x="2684400" y="1746825"/>
              <a:ext cx="4575" cy="2100"/>
            </a:xfrm>
            <a:custGeom>
              <a:rect b="b" l="l" r="r" t="t"/>
              <a:pathLst>
                <a:path extrusionOk="0" h="84" w="183">
                  <a:moveTo>
                    <a:pt x="150" y="0"/>
                  </a:moveTo>
                  <a:cubicBezTo>
                    <a:pt x="100" y="17"/>
                    <a:pt x="59" y="33"/>
                    <a:pt x="17" y="50"/>
                  </a:cubicBezTo>
                  <a:cubicBezTo>
                    <a:pt x="9" y="58"/>
                    <a:pt x="1" y="67"/>
                    <a:pt x="9" y="75"/>
                  </a:cubicBezTo>
                  <a:cubicBezTo>
                    <a:pt x="9" y="83"/>
                    <a:pt x="17" y="83"/>
                    <a:pt x="26" y="83"/>
                  </a:cubicBezTo>
                  <a:cubicBezTo>
                    <a:pt x="75" y="75"/>
                    <a:pt x="117" y="67"/>
                    <a:pt x="158" y="50"/>
                  </a:cubicBezTo>
                  <a:lnTo>
                    <a:pt x="166" y="50"/>
                  </a:lnTo>
                  <a:cubicBezTo>
                    <a:pt x="175" y="50"/>
                    <a:pt x="183" y="33"/>
                    <a:pt x="183" y="17"/>
                  </a:cubicBezTo>
                  <a:cubicBezTo>
                    <a:pt x="175" y="9"/>
                    <a:pt x="158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2" name="Google Shape;3572;p6"/>
            <p:cNvSpPr/>
            <p:nvPr/>
          </p:nvSpPr>
          <p:spPr>
            <a:xfrm>
              <a:off x="2569650" y="1624950"/>
              <a:ext cx="8225" cy="19675"/>
            </a:xfrm>
            <a:custGeom>
              <a:rect b="b" l="l" r="r" t="t"/>
              <a:pathLst>
                <a:path extrusionOk="0" h="787" w="329">
                  <a:moveTo>
                    <a:pt x="55" y="0"/>
                  </a:moveTo>
                  <a:cubicBezTo>
                    <a:pt x="46" y="0"/>
                    <a:pt x="40" y="8"/>
                    <a:pt x="34" y="20"/>
                  </a:cubicBezTo>
                  <a:cubicBezTo>
                    <a:pt x="0" y="70"/>
                    <a:pt x="34" y="153"/>
                    <a:pt x="50" y="202"/>
                  </a:cubicBezTo>
                  <a:cubicBezTo>
                    <a:pt x="75" y="269"/>
                    <a:pt x="92" y="327"/>
                    <a:pt x="116" y="393"/>
                  </a:cubicBezTo>
                  <a:cubicBezTo>
                    <a:pt x="133" y="459"/>
                    <a:pt x="158" y="517"/>
                    <a:pt x="183" y="583"/>
                  </a:cubicBezTo>
                  <a:cubicBezTo>
                    <a:pt x="199" y="650"/>
                    <a:pt x="224" y="708"/>
                    <a:pt x="257" y="766"/>
                  </a:cubicBezTo>
                  <a:cubicBezTo>
                    <a:pt x="264" y="780"/>
                    <a:pt x="278" y="786"/>
                    <a:pt x="292" y="786"/>
                  </a:cubicBezTo>
                  <a:cubicBezTo>
                    <a:pt x="311" y="786"/>
                    <a:pt x="328" y="773"/>
                    <a:pt x="324" y="749"/>
                  </a:cubicBezTo>
                  <a:cubicBezTo>
                    <a:pt x="315" y="608"/>
                    <a:pt x="257" y="484"/>
                    <a:pt x="216" y="351"/>
                  </a:cubicBezTo>
                  <a:cubicBezTo>
                    <a:pt x="199" y="293"/>
                    <a:pt x="183" y="227"/>
                    <a:pt x="158" y="161"/>
                  </a:cubicBezTo>
                  <a:cubicBezTo>
                    <a:pt x="141" y="111"/>
                    <a:pt x="125" y="20"/>
                    <a:pt x="67" y="3"/>
                  </a:cubicBezTo>
                  <a:cubicBezTo>
                    <a:pt x="62" y="1"/>
                    <a:pt x="58" y="0"/>
                    <a:pt x="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3" name="Google Shape;3573;p6"/>
            <p:cNvSpPr/>
            <p:nvPr/>
          </p:nvSpPr>
          <p:spPr>
            <a:xfrm>
              <a:off x="2568500" y="1632450"/>
              <a:ext cx="3375" cy="10250"/>
            </a:xfrm>
            <a:custGeom>
              <a:rect b="b" l="l" r="r" t="t"/>
              <a:pathLst>
                <a:path extrusionOk="0" h="410" w="135">
                  <a:moveTo>
                    <a:pt x="26" y="1"/>
                  </a:moveTo>
                  <a:cubicBezTo>
                    <a:pt x="13" y="1"/>
                    <a:pt x="1" y="9"/>
                    <a:pt x="5" y="27"/>
                  </a:cubicBezTo>
                  <a:cubicBezTo>
                    <a:pt x="13" y="151"/>
                    <a:pt x="46" y="267"/>
                    <a:pt x="80" y="391"/>
                  </a:cubicBezTo>
                  <a:cubicBezTo>
                    <a:pt x="83" y="404"/>
                    <a:pt x="92" y="409"/>
                    <a:pt x="102" y="409"/>
                  </a:cubicBezTo>
                  <a:cubicBezTo>
                    <a:pt x="117" y="409"/>
                    <a:pt x="134" y="395"/>
                    <a:pt x="129" y="375"/>
                  </a:cubicBezTo>
                  <a:cubicBezTo>
                    <a:pt x="104" y="259"/>
                    <a:pt x="88" y="134"/>
                    <a:pt x="55" y="18"/>
                  </a:cubicBezTo>
                  <a:cubicBezTo>
                    <a:pt x="51" y="7"/>
                    <a:pt x="38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4" name="Google Shape;3574;p6"/>
            <p:cNvSpPr/>
            <p:nvPr/>
          </p:nvSpPr>
          <p:spPr>
            <a:xfrm>
              <a:off x="2510400" y="1719675"/>
              <a:ext cx="5200" cy="3425"/>
            </a:xfrm>
            <a:custGeom>
              <a:rect b="b" l="l" r="r" t="t"/>
              <a:pathLst>
                <a:path extrusionOk="0" h="137" w="208">
                  <a:moveTo>
                    <a:pt x="42" y="1"/>
                  </a:moveTo>
                  <a:cubicBezTo>
                    <a:pt x="26" y="9"/>
                    <a:pt x="17" y="17"/>
                    <a:pt x="9" y="26"/>
                  </a:cubicBezTo>
                  <a:cubicBezTo>
                    <a:pt x="9" y="34"/>
                    <a:pt x="1" y="34"/>
                    <a:pt x="1" y="42"/>
                  </a:cubicBezTo>
                  <a:lnTo>
                    <a:pt x="1" y="59"/>
                  </a:lnTo>
                  <a:cubicBezTo>
                    <a:pt x="1" y="67"/>
                    <a:pt x="1" y="75"/>
                    <a:pt x="1" y="92"/>
                  </a:cubicBezTo>
                  <a:lnTo>
                    <a:pt x="9" y="100"/>
                  </a:lnTo>
                  <a:cubicBezTo>
                    <a:pt x="9" y="109"/>
                    <a:pt x="17" y="117"/>
                    <a:pt x="17" y="117"/>
                  </a:cubicBezTo>
                  <a:lnTo>
                    <a:pt x="26" y="125"/>
                  </a:lnTo>
                  <a:cubicBezTo>
                    <a:pt x="34" y="133"/>
                    <a:pt x="34" y="133"/>
                    <a:pt x="42" y="133"/>
                  </a:cubicBezTo>
                  <a:cubicBezTo>
                    <a:pt x="47" y="136"/>
                    <a:pt x="52" y="137"/>
                    <a:pt x="57" y="137"/>
                  </a:cubicBezTo>
                  <a:cubicBezTo>
                    <a:pt x="71" y="137"/>
                    <a:pt x="86" y="129"/>
                    <a:pt x="92" y="117"/>
                  </a:cubicBezTo>
                  <a:lnTo>
                    <a:pt x="109" y="117"/>
                  </a:lnTo>
                  <a:cubicBezTo>
                    <a:pt x="125" y="117"/>
                    <a:pt x="150" y="117"/>
                    <a:pt x="167" y="109"/>
                  </a:cubicBezTo>
                  <a:cubicBezTo>
                    <a:pt x="183" y="109"/>
                    <a:pt x="191" y="92"/>
                    <a:pt x="200" y="84"/>
                  </a:cubicBezTo>
                  <a:cubicBezTo>
                    <a:pt x="208" y="75"/>
                    <a:pt x="208" y="67"/>
                    <a:pt x="208" y="59"/>
                  </a:cubicBezTo>
                  <a:cubicBezTo>
                    <a:pt x="208" y="42"/>
                    <a:pt x="200" y="34"/>
                    <a:pt x="200" y="26"/>
                  </a:cubicBezTo>
                  <a:cubicBezTo>
                    <a:pt x="191" y="17"/>
                    <a:pt x="191" y="17"/>
                    <a:pt x="183" y="9"/>
                  </a:cubicBezTo>
                  <a:lnTo>
                    <a:pt x="167" y="9"/>
                  </a:lnTo>
                  <a:cubicBezTo>
                    <a:pt x="158" y="1"/>
                    <a:pt x="142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5" name="Google Shape;3575;p6"/>
            <p:cNvSpPr/>
            <p:nvPr/>
          </p:nvSpPr>
          <p:spPr>
            <a:xfrm>
              <a:off x="2510200" y="1727675"/>
              <a:ext cx="3350" cy="3000"/>
            </a:xfrm>
            <a:custGeom>
              <a:rect b="b" l="l" r="r" t="t"/>
              <a:pathLst>
                <a:path extrusionOk="0" h="120" w="134">
                  <a:moveTo>
                    <a:pt x="40" y="0"/>
                  </a:moveTo>
                  <a:cubicBezTo>
                    <a:pt x="38" y="0"/>
                    <a:pt x="36" y="1"/>
                    <a:pt x="34" y="4"/>
                  </a:cubicBezTo>
                  <a:cubicBezTo>
                    <a:pt x="25" y="4"/>
                    <a:pt x="17" y="12"/>
                    <a:pt x="9" y="21"/>
                  </a:cubicBezTo>
                  <a:cubicBezTo>
                    <a:pt x="9" y="29"/>
                    <a:pt x="1" y="45"/>
                    <a:pt x="9" y="54"/>
                  </a:cubicBezTo>
                  <a:lnTo>
                    <a:pt x="9" y="70"/>
                  </a:lnTo>
                  <a:cubicBezTo>
                    <a:pt x="17" y="70"/>
                    <a:pt x="25" y="79"/>
                    <a:pt x="25" y="79"/>
                  </a:cubicBezTo>
                  <a:lnTo>
                    <a:pt x="34" y="87"/>
                  </a:lnTo>
                  <a:cubicBezTo>
                    <a:pt x="42" y="95"/>
                    <a:pt x="59" y="103"/>
                    <a:pt x="67" y="112"/>
                  </a:cubicBezTo>
                  <a:cubicBezTo>
                    <a:pt x="75" y="120"/>
                    <a:pt x="92" y="120"/>
                    <a:pt x="100" y="120"/>
                  </a:cubicBezTo>
                  <a:cubicBezTo>
                    <a:pt x="117" y="120"/>
                    <a:pt x="125" y="112"/>
                    <a:pt x="133" y="95"/>
                  </a:cubicBezTo>
                  <a:cubicBezTo>
                    <a:pt x="133" y="95"/>
                    <a:pt x="133" y="87"/>
                    <a:pt x="133" y="79"/>
                  </a:cubicBezTo>
                  <a:cubicBezTo>
                    <a:pt x="133" y="70"/>
                    <a:pt x="133" y="70"/>
                    <a:pt x="133" y="62"/>
                  </a:cubicBezTo>
                  <a:cubicBezTo>
                    <a:pt x="133" y="54"/>
                    <a:pt x="125" y="37"/>
                    <a:pt x="117" y="37"/>
                  </a:cubicBezTo>
                  <a:cubicBezTo>
                    <a:pt x="100" y="29"/>
                    <a:pt x="92" y="21"/>
                    <a:pt x="83" y="12"/>
                  </a:cubicBezTo>
                  <a:lnTo>
                    <a:pt x="75" y="12"/>
                  </a:lnTo>
                  <a:lnTo>
                    <a:pt x="59" y="4"/>
                  </a:lnTo>
                  <a:lnTo>
                    <a:pt x="50" y="4"/>
                  </a:lnTo>
                  <a:cubicBezTo>
                    <a:pt x="45" y="4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6" name="Google Shape;3576;p6"/>
            <p:cNvSpPr/>
            <p:nvPr/>
          </p:nvSpPr>
          <p:spPr>
            <a:xfrm>
              <a:off x="2501500" y="1730450"/>
              <a:ext cx="3125" cy="2525"/>
            </a:xfrm>
            <a:custGeom>
              <a:rect b="b" l="l" r="r" t="t"/>
              <a:pathLst>
                <a:path extrusionOk="0" h="101" w="125">
                  <a:moveTo>
                    <a:pt x="59" y="1"/>
                  </a:moveTo>
                  <a:cubicBezTo>
                    <a:pt x="50" y="1"/>
                    <a:pt x="25" y="9"/>
                    <a:pt x="17" y="17"/>
                  </a:cubicBezTo>
                  <a:cubicBezTo>
                    <a:pt x="17" y="17"/>
                    <a:pt x="9" y="26"/>
                    <a:pt x="9" y="34"/>
                  </a:cubicBezTo>
                  <a:cubicBezTo>
                    <a:pt x="9" y="42"/>
                    <a:pt x="1" y="42"/>
                    <a:pt x="1" y="50"/>
                  </a:cubicBezTo>
                  <a:cubicBezTo>
                    <a:pt x="1" y="67"/>
                    <a:pt x="9" y="75"/>
                    <a:pt x="17" y="84"/>
                  </a:cubicBezTo>
                  <a:cubicBezTo>
                    <a:pt x="25" y="100"/>
                    <a:pt x="50" y="100"/>
                    <a:pt x="59" y="100"/>
                  </a:cubicBezTo>
                  <a:lnTo>
                    <a:pt x="75" y="92"/>
                  </a:lnTo>
                  <a:lnTo>
                    <a:pt x="83" y="92"/>
                  </a:lnTo>
                  <a:lnTo>
                    <a:pt x="83" y="84"/>
                  </a:lnTo>
                  <a:lnTo>
                    <a:pt x="100" y="84"/>
                  </a:lnTo>
                  <a:cubicBezTo>
                    <a:pt x="117" y="75"/>
                    <a:pt x="125" y="59"/>
                    <a:pt x="125" y="50"/>
                  </a:cubicBezTo>
                  <a:cubicBezTo>
                    <a:pt x="125" y="34"/>
                    <a:pt x="117" y="26"/>
                    <a:pt x="100" y="17"/>
                  </a:cubicBezTo>
                  <a:cubicBezTo>
                    <a:pt x="100" y="17"/>
                    <a:pt x="92" y="17"/>
                    <a:pt x="83" y="9"/>
                  </a:cubicBezTo>
                  <a:lnTo>
                    <a:pt x="75" y="9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" name="Google Shape;3577;p6"/>
            <p:cNvSpPr/>
            <p:nvPr/>
          </p:nvSpPr>
          <p:spPr>
            <a:xfrm>
              <a:off x="2519925" y="1724450"/>
              <a:ext cx="5225" cy="2300"/>
            </a:xfrm>
            <a:custGeom>
              <a:rect b="b" l="l" r="r" t="t"/>
              <a:pathLst>
                <a:path extrusionOk="0" h="92" w="209">
                  <a:moveTo>
                    <a:pt x="42" y="0"/>
                  </a:moveTo>
                  <a:cubicBezTo>
                    <a:pt x="26" y="0"/>
                    <a:pt x="18" y="9"/>
                    <a:pt x="9" y="17"/>
                  </a:cubicBezTo>
                  <a:cubicBezTo>
                    <a:pt x="1" y="25"/>
                    <a:pt x="1" y="34"/>
                    <a:pt x="1" y="42"/>
                  </a:cubicBezTo>
                  <a:cubicBezTo>
                    <a:pt x="1" y="58"/>
                    <a:pt x="1" y="67"/>
                    <a:pt x="9" y="75"/>
                  </a:cubicBezTo>
                  <a:cubicBezTo>
                    <a:pt x="18" y="83"/>
                    <a:pt x="26" y="83"/>
                    <a:pt x="42" y="92"/>
                  </a:cubicBezTo>
                  <a:lnTo>
                    <a:pt x="84" y="92"/>
                  </a:lnTo>
                  <a:cubicBezTo>
                    <a:pt x="100" y="92"/>
                    <a:pt x="117" y="83"/>
                    <a:pt x="134" y="83"/>
                  </a:cubicBezTo>
                  <a:lnTo>
                    <a:pt x="158" y="83"/>
                  </a:lnTo>
                  <a:cubicBezTo>
                    <a:pt x="175" y="75"/>
                    <a:pt x="183" y="75"/>
                    <a:pt x="192" y="67"/>
                  </a:cubicBezTo>
                  <a:cubicBezTo>
                    <a:pt x="200" y="58"/>
                    <a:pt x="200" y="50"/>
                    <a:pt x="200" y="42"/>
                  </a:cubicBezTo>
                  <a:cubicBezTo>
                    <a:pt x="208" y="34"/>
                    <a:pt x="200" y="25"/>
                    <a:pt x="192" y="17"/>
                  </a:cubicBezTo>
                  <a:cubicBezTo>
                    <a:pt x="192" y="9"/>
                    <a:pt x="183" y="9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" name="Google Shape;3578;p6"/>
            <p:cNvSpPr/>
            <p:nvPr/>
          </p:nvSpPr>
          <p:spPr>
            <a:xfrm>
              <a:off x="2480575" y="1735850"/>
              <a:ext cx="3550" cy="3525"/>
            </a:xfrm>
            <a:custGeom>
              <a:rect b="b" l="l" r="r" t="t"/>
              <a:pathLst>
                <a:path extrusionOk="0" h="141" w="142">
                  <a:moveTo>
                    <a:pt x="42" y="0"/>
                  </a:moveTo>
                  <a:cubicBezTo>
                    <a:pt x="26" y="0"/>
                    <a:pt x="9" y="8"/>
                    <a:pt x="1" y="25"/>
                  </a:cubicBezTo>
                  <a:lnTo>
                    <a:pt x="1" y="33"/>
                  </a:lnTo>
                  <a:cubicBezTo>
                    <a:pt x="1" y="42"/>
                    <a:pt x="1" y="50"/>
                    <a:pt x="1" y="58"/>
                  </a:cubicBezTo>
                  <a:lnTo>
                    <a:pt x="9" y="66"/>
                  </a:lnTo>
                  <a:lnTo>
                    <a:pt x="9" y="83"/>
                  </a:lnTo>
                  <a:lnTo>
                    <a:pt x="26" y="91"/>
                  </a:lnTo>
                  <a:lnTo>
                    <a:pt x="34" y="108"/>
                  </a:lnTo>
                  <a:cubicBezTo>
                    <a:pt x="34" y="108"/>
                    <a:pt x="42" y="116"/>
                    <a:pt x="50" y="116"/>
                  </a:cubicBezTo>
                  <a:lnTo>
                    <a:pt x="59" y="124"/>
                  </a:lnTo>
                  <a:cubicBezTo>
                    <a:pt x="67" y="133"/>
                    <a:pt x="84" y="133"/>
                    <a:pt x="92" y="141"/>
                  </a:cubicBezTo>
                  <a:cubicBezTo>
                    <a:pt x="100" y="141"/>
                    <a:pt x="117" y="141"/>
                    <a:pt x="125" y="133"/>
                  </a:cubicBezTo>
                  <a:cubicBezTo>
                    <a:pt x="133" y="133"/>
                    <a:pt x="142" y="124"/>
                    <a:pt x="142" y="116"/>
                  </a:cubicBezTo>
                  <a:cubicBezTo>
                    <a:pt x="142" y="108"/>
                    <a:pt x="142" y="108"/>
                    <a:pt x="142" y="100"/>
                  </a:cubicBezTo>
                  <a:lnTo>
                    <a:pt x="142" y="91"/>
                  </a:lnTo>
                  <a:cubicBezTo>
                    <a:pt x="142" y="83"/>
                    <a:pt x="133" y="75"/>
                    <a:pt x="133" y="75"/>
                  </a:cubicBezTo>
                  <a:lnTo>
                    <a:pt x="125" y="58"/>
                  </a:lnTo>
                  <a:cubicBezTo>
                    <a:pt x="117" y="58"/>
                    <a:pt x="108" y="50"/>
                    <a:pt x="100" y="50"/>
                  </a:cubicBezTo>
                  <a:lnTo>
                    <a:pt x="84" y="33"/>
                  </a:lnTo>
                  <a:cubicBezTo>
                    <a:pt x="84" y="25"/>
                    <a:pt x="75" y="25"/>
                    <a:pt x="67" y="17"/>
                  </a:cubicBezTo>
                  <a:lnTo>
                    <a:pt x="59" y="8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" name="Google Shape;3579;p6"/>
            <p:cNvSpPr/>
            <p:nvPr/>
          </p:nvSpPr>
          <p:spPr>
            <a:xfrm>
              <a:off x="2480375" y="1743925"/>
              <a:ext cx="1900" cy="2650"/>
            </a:xfrm>
            <a:custGeom>
              <a:rect b="b" l="l" r="r" t="t"/>
              <a:pathLst>
                <a:path extrusionOk="0" h="106" w="76">
                  <a:moveTo>
                    <a:pt x="17" y="0"/>
                  </a:moveTo>
                  <a:cubicBezTo>
                    <a:pt x="0" y="9"/>
                    <a:pt x="0" y="17"/>
                    <a:pt x="0" y="33"/>
                  </a:cubicBezTo>
                  <a:cubicBezTo>
                    <a:pt x="9" y="50"/>
                    <a:pt x="9" y="67"/>
                    <a:pt x="17" y="83"/>
                  </a:cubicBezTo>
                  <a:cubicBezTo>
                    <a:pt x="17" y="91"/>
                    <a:pt x="25" y="100"/>
                    <a:pt x="34" y="100"/>
                  </a:cubicBezTo>
                  <a:cubicBezTo>
                    <a:pt x="38" y="104"/>
                    <a:pt x="42" y="106"/>
                    <a:pt x="45" y="106"/>
                  </a:cubicBezTo>
                  <a:cubicBezTo>
                    <a:pt x="48" y="106"/>
                    <a:pt x="50" y="104"/>
                    <a:pt x="50" y="100"/>
                  </a:cubicBezTo>
                  <a:lnTo>
                    <a:pt x="67" y="100"/>
                  </a:lnTo>
                  <a:lnTo>
                    <a:pt x="75" y="83"/>
                  </a:lnTo>
                  <a:lnTo>
                    <a:pt x="75" y="75"/>
                  </a:lnTo>
                  <a:cubicBezTo>
                    <a:pt x="75" y="67"/>
                    <a:pt x="67" y="67"/>
                    <a:pt x="67" y="58"/>
                  </a:cubicBezTo>
                  <a:cubicBezTo>
                    <a:pt x="58" y="42"/>
                    <a:pt x="50" y="25"/>
                    <a:pt x="42" y="17"/>
                  </a:cubicBezTo>
                  <a:cubicBezTo>
                    <a:pt x="42" y="0"/>
                    <a:pt x="25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" name="Google Shape;3580;p6"/>
            <p:cNvSpPr/>
            <p:nvPr/>
          </p:nvSpPr>
          <p:spPr>
            <a:xfrm>
              <a:off x="2614600" y="1730725"/>
              <a:ext cx="13800" cy="8375"/>
            </a:xfrm>
            <a:custGeom>
              <a:rect b="b" l="l" r="r" t="t"/>
              <a:pathLst>
                <a:path extrusionOk="0" h="335" w="552">
                  <a:moveTo>
                    <a:pt x="506" y="0"/>
                  </a:moveTo>
                  <a:cubicBezTo>
                    <a:pt x="501" y="0"/>
                    <a:pt x="495" y="2"/>
                    <a:pt x="489" y="6"/>
                  </a:cubicBezTo>
                  <a:cubicBezTo>
                    <a:pt x="415" y="56"/>
                    <a:pt x="340" y="106"/>
                    <a:pt x="266" y="155"/>
                  </a:cubicBezTo>
                  <a:cubicBezTo>
                    <a:pt x="232" y="172"/>
                    <a:pt x="199" y="189"/>
                    <a:pt x="166" y="205"/>
                  </a:cubicBezTo>
                  <a:cubicBezTo>
                    <a:pt x="133" y="222"/>
                    <a:pt x="100" y="230"/>
                    <a:pt x="58" y="238"/>
                  </a:cubicBezTo>
                  <a:lnTo>
                    <a:pt x="58" y="247"/>
                  </a:lnTo>
                  <a:cubicBezTo>
                    <a:pt x="42" y="247"/>
                    <a:pt x="17" y="255"/>
                    <a:pt x="9" y="280"/>
                  </a:cubicBezTo>
                  <a:cubicBezTo>
                    <a:pt x="0" y="296"/>
                    <a:pt x="9" y="313"/>
                    <a:pt x="17" y="321"/>
                  </a:cubicBezTo>
                  <a:cubicBezTo>
                    <a:pt x="30" y="331"/>
                    <a:pt x="46" y="334"/>
                    <a:pt x="62" y="334"/>
                  </a:cubicBezTo>
                  <a:cubicBezTo>
                    <a:pt x="88" y="334"/>
                    <a:pt x="116" y="326"/>
                    <a:pt x="141" y="321"/>
                  </a:cubicBezTo>
                  <a:cubicBezTo>
                    <a:pt x="290" y="280"/>
                    <a:pt x="415" y="172"/>
                    <a:pt x="531" y="64"/>
                  </a:cubicBezTo>
                  <a:cubicBezTo>
                    <a:pt x="551" y="44"/>
                    <a:pt x="532" y="0"/>
                    <a:pt x="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" name="Google Shape;3581;p6"/>
            <p:cNvSpPr/>
            <p:nvPr/>
          </p:nvSpPr>
          <p:spPr>
            <a:xfrm>
              <a:off x="2600775" y="1740025"/>
              <a:ext cx="5350" cy="4150"/>
            </a:xfrm>
            <a:custGeom>
              <a:rect b="b" l="l" r="r" t="t"/>
              <a:pathLst>
                <a:path extrusionOk="0" h="166" w="214">
                  <a:moveTo>
                    <a:pt x="182" y="1"/>
                  </a:moveTo>
                  <a:cubicBezTo>
                    <a:pt x="174" y="1"/>
                    <a:pt x="168" y="3"/>
                    <a:pt x="164" y="7"/>
                  </a:cubicBezTo>
                  <a:lnTo>
                    <a:pt x="139" y="24"/>
                  </a:lnTo>
                  <a:lnTo>
                    <a:pt x="139" y="32"/>
                  </a:lnTo>
                  <a:lnTo>
                    <a:pt x="131" y="40"/>
                  </a:lnTo>
                  <a:cubicBezTo>
                    <a:pt x="114" y="49"/>
                    <a:pt x="106" y="57"/>
                    <a:pt x="89" y="65"/>
                  </a:cubicBezTo>
                  <a:lnTo>
                    <a:pt x="56" y="90"/>
                  </a:lnTo>
                  <a:cubicBezTo>
                    <a:pt x="48" y="98"/>
                    <a:pt x="40" y="107"/>
                    <a:pt x="31" y="107"/>
                  </a:cubicBezTo>
                  <a:lnTo>
                    <a:pt x="31" y="115"/>
                  </a:lnTo>
                  <a:cubicBezTo>
                    <a:pt x="23" y="115"/>
                    <a:pt x="23" y="123"/>
                    <a:pt x="15" y="123"/>
                  </a:cubicBezTo>
                  <a:cubicBezTo>
                    <a:pt x="0" y="138"/>
                    <a:pt x="12" y="166"/>
                    <a:pt x="32" y="166"/>
                  </a:cubicBezTo>
                  <a:cubicBezTo>
                    <a:pt x="34" y="166"/>
                    <a:pt x="37" y="165"/>
                    <a:pt x="40" y="165"/>
                  </a:cubicBezTo>
                  <a:cubicBezTo>
                    <a:pt x="48" y="165"/>
                    <a:pt x="56" y="156"/>
                    <a:pt x="65" y="156"/>
                  </a:cubicBezTo>
                  <a:cubicBezTo>
                    <a:pt x="73" y="148"/>
                    <a:pt x="73" y="148"/>
                    <a:pt x="81" y="140"/>
                  </a:cubicBezTo>
                  <a:cubicBezTo>
                    <a:pt x="98" y="131"/>
                    <a:pt x="114" y="123"/>
                    <a:pt x="123" y="115"/>
                  </a:cubicBezTo>
                  <a:cubicBezTo>
                    <a:pt x="147" y="98"/>
                    <a:pt x="181" y="73"/>
                    <a:pt x="205" y="57"/>
                  </a:cubicBezTo>
                  <a:cubicBezTo>
                    <a:pt x="214" y="40"/>
                    <a:pt x="214" y="24"/>
                    <a:pt x="205" y="7"/>
                  </a:cubicBezTo>
                  <a:cubicBezTo>
                    <a:pt x="197" y="3"/>
                    <a:pt x="189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" name="Google Shape;3582;p6"/>
            <p:cNvSpPr/>
            <p:nvPr/>
          </p:nvSpPr>
          <p:spPr>
            <a:xfrm>
              <a:off x="2563650" y="16594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" name="Google Shape;3583;p6"/>
            <p:cNvSpPr/>
            <p:nvPr/>
          </p:nvSpPr>
          <p:spPr>
            <a:xfrm>
              <a:off x="2561150" y="1655050"/>
              <a:ext cx="5200" cy="6875"/>
            </a:xfrm>
            <a:custGeom>
              <a:rect b="b" l="l" r="r" t="t"/>
              <a:pathLst>
                <a:path extrusionOk="0" h="275" w="208">
                  <a:moveTo>
                    <a:pt x="34" y="1"/>
                  </a:moveTo>
                  <a:cubicBezTo>
                    <a:pt x="17" y="1"/>
                    <a:pt x="9" y="17"/>
                    <a:pt x="9" y="34"/>
                  </a:cubicBezTo>
                  <a:cubicBezTo>
                    <a:pt x="1" y="34"/>
                    <a:pt x="1" y="42"/>
                    <a:pt x="9" y="51"/>
                  </a:cubicBezTo>
                  <a:lnTo>
                    <a:pt x="9" y="59"/>
                  </a:lnTo>
                  <a:lnTo>
                    <a:pt x="9" y="67"/>
                  </a:lnTo>
                  <a:cubicBezTo>
                    <a:pt x="9" y="67"/>
                    <a:pt x="17" y="75"/>
                    <a:pt x="17" y="75"/>
                  </a:cubicBezTo>
                  <a:cubicBezTo>
                    <a:pt x="26" y="92"/>
                    <a:pt x="34" y="100"/>
                    <a:pt x="42" y="117"/>
                  </a:cubicBezTo>
                  <a:cubicBezTo>
                    <a:pt x="59" y="133"/>
                    <a:pt x="75" y="150"/>
                    <a:pt x="92" y="167"/>
                  </a:cubicBezTo>
                  <a:lnTo>
                    <a:pt x="100" y="175"/>
                  </a:lnTo>
                  <a:lnTo>
                    <a:pt x="100" y="183"/>
                  </a:lnTo>
                  <a:lnTo>
                    <a:pt x="108" y="191"/>
                  </a:lnTo>
                  <a:lnTo>
                    <a:pt x="100" y="200"/>
                  </a:lnTo>
                  <a:lnTo>
                    <a:pt x="92" y="216"/>
                  </a:lnTo>
                  <a:cubicBezTo>
                    <a:pt x="92" y="233"/>
                    <a:pt x="92" y="249"/>
                    <a:pt x="100" y="258"/>
                  </a:cubicBezTo>
                  <a:cubicBezTo>
                    <a:pt x="110" y="268"/>
                    <a:pt x="124" y="275"/>
                    <a:pt x="138" y="275"/>
                  </a:cubicBezTo>
                  <a:cubicBezTo>
                    <a:pt x="148" y="275"/>
                    <a:pt x="157" y="272"/>
                    <a:pt x="166" y="266"/>
                  </a:cubicBezTo>
                  <a:cubicBezTo>
                    <a:pt x="183" y="258"/>
                    <a:pt x="191" y="241"/>
                    <a:pt x="200" y="225"/>
                  </a:cubicBezTo>
                  <a:cubicBezTo>
                    <a:pt x="208" y="191"/>
                    <a:pt x="200" y="158"/>
                    <a:pt x="183" y="125"/>
                  </a:cubicBezTo>
                  <a:cubicBezTo>
                    <a:pt x="166" y="100"/>
                    <a:pt x="142" y="84"/>
                    <a:pt x="117" y="59"/>
                  </a:cubicBezTo>
                  <a:cubicBezTo>
                    <a:pt x="108" y="51"/>
                    <a:pt x="100" y="34"/>
                    <a:pt x="92" y="26"/>
                  </a:cubicBezTo>
                  <a:cubicBezTo>
                    <a:pt x="84" y="17"/>
                    <a:pt x="75" y="9"/>
                    <a:pt x="67" y="9"/>
                  </a:cubicBezTo>
                  <a:lnTo>
                    <a:pt x="5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" name="Google Shape;3584;p6"/>
            <p:cNvSpPr/>
            <p:nvPr/>
          </p:nvSpPr>
          <p:spPr>
            <a:xfrm>
              <a:off x="2563450" y="1659325"/>
              <a:ext cx="225" cy="100"/>
            </a:xfrm>
            <a:custGeom>
              <a:rect b="b" l="l" r="r" t="t"/>
              <a:pathLst>
                <a:path extrusionOk="0" h="4" w="9">
                  <a:moveTo>
                    <a:pt x="3" y="0"/>
                  </a:moveTo>
                  <a:cubicBezTo>
                    <a:pt x="1" y="0"/>
                    <a:pt x="3" y="4"/>
                    <a:pt x="8" y="4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" name="Google Shape;3585;p6"/>
            <p:cNvSpPr/>
            <p:nvPr/>
          </p:nvSpPr>
          <p:spPr>
            <a:xfrm>
              <a:off x="2558875" y="1657875"/>
              <a:ext cx="3125" cy="4000"/>
            </a:xfrm>
            <a:custGeom>
              <a:rect b="b" l="l" r="r" t="t"/>
              <a:pathLst>
                <a:path extrusionOk="0" h="160" w="125">
                  <a:moveTo>
                    <a:pt x="39" y="1"/>
                  </a:moveTo>
                  <a:cubicBezTo>
                    <a:pt x="34" y="1"/>
                    <a:pt x="30" y="2"/>
                    <a:pt x="25" y="4"/>
                  </a:cubicBezTo>
                  <a:cubicBezTo>
                    <a:pt x="9" y="12"/>
                    <a:pt x="1" y="37"/>
                    <a:pt x="17" y="54"/>
                  </a:cubicBezTo>
                  <a:cubicBezTo>
                    <a:pt x="25" y="70"/>
                    <a:pt x="34" y="87"/>
                    <a:pt x="42" y="103"/>
                  </a:cubicBezTo>
                  <a:cubicBezTo>
                    <a:pt x="50" y="112"/>
                    <a:pt x="59" y="120"/>
                    <a:pt x="59" y="128"/>
                  </a:cubicBezTo>
                  <a:lnTo>
                    <a:pt x="67" y="136"/>
                  </a:lnTo>
                  <a:cubicBezTo>
                    <a:pt x="75" y="145"/>
                    <a:pt x="75" y="145"/>
                    <a:pt x="83" y="153"/>
                  </a:cubicBezTo>
                  <a:cubicBezTo>
                    <a:pt x="88" y="157"/>
                    <a:pt x="92" y="159"/>
                    <a:pt x="96" y="159"/>
                  </a:cubicBezTo>
                  <a:cubicBezTo>
                    <a:pt x="100" y="159"/>
                    <a:pt x="104" y="157"/>
                    <a:pt x="108" y="153"/>
                  </a:cubicBezTo>
                  <a:cubicBezTo>
                    <a:pt x="117" y="153"/>
                    <a:pt x="125" y="136"/>
                    <a:pt x="125" y="128"/>
                  </a:cubicBezTo>
                  <a:cubicBezTo>
                    <a:pt x="117" y="120"/>
                    <a:pt x="117" y="112"/>
                    <a:pt x="117" y="112"/>
                  </a:cubicBezTo>
                  <a:lnTo>
                    <a:pt x="108" y="95"/>
                  </a:lnTo>
                  <a:cubicBezTo>
                    <a:pt x="108" y="87"/>
                    <a:pt x="100" y="78"/>
                    <a:pt x="100" y="70"/>
                  </a:cubicBezTo>
                  <a:cubicBezTo>
                    <a:pt x="92" y="54"/>
                    <a:pt x="83" y="37"/>
                    <a:pt x="75" y="20"/>
                  </a:cubicBezTo>
                  <a:cubicBezTo>
                    <a:pt x="63" y="8"/>
                    <a:pt x="51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" name="Google Shape;3586;p6"/>
            <p:cNvSpPr/>
            <p:nvPr/>
          </p:nvSpPr>
          <p:spPr>
            <a:xfrm>
              <a:off x="2647750" y="1754700"/>
              <a:ext cx="12450" cy="2925"/>
            </a:xfrm>
            <a:custGeom>
              <a:rect b="b" l="l" r="r" t="t"/>
              <a:pathLst>
                <a:path extrusionOk="0" h="117" w="498">
                  <a:moveTo>
                    <a:pt x="456" y="0"/>
                  </a:moveTo>
                  <a:cubicBezTo>
                    <a:pt x="381" y="8"/>
                    <a:pt x="307" y="17"/>
                    <a:pt x="232" y="25"/>
                  </a:cubicBezTo>
                  <a:cubicBezTo>
                    <a:pt x="158" y="33"/>
                    <a:pt x="83" y="50"/>
                    <a:pt x="17" y="75"/>
                  </a:cubicBezTo>
                  <a:cubicBezTo>
                    <a:pt x="0" y="83"/>
                    <a:pt x="8" y="108"/>
                    <a:pt x="25" y="116"/>
                  </a:cubicBezTo>
                  <a:cubicBezTo>
                    <a:pt x="58" y="116"/>
                    <a:pt x="91" y="108"/>
                    <a:pt x="133" y="108"/>
                  </a:cubicBezTo>
                  <a:cubicBezTo>
                    <a:pt x="166" y="100"/>
                    <a:pt x="207" y="100"/>
                    <a:pt x="240" y="91"/>
                  </a:cubicBezTo>
                  <a:cubicBezTo>
                    <a:pt x="315" y="83"/>
                    <a:pt x="390" y="75"/>
                    <a:pt x="456" y="66"/>
                  </a:cubicBezTo>
                  <a:cubicBezTo>
                    <a:pt x="497" y="66"/>
                    <a:pt x="497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7" name="Google Shape;3587;p6"/>
            <p:cNvSpPr/>
            <p:nvPr/>
          </p:nvSpPr>
          <p:spPr>
            <a:xfrm>
              <a:off x="2593950" y="1762775"/>
              <a:ext cx="8650" cy="3800"/>
            </a:xfrm>
            <a:custGeom>
              <a:rect b="b" l="l" r="r" t="t"/>
              <a:pathLst>
                <a:path extrusionOk="0" h="152" w="346">
                  <a:moveTo>
                    <a:pt x="329" y="0"/>
                  </a:moveTo>
                  <a:cubicBezTo>
                    <a:pt x="313" y="0"/>
                    <a:pt x="304" y="9"/>
                    <a:pt x="288" y="9"/>
                  </a:cubicBezTo>
                  <a:lnTo>
                    <a:pt x="246" y="9"/>
                  </a:lnTo>
                  <a:cubicBezTo>
                    <a:pt x="213" y="9"/>
                    <a:pt x="188" y="9"/>
                    <a:pt x="164" y="17"/>
                  </a:cubicBezTo>
                  <a:cubicBezTo>
                    <a:pt x="106" y="33"/>
                    <a:pt x="56" y="83"/>
                    <a:pt x="14" y="125"/>
                  </a:cubicBezTo>
                  <a:cubicBezTo>
                    <a:pt x="0" y="132"/>
                    <a:pt x="10" y="151"/>
                    <a:pt x="24" y="151"/>
                  </a:cubicBezTo>
                  <a:cubicBezTo>
                    <a:pt x="26" y="151"/>
                    <a:pt x="29" y="151"/>
                    <a:pt x="31" y="149"/>
                  </a:cubicBezTo>
                  <a:cubicBezTo>
                    <a:pt x="81" y="116"/>
                    <a:pt x="130" y="83"/>
                    <a:pt x="188" y="75"/>
                  </a:cubicBezTo>
                  <a:cubicBezTo>
                    <a:pt x="222" y="75"/>
                    <a:pt x="246" y="75"/>
                    <a:pt x="280" y="67"/>
                  </a:cubicBezTo>
                  <a:cubicBezTo>
                    <a:pt x="304" y="67"/>
                    <a:pt x="338" y="50"/>
                    <a:pt x="338" y="25"/>
                  </a:cubicBezTo>
                  <a:cubicBezTo>
                    <a:pt x="346" y="17"/>
                    <a:pt x="338" y="9"/>
                    <a:pt x="3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8" name="Google Shape;3588;p6"/>
            <p:cNvSpPr/>
            <p:nvPr/>
          </p:nvSpPr>
          <p:spPr>
            <a:xfrm>
              <a:off x="2609825" y="1762975"/>
              <a:ext cx="1275" cy="1050"/>
            </a:xfrm>
            <a:custGeom>
              <a:rect b="b" l="l" r="r" t="t"/>
              <a:pathLst>
                <a:path extrusionOk="0" h="42" w="51">
                  <a:moveTo>
                    <a:pt x="26" y="1"/>
                  </a:moveTo>
                  <a:cubicBezTo>
                    <a:pt x="1" y="1"/>
                    <a:pt x="1" y="42"/>
                    <a:pt x="26" y="42"/>
                  </a:cubicBezTo>
                  <a:cubicBezTo>
                    <a:pt x="51" y="42"/>
                    <a:pt x="51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" name="Google Shape;3589;p6"/>
            <p:cNvSpPr/>
            <p:nvPr/>
          </p:nvSpPr>
          <p:spPr>
            <a:xfrm>
              <a:off x="2523675" y="1771675"/>
              <a:ext cx="24250" cy="10750"/>
            </a:xfrm>
            <a:custGeom>
              <a:rect b="b" l="l" r="r" t="t"/>
              <a:pathLst>
                <a:path extrusionOk="0" h="430" w="970">
                  <a:moveTo>
                    <a:pt x="42" y="1"/>
                  </a:moveTo>
                  <a:cubicBezTo>
                    <a:pt x="17" y="1"/>
                    <a:pt x="0" y="17"/>
                    <a:pt x="0" y="42"/>
                  </a:cubicBezTo>
                  <a:cubicBezTo>
                    <a:pt x="0" y="92"/>
                    <a:pt x="42" y="117"/>
                    <a:pt x="75" y="141"/>
                  </a:cubicBezTo>
                  <a:cubicBezTo>
                    <a:pt x="100" y="175"/>
                    <a:pt x="141" y="191"/>
                    <a:pt x="174" y="216"/>
                  </a:cubicBezTo>
                  <a:cubicBezTo>
                    <a:pt x="249" y="257"/>
                    <a:pt x="323" y="291"/>
                    <a:pt x="406" y="315"/>
                  </a:cubicBezTo>
                  <a:cubicBezTo>
                    <a:pt x="481" y="349"/>
                    <a:pt x="564" y="373"/>
                    <a:pt x="638" y="398"/>
                  </a:cubicBezTo>
                  <a:cubicBezTo>
                    <a:pt x="710" y="416"/>
                    <a:pt x="777" y="430"/>
                    <a:pt x="843" y="430"/>
                  </a:cubicBezTo>
                  <a:cubicBezTo>
                    <a:pt x="869" y="430"/>
                    <a:pt x="894" y="428"/>
                    <a:pt x="920" y="423"/>
                  </a:cubicBezTo>
                  <a:cubicBezTo>
                    <a:pt x="970" y="415"/>
                    <a:pt x="953" y="349"/>
                    <a:pt x="912" y="349"/>
                  </a:cubicBezTo>
                  <a:cubicBezTo>
                    <a:pt x="829" y="340"/>
                    <a:pt x="738" y="307"/>
                    <a:pt x="655" y="282"/>
                  </a:cubicBezTo>
                  <a:cubicBezTo>
                    <a:pt x="580" y="257"/>
                    <a:pt x="506" y="233"/>
                    <a:pt x="439" y="208"/>
                  </a:cubicBezTo>
                  <a:cubicBezTo>
                    <a:pt x="365" y="183"/>
                    <a:pt x="298" y="158"/>
                    <a:pt x="232" y="117"/>
                  </a:cubicBezTo>
                  <a:cubicBezTo>
                    <a:pt x="199" y="100"/>
                    <a:pt x="166" y="75"/>
                    <a:pt x="133" y="50"/>
                  </a:cubicBezTo>
                  <a:cubicBezTo>
                    <a:pt x="108" y="34"/>
                    <a:pt x="75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0" name="Google Shape;3590;p6"/>
            <p:cNvSpPr/>
            <p:nvPr/>
          </p:nvSpPr>
          <p:spPr>
            <a:xfrm>
              <a:off x="2521025" y="1774025"/>
              <a:ext cx="7225" cy="6675"/>
            </a:xfrm>
            <a:custGeom>
              <a:rect b="b" l="l" r="r" t="t"/>
              <a:pathLst>
                <a:path extrusionOk="0" h="267" w="289">
                  <a:moveTo>
                    <a:pt x="32" y="1"/>
                  </a:moveTo>
                  <a:cubicBezTo>
                    <a:pt x="14" y="1"/>
                    <a:pt x="0" y="20"/>
                    <a:pt x="7" y="39"/>
                  </a:cubicBezTo>
                  <a:cubicBezTo>
                    <a:pt x="7" y="56"/>
                    <a:pt x="15" y="72"/>
                    <a:pt x="23" y="81"/>
                  </a:cubicBezTo>
                  <a:cubicBezTo>
                    <a:pt x="32" y="97"/>
                    <a:pt x="40" y="105"/>
                    <a:pt x="48" y="114"/>
                  </a:cubicBezTo>
                  <a:cubicBezTo>
                    <a:pt x="65" y="139"/>
                    <a:pt x="81" y="155"/>
                    <a:pt x="106" y="172"/>
                  </a:cubicBezTo>
                  <a:cubicBezTo>
                    <a:pt x="148" y="205"/>
                    <a:pt x="189" y="238"/>
                    <a:pt x="230" y="263"/>
                  </a:cubicBezTo>
                  <a:cubicBezTo>
                    <a:pt x="237" y="265"/>
                    <a:pt x="243" y="266"/>
                    <a:pt x="249" y="266"/>
                  </a:cubicBezTo>
                  <a:cubicBezTo>
                    <a:pt x="264" y="266"/>
                    <a:pt x="274" y="258"/>
                    <a:pt x="280" y="246"/>
                  </a:cubicBezTo>
                  <a:cubicBezTo>
                    <a:pt x="288" y="230"/>
                    <a:pt x="288" y="205"/>
                    <a:pt x="272" y="197"/>
                  </a:cubicBezTo>
                  <a:cubicBezTo>
                    <a:pt x="247" y="188"/>
                    <a:pt x="222" y="172"/>
                    <a:pt x="206" y="155"/>
                  </a:cubicBezTo>
                  <a:lnTo>
                    <a:pt x="197" y="147"/>
                  </a:lnTo>
                  <a:lnTo>
                    <a:pt x="189" y="147"/>
                  </a:lnTo>
                  <a:lnTo>
                    <a:pt x="181" y="139"/>
                  </a:lnTo>
                  <a:lnTo>
                    <a:pt x="156" y="114"/>
                  </a:lnTo>
                  <a:cubicBezTo>
                    <a:pt x="139" y="97"/>
                    <a:pt x="114" y="81"/>
                    <a:pt x="98" y="64"/>
                  </a:cubicBezTo>
                  <a:cubicBezTo>
                    <a:pt x="90" y="56"/>
                    <a:pt x="81" y="47"/>
                    <a:pt x="73" y="39"/>
                  </a:cubicBezTo>
                  <a:cubicBezTo>
                    <a:pt x="65" y="23"/>
                    <a:pt x="56" y="14"/>
                    <a:pt x="48" y="6"/>
                  </a:cubicBezTo>
                  <a:cubicBezTo>
                    <a:pt x="43" y="2"/>
                    <a:pt x="37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1" name="Google Shape;3591;p6"/>
            <p:cNvSpPr/>
            <p:nvPr/>
          </p:nvSpPr>
          <p:spPr>
            <a:xfrm>
              <a:off x="2517025" y="1771375"/>
              <a:ext cx="2525" cy="2600"/>
            </a:xfrm>
            <a:custGeom>
              <a:rect b="b" l="l" r="r" t="t"/>
              <a:pathLst>
                <a:path extrusionOk="0" h="104" w="101">
                  <a:moveTo>
                    <a:pt x="26" y="1"/>
                  </a:moveTo>
                  <a:cubicBezTo>
                    <a:pt x="23" y="1"/>
                    <a:pt x="20" y="1"/>
                    <a:pt x="18" y="4"/>
                  </a:cubicBezTo>
                  <a:lnTo>
                    <a:pt x="9" y="4"/>
                  </a:lnTo>
                  <a:lnTo>
                    <a:pt x="1" y="21"/>
                  </a:lnTo>
                  <a:lnTo>
                    <a:pt x="9" y="29"/>
                  </a:lnTo>
                  <a:lnTo>
                    <a:pt x="9" y="37"/>
                  </a:lnTo>
                  <a:lnTo>
                    <a:pt x="18" y="54"/>
                  </a:lnTo>
                  <a:lnTo>
                    <a:pt x="26" y="62"/>
                  </a:lnTo>
                  <a:cubicBezTo>
                    <a:pt x="34" y="71"/>
                    <a:pt x="42" y="87"/>
                    <a:pt x="51" y="95"/>
                  </a:cubicBezTo>
                  <a:cubicBezTo>
                    <a:pt x="59" y="95"/>
                    <a:pt x="67" y="104"/>
                    <a:pt x="76" y="104"/>
                  </a:cubicBezTo>
                  <a:cubicBezTo>
                    <a:pt x="84" y="104"/>
                    <a:pt x="92" y="104"/>
                    <a:pt x="92" y="95"/>
                  </a:cubicBezTo>
                  <a:cubicBezTo>
                    <a:pt x="100" y="87"/>
                    <a:pt x="100" y="79"/>
                    <a:pt x="100" y="71"/>
                  </a:cubicBezTo>
                  <a:lnTo>
                    <a:pt x="100" y="62"/>
                  </a:lnTo>
                  <a:lnTo>
                    <a:pt x="92" y="54"/>
                  </a:lnTo>
                  <a:cubicBezTo>
                    <a:pt x="84" y="46"/>
                    <a:pt x="76" y="37"/>
                    <a:pt x="67" y="29"/>
                  </a:cubicBezTo>
                  <a:lnTo>
                    <a:pt x="59" y="13"/>
                  </a:lnTo>
                  <a:lnTo>
                    <a:pt x="42" y="4"/>
                  </a:lnTo>
                  <a:lnTo>
                    <a:pt x="34" y="4"/>
                  </a:lnTo>
                  <a:cubicBezTo>
                    <a:pt x="34" y="4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2" name="Google Shape;3592;p6"/>
            <p:cNvSpPr/>
            <p:nvPr/>
          </p:nvSpPr>
          <p:spPr>
            <a:xfrm>
              <a:off x="2506275" y="1777175"/>
              <a:ext cx="19800" cy="39375"/>
            </a:xfrm>
            <a:custGeom>
              <a:rect b="b" l="l" r="r" t="t"/>
              <a:pathLst>
                <a:path extrusionOk="0" h="1575" w="792">
                  <a:moveTo>
                    <a:pt x="71" y="0"/>
                  </a:moveTo>
                  <a:cubicBezTo>
                    <a:pt x="60" y="0"/>
                    <a:pt x="50" y="4"/>
                    <a:pt x="42" y="13"/>
                  </a:cubicBezTo>
                  <a:cubicBezTo>
                    <a:pt x="0" y="54"/>
                    <a:pt x="25" y="137"/>
                    <a:pt x="25" y="195"/>
                  </a:cubicBezTo>
                  <a:cubicBezTo>
                    <a:pt x="33" y="261"/>
                    <a:pt x="50" y="319"/>
                    <a:pt x="58" y="385"/>
                  </a:cubicBezTo>
                  <a:cubicBezTo>
                    <a:pt x="116" y="601"/>
                    <a:pt x="207" y="816"/>
                    <a:pt x="323" y="1015"/>
                  </a:cubicBezTo>
                  <a:cubicBezTo>
                    <a:pt x="439" y="1214"/>
                    <a:pt x="572" y="1396"/>
                    <a:pt x="721" y="1562"/>
                  </a:cubicBezTo>
                  <a:cubicBezTo>
                    <a:pt x="727" y="1571"/>
                    <a:pt x="736" y="1574"/>
                    <a:pt x="744" y="1574"/>
                  </a:cubicBezTo>
                  <a:cubicBezTo>
                    <a:pt x="767" y="1574"/>
                    <a:pt x="791" y="1545"/>
                    <a:pt x="779" y="1520"/>
                  </a:cubicBezTo>
                  <a:cubicBezTo>
                    <a:pt x="713" y="1413"/>
                    <a:pt x="646" y="1305"/>
                    <a:pt x="572" y="1206"/>
                  </a:cubicBezTo>
                  <a:cubicBezTo>
                    <a:pt x="456" y="1023"/>
                    <a:pt x="340" y="833"/>
                    <a:pt x="257" y="626"/>
                  </a:cubicBezTo>
                  <a:cubicBezTo>
                    <a:pt x="216" y="526"/>
                    <a:pt x="182" y="427"/>
                    <a:pt x="158" y="319"/>
                  </a:cubicBezTo>
                  <a:cubicBezTo>
                    <a:pt x="149" y="269"/>
                    <a:pt x="141" y="220"/>
                    <a:pt x="133" y="162"/>
                  </a:cubicBezTo>
                  <a:cubicBezTo>
                    <a:pt x="133" y="112"/>
                    <a:pt x="141" y="46"/>
                    <a:pt x="100" y="13"/>
                  </a:cubicBezTo>
                  <a:cubicBezTo>
                    <a:pt x="91" y="4"/>
                    <a:pt x="81" y="0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3" name="Google Shape;3593;p6"/>
            <p:cNvSpPr/>
            <p:nvPr/>
          </p:nvSpPr>
          <p:spPr>
            <a:xfrm>
              <a:off x="2671550" y="1784850"/>
              <a:ext cx="16250" cy="15225"/>
            </a:xfrm>
            <a:custGeom>
              <a:rect b="b" l="l" r="r" t="t"/>
              <a:pathLst>
                <a:path extrusionOk="0" h="609" w="650">
                  <a:moveTo>
                    <a:pt x="596" y="0"/>
                  </a:moveTo>
                  <a:cubicBezTo>
                    <a:pt x="586" y="0"/>
                    <a:pt x="575" y="4"/>
                    <a:pt x="564" y="12"/>
                  </a:cubicBezTo>
                  <a:cubicBezTo>
                    <a:pt x="540" y="29"/>
                    <a:pt x="523" y="62"/>
                    <a:pt x="498" y="87"/>
                  </a:cubicBezTo>
                  <a:cubicBezTo>
                    <a:pt x="473" y="112"/>
                    <a:pt x="457" y="136"/>
                    <a:pt x="432" y="153"/>
                  </a:cubicBezTo>
                  <a:cubicBezTo>
                    <a:pt x="390" y="203"/>
                    <a:pt x="349" y="244"/>
                    <a:pt x="299" y="294"/>
                  </a:cubicBezTo>
                  <a:cubicBezTo>
                    <a:pt x="250" y="335"/>
                    <a:pt x="208" y="377"/>
                    <a:pt x="158" y="418"/>
                  </a:cubicBezTo>
                  <a:cubicBezTo>
                    <a:pt x="134" y="435"/>
                    <a:pt x="109" y="460"/>
                    <a:pt x="84" y="476"/>
                  </a:cubicBezTo>
                  <a:cubicBezTo>
                    <a:pt x="59" y="501"/>
                    <a:pt x="26" y="518"/>
                    <a:pt x="18" y="551"/>
                  </a:cubicBezTo>
                  <a:cubicBezTo>
                    <a:pt x="1" y="575"/>
                    <a:pt x="18" y="609"/>
                    <a:pt x="51" y="609"/>
                  </a:cubicBezTo>
                  <a:cubicBezTo>
                    <a:pt x="117" y="600"/>
                    <a:pt x="175" y="542"/>
                    <a:pt x="225" y="501"/>
                  </a:cubicBezTo>
                  <a:cubicBezTo>
                    <a:pt x="274" y="460"/>
                    <a:pt x="324" y="418"/>
                    <a:pt x="374" y="377"/>
                  </a:cubicBezTo>
                  <a:cubicBezTo>
                    <a:pt x="415" y="327"/>
                    <a:pt x="465" y="277"/>
                    <a:pt x="506" y="228"/>
                  </a:cubicBezTo>
                  <a:cubicBezTo>
                    <a:pt x="531" y="203"/>
                    <a:pt x="556" y="178"/>
                    <a:pt x="573" y="153"/>
                  </a:cubicBezTo>
                  <a:cubicBezTo>
                    <a:pt x="598" y="120"/>
                    <a:pt x="614" y="95"/>
                    <a:pt x="631" y="70"/>
                  </a:cubicBezTo>
                  <a:cubicBezTo>
                    <a:pt x="649" y="33"/>
                    <a:pt x="626" y="0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4" name="Google Shape;3594;p6"/>
            <p:cNvSpPr/>
            <p:nvPr/>
          </p:nvSpPr>
          <p:spPr>
            <a:xfrm>
              <a:off x="2677625" y="1793225"/>
              <a:ext cx="12050" cy="12375"/>
            </a:xfrm>
            <a:custGeom>
              <a:rect b="b" l="l" r="r" t="t"/>
              <a:pathLst>
                <a:path extrusionOk="0" h="495" w="482">
                  <a:moveTo>
                    <a:pt x="442" y="1"/>
                  </a:moveTo>
                  <a:cubicBezTo>
                    <a:pt x="437" y="1"/>
                    <a:pt x="433" y="3"/>
                    <a:pt x="429" y="9"/>
                  </a:cubicBezTo>
                  <a:cubicBezTo>
                    <a:pt x="363" y="91"/>
                    <a:pt x="297" y="166"/>
                    <a:pt x="222" y="240"/>
                  </a:cubicBezTo>
                  <a:cubicBezTo>
                    <a:pt x="189" y="282"/>
                    <a:pt x="147" y="315"/>
                    <a:pt x="114" y="348"/>
                  </a:cubicBezTo>
                  <a:cubicBezTo>
                    <a:pt x="73" y="390"/>
                    <a:pt x="40" y="423"/>
                    <a:pt x="7" y="464"/>
                  </a:cubicBezTo>
                  <a:cubicBezTo>
                    <a:pt x="0" y="477"/>
                    <a:pt x="4" y="495"/>
                    <a:pt x="17" y="495"/>
                  </a:cubicBezTo>
                  <a:cubicBezTo>
                    <a:pt x="21" y="495"/>
                    <a:pt x="26" y="493"/>
                    <a:pt x="31" y="489"/>
                  </a:cubicBezTo>
                  <a:cubicBezTo>
                    <a:pt x="114" y="439"/>
                    <a:pt x="189" y="356"/>
                    <a:pt x="263" y="282"/>
                  </a:cubicBezTo>
                  <a:cubicBezTo>
                    <a:pt x="330" y="207"/>
                    <a:pt x="396" y="133"/>
                    <a:pt x="462" y="50"/>
                  </a:cubicBezTo>
                  <a:cubicBezTo>
                    <a:pt x="482" y="30"/>
                    <a:pt x="460" y="1"/>
                    <a:pt x="4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5" name="Google Shape;3595;p6"/>
            <p:cNvSpPr/>
            <p:nvPr/>
          </p:nvSpPr>
          <p:spPr>
            <a:xfrm>
              <a:off x="2672225" y="1787775"/>
              <a:ext cx="6500" cy="7675"/>
            </a:xfrm>
            <a:custGeom>
              <a:rect b="b" l="l" r="r" t="t"/>
              <a:pathLst>
                <a:path extrusionOk="0" h="307" w="260">
                  <a:moveTo>
                    <a:pt x="222" y="1"/>
                  </a:moveTo>
                  <a:cubicBezTo>
                    <a:pt x="214" y="1"/>
                    <a:pt x="205" y="4"/>
                    <a:pt x="198" y="11"/>
                  </a:cubicBezTo>
                  <a:cubicBezTo>
                    <a:pt x="140" y="102"/>
                    <a:pt x="73" y="193"/>
                    <a:pt x="7" y="276"/>
                  </a:cubicBezTo>
                  <a:cubicBezTo>
                    <a:pt x="1" y="289"/>
                    <a:pt x="9" y="307"/>
                    <a:pt x="21" y="307"/>
                  </a:cubicBezTo>
                  <a:cubicBezTo>
                    <a:pt x="24" y="307"/>
                    <a:pt x="28" y="305"/>
                    <a:pt x="32" y="301"/>
                  </a:cubicBezTo>
                  <a:cubicBezTo>
                    <a:pt x="115" y="227"/>
                    <a:pt x="181" y="135"/>
                    <a:pt x="247" y="36"/>
                  </a:cubicBezTo>
                  <a:cubicBezTo>
                    <a:pt x="259" y="18"/>
                    <a:pt x="242" y="1"/>
                    <a:pt x="2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6" name="Google Shape;3596;p6"/>
            <p:cNvSpPr/>
            <p:nvPr/>
          </p:nvSpPr>
          <p:spPr>
            <a:xfrm>
              <a:off x="2473125" y="1538550"/>
              <a:ext cx="1475" cy="15925"/>
            </a:xfrm>
            <a:custGeom>
              <a:rect b="b" l="l" r="r" t="t"/>
              <a:pathLst>
                <a:path extrusionOk="0" h="637" w="59">
                  <a:moveTo>
                    <a:pt x="34" y="0"/>
                  </a:moveTo>
                  <a:cubicBezTo>
                    <a:pt x="27" y="0"/>
                    <a:pt x="21" y="4"/>
                    <a:pt x="17" y="13"/>
                  </a:cubicBezTo>
                  <a:cubicBezTo>
                    <a:pt x="0" y="54"/>
                    <a:pt x="9" y="112"/>
                    <a:pt x="9" y="162"/>
                  </a:cubicBezTo>
                  <a:cubicBezTo>
                    <a:pt x="9" y="212"/>
                    <a:pt x="9" y="261"/>
                    <a:pt x="9" y="311"/>
                  </a:cubicBezTo>
                  <a:cubicBezTo>
                    <a:pt x="9" y="410"/>
                    <a:pt x="17" y="518"/>
                    <a:pt x="17" y="617"/>
                  </a:cubicBezTo>
                  <a:cubicBezTo>
                    <a:pt x="17" y="630"/>
                    <a:pt x="25" y="636"/>
                    <a:pt x="34" y="636"/>
                  </a:cubicBezTo>
                  <a:cubicBezTo>
                    <a:pt x="42" y="636"/>
                    <a:pt x="50" y="630"/>
                    <a:pt x="50" y="617"/>
                  </a:cubicBezTo>
                  <a:cubicBezTo>
                    <a:pt x="50" y="518"/>
                    <a:pt x="58" y="410"/>
                    <a:pt x="58" y="311"/>
                  </a:cubicBezTo>
                  <a:lnTo>
                    <a:pt x="58" y="162"/>
                  </a:lnTo>
                  <a:cubicBezTo>
                    <a:pt x="58" y="112"/>
                    <a:pt x="58" y="54"/>
                    <a:pt x="50" y="13"/>
                  </a:cubicBezTo>
                  <a:cubicBezTo>
                    <a:pt x="46" y="4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7" name="Google Shape;3597;p6"/>
            <p:cNvSpPr/>
            <p:nvPr/>
          </p:nvSpPr>
          <p:spPr>
            <a:xfrm>
              <a:off x="2473750" y="1525075"/>
              <a:ext cx="1875" cy="4900"/>
            </a:xfrm>
            <a:custGeom>
              <a:rect b="b" l="l" r="r" t="t"/>
              <a:pathLst>
                <a:path extrusionOk="0" h="196" w="75">
                  <a:moveTo>
                    <a:pt x="14" y="1"/>
                  </a:moveTo>
                  <a:cubicBezTo>
                    <a:pt x="7" y="1"/>
                    <a:pt x="0" y="5"/>
                    <a:pt x="0" y="13"/>
                  </a:cubicBezTo>
                  <a:cubicBezTo>
                    <a:pt x="0" y="21"/>
                    <a:pt x="0" y="30"/>
                    <a:pt x="0" y="38"/>
                  </a:cubicBezTo>
                  <a:cubicBezTo>
                    <a:pt x="0" y="46"/>
                    <a:pt x="0" y="55"/>
                    <a:pt x="0" y="63"/>
                  </a:cubicBezTo>
                  <a:lnTo>
                    <a:pt x="9" y="96"/>
                  </a:lnTo>
                  <a:cubicBezTo>
                    <a:pt x="9" y="121"/>
                    <a:pt x="17" y="146"/>
                    <a:pt x="25" y="171"/>
                  </a:cubicBezTo>
                  <a:cubicBezTo>
                    <a:pt x="25" y="187"/>
                    <a:pt x="42" y="195"/>
                    <a:pt x="50" y="195"/>
                  </a:cubicBezTo>
                  <a:cubicBezTo>
                    <a:pt x="67" y="187"/>
                    <a:pt x="75" y="171"/>
                    <a:pt x="67" y="162"/>
                  </a:cubicBezTo>
                  <a:cubicBezTo>
                    <a:pt x="67" y="137"/>
                    <a:pt x="58" y="113"/>
                    <a:pt x="58" y="88"/>
                  </a:cubicBezTo>
                  <a:cubicBezTo>
                    <a:pt x="50" y="71"/>
                    <a:pt x="50" y="63"/>
                    <a:pt x="50" y="46"/>
                  </a:cubicBezTo>
                  <a:cubicBezTo>
                    <a:pt x="42" y="30"/>
                    <a:pt x="42" y="21"/>
                    <a:pt x="33" y="13"/>
                  </a:cubicBezTo>
                  <a:cubicBezTo>
                    <a:pt x="29" y="5"/>
                    <a:pt x="21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8" name="Google Shape;3598;p6"/>
            <p:cNvSpPr/>
            <p:nvPr/>
          </p:nvSpPr>
          <p:spPr>
            <a:xfrm>
              <a:off x="2496325" y="1723625"/>
              <a:ext cx="1275" cy="1050"/>
            </a:xfrm>
            <a:custGeom>
              <a:rect b="b" l="l" r="r" t="t"/>
              <a:pathLst>
                <a:path extrusionOk="0" h="42" w="51">
                  <a:moveTo>
                    <a:pt x="25" y="0"/>
                  </a:moveTo>
                  <a:cubicBezTo>
                    <a:pt x="0" y="0"/>
                    <a:pt x="0" y="42"/>
                    <a:pt x="25" y="42"/>
                  </a:cubicBezTo>
                  <a:cubicBezTo>
                    <a:pt x="50" y="42"/>
                    <a:pt x="50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9" name="Google Shape;3599;p6"/>
            <p:cNvSpPr/>
            <p:nvPr/>
          </p:nvSpPr>
          <p:spPr>
            <a:xfrm>
              <a:off x="2716925" y="1674775"/>
              <a:ext cx="5550" cy="12225"/>
            </a:xfrm>
            <a:custGeom>
              <a:rect b="b" l="l" r="r" t="t"/>
              <a:pathLst>
                <a:path extrusionOk="0" h="489" w="222">
                  <a:moveTo>
                    <a:pt x="57" y="1"/>
                  </a:moveTo>
                  <a:cubicBezTo>
                    <a:pt x="29" y="1"/>
                    <a:pt x="0" y="21"/>
                    <a:pt x="0" y="57"/>
                  </a:cubicBezTo>
                  <a:cubicBezTo>
                    <a:pt x="0" y="90"/>
                    <a:pt x="17" y="131"/>
                    <a:pt x="42" y="165"/>
                  </a:cubicBezTo>
                  <a:cubicBezTo>
                    <a:pt x="58" y="198"/>
                    <a:pt x="67" y="231"/>
                    <a:pt x="75" y="264"/>
                  </a:cubicBezTo>
                  <a:cubicBezTo>
                    <a:pt x="100" y="330"/>
                    <a:pt x="116" y="405"/>
                    <a:pt x="150" y="471"/>
                  </a:cubicBezTo>
                  <a:cubicBezTo>
                    <a:pt x="156" y="483"/>
                    <a:pt x="167" y="489"/>
                    <a:pt x="179" y="489"/>
                  </a:cubicBezTo>
                  <a:cubicBezTo>
                    <a:pt x="200" y="489"/>
                    <a:pt x="221" y="473"/>
                    <a:pt x="216" y="446"/>
                  </a:cubicBezTo>
                  <a:cubicBezTo>
                    <a:pt x="216" y="380"/>
                    <a:pt x="191" y="305"/>
                    <a:pt x="174" y="239"/>
                  </a:cubicBezTo>
                  <a:cubicBezTo>
                    <a:pt x="158" y="206"/>
                    <a:pt x="150" y="173"/>
                    <a:pt x="141" y="140"/>
                  </a:cubicBezTo>
                  <a:cubicBezTo>
                    <a:pt x="125" y="98"/>
                    <a:pt x="108" y="65"/>
                    <a:pt x="92" y="24"/>
                  </a:cubicBezTo>
                  <a:lnTo>
                    <a:pt x="100" y="24"/>
                  </a:lnTo>
                  <a:cubicBezTo>
                    <a:pt x="91" y="8"/>
                    <a:pt x="74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0" name="Google Shape;3600;p6"/>
            <p:cNvSpPr/>
            <p:nvPr/>
          </p:nvSpPr>
          <p:spPr>
            <a:xfrm>
              <a:off x="2714225" y="1683000"/>
              <a:ext cx="3375" cy="9250"/>
            </a:xfrm>
            <a:custGeom>
              <a:rect b="b" l="l" r="r" t="t"/>
              <a:pathLst>
                <a:path extrusionOk="0" h="370" w="135">
                  <a:moveTo>
                    <a:pt x="19" y="1"/>
                  </a:moveTo>
                  <a:cubicBezTo>
                    <a:pt x="10" y="1"/>
                    <a:pt x="1" y="8"/>
                    <a:pt x="1" y="18"/>
                  </a:cubicBezTo>
                  <a:cubicBezTo>
                    <a:pt x="1" y="76"/>
                    <a:pt x="17" y="134"/>
                    <a:pt x="34" y="184"/>
                  </a:cubicBezTo>
                  <a:cubicBezTo>
                    <a:pt x="42" y="242"/>
                    <a:pt x="59" y="300"/>
                    <a:pt x="75" y="349"/>
                  </a:cubicBezTo>
                  <a:cubicBezTo>
                    <a:pt x="79" y="363"/>
                    <a:pt x="91" y="370"/>
                    <a:pt x="103" y="370"/>
                  </a:cubicBezTo>
                  <a:cubicBezTo>
                    <a:pt x="119" y="370"/>
                    <a:pt x="135" y="357"/>
                    <a:pt x="125" y="333"/>
                  </a:cubicBezTo>
                  <a:cubicBezTo>
                    <a:pt x="117" y="275"/>
                    <a:pt x="100" y="225"/>
                    <a:pt x="84" y="167"/>
                  </a:cubicBezTo>
                  <a:cubicBezTo>
                    <a:pt x="75" y="109"/>
                    <a:pt x="59" y="59"/>
                    <a:pt x="34" y="10"/>
                  </a:cubicBezTo>
                  <a:cubicBezTo>
                    <a:pt x="31" y="3"/>
                    <a:pt x="25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1" name="Google Shape;3601;p6"/>
            <p:cNvSpPr/>
            <p:nvPr/>
          </p:nvSpPr>
          <p:spPr>
            <a:xfrm>
              <a:off x="2568400" y="1543200"/>
              <a:ext cx="44700" cy="5925"/>
            </a:xfrm>
            <a:custGeom>
              <a:rect b="b" l="l" r="r" t="t"/>
              <a:pathLst>
                <a:path extrusionOk="0" h="237" w="1788">
                  <a:moveTo>
                    <a:pt x="67" y="1"/>
                  </a:moveTo>
                  <a:cubicBezTo>
                    <a:pt x="9" y="1"/>
                    <a:pt x="1" y="92"/>
                    <a:pt x="59" y="108"/>
                  </a:cubicBezTo>
                  <a:cubicBezTo>
                    <a:pt x="125" y="125"/>
                    <a:pt x="191" y="125"/>
                    <a:pt x="266" y="133"/>
                  </a:cubicBezTo>
                  <a:cubicBezTo>
                    <a:pt x="332" y="141"/>
                    <a:pt x="398" y="141"/>
                    <a:pt x="465" y="150"/>
                  </a:cubicBezTo>
                  <a:cubicBezTo>
                    <a:pt x="606" y="158"/>
                    <a:pt x="738" y="175"/>
                    <a:pt x="871" y="175"/>
                  </a:cubicBezTo>
                  <a:cubicBezTo>
                    <a:pt x="1003" y="183"/>
                    <a:pt x="1144" y="191"/>
                    <a:pt x="1277" y="191"/>
                  </a:cubicBezTo>
                  <a:cubicBezTo>
                    <a:pt x="1401" y="191"/>
                    <a:pt x="1525" y="191"/>
                    <a:pt x="1641" y="175"/>
                  </a:cubicBezTo>
                  <a:lnTo>
                    <a:pt x="1641" y="175"/>
                  </a:lnTo>
                  <a:cubicBezTo>
                    <a:pt x="1641" y="175"/>
                    <a:pt x="1641" y="183"/>
                    <a:pt x="1633" y="183"/>
                  </a:cubicBezTo>
                  <a:cubicBezTo>
                    <a:pt x="1619" y="204"/>
                    <a:pt x="1629" y="236"/>
                    <a:pt x="1652" y="236"/>
                  </a:cubicBezTo>
                  <a:cubicBezTo>
                    <a:pt x="1656" y="236"/>
                    <a:pt x="1661" y="235"/>
                    <a:pt x="1666" y="233"/>
                  </a:cubicBezTo>
                  <a:cubicBezTo>
                    <a:pt x="1708" y="224"/>
                    <a:pt x="1741" y="199"/>
                    <a:pt x="1774" y="166"/>
                  </a:cubicBezTo>
                  <a:cubicBezTo>
                    <a:pt x="1787" y="153"/>
                    <a:pt x="1768" y="129"/>
                    <a:pt x="1747" y="129"/>
                  </a:cubicBezTo>
                  <a:cubicBezTo>
                    <a:pt x="1742" y="129"/>
                    <a:pt x="1737" y="130"/>
                    <a:pt x="1732" y="133"/>
                  </a:cubicBezTo>
                  <a:cubicBezTo>
                    <a:pt x="1724" y="141"/>
                    <a:pt x="1716" y="141"/>
                    <a:pt x="1708" y="150"/>
                  </a:cubicBezTo>
                  <a:cubicBezTo>
                    <a:pt x="1708" y="141"/>
                    <a:pt x="1708" y="141"/>
                    <a:pt x="1708" y="133"/>
                  </a:cubicBezTo>
                  <a:cubicBezTo>
                    <a:pt x="1708" y="117"/>
                    <a:pt x="1699" y="100"/>
                    <a:pt x="1683" y="100"/>
                  </a:cubicBezTo>
                  <a:cubicBezTo>
                    <a:pt x="1550" y="75"/>
                    <a:pt x="1409" y="75"/>
                    <a:pt x="1277" y="75"/>
                  </a:cubicBezTo>
                  <a:cubicBezTo>
                    <a:pt x="1144" y="75"/>
                    <a:pt x="1012" y="67"/>
                    <a:pt x="879" y="59"/>
                  </a:cubicBezTo>
                  <a:cubicBezTo>
                    <a:pt x="746" y="59"/>
                    <a:pt x="614" y="50"/>
                    <a:pt x="481" y="34"/>
                  </a:cubicBezTo>
                  <a:lnTo>
                    <a:pt x="274" y="17"/>
                  </a:lnTo>
                  <a:cubicBezTo>
                    <a:pt x="208" y="9"/>
                    <a:pt x="142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2" name="Google Shape;3602;p6"/>
            <p:cNvSpPr/>
            <p:nvPr/>
          </p:nvSpPr>
          <p:spPr>
            <a:xfrm>
              <a:off x="2581250" y="1549825"/>
              <a:ext cx="8250" cy="1900"/>
            </a:xfrm>
            <a:custGeom>
              <a:rect b="b" l="l" r="r" t="t"/>
              <a:pathLst>
                <a:path extrusionOk="0" h="76" w="330">
                  <a:moveTo>
                    <a:pt x="296" y="0"/>
                  </a:moveTo>
                  <a:cubicBezTo>
                    <a:pt x="294" y="0"/>
                    <a:pt x="292" y="0"/>
                    <a:pt x="290" y="1"/>
                  </a:cubicBezTo>
                  <a:cubicBezTo>
                    <a:pt x="249" y="1"/>
                    <a:pt x="199" y="9"/>
                    <a:pt x="158" y="9"/>
                  </a:cubicBezTo>
                  <a:lnTo>
                    <a:pt x="92" y="9"/>
                  </a:lnTo>
                  <a:cubicBezTo>
                    <a:pt x="83" y="17"/>
                    <a:pt x="67" y="17"/>
                    <a:pt x="58" y="17"/>
                  </a:cubicBezTo>
                  <a:cubicBezTo>
                    <a:pt x="50" y="17"/>
                    <a:pt x="34" y="17"/>
                    <a:pt x="25" y="26"/>
                  </a:cubicBezTo>
                  <a:cubicBezTo>
                    <a:pt x="9" y="26"/>
                    <a:pt x="0" y="50"/>
                    <a:pt x="17" y="59"/>
                  </a:cubicBezTo>
                  <a:cubicBezTo>
                    <a:pt x="25" y="67"/>
                    <a:pt x="42" y="75"/>
                    <a:pt x="50" y="75"/>
                  </a:cubicBezTo>
                  <a:lnTo>
                    <a:pt x="158" y="75"/>
                  </a:lnTo>
                  <a:cubicBezTo>
                    <a:pt x="208" y="75"/>
                    <a:pt x="249" y="67"/>
                    <a:pt x="299" y="59"/>
                  </a:cubicBezTo>
                  <a:cubicBezTo>
                    <a:pt x="330" y="59"/>
                    <a:pt x="324" y="0"/>
                    <a:pt x="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3" name="Google Shape;3603;p6"/>
            <p:cNvSpPr/>
            <p:nvPr/>
          </p:nvSpPr>
          <p:spPr>
            <a:xfrm>
              <a:off x="2569225" y="1549325"/>
              <a:ext cx="6450" cy="2900"/>
            </a:xfrm>
            <a:custGeom>
              <a:rect b="b" l="l" r="r" t="t"/>
              <a:pathLst>
                <a:path extrusionOk="0" h="116" w="258">
                  <a:moveTo>
                    <a:pt x="60" y="1"/>
                  </a:moveTo>
                  <a:cubicBezTo>
                    <a:pt x="49" y="1"/>
                    <a:pt x="38" y="2"/>
                    <a:pt x="26" y="4"/>
                  </a:cubicBezTo>
                  <a:cubicBezTo>
                    <a:pt x="1" y="4"/>
                    <a:pt x="1" y="37"/>
                    <a:pt x="26" y="46"/>
                  </a:cubicBezTo>
                  <a:cubicBezTo>
                    <a:pt x="51" y="54"/>
                    <a:pt x="84" y="62"/>
                    <a:pt x="117" y="70"/>
                  </a:cubicBezTo>
                  <a:cubicBezTo>
                    <a:pt x="150" y="87"/>
                    <a:pt x="183" y="95"/>
                    <a:pt x="208" y="112"/>
                  </a:cubicBezTo>
                  <a:cubicBezTo>
                    <a:pt x="212" y="114"/>
                    <a:pt x="217" y="115"/>
                    <a:pt x="221" y="115"/>
                  </a:cubicBezTo>
                  <a:cubicBezTo>
                    <a:pt x="233" y="115"/>
                    <a:pt x="243" y="107"/>
                    <a:pt x="249" y="95"/>
                  </a:cubicBezTo>
                  <a:cubicBezTo>
                    <a:pt x="258" y="87"/>
                    <a:pt x="258" y="62"/>
                    <a:pt x="241" y="54"/>
                  </a:cubicBezTo>
                  <a:cubicBezTo>
                    <a:pt x="208" y="37"/>
                    <a:pt x="175" y="21"/>
                    <a:pt x="133" y="12"/>
                  </a:cubicBezTo>
                  <a:cubicBezTo>
                    <a:pt x="110" y="7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4" name="Google Shape;3604;p6"/>
            <p:cNvSpPr/>
            <p:nvPr/>
          </p:nvSpPr>
          <p:spPr>
            <a:xfrm>
              <a:off x="2466075" y="1517950"/>
              <a:ext cx="5125" cy="56450"/>
            </a:xfrm>
            <a:custGeom>
              <a:rect b="b" l="l" r="r" t="t"/>
              <a:pathLst>
                <a:path extrusionOk="0" h="2258" w="205">
                  <a:moveTo>
                    <a:pt x="59" y="1"/>
                  </a:moveTo>
                  <a:cubicBezTo>
                    <a:pt x="48" y="1"/>
                    <a:pt x="38" y="5"/>
                    <a:pt x="34" y="16"/>
                  </a:cubicBezTo>
                  <a:cubicBezTo>
                    <a:pt x="1" y="91"/>
                    <a:pt x="9" y="182"/>
                    <a:pt x="17" y="257"/>
                  </a:cubicBezTo>
                  <a:cubicBezTo>
                    <a:pt x="17" y="340"/>
                    <a:pt x="26" y="422"/>
                    <a:pt x="26" y="505"/>
                  </a:cubicBezTo>
                  <a:cubicBezTo>
                    <a:pt x="42" y="795"/>
                    <a:pt x="50" y="1085"/>
                    <a:pt x="67" y="1383"/>
                  </a:cubicBezTo>
                  <a:cubicBezTo>
                    <a:pt x="75" y="1524"/>
                    <a:pt x="84" y="1673"/>
                    <a:pt x="92" y="1823"/>
                  </a:cubicBezTo>
                  <a:cubicBezTo>
                    <a:pt x="100" y="1963"/>
                    <a:pt x="117" y="2096"/>
                    <a:pt x="142" y="2237"/>
                  </a:cubicBezTo>
                  <a:cubicBezTo>
                    <a:pt x="145" y="2251"/>
                    <a:pt x="158" y="2258"/>
                    <a:pt x="171" y="2258"/>
                  </a:cubicBezTo>
                  <a:cubicBezTo>
                    <a:pt x="188" y="2258"/>
                    <a:pt x="204" y="2247"/>
                    <a:pt x="200" y="2229"/>
                  </a:cubicBezTo>
                  <a:cubicBezTo>
                    <a:pt x="191" y="2146"/>
                    <a:pt x="191" y="2071"/>
                    <a:pt x="191" y="1988"/>
                  </a:cubicBezTo>
                  <a:lnTo>
                    <a:pt x="183" y="1748"/>
                  </a:lnTo>
                  <a:cubicBezTo>
                    <a:pt x="175" y="1458"/>
                    <a:pt x="166" y="1168"/>
                    <a:pt x="150" y="878"/>
                  </a:cubicBezTo>
                  <a:lnTo>
                    <a:pt x="133" y="439"/>
                  </a:lnTo>
                  <a:cubicBezTo>
                    <a:pt x="133" y="364"/>
                    <a:pt x="125" y="298"/>
                    <a:pt x="125" y="224"/>
                  </a:cubicBezTo>
                  <a:cubicBezTo>
                    <a:pt x="125" y="157"/>
                    <a:pt x="125" y="74"/>
                    <a:pt x="92" y="16"/>
                  </a:cubicBezTo>
                  <a:cubicBezTo>
                    <a:pt x="87" y="7"/>
                    <a:pt x="73" y="1"/>
                    <a:pt x="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5" name="Google Shape;3605;p6"/>
            <p:cNvSpPr/>
            <p:nvPr/>
          </p:nvSpPr>
          <p:spPr>
            <a:xfrm>
              <a:off x="2469800" y="1524950"/>
              <a:ext cx="3050" cy="10100"/>
            </a:xfrm>
            <a:custGeom>
              <a:rect b="b" l="l" r="r" t="t"/>
              <a:pathLst>
                <a:path extrusionOk="0" h="404" w="122">
                  <a:moveTo>
                    <a:pt x="25" y="0"/>
                  </a:moveTo>
                  <a:cubicBezTo>
                    <a:pt x="13" y="0"/>
                    <a:pt x="1" y="9"/>
                    <a:pt x="1" y="26"/>
                  </a:cubicBezTo>
                  <a:cubicBezTo>
                    <a:pt x="17" y="142"/>
                    <a:pt x="42" y="267"/>
                    <a:pt x="67" y="383"/>
                  </a:cubicBezTo>
                  <a:cubicBezTo>
                    <a:pt x="71" y="397"/>
                    <a:pt x="82" y="404"/>
                    <a:pt x="94" y="404"/>
                  </a:cubicBezTo>
                  <a:cubicBezTo>
                    <a:pt x="108" y="404"/>
                    <a:pt x="122" y="393"/>
                    <a:pt x="117" y="374"/>
                  </a:cubicBezTo>
                  <a:cubicBezTo>
                    <a:pt x="92" y="250"/>
                    <a:pt x="75" y="134"/>
                    <a:pt x="51" y="18"/>
                  </a:cubicBezTo>
                  <a:cubicBezTo>
                    <a:pt x="47" y="7"/>
                    <a:pt x="36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6" name="Google Shape;3606;p6"/>
            <p:cNvSpPr/>
            <p:nvPr/>
          </p:nvSpPr>
          <p:spPr>
            <a:xfrm>
              <a:off x="2471050" y="1514675"/>
              <a:ext cx="850" cy="3075"/>
            </a:xfrm>
            <a:custGeom>
              <a:rect b="b" l="l" r="r" t="t"/>
              <a:pathLst>
                <a:path extrusionOk="0" h="123" w="34">
                  <a:moveTo>
                    <a:pt x="9" y="0"/>
                  </a:moveTo>
                  <a:cubicBezTo>
                    <a:pt x="5" y="0"/>
                    <a:pt x="1" y="2"/>
                    <a:pt x="1" y="7"/>
                  </a:cubicBezTo>
                  <a:cubicBezTo>
                    <a:pt x="1" y="15"/>
                    <a:pt x="1" y="23"/>
                    <a:pt x="1" y="31"/>
                  </a:cubicBezTo>
                  <a:cubicBezTo>
                    <a:pt x="1" y="40"/>
                    <a:pt x="1" y="48"/>
                    <a:pt x="1" y="56"/>
                  </a:cubicBezTo>
                  <a:cubicBezTo>
                    <a:pt x="1" y="73"/>
                    <a:pt x="1" y="89"/>
                    <a:pt x="1" y="106"/>
                  </a:cubicBezTo>
                  <a:cubicBezTo>
                    <a:pt x="1" y="114"/>
                    <a:pt x="9" y="123"/>
                    <a:pt x="25" y="123"/>
                  </a:cubicBezTo>
                  <a:cubicBezTo>
                    <a:pt x="34" y="123"/>
                    <a:pt x="34" y="114"/>
                    <a:pt x="34" y="106"/>
                  </a:cubicBezTo>
                  <a:cubicBezTo>
                    <a:pt x="34" y="89"/>
                    <a:pt x="34" y="73"/>
                    <a:pt x="25" y="56"/>
                  </a:cubicBezTo>
                  <a:cubicBezTo>
                    <a:pt x="25" y="48"/>
                    <a:pt x="25" y="40"/>
                    <a:pt x="25" y="31"/>
                  </a:cubicBezTo>
                  <a:cubicBezTo>
                    <a:pt x="25" y="23"/>
                    <a:pt x="25" y="15"/>
                    <a:pt x="17" y="7"/>
                  </a:cubicBezTo>
                  <a:cubicBezTo>
                    <a:pt x="17" y="2"/>
                    <a:pt x="13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7" name="Google Shape;3607;p6"/>
            <p:cNvSpPr/>
            <p:nvPr/>
          </p:nvSpPr>
          <p:spPr>
            <a:xfrm>
              <a:off x="2699350" y="1714575"/>
              <a:ext cx="10775" cy="20075"/>
            </a:xfrm>
            <a:custGeom>
              <a:rect b="b" l="l" r="r" t="t"/>
              <a:pathLst>
                <a:path extrusionOk="0" h="803" w="431">
                  <a:moveTo>
                    <a:pt x="378" y="0"/>
                  </a:moveTo>
                  <a:cubicBezTo>
                    <a:pt x="364" y="0"/>
                    <a:pt x="351" y="9"/>
                    <a:pt x="347" y="31"/>
                  </a:cubicBezTo>
                  <a:cubicBezTo>
                    <a:pt x="306" y="155"/>
                    <a:pt x="281" y="288"/>
                    <a:pt x="223" y="412"/>
                  </a:cubicBezTo>
                  <a:cubicBezTo>
                    <a:pt x="206" y="445"/>
                    <a:pt x="190" y="470"/>
                    <a:pt x="173" y="503"/>
                  </a:cubicBezTo>
                  <a:cubicBezTo>
                    <a:pt x="190" y="470"/>
                    <a:pt x="206" y="429"/>
                    <a:pt x="215" y="387"/>
                  </a:cubicBezTo>
                  <a:cubicBezTo>
                    <a:pt x="223" y="362"/>
                    <a:pt x="206" y="346"/>
                    <a:pt x="190" y="337"/>
                  </a:cubicBezTo>
                  <a:cubicBezTo>
                    <a:pt x="173" y="337"/>
                    <a:pt x="157" y="346"/>
                    <a:pt x="148" y="362"/>
                  </a:cubicBezTo>
                  <a:cubicBezTo>
                    <a:pt x="140" y="412"/>
                    <a:pt x="123" y="453"/>
                    <a:pt x="107" y="495"/>
                  </a:cubicBezTo>
                  <a:cubicBezTo>
                    <a:pt x="82" y="536"/>
                    <a:pt x="57" y="569"/>
                    <a:pt x="41" y="619"/>
                  </a:cubicBezTo>
                  <a:cubicBezTo>
                    <a:pt x="41" y="627"/>
                    <a:pt x="41" y="644"/>
                    <a:pt x="49" y="652"/>
                  </a:cubicBezTo>
                  <a:lnTo>
                    <a:pt x="65" y="652"/>
                  </a:lnTo>
                  <a:cubicBezTo>
                    <a:pt x="65" y="661"/>
                    <a:pt x="65" y="661"/>
                    <a:pt x="65" y="661"/>
                  </a:cubicBezTo>
                  <a:cubicBezTo>
                    <a:pt x="41" y="685"/>
                    <a:pt x="16" y="702"/>
                    <a:pt x="7" y="735"/>
                  </a:cubicBezTo>
                  <a:cubicBezTo>
                    <a:pt x="0" y="772"/>
                    <a:pt x="19" y="803"/>
                    <a:pt x="53" y="803"/>
                  </a:cubicBezTo>
                  <a:cubicBezTo>
                    <a:pt x="57" y="803"/>
                    <a:pt x="61" y="802"/>
                    <a:pt x="65" y="801"/>
                  </a:cubicBezTo>
                  <a:cubicBezTo>
                    <a:pt x="107" y="793"/>
                    <a:pt x="132" y="752"/>
                    <a:pt x="157" y="727"/>
                  </a:cubicBezTo>
                  <a:cubicBezTo>
                    <a:pt x="173" y="702"/>
                    <a:pt x="198" y="669"/>
                    <a:pt x="215" y="644"/>
                  </a:cubicBezTo>
                  <a:cubicBezTo>
                    <a:pt x="256" y="586"/>
                    <a:pt x="289" y="528"/>
                    <a:pt x="322" y="462"/>
                  </a:cubicBezTo>
                  <a:cubicBezTo>
                    <a:pt x="380" y="329"/>
                    <a:pt x="430" y="188"/>
                    <a:pt x="422" y="39"/>
                  </a:cubicBezTo>
                  <a:cubicBezTo>
                    <a:pt x="417" y="16"/>
                    <a:pt x="396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8" name="Google Shape;3608;p6"/>
            <p:cNvSpPr/>
            <p:nvPr/>
          </p:nvSpPr>
          <p:spPr>
            <a:xfrm>
              <a:off x="2636550" y="1605200"/>
              <a:ext cx="10800" cy="8450"/>
            </a:xfrm>
            <a:custGeom>
              <a:rect b="b" l="l" r="r" t="t"/>
              <a:pathLst>
                <a:path extrusionOk="0" h="338" w="432">
                  <a:moveTo>
                    <a:pt x="30" y="1"/>
                  </a:moveTo>
                  <a:cubicBezTo>
                    <a:pt x="22" y="1"/>
                    <a:pt x="14" y="5"/>
                    <a:pt x="9" y="15"/>
                  </a:cubicBezTo>
                  <a:cubicBezTo>
                    <a:pt x="1" y="23"/>
                    <a:pt x="1" y="48"/>
                    <a:pt x="9" y="56"/>
                  </a:cubicBezTo>
                  <a:cubicBezTo>
                    <a:pt x="75" y="114"/>
                    <a:pt x="142" y="164"/>
                    <a:pt x="208" y="205"/>
                  </a:cubicBezTo>
                  <a:cubicBezTo>
                    <a:pt x="233" y="230"/>
                    <a:pt x="258" y="247"/>
                    <a:pt x="282" y="271"/>
                  </a:cubicBezTo>
                  <a:cubicBezTo>
                    <a:pt x="316" y="296"/>
                    <a:pt x="340" y="338"/>
                    <a:pt x="382" y="338"/>
                  </a:cubicBezTo>
                  <a:cubicBezTo>
                    <a:pt x="398" y="338"/>
                    <a:pt x="407" y="329"/>
                    <a:pt x="415" y="305"/>
                  </a:cubicBezTo>
                  <a:cubicBezTo>
                    <a:pt x="432" y="263"/>
                    <a:pt x="390" y="222"/>
                    <a:pt x="357" y="197"/>
                  </a:cubicBezTo>
                  <a:cubicBezTo>
                    <a:pt x="332" y="172"/>
                    <a:pt x="299" y="147"/>
                    <a:pt x="266" y="131"/>
                  </a:cubicBezTo>
                  <a:cubicBezTo>
                    <a:pt x="200" y="89"/>
                    <a:pt x="125" y="39"/>
                    <a:pt x="50" y="6"/>
                  </a:cubicBezTo>
                  <a:cubicBezTo>
                    <a:pt x="44" y="3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9" name="Google Shape;3609;p6"/>
            <p:cNvSpPr/>
            <p:nvPr/>
          </p:nvSpPr>
          <p:spPr>
            <a:xfrm>
              <a:off x="2643400" y="1604625"/>
              <a:ext cx="4975" cy="5925"/>
            </a:xfrm>
            <a:custGeom>
              <a:rect b="b" l="l" r="r" t="t"/>
              <a:pathLst>
                <a:path extrusionOk="0" h="237" w="199">
                  <a:moveTo>
                    <a:pt x="32" y="0"/>
                  </a:moveTo>
                  <a:cubicBezTo>
                    <a:pt x="25" y="0"/>
                    <a:pt x="17" y="4"/>
                    <a:pt x="8" y="13"/>
                  </a:cubicBezTo>
                  <a:cubicBezTo>
                    <a:pt x="0" y="21"/>
                    <a:pt x="0" y="38"/>
                    <a:pt x="8" y="54"/>
                  </a:cubicBezTo>
                  <a:cubicBezTo>
                    <a:pt x="42" y="79"/>
                    <a:pt x="66" y="112"/>
                    <a:pt x="91" y="145"/>
                  </a:cubicBezTo>
                  <a:cubicBezTo>
                    <a:pt x="100" y="162"/>
                    <a:pt x="116" y="170"/>
                    <a:pt x="124" y="187"/>
                  </a:cubicBezTo>
                  <a:cubicBezTo>
                    <a:pt x="141" y="203"/>
                    <a:pt x="149" y="228"/>
                    <a:pt x="174" y="236"/>
                  </a:cubicBezTo>
                  <a:cubicBezTo>
                    <a:pt x="182" y="236"/>
                    <a:pt x="191" y="236"/>
                    <a:pt x="191" y="220"/>
                  </a:cubicBezTo>
                  <a:cubicBezTo>
                    <a:pt x="199" y="195"/>
                    <a:pt x="182" y="178"/>
                    <a:pt x="174" y="162"/>
                  </a:cubicBezTo>
                  <a:cubicBezTo>
                    <a:pt x="158" y="137"/>
                    <a:pt x="149" y="120"/>
                    <a:pt x="133" y="104"/>
                  </a:cubicBezTo>
                  <a:cubicBezTo>
                    <a:pt x="108" y="71"/>
                    <a:pt x="83" y="38"/>
                    <a:pt x="50" y="13"/>
                  </a:cubicBezTo>
                  <a:cubicBezTo>
                    <a:pt x="46" y="4"/>
                    <a:pt x="39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0" name="Google Shape;3610;p6"/>
            <p:cNvSpPr/>
            <p:nvPr/>
          </p:nvSpPr>
          <p:spPr>
            <a:xfrm>
              <a:off x="2497975" y="1593275"/>
              <a:ext cx="15600" cy="25725"/>
            </a:xfrm>
            <a:custGeom>
              <a:rect b="b" l="l" r="r" t="t"/>
              <a:pathLst>
                <a:path extrusionOk="0" h="1029" w="624">
                  <a:moveTo>
                    <a:pt x="581" y="1"/>
                  </a:moveTo>
                  <a:cubicBezTo>
                    <a:pt x="572" y="1"/>
                    <a:pt x="563" y="4"/>
                    <a:pt x="556" y="11"/>
                  </a:cubicBezTo>
                  <a:cubicBezTo>
                    <a:pt x="415" y="127"/>
                    <a:pt x="307" y="293"/>
                    <a:pt x="216" y="458"/>
                  </a:cubicBezTo>
                  <a:cubicBezTo>
                    <a:pt x="166" y="550"/>
                    <a:pt x="125" y="632"/>
                    <a:pt x="92" y="724"/>
                  </a:cubicBezTo>
                  <a:cubicBezTo>
                    <a:pt x="75" y="765"/>
                    <a:pt x="59" y="815"/>
                    <a:pt x="42" y="856"/>
                  </a:cubicBezTo>
                  <a:cubicBezTo>
                    <a:pt x="26" y="898"/>
                    <a:pt x="1" y="956"/>
                    <a:pt x="26" y="997"/>
                  </a:cubicBezTo>
                  <a:cubicBezTo>
                    <a:pt x="32" y="1015"/>
                    <a:pt x="46" y="1029"/>
                    <a:pt x="60" y="1029"/>
                  </a:cubicBezTo>
                  <a:cubicBezTo>
                    <a:pt x="65" y="1029"/>
                    <a:pt x="71" y="1026"/>
                    <a:pt x="75" y="1022"/>
                  </a:cubicBezTo>
                  <a:cubicBezTo>
                    <a:pt x="117" y="997"/>
                    <a:pt x="125" y="947"/>
                    <a:pt x="142" y="898"/>
                  </a:cubicBezTo>
                  <a:cubicBezTo>
                    <a:pt x="158" y="856"/>
                    <a:pt x="175" y="815"/>
                    <a:pt x="191" y="773"/>
                  </a:cubicBezTo>
                  <a:cubicBezTo>
                    <a:pt x="224" y="682"/>
                    <a:pt x="266" y="599"/>
                    <a:pt x="307" y="516"/>
                  </a:cubicBezTo>
                  <a:cubicBezTo>
                    <a:pt x="398" y="359"/>
                    <a:pt x="506" y="202"/>
                    <a:pt x="606" y="44"/>
                  </a:cubicBezTo>
                  <a:cubicBezTo>
                    <a:pt x="623" y="20"/>
                    <a:pt x="603" y="1"/>
                    <a:pt x="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1" name="Google Shape;3611;p6"/>
            <p:cNvSpPr/>
            <p:nvPr/>
          </p:nvSpPr>
          <p:spPr>
            <a:xfrm>
              <a:off x="2485150" y="1603275"/>
              <a:ext cx="5400" cy="7150"/>
            </a:xfrm>
            <a:custGeom>
              <a:rect b="b" l="l" r="r" t="t"/>
              <a:pathLst>
                <a:path extrusionOk="0" h="286" w="216">
                  <a:moveTo>
                    <a:pt x="25" y="0"/>
                  </a:moveTo>
                  <a:cubicBezTo>
                    <a:pt x="17" y="0"/>
                    <a:pt x="0" y="9"/>
                    <a:pt x="8" y="25"/>
                  </a:cubicBezTo>
                  <a:cubicBezTo>
                    <a:pt x="8" y="34"/>
                    <a:pt x="8" y="42"/>
                    <a:pt x="17" y="50"/>
                  </a:cubicBezTo>
                  <a:lnTo>
                    <a:pt x="25" y="67"/>
                  </a:lnTo>
                  <a:lnTo>
                    <a:pt x="50" y="108"/>
                  </a:lnTo>
                  <a:cubicBezTo>
                    <a:pt x="66" y="133"/>
                    <a:pt x="75" y="158"/>
                    <a:pt x="91" y="183"/>
                  </a:cubicBezTo>
                  <a:cubicBezTo>
                    <a:pt x="99" y="191"/>
                    <a:pt x="108" y="199"/>
                    <a:pt x="116" y="199"/>
                  </a:cubicBezTo>
                  <a:cubicBezTo>
                    <a:pt x="124" y="224"/>
                    <a:pt x="141" y="249"/>
                    <a:pt x="149" y="266"/>
                  </a:cubicBezTo>
                  <a:cubicBezTo>
                    <a:pt x="155" y="278"/>
                    <a:pt x="170" y="285"/>
                    <a:pt x="181" y="285"/>
                  </a:cubicBezTo>
                  <a:cubicBezTo>
                    <a:pt x="185" y="285"/>
                    <a:pt x="188" y="284"/>
                    <a:pt x="191" y="282"/>
                  </a:cubicBezTo>
                  <a:cubicBezTo>
                    <a:pt x="207" y="274"/>
                    <a:pt x="215" y="249"/>
                    <a:pt x="207" y="232"/>
                  </a:cubicBezTo>
                  <a:cubicBezTo>
                    <a:pt x="199" y="224"/>
                    <a:pt x="199" y="216"/>
                    <a:pt x="191" y="208"/>
                  </a:cubicBezTo>
                  <a:cubicBezTo>
                    <a:pt x="191" y="208"/>
                    <a:pt x="191" y="199"/>
                    <a:pt x="191" y="199"/>
                  </a:cubicBezTo>
                  <a:cubicBezTo>
                    <a:pt x="191" y="199"/>
                    <a:pt x="182" y="191"/>
                    <a:pt x="182" y="191"/>
                  </a:cubicBezTo>
                  <a:lnTo>
                    <a:pt x="166" y="133"/>
                  </a:lnTo>
                  <a:cubicBezTo>
                    <a:pt x="157" y="116"/>
                    <a:pt x="157" y="92"/>
                    <a:pt x="149" y="75"/>
                  </a:cubicBezTo>
                  <a:cubicBezTo>
                    <a:pt x="142" y="62"/>
                    <a:pt x="130" y="37"/>
                    <a:pt x="113" y="37"/>
                  </a:cubicBezTo>
                  <a:cubicBezTo>
                    <a:pt x="109" y="37"/>
                    <a:pt x="104" y="39"/>
                    <a:pt x="99" y="42"/>
                  </a:cubicBezTo>
                  <a:cubicBezTo>
                    <a:pt x="91" y="42"/>
                    <a:pt x="91" y="50"/>
                    <a:pt x="83" y="58"/>
                  </a:cubicBezTo>
                  <a:cubicBezTo>
                    <a:pt x="75" y="50"/>
                    <a:pt x="75" y="42"/>
                    <a:pt x="66" y="34"/>
                  </a:cubicBezTo>
                  <a:cubicBezTo>
                    <a:pt x="58" y="25"/>
                    <a:pt x="58" y="17"/>
                    <a:pt x="50" y="9"/>
                  </a:cubicBezTo>
                  <a:cubicBezTo>
                    <a:pt x="41" y="9"/>
                    <a:pt x="33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12" name="Google Shape;3612;p6"/>
          <p:cNvGrpSpPr/>
          <p:nvPr/>
        </p:nvGrpSpPr>
        <p:grpSpPr>
          <a:xfrm rot="574085">
            <a:off x="7079388" y="279076"/>
            <a:ext cx="1774375" cy="1022386"/>
            <a:chOff x="6206101" y="3591931"/>
            <a:chExt cx="1639297" cy="944555"/>
          </a:xfrm>
        </p:grpSpPr>
        <p:sp>
          <p:nvSpPr>
            <p:cNvPr id="3613" name="Google Shape;3613;p6"/>
            <p:cNvSpPr/>
            <p:nvPr/>
          </p:nvSpPr>
          <p:spPr>
            <a:xfrm>
              <a:off x="6206101" y="4353896"/>
              <a:ext cx="187734" cy="181491"/>
            </a:xfrm>
            <a:custGeom>
              <a:rect b="b" l="l" r="r" t="t"/>
              <a:pathLst>
                <a:path extrusionOk="0" h="4971" w="5142">
                  <a:moveTo>
                    <a:pt x="2607" y="0"/>
                  </a:moveTo>
                  <a:cubicBezTo>
                    <a:pt x="2418" y="0"/>
                    <a:pt x="2229" y="22"/>
                    <a:pt x="2042" y="66"/>
                  </a:cubicBezTo>
                  <a:cubicBezTo>
                    <a:pt x="2030" y="66"/>
                    <a:pt x="2017" y="66"/>
                    <a:pt x="2005" y="72"/>
                  </a:cubicBezTo>
                  <a:cubicBezTo>
                    <a:pt x="1885" y="103"/>
                    <a:pt x="1764" y="140"/>
                    <a:pt x="1647" y="189"/>
                  </a:cubicBezTo>
                  <a:cubicBezTo>
                    <a:pt x="1634" y="177"/>
                    <a:pt x="1617" y="170"/>
                    <a:pt x="1599" y="170"/>
                  </a:cubicBezTo>
                  <a:cubicBezTo>
                    <a:pt x="1596" y="170"/>
                    <a:pt x="1592" y="170"/>
                    <a:pt x="1589" y="171"/>
                  </a:cubicBezTo>
                  <a:cubicBezTo>
                    <a:pt x="1549" y="177"/>
                    <a:pt x="1518" y="208"/>
                    <a:pt x="1518" y="248"/>
                  </a:cubicBezTo>
                  <a:cubicBezTo>
                    <a:pt x="827" y="584"/>
                    <a:pt x="330" y="1216"/>
                    <a:pt x="173" y="1966"/>
                  </a:cubicBezTo>
                  <a:cubicBezTo>
                    <a:pt x="136" y="1984"/>
                    <a:pt x="105" y="2000"/>
                    <a:pt x="83" y="2009"/>
                  </a:cubicBezTo>
                  <a:cubicBezTo>
                    <a:pt x="0" y="2040"/>
                    <a:pt x="25" y="2163"/>
                    <a:pt x="114" y="2163"/>
                  </a:cubicBezTo>
                  <a:cubicBezTo>
                    <a:pt x="120" y="2163"/>
                    <a:pt x="130" y="2163"/>
                    <a:pt x="139" y="2160"/>
                  </a:cubicBezTo>
                  <a:lnTo>
                    <a:pt x="139" y="2160"/>
                  </a:lnTo>
                  <a:cubicBezTo>
                    <a:pt x="124" y="2268"/>
                    <a:pt x="117" y="2376"/>
                    <a:pt x="117" y="2484"/>
                  </a:cubicBezTo>
                  <a:cubicBezTo>
                    <a:pt x="117" y="2657"/>
                    <a:pt x="136" y="2830"/>
                    <a:pt x="170" y="2996"/>
                  </a:cubicBezTo>
                  <a:cubicBezTo>
                    <a:pt x="120" y="3039"/>
                    <a:pt x="142" y="3119"/>
                    <a:pt x="204" y="3135"/>
                  </a:cubicBezTo>
                  <a:cubicBezTo>
                    <a:pt x="460" y="4073"/>
                    <a:pt x="1237" y="4776"/>
                    <a:pt x="2193" y="4936"/>
                  </a:cubicBezTo>
                  <a:cubicBezTo>
                    <a:pt x="2330" y="4959"/>
                    <a:pt x="2467" y="4970"/>
                    <a:pt x="2603" y="4970"/>
                  </a:cubicBezTo>
                  <a:cubicBezTo>
                    <a:pt x="3417" y="4970"/>
                    <a:pt x="4193" y="4568"/>
                    <a:pt x="4661" y="3881"/>
                  </a:cubicBezTo>
                  <a:cubicBezTo>
                    <a:pt x="4676" y="3872"/>
                    <a:pt x="4688" y="3860"/>
                    <a:pt x="4694" y="3844"/>
                  </a:cubicBezTo>
                  <a:cubicBezTo>
                    <a:pt x="4698" y="3835"/>
                    <a:pt x="4701" y="3826"/>
                    <a:pt x="4701" y="3813"/>
                  </a:cubicBezTo>
                  <a:cubicBezTo>
                    <a:pt x="4787" y="3684"/>
                    <a:pt x="4858" y="3542"/>
                    <a:pt x="4913" y="3397"/>
                  </a:cubicBezTo>
                  <a:cubicBezTo>
                    <a:pt x="4920" y="3391"/>
                    <a:pt x="4926" y="3385"/>
                    <a:pt x="4929" y="3379"/>
                  </a:cubicBezTo>
                  <a:cubicBezTo>
                    <a:pt x="4932" y="3366"/>
                    <a:pt x="4935" y="3357"/>
                    <a:pt x="4935" y="3345"/>
                  </a:cubicBezTo>
                  <a:cubicBezTo>
                    <a:pt x="5142" y="2786"/>
                    <a:pt x="5139" y="2176"/>
                    <a:pt x="4932" y="1617"/>
                  </a:cubicBezTo>
                  <a:lnTo>
                    <a:pt x="4954" y="1605"/>
                  </a:lnTo>
                  <a:cubicBezTo>
                    <a:pt x="5029" y="1556"/>
                    <a:pt x="4984" y="1454"/>
                    <a:pt x="4913" y="1454"/>
                  </a:cubicBezTo>
                  <a:cubicBezTo>
                    <a:pt x="4899" y="1454"/>
                    <a:pt x="4885" y="1458"/>
                    <a:pt x="4870" y="1466"/>
                  </a:cubicBezTo>
                  <a:cubicBezTo>
                    <a:pt x="4799" y="1306"/>
                    <a:pt x="4710" y="1155"/>
                    <a:pt x="4605" y="1013"/>
                  </a:cubicBezTo>
                  <a:cubicBezTo>
                    <a:pt x="4605" y="994"/>
                    <a:pt x="4602" y="976"/>
                    <a:pt x="4590" y="960"/>
                  </a:cubicBezTo>
                  <a:cubicBezTo>
                    <a:pt x="4577" y="942"/>
                    <a:pt x="4562" y="933"/>
                    <a:pt x="4540" y="927"/>
                  </a:cubicBezTo>
                  <a:cubicBezTo>
                    <a:pt x="4438" y="803"/>
                    <a:pt x="4324" y="686"/>
                    <a:pt x="4198" y="581"/>
                  </a:cubicBezTo>
                  <a:cubicBezTo>
                    <a:pt x="4207" y="556"/>
                    <a:pt x="4204" y="532"/>
                    <a:pt x="4192" y="510"/>
                  </a:cubicBezTo>
                  <a:cubicBezTo>
                    <a:pt x="4176" y="486"/>
                    <a:pt x="4150" y="473"/>
                    <a:pt x="4123" y="473"/>
                  </a:cubicBezTo>
                  <a:cubicBezTo>
                    <a:pt x="4108" y="473"/>
                    <a:pt x="4094" y="477"/>
                    <a:pt x="4081" y="486"/>
                  </a:cubicBezTo>
                  <a:cubicBezTo>
                    <a:pt x="3650" y="168"/>
                    <a:pt x="3132" y="0"/>
                    <a:pt x="2607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4" name="Google Shape;3614;p6"/>
            <p:cNvSpPr/>
            <p:nvPr/>
          </p:nvSpPr>
          <p:spPr>
            <a:xfrm>
              <a:off x="6291350" y="3591931"/>
              <a:ext cx="1554048" cy="901249"/>
            </a:xfrm>
            <a:custGeom>
              <a:rect b="b" l="l" r="r" t="t"/>
              <a:pathLst>
                <a:path extrusionOk="0" h="24685" w="42565">
                  <a:moveTo>
                    <a:pt x="28816" y="1"/>
                  </a:moveTo>
                  <a:cubicBezTo>
                    <a:pt x="25148" y="1"/>
                    <a:pt x="21123" y="2209"/>
                    <a:pt x="17791" y="4313"/>
                  </a:cubicBezTo>
                  <a:cubicBezTo>
                    <a:pt x="16573" y="5084"/>
                    <a:pt x="15536" y="5663"/>
                    <a:pt x="14660" y="6108"/>
                  </a:cubicBezTo>
                  <a:cubicBezTo>
                    <a:pt x="14577" y="6089"/>
                    <a:pt x="14497" y="6074"/>
                    <a:pt x="14423" y="6055"/>
                  </a:cubicBezTo>
                  <a:cubicBezTo>
                    <a:pt x="14417" y="6054"/>
                    <a:pt x="14412" y="6053"/>
                    <a:pt x="14406" y="6053"/>
                  </a:cubicBezTo>
                  <a:cubicBezTo>
                    <a:pt x="14369" y="6053"/>
                    <a:pt x="14335" y="6079"/>
                    <a:pt x="14327" y="6117"/>
                  </a:cubicBezTo>
                  <a:cubicBezTo>
                    <a:pt x="14318" y="6160"/>
                    <a:pt x="14346" y="6203"/>
                    <a:pt x="14389" y="6212"/>
                  </a:cubicBezTo>
                  <a:lnTo>
                    <a:pt x="14429" y="6222"/>
                  </a:lnTo>
                  <a:lnTo>
                    <a:pt x="14321" y="6274"/>
                  </a:lnTo>
                  <a:lnTo>
                    <a:pt x="10120" y="5787"/>
                  </a:lnTo>
                  <a:cubicBezTo>
                    <a:pt x="10120" y="5787"/>
                    <a:pt x="7906" y="3487"/>
                    <a:pt x="7282" y="3487"/>
                  </a:cubicBezTo>
                  <a:cubicBezTo>
                    <a:pt x="7236" y="3487"/>
                    <a:pt x="7199" y="3499"/>
                    <a:pt x="7172" y="3526"/>
                  </a:cubicBezTo>
                  <a:cubicBezTo>
                    <a:pt x="6777" y="3921"/>
                    <a:pt x="6755" y="7070"/>
                    <a:pt x="6755" y="7070"/>
                  </a:cubicBezTo>
                  <a:cubicBezTo>
                    <a:pt x="6755" y="7070"/>
                    <a:pt x="5371" y="7773"/>
                    <a:pt x="4797" y="9324"/>
                  </a:cubicBezTo>
                  <a:lnTo>
                    <a:pt x="3838" y="8643"/>
                  </a:lnTo>
                  <a:cubicBezTo>
                    <a:pt x="3822" y="8632"/>
                    <a:pt x="3805" y="8627"/>
                    <a:pt x="3790" y="8627"/>
                  </a:cubicBezTo>
                  <a:cubicBezTo>
                    <a:pt x="3721" y="8627"/>
                    <a:pt x="3672" y="8725"/>
                    <a:pt x="3745" y="8775"/>
                  </a:cubicBezTo>
                  <a:lnTo>
                    <a:pt x="4745" y="9485"/>
                  </a:lnTo>
                  <a:cubicBezTo>
                    <a:pt x="4593" y="9960"/>
                    <a:pt x="4535" y="10459"/>
                    <a:pt x="4566" y="10956"/>
                  </a:cubicBezTo>
                  <a:lnTo>
                    <a:pt x="2336" y="10117"/>
                  </a:lnTo>
                  <a:cubicBezTo>
                    <a:pt x="2326" y="10114"/>
                    <a:pt x="2317" y="10112"/>
                    <a:pt x="2307" y="10112"/>
                  </a:cubicBezTo>
                  <a:cubicBezTo>
                    <a:pt x="2276" y="10112"/>
                    <a:pt x="2246" y="10130"/>
                    <a:pt x="2234" y="10163"/>
                  </a:cubicBezTo>
                  <a:cubicBezTo>
                    <a:pt x="2215" y="10207"/>
                    <a:pt x="2237" y="10253"/>
                    <a:pt x="2280" y="10268"/>
                  </a:cubicBezTo>
                  <a:lnTo>
                    <a:pt x="4581" y="11135"/>
                  </a:lnTo>
                  <a:cubicBezTo>
                    <a:pt x="4618" y="11502"/>
                    <a:pt x="4692" y="11866"/>
                    <a:pt x="4803" y="12218"/>
                  </a:cubicBezTo>
                  <a:lnTo>
                    <a:pt x="2555" y="11909"/>
                  </a:lnTo>
                  <a:cubicBezTo>
                    <a:pt x="2551" y="11909"/>
                    <a:pt x="2547" y="11908"/>
                    <a:pt x="2543" y="11908"/>
                  </a:cubicBezTo>
                  <a:cubicBezTo>
                    <a:pt x="2502" y="11908"/>
                    <a:pt x="2468" y="11937"/>
                    <a:pt x="2462" y="11977"/>
                  </a:cubicBezTo>
                  <a:cubicBezTo>
                    <a:pt x="2456" y="12020"/>
                    <a:pt x="2487" y="12060"/>
                    <a:pt x="2530" y="12069"/>
                  </a:cubicBezTo>
                  <a:lnTo>
                    <a:pt x="4735" y="12372"/>
                  </a:lnTo>
                  <a:cubicBezTo>
                    <a:pt x="4732" y="12403"/>
                    <a:pt x="4732" y="12430"/>
                    <a:pt x="4735" y="12461"/>
                  </a:cubicBezTo>
                  <a:cubicBezTo>
                    <a:pt x="2650" y="14056"/>
                    <a:pt x="701" y="15515"/>
                    <a:pt x="189" y="16209"/>
                  </a:cubicBezTo>
                  <a:cubicBezTo>
                    <a:pt x="59" y="16391"/>
                    <a:pt x="10" y="16532"/>
                    <a:pt x="29" y="16647"/>
                  </a:cubicBezTo>
                  <a:cubicBezTo>
                    <a:pt x="26" y="16650"/>
                    <a:pt x="22" y="16653"/>
                    <a:pt x="19" y="16659"/>
                  </a:cubicBezTo>
                  <a:cubicBezTo>
                    <a:pt x="7" y="16671"/>
                    <a:pt x="1" y="16690"/>
                    <a:pt x="1" y="16708"/>
                  </a:cubicBezTo>
                  <a:cubicBezTo>
                    <a:pt x="1" y="16751"/>
                    <a:pt x="38" y="16788"/>
                    <a:pt x="81" y="16788"/>
                  </a:cubicBezTo>
                  <a:lnTo>
                    <a:pt x="96" y="16788"/>
                  </a:lnTo>
                  <a:cubicBezTo>
                    <a:pt x="242" y="16951"/>
                    <a:pt x="598" y="17016"/>
                    <a:pt x="1061" y="17016"/>
                  </a:cubicBezTo>
                  <a:cubicBezTo>
                    <a:pt x="2267" y="17016"/>
                    <a:pt x="4204" y="16578"/>
                    <a:pt x="5078" y="16286"/>
                  </a:cubicBezTo>
                  <a:cubicBezTo>
                    <a:pt x="5304" y="16210"/>
                    <a:pt x="5557" y="16177"/>
                    <a:pt x="5821" y="16177"/>
                  </a:cubicBezTo>
                  <a:cubicBezTo>
                    <a:pt x="7274" y="16177"/>
                    <a:pt x="9087" y="17193"/>
                    <a:pt x="9004" y="17859"/>
                  </a:cubicBezTo>
                  <a:cubicBezTo>
                    <a:pt x="8908" y="18636"/>
                    <a:pt x="3539" y="21273"/>
                    <a:pt x="6206" y="21418"/>
                  </a:cubicBezTo>
                  <a:cubicBezTo>
                    <a:pt x="6206" y="21421"/>
                    <a:pt x="6206" y="21421"/>
                    <a:pt x="6206" y="21421"/>
                  </a:cubicBezTo>
                  <a:cubicBezTo>
                    <a:pt x="6206" y="21464"/>
                    <a:pt x="6243" y="21501"/>
                    <a:pt x="6287" y="21504"/>
                  </a:cubicBezTo>
                  <a:lnTo>
                    <a:pt x="6308" y="21504"/>
                  </a:lnTo>
                  <a:cubicBezTo>
                    <a:pt x="6447" y="21504"/>
                    <a:pt x="6586" y="21473"/>
                    <a:pt x="6712" y="21418"/>
                  </a:cubicBezTo>
                  <a:cubicBezTo>
                    <a:pt x="9581" y="21258"/>
                    <a:pt x="14111" y="18741"/>
                    <a:pt x="17023" y="18673"/>
                  </a:cubicBezTo>
                  <a:cubicBezTo>
                    <a:pt x="17023" y="18713"/>
                    <a:pt x="17057" y="18747"/>
                    <a:pt x="17097" y="18750"/>
                  </a:cubicBezTo>
                  <a:cubicBezTo>
                    <a:pt x="17424" y="18775"/>
                    <a:pt x="17800" y="18784"/>
                    <a:pt x="18214" y="18784"/>
                  </a:cubicBezTo>
                  <a:cubicBezTo>
                    <a:pt x="19787" y="18784"/>
                    <a:pt x="21859" y="18627"/>
                    <a:pt x="23441" y="18476"/>
                  </a:cubicBezTo>
                  <a:cubicBezTo>
                    <a:pt x="24370" y="18445"/>
                    <a:pt x="25338" y="18411"/>
                    <a:pt x="26257" y="18374"/>
                  </a:cubicBezTo>
                  <a:cubicBezTo>
                    <a:pt x="26437" y="18394"/>
                    <a:pt x="26660" y="18403"/>
                    <a:pt x="26913" y="18403"/>
                  </a:cubicBezTo>
                  <a:cubicBezTo>
                    <a:pt x="27884" y="18403"/>
                    <a:pt x="29286" y="18272"/>
                    <a:pt x="30258" y="18167"/>
                  </a:cubicBezTo>
                  <a:lnTo>
                    <a:pt x="30285" y="18164"/>
                  </a:lnTo>
                  <a:cubicBezTo>
                    <a:pt x="33617" y="18013"/>
                    <a:pt x="36405" y="17877"/>
                    <a:pt x="37034" y="17837"/>
                  </a:cubicBezTo>
                  <a:cubicBezTo>
                    <a:pt x="37057" y="17836"/>
                    <a:pt x="37079" y="17835"/>
                    <a:pt x="37101" y="17835"/>
                  </a:cubicBezTo>
                  <a:cubicBezTo>
                    <a:pt x="38572" y="17835"/>
                    <a:pt x="37377" y="20967"/>
                    <a:pt x="34110" y="21322"/>
                  </a:cubicBezTo>
                  <a:cubicBezTo>
                    <a:pt x="33661" y="21371"/>
                    <a:pt x="33186" y="21399"/>
                    <a:pt x="32673" y="21399"/>
                  </a:cubicBezTo>
                  <a:cubicBezTo>
                    <a:pt x="30728" y="21399"/>
                    <a:pt x="28250" y="20994"/>
                    <a:pt x="24669" y="19746"/>
                  </a:cubicBezTo>
                  <a:cubicBezTo>
                    <a:pt x="23708" y="19412"/>
                    <a:pt x="22841" y="19264"/>
                    <a:pt x="22057" y="19264"/>
                  </a:cubicBezTo>
                  <a:cubicBezTo>
                    <a:pt x="19152" y="19264"/>
                    <a:pt x="17397" y="21294"/>
                    <a:pt x="16314" y="23386"/>
                  </a:cubicBezTo>
                  <a:cubicBezTo>
                    <a:pt x="15818" y="24340"/>
                    <a:pt x="15882" y="24684"/>
                    <a:pt x="16431" y="24684"/>
                  </a:cubicBezTo>
                  <a:cubicBezTo>
                    <a:pt x="17410" y="24684"/>
                    <a:pt x="19935" y="23587"/>
                    <a:pt x="23590" y="22895"/>
                  </a:cubicBezTo>
                  <a:cubicBezTo>
                    <a:pt x="24312" y="22758"/>
                    <a:pt x="24977" y="22701"/>
                    <a:pt x="25598" y="22701"/>
                  </a:cubicBezTo>
                  <a:cubicBezTo>
                    <a:pt x="28518" y="22701"/>
                    <a:pt x="30467" y="23954"/>
                    <a:pt x="32969" y="23954"/>
                  </a:cubicBezTo>
                  <a:cubicBezTo>
                    <a:pt x="34129" y="23954"/>
                    <a:pt x="35409" y="23685"/>
                    <a:pt x="36960" y="22895"/>
                  </a:cubicBezTo>
                  <a:cubicBezTo>
                    <a:pt x="42564" y="20042"/>
                    <a:pt x="40007" y="10703"/>
                    <a:pt x="35486" y="3819"/>
                  </a:cubicBezTo>
                  <a:cubicBezTo>
                    <a:pt x="33652" y="1029"/>
                    <a:pt x="31317" y="1"/>
                    <a:pt x="28816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5" name="Google Shape;3615;p6"/>
            <p:cNvSpPr/>
            <p:nvPr/>
          </p:nvSpPr>
          <p:spPr>
            <a:xfrm>
              <a:off x="6216259" y="4355556"/>
              <a:ext cx="180930" cy="180930"/>
            </a:xfrm>
            <a:custGeom>
              <a:rect b="b" l="l" r="r" t="t"/>
              <a:pathLst>
                <a:path extrusionOk="0" h="4973" w="4973">
                  <a:moveTo>
                    <a:pt x="2486" y="0"/>
                  </a:moveTo>
                  <a:cubicBezTo>
                    <a:pt x="1114" y="0"/>
                    <a:pt x="0" y="1114"/>
                    <a:pt x="0" y="2486"/>
                  </a:cubicBezTo>
                  <a:cubicBezTo>
                    <a:pt x="0" y="3859"/>
                    <a:pt x="1114" y="4972"/>
                    <a:pt x="2486" y="4972"/>
                  </a:cubicBezTo>
                  <a:cubicBezTo>
                    <a:pt x="3859" y="4972"/>
                    <a:pt x="4972" y="3859"/>
                    <a:pt x="4972" y="2486"/>
                  </a:cubicBezTo>
                  <a:cubicBezTo>
                    <a:pt x="4972" y="1114"/>
                    <a:pt x="3859" y="0"/>
                    <a:pt x="2486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6" name="Google Shape;3616;p6"/>
            <p:cNvSpPr/>
            <p:nvPr/>
          </p:nvSpPr>
          <p:spPr>
            <a:xfrm>
              <a:off x="6313581" y="4365524"/>
              <a:ext cx="82807" cy="92848"/>
            </a:xfrm>
            <a:custGeom>
              <a:rect b="b" l="l" r="r" t="t"/>
              <a:pathLst>
                <a:path extrusionOk="0" h="2552" w="2276">
                  <a:moveTo>
                    <a:pt x="113" y="0"/>
                  </a:moveTo>
                  <a:cubicBezTo>
                    <a:pt x="56" y="0"/>
                    <a:pt x="1" y="61"/>
                    <a:pt x="40" y="124"/>
                  </a:cubicBezTo>
                  <a:cubicBezTo>
                    <a:pt x="83" y="189"/>
                    <a:pt x="1064" y="1746"/>
                    <a:pt x="2118" y="2536"/>
                  </a:cubicBezTo>
                  <a:cubicBezTo>
                    <a:pt x="2131" y="2545"/>
                    <a:pt x="2149" y="2551"/>
                    <a:pt x="2168" y="2551"/>
                  </a:cubicBezTo>
                  <a:cubicBezTo>
                    <a:pt x="2245" y="2551"/>
                    <a:pt x="2276" y="2453"/>
                    <a:pt x="2214" y="2406"/>
                  </a:cubicBezTo>
                  <a:cubicBezTo>
                    <a:pt x="1184" y="1635"/>
                    <a:pt x="188" y="53"/>
                    <a:pt x="178" y="38"/>
                  </a:cubicBezTo>
                  <a:cubicBezTo>
                    <a:pt x="161" y="11"/>
                    <a:pt x="137" y="0"/>
                    <a:pt x="11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7" name="Google Shape;3617;p6"/>
            <p:cNvSpPr/>
            <p:nvPr/>
          </p:nvSpPr>
          <p:spPr>
            <a:xfrm>
              <a:off x="6282402" y="4357884"/>
              <a:ext cx="110385" cy="122354"/>
            </a:xfrm>
            <a:custGeom>
              <a:rect b="b" l="l" r="r" t="t"/>
              <a:pathLst>
                <a:path extrusionOk="0" h="3363" w="3034">
                  <a:moveTo>
                    <a:pt x="107" y="1"/>
                  </a:moveTo>
                  <a:cubicBezTo>
                    <a:pt x="54" y="1"/>
                    <a:pt x="0" y="55"/>
                    <a:pt x="33" y="121"/>
                  </a:cubicBezTo>
                  <a:cubicBezTo>
                    <a:pt x="85" y="223"/>
                    <a:pt x="1322" y="2616"/>
                    <a:pt x="2883" y="3357"/>
                  </a:cubicBezTo>
                  <a:cubicBezTo>
                    <a:pt x="2895" y="3360"/>
                    <a:pt x="2908" y="3363"/>
                    <a:pt x="2917" y="3363"/>
                  </a:cubicBezTo>
                  <a:lnTo>
                    <a:pt x="2920" y="3363"/>
                  </a:lnTo>
                  <a:cubicBezTo>
                    <a:pt x="3006" y="3363"/>
                    <a:pt x="3034" y="3246"/>
                    <a:pt x="2954" y="3209"/>
                  </a:cubicBezTo>
                  <a:cubicBezTo>
                    <a:pt x="1442" y="2493"/>
                    <a:pt x="190" y="72"/>
                    <a:pt x="178" y="47"/>
                  </a:cubicBezTo>
                  <a:cubicBezTo>
                    <a:pt x="161" y="14"/>
                    <a:pt x="134" y="1"/>
                    <a:pt x="10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8" name="Google Shape;3618;p6"/>
            <p:cNvSpPr/>
            <p:nvPr/>
          </p:nvSpPr>
          <p:spPr>
            <a:xfrm>
              <a:off x="6248967" y="4381423"/>
              <a:ext cx="117443" cy="126429"/>
            </a:xfrm>
            <a:custGeom>
              <a:rect b="b" l="l" r="r" t="t"/>
              <a:pathLst>
                <a:path extrusionOk="0" h="3475" w="3228">
                  <a:moveTo>
                    <a:pt x="101" y="0"/>
                  </a:moveTo>
                  <a:cubicBezTo>
                    <a:pt x="51" y="0"/>
                    <a:pt x="0" y="46"/>
                    <a:pt x="24" y="110"/>
                  </a:cubicBezTo>
                  <a:cubicBezTo>
                    <a:pt x="64" y="218"/>
                    <a:pt x="1026" y="2762"/>
                    <a:pt x="3092" y="3468"/>
                  </a:cubicBezTo>
                  <a:cubicBezTo>
                    <a:pt x="3101" y="3471"/>
                    <a:pt x="3110" y="3474"/>
                    <a:pt x="3118" y="3475"/>
                  </a:cubicBezTo>
                  <a:lnTo>
                    <a:pt x="3118" y="3475"/>
                  </a:lnTo>
                  <a:cubicBezTo>
                    <a:pt x="3210" y="3470"/>
                    <a:pt x="3228" y="3345"/>
                    <a:pt x="3145" y="3317"/>
                  </a:cubicBezTo>
                  <a:cubicBezTo>
                    <a:pt x="1152" y="2633"/>
                    <a:pt x="184" y="79"/>
                    <a:pt x="175" y="54"/>
                  </a:cubicBezTo>
                  <a:cubicBezTo>
                    <a:pt x="161" y="16"/>
                    <a:pt x="131" y="0"/>
                    <a:pt x="101" y="0"/>
                  </a:cubicBezTo>
                  <a:close/>
                  <a:moveTo>
                    <a:pt x="3118" y="3475"/>
                  </a:moveTo>
                  <a:cubicBezTo>
                    <a:pt x="3118" y="3475"/>
                    <a:pt x="3118" y="3475"/>
                    <a:pt x="3117" y="3475"/>
                  </a:cubicBezTo>
                  <a:lnTo>
                    <a:pt x="3120" y="3475"/>
                  </a:lnTo>
                  <a:cubicBezTo>
                    <a:pt x="3120" y="3475"/>
                    <a:pt x="3119" y="3475"/>
                    <a:pt x="3118" y="3475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9" name="Google Shape;3619;p6"/>
            <p:cNvSpPr/>
            <p:nvPr/>
          </p:nvSpPr>
          <p:spPr>
            <a:xfrm>
              <a:off x="6230521" y="4453096"/>
              <a:ext cx="65234" cy="43295"/>
            </a:xfrm>
            <a:custGeom>
              <a:rect b="b" l="l" r="r" t="t"/>
              <a:pathLst>
                <a:path extrusionOk="0" h="1190" w="1793">
                  <a:moveTo>
                    <a:pt x="1680" y="0"/>
                  </a:moveTo>
                  <a:cubicBezTo>
                    <a:pt x="1656" y="0"/>
                    <a:pt x="1633" y="11"/>
                    <a:pt x="1616" y="36"/>
                  </a:cubicBezTo>
                  <a:cubicBezTo>
                    <a:pt x="1333" y="459"/>
                    <a:pt x="90" y="1030"/>
                    <a:pt x="77" y="1036"/>
                  </a:cubicBezTo>
                  <a:cubicBezTo>
                    <a:pt x="0" y="1073"/>
                    <a:pt x="25" y="1190"/>
                    <a:pt x="111" y="1190"/>
                  </a:cubicBezTo>
                  <a:cubicBezTo>
                    <a:pt x="123" y="1190"/>
                    <a:pt x="133" y="1187"/>
                    <a:pt x="145" y="1184"/>
                  </a:cubicBezTo>
                  <a:cubicBezTo>
                    <a:pt x="198" y="1159"/>
                    <a:pt x="1440" y="589"/>
                    <a:pt x="1749" y="129"/>
                  </a:cubicBezTo>
                  <a:cubicBezTo>
                    <a:pt x="1793" y="65"/>
                    <a:pt x="1737" y="0"/>
                    <a:pt x="168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0" name="Google Shape;3620;p6"/>
            <p:cNvSpPr/>
            <p:nvPr/>
          </p:nvSpPr>
          <p:spPr>
            <a:xfrm>
              <a:off x="6216041" y="4427483"/>
              <a:ext cx="64688" cy="42313"/>
            </a:xfrm>
            <a:custGeom>
              <a:rect b="b" l="l" r="r" t="t"/>
              <a:pathLst>
                <a:path extrusionOk="0" h="1163" w="1778">
                  <a:moveTo>
                    <a:pt x="1661" y="1"/>
                  </a:moveTo>
                  <a:cubicBezTo>
                    <a:pt x="1643" y="1"/>
                    <a:pt x="1625" y="7"/>
                    <a:pt x="1607" y="22"/>
                  </a:cubicBezTo>
                  <a:cubicBezTo>
                    <a:pt x="1598" y="28"/>
                    <a:pt x="611" y="851"/>
                    <a:pt x="90" y="1006"/>
                  </a:cubicBezTo>
                  <a:cubicBezTo>
                    <a:pt x="0" y="1033"/>
                    <a:pt x="19" y="1163"/>
                    <a:pt x="111" y="1163"/>
                  </a:cubicBezTo>
                  <a:cubicBezTo>
                    <a:pt x="121" y="1163"/>
                    <a:pt x="127" y="1163"/>
                    <a:pt x="136" y="1160"/>
                  </a:cubicBezTo>
                  <a:cubicBezTo>
                    <a:pt x="688" y="1000"/>
                    <a:pt x="1672" y="179"/>
                    <a:pt x="1712" y="145"/>
                  </a:cubicBezTo>
                  <a:cubicBezTo>
                    <a:pt x="1778" y="89"/>
                    <a:pt x="1726" y="1"/>
                    <a:pt x="166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1" name="Google Shape;3621;p6"/>
            <p:cNvSpPr/>
            <p:nvPr/>
          </p:nvSpPr>
          <p:spPr>
            <a:xfrm>
              <a:off x="6212003" y="4402707"/>
              <a:ext cx="54610" cy="31762"/>
            </a:xfrm>
            <a:custGeom>
              <a:rect b="b" l="l" r="r" t="t"/>
              <a:pathLst>
                <a:path extrusionOk="0" h="873" w="1501">
                  <a:moveTo>
                    <a:pt x="1383" y="0"/>
                  </a:moveTo>
                  <a:cubicBezTo>
                    <a:pt x="1368" y="0"/>
                    <a:pt x="1352" y="5"/>
                    <a:pt x="1336" y="15"/>
                  </a:cubicBezTo>
                  <a:cubicBezTo>
                    <a:pt x="1326" y="21"/>
                    <a:pt x="296" y="629"/>
                    <a:pt x="83" y="715"/>
                  </a:cubicBezTo>
                  <a:cubicBezTo>
                    <a:pt x="0" y="749"/>
                    <a:pt x="25" y="872"/>
                    <a:pt x="114" y="872"/>
                  </a:cubicBezTo>
                  <a:cubicBezTo>
                    <a:pt x="124" y="869"/>
                    <a:pt x="133" y="869"/>
                    <a:pt x="142" y="866"/>
                  </a:cubicBezTo>
                  <a:cubicBezTo>
                    <a:pt x="367" y="774"/>
                    <a:pt x="1376" y="178"/>
                    <a:pt x="1419" y="154"/>
                  </a:cubicBezTo>
                  <a:cubicBezTo>
                    <a:pt x="1501" y="108"/>
                    <a:pt x="1455" y="0"/>
                    <a:pt x="138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2" name="Google Shape;3622;p6"/>
            <p:cNvSpPr/>
            <p:nvPr/>
          </p:nvSpPr>
          <p:spPr>
            <a:xfrm>
              <a:off x="6261482" y="4476635"/>
              <a:ext cx="66616" cy="16409"/>
            </a:xfrm>
            <a:custGeom>
              <a:rect b="b" l="l" r="r" t="t"/>
              <a:pathLst>
                <a:path extrusionOk="0" h="451" w="1831">
                  <a:moveTo>
                    <a:pt x="117" y="1"/>
                  </a:moveTo>
                  <a:cubicBezTo>
                    <a:pt x="54" y="1"/>
                    <a:pt x="0" y="80"/>
                    <a:pt x="59" y="139"/>
                  </a:cubicBezTo>
                  <a:cubicBezTo>
                    <a:pt x="74" y="154"/>
                    <a:pt x="370" y="450"/>
                    <a:pt x="1052" y="450"/>
                  </a:cubicBezTo>
                  <a:cubicBezTo>
                    <a:pt x="1280" y="450"/>
                    <a:pt x="1512" y="420"/>
                    <a:pt x="1734" y="367"/>
                  </a:cubicBezTo>
                  <a:cubicBezTo>
                    <a:pt x="1830" y="342"/>
                    <a:pt x="1804" y="207"/>
                    <a:pt x="1720" y="207"/>
                  </a:cubicBezTo>
                  <a:cubicBezTo>
                    <a:pt x="1713" y="207"/>
                    <a:pt x="1705" y="208"/>
                    <a:pt x="1697" y="210"/>
                  </a:cubicBezTo>
                  <a:cubicBezTo>
                    <a:pt x="1454" y="267"/>
                    <a:pt x="1243" y="289"/>
                    <a:pt x="1062" y="289"/>
                  </a:cubicBezTo>
                  <a:cubicBezTo>
                    <a:pt x="445" y="289"/>
                    <a:pt x="179" y="30"/>
                    <a:pt x="176" y="28"/>
                  </a:cubicBezTo>
                  <a:cubicBezTo>
                    <a:pt x="158" y="9"/>
                    <a:pt x="137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6"/>
            <p:cNvSpPr/>
            <p:nvPr/>
          </p:nvSpPr>
          <p:spPr>
            <a:xfrm>
              <a:off x="6239726" y="4491770"/>
              <a:ext cx="104309" cy="25832"/>
            </a:xfrm>
            <a:custGeom>
              <a:rect b="b" l="l" r="r" t="t"/>
              <a:pathLst>
                <a:path extrusionOk="0" h="710" w="2867">
                  <a:moveTo>
                    <a:pt x="87" y="1"/>
                  </a:moveTo>
                  <a:cubicBezTo>
                    <a:pt x="52" y="1"/>
                    <a:pt x="20" y="26"/>
                    <a:pt x="12" y="59"/>
                  </a:cubicBezTo>
                  <a:cubicBezTo>
                    <a:pt x="0" y="102"/>
                    <a:pt x="22" y="145"/>
                    <a:pt x="65" y="161"/>
                  </a:cubicBezTo>
                  <a:cubicBezTo>
                    <a:pt x="102" y="179"/>
                    <a:pt x="139" y="201"/>
                    <a:pt x="176" y="226"/>
                  </a:cubicBezTo>
                  <a:cubicBezTo>
                    <a:pt x="416" y="380"/>
                    <a:pt x="925" y="710"/>
                    <a:pt x="1647" y="710"/>
                  </a:cubicBezTo>
                  <a:cubicBezTo>
                    <a:pt x="2039" y="704"/>
                    <a:pt x="2424" y="614"/>
                    <a:pt x="2779" y="445"/>
                  </a:cubicBezTo>
                  <a:cubicBezTo>
                    <a:pt x="2866" y="410"/>
                    <a:pt x="2826" y="289"/>
                    <a:pt x="2751" y="289"/>
                  </a:cubicBezTo>
                  <a:cubicBezTo>
                    <a:pt x="2738" y="289"/>
                    <a:pt x="2725" y="292"/>
                    <a:pt x="2711" y="300"/>
                  </a:cubicBezTo>
                  <a:cubicBezTo>
                    <a:pt x="2319" y="479"/>
                    <a:pt x="1963" y="545"/>
                    <a:pt x="1649" y="545"/>
                  </a:cubicBezTo>
                  <a:cubicBezTo>
                    <a:pt x="970" y="545"/>
                    <a:pt x="488" y="235"/>
                    <a:pt x="262" y="90"/>
                  </a:cubicBezTo>
                  <a:cubicBezTo>
                    <a:pt x="216" y="56"/>
                    <a:pt x="163" y="25"/>
                    <a:pt x="108" y="4"/>
                  </a:cubicBezTo>
                  <a:cubicBezTo>
                    <a:pt x="101" y="2"/>
                    <a:pt x="94" y="1"/>
                    <a:pt x="8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6"/>
            <p:cNvSpPr/>
            <p:nvPr/>
          </p:nvSpPr>
          <p:spPr>
            <a:xfrm>
              <a:off x="6348908" y="4389282"/>
              <a:ext cx="32089" cy="25759"/>
            </a:xfrm>
            <a:custGeom>
              <a:rect b="b" l="l" r="r" t="t"/>
              <a:pathLst>
                <a:path extrusionOk="0" h="708" w="882">
                  <a:moveTo>
                    <a:pt x="763" y="1"/>
                  </a:moveTo>
                  <a:cubicBezTo>
                    <a:pt x="748" y="1"/>
                    <a:pt x="732" y="6"/>
                    <a:pt x="716" y="17"/>
                  </a:cubicBezTo>
                  <a:cubicBezTo>
                    <a:pt x="694" y="32"/>
                    <a:pt x="176" y="409"/>
                    <a:pt x="31" y="572"/>
                  </a:cubicBezTo>
                  <a:cubicBezTo>
                    <a:pt x="0" y="606"/>
                    <a:pt x="3" y="659"/>
                    <a:pt x="37" y="689"/>
                  </a:cubicBezTo>
                  <a:cubicBezTo>
                    <a:pt x="52" y="702"/>
                    <a:pt x="71" y="708"/>
                    <a:pt x="93" y="708"/>
                  </a:cubicBezTo>
                  <a:cubicBezTo>
                    <a:pt x="114" y="708"/>
                    <a:pt x="136" y="699"/>
                    <a:pt x="151" y="680"/>
                  </a:cubicBezTo>
                  <a:cubicBezTo>
                    <a:pt x="284" y="529"/>
                    <a:pt x="805" y="153"/>
                    <a:pt x="808" y="147"/>
                  </a:cubicBezTo>
                  <a:cubicBezTo>
                    <a:pt x="881" y="96"/>
                    <a:pt x="831" y="1"/>
                    <a:pt x="76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6"/>
            <p:cNvSpPr/>
            <p:nvPr/>
          </p:nvSpPr>
          <p:spPr>
            <a:xfrm>
              <a:off x="6363606" y="4408564"/>
              <a:ext cx="31253" cy="22994"/>
            </a:xfrm>
            <a:custGeom>
              <a:rect b="b" l="l" r="r" t="t"/>
              <a:pathLst>
                <a:path extrusionOk="0" h="632" w="859">
                  <a:moveTo>
                    <a:pt x="742" y="1"/>
                  </a:moveTo>
                  <a:cubicBezTo>
                    <a:pt x="727" y="1"/>
                    <a:pt x="712" y="5"/>
                    <a:pt x="697" y="14"/>
                  </a:cubicBezTo>
                  <a:cubicBezTo>
                    <a:pt x="676" y="30"/>
                    <a:pt x="160" y="378"/>
                    <a:pt x="37" y="489"/>
                  </a:cubicBezTo>
                  <a:cubicBezTo>
                    <a:pt x="3" y="520"/>
                    <a:pt x="0" y="573"/>
                    <a:pt x="31" y="607"/>
                  </a:cubicBezTo>
                  <a:cubicBezTo>
                    <a:pt x="46" y="622"/>
                    <a:pt x="68" y="631"/>
                    <a:pt x="93" y="631"/>
                  </a:cubicBezTo>
                  <a:cubicBezTo>
                    <a:pt x="111" y="631"/>
                    <a:pt x="133" y="625"/>
                    <a:pt x="145" y="610"/>
                  </a:cubicBezTo>
                  <a:cubicBezTo>
                    <a:pt x="259" y="508"/>
                    <a:pt x="783" y="153"/>
                    <a:pt x="787" y="150"/>
                  </a:cubicBezTo>
                  <a:cubicBezTo>
                    <a:pt x="858" y="99"/>
                    <a:pt x="811" y="1"/>
                    <a:pt x="74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6"/>
            <p:cNvSpPr/>
            <p:nvPr/>
          </p:nvSpPr>
          <p:spPr>
            <a:xfrm>
              <a:off x="6333955" y="4372728"/>
              <a:ext cx="32526" cy="23139"/>
            </a:xfrm>
            <a:custGeom>
              <a:rect b="b" l="l" r="r" t="t"/>
              <a:pathLst>
                <a:path extrusionOk="0" h="636" w="894">
                  <a:moveTo>
                    <a:pt x="773" y="1"/>
                  </a:moveTo>
                  <a:cubicBezTo>
                    <a:pt x="759" y="1"/>
                    <a:pt x="744" y="5"/>
                    <a:pt x="729" y="16"/>
                  </a:cubicBezTo>
                  <a:cubicBezTo>
                    <a:pt x="627" y="74"/>
                    <a:pt x="124" y="370"/>
                    <a:pt x="25" y="509"/>
                  </a:cubicBezTo>
                  <a:cubicBezTo>
                    <a:pt x="1" y="546"/>
                    <a:pt x="10" y="595"/>
                    <a:pt x="47" y="620"/>
                  </a:cubicBezTo>
                  <a:cubicBezTo>
                    <a:pt x="59" y="629"/>
                    <a:pt x="75" y="635"/>
                    <a:pt x="93" y="635"/>
                  </a:cubicBezTo>
                  <a:cubicBezTo>
                    <a:pt x="118" y="635"/>
                    <a:pt x="143" y="623"/>
                    <a:pt x="158" y="602"/>
                  </a:cubicBezTo>
                  <a:cubicBezTo>
                    <a:pt x="217" y="515"/>
                    <a:pt x="590" y="284"/>
                    <a:pt x="809" y="154"/>
                  </a:cubicBezTo>
                  <a:cubicBezTo>
                    <a:pt x="894" y="113"/>
                    <a:pt x="846" y="1"/>
                    <a:pt x="77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6"/>
            <p:cNvSpPr/>
            <p:nvPr/>
          </p:nvSpPr>
          <p:spPr>
            <a:xfrm>
              <a:off x="6266939" y="4361850"/>
              <a:ext cx="117334" cy="135343"/>
            </a:xfrm>
            <a:custGeom>
              <a:rect b="b" l="l" r="r" t="t"/>
              <a:pathLst>
                <a:path extrusionOk="0" h="3720" w="3225">
                  <a:moveTo>
                    <a:pt x="90" y="0"/>
                  </a:moveTo>
                  <a:cubicBezTo>
                    <a:pt x="45" y="0"/>
                    <a:pt x="0" y="36"/>
                    <a:pt x="8" y="92"/>
                  </a:cubicBezTo>
                  <a:cubicBezTo>
                    <a:pt x="14" y="117"/>
                    <a:pt x="736" y="2609"/>
                    <a:pt x="3080" y="3713"/>
                  </a:cubicBezTo>
                  <a:cubicBezTo>
                    <a:pt x="3089" y="3716"/>
                    <a:pt x="3100" y="3719"/>
                    <a:pt x="3112" y="3720"/>
                  </a:cubicBezTo>
                  <a:lnTo>
                    <a:pt x="3112" y="3720"/>
                  </a:lnTo>
                  <a:cubicBezTo>
                    <a:pt x="3197" y="3718"/>
                    <a:pt x="3224" y="3602"/>
                    <a:pt x="3147" y="3565"/>
                  </a:cubicBezTo>
                  <a:cubicBezTo>
                    <a:pt x="871" y="2495"/>
                    <a:pt x="168" y="74"/>
                    <a:pt x="162" y="49"/>
                  </a:cubicBezTo>
                  <a:cubicBezTo>
                    <a:pt x="147" y="15"/>
                    <a:pt x="119" y="0"/>
                    <a:pt x="90" y="0"/>
                  </a:cubicBezTo>
                  <a:close/>
                  <a:moveTo>
                    <a:pt x="3112" y="3720"/>
                  </a:moveTo>
                  <a:lnTo>
                    <a:pt x="3112" y="3720"/>
                  </a:lnTo>
                  <a:cubicBezTo>
                    <a:pt x="3112" y="3720"/>
                    <a:pt x="3111" y="3720"/>
                    <a:pt x="3110" y="3720"/>
                  </a:cubicBezTo>
                  <a:lnTo>
                    <a:pt x="3114" y="3720"/>
                  </a:lnTo>
                  <a:cubicBezTo>
                    <a:pt x="3113" y="3720"/>
                    <a:pt x="3113" y="3720"/>
                    <a:pt x="3112" y="372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6"/>
            <p:cNvSpPr/>
            <p:nvPr/>
          </p:nvSpPr>
          <p:spPr>
            <a:xfrm>
              <a:off x="6282635" y="3597290"/>
              <a:ext cx="1557862" cy="898066"/>
            </a:xfrm>
            <a:custGeom>
              <a:rect b="b" l="l" r="r" t="t"/>
              <a:pathLst>
                <a:path extrusionOk="0" h="24684" w="42819">
                  <a:moveTo>
                    <a:pt x="29066" y="1"/>
                  </a:moveTo>
                  <a:cubicBezTo>
                    <a:pt x="25399" y="1"/>
                    <a:pt x="21373" y="2208"/>
                    <a:pt x="18042" y="4311"/>
                  </a:cubicBezTo>
                  <a:cubicBezTo>
                    <a:pt x="13460" y="7206"/>
                    <a:pt x="11441" y="7470"/>
                    <a:pt x="10857" y="7470"/>
                  </a:cubicBezTo>
                  <a:cubicBezTo>
                    <a:pt x="10726" y="7470"/>
                    <a:pt x="10668" y="7456"/>
                    <a:pt x="10668" y="7456"/>
                  </a:cubicBezTo>
                  <a:cubicBezTo>
                    <a:pt x="9095" y="9819"/>
                    <a:pt x="1523" y="14732"/>
                    <a:pt x="440" y="16210"/>
                  </a:cubicBezTo>
                  <a:cubicBezTo>
                    <a:pt x="0" y="16809"/>
                    <a:pt x="481" y="17014"/>
                    <a:pt x="1306" y="17014"/>
                  </a:cubicBezTo>
                  <a:cubicBezTo>
                    <a:pt x="2512" y="17014"/>
                    <a:pt x="4453" y="16575"/>
                    <a:pt x="5329" y="16284"/>
                  </a:cubicBezTo>
                  <a:cubicBezTo>
                    <a:pt x="5557" y="16207"/>
                    <a:pt x="5810" y="16173"/>
                    <a:pt x="6076" y="16173"/>
                  </a:cubicBezTo>
                  <a:cubicBezTo>
                    <a:pt x="7528" y="16173"/>
                    <a:pt x="9338" y="17189"/>
                    <a:pt x="9255" y="17854"/>
                  </a:cubicBezTo>
                  <a:cubicBezTo>
                    <a:pt x="9159" y="18640"/>
                    <a:pt x="3685" y="21320"/>
                    <a:pt x="6538" y="21419"/>
                  </a:cubicBezTo>
                  <a:cubicBezTo>
                    <a:pt x="6588" y="21421"/>
                    <a:pt x="6639" y="21422"/>
                    <a:pt x="6691" y="21422"/>
                  </a:cubicBezTo>
                  <a:cubicBezTo>
                    <a:pt x="9561" y="21422"/>
                    <a:pt x="14352" y="18692"/>
                    <a:pt x="17351" y="18668"/>
                  </a:cubicBezTo>
                  <a:cubicBezTo>
                    <a:pt x="20624" y="18640"/>
                    <a:pt x="35712" y="17937"/>
                    <a:pt x="37285" y="17838"/>
                  </a:cubicBezTo>
                  <a:cubicBezTo>
                    <a:pt x="37309" y="17837"/>
                    <a:pt x="37332" y="17836"/>
                    <a:pt x="37354" y="17836"/>
                  </a:cubicBezTo>
                  <a:cubicBezTo>
                    <a:pt x="38822" y="17836"/>
                    <a:pt x="37627" y="20965"/>
                    <a:pt x="34361" y="21320"/>
                  </a:cubicBezTo>
                  <a:cubicBezTo>
                    <a:pt x="33910" y="21369"/>
                    <a:pt x="33433" y="21398"/>
                    <a:pt x="32918" y="21398"/>
                  </a:cubicBezTo>
                  <a:cubicBezTo>
                    <a:pt x="30974" y="21398"/>
                    <a:pt x="28498" y="20991"/>
                    <a:pt x="24923" y="19747"/>
                  </a:cubicBezTo>
                  <a:cubicBezTo>
                    <a:pt x="23962" y="19413"/>
                    <a:pt x="23094" y="19265"/>
                    <a:pt x="22310" y="19265"/>
                  </a:cubicBezTo>
                  <a:cubicBezTo>
                    <a:pt x="19404" y="19265"/>
                    <a:pt x="17650" y="21295"/>
                    <a:pt x="16565" y="23387"/>
                  </a:cubicBezTo>
                  <a:cubicBezTo>
                    <a:pt x="16071" y="24339"/>
                    <a:pt x="16134" y="24684"/>
                    <a:pt x="16683" y="24684"/>
                  </a:cubicBezTo>
                  <a:cubicBezTo>
                    <a:pt x="17662" y="24684"/>
                    <a:pt x="20186" y="23587"/>
                    <a:pt x="23841" y="22893"/>
                  </a:cubicBezTo>
                  <a:cubicBezTo>
                    <a:pt x="24562" y="22757"/>
                    <a:pt x="25226" y="22700"/>
                    <a:pt x="25845" y="22700"/>
                  </a:cubicBezTo>
                  <a:cubicBezTo>
                    <a:pt x="28767" y="22700"/>
                    <a:pt x="30718" y="23953"/>
                    <a:pt x="33220" y="23953"/>
                  </a:cubicBezTo>
                  <a:cubicBezTo>
                    <a:pt x="34382" y="23953"/>
                    <a:pt x="35662" y="23683"/>
                    <a:pt x="37214" y="22893"/>
                  </a:cubicBezTo>
                  <a:cubicBezTo>
                    <a:pt x="42818" y="20043"/>
                    <a:pt x="40258" y="10701"/>
                    <a:pt x="35737" y="3820"/>
                  </a:cubicBezTo>
                  <a:cubicBezTo>
                    <a:pt x="33904" y="1029"/>
                    <a:pt x="31568" y="1"/>
                    <a:pt x="29066" y="1"/>
                  </a:cubicBezTo>
                  <a:close/>
                </a:path>
              </a:pathLst>
            </a:custGeom>
            <a:solidFill>
              <a:srgbClr val="FFE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6"/>
            <p:cNvSpPr/>
            <p:nvPr/>
          </p:nvSpPr>
          <p:spPr>
            <a:xfrm>
              <a:off x="6364277" y="3724045"/>
              <a:ext cx="676569" cy="513248"/>
            </a:xfrm>
            <a:custGeom>
              <a:rect b="b" l="l" r="r" t="t"/>
              <a:pathLst>
                <a:path extrusionOk="0" h="14107" w="18596">
                  <a:moveTo>
                    <a:pt x="5289" y="1"/>
                  </a:moveTo>
                  <a:cubicBezTo>
                    <a:pt x="5243" y="1"/>
                    <a:pt x="5206" y="13"/>
                    <a:pt x="5179" y="40"/>
                  </a:cubicBezTo>
                  <a:cubicBezTo>
                    <a:pt x="4784" y="435"/>
                    <a:pt x="4762" y="3584"/>
                    <a:pt x="4762" y="3584"/>
                  </a:cubicBezTo>
                  <a:cubicBezTo>
                    <a:pt x="4762" y="3584"/>
                    <a:pt x="0" y="6005"/>
                    <a:pt x="4491" y="11742"/>
                  </a:cubicBezTo>
                  <a:cubicBezTo>
                    <a:pt x="5473" y="12995"/>
                    <a:pt x="9443" y="14106"/>
                    <a:pt x="12850" y="14106"/>
                  </a:cubicBezTo>
                  <a:cubicBezTo>
                    <a:pt x="15126" y="14106"/>
                    <a:pt x="17151" y="13611"/>
                    <a:pt x="17865" y="12331"/>
                  </a:cubicBezTo>
                  <a:cubicBezTo>
                    <a:pt x="18595" y="11020"/>
                    <a:pt x="18161" y="3090"/>
                    <a:pt x="18161" y="3090"/>
                  </a:cubicBezTo>
                  <a:cubicBezTo>
                    <a:pt x="18161" y="3090"/>
                    <a:pt x="18552" y="731"/>
                    <a:pt x="17766" y="632"/>
                  </a:cubicBezTo>
                  <a:cubicBezTo>
                    <a:pt x="17751" y="630"/>
                    <a:pt x="17736" y="629"/>
                    <a:pt x="17720" y="629"/>
                  </a:cubicBezTo>
                  <a:cubicBezTo>
                    <a:pt x="16902" y="629"/>
                    <a:pt x="14913" y="3090"/>
                    <a:pt x="14913" y="3090"/>
                  </a:cubicBezTo>
                  <a:lnTo>
                    <a:pt x="8127" y="2304"/>
                  </a:lnTo>
                  <a:cubicBezTo>
                    <a:pt x="8127" y="2304"/>
                    <a:pt x="5912" y="1"/>
                    <a:pt x="5289" y="1"/>
                  </a:cubicBezTo>
                  <a:close/>
                </a:path>
              </a:pathLst>
            </a:custGeom>
            <a:solidFill>
              <a:srgbClr val="FFE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6"/>
            <p:cNvSpPr/>
            <p:nvPr/>
          </p:nvSpPr>
          <p:spPr>
            <a:xfrm>
              <a:off x="6923649" y="3819584"/>
              <a:ext cx="70073" cy="78404"/>
            </a:xfrm>
            <a:custGeom>
              <a:rect b="b" l="l" r="r" t="t"/>
              <a:pathLst>
                <a:path extrusionOk="0" h="2155" w="1926">
                  <a:moveTo>
                    <a:pt x="1741" y="1"/>
                  </a:moveTo>
                  <a:cubicBezTo>
                    <a:pt x="1505" y="1"/>
                    <a:pt x="0" y="1322"/>
                    <a:pt x="0" y="1322"/>
                  </a:cubicBezTo>
                  <a:cubicBezTo>
                    <a:pt x="469" y="1738"/>
                    <a:pt x="1925" y="2155"/>
                    <a:pt x="1925" y="2155"/>
                  </a:cubicBezTo>
                  <a:cubicBezTo>
                    <a:pt x="1925" y="2155"/>
                    <a:pt x="1823" y="230"/>
                    <a:pt x="1771" y="20"/>
                  </a:cubicBezTo>
                  <a:cubicBezTo>
                    <a:pt x="1768" y="7"/>
                    <a:pt x="1757" y="1"/>
                    <a:pt x="1741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6"/>
            <p:cNvSpPr/>
            <p:nvPr/>
          </p:nvSpPr>
          <p:spPr>
            <a:xfrm>
              <a:off x="6571763" y="3773015"/>
              <a:ext cx="69927" cy="73929"/>
            </a:xfrm>
            <a:custGeom>
              <a:rect b="b" l="l" r="r" t="t"/>
              <a:pathLst>
                <a:path extrusionOk="0" h="2032" w="1922">
                  <a:moveTo>
                    <a:pt x="146" y="1"/>
                  </a:moveTo>
                  <a:cubicBezTo>
                    <a:pt x="1" y="1"/>
                    <a:pt x="151" y="2031"/>
                    <a:pt x="151" y="2031"/>
                  </a:cubicBezTo>
                  <a:cubicBezTo>
                    <a:pt x="151" y="2031"/>
                    <a:pt x="1922" y="1615"/>
                    <a:pt x="1922" y="1458"/>
                  </a:cubicBezTo>
                  <a:cubicBezTo>
                    <a:pt x="1922" y="1303"/>
                    <a:pt x="309" y="54"/>
                    <a:pt x="151" y="2"/>
                  </a:cubicBezTo>
                  <a:cubicBezTo>
                    <a:pt x="149" y="1"/>
                    <a:pt x="148" y="1"/>
                    <a:pt x="146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6"/>
            <p:cNvSpPr/>
            <p:nvPr/>
          </p:nvSpPr>
          <p:spPr>
            <a:xfrm>
              <a:off x="6961341" y="4122501"/>
              <a:ext cx="479994" cy="152734"/>
            </a:xfrm>
            <a:custGeom>
              <a:rect b="b" l="l" r="r" t="t"/>
              <a:pathLst>
                <a:path extrusionOk="0" h="4198" w="13193">
                  <a:moveTo>
                    <a:pt x="6922" y="0"/>
                  </a:moveTo>
                  <a:cubicBezTo>
                    <a:pt x="6922" y="0"/>
                    <a:pt x="6379" y="1144"/>
                    <a:pt x="4948" y="1218"/>
                  </a:cubicBezTo>
                  <a:cubicBezTo>
                    <a:pt x="1725" y="1382"/>
                    <a:pt x="1" y="4198"/>
                    <a:pt x="1" y="4198"/>
                  </a:cubicBezTo>
                  <a:cubicBezTo>
                    <a:pt x="1" y="4198"/>
                    <a:pt x="13192" y="3837"/>
                    <a:pt x="12594" y="3606"/>
                  </a:cubicBezTo>
                  <a:cubicBezTo>
                    <a:pt x="8430" y="1993"/>
                    <a:pt x="6922" y="0"/>
                    <a:pt x="6922" y="0"/>
                  </a:cubicBezTo>
                  <a:close/>
                </a:path>
              </a:pathLst>
            </a:custGeom>
            <a:solidFill>
              <a:srgbClr val="000000">
                <a:alpha val="90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6"/>
            <p:cNvSpPr/>
            <p:nvPr/>
          </p:nvSpPr>
          <p:spPr>
            <a:xfrm>
              <a:off x="7228676" y="4181913"/>
              <a:ext cx="204688" cy="84917"/>
            </a:xfrm>
            <a:custGeom>
              <a:rect b="b" l="l" r="r" t="t"/>
              <a:pathLst>
                <a:path extrusionOk="0" h="2334" w="5626">
                  <a:moveTo>
                    <a:pt x="3483" y="1"/>
                  </a:moveTo>
                  <a:cubicBezTo>
                    <a:pt x="3465" y="1"/>
                    <a:pt x="3447" y="1"/>
                    <a:pt x="3429" y="2"/>
                  </a:cubicBezTo>
                  <a:cubicBezTo>
                    <a:pt x="3429" y="2"/>
                    <a:pt x="512" y="221"/>
                    <a:pt x="46" y="2084"/>
                  </a:cubicBezTo>
                  <a:cubicBezTo>
                    <a:pt x="0" y="2268"/>
                    <a:pt x="471" y="2333"/>
                    <a:pt x="1156" y="2333"/>
                  </a:cubicBezTo>
                  <a:cubicBezTo>
                    <a:pt x="2785" y="2333"/>
                    <a:pt x="5625" y="1967"/>
                    <a:pt x="5625" y="1967"/>
                  </a:cubicBezTo>
                  <a:cubicBezTo>
                    <a:pt x="5625" y="1967"/>
                    <a:pt x="4853" y="1"/>
                    <a:pt x="3483" y="1"/>
                  </a:cubicBezTo>
                  <a:close/>
                </a:path>
              </a:pathLst>
            </a:custGeom>
            <a:solidFill>
              <a:srgbClr val="FFE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6"/>
            <p:cNvSpPr/>
            <p:nvPr/>
          </p:nvSpPr>
          <p:spPr>
            <a:xfrm>
              <a:off x="7159405" y="3774871"/>
              <a:ext cx="341050" cy="461912"/>
            </a:xfrm>
            <a:custGeom>
              <a:rect b="b" l="l" r="r" t="t"/>
              <a:pathLst>
                <a:path extrusionOk="0" h="12696" w="9374">
                  <a:moveTo>
                    <a:pt x="6243" y="0"/>
                  </a:moveTo>
                  <a:cubicBezTo>
                    <a:pt x="5611" y="22"/>
                    <a:pt x="4982" y="105"/>
                    <a:pt x="4365" y="253"/>
                  </a:cubicBezTo>
                  <a:cubicBezTo>
                    <a:pt x="3406" y="481"/>
                    <a:pt x="2073" y="965"/>
                    <a:pt x="1166" y="1977"/>
                  </a:cubicBezTo>
                  <a:cubicBezTo>
                    <a:pt x="343" y="2899"/>
                    <a:pt x="1" y="4102"/>
                    <a:pt x="155" y="5552"/>
                  </a:cubicBezTo>
                  <a:cubicBezTo>
                    <a:pt x="408" y="7951"/>
                    <a:pt x="1324" y="9787"/>
                    <a:pt x="2878" y="11008"/>
                  </a:cubicBezTo>
                  <a:cubicBezTo>
                    <a:pt x="4732" y="12467"/>
                    <a:pt x="7073" y="12695"/>
                    <a:pt x="8353" y="12695"/>
                  </a:cubicBezTo>
                  <a:cubicBezTo>
                    <a:pt x="8379" y="12695"/>
                    <a:pt x="8406" y="12695"/>
                    <a:pt x="8432" y="12695"/>
                  </a:cubicBezTo>
                  <a:cubicBezTo>
                    <a:pt x="8723" y="12695"/>
                    <a:pt x="9011" y="12680"/>
                    <a:pt x="9297" y="12649"/>
                  </a:cubicBezTo>
                  <a:cubicBezTo>
                    <a:pt x="9343" y="12643"/>
                    <a:pt x="9374" y="12602"/>
                    <a:pt x="9368" y="12556"/>
                  </a:cubicBezTo>
                  <a:cubicBezTo>
                    <a:pt x="9362" y="12517"/>
                    <a:pt x="9328" y="12488"/>
                    <a:pt x="9289" y="12488"/>
                  </a:cubicBezTo>
                  <a:cubicBezTo>
                    <a:pt x="9286" y="12488"/>
                    <a:pt x="9282" y="12488"/>
                    <a:pt x="9278" y="12488"/>
                  </a:cubicBezTo>
                  <a:cubicBezTo>
                    <a:pt x="9267" y="12489"/>
                    <a:pt x="8914" y="12533"/>
                    <a:pt x="8354" y="12533"/>
                  </a:cubicBezTo>
                  <a:cubicBezTo>
                    <a:pt x="7097" y="12533"/>
                    <a:pt x="4795" y="12311"/>
                    <a:pt x="2977" y="10881"/>
                  </a:cubicBezTo>
                  <a:cubicBezTo>
                    <a:pt x="1459" y="9688"/>
                    <a:pt x="565" y="7887"/>
                    <a:pt x="315" y="5536"/>
                  </a:cubicBezTo>
                  <a:cubicBezTo>
                    <a:pt x="167" y="4133"/>
                    <a:pt x="494" y="2973"/>
                    <a:pt x="1287" y="2085"/>
                  </a:cubicBezTo>
                  <a:cubicBezTo>
                    <a:pt x="2968" y="204"/>
                    <a:pt x="6212" y="160"/>
                    <a:pt x="6243" y="160"/>
                  </a:cubicBezTo>
                  <a:cubicBezTo>
                    <a:pt x="6351" y="160"/>
                    <a:pt x="6351" y="0"/>
                    <a:pt x="624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6"/>
            <p:cNvSpPr/>
            <p:nvPr/>
          </p:nvSpPr>
          <p:spPr>
            <a:xfrm>
              <a:off x="7238390" y="4208435"/>
              <a:ext cx="67089" cy="55047"/>
            </a:xfrm>
            <a:custGeom>
              <a:rect b="b" l="l" r="r" t="t"/>
              <a:pathLst>
                <a:path extrusionOk="0" h="1513" w="1844">
                  <a:moveTo>
                    <a:pt x="1402" y="0"/>
                  </a:moveTo>
                  <a:cubicBezTo>
                    <a:pt x="1344" y="0"/>
                    <a:pt x="1286" y="8"/>
                    <a:pt x="1228" y="22"/>
                  </a:cubicBezTo>
                  <a:cubicBezTo>
                    <a:pt x="797" y="124"/>
                    <a:pt x="390" y="587"/>
                    <a:pt x="19" y="1398"/>
                  </a:cubicBezTo>
                  <a:cubicBezTo>
                    <a:pt x="1" y="1438"/>
                    <a:pt x="16" y="1484"/>
                    <a:pt x="56" y="1506"/>
                  </a:cubicBezTo>
                  <a:cubicBezTo>
                    <a:pt x="69" y="1509"/>
                    <a:pt x="78" y="1512"/>
                    <a:pt x="90" y="1512"/>
                  </a:cubicBezTo>
                  <a:cubicBezTo>
                    <a:pt x="124" y="1512"/>
                    <a:pt x="152" y="1494"/>
                    <a:pt x="167" y="1463"/>
                  </a:cubicBezTo>
                  <a:cubicBezTo>
                    <a:pt x="599" y="519"/>
                    <a:pt x="1000" y="244"/>
                    <a:pt x="1262" y="180"/>
                  </a:cubicBezTo>
                  <a:cubicBezTo>
                    <a:pt x="1307" y="167"/>
                    <a:pt x="1353" y="161"/>
                    <a:pt x="1400" y="161"/>
                  </a:cubicBezTo>
                  <a:cubicBezTo>
                    <a:pt x="1499" y="161"/>
                    <a:pt x="1598" y="190"/>
                    <a:pt x="1682" y="244"/>
                  </a:cubicBezTo>
                  <a:cubicBezTo>
                    <a:pt x="1698" y="256"/>
                    <a:pt x="1714" y="260"/>
                    <a:pt x="1729" y="260"/>
                  </a:cubicBezTo>
                  <a:cubicBezTo>
                    <a:pt x="1794" y="260"/>
                    <a:pt x="1844" y="173"/>
                    <a:pt x="1784" y="118"/>
                  </a:cubicBezTo>
                  <a:cubicBezTo>
                    <a:pt x="1669" y="40"/>
                    <a:pt x="1537" y="0"/>
                    <a:pt x="14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6"/>
            <p:cNvSpPr/>
            <p:nvPr/>
          </p:nvSpPr>
          <p:spPr>
            <a:xfrm>
              <a:off x="7263894" y="4228991"/>
              <a:ext cx="77458" cy="34491"/>
            </a:xfrm>
            <a:custGeom>
              <a:rect b="b" l="l" r="r" t="t"/>
              <a:pathLst>
                <a:path extrusionOk="0" h="948" w="2129">
                  <a:moveTo>
                    <a:pt x="1951" y="1"/>
                  </a:moveTo>
                  <a:cubicBezTo>
                    <a:pt x="1637" y="1"/>
                    <a:pt x="643" y="63"/>
                    <a:pt x="31" y="811"/>
                  </a:cubicBezTo>
                  <a:cubicBezTo>
                    <a:pt x="0" y="848"/>
                    <a:pt x="6" y="901"/>
                    <a:pt x="43" y="929"/>
                  </a:cubicBezTo>
                  <a:cubicBezTo>
                    <a:pt x="56" y="941"/>
                    <a:pt x="74" y="947"/>
                    <a:pt x="93" y="947"/>
                  </a:cubicBezTo>
                  <a:cubicBezTo>
                    <a:pt x="117" y="947"/>
                    <a:pt x="142" y="935"/>
                    <a:pt x="157" y="916"/>
                  </a:cubicBezTo>
                  <a:cubicBezTo>
                    <a:pt x="732" y="214"/>
                    <a:pt x="1709" y="166"/>
                    <a:pt x="1972" y="166"/>
                  </a:cubicBezTo>
                  <a:cubicBezTo>
                    <a:pt x="2014" y="166"/>
                    <a:pt x="2037" y="167"/>
                    <a:pt x="2039" y="167"/>
                  </a:cubicBezTo>
                  <a:cubicBezTo>
                    <a:pt x="2041" y="167"/>
                    <a:pt x="2043" y="167"/>
                    <a:pt x="2045" y="167"/>
                  </a:cubicBezTo>
                  <a:cubicBezTo>
                    <a:pt x="2088" y="167"/>
                    <a:pt x="2125" y="134"/>
                    <a:pt x="2125" y="90"/>
                  </a:cubicBezTo>
                  <a:cubicBezTo>
                    <a:pt x="2128" y="43"/>
                    <a:pt x="2094" y="6"/>
                    <a:pt x="2048" y="3"/>
                  </a:cubicBezTo>
                  <a:cubicBezTo>
                    <a:pt x="2040" y="3"/>
                    <a:pt x="2006" y="1"/>
                    <a:pt x="195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6"/>
            <p:cNvSpPr/>
            <p:nvPr/>
          </p:nvSpPr>
          <p:spPr>
            <a:xfrm>
              <a:off x="6448137" y="3961656"/>
              <a:ext cx="512884" cy="274615"/>
            </a:xfrm>
            <a:custGeom>
              <a:rect b="b" l="l" r="r" t="t"/>
              <a:pathLst>
                <a:path extrusionOk="0" h="7548" w="14097">
                  <a:moveTo>
                    <a:pt x="7597" y="0"/>
                  </a:moveTo>
                  <a:cubicBezTo>
                    <a:pt x="6642" y="0"/>
                    <a:pt x="6549" y="1151"/>
                    <a:pt x="4564" y="2750"/>
                  </a:cubicBezTo>
                  <a:cubicBezTo>
                    <a:pt x="3813" y="3356"/>
                    <a:pt x="3168" y="3572"/>
                    <a:pt x="2631" y="3572"/>
                  </a:cubicBezTo>
                  <a:cubicBezTo>
                    <a:pt x="1297" y="3572"/>
                    <a:pt x="622" y="2244"/>
                    <a:pt x="622" y="2244"/>
                  </a:cubicBezTo>
                  <a:cubicBezTo>
                    <a:pt x="591" y="2229"/>
                    <a:pt x="564" y="2222"/>
                    <a:pt x="540" y="2222"/>
                  </a:cubicBezTo>
                  <a:cubicBezTo>
                    <a:pt x="1" y="2222"/>
                    <a:pt x="1433" y="5926"/>
                    <a:pt x="6556" y="7120"/>
                  </a:cubicBezTo>
                  <a:cubicBezTo>
                    <a:pt x="7858" y="7424"/>
                    <a:pt x="8968" y="7548"/>
                    <a:pt x="9903" y="7548"/>
                  </a:cubicBezTo>
                  <a:cubicBezTo>
                    <a:pt x="12807" y="7548"/>
                    <a:pt x="14027" y="6355"/>
                    <a:pt x="14085" y="5677"/>
                  </a:cubicBezTo>
                  <a:cubicBezTo>
                    <a:pt x="14097" y="5546"/>
                    <a:pt x="14075" y="5494"/>
                    <a:pt x="14024" y="5494"/>
                  </a:cubicBezTo>
                  <a:cubicBezTo>
                    <a:pt x="13837" y="5494"/>
                    <a:pt x="13256" y="6160"/>
                    <a:pt x="12417" y="6160"/>
                  </a:cubicBezTo>
                  <a:cubicBezTo>
                    <a:pt x="11893" y="6160"/>
                    <a:pt x="11268" y="5900"/>
                    <a:pt x="10575" y="5053"/>
                  </a:cubicBezTo>
                  <a:cubicBezTo>
                    <a:pt x="9311" y="3508"/>
                    <a:pt x="10418" y="1072"/>
                    <a:pt x="8857" y="372"/>
                  </a:cubicBezTo>
                  <a:cubicBezTo>
                    <a:pt x="8291" y="116"/>
                    <a:pt x="7901" y="0"/>
                    <a:pt x="7597" y="0"/>
                  </a:cubicBezTo>
                  <a:close/>
                </a:path>
              </a:pathLst>
            </a:custGeom>
            <a:solidFill>
              <a:srgbClr val="000000">
                <a:alpha val="90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6"/>
            <p:cNvSpPr/>
            <p:nvPr/>
          </p:nvSpPr>
          <p:spPr>
            <a:xfrm>
              <a:off x="6688804" y="3991380"/>
              <a:ext cx="82043" cy="88737"/>
            </a:xfrm>
            <a:custGeom>
              <a:rect b="b" l="l" r="r" t="t"/>
              <a:pathLst>
                <a:path extrusionOk="0" h="2439" w="2255">
                  <a:moveTo>
                    <a:pt x="1342" y="0"/>
                  </a:moveTo>
                  <a:cubicBezTo>
                    <a:pt x="1312" y="0"/>
                    <a:pt x="1282" y="16"/>
                    <a:pt x="1268" y="51"/>
                  </a:cubicBezTo>
                  <a:lnTo>
                    <a:pt x="598" y="2192"/>
                  </a:lnTo>
                  <a:cubicBezTo>
                    <a:pt x="238" y="1880"/>
                    <a:pt x="170" y="835"/>
                    <a:pt x="176" y="430"/>
                  </a:cubicBezTo>
                  <a:cubicBezTo>
                    <a:pt x="176" y="384"/>
                    <a:pt x="139" y="347"/>
                    <a:pt x="96" y="347"/>
                  </a:cubicBezTo>
                  <a:cubicBezTo>
                    <a:pt x="49" y="347"/>
                    <a:pt x="12" y="381"/>
                    <a:pt x="16" y="427"/>
                  </a:cubicBezTo>
                  <a:cubicBezTo>
                    <a:pt x="16" y="495"/>
                    <a:pt x="0" y="2084"/>
                    <a:pt x="602" y="2392"/>
                  </a:cubicBezTo>
                  <a:lnTo>
                    <a:pt x="605" y="2392"/>
                  </a:lnTo>
                  <a:cubicBezTo>
                    <a:pt x="669" y="2423"/>
                    <a:pt x="740" y="2438"/>
                    <a:pt x="814" y="2438"/>
                  </a:cubicBezTo>
                  <a:cubicBezTo>
                    <a:pt x="1407" y="2438"/>
                    <a:pt x="2141" y="1427"/>
                    <a:pt x="2230" y="1297"/>
                  </a:cubicBezTo>
                  <a:cubicBezTo>
                    <a:pt x="2255" y="1263"/>
                    <a:pt x="2245" y="1214"/>
                    <a:pt x="2212" y="1189"/>
                  </a:cubicBezTo>
                  <a:cubicBezTo>
                    <a:pt x="2197" y="1178"/>
                    <a:pt x="2180" y="1173"/>
                    <a:pt x="2164" y="1173"/>
                  </a:cubicBezTo>
                  <a:cubicBezTo>
                    <a:pt x="2139" y="1173"/>
                    <a:pt x="2115" y="1185"/>
                    <a:pt x="2100" y="1208"/>
                  </a:cubicBezTo>
                  <a:cubicBezTo>
                    <a:pt x="1870" y="1531"/>
                    <a:pt x="1240" y="2280"/>
                    <a:pt x="815" y="2280"/>
                  </a:cubicBezTo>
                  <a:cubicBezTo>
                    <a:pt x="790" y="2280"/>
                    <a:pt x="766" y="2277"/>
                    <a:pt x="743" y="2272"/>
                  </a:cubicBezTo>
                  <a:lnTo>
                    <a:pt x="1422" y="100"/>
                  </a:lnTo>
                  <a:cubicBezTo>
                    <a:pt x="1437" y="40"/>
                    <a:pt x="1389" y="0"/>
                    <a:pt x="134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6"/>
            <p:cNvSpPr/>
            <p:nvPr/>
          </p:nvSpPr>
          <p:spPr>
            <a:xfrm>
              <a:off x="6718964" y="3970424"/>
              <a:ext cx="46715" cy="23867"/>
            </a:xfrm>
            <a:custGeom>
              <a:rect b="b" l="l" r="r" t="t"/>
              <a:pathLst>
                <a:path extrusionOk="0" h="656" w="1284">
                  <a:moveTo>
                    <a:pt x="259" y="0"/>
                  </a:moveTo>
                  <a:cubicBezTo>
                    <a:pt x="105" y="0"/>
                    <a:pt x="1" y="16"/>
                    <a:pt x="1" y="16"/>
                  </a:cubicBezTo>
                  <a:cubicBezTo>
                    <a:pt x="1" y="16"/>
                    <a:pt x="485" y="609"/>
                    <a:pt x="565" y="652"/>
                  </a:cubicBezTo>
                  <a:cubicBezTo>
                    <a:pt x="570" y="655"/>
                    <a:pt x="578" y="656"/>
                    <a:pt x="587" y="656"/>
                  </a:cubicBezTo>
                  <a:cubicBezTo>
                    <a:pt x="724" y="656"/>
                    <a:pt x="1284" y="377"/>
                    <a:pt x="1284" y="377"/>
                  </a:cubicBezTo>
                  <a:cubicBezTo>
                    <a:pt x="1005" y="56"/>
                    <a:pt x="546" y="0"/>
                    <a:pt x="259" y="0"/>
                  </a:cubicBezTo>
                  <a:close/>
                </a:path>
              </a:pathLst>
            </a:custGeom>
            <a:solidFill>
              <a:srgbClr val="CA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6"/>
            <p:cNvSpPr/>
            <p:nvPr/>
          </p:nvSpPr>
          <p:spPr>
            <a:xfrm>
              <a:off x="6578857" y="3907956"/>
              <a:ext cx="71382" cy="70145"/>
            </a:xfrm>
            <a:custGeom>
              <a:rect b="b" l="l" r="r" t="t"/>
              <a:pathLst>
                <a:path extrusionOk="0" h="1928" w="1962">
                  <a:moveTo>
                    <a:pt x="294" y="0"/>
                  </a:moveTo>
                  <a:cubicBezTo>
                    <a:pt x="185" y="0"/>
                    <a:pt x="114" y="8"/>
                    <a:pt x="104" y="9"/>
                  </a:cubicBezTo>
                  <a:cubicBezTo>
                    <a:pt x="0" y="24"/>
                    <a:pt x="14" y="173"/>
                    <a:pt x="111" y="173"/>
                  </a:cubicBezTo>
                  <a:cubicBezTo>
                    <a:pt x="115" y="173"/>
                    <a:pt x="119" y="173"/>
                    <a:pt x="123" y="173"/>
                  </a:cubicBezTo>
                  <a:cubicBezTo>
                    <a:pt x="125" y="172"/>
                    <a:pt x="189" y="164"/>
                    <a:pt x="290" y="164"/>
                  </a:cubicBezTo>
                  <a:cubicBezTo>
                    <a:pt x="543" y="164"/>
                    <a:pt x="1030" y="212"/>
                    <a:pt x="1372" y="537"/>
                  </a:cubicBezTo>
                  <a:cubicBezTo>
                    <a:pt x="1668" y="824"/>
                    <a:pt x="1795" y="1262"/>
                    <a:pt x="1751" y="1841"/>
                  </a:cubicBezTo>
                  <a:cubicBezTo>
                    <a:pt x="1745" y="1885"/>
                    <a:pt x="1779" y="1925"/>
                    <a:pt x="1825" y="1928"/>
                  </a:cubicBezTo>
                  <a:lnTo>
                    <a:pt x="1832" y="1928"/>
                  </a:lnTo>
                  <a:cubicBezTo>
                    <a:pt x="1872" y="1928"/>
                    <a:pt x="1909" y="1894"/>
                    <a:pt x="1912" y="1854"/>
                  </a:cubicBezTo>
                  <a:cubicBezTo>
                    <a:pt x="1961" y="1221"/>
                    <a:pt x="1816" y="740"/>
                    <a:pt x="1483" y="420"/>
                  </a:cubicBezTo>
                  <a:cubicBezTo>
                    <a:pt x="1099" y="54"/>
                    <a:pt x="573" y="0"/>
                    <a:pt x="29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6"/>
            <p:cNvSpPr/>
            <p:nvPr/>
          </p:nvSpPr>
          <p:spPr>
            <a:xfrm>
              <a:off x="6846556" y="3957836"/>
              <a:ext cx="98087" cy="59995"/>
            </a:xfrm>
            <a:custGeom>
              <a:rect b="b" l="l" r="r" t="t"/>
              <a:pathLst>
                <a:path extrusionOk="0" h="1649" w="2696">
                  <a:moveTo>
                    <a:pt x="2469" y="1"/>
                  </a:moveTo>
                  <a:cubicBezTo>
                    <a:pt x="2030" y="1"/>
                    <a:pt x="559" y="114"/>
                    <a:pt x="16" y="1541"/>
                  </a:cubicBezTo>
                  <a:cubicBezTo>
                    <a:pt x="1" y="1581"/>
                    <a:pt x="22" y="1627"/>
                    <a:pt x="62" y="1642"/>
                  </a:cubicBezTo>
                  <a:cubicBezTo>
                    <a:pt x="72" y="1649"/>
                    <a:pt x="81" y="1649"/>
                    <a:pt x="93" y="1649"/>
                  </a:cubicBezTo>
                  <a:cubicBezTo>
                    <a:pt x="124" y="1649"/>
                    <a:pt x="155" y="1627"/>
                    <a:pt x="167" y="1596"/>
                  </a:cubicBezTo>
                  <a:cubicBezTo>
                    <a:pt x="672" y="274"/>
                    <a:pt x="2002" y="160"/>
                    <a:pt x="2442" y="160"/>
                  </a:cubicBezTo>
                  <a:cubicBezTo>
                    <a:pt x="2521" y="160"/>
                    <a:pt x="2571" y="164"/>
                    <a:pt x="2582" y="165"/>
                  </a:cubicBezTo>
                  <a:cubicBezTo>
                    <a:pt x="2583" y="165"/>
                    <a:pt x="2584" y="165"/>
                    <a:pt x="2585" y="165"/>
                  </a:cubicBezTo>
                  <a:cubicBezTo>
                    <a:pt x="2684" y="165"/>
                    <a:pt x="2695" y="17"/>
                    <a:pt x="2594" y="5"/>
                  </a:cubicBezTo>
                  <a:cubicBezTo>
                    <a:pt x="2592" y="4"/>
                    <a:pt x="2546" y="1"/>
                    <a:pt x="246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6"/>
            <p:cNvSpPr/>
            <p:nvPr/>
          </p:nvSpPr>
          <p:spPr>
            <a:xfrm>
              <a:off x="6290894" y="4180930"/>
              <a:ext cx="59485" cy="27214"/>
            </a:xfrm>
            <a:custGeom>
              <a:rect b="b" l="l" r="r" t="t"/>
              <a:pathLst>
                <a:path extrusionOk="0" h="748" w="1635">
                  <a:moveTo>
                    <a:pt x="1550" y="0"/>
                  </a:moveTo>
                  <a:cubicBezTo>
                    <a:pt x="1547" y="0"/>
                    <a:pt x="1543" y="1"/>
                    <a:pt x="1539" y="1"/>
                  </a:cubicBezTo>
                  <a:cubicBezTo>
                    <a:pt x="1493" y="7"/>
                    <a:pt x="410" y="165"/>
                    <a:pt x="43" y="615"/>
                  </a:cubicBezTo>
                  <a:cubicBezTo>
                    <a:pt x="0" y="667"/>
                    <a:pt x="37" y="744"/>
                    <a:pt x="105" y="748"/>
                  </a:cubicBezTo>
                  <a:cubicBezTo>
                    <a:pt x="130" y="748"/>
                    <a:pt x="151" y="735"/>
                    <a:pt x="167" y="717"/>
                  </a:cubicBezTo>
                  <a:cubicBezTo>
                    <a:pt x="494" y="316"/>
                    <a:pt x="1552" y="158"/>
                    <a:pt x="1561" y="158"/>
                  </a:cubicBezTo>
                  <a:cubicBezTo>
                    <a:pt x="1604" y="152"/>
                    <a:pt x="1635" y="112"/>
                    <a:pt x="1629" y="69"/>
                  </a:cubicBezTo>
                  <a:cubicBezTo>
                    <a:pt x="1623" y="29"/>
                    <a:pt x="1589" y="0"/>
                    <a:pt x="155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6"/>
            <p:cNvSpPr/>
            <p:nvPr/>
          </p:nvSpPr>
          <p:spPr>
            <a:xfrm>
              <a:off x="6306466" y="4196393"/>
              <a:ext cx="45624" cy="17354"/>
            </a:xfrm>
            <a:custGeom>
              <a:rect b="b" l="l" r="r" t="t"/>
              <a:pathLst>
                <a:path extrusionOk="0" h="477" w="1254">
                  <a:moveTo>
                    <a:pt x="1164" y="0"/>
                  </a:moveTo>
                  <a:cubicBezTo>
                    <a:pt x="1135" y="0"/>
                    <a:pt x="1106" y="15"/>
                    <a:pt x="1093" y="42"/>
                  </a:cubicBezTo>
                  <a:cubicBezTo>
                    <a:pt x="1090" y="45"/>
                    <a:pt x="951" y="245"/>
                    <a:pt x="103" y="316"/>
                  </a:cubicBezTo>
                  <a:cubicBezTo>
                    <a:pt x="1" y="326"/>
                    <a:pt x="7" y="477"/>
                    <a:pt x="109" y="477"/>
                  </a:cubicBezTo>
                  <a:lnTo>
                    <a:pt x="115" y="477"/>
                  </a:lnTo>
                  <a:cubicBezTo>
                    <a:pt x="1050" y="400"/>
                    <a:pt x="1210" y="165"/>
                    <a:pt x="1235" y="119"/>
                  </a:cubicBezTo>
                  <a:cubicBezTo>
                    <a:pt x="1253" y="79"/>
                    <a:pt x="1238" y="29"/>
                    <a:pt x="1198" y="8"/>
                  </a:cubicBezTo>
                  <a:cubicBezTo>
                    <a:pt x="1187" y="3"/>
                    <a:pt x="1175" y="0"/>
                    <a:pt x="116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6"/>
            <p:cNvSpPr/>
            <p:nvPr/>
          </p:nvSpPr>
          <p:spPr>
            <a:xfrm>
              <a:off x="6496343" y="4341775"/>
              <a:ext cx="50062" cy="27723"/>
            </a:xfrm>
            <a:custGeom>
              <a:rect b="b" l="l" r="r" t="t"/>
              <a:pathLst>
                <a:path extrusionOk="0" h="762" w="1376">
                  <a:moveTo>
                    <a:pt x="1259" y="1"/>
                  </a:moveTo>
                  <a:cubicBezTo>
                    <a:pt x="1247" y="1"/>
                    <a:pt x="1235" y="3"/>
                    <a:pt x="1222" y="9"/>
                  </a:cubicBezTo>
                  <a:cubicBezTo>
                    <a:pt x="1191" y="21"/>
                    <a:pt x="420" y="314"/>
                    <a:pt x="41" y="620"/>
                  </a:cubicBezTo>
                  <a:cubicBezTo>
                    <a:pt x="7" y="648"/>
                    <a:pt x="1" y="697"/>
                    <a:pt x="28" y="734"/>
                  </a:cubicBezTo>
                  <a:cubicBezTo>
                    <a:pt x="44" y="752"/>
                    <a:pt x="68" y="762"/>
                    <a:pt x="93" y="762"/>
                  </a:cubicBezTo>
                  <a:cubicBezTo>
                    <a:pt x="112" y="762"/>
                    <a:pt x="127" y="756"/>
                    <a:pt x="142" y="746"/>
                  </a:cubicBezTo>
                  <a:cubicBezTo>
                    <a:pt x="503" y="456"/>
                    <a:pt x="1271" y="163"/>
                    <a:pt x="1281" y="160"/>
                  </a:cubicBezTo>
                  <a:cubicBezTo>
                    <a:pt x="1375" y="128"/>
                    <a:pt x="1339" y="1"/>
                    <a:pt x="125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6"/>
            <p:cNvSpPr/>
            <p:nvPr/>
          </p:nvSpPr>
          <p:spPr>
            <a:xfrm>
              <a:off x="6517554" y="4351489"/>
              <a:ext cx="43113" cy="28015"/>
            </a:xfrm>
            <a:custGeom>
              <a:rect b="b" l="l" r="r" t="t"/>
              <a:pathLst>
                <a:path extrusionOk="0" h="770" w="1185">
                  <a:moveTo>
                    <a:pt x="1076" y="0"/>
                  </a:moveTo>
                  <a:cubicBezTo>
                    <a:pt x="1053" y="0"/>
                    <a:pt x="1029" y="10"/>
                    <a:pt x="1012" y="35"/>
                  </a:cubicBezTo>
                  <a:cubicBezTo>
                    <a:pt x="1009" y="41"/>
                    <a:pt x="645" y="609"/>
                    <a:pt x="99" y="609"/>
                  </a:cubicBezTo>
                  <a:lnTo>
                    <a:pt x="84" y="609"/>
                  </a:lnTo>
                  <a:cubicBezTo>
                    <a:pt x="37" y="609"/>
                    <a:pt x="4" y="643"/>
                    <a:pt x="0" y="689"/>
                  </a:cubicBezTo>
                  <a:cubicBezTo>
                    <a:pt x="0" y="732"/>
                    <a:pt x="34" y="769"/>
                    <a:pt x="81" y="769"/>
                  </a:cubicBezTo>
                  <a:lnTo>
                    <a:pt x="99" y="769"/>
                  </a:lnTo>
                  <a:cubicBezTo>
                    <a:pt x="738" y="769"/>
                    <a:pt x="1132" y="149"/>
                    <a:pt x="1148" y="122"/>
                  </a:cubicBezTo>
                  <a:cubicBezTo>
                    <a:pt x="1185" y="59"/>
                    <a:pt x="1131" y="0"/>
                    <a:pt x="10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6"/>
            <p:cNvSpPr/>
            <p:nvPr/>
          </p:nvSpPr>
          <p:spPr>
            <a:xfrm>
              <a:off x="6425326" y="3911049"/>
              <a:ext cx="164522" cy="116788"/>
            </a:xfrm>
            <a:custGeom>
              <a:rect b="b" l="l" r="r" t="t"/>
              <a:pathLst>
                <a:path extrusionOk="0" h="3210" w="4522">
                  <a:moveTo>
                    <a:pt x="119" y="1"/>
                  </a:moveTo>
                  <a:cubicBezTo>
                    <a:pt x="50" y="1"/>
                    <a:pt x="1" y="99"/>
                    <a:pt x="74" y="149"/>
                  </a:cubicBezTo>
                  <a:lnTo>
                    <a:pt x="4364" y="3194"/>
                  </a:lnTo>
                  <a:cubicBezTo>
                    <a:pt x="4377" y="3203"/>
                    <a:pt x="4395" y="3209"/>
                    <a:pt x="4411" y="3209"/>
                  </a:cubicBezTo>
                  <a:lnTo>
                    <a:pt x="4414" y="3209"/>
                  </a:lnTo>
                  <a:cubicBezTo>
                    <a:pt x="4491" y="3209"/>
                    <a:pt x="4522" y="3107"/>
                    <a:pt x="4460" y="3061"/>
                  </a:cubicBezTo>
                  <a:lnTo>
                    <a:pt x="167" y="17"/>
                  </a:lnTo>
                  <a:cubicBezTo>
                    <a:pt x="151" y="6"/>
                    <a:pt x="134" y="1"/>
                    <a:pt x="11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6"/>
            <p:cNvSpPr/>
            <p:nvPr/>
          </p:nvSpPr>
          <p:spPr>
            <a:xfrm>
              <a:off x="6372353" y="3965112"/>
              <a:ext cx="203378" cy="79750"/>
            </a:xfrm>
            <a:custGeom>
              <a:rect b="b" l="l" r="r" t="t"/>
              <a:pathLst>
                <a:path extrusionOk="0" h="2192" w="5590">
                  <a:moveTo>
                    <a:pt x="92" y="0"/>
                  </a:moveTo>
                  <a:cubicBezTo>
                    <a:pt x="59" y="0"/>
                    <a:pt x="28" y="20"/>
                    <a:pt x="16" y="51"/>
                  </a:cubicBezTo>
                  <a:cubicBezTo>
                    <a:pt x="0" y="95"/>
                    <a:pt x="22" y="141"/>
                    <a:pt x="65" y="156"/>
                  </a:cubicBezTo>
                  <a:lnTo>
                    <a:pt x="5447" y="2186"/>
                  </a:lnTo>
                  <a:cubicBezTo>
                    <a:pt x="5456" y="2189"/>
                    <a:pt x="5469" y="2192"/>
                    <a:pt x="5478" y="2192"/>
                  </a:cubicBezTo>
                  <a:cubicBezTo>
                    <a:pt x="5568" y="2189"/>
                    <a:pt x="5589" y="2065"/>
                    <a:pt x="5506" y="2035"/>
                  </a:cubicBezTo>
                  <a:lnTo>
                    <a:pt x="121" y="5"/>
                  </a:lnTo>
                  <a:cubicBezTo>
                    <a:pt x="111" y="2"/>
                    <a:pt x="101" y="0"/>
                    <a:pt x="9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6"/>
            <p:cNvSpPr/>
            <p:nvPr/>
          </p:nvSpPr>
          <p:spPr>
            <a:xfrm>
              <a:off x="6381085" y="4030454"/>
              <a:ext cx="171835" cy="28560"/>
            </a:xfrm>
            <a:custGeom>
              <a:rect b="b" l="l" r="r" t="t"/>
              <a:pathLst>
                <a:path extrusionOk="0" h="785" w="4723">
                  <a:moveTo>
                    <a:pt x="86" y="0"/>
                  </a:moveTo>
                  <a:cubicBezTo>
                    <a:pt x="47" y="0"/>
                    <a:pt x="13" y="29"/>
                    <a:pt x="7" y="69"/>
                  </a:cubicBezTo>
                  <a:cubicBezTo>
                    <a:pt x="1" y="112"/>
                    <a:pt x="32" y="155"/>
                    <a:pt x="75" y="161"/>
                  </a:cubicBezTo>
                  <a:lnTo>
                    <a:pt x="4603" y="784"/>
                  </a:lnTo>
                  <a:lnTo>
                    <a:pt x="4612" y="784"/>
                  </a:lnTo>
                  <a:cubicBezTo>
                    <a:pt x="4714" y="784"/>
                    <a:pt x="4723" y="640"/>
                    <a:pt x="4624" y="624"/>
                  </a:cubicBezTo>
                  <a:lnTo>
                    <a:pt x="97" y="1"/>
                  </a:lnTo>
                  <a:cubicBezTo>
                    <a:pt x="93" y="1"/>
                    <a:pt x="89" y="0"/>
                    <a:pt x="8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6"/>
            <p:cNvSpPr/>
            <p:nvPr/>
          </p:nvSpPr>
          <p:spPr>
            <a:xfrm>
              <a:off x="6871368" y="4024670"/>
              <a:ext cx="187188" cy="40057"/>
            </a:xfrm>
            <a:custGeom>
              <a:rect b="b" l="l" r="r" t="t"/>
              <a:pathLst>
                <a:path extrusionOk="0" h="1101" w="5145">
                  <a:moveTo>
                    <a:pt x="5032" y="1"/>
                  </a:moveTo>
                  <a:cubicBezTo>
                    <a:pt x="5025" y="1"/>
                    <a:pt x="5019" y="1"/>
                    <a:pt x="5012" y="3"/>
                  </a:cubicBezTo>
                  <a:lnTo>
                    <a:pt x="96" y="940"/>
                  </a:lnTo>
                  <a:cubicBezTo>
                    <a:pt x="0" y="959"/>
                    <a:pt x="13" y="1098"/>
                    <a:pt x="111" y="1101"/>
                  </a:cubicBezTo>
                  <a:cubicBezTo>
                    <a:pt x="117" y="1101"/>
                    <a:pt x="121" y="1101"/>
                    <a:pt x="127" y="1098"/>
                  </a:cubicBezTo>
                  <a:lnTo>
                    <a:pt x="5043" y="163"/>
                  </a:lnTo>
                  <a:cubicBezTo>
                    <a:pt x="5144" y="143"/>
                    <a:pt x="5123" y="1"/>
                    <a:pt x="503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6"/>
            <p:cNvSpPr/>
            <p:nvPr/>
          </p:nvSpPr>
          <p:spPr>
            <a:xfrm>
              <a:off x="6879991" y="4075823"/>
              <a:ext cx="189589" cy="5967"/>
            </a:xfrm>
            <a:custGeom>
              <a:rect b="b" l="l" r="r" t="t"/>
              <a:pathLst>
                <a:path extrusionOk="0" h="164" w="5211">
                  <a:moveTo>
                    <a:pt x="109" y="0"/>
                  </a:moveTo>
                  <a:cubicBezTo>
                    <a:pt x="1" y="0"/>
                    <a:pt x="1" y="164"/>
                    <a:pt x="109" y="164"/>
                  </a:cubicBezTo>
                  <a:lnTo>
                    <a:pt x="5105" y="164"/>
                  </a:lnTo>
                  <a:cubicBezTo>
                    <a:pt x="5210" y="164"/>
                    <a:pt x="5210" y="0"/>
                    <a:pt x="510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6"/>
            <p:cNvSpPr/>
            <p:nvPr/>
          </p:nvSpPr>
          <p:spPr>
            <a:xfrm>
              <a:off x="6874315" y="4104273"/>
              <a:ext cx="181294" cy="34309"/>
            </a:xfrm>
            <a:custGeom>
              <a:rect b="b" l="l" r="r" t="t"/>
              <a:pathLst>
                <a:path extrusionOk="0" h="943" w="4983">
                  <a:moveTo>
                    <a:pt x="111" y="1"/>
                  </a:moveTo>
                  <a:cubicBezTo>
                    <a:pt x="19" y="1"/>
                    <a:pt x="0" y="138"/>
                    <a:pt x="95" y="159"/>
                  </a:cubicBezTo>
                  <a:lnTo>
                    <a:pt x="4857" y="942"/>
                  </a:lnTo>
                  <a:lnTo>
                    <a:pt x="4869" y="942"/>
                  </a:lnTo>
                  <a:cubicBezTo>
                    <a:pt x="4871" y="942"/>
                    <a:pt x="4872" y="942"/>
                    <a:pt x="4873" y="942"/>
                  </a:cubicBezTo>
                  <a:cubicBezTo>
                    <a:pt x="4972" y="942"/>
                    <a:pt x="4983" y="794"/>
                    <a:pt x="4882" y="782"/>
                  </a:cubicBezTo>
                  <a:lnTo>
                    <a:pt x="123" y="2"/>
                  </a:lnTo>
                  <a:cubicBezTo>
                    <a:pt x="119" y="1"/>
                    <a:pt x="115" y="1"/>
                    <a:pt x="11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6"/>
            <p:cNvSpPr/>
            <p:nvPr/>
          </p:nvSpPr>
          <p:spPr>
            <a:xfrm>
              <a:off x="6812575" y="3768650"/>
              <a:ext cx="279672" cy="446559"/>
            </a:xfrm>
            <a:custGeom>
              <a:rect b="b" l="l" r="r" t="t"/>
              <a:pathLst>
                <a:path extrusionOk="0" h="12274" w="7687">
                  <a:moveTo>
                    <a:pt x="5307" y="1"/>
                  </a:moveTo>
                  <a:cubicBezTo>
                    <a:pt x="4915" y="1"/>
                    <a:pt x="4184" y="609"/>
                    <a:pt x="3408" y="1291"/>
                  </a:cubicBezTo>
                  <a:cubicBezTo>
                    <a:pt x="3158" y="1513"/>
                    <a:pt x="2939" y="1701"/>
                    <a:pt x="2862" y="1741"/>
                  </a:cubicBezTo>
                  <a:cubicBezTo>
                    <a:pt x="2832" y="1756"/>
                    <a:pt x="2773" y="1763"/>
                    <a:pt x="2691" y="1763"/>
                  </a:cubicBezTo>
                  <a:cubicBezTo>
                    <a:pt x="2206" y="1763"/>
                    <a:pt x="923" y="1523"/>
                    <a:pt x="108" y="1343"/>
                  </a:cubicBezTo>
                  <a:cubicBezTo>
                    <a:pt x="102" y="1342"/>
                    <a:pt x="97" y="1341"/>
                    <a:pt x="91" y="1341"/>
                  </a:cubicBezTo>
                  <a:cubicBezTo>
                    <a:pt x="54" y="1341"/>
                    <a:pt x="20" y="1367"/>
                    <a:pt x="12" y="1405"/>
                  </a:cubicBezTo>
                  <a:cubicBezTo>
                    <a:pt x="0" y="1448"/>
                    <a:pt x="28" y="1491"/>
                    <a:pt x="74" y="1504"/>
                  </a:cubicBezTo>
                  <a:cubicBezTo>
                    <a:pt x="431" y="1580"/>
                    <a:pt x="2022" y="1920"/>
                    <a:pt x="2686" y="1920"/>
                  </a:cubicBezTo>
                  <a:cubicBezTo>
                    <a:pt x="2801" y="1920"/>
                    <a:pt x="2888" y="1910"/>
                    <a:pt x="2936" y="1886"/>
                  </a:cubicBezTo>
                  <a:cubicBezTo>
                    <a:pt x="3026" y="1840"/>
                    <a:pt x="3205" y="1685"/>
                    <a:pt x="3513" y="1411"/>
                  </a:cubicBezTo>
                  <a:cubicBezTo>
                    <a:pt x="4051" y="939"/>
                    <a:pt x="4934" y="163"/>
                    <a:pt x="5296" y="163"/>
                  </a:cubicBezTo>
                  <a:cubicBezTo>
                    <a:pt x="5308" y="163"/>
                    <a:pt x="5319" y="163"/>
                    <a:pt x="5330" y="165"/>
                  </a:cubicBezTo>
                  <a:cubicBezTo>
                    <a:pt x="5361" y="168"/>
                    <a:pt x="5388" y="187"/>
                    <a:pt x="5404" y="214"/>
                  </a:cubicBezTo>
                  <a:cubicBezTo>
                    <a:pt x="5650" y="646"/>
                    <a:pt x="5647" y="2922"/>
                    <a:pt x="5626" y="3761"/>
                  </a:cubicBezTo>
                  <a:cubicBezTo>
                    <a:pt x="5626" y="3770"/>
                    <a:pt x="5629" y="3780"/>
                    <a:pt x="5632" y="3789"/>
                  </a:cubicBezTo>
                  <a:cubicBezTo>
                    <a:pt x="5650" y="3848"/>
                    <a:pt x="7590" y="9689"/>
                    <a:pt x="3482" y="12123"/>
                  </a:cubicBezTo>
                  <a:cubicBezTo>
                    <a:pt x="3411" y="12166"/>
                    <a:pt x="3442" y="12274"/>
                    <a:pt x="3522" y="12274"/>
                  </a:cubicBezTo>
                  <a:cubicBezTo>
                    <a:pt x="3538" y="12274"/>
                    <a:pt x="3553" y="12271"/>
                    <a:pt x="3565" y="12261"/>
                  </a:cubicBezTo>
                  <a:cubicBezTo>
                    <a:pt x="7686" y="9822"/>
                    <a:pt x="5897" y="4079"/>
                    <a:pt x="5789" y="3752"/>
                  </a:cubicBezTo>
                  <a:cubicBezTo>
                    <a:pt x="5795" y="3499"/>
                    <a:pt x="5857" y="680"/>
                    <a:pt x="5546" y="134"/>
                  </a:cubicBezTo>
                  <a:cubicBezTo>
                    <a:pt x="5506" y="63"/>
                    <a:pt x="5438" y="17"/>
                    <a:pt x="5357" y="5"/>
                  </a:cubicBezTo>
                  <a:cubicBezTo>
                    <a:pt x="5341" y="2"/>
                    <a:pt x="5324" y="1"/>
                    <a:pt x="530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6"/>
            <p:cNvSpPr/>
            <p:nvPr/>
          </p:nvSpPr>
          <p:spPr>
            <a:xfrm>
              <a:off x="6578748" y="3802303"/>
              <a:ext cx="34673" cy="35764"/>
            </a:xfrm>
            <a:custGeom>
              <a:rect b="b" l="l" r="r" t="t"/>
              <a:pathLst>
                <a:path extrusionOk="0" h="983" w="953">
                  <a:moveTo>
                    <a:pt x="691" y="0"/>
                  </a:moveTo>
                  <a:cubicBezTo>
                    <a:pt x="682" y="0"/>
                    <a:pt x="674" y="2"/>
                    <a:pt x="666" y="5"/>
                  </a:cubicBezTo>
                  <a:cubicBezTo>
                    <a:pt x="622" y="17"/>
                    <a:pt x="598" y="63"/>
                    <a:pt x="613" y="107"/>
                  </a:cubicBezTo>
                  <a:cubicBezTo>
                    <a:pt x="675" y="301"/>
                    <a:pt x="758" y="640"/>
                    <a:pt x="746" y="804"/>
                  </a:cubicBezTo>
                  <a:cubicBezTo>
                    <a:pt x="666" y="733"/>
                    <a:pt x="585" y="659"/>
                    <a:pt x="514" y="582"/>
                  </a:cubicBezTo>
                  <a:cubicBezTo>
                    <a:pt x="379" y="440"/>
                    <a:pt x="249" y="304"/>
                    <a:pt x="144" y="267"/>
                  </a:cubicBezTo>
                  <a:cubicBezTo>
                    <a:pt x="134" y="263"/>
                    <a:pt x="123" y="261"/>
                    <a:pt x="114" y="261"/>
                  </a:cubicBezTo>
                  <a:cubicBezTo>
                    <a:pt x="35" y="261"/>
                    <a:pt x="1" y="382"/>
                    <a:pt x="89" y="418"/>
                  </a:cubicBezTo>
                  <a:cubicBezTo>
                    <a:pt x="160" y="443"/>
                    <a:pt x="292" y="582"/>
                    <a:pt x="397" y="693"/>
                  </a:cubicBezTo>
                  <a:cubicBezTo>
                    <a:pt x="576" y="878"/>
                    <a:pt x="684" y="983"/>
                    <a:pt x="777" y="983"/>
                  </a:cubicBezTo>
                  <a:cubicBezTo>
                    <a:pt x="786" y="983"/>
                    <a:pt x="798" y="983"/>
                    <a:pt x="811" y="979"/>
                  </a:cubicBezTo>
                  <a:cubicBezTo>
                    <a:pt x="854" y="967"/>
                    <a:pt x="891" y="927"/>
                    <a:pt x="897" y="881"/>
                  </a:cubicBezTo>
                  <a:cubicBezTo>
                    <a:pt x="952" y="656"/>
                    <a:pt x="786" y="116"/>
                    <a:pt x="767" y="57"/>
                  </a:cubicBezTo>
                  <a:cubicBezTo>
                    <a:pt x="755" y="23"/>
                    <a:pt x="723" y="0"/>
                    <a:pt x="69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6"/>
            <p:cNvSpPr/>
            <p:nvPr/>
          </p:nvSpPr>
          <p:spPr>
            <a:xfrm>
              <a:off x="6951700" y="3842141"/>
              <a:ext cx="35728" cy="41039"/>
            </a:xfrm>
            <a:custGeom>
              <a:rect b="b" l="l" r="r" t="t"/>
              <a:pathLst>
                <a:path extrusionOk="0" h="1128" w="982">
                  <a:moveTo>
                    <a:pt x="659" y="0"/>
                  </a:moveTo>
                  <a:cubicBezTo>
                    <a:pt x="640" y="0"/>
                    <a:pt x="620" y="8"/>
                    <a:pt x="602" y="26"/>
                  </a:cubicBezTo>
                  <a:cubicBezTo>
                    <a:pt x="543" y="91"/>
                    <a:pt x="38" y="677"/>
                    <a:pt x="10" y="955"/>
                  </a:cubicBezTo>
                  <a:cubicBezTo>
                    <a:pt x="1" y="1007"/>
                    <a:pt x="22" y="1063"/>
                    <a:pt x="65" y="1097"/>
                  </a:cubicBezTo>
                  <a:cubicBezTo>
                    <a:pt x="96" y="1118"/>
                    <a:pt x="133" y="1127"/>
                    <a:pt x="173" y="1127"/>
                  </a:cubicBezTo>
                  <a:cubicBezTo>
                    <a:pt x="287" y="1127"/>
                    <a:pt x="451" y="1060"/>
                    <a:pt x="664" y="964"/>
                  </a:cubicBezTo>
                  <a:cubicBezTo>
                    <a:pt x="725" y="933"/>
                    <a:pt x="793" y="908"/>
                    <a:pt x="858" y="887"/>
                  </a:cubicBezTo>
                  <a:cubicBezTo>
                    <a:pt x="861" y="887"/>
                    <a:pt x="864" y="887"/>
                    <a:pt x="867" y="887"/>
                  </a:cubicBezTo>
                  <a:cubicBezTo>
                    <a:pt x="958" y="887"/>
                    <a:pt x="982" y="759"/>
                    <a:pt x="895" y="730"/>
                  </a:cubicBezTo>
                  <a:cubicBezTo>
                    <a:pt x="885" y="727"/>
                    <a:pt x="874" y="725"/>
                    <a:pt x="862" y="725"/>
                  </a:cubicBezTo>
                  <a:cubicBezTo>
                    <a:pt x="814" y="725"/>
                    <a:pt x="745" y="752"/>
                    <a:pt x="599" y="819"/>
                  </a:cubicBezTo>
                  <a:cubicBezTo>
                    <a:pt x="495" y="863"/>
                    <a:pt x="267" y="965"/>
                    <a:pt x="180" y="965"/>
                  </a:cubicBezTo>
                  <a:cubicBezTo>
                    <a:pt x="177" y="965"/>
                    <a:pt x="173" y="964"/>
                    <a:pt x="170" y="964"/>
                  </a:cubicBezTo>
                  <a:cubicBezTo>
                    <a:pt x="195" y="791"/>
                    <a:pt x="519" y="363"/>
                    <a:pt x="722" y="131"/>
                  </a:cubicBezTo>
                  <a:cubicBezTo>
                    <a:pt x="771" y="71"/>
                    <a:pt x="719" y="0"/>
                    <a:pt x="65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6"/>
            <p:cNvSpPr/>
            <p:nvPr/>
          </p:nvSpPr>
          <p:spPr>
            <a:xfrm>
              <a:off x="6744796" y="3858440"/>
              <a:ext cx="12370" cy="25977"/>
            </a:xfrm>
            <a:custGeom>
              <a:rect b="b" l="l" r="r" t="t"/>
              <a:pathLst>
                <a:path extrusionOk="0" h="714" w="340">
                  <a:moveTo>
                    <a:pt x="140" y="0"/>
                  </a:moveTo>
                  <a:cubicBezTo>
                    <a:pt x="101" y="0"/>
                    <a:pt x="64" y="29"/>
                    <a:pt x="59" y="69"/>
                  </a:cubicBezTo>
                  <a:cubicBezTo>
                    <a:pt x="56" y="84"/>
                    <a:pt x="0" y="436"/>
                    <a:pt x="182" y="683"/>
                  </a:cubicBezTo>
                  <a:cubicBezTo>
                    <a:pt x="198" y="701"/>
                    <a:pt x="222" y="713"/>
                    <a:pt x="247" y="713"/>
                  </a:cubicBezTo>
                  <a:cubicBezTo>
                    <a:pt x="265" y="713"/>
                    <a:pt x="281" y="707"/>
                    <a:pt x="296" y="698"/>
                  </a:cubicBezTo>
                  <a:cubicBezTo>
                    <a:pt x="330" y="670"/>
                    <a:pt x="339" y="621"/>
                    <a:pt x="312" y="584"/>
                  </a:cubicBezTo>
                  <a:cubicBezTo>
                    <a:pt x="170" y="396"/>
                    <a:pt x="216" y="100"/>
                    <a:pt x="216" y="97"/>
                  </a:cubicBezTo>
                  <a:cubicBezTo>
                    <a:pt x="225" y="50"/>
                    <a:pt x="194" y="10"/>
                    <a:pt x="151" y="1"/>
                  </a:cubicBezTo>
                  <a:cubicBezTo>
                    <a:pt x="148" y="0"/>
                    <a:pt x="144" y="0"/>
                    <a:pt x="14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6"/>
            <p:cNvSpPr/>
            <p:nvPr/>
          </p:nvSpPr>
          <p:spPr>
            <a:xfrm>
              <a:off x="6738720" y="3825442"/>
              <a:ext cx="12843" cy="25977"/>
            </a:xfrm>
            <a:custGeom>
              <a:rect b="b" l="l" r="r" t="t"/>
              <a:pathLst>
                <a:path extrusionOk="0" h="714" w="353">
                  <a:moveTo>
                    <a:pt x="140" y="0"/>
                  </a:moveTo>
                  <a:cubicBezTo>
                    <a:pt x="101" y="0"/>
                    <a:pt x="65" y="27"/>
                    <a:pt x="59" y="69"/>
                  </a:cubicBezTo>
                  <a:cubicBezTo>
                    <a:pt x="56" y="81"/>
                    <a:pt x="1" y="436"/>
                    <a:pt x="186" y="680"/>
                  </a:cubicBezTo>
                  <a:cubicBezTo>
                    <a:pt x="201" y="701"/>
                    <a:pt x="223" y="714"/>
                    <a:pt x="250" y="714"/>
                  </a:cubicBezTo>
                  <a:cubicBezTo>
                    <a:pt x="315" y="714"/>
                    <a:pt x="352" y="636"/>
                    <a:pt x="312" y="584"/>
                  </a:cubicBezTo>
                  <a:cubicBezTo>
                    <a:pt x="170" y="393"/>
                    <a:pt x="220" y="97"/>
                    <a:pt x="220" y="94"/>
                  </a:cubicBezTo>
                  <a:cubicBezTo>
                    <a:pt x="226" y="50"/>
                    <a:pt x="195" y="7"/>
                    <a:pt x="152" y="1"/>
                  </a:cubicBezTo>
                  <a:cubicBezTo>
                    <a:pt x="148" y="1"/>
                    <a:pt x="144" y="0"/>
                    <a:pt x="14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6"/>
            <p:cNvSpPr/>
            <p:nvPr/>
          </p:nvSpPr>
          <p:spPr>
            <a:xfrm>
              <a:off x="6761058" y="3833410"/>
              <a:ext cx="11460" cy="26414"/>
            </a:xfrm>
            <a:custGeom>
              <a:rect b="b" l="l" r="r" t="t"/>
              <a:pathLst>
                <a:path extrusionOk="0" h="726" w="315">
                  <a:moveTo>
                    <a:pt x="211" y="0"/>
                  </a:moveTo>
                  <a:cubicBezTo>
                    <a:pt x="182" y="0"/>
                    <a:pt x="153" y="15"/>
                    <a:pt x="139" y="50"/>
                  </a:cubicBezTo>
                  <a:cubicBezTo>
                    <a:pt x="133" y="66"/>
                    <a:pt x="0" y="396"/>
                    <a:pt x="124" y="677"/>
                  </a:cubicBezTo>
                  <a:cubicBezTo>
                    <a:pt x="139" y="704"/>
                    <a:pt x="167" y="726"/>
                    <a:pt x="198" y="726"/>
                  </a:cubicBezTo>
                  <a:cubicBezTo>
                    <a:pt x="210" y="723"/>
                    <a:pt x="222" y="723"/>
                    <a:pt x="232" y="717"/>
                  </a:cubicBezTo>
                  <a:cubicBezTo>
                    <a:pt x="272" y="698"/>
                    <a:pt x="290" y="652"/>
                    <a:pt x="272" y="612"/>
                  </a:cubicBezTo>
                  <a:cubicBezTo>
                    <a:pt x="176" y="396"/>
                    <a:pt x="287" y="115"/>
                    <a:pt x="287" y="112"/>
                  </a:cubicBezTo>
                  <a:cubicBezTo>
                    <a:pt x="315" y="49"/>
                    <a:pt x="262" y="0"/>
                    <a:pt x="21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6"/>
            <p:cNvSpPr/>
            <p:nvPr/>
          </p:nvSpPr>
          <p:spPr>
            <a:xfrm>
              <a:off x="6779358" y="3832245"/>
              <a:ext cx="11460" cy="26341"/>
            </a:xfrm>
            <a:custGeom>
              <a:rect b="b" l="l" r="r" t="t"/>
              <a:pathLst>
                <a:path extrusionOk="0" h="724" w="315">
                  <a:moveTo>
                    <a:pt x="211" y="1"/>
                  </a:moveTo>
                  <a:cubicBezTo>
                    <a:pt x="182" y="1"/>
                    <a:pt x="153" y="16"/>
                    <a:pt x="139" y="52"/>
                  </a:cubicBezTo>
                  <a:cubicBezTo>
                    <a:pt x="133" y="67"/>
                    <a:pt x="0" y="397"/>
                    <a:pt x="123" y="678"/>
                  </a:cubicBezTo>
                  <a:cubicBezTo>
                    <a:pt x="139" y="705"/>
                    <a:pt x="167" y="724"/>
                    <a:pt x="197" y="724"/>
                  </a:cubicBezTo>
                  <a:cubicBezTo>
                    <a:pt x="210" y="724"/>
                    <a:pt x="222" y="721"/>
                    <a:pt x="231" y="718"/>
                  </a:cubicBezTo>
                  <a:cubicBezTo>
                    <a:pt x="272" y="699"/>
                    <a:pt x="290" y="650"/>
                    <a:pt x="272" y="610"/>
                  </a:cubicBezTo>
                  <a:cubicBezTo>
                    <a:pt x="176" y="394"/>
                    <a:pt x="287" y="116"/>
                    <a:pt x="287" y="113"/>
                  </a:cubicBezTo>
                  <a:cubicBezTo>
                    <a:pt x="315" y="48"/>
                    <a:pt x="263" y="1"/>
                    <a:pt x="21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6"/>
            <p:cNvSpPr/>
            <p:nvPr/>
          </p:nvSpPr>
          <p:spPr>
            <a:xfrm>
              <a:off x="6797622" y="3835447"/>
              <a:ext cx="13934" cy="25722"/>
            </a:xfrm>
            <a:custGeom>
              <a:rect b="b" l="l" r="r" t="t"/>
              <a:pathLst>
                <a:path extrusionOk="0" h="707" w="383">
                  <a:moveTo>
                    <a:pt x="273" y="1"/>
                  </a:moveTo>
                  <a:cubicBezTo>
                    <a:pt x="251" y="1"/>
                    <a:pt x="228" y="11"/>
                    <a:pt x="211" y="35"/>
                  </a:cubicBezTo>
                  <a:cubicBezTo>
                    <a:pt x="201" y="47"/>
                    <a:pt x="1" y="340"/>
                    <a:pt x="63" y="642"/>
                  </a:cubicBezTo>
                  <a:cubicBezTo>
                    <a:pt x="69" y="676"/>
                    <a:pt x="103" y="704"/>
                    <a:pt x="140" y="707"/>
                  </a:cubicBezTo>
                  <a:cubicBezTo>
                    <a:pt x="146" y="707"/>
                    <a:pt x="152" y="704"/>
                    <a:pt x="158" y="704"/>
                  </a:cubicBezTo>
                  <a:cubicBezTo>
                    <a:pt x="201" y="695"/>
                    <a:pt x="229" y="651"/>
                    <a:pt x="220" y="608"/>
                  </a:cubicBezTo>
                  <a:cubicBezTo>
                    <a:pt x="174" y="377"/>
                    <a:pt x="343" y="127"/>
                    <a:pt x="343" y="127"/>
                  </a:cubicBezTo>
                  <a:cubicBezTo>
                    <a:pt x="383" y="63"/>
                    <a:pt x="330" y="1"/>
                    <a:pt x="27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6"/>
            <p:cNvSpPr/>
            <p:nvPr/>
          </p:nvSpPr>
          <p:spPr>
            <a:xfrm>
              <a:off x="6771282" y="3860623"/>
              <a:ext cx="13862" cy="25795"/>
            </a:xfrm>
            <a:custGeom>
              <a:rect b="b" l="l" r="r" t="t"/>
              <a:pathLst>
                <a:path extrusionOk="0" h="709" w="381">
                  <a:moveTo>
                    <a:pt x="270" y="1"/>
                  </a:moveTo>
                  <a:cubicBezTo>
                    <a:pt x="247" y="1"/>
                    <a:pt x="224" y="11"/>
                    <a:pt x="207" y="37"/>
                  </a:cubicBezTo>
                  <a:cubicBezTo>
                    <a:pt x="197" y="49"/>
                    <a:pt x="0" y="345"/>
                    <a:pt x="65" y="644"/>
                  </a:cubicBezTo>
                  <a:cubicBezTo>
                    <a:pt x="71" y="681"/>
                    <a:pt x="105" y="709"/>
                    <a:pt x="142" y="709"/>
                  </a:cubicBezTo>
                  <a:cubicBezTo>
                    <a:pt x="148" y="709"/>
                    <a:pt x="154" y="709"/>
                    <a:pt x="164" y="706"/>
                  </a:cubicBezTo>
                  <a:cubicBezTo>
                    <a:pt x="207" y="697"/>
                    <a:pt x="234" y="653"/>
                    <a:pt x="225" y="610"/>
                  </a:cubicBezTo>
                  <a:cubicBezTo>
                    <a:pt x="173" y="379"/>
                    <a:pt x="339" y="129"/>
                    <a:pt x="339" y="126"/>
                  </a:cubicBezTo>
                  <a:cubicBezTo>
                    <a:pt x="381" y="63"/>
                    <a:pt x="326" y="1"/>
                    <a:pt x="2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6"/>
            <p:cNvSpPr/>
            <p:nvPr/>
          </p:nvSpPr>
          <p:spPr>
            <a:xfrm>
              <a:off x="6721657" y="3833337"/>
              <a:ext cx="12516" cy="26050"/>
            </a:xfrm>
            <a:custGeom>
              <a:rect b="b" l="l" r="r" t="t"/>
              <a:pathLst>
                <a:path extrusionOk="0" h="716" w="344">
                  <a:moveTo>
                    <a:pt x="140" y="0"/>
                  </a:moveTo>
                  <a:cubicBezTo>
                    <a:pt x="103" y="0"/>
                    <a:pt x="66" y="22"/>
                    <a:pt x="59" y="71"/>
                  </a:cubicBezTo>
                  <a:cubicBezTo>
                    <a:pt x="59" y="86"/>
                    <a:pt x="1" y="438"/>
                    <a:pt x="186" y="685"/>
                  </a:cubicBezTo>
                  <a:cubicBezTo>
                    <a:pt x="201" y="703"/>
                    <a:pt x="226" y="716"/>
                    <a:pt x="251" y="716"/>
                  </a:cubicBezTo>
                  <a:cubicBezTo>
                    <a:pt x="269" y="716"/>
                    <a:pt x="285" y="709"/>
                    <a:pt x="300" y="700"/>
                  </a:cubicBezTo>
                  <a:cubicBezTo>
                    <a:pt x="334" y="672"/>
                    <a:pt x="343" y="623"/>
                    <a:pt x="315" y="586"/>
                  </a:cubicBezTo>
                  <a:cubicBezTo>
                    <a:pt x="173" y="398"/>
                    <a:pt x="220" y="99"/>
                    <a:pt x="220" y="96"/>
                  </a:cubicBezTo>
                  <a:cubicBezTo>
                    <a:pt x="234" y="35"/>
                    <a:pt x="187" y="0"/>
                    <a:pt x="14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6"/>
            <p:cNvSpPr/>
            <p:nvPr/>
          </p:nvSpPr>
          <p:spPr>
            <a:xfrm>
              <a:off x="6910843" y="4254677"/>
              <a:ext cx="322676" cy="25941"/>
            </a:xfrm>
            <a:custGeom>
              <a:rect b="b" l="l" r="r" t="t"/>
              <a:pathLst>
                <a:path extrusionOk="0" h="713" w="8869">
                  <a:moveTo>
                    <a:pt x="8779" y="0"/>
                  </a:moveTo>
                  <a:cubicBezTo>
                    <a:pt x="8777" y="0"/>
                    <a:pt x="8775" y="0"/>
                    <a:pt x="8773" y="0"/>
                  </a:cubicBezTo>
                  <a:cubicBezTo>
                    <a:pt x="8719" y="9"/>
                    <a:pt x="4101" y="551"/>
                    <a:pt x="1202" y="551"/>
                  </a:cubicBezTo>
                  <a:cubicBezTo>
                    <a:pt x="791" y="551"/>
                    <a:pt x="414" y="540"/>
                    <a:pt x="90" y="516"/>
                  </a:cubicBezTo>
                  <a:cubicBezTo>
                    <a:pt x="89" y="515"/>
                    <a:pt x="87" y="515"/>
                    <a:pt x="85" y="515"/>
                  </a:cubicBezTo>
                  <a:cubicBezTo>
                    <a:pt x="44" y="515"/>
                    <a:pt x="10" y="548"/>
                    <a:pt x="4" y="593"/>
                  </a:cubicBezTo>
                  <a:cubicBezTo>
                    <a:pt x="1" y="636"/>
                    <a:pt x="35" y="676"/>
                    <a:pt x="81" y="679"/>
                  </a:cubicBezTo>
                  <a:cubicBezTo>
                    <a:pt x="405" y="704"/>
                    <a:pt x="784" y="713"/>
                    <a:pt x="1198" y="713"/>
                  </a:cubicBezTo>
                  <a:cubicBezTo>
                    <a:pt x="4109" y="713"/>
                    <a:pt x="8739" y="170"/>
                    <a:pt x="8791" y="161"/>
                  </a:cubicBezTo>
                  <a:cubicBezTo>
                    <a:pt x="8834" y="158"/>
                    <a:pt x="8868" y="118"/>
                    <a:pt x="8862" y="71"/>
                  </a:cubicBezTo>
                  <a:cubicBezTo>
                    <a:pt x="8856" y="30"/>
                    <a:pt x="8819" y="0"/>
                    <a:pt x="87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6"/>
            <p:cNvSpPr/>
            <p:nvPr/>
          </p:nvSpPr>
          <p:spPr>
            <a:xfrm>
              <a:off x="7677593" y="4011354"/>
              <a:ext cx="21575" cy="28015"/>
            </a:xfrm>
            <a:custGeom>
              <a:rect b="b" l="l" r="r" t="t"/>
              <a:pathLst>
                <a:path extrusionOk="0" h="770" w="593">
                  <a:moveTo>
                    <a:pt x="113" y="0"/>
                  </a:moveTo>
                  <a:cubicBezTo>
                    <a:pt x="25" y="0"/>
                    <a:pt x="0" y="130"/>
                    <a:pt x="90" y="156"/>
                  </a:cubicBezTo>
                  <a:cubicBezTo>
                    <a:pt x="103" y="162"/>
                    <a:pt x="408" y="245"/>
                    <a:pt x="340" y="680"/>
                  </a:cubicBezTo>
                  <a:cubicBezTo>
                    <a:pt x="334" y="723"/>
                    <a:pt x="365" y="764"/>
                    <a:pt x="408" y="770"/>
                  </a:cubicBezTo>
                  <a:lnTo>
                    <a:pt x="420" y="770"/>
                  </a:lnTo>
                  <a:cubicBezTo>
                    <a:pt x="460" y="770"/>
                    <a:pt x="494" y="742"/>
                    <a:pt x="500" y="705"/>
                  </a:cubicBezTo>
                  <a:cubicBezTo>
                    <a:pt x="593" y="125"/>
                    <a:pt x="133" y="2"/>
                    <a:pt x="130" y="2"/>
                  </a:cubicBezTo>
                  <a:cubicBezTo>
                    <a:pt x="124" y="1"/>
                    <a:pt x="118" y="0"/>
                    <a:pt x="11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6"/>
            <p:cNvSpPr/>
            <p:nvPr/>
          </p:nvSpPr>
          <p:spPr>
            <a:xfrm>
              <a:off x="7664350" y="3975336"/>
              <a:ext cx="21466" cy="28124"/>
            </a:xfrm>
            <a:custGeom>
              <a:rect b="b" l="l" r="r" t="t"/>
              <a:pathLst>
                <a:path extrusionOk="0" h="773" w="590">
                  <a:moveTo>
                    <a:pt x="110" y="0"/>
                  </a:moveTo>
                  <a:cubicBezTo>
                    <a:pt x="25" y="0"/>
                    <a:pt x="0" y="130"/>
                    <a:pt x="90" y="159"/>
                  </a:cubicBezTo>
                  <a:cubicBezTo>
                    <a:pt x="103" y="162"/>
                    <a:pt x="408" y="245"/>
                    <a:pt x="340" y="680"/>
                  </a:cubicBezTo>
                  <a:cubicBezTo>
                    <a:pt x="334" y="723"/>
                    <a:pt x="365" y="767"/>
                    <a:pt x="408" y="773"/>
                  </a:cubicBezTo>
                  <a:lnTo>
                    <a:pt x="420" y="773"/>
                  </a:lnTo>
                  <a:cubicBezTo>
                    <a:pt x="460" y="773"/>
                    <a:pt x="494" y="745"/>
                    <a:pt x="501" y="705"/>
                  </a:cubicBezTo>
                  <a:cubicBezTo>
                    <a:pt x="590" y="128"/>
                    <a:pt x="134" y="2"/>
                    <a:pt x="127" y="2"/>
                  </a:cubicBezTo>
                  <a:cubicBezTo>
                    <a:pt x="121" y="1"/>
                    <a:pt x="116" y="0"/>
                    <a:pt x="11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6"/>
            <p:cNvSpPr/>
            <p:nvPr/>
          </p:nvSpPr>
          <p:spPr>
            <a:xfrm>
              <a:off x="7635353" y="3960055"/>
              <a:ext cx="22084" cy="28269"/>
            </a:xfrm>
            <a:custGeom>
              <a:rect b="b" l="l" r="r" t="t"/>
              <a:pathLst>
                <a:path extrusionOk="0" h="777" w="607">
                  <a:moveTo>
                    <a:pt x="114" y="0"/>
                  </a:moveTo>
                  <a:cubicBezTo>
                    <a:pt x="26" y="0"/>
                    <a:pt x="1" y="146"/>
                    <a:pt x="107" y="163"/>
                  </a:cubicBezTo>
                  <a:cubicBezTo>
                    <a:pt x="119" y="166"/>
                    <a:pt x="425" y="249"/>
                    <a:pt x="357" y="684"/>
                  </a:cubicBezTo>
                  <a:cubicBezTo>
                    <a:pt x="351" y="727"/>
                    <a:pt x="381" y="770"/>
                    <a:pt x="425" y="776"/>
                  </a:cubicBezTo>
                  <a:lnTo>
                    <a:pt x="437" y="776"/>
                  </a:lnTo>
                  <a:cubicBezTo>
                    <a:pt x="477" y="776"/>
                    <a:pt x="508" y="749"/>
                    <a:pt x="517" y="709"/>
                  </a:cubicBezTo>
                  <a:cubicBezTo>
                    <a:pt x="607" y="132"/>
                    <a:pt x="150" y="5"/>
                    <a:pt x="144" y="5"/>
                  </a:cubicBezTo>
                  <a:cubicBezTo>
                    <a:pt x="133" y="2"/>
                    <a:pt x="124" y="0"/>
                    <a:pt x="1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6"/>
            <p:cNvSpPr/>
            <p:nvPr/>
          </p:nvSpPr>
          <p:spPr>
            <a:xfrm>
              <a:off x="7652890" y="3933678"/>
              <a:ext cx="21611" cy="28160"/>
            </a:xfrm>
            <a:custGeom>
              <a:rect b="b" l="l" r="r" t="t"/>
              <a:pathLst>
                <a:path extrusionOk="0" h="774" w="594">
                  <a:moveTo>
                    <a:pt x="114" y="1"/>
                  </a:moveTo>
                  <a:cubicBezTo>
                    <a:pt x="28" y="1"/>
                    <a:pt x="1" y="131"/>
                    <a:pt x="94" y="160"/>
                  </a:cubicBezTo>
                  <a:cubicBezTo>
                    <a:pt x="106" y="163"/>
                    <a:pt x="411" y="246"/>
                    <a:pt x="344" y="681"/>
                  </a:cubicBezTo>
                  <a:cubicBezTo>
                    <a:pt x="337" y="724"/>
                    <a:pt x="368" y="767"/>
                    <a:pt x="411" y="774"/>
                  </a:cubicBezTo>
                  <a:lnTo>
                    <a:pt x="424" y="774"/>
                  </a:lnTo>
                  <a:cubicBezTo>
                    <a:pt x="464" y="774"/>
                    <a:pt x="495" y="743"/>
                    <a:pt x="504" y="706"/>
                  </a:cubicBezTo>
                  <a:cubicBezTo>
                    <a:pt x="593" y="126"/>
                    <a:pt x="137" y="2"/>
                    <a:pt x="131" y="2"/>
                  </a:cubicBezTo>
                  <a:cubicBezTo>
                    <a:pt x="125" y="1"/>
                    <a:pt x="119" y="1"/>
                    <a:pt x="1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6"/>
            <p:cNvSpPr/>
            <p:nvPr/>
          </p:nvSpPr>
          <p:spPr>
            <a:xfrm>
              <a:off x="7629678" y="3930731"/>
              <a:ext cx="22157" cy="28306"/>
            </a:xfrm>
            <a:custGeom>
              <a:rect b="b" l="l" r="r" t="t"/>
              <a:pathLst>
                <a:path extrusionOk="0" h="778" w="609">
                  <a:moveTo>
                    <a:pt x="114" y="0"/>
                  </a:moveTo>
                  <a:cubicBezTo>
                    <a:pt x="25" y="0"/>
                    <a:pt x="0" y="147"/>
                    <a:pt x="106" y="164"/>
                  </a:cubicBezTo>
                  <a:cubicBezTo>
                    <a:pt x="121" y="167"/>
                    <a:pt x="426" y="250"/>
                    <a:pt x="359" y="685"/>
                  </a:cubicBezTo>
                  <a:cubicBezTo>
                    <a:pt x="352" y="728"/>
                    <a:pt x="380" y="768"/>
                    <a:pt x="426" y="777"/>
                  </a:cubicBezTo>
                  <a:lnTo>
                    <a:pt x="439" y="777"/>
                  </a:lnTo>
                  <a:cubicBezTo>
                    <a:pt x="476" y="774"/>
                    <a:pt x="510" y="747"/>
                    <a:pt x="516" y="710"/>
                  </a:cubicBezTo>
                  <a:cubicBezTo>
                    <a:pt x="608" y="130"/>
                    <a:pt x="149" y="6"/>
                    <a:pt x="146" y="6"/>
                  </a:cubicBezTo>
                  <a:cubicBezTo>
                    <a:pt x="134" y="2"/>
                    <a:pt x="124" y="0"/>
                    <a:pt x="1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6"/>
            <p:cNvSpPr/>
            <p:nvPr/>
          </p:nvSpPr>
          <p:spPr>
            <a:xfrm>
              <a:off x="7182653" y="3936116"/>
              <a:ext cx="23248" cy="29543"/>
            </a:xfrm>
            <a:custGeom>
              <a:rect b="b" l="l" r="r" t="t"/>
              <a:pathLst>
                <a:path extrusionOk="0" h="812" w="639">
                  <a:moveTo>
                    <a:pt x="524" y="1"/>
                  </a:moveTo>
                  <a:cubicBezTo>
                    <a:pt x="509" y="1"/>
                    <a:pt x="494" y="5"/>
                    <a:pt x="478" y="16"/>
                  </a:cubicBezTo>
                  <a:cubicBezTo>
                    <a:pt x="0" y="352"/>
                    <a:pt x="231" y="765"/>
                    <a:pt x="231" y="771"/>
                  </a:cubicBezTo>
                  <a:cubicBezTo>
                    <a:pt x="247" y="796"/>
                    <a:pt x="275" y="811"/>
                    <a:pt x="302" y="811"/>
                  </a:cubicBezTo>
                  <a:cubicBezTo>
                    <a:pt x="318" y="811"/>
                    <a:pt x="330" y="808"/>
                    <a:pt x="342" y="799"/>
                  </a:cubicBezTo>
                  <a:cubicBezTo>
                    <a:pt x="382" y="777"/>
                    <a:pt x="395" y="728"/>
                    <a:pt x="373" y="691"/>
                  </a:cubicBezTo>
                  <a:cubicBezTo>
                    <a:pt x="358" y="660"/>
                    <a:pt x="222" y="395"/>
                    <a:pt x="571" y="145"/>
                  </a:cubicBezTo>
                  <a:cubicBezTo>
                    <a:pt x="639" y="95"/>
                    <a:pt x="591" y="1"/>
                    <a:pt x="52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6"/>
            <p:cNvSpPr/>
            <p:nvPr/>
          </p:nvSpPr>
          <p:spPr>
            <a:xfrm>
              <a:off x="7183089" y="3902826"/>
              <a:ext cx="24413" cy="28269"/>
            </a:xfrm>
            <a:custGeom>
              <a:rect b="b" l="l" r="r" t="t"/>
              <a:pathLst>
                <a:path extrusionOk="0" h="777" w="671">
                  <a:moveTo>
                    <a:pt x="554" y="0"/>
                  </a:moveTo>
                  <a:cubicBezTo>
                    <a:pt x="543" y="0"/>
                    <a:pt x="531" y="3"/>
                    <a:pt x="519" y="8"/>
                  </a:cubicBezTo>
                  <a:cubicBezTo>
                    <a:pt x="0" y="280"/>
                    <a:pt x="170" y="721"/>
                    <a:pt x="173" y="724"/>
                  </a:cubicBezTo>
                  <a:cubicBezTo>
                    <a:pt x="185" y="755"/>
                    <a:pt x="216" y="776"/>
                    <a:pt x="247" y="776"/>
                  </a:cubicBezTo>
                  <a:cubicBezTo>
                    <a:pt x="259" y="776"/>
                    <a:pt x="269" y="773"/>
                    <a:pt x="278" y="770"/>
                  </a:cubicBezTo>
                  <a:cubicBezTo>
                    <a:pt x="321" y="752"/>
                    <a:pt x="340" y="705"/>
                    <a:pt x="324" y="665"/>
                  </a:cubicBezTo>
                  <a:cubicBezTo>
                    <a:pt x="318" y="650"/>
                    <a:pt x="204" y="357"/>
                    <a:pt x="593" y="153"/>
                  </a:cubicBezTo>
                  <a:cubicBezTo>
                    <a:pt x="670" y="108"/>
                    <a:pt x="627" y="0"/>
                    <a:pt x="55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6"/>
            <p:cNvSpPr/>
            <p:nvPr/>
          </p:nvSpPr>
          <p:spPr>
            <a:xfrm>
              <a:off x="7204846" y="3908175"/>
              <a:ext cx="24849" cy="28415"/>
            </a:xfrm>
            <a:custGeom>
              <a:rect b="b" l="l" r="r" t="t"/>
              <a:pathLst>
                <a:path extrusionOk="0" h="781" w="683">
                  <a:moveTo>
                    <a:pt x="562" y="0"/>
                  </a:moveTo>
                  <a:cubicBezTo>
                    <a:pt x="548" y="0"/>
                    <a:pt x="534" y="4"/>
                    <a:pt x="519" y="13"/>
                  </a:cubicBezTo>
                  <a:cubicBezTo>
                    <a:pt x="1" y="284"/>
                    <a:pt x="173" y="725"/>
                    <a:pt x="177" y="728"/>
                  </a:cubicBezTo>
                  <a:cubicBezTo>
                    <a:pt x="189" y="759"/>
                    <a:pt x="217" y="777"/>
                    <a:pt x="251" y="781"/>
                  </a:cubicBezTo>
                  <a:cubicBezTo>
                    <a:pt x="260" y="777"/>
                    <a:pt x="272" y="777"/>
                    <a:pt x="281" y="774"/>
                  </a:cubicBezTo>
                  <a:cubicBezTo>
                    <a:pt x="321" y="756"/>
                    <a:pt x="343" y="710"/>
                    <a:pt x="325" y="666"/>
                  </a:cubicBezTo>
                  <a:cubicBezTo>
                    <a:pt x="321" y="654"/>
                    <a:pt x="204" y="361"/>
                    <a:pt x="596" y="154"/>
                  </a:cubicBezTo>
                  <a:cubicBezTo>
                    <a:pt x="682" y="115"/>
                    <a:pt x="638" y="0"/>
                    <a:pt x="56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6"/>
            <p:cNvSpPr/>
            <p:nvPr/>
          </p:nvSpPr>
          <p:spPr>
            <a:xfrm>
              <a:off x="7557096" y="4425563"/>
              <a:ext cx="27505" cy="20120"/>
            </a:xfrm>
            <a:custGeom>
              <a:rect b="b" l="l" r="r" t="t"/>
              <a:pathLst>
                <a:path extrusionOk="0" h="553" w="756">
                  <a:moveTo>
                    <a:pt x="670" y="0"/>
                  </a:moveTo>
                  <a:cubicBezTo>
                    <a:pt x="630" y="0"/>
                    <a:pt x="598" y="29"/>
                    <a:pt x="592" y="72"/>
                  </a:cubicBezTo>
                  <a:cubicBezTo>
                    <a:pt x="589" y="84"/>
                    <a:pt x="549" y="389"/>
                    <a:pt x="127" y="389"/>
                  </a:cubicBezTo>
                  <a:lnTo>
                    <a:pt x="108" y="389"/>
                  </a:lnTo>
                  <a:cubicBezTo>
                    <a:pt x="0" y="389"/>
                    <a:pt x="0" y="553"/>
                    <a:pt x="108" y="553"/>
                  </a:cubicBezTo>
                  <a:lnTo>
                    <a:pt x="127" y="553"/>
                  </a:lnTo>
                  <a:cubicBezTo>
                    <a:pt x="694" y="553"/>
                    <a:pt x="753" y="93"/>
                    <a:pt x="753" y="90"/>
                  </a:cubicBezTo>
                  <a:cubicBezTo>
                    <a:pt x="756" y="44"/>
                    <a:pt x="725" y="4"/>
                    <a:pt x="682" y="1"/>
                  </a:cubicBezTo>
                  <a:cubicBezTo>
                    <a:pt x="678" y="0"/>
                    <a:pt x="674" y="0"/>
                    <a:pt x="67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6"/>
            <p:cNvSpPr/>
            <p:nvPr/>
          </p:nvSpPr>
          <p:spPr>
            <a:xfrm>
              <a:off x="7582891" y="4395729"/>
              <a:ext cx="27323" cy="20120"/>
            </a:xfrm>
            <a:custGeom>
              <a:rect b="b" l="l" r="r" t="t"/>
              <a:pathLst>
                <a:path extrusionOk="0" h="553" w="751">
                  <a:moveTo>
                    <a:pt x="670" y="0"/>
                  </a:moveTo>
                  <a:cubicBezTo>
                    <a:pt x="627" y="0"/>
                    <a:pt x="593" y="30"/>
                    <a:pt x="587" y="71"/>
                  </a:cubicBezTo>
                  <a:cubicBezTo>
                    <a:pt x="584" y="84"/>
                    <a:pt x="544" y="392"/>
                    <a:pt x="121" y="392"/>
                  </a:cubicBezTo>
                  <a:lnTo>
                    <a:pt x="102" y="392"/>
                  </a:lnTo>
                  <a:cubicBezTo>
                    <a:pt x="1" y="398"/>
                    <a:pt x="1" y="546"/>
                    <a:pt x="102" y="553"/>
                  </a:cubicBezTo>
                  <a:lnTo>
                    <a:pt x="121" y="553"/>
                  </a:lnTo>
                  <a:cubicBezTo>
                    <a:pt x="688" y="553"/>
                    <a:pt x="747" y="96"/>
                    <a:pt x="747" y="90"/>
                  </a:cubicBezTo>
                  <a:cubicBezTo>
                    <a:pt x="750" y="47"/>
                    <a:pt x="719" y="7"/>
                    <a:pt x="676" y="0"/>
                  </a:cubicBezTo>
                  <a:cubicBezTo>
                    <a:pt x="674" y="0"/>
                    <a:pt x="672" y="0"/>
                    <a:pt x="67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6"/>
            <p:cNvSpPr/>
            <p:nvPr/>
          </p:nvSpPr>
          <p:spPr>
            <a:xfrm>
              <a:off x="7602209" y="4409918"/>
              <a:ext cx="26632" cy="20192"/>
            </a:xfrm>
            <a:custGeom>
              <a:rect b="b" l="l" r="r" t="t"/>
              <a:pathLst>
                <a:path extrusionOk="0" h="555" w="732">
                  <a:moveTo>
                    <a:pt x="640" y="1"/>
                  </a:moveTo>
                  <a:cubicBezTo>
                    <a:pt x="602" y="1"/>
                    <a:pt x="567" y="32"/>
                    <a:pt x="565" y="70"/>
                  </a:cubicBezTo>
                  <a:cubicBezTo>
                    <a:pt x="562" y="103"/>
                    <a:pt x="514" y="391"/>
                    <a:pt x="109" y="391"/>
                  </a:cubicBezTo>
                  <a:cubicBezTo>
                    <a:pt x="101" y="391"/>
                    <a:pt x="92" y="391"/>
                    <a:pt x="83" y="391"/>
                  </a:cubicBezTo>
                  <a:cubicBezTo>
                    <a:pt x="40" y="394"/>
                    <a:pt x="3" y="428"/>
                    <a:pt x="0" y="471"/>
                  </a:cubicBezTo>
                  <a:cubicBezTo>
                    <a:pt x="0" y="514"/>
                    <a:pt x="34" y="551"/>
                    <a:pt x="77" y="554"/>
                  </a:cubicBezTo>
                  <a:lnTo>
                    <a:pt x="99" y="554"/>
                  </a:lnTo>
                  <a:cubicBezTo>
                    <a:pt x="663" y="554"/>
                    <a:pt x="722" y="95"/>
                    <a:pt x="725" y="92"/>
                  </a:cubicBezTo>
                  <a:cubicBezTo>
                    <a:pt x="731" y="45"/>
                    <a:pt x="700" y="5"/>
                    <a:pt x="654" y="2"/>
                  </a:cubicBezTo>
                  <a:cubicBezTo>
                    <a:pt x="649" y="1"/>
                    <a:pt x="644" y="1"/>
                    <a:pt x="64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6"/>
            <p:cNvSpPr/>
            <p:nvPr/>
          </p:nvSpPr>
          <p:spPr>
            <a:xfrm>
              <a:off x="7535922" y="4410573"/>
              <a:ext cx="30379" cy="16627"/>
            </a:xfrm>
            <a:custGeom>
              <a:rect b="b" l="l" r="r" t="t"/>
              <a:pathLst>
                <a:path extrusionOk="0" h="457" w="835">
                  <a:moveTo>
                    <a:pt x="740" y="1"/>
                  </a:moveTo>
                  <a:cubicBezTo>
                    <a:pt x="710" y="1"/>
                    <a:pt x="680" y="16"/>
                    <a:pt x="666" y="52"/>
                  </a:cubicBezTo>
                  <a:cubicBezTo>
                    <a:pt x="663" y="63"/>
                    <a:pt x="588" y="294"/>
                    <a:pt x="283" y="294"/>
                  </a:cubicBezTo>
                  <a:cubicBezTo>
                    <a:pt x="238" y="294"/>
                    <a:pt x="188" y="289"/>
                    <a:pt x="132" y="277"/>
                  </a:cubicBezTo>
                  <a:cubicBezTo>
                    <a:pt x="125" y="275"/>
                    <a:pt x="117" y="275"/>
                    <a:pt x="111" y="275"/>
                  </a:cubicBezTo>
                  <a:cubicBezTo>
                    <a:pt x="23" y="275"/>
                    <a:pt x="1" y="414"/>
                    <a:pt x="101" y="434"/>
                  </a:cubicBezTo>
                  <a:cubicBezTo>
                    <a:pt x="160" y="447"/>
                    <a:pt x="221" y="453"/>
                    <a:pt x="286" y="456"/>
                  </a:cubicBezTo>
                  <a:cubicBezTo>
                    <a:pt x="706" y="456"/>
                    <a:pt x="820" y="104"/>
                    <a:pt x="820" y="98"/>
                  </a:cubicBezTo>
                  <a:cubicBezTo>
                    <a:pt x="835" y="40"/>
                    <a:pt x="787" y="1"/>
                    <a:pt x="74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6"/>
            <p:cNvSpPr/>
            <p:nvPr/>
          </p:nvSpPr>
          <p:spPr>
            <a:xfrm>
              <a:off x="7142560" y="4329805"/>
              <a:ext cx="32380" cy="11861"/>
            </a:xfrm>
            <a:custGeom>
              <a:rect b="b" l="l" r="r" t="t"/>
              <a:pathLst>
                <a:path extrusionOk="0" h="326" w="890">
                  <a:moveTo>
                    <a:pt x="414" y="1"/>
                  </a:moveTo>
                  <a:cubicBezTo>
                    <a:pt x="200" y="1"/>
                    <a:pt x="61" y="133"/>
                    <a:pt x="60" y="135"/>
                  </a:cubicBezTo>
                  <a:cubicBezTo>
                    <a:pt x="0" y="192"/>
                    <a:pt x="53" y="273"/>
                    <a:pt x="115" y="273"/>
                  </a:cubicBezTo>
                  <a:cubicBezTo>
                    <a:pt x="134" y="273"/>
                    <a:pt x="153" y="266"/>
                    <a:pt x="171" y="249"/>
                  </a:cubicBezTo>
                  <a:cubicBezTo>
                    <a:pt x="176" y="243"/>
                    <a:pt x="264" y="161"/>
                    <a:pt x="406" y="161"/>
                  </a:cubicBezTo>
                  <a:cubicBezTo>
                    <a:pt x="499" y="161"/>
                    <a:pt x="615" y="196"/>
                    <a:pt x="747" y="307"/>
                  </a:cubicBezTo>
                  <a:cubicBezTo>
                    <a:pt x="763" y="320"/>
                    <a:pt x="781" y="326"/>
                    <a:pt x="800" y="326"/>
                  </a:cubicBezTo>
                  <a:cubicBezTo>
                    <a:pt x="821" y="326"/>
                    <a:pt x="846" y="317"/>
                    <a:pt x="861" y="298"/>
                  </a:cubicBezTo>
                  <a:cubicBezTo>
                    <a:pt x="889" y="264"/>
                    <a:pt x="886" y="212"/>
                    <a:pt x="852" y="184"/>
                  </a:cubicBezTo>
                  <a:cubicBezTo>
                    <a:pt x="688" y="45"/>
                    <a:pt x="538" y="1"/>
                    <a:pt x="4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6"/>
            <p:cNvSpPr/>
            <p:nvPr/>
          </p:nvSpPr>
          <p:spPr>
            <a:xfrm>
              <a:off x="7110580" y="4342575"/>
              <a:ext cx="32853" cy="12552"/>
            </a:xfrm>
            <a:custGeom>
              <a:rect b="b" l="l" r="r" t="t"/>
              <a:pathLst>
                <a:path extrusionOk="0" h="345" w="903">
                  <a:moveTo>
                    <a:pt x="470" y="1"/>
                  </a:moveTo>
                  <a:cubicBezTo>
                    <a:pt x="184" y="1"/>
                    <a:pt x="38" y="217"/>
                    <a:pt x="38" y="222"/>
                  </a:cubicBezTo>
                  <a:cubicBezTo>
                    <a:pt x="1" y="274"/>
                    <a:pt x="41" y="345"/>
                    <a:pt x="103" y="345"/>
                  </a:cubicBezTo>
                  <a:cubicBezTo>
                    <a:pt x="130" y="345"/>
                    <a:pt x="155" y="333"/>
                    <a:pt x="171" y="311"/>
                  </a:cubicBezTo>
                  <a:cubicBezTo>
                    <a:pt x="184" y="289"/>
                    <a:pt x="277" y="162"/>
                    <a:pt x="466" y="162"/>
                  </a:cubicBezTo>
                  <a:cubicBezTo>
                    <a:pt x="542" y="162"/>
                    <a:pt x="635" y="183"/>
                    <a:pt x="744" y="240"/>
                  </a:cubicBezTo>
                  <a:cubicBezTo>
                    <a:pt x="759" y="248"/>
                    <a:pt x="772" y="251"/>
                    <a:pt x="785" y="251"/>
                  </a:cubicBezTo>
                  <a:cubicBezTo>
                    <a:pt x="859" y="251"/>
                    <a:pt x="903" y="140"/>
                    <a:pt x="821" y="98"/>
                  </a:cubicBezTo>
                  <a:cubicBezTo>
                    <a:pt x="687" y="27"/>
                    <a:pt x="570" y="1"/>
                    <a:pt x="4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6"/>
            <p:cNvSpPr/>
            <p:nvPr/>
          </p:nvSpPr>
          <p:spPr>
            <a:xfrm>
              <a:off x="7098246" y="4319873"/>
              <a:ext cx="32417" cy="12588"/>
            </a:xfrm>
            <a:custGeom>
              <a:rect b="b" l="l" r="r" t="t"/>
              <a:pathLst>
                <a:path extrusionOk="0" h="346" w="891">
                  <a:moveTo>
                    <a:pt x="459" y="0"/>
                  </a:moveTo>
                  <a:cubicBezTo>
                    <a:pt x="172" y="0"/>
                    <a:pt x="25" y="217"/>
                    <a:pt x="25" y="219"/>
                  </a:cubicBezTo>
                  <a:cubicBezTo>
                    <a:pt x="1" y="256"/>
                    <a:pt x="10" y="306"/>
                    <a:pt x="47" y="330"/>
                  </a:cubicBezTo>
                  <a:cubicBezTo>
                    <a:pt x="59" y="340"/>
                    <a:pt x="75" y="346"/>
                    <a:pt x="93" y="346"/>
                  </a:cubicBezTo>
                  <a:cubicBezTo>
                    <a:pt x="118" y="346"/>
                    <a:pt x="143" y="330"/>
                    <a:pt x="158" y="309"/>
                  </a:cubicBezTo>
                  <a:cubicBezTo>
                    <a:pt x="162" y="300"/>
                    <a:pt x="256" y="162"/>
                    <a:pt x="453" y="162"/>
                  </a:cubicBezTo>
                  <a:cubicBezTo>
                    <a:pt x="530" y="162"/>
                    <a:pt x="622" y="183"/>
                    <a:pt x="732" y="241"/>
                  </a:cubicBezTo>
                  <a:cubicBezTo>
                    <a:pt x="745" y="248"/>
                    <a:pt x="759" y="251"/>
                    <a:pt x="771" y="251"/>
                  </a:cubicBezTo>
                  <a:cubicBezTo>
                    <a:pt x="846" y="251"/>
                    <a:pt x="891" y="141"/>
                    <a:pt x="809" y="96"/>
                  </a:cubicBezTo>
                  <a:cubicBezTo>
                    <a:pt x="676" y="26"/>
                    <a:pt x="559" y="0"/>
                    <a:pt x="45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8" name="Google Shape;3678;p6"/>
            <p:cNvSpPr/>
            <p:nvPr/>
          </p:nvSpPr>
          <p:spPr>
            <a:xfrm>
              <a:off x="7072670" y="4336936"/>
              <a:ext cx="32380" cy="12479"/>
            </a:xfrm>
            <a:custGeom>
              <a:rect b="b" l="l" r="r" t="t"/>
              <a:pathLst>
                <a:path extrusionOk="0" h="343" w="890">
                  <a:moveTo>
                    <a:pt x="460" y="0"/>
                  </a:moveTo>
                  <a:cubicBezTo>
                    <a:pt x="173" y="0"/>
                    <a:pt x="27" y="217"/>
                    <a:pt x="25" y="219"/>
                  </a:cubicBezTo>
                  <a:cubicBezTo>
                    <a:pt x="0" y="256"/>
                    <a:pt x="10" y="306"/>
                    <a:pt x="47" y="330"/>
                  </a:cubicBezTo>
                  <a:cubicBezTo>
                    <a:pt x="59" y="340"/>
                    <a:pt x="74" y="343"/>
                    <a:pt x="93" y="343"/>
                  </a:cubicBezTo>
                  <a:cubicBezTo>
                    <a:pt x="118" y="343"/>
                    <a:pt x="142" y="330"/>
                    <a:pt x="158" y="309"/>
                  </a:cubicBezTo>
                  <a:cubicBezTo>
                    <a:pt x="171" y="289"/>
                    <a:pt x="264" y="161"/>
                    <a:pt x="455" y="161"/>
                  </a:cubicBezTo>
                  <a:cubicBezTo>
                    <a:pt x="531" y="161"/>
                    <a:pt x="623" y="181"/>
                    <a:pt x="731" y="238"/>
                  </a:cubicBezTo>
                  <a:cubicBezTo>
                    <a:pt x="746" y="246"/>
                    <a:pt x="760" y="249"/>
                    <a:pt x="773" y="249"/>
                  </a:cubicBezTo>
                  <a:cubicBezTo>
                    <a:pt x="846" y="249"/>
                    <a:pt x="890" y="140"/>
                    <a:pt x="809" y="96"/>
                  </a:cubicBezTo>
                  <a:cubicBezTo>
                    <a:pt x="675" y="26"/>
                    <a:pt x="559" y="0"/>
                    <a:pt x="46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9" name="Google Shape;3679;p6"/>
            <p:cNvSpPr/>
            <p:nvPr/>
          </p:nvSpPr>
          <p:spPr>
            <a:xfrm>
              <a:off x="7048549" y="4316999"/>
              <a:ext cx="32380" cy="12552"/>
            </a:xfrm>
            <a:custGeom>
              <a:rect b="b" l="l" r="r" t="t"/>
              <a:pathLst>
                <a:path extrusionOk="0" h="345" w="890">
                  <a:moveTo>
                    <a:pt x="459" y="1"/>
                  </a:moveTo>
                  <a:cubicBezTo>
                    <a:pt x="172" y="1"/>
                    <a:pt x="27" y="219"/>
                    <a:pt x="25" y="221"/>
                  </a:cubicBezTo>
                  <a:cubicBezTo>
                    <a:pt x="0" y="258"/>
                    <a:pt x="10" y="308"/>
                    <a:pt x="47" y="332"/>
                  </a:cubicBezTo>
                  <a:cubicBezTo>
                    <a:pt x="62" y="342"/>
                    <a:pt x="77" y="345"/>
                    <a:pt x="93" y="345"/>
                  </a:cubicBezTo>
                  <a:cubicBezTo>
                    <a:pt x="118" y="345"/>
                    <a:pt x="142" y="332"/>
                    <a:pt x="158" y="311"/>
                  </a:cubicBezTo>
                  <a:cubicBezTo>
                    <a:pt x="164" y="302"/>
                    <a:pt x="258" y="163"/>
                    <a:pt x="456" y="163"/>
                  </a:cubicBezTo>
                  <a:cubicBezTo>
                    <a:pt x="532" y="163"/>
                    <a:pt x="623" y="183"/>
                    <a:pt x="731" y="240"/>
                  </a:cubicBezTo>
                  <a:cubicBezTo>
                    <a:pt x="746" y="248"/>
                    <a:pt x="760" y="251"/>
                    <a:pt x="773" y="251"/>
                  </a:cubicBezTo>
                  <a:cubicBezTo>
                    <a:pt x="846" y="251"/>
                    <a:pt x="889" y="142"/>
                    <a:pt x="808" y="98"/>
                  </a:cubicBezTo>
                  <a:cubicBezTo>
                    <a:pt x="675" y="27"/>
                    <a:pt x="558" y="1"/>
                    <a:pt x="45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0" name="Google Shape;3680;p6"/>
            <p:cNvSpPr/>
            <p:nvPr/>
          </p:nvSpPr>
          <p:spPr>
            <a:xfrm>
              <a:off x="7031486" y="4336936"/>
              <a:ext cx="32744" cy="12479"/>
            </a:xfrm>
            <a:custGeom>
              <a:rect b="b" l="l" r="r" t="t"/>
              <a:pathLst>
                <a:path extrusionOk="0" h="343" w="900">
                  <a:moveTo>
                    <a:pt x="462" y="0"/>
                  </a:moveTo>
                  <a:cubicBezTo>
                    <a:pt x="174" y="0"/>
                    <a:pt x="27" y="217"/>
                    <a:pt x="25" y="219"/>
                  </a:cubicBezTo>
                  <a:cubicBezTo>
                    <a:pt x="0" y="256"/>
                    <a:pt x="10" y="306"/>
                    <a:pt x="50" y="330"/>
                  </a:cubicBezTo>
                  <a:cubicBezTo>
                    <a:pt x="62" y="340"/>
                    <a:pt x="78" y="343"/>
                    <a:pt x="93" y="343"/>
                  </a:cubicBezTo>
                  <a:cubicBezTo>
                    <a:pt x="121" y="343"/>
                    <a:pt x="145" y="330"/>
                    <a:pt x="161" y="309"/>
                  </a:cubicBezTo>
                  <a:cubicBezTo>
                    <a:pt x="174" y="289"/>
                    <a:pt x="267" y="161"/>
                    <a:pt x="458" y="161"/>
                  </a:cubicBezTo>
                  <a:cubicBezTo>
                    <a:pt x="534" y="161"/>
                    <a:pt x="626" y="181"/>
                    <a:pt x="735" y="238"/>
                  </a:cubicBezTo>
                  <a:cubicBezTo>
                    <a:pt x="750" y="248"/>
                    <a:pt x="766" y="252"/>
                    <a:pt x="780" y="252"/>
                  </a:cubicBezTo>
                  <a:cubicBezTo>
                    <a:pt x="855" y="252"/>
                    <a:pt x="900" y="135"/>
                    <a:pt x="812" y="96"/>
                  </a:cubicBezTo>
                  <a:cubicBezTo>
                    <a:pt x="678" y="26"/>
                    <a:pt x="562" y="0"/>
                    <a:pt x="46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1" name="Google Shape;3681;p6"/>
            <p:cNvSpPr/>
            <p:nvPr/>
          </p:nvSpPr>
          <p:spPr>
            <a:xfrm>
              <a:off x="7512455" y="4438624"/>
              <a:ext cx="32853" cy="13134"/>
            </a:xfrm>
            <a:custGeom>
              <a:rect b="b" l="l" r="r" t="t"/>
              <a:pathLst>
                <a:path extrusionOk="0" h="361" w="903">
                  <a:moveTo>
                    <a:pt x="790" y="0"/>
                  </a:moveTo>
                  <a:cubicBezTo>
                    <a:pt x="766" y="0"/>
                    <a:pt x="741" y="12"/>
                    <a:pt x="725" y="40"/>
                  </a:cubicBezTo>
                  <a:cubicBezTo>
                    <a:pt x="713" y="60"/>
                    <a:pt x="620" y="199"/>
                    <a:pt x="420" y="199"/>
                  </a:cubicBezTo>
                  <a:cubicBezTo>
                    <a:pt x="346" y="199"/>
                    <a:pt x="258" y="180"/>
                    <a:pt x="154" y="129"/>
                  </a:cubicBezTo>
                  <a:cubicBezTo>
                    <a:pt x="141" y="123"/>
                    <a:pt x="128" y="120"/>
                    <a:pt x="117" y="120"/>
                  </a:cubicBezTo>
                  <a:cubicBezTo>
                    <a:pt x="40" y="120"/>
                    <a:pt x="0" y="237"/>
                    <a:pt x="83" y="277"/>
                  </a:cubicBezTo>
                  <a:cubicBezTo>
                    <a:pt x="185" y="330"/>
                    <a:pt x="299" y="357"/>
                    <a:pt x="416" y="360"/>
                  </a:cubicBezTo>
                  <a:cubicBezTo>
                    <a:pt x="595" y="360"/>
                    <a:pt x="762" y="271"/>
                    <a:pt x="863" y="126"/>
                  </a:cubicBezTo>
                  <a:cubicBezTo>
                    <a:pt x="902" y="62"/>
                    <a:pt x="846" y="0"/>
                    <a:pt x="79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2" name="Google Shape;3682;p6"/>
            <p:cNvSpPr/>
            <p:nvPr/>
          </p:nvSpPr>
          <p:spPr>
            <a:xfrm>
              <a:off x="7203827" y="3874303"/>
              <a:ext cx="24849" cy="28415"/>
            </a:xfrm>
            <a:custGeom>
              <a:rect b="b" l="l" r="r" t="t"/>
              <a:pathLst>
                <a:path extrusionOk="0" h="781" w="683">
                  <a:moveTo>
                    <a:pt x="562" y="0"/>
                  </a:moveTo>
                  <a:cubicBezTo>
                    <a:pt x="549" y="0"/>
                    <a:pt x="534" y="4"/>
                    <a:pt x="519" y="12"/>
                  </a:cubicBezTo>
                  <a:cubicBezTo>
                    <a:pt x="1" y="284"/>
                    <a:pt x="174" y="725"/>
                    <a:pt x="177" y="728"/>
                  </a:cubicBezTo>
                  <a:cubicBezTo>
                    <a:pt x="186" y="759"/>
                    <a:pt x="217" y="780"/>
                    <a:pt x="251" y="780"/>
                  </a:cubicBezTo>
                  <a:cubicBezTo>
                    <a:pt x="260" y="780"/>
                    <a:pt x="272" y="777"/>
                    <a:pt x="282" y="774"/>
                  </a:cubicBezTo>
                  <a:cubicBezTo>
                    <a:pt x="322" y="755"/>
                    <a:pt x="343" y="709"/>
                    <a:pt x="325" y="666"/>
                  </a:cubicBezTo>
                  <a:cubicBezTo>
                    <a:pt x="319" y="654"/>
                    <a:pt x="205" y="361"/>
                    <a:pt x="596" y="157"/>
                  </a:cubicBezTo>
                  <a:cubicBezTo>
                    <a:pt x="683" y="115"/>
                    <a:pt x="638" y="0"/>
                    <a:pt x="56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3" name="Google Shape;3683;p6"/>
            <p:cNvSpPr/>
            <p:nvPr/>
          </p:nvSpPr>
          <p:spPr>
            <a:xfrm>
              <a:off x="7193058" y="3956781"/>
              <a:ext cx="19828" cy="31107"/>
            </a:xfrm>
            <a:custGeom>
              <a:rect b="b" l="l" r="r" t="t"/>
              <a:pathLst>
                <a:path extrusionOk="0" h="855" w="545">
                  <a:moveTo>
                    <a:pt x="429" y="1"/>
                  </a:moveTo>
                  <a:cubicBezTo>
                    <a:pt x="406" y="1"/>
                    <a:pt x="383" y="11"/>
                    <a:pt x="365" y="37"/>
                  </a:cubicBezTo>
                  <a:cubicBezTo>
                    <a:pt x="1" y="496"/>
                    <a:pt x="340" y="826"/>
                    <a:pt x="343" y="829"/>
                  </a:cubicBezTo>
                  <a:cubicBezTo>
                    <a:pt x="359" y="845"/>
                    <a:pt x="377" y="851"/>
                    <a:pt x="399" y="851"/>
                  </a:cubicBezTo>
                  <a:lnTo>
                    <a:pt x="399" y="854"/>
                  </a:lnTo>
                  <a:cubicBezTo>
                    <a:pt x="473" y="854"/>
                    <a:pt x="507" y="765"/>
                    <a:pt x="454" y="712"/>
                  </a:cubicBezTo>
                  <a:cubicBezTo>
                    <a:pt x="445" y="703"/>
                    <a:pt x="220" y="481"/>
                    <a:pt x="491" y="135"/>
                  </a:cubicBezTo>
                  <a:cubicBezTo>
                    <a:pt x="545" y="73"/>
                    <a:pt x="489" y="1"/>
                    <a:pt x="42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4" name="Google Shape;3684;p6"/>
            <p:cNvSpPr/>
            <p:nvPr/>
          </p:nvSpPr>
          <p:spPr>
            <a:xfrm>
              <a:off x="7674537" y="4042060"/>
              <a:ext cx="20847" cy="30416"/>
            </a:xfrm>
            <a:custGeom>
              <a:rect b="b" l="l" r="r" t="t"/>
              <a:pathLst>
                <a:path extrusionOk="0" h="836" w="573">
                  <a:moveTo>
                    <a:pt x="117" y="1"/>
                  </a:moveTo>
                  <a:cubicBezTo>
                    <a:pt x="44" y="1"/>
                    <a:pt x="0" y="110"/>
                    <a:pt x="79" y="154"/>
                  </a:cubicBezTo>
                  <a:cubicBezTo>
                    <a:pt x="106" y="169"/>
                    <a:pt x="359" y="330"/>
                    <a:pt x="187" y="721"/>
                  </a:cubicBezTo>
                  <a:cubicBezTo>
                    <a:pt x="162" y="777"/>
                    <a:pt x="202" y="836"/>
                    <a:pt x="261" y="836"/>
                  </a:cubicBezTo>
                  <a:cubicBezTo>
                    <a:pt x="295" y="836"/>
                    <a:pt x="322" y="817"/>
                    <a:pt x="335" y="786"/>
                  </a:cubicBezTo>
                  <a:cubicBezTo>
                    <a:pt x="572" y="253"/>
                    <a:pt x="162" y="15"/>
                    <a:pt x="159" y="12"/>
                  </a:cubicBezTo>
                  <a:cubicBezTo>
                    <a:pt x="144" y="4"/>
                    <a:pt x="130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5" name="Google Shape;3685;p6"/>
            <p:cNvSpPr/>
            <p:nvPr/>
          </p:nvSpPr>
          <p:spPr>
            <a:xfrm>
              <a:off x="7654345" y="4003568"/>
              <a:ext cx="22048" cy="28306"/>
            </a:xfrm>
            <a:custGeom>
              <a:rect b="b" l="l" r="r" t="t"/>
              <a:pathLst>
                <a:path extrusionOk="0" h="778" w="606">
                  <a:moveTo>
                    <a:pt x="114" y="1"/>
                  </a:moveTo>
                  <a:cubicBezTo>
                    <a:pt x="25" y="1"/>
                    <a:pt x="0" y="147"/>
                    <a:pt x="106" y="163"/>
                  </a:cubicBezTo>
                  <a:cubicBezTo>
                    <a:pt x="119" y="166"/>
                    <a:pt x="424" y="250"/>
                    <a:pt x="356" y="685"/>
                  </a:cubicBezTo>
                  <a:cubicBezTo>
                    <a:pt x="350" y="731"/>
                    <a:pt x="381" y="771"/>
                    <a:pt x="424" y="777"/>
                  </a:cubicBezTo>
                  <a:lnTo>
                    <a:pt x="436" y="777"/>
                  </a:lnTo>
                  <a:cubicBezTo>
                    <a:pt x="476" y="777"/>
                    <a:pt x="507" y="749"/>
                    <a:pt x="513" y="709"/>
                  </a:cubicBezTo>
                  <a:cubicBezTo>
                    <a:pt x="606" y="132"/>
                    <a:pt x="149" y="6"/>
                    <a:pt x="143" y="6"/>
                  </a:cubicBezTo>
                  <a:cubicBezTo>
                    <a:pt x="133" y="3"/>
                    <a:pt x="123" y="1"/>
                    <a:pt x="1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6" name="Google Shape;3686;p6"/>
            <p:cNvSpPr/>
            <p:nvPr/>
          </p:nvSpPr>
          <p:spPr>
            <a:xfrm>
              <a:off x="7317618" y="3634173"/>
              <a:ext cx="33035" cy="10842"/>
            </a:xfrm>
            <a:custGeom>
              <a:rect b="b" l="l" r="r" t="t"/>
              <a:pathLst>
                <a:path extrusionOk="0" h="298" w="908">
                  <a:moveTo>
                    <a:pt x="431" y="0"/>
                  </a:moveTo>
                  <a:cubicBezTo>
                    <a:pt x="195" y="0"/>
                    <a:pt x="52" y="157"/>
                    <a:pt x="50" y="159"/>
                  </a:cubicBezTo>
                  <a:cubicBezTo>
                    <a:pt x="1" y="220"/>
                    <a:pt x="53" y="291"/>
                    <a:pt x="113" y="291"/>
                  </a:cubicBezTo>
                  <a:cubicBezTo>
                    <a:pt x="132" y="291"/>
                    <a:pt x="152" y="284"/>
                    <a:pt x="170" y="267"/>
                  </a:cubicBezTo>
                  <a:cubicBezTo>
                    <a:pt x="184" y="253"/>
                    <a:pt x="274" y="161"/>
                    <a:pt x="427" y="161"/>
                  </a:cubicBezTo>
                  <a:cubicBezTo>
                    <a:pt x="514" y="161"/>
                    <a:pt x="621" y="191"/>
                    <a:pt x="747" y="283"/>
                  </a:cubicBezTo>
                  <a:cubicBezTo>
                    <a:pt x="762" y="295"/>
                    <a:pt x="778" y="298"/>
                    <a:pt x="796" y="298"/>
                  </a:cubicBezTo>
                  <a:cubicBezTo>
                    <a:pt x="873" y="298"/>
                    <a:pt x="907" y="199"/>
                    <a:pt x="845" y="153"/>
                  </a:cubicBezTo>
                  <a:cubicBezTo>
                    <a:pt x="688" y="39"/>
                    <a:pt x="548" y="0"/>
                    <a:pt x="43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7" name="Google Shape;3687;p6"/>
            <p:cNvSpPr/>
            <p:nvPr/>
          </p:nvSpPr>
          <p:spPr>
            <a:xfrm>
              <a:off x="7360221" y="3630390"/>
              <a:ext cx="32963" cy="10951"/>
            </a:xfrm>
            <a:custGeom>
              <a:rect b="b" l="l" r="r" t="t"/>
              <a:pathLst>
                <a:path extrusionOk="0" h="301" w="906">
                  <a:moveTo>
                    <a:pt x="433" y="0"/>
                  </a:moveTo>
                  <a:cubicBezTo>
                    <a:pt x="195" y="0"/>
                    <a:pt x="50" y="159"/>
                    <a:pt x="48" y="161"/>
                  </a:cubicBezTo>
                  <a:cubicBezTo>
                    <a:pt x="1" y="222"/>
                    <a:pt x="53" y="294"/>
                    <a:pt x="113" y="294"/>
                  </a:cubicBezTo>
                  <a:cubicBezTo>
                    <a:pt x="131" y="294"/>
                    <a:pt x="151" y="286"/>
                    <a:pt x="168" y="269"/>
                  </a:cubicBezTo>
                  <a:cubicBezTo>
                    <a:pt x="184" y="254"/>
                    <a:pt x="273" y="162"/>
                    <a:pt x="425" y="162"/>
                  </a:cubicBezTo>
                  <a:cubicBezTo>
                    <a:pt x="512" y="162"/>
                    <a:pt x="621" y="192"/>
                    <a:pt x="748" y="285"/>
                  </a:cubicBezTo>
                  <a:cubicBezTo>
                    <a:pt x="760" y="294"/>
                    <a:pt x="779" y="300"/>
                    <a:pt x="794" y="300"/>
                  </a:cubicBezTo>
                  <a:lnTo>
                    <a:pt x="797" y="300"/>
                  </a:lnTo>
                  <a:cubicBezTo>
                    <a:pt x="874" y="300"/>
                    <a:pt x="905" y="198"/>
                    <a:pt x="843" y="152"/>
                  </a:cubicBezTo>
                  <a:cubicBezTo>
                    <a:pt x="688" y="38"/>
                    <a:pt x="549" y="0"/>
                    <a:pt x="43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8" name="Google Shape;3688;p6"/>
            <p:cNvSpPr/>
            <p:nvPr/>
          </p:nvSpPr>
          <p:spPr>
            <a:xfrm>
              <a:off x="7375174" y="3650218"/>
              <a:ext cx="32926" cy="12079"/>
            </a:xfrm>
            <a:custGeom>
              <a:rect b="b" l="l" r="r" t="t"/>
              <a:pathLst>
                <a:path extrusionOk="0" h="332" w="905">
                  <a:moveTo>
                    <a:pt x="403" y="0"/>
                  </a:moveTo>
                  <a:cubicBezTo>
                    <a:pt x="196" y="0"/>
                    <a:pt x="60" y="123"/>
                    <a:pt x="56" y="125"/>
                  </a:cubicBezTo>
                  <a:cubicBezTo>
                    <a:pt x="1" y="183"/>
                    <a:pt x="53" y="264"/>
                    <a:pt x="115" y="264"/>
                  </a:cubicBezTo>
                  <a:cubicBezTo>
                    <a:pt x="132" y="264"/>
                    <a:pt x="150" y="257"/>
                    <a:pt x="167" y="242"/>
                  </a:cubicBezTo>
                  <a:cubicBezTo>
                    <a:pt x="173" y="239"/>
                    <a:pt x="259" y="160"/>
                    <a:pt x="398" y="160"/>
                  </a:cubicBezTo>
                  <a:cubicBezTo>
                    <a:pt x="492" y="160"/>
                    <a:pt x="610" y="196"/>
                    <a:pt x="744" y="313"/>
                  </a:cubicBezTo>
                  <a:cubicBezTo>
                    <a:pt x="756" y="326"/>
                    <a:pt x="775" y="332"/>
                    <a:pt x="796" y="332"/>
                  </a:cubicBezTo>
                  <a:cubicBezTo>
                    <a:pt x="870" y="332"/>
                    <a:pt x="904" y="242"/>
                    <a:pt x="849" y="193"/>
                  </a:cubicBezTo>
                  <a:cubicBezTo>
                    <a:pt x="683" y="46"/>
                    <a:pt x="530" y="0"/>
                    <a:pt x="40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9" name="Google Shape;3689;p6"/>
            <p:cNvSpPr/>
            <p:nvPr/>
          </p:nvSpPr>
          <p:spPr>
            <a:xfrm>
              <a:off x="7266283" y="3635192"/>
              <a:ext cx="33181" cy="10842"/>
            </a:xfrm>
            <a:custGeom>
              <a:rect b="b" l="l" r="r" t="t"/>
              <a:pathLst>
                <a:path extrusionOk="0" h="298" w="912">
                  <a:moveTo>
                    <a:pt x="436" y="0"/>
                  </a:moveTo>
                  <a:cubicBezTo>
                    <a:pt x="199" y="0"/>
                    <a:pt x="56" y="157"/>
                    <a:pt x="54" y="159"/>
                  </a:cubicBezTo>
                  <a:cubicBezTo>
                    <a:pt x="1" y="219"/>
                    <a:pt x="56" y="295"/>
                    <a:pt x="116" y="295"/>
                  </a:cubicBezTo>
                  <a:cubicBezTo>
                    <a:pt x="136" y="295"/>
                    <a:pt x="157" y="287"/>
                    <a:pt x="175" y="267"/>
                  </a:cubicBezTo>
                  <a:cubicBezTo>
                    <a:pt x="181" y="261"/>
                    <a:pt x="272" y="161"/>
                    <a:pt x="432" y="161"/>
                  </a:cubicBezTo>
                  <a:cubicBezTo>
                    <a:pt x="520" y="161"/>
                    <a:pt x="628" y="191"/>
                    <a:pt x="754" y="282"/>
                  </a:cubicBezTo>
                  <a:cubicBezTo>
                    <a:pt x="767" y="292"/>
                    <a:pt x="785" y="298"/>
                    <a:pt x="801" y="298"/>
                  </a:cubicBezTo>
                  <a:cubicBezTo>
                    <a:pt x="881" y="298"/>
                    <a:pt x="912" y="196"/>
                    <a:pt x="850" y="153"/>
                  </a:cubicBezTo>
                  <a:cubicBezTo>
                    <a:pt x="693" y="38"/>
                    <a:pt x="553" y="0"/>
                    <a:pt x="43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0" name="Google Shape;3690;p6"/>
            <p:cNvSpPr/>
            <p:nvPr/>
          </p:nvSpPr>
          <p:spPr>
            <a:xfrm>
              <a:off x="7294770" y="3654038"/>
              <a:ext cx="33217" cy="10951"/>
            </a:xfrm>
            <a:custGeom>
              <a:rect b="b" l="l" r="r" t="t"/>
              <a:pathLst>
                <a:path extrusionOk="0" h="301" w="913">
                  <a:moveTo>
                    <a:pt x="435" y="0"/>
                  </a:moveTo>
                  <a:cubicBezTo>
                    <a:pt x="198" y="0"/>
                    <a:pt x="54" y="157"/>
                    <a:pt x="52" y="159"/>
                  </a:cubicBezTo>
                  <a:cubicBezTo>
                    <a:pt x="0" y="222"/>
                    <a:pt x="55" y="297"/>
                    <a:pt x="115" y="297"/>
                  </a:cubicBezTo>
                  <a:cubicBezTo>
                    <a:pt x="134" y="297"/>
                    <a:pt x="154" y="289"/>
                    <a:pt x="172" y="270"/>
                  </a:cubicBezTo>
                  <a:cubicBezTo>
                    <a:pt x="188" y="254"/>
                    <a:pt x="277" y="163"/>
                    <a:pt x="429" y="163"/>
                  </a:cubicBezTo>
                  <a:cubicBezTo>
                    <a:pt x="516" y="163"/>
                    <a:pt x="624" y="193"/>
                    <a:pt x="752" y="286"/>
                  </a:cubicBezTo>
                  <a:cubicBezTo>
                    <a:pt x="764" y="295"/>
                    <a:pt x="783" y="301"/>
                    <a:pt x="798" y="301"/>
                  </a:cubicBezTo>
                  <a:lnTo>
                    <a:pt x="801" y="301"/>
                  </a:lnTo>
                  <a:cubicBezTo>
                    <a:pt x="878" y="301"/>
                    <a:pt x="912" y="199"/>
                    <a:pt x="847" y="153"/>
                  </a:cubicBezTo>
                  <a:cubicBezTo>
                    <a:pt x="691" y="39"/>
                    <a:pt x="552" y="0"/>
                    <a:pt x="4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1" name="Google Shape;3691;p6"/>
            <p:cNvSpPr/>
            <p:nvPr/>
          </p:nvSpPr>
          <p:spPr>
            <a:xfrm>
              <a:off x="7253950" y="3655930"/>
              <a:ext cx="33181" cy="10878"/>
            </a:xfrm>
            <a:custGeom>
              <a:rect b="b" l="l" r="r" t="t"/>
              <a:pathLst>
                <a:path extrusionOk="0" h="299" w="912">
                  <a:moveTo>
                    <a:pt x="437" y="1"/>
                  </a:moveTo>
                  <a:cubicBezTo>
                    <a:pt x="200" y="1"/>
                    <a:pt x="56" y="157"/>
                    <a:pt x="54" y="160"/>
                  </a:cubicBezTo>
                  <a:cubicBezTo>
                    <a:pt x="1" y="222"/>
                    <a:pt x="55" y="296"/>
                    <a:pt x="116" y="296"/>
                  </a:cubicBezTo>
                  <a:cubicBezTo>
                    <a:pt x="137" y="296"/>
                    <a:pt x="159" y="288"/>
                    <a:pt x="177" y="267"/>
                  </a:cubicBezTo>
                  <a:cubicBezTo>
                    <a:pt x="183" y="261"/>
                    <a:pt x="274" y="161"/>
                    <a:pt x="434" y="161"/>
                  </a:cubicBezTo>
                  <a:cubicBezTo>
                    <a:pt x="521" y="161"/>
                    <a:pt x="629" y="191"/>
                    <a:pt x="754" y="283"/>
                  </a:cubicBezTo>
                  <a:cubicBezTo>
                    <a:pt x="770" y="295"/>
                    <a:pt x="785" y="298"/>
                    <a:pt x="803" y="298"/>
                  </a:cubicBezTo>
                  <a:cubicBezTo>
                    <a:pt x="881" y="298"/>
                    <a:pt x="911" y="200"/>
                    <a:pt x="850" y="153"/>
                  </a:cubicBezTo>
                  <a:cubicBezTo>
                    <a:pt x="694" y="39"/>
                    <a:pt x="554" y="1"/>
                    <a:pt x="43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2" name="Google Shape;3692;p6"/>
            <p:cNvSpPr/>
            <p:nvPr/>
          </p:nvSpPr>
          <p:spPr>
            <a:xfrm>
              <a:off x="7340284" y="3658804"/>
              <a:ext cx="33035" cy="10915"/>
            </a:xfrm>
            <a:custGeom>
              <a:rect b="b" l="l" r="r" t="t"/>
              <a:pathLst>
                <a:path extrusionOk="0" h="300" w="908">
                  <a:moveTo>
                    <a:pt x="433" y="1"/>
                  </a:moveTo>
                  <a:cubicBezTo>
                    <a:pt x="196" y="1"/>
                    <a:pt x="52" y="159"/>
                    <a:pt x="50" y="161"/>
                  </a:cubicBezTo>
                  <a:cubicBezTo>
                    <a:pt x="1" y="222"/>
                    <a:pt x="54" y="293"/>
                    <a:pt x="114" y="293"/>
                  </a:cubicBezTo>
                  <a:cubicBezTo>
                    <a:pt x="133" y="293"/>
                    <a:pt x="153" y="286"/>
                    <a:pt x="170" y="269"/>
                  </a:cubicBezTo>
                  <a:cubicBezTo>
                    <a:pt x="176" y="261"/>
                    <a:pt x="267" y="160"/>
                    <a:pt x="426" y="160"/>
                  </a:cubicBezTo>
                  <a:cubicBezTo>
                    <a:pt x="514" y="160"/>
                    <a:pt x="623" y="191"/>
                    <a:pt x="750" y="284"/>
                  </a:cubicBezTo>
                  <a:cubicBezTo>
                    <a:pt x="762" y="293"/>
                    <a:pt x="781" y="299"/>
                    <a:pt x="796" y="299"/>
                  </a:cubicBezTo>
                  <a:cubicBezTo>
                    <a:pt x="873" y="299"/>
                    <a:pt x="907" y="198"/>
                    <a:pt x="845" y="151"/>
                  </a:cubicBezTo>
                  <a:cubicBezTo>
                    <a:pt x="689" y="39"/>
                    <a:pt x="550" y="1"/>
                    <a:pt x="43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3693" name="Google Shape;3693;p6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169418" y="1415542"/>
            <a:ext cx="7078955" cy="29839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5000"/>
                                        <p:tgtEl>
                                          <p:spTgt spid="3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97" name="Shape 36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8" name="Google Shape;3698;p7"/>
          <p:cNvSpPr txBox="1"/>
          <p:nvPr>
            <p:ph type="title"/>
          </p:nvPr>
        </p:nvSpPr>
        <p:spPr>
          <a:xfrm>
            <a:off x="539382" y="434883"/>
            <a:ext cx="5866984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Főoldal - Kiemelt állatok</a:t>
            </a:r>
            <a:endParaRPr/>
          </a:p>
        </p:txBody>
      </p:sp>
      <p:grpSp>
        <p:nvGrpSpPr>
          <p:cNvPr id="3699" name="Google Shape;3699;p7"/>
          <p:cNvGrpSpPr/>
          <p:nvPr/>
        </p:nvGrpSpPr>
        <p:grpSpPr>
          <a:xfrm>
            <a:off x="6494600" y="321710"/>
            <a:ext cx="2192579" cy="1137268"/>
            <a:chOff x="233350" y="949250"/>
            <a:chExt cx="7137300" cy="3802300"/>
          </a:xfrm>
        </p:grpSpPr>
        <p:sp>
          <p:nvSpPr>
            <p:cNvPr id="3700" name="Google Shape;3700;p7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1" name="Google Shape;3701;p7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2" name="Google Shape;3702;p7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3" name="Google Shape;3703;p7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4" name="Google Shape;3704;p7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5" name="Google Shape;3705;p7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6" name="Google Shape;3706;p7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7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7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7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7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7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7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7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7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7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7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7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7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7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7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7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7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7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7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7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7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7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7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7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7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7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7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7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7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7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7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7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7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7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7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7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7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7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7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7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6" name="Google Shape;3746;p7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7" name="Google Shape;3747;p7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8" name="Google Shape;3748;p7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9" name="Google Shape;3749;p7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0" name="Google Shape;3750;p7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7"/>
          <p:cNvSpPr txBox="1"/>
          <p:nvPr/>
        </p:nvSpPr>
        <p:spPr>
          <a:xfrm>
            <a:off x="675192" y="1720043"/>
            <a:ext cx="4171454" cy="257558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3-6 állatkártya</a:t>
            </a:r>
            <a:endParaRPr/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24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285750" lvl="5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Név, rövid leírás, alapadatok</a:t>
            </a:r>
            <a:endParaRPr/>
          </a:p>
          <a:p>
            <a:pPr indent="0" lvl="5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24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285750" lvl="5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„Örökbe fogadom” és „Részletek” gombok</a:t>
            </a:r>
            <a:endParaRPr/>
          </a:p>
        </p:txBody>
      </p:sp>
      <p:pic>
        <p:nvPicPr>
          <p:cNvPr id="3752" name="Google Shape;3752;p7"/>
          <p:cNvPicPr preferRelativeResize="0"/>
          <p:nvPr/>
        </p:nvPicPr>
        <p:blipFill rotWithShape="1">
          <a:blip r:embed="rId3">
            <a:alphaModFix/>
          </a:blip>
          <a:srcRect b="0" l="14013" r="17102" t="0"/>
          <a:stretch/>
        </p:blipFill>
        <p:spPr>
          <a:xfrm>
            <a:off x="4645937" y="1640426"/>
            <a:ext cx="3931617" cy="27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56" name="Shape 3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7" name="Google Shape;3757;p8"/>
          <p:cNvSpPr txBox="1"/>
          <p:nvPr>
            <p:ph type="title"/>
          </p:nvPr>
        </p:nvSpPr>
        <p:spPr>
          <a:xfrm>
            <a:off x="771725" y="416088"/>
            <a:ext cx="443901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Főoldal - Hírek</a:t>
            </a:r>
            <a:endParaRPr/>
          </a:p>
        </p:txBody>
      </p:sp>
      <p:sp>
        <p:nvSpPr>
          <p:cNvPr id="3758" name="Google Shape;3758;p8"/>
          <p:cNvSpPr txBox="1"/>
          <p:nvPr/>
        </p:nvSpPr>
        <p:spPr>
          <a:xfrm>
            <a:off x="4864866" y="1957353"/>
            <a:ext cx="3937077" cy="229723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hu-HU" sz="2400" u="sng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Blog szekció</a:t>
            </a:r>
            <a:endParaRPr b="0" i="0" sz="2400" u="sng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Legfrissebb blogbejegyzések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Kép, cím, rövid leírás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Dátum és szerző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Dinamikus betöltés</a:t>
            </a:r>
            <a:endParaRPr/>
          </a:p>
        </p:txBody>
      </p:sp>
      <p:grpSp>
        <p:nvGrpSpPr>
          <p:cNvPr id="3759" name="Google Shape;3759;p8"/>
          <p:cNvGrpSpPr/>
          <p:nvPr/>
        </p:nvGrpSpPr>
        <p:grpSpPr>
          <a:xfrm flipH="1" rot="227411">
            <a:off x="7328789" y="454820"/>
            <a:ext cx="1203192" cy="946780"/>
            <a:chOff x="3930500" y="895625"/>
            <a:chExt cx="973850" cy="766375"/>
          </a:xfrm>
        </p:grpSpPr>
        <p:sp>
          <p:nvSpPr>
            <p:cNvPr id="3760" name="Google Shape;3760;p8"/>
            <p:cNvSpPr/>
            <p:nvPr/>
          </p:nvSpPr>
          <p:spPr>
            <a:xfrm>
              <a:off x="3938650" y="895625"/>
              <a:ext cx="965700" cy="766375"/>
            </a:xfrm>
            <a:custGeom>
              <a:rect b="b" l="l" r="r" t="t"/>
              <a:pathLst>
                <a:path extrusionOk="0" h="30655" w="38628">
                  <a:moveTo>
                    <a:pt x="16344" y="24028"/>
                  </a:moveTo>
                  <a:lnTo>
                    <a:pt x="16344" y="24028"/>
                  </a:lnTo>
                  <a:cubicBezTo>
                    <a:pt x="17396" y="24287"/>
                    <a:pt x="19197" y="24735"/>
                    <a:pt x="21115" y="25203"/>
                  </a:cubicBezTo>
                  <a:cubicBezTo>
                    <a:pt x="21365" y="25262"/>
                    <a:pt x="21621" y="25317"/>
                    <a:pt x="21883" y="25370"/>
                  </a:cubicBezTo>
                  <a:cubicBezTo>
                    <a:pt x="20008" y="25049"/>
                    <a:pt x="18157" y="24602"/>
                    <a:pt x="16344" y="24028"/>
                  </a:cubicBezTo>
                  <a:close/>
                  <a:moveTo>
                    <a:pt x="14962" y="0"/>
                  </a:moveTo>
                  <a:cubicBezTo>
                    <a:pt x="13865" y="0"/>
                    <a:pt x="11350" y="2719"/>
                    <a:pt x="11350" y="2719"/>
                  </a:cubicBezTo>
                  <a:cubicBezTo>
                    <a:pt x="10481" y="3589"/>
                    <a:pt x="8818" y="4159"/>
                    <a:pt x="7936" y="5905"/>
                  </a:cubicBezTo>
                  <a:cubicBezTo>
                    <a:pt x="7927" y="5905"/>
                    <a:pt x="7918" y="5905"/>
                    <a:pt x="7911" y="5908"/>
                  </a:cubicBezTo>
                  <a:lnTo>
                    <a:pt x="6684" y="4705"/>
                  </a:lnTo>
                  <a:cubicBezTo>
                    <a:pt x="6665" y="4687"/>
                    <a:pt x="6645" y="4680"/>
                    <a:pt x="6626" y="4680"/>
                  </a:cubicBezTo>
                  <a:cubicBezTo>
                    <a:pt x="6561" y="4680"/>
                    <a:pt x="6507" y="4764"/>
                    <a:pt x="6567" y="4825"/>
                  </a:cubicBezTo>
                  <a:lnTo>
                    <a:pt x="7850" y="6087"/>
                  </a:lnTo>
                  <a:cubicBezTo>
                    <a:pt x="7631" y="6571"/>
                    <a:pt x="7467" y="7145"/>
                    <a:pt x="7396" y="7830"/>
                  </a:cubicBezTo>
                  <a:lnTo>
                    <a:pt x="5265" y="6766"/>
                  </a:lnTo>
                  <a:cubicBezTo>
                    <a:pt x="5250" y="6758"/>
                    <a:pt x="5236" y="6755"/>
                    <a:pt x="5223" y="6755"/>
                  </a:cubicBezTo>
                  <a:cubicBezTo>
                    <a:pt x="5145" y="6755"/>
                    <a:pt x="5101" y="6872"/>
                    <a:pt x="5188" y="6917"/>
                  </a:cubicBezTo>
                  <a:lnTo>
                    <a:pt x="7220" y="7934"/>
                  </a:lnTo>
                  <a:cubicBezTo>
                    <a:pt x="7230" y="7953"/>
                    <a:pt x="7245" y="7968"/>
                    <a:pt x="7264" y="7978"/>
                  </a:cubicBezTo>
                  <a:lnTo>
                    <a:pt x="7378" y="8036"/>
                  </a:lnTo>
                  <a:cubicBezTo>
                    <a:pt x="7347" y="8468"/>
                    <a:pt x="7347" y="8903"/>
                    <a:pt x="7378" y="9335"/>
                  </a:cubicBezTo>
                  <a:lnTo>
                    <a:pt x="5200" y="8962"/>
                  </a:lnTo>
                  <a:cubicBezTo>
                    <a:pt x="5194" y="8961"/>
                    <a:pt x="5189" y="8960"/>
                    <a:pt x="5183" y="8960"/>
                  </a:cubicBezTo>
                  <a:cubicBezTo>
                    <a:pt x="5084" y="8960"/>
                    <a:pt x="5064" y="9111"/>
                    <a:pt x="5169" y="9128"/>
                  </a:cubicBezTo>
                  <a:lnTo>
                    <a:pt x="7350" y="9501"/>
                  </a:lnTo>
                  <a:cubicBezTo>
                    <a:pt x="7356" y="9504"/>
                    <a:pt x="7365" y="9507"/>
                    <a:pt x="7372" y="9511"/>
                  </a:cubicBezTo>
                  <a:lnTo>
                    <a:pt x="7393" y="9514"/>
                  </a:lnTo>
                  <a:cubicBezTo>
                    <a:pt x="7424" y="9911"/>
                    <a:pt x="7480" y="10337"/>
                    <a:pt x="7563" y="10797"/>
                  </a:cubicBezTo>
                  <a:cubicBezTo>
                    <a:pt x="7591" y="11083"/>
                    <a:pt x="7643" y="11367"/>
                    <a:pt x="7717" y="11645"/>
                  </a:cubicBezTo>
                  <a:cubicBezTo>
                    <a:pt x="7998" y="14738"/>
                    <a:pt x="1999" y="14368"/>
                    <a:pt x="404" y="16361"/>
                  </a:cubicBezTo>
                  <a:cubicBezTo>
                    <a:pt x="198" y="16620"/>
                    <a:pt x="108" y="16823"/>
                    <a:pt x="117" y="16987"/>
                  </a:cubicBezTo>
                  <a:cubicBezTo>
                    <a:pt x="87" y="16999"/>
                    <a:pt x="59" y="17015"/>
                    <a:pt x="34" y="17033"/>
                  </a:cubicBezTo>
                  <a:cubicBezTo>
                    <a:pt x="12" y="17048"/>
                    <a:pt x="3" y="17073"/>
                    <a:pt x="3" y="17098"/>
                  </a:cubicBezTo>
                  <a:cubicBezTo>
                    <a:pt x="0" y="17147"/>
                    <a:pt x="37" y="17184"/>
                    <a:pt x="83" y="17187"/>
                  </a:cubicBezTo>
                  <a:cubicBezTo>
                    <a:pt x="105" y="17184"/>
                    <a:pt x="124" y="17178"/>
                    <a:pt x="139" y="17166"/>
                  </a:cubicBezTo>
                  <a:cubicBezTo>
                    <a:pt x="145" y="17160"/>
                    <a:pt x="151" y="17156"/>
                    <a:pt x="161" y="17150"/>
                  </a:cubicBezTo>
                  <a:cubicBezTo>
                    <a:pt x="327" y="17437"/>
                    <a:pt x="916" y="17535"/>
                    <a:pt x="1732" y="17535"/>
                  </a:cubicBezTo>
                  <a:cubicBezTo>
                    <a:pt x="3400" y="17535"/>
                    <a:pt x="6011" y="17126"/>
                    <a:pt x="7871" y="17089"/>
                  </a:cubicBezTo>
                  <a:cubicBezTo>
                    <a:pt x="7889" y="17088"/>
                    <a:pt x="7907" y="17088"/>
                    <a:pt x="7925" y="17088"/>
                  </a:cubicBezTo>
                  <a:cubicBezTo>
                    <a:pt x="9552" y="17088"/>
                    <a:pt x="8848" y="18623"/>
                    <a:pt x="8442" y="19642"/>
                  </a:cubicBezTo>
                  <a:cubicBezTo>
                    <a:pt x="8029" y="20669"/>
                    <a:pt x="4167" y="20380"/>
                    <a:pt x="2523" y="22643"/>
                  </a:cubicBezTo>
                  <a:cubicBezTo>
                    <a:pt x="2403" y="22807"/>
                    <a:pt x="2332" y="22952"/>
                    <a:pt x="2304" y="23075"/>
                  </a:cubicBezTo>
                  <a:lnTo>
                    <a:pt x="2252" y="23115"/>
                  </a:lnTo>
                  <a:cubicBezTo>
                    <a:pt x="2190" y="23165"/>
                    <a:pt x="2224" y="23263"/>
                    <a:pt x="2301" y="23266"/>
                  </a:cubicBezTo>
                  <a:cubicBezTo>
                    <a:pt x="2388" y="23666"/>
                    <a:pt x="3108" y="23793"/>
                    <a:pt x="4185" y="23793"/>
                  </a:cubicBezTo>
                  <a:cubicBezTo>
                    <a:pt x="6067" y="23793"/>
                    <a:pt x="9038" y="23405"/>
                    <a:pt x="11621" y="23405"/>
                  </a:cubicBezTo>
                  <a:cubicBezTo>
                    <a:pt x="12178" y="23405"/>
                    <a:pt x="12717" y="23423"/>
                    <a:pt x="13222" y="23467"/>
                  </a:cubicBezTo>
                  <a:cubicBezTo>
                    <a:pt x="13849" y="23522"/>
                    <a:pt x="14549" y="23633"/>
                    <a:pt x="15311" y="23781"/>
                  </a:cubicBezTo>
                  <a:cubicBezTo>
                    <a:pt x="15304" y="23822"/>
                    <a:pt x="15329" y="23855"/>
                    <a:pt x="15366" y="23871"/>
                  </a:cubicBezTo>
                  <a:cubicBezTo>
                    <a:pt x="15425" y="23893"/>
                    <a:pt x="21322" y="26141"/>
                    <a:pt x="28687" y="26141"/>
                  </a:cubicBezTo>
                  <a:cubicBezTo>
                    <a:pt x="28943" y="26141"/>
                    <a:pt x="29202" y="26138"/>
                    <a:pt x="29464" y="26132"/>
                  </a:cubicBezTo>
                  <a:cubicBezTo>
                    <a:pt x="29511" y="26132"/>
                    <a:pt x="29548" y="26092"/>
                    <a:pt x="29548" y="26045"/>
                  </a:cubicBezTo>
                  <a:lnTo>
                    <a:pt x="29548" y="26036"/>
                  </a:lnTo>
                  <a:cubicBezTo>
                    <a:pt x="29545" y="26021"/>
                    <a:pt x="29538" y="26008"/>
                    <a:pt x="29529" y="25996"/>
                  </a:cubicBezTo>
                  <a:cubicBezTo>
                    <a:pt x="30615" y="25910"/>
                    <a:pt x="31639" y="25697"/>
                    <a:pt x="32564" y="25321"/>
                  </a:cubicBezTo>
                  <a:cubicBezTo>
                    <a:pt x="33384" y="24987"/>
                    <a:pt x="34149" y="24531"/>
                    <a:pt x="34834" y="23967"/>
                  </a:cubicBezTo>
                  <a:lnTo>
                    <a:pt x="34834" y="23967"/>
                  </a:lnTo>
                  <a:cubicBezTo>
                    <a:pt x="34655" y="24824"/>
                    <a:pt x="34057" y="25956"/>
                    <a:pt x="32515" y="27183"/>
                  </a:cubicBezTo>
                  <a:cubicBezTo>
                    <a:pt x="31679" y="27847"/>
                    <a:pt x="30496" y="28096"/>
                    <a:pt x="29126" y="28096"/>
                  </a:cubicBezTo>
                  <a:cubicBezTo>
                    <a:pt x="25189" y="28096"/>
                    <a:pt x="19709" y="26040"/>
                    <a:pt x="16510" y="25857"/>
                  </a:cubicBezTo>
                  <a:cubicBezTo>
                    <a:pt x="16415" y="25852"/>
                    <a:pt x="16321" y="25849"/>
                    <a:pt x="16227" y="25849"/>
                  </a:cubicBezTo>
                  <a:cubicBezTo>
                    <a:pt x="12587" y="25849"/>
                    <a:pt x="9736" y="29868"/>
                    <a:pt x="12626" y="29868"/>
                  </a:cubicBezTo>
                  <a:cubicBezTo>
                    <a:pt x="13048" y="29868"/>
                    <a:pt x="13592" y="29782"/>
                    <a:pt x="14274" y="29586"/>
                  </a:cubicBezTo>
                  <a:cubicBezTo>
                    <a:pt x="15055" y="29362"/>
                    <a:pt x="15868" y="29272"/>
                    <a:pt x="16705" y="29272"/>
                  </a:cubicBezTo>
                  <a:cubicBezTo>
                    <a:pt x="19995" y="29272"/>
                    <a:pt x="23653" y="30654"/>
                    <a:pt x="27184" y="30654"/>
                  </a:cubicBezTo>
                  <a:cubicBezTo>
                    <a:pt x="29049" y="30654"/>
                    <a:pt x="30878" y="30269"/>
                    <a:pt x="32598" y="29090"/>
                  </a:cubicBezTo>
                  <a:cubicBezTo>
                    <a:pt x="38399" y="25111"/>
                    <a:pt x="36574" y="22039"/>
                    <a:pt x="36574" y="22039"/>
                  </a:cubicBezTo>
                  <a:lnTo>
                    <a:pt x="36574" y="22039"/>
                  </a:lnTo>
                  <a:lnTo>
                    <a:pt x="36537" y="22045"/>
                  </a:lnTo>
                  <a:cubicBezTo>
                    <a:pt x="38628" y="18807"/>
                    <a:pt x="38492" y="14152"/>
                    <a:pt x="35136" y="10297"/>
                  </a:cubicBezTo>
                  <a:cubicBezTo>
                    <a:pt x="32833" y="7648"/>
                    <a:pt x="29882" y="7064"/>
                    <a:pt x="27365" y="7064"/>
                  </a:cubicBezTo>
                  <a:cubicBezTo>
                    <a:pt x="25383" y="7064"/>
                    <a:pt x="23670" y="7426"/>
                    <a:pt x="22751" y="7426"/>
                  </a:cubicBezTo>
                  <a:cubicBezTo>
                    <a:pt x="22389" y="7426"/>
                    <a:pt x="22150" y="7370"/>
                    <a:pt x="22068" y="7213"/>
                  </a:cubicBezTo>
                  <a:cubicBezTo>
                    <a:pt x="21954" y="6991"/>
                    <a:pt x="22482" y="3302"/>
                    <a:pt x="21865" y="3095"/>
                  </a:cubicBezTo>
                  <a:cubicBezTo>
                    <a:pt x="21833" y="3085"/>
                    <a:pt x="21797" y="3080"/>
                    <a:pt x="21757" y="3080"/>
                  </a:cubicBezTo>
                  <a:cubicBezTo>
                    <a:pt x="21037" y="3080"/>
                    <a:pt x="19148" y="4753"/>
                    <a:pt x="18367" y="4946"/>
                  </a:cubicBezTo>
                  <a:cubicBezTo>
                    <a:pt x="18312" y="4960"/>
                    <a:pt x="18249" y="4966"/>
                    <a:pt x="18181" y="4966"/>
                  </a:cubicBezTo>
                  <a:cubicBezTo>
                    <a:pt x="17224" y="4966"/>
                    <a:pt x="15073" y="3712"/>
                    <a:pt x="15073" y="3712"/>
                  </a:cubicBezTo>
                  <a:cubicBezTo>
                    <a:pt x="15073" y="3712"/>
                    <a:pt x="16103" y="214"/>
                    <a:pt x="15073" y="11"/>
                  </a:cubicBezTo>
                  <a:cubicBezTo>
                    <a:pt x="15038" y="4"/>
                    <a:pt x="15001" y="0"/>
                    <a:pt x="14962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1" name="Google Shape;3761;p8"/>
            <p:cNvSpPr/>
            <p:nvPr/>
          </p:nvSpPr>
          <p:spPr>
            <a:xfrm>
              <a:off x="3930500" y="895625"/>
              <a:ext cx="973850" cy="766350"/>
            </a:xfrm>
            <a:custGeom>
              <a:rect b="b" l="l" r="r" t="t"/>
              <a:pathLst>
                <a:path extrusionOk="0" h="30654" w="38954">
                  <a:moveTo>
                    <a:pt x="15288" y="0"/>
                  </a:moveTo>
                  <a:cubicBezTo>
                    <a:pt x="14191" y="0"/>
                    <a:pt x="11676" y="2719"/>
                    <a:pt x="11676" y="2719"/>
                  </a:cubicBezTo>
                  <a:cubicBezTo>
                    <a:pt x="10236" y="4159"/>
                    <a:pt x="6600" y="4782"/>
                    <a:pt x="7994" y="11327"/>
                  </a:cubicBezTo>
                  <a:cubicBezTo>
                    <a:pt x="8725" y="14766"/>
                    <a:pt x="2374" y="14303"/>
                    <a:pt x="730" y="16364"/>
                  </a:cubicBezTo>
                  <a:cubicBezTo>
                    <a:pt x="0" y="17276"/>
                    <a:pt x="728" y="17535"/>
                    <a:pt x="2056" y="17535"/>
                  </a:cubicBezTo>
                  <a:cubicBezTo>
                    <a:pt x="3723" y="17535"/>
                    <a:pt x="6336" y="17126"/>
                    <a:pt x="8197" y="17089"/>
                  </a:cubicBezTo>
                  <a:cubicBezTo>
                    <a:pt x="8215" y="17088"/>
                    <a:pt x="8233" y="17088"/>
                    <a:pt x="8251" y="17088"/>
                  </a:cubicBezTo>
                  <a:cubicBezTo>
                    <a:pt x="9878" y="17088"/>
                    <a:pt x="9174" y="18623"/>
                    <a:pt x="8768" y="19642"/>
                  </a:cubicBezTo>
                  <a:cubicBezTo>
                    <a:pt x="8355" y="20669"/>
                    <a:pt x="4493" y="20380"/>
                    <a:pt x="2849" y="22643"/>
                  </a:cubicBezTo>
                  <a:cubicBezTo>
                    <a:pt x="2194" y="23543"/>
                    <a:pt x="3003" y="23793"/>
                    <a:pt x="4512" y="23793"/>
                  </a:cubicBezTo>
                  <a:cubicBezTo>
                    <a:pt x="6394" y="23793"/>
                    <a:pt x="9365" y="23405"/>
                    <a:pt x="11948" y="23405"/>
                  </a:cubicBezTo>
                  <a:cubicBezTo>
                    <a:pt x="12504" y="23405"/>
                    <a:pt x="13043" y="23423"/>
                    <a:pt x="13548" y="23467"/>
                  </a:cubicBezTo>
                  <a:cubicBezTo>
                    <a:pt x="17186" y="23782"/>
                    <a:pt x="23381" y="26045"/>
                    <a:pt x="28574" y="26045"/>
                  </a:cubicBezTo>
                  <a:cubicBezTo>
                    <a:pt x="30136" y="26045"/>
                    <a:pt x="31606" y="25841"/>
                    <a:pt x="32890" y="25317"/>
                  </a:cubicBezTo>
                  <a:cubicBezTo>
                    <a:pt x="33710" y="24984"/>
                    <a:pt x="34475" y="24528"/>
                    <a:pt x="35157" y="23963"/>
                  </a:cubicBezTo>
                  <a:lnTo>
                    <a:pt x="35157" y="23963"/>
                  </a:lnTo>
                  <a:cubicBezTo>
                    <a:pt x="34981" y="24821"/>
                    <a:pt x="34383" y="25953"/>
                    <a:pt x="32838" y="27180"/>
                  </a:cubicBezTo>
                  <a:cubicBezTo>
                    <a:pt x="32003" y="27845"/>
                    <a:pt x="30819" y="28094"/>
                    <a:pt x="29448" y="28094"/>
                  </a:cubicBezTo>
                  <a:cubicBezTo>
                    <a:pt x="25512" y="28094"/>
                    <a:pt x="20034" y="26039"/>
                    <a:pt x="16836" y="25854"/>
                  </a:cubicBezTo>
                  <a:cubicBezTo>
                    <a:pt x="16741" y="25849"/>
                    <a:pt x="16647" y="25846"/>
                    <a:pt x="16553" y="25846"/>
                  </a:cubicBezTo>
                  <a:cubicBezTo>
                    <a:pt x="12910" y="25846"/>
                    <a:pt x="10061" y="29868"/>
                    <a:pt x="12950" y="29868"/>
                  </a:cubicBezTo>
                  <a:cubicBezTo>
                    <a:pt x="13372" y="29868"/>
                    <a:pt x="13916" y="29782"/>
                    <a:pt x="14597" y="29586"/>
                  </a:cubicBezTo>
                  <a:cubicBezTo>
                    <a:pt x="15379" y="29361"/>
                    <a:pt x="16193" y="29271"/>
                    <a:pt x="17031" y="29271"/>
                  </a:cubicBezTo>
                  <a:cubicBezTo>
                    <a:pt x="20320" y="29271"/>
                    <a:pt x="23979" y="30654"/>
                    <a:pt x="27509" y="30654"/>
                  </a:cubicBezTo>
                  <a:cubicBezTo>
                    <a:pt x="29373" y="30654"/>
                    <a:pt x="31201" y="30268"/>
                    <a:pt x="32921" y="29090"/>
                  </a:cubicBezTo>
                  <a:cubicBezTo>
                    <a:pt x="38725" y="25108"/>
                    <a:pt x="36900" y="22039"/>
                    <a:pt x="36900" y="22039"/>
                  </a:cubicBezTo>
                  <a:lnTo>
                    <a:pt x="36900" y="22039"/>
                  </a:lnTo>
                  <a:lnTo>
                    <a:pt x="36863" y="22045"/>
                  </a:lnTo>
                  <a:cubicBezTo>
                    <a:pt x="38954" y="18807"/>
                    <a:pt x="38818" y="14152"/>
                    <a:pt x="35462" y="10297"/>
                  </a:cubicBezTo>
                  <a:cubicBezTo>
                    <a:pt x="33159" y="7648"/>
                    <a:pt x="30208" y="7064"/>
                    <a:pt x="27691" y="7064"/>
                  </a:cubicBezTo>
                  <a:cubicBezTo>
                    <a:pt x="25709" y="7064"/>
                    <a:pt x="23996" y="7426"/>
                    <a:pt x="23077" y="7426"/>
                  </a:cubicBezTo>
                  <a:cubicBezTo>
                    <a:pt x="22715" y="7426"/>
                    <a:pt x="22476" y="7370"/>
                    <a:pt x="22394" y="7213"/>
                  </a:cubicBezTo>
                  <a:cubicBezTo>
                    <a:pt x="22280" y="6991"/>
                    <a:pt x="22808" y="3302"/>
                    <a:pt x="22191" y="3095"/>
                  </a:cubicBezTo>
                  <a:cubicBezTo>
                    <a:pt x="22159" y="3085"/>
                    <a:pt x="22123" y="3080"/>
                    <a:pt x="22083" y="3080"/>
                  </a:cubicBezTo>
                  <a:cubicBezTo>
                    <a:pt x="21363" y="3080"/>
                    <a:pt x="19474" y="4753"/>
                    <a:pt x="18693" y="4946"/>
                  </a:cubicBezTo>
                  <a:cubicBezTo>
                    <a:pt x="18638" y="4960"/>
                    <a:pt x="18575" y="4966"/>
                    <a:pt x="18507" y="4966"/>
                  </a:cubicBezTo>
                  <a:cubicBezTo>
                    <a:pt x="17550" y="4966"/>
                    <a:pt x="15399" y="3712"/>
                    <a:pt x="15399" y="3712"/>
                  </a:cubicBezTo>
                  <a:cubicBezTo>
                    <a:pt x="15399" y="3712"/>
                    <a:pt x="16429" y="214"/>
                    <a:pt x="15399" y="11"/>
                  </a:cubicBezTo>
                  <a:cubicBezTo>
                    <a:pt x="15364" y="4"/>
                    <a:pt x="15327" y="0"/>
                    <a:pt x="1528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2" name="Google Shape;3762;p8"/>
            <p:cNvSpPr/>
            <p:nvPr/>
          </p:nvSpPr>
          <p:spPr>
            <a:xfrm>
              <a:off x="3937875" y="1315725"/>
              <a:ext cx="57300" cy="9600"/>
            </a:xfrm>
            <a:custGeom>
              <a:rect b="b" l="l" r="r" t="t"/>
              <a:pathLst>
                <a:path extrusionOk="0" h="384" w="2292">
                  <a:moveTo>
                    <a:pt x="2178" y="1"/>
                  </a:moveTo>
                  <a:cubicBezTo>
                    <a:pt x="1872" y="1"/>
                    <a:pt x="336" y="13"/>
                    <a:pt x="62" y="232"/>
                  </a:cubicBezTo>
                  <a:cubicBezTo>
                    <a:pt x="0" y="282"/>
                    <a:pt x="34" y="380"/>
                    <a:pt x="114" y="383"/>
                  </a:cubicBezTo>
                  <a:cubicBezTo>
                    <a:pt x="136" y="380"/>
                    <a:pt x="155" y="374"/>
                    <a:pt x="170" y="362"/>
                  </a:cubicBezTo>
                  <a:cubicBezTo>
                    <a:pt x="343" y="223"/>
                    <a:pt x="1493" y="170"/>
                    <a:pt x="2178" y="170"/>
                  </a:cubicBezTo>
                  <a:cubicBezTo>
                    <a:pt x="2292" y="170"/>
                    <a:pt x="2292" y="1"/>
                    <a:pt x="2178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3" name="Google Shape;3763;p8"/>
            <p:cNvSpPr/>
            <p:nvPr/>
          </p:nvSpPr>
          <p:spPr>
            <a:xfrm>
              <a:off x="3943575" y="1299825"/>
              <a:ext cx="43900" cy="16250"/>
            </a:xfrm>
            <a:custGeom>
              <a:rect b="b" l="l" r="r" t="t"/>
              <a:pathLst>
                <a:path extrusionOk="0" h="650" w="1756">
                  <a:moveTo>
                    <a:pt x="1636" y="0"/>
                  </a:moveTo>
                  <a:cubicBezTo>
                    <a:pt x="1631" y="0"/>
                    <a:pt x="1626" y="1"/>
                    <a:pt x="1620" y="1"/>
                  </a:cubicBezTo>
                  <a:cubicBezTo>
                    <a:pt x="1586" y="8"/>
                    <a:pt x="753" y="116"/>
                    <a:pt x="59" y="489"/>
                  </a:cubicBezTo>
                  <a:cubicBezTo>
                    <a:pt x="16" y="510"/>
                    <a:pt x="1" y="563"/>
                    <a:pt x="22" y="603"/>
                  </a:cubicBezTo>
                  <a:cubicBezTo>
                    <a:pt x="38" y="631"/>
                    <a:pt x="65" y="649"/>
                    <a:pt x="99" y="649"/>
                  </a:cubicBezTo>
                  <a:cubicBezTo>
                    <a:pt x="112" y="646"/>
                    <a:pt x="127" y="643"/>
                    <a:pt x="139" y="637"/>
                  </a:cubicBezTo>
                  <a:cubicBezTo>
                    <a:pt x="802" y="279"/>
                    <a:pt x="1632" y="171"/>
                    <a:pt x="1641" y="171"/>
                  </a:cubicBezTo>
                  <a:cubicBezTo>
                    <a:pt x="1756" y="162"/>
                    <a:pt x="1739" y="0"/>
                    <a:pt x="163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4" name="Google Shape;3764;p8"/>
            <p:cNvSpPr/>
            <p:nvPr/>
          </p:nvSpPr>
          <p:spPr>
            <a:xfrm>
              <a:off x="3993375" y="1453225"/>
              <a:ext cx="59925" cy="24075"/>
            </a:xfrm>
            <a:custGeom>
              <a:rect b="b" l="l" r="r" t="t"/>
              <a:pathLst>
                <a:path extrusionOk="0" h="963" w="2397">
                  <a:moveTo>
                    <a:pt x="2280" y="0"/>
                  </a:moveTo>
                  <a:cubicBezTo>
                    <a:pt x="2279" y="0"/>
                    <a:pt x="2278" y="0"/>
                    <a:pt x="2277" y="0"/>
                  </a:cubicBezTo>
                  <a:cubicBezTo>
                    <a:pt x="2222" y="3"/>
                    <a:pt x="920" y="117"/>
                    <a:pt x="63" y="811"/>
                  </a:cubicBezTo>
                  <a:cubicBezTo>
                    <a:pt x="1" y="864"/>
                    <a:pt x="35" y="962"/>
                    <a:pt x="115" y="962"/>
                  </a:cubicBezTo>
                  <a:cubicBezTo>
                    <a:pt x="137" y="962"/>
                    <a:pt x="155" y="956"/>
                    <a:pt x="171" y="944"/>
                  </a:cubicBezTo>
                  <a:cubicBezTo>
                    <a:pt x="985" y="281"/>
                    <a:pt x="2277" y="170"/>
                    <a:pt x="2293" y="170"/>
                  </a:cubicBezTo>
                  <a:cubicBezTo>
                    <a:pt x="2396" y="154"/>
                    <a:pt x="2385" y="0"/>
                    <a:pt x="228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5" name="Google Shape;3765;p8"/>
            <p:cNvSpPr/>
            <p:nvPr/>
          </p:nvSpPr>
          <p:spPr>
            <a:xfrm>
              <a:off x="4002650" y="1466475"/>
              <a:ext cx="54600" cy="18775"/>
            </a:xfrm>
            <a:custGeom>
              <a:rect b="b" l="l" r="r" t="t"/>
              <a:pathLst>
                <a:path extrusionOk="0" h="751" w="2184">
                  <a:moveTo>
                    <a:pt x="2069" y="0"/>
                  </a:moveTo>
                  <a:cubicBezTo>
                    <a:pt x="2066" y="0"/>
                    <a:pt x="2063" y="0"/>
                    <a:pt x="2060" y="1"/>
                  </a:cubicBezTo>
                  <a:cubicBezTo>
                    <a:pt x="1996" y="10"/>
                    <a:pt x="497" y="220"/>
                    <a:pt x="59" y="602"/>
                  </a:cubicBezTo>
                  <a:cubicBezTo>
                    <a:pt x="0" y="651"/>
                    <a:pt x="37" y="750"/>
                    <a:pt x="114" y="750"/>
                  </a:cubicBezTo>
                  <a:cubicBezTo>
                    <a:pt x="136" y="750"/>
                    <a:pt x="154" y="744"/>
                    <a:pt x="173" y="728"/>
                  </a:cubicBezTo>
                  <a:cubicBezTo>
                    <a:pt x="571" y="380"/>
                    <a:pt x="2070" y="170"/>
                    <a:pt x="2085" y="167"/>
                  </a:cubicBezTo>
                  <a:cubicBezTo>
                    <a:pt x="2184" y="146"/>
                    <a:pt x="2166" y="0"/>
                    <a:pt x="206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6" name="Google Shape;3766;p8"/>
            <p:cNvSpPr/>
            <p:nvPr/>
          </p:nvSpPr>
          <p:spPr>
            <a:xfrm>
              <a:off x="4127550" y="1072100"/>
              <a:ext cx="413100" cy="223025"/>
            </a:xfrm>
            <a:custGeom>
              <a:rect b="b" l="l" r="r" t="t"/>
              <a:pathLst>
                <a:path extrusionOk="0" h="8921" w="16524">
                  <a:moveTo>
                    <a:pt x="7695" y="0"/>
                  </a:moveTo>
                  <a:cubicBezTo>
                    <a:pt x="5563" y="0"/>
                    <a:pt x="1" y="3679"/>
                    <a:pt x="1" y="3679"/>
                  </a:cubicBezTo>
                  <a:cubicBezTo>
                    <a:pt x="380" y="8108"/>
                    <a:pt x="5774" y="8921"/>
                    <a:pt x="7122" y="8921"/>
                  </a:cubicBezTo>
                  <a:cubicBezTo>
                    <a:pt x="7241" y="8921"/>
                    <a:pt x="7329" y="8915"/>
                    <a:pt x="7378" y="8904"/>
                  </a:cubicBezTo>
                  <a:lnTo>
                    <a:pt x="7486" y="8904"/>
                  </a:lnTo>
                  <a:cubicBezTo>
                    <a:pt x="8677" y="8901"/>
                    <a:pt x="9858" y="8666"/>
                    <a:pt x="10959" y="8216"/>
                  </a:cubicBezTo>
                  <a:cubicBezTo>
                    <a:pt x="16523" y="5977"/>
                    <a:pt x="15151" y="1184"/>
                    <a:pt x="15135" y="1135"/>
                  </a:cubicBezTo>
                  <a:cubicBezTo>
                    <a:pt x="15122" y="1092"/>
                    <a:pt x="15089" y="1074"/>
                    <a:pt x="15056" y="1074"/>
                  </a:cubicBezTo>
                  <a:cubicBezTo>
                    <a:pt x="15005" y="1074"/>
                    <a:pt x="14953" y="1118"/>
                    <a:pt x="14972" y="1184"/>
                  </a:cubicBezTo>
                  <a:cubicBezTo>
                    <a:pt x="14978" y="1196"/>
                    <a:pt x="15320" y="2371"/>
                    <a:pt x="14990" y="3799"/>
                  </a:cubicBezTo>
                  <a:cubicBezTo>
                    <a:pt x="14555" y="5684"/>
                    <a:pt x="13140" y="7158"/>
                    <a:pt x="10897" y="8059"/>
                  </a:cubicBezTo>
                  <a:cubicBezTo>
                    <a:pt x="9821" y="8500"/>
                    <a:pt x="8667" y="8728"/>
                    <a:pt x="7505" y="8737"/>
                  </a:cubicBezTo>
                  <a:cubicBezTo>
                    <a:pt x="7967" y="7642"/>
                    <a:pt x="9506" y="1224"/>
                    <a:pt x="8307" y="178"/>
                  </a:cubicBezTo>
                  <a:cubicBezTo>
                    <a:pt x="8165" y="55"/>
                    <a:pt x="7956" y="0"/>
                    <a:pt x="7695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7" name="Google Shape;3767;p8"/>
            <p:cNvSpPr/>
            <p:nvPr/>
          </p:nvSpPr>
          <p:spPr>
            <a:xfrm>
              <a:off x="4255250" y="1112050"/>
              <a:ext cx="70650" cy="69550"/>
            </a:xfrm>
            <a:custGeom>
              <a:rect b="b" l="l" r="r" t="t"/>
              <a:pathLst>
                <a:path extrusionOk="0" h="2782" w="2826">
                  <a:moveTo>
                    <a:pt x="1996" y="1"/>
                  </a:moveTo>
                  <a:cubicBezTo>
                    <a:pt x="1967" y="1"/>
                    <a:pt x="1939" y="15"/>
                    <a:pt x="1922" y="49"/>
                  </a:cubicBezTo>
                  <a:lnTo>
                    <a:pt x="679" y="2473"/>
                  </a:lnTo>
                  <a:cubicBezTo>
                    <a:pt x="299" y="2035"/>
                    <a:pt x="432" y="752"/>
                    <a:pt x="521" y="264"/>
                  </a:cubicBezTo>
                  <a:cubicBezTo>
                    <a:pt x="534" y="201"/>
                    <a:pt x="485" y="164"/>
                    <a:pt x="438" y="164"/>
                  </a:cubicBezTo>
                  <a:cubicBezTo>
                    <a:pt x="402" y="164"/>
                    <a:pt x="366" y="186"/>
                    <a:pt x="358" y="234"/>
                  </a:cubicBezTo>
                  <a:cubicBezTo>
                    <a:pt x="343" y="314"/>
                    <a:pt x="0" y="2192"/>
                    <a:pt x="651" y="2676"/>
                  </a:cubicBezTo>
                  <a:cubicBezTo>
                    <a:pt x="749" y="2745"/>
                    <a:pt x="864" y="2781"/>
                    <a:pt x="979" y="2781"/>
                  </a:cubicBezTo>
                  <a:cubicBezTo>
                    <a:pt x="984" y="2781"/>
                    <a:pt x="989" y="2781"/>
                    <a:pt x="993" y="2781"/>
                  </a:cubicBezTo>
                  <a:cubicBezTo>
                    <a:pt x="1712" y="2781"/>
                    <a:pt x="2742" y="1760"/>
                    <a:pt x="2792" y="1711"/>
                  </a:cubicBezTo>
                  <a:cubicBezTo>
                    <a:pt x="2822" y="1677"/>
                    <a:pt x="2825" y="1628"/>
                    <a:pt x="2795" y="1594"/>
                  </a:cubicBezTo>
                  <a:cubicBezTo>
                    <a:pt x="2778" y="1577"/>
                    <a:pt x="2755" y="1568"/>
                    <a:pt x="2733" y="1568"/>
                  </a:cubicBezTo>
                  <a:cubicBezTo>
                    <a:pt x="2711" y="1568"/>
                    <a:pt x="2690" y="1577"/>
                    <a:pt x="2674" y="1594"/>
                  </a:cubicBezTo>
                  <a:cubicBezTo>
                    <a:pt x="2352" y="1913"/>
                    <a:pt x="1527" y="2615"/>
                    <a:pt x="1003" y="2615"/>
                  </a:cubicBezTo>
                  <a:cubicBezTo>
                    <a:pt x="936" y="2615"/>
                    <a:pt x="873" y="2603"/>
                    <a:pt x="818" y="2578"/>
                  </a:cubicBezTo>
                  <a:lnTo>
                    <a:pt x="2073" y="126"/>
                  </a:lnTo>
                  <a:cubicBezTo>
                    <a:pt x="2108" y="58"/>
                    <a:pt x="2052" y="1"/>
                    <a:pt x="1996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8" name="Google Shape;3768;p8"/>
            <p:cNvSpPr/>
            <p:nvPr/>
          </p:nvSpPr>
          <p:spPr>
            <a:xfrm>
              <a:off x="4293175" y="1092675"/>
              <a:ext cx="36275" cy="22050"/>
            </a:xfrm>
            <a:custGeom>
              <a:rect b="b" l="l" r="r" t="t"/>
              <a:pathLst>
                <a:path extrusionOk="0" h="882" w="1451">
                  <a:moveTo>
                    <a:pt x="1" y="0"/>
                  </a:moveTo>
                  <a:cubicBezTo>
                    <a:pt x="1" y="0"/>
                    <a:pt x="454" y="802"/>
                    <a:pt x="540" y="870"/>
                  </a:cubicBezTo>
                  <a:cubicBezTo>
                    <a:pt x="551" y="878"/>
                    <a:pt x="571" y="882"/>
                    <a:pt x="600" y="882"/>
                  </a:cubicBezTo>
                  <a:cubicBezTo>
                    <a:pt x="811" y="882"/>
                    <a:pt x="1450" y="691"/>
                    <a:pt x="1450" y="691"/>
                  </a:cubicBezTo>
                  <a:cubicBezTo>
                    <a:pt x="1043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9" name="Google Shape;3769;p8"/>
            <p:cNvSpPr/>
            <p:nvPr/>
          </p:nvSpPr>
          <p:spPr>
            <a:xfrm>
              <a:off x="4323475" y="1220650"/>
              <a:ext cx="353875" cy="325900"/>
            </a:xfrm>
            <a:custGeom>
              <a:rect b="b" l="l" r="r" t="t"/>
              <a:pathLst>
                <a:path extrusionOk="0" h="13036" w="14155">
                  <a:moveTo>
                    <a:pt x="14048" y="0"/>
                  </a:moveTo>
                  <a:cubicBezTo>
                    <a:pt x="14045" y="0"/>
                    <a:pt x="14041" y="0"/>
                    <a:pt x="14037" y="1"/>
                  </a:cubicBezTo>
                  <a:cubicBezTo>
                    <a:pt x="14003" y="4"/>
                    <a:pt x="10574" y="464"/>
                    <a:pt x="9408" y="4038"/>
                  </a:cubicBezTo>
                  <a:cubicBezTo>
                    <a:pt x="8911" y="5565"/>
                    <a:pt x="9300" y="7187"/>
                    <a:pt x="9991" y="8609"/>
                  </a:cubicBezTo>
                  <a:cubicBezTo>
                    <a:pt x="9799" y="8871"/>
                    <a:pt x="9228" y="9407"/>
                    <a:pt x="7772" y="9407"/>
                  </a:cubicBezTo>
                  <a:cubicBezTo>
                    <a:pt x="7235" y="9407"/>
                    <a:pt x="6579" y="9335"/>
                    <a:pt x="5778" y="9149"/>
                  </a:cubicBezTo>
                  <a:cubicBezTo>
                    <a:pt x="5243" y="9025"/>
                    <a:pt x="4742" y="8973"/>
                    <a:pt x="4276" y="8973"/>
                  </a:cubicBezTo>
                  <a:cubicBezTo>
                    <a:pt x="1539" y="8973"/>
                    <a:pt x="1" y="10790"/>
                    <a:pt x="1" y="10790"/>
                  </a:cubicBezTo>
                  <a:cubicBezTo>
                    <a:pt x="1" y="10790"/>
                    <a:pt x="2718" y="11471"/>
                    <a:pt x="5722" y="12202"/>
                  </a:cubicBezTo>
                  <a:cubicBezTo>
                    <a:pt x="9155" y="13035"/>
                    <a:pt x="14155" y="13035"/>
                    <a:pt x="14155" y="13035"/>
                  </a:cubicBezTo>
                  <a:cubicBezTo>
                    <a:pt x="12992" y="12890"/>
                    <a:pt x="10814" y="9627"/>
                    <a:pt x="10225" y="8711"/>
                  </a:cubicBezTo>
                  <a:cubicBezTo>
                    <a:pt x="9500" y="7280"/>
                    <a:pt x="9069" y="5636"/>
                    <a:pt x="9568" y="4091"/>
                  </a:cubicBezTo>
                  <a:cubicBezTo>
                    <a:pt x="10700" y="621"/>
                    <a:pt x="14025" y="174"/>
                    <a:pt x="14059" y="167"/>
                  </a:cubicBezTo>
                  <a:cubicBezTo>
                    <a:pt x="14105" y="161"/>
                    <a:pt x="14139" y="121"/>
                    <a:pt x="14133" y="75"/>
                  </a:cubicBezTo>
                  <a:cubicBezTo>
                    <a:pt x="14127" y="32"/>
                    <a:pt x="14090" y="0"/>
                    <a:pt x="14048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0" name="Google Shape;3770;p8"/>
            <p:cNvSpPr/>
            <p:nvPr/>
          </p:nvSpPr>
          <p:spPr>
            <a:xfrm>
              <a:off x="4214550" y="1027475"/>
              <a:ext cx="39250" cy="46625"/>
            </a:xfrm>
            <a:custGeom>
              <a:rect b="b" l="l" r="r" t="t"/>
              <a:pathLst>
                <a:path extrusionOk="0" h="1865" w="1570">
                  <a:moveTo>
                    <a:pt x="123" y="1"/>
                  </a:moveTo>
                  <a:cubicBezTo>
                    <a:pt x="48" y="1"/>
                    <a:pt x="1" y="109"/>
                    <a:pt x="80" y="159"/>
                  </a:cubicBezTo>
                  <a:cubicBezTo>
                    <a:pt x="95" y="165"/>
                    <a:pt x="1385" y="905"/>
                    <a:pt x="1267" y="1769"/>
                  </a:cubicBezTo>
                  <a:cubicBezTo>
                    <a:pt x="1261" y="1815"/>
                    <a:pt x="1295" y="1859"/>
                    <a:pt x="1341" y="1865"/>
                  </a:cubicBezTo>
                  <a:lnTo>
                    <a:pt x="1351" y="1865"/>
                  </a:lnTo>
                  <a:cubicBezTo>
                    <a:pt x="1394" y="1865"/>
                    <a:pt x="1431" y="1834"/>
                    <a:pt x="1437" y="1791"/>
                  </a:cubicBezTo>
                  <a:cubicBezTo>
                    <a:pt x="1570" y="813"/>
                    <a:pt x="222" y="42"/>
                    <a:pt x="163" y="11"/>
                  </a:cubicBezTo>
                  <a:cubicBezTo>
                    <a:pt x="149" y="4"/>
                    <a:pt x="136" y="1"/>
                    <a:pt x="12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1" name="Google Shape;3771;p8"/>
            <p:cNvSpPr/>
            <p:nvPr/>
          </p:nvSpPr>
          <p:spPr>
            <a:xfrm>
              <a:off x="4362025" y="1111475"/>
              <a:ext cx="79750" cy="26175"/>
            </a:xfrm>
            <a:custGeom>
              <a:rect b="b" l="l" r="r" t="t"/>
              <a:pathLst>
                <a:path extrusionOk="0" h="1047" w="3190">
                  <a:moveTo>
                    <a:pt x="1835" y="0"/>
                  </a:moveTo>
                  <a:cubicBezTo>
                    <a:pt x="1279" y="0"/>
                    <a:pt x="683" y="303"/>
                    <a:pt x="56" y="901"/>
                  </a:cubicBezTo>
                  <a:cubicBezTo>
                    <a:pt x="1" y="954"/>
                    <a:pt x="38" y="1046"/>
                    <a:pt x="115" y="1046"/>
                  </a:cubicBezTo>
                  <a:cubicBezTo>
                    <a:pt x="137" y="1046"/>
                    <a:pt x="155" y="1037"/>
                    <a:pt x="171" y="1021"/>
                  </a:cubicBezTo>
                  <a:cubicBezTo>
                    <a:pt x="762" y="455"/>
                    <a:pt x="1319" y="168"/>
                    <a:pt x="1830" y="168"/>
                  </a:cubicBezTo>
                  <a:cubicBezTo>
                    <a:pt x="1889" y="168"/>
                    <a:pt x="1948" y="172"/>
                    <a:pt x="2006" y="179"/>
                  </a:cubicBezTo>
                  <a:cubicBezTo>
                    <a:pt x="2657" y="266"/>
                    <a:pt x="3005" y="827"/>
                    <a:pt x="3008" y="833"/>
                  </a:cubicBezTo>
                  <a:cubicBezTo>
                    <a:pt x="3026" y="860"/>
                    <a:pt x="3051" y="872"/>
                    <a:pt x="3076" y="872"/>
                  </a:cubicBezTo>
                  <a:cubicBezTo>
                    <a:pt x="3133" y="872"/>
                    <a:pt x="3190" y="812"/>
                    <a:pt x="3153" y="747"/>
                  </a:cubicBezTo>
                  <a:cubicBezTo>
                    <a:pt x="3138" y="722"/>
                    <a:pt x="2764" y="112"/>
                    <a:pt x="2030" y="13"/>
                  </a:cubicBezTo>
                  <a:cubicBezTo>
                    <a:pt x="1966" y="4"/>
                    <a:pt x="1901" y="0"/>
                    <a:pt x="1835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2" name="Google Shape;3772;p8"/>
            <p:cNvSpPr/>
            <p:nvPr/>
          </p:nvSpPr>
          <p:spPr>
            <a:xfrm>
              <a:off x="4101325" y="1012625"/>
              <a:ext cx="123400" cy="119700"/>
            </a:xfrm>
            <a:custGeom>
              <a:rect b="b" l="l" r="r" t="t"/>
              <a:pathLst>
                <a:path extrusionOk="0" h="4788" w="4936">
                  <a:moveTo>
                    <a:pt x="119" y="0"/>
                  </a:moveTo>
                  <a:cubicBezTo>
                    <a:pt x="54" y="0"/>
                    <a:pt x="0" y="84"/>
                    <a:pt x="60" y="145"/>
                  </a:cubicBezTo>
                  <a:lnTo>
                    <a:pt x="4763" y="4763"/>
                  </a:lnTo>
                  <a:cubicBezTo>
                    <a:pt x="4779" y="4778"/>
                    <a:pt x="4800" y="4787"/>
                    <a:pt x="4822" y="4787"/>
                  </a:cubicBezTo>
                  <a:cubicBezTo>
                    <a:pt x="4896" y="4787"/>
                    <a:pt x="4936" y="4695"/>
                    <a:pt x="4880" y="4642"/>
                  </a:cubicBezTo>
                  <a:lnTo>
                    <a:pt x="177" y="25"/>
                  </a:lnTo>
                  <a:cubicBezTo>
                    <a:pt x="158" y="7"/>
                    <a:pt x="138" y="0"/>
                    <a:pt x="1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3" name="Google Shape;3773;p8"/>
            <p:cNvSpPr/>
            <p:nvPr/>
          </p:nvSpPr>
          <p:spPr>
            <a:xfrm>
              <a:off x="4066150" y="1064475"/>
              <a:ext cx="143850" cy="73175"/>
            </a:xfrm>
            <a:custGeom>
              <a:rect b="b" l="l" r="r" t="t"/>
              <a:pathLst>
                <a:path extrusionOk="0" h="2927" w="5754">
                  <a:moveTo>
                    <a:pt x="123" y="1"/>
                  </a:moveTo>
                  <a:cubicBezTo>
                    <a:pt x="45" y="1"/>
                    <a:pt x="1" y="118"/>
                    <a:pt x="88" y="163"/>
                  </a:cubicBezTo>
                  <a:lnTo>
                    <a:pt x="5596" y="2917"/>
                  </a:lnTo>
                  <a:cubicBezTo>
                    <a:pt x="5609" y="2923"/>
                    <a:pt x="5621" y="2926"/>
                    <a:pt x="5637" y="2926"/>
                  </a:cubicBezTo>
                  <a:cubicBezTo>
                    <a:pt x="5726" y="2926"/>
                    <a:pt x="5754" y="2806"/>
                    <a:pt x="5674" y="2766"/>
                  </a:cubicBezTo>
                  <a:lnTo>
                    <a:pt x="165" y="12"/>
                  </a:lnTo>
                  <a:cubicBezTo>
                    <a:pt x="150" y="4"/>
                    <a:pt x="136" y="1"/>
                    <a:pt x="1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4" name="Google Shape;3774;p8"/>
            <p:cNvSpPr/>
            <p:nvPr/>
          </p:nvSpPr>
          <p:spPr>
            <a:xfrm>
              <a:off x="4065250" y="1119625"/>
              <a:ext cx="136200" cy="26500"/>
            </a:xfrm>
            <a:custGeom>
              <a:rect b="b" l="l" r="r" t="t"/>
              <a:pathLst>
                <a:path extrusionOk="0" h="1060" w="5448">
                  <a:moveTo>
                    <a:pt x="116" y="0"/>
                  </a:moveTo>
                  <a:cubicBezTo>
                    <a:pt x="20" y="0"/>
                    <a:pt x="0" y="151"/>
                    <a:pt x="105" y="168"/>
                  </a:cubicBezTo>
                  <a:lnTo>
                    <a:pt x="5318" y="1059"/>
                  </a:lnTo>
                  <a:lnTo>
                    <a:pt x="5333" y="1059"/>
                  </a:lnTo>
                  <a:cubicBezTo>
                    <a:pt x="5435" y="1059"/>
                    <a:pt x="5447" y="908"/>
                    <a:pt x="5346" y="893"/>
                  </a:cubicBezTo>
                  <a:lnTo>
                    <a:pt x="133" y="2"/>
                  </a:lnTo>
                  <a:cubicBezTo>
                    <a:pt x="127" y="1"/>
                    <a:pt x="122" y="0"/>
                    <a:pt x="11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5" name="Google Shape;3775;p8"/>
            <p:cNvSpPr/>
            <p:nvPr/>
          </p:nvSpPr>
          <p:spPr>
            <a:xfrm>
              <a:off x="4133875" y="1043175"/>
              <a:ext cx="75975" cy="73250"/>
            </a:xfrm>
            <a:custGeom>
              <a:rect b="b" l="l" r="r" t="t"/>
              <a:pathLst>
                <a:path extrusionOk="0" h="2930" w="3039">
                  <a:moveTo>
                    <a:pt x="127" y="1"/>
                  </a:moveTo>
                  <a:cubicBezTo>
                    <a:pt x="60" y="1"/>
                    <a:pt x="1" y="92"/>
                    <a:pt x="71" y="151"/>
                  </a:cubicBezTo>
                  <a:lnTo>
                    <a:pt x="2866" y="2905"/>
                  </a:lnTo>
                  <a:cubicBezTo>
                    <a:pt x="2881" y="2921"/>
                    <a:pt x="2903" y="2930"/>
                    <a:pt x="2928" y="2930"/>
                  </a:cubicBezTo>
                  <a:cubicBezTo>
                    <a:pt x="3002" y="2930"/>
                    <a:pt x="3039" y="2837"/>
                    <a:pt x="2986" y="2785"/>
                  </a:cubicBezTo>
                  <a:lnTo>
                    <a:pt x="189" y="31"/>
                  </a:lnTo>
                  <a:cubicBezTo>
                    <a:pt x="170" y="10"/>
                    <a:pt x="148" y="1"/>
                    <a:pt x="127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6" name="Google Shape;3776;p8"/>
            <p:cNvSpPr/>
            <p:nvPr/>
          </p:nvSpPr>
          <p:spPr>
            <a:xfrm>
              <a:off x="4117950" y="1090925"/>
              <a:ext cx="74025" cy="39325"/>
            </a:xfrm>
            <a:custGeom>
              <a:rect b="b" l="l" r="r" t="t"/>
              <a:pathLst>
                <a:path extrusionOk="0" h="1573" w="2961">
                  <a:moveTo>
                    <a:pt x="123" y="1"/>
                  </a:moveTo>
                  <a:cubicBezTo>
                    <a:pt x="46" y="1"/>
                    <a:pt x="0" y="124"/>
                    <a:pt x="92" y="166"/>
                  </a:cubicBezTo>
                  <a:lnTo>
                    <a:pt x="2806" y="1563"/>
                  </a:lnTo>
                  <a:cubicBezTo>
                    <a:pt x="2815" y="1569"/>
                    <a:pt x="2830" y="1572"/>
                    <a:pt x="2843" y="1572"/>
                  </a:cubicBezTo>
                  <a:cubicBezTo>
                    <a:pt x="2932" y="1572"/>
                    <a:pt x="2960" y="1452"/>
                    <a:pt x="2883" y="1412"/>
                  </a:cubicBezTo>
                  <a:lnTo>
                    <a:pt x="169" y="14"/>
                  </a:lnTo>
                  <a:cubicBezTo>
                    <a:pt x="153" y="5"/>
                    <a:pt x="138" y="1"/>
                    <a:pt x="12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" name="Google Shape;3777;p8"/>
            <p:cNvSpPr/>
            <p:nvPr/>
          </p:nvSpPr>
          <p:spPr>
            <a:xfrm>
              <a:off x="4120425" y="1129175"/>
              <a:ext cx="53500" cy="13775"/>
            </a:xfrm>
            <a:custGeom>
              <a:rect b="b" l="l" r="r" t="t"/>
              <a:pathLst>
                <a:path extrusionOk="0" h="551" w="2140">
                  <a:moveTo>
                    <a:pt x="120" y="1"/>
                  </a:moveTo>
                  <a:cubicBezTo>
                    <a:pt x="24" y="1"/>
                    <a:pt x="1" y="145"/>
                    <a:pt x="101" y="169"/>
                  </a:cubicBezTo>
                  <a:lnTo>
                    <a:pt x="2007" y="551"/>
                  </a:lnTo>
                  <a:lnTo>
                    <a:pt x="2025" y="551"/>
                  </a:lnTo>
                  <a:cubicBezTo>
                    <a:pt x="2124" y="548"/>
                    <a:pt x="2139" y="406"/>
                    <a:pt x="2041" y="384"/>
                  </a:cubicBezTo>
                  <a:lnTo>
                    <a:pt x="135" y="2"/>
                  </a:lnTo>
                  <a:cubicBezTo>
                    <a:pt x="129" y="1"/>
                    <a:pt x="125" y="1"/>
                    <a:pt x="12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" name="Google Shape;3778;p8"/>
            <p:cNvSpPr/>
            <p:nvPr/>
          </p:nvSpPr>
          <p:spPr>
            <a:xfrm>
              <a:off x="4257100" y="925350"/>
              <a:ext cx="52800" cy="51675"/>
            </a:xfrm>
            <a:custGeom>
              <a:rect b="b" l="l" r="r" t="t"/>
              <a:pathLst>
                <a:path extrusionOk="0" h="2067" w="2112">
                  <a:moveTo>
                    <a:pt x="1923" y="0"/>
                  </a:moveTo>
                  <a:cubicBezTo>
                    <a:pt x="1922" y="0"/>
                    <a:pt x="1922" y="0"/>
                    <a:pt x="1922" y="0"/>
                  </a:cubicBezTo>
                  <a:cubicBezTo>
                    <a:pt x="959" y="16"/>
                    <a:pt x="0" y="1388"/>
                    <a:pt x="0" y="1388"/>
                  </a:cubicBezTo>
                  <a:cubicBezTo>
                    <a:pt x="0" y="1388"/>
                    <a:pt x="1262" y="2067"/>
                    <a:pt x="1453" y="2067"/>
                  </a:cubicBezTo>
                  <a:cubicBezTo>
                    <a:pt x="1647" y="2067"/>
                    <a:pt x="2112" y="0"/>
                    <a:pt x="1923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" name="Google Shape;3779;p8"/>
            <p:cNvSpPr/>
            <p:nvPr/>
          </p:nvSpPr>
          <p:spPr>
            <a:xfrm>
              <a:off x="4422100" y="1000325"/>
              <a:ext cx="52075" cy="56775"/>
            </a:xfrm>
            <a:custGeom>
              <a:rect b="b" l="l" r="r" t="t"/>
              <a:pathLst>
                <a:path extrusionOk="0" h="2271" w="2083">
                  <a:moveTo>
                    <a:pt x="1923" y="0"/>
                  </a:moveTo>
                  <a:cubicBezTo>
                    <a:pt x="1582" y="0"/>
                    <a:pt x="1" y="1313"/>
                    <a:pt x="1" y="1313"/>
                  </a:cubicBezTo>
                  <a:cubicBezTo>
                    <a:pt x="1" y="1313"/>
                    <a:pt x="1618" y="2271"/>
                    <a:pt x="1873" y="2271"/>
                  </a:cubicBezTo>
                  <a:cubicBezTo>
                    <a:pt x="1879" y="2271"/>
                    <a:pt x="1884" y="2270"/>
                    <a:pt x="1888" y="2269"/>
                  </a:cubicBezTo>
                  <a:cubicBezTo>
                    <a:pt x="2083" y="2220"/>
                    <a:pt x="2083" y="329"/>
                    <a:pt x="1984" y="36"/>
                  </a:cubicBezTo>
                  <a:cubicBezTo>
                    <a:pt x="1976" y="12"/>
                    <a:pt x="1955" y="0"/>
                    <a:pt x="1923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" name="Google Shape;3780;p8"/>
            <p:cNvSpPr/>
            <p:nvPr/>
          </p:nvSpPr>
          <p:spPr>
            <a:xfrm>
              <a:off x="4324575" y="1013650"/>
              <a:ext cx="12025" cy="17425"/>
            </a:xfrm>
            <a:custGeom>
              <a:rect b="b" l="l" r="r" t="t"/>
              <a:pathLst>
                <a:path extrusionOk="0" h="697" w="481">
                  <a:moveTo>
                    <a:pt x="360" y="0"/>
                  </a:moveTo>
                  <a:cubicBezTo>
                    <a:pt x="345" y="0"/>
                    <a:pt x="328" y="5"/>
                    <a:pt x="312" y="15"/>
                  </a:cubicBezTo>
                  <a:cubicBezTo>
                    <a:pt x="117" y="148"/>
                    <a:pt x="0" y="373"/>
                    <a:pt x="6" y="610"/>
                  </a:cubicBezTo>
                  <a:cubicBezTo>
                    <a:pt x="6" y="657"/>
                    <a:pt x="43" y="697"/>
                    <a:pt x="93" y="697"/>
                  </a:cubicBezTo>
                  <a:cubicBezTo>
                    <a:pt x="139" y="697"/>
                    <a:pt x="176" y="657"/>
                    <a:pt x="176" y="610"/>
                  </a:cubicBezTo>
                  <a:cubicBezTo>
                    <a:pt x="170" y="431"/>
                    <a:pt x="256" y="262"/>
                    <a:pt x="401" y="160"/>
                  </a:cubicBezTo>
                  <a:cubicBezTo>
                    <a:pt x="480" y="109"/>
                    <a:pt x="434" y="0"/>
                    <a:pt x="360" y="0"/>
                  </a:cubicBezTo>
                  <a:close/>
                </a:path>
              </a:pathLst>
            </a:custGeom>
            <a:solidFill>
              <a:srgbClr val="FCFD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" name="Google Shape;3781;p8"/>
            <p:cNvSpPr/>
            <p:nvPr/>
          </p:nvSpPr>
          <p:spPr>
            <a:xfrm>
              <a:off x="4329500" y="1029000"/>
              <a:ext cx="12100" cy="17500"/>
            </a:xfrm>
            <a:custGeom>
              <a:rect b="b" l="l" r="r" t="t"/>
              <a:pathLst>
                <a:path extrusionOk="0" h="700" w="484">
                  <a:moveTo>
                    <a:pt x="359" y="0"/>
                  </a:moveTo>
                  <a:cubicBezTo>
                    <a:pt x="344" y="0"/>
                    <a:pt x="328" y="5"/>
                    <a:pt x="312" y="15"/>
                  </a:cubicBezTo>
                  <a:cubicBezTo>
                    <a:pt x="115" y="151"/>
                    <a:pt x="0" y="376"/>
                    <a:pt x="7" y="613"/>
                  </a:cubicBezTo>
                  <a:cubicBezTo>
                    <a:pt x="7" y="659"/>
                    <a:pt x="44" y="700"/>
                    <a:pt x="90" y="700"/>
                  </a:cubicBezTo>
                  <a:cubicBezTo>
                    <a:pt x="136" y="700"/>
                    <a:pt x="176" y="659"/>
                    <a:pt x="173" y="613"/>
                  </a:cubicBezTo>
                  <a:cubicBezTo>
                    <a:pt x="170" y="434"/>
                    <a:pt x="253" y="265"/>
                    <a:pt x="401" y="160"/>
                  </a:cubicBezTo>
                  <a:cubicBezTo>
                    <a:pt x="484" y="111"/>
                    <a:pt x="433" y="0"/>
                    <a:pt x="35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" name="Google Shape;3782;p8"/>
            <p:cNvSpPr/>
            <p:nvPr/>
          </p:nvSpPr>
          <p:spPr>
            <a:xfrm>
              <a:off x="4342750" y="1015050"/>
              <a:ext cx="12050" cy="17425"/>
            </a:xfrm>
            <a:custGeom>
              <a:rect b="b" l="l" r="r" t="t"/>
              <a:pathLst>
                <a:path extrusionOk="0" h="697" w="482">
                  <a:moveTo>
                    <a:pt x="359" y="1"/>
                  </a:moveTo>
                  <a:cubicBezTo>
                    <a:pt x="344" y="1"/>
                    <a:pt x="328" y="5"/>
                    <a:pt x="312" y="15"/>
                  </a:cubicBezTo>
                  <a:cubicBezTo>
                    <a:pt x="118" y="147"/>
                    <a:pt x="1" y="372"/>
                    <a:pt x="7" y="610"/>
                  </a:cubicBezTo>
                  <a:cubicBezTo>
                    <a:pt x="7" y="659"/>
                    <a:pt x="44" y="696"/>
                    <a:pt x="93" y="696"/>
                  </a:cubicBezTo>
                  <a:cubicBezTo>
                    <a:pt x="140" y="696"/>
                    <a:pt x="177" y="659"/>
                    <a:pt x="177" y="610"/>
                  </a:cubicBezTo>
                  <a:cubicBezTo>
                    <a:pt x="171" y="431"/>
                    <a:pt x="257" y="261"/>
                    <a:pt x="402" y="160"/>
                  </a:cubicBezTo>
                  <a:cubicBezTo>
                    <a:pt x="482" y="110"/>
                    <a:pt x="434" y="1"/>
                    <a:pt x="35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" name="Google Shape;3783;p8"/>
            <p:cNvSpPr/>
            <p:nvPr/>
          </p:nvSpPr>
          <p:spPr>
            <a:xfrm>
              <a:off x="4347000" y="1031900"/>
              <a:ext cx="12000" cy="17375"/>
            </a:xfrm>
            <a:custGeom>
              <a:rect b="b" l="l" r="r" t="t"/>
              <a:pathLst>
                <a:path extrusionOk="0" h="695" w="480">
                  <a:moveTo>
                    <a:pt x="357" y="0"/>
                  </a:moveTo>
                  <a:cubicBezTo>
                    <a:pt x="343" y="0"/>
                    <a:pt x="327" y="4"/>
                    <a:pt x="312" y="13"/>
                  </a:cubicBezTo>
                  <a:cubicBezTo>
                    <a:pt x="115" y="149"/>
                    <a:pt x="1" y="371"/>
                    <a:pt x="7" y="608"/>
                  </a:cubicBezTo>
                  <a:cubicBezTo>
                    <a:pt x="7" y="658"/>
                    <a:pt x="44" y="695"/>
                    <a:pt x="90" y="695"/>
                  </a:cubicBezTo>
                  <a:cubicBezTo>
                    <a:pt x="136" y="695"/>
                    <a:pt x="176" y="658"/>
                    <a:pt x="176" y="608"/>
                  </a:cubicBezTo>
                  <a:cubicBezTo>
                    <a:pt x="170" y="429"/>
                    <a:pt x="253" y="260"/>
                    <a:pt x="401" y="158"/>
                  </a:cubicBezTo>
                  <a:cubicBezTo>
                    <a:pt x="479" y="106"/>
                    <a:pt x="431" y="0"/>
                    <a:pt x="357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8"/>
            <p:cNvSpPr/>
            <p:nvPr/>
          </p:nvSpPr>
          <p:spPr>
            <a:xfrm>
              <a:off x="4362275" y="1025200"/>
              <a:ext cx="10425" cy="18225"/>
            </a:xfrm>
            <a:custGeom>
              <a:rect b="b" l="l" r="r" t="t"/>
              <a:pathLst>
                <a:path extrusionOk="0" h="729" w="417">
                  <a:moveTo>
                    <a:pt x="288" y="1"/>
                  </a:moveTo>
                  <a:cubicBezTo>
                    <a:pt x="242" y="1"/>
                    <a:pt x="197" y="35"/>
                    <a:pt x="204" y="96"/>
                  </a:cubicBezTo>
                  <a:cubicBezTo>
                    <a:pt x="238" y="272"/>
                    <a:pt x="185" y="454"/>
                    <a:pt x="59" y="580"/>
                  </a:cubicBezTo>
                  <a:cubicBezTo>
                    <a:pt x="0" y="633"/>
                    <a:pt x="37" y="728"/>
                    <a:pt x="114" y="728"/>
                  </a:cubicBezTo>
                  <a:cubicBezTo>
                    <a:pt x="136" y="728"/>
                    <a:pt x="154" y="722"/>
                    <a:pt x="170" y="710"/>
                  </a:cubicBezTo>
                  <a:cubicBezTo>
                    <a:pt x="339" y="543"/>
                    <a:pt x="417" y="299"/>
                    <a:pt x="370" y="68"/>
                  </a:cubicBezTo>
                  <a:cubicBezTo>
                    <a:pt x="359" y="22"/>
                    <a:pt x="324" y="1"/>
                    <a:pt x="288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" name="Google Shape;3785;p8"/>
            <p:cNvSpPr/>
            <p:nvPr/>
          </p:nvSpPr>
          <p:spPr>
            <a:xfrm>
              <a:off x="4273925" y="944875"/>
              <a:ext cx="19725" cy="21675"/>
            </a:xfrm>
            <a:custGeom>
              <a:rect b="b" l="l" r="r" t="t"/>
              <a:pathLst>
                <a:path extrusionOk="0" h="867" w="789">
                  <a:moveTo>
                    <a:pt x="100" y="0"/>
                  </a:moveTo>
                  <a:cubicBezTo>
                    <a:pt x="51" y="0"/>
                    <a:pt x="1" y="40"/>
                    <a:pt x="15" y="104"/>
                  </a:cubicBezTo>
                  <a:cubicBezTo>
                    <a:pt x="18" y="107"/>
                    <a:pt x="129" y="607"/>
                    <a:pt x="154" y="771"/>
                  </a:cubicBezTo>
                  <a:cubicBezTo>
                    <a:pt x="160" y="817"/>
                    <a:pt x="194" y="854"/>
                    <a:pt x="240" y="863"/>
                  </a:cubicBezTo>
                  <a:cubicBezTo>
                    <a:pt x="246" y="863"/>
                    <a:pt x="256" y="866"/>
                    <a:pt x="262" y="866"/>
                  </a:cubicBezTo>
                  <a:cubicBezTo>
                    <a:pt x="323" y="866"/>
                    <a:pt x="428" y="801"/>
                    <a:pt x="761" y="151"/>
                  </a:cubicBezTo>
                  <a:cubicBezTo>
                    <a:pt x="789" y="86"/>
                    <a:pt x="735" y="34"/>
                    <a:pt x="681" y="34"/>
                  </a:cubicBezTo>
                  <a:cubicBezTo>
                    <a:pt x="654" y="34"/>
                    <a:pt x="628" y="46"/>
                    <a:pt x="610" y="73"/>
                  </a:cubicBezTo>
                  <a:cubicBezTo>
                    <a:pt x="515" y="259"/>
                    <a:pt x="410" y="441"/>
                    <a:pt x="299" y="616"/>
                  </a:cubicBezTo>
                  <a:cubicBezTo>
                    <a:pt x="256" y="403"/>
                    <a:pt x="185" y="83"/>
                    <a:pt x="182" y="67"/>
                  </a:cubicBezTo>
                  <a:cubicBezTo>
                    <a:pt x="171" y="21"/>
                    <a:pt x="136" y="0"/>
                    <a:pt x="10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" name="Google Shape;3786;p8"/>
            <p:cNvSpPr/>
            <p:nvPr/>
          </p:nvSpPr>
          <p:spPr>
            <a:xfrm>
              <a:off x="4443625" y="1021075"/>
              <a:ext cx="23725" cy="24050"/>
            </a:xfrm>
            <a:custGeom>
              <a:rect b="b" l="l" r="r" t="t"/>
              <a:pathLst>
                <a:path extrusionOk="0" h="962" w="949">
                  <a:moveTo>
                    <a:pt x="342" y="0"/>
                  </a:moveTo>
                  <a:cubicBezTo>
                    <a:pt x="311" y="0"/>
                    <a:pt x="280" y="17"/>
                    <a:pt x="265" y="57"/>
                  </a:cubicBezTo>
                  <a:cubicBezTo>
                    <a:pt x="161" y="310"/>
                    <a:pt x="0" y="754"/>
                    <a:pt x="74" y="893"/>
                  </a:cubicBezTo>
                  <a:cubicBezTo>
                    <a:pt x="93" y="927"/>
                    <a:pt x="124" y="949"/>
                    <a:pt x="157" y="958"/>
                  </a:cubicBezTo>
                  <a:cubicBezTo>
                    <a:pt x="170" y="958"/>
                    <a:pt x="179" y="961"/>
                    <a:pt x="188" y="961"/>
                  </a:cubicBezTo>
                  <a:cubicBezTo>
                    <a:pt x="361" y="961"/>
                    <a:pt x="716" y="739"/>
                    <a:pt x="867" y="637"/>
                  </a:cubicBezTo>
                  <a:cubicBezTo>
                    <a:pt x="948" y="586"/>
                    <a:pt x="895" y="479"/>
                    <a:pt x="823" y="479"/>
                  </a:cubicBezTo>
                  <a:cubicBezTo>
                    <a:pt x="807" y="479"/>
                    <a:pt x="791" y="484"/>
                    <a:pt x="774" y="495"/>
                  </a:cubicBezTo>
                  <a:cubicBezTo>
                    <a:pt x="555" y="640"/>
                    <a:pt x="318" y="767"/>
                    <a:pt x="222" y="788"/>
                  </a:cubicBezTo>
                  <a:cubicBezTo>
                    <a:pt x="225" y="687"/>
                    <a:pt x="309" y="403"/>
                    <a:pt x="423" y="122"/>
                  </a:cubicBezTo>
                  <a:cubicBezTo>
                    <a:pt x="454" y="53"/>
                    <a:pt x="398" y="0"/>
                    <a:pt x="34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7" name="Google Shape;3787;p8"/>
            <p:cNvSpPr/>
            <p:nvPr/>
          </p:nvSpPr>
          <p:spPr>
            <a:xfrm>
              <a:off x="4371125" y="1183175"/>
              <a:ext cx="125975" cy="14850"/>
            </a:xfrm>
            <a:custGeom>
              <a:rect b="b" l="l" r="r" t="t"/>
              <a:pathLst>
                <a:path extrusionOk="0" h="594" w="5039">
                  <a:moveTo>
                    <a:pt x="91" y="1"/>
                  </a:moveTo>
                  <a:cubicBezTo>
                    <a:pt x="47" y="1"/>
                    <a:pt x="10" y="34"/>
                    <a:pt x="4" y="78"/>
                  </a:cubicBezTo>
                  <a:cubicBezTo>
                    <a:pt x="1" y="124"/>
                    <a:pt x="35" y="164"/>
                    <a:pt x="81" y="171"/>
                  </a:cubicBezTo>
                  <a:lnTo>
                    <a:pt x="4911" y="593"/>
                  </a:lnTo>
                  <a:lnTo>
                    <a:pt x="4920" y="593"/>
                  </a:lnTo>
                  <a:cubicBezTo>
                    <a:pt x="4922" y="593"/>
                    <a:pt x="4924" y="593"/>
                    <a:pt x="4926" y="593"/>
                  </a:cubicBezTo>
                  <a:cubicBezTo>
                    <a:pt x="5032" y="593"/>
                    <a:pt x="5039" y="430"/>
                    <a:pt x="4927" y="424"/>
                  </a:cubicBezTo>
                  <a:lnTo>
                    <a:pt x="97" y="1"/>
                  </a:lnTo>
                  <a:cubicBezTo>
                    <a:pt x="95" y="1"/>
                    <a:pt x="93" y="1"/>
                    <a:pt x="9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8" name="Google Shape;3788;p8"/>
            <p:cNvSpPr/>
            <p:nvPr/>
          </p:nvSpPr>
          <p:spPr>
            <a:xfrm>
              <a:off x="4368175" y="1196925"/>
              <a:ext cx="121500" cy="49825"/>
            </a:xfrm>
            <a:custGeom>
              <a:rect b="b" l="l" r="r" t="t"/>
              <a:pathLst>
                <a:path extrusionOk="0" h="1993" w="4860">
                  <a:moveTo>
                    <a:pt x="124" y="0"/>
                  </a:moveTo>
                  <a:cubicBezTo>
                    <a:pt x="40" y="0"/>
                    <a:pt x="0" y="125"/>
                    <a:pt x="91" y="163"/>
                  </a:cubicBezTo>
                  <a:lnTo>
                    <a:pt x="4711" y="1986"/>
                  </a:lnTo>
                  <a:cubicBezTo>
                    <a:pt x="4721" y="1989"/>
                    <a:pt x="4733" y="1992"/>
                    <a:pt x="4742" y="1992"/>
                  </a:cubicBezTo>
                  <a:cubicBezTo>
                    <a:pt x="4835" y="1992"/>
                    <a:pt x="4859" y="1863"/>
                    <a:pt x="4773" y="1829"/>
                  </a:cubicBezTo>
                  <a:lnTo>
                    <a:pt x="156" y="6"/>
                  </a:lnTo>
                  <a:cubicBezTo>
                    <a:pt x="145" y="2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9" name="Google Shape;3789;p8"/>
            <p:cNvSpPr/>
            <p:nvPr/>
          </p:nvSpPr>
          <p:spPr>
            <a:xfrm>
              <a:off x="4363975" y="1210675"/>
              <a:ext cx="77425" cy="84800"/>
            </a:xfrm>
            <a:custGeom>
              <a:rect b="b" l="l" r="r" t="t"/>
              <a:pathLst>
                <a:path extrusionOk="0" h="3392" w="3097">
                  <a:moveTo>
                    <a:pt x="122" y="0"/>
                  </a:moveTo>
                  <a:cubicBezTo>
                    <a:pt x="58" y="0"/>
                    <a:pt x="1" y="79"/>
                    <a:pt x="59" y="144"/>
                  </a:cubicBezTo>
                  <a:lnTo>
                    <a:pt x="2939" y="3364"/>
                  </a:lnTo>
                  <a:cubicBezTo>
                    <a:pt x="2955" y="3382"/>
                    <a:pt x="2976" y="3392"/>
                    <a:pt x="3001" y="3392"/>
                  </a:cubicBezTo>
                  <a:cubicBezTo>
                    <a:pt x="3023" y="3392"/>
                    <a:pt x="3044" y="3385"/>
                    <a:pt x="3060" y="3370"/>
                  </a:cubicBezTo>
                  <a:cubicBezTo>
                    <a:pt x="3094" y="3339"/>
                    <a:pt x="3097" y="3287"/>
                    <a:pt x="3066" y="3250"/>
                  </a:cubicBezTo>
                  <a:lnTo>
                    <a:pt x="185" y="30"/>
                  </a:lnTo>
                  <a:cubicBezTo>
                    <a:pt x="166" y="9"/>
                    <a:pt x="144" y="0"/>
                    <a:pt x="12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" name="Google Shape;3790;p8"/>
            <p:cNvSpPr/>
            <p:nvPr/>
          </p:nvSpPr>
          <p:spPr>
            <a:xfrm>
              <a:off x="4727675" y="1108675"/>
              <a:ext cx="19375" cy="12300"/>
            </a:xfrm>
            <a:custGeom>
              <a:rect b="b" l="l" r="r" t="t"/>
              <a:pathLst>
                <a:path extrusionOk="0" h="492" w="775">
                  <a:moveTo>
                    <a:pt x="106" y="1"/>
                  </a:moveTo>
                  <a:cubicBezTo>
                    <a:pt x="90" y="1"/>
                    <a:pt x="80" y="2"/>
                    <a:pt x="78" y="2"/>
                  </a:cubicBezTo>
                  <a:cubicBezTo>
                    <a:pt x="32" y="8"/>
                    <a:pt x="1" y="48"/>
                    <a:pt x="4" y="94"/>
                  </a:cubicBezTo>
                  <a:cubicBezTo>
                    <a:pt x="10" y="138"/>
                    <a:pt x="47" y="171"/>
                    <a:pt x="90" y="171"/>
                  </a:cubicBezTo>
                  <a:cubicBezTo>
                    <a:pt x="92" y="171"/>
                    <a:pt x="94" y="171"/>
                    <a:pt x="96" y="171"/>
                  </a:cubicBezTo>
                  <a:cubicBezTo>
                    <a:pt x="97" y="171"/>
                    <a:pt x="102" y="171"/>
                    <a:pt x="110" y="171"/>
                  </a:cubicBezTo>
                  <a:cubicBezTo>
                    <a:pt x="169" y="171"/>
                    <a:pt x="395" y="187"/>
                    <a:pt x="611" y="458"/>
                  </a:cubicBezTo>
                  <a:cubicBezTo>
                    <a:pt x="627" y="480"/>
                    <a:pt x="651" y="492"/>
                    <a:pt x="679" y="492"/>
                  </a:cubicBezTo>
                  <a:cubicBezTo>
                    <a:pt x="698" y="489"/>
                    <a:pt x="716" y="483"/>
                    <a:pt x="732" y="470"/>
                  </a:cubicBezTo>
                  <a:cubicBezTo>
                    <a:pt x="769" y="443"/>
                    <a:pt x="775" y="387"/>
                    <a:pt x="744" y="350"/>
                  </a:cubicBezTo>
                  <a:cubicBezTo>
                    <a:pt x="485" y="25"/>
                    <a:pt x="196" y="1"/>
                    <a:pt x="10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1" name="Google Shape;3791;p8"/>
            <p:cNvSpPr/>
            <p:nvPr/>
          </p:nvSpPr>
          <p:spPr>
            <a:xfrm>
              <a:off x="4753350" y="1122550"/>
              <a:ext cx="19775" cy="12325"/>
            </a:xfrm>
            <a:custGeom>
              <a:rect b="b" l="l" r="r" t="t"/>
              <a:pathLst>
                <a:path extrusionOk="0" h="493" w="791">
                  <a:moveTo>
                    <a:pt x="109" y="1"/>
                  </a:moveTo>
                  <a:cubicBezTo>
                    <a:pt x="93" y="1"/>
                    <a:pt x="83" y="2"/>
                    <a:pt x="81" y="2"/>
                  </a:cubicBezTo>
                  <a:cubicBezTo>
                    <a:pt x="35" y="8"/>
                    <a:pt x="1" y="51"/>
                    <a:pt x="7" y="94"/>
                  </a:cubicBezTo>
                  <a:cubicBezTo>
                    <a:pt x="10" y="140"/>
                    <a:pt x="44" y="172"/>
                    <a:pt x="88" y="172"/>
                  </a:cubicBezTo>
                  <a:cubicBezTo>
                    <a:pt x="92" y="172"/>
                    <a:pt x="96" y="172"/>
                    <a:pt x="99" y="171"/>
                  </a:cubicBezTo>
                  <a:cubicBezTo>
                    <a:pt x="101" y="171"/>
                    <a:pt x="105" y="171"/>
                    <a:pt x="114" y="171"/>
                  </a:cubicBezTo>
                  <a:cubicBezTo>
                    <a:pt x="172" y="171"/>
                    <a:pt x="398" y="188"/>
                    <a:pt x="614" y="458"/>
                  </a:cubicBezTo>
                  <a:cubicBezTo>
                    <a:pt x="630" y="480"/>
                    <a:pt x="655" y="492"/>
                    <a:pt x="679" y="492"/>
                  </a:cubicBezTo>
                  <a:lnTo>
                    <a:pt x="679" y="489"/>
                  </a:lnTo>
                  <a:cubicBezTo>
                    <a:pt x="750" y="489"/>
                    <a:pt x="790" y="409"/>
                    <a:pt x="747" y="353"/>
                  </a:cubicBezTo>
                  <a:cubicBezTo>
                    <a:pt x="485" y="25"/>
                    <a:pt x="198" y="1"/>
                    <a:pt x="10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2" name="Google Shape;3792;p8"/>
            <p:cNvSpPr/>
            <p:nvPr/>
          </p:nvSpPr>
          <p:spPr>
            <a:xfrm>
              <a:off x="4759525" y="1139125"/>
              <a:ext cx="16975" cy="16325"/>
            </a:xfrm>
            <a:custGeom>
              <a:rect b="b" l="l" r="r" t="t"/>
              <a:pathLst>
                <a:path extrusionOk="0" h="653" w="679">
                  <a:moveTo>
                    <a:pt x="91" y="0"/>
                  </a:moveTo>
                  <a:cubicBezTo>
                    <a:pt x="52" y="0"/>
                    <a:pt x="18" y="26"/>
                    <a:pt x="10" y="67"/>
                  </a:cubicBezTo>
                  <a:cubicBezTo>
                    <a:pt x="0" y="113"/>
                    <a:pt x="28" y="156"/>
                    <a:pt x="74" y="168"/>
                  </a:cubicBezTo>
                  <a:cubicBezTo>
                    <a:pt x="84" y="168"/>
                    <a:pt x="340" y="230"/>
                    <a:pt x="506" y="603"/>
                  </a:cubicBezTo>
                  <a:cubicBezTo>
                    <a:pt x="519" y="634"/>
                    <a:pt x="549" y="653"/>
                    <a:pt x="583" y="653"/>
                  </a:cubicBezTo>
                  <a:cubicBezTo>
                    <a:pt x="593" y="653"/>
                    <a:pt x="605" y="650"/>
                    <a:pt x="617" y="646"/>
                  </a:cubicBezTo>
                  <a:cubicBezTo>
                    <a:pt x="661" y="628"/>
                    <a:pt x="679" y="579"/>
                    <a:pt x="661" y="535"/>
                  </a:cubicBezTo>
                  <a:cubicBezTo>
                    <a:pt x="460" y="76"/>
                    <a:pt x="121" y="5"/>
                    <a:pt x="108" y="2"/>
                  </a:cubicBezTo>
                  <a:cubicBezTo>
                    <a:pt x="102" y="1"/>
                    <a:pt x="97" y="0"/>
                    <a:pt x="9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3" name="Google Shape;3793;p8"/>
            <p:cNvSpPr/>
            <p:nvPr/>
          </p:nvSpPr>
          <p:spPr>
            <a:xfrm>
              <a:off x="4574625" y="1310325"/>
              <a:ext cx="11300" cy="21250"/>
            </a:xfrm>
            <a:custGeom>
              <a:rect b="b" l="l" r="r" t="t"/>
              <a:pathLst>
                <a:path extrusionOk="0" h="850" w="452">
                  <a:moveTo>
                    <a:pt x="334" y="0"/>
                  </a:moveTo>
                  <a:cubicBezTo>
                    <a:pt x="309" y="0"/>
                    <a:pt x="283" y="12"/>
                    <a:pt x="266" y="41"/>
                  </a:cubicBezTo>
                  <a:cubicBezTo>
                    <a:pt x="0" y="467"/>
                    <a:pt x="133" y="784"/>
                    <a:pt x="136" y="800"/>
                  </a:cubicBezTo>
                  <a:cubicBezTo>
                    <a:pt x="151" y="831"/>
                    <a:pt x="182" y="849"/>
                    <a:pt x="213" y="849"/>
                  </a:cubicBezTo>
                  <a:cubicBezTo>
                    <a:pt x="225" y="849"/>
                    <a:pt x="238" y="849"/>
                    <a:pt x="247" y="843"/>
                  </a:cubicBezTo>
                  <a:cubicBezTo>
                    <a:pt x="290" y="824"/>
                    <a:pt x="312" y="775"/>
                    <a:pt x="293" y="732"/>
                  </a:cubicBezTo>
                  <a:cubicBezTo>
                    <a:pt x="290" y="723"/>
                    <a:pt x="195" y="479"/>
                    <a:pt x="411" y="130"/>
                  </a:cubicBezTo>
                  <a:cubicBezTo>
                    <a:pt x="451" y="64"/>
                    <a:pt x="393" y="0"/>
                    <a:pt x="33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4" name="Google Shape;3794;p8"/>
            <p:cNvSpPr/>
            <p:nvPr/>
          </p:nvSpPr>
          <p:spPr>
            <a:xfrm>
              <a:off x="4592675" y="1307275"/>
              <a:ext cx="11125" cy="21125"/>
            </a:xfrm>
            <a:custGeom>
              <a:rect b="b" l="l" r="r" t="t"/>
              <a:pathLst>
                <a:path extrusionOk="0" h="845" w="445">
                  <a:moveTo>
                    <a:pt x="331" y="0"/>
                  </a:moveTo>
                  <a:cubicBezTo>
                    <a:pt x="307" y="0"/>
                    <a:pt x="283" y="11"/>
                    <a:pt x="265" y="37"/>
                  </a:cubicBezTo>
                  <a:cubicBezTo>
                    <a:pt x="0" y="462"/>
                    <a:pt x="130" y="780"/>
                    <a:pt x="136" y="795"/>
                  </a:cubicBezTo>
                  <a:cubicBezTo>
                    <a:pt x="148" y="826"/>
                    <a:pt x="179" y="845"/>
                    <a:pt x="213" y="845"/>
                  </a:cubicBezTo>
                  <a:cubicBezTo>
                    <a:pt x="225" y="845"/>
                    <a:pt x="234" y="842"/>
                    <a:pt x="247" y="838"/>
                  </a:cubicBezTo>
                  <a:cubicBezTo>
                    <a:pt x="290" y="820"/>
                    <a:pt x="308" y="771"/>
                    <a:pt x="293" y="727"/>
                  </a:cubicBezTo>
                  <a:cubicBezTo>
                    <a:pt x="287" y="718"/>
                    <a:pt x="191" y="475"/>
                    <a:pt x="407" y="126"/>
                  </a:cubicBezTo>
                  <a:cubicBezTo>
                    <a:pt x="444" y="61"/>
                    <a:pt x="388" y="0"/>
                    <a:pt x="33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5" name="Google Shape;3795;p8"/>
            <p:cNvSpPr/>
            <p:nvPr/>
          </p:nvSpPr>
          <p:spPr>
            <a:xfrm>
              <a:off x="4608475" y="1272575"/>
              <a:ext cx="12825" cy="20600"/>
            </a:xfrm>
            <a:custGeom>
              <a:rect b="b" l="l" r="r" t="t"/>
              <a:pathLst>
                <a:path extrusionOk="0" h="824" w="513">
                  <a:moveTo>
                    <a:pt x="389" y="1"/>
                  </a:moveTo>
                  <a:cubicBezTo>
                    <a:pt x="368" y="1"/>
                    <a:pt x="346" y="10"/>
                    <a:pt x="327" y="30"/>
                  </a:cubicBezTo>
                  <a:cubicBezTo>
                    <a:pt x="0" y="410"/>
                    <a:pt x="77" y="743"/>
                    <a:pt x="81" y="758"/>
                  </a:cubicBezTo>
                  <a:cubicBezTo>
                    <a:pt x="90" y="795"/>
                    <a:pt x="124" y="823"/>
                    <a:pt x="164" y="823"/>
                  </a:cubicBezTo>
                  <a:cubicBezTo>
                    <a:pt x="170" y="820"/>
                    <a:pt x="176" y="820"/>
                    <a:pt x="182" y="820"/>
                  </a:cubicBezTo>
                  <a:cubicBezTo>
                    <a:pt x="229" y="808"/>
                    <a:pt x="256" y="761"/>
                    <a:pt x="247" y="718"/>
                  </a:cubicBezTo>
                  <a:cubicBezTo>
                    <a:pt x="244" y="706"/>
                    <a:pt x="188" y="450"/>
                    <a:pt x="457" y="142"/>
                  </a:cubicBezTo>
                  <a:cubicBezTo>
                    <a:pt x="512" y="79"/>
                    <a:pt x="453" y="1"/>
                    <a:pt x="38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6" name="Google Shape;3796;p8"/>
            <p:cNvSpPr/>
            <p:nvPr/>
          </p:nvSpPr>
          <p:spPr>
            <a:xfrm>
              <a:off x="4586275" y="1333675"/>
              <a:ext cx="11300" cy="21250"/>
            </a:xfrm>
            <a:custGeom>
              <a:rect b="b" l="l" r="r" t="t"/>
              <a:pathLst>
                <a:path extrusionOk="0" h="850" w="452">
                  <a:moveTo>
                    <a:pt x="336" y="1"/>
                  </a:moveTo>
                  <a:cubicBezTo>
                    <a:pt x="310" y="1"/>
                    <a:pt x="284" y="13"/>
                    <a:pt x="265" y="42"/>
                  </a:cubicBezTo>
                  <a:cubicBezTo>
                    <a:pt x="0" y="467"/>
                    <a:pt x="133" y="785"/>
                    <a:pt x="139" y="797"/>
                  </a:cubicBezTo>
                  <a:cubicBezTo>
                    <a:pt x="151" y="828"/>
                    <a:pt x="182" y="850"/>
                    <a:pt x="216" y="850"/>
                  </a:cubicBezTo>
                  <a:cubicBezTo>
                    <a:pt x="225" y="850"/>
                    <a:pt x="238" y="847"/>
                    <a:pt x="250" y="843"/>
                  </a:cubicBezTo>
                  <a:cubicBezTo>
                    <a:pt x="290" y="825"/>
                    <a:pt x="312" y="776"/>
                    <a:pt x="293" y="732"/>
                  </a:cubicBezTo>
                  <a:cubicBezTo>
                    <a:pt x="290" y="720"/>
                    <a:pt x="194" y="476"/>
                    <a:pt x="410" y="131"/>
                  </a:cubicBezTo>
                  <a:cubicBezTo>
                    <a:pt x="451" y="64"/>
                    <a:pt x="395" y="1"/>
                    <a:pt x="33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7" name="Google Shape;3797;p8"/>
            <p:cNvSpPr/>
            <p:nvPr/>
          </p:nvSpPr>
          <p:spPr>
            <a:xfrm>
              <a:off x="4494775" y="1514375"/>
              <a:ext cx="19025" cy="7200"/>
            </a:xfrm>
            <a:custGeom>
              <a:rect b="b" l="l" r="r" t="t"/>
              <a:pathLst>
                <a:path extrusionOk="0" h="288" w="761">
                  <a:moveTo>
                    <a:pt x="122" y="1"/>
                  </a:moveTo>
                  <a:cubicBezTo>
                    <a:pt x="48" y="1"/>
                    <a:pt x="0" y="112"/>
                    <a:pt x="82" y="160"/>
                  </a:cubicBezTo>
                  <a:cubicBezTo>
                    <a:pt x="206" y="237"/>
                    <a:pt x="348" y="284"/>
                    <a:pt x="493" y="287"/>
                  </a:cubicBezTo>
                  <a:cubicBezTo>
                    <a:pt x="498" y="287"/>
                    <a:pt x="504" y="287"/>
                    <a:pt x="509" y="287"/>
                  </a:cubicBezTo>
                  <a:cubicBezTo>
                    <a:pt x="580" y="287"/>
                    <a:pt x="649" y="269"/>
                    <a:pt x="711" y="234"/>
                  </a:cubicBezTo>
                  <a:cubicBezTo>
                    <a:pt x="752" y="210"/>
                    <a:pt x="761" y="157"/>
                    <a:pt x="736" y="120"/>
                  </a:cubicBezTo>
                  <a:cubicBezTo>
                    <a:pt x="722" y="94"/>
                    <a:pt x="695" y="80"/>
                    <a:pt x="667" y="80"/>
                  </a:cubicBezTo>
                  <a:cubicBezTo>
                    <a:pt x="651" y="80"/>
                    <a:pt x="636" y="84"/>
                    <a:pt x="622" y="92"/>
                  </a:cubicBezTo>
                  <a:cubicBezTo>
                    <a:pt x="619" y="94"/>
                    <a:pt x="574" y="119"/>
                    <a:pt x="493" y="119"/>
                  </a:cubicBezTo>
                  <a:cubicBezTo>
                    <a:pt x="416" y="119"/>
                    <a:pt x="307" y="97"/>
                    <a:pt x="169" y="15"/>
                  </a:cubicBezTo>
                  <a:cubicBezTo>
                    <a:pt x="153" y="5"/>
                    <a:pt x="137" y="1"/>
                    <a:pt x="122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8" name="Google Shape;3798;p8"/>
            <p:cNvSpPr/>
            <p:nvPr/>
          </p:nvSpPr>
          <p:spPr>
            <a:xfrm>
              <a:off x="4480375" y="1496000"/>
              <a:ext cx="18925" cy="7200"/>
            </a:xfrm>
            <a:custGeom>
              <a:rect b="b" l="l" r="r" t="t"/>
              <a:pathLst>
                <a:path extrusionOk="0" h="288" w="757">
                  <a:moveTo>
                    <a:pt x="123" y="1"/>
                  </a:moveTo>
                  <a:cubicBezTo>
                    <a:pt x="47" y="1"/>
                    <a:pt x="1" y="109"/>
                    <a:pt x="78" y="158"/>
                  </a:cubicBezTo>
                  <a:cubicBezTo>
                    <a:pt x="202" y="238"/>
                    <a:pt x="344" y="282"/>
                    <a:pt x="489" y="288"/>
                  </a:cubicBezTo>
                  <a:cubicBezTo>
                    <a:pt x="566" y="288"/>
                    <a:pt x="640" y="272"/>
                    <a:pt x="708" y="235"/>
                  </a:cubicBezTo>
                  <a:cubicBezTo>
                    <a:pt x="748" y="211"/>
                    <a:pt x="757" y="158"/>
                    <a:pt x="735" y="118"/>
                  </a:cubicBezTo>
                  <a:cubicBezTo>
                    <a:pt x="719" y="92"/>
                    <a:pt x="691" y="78"/>
                    <a:pt x="663" y="78"/>
                  </a:cubicBezTo>
                  <a:cubicBezTo>
                    <a:pt x="648" y="78"/>
                    <a:pt x="632" y="82"/>
                    <a:pt x="618" y="90"/>
                  </a:cubicBezTo>
                  <a:cubicBezTo>
                    <a:pt x="615" y="92"/>
                    <a:pt x="571" y="117"/>
                    <a:pt x="489" y="117"/>
                  </a:cubicBezTo>
                  <a:cubicBezTo>
                    <a:pt x="413" y="117"/>
                    <a:pt x="305" y="95"/>
                    <a:pt x="168" y="13"/>
                  </a:cubicBezTo>
                  <a:cubicBezTo>
                    <a:pt x="152" y="4"/>
                    <a:pt x="137" y="1"/>
                    <a:pt x="123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9" name="Google Shape;3799;p8"/>
            <p:cNvSpPr/>
            <p:nvPr/>
          </p:nvSpPr>
          <p:spPr>
            <a:xfrm>
              <a:off x="4467600" y="1506550"/>
              <a:ext cx="19725" cy="7225"/>
            </a:xfrm>
            <a:custGeom>
              <a:rect b="b" l="l" r="r" t="t"/>
              <a:pathLst>
                <a:path extrusionOk="0" h="289" w="789">
                  <a:moveTo>
                    <a:pt x="126" y="0"/>
                  </a:moveTo>
                  <a:cubicBezTo>
                    <a:pt x="51" y="0"/>
                    <a:pt x="0" y="116"/>
                    <a:pt x="90" y="162"/>
                  </a:cubicBezTo>
                  <a:cubicBezTo>
                    <a:pt x="210" y="242"/>
                    <a:pt x="352" y="285"/>
                    <a:pt x="497" y="288"/>
                  </a:cubicBezTo>
                  <a:cubicBezTo>
                    <a:pt x="502" y="288"/>
                    <a:pt x="508" y="289"/>
                    <a:pt x="514" y="289"/>
                  </a:cubicBezTo>
                  <a:cubicBezTo>
                    <a:pt x="585" y="289"/>
                    <a:pt x="656" y="270"/>
                    <a:pt x="716" y="236"/>
                  </a:cubicBezTo>
                  <a:cubicBezTo>
                    <a:pt x="789" y="184"/>
                    <a:pt x="741" y="83"/>
                    <a:pt x="668" y="83"/>
                  </a:cubicBezTo>
                  <a:cubicBezTo>
                    <a:pt x="655" y="83"/>
                    <a:pt x="641" y="86"/>
                    <a:pt x="626" y="94"/>
                  </a:cubicBezTo>
                  <a:cubicBezTo>
                    <a:pt x="623" y="96"/>
                    <a:pt x="580" y="120"/>
                    <a:pt x="499" y="120"/>
                  </a:cubicBezTo>
                  <a:cubicBezTo>
                    <a:pt x="423" y="120"/>
                    <a:pt x="315" y="99"/>
                    <a:pt x="176" y="17"/>
                  </a:cubicBezTo>
                  <a:cubicBezTo>
                    <a:pt x="159" y="5"/>
                    <a:pt x="142" y="0"/>
                    <a:pt x="126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0" name="Google Shape;3800;p8"/>
            <p:cNvSpPr/>
            <p:nvPr/>
          </p:nvSpPr>
          <p:spPr>
            <a:xfrm>
              <a:off x="4456175" y="1494075"/>
              <a:ext cx="19000" cy="7200"/>
            </a:xfrm>
            <a:custGeom>
              <a:rect b="b" l="l" r="r" t="t"/>
              <a:pathLst>
                <a:path extrusionOk="0" h="288" w="760">
                  <a:moveTo>
                    <a:pt x="123" y="0"/>
                  </a:moveTo>
                  <a:cubicBezTo>
                    <a:pt x="49" y="0"/>
                    <a:pt x="1" y="109"/>
                    <a:pt x="81" y="158"/>
                  </a:cubicBezTo>
                  <a:cubicBezTo>
                    <a:pt x="204" y="238"/>
                    <a:pt x="343" y="281"/>
                    <a:pt x="491" y="288"/>
                  </a:cubicBezTo>
                  <a:cubicBezTo>
                    <a:pt x="565" y="288"/>
                    <a:pt x="642" y="272"/>
                    <a:pt x="710" y="235"/>
                  </a:cubicBezTo>
                  <a:cubicBezTo>
                    <a:pt x="747" y="211"/>
                    <a:pt x="760" y="158"/>
                    <a:pt x="735" y="118"/>
                  </a:cubicBezTo>
                  <a:cubicBezTo>
                    <a:pt x="718" y="93"/>
                    <a:pt x="690" y="78"/>
                    <a:pt x="661" y="78"/>
                  </a:cubicBezTo>
                  <a:cubicBezTo>
                    <a:pt x="647" y="78"/>
                    <a:pt x="633" y="82"/>
                    <a:pt x="621" y="90"/>
                  </a:cubicBezTo>
                  <a:cubicBezTo>
                    <a:pt x="616" y="92"/>
                    <a:pt x="572" y="117"/>
                    <a:pt x="490" y="117"/>
                  </a:cubicBezTo>
                  <a:cubicBezTo>
                    <a:pt x="414" y="117"/>
                    <a:pt x="306" y="95"/>
                    <a:pt x="167" y="13"/>
                  </a:cubicBezTo>
                  <a:cubicBezTo>
                    <a:pt x="152" y="4"/>
                    <a:pt x="137" y="0"/>
                    <a:pt x="123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1" name="Google Shape;3801;p8"/>
            <p:cNvSpPr/>
            <p:nvPr/>
          </p:nvSpPr>
          <p:spPr>
            <a:xfrm>
              <a:off x="4435975" y="1500850"/>
              <a:ext cx="19000" cy="7150"/>
            </a:xfrm>
            <a:custGeom>
              <a:rect b="b" l="l" r="r" t="t"/>
              <a:pathLst>
                <a:path extrusionOk="0" h="286" w="760">
                  <a:moveTo>
                    <a:pt x="122" y="1"/>
                  </a:moveTo>
                  <a:cubicBezTo>
                    <a:pt x="47" y="1"/>
                    <a:pt x="0" y="109"/>
                    <a:pt x="78" y="158"/>
                  </a:cubicBezTo>
                  <a:cubicBezTo>
                    <a:pt x="201" y="236"/>
                    <a:pt x="343" y="282"/>
                    <a:pt x="488" y="285"/>
                  </a:cubicBezTo>
                  <a:cubicBezTo>
                    <a:pt x="494" y="285"/>
                    <a:pt x="499" y="285"/>
                    <a:pt x="505" y="285"/>
                  </a:cubicBezTo>
                  <a:cubicBezTo>
                    <a:pt x="576" y="285"/>
                    <a:pt x="644" y="267"/>
                    <a:pt x="707" y="233"/>
                  </a:cubicBezTo>
                  <a:cubicBezTo>
                    <a:pt x="747" y="208"/>
                    <a:pt x="760" y="158"/>
                    <a:pt x="735" y="118"/>
                  </a:cubicBezTo>
                  <a:cubicBezTo>
                    <a:pt x="719" y="92"/>
                    <a:pt x="691" y="78"/>
                    <a:pt x="662" y="78"/>
                  </a:cubicBezTo>
                  <a:cubicBezTo>
                    <a:pt x="647" y="78"/>
                    <a:pt x="632" y="82"/>
                    <a:pt x="618" y="91"/>
                  </a:cubicBezTo>
                  <a:cubicBezTo>
                    <a:pt x="614" y="92"/>
                    <a:pt x="570" y="117"/>
                    <a:pt x="489" y="117"/>
                  </a:cubicBezTo>
                  <a:cubicBezTo>
                    <a:pt x="413" y="117"/>
                    <a:pt x="304" y="95"/>
                    <a:pt x="167" y="14"/>
                  </a:cubicBezTo>
                  <a:cubicBezTo>
                    <a:pt x="152" y="5"/>
                    <a:pt x="136" y="1"/>
                    <a:pt x="122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2" name="Google Shape;3802;p8"/>
            <p:cNvSpPr/>
            <p:nvPr/>
          </p:nvSpPr>
          <p:spPr>
            <a:xfrm>
              <a:off x="4505400" y="1500800"/>
              <a:ext cx="19050" cy="7200"/>
            </a:xfrm>
            <a:custGeom>
              <a:rect b="b" l="l" r="r" t="t"/>
              <a:pathLst>
                <a:path extrusionOk="0" h="288" w="762">
                  <a:moveTo>
                    <a:pt x="122" y="1"/>
                  </a:moveTo>
                  <a:cubicBezTo>
                    <a:pt x="47" y="1"/>
                    <a:pt x="1" y="112"/>
                    <a:pt x="83" y="160"/>
                  </a:cubicBezTo>
                  <a:cubicBezTo>
                    <a:pt x="206" y="238"/>
                    <a:pt x="348" y="284"/>
                    <a:pt x="493" y="287"/>
                  </a:cubicBezTo>
                  <a:cubicBezTo>
                    <a:pt x="498" y="287"/>
                    <a:pt x="504" y="287"/>
                    <a:pt x="509" y="287"/>
                  </a:cubicBezTo>
                  <a:cubicBezTo>
                    <a:pt x="578" y="287"/>
                    <a:pt x="649" y="269"/>
                    <a:pt x="712" y="235"/>
                  </a:cubicBezTo>
                  <a:cubicBezTo>
                    <a:pt x="752" y="210"/>
                    <a:pt x="761" y="160"/>
                    <a:pt x="737" y="120"/>
                  </a:cubicBezTo>
                  <a:cubicBezTo>
                    <a:pt x="721" y="94"/>
                    <a:pt x="694" y="80"/>
                    <a:pt x="667" y="80"/>
                  </a:cubicBezTo>
                  <a:cubicBezTo>
                    <a:pt x="652" y="80"/>
                    <a:pt x="637" y="84"/>
                    <a:pt x="623" y="93"/>
                  </a:cubicBezTo>
                  <a:cubicBezTo>
                    <a:pt x="619" y="94"/>
                    <a:pt x="575" y="119"/>
                    <a:pt x="493" y="119"/>
                  </a:cubicBezTo>
                  <a:cubicBezTo>
                    <a:pt x="417" y="119"/>
                    <a:pt x="308" y="97"/>
                    <a:pt x="169" y="16"/>
                  </a:cubicBezTo>
                  <a:cubicBezTo>
                    <a:pt x="153" y="5"/>
                    <a:pt x="137" y="1"/>
                    <a:pt x="122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3" name="Google Shape;3803;p8"/>
            <p:cNvSpPr/>
            <p:nvPr/>
          </p:nvSpPr>
          <p:spPr>
            <a:xfrm>
              <a:off x="4520000" y="1518275"/>
              <a:ext cx="18950" cy="7150"/>
            </a:xfrm>
            <a:custGeom>
              <a:rect b="b" l="l" r="r" t="t"/>
              <a:pathLst>
                <a:path extrusionOk="0" h="286" w="758">
                  <a:moveTo>
                    <a:pt x="121" y="1"/>
                  </a:moveTo>
                  <a:cubicBezTo>
                    <a:pt x="48" y="1"/>
                    <a:pt x="1" y="109"/>
                    <a:pt x="79" y="159"/>
                  </a:cubicBezTo>
                  <a:cubicBezTo>
                    <a:pt x="202" y="236"/>
                    <a:pt x="341" y="282"/>
                    <a:pt x="489" y="285"/>
                  </a:cubicBezTo>
                  <a:cubicBezTo>
                    <a:pt x="494" y="285"/>
                    <a:pt x="500" y="285"/>
                    <a:pt x="505" y="285"/>
                  </a:cubicBezTo>
                  <a:cubicBezTo>
                    <a:pt x="574" y="285"/>
                    <a:pt x="645" y="267"/>
                    <a:pt x="708" y="233"/>
                  </a:cubicBezTo>
                  <a:cubicBezTo>
                    <a:pt x="745" y="208"/>
                    <a:pt x="757" y="155"/>
                    <a:pt x="733" y="118"/>
                  </a:cubicBezTo>
                  <a:cubicBezTo>
                    <a:pt x="717" y="92"/>
                    <a:pt x="690" y="78"/>
                    <a:pt x="662" y="78"/>
                  </a:cubicBezTo>
                  <a:cubicBezTo>
                    <a:pt x="648" y="78"/>
                    <a:pt x="633" y="82"/>
                    <a:pt x="619" y="91"/>
                  </a:cubicBezTo>
                  <a:cubicBezTo>
                    <a:pt x="615" y="92"/>
                    <a:pt x="571" y="117"/>
                    <a:pt x="489" y="117"/>
                  </a:cubicBezTo>
                  <a:cubicBezTo>
                    <a:pt x="413" y="117"/>
                    <a:pt x="304" y="95"/>
                    <a:pt x="165" y="14"/>
                  </a:cubicBezTo>
                  <a:cubicBezTo>
                    <a:pt x="150" y="5"/>
                    <a:pt x="135" y="1"/>
                    <a:pt x="121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4" name="Google Shape;3804;p8"/>
            <p:cNvSpPr/>
            <p:nvPr/>
          </p:nvSpPr>
          <p:spPr>
            <a:xfrm>
              <a:off x="4571850" y="1348350"/>
              <a:ext cx="9275" cy="21525"/>
            </a:xfrm>
            <a:custGeom>
              <a:rect b="b" l="l" r="r" t="t"/>
              <a:pathLst>
                <a:path extrusionOk="0" h="861" w="371">
                  <a:moveTo>
                    <a:pt x="242" y="1"/>
                  </a:moveTo>
                  <a:cubicBezTo>
                    <a:pt x="210" y="1"/>
                    <a:pt x="178" y="18"/>
                    <a:pt x="164" y="59"/>
                  </a:cubicBezTo>
                  <a:cubicBezTo>
                    <a:pt x="0" y="531"/>
                    <a:pt x="198" y="815"/>
                    <a:pt x="207" y="824"/>
                  </a:cubicBezTo>
                  <a:cubicBezTo>
                    <a:pt x="222" y="846"/>
                    <a:pt x="247" y="861"/>
                    <a:pt x="275" y="861"/>
                  </a:cubicBezTo>
                  <a:cubicBezTo>
                    <a:pt x="293" y="861"/>
                    <a:pt x="309" y="855"/>
                    <a:pt x="324" y="846"/>
                  </a:cubicBezTo>
                  <a:cubicBezTo>
                    <a:pt x="361" y="818"/>
                    <a:pt x="370" y="765"/>
                    <a:pt x="343" y="725"/>
                  </a:cubicBezTo>
                  <a:cubicBezTo>
                    <a:pt x="336" y="716"/>
                    <a:pt x="192" y="500"/>
                    <a:pt x="324" y="115"/>
                  </a:cubicBezTo>
                  <a:cubicBezTo>
                    <a:pt x="347" y="48"/>
                    <a:pt x="294" y="1"/>
                    <a:pt x="24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5" name="Google Shape;3805;p8"/>
            <p:cNvSpPr/>
            <p:nvPr/>
          </p:nvSpPr>
          <p:spPr>
            <a:xfrm>
              <a:off x="4358725" y="1555100"/>
              <a:ext cx="22850" cy="6475"/>
            </a:xfrm>
            <a:custGeom>
              <a:rect b="b" l="l" r="r" t="t"/>
              <a:pathLst>
                <a:path extrusionOk="0" h="259" w="914">
                  <a:moveTo>
                    <a:pt x="445" y="1"/>
                  </a:moveTo>
                  <a:cubicBezTo>
                    <a:pt x="196" y="1"/>
                    <a:pt x="52" y="101"/>
                    <a:pt x="44" y="107"/>
                  </a:cubicBezTo>
                  <a:cubicBezTo>
                    <a:pt x="7" y="135"/>
                    <a:pt x="0" y="184"/>
                    <a:pt x="25" y="225"/>
                  </a:cubicBezTo>
                  <a:cubicBezTo>
                    <a:pt x="40" y="246"/>
                    <a:pt x="68" y="259"/>
                    <a:pt x="96" y="259"/>
                  </a:cubicBezTo>
                  <a:cubicBezTo>
                    <a:pt x="111" y="259"/>
                    <a:pt x="130" y="255"/>
                    <a:pt x="142" y="246"/>
                  </a:cubicBezTo>
                  <a:cubicBezTo>
                    <a:pt x="149" y="242"/>
                    <a:pt x="254" y="171"/>
                    <a:pt x="445" y="171"/>
                  </a:cubicBezTo>
                  <a:cubicBezTo>
                    <a:pt x="531" y="171"/>
                    <a:pt x="636" y="185"/>
                    <a:pt x="756" y="228"/>
                  </a:cubicBezTo>
                  <a:cubicBezTo>
                    <a:pt x="768" y="232"/>
                    <a:pt x="780" y="235"/>
                    <a:pt x="791" y="235"/>
                  </a:cubicBezTo>
                  <a:cubicBezTo>
                    <a:pt x="878" y="235"/>
                    <a:pt x="913" y="95"/>
                    <a:pt x="812" y="67"/>
                  </a:cubicBezTo>
                  <a:cubicBezTo>
                    <a:pt x="672" y="18"/>
                    <a:pt x="550" y="1"/>
                    <a:pt x="445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6" name="Google Shape;3806;p8"/>
            <p:cNvSpPr/>
            <p:nvPr/>
          </p:nvSpPr>
          <p:spPr>
            <a:xfrm>
              <a:off x="4313625" y="1572425"/>
              <a:ext cx="23350" cy="6575"/>
            </a:xfrm>
            <a:custGeom>
              <a:rect b="b" l="l" r="r" t="t"/>
              <a:pathLst>
                <a:path extrusionOk="0" h="263" w="934">
                  <a:moveTo>
                    <a:pt x="476" y="1"/>
                  </a:moveTo>
                  <a:cubicBezTo>
                    <a:pt x="223" y="1"/>
                    <a:pt x="80" y="102"/>
                    <a:pt x="71" y="108"/>
                  </a:cubicBezTo>
                  <a:cubicBezTo>
                    <a:pt x="0" y="155"/>
                    <a:pt x="37" y="263"/>
                    <a:pt x="120" y="263"/>
                  </a:cubicBezTo>
                  <a:cubicBezTo>
                    <a:pt x="139" y="263"/>
                    <a:pt x="154" y="256"/>
                    <a:pt x="170" y="244"/>
                  </a:cubicBezTo>
                  <a:cubicBezTo>
                    <a:pt x="176" y="240"/>
                    <a:pt x="282" y="170"/>
                    <a:pt x="473" y="170"/>
                  </a:cubicBezTo>
                  <a:cubicBezTo>
                    <a:pt x="559" y="170"/>
                    <a:pt x="663" y="184"/>
                    <a:pt x="783" y="226"/>
                  </a:cubicBezTo>
                  <a:cubicBezTo>
                    <a:pt x="794" y="229"/>
                    <a:pt x="804" y="231"/>
                    <a:pt x="814" y="231"/>
                  </a:cubicBezTo>
                  <a:cubicBezTo>
                    <a:pt x="898" y="231"/>
                    <a:pt x="933" y="98"/>
                    <a:pt x="839" y="65"/>
                  </a:cubicBezTo>
                  <a:cubicBezTo>
                    <a:pt x="701" y="18"/>
                    <a:pt x="579" y="1"/>
                    <a:pt x="47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7" name="Google Shape;3807;p8"/>
            <p:cNvSpPr/>
            <p:nvPr/>
          </p:nvSpPr>
          <p:spPr>
            <a:xfrm>
              <a:off x="4381325" y="1570500"/>
              <a:ext cx="23425" cy="6575"/>
            </a:xfrm>
            <a:custGeom>
              <a:rect b="b" l="l" r="r" t="t"/>
              <a:pathLst>
                <a:path extrusionOk="0" h="263" w="937">
                  <a:moveTo>
                    <a:pt x="473" y="1"/>
                  </a:moveTo>
                  <a:cubicBezTo>
                    <a:pt x="220" y="1"/>
                    <a:pt x="77" y="102"/>
                    <a:pt x="68" y="108"/>
                  </a:cubicBezTo>
                  <a:cubicBezTo>
                    <a:pt x="0" y="155"/>
                    <a:pt x="34" y="262"/>
                    <a:pt x="117" y="262"/>
                  </a:cubicBezTo>
                  <a:cubicBezTo>
                    <a:pt x="136" y="262"/>
                    <a:pt x="151" y="256"/>
                    <a:pt x="167" y="244"/>
                  </a:cubicBezTo>
                  <a:cubicBezTo>
                    <a:pt x="173" y="240"/>
                    <a:pt x="279" y="170"/>
                    <a:pt x="470" y="170"/>
                  </a:cubicBezTo>
                  <a:cubicBezTo>
                    <a:pt x="556" y="170"/>
                    <a:pt x="660" y="184"/>
                    <a:pt x="780" y="225"/>
                  </a:cubicBezTo>
                  <a:cubicBezTo>
                    <a:pt x="793" y="231"/>
                    <a:pt x="805" y="233"/>
                    <a:pt x="816" y="233"/>
                  </a:cubicBezTo>
                  <a:cubicBezTo>
                    <a:pt x="900" y="233"/>
                    <a:pt x="937" y="95"/>
                    <a:pt x="836" y="65"/>
                  </a:cubicBezTo>
                  <a:cubicBezTo>
                    <a:pt x="698" y="18"/>
                    <a:pt x="576" y="1"/>
                    <a:pt x="47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8" name="Google Shape;3808;p8"/>
            <p:cNvSpPr/>
            <p:nvPr/>
          </p:nvSpPr>
          <p:spPr>
            <a:xfrm>
              <a:off x="4396150" y="1558125"/>
              <a:ext cx="22650" cy="9075"/>
            </a:xfrm>
            <a:custGeom>
              <a:rect b="b" l="l" r="r" t="t"/>
              <a:pathLst>
                <a:path extrusionOk="0" h="363" w="906">
                  <a:moveTo>
                    <a:pt x="262" y="0"/>
                  </a:moveTo>
                  <a:cubicBezTo>
                    <a:pt x="162" y="0"/>
                    <a:pt x="100" y="21"/>
                    <a:pt x="95" y="23"/>
                  </a:cubicBezTo>
                  <a:cubicBezTo>
                    <a:pt x="0" y="57"/>
                    <a:pt x="34" y="189"/>
                    <a:pt x="119" y="189"/>
                  </a:cubicBezTo>
                  <a:cubicBezTo>
                    <a:pt x="128" y="189"/>
                    <a:pt x="137" y="187"/>
                    <a:pt x="147" y="184"/>
                  </a:cubicBezTo>
                  <a:cubicBezTo>
                    <a:pt x="151" y="183"/>
                    <a:pt x="193" y="170"/>
                    <a:pt x="263" y="170"/>
                  </a:cubicBezTo>
                  <a:cubicBezTo>
                    <a:pt x="370" y="170"/>
                    <a:pt x="541" y="199"/>
                    <a:pt x="739" y="344"/>
                  </a:cubicBezTo>
                  <a:cubicBezTo>
                    <a:pt x="752" y="357"/>
                    <a:pt x="770" y="363"/>
                    <a:pt x="789" y="363"/>
                  </a:cubicBezTo>
                  <a:cubicBezTo>
                    <a:pt x="872" y="363"/>
                    <a:pt x="906" y="258"/>
                    <a:pt x="838" y="208"/>
                  </a:cubicBezTo>
                  <a:cubicBezTo>
                    <a:pt x="605" y="38"/>
                    <a:pt x="398" y="0"/>
                    <a:pt x="26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9" name="Google Shape;3809;p8"/>
            <p:cNvSpPr/>
            <p:nvPr/>
          </p:nvSpPr>
          <p:spPr>
            <a:xfrm>
              <a:off x="4350350" y="1569525"/>
              <a:ext cx="23225" cy="6550"/>
            </a:xfrm>
            <a:custGeom>
              <a:rect b="b" l="l" r="r" t="t"/>
              <a:pathLst>
                <a:path extrusionOk="0" h="262" w="929">
                  <a:moveTo>
                    <a:pt x="471" y="0"/>
                  </a:moveTo>
                  <a:cubicBezTo>
                    <a:pt x="221" y="0"/>
                    <a:pt x="79" y="101"/>
                    <a:pt x="70" y="107"/>
                  </a:cubicBezTo>
                  <a:cubicBezTo>
                    <a:pt x="0" y="156"/>
                    <a:pt x="35" y="261"/>
                    <a:pt x="116" y="261"/>
                  </a:cubicBezTo>
                  <a:cubicBezTo>
                    <a:pt x="117" y="261"/>
                    <a:pt x="118" y="261"/>
                    <a:pt x="119" y="261"/>
                  </a:cubicBezTo>
                  <a:cubicBezTo>
                    <a:pt x="138" y="261"/>
                    <a:pt x="153" y="255"/>
                    <a:pt x="169" y="246"/>
                  </a:cubicBezTo>
                  <a:cubicBezTo>
                    <a:pt x="175" y="242"/>
                    <a:pt x="281" y="170"/>
                    <a:pt x="471" y="170"/>
                  </a:cubicBezTo>
                  <a:cubicBezTo>
                    <a:pt x="558" y="170"/>
                    <a:pt x="662" y="185"/>
                    <a:pt x="783" y="227"/>
                  </a:cubicBezTo>
                  <a:cubicBezTo>
                    <a:pt x="791" y="230"/>
                    <a:pt x="799" y="231"/>
                    <a:pt x="807" y="231"/>
                  </a:cubicBezTo>
                  <a:cubicBezTo>
                    <a:pt x="892" y="231"/>
                    <a:pt x="928" y="104"/>
                    <a:pt x="838" y="67"/>
                  </a:cubicBezTo>
                  <a:cubicBezTo>
                    <a:pt x="698" y="18"/>
                    <a:pt x="575" y="0"/>
                    <a:pt x="47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0" name="Google Shape;3810;p8"/>
            <p:cNvSpPr/>
            <p:nvPr/>
          </p:nvSpPr>
          <p:spPr>
            <a:xfrm>
              <a:off x="4326200" y="1556975"/>
              <a:ext cx="23225" cy="6525"/>
            </a:xfrm>
            <a:custGeom>
              <a:rect b="b" l="l" r="r" t="t"/>
              <a:pathLst>
                <a:path extrusionOk="0" h="261" w="929">
                  <a:moveTo>
                    <a:pt x="474" y="0"/>
                  </a:moveTo>
                  <a:cubicBezTo>
                    <a:pt x="223" y="0"/>
                    <a:pt x="79" y="102"/>
                    <a:pt x="71" y="106"/>
                  </a:cubicBezTo>
                  <a:cubicBezTo>
                    <a:pt x="1" y="155"/>
                    <a:pt x="36" y="261"/>
                    <a:pt x="117" y="261"/>
                  </a:cubicBezTo>
                  <a:cubicBezTo>
                    <a:pt x="118" y="261"/>
                    <a:pt x="119" y="261"/>
                    <a:pt x="120" y="261"/>
                  </a:cubicBezTo>
                  <a:cubicBezTo>
                    <a:pt x="139" y="261"/>
                    <a:pt x="154" y="254"/>
                    <a:pt x="169" y="245"/>
                  </a:cubicBezTo>
                  <a:cubicBezTo>
                    <a:pt x="176" y="241"/>
                    <a:pt x="280" y="170"/>
                    <a:pt x="470" y="170"/>
                  </a:cubicBezTo>
                  <a:cubicBezTo>
                    <a:pt x="556" y="170"/>
                    <a:pt x="660" y="184"/>
                    <a:pt x="780" y="227"/>
                  </a:cubicBezTo>
                  <a:cubicBezTo>
                    <a:pt x="790" y="230"/>
                    <a:pt x="799" y="231"/>
                    <a:pt x="807" y="231"/>
                  </a:cubicBezTo>
                  <a:cubicBezTo>
                    <a:pt x="893" y="231"/>
                    <a:pt x="928" y="103"/>
                    <a:pt x="839" y="66"/>
                  </a:cubicBezTo>
                  <a:cubicBezTo>
                    <a:pt x="700" y="18"/>
                    <a:pt x="578" y="0"/>
                    <a:pt x="47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1" name="Google Shape;3811;p8"/>
            <p:cNvSpPr/>
            <p:nvPr/>
          </p:nvSpPr>
          <p:spPr>
            <a:xfrm>
              <a:off x="4588350" y="1281925"/>
              <a:ext cx="11575" cy="20925"/>
            </a:xfrm>
            <a:custGeom>
              <a:rect b="b" l="l" r="r" t="t"/>
              <a:pathLst>
                <a:path extrusionOk="0" h="837" w="463">
                  <a:moveTo>
                    <a:pt x="366" y="0"/>
                  </a:moveTo>
                  <a:cubicBezTo>
                    <a:pt x="341" y="0"/>
                    <a:pt x="316" y="12"/>
                    <a:pt x="300" y="36"/>
                  </a:cubicBezTo>
                  <a:cubicBezTo>
                    <a:pt x="0" y="437"/>
                    <a:pt x="105" y="764"/>
                    <a:pt x="108" y="779"/>
                  </a:cubicBezTo>
                  <a:cubicBezTo>
                    <a:pt x="121" y="813"/>
                    <a:pt x="151" y="835"/>
                    <a:pt x="188" y="835"/>
                  </a:cubicBezTo>
                  <a:cubicBezTo>
                    <a:pt x="192" y="836"/>
                    <a:pt x="195" y="836"/>
                    <a:pt x="198" y="836"/>
                  </a:cubicBezTo>
                  <a:cubicBezTo>
                    <a:pt x="204" y="836"/>
                    <a:pt x="210" y="835"/>
                    <a:pt x="216" y="835"/>
                  </a:cubicBezTo>
                  <a:cubicBezTo>
                    <a:pt x="259" y="819"/>
                    <a:pt x="284" y="770"/>
                    <a:pt x="269" y="727"/>
                  </a:cubicBezTo>
                  <a:cubicBezTo>
                    <a:pt x="266" y="714"/>
                    <a:pt x="192" y="461"/>
                    <a:pt x="435" y="135"/>
                  </a:cubicBezTo>
                  <a:cubicBezTo>
                    <a:pt x="463" y="98"/>
                    <a:pt x="454" y="45"/>
                    <a:pt x="417" y="17"/>
                  </a:cubicBezTo>
                  <a:cubicBezTo>
                    <a:pt x="402" y="6"/>
                    <a:pt x="384" y="0"/>
                    <a:pt x="36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2" name="Google Shape;3812;p8"/>
            <p:cNvSpPr/>
            <p:nvPr/>
          </p:nvSpPr>
          <p:spPr>
            <a:xfrm>
              <a:off x="4725975" y="1124500"/>
              <a:ext cx="19475" cy="12225"/>
            </a:xfrm>
            <a:custGeom>
              <a:rect b="b" l="l" r="r" t="t"/>
              <a:pathLst>
                <a:path extrusionOk="0" h="489" w="779">
                  <a:moveTo>
                    <a:pt x="91" y="1"/>
                  </a:moveTo>
                  <a:cubicBezTo>
                    <a:pt x="47" y="1"/>
                    <a:pt x="10" y="34"/>
                    <a:pt x="7" y="78"/>
                  </a:cubicBezTo>
                  <a:cubicBezTo>
                    <a:pt x="1" y="124"/>
                    <a:pt x="38" y="164"/>
                    <a:pt x="84" y="170"/>
                  </a:cubicBezTo>
                  <a:cubicBezTo>
                    <a:pt x="198" y="180"/>
                    <a:pt x="516" y="244"/>
                    <a:pt x="602" y="439"/>
                  </a:cubicBezTo>
                  <a:cubicBezTo>
                    <a:pt x="615" y="467"/>
                    <a:pt x="645" y="488"/>
                    <a:pt x="679" y="488"/>
                  </a:cubicBezTo>
                  <a:cubicBezTo>
                    <a:pt x="692" y="488"/>
                    <a:pt x="704" y="485"/>
                    <a:pt x="716" y="482"/>
                  </a:cubicBezTo>
                  <a:cubicBezTo>
                    <a:pt x="756" y="463"/>
                    <a:pt x="778" y="411"/>
                    <a:pt x="760" y="368"/>
                  </a:cubicBezTo>
                  <a:cubicBezTo>
                    <a:pt x="615" y="47"/>
                    <a:pt x="118" y="4"/>
                    <a:pt x="96" y="1"/>
                  </a:cubicBezTo>
                  <a:cubicBezTo>
                    <a:pt x="94" y="1"/>
                    <a:pt x="93" y="1"/>
                    <a:pt x="9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3" name="Google Shape;3813;p8"/>
            <p:cNvSpPr/>
            <p:nvPr/>
          </p:nvSpPr>
          <p:spPr>
            <a:xfrm>
              <a:off x="4701075" y="1103150"/>
              <a:ext cx="19600" cy="12200"/>
            </a:xfrm>
            <a:custGeom>
              <a:rect b="b" l="l" r="r" t="t"/>
              <a:pathLst>
                <a:path extrusionOk="0" h="488" w="784">
                  <a:moveTo>
                    <a:pt x="90" y="0"/>
                  </a:moveTo>
                  <a:cubicBezTo>
                    <a:pt x="47" y="0"/>
                    <a:pt x="10" y="33"/>
                    <a:pt x="7" y="78"/>
                  </a:cubicBezTo>
                  <a:cubicBezTo>
                    <a:pt x="1" y="124"/>
                    <a:pt x="38" y="164"/>
                    <a:pt x="84" y="170"/>
                  </a:cubicBezTo>
                  <a:cubicBezTo>
                    <a:pt x="198" y="179"/>
                    <a:pt x="516" y="247"/>
                    <a:pt x="602" y="438"/>
                  </a:cubicBezTo>
                  <a:cubicBezTo>
                    <a:pt x="614" y="469"/>
                    <a:pt x="645" y="488"/>
                    <a:pt x="679" y="488"/>
                  </a:cubicBezTo>
                  <a:cubicBezTo>
                    <a:pt x="741" y="488"/>
                    <a:pt x="784" y="426"/>
                    <a:pt x="756" y="371"/>
                  </a:cubicBezTo>
                  <a:cubicBezTo>
                    <a:pt x="614" y="47"/>
                    <a:pt x="118" y="0"/>
                    <a:pt x="96" y="0"/>
                  </a:cubicBezTo>
                  <a:cubicBezTo>
                    <a:pt x="94" y="0"/>
                    <a:pt x="92" y="0"/>
                    <a:pt x="9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4" name="Google Shape;3814;p8"/>
            <p:cNvSpPr/>
            <p:nvPr/>
          </p:nvSpPr>
          <p:spPr>
            <a:xfrm>
              <a:off x="4731000" y="1140225"/>
              <a:ext cx="19525" cy="12225"/>
            </a:xfrm>
            <a:custGeom>
              <a:rect b="b" l="l" r="r" t="t"/>
              <a:pathLst>
                <a:path extrusionOk="0" h="489" w="781">
                  <a:moveTo>
                    <a:pt x="90" y="1"/>
                  </a:moveTo>
                  <a:cubicBezTo>
                    <a:pt x="46" y="1"/>
                    <a:pt x="9" y="34"/>
                    <a:pt x="3" y="78"/>
                  </a:cubicBezTo>
                  <a:cubicBezTo>
                    <a:pt x="0" y="124"/>
                    <a:pt x="34" y="164"/>
                    <a:pt x="80" y="168"/>
                  </a:cubicBezTo>
                  <a:cubicBezTo>
                    <a:pt x="198" y="180"/>
                    <a:pt x="515" y="245"/>
                    <a:pt x="602" y="439"/>
                  </a:cubicBezTo>
                  <a:cubicBezTo>
                    <a:pt x="614" y="470"/>
                    <a:pt x="645" y="488"/>
                    <a:pt x="679" y="488"/>
                  </a:cubicBezTo>
                  <a:cubicBezTo>
                    <a:pt x="741" y="488"/>
                    <a:pt x="781" y="424"/>
                    <a:pt x="756" y="368"/>
                  </a:cubicBezTo>
                  <a:cubicBezTo>
                    <a:pt x="611" y="44"/>
                    <a:pt x="114" y="1"/>
                    <a:pt x="96" y="1"/>
                  </a:cubicBezTo>
                  <a:cubicBezTo>
                    <a:pt x="94" y="1"/>
                    <a:pt x="92" y="1"/>
                    <a:pt x="9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5" name="Google Shape;3815;p8"/>
            <p:cNvSpPr/>
            <p:nvPr/>
          </p:nvSpPr>
          <p:spPr>
            <a:xfrm>
              <a:off x="4672175" y="1095675"/>
              <a:ext cx="21600" cy="8125"/>
            </a:xfrm>
            <a:custGeom>
              <a:rect b="b" l="l" r="r" t="t"/>
              <a:pathLst>
                <a:path extrusionOk="0" h="325" w="864">
                  <a:moveTo>
                    <a:pt x="344" y="0"/>
                  </a:moveTo>
                  <a:cubicBezTo>
                    <a:pt x="216" y="0"/>
                    <a:pt x="114" y="22"/>
                    <a:pt x="105" y="25"/>
                  </a:cubicBezTo>
                  <a:cubicBezTo>
                    <a:pt x="1" y="48"/>
                    <a:pt x="27" y="193"/>
                    <a:pt x="122" y="193"/>
                  </a:cubicBezTo>
                  <a:cubicBezTo>
                    <a:pt x="128" y="193"/>
                    <a:pt x="135" y="193"/>
                    <a:pt x="142" y="192"/>
                  </a:cubicBezTo>
                  <a:cubicBezTo>
                    <a:pt x="186" y="182"/>
                    <a:pt x="262" y="171"/>
                    <a:pt x="345" y="171"/>
                  </a:cubicBezTo>
                  <a:cubicBezTo>
                    <a:pt x="476" y="171"/>
                    <a:pt x="625" y="197"/>
                    <a:pt x="700" y="293"/>
                  </a:cubicBezTo>
                  <a:cubicBezTo>
                    <a:pt x="719" y="312"/>
                    <a:pt x="743" y="324"/>
                    <a:pt x="768" y="324"/>
                  </a:cubicBezTo>
                  <a:cubicBezTo>
                    <a:pt x="786" y="324"/>
                    <a:pt x="805" y="318"/>
                    <a:pt x="820" y="306"/>
                  </a:cubicBezTo>
                  <a:cubicBezTo>
                    <a:pt x="857" y="278"/>
                    <a:pt x="864" y="222"/>
                    <a:pt x="833" y="188"/>
                  </a:cubicBezTo>
                  <a:cubicBezTo>
                    <a:pt x="712" y="35"/>
                    <a:pt x="506" y="0"/>
                    <a:pt x="34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6" name="Google Shape;3816;p8"/>
            <p:cNvSpPr/>
            <p:nvPr/>
          </p:nvSpPr>
          <p:spPr>
            <a:xfrm>
              <a:off x="4691975" y="1116100"/>
              <a:ext cx="19525" cy="12300"/>
            </a:xfrm>
            <a:custGeom>
              <a:rect b="b" l="l" r="r" t="t"/>
              <a:pathLst>
                <a:path extrusionOk="0" h="492" w="781">
                  <a:moveTo>
                    <a:pt x="90" y="0"/>
                  </a:moveTo>
                  <a:cubicBezTo>
                    <a:pt x="47" y="0"/>
                    <a:pt x="10" y="33"/>
                    <a:pt x="7" y="78"/>
                  </a:cubicBezTo>
                  <a:cubicBezTo>
                    <a:pt x="1" y="124"/>
                    <a:pt x="35" y="167"/>
                    <a:pt x="84" y="170"/>
                  </a:cubicBezTo>
                  <a:cubicBezTo>
                    <a:pt x="198" y="180"/>
                    <a:pt x="516" y="247"/>
                    <a:pt x="602" y="439"/>
                  </a:cubicBezTo>
                  <a:cubicBezTo>
                    <a:pt x="614" y="469"/>
                    <a:pt x="645" y="491"/>
                    <a:pt x="679" y="491"/>
                  </a:cubicBezTo>
                  <a:lnTo>
                    <a:pt x="679" y="488"/>
                  </a:lnTo>
                  <a:cubicBezTo>
                    <a:pt x="741" y="488"/>
                    <a:pt x="781" y="426"/>
                    <a:pt x="756" y="371"/>
                  </a:cubicBezTo>
                  <a:cubicBezTo>
                    <a:pt x="611" y="47"/>
                    <a:pt x="118" y="4"/>
                    <a:pt x="96" y="1"/>
                  </a:cubicBezTo>
                  <a:cubicBezTo>
                    <a:pt x="94" y="1"/>
                    <a:pt x="92" y="0"/>
                    <a:pt x="9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7" name="Google Shape;3817;p8"/>
            <p:cNvSpPr/>
            <p:nvPr/>
          </p:nvSpPr>
          <p:spPr>
            <a:xfrm>
              <a:off x="4838325" y="1390825"/>
              <a:ext cx="13675" cy="19150"/>
            </a:xfrm>
            <a:custGeom>
              <a:rect b="b" l="l" r="r" t="t"/>
              <a:pathLst>
                <a:path extrusionOk="0" h="766" w="547">
                  <a:moveTo>
                    <a:pt x="419" y="0"/>
                  </a:moveTo>
                  <a:cubicBezTo>
                    <a:pt x="415" y="0"/>
                    <a:pt x="411" y="0"/>
                    <a:pt x="408" y="1"/>
                  </a:cubicBezTo>
                  <a:cubicBezTo>
                    <a:pt x="361" y="7"/>
                    <a:pt x="331" y="47"/>
                    <a:pt x="334" y="93"/>
                  </a:cubicBezTo>
                  <a:cubicBezTo>
                    <a:pt x="337" y="106"/>
                    <a:pt x="361" y="365"/>
                    <a:pt x="59" y="618"/>
                  </a:cubicBezTo>
                  <a:cubicBezTo>
                    <a:pt x="1" y="667"/>
                    <a:pt x="35" y="766"/>
                    <a:pt x="115" y="766"/>
                  </a:cubicBezTo>
                  <a:cubicBezTo>
                    <a:pt x="133" y="766"/>
                    <a:pt x="155" y="760"/>
                    <a:pt x="170" y="747"/>
                  </a:cubicBezTo>
                  <a:cubicBezTo>
                    <a:pt x="547" y="430"/>
                    <a:pt x="503" y="87"/>
                    <a:pt x="503" y="72"/>
                  </a:cubicBezTo>
                  <a:cubicBezTo>
                    <a:pt x="495" y="32"/>
                    <a:pt x="460" y="0"/>
                    <a:pt x="41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8" name="Google Shape;3818;p8"/>
            <p:cNvSpPr/>
            <p:nvPr/>
          </p:nvSpPr>
          <p:spPr>
            <a:xfrm>
              <a:off x="4825075" y="1416875"/>
              <a:ext cx="13675" cy="19175"/>
            </a:xfrm>
            <a:custGeom>
              <a:rect b="b" l="l" r="r" t="t"/>
              <a:pathLst>
                <a:path extrusionOk="0" h="767" w="547">
                  <a:moveTo>
                    <a:pt x="419" y="1"/>
                  </a:moveTo>
                  <a:cubicBezTo>
                    <a:pt x="415" y="1"/>
                    <a:pt x="411" y="1"/>
                    <a:pt x="407" y="1"/>
                  </a:cubicBezTo>
                  <a:cubicBezTo>
                    <a:pt x="361" y="8"/>
                    <a:pt x="330" y="48"/>
                    <a:pt x="333" y="94"/>
                  </a:cubicBezTo>
                  <a:cubicBezTo>
                    <a:pt x="336" y="106"/>
                    <a:pt x="361" y="362"/>
                    <a:pt x="59" y="618"/>
                  </a:cubicBezTo>
                  <a:cubicBezTo>
                    <a:pt x="0" y="668"/>
                    <a:pt x="34" y="766"/>
                    <a:pt x="114" y="766"/>
                  </a:cubicBezTo>
                  <a:cubicBezTo>
                    <a:pt x="133" y="766"/>
                    <a:pt x="154" y="760"/>
                    <a:pt x="170" y="748"/>
                  </a:cubicBezTo>
                  <a:cubicBezTo>
                    <a:pt x="546" y="430"/>
                    <a:pt x="503" y="88"/>
                    <a:pt x="503" y="72"/>
                  </a:cubicBezTo>
                  <a:cubicBezTo>
                    <a:pt x="497" y="30"/>
                    <a:pt x="461" y="1"/>
                    <a:pt x="41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9" name="Google Shape;3819;p8"/>
            <p:cNvSpPr/>
            <p:nvPr/>
          </p:nvSpPr>
          <p:spPr>
            <a:xfrm>
              <a:off x="4804400" y="1423500"/>
              <a:ext cx="17125" cy="16775"/>
            </a:xfrm>
            <a:custGeom>
              <a:rect b="b" l="l" r="r" t="t"/>
              <a:pathLst>
                <a:path extrusionOk="0" h="671" w="685">
                  <a:moveTo>
                    <a:pt x="589" y="1"/>
                  </a:moveTo>
                  <a:cubicBezTo>
                    <a:pt x="553" y="1"/>
                    <a:pt x="517" y="21"/>
                    <a:pt x="506" y="66"/>
                  </a:cubicBezTo>
                  <a:cubicBezTo>
                    <a:pt x="506" y="79"/>
                    <a:pt x="454" y="335"/>
                    <a:pt x="84" y="507"/>
                  </a:cubicBezTo>
                  <a:cubicBezTo>
                    <a:pt x="1" y="548"/>
                    <a:pt x="28" y="671"/>
                    <a:pt x="121" y="671"/>
                  </a:cubicBezTo>
                  <a:cubicBezTo>
                    <a:pt x="130" y="671"/>
                    <a:pt x="142" y="668"/>
                    <a:pt x="155" y="662"/>
                  </a:cubicBezTo>
                  <a:cubicBezTo>
                    <a:pt x="608" y="449"/>
                    <a:pt x="673" y="113"/>
                    <a:pt x="676" y="97"/>
                  </a:cubicBezTo>
                  <a:cubicBezTo>
                    <a:pt x="685" y="36"/>
                    <a:pt x="637" y="1"/>
                    <a:pt x="58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0" name="Google Shape;3820;p8"/>
            <p:cNvSpPr/>
            <p:nvPr/>
          </p:nvSpPr>
          <p:spPr>
            <a:xfrm>
              <a:off x="4822450" y="1389625"/>
              <a:ext cx="12700" cy="19125"/>
            </a:xfrm>
            <a:custGeom>
              <a:rect b="b" l="l" r="r" t="t"/>
              <a:pathLst>
                <a:path extrusionOk="0" h="765" w="508">
                  <a:moveTo>
                    <a:pt x="422" y="0"/>
                  </a:moveTo>
                  <a:cubicBezTo>
                    <a:pt x="382" y="0"/>
                    <a:pt x="342" y="25"/>
                    <a:pt x="336" y="77"/>
                  </a:cubicBezTo>
                  <a:cubicBezTo>
                    <a:pt x="336" y="80"/>
                    <a:pt x="309" y="493"/>
                    <a:pt x="80" y="601"/>
                  </a:cubicBezTo>
                  <a:cubicBezTo>
                    <a:pt x="0" y="641"/>
                    <a:pt x="28" y="761"/>
                    <a:pt x="117" y="764"/>
                  </a:cubicBezTo>
                  <a:cubicBezTo>
                    <a:pt x="130" y="764"/>
                    <a:pt x="142" y="761"/>
                    <a:pt x="154" y="755"/>
                  </a:cubicBezTo>
                  <a:cubicBezTo>
                    <a:pt x="475" y="604"/>
                    <a:pt x="506" y="108"/>
                    <a:pt x="506" y="86"/>
                  </a:cubicBezTo>
                  <a:cubicBezTo>
                    <a:pt x="508" y="30"/>
                    <a:pt x="465" y="0"/>
                    <a:pt x="42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1" name="Google Shape;3821;p8"/>
            <p:cNvSpPr/>
            <p:nvPr/>
          </p:nvSpPr>
          <p:spPr>
            <a:xfrm>
              <a:off x="4843125" y="1364150"/>
              <a:ext cx="12800" cy="19150"/>
            </a:xfrm>
            <a:custGeom>
              <a:rect b="b" l="l" r="r" t="t"/>
              <a:pathLst>
                <a:path extrusionOk="0" h="766" w="512">
                  <a:moveTo>
                    <a:pt x="423" y="1"/>
                  </a:moveTo>
                  <a:cubicBezTo>
                    <a:pt x="379" y="1"/>
                    <a:pt x="342" y="34"/>
                    <a:pt x="339" y="81"/>
                  </a:cubicBezTo>
                  <a:cubicBezTo>
                    <a:pt x="339" y="84"/>
                    <a:pt x="311" y="497"/>
                    <a:pt x="83" y="605"/>
                  </a:cubicBezTo>
                  <a:cubicBezTo>
                    <a:pt x="1" y="642"/>
                    <a:pt x="27" y="766"/>
                    <a:pt x="117" y="766"/>
                  </a:cubicBezTo>
                  <a:cubicBezTo>
                    <a:pt x="118" y="766"/>
                    <a:pt x="119" y="766"/>
                    <a:pt x="120" y="766"/>
                  </a:cubicBezTo>
                  <a:cubicBezTo>
                    <a:pt x="132" y="766"/>
                    <a:pt x="145" y="763"/>
                    <a:pt x="157" y="759"/>
                  </a:cubicBezTo>
                  <a:cubicBezTo>
                    <a:pt x="478" y="605"/>
                    <a:pt x="512" y="109"/>
                    <a:pt x="512" y="90"/>
                  </a:cubicBezTo>
                  <a:cubicBezTo>
                    <a:pt x="512" y="41"/>
                    <a:pt x="475" y="1"/>
                    <a:pt x="429" y="1"/>
                  </a:cubicBezTo>
                  <a:cubicBezTo>
                    <a:pt x="427" y="1"/>
                    <a:pt x="425" y="1"/>
                    <a:pt x="42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2" name="Google Shape;3822;p8"/>
            <p:cNvSpPr/>
            <p:nvPr/>
          </p:nvSpPr>
          <p:spPr>
            <a:xfrm>
              <a:off x="4806800" y="1394850"/>
              <a:ext cx="12750" cy="19225"/>
            </a:xfrm>
            <a:custGeom>
              <a:rect b="b" l="l" r="r" t="t"/>
              <a:pathLst>
                <a:path extrusionOk="0" h="769" w="510">
                  <a:moveTo>
                    <a:pt x="423" y="0"/>
                  </a:moveTo>
                  <a:cubicBezTo>
                    <a:pt x="376" y="0"/>
                    <a:pt x="339" y="36"/>
                    <a:pt x="339" y="80"/>
                  </a:cubicBezTo>
                  <a:cubicBezTo>
                    <a:pt x="333" y="198"/>
                    <a:pt x="275" y="515"/>
                    <a:pt x="83" y="608"/>
                  </a:cubicBezTo>
                  <a:cubicBezTo>
                    <a:pt x="0" y="645"/>
                    <a:pt x="28" y="768"/>
                    <a:pt x="117" y="768"/>
                  </a:cubicBezTo>
                  <a:cubicBezTo>
                    <a:pt x="130" y="768"/>
                    <a:pt x="142" y="765"/>
                    <a:pt x="154" y="759"/>
                  </a:cubicBezTo>
                  <a:cubicBezTo>
                    <a:pt x="475" y="608"/>
                    <a:pt x="506" y="111"/>
                    <a:pt x="506" y="90"/>
                  </a:cubicBezTo>
                  <a:cubicBezTo>
                    <a:pt x="509" y="43"/>
                    <a:pt x="475" y="3"/>
                    <a:pt x="429" y="0"/>
                  </a:cubicBezTo>
                  <a:cubicBezTo>
                    <a:pt x="427" y="0"/>
                    <a:pt x="425" y="0"/>
                    <a:pt x="423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3" name="Google Shape;3823;p8"/>
            <p:cNvSpPr/>
            <p:nvPr/>
          </p:nvSpPr>
          <p:spPr>
            <a:xfrm>
              <a:off x="4854200" y="1335750"/>
              <a:ext cx="10900" cy="20650"/>
            </a:xfrm>
            <a:custGeom>
              <a:rect b="b" l="l" r="r" t="t"/>
              <a:pathLst>
                <a:path extrusionOk="0" h="826" w="436">
                  <a:moveTo>
                    <a:pt x="234" y="1"/>
                  </a:moveTo>
                  <a:cubicBezTo>
                    <a:pt x="182" y="1"/>
                    <a:pt x="127" y="44"/>
                    <a:pt x="149" y="113"/>
                  </a:cubicBezTo>
                  <a:cubicBezTo>
                    <a:pt x="177" y="224"/>
                    <a:pt x="214" y="545"/>
                    <a:pt x="60" y="674"/>
                  </a:cubicBezTo>
                  <a:cubicBezTo>
                    <a:pt x="1" y="727"/>
                    <a:pt x="35" y="822"/>
                    <a:pt x="115" y="825"/>
                  </a:cubicBezTo>
                  <a:cubicBezTo>
                    <a:pt x="134" y="825"/>
                    <a:pt x="152" y="819"/>
                    <a:pt x="171" y="807"/>
                  </a:cubicBezTo>
                  <a:cubicBezTo>
                    <a:pt x="436" y="582"/>
                    <a:pt x="319" y="94"/>
                    <a:pt x="316" y="73"/>
                  </a:cubicBezTo>
                  <a:cubicBezTo>
                    <a:pt x="308" y="23"/>
                    <a:pt x="272" y="1"/>
                    <a:pt x="23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4" name="Google Shape;3824;p8"/>
            <p:cNvSpPr/>
            <p:nvPr/>
          </p:nvSpPr>
          <p:spPr>
            <a:xfrm>
              <a:off x="4829925" y="1355325"/>
              <a:ext cx="12825" cy="19200"/>
            </a:xfrm>
            <a:custGeom>
              <a:rect b="b" l="l" r="r" t="t"/>
              <a:pathLst>
                <a:path extrusionOk="0" h="768" w="513">
                  <a:moveTo>
                    <a:pt x="424" y="0"/>
                  </a:moveTo>
                  <a:cubicBezTo>
                    <a:pt x="383" y="0"/>
                    <a:pt x="343" y="26"/>
                    <a:pt x="340" y="79"/>
                  </a:cubicBezTo>
                  <a:cubicBezTo>
                    <a:pt x="334" y="196"/>
                    <a:pt x="275" y="514"/>
                    <a:pt x="84" y="607"/>
                  </a:cubicBezTo>
                  <a:cubicBezTo>
                    <a:pt x="0" y="644"/>
                    <a:pt x="28" y="767"/>
                    <a:pt x="121" y="767"/>
                  </a:cubicBezTo>
                  <a:cubicBezTo>
                    <a:pt x="133" y="767"/>
                    <a:pt x="145" y="764"/>
                    <a:pt x="158" y="758"/>
                  </a:cubicBezTo>
                  <a:cubicBezTo>
                    <a:pt x="475" y="607"/>
                    <a:pt x="509" y="110"/>
                    <a:pt x="509" y="89"/>
                  </a:cubicBezTo>
                  <a:cubicBezTo>
                    <a:pt x="513" y="31"/>
                    <a:pt x="468" y="0"/>
                    <a:pt x="42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5" name="Google Shape;3825;p8"/>
            <p:cNvSpPr/>
            <p:nvPr/>
          </p:nvSpPr>
          <p:spPr>
            <a:xfrm>
              <a:off x="4320350" y="1488175"/>
              <a:ext cx="357000" cy="60975"/>
            </a:xfrm>
            <a:custGeom>
              <a:rect b="b" l="l" r="r" t="t"/>
              <a:pathLst>
                <a:path extrusionOk="0" h="2439" w="14280">
                  <a:moveTo>
                    <a:pt x="123" y="0"/>
                  </a:moveTo>
                  <a:cubicBezTo>
                    <a:pt x="39" y="0"/>
                    <a:pt x="0" y="134"/>
                    <a:pt x="98" y="169"/>
                  </a:cubicBezTo>
                  <a:cubicBezTo>
                    <a:pt x="157" y="191"/>
                    <a:pt x="6054" y="2439"/>
                    <a:pt x="13419" y="2439"/>
                  </a:cubicBezTo>
                  <a:cubicBezTo>
                    <a:pt x="13678" y="2439"/>
                    <a:pt x="13937" y="2436"/>
                    <a:pt x="14196" y="2430"/>
                  </a:cubicBezTo>
                  <a:cubicBezTo>
                    <a:pt x="14243" y="2430"/>
                    <a:pt x="14280" y="2390"/>
                    <a:pt x="14280" y="2343"/>
                  </a:cubicBezTo>
                  <a:cubicBezTo>
                    <a:pt x="14277" y="2297"/>
                    <a:pt x="14240" y="2263"/>
                    <a:pt x="14193" y="2260"/>
                  </a:cubicBezTo>
                  <a:cubicBezTo>
                    <a:pt x="13935" y="2266"/>
                    <a:pt x="13677" y="2268"/>
                    <a:pt x="13422" y="2268"/>
                  </a:cubicBezTo>
                  <a:cubicBezTo>
                    <a:pt x="6083" y="2268"/>
                    <a:pt x="219" y="32"/>
                    <a:pt x="160" y="9"/>
                  </a:cubicBezTo>
                  <a:cubicBezTo>
                    <a:pt x="147" y="3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3826" name="Google Shape;3826;p8"/>
          <p:cNvPicPr preferRelativeResize="0"/>
          <p:nvPr/>
        </p:nvPicPr>
        <p:blipFill rotWithShape="1">
          <a:blip r:embed="rId3">
            <a:alphaModFix/>
          </a:blip>
          <a:srcRect b="7479" l="11153" r="12092" t="4729"/>
          <a:stretch/>
        </p:blipFill>
        <p:spPr>
          <a:xfrm>
            <a:off x="342057" y="1682822"/>
            <a:ext cx="4313989" cy="257176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30" name="Shape 3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1" name="Google Shape;3831;p9"/>
          <p:cNvSpPr txBox="1"/>
          <p:nvPr>
            <p:ph type="title"/>
          </p:nvPr>
        </p:nvSpPr>
        <p:spPr>
          <a:xfrm>
            <a:off x="2078402" y="436501"/>
            <a:ext cx="5270665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Örökbefogadás oldal</a:t>
            </a:r>
            <a:endParaRPr/>
          </a:p>
        </p:txBody>
      </p:sp>
      <p:grpSp>
        <p:nvGrpSpPr>
          <p:cNvPr id="3832" name="Google Shape;3832;p9"/>
          <p:cNvGrpSpPr/>
          <p:nvPr/>
        </p:nvGrpSpPr>
        <p:grpSpPr>
          <a:xfrm>
            <a:off x="377792" y="3590389"/>
            <a:ext cx="1131367" cy="1327610"/>
            <a:chOff x="4827526" y="2108948"/>
            <a:chExt cx="2232374" cy="2619077"/>
          </a:xfrm>
        </p:grpSpPr>
        <p:sp>
          <p:nvSpPr>
            <p:cNvPr id="3833" name="Google Shape;3833;p9"/>
            <p:cNvSpPr/>
            <p:nvPr/>
          </p:nvSpPr>
          <p:spPr>
            <a:xfrm flipH="1">
              <a:off x="4827600" y="4182325"/>
              <a:ext cx="2232300" cy="5457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34" name="Google Shape;3834;p9"/>
            <p:cNvGrpSpPr/>
            <p:nvPr/>
          </p:nvGrpSpPr>
          <p:grpSpPr>
            <a:xfrm flipH="1">
              <a:off x="4827526" y="2108948"/>
              <a:ext cx="2129436" cy="2571780"/>
              <a:chOff x="269600" y="2540800"/>
              <a:chExt cx="645675" cy="779800"/>
            </a:xfrm>
          </p:grpSpPr>
          <p:sp>
            <p:nvSpPr>
              <p:cNvPr id="3835" name="Google Shape;3835;p9"/>
              <p:cNvSpPr/>
              <p:nvPr/>
            </p:nvSpPr>
            <p:spPr>
              <a:xfrm>
                <a:off x="488325" y="3154925"/>
                <a:ext cx="44350" cy="49125"/>
              </a:xfrm>
              <a:custGeom>
                <a:rect b="b" l="l" r="r" t="t"/>
                <a:pathLst>
                  <a:path extrusionOk="0" h="1965" w="1774">
                    <a:moveTo>
                      <a:pt x="1" y="1"/>
                    </a:moveTo>
                    <a:cubicBezTo>
                      <a:pt x="51" y="291"/>
                      <a:pt x="42" y="598"/>
                      <a:pt x="42" y="887"/>
                    </a:cubicBezTo>
                    <a:cubicBezTo>
                      <a:pt x="42" y="1045"/>
                      <a:pt x="42" y="1211"/>
                      <a:pt x="42" y="1368"/>
                    </a:cubicBezTo>
                    <a:cubicBezTo>
                      <a:pt x="42" y="1501"/>
                      <a:pt x="59" y="1641"/>
                      <a:pt x="167" y="1724"/>
                    </a:cubicBezTo>
                    <a:cubicBezTo>
                      <a:pt x="266" y="1807"/>
                      <a:pt x="407" y="1832"/>
                      <a:pt x="531" y="1857"/>
                    </a:cubicBezTo>
                    <a:cubicBezTo>
                      <a:pt x="689" y="1890"/>
                      <a:pt x="846" y="1915"/>
                      <a:pt x="1012" y="1931"/>
                    </a:cubicBezTo>
                    <a:cubicBezTo>
                      <a:pt x="1169" y="1948"/>
                      <a:pt x="1335" y="1956"/>
                      <a:pt x="1492" y="1965"/>
                    </a:cubicBezTo>
                    <a:cubicBezTo>
                      <a:pt x="1575" y="1965"/>
                      <a:pt x="1666" y="1956"/>
                      <a:pt x="1749" y="1956"/>
                    </a:cubicBezTo>
                    <a:cubicBezTo>
                      <a:pt x="1749" y="1815"/>
                      <a:pt x="1757" y="1683"/>
                      <a:pt x="1766" y="1542"/>
                    </a:cubicBezTo>
                    <a:cubicBezTo>
                      <a:pt x="1766" y="1517"/>
                      <a:pt x="1774" y="1484"/>
                      <a:pt x="1774" y="1451"/>
                    </a:cubicBezTo>
                    <a:lnTo>
                      <a:pt x="1766" y="1451"/>
                    </a:lnTo>
                    <a:cubicBezTo>
                      <a:pt x="1716" y="1343"/>
                      <a:pt x="1675" y="1227"/>
                      <a:pt x="1633" y="1119"/>
                    </a:cubicBezTo>
                    <a:cubicBezTo>
                      <a:pt x="1542" y="879"/>
                      <a:pt x="1467" y="639"/>
                      <a:pt x="1418" y="399"/>
                    </a:cubicBezTo>
                    <a:cubicBezTo>
                      <a:pt x="1393" y="299"/>
                      <a:pt x="1376" y="200"/>
                      <a:pt x="1360" y="100"/>
                    </a:cubicBezTo>
                    <a:cubicBezTo>
                      <a:pt x="1316" y="106"/>
                      <a:pt x="1271" y="107"/>
                      <a:pt x="1225" y="107"/>
                    </a:cubicBezTo>
                    <a:cubicBezTo>
                      <a:pt x="1123" y="107"/>
                      <a:pt x="1018" y="98"/>
                      <a:pt x="921" y="92"/>
                    </a:cubicBezTo>
                    <a:cubicBezTo>
                      <a:pt x="763" y="92"/>
                      <a:pt x="597" y="76"/>
                      <a:pt x="432" y="59"/>
                    </a:cubicBezTo>
                    <a:cubicBezTo>
                      <a:pt x="291" y="42"/>
                      <a:pt x="150" y="2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6" name="Google Shape;3836;p9"/>
              <p:cNvSpPr/>
              <p:nvPr/>
            </p:nvSpPr>
            <p:spPr>
              <a:xfrm>
                <a:off x="730275" y="3139400"/>
                <a:ext cx="110425" cy="151925"/>
              </a:xfrm>
              <a:custGeom>
                <a:rect b="b" l="l" r="r" t="t"/>
                <a:pathLst>
                  <a:path extrusionOk="0" h="6077" w="4417">
                    <a:moveTo>
                      <a:pt x="4242" y="1"/>
                    </a:moveTo>
                    <a:lnTo>
                      <a:pt x="4242" y="1"/>
                    </a:lnTo>
                    <a:cubicBezTo>
                      <a:pt x="4241" y="4"/>
                      <a:pt x="4240" y="8"/>
                      <a:pt x="4239" y="12"/>
                    </a:cubicBezTo>
                    <a:lnTo>
                      <a:pt x="4239" y="12"/>
                    </a:lnTo>
                    <a:cubicBezTo>
                      <a:pt x="4242" y="8"/>
                      <a:pt x="4242" y="6"/>
                      <a:pt x="4242" y="1"/>
                    </a:cubicBezTo>
                    <a:close/>
                    <a:moveTo>
                      <a:pt x="4239" y="12"/>
                    </a:moveTo>
                    <a:cubicBezTo>
                      <a:pt x="4238" y="13"/>
                      <a:pt x="4237" y="15"/>
                      <a:pt x="4234" y="17"/>
                    </a:cubicBezTo>
                    <a:cubicBezTo>
                      <a:pt x="4168" y="100"/>
                      <a:pt x="4085" y="199"/>
                      <a:pt x="3977" y="233"/>
                    </a:cubicBezTo>
                    <a:cubicBezTo>
                      <a:pt x="3971" y="235"/>
                      <a:pt x="3964" y="236"/>
                      <a:pt x="3958" y="236"/>
                    </a:cubicBezTo>
                    <a:cubicBezTo>
                      <a:pt x="3916" y="236"/>
                      <a:pt x="3880" y="193"/>
                      <a:pt x="3895" y="150"/>
                    </a:cubicBezTo>
                    <a:cubicBezTo>
                      <a:pt x="3903" y="133"/>
                      <a:pt x="3911" y="117"/>
                      <a:pt x="3919" y="92"/>
                    </a:cubicBezTo>
                    <a:lnTo>
                      <a:pt x="3919" y="92"/>
                    </a:lnTo>
                    <a:cubicBezTo>
                      <a:pt x="3845" y="175"/>
                      <a:pt x="3779" y="257"/>
                      <a:pt x="3704" y="340"/>
                    </a:cubicBezTo>
                    <a:cubicBezTo>
                      <a:pt x="3058" y="1045"/>
                      <a:pt x="2287" y="1616"/>
                      <a:pt x="1401" y="1989"/>
                    </a:cubicBezTo>
                    <a:cubicBezTo>
                      <a:pt x="1393" y="1992"/>
                      <a:pt x="1386" y="1993"/>
                      <a:pt x="1379" y="1993"/>
                    </a:cubicBezTo>
                    <a:cubicBezTo>
                      <a:pt x="1348" y="1993"/>
                      <a:pt x="1325" y="1965"/>
                      <a:pt x="1318" y="1931"/>
                    </a:cubicBezTo>
                    <a:cubicBezTo>
                      <a:pt x="1019" y="2122"/>
                      <a:pt x="696" y="2246"/>
                      <a:pt x="357" y="2337"/>
                    </a:cubicBezTo>
                    <a:cubicBezTo>
                      <a:pt x="282" y="2370"/>
                      <a:pt x="207" y="2403"/>
                      <a:pt x="141" y="2428"/>
                    </a:cubicBezTo>
                    <a:cubicBezTo>
                      <a:pt x="91" y="2445"/>
                      <a:pt x="42" y="2461"/>
                      <a:pt x="0" y="2478"/>
                    </a:cubicBezTo>
                    <a:cubicBezTo>
                      <a:pt x="17" y="2552"/>
                      <a:pt x="17" y="2644"/>
                      <a:pt x="25" y="2726"/>
                    </a:cubicBezTo>
                    <a:cubicBezTo>
                      <a:pt x="42" y="2834"/>
                      <a:pt x="58" y="2942"/>
                      <a:pt x="75" y="3050"/>
                    </a:cubicBezTo>
                    <a:cubicBezTo>
                      <a:pt x="91" y="3141"/>
                      <a:pt x="116" y="3224"/>
                      <a:pt x="141" y="3306"/>
                    </a:cubicBezTo>
                    <a:cubicBezTo>
                      <a:pt x="149" y="3290"/>
                      <a:pt x="158" y="3265"/>
                      <a:pt x="174" y="3248"/>
                    </a:cubicBezTo>
                    <a:cubicBezTo>
                      <a:pt x="189" y="3225"/>
                      <a:pt x="209" y="3215"/>
                      <a:pt x="230" y="3215"/>
                    </a:cubicBezTo>
                    <a:cubicBezTo>
                      <a:pt x="267" y="3215"/>
                      <a:pt x="304" y="3250"/>
                      <a:pt x="299" y="3298"/>
                    </a:cubicBezTo>
                    <a:cubicBezTo>
                      <a:pt x="282" y="3422"/>
                      <a:pt x="265" y="3538"/>
                      <a:pt x="274" y="3663"/>
                    </a:cubicBezTo>
                    <a:cubicBezTo>
                      <a:pt x="282" y="3779"/>
                      <a:pt x="299" y="3886"/>
                      <a:pt x="315" y="4002"/>
                    </a:cubicBezTo>
                    <a:cubicBezTo>
                      <a:pt x="332" y="4085"/>
                      <a:pt x="431" y="4566"/>
                      <a:pt x="315" y="4640"/>
                    </a:cubicBezTo>
                    <a:cubicBezTo>
                      <a:pt x="315" y="4674"/>
                      <a:pt x="315" y="4698"/>
                      <a:pt x="315" y="4723"/>
                    </a:cubicBezTo>
                    <a:cubicBezTo>
                      <a:pt x="307" y="4839"/>
                      <a:pt x="290" y="4947"/>
                      <a:pt x="282" y="5055"/>
                    </a:cubicBezTo>
                    <a:cubicBezTo>
                      <a:pt x="265" y="5154"/>
                      <a:pt x="265" y="5237"/>
                      <a:pt x="315" y="5320"/>
                    </a:cubicBezTo>
                    <a:cubicBezTo>
                      <a:pt x="398" y="5469"/>
                      <a:pt x="547" y="5560"/>
                      <a:pt x="696" y="5643"/>
                    </a:cubicBezTo>
                    <a:cubicBezTo>
                      <a:pt x="854" y="5734"/>
                      <a:pt x="1019" y="5800"/>
                      <a:pt x="1185" y="5875"/>
                    </a:cubicBezTo>
                    <a:cubicBezTo>
                      <a:pt x="1218" y="5883"/>
                      <a:pt x="1251" y="5892"/>
                      <a:pt x="1285" y="5900"/>
                    </a:cubicBezTo>
                    <a:cubicBezTo>
                      <a:pt x="1384" y="5916"/>
                      <a:pt x="1483" y="5941"/>
                      <a:pt x="1583" y="5958"/>
                    </a:cubicBezTo>
                    <a:cubicBezTo>
                      <a:pt x="1790" y="5999"/>
                      <a:pt x="1989" y="6032"/>
                      <a:pt x="2196" y="6057"/>
                    </a:cubicBezTo>
                    <a:cubicBezTo>
                      <a:pt x="2247" y="6063"/>
                      <a:pt x="2313" y="6076"/>
                      <a:pt x="2377" y="6076"/>
                    </a:cubicBezTo>
                    <a:cubicBezTo>
                      <a:pt x="2406" y="6076"/>
                      <a:pt x="2435" y="6073"/>
                      <a:pt x="2461" y="6066"/>
                    </a:cubicBezTo>
                    <a:cubicBezTo>
                      <a:pt x="2461" y="6049"/>
                      <a:pt x="2469" y="6032"/>
                      <a:pt x="2486" y="6024"/>
                    </a:cubicBezTo>
                    <a:cubicBezTo>
                      <a:pt x="2511" y="5999"/>
                      <a:pt x="2536" y="5991"/>
                      <a:pt x="2569" y="5983"/>
                    </a:cubicBezTo>
                    <a:cubicBezTo>
                      <a:pt x="2577" y="5966"/>
                      <a:pt x="2577" y="5950"/>
                      <a:pt x="2577" y="5933"/>
                    </a:cubicBezTo>
                    <a:cubicBezTo>
                      <a:pt x="2594" y="5834"/>
                      <a:pt x="2585" y="5734"/>
                      <a:pt x="2594" y="5643"/>
                    </a:cubicBezTo>
                    <a:cubicBezTo>
                      <a:pt x="2602" y="5544"/>
                      <a:pt x="2602" y="5436"/>
                      <a:pt x="2652" y="5361"/>
                    </a:cubicBezTo>
                    <a:cubicBezTo>
                      <a:pt x="2664" y="5341"/>
                      <a:pt x="2685" y="5330"/>
                      <a:pt x="2706" y="5330"/>
                    </a:cubicBezTo>
                    <a:cubicBezTo>
                      <a:pt x="2726" y="5330"/>
                      <a:pt x="2747" y="5341"/>
                      <a:pt x="2759" y="5361"/>
                    </a:cubicBezTo>
                    <a:cubicBezTo>
                      <a:pt x="2817" y="5461"/>
                      <a:pt x="2809" y="5610"/>
                      <a:pt x="2817" y="5726"/>
                    </a:cubicBezTo>
                    <a:cubicBezTo>
                      <a:pt x="2817" y="5817"/>
                      <a:pt x="2817" y="5916"/>
                      <a:pt x="2801" y="6008"/>
                    </a:cubicBezTo>
                    <a:lnTo>
                      <a:pt x="2809" y="6008"/>
                    </a:lnTo>
                    <a:cubicBezTo>
                      <a:pt x="2909" y="6008"/>
                      <a:pt x="3008" y="5999"/>
                      <a:pt x="3107" y="5983"/>
                    </a:cubicBezTo>
                    <a:cubicBezTo>
                      <a:pt x="3306" y="5933"/>
                      <a:pt x="3480" y="5834"/>
                      <a:pt x="3621" y="5693"/>
                    </a:cubicBezTo>
                    <a:cubicBezTo>
                      <a:pt x="3762" y="5560"/>
                      <a:pt x="3878" y="5361"/>
                      <a:pt x="3779" y="5171"/>
                    </a:cubicBezTo>
                    <a:cubicBezTo>
                      <a:pt x="3679" y="4988"/>
                      <a:pt x="3522" y="4864"/>
                      <a:pt x="3455" y="4665"/>
                    </a:cubicBezTo>
                    <a:cubicBezTo>
                      <a:pt x="3433" y="4605"/>
                      <a:pt x="3488" y="4563"/>
                      <a:pt x="3541" y="4563"/>
                    </a:cubicBezTo>
                    <a:cubicBezTo>
                      <a:pt x="3569" y="4563"/>
                      <a:pt x="3596" y="4574"/>
                      <a:pt x="3613" y="4599"/>
                    </a:cubicBezTo>
                    <a:cubicBezTo>
                      <a:pt x="3712" y="4773"/>
                      <a:pt x="3895" y="4881"/>
                      <a:pt x="4002" y="5063"/>
                    </a:cubicBezTo>
                    <a:cubicBezTo>
                      <a:pt x="4110" y="5245"/>
                      <a:pt x="4093" y="5436"/>
                      <a:pt x="4011" y="5602"/>
                    </a:cubicBezTo>
                    <a:cubicBezTo>
                      <a:pt x="4027" y="5593"/>
                      <a:pt x="4035" y="5585"/>
                      <a:pt x="4052" y="5577"/>
                    </a:cubicBezTo>
                    <a:cubicBezTo>
                      <a:pt x="4052" y="5577"/>
                      <a:pt x="4060" y="5568"/>
                      <a:pt x="4069" y="5568"/>
                    </a:cubicBezTo>
                    <a:cubicBezTo>
                      <a:pt x="4069" y="5560"/>
                      <a:pt x="4077" y="5560"/>
                      <a:pt x="4085" y="5552"/>
                    </a:cubicBezTo>
                    <a:cubicBezTo>
                      <a:pt x="4093" y="5544"/>
                      <a:pt x="4110" y="5535"/>
                      <a:pt x="4118" y="5519"/>
                    </a:cubicBezTo>
                    <a:cubicBezTo>
                      <a:pt x="4168" y="5477"/>
                      <a:pt x="4209" y="5428"/>
                      <a:pt x="4251" y="5386"/>
                    </a:cubicBezTo>
                    <a:cubicBezTo>
                      <a:pt x="4251" y="5378"/>
                      <a:pt x="4251" y="5370"/>
                      <a:pt x="4251" y="5361"/>
                    </a:cubicBezTo>
                    <a:cubicBezTo>
                      <a:pt x="4267" y="5262"/>
                      <a:pt x="4309" y="5171"/>
                      <a:pt x="4334" y="5080"/>
                    </a:cubicBezTo>
                    <a:cubicBezTo>
                      <a:pt x="4358" y="4980"/>
                      <a:pt x="4383" y="4881"/>
                      <a:pt x="4392" y="4790"/>
                    </a:cubicBezTo>
                    <a:cubicBezTo>
                      <a:pt x="4400" y="4698"/>
                      <a:pt x="4416" y="4607"/>
                      <a:pt x="4358" y="4533"/>
                    </a:cubicBezTo>
                    <a:cubicBezTo>
                      <a:pt x="4309" y="4458"/>
                      <a:pt x="4234" y="4400"/>
                      <a:pt x="4168" y="4334"/>
                    </a:cubicBezTo>
                    <a:lnTo>
                      <a:pt x="4176" y="4334"/>
                    </a:lnTo>
                    <a:cubicBezTo>
                      <a:pt x="4085" y="4243"/>
                      <a:pt x="3986" y="4143"/>
                      <a:pt x="3903" y="4036"/>
                    </a:cubicBezTo>
                    <a:cubicBezTo>
                      <a:pt x="3895" y="4052"/>
                      <a:pt x="3886" y="4060"/>
                      <a:pt x="3870" y="4069"/>
                    </a:cubicBezTo>
                    <a:cubicBezTo>
                      <a:pt x="3861" y="4073"/>
                      <a:pt x="3851" y="4075"/>
                      <a:pt x="3841" y="4075"/>
                    </a:cubicBezTo>
                    <a:cubicBezTo>
                      <a:pt x="3830" y="4075"/>
                      <a:pt x="3820" y="4073"/>
                      <a:pt x="3812" y="4069"/>
                    </a:cubicBezTo>
                    <a:cubicBezTo>
                      <a:pt x="3762" y="4036"/>
                      <a:pt x="3754" y="3978"/>
                      <a:pt x="3737" y="3928"/>
                    </a:cubicBezTo>
                    <a:cubicBezTo>
                      <a:pt x="3721" y="3870"/>
                      <a:pt x="3721" y="3804"/>
                      <a:pt x="3721" y="3746"/>
                    </a:cubicBezTo>
                    <a:lnTo>
                      <a:pt x="3721" y="3729"/>
                    </a:lnTo>
                    <a:cubicBezTo>
                      <a:pt x="3696" y="3630"/>
                      <a:pt x="3687" y="3530"/>
                      <a:pt x="3704" y="3422"/>
                    </a:cubicBezTo>
                    <a:cubicBezTo>
                      <a:pt x="3712" y="3398"/>
                      <a:pt x="3729" y="3381"/>
                      <a:pt x="3745" y="3373"/>
                    </a:cubicBezTo>
                    <a:cubicBezTo>
                      <a:pt x="3745" y="3306"/>
                      <a:pt x="3754" y="3240"/>
                      <a:pt x="3762" y="3174"/>
                    </a:cubicBezTo>
                    <a:cubicBezTo>
                      <a:pt x="3737" y="3157"/>
                      <a:pt x="3712" y="3132"/>
                      <a:pt x="3721" y="3091"/>
                    </a:cubicBezTo>
                    <a:cubicBezTo>
                      <a:pt x="3795" y="2884"/>
                      <a:pt x="3845" y="2660"/>
                      <a:pt x="3878" y="2436"/>
                    </a:cubicBezTo>
                    <a:cubicBezTo>
                      <a:pt x="3861" y="2428"/>
                      <a:pt x="3845" y="2412"/>
                      <a:pt x="3837" y="2395"/>
                    </a:cubicBezTo>
                    <a:cubicBezTo>
                      <a:pt x="3828" y="2312"/>
                      <a:pt x="3861" y="2221"/>
                      <a:pt x="3878" y="2146"/>
                    </a:cubicBezTo>
                    <a:cubicBezTo>
                      <a:pt x="3895" y="2064"/>
                      <a:pt x="3903" y="1981"/>
                      <a:pt x="3919" y="1898"/>
                    </a:cubicBezTo>
                    <a:cubicBezTo>
                      <a:pt x="3919" y="1890"/>
                      <a:pt x="3919" y="1873"/>
                      <a:pt x="3928" y="1865"/>
                    </a:cubicBezTo>
                    <a:cubicBezTo>
                      <a:pt x="3928" y="1840"/>
                      <a:pt x="3928" y="1815"/>
                      <a:pt x="3928" y="1790"/>
                    </a:cubicBezTo>
                    <a:cubicBezTo>
                      <a:pt x="3928" y="1649"/>
                      <a:pt x="3911" y="1517"/>
                      <a:pt x="3911" y="1384"/>
                    </a:cubicBezTo>
                    <a:cubicBezTo>
                      <a:pt x="3905" y="1319"/>
                      <a:pt x="3939" y="1208"/>
                      <a:pt x="4007" y="1208"/>
                    </a:cubicBezTo>
                    <a:cubicBezTo>
                      <a:pt x="4025" y="1208"/>
                      <a:pt x="4046" y="1216"/>
                      <a:pt x="4069" y="1235"/>
                    </a:cubicBezTo>
                    <a:lnTo>
                      <a:pt x="4077" y="1235"/>
                    </a:lnTo>
                    <a:cubicBezTo>
                      <a:pt x="4085" y="1086"/>
                      <a:pt x="4102" y="937"/>
                      <a:pt x="4118" y="788"/>
                    </a:cubicBezTo>
                    <a:cubicBezTo>
                      <a:pt x="4143" y="589"/>
                      <a:pt x="4168" y="398"/>
                      <a:pt x="4209" y="208"/>
                    </a:cubicBezTo>
                    <a:cubicBezTo>
                      <a:pt x="4209" y="199"/>
                      <a:pt x="4209" y="191"/>
                      <a:pt x="4209" y="191"/>
                    </a:cubicBezTo>
                    <a:cubicBezTo>
                      <a:pt x="4217" y="129"/>
                      <a:pt x="4225" y="67"/>
                      <a:pt x="4239" y="1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7" name="Google Shape;3837;p9"/>
              <p:cNvSpPr/>
              <p:nvPr/>
            </p:nvSpPr>
            <p:spPr>
              <a:xfrm>
                <a:off x="277475" y="2545525"/>
                <a:ext cx="633450" cy="768550"/>
              </a:xfrm>
              <a:custGeom>
                <a:rect b="b" l="l" r="r" t="t"/>
                <a:pathLst>
                  <a:path extrusionOk="0" h="30742" w="25338">
                    <a:moveTo>
                      <a:pt x="10407" y="26117"/>
                    </a:moveTo>
                    <a:cubicBezTo>
                      <a:pt x="10407" y="26117"/>
                      <a:pt x="10407" y="26125"/>
                      <a:pt x="10407" y="26125"/>
                    </a:cubicBezTo>
                    <a:cubicBezTo>
                      <a:pt x="10407" y="26125"/>
                      <a:pt x="10407" y="26125"/>
                      <a:pt x="10407" y="26125"/>
                    </a:cubicBezTo>
                    <a:lnTo>
                      <a:pt x="10407" y="26125"/>
                    </a:lnTo>
                    <a:cubicBezTo>
                      <a:pt x="10407" y="26122"/>
                      <a:pt x="10407" y="26120"/>
                      <a:pt x="10407" y="26117"/>
                    </a:cubicBezTo>
                    <a:close/>
                    <a:moveTo>
                      <a:pt x="24543" y="1"/>
                    </a:moveTo>
                    <a:cubicBezTo>
                      <a:pt x="24440" y="1"/>
                      <a:pt x="24334" y="32"/>
                      <a:pt x="24235" y="67"/>
                    </a:cubicBezTo>
                    <a:cubicBezTo>
                      <a:pt x="24028" y="134"/>
                      <a:pt x="23829" y="233"/>
                      <a:pt x="23647" y="349"/>
                    </a:cubicBezTo>
                    <a:cubicBezTo>
                      <a:pt x="22876" y="846"/>
                      <a:pt x="22545" y="1724"/>
                      <a:pt x="22056" y="2470"/>
                    </a:cubicBezTo>
                    <a:cubicBezTo>
                      <a:pt x="21791" y="2876"/>
                      <a:pt x="21493" y="3274"/>
                      <a:pt x="21203" y="3663"/>
                    </a:cubicBezTo>
                    <a:cubicBezTo>
                      <a:pt x="20905" y="4069"/>
                      <a:pt x="20598" y="4467"/>
                      <a:pt x="20283" y="4856"/>
                    </a:cubicBezTo>
                    <a:cubicBezTo>
                      <a:pt x="20333" y="4865"/>
                      <a:pt x="20383" y="4890"/>
                      <a:pt x="20424" y="4914"/>
                    </a:cubicBezTo>
                    <a:cubicBezTo>
                      <a:pt x="20490" y="4956"/>
                      <a:pt x="20457" y="5039"/>
                      <a:pt x="20391" y="5047"/>
                    </a:cubicBezTo>
                    <a:cubicBezTo>
                      <a:pt x="20367" y="5050"/>
                      <a:pt x="20343" y="5051"/>
                      <a:pt x="20319" y="5051"/>
                    </a:cubicBezTo>
                    <a:cubicBezTo>
                      <a:pt x="20194" y="5051"/>
                      <a:pt x="20068" y="5019"/>
                      <a:pt x="19943" y="5006"/>
                    </a:cubicBezTo>
                    <a:cubicBezTo>
                      <a:pt x="19803" y="4981"/>
                      <a:pt x="19653" y="4972"/>
                      <a:pt x="19513" y="4956"/>
                    </a:cubicBezTo>
                    <a:cubicBezTo>
                      <a:pt x="19353" y="4945"/>
                      <a:pt x="19192" y="4940"/>
                      <a:pt x="19032" y="4940"/>
                    </a:cubicBezTo>
                    <a:cubicBezTo>
                      <a:pt x="18162" y="4940"/>
                      <a:pt x="17289" y="5090"/>
                      <a:pt x="16464" y="5370"/>
                    </a:cubicBezTo>
                    <a:cubicBezTo>
                      <a:pt x="16472" y="5511"/>
                      <a:pt x="16464" y="5643"/>
                      <a:pt x="16430" y="5784"/>
                    </a:cubicBezTo>
                    <a:cubicBezTo>
                      <a:pt x="16422" y="5831"/>
                      <a:pt x="16377" y="5856"/>
                      <a:pt x="16332" y="5856"/>
                    </a:cubicBezTo>
                    <a:cubicBezTo>
                      <a:pt x="16290" y="5856"/>
                      <a:pt x="16248" y="5833"/>
                      <a:pt x="16240" y="5784"/>
                    </a:cubicBezTo>
                    <a:cubicBezTo>
                      <a:pt x="16198" y="5552"/>
                      <a:pt x="16215" y="5312"/>
                      <a:pt x="16157" y="5080"/>
                    </a:cubicBezTo>
                    <a:cubicBezTo>
                      <a:pt x="16107" y="4856"/>
                      <a:pt x="15983" y="4674"/>
                      <a:pt x="15834" y="4500"/>
                    </a:cubicBezTo>
                    <a:cubicBezTo>
                      <a:pt x="15511" y="4119"/>
                      <a:pt x="15163" y="3763"/>
                      <a:pt x="14823" y="3398"/>
                    </a:cubicBezTo>
                    <a:cubicBezTo>
                      <a:pt x="14516" y="3075"/>
                      <a:pt x="14202" y="2760"/>
                      <a:pt x="13878" y="2454"/>
                    </a:cubicBezTo>
                    <a:cubicBezTo>
                      <a:pt x="13580" y="2172"/>
                      <a:pt x="13274" y="1882"/>
                      <a:pt x="12926" y="1658"/>
                    </a:cubicBezTo>
                    <a:cubicBezTo>
                      <a:pt x="12619" y="1451"/>
                      <a:pt x="12271" y="1285"/>
                      <a:pt x="11898" y="1269"/>
                    </a:cubicBezTo>
                    <a:cubicBezTo>
                      <a:pt x="11884" y="1268"/>
                      <a:pt x="11870" y="1268"/>
                      <a:pt x="11857" y="1268"/>
                    </a:cubicBezTo>
                    <a:cubicBezTo>
                      <a:pt x="11562" y="1268"/>
                      <a:pt x="11249" y="1352"/>
                      <a:pt x="11020" y="1542"/>
                    </a:cubicBezTo>
                    <a:cubicBezTo>
                      <a:pt x="10722" y="1799"/>
                      <a:pt x="10672" y="2164"/>
                      <a:pt x="10680" y="2528"/>
                    </a:cubicBezTo>
                    <a:cubicBezTo>
                      <a:pt x="10697" y="2984"/>
                      <a:pt x="10747" y="3440"/>
                      <a:pt x="10796" y="3895"/>
                    </a:cubicBezTo>
                    <a:cubicBezTo>
                      <a:pt x="10854" y="4343"/>
                      <a:pt x="10929" y="4790"/>
                      <a:pt x="11012" y="5229"/>
                    </a:cubicBezTo>
                    <a:cubicBezTo>
                      <a:pt x="11070" y="5527"/>
                      <a:pt x="11119" y="5826"/>
                      <a:pt x="11186" y="6124"/>
                    </a:cubicBezTo>
                    <a:cubicBezTo>
                      <a:pt x="11244" y="6207"/>
                      <a:pt x="11285" y="6323"/>
                      <a:pt x="11318" y="6406"/>
                    </a:cubicBezTo>
                    <a:cubicBezTo>
                      <a:pt x="11368" y="6555"/>
                      <a:pt x="11401" y="6712"/>
                      <a:pt x="11426" y="6861"/>
                    </a:cubicBezTo>
                    <a:cubicBezTo>
                      <a:pt x="11451" y="7027"/>
                      <a:pt x="11467" y="7185"/>
                      <a:pt x="11476" y="7350"/>
                    </a:cubicBezTo>
                    <a:cubicBezTo>
                      <a:pt x="11476" y="7433"/>
                      <a:pt x="11476" y="7508"/>
                      <a:pt x="11476" y="7582"/>
                    </a:cubicBezTo>
                    <a:cubicBezTo>
                      <a:pt x="11501" y="7582"/>
                      <a:pt x="11525" y="7599"/>
                      <a:pt x="11525" y="7632"/>
                    </a:cubicBezTo>
                    <a:cubicBezTo>
                      <a:pt x="11517" y="7872"/>
                      <a:pt x="11517" y="8121"/>
                      <a:pt x="11550" y="8361"/>
                    </a:cubicBezTo>
                    <a:cubicBezTo>
                      <a:pt x="11583" y="8585"/>
                      <a:pt x="11708" y="8775"/>
                      <a:pt x="11824" y="8966"/>
                    </a:cubicBezTo>
                    <a:cubicBezTo>
                      <a:pt x="11948" y="9165"/>
                      <a:pt x="12072" y="9355"/>
                      <a:pt x="12196" y="9546"/>
                    </a:cubicBezTo>
                    <a:cubicBezTo>
                      <a:pt x="12263" y="9645"/>
                      <a:pt x="12337" y="9737"/>
                      <a:pt x="12404" y="9836"/>
                    </a:cubicBezTo>
                    <a:cubicBezTo>
                      <a:pt x="12445" y="9902"/>
                      <a:pt x="12503" y="9977"/>
                      <a:pt x="12528" y="10051"/>
                    </a:cubicBezTo>
                    <a:cubicBezTo>
                      <a:pt x="12561" y="10118"/>
                      <a:pt x="12586" y="10176"/>
                      <a:pt x="12611" y="10242"/>
                    </a:cubicBezTo>
                    <a:cubicBezTo>
                      <a:pt x="12611" y="10225"/>
                      <a:pt x="12602" y="10217"/>
                      <a:pt x="12602" y="10200"/>
                    </a:cubicBezTo>
                    <a:cubicBezTo>
                      <a:pt x="12593" y="10166"/>
                      <a:pt x="12621" y="10146"/>
                      <a:pt x="12649" y="10146"/>
                    </a:cubicBezTo>
                    <a:cubicBezTo>
                      <a:pt x="12668" y="10146"/>
                      <a:pt x="12687" y="10155"/>
                      <a:pt x="12694" y="10176"/>
                    </a:cubicBezTo>
                    <a:cubicBezTo>
                      <a:pt x="12901" y="10681"/>
                      <a:pt x="12868" y="11220"/>
                      <a:pt x="12876" y="11758"/>
                    </a:cubicBezTo>
                    <a:cubicBezTo>
                      <a:pt x="12876" y="11932"/>
                      <a:pt x="12892" y="12106"/>
                      <a:pt x="12917" y="12288"/>
                    </a:cubicBezTo>
                    <a:cubicBezTo>
                      <a:pt x="12975" y="12305"/>
                      <a:pt x="12992" y="12396"/>
                      <a:pt x="12942" y="12438"/>
                    </a:cubicBezTo>
                    <a:cubicBezTo>
                      <a:pt x="12942" y="12446"/>
                      <a:pt x="12942" y="12454"/>
                      <a:pt x="12950" y="12462"/>
                    </a:cubicBezTo>
                    <a:cubicBezTo>
                      <a:pt x="12975" y="12570"/>
                      <a:pt x="13008" y="12686"/>
                      <a:pt x="13050" y="12794"/>
                    </a:cubicBezTo>
                    <a:cubicBezTo>
                      <a:pt x="13083" y="12877"/>
                      <a:pt x="13124" y="12951"/>
                      <a:pt x="13158" y="13034"/>
                    </a:cubicBezTo>
                    <a:lnTo>
                      <a:pt x="13158" y="12993"/>
                    </a:lnTo>
                    <a:cubicBezTo>
                      <a:pt x="13158" y="12835"/>
                      <a:pt x="13158" y="12670"/>
                      <a:pt x="13174" y="12512"/>
                    </a:cubicBezTo>
                    <a:cubicBezTo>
                      <a:pt x="13178" y="12482"/>
                      <a:pt x="13205" y="12465"/>
                      <a:pt x="13229" y="12465"/>
                    </a:cubicBezTo>
                    <a:cubicBezTo>
                      <a:pt x="13252" y="12465"/>
                      <a:pt x="13274" y="12480"/>
                      <a:pt x="13274" y="12512"/>
                    </a:cubicBezTo>
                    <a:cubicBezTo>
                      <a:pt x="13274" y="12628"/>
                      <a:pt x="13274" y="12744"/>
                      <a:pt x="13282" y="12860"/>
                    </a:cubicBezTo>
                    <a:cubicBezTo>
                      <a:pt x="13286" y="12858"/>
                      <a:pt x="13291" y="12857"/>
                      <a:pt x="13296" y="12857"/>
                    </a:cubicBezTo>
                    <a:cubicBezTo>
                      <a:pt x="13312" y="12857"/>
                      <a:pt x="13332" y="12868"/>
                      <a:pt x="13332" y="12893"/>
                    </a:cubicBezTo>
                    <a:cubicBezTo>
                      <a:pt x="13365" y="13018"/>
                      <a:pt x="13390" y="13142"/>
                      <a:pt x="13423" y="13274"/>
                    </a:cubicBezTo>
                    <a:cubicBezTo>
                      <a:pt x="13448" y="13399"/>
                      <a:pt x="13472" y="13523"/>
                      <a:pt x="13481" y="13647"/>
                    </a:cubicBezTo>
                    <a:cubicBezTo>
                      <a:pt x="13481" y="13668"/>
                      <a:pt x="13462" y="13682"/>
                      <a:pt x="13445" y="13682"/>
                    </a:cubicBezTo>
                    <a:cubicBezTo>
                      <a:pt x="13435" y="13682"/>
                      <a:pt x="13426" y="13676"/>
                      <a:pt x="13423" y="13664"/>
                    </a:cubicBezTo>
                    <a:cubicBezTo>
                      <a:pt x="13348" y="13531"/>
                      <a:pt x="13315" y="13374"/>
                      <a:pt x="13290" y="13216"/>
                    </a:cubicBezTo>
                    <a:lnTo>
                      <a:pt x="13290" y="13225"/>
                    </a:lnTo>
                    <a:cubicBezTo>
                      <a:pt x="13290" y="13299"/>
                      <a:pt x="13298" y="13374"/>
                      <a:pt x="13274" y="13448"/>
                    </a:cubicBezTo>
                    <a:cubicBezTo>
                      <a:pt x="13269" y="13463"/>
                      <a:pt x="13252" y="13475"/>
                      <a:pt x="13235" y="13475"/>
                    </a:cubicBezTo>
                    <a:cubicBezTo>
                      <a:pt x="13225" y="13475"/>
                      <a:pt x="13214" y="13470"/>
                      <a:pt x="13207" y="13457"/>
                    </a:cubicBezTo>
                    <a:cubicBezTo>
                      <a:pt x="13182" y="13390"/>
                      <a:pt x="13174" y="13308"/>
                      <a:pt x="13166" y="13233"/>
                    </a:cubicBezTo>
                    <a:cubicBezTo>
                      <a:pt x="13166" y="13208"/>
                      <a:pt x="13166" y="13192"/>
                      <a:pt x="13158" y="13175"/>
                    </a:cubicBezTo>
                    <a:cubicBezTo>
                      <a:pt x="13149" y="13179"/>
                      <a:pt x="13141" y="13181"/>
                      <a:pt x="13132" y="13181"/>
                    </a:cubicBezTo>
                    <a:cubicBezTo>
                      <a:pt x="13122" y="13181"/>
                      <a:pt x="13112" y="13179"/>
                      <a:pt x="13100" y="13175"/>
                    </a:cubicBezTo>
                    <a:cubicBezTo>
                      <a:pt x="12909" y="13042"/>
                      <a:pt x="12810" y="12786"/>
                      <a:pt x="12752" y="12570"/>
                    </a:cubicBezTo>
                    <a:cubicBezTo>
                      <a:pt x="12743" y="12537"/>
                      <a:pt x="12735" y="12504"/>
                      <a:pt x="12735" y="12471"/>
                    </a:cubicBezTo>
                    <a:cubicBezTo>
                      <a:pt x="12714" y="12471"/>
                      <a:pt x="12693" y="12472"/>
                      <a:pt x="12673" y="12472"/>
                    </a:cubicBezTo>
                    <a:cubicBezTo>
                      <a:pt x="12248" y="12472"/>
                      <a:pt x="11845" y="12315"/>
                      <a:pt x="11443" y="12181"/>
                    </a:cubicBezTo>
                    <a:cubicBezTo>
                      <a:pt x="10945" y="11998"/>
                      <a:pt x="10448" y="11816"/>
                      <a:pt x="9959" y="11626"/>
                    </a:cubicBezTo>
                    <a:cubicBezTo>
                      <a:pt x="9520" y="11460"/>
                      <a:pt x="9073" y="11294"/>
                      <a:pt x="8634" y="11128"/>
                    </a:cubicBezTo>
                    <a:cubicBezTo>
                      <a:pt x="8219" y="10963"/>
                      <a:pt x="7797" y="10805"/>
                      <a:pt x="7366" y="10673"/>
                    </a:cubicBezTo>
                    <a:cubicBezTo>
                      <a:pt x="6943" y="10548"/>
                      <a:pt x="6513" y="10457"/>
                      <a:pt x="6074" y="10441"/>
                    </a:cubicBezTo>
                    <a:cubicBezTo>
                      <a:pt x="6037" y="10439"/>
                      <a:pt x="6000" y="10439"/>
                      <a:pt x="5963" y="10439"/>
                    </a:cubicBezTo>
                    <a:cubicBezTo>
                      <a:pt x="5563" y="10439"/>
                      <a:pt x="5178" y="10520"/>
                      <a:pt x="4806" y="10664"/>
                    </a:cubicBezTo>
                    <a:cubicBezTo>
                      <a:pt x="4416" y="10814"/>
                      <a:pt x="4052" y="11004"/>
                      <a:pt x="3654" y="11128"/>
                    </a:cubicBezTo>
                    <a:cubicBezTo>
                      <a:pt x="3256" y="11253"/>
                      <a:pt x="2817" y="11278"/>
                      <a:pt x="2428" y="11460"/>
                    </a:cubicBezTo>
                    <a:cubicBezTo>
                      <a:pt x="2121" y="11601"/>
                      <a:pt x="1856" y="11816"/>
                      <a:pt x="1666" y="12090"/>
                    </a:cubicBezTo>
                    <a:cubicBezTo>
                      <a:pt x="1566" y="12230"/>
                      <a:pt x="1483" y="12380"/>
                      <a:pt x="1425" y="12545"/>
                    </a:cubicBezTo>
                    <a:cubicBezTo>
                      <a:pt x="1417" y="12562"/>
                      <a:pt x="1409" y="12578"/>
                      <a:pt x="1409" y="12595"/>
                    </a:cubicBezTo>
                    <a:cubicBezTo>
                      <a:pt x="1641" y="12313"/>
                      <a:pt x="1914" y="12073"/>
                      <a:pt x="2204" y="11858"/>
                    </a:cubicBezTo>
                    <a:cubicBezTo>
                      <a:pt x="2214" y="11850"/>
                      <a:pt x="2225" y="11847"/>
                      <a:pt x="2235" y="11847"/>
                    </a:cubicBezTo>
                    <a:cubicBezTo>
                      <a:pt x="2282" y="11847"/>
                      <a:pt x="2320" y="11916"/>
                      <a:pt x="2279" y="11957"/>
                    </a:cubicBezTo>
                    <a:cubicBezTo>
                      <a:pt x="2005" y="12197"/>
                      <a:pt x="1748" y="12471"/>
                      <a:pt x="1525" y="12761"/>
                    </a:cubicBezTo>
                    <a:cubicBezTo>
                      <a:pt x="1127" y="13274"/>
                      <a:pt x="821" y="13863"/>
                      <a:pt x="630" y="14484"/>
                    </a:cubicBezTo>
                    <a:cubicBezTo>
                      <a:pt x="531" y="14791"/>
                      <a:pt x="464" y="15106"/>
                      <a:pt x="431" y="15429"/>
                    </a:cubicBezTo>
                    <a:cubicBezTo>
                      <a:pt x="398" y="15752"/>
                      <a:pt x="406" y="16083"/>
                      <a:pt x="357" y="16406"/>
                    </a:cubicBezTo>
                    <a:cubicBezTo>
                      <a:pt x="353" y="16437"/>
                      <a:pt x="331" y="16450"/>
                      <a:pt x="307" y="16450"/>
                    </a:cubicBezTo>
                    <a:cubicBezTo>
                      <a:pt x="280" y="16450"/>
                      <a:pt x="249" y="16433"/>
                      <a:pt x="241" y="16406"/>
                    </a:cubicBezTo>
                    <a:cubicBezTo>
                      <a:pt x="216" y="16348"/>
                      <a:pt x="207" y="16282"/>
                      <a:pt x="191" y="16224"/>
                    </a:cubicBezTo>
                    <a:cubicBezTo>
                      <a:pt x="183" y="16282"/>
                      <a:pt x="166" y="16340"/>
                      <a:pt x="158" y="16390"/>
                    </a:cubicBezTo>
                    <a:cubicBezTo>
                      <a:pt x="50" y="16961"/>
                      <a:pt x="0" y="17541"/>
                      <a:pt x="9" y="18121"/>
                    </a:cubicBezTo>
                    <a:cubicBezTo>
                      <a:pt x="17" y="18337"/>
                      <a:pt x="33" y="18552"/>
                      <a:pt x="50" y="18768"/>
                    </a:cubicBezTo>
                    <a:lnTo>
                      <a:pt x="50" y="18759"/>
                    </a:lnTo>
                    <a:cubicBezTo>
                      <a:pt x="54" y="18718"/>
                      <a:pt x="85" y="18697"/>
                      <a:pt x="116" y="18697"/>
                    </a:cubicBezTo>
                    <a:cubicBezTo>
                      <a:pt x="147" y="18697"/>
                      <a:pt x="178" y="18718"/>
                      <a:pt x="183" y="18759"/>
                    </a:cubicBezTo>
                    <a:cubicBezTo>
                      <a:pt x="224" y="19281"/>
                      <a:pt x="199" y="19803"/>
                      <a:pt x="265" y="20325"/>
                    </a:cubicBezTo>
                    <a:cubicBezTo>
                      <a:pt x="290" y="20491"/>
                      <a:pt x="323" y="20665"/>
                      <a:pt x="357" y="20831"/>
                    </a:cubicBezTo>
                    <a:cubicBezTo>
                      <a:pt x="373" y="20839"/>
                      <a:pt x="390" y="20847"/>
                      <a:pt x="390" y="20872"/>
                    </a:cubicBezTo>
                    <a:cubicBezTo>
                      <a:pt x="406" y="20980"/>
                      <a:pt x="423" y="21079"/>
                      <a:pt x="439" y="21187"/>
                    </a:cubicBezTo>
                    <a:cubicBezTo>
                      <a:pt x="464" y="21270"/>
                      <a:pt x="481" y="21361"/>
                      <a:pt x="506" y="21452"/>
                    </a:cubicBezTo>
                    <a:cubicBezTo>
                      <a:pt x="522" y="21518"/>
                      <a:pt x="539" y="21593"/>
                      <a:pt x="547" y="21668"/>
                    </a:cubicBezTo>
                    <a:cubicBezTo>
                      <a:pt x="564" y="21726"/>
                      <a:pt x="580" y="21784"/>
                      <a:pt x="597" y="21842"/>
                    </a:cubicBezTo>
                    <a:cubicBezTo>
                      <a:pt x="622" y="21842"/>
                      <a:pt x="638" y="21858"/>
                      <a:pt x="647" y="21883"/>
                    </a:cubicBezTo>
                    <a:cubicBezTo>
                      <a:pt x="663" y="21982"/>
                      <a:pt x="680" y="22082"/>
                      <a:pt x="696" y="22181"/>
                    </a:cubicBezTo>
                    <a:cubicBezTo>
                      <a:pt x="705" y="22214"/>
                      <a:pt x="721" y="22256"/>
                      <a:pt x="729" y="22297"/>
                    </a:cubicBezTo>
                    <a:cubicBezTo>
                      <a:pt x="804" y="22521"/>
                      <a:pt x="887" y="22736"/>
                      <a:pt x="978" y="22952"/>
                    </a:cubicBezTo>
                    <a:cubicBezTo>
                      <a:pt x="961" y="22844"/>
                      <a:pt x="953" y="22736"/>
                      <a:pt x="937" y="22629"/>
                    </a:cubicBezTo>
                    <a:cubicBezTo>
                      <a:pt x="931" y="22598"/>
                      <a:pt x="958" y="22577"/>
                      <a:pt x="981" y="22577"/>
                    </a:cubicBezTo>
                    <a:cubicBezTo>
                      <a:pt x="995" y="22577"/>
                      <a:pt x="1008" y="22585"/>
                      <a:pt x="1011" y="22604"/>
                    </a:cubicBezTo>
                    <a:cubicBezTo>
                      <a:pt x="1036" y="22753"/>
                      <a:pt x="1069" y="22902"/>
                      <a:pt x="1094" y="23051"/>
                    </a:cubicBezTo>
                    <a:cubicBezTo>
                      <a:pt x="1110" y="23126"/>
                      <a:pt x="1127" y="23209"/>
                      <a:pt x="1135" y="23283"/>
                    </a:cubicBezTo>
                    <a:cubicBezTo>
                      <a:pt x="1135" y="23292"/>
                      <a:pt x="1135" y="23292"/>
                      <a:pt x="1144" y="23300"/>
                    </a:cubicBezTo>
                    <a:cubicBezTo>
                      <a:pt x="1193" y="23399"/>
                      <a:pt x="1260" y="23507"/>
                      <a:pt x="1268" y="23623"/>
                    </a:cubicBezTo>
                    <a:cubicBezTo>
                      <a:pt x="1268" y="23661"/>
                      <a:pt x="1228" y="23700"/>
                      <a:pt x="1187" y="23700"/>
                    </a:cubicBezTo>
                    <a:cubicBezTo>
                      <a:pt x="1175" y="23700"/>
                      <a:pt x="1163" y="23697"/>
                      <a:pt x="1152" y="23689"/>
                    </a:cubicBezTo>
                    <a:cubicBezTo>
                      <a:pt x="1053" y="23615"/>
                      <a:pt x="1003" y="23490"/>
                      <a:pt x="945" y="23374"/>
                    </a:cubicBezTo>
                    <a:cubicBezTo>
                      <a:pt x="895" y="23275"/>
                      <a:pt x="854" y="23167"/>
                      <a:pt x="804" y="23060"/>
                    </a:cubicBezTo>
                    <a:lnTo>
                      <a:pt x="804" y="23060"/>
                    </a:lnTo>
                    <a:cubicBezTo>
                      <a:pt x="812" y="23109"/>
                      <a:pt x="821" y="23159"/>
                      <a:pt x="821" y="23209"/>
                    </a:cubicBezTo>
                    <a:cubicBezTo>
                      <a:pt x="854" y="23424"/>
                      <a:pt x="887" y="23631"/>
                      <a:pt x="953" y="23838"/>
                    </a:cubicBezTo>
                    <a:cubicBezTo>
                      <a:pt x="986" y="23938"/>
                      <a:pt x="1019" y="24046"/>
                      <a:pt x="1061" y="24145"/>
                    </a:cubicBezTo>
                    <a:cubicBezTo>
                      <a:pt x="1102" y="24228"/>
                      <a:pt x="1168" y="24319"/>
                      <a:pt x="1160" y="24418"/>
                    </a:cubicBezTo>
                    <a:cubicBezTo>
                      <a:pt x="1153" y="24466"/>
                      <a:pt x="1118" y="24497"/>
                      <a:pt x="1074" y="24497"/>
                    </a:cubicBezTo>
                    <a:cubicBezTo>
                      <a:pt x="1064" y="24497"/>
                      <a:pt x="1054" y="24496"/>
                      <a:pt x="1044" y="24493"/>
                    </a:cubicBezTo>
                    <a:lnTo>
                      <a:pt x="1044" y="24493"/>
                    </a:lnTo>
                    <a:cubicBezTo>
                      <a:pt x="1135" y="25007"/>
                      <a:pt x="1193" y="25529"/>
                      <a:pt x="1160" y="26051"/>
                    </a:cubicBezTo>
                    <a:cubicBezTo>
                      <a:pt x="1144" y="26332"/>
                      <a:pt x="1102" y="26606"/>
                      <a:pt x="1044" y="26879"/>
                    </a:cubicBezTo>
                    <a:cubicBezTo>
                      <a:pt x="1019" y="26995"/>
                      <a:pt x="986" y="27144"/>
                      <a:pt x="1053" y="27252"/>
                    </a:cubicBezTo>
                    <a:cubicBezTo>
                      <a:pt x="1102" y="27343"/>
                      <a:pt x="1185" y="27376"/>
                      <a:pt x="1284" y="27401"/>
                    </a:cubicBezTo>
                    <a:cubicBezTo>
                      <a:pt x="1342" y="27418"/>
                      <a:pt x="1367" y="27501"/>
                      <a:pt x="1318" y="27542"/>
                    </a:cubicBezTo>
                    <a:cubicBezTo>
                      <a:pt x="1359" y="27583"/>
                      <a:pt x="1400" y="27617"/>
                      <a:pt x="1450" y="27641"/>
                    </a:cubicBezTo>
                    <a:cubicBezTo>
                      <a:pt x="1574" y="27716"/>
                      <a:pt x="1724" y="27741"/>
                      <a:pt x="1864" y="27757"/>
                    </a:cubicBezTo>
                    <a:cubicBezTo>
                      <a:pt x="1939" y="27766"/>
                      <a:pt x="2022" y="27774"/>
                      <a:pt x="2105" y="27774"/>
                    </a:cubicBezTo>
                    <a:cubicBezTo>
                      <a:pt x="2113" y="27699"/>
                      <a:pt x="2179" y="27633"/>
                      <a:pt x="2237" y="27575"/>
                    </a:cubicBezTo>
                    <a:cubicBezTo>
                      <a:pt x="2295" y="27525"/>
                      <a:pt x="2345" y="27467"/>
                      <a:pt x="2353" y="27385"/>
                    </a:cubicBezTo>
                    <a:cubicBezTo>
                      <a:pt x="2370" y="27177"/>
                      <a:pt x="2204" y="27028"/>
                      <a:pt x="2063" y="26896"/>
                    </a:cubicBezTo>
                    <a:cubicBezTo>
                      <a:pt x="2016" y="26855"/>
                      <a:pt x="2063" y="26775"/>
                      <a:pt x="2113" y="26775"/>
                    </a:cubicBezTo>
                    <a:cubicBezTo>
                      <a:pt x="2124" y="26775"/>
                      <a:pt x="2136" y="26779"/>
                      <a:pt x="2146" y="26788"/>
                    </a:cubicBezTo>
                    <a:cubicBezTo>
                      <a:pt x="2337" y="26929"/>
                      <a:pt x="2544" y="27095"/>
                      <a:pt x="2552" y="27343"/>
                    </a:cubicBezTo>
                    <a:cubicBezTo>
                      <a:pt x="2560" y="27467"/>
                      <a:pt x="2519" y="27575"/>
                      <a:pt x="2436" y="27666"/>
                    </a:cubicBezTo>
                    <a:cubicBezTo>
                      <a:pt x="2403" y="27699"/>
                      <a:pt x="2370" y="27733"/>
                      <a:pt x="2337" y="27766"/>
                    </a:cubicBezTo>
                    <a:cubicBezTo>
                      <a:pt x="2337" y="27774"/>
                      <a:pt x="2328" y="27774"/>
                      <a:pt x="2328" y="27782"/>
                    </a:cubicBezTo>
                    <a:cubicBezTo>
                      <a:pt x="2502" y="27782"/>
                      <a:pt x="2685" y="27782"/>
                      <a:pt x="2859" y="27774"/>
                    </a:cubicBezTo>
                    <a:cubicBezTo>
                      <a:pt x="2950" y="27774"/>
                      <a:pt x="3041" y="27766"/>
                      <a:pt x="3140" y="27766"/>
                    </a:cubicBezTo>
                    <a:cubicBezTo>
                      <a:pt x="3149" y="27733"/>
                      <a:pt x="3174" y="27708"/>
                      <a:pt x="3190" y="27675"/>
                    </a:cubicBezTo>
                    <a:cubicBezTo>
                      <a:pt x="3232" y="27625"/>
                      <a:pt x="3265" y="27575"/>
                      <a:pt x="3298" y="27525"/>
                    </a:cubicBezTo>
                    <a:cubicBezTo>
                      <a:pt x="3356" y="27426"/>
                      <a:pt x="3389" y="27318"/>
                      <a:pt x="3381" y="27211"/>
                    </a:cubicBezTo>
                    <a:cubicBezTo>
                      <a:pt x="3372" y="27003"/>
                      <a:pt x="3165" y="26887"/>
                      <a:pt x="3041" y="26755"/>
                    </a:cubicBezTo>
                    <a:cubicBezTo>
                      <a:pt x="3003" y="26710"/>
                      <a:pt x="3034" y="26637"/>
                      <a:pt x="3090" y="26637"/>
                    </a:cubicBezTo>
                    <a:cubicBezTo>
                      <a:pt x="3096" y="26637"/>
                      <a:pt x="3101" y="26637"/>
                      <a:pt x="3107" y="26639"/>
                    </a:cubicBezTo>
                    <a:cubicBezTo>
                      <a:pt x="3348" y="26713"/>
                      <a:pt x="3580" y="26912"/>
                      <a:pt x="3613" y="27177"/>
                    </a:cubicBezTo>
                    <a:cubicBezTo>
                      <a:pt x="3629" y="27327"/>
                      <a:pt x="3588" y="27484"/>
                      <a:pt x="3513" y="27617"/>
                    </a:cubicBezTo>
                    <a:cubicBezTo>
                      <a:pt x="3488" y="27658"/>
                      <a:pt x="3464" y="27699"/>
                      <a:pt x="3430" y="27741"/>
                    </a:cubicBezTo>
                    <a:cubicBezTo>
                      <a:pt x="3580" y="27733"/>
                      <a:pt x="3729" y="27716"/>
                      <a:pt x="3878" y="27691"/>
                    </a:cubicBezTo>
                    <a:cubicBezTo>
                      <a:pt x="3969" y="27675"/>
                      <a:pt x="4077" y="27666"/>
                      <a:pt x="4176" y="27641"/>
                    </a:cubicBezTo>
                    <a:cubicBezTo>
                      <a:pt x="4193" y="27600"/>
                      <a:pt x="4201" y="27550"/>
                      <a:pt x="4218" y="27501"/>
                    </a:cubicBezTo>
                    <a:cubicBezTo>
                      <a:pt x="4242" y="27368"/>
                      <a:pt x="4251" y="27219"/>
                      <a:pt x="4209" y="27086"/>
                    </a:cubicBezTo>
                    <a:cubicBezTo>
                      <a:pt x="4176" y="26979"/>
                      <a:pt x="4077" y="26912"/>
                      <a:pt x="3994" y="26846"/>
                    </a:cubicBezTo>
                    <a:cubicBezTo>
                      <a:pt x="3911" y="26771"/>
                      <a:pt x="3828" y="26689"/>
                      <a:pt x="3803" y="26581"/>
                    </a:cubicBezTo>
                    <a:cubicBezTo>
                      <a:pt x="3787" y="26526"/>
                      <a:pt x="3835" y="26483"/>
                      <a:pt x="3882" y="26483"/>
                    </a:cubicBezTo>
                    <a:cubicBezTo>
                      <a:pt x="3906" y="26483"/>
                      <a:pt x="3930" y="26495"/>
                      <a:pt x="3944" y="26523"/>
                    </a:cubicBezTo>
                    <a:cubicBezTo>
                      <a:pt x="3994" y="26631"/>
                      <a:pt x="4110" y="26680"/>
                      <a:pt x="4201" y="26747"/>
                    </a:cubicBezTo>
                    <a:cubicBezTo>
                      <a:pt x="4325" y="26829"/>
                      <a:pt x="4408" y="26937"/>
                      <a:pt x="4441" y="27078"/>
                    </a:cubicBezTo>
                    <a:cubicBezTo>
                      <a:pt x="4466" y="27194"/>
                      <a:pt x="4474" y="27310"/>
                      <a:pt x="4458" y="27426"/>
                    </a:cubicBezTo>
                    <a:cubicBezTo>
                      <a:pt x="4474" y="27385"/>
                      <a:pt x="4483" y="27343"/>
                      <a:pt x="4508" y="27302"/>
                    </a:cubicBezTo>
                    <a:cubicBezTo>
                      <a:pt x="4532" y="27269"/>
                      <a:pt x="4566" y="27252"/>
                      <a:pt x="4599" y="27252"/>
                    </a:cubicBezTo>
                    <a:cubicBezTo>
                      <a:pt x="4632" y="27169"/>
                      <a:pt x="4640" y="27086"/>
                      <a:pt x="4632" y="26995"/>
                    </a:cubicBezTo>
                    <a:cubicBezTo>
                      <a:pt x="4599" y="26747"/>
                      <a:pt x="4416" y="26639"/>
                      <a:pt x="4234" y="26506"/>
                    </a:cubicBezTo>
                    <a:cubicBezTo>
                      <a:pt x="4035" y="26349"/>
                      <a:pt x="3911" y="26158"/>
                      <a:pt x="3853" y="25910"/>
                    </a:cubicBezTo>
                    <a:cubicBezTo>
                      <a:pt x="3795" y="25653"/>
                      <a:pt x="3787" y="25371"/>
                      <a:pt x="3770" y="25106"/>
                    </a:cubicBezTo>
                    <a:cubicBezTo>
                      <a:pt x="3745" y="24808"/>
                      <a:pt x="3737" y="24510"/>
                      <a:pt x="3720" y="24220"/>
                    </a:cubicBezTo>
                    <a:cubicBezTo>
                      <a:pt x="3720" y="24178"/>
                      <a:pt x="3754" y="24153"/>
                      <a:pt x="3778" y="24145"/>
                    </a:cubicBezTo>
                    <a:cubicBezTo>
                      <a:pt x="3778" y="24095"/>
                      <a:pt x="3770" y="24046"/>
                      <a:pt x="3762" y="23988"/>
                    </a:cubicBezTo>
                    <a:cubicBezTo>
                      <a:pt x="3754" y="23896"/>
                      <a:pt x="3712" y="23780"/>
                      <a:pt x="3754" y="23698"/>
                    </a:cubicBezTo>
                    <a:cubicBezTo>
                      <a:pt x="3768" y="23674"/>
                      <a:pt x="3789" y="23664"/>
                      <a:pt x="3810" y="23664"/>
                    </a:cubicBezTo>
                    <a:cubicBezTo>
                      <a:pt x="3827" y="23664"/>
                      <a:pt x="3842" y="23670"/>
                      <a:pt x="3853" y="23681"/>
                    </a:cubicBezTo>
                    <a:cubicBezTo>
                      <a:pt x="3911" y="23731"/>
                      <a:pt x="3919" y="23814"/>
                      <a:pt x="3936" y="23888"/>
                    </a:cubicBezTo>
                    <a:cubicBezTo>
                      <a:pt x="3944" y="23855"/>
                      <a:pt x="3961" y="23814"/>
                      <a:pt x="3977" y="23772"/>
                    </a:cubicBezTo>
                    <a:cubicBezTo>
                      <a:pt x="4044" y="23590"/>
                      <a:pt x="4110" y="23399"/>
                      <a:pt x="4168" y="23209"/>
                    </a:cubicBezTo>
                    <a:cubicBezTo>
                      <a:pt x="4218" y="23018"/>
                      <a:pt x="4242" y="22819"/>
                      <a:pt x="4234" y="22620"/>
                    </a:cubicBezTo>
                    <a:cubicBezTo>
                      <a:pt x="4234" y="22513"/>
                      <a:pt x="4218" y="22413"/>
                      <a:pt x="4209" y="22314"/>
                    </a:cubicBezTo>
                    <a:cubicBezTo>
                      <a:pt x="4201" y="22289"/>
                      <a:pt x="4201" y="22256"/>
                      <a:pt x="4193" y="22231"/>
                    </a:cubicBezTo>
                    <a:cubicBezTo>
                      <a:pt x="4176" y="22206"/>
                      <a:pt x="4151" y="22181"/>
                      <a:pt x="4135" y="22156"/>
                    </a:cubicBezTo>
                    <a:cubicBezTo>
                      <a:pt x="4110" y="22123"/>
                      <a:pt x="4060" y="22049"/>
                      <a:pt x="4019" y="21974"/>
                    </a:cubicBezTo>
                    <a:cubicBezTo>
                      <a:pt x="3969" y="21891"/>
                      <a:pt x="3919" y="21800"/>
                      <a:pt x="3870" y="21709"/>
                    </a:cubicBezTo>
                    <a:cubicBezTo>
                      <a:pt x="3331" y="20740"/>
                      <a:pt x="3074" y="19638"/>
                      <a:pt x="3149" y="18527"/>
                    </a:cubicBezTo>
                    <a:cubicBezTo>
                      <a:pt x="3149" y="18493"/>
                      <a:pt x="3177" y="18475"/>
                      <a:pt x="3205" y="18475"/>
                    </a:cubicBezTo>
                    <a:cubicBezTo>
                      <a:pt x="3231" y="18475"/>
                      <a:pt x="3256" y="18491"/>
                      <a:pt x="3256" y="18527"/>
                    </a:cubicBezTo>
                    <a:cubicBezTo>
                      <a:pt x="3256" y="18834"/>
                      <a:pt x="3290" y="19141"/>
                      <a:pt x="3339" y="19439"/>
                    </a:cubicBezTo>
                    <a:cubicBezTo>
                      <a:pt x="3422" y="19961"/>
                      <a:pt x="3563" y="20483"/>
                      <a:pt x="3770" y="20972"/>
                    </a:cubicBezTo>
                    <a:cubicBezTo>
                      <a:pt x="3878" y="21220"/>
                      <a:pt x="3994" y="21460"/>
                      <a:pt x="4135" y="21692"/>
                    </a:cubicBezTo>
                    <a:cubicBezTo>
                      <a:pt x="4201" y="21800"/>
                      <a:pt x="4267" y="21916"/>
                      <a:pt x="4334" y="22024"/>
                    </a:cubicBezTo>
                    <a:cubicBezTo>
                      <a:pt x="4383" y="22098"/>
                      <a:pt x="4441" y="22173"/>
                      <a:pt x="4491" y="22256"/>
                    </a:cubicBezTo>
                    <a:cubicBezTo>
                      <a:pt x="4599" y="22364"/>
                      <a:pt x="4715" y="22463"/>
                      <a:pt x="4839" y="22546"/>
                    </a:cubicBezTo>
                    <a:cubicBezTo>
                      <a:pt x="4996" y="22654"/>
                      <a:pt x="5162" y="22745"/>
                      <a:pt x="5336" y="22828"/>
                    </a:cubicBezTo>
                    <a:cubicBezTo>
                      <a:pt x="5369" y="22836"/>
                      <a:pt x="5402" y="22852"/>
                      <a:pt x="5444" y="22861"/>
                    </a:cubicBezTo>
                    <a:cubicBezTo>
                      <a:pt x="5195" y="22753"/>
                      <a:pt x="4963" y="22596"/>
                      <a:pt x="4748" y="22422"/>
                    </a:cubicBezTo>
                    <a:cubicBezTo>
                      <a:pt x="4706" y="22387"/>
                      <a:pt x="4746" y="22323"/>
                      <a:pt x="4794" y="22323"/>
                    </a:cubicBezTo>
                    <a:cubicBezTo>
                      <a:pt x="4804" y="22323"/>
                      <a:pt x="4813" y="22325"/>
                      <a:pt x="4822" y="22330"/>
                    </a:cubicBezTo>
                    <a:cubicBezTo>
                      <a:pt x="5146" y="22546"/>
                      <a:pt x="5502" y="22695"/>
                      <a:pt x="5850" y="22852"/>
                    </a:cubicBezTo>
                    <a:cubicBezTo>
                      <a:pt x="5928" y="22884"/>
                      <a:pt x="5881" y="22995"/>
                      <a:pt x="5807" y="22995"/>
                    </a:cubicBezTo>
                    <a:cubicBezTo>
                      <a:pt x="5802" y="22995"/>
                      <a:pt x="5797" y="22994"/>
                      <a:pt x="5792" y="22993"/>
                    </a:cubicBezTo>
                    <a:cubicBezTo>
                      <a:pt x="5759" y="22985"/>
                      <a:pt x="5726" y="22968"/>
                      <a:pt x="5692" y="22960"/>
                    </a:cubicBezTo>
                    <a:lnTo>
                      <a:pt x="5692" y="22960"/>
                    </a:lnTo>
                    <a:cubicBezTo>
                      <a:pt x="5750" y="22985"/>
                      <a:pt x="5800" y="23010"/>
                      <a:pt x="5858" y="23043"/>
                    </a:cubicBezTo>
                    <a:cubicBezTo>
                      <a:pt x="5891" y="23068"/>
                      <a:pt x="5883" y="23126"/>
                      <a:pt x="5842" y="23134"/>
                    </a:cubicBezTo>
                    <a:cubicBezTo>
                      <a:pt x="5833" y="23134"/>
                      <a:pt x="5817" y="23134"/>
                      <a:pt x="5808" y="23142"/>
                    </a:cubicBezTo>
                    <a:cubicBezTo>
                      <a:pt x="5941" y="23184"/>
                      <a:pt x="6082" y="23209"/>
                      <a:pt x="6206" y="23250"/>
                    </a:cubicBezTo>
                    <a:cubicBezTo>
                      <a:pt x="6380" y="23308"/>
                      <a:pt x="6554" y="23374"/>
                      <a:pt x="6711" y="23457"/>
                    </a:cubicBezTo>
                    <a:cubicBezTo>
                      <a:pt x="6786" y="23499"/>
                      <a:pt x="6861" y="23540"/>
                      <a:pt x="6919" y="23598"/>
                    </a:cubicBezTo>
                    <a:cubicBezTo>
                      <a:pt x="6985" y="23656"/>
                      <a:pt x="7059" y="23698"/>
                      <a:pt x="7084" y="23780"/>
                    </a:cubicBezTo>
                    <a:cubicBezTo>
                      <a:pt x="7084" y="23797"/>
                      <a:pt x="7084" y="23805"/>
                      <a:pt x="7084" y="23822"/>
                    </a:cubicBezTo>
                    <a:cubicBezTo>
                      <a:pt x="7349" y="23921"/>
                      <a:pt x="7639" y="23988"/>
                      <a:pt x="7921" y="24046"/>
                    </a:cubicBezTo>
                    <a:cubicBezTo>
                      <a:pt x="8244" y="24120"/>
                      <a:pt x="8576" y="24162"/>
                      <a:pt x="8907" y="24195"/>
                    </a:cubicBezTo>
                    <a:cubicBezTo>
                      <a:pt x="9073" y="24203"/>
                      <a:pt x="9230" y="24211"/>
                      <a:pt x="9396" y="24220"/>
                    </a:cubicBezTo>
                    <a:cubicBezTo>
                      <a:pt x="9479" y="24220"/>
                      <a:pt x="9562" y="24216"/>
                      <a:pt x="9645" y="24216"/>
                    </a:cubicBezTo>
                    <a:cubicBezTo>
                      <a:pt x="9686" y="24216"/>
                      <a:pt x="9727" y="24217"/>
                      <a:pt x="9769" y="24220"/>
                    </a:cubicBezTo>
                    <a:cubicBezTo>
                      <a:pt x="9761" y="24153"/>
                      <a:pt x="9752" y="24095"/>
                      <a:pt x="9752" y="24037"/>
                    </a:cubicBezTo>
                    <a:cubicBezTo>
                      <a:pt x="9744" y="23930"/>
                      <a:pt x="9752" y="23830"/>
                      <a:pt x="9761" y="23722"/>
                    </a:cubicBezTo>
                    <a:cubicBezTo>
                      <a:pt x="9711" y="23640"/>
                      <a:pt x="9711" y="23507"/>
                      <a:pt x="9694" y="23432"/>
                    </a:cubicBezTo>
                    <a:cubicBezTo>
                      <a:pt x="9669" y="23283"/>
                      <a:pt x="9645" y="23134"/>
                      <a:pt x="9628" y="22985"/>
                    </a:cubicBezTo>
                    <a:cubicBezTo>
                      <a:pt x="9578" y="22695"/>
                      <a:pt x="9553" y="22405"/>
                      <a:pt x="9545" y="22107"/>
                    </a:cubicBezTo>
                    <a:cubicBezTo>
                      <a:pt x="9545" y="22070"/>
                      <a:pt x="9576" y="22048"/>
                      <a:pt x="9607" y="22048"/>
                    </a:cubicBezTo>
                    <a:cubicBezTo>
                      <a:pt x="9631" y="22048"/>
                      <a:pt x="9654" y="22061"/>
                      <a:pt x="9661" y="22090"/>
                    </a:cubicBezTo>
                    <a:cubicBezTo>
                      <a:pt x="9727" y="22380"/>
                      <a:pt x="9777" y="22670"/>
                      <a:pt x="9827" y="22968"/>
                    </a:cubicBezTo>
                    <a:cubicBezTo>
                      <a:pt x="9843" y="23068"/>
                      <a:pt x="9860" y="23176"/>
                      <a:pt x="9885" y="23275"/>
                    </a:cubicBezTo>
                    <a:cubicBezTo>
                      <a:pt x="9901" y="23283"/>
                      <a:pt x="9918" y="23300"/>
                      <a:pt x="9918" y="23325"/>
                    </a:cubicBezTo>
                    <a:cubicBezTo>
                      <a:pt x="9918" y="23366"/>
                      <a:pt x="9918" y="23408"/>
                      <a:pt x="9918" y="23449"/>
                    </a:cubicBezTo>
                    <a:cubicBezTo>
                      <a:pt x="9935" y="23548"/>
                      <a:pt x="9976" y="23681"/>
                      <a:pt x="9926" y="23764"/>
                    </a:cubicBezTo>
                    <a:cubicBezTo>
                      <a:pt x="9935" y="23855"/>
                      <a:pt x="9943" y="23946"/>
                      <a:pt x="9951" y="24037"/>
                    </a:cubicBezTo>
                    <a:cubicBezTo>
                      <a:pt x="9976" y="24269"/>
                      <a:pt x="10017" y="24501"/>
                      <a:pt x="10075" y="24725"/>
                    </a:cubicBezTo>
                    <a:cubicBezTo>
                      <a:pt x="10133" y="24949"/>
                      <a:pt x="10208" y="25172"/>
                      <a:pt x="10291" y="25396"/>
                    </a:cubicBezTo>
                    <a:cubicBezTo>
                      <a:pt x="10299" y="25388"/>
                      <a:pt x="10316" y="25379"/>
                      <a:pt x="10324" y="25379"/>
                    </a:cubicBezTo>
                    <a:lnTo>
                      <a:pt x="10341" y="25379"/>
                    </a:lnTo>
                    <a:cubicBezTo>
                      <a:pt x="10357" y="25388"/>
                      <a:pt x="10374" y="25404"/>
                      <a:pt x="10374" y="25421"/>
                    </a:cubicBezTo>
                    <a:cubicBezTo>
                      <a:pt x="10399" y="25504"/>
                      <a:pt x="10407" y="25587"/>
                      <a:pt x="10407" y="25678"/>
                    </a:cubicBezTo>
                    <a:cubicBezTo>
                      <a:pt x="10415" y="25694"/>
                      <a:pt x="10423" y="25711"/>
                      <a:pt x="10423" y="25727"/>
                    </a:cubicBezTo>
                    <a:cubicBezTo>
                      <a:pt x="10448" y="25777"/>
                      <a:pt x="10457" y="25835"/>
                      <a:pt x="10481" y="25893"/>
                    </a:cubicBezTo>
                    <a:cubicBezTo>
                      <a:pt x="10498" y="25943"/>
                      <a:pt x="10523" y="26001"/>
                      <a:pt x="10523" y="26059"/>
                    </a:cubicBezTo>
                    <a:cubicBezTo>
                      <a:pt x="10523" y="26097"/>
                      <a:pt x="10483" y="26136"/>
                      <a:pt x="10442" y="26136"/>
                    </a:cubicBezTo>
                    <a:cubicBezTo>
                      <a:pt x="10430" y="26136"/>
                      <a:pt x="10418" y="26133"/>
                      <a:pt x="10407" y="26125"/>
                    </a:cubicBezTo>
                    <a:lnTo>
                      <a:pt x="10407" y="26125"/>
                    </a:lnTo>
                    <a:cubicBezTo>
                      <a:pt x="10407" y="26205"/>
                      <a:pt x="10415" y="26285"/>
                      <a:pt x="10415" y="26365"/>
                    </a:cubicBezTo>
                    <a:cubicBezTo>
                      <a:pt x="10415" y="26374"/>
                      <a:pt x="10423" y="26374"/>
                      <a:pt x="10423" y="26382"/>
                    </a:cubicBezTo>
                    <a:cubicBezTo>
                      <a:pt x="10457" y="26415"/>
                      <a:pt x="10465" y="26465"/>
                      <a:pt x="10440" y="26506"/>
                    </a:cubicBezTo>
                    <a:cubicBezTo>
                      <a:pt x="10432" y="26515"/>
                      <a:pt x="10423" y="26523"/>
                      <a:pt x="10415" y="26531"/>
                    </a:cubicBezTo>
                    <a:cubicBezTo>
                      <a:pt x="10423" y="26689"/>
                      <a:pt x="10432" y="26846"/>
                      <a:pt x="10440" y="27003"/>
                    </a:cubicBezTo>
                    <a:cubicBezTo>
                      <a:pt x="10448" y="27153"/>
                      <a:pt x="10490" y="27360"/>
                      <a:pt x="10407" y="27501"/>
                    </a:cubicBezTo>
                    <a:cubicBezTo>
                      <a:pt x="10399" y="27509"/>
                      <a:pt x="10390" y="27517"/>
                      <a:pt x="10382" y="27525"/>
                    </a:cubicBezTo>
                    <a:cubicBezTo>
                      <a:pt x="10365" y="27708"/>
                      <a:pt x="10324" y="27890"/>
                      <a:pt x="10332" y="28072"/>
                    </a:cubicBezTo>
                    <a:cubicBezTo>
                      <a:pt x="10332" y="28213"/>
                      <a:pt x="10357" y="28354"/>
                      <a:pt x="10432" y="28470"/>
                    </a:cubicBezTo>
                    <a:cubicBezTo>
                      <a:pt x="10465" y="28545"/>
                      <a:pt x="10515" y="28611"/>
                      <a:pt x="10564" y="28677"/>
                    </a:cubicBezTo>
                    <a:cubicBezTo>
                      <a:pt x="10573" y="28677"/>
                      <a:pt x="10581" y="28677"/>
                      <a:pt x="10581" y="28685"/>
                    </a:cubicBezTo>
                    <a:cubicBezTo>
                      <a:pt x="10705" y="28826"/>
                      <a:pt x="10780" y="29033"/>
                      <a:pt x="10838" y="29207"/>
                    </a:cubicBezTo>
                    <a:cubicBezTo>
                      <a:pt x="10863" y="29307"/>
                      <a:pt x="10879" y="29406"/>
                      <a:pt x="10896" y="29506"/>
                    </a:cubicBezTo>
                    <a:cubicBezTo>
                      <a:pt x="10904" y="29589"/>
                      <a:pt x="10904" y="29680"/>
                      <a:pt x="10937" y="29763"/>
                    </a:cubicBezTo>
                    <a:cubicBezTo>
                      <a:pt x="10995" y="29912"/>
                      <a:pt x="11128" y="30028"/>
                      <a:pt x="11269" y="30111"/>
                    </a:cubicBezTo>
                    <a:cubicBezTo>
                      <a:pt x="11418" y="30193"/>
                      <a:pt x="11608" y="30218"/>
                      <a:pt x="11732" y="30326"/>
                    </a:cubicBezTo>
                    <a:cubicBezTo>
                      <a:pt x="11766" y="30351"/>
                      <a:pt x="11757" y="30400"/>
                      <a:pt x="11724" y="30425"/>
                    </a:cubicBezTo>
                    <a:cubicBezTo>
                      <a:pt x="11683" y="30442"/>
                      <a:pt x="11641" y="30458"/>
                      <a:pt x="11600" y="30458"/>
                    </a:cubicBezTo>
                    <a:cubicBezTo>
                      <a:pt x="11782" y="30558"/>
                      <a:pt x="11981" y="30616"/>
                      <a:pt x="12188" y="30657"/>
                    </a:cubicBezTo>
                    <a:cubicBezTo>
                      <a:pt x="12437" y="30707"/>
                      <a:pt x="12685" y="30724"/>
                      <a:pt x="12934" y="30732"/>
                    </a:cubicBezTo>
                    <a:cubicBezTo>
                      <a:pt x="13046" y="30735"/>
                      <a:pt x="13160" y="30742"/>
                      <a:pt x="13273" y="30742"/>
                    </a:cubicBezTo>
                    <a:cubicBezTo>
                      <a:pt x="13426" y="30742"/>
                      <a:pt x="13578" y="30730"/>
                      <a:pt x="13721" y="30682"/>
                    </a:cubicBezTo>
                    <a:cubicBezTo>
                      <a:pt x="13903" y="30616"/>
                      <a:pt x="14094" y="30442"/>
                      <a:pt x="14077" y="30235"/>
                    </a:cubicBezTo>
                    <a:cubicBezTo>
                      <a:pt x="14069" y="30127"/>
                      <a:pt x="13994" y="30044"/>
                      <a:pt x="13920" y="29970"/>
                    </a:cubicBezTo>
                    <a:cubicBezTo>
                      <a:pt x="13845" y="29887"/>
                      <a:pt x="13762" y="29812"/>
                      <a:pt x="13721" y="29705"/>
                    </a:cubicBezTo>
                    <a:cubicBezTo>
                      <a:pt x="13690" y="29643"/>
                      <a:pt x="13737" y="29577"/>
                      <a:pt x="13793" y="29577"/>
                    </a:cubicBezTo>
                    <a:cubicBezTo>
                      <a:pt x="13813" y="29577"/>
                      <a:pt x="13834" y="29586"/>
                      <a:pt x="13854" y="29605"/>
                    </a:cubicBezTo>
                    <a:cubicBezTo>
                      <a:pt x="14061" y="29804"/>
                      <a:pt x="14351" y="29970"/>
                      <a:pt x="14326" y="30301"/>
                    </a:cubicBezTo>
                    <a:cubicBezTo>
                      <a:pt x="14318" y="30417"/>
                      <a:pt x="14276" y="30525"/>
                      <a:pt x="14210" y="30616"/>
                    </a:cubicBezTo>
                    <a:cubicBezTo>
                      <a:pt x="14251" y="30616"/>
                      <a:pt x="14293" y="30599"/>
                      <a:pt x="14334" y="30591"/>
                    </a:cubicBezTo>
                    <a:cubicBezTo>
                      <a:pt x="14475" y="30558"/>
                      <a:pt x="14641" y="30500"/>
                      <a:pt x="14732" y="30384"/>
                    </a:cubicBezTo>
                    <a:cubicBezTo>
                      <a:pt x="14806" y="30301"/>
                      <a:pt x="14823" y="30169"/>
                      <a:pt x="14782" y="30069"/>
                    </a:cubicBezTo>
                    <a:cubicBezTo>
                      <a:pt x="14757" y="30003"/>
                      <a:pt x="14707" y="29953"/>
                      <a:pt x="14682" y="29887"/>
                    </a:cubicBezTo>
                    <a:cubicBezTo>
                      <a:pt x="14649" y="29821"/>
                      <a:pt x="14624" y="29705"/>
                      <a:pt x="14699" y="29647"/>
                    </a:cubicBezTo>
                    <a:cubicBezTo>
                      <a:pt x="14715" y="29630"/>
                      <a:pt x="14734" y="29622"/>
                      <a:pt x="14753" y="29622"/>
                    </a:cubicBezTo>
                    <a:cubicBezTo>
                      <a:pt x="14771" y="29622"/>
                      <a:pt x="14790" y="29630"/>
                      <a:pt x="14806" y="29647"/>
                    </a:cubicBezTo>
                    <a:cubicBezTo>
                      <a:pt x="14831" y="29671"/>
                      <a:pt x="14848" y="29713"/>
                      <a:pt x="14864" y="29746"/>
                    </a:cubicBezTo>
                    <a:cubicBezTo>
                      <a:pt x="14889" y="29779"/>
                      <a:pt x="14914" y="29812"/>
                      <a:pt x="14939" y="29854"/>
                    </a:cubicBezTo>
                    <a:cubicBezTo>
                      <a:pt x="14980" y="29920"/>
                      <a:pt x="15014" y="29995"/>
                      <a:pt x="15030" y="30077"/>
                    </a:cubicBezTo>
                    <a:cubicBezTo>
                      <a:pt x="15055" y="30202"/>
                      <a:pt x="15030" y="30326"/>
                      <a:pt x="14980" y="30434"/>
                    </a:cubicBezTo>
                    <a:cubicBezTo>
                      <a:pt x="15038" y="30409"/>
                      <a:pt x="15096" y="30392"/>
                      <a:pt x="15146" y="30376"/>
                    </a:cubicBezTo>
                    <a:cubicBezTo>
                      <a:pt x="15254" y="30334"/>
                      <a:pt x="15362" y="30309"/>
                      <a:pt x="15469" y="30276"/>
                    </a:cubicBezTo>
                    <a:cubicBezTo>
                      <a:pt x="15544" y="30251"/>
                      <a:pt x="15618" y="30218"/>
                      <a:pt x="15668" y="30152"/>
                    </a:cubicBezTo>
                    <a:cubicBezTo>
                      <a:pt x="15685" y="30135"/>
                      <a:pt x="15701" y="30111"/>
                      <a:pt x="15710" y="30077"/>
                    </a:cubicBezTo>
                    <a:cubicBezTo>
                      <a:pt x="15710" y="30077"/>
                      <a:pt x="15710" y="30061"/>
                      <a:pt x="15710" y="30061"/>
                    </a:cubicBezTo>
                    <a:lnTo>
                      <a:pt x="15710" y="30036"/>
                    </a:lnTo>
                    <a:cubicBezTo>
                      <a:pt x="15710" y="30019"/>
                      <a:pt x="15710" y="29995"/>
                      <a:pt x="15718" y="29970"/>
                    </a:cubicBezTo>
                    <a:cubicBezTo>
                      <a:pt x="15718" y="29953"/>
                      <a:pt x="15726" y="29937"/>
                      <a:pt x="15734" y="29928"/>
                    </a:cubicBezTo>
                    <a:cubicBezTo>
                      <a:pt x="15734" y="29928"/>
                      <a:pt x="15743" y="29920"/>
                      <a:pt x="15743" y="29912"/>
                    </a:cubicBezTo>
                    <a:cubicBezTo>
                      <a:pt x="15759" y="29895"/>
                      <a:pt x="15768" y="29879"/>
                      <a:pt x="15792" y="29870"/>
                    </a:cubicBezTo>
                    <a:lnTo>
                      <a:pt x="15826" y="29870"/>
                    </a:lnTo>
                    <a:cubicBezTo>
                      <a:pt x="15826" y="29812"/>
                      <a:pt x="15809" y="29746"/>
                      <a:pt x="15784" y="29688"/>
                    </a:cubicBezTo>
                    <a:cubicBezTo>
                      <a:pt x="15676" y="29448"/>
                      <a:pt x="15395" y="29398"/>
                      <a:pt x="15204" y="29232"/>
                    </a:cubicBezTo>
                    <a:cubicBezTo>
                      <a:pt x="15105" y="29149"/>
                      <a:pt x="15022" y="29042"/>
                      <a:pt x="14939" y="28934"/>
                    </a:cubicBezTo>
                    <a:cubicBezTo>
                      <a:pt x="14864" y="28835"/>
                      <a:pt x="14782" y="28727"/>
                      <a:pt x="14732" y="28603"/>
                    </a:cubicBezTo>
                    <a:cubicBezTo>
                      <a:pt x="14682" y="28487"/>
                      <a:pt x="14666" y="28354"/>
                      <a:pt x="14682" y="28230"/>
                    </a:cubicBezTo>
                    <a:cubicBezTo>
                      <a:pt x="14690" y="28180"/>
                      <a:pt x="14699" y="28122"/>
                      <a:pt x="14724" y="28072"/>
                    </a:cubicBezTo>
                    <a:lnTo>
                      <a:pt x="14724" y="28072"/>
                    </a:lnTo>
                    <a:cubicBezTo>
                      <a:pt x="14707" y="28081"/>
                      <a:pt x="14699" y="28089"/>
                      <a:pt x="14682" y="28097"/>
                    </a:cubicBezTo>
                    <a:cubicBezTo>
                      <a:pt x="14671" y="28104"/>
                      <a:pt x="14660" y="28107"/>
                      <a:pt x="14650" y="28107"/>
                    </a:cubicBezTo>
                    <a:cubicBezTo>
                      <a:pt x="14597" y="28107"/>
                      <a:pt x="14558" y="28031"/>
                      <a:pt x="14599" y="27989"/>
                    </a:cubicBezTo>
                    <a:cubicBezTo>
                      <a:pt x="14956" y="27650"/>
                      <a:pt x="15154" y="27169"/>
                      <a:pt x="15237" y="26689"/>
                    </a:cubicBezTo>
                    <a:cubicBezTo>
                      <a:pt x="15287" y="26432"/>
                      <a:pt x="15295" y="26167"/>
                      <a:pt x="15270" y="25910"/>
                    </a:cubicBezTo>
                    <a:cubicBezTo>
                      <a:pt x="15270" y="25893"/>
                      <a:pt x="15270" y="25877"/>
                      <a:pt x="15262" y="25860"/>
                    </a:cubicBezTo>
                    <a:cubicBezTo>
                      <a:pt x="15254" y="25843"/>
                      <a:pt x="15254" y="25827"/>
                      <a:pt x="15262" y="25810"/>
                    </a:cubicBezTo>
                    <a:cubicBezTo>
                      <a:pt x="15254" y="25711"/>
                      <a:pt x="15237" y="25620"/>
                      <a:pt x="15212" y="25529"/>
                    </a:cubicBezTo>
                    <a:cubicBezTo>
                      <a:pt x="15188" y="25413"/>
                      <a:pt x="15138" y="25313"/>
                      <a:pt x="15105" y="25205"/>
                    </a:cubicBezTo>
                    <a:cubicBezTo>
                      <a:pt x="15090" y="25162"/>
                      <a:pt x="15127" y="25111"/>
                      <a:pt x="15176" y="25111"/>
                    </a:cubicBezTo>
                    <a:cubicBezTo>
                      <a:pt x="15182" y="25111"/>
                      <a:pt x="15189" y="25112"/>
                      <a:pt x="15196" y="25114"/>
                    </a:cubicBezTo>
                    <a:cubicBezTo>
                      <a:pt x="15453" y="25197"/>
                      <a:pt x="15478" y="25595"/>
                      <a:pt x="15502" y="25819"/>
                    </a:cubicBezTo>
                    <a:lnTo>
                      <a:pt x="15502" y="25827"/>
                    </a:lnTo>
                    <a:cubicBezTo>
                      <a:pt x="15660" y="25877"/>
                      <a:pt x="15817" y="25935"/>
                      <a:pt x="15983" y="25968"/>
                    </a:cubicBezTo>
                    <a:cubicBezTo>
                      <a:pt x="16099" y="25984"/>
                      <a:pt x="16207" y="26009"/>
                      <a:pt x="16323" y="26017"/>
                    </a:cubicBezTo>
                    <a:cubicBezTo>
                      <a:pt x="16430" y="26026"/>
                      <a:pt x="16555" y="26009"/>
                      <a:pt x="16646" y="26084"/>
                    </a:cubicBezTo>
                    <a:cubicBezTo>
                      <a:pt x="16654" y="26092"/>
                      <a:pt x="16654" y="26100"/>
                      <a:pt x="16662" y="26109"/>
                    </a:cubicBezTo>
                    <a:cubicBezTo>
                      <a:pt x="16720" y="26117"/>
                      <a:pt x="16778" y="26125"/>
                      <a:pt x="16845" y="26133"/>
                    </a:cubicBezTo>
                    <a:cubicBezTo>
                      <a:pt x="16921" y="26139"/>
                      <a:pt x="16998" y="26142"/>
                      <a:pt x="17076" y="26142"/>
                    </a:cubicBezTo>
                    <a:cubicBezTo>
                      <a:pt x="17219" y="26142"/>
                      <a:pt x="17363" y="26133"/>
                      <a:pt x="17507" y="26117"/>
                    </a:cubicBezTo>
                    <a:cubicBezTo>
                      <a:pt x="17731" y="26084"/>
                      <a:pt x="17955" y="26034"/>
                      <a:pt x="18170" y="25951"/>
                    </a:cubicBezTo>
                    <a:cubicBezTo>
                      <a:pt x="18369" y="25877"/>
                      <a:pt x="18568" y="25761"/>
                      <a:pt x="18783" y="25719"/>
                    </a:cubicBezTo>
                    <a:cubicBezTo>
                      <a:pt x="18817" y="25719"/>
                      <a:pt x="18850" y="25736"/>
                      <a:pt x="18858" y="25761"/>
                    </a:cubicBezTo>
                    <a:cubicBezTo>
                      <a:pt x="19032" y="25686"/>
                      <a:pt x="19198" y="25595"/>
                      <a:pt x="19355" y="25487"/>
                    </a:cubicBezTo>
                    <a:cubicBezTo>
                      <a:pt x="19554" y="25355"/>
                      <a:pt x="19728" y="25197"/>
                      <a:pt x="19894" y="25023"/>
                    </a:cubicBezTo>
                    <a:cubicBezTo>
                      <a:pt x="19968" y="24932"/>
                      <a:pt x="20043" y="24841"/>
                      <a:pt x="20109" y="24742"/>
                    </a:cubicBezTo>
                    <a:cubicBezTo>
                      <a:pt x="20142" y="24700"/>
                      <a:pt x="20184" y="24659"/>
                      <a:pt x="20209" y="24617"/>
                    </a:cubicBezTo>
                    <a:cubicBezTo>
                      <a:pt x="20242" y="24568"/>
                      <a:pt x="20267" y="24518"/>
                      <a:pt x="20308" y="24468"/>
                    </a:cubicBezTo>
                    <a:cubicBezTo>
                      <a:pt x="20318" y="24460"/>
                      <a:pt x="20332" y="24457"/>
                      <a:pt x="20345" y="24457"/>
                    </a:cubicBezTo>
                    <a:cubicBezTo>
                      <a:pt x="20375" y="24457"/>
                      <a:pt x="20405" y="24475"/>
                      <a:pt x="20399" y="24510"/>
                    </a:cubicBezTo>
                    <a:cubicBezTo>
                      <a:pt x="20391" y="24626"/>
                      <a:pt x="20333" y="24758"/>
                      <a:pt x="20275" y="24858"/>
                    </a:cubicBezTo>
                    <a:cubicBezTo>
                      <a:pt x="20209" y="24965"/>
                      <a:pt x="20134" y="25065"/>
                      <a:pt x="20051" y="25156"/>
                    </a:cubicBezTo>
                    <a:cubicBezTo>
                      <a:pt x="19952" y="25272"/>
                      <a:pt x="19844" y="25371"/>
                      <a:pt x="19728" y="25462"/>
                    </a:cubicBezTo>
                    <a:cubicBezTo>
                      <a:pt x="20151" y="25214"/>
                      <a:pt x="20557" y="24924"/>
                      <a:pt x="20938" y="24609"/>
                    </a:cubicBezTo>
                    <a:cubicBezTo>
                      <a:pt x="21161" y="24418"/>
                      <a:pt x="21377" y="24220"/>
                      <a:pt x="21576" y="23996"/>
                    </a:cubicBezTo>
                    <a:cubicBezTo>
                      <a:pt x="21675" y="23888"/>
                      <a:pt x="21775" y="23780"/>
                      <a:pt x="21874" y="23664"/>
                    </a:cubicBezTo>
                    <a:cubicBezTo>
                      <a:pt x="21924" y="23606"/>
                      <a:pt x="21965" y="23548"/>
                      <a:pt x="22015" y="23490"/>
                    </a:cubicBezTo>
                    <a:cubicBezTo>
                      <a:pt x="22040" y="23457"/>
                      <a:pt x="22056" y="23432"/>
                      <a:pt x="22089" y="23399"/>
                    </a:cubicBezTo>
                    <a:cubicBezTo>
                      <a:pt x="22114" y="23374"/>
                      <a:pt x="22147" y="23358"/>
                      <a:pt x="22172" y="23333"/>
                    </a:cubicBezTo>
                    <a:cubicBezTo>
                      <a:pt x="22191" y="23316"/>
                      <a:pt x="22212" y="23309"/>
                      <a:pt x="22231" y="23309"/>
                    </a:cubicBezTo>
                    <a:cubicBezTo>
                      <a:pt x="22288" y="23309"/>
                      <a:pt x="22336" y="23371"/>
                      <a:pt x="22305" y="23432"/>
                    </a:cubicBezTo>
                    <a:cubicBezTo>
                      <a:pt x="22297" y="23449"/>
                      <a:pt x="22288" y="23466"/>
                      <a:pt x="22288" y="23482"/>
                    </a:cubicBezTo>
                    <a:cubicBezTo>
                      <a:pt x="22313" y="23441"/>
                      <a:pt x="22346" y="23399"/>
                      <a:pt x="22371" y="23358"/>
                    </a:cubicBezTo>
                    <a:cubicBezTo>
                      <a:pt x="22487" y="23167"/>
                      <a:pt x="22595" y="22968"/>
                      <a:pt x="22686" y="22770"/>
                    </a:cubicBezTo>
                    <a:cubicBezTo>
                      <a:pt x="22769" y="22562"/>
                      <a:pt x="22835" y="22347"/>
                      <a:pt x="22893" y="22132"/>
                    </a:cubicBezTo>
                    <a:cubicBezTo>
                      <a:pt x="22943" y="21916"/>
                      <a:pt x="22992" y="21701"/>
                      <a:pt x="23009" y="21469"/>
                    </a:cubicBezTo>
                    <a:cubicBezTo>
                      <a:pt x="23013" y="21431"/>
                      <a:pt x="23042" y="21413"/>
                      <a:pt x="23070" y="21413"/>
                    </a:cubicBezTo>
                    <a:cubicBezTo>
                      <a:pt x="23098" y="21413"/>
                      <a:pt x="23125" y="21431"/>
                      <a:pt x="23125" y="21469"/>
                    </a:cubicBezTo>
                    <a:cubicBezTo>
                      <a:pt x="23133" y="21518"/>
                      <a:pt x="23133" y="21568"/>
                      <a:pt x="23133" y="21618"/>
                    </a:cubicBezTo>
                    <a:cubicBezTo>
                      <a:pt x="23142" y="21576"/>
                      <a:pt x="23150" y="21535"/>
                      <a:pt x="23158" y="21494"/>
                    </a:cubicBezTo>
                    <a:cubicBezTo>
                      <a:pt x="23166" y="21394"/>
                      <a:pt x="23166" y="21295"/>
                      <a:pt x="23166" y="21187"/>
                    </a:cubicBezTo>
                    <a:cubicBezTo>
                      <a:pt x="23166" y="20972"/>
                      <a:pt x="23166" y="20764"/>
                      <a:pt x="23175" y="20549"/>
                    </a:cubicBezTo>
                    <a:cubicBezTo>
                      <a:pt x="23183" y="20367"/>
                      <a:pt x="23216" y="20160"/>
                      <a:pt x="23175" y="19977"/>
                    </a:cubicBezTo>
                    <a:cubicBezTo>
                      <a:pt x="23163" y="19925"/>
                      <a:pt x="23196" y="19893"/>
                      <a:pt x="23235" y="19893"/>
                    </a:cubicBezTo>
                    <a:cubicBezTo>
                      <a:pt x="23251" y="19893"/>
                      <a:pt x="23268" y="19899"/>
                      <a:pt x="23282" y="19911"/>
                    </a:cubicBezTo>
                    <a:cubicBezTo>
                      <a:pt x="23448" y="20035"/>
                      <a:pt x="23415" y="20309"/>
                      <a:pt x="23423" y="20499"/>
                    </a:cubicBezTo>
                    <a:cubicBezTo>
                      <a:pt x="23423" y="20516"/>
                      <a:pt x="23423" y="20532"/>
                      <a:pt x="23423" y="20549"/>
                    </a:cubicBezTo>
                    <a:cubicBezTo>
                      <a:pt x="23448" y="20483"/>
                      <a:pt x="23465" y="20408"/>
                      <a:pt x="23490" y="20342"/>
                    </a:cubicBezTo>
                    <a:cubicBezTo>
                      <a:pt x="23572" y="20069"/>
                      <a:pt x="23647" y="19787"/>
                      <a:pt x="23680" y="19505"/>
                    </a:cubicBezTo>
                    <a:cubicBezTo>
                      <a:pt x="23713" y="19240"/>
                      <a:pt x="23713" y="18975"/>
                      <a:pt x="23680" y="18710"/>
                    </a:cubicBezTo>
                    <a:cubicBezTo>
                      <a:pt x="23664" y="18585"/>
                      <a:pt x="23639" y="18461"/>
                      <a:pt x="23606" y="18345"/>
                    </a:cubicBezTo>
                    <a:cubicBezTo>
                      <a:pt x="23581" y="18279"/>
                      <a:pt x="23564" y="18213"/>
                      <a:pt x="23548" y="18146"/>
                    </a:cubicBezTo>
                    <a:cubicBezTo>
                      <a:pt x="23531" y="18080"/>
                      <a:pt x="23506" y="18022"/>
                      <a:pt x="23506" y="17956"/>
                    </a:cubicBezTo>
                    <a:cubicBezTo>
                      <a:pt x="23506" y="17913"/>
                      <a:pt x="23543" y="17874"/>
                      <a:pt x="23582" y="17874"/>
                    </a:cubicBezTo>
                    <a:cubicBezTo>
                      <a:pt x="23595" y="17874"/>
                      <a:pt x="23609" y="17879"/>
                      <a:pt x="23622" y="17889"/>
                    </a:cubicBezTo>
                    <a:cubicBezTo>
                      <a:pt x="23730" y="17964"/>
                      <a:pt x="23804" y="18121"/>
                      <a:pt x="23846" y="18246"/>
                    </a:cubicBezTo>
                    <a:cubicBezTo>
                      <a:pt x="23871" y="18312"/>
                      <a:pt x="23887" y="18370"/>
                      <a:pt x="23904" y="18436"/>
                    </a:cubicBezTo>
                    <a:cubicBezTo>
                      <a:pt x="23904" y="18229"/>
                      <a:pt x="23904" y="18014"/>
                      <a:pt x="23904" y="17798"/>
                    </a:cubicBezTo>
                    <a:cubicBezTo>
                      <a:pt x="23904" y="17757"/>
                      <a:pt x="23937" y="17736"/>
                      <a:pt x="23971" y="17736"/>
                    </a:cubicBezTo>
                    <a:cubicBezTo>
                      <a:pt x="24005" y="17736"/>
                      <a:pt x="24041" y="17757"/>
                      <a:pt x="24045" y="17798"/>
                    </a:cubicBezTo>
                    <a:cubicBezTo>
                      <a:pt x="24045" y="17939"/>
                      <a:pt x="24045" y="18080"/>
                      <a:pt x="24045" y="18229"/>
                    </a:cubicBezTo>
                    <a:cubicBezTo>
                      <a:pt x="24053" y="18055"/>
                      <a:pt x="24061" y="17881"/>
                      <a:pt x="24070" y="17707"/>
                    </a:cubicBezTo>
                    <a:cubicBezTo>
                      <a:pt x="24070" y="17682"/>
                      <a:pt x="24086" y="17657"/>
                      <a:pt x="24111" y="17657"/>
                    </a:cubicBezTo>
                    <a:lnTo>
                      <a:pt x="24111" y="17367"/>
                    </a:lnTo>
                    <a:cubicBezTo>
                      <a:pt x="24103" y="16945"/>
                      <a:pt x="24061" y="16522"/>
                      <a:pt x="24053" y="16108"/>
                    </a:cubicBezTo>
                    <a:cubicBezTo>
                      <a:pt x="24053" y="16067"/>
                      <a:pt x="24086" y="16050"/>
                      <a:pt x="24119" y="16042"/>
                    </a:cubicBezTo>
                    <a:cubicBezTo>
                      <a:pt x="24070" y="15768"/>
                      <a:pt x="24003" y="15495"/>
                      <a:pt x="23920" y="15230"/>
                    </a:cubicBezTo>
                    <a:cubicBezTo>
                      <a:pt x="23910" y="15191"/>
                      <a:pt x="23946" y="15160"/>
                      <a:pt x="23978" y="15160"/>
                    </a:cubicBezTo>
                    <a:cubicBezTo>
                      <a:pt x="23995" y="15160"/>
                      <a:pt x="24011" y="15169"/>
                      <a:pt x="24020" y="15188"/>
                    </a:cubicBezTo>
                    <a:cubicBezTo>
                      <a:pt x="24111" y="15387"/>
                      <a:pt x="24194" y="15594"/>
                      <a:pt x="24260" y="15810"/>
                    </a:cubicBezTo>
                    <a:cubicBezTo>
                      <a:pt x="24244" y="15694"/>
                      <a:pt x="24252" y="15578"/>
                      <a:pt x="24244" y="15470"/>
                    </a:cubicBezTo>
                    <a:cubicBezTo>
                      <a:pt x="24235" y="15313"/>
                      <a:pt x="24227" y="15155"/>
                      <a:pt x="24210" y="14998"/>
                    </a:cubicBezTo>
                    <a:cubicBezTo>
                      <a:pt x="24177" y="14691"/>
                      <a:pt x="24119" y="14385"/>
                      <a:pt x="24036" y="14086"/>
                    </a:cubicBezTo>
                    <a:cubicBezTo>
                      <a:pt x="23987" y="13937"/>
                      <a:pt x="23937" y="13796"/>
                      <a:pt x="23879" y="13656"/>
                    </a:cubicBezTo>
                    <a:cubicBezTo>
                      <a:pt x="23863" y="13623"/>
                      <a:pt x="23896" y="13594"/>
                      <a:pt x="23928" y="13594"/>
                    </a:cubicBezTo>
                    <a:cubicBezTo>
                      <a:pt x="23945" y="13594"/>
                      <a:pt x="23962" y="13602"/>
                      <a:pt x="23970" y="13622"/>
                    </a:cubicBezTo>
                    <a:cubicBezTo>
                      <a:pt x="24070" y="13821"/>
                      <a:pt x="24144" y="14028"/>
                      <a:pt x="24219" y="14236"/>
                    </a:cubicBezTo>
                    <a:cubicBezTo>
                      <a:pt x="24227" y="14227"/>
                      <a:pt x="24235" y="14219"/>
                      <a:pt x="24244" y="14219"/>
                    </a:cubicBezTo>
                    <a:cubicBezTo>
                      <a:pt x="24235" y="14103"/>
                      <a:pt x="24235" y="13987"/>
                      <a:pt x="24219" y="13879"/>
                    </a:cubicBezTo>
                    <a:cubicBezTo>
                      <a:pt x="24219" y="13871"/>
                      <a:pt x="24219" y="13863"/>
                      <a:pt x="24227" y="13863"/>
                    </a:cubicBezTo>
                    <a:cubicBezTo>
                      <a:pt x="24219" y="13846"/>
                      <a:pt x="24219" y="13830"/>
                      <a:pt x="24210" y="13813"/>
                    </a:cubicBezTo>
                    <a:cubicBezTo>
                      <a:pt x="24161" y="13672"/>
                      <a:pt x="24103" y="13523"/>
                      <a:pt x="24028" y="13390"/>
                    </a:cubicBezTo>
                    <a:cubicBezTo>
                      <a:pt x="24012" y="13366"/>
                      <a:pt x="24036" y="13332"/>
                      <a:pt x="24061" y="13324"/>
                    </a:cubicBezTo>
                    <a:cubicBezTo>
                      <a:pt x="24028" y="13250"/>
                      <a:pt x="23995" y="13175"/>
                      <a:pt x="23978" y="13100"/>
                    </a:cubicBezTo>
                    <a:cubicBezTo>
                      <a:pt x="23970" y="13059"/>
                      <a:pt x="23962" y="13018"/>
                      <a:pt x="23954" y="12984"/>
                    </a:cubicBezTo>
                    <a:cubicBezTo>
                      <a:pt x="23937" y="13018"/>
                      <a:pt x="23929" y="13059"/>
                      <a:pt x="23920" y="13100"/>
                    </a:cubicBezTo>
                    <a:cubicBezTo>
                      <a:pt x="23914" y="13121"/>
                      <a:pt x="23897" y="13130"/>
                      <a:pt x="23881" y="13130"/>
                    </a:cubicBezTo>
                    <a:cubicBezTo>
                      <a:pt x="23857" y="13130"/>
                      <a:pt x="23833" y="13110"/>
                      <a:pt x="23838" y="13076"/>
                    </a:cubicBezTo>
                    <a:cubicBezTo>
                      <a:pt x="23871" y="12885"/>
                      <a:pt x="23887" y="12694"/>
                      <a:pt x="23896" y="12504"/>
                    </a:cubicBezTo>
                    <a:cubicBezTo>
                      <a:pt x="23896" y="12404"/>
                      <a:pt x="23904" y="12305"/>
                      <a:pt x="23896" y="12214"/>
                    </a:cubicBezTo>
                    <a:cubicBezTo>
                      <a:pt x="23887" y="12114"/>
                      <a:pt x="23854" y="12015"/>
                      <a:pt x="23896" y="11932"/>
                    </a:cubicBezTo>
                    <a:cubicBezTo>
                      <a:pt x="23908" y="11904"/>
                      <a:pt x="23935" y="11892"/>
                      <a:pt x="23963" y="11892"/>
                    </a:cubicBezTo>
                    <a:cubicBezTo>
                      <a:pt x="23993" y="11892"/>
                      <a:pt x="24024" y="11906"/>
                      <a:pt x="24036" y="11932"/>
                    </a:cubicBezTo>
                    <a:cubicBezTo>
                      <a:pt x="24070" y="11974"/>
                      <a:pt x="24070" y="12032"/>
                      <a:pt x="24061" y="12098"/>
                    </a:cubicBezTo>
                    <a:cubicBezTo>
                      <a:pt x="24161" y="12065"/>
                      <a:pt x="24119" y="11882"/>
                      <a:pt x="24103" y="11808"/>
                    </a:cubicBezTo>
                    <a:cubicBezTo>
                      <a:pt x="24086" y="11758"/>
                      <a:pt x="24136" y="11717"/>
                      <a:pt x="24177" y="11717"/>
                    </a:cubicBezTo>
                    <a:cubicBezTo>
                      <a:pt x="24177" y="11692"/>
                      <a:pt x="24177" y="11675"/>
                      <a:pt x="24186" y="11659"/>
                    </a:cubicBezTo>
                    <a:cubicBezTo>
                      <a:pt x="24186" y="11634"/>
                      <a:pt x="24186" y="11601"/>
                      <a:pt x="24186" y="11576"/>
                    </a:cubicBezTo>
                    <a:cubicBezTo>
                      <a:pt x="24186" y="11518"/>
                      <a:pt x="24186" y="11452"/>
                      <a:pt x="24186" y="11394"/>
                    </a:cubicBezTo>
                    <a:cubicBezTo>
                      <a:pt x="24186" y="11327"/>
                      <a:pt x="24186" y="11269"/>
                      <a:pt x="24177" y="11203"/>
                    </a:cubicBezTo>
                    <a:cubicBezTo>
                      <a:pt x="24177" y="11145"/>
                      <a:pt x="24169" y="11087"/>
                      <a:pt x="24194" y="11037"/>
                    </a:cubicBezTo>
                    <a:cubicBezTo>
                      <a:pt x="24194" y="11029"/>
                      <a:pt x="24194" y="11029"/>
                      <a:pt x="24194" y="11029"/>
                    </a:cubicBezTo>
                    <a:cubicBezTo>
                      <a:pt x="24186" y="10963"/>
                      <a:pt x="24177" y="10896"/>
                      <a:pt x="24169" y="10830"/>
                    </a:cubicBezTo>
                    <a:cubicBezTo>
                      <a:pt x="24161" y="10772"/>
                      <a:pt x="24152" y="10698"/>
                      <a:pt x="24169" y="10640"/>
                    </a:cubicBezTo>
                    <a:cubicBezTo>
                      <a:pt x="24173" y="10622"/>
                      <a:pt x="24185" y="10614"/>
                      <a:pt x="24199" y="10614"/>
                    </a:cubicBezTo>
                    <a:cubicBezTo>
                      <a:pt x="24210" y="10614"/>
                      <a:pt x="24224" y="10620"/>
                      <a:pt x="24235" y="10631"/>
                    </a:cubicBezTo>
                    <a:cubicBezTo>
                      <a:pt x="24268" y="10681"/>
                      <a:pt x="24277" y="10747"/>
                      <a:pt x="24285" y="10805"/>
                    </a:cubicBezTo>
                    <a:cubicBezTo>
                      <a:pt x="24285" y="10772"/>
                      <a:pt x="24293" y="10739"/>
                      <a:pt x="24293" y="10714"/>
                    </a:cubicBezTo>
                    <a:cubicBezTo>
                      <a:pt x="24298" y="10701"/>
                      <a:pt x="24310" y="10694"/>
                      <a:pt x="24321" y="10694"/>
                    </a:cubicBezTo>
                    <a:cubicBezTo>
                      <a:pt x="24331" y="10694"/>
                      <a:pt x="24339" y="10698"/>
                      <a:pt x="24343" y="10706"/>
                    </a:cubicBezTo>
                    <a:cubicBezTo>
                      <a:pt x="24451" y="10424"/>
                      <a:pt x="24567" y="10142"/>
                      <a:pt x="24674" y="9861"/>
                    </a:cubicBezTo>
                    <a:cubicBezTo>
                      <a:pt x="24749" y="9654"/>
                      <a:pt x="24824" y="9455"/>
                      <a:pt x="24873" y="9239"/>
                    </a:cubicBezTo>
                    <a:cubicBezTo>
                      <a:pt x="24882" y="9190"/>
                      <a:pt x="24890" y="9140"/>
                      <a:pt x="24906" y="9082"/>
                    </a:cubicBezTo>
                    <a:lnTo>
                      <a:pt x="24906" y="9082"/>
                    </a:lnTo>
                    <a:cubicBezTo>
                      <a:pt x="24865" y="9115"/>
                      <a:pt x="24832" y="9140"/>
                      <a:pt x="24790" y="9165"/>
                    </a:cubicBezTo>
                    <a:cubicBezTo>
                      <a:pt x="24780" y="9170"/>
                      <a:pt x="24770" y="9172"/>
                      <a:pt x="24760" y="9172"/>
                    </a:cubicBezTo>
                    <a:cubicBezTo>
                      <a:pt x="24723" y="9172"/>
                      <a:pt x="24693" y="9138"/>
                      <a:pt x="24699" y="9099"/>
                    </a:cubicBezTo>
                    <a:cubicBezTo>
                      <a:pt x="24749" y="8875"/>
                      <a:pt x="24915" y="8684"/>
                      <a:pt x="25022" y="8494"/>
                    </a:cubicBezTo>
                    <a:cubicBezTo>
                      <a:pt x="25130" y="8303"/>
                      <a:pt x="25213" y="8096"/>
                      <a:pt x="25238" y="7881"/>
                    </a:cubicBezTo>
                    <a:cubicBezTo>
                      <a:pt x="25254" y="7624"/>
                      <a:pt x="25188" y="7367"/>
                      <a:pt x="25155" y="7118"/>
                    </a:cubicBezTo>
                    <a:cubicBezTo>
                      <a:pt x="25138" y="6994"/>
                      <a:pt x="25122" y="6878"/>
                      <a:pt x="25105" y="6754"/>
                    </a:cubicBezTo>
                    <a:lnTo>
                      <a:pt x="25105" y="6762"/>
                    </a:lnTo>
                    <a:cubicBezTo>
                      <a:pt x="25031" y="6969"/>
                      <a:pt x="24923" y="7160"/>
                      <a:pt x="24774" y="7317"/>
                    </a:cubicBezTo>
                    <a:cubicBezTo>
                      <a:pt x="24761" y="7330"/>
                      <a:pt x="24743" y="7336"/>
                      <a:pt x="24724" y="7336"/>
                    </a:cubicBezTo>
                    <a:cubicBezTo>
                      <a:pt x="24670" y="7336"/>
                      <a:pt x="24608" y="7290"/>
                      <a:pt x="24633" y="7234"/>
                    </a:cubicBezTo>
                    <a:cubicBezTo>
                      <a:pt x="24732" y="7002"/>
                      <a:pt x="24848" y="6770"/>
                      <a:pt x="24915" y="6530"/>
                    </a:cubicBezTo>
                    <a:cubicBezTo>
                      <a:pt x="24989" y="6281"/>
                      <a:pt x="25022" y="6025"/>
                      <a:pt x="25022" y="5768"/>
                    </a:cubicBezTo>
                    <a:cubicBezTo>
                      <a:pt x="25039" y="5213"/>
                      <a:pt x="25047" y="4658"/>
                      <a:pt x="25089" y="4094"/>
                    </a:cubicBezTo>
                    <a:cubicBezTo>
                      <a:pt x="25163" y="3125"/>
                      <a:pt x="25337" y="2139"/>
                      <a:pt x="25221" y="1169"/>
                    </a:cubicBezTo>
                    <a:cubicBezTo>
                      <a:pt x="25196" y="946"/>
                      <a:pt x="25155" y="722"/>
                      <a:pt x="25080" y="506"/>
                    </a:cubicBezTo>
                    <a:cubicBezTo>
                      <a:pt x="25022" y="349"/>
                      <a:pt x="24940" y="183"/>
                      <a:pt x="24799" y="84"/>
                    </a:cubicBezTo>
                    <a:cubicBezTo>
                      <a:pt x="24719" y="23"/>
                      <a:pt x="24632" y="1"/>
                      <a:pt x="245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8" name="Google Shape;3838;p9"/>
              <p:cNvSpPr/>
              <p:nvPr/>
            </p:nvSpPr>
            <p:spPr>
              <a:xfrm>
                <a:off x="739175" y="2699225"/>
                <a:ext cx="18675" cy="125300"/>
              </a:xfrm>
              <a:custGeom>
                <a:rect b="b" l="l" r="r" t="t"/>
                <a:pathLst>
                  <a:path extrusionOk="0" h="5012" w="747">
                    <a:moveTo>
                      <a:pt x="404" y="0"/>
                    </a:moveTo>
                    <a:cubicBezTo>
                      <a:pt x="375" y="0"/>
                      <a:pt x="346" y="19"/>
                      <a:pt x="340" y="51"/>
                    </a:cubicBezTo>
                    <a:cubicBezTo>
                      <a:pt x="324" y="133"/>
                      <a:pt x="332" y="241"/>
                      <a:pt x="349" y="332"/>
                    </a:cubicBezTo>
                    <a:cubicBezTo>
                      <a:pt x="365" y="432"/>
                      <a:pt x="382" y="531"/>
                      <a:pt x="398" y="639"/>
                    </a:cubicBezTo>
                    <a:cubicBezTo>
                      <a:pt x="423" y="846"/>
                      <a:pt x="448" y="1053"/>
                      <a:pt x="481" y="1260"/>
                    </a:cubicBezTo>
                    <a:cubicBezTo>
                      <a:pt x="481" y="1280"/>
                      <a:pt x="481" y="1295"/>
                      <a:pt x="485" y="1313"/>
                    </a:cubicBezTo>
                    <a:lnTo>
                      <a:pt x="485" y="1313"/>
                    </a:lnTo>
                    <a:cubicBezTo>
                      <a:pt x="453" y="1201"/>
                      <a:pt x="412" y="1083"/>
                      <a:pt x="349" y="995"/>
                    </a:cubicBezTo>
                    <a:cubicBezTo>
                      <a:pt x="335" y="972"/>
                      <a:pt x="314" y="962"/>
                      <a:pt x="294" y="962"/>
                    </a:cubicBezTo>
                    <a:cubicBezTo>
                      <a:pt x="263" y="962"/>
                      <a:pt x="233" y="985"/>
                      <a:pt x="233" y="1020"/>
                    </a:cubicBezTo>
                    <a:cubicBezTo>
                      <a:pt x="233" y="1014"/>
                      <a:pt x="233" y="1009"/>
                      <a:pt x="233" y="1003"/>
                    </a:cubicBezTo>
                    <a:cubicBezTo>
                      <a:pt x="216" y="796"/>
                      <a:pt x="216" y="573"/>
                      <a:pt x="133" y="382"/>
                    </a:cubicBezTo>
                    <a:cubicBezTo>
                      <a:pt x="125" y="360"/>
                      <a:pt x="102" y="348"/>
                      <a:pt x="82" y="348"/>
                    </a:cubicBezTo>
                    <a:cubicBezTo>
                      <a:pt x="63" y="348"/>
                      <a:pt x="46" y="358"/>
                      <a:pt x="42" y="382"/>
                    </a:cubicBezTo>
                    <a:cubicBezTo>
                      <a:pt x="1" y="581"/>
                      <a:pt x="42" y="788"/>
                      <a:pt x="67" y="987"/>
                    </a:cubicBezTo>
                    <a:cubicBezTo>
                      <a:pt x="92" y="1194"/>
                      <a:pt x="108" y="1401"/>
                      <a:pt x="141" y="1608"/>
                    </a:cubicBezTo>
                    <a:cubicBezTo>
                      <a:pt x="191" y="2031"/>
                      <a:pt x="257" y="2445"/>
                      <a:pt x="307" y="2868"/>
                    </a:cubicBezTo>
                    <a:cubicBezTo>
                      <a:pt x="313" y="2884"/>
                      <a:pt x="328" y="2893"/>
                      <a:pt x="343" y="2893"/>
                    </a:cubicBezTo>
                    <a:cubicBezTo>
                      <a:pt x="351" y="2893"/>
                      <a:pt x="359" y="2890"/>
                      <a:pt x="365" y="2884"/>
                    </a:cubicBezTo>
                    <a:cubicBezTo>
                      <a:pt x="365" y="2909"/>
                      <a:pt x="365" y="2926"/>
                      <a:pt x="373" y="2951"/>
                    </a:cubicBezTo>
                    <a:cubicBezTo>
                      <a:pt x="390" y="3282"/>
                      <a:pt x="431" y="3613"/>
                      <a:pt x="456" y="3945"/>
                    </a:cubicBezTo>
                    <a:cubicBezTo>
                      <a:pt x="465" y="4110"/>
                      <a:pt x="473" y="4276"/>
                      <a:pt x="489" y="4442"/>
                    </a:cubicBezTo>
                    <a:cubicBezTo>
                      <a:pt x="506" y="4616"/>
                      <a:pt x="539" y="4773"/>
                      <a:pt x="514" y="4947"/>
                    </a:cubicBezTo>
                    <a:cubicBezTo>
                      <a:pt x="505" y="4986"/>
                      <a:pt x="532" y="5011"/>
                      <a:pt x="562" y="5011"/>
                    </a:cubicBezTo>
                    <a:cubicBezTo>
                      <a:pt x="582" y="5011"/>
                      <a:pt x="604" y="4999"/>
                      <a:pt x="614" y="4972"/>
                    </a:cubicBezTo>
                    <a:cubicBezTo>
                      <a:pt x="655" y="4815"/>
                      <a:pt x="688" y="4641"/>
                      <a:pt x="697" y="4475"/>
                    </a:cubicBezTo>
                    <a:cubicBezTo>
                      <a:pt x="697" y="4309"/>
                      <a:pt x="680" y="4144"/>
                      <a:pt x="672" y="3978"/>
                    </a:cubicBezTo>
                    <a:cubicBezTo>
                      <a:pt x="655" y="3638"/>
                      <a:pt x="647" y="3299"/>
                      <a:pt x="622" y="2951"/>
                    </a:cubicBezTo>
                    <a:cubicBezTo>
                      <a:pt x="605" y="2611"/>
                      <a:pt x="589" y="2271"/>
                      <a:pt x="564" y="1931"/>
                    </a:cubicBezTo>
                    <a:cubicBezTo>
                      <a:pt x="564" y="1873"/>
                      <a:pt x="556" y="1824"/>
                      <a:pt x="547" y="1766"/>
                    </a:cubicBezTo>
                    <a:lnTo>
                      <a:pt x="547" y="1766"/>
                    </a:lnTo>
                    <a:cubicBezTo>
                      <a:pt x="556" y="1807"/>
                      <a:pt x="564" y="1840"/>
                      <a:pt x="572" y="1882"/>
                    </a:cubicBezTo>
                    <a:cubicBezTo>
                      <a:pt x="597" y="2097"/>
                      <a:pt x="655" y="2313"/>
                      <a:pt x="680" y="2536"/>
                    </a:cubicBezTo>
                    <a:cubicBezTo>
                      <a:pt x="684" y="2551"/>
                      <a:pt x="697" y="2557"/>
                      <a:pt x="711" y="2557"/>
                    </a:cubicBezTo>
                    <a:cubicBezTo>
                      <a:pt x="728" y="2557"/>
                      <a:pt x="746" y="2547"/>
                      <a:pt x="746" y="2528"/>
                    </a:cubicBezTo>
                    <a:cubicBezTo>
                      <a:pt x="730" y="2313"/>
                      <a:pt x="730" y="2097"/>
                      <a:pt x="713" y="1882"/>
                    </a:cubicBezTo>
                    <a:cubicBezTo>
                      <a:pt x="697" y="1658"/>
                      <a:pt x="680" y="1443"/>
                      <a:pt x="663" y="1219"/>
                    </a:cubicBezTo>
                    <a:cubicBezTo>
                      <a:pt x="647" y="1012"/>
                      <a:pt x="630" y="796"/>
                      <a:pt x="605" y="589"/>
                    </a:cubicBezTo>
                    <a:cubicBezTo>
                      <a:pt x="581" y="407"/>
                      <a:pt x="581" y="167"/>
                      <a:pt x="448" y="17"/>
                    </a:cubicBezTo>
                    <a:cubicBezTo>
                      <a:pt x="436" y="6"/>
                      <a:pt x="420" y="0"/>
                      <a:pt x="4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9" name="Google Shape;3839;p9"/>
              <p:cNvSpPr/>
              <p:nvPr/>
            </p:nvSpPr>
            <p:spPr>
              <a:xfrm>
                <a:off x="743525" y="2679600"/>
                <a:ext cx="3975" cy="18425"/>
              </a:xfrm>
              <a:custGeom>
                <a:rect b="b" l="l" r="r" t="t"/>
                <a:pathLst>
                  <a:path extrusionOk="0" h="737" w="159">
                    <a:moveTo>
                      <a:pt x="26" y="1"/>
                    </a:moveTo>
                    <a:cubicBezTo>
                      <a:pt x="13" y="1"/>
                      <a:pt x="1" y="12"/>
                      <a:pt x="1" y="32"/>
                    </a:cubicBezTo>
                    <a:cubicBezTo>
                      <a:pt x="1" y="82"/>
                      <a:pt x="17" y="140"/>
                      <a:pt x="17" y="198"/>
                    </a:cubicBezTo>
                    <a:cubicBezTo>
                      <a:pt x="25" y="247"/>
                      <a:pt x="42" y="305"/>
                      <a:pt x="42" y="355"/>
                    </a:cubicBezTo>
                    <a:cubicBezTo>
                      <a:pt x="59" y="471"/>
                      <a:pt x="59" y="579"/>
                      <a:pt x="42" y="695"/>
                    </a:cubicBezTo>
                    <a:cubicBezTo>
                      <a:pt x="38" y="722"/>
                      <a:pt x="62" y="736"/>
                      <a:pt x="87" y="736"/>
                    </a:cubicBezTo>
                    <a:cubicBezTo>
                      <a:pt x="108" y="736"/>
                      <a:pt x="129" y="726"/>
                      <a:pt x="133" y="703"/>
                    </a:cubicBezTo>
                    <a:cubicBezTo>
                      <a:pt x="150" y="587"/>
                      <a:pt x="158" y="471"/>
                      <a:pt x="141" y="347"/>
                    </a:cubicBezTo>
                    <a:cubicBezTo>
                      <a:pt x="141" y="297"/>
                      <a:pt x="133" y="239"/>
                      <a:pt x="117" y="181"/>
                    </a:cubicBezTo>
                    <a:cubicBezTo>
                      <a:pt x="100" y="123"/>
                      <a:pt x="83" y="65"/>
                      <a:pt x="50" y="15"/>
                    </a:cubicBezTo>
                    <a:cubicBezTo>
                      <a:pt x="44" y="6"/>
                      <a:pt x="35" y="1"/>
                      <a:pt x="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0" name="Google Shape;3840;p9"/>
              <p:cNvSpPr/>
              <p:nvPr/>
            </p:nvSpPr>
            <p:spPr>
              <a:xfrm>
                <a:off x="704800" y="2713800"/>
                <a:ext cx="125550" cy="243350"/>
              </a:xfrm>
              <a:custGeom>
                <a:rect b="b" l="l" r="r" t="t"/>
                <a:pathLst>
                  <a:path extrusionOk="0" h="9734" w="5022">
                    <a:moveTo>
                      <a:pt x="2003" y="1"/>
                    </a:moveTo>
                    <a:cubicBezTo>
                      <a:pt x="1973" y="1"/>
                      <a:pt x="1943" y="19"/>
                      <a:pt x="1947" y="56"/>
                    </a:cubicBezTo>
                    <a:cubicBezTo>
                      <a:pt x="1972" y="379"/>
                      <a:pt x="2005" y="710"/>
                      <a:pt x="2038" y="1042"/>
                    </a:cubicBezTo>
                    <a:cubicBezTo>
                      <a:pt x="2005" y="1058"/>
                      <a:pt x="1980" y="1083"/>
                      <a:pt x="1972" y="1133"/>
                    </a:cubicBezTo>
                    <a:cubicBezTo>
                      <a:pt x="1947" y="1506"/>
                      <a:pt x="1997" y="1887"/>
                      <a:pt x="2022" y="2268"/>
                    </a:cubicBezTo>
                    <a:cubicBezTo>
                      <a:pt x="2022" y="2276"/>
                      <a:pt x="2022" y="2276"/>
                      <a:pt x="2022" y="2285"/>
                    </a:cubicBezTo>
                    <a:cubicBezTo>
                      <a:pt x="1964" y="2285"/>
                      <a:pt x="1898" y="2326"/>
                      <a:pt x="1889" y="2392"/>
                    </a:cubicBezTo>
                    <a:cubicBezTo>
                      <a:pt x="1889" y="2434"/>
                      <a:pt x="1889" y="2467"/>
                      <a:pt x="1889" y="2508"/>
                    </a:cubicBezTo>
                    <a:cubicBezTo>
                      <a:pt x="1889" y="2500"/>
                      <a:pt x="1881" y="2500"/>
                      <a:pt x="1881" y="2492"/>
                    </a:cubicBezTo>
                    <a:cubicBezTo>
                      <a:pt x="1874" y="2469"/>
                      <a:pt x="1857" y="2459"/>
                      <a:pt x="1840" y="2459"/>
                    </a:cubicBezTo>
                    <a:cubicBezTo>
                      <a:pt x="1814" y="2459"/>
                      <a:pt x="1788" y="2482"/>
                      <a:pt x="1798" y="2517"/>
                    </a:cubicBezTo>
                    <a:cubicBezTo>
                      <a:pt x="1873" y="2848"/>
                      <a:pt x="1873" y="3196"/>
                      <a:pt x="1848" y="3536"/>
                    </a:cubicBezTo>
                    <a:cubicBezTo>
                      <a:pt x="1823" y="3867"/>
                      <a:pt x="1765" y="4190"/>
                      <a:pt x="1666" y="4505"/>
                    </a:cubicBezTo>
                    <a:cubicBezTo>
                      <a:pt x="1558" y="4828"/>
                      <a:pt x="1409" y="5127"/>
                      <a:pt x="1218" y="5408"/>
                    </a:cubicBezTo>
                    <a:cubicBezTo>
                      <a:pt x="1028" y="5698"/>
                      <a:pt x="787" y="5963"/>
                      <a:pt x="605" y="6262"/>
                    </a:cubicBezTo>
                    <a:cubicBezTo>
                      <a:pt x="232" y="6875"/>
                      <a:pt x="141" y="7596"/>
                      <a:pt x="66" y="8292"/>
                    </a:cubicBezTo>
                    <a:cubicBezTo>
                      <a:pt x="25" y="8631"/>
                      <a:pt x="0" y="8988"/>
                      <a:pt x="224" y="9269"/>
                    </a:cubicBezTo>
                    <a:cubicBezTo>
                      <a:pt x="398" y="9468"/>
                      <a:pt x="655" y="9568"/>
                      <a:pt x="912" y="9617"/>
                    </a:cubicBezTo>
                    <a:cubicBezTo>
                      <a:pt x="1235" y="9684"/>
                      <a:pt x="1566" y="9675"/>
                      <a:pt x="1889" y="9692"/>
                    </a:cubicBezTo>
                    <a:cubicBezTo>
                      <a:pt x="2287" y="9700"/>
                      <a:pt x="2676" y="9708"/>
                      <a:pt x="3074" y="9725"/>
                    </a:cubicBezTo>
                    <a:cubicBezTo>
                      <a:pt x="3199" y="9728"/>
                      <a:pt x="3326" y="9734"/>
                      <a:pt x="3453" y="9734"/>
                    </a:cubicBezTo>
                    <a:cubicBezTo>
                      <a:pt x="3695" y="9734"/>
                      <a:pt x="3936" y="9712"/>
                      <a:pt x="4160" y="9609"/>
                    </a:cubicBezTo>
                    <a:cubicBezTo>
                      <a:pt x="4408" y="9493"/>
                      <a:pt x="4607" y="9278"/>
                      <a:pt x="4731" y="9029"/>
                    </a:cubicBezTo>
                    <a:cubicBezTo>
                      <a:pt x="5021" y="8457"/>
                      <a:pt x="4922" y="7811"/>
                      <a:pt x="4624" y="7256"/>
                    </a:cubicBezTo>
                    <a:lnTo>
                      <a:pt x="4624" y="7264"/>
                    </a:lnTo>
                    <a:cubicBezTo>
                      <a:pt x="4292" y="6643"/>
                      <a:pt x="3754" y="6171"/>
                      <a:pt x="3314" y="5640"/>
                    </a:cubicBezTo>
                    <a:cubicBezTo>
                      <a:pt x="3091" y="5367"/>
                      <a:pt x="2908" y="5077"/>
                      <a:pt x="2768" y="4762"/>
                    </a:cubicBezTo>
                    <a:cubicBezTo>
                      <a:pt x="2643" y="4489"/>
                      <a:pt x="2560" y="4190"/>
                      <a:pt x="2494" y="3892"/>
                    </a:cubicBezTo>
                    <a:cubicBezTo>
                      <a:pt x="2502" y="3884"/>
                      <a:pt x="2502" y="3875"/>
                      <a:pt x="2502" y="3867"/>
                    </a:cubicBezTo>
                    <a:cubicBezTo>
                      <a:pt x="2544" y="3710"/>
                      <a:pt x="2527" y="3544"/>
                      <a:pt x="2519" y="3378"/>
                    </a:cubicBezTo>
                    <a:cubicBezTo>
                      <a:pt x="2511" y="3221"/>
                      <a:pt x="2494" y="3064"/>
                      <a:pt x="2478" y="2906"/>
                    </a:cubicBezTo>
                    <a:cubicBezTo>
                      <a:pt x="2444" y="2591"/>
                      <a:pt x="2403" y="2268"/>
                      <a:pt x="2362" y="1953"/>
                    </a:cubicBezTo>
                    <a:cubicBezTo>
                      <a:pt x="2279" y="1307"/>
                      <a:pt x="2179" y="669"/>
                      <a:pt x="2055" y="39"/>
                    </a:cubicBezTo>
                    <a:cubicBezTo>
                      <a:pt x="2051" y="13"/>
                      <a:pt x="2027" y="1"/>
                      <a:pt x="2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1" name="Google Shape;3841;p9"/>
              <p:cNvSpPr/>
              <p:nvPr/>
            </p:nvSpPr>
            <p:spPr>
              <a:xfrm>
                <a:off x="623400" y="2906350"/>
                <a:ext cx="233450" cy="265775"/>
              </a:xfrm>
              <a:custGeom>
                <a:rect b="b" l="l" r="r" t="t"/>
                <a:pathLst>
                  <a:path extrusionOk="0" h="10631" w="9338">
                    <a:moveTo>
                      <a:pt x="205" y="0"/>
                    </a:moveTo>
                    <a:cubicBezTo>
                      <a:pt x="158" y="0"/>
                      <a:pt x="110" y="47"/>
                      <a:pt x="141" y="84"/>
                    </a:cubicBezTo>
                    <a:cubicBezTo>
                      <a:pt x="108" y="93"/>
                      <a:pt x="83" y="101"/>
                      <a:pt x="58" y="117"/>
                    </a:cubicBezTo>
                    <a:cubicBezTo>
                      <a:pt x="0" y="167"/>
                      <a:pt x="17" y="233"/>
                      <a:pt x="58" y="291"/>
                    </a:cubicBezTo>
                    <a:cubicBezTo>
                      <a:pt x="522" y="805"/>
                      <a:pt x="945" y="1360"/>
                      <a:pt x="1334" y="1924"/>
                    </a:cubicBezTo>
                    <a:cubicBezTo>
                      <a:pt x="1533" y="2197"/>
                      <a:pt x="1723" y="2479"/>
                      <a:pt x="1889" y="2777"/>
                    </a:cubicBezTo>
                    <a:cubicBezTo>
                      <a:pt x="1972" y="2926"/>
                      <a:pt x="2038" y="3084"/>
                      <a:pt x="2071" y="3258"/>
                    </a:cubicBezTo>
                    <a:cubicBezTo>
                      <a:pt x="2105" y="3423"/>
                      <a:pt x="2113" y="3606"/>
                      <a:pt x="2129" y="3780"/>
                    </a:cubicBezTo>
                    <a:cubicBezTo>
                      <a:pt x="2146" y="3954"/>
                      <a:pt x="2163" y="4136"/>
                      <a:pt x="2179" y="4318"/>
                    </a:cubicBezTo>
                    <a:lnTo>
                      <a:pt x="2121" y="4194"/>
                    </a:lnTo>
                    <a:cubicBezTo>
                      <a:pt x="2106" y="4152"/>
                      <a:pt x="2059" y="4131"/>
                      <a:pt x="2015" y="4131"/>
                    </a:cubicBezTo>
                    <a:cubicBezTo>
                      <a:pt x="1963" y="4131"/>
                      <a:pt x="1913" y="4160"/>
                      <a:pt x="1922" y="4219"/>
                    </a:cubicBezTo>
                    <a:cubicBezTo>
                      <a:pt x="1997" y="4741"/>
                      <a:pt x="2055" y="5263"/>
                      <a:pt x="2080" y="5785"/>
                    </a:cubicBezTo>
                    <a:cubicBezTo>
                      <a:pt x="2065" y="5778"/>
                      <a:pt x="2048" y="5775"/>
                      <a:pt x="2031" y="5775"/>
                    </a:cubicBezTo>
                    <a:cubicBezTo>
                      <a:pt x="1978" y="5775"/>
                      <a:pt x="1922" y="5803"/>
                      <a:pt x="1922" y="5859"/>
                    </a:cubicBezTo>
                    <a:cubicBezTo>
                      <a:pt x="1914" y="6464"/>
                      <a:pt x="1906" y="7069"/>
                      <a:pt x="1897" y="7674"/>
                    </a:cubicBezTo>
                    <a:cubicBezTo>
                      <a:pt x="1897" y="7731"/>
                      <a:pt x="1943" y="7758"/>
                      <a:pt x="1991" y="7758"/>
                    </a:cubicBezTo>
                    <a:cubicBezTo>
                      <a:pt x="2041" y="7758"/>
                      <a:pt x="2092" y="7729"/>
                      <a:pt x="2096" y="7674"/>
                    </a:cubicBezTo>
                    <a:cubicBezTo>
                      <a:pt x="2113" y="7491"/>
                      <a:pt x="2129" y="7317"/>
                      <a:pt x="2154" y="7135"/>
                    </a:cubicBezTo>
                    <a:cubicBezTo>
                      <a:pt x="2187" y="7235"/>
                      <a:pt x="2221" y="7326"/>
                      <a:pt x="2245" y="7425"/>
                    </a:cubicBezTo>
                    <a:cubicBezTo>
                      <a:pt x="2237" y="7433"/>
                      <a:pt x="2237" y="7442"/>
                      <a:pt x="2237" y="7450"/>
                    </a:cubicBezTo>
                    <a:cubicBezTo>
                      <a:pt x="2171" y="7972"/>
                      <a:pt x="2121" y="8494"/>
                      <a:pt x="2096" y="9016"/>
                    </a:cubicBezTo>
                    <a:cubicBezTo>
                      <a:pt x="2055" y="9024"/>
                      <a:pt x="2022" y="9049"/>
                      <a:pt x="2022" y="9091"/>
                    </a:cubicBezTo>
                    <a:cubicBezTo>
                      <a:pt x="1947" y="9521"/>
                      <a:pt x="1748" y="9944"/>
                      <a:pt x="1433" y="10284"/>
                    </a:cubicBezTo>
                    <a:cubicBezTo>
                      <a:pt x="1375" y="10342"/>
                      <a:pt x="1392" y="10433"/>
                      <a:pt x="1483" y="10466"/>
                    </a:cubicBezTo>
                    <a:cubicBezTo>
                      <a:pt x="1880" y="10577"/>
                      <a:pt x="2290" y="10630"/>
                      <a:pt x="2699" y="10630"/>
                    </a:cubicBezTo>
                    <a:cubicBezTo>
                      <a:pt x="3394" y="10630"/>
                      <a:pt x="4086" y="10476"/>
                      <a:pt x="4706" y="10184"/>
                    </a:cubicBezTo>
                    <a:cubicBezTo>
                      <a:pt x="4839" y="10118"/>
                      <a:pt x="4980" y="10043"/>
                      <a:pt x="5104" y="9961"/>
                    </a:cubicBezTo>
                    <a:cubicBezTo>
                      <a:pt x="5162" y="9927"/>
                      <a:pt x="5228" y="9886"/>
                      <a:pt x="5286" y="9845"/>
                    </a:cubicBezTo>
                    <a:cubicBezTo>
                      <a:pt x="5311" y="9820"/>
                      <a:pt x="5344" y="9803"/>
                      <a:pt x="5377" y="9778"/>
                    </a:cubicBezTo>
                    <a:lnTo>
                      <a:pt x="5410" y="9753"/>
                    </a:lnTo>
                    <a:cubicBezTo>
                      <a:pt x="5424" y="9757"/>
                      <a:pt x="5438" y="9759"/>
                      <a:pt x="5452" y="9759"/>
                    </a:cubicBezTo>
                    <a:cubicBezTo>
                      <a:pt x="5471" y="9759"/>
                      <a:pt x="5490" y="9755"/>
                      <a:pt x="5510" y="9745"/>
                    </a:cubicBezTo>
                    <a:cubicBezTo>
                      <a:pt x="5560" y="9720"/>
                      <a:pt x="5593" y="9679"/>
                      <a:pt x="5584" y="9637"/>
                    </a:cubicBezTo>
                    <a:cubicBezTo>
                      <a:pt x="5601" y="9621"/>
                      <a:pt x="5609" y="9604"/>
                      <a:pt x="5609" y="9604"/>
                    </a:cubicBezTo>
                    <a:cubicBezTo>
                      <a:pt x="5634" y="9571"/>
                      <a:pt x="5659" y="9538"/>
                      <a:pt x="5684" y="9505"/>
                    </a:cubicBezTo>
                    <a:cubicBezTo>
                      <a:pt x="5734" y="9455"/>
                      <a:pt x="5775" y="9397"/>
                      <a:pt x="5825" y="9339"/>
                    </a:cubicBezTo>
                    <a:lnTo>
                      <a:pt x="6106" y="8983"/>
                    </a:lnTo>
                    <a:cubicBezTo>
                      <a:pt x="6115" y="8975"/>
                      <a:pt x="6115" y="8975"/>
                      <a:pt x="6123" y="8966"/>
                    </a:cubicBezTo>
                    <a:cubicBezTo>
                      <a:pt x="6231" y="8825"/>
                      <a:pt x="6347" y="8693"/>
                      <a:pt x="6463" y="8552"/>
                    </a:cubicBezTo>
                    <a:cubicBezTo>
                      <a:pt x="6472" y="8554"/>
                      <a:pt x="6481" y="8555"/>
                      <a:pt x="6490" y="8555"/>
                    </a:cubicBezTo>
                    <a:cubicBezTo>
                      <a:pt x="6522" y="8555"/>
                      <a:pt x="6551" y="8543"/>
                      <a:pt x="6570" y="8511"/>
                    </a:cubicBezTo>
                    <a:cubicBezTo>
                      <a:pt x="6695" y="8353"/>
                      <a:pt x="6827" y="8187"/>
                      <a:pt x="6952" y="8030"/>
                    </a:cubicBezTo>
                    <a:cubicBezTo>
                      <a:pt x="6993" y="7980"/>
                      <a:pt x="6952" y="7922"/>
                      <a:pt x="6902" y="7897"/>
                    </a:cubicBezTo>
                    <a:lnTo>
                      <a:pt x="7242" y="7276"/>
                    </a:lnTo>
                    <a:cubicBezTo>
                      <a:pt x="7349" y="7077"/>
                      <a:pt x="7465" y="6887"/>
                      <a:pt x="7548" y="6688"/>
                    </a:cubicBezTo>
                    <a:cubicBezTo>
                      <a:pt x="7573" y="6630"/>
                      <a:pt x="7590" y="6572"/>
                      <a:pt x="7606" y="6514"/>
                    </a:cubicBezTo>
                    <a:cubicBezTo>
                      <a:pt x="7896" y="6083"/>
                      <a:pt x="8128" y="5619"/>
                      <a:pt x="8310" y="5138"/>
                    </a:cubicBezTo>
                    <a:cubicBezTo>
                      <a:pt x="8327" y="5163"/>
                      <a:pt x="8344" y="5188"/>
                      <a:pt x="8385" y="5196"/>
                    </a:cubicBezTo>
                    <a:cubicBezTo>
                      <a:pt x="8392" y="5198"/>
                      <a:pt x="8399" y="5198"/>
                      <a:pt x="8407" y="5198"/>
                    </a:cubicBezTo>
                    <a:cubicBezTo>
                      <a:pt x="8445" y="5198"/>
                      <a:pt x="8488" y="5181"/>
                      <a:pt x="8509" y="5147"/>
                    </a:cubicBezTo>
                    <a:cubicBezTo>
                      <a:pt x="8725" y="4732"/>
                      <a:pt x="8874" y="4285"/>
                      <a:pt x="8948" y="3821"/>
                    </a:cubicBezTo>
                    <a:cubicBezTo>
                      <a:pt x="8957" y="3838"/>
                      <a:pt x="8965" y="3846"/>
                      <a:pt x="8973" y="3862"/>
                    </a:cubicBezTo>
                    <a:cubicBezTo>
                      <a:pt x="8992" y="3893"/>
                      <a:pt x="9034" y="3909"/>
                      <a:pt x="9075" y="3909"/>
                    </a:cubicBezTo>
                    <a:cubicBezTo>
                      <a:pt x="9124" y="3909"/>
                      <a:pt x="9171" y="3887"/>
                      <a:pt x="9180" y="3838"/>
                    </a:cubicBezTo>
                    <a:cubicBezTo>
                      <a:pt x="9313" y="3009"/>
                      <a:pt x="9338" y="2164"/>
                      <a:pt x="9238" y="1335"/>
                    </a:cubicBezTo>
                    <a:cubicBezTo>
                      <a:pt x="9230" y="1294"/>
                      <a:pt x="9205" y="1261"/>
                      <a:pt x="9172" y="1244"/>
                    </a:cubicBezTo>
                    <a:cubicBezTo>
                      <a:pt x="9164" y="888"/>
                      <a:pt x="9089" y="532"/>
                      <a:pt x="8940" y="192"/>
                    </a:cubicBezTo>
                    <a:cubicBezTo>
                      <a:pt x="8919" y="145"/>
                      <a:pt x="8869" y="115"/>
                      <a:pt x="8817" y="115"/>
                    </a:cubicBezTo>
                    <a:cubicBezTo>
                      <a:pt x="8785" y="115"/>
                      <a:pt x="8753" y="126"/>
                      <a:pt x="8725" y="151"/>
                    </a:cubicBezTo>
                    <a:cubicBezTo>
                      <a:pt x="8443" y="399"/>
                      <a:pt x="8219" y="697"/>
                      <a:pt x="7971" y="979"/>
                    </a:cubicBezTo>
                    <a:cubicBezTo>
                      <a:pt x="7739" y="1252"/>
                      <a:pt x="7465" y="1518"/>
                      <a:pt x="7101" y="1650"/>
                    </a:cubicBezTo>
                    <a:cubicBezTo>
                      <a:pt x="6653" y="1808"/>
                      <a:pt x="6156" y="1808"/>
                      <a:pt x="5692" y="1832"/>
                    </a:cubicBezTo>
                    <a:cubicBezTo>
                      <a:pt x="5162" y="1866"/>
                      <a:pt x="4640" y="1899"/>
                      <a:pt x="4110" y="1924"/>
                    </a:cubicBezTo>
                    <a:cubicBezTo>
                      <a:pt x="4047" y="1927"/>
                      <a:pt x="3975" y="1930"/>
                      <a:pt x="3898" y="1930"/>
                    </a:cubicBezTo>
                    <a:cubicBezTo>
                      <a:pt x="3609" y="1930"/>
                      <a:pt x="3260" y="1886"/>
                      <a:pt x="3148" y="1650"/>
                    </a:cubicBezTo>
                    <a:cubicBezTo>
                      <a:pt x="3132" y="1600"/>
                      <a:pt x="3082" y="1559"/>
                      <a:pt x="3024" y="1559"/>
                    </a:cubicBezTo>
                    <a:cubicBezTo>
                      <a:pt x="3007" y="1559"/>
                      <a:pt x="2990" y="1560"/>
                      <a:pt x="2974" y="1560"/>
                    </a:cubicBezTo>
                    <a:cubicBezTo>
                      <a:pt x="1815" y="1560"/>
                      <a:pt x="967" y="720"/>
                      <a:pt x="249" y="18"/>
                    </a:cubicBezTo>
                    <a:cubicBezTo>
                      <a:pt x="236" y="6"/>
                      <a:pt x="221" y="0"/>
                      <a:pt x="2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2" name="Google Shape;3842;p9"/>
              <p:cNvSpPr/>
              <p:nvPr/>
            </p:nvSpPr>
            <p:spPr>
              <a:xfrm>
                <a:off x="553800" y="2613250"/>
                <a:ext cx="102350" cy="138700"/>
              </a:xfrm>
              <a:custGeom>
                <a:rect b="b" l="l" r="r" t="t"/>
                <a:pathLst>
                  <a:path extrusionOk="0" h="5548" w="4094">
                    <a:moveTo>
                      <a:pt x="1128" y="0"/>
                    </a:moveTo>
                    <a:cubicBezTo>
                      <a:pt x="757" y="0"/>
                      <a:pt x="392" y="139"/>
                      <a:pt x="232" y="507"/>
                    </a:cubicBezTo>
                    <a:cubicBezTo>
                      <a:pt x="0" y="1029"/>
                      <a:pt x="240" y="1625"/>
                      <a:pt x="448" y="2114"/>
                    </a:cubicBezTo>
                    <a:cubicBezTo>
                      <a:pt x="713" y="2702"/>
                      <a:pt x="1036" y="3266"/>
                      <a:pt x="1193" y="3904"/>
                    </a:cubicBezTo>
                    <a:cubicBezTo>
                      <a:pt x="1268" y="4210"/>
                      <a:pt x="1309" y="4534"/>
                      <a:pt x="1259" y="4857"/>
                    </a:cubicBezTo>
                    <a:cubicBezTo>
                      <a:pt x="1235" y="4998"/>
                      <a:pt x="1201" y="5147"/>
                      <a:pt x="1259" y="5296"/>
                    </a:cubicBezTo>
                    <a:cubicBezTo>
                      <a:pt x="1301" y="5412"/>
                      <a:pt x="1400" y="5495"/>
                      <a:pt x="1525" y="5528"/>
                    </a:cubicBezTo>
                    <a:cubicBezTo>
                      <a:pt x="1573" y="5541"/>
                      <a:pt x="1622" y="5547"/>
                      <a:pt x="1671" y="5547"/>
                    </a:cubicBezTo>
                    <a:cubicBezTo>
                      <a:pt x="1864" y="5547"/>
                      <a:pt x="2055" y="5455"/>
                      <a:pt x="2221" y="5362"/>
                    </a:cubicBezTo>
                    <a:cubicBezTo>
                      <a:pt x="2453" y="5230"/>
                      <a:pt x="2693" y="5097"/>
                      <a:pt x="2917" y="4948"/>
                    </a:cubicBezTo>
                    <a:cubicBezTo>
                      <a:pt x="3356" y="4641"/>
                      <a:pt x="3753" y="4268"/>
                      <a:pt x="3961" y="3763"/>
                    </a:cubicBezTo>
                    <a:cubicBezTo>
                      <a:pt x="4052" y="3548"/>
                      <a:pt x="4093" y="3307"/>
                      <a:pt x="4068" y="3075"/>
                    </a:cubicBezTo>
                    <a:cubicBezTo>
                      <a:pt x="4052" y="2860"/>
                      <a:pt x="3977" y="2603"/>
                      <a:pt x="3811" y="2454"/>
                    </a:cubicBezTo>
                    <a:cubicBezTo>
                      <a:pt x="3803" y="2446"/>
                      <a:pt x="3787" y="2437"/>
                      <a:pt x="3778" y="2429"/>
                    </a:cubicBezTo>
                    <a:cubicBezTo>
                      <a:pt x="3770" y="2412"/>
                      <a:pt x="3770" y="2396"/>
                      <a:pt x="3762" y="2379"/>
                    </a:cubicBezTo>
                    <a:cubicBezTo>
                      <a:pt x="3621" y="1824"/>
                      <a:pt x="3331" y="1311"/>
                      <a:pt x="2933" y="905"/>
                    </a:cubicBezTo>
                    <a:cubicBezTo>
                      <a:pt x="2560" y="523"/>
                      <a:pt x="2080" y="200"/>
                      <a:pt x="1558" y="59"/>
                    </a:cubicBezTo>
                    <a:cubicBezTo>
                      <a:pt x="1422" y="22"/>
                      <a:pt x="1274" y="0"/>
                      <a:pt x="11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3" name="Google Shape;3843;p9"/>
              <p:cNvSpPr/>
              <p:nvPr/>
            </p:nvSpPr>
            <p:spPr>
              <a:xfrm>
                <a:off x="824925" y="2567300"/>
                <a:ext cx="71300" cy="155600"/>
              </a:xfrm>
              <a:custGeom>
                <a:rect b="b" l="l" r="r" t="t"/>
                <a:pathLst>
                  <a:path extrusionOk="0" h="6224" w="2852">
                    <a:moveTo>
                      <a:pt x="2150" y="1"/>
                    </a:moveTo>
                    <a:cubicBezTo>
                      <a:pt x="2140" y="1"/>
                      <a:pt x="2130" y="6"/>
                      <a:pt x="2122" y="17"/>
                    </a:cubicBezTo>
                    <a:cubicBezTo>
                      <a:pt x="2105" y="25"/>
                      <a:pt x="2097" y="41"/>
                      <a:pt x="2089" y="50"/>
                    </a:cubicBezTo>
                    <a:cubicBezTo>
                      <a:pt x="2047" y="66"/>
                      <a:pt x="2006" y="83"/>
                      <a:pt x="1973" y="124"/>
                    </a:cubicBezTo>
                    <a:cubicBezTo>
                      <a:pt x="1931" y="157"/>
                      <a:pt x="1906" y="215"/>
                      <a:pt x="1906" y="265"/>
                    </a:cubicBezTo>
                    <a:cubicBezTo>
                      <a:pt x="1650" y="588"/>
                      <a:pt x="1434" y="945"/>
                      <a:pt x="1244" y="1301"/>
                    </a:cubicBezTo>
                    <a:cubicBezTo>
                      <a:pt x="987" y="1765"/>
                      <a:pt x="763" y="2237"/>
                      <a:pt x="581" y="2726"/>
                    </a:cubicBezTo>
                    <a:cubicBezTo>
                      <a:pt x="390" y="3223"/>
                      <a:pt x="241" y="3720"/>
                      <a:pt x="117" y="4234"/>
                    </a:cubicBezTo>
                    <a:cubicBezTo>
                      <a:pt x="59" y="4491"/>
                      <a:pt x="1" y="4756"/>
                      <a:pt x="42" y="5013"/>
                    </a:cubicBezTo>
                    <a:cubicBezTo>
                      <a:pt x="75" y="5270"/>
                      <a:pt x="233" y="5460"/>
                      <a:pt x="432" y="5609"/>
                    </a:cubicBezTo>
                    <a:cubicBezTo>
                      <a:pt x="630" y="5758"/>
                      <a:pt x="846" y="5891"/>
                      <a:pt x="1070" y="6007"/>
                    </a:cubicBezTo>
                    <a:cubicBezTo>
                      <a:pt x="1302" y="6123"/>
                      <a:pt x="1550" y="6214"/>
                      <a:pt x="1807" y="6222"/>
                    </a:cubicBezTo>
                    <a:cubicBezTo>
                      <a:pt x="1821" y="6223"/>
                      <a:pt x="1835" y="6223"/>
                      <a:pt x="1849" y="6223"/>
                    </a:cubicBezTo>
                    <a:cubicBezTo>
                      <a:pt x="2244" y="6223"/>
                      <a:pt x="2673" y="6001"/>
                      <a:pt x="2785" y="5601"/>
                    </a:cubicBezTo>
                    <a:cubicBezTo>
                      <a:pt x="2851" y="5328"/>
                      <a:pt x="2760" y="5062"/>
                      <a:pt x="2652" y="4822"/>
                    </a:cubicBezTo>
                    <a:cubicBezTo>
                      <a:pt x="2536" y="4574"/>
                      <a:pt x="2428" y="4342"/>
                      <a:pt x="2337" y="4085"/>
                    </a:cubicBezTo>
                    <a:cubicBezTo>
                      <a:pt x="2163" y="3588"/>
                      <a:pt x="2072" y="3057"/>
                      <a:pt x="2097" y="2527"/>
                    </a:cubicBezTo>
                    <a:cubicBezTo>
                      <a:pt x="2114" y="2262"/>
                      <a:pt x="2163" y="2005"/>
                      <a:pt x="2246" y="1748"/>
                    </a:cubicBezTo>
                    <a:cubicBezTo>
                      <a:pt x="2329" y="1491"/>
                      <a:pt x="2428" y="1235"/>
                      <a:pt x="2495" y="969"/>
                    </a:cubicBezTo>
                    <a:cubicBezTo>
                      <a:pt x="2553" y="737"/>
                      <a:pt x="2611" y="456"/>
                      <a:pt x="2495" y="232"/>
                    </a:cubicBezTo>
                    <a:cubicBezTo>
                      <a:pt x="2437" y="124"/>
                      <a:pt x="2321" y="50"/>
                      <a:pt x="2196" y="41"/>
                    </a:cubicBezTo>
                    <a:cubicBezTo>
                      <a:pt x="2191" y="19"/>
                      <a:pt x="2171" y="1"/>
                      <a:pt x="21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4" name="Google Shape;3844;p9"/>
              <p:cNvSpPr/>
              <p:nvPr/>
            </p:nvSpPr>
            <p:spPr>
              <a:xfrm>
                <a:off x="299850" y="3152750"/>
                <a:ext cx="98200" cy="91275"/>
              </a:xfrm>
              <a:custGeom>
                <a:rect b="b" l="l" r="r" t="t"/>
                <a:pathLst>
                  <a:path extrusionOk="0" h="3651" w="3928">
                    <a:moveTo>
                      <a:pt x="2751" y="0"/>
                    </a:moveTo>
                    <a:cubicBezTo>
                      <a:pt x="2730" y="0"/>
                      <a:pt x="2710" y="5"/>
                      <a:pt x="2693" y="13"/>
                    </a:cubicBezTo>
                    <a:cubicBezTo>
                      <a:pt x="2544" y="88"/>
                      <a:pt x="2428" y="196"/>
                      <a:pt x="2303" y="312"/>
                    </a:cubicBezTo>
                    <a:cubicBezTo>
                      <a:pt x="2297" y="310"/>
                      <a:pt x="2290" y="310"/>
                      <a:pt x="2283" y="310"/>
                    </a:cubicBezTo>
                    <a:cubicBezTo>
                      <a:pt x="2249" y="310"/>
                      <a:pt x="2217" y="328"/>
                      <a:pt x="2196" y="370"/>
                    </a:cubicBezTo>
                    <a:cubicBezTo>
                      <a:pt x="2187" y="386"/>
                      <a:pt x="2179" y="403"/>
                      <a:pt x="2171" y="428"/>
                    </a:cubicBezTo>
                    <a:cubicBezTo>
                      <a:pt x="2146" y="444"/>
                      <a:pt x="2121" y="461"/>
                      <a:pt x="2096" y="477"/>
                    </a:cubicBezTo>
                    <a:cubicBezTo>
                      <a:pt x="2073" y="431"/>
                      <a:pt x="2029" y="409"/>
                      <a:pt x="1985" y="409"/>
                    </a:cubicBezTo>
                    <a:cubicBezTo>
                      <a:pt x="1934" y="409"/>
                      <a:pt x="1882" y="440"/>
                      <a:pt x="1864" y="502"/>
                    </a:cubicBezTo>
                    <a:cubicBezTo>
                      <a:pt x="1856" y="527"/>
                      <a:pt x="1848" y="560"/>
                      <a:pt x="1839" y="585"/>
                    </a:cubicBezTo>
                    <a:cubicBezTo>
                      <a:pt x="1831" y="593"/>
                      <a:pt x="1823" y="593"/>
                      <a:pt x="1815" y="593"/>
                    </a:cubicBezTo>
                    <a:cubicBezTo>
                      <a:pt x="1790" y="544"/>
                      <a:pt x="1765" y="494"/>
                      <a:pt x="1748" y="436"/>
                    </a:cubicBezTo>
                    <a:cubicBezTo>
                      <a:pt x="1731" y="380"/>
                      <a:pt x="1674" y="349"/>
                      <a:pt x="1619" y="349"/>
                    </a:cubicBezTo>
                    <a:cubicBezTo>
                      <a:pt x="1569" y="349"/>
                      <a:pt x="1520" y="376"/>
                      <a:pt x="1508" y="436"/>
                    </a:cubicBezTo>
                    <a:cubicBezTo>
                      <a:pt x="1508" y="444"/>
                      <a:pt x="1500" y="461"/>
                      <a:pt x="1500" y="469"/>
                    </a:cubicBezTo>
                    <a:cubicBezTo>
                      <a:pt x="1500" y="469"/>
                      <a:pt x="1500" y="469"/>
                      <a:pt x="1500" y="461"/>
                    </a:cubicBezTo>
                    <a:cubicBezTo>
                      <a:pt x="1479" y="424"/>
                      <a:pt x="1444" y="407"/>
                      <a:pt x="1408" y="407"/>
                    </a:cubicBezTo>
                    <a:cubicBezTo>
                      <a:pt x="1371" y="407"/>
                      <a:pt x="1334" y="424"/>
                      <a:pt x="1309" y="453"/>
                    </a:cubicBezTo>
                    <a:cubicBezTo>
                      <a:pt x="1288" y="438"/>
                      <a:pt x="1264" y="431"/>
                      <a:pt x="1239" y="431"/>
                    </a:cubicBezTo>
                    <a:cubicBezTo>
                      <a:pt x="1166" y="431"/>
                      <a:pt x="1094" y="490"/>
                      <a:pt x="1119" y="577"/>
                    </a:cubicBezTo>
                    <a:cubicBezTo>
                      <a:pt x="1127" y="602"/>
                      <a:pt x="1135" y="627"/>
                      <a:pt x="1135" y="651"/>
                    </a:cubicBezTo>
                    <a:cubicBezTo>
                      <a:pt x="1119" y="660"/>
                      <a:pt x="1102" y="660"/>
                      <a:pt x="1085" y="660"/>
                    </a:cubicBezTo>
                    <a:cubicBezTo>
                      <a:pt x="1069" y="660"/>
                      <a:pt x="1052" y="660"/>
                      <a:pt x="1036" y="651"/>
                    </a:cubicBezTo>
                    <a:cubicBezTo>
                      <a:pt x="986" y="593"/>
                      <a:pt x="953" y="527"/>
                      <a:pt x="920" y="461"/>
                    </a:cubicBezTo>
                    <a:cubicBezTo>
                      <a:pt x="920" y="461"/>
                      <a:pt x="920" y="453"/>
                      <a:pt x="920" y="453"/>
                    </a:cubicBezTo>
                    <a:cubicBezTo>
                      <a:pt x="908" y="405"/>
                      <a:pt x="857" y="370"/>
                      <a:pt x="808" y="370"/>
                    </a:cubicBezTo>
                    <a:cubicBezTo>
                      <a:pt x="789" y="370"/>
                      <a:pt x="770" y="375"/>
                      <a:pt x="754" y="386"/>
                    </a:cubicBezTo>
                    <a:cubicBezTo>
                      <a:pt x="696" y="419"/>
                      <a:pt x="646" y="444"/>
                      <a:pt x="580" y="461"/>
                    </a:cubicBezTo>
                    <a:cubicBezTo>
                      <a:pt x="572" y="436"/>
                      <a:pt x="555" y="411"/>
                      <a:pt x="539" y="386"/>
                    </a:cubicBezTo>
                    <a:cubicBezTo>
                      <a:pt x="518" y="345"/>
                      <a:pt x="477" y="326"/>
                      <a:pt x="438" y="326"/>
                    </a:cubicBezTo>
                    <a:cubicBezTo>
                      <a:pt x="415" y="326"/>
                      <a:pt x="391" y="332"/>
                      <a:pt x="373" y="345"/>
                    </a:cubicBezTo>
                    <a:cubicBezTo>
                      <a:pt x="365" y="320"/>
                      <a:pt x="356" y="287"/>
                      <a:pt x="356" y="262"/>
                    </a:cubicBezTo>
                    <a:cubicBezTo>
                      <a:pt x="352" y="182"/>
                      <a:pt x="288" y="141"/>
                      <a:pt x="227" y="141"/>
                    </a:cubicBezTo>
                    <a:cubicBezTo>
                      <a:pt x="166" y="141"/>
                      <a:pt x="108" y="180"/>
                      <a:pt x="108" y="262"/>
                    </a:cubicBezTo>
                    <a:lnTo>
                      <a:pt x="108" y="295"/>
                    </a:lnTo>
                    <a:cubicBezTo>
                      <a:pt x="58" y="320"/>
                      <a:pt x="17" y="370"/>
                      <a:pt x="33" y="444"/>
                    </a:cubicBezTo>
                    <a:lnTo>
                      <a:pt x="33" y="453"/>
                    </a:lnTo>
                    <a:cubicBezTo>
                      <a:pt x="8" y="477"/>
                      <a:pt x="0" y="511"/>
                      <a:pt x="33" y="544"/>
                    </a:cubicBezTo>
                    <a:lnTo>
                      <a:pt x="50" y="552"/>
                    </a:lnTo>
                    <a:cubicBezTo>
                      <a:pt x="108" y="883"/>
                      <a:pt x="141" y="1215"/>
                      <a:pt x="141" y="1554"/>
                    </a:cubicBezTo>
                    <a:cubicBezTo>
                      <a:pt x="141" y="1894"/>
                      <a:pt x="75" y="2226"/>
                      <a:pt x="58" y="2565"/>
                    </a:cubicBezTo>
                    <a:cubicBezTo>
                      <a:pt x="50" y="2830"/>
                      <a:pt x="83" y="3129"/>
                      <a:pt x="298" y="3311"/>
                    </a:cubicBezTo>
                    <a:cubicBezTo>
                      <a:pt x="423" y="3419"/>
                      <a:pt x="572" y="3468"/>
                      <a:pt x="729" y="3502"/>
                    </a:cubicBezTo>
                    <a:cubicBezTo>
                      <a:pt x="911" y="3535"/>
                      <a:pt x="1094" y="3560"/>
                      <a:pt x="1276" y="3584"/>
                    </a:cubicBezTo>
                    <a:cubicBezTo>
                      <a:pt x="1657" y="3634"/>
                      <a:pt x="2038" y="3651"/>
                      <a:pt x="2411" y="3651"/>
                    </a:cubicBezTo>
                    <a:cubicBezTo>
                      <a:pt x="2759" y="3642"/>
                      <a:pt x="3124" y="3642"/>
                      <a:pt x="3439" y="3493"/>
                    </a:cubicBezTo>
                    <a:cubicBezTo>
                      <a:pt x="3712" y="3361"/>
                      <a:pt x="3927" y="3096"/>
                      <a:pt x="3919" y="2789"/>
                    </a:cubicBezTo>
                    <a:cubicBezTo>
                      <a:pt x="3911" y="2458"/>
                      <a:pt x="3679" y="2201"/>
                      <a:pt x="3455" y="1985"/>
                    </a:cubicBezTo>
                    <a:cubicBezTo>
                      <a:pt x="3323" y="1869"/>
                      <a:pt x="3190" y="1753"/>
                      <a:pt x="3099" y="1604"/>
                    </a:cubicBezTo>
                    <a:cubicBezTo>
                      <a:pt x="3008" y="1455"/>
                      <a:pt x="2975" y="1289"/>
                      <a:pt x="2975" y="1115"/>
                    </a:cubicBezTo>
                    <a:cubicBezTo>
                      <a:pt x="2966" y="1032"/>
                      <a:pt x="2966" y="950"/>
                      <a:pt x="2966" y="858"/>
                    </a:cubicBezTo>
                    <a:cubicBezTo>
                      <a:pt x="2999" y="842"/>
                      <a:pt x="3016" y="809"/>
                      <a:pt x="3008" y="767"/>
                    </a:cubicBezTo>
                    <a:cubicBezTo>
                      <a:pt x="2991" y="593"/>
                      <a:pt x="2966" y="428"/>
                      <a:pt x="2941" y="254"/>
                    </a:cubicBezTo>
                    <a:cubicBezTo>
                      <a:pt x="2941" y="245"/>
                      <a:pt x="2941" y="229"/>
                      <a:pt x="2941" y="221"/>
                    </a:cubicBezTo>
                    <a:cubicBezTo>
                      <a:pt x="2933" y="179"/>
                      <a:pt x="2908" y="146"/>
                      <a:pt x="2883" y="138"/>
                    </a:cubicBezTo>
                    <a:cubicBezTo>
                      <a:pt x="2867" y="105"/>
                      <a:pt x="2859" y="80"/>
                      <a:pt x="2850" y="55"/>
                    </a:cubicBezTo>
                    <a:cubicBezTo>
                      <a:pt x="2829" y="17"/>
                      <a:pt x="2789" y="0"/>
                      <a:pt x="27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5" name="Google Shape;3845;p9"/>
              <p:cNvSpPr/>
              <p:nvPr/>
            </p:nvSpPr>
            <p:spPr>
              <a:xfrm>
                <a:off x="533900" y="3199550"/>
                <a:ext cx="141925" cy="115475"/>
              </a:xfrm>
              <a:custGeom>
                <a:rect b="b" l="l" r="r" t="t"/>
                <a:pathLst>
                  <a:path extrusionOk="0" h="4619" w="5677">
                    <a:moveTo>
                      <a:pt x="134" y="1"/>
                    </a:moveTo>
                    <a:cubicBezTo>
                      <a:pt x="89" y="1"/>
                      <a:pt x="40" y="41"/>
                      <a:pt x="50" y="97"/>
                    </a:cubicBezTo>
                    <a:cubicBezTo>
                      <a:pt x="59" y="130"/>
                      <a:pt x="59" y="163"/>
                      <a:pt x="67" y="196"/>
                    </a:cubicBezTo>
                    <a:cubicBezTo>
                      <a:pt x="67" y="204"/>
                      <a:pt x="67" y="213"/>
                      <a:pt x="67" y="221"/>
                    </a:cubicBezTo>
                    <a:cubicBezTo>
                      <a:pt x="1" y="685"/>
                      <a:pt x="1" y="1149"/>
                      <a:pt x="59" y="1613"/>
                    </a:cubicBezTo>
                    <a:cubicBezTo>
                      <a:pt x="59" y="1828"/>
                      <a:pt x="67" y="2044"/>
                      <a:pt x="67" y="2259"/>
                    </a:cubicBezTo>
                    <a:cubicBezTo>
                      <a:pt x="67" y="2349"/>
                      <a:pt x="128" y="2385"/>
                      <a:pt x="194" y="2385"/>
                    </a:cubicBezTo>
                    <a:cubicBezTo>
                      <a:pt x="202" y="2385"/>
                      <a:pt x="209" y="2384"/>
                      <a:pt x="216" y="2384"/>
                    </a:cubicBezTo>
                    <a:cubicBezTo>
                      <a:pt x="266" y="2558"/>
                      <a:pt x="316" y="2740"/>
                      <a:pt x="390" y="2906"/>
                    </a:cubicBezTo>
                    <a:cubicBezTo>
                      <a:pt x="473" y="3129"/>
                      <a:pt x="564" y="3336"/>
                      <a:pt x="672" y="3544"/>
                    </a:cubicBezTo>
                    <a:cubicBezTo>
                      <a:pt x="780" y="3742"/>
                      <a:pt x="887" y="3941"/>
                      <a:pt x="1028" y="4107"/>
                    </a:cubicBezTo>
                    <a:cubicBezTo>
                      <a:pt x="1194" y="4297"/>
                      <a:pt x="1409" y="4364"/>
                      <a:pt x="1649" y="4422"/>
                    </a:cubicBezTo>
                    <a:cubicBezTo>
                      <a:pt x="1898" y="4471"/>
                      <a:pt x="2138" y="4513"/>
                      <a:pt x="2387" y="4538"/>
                    </a:cubicBezTo>
                    <a:cubicBezTo>
                      <a:pt x="2594" y="4563"/>
                      <a:pt x="2809" y="4571"/>
                      <a:pt x="3017" y="4571"/>
                    </a:cubicBezTo>
                    <a:cubicBezTo>
                      <a:pt x="3041" y="4579"/>
                      <a:pt x="3066" y="4579"/>
                      <a:pt x="3091" y="4579"/>
                    </a:cubicBezTo>
                    <a:cubicBezTo>
                      <a:pt x="3233" y="4602"/>
                      <a:pt x="3378" y="4619"/>
                      <a:pt x="3521" y="4619"/>
                    </a:cubicBezTo>
                    <a:cubicBezTo>
                      <a:pt x="3737" y="4619"/>
                      <a:pt x="3949" y="4581"/>
                      <a:pt x="4143" y="4471"/>
                    </a:cubicBezTo>
                    <a:cubicBezTo>
                      <a:pt x="4201" y="4438"/>
                      <a:pt x="4210" y="4389"/>
                      <a:pt x="4193" y="4339"/>
                    </a:cubicBezTo>
                    <a:lnTo>
                      <a:pt x="4268" y="4339"/>
                    </a:lnTo>
                    <a:cubicBezTo>
                      <a:pt x="4657" y="4322"/>
                      <a:pt x="5138" y="4389"/>
                      <a:pt x="5428" y="4057"/>
                    </a:cubicBezTo>
                    <a:cubicBezTo>
                      <a:pt x="5676" y="3767"/>
                      <a:pt x="5676" y="3320"/>
                      <a:pt x="5419" y="3038"/>
                    </a:cubicBezTo>
                    <a:lnTo>
                      <a:pt x="5411" y="3038"/>
                    </a:lnTo>
                    <a:cubicBezTo>
                      <a:pt x="5154" y="2756"/>
                      <a:pt x="4682" y="2707"/>
                      <a:pt x="4549" y="2309"/>
                    </a:cubicBezTo>
                    <a:cubicBezTo>
                      <a:pt x="4475" y="2085"/>
                      <a:pt x="4533" y="1886"/>
                      <a:pt x="4641" y="1688"/>
                    </a:cubicBezTo>
                    <a:cubicBezTo>
                      <a:pt x="4748" y="1480"/>
                      <a:pt x="4856" y="1257"/>
                      <a:pt x="4748" y="1025"/>
                    </a:cubicBezTo>
                    <a:cubicBezTo>
                      <a:pt x="4737" y="990"/>
                      <a:pt x="4694" y="972"/>
                      <a:pt x="4655" y="972"/>
                    </a:cubicBezTo>
                    <a:cubicBezTo>
                      <a:pt x="4637" y="972"/>
                      <a:pt x="4620" y="976"/>
                      <a:pt x="4607" y="983"/>
                    </a:cubicBezTo>
                    <a:cubicBezTo>
                      <a:pt x="4574" y="1016"/>
                      <a:pt x="4541" y="1041"/>
                      <a:pt x="4508" y="1074"/>
                    </a:cubicBezTo>
                    <a:cubicBezTo>
                      <a:pt x="4500" y="1074"/>
                      <a:pt x="4483" y="1074"/>
                      <a:pt x="4467" y="1083"/>
                    </a:cubicBezTo>
                    <a:cubicBezTo>
                      <a:pt x="4367" y="1108"/>
                      <a:pt x="4334" y="1207"/>
                      <a:pt x="4293" y="1282"/>
                    </a:cubicBezTo>
                    <a:cubicBezTo>
                      <a:pt x="4268" y="1331"/>
                      <a:pt x="4243" y="1381"/>
                      <a:pt x="4218" y="1431"/>
                    </a:cubicBezTo>
                    <a:cubicBezTo>
                      <a:pt x="4218" y="1422"/>
                      <a:pt x="4218" y="1414"/>
                      <a:pt x="4218" y="1406"/>
                    </a:cubicBezTo>
                    <a:cubicBezTo>
                      <a:pt x="4223" y="1335"/>
                      <a:pt x="4167" y="1295"/>
                      <a:pt x="4109" y="1295"/>
                    </a:cubicBezTo>
                    <a:cubicBezTo>
                      <a:pt x="4072" y="1295"/>
                      <a:pt x="4034" y="1312"/>
                      <a:pt x="4011" y="1348"/>
                    </a:cubicBezTo>
                    <a:cubicBezTo>
                      <a:pt x="3978" y="1406"/>
                      <a:pt x="3945" y="1464"/>
                      <a:pt x="3903" y="1514"/>
                    </a:cubicBezTo>
                    <a:cubicBezTo>
                      <a:pt x="3887" y="1538"/>
                      <a:pt x="3870" y="1555"/>
                      <a:pt x="3845" y="1580"/>
                    </a:cubicBezTo>
                    <a:cubicBezTo>
                      <a:pt x="3837" y="1588"/>
                      <a:pt x="3812" y="1613"/>
                      <a:pt x="3795" y="1630"/>
                    </a:cubicBezTo>
                    <a:cubicBezTo>
                      <a:pt x="3787" y="1605"/>
                      <a:pt x="3779" y="1580"/>
                      <a:pt x="3762" y="1555"/>
                    </a:cubicBezTo>
                    <a:cubicBezTo>
                      <a:pt x="3737" y="1489"/>
                      <a:pt x="3713" y="1422"/>
                      <a:pt x="3679" y="1356"/>
                    </a:cubicBezTo>
                    <a:cubicBezTo>
                      <a:pt x="3660" y="1303"/>
                      <a:pt x="3616" y="1273"/>
                      <a:pt x="3570" y="1273"/>
                    </a:cubicBezTo>
                    <a:cubicBezTo>
                      <a:pt x="3538" y="1273"/>
                      <a:pt x="3505" y="1288"/>
                      <a:pt x="3481" y="1323"/>
                    </a:cubicBezTo>
                    <a:cubicBezTo>
                      <a:pt x="3423" y="1398"/>
                      <a:pt x="3373" y="1472"/>
                      <a:pt x="3323" y="1547"/>
                    </a:cubicBezTo>
                    <a:cubicBezTo>
                      <a:pt x="3298" y="1580"/>
                      <a:pt x="3273" y="1621"/>
                      <a:pt x="3240" y="1654"/>
                    </a:cubicBezTo>
                    <a:cubicBezTo>
                      <a:pt x="3240" y="1663"/>
                      <a:pt x="3232" y="1663"/>
                      <a:pt x="3224" y="1671"/>
                    </a:cubicBezTo>
                    <a:cubicBezTo>
                      <a:pt x="3182" y="1621"/>
                      <a:pt x="3157" y="1555"/>
                      <a:pt x="3124" y="1497"/>
                    </a:cubicBezTo>
                    <a:cubicBezTo>
                      <a:pt x="3083" y="1422"/>
                      <a:pt x="3041" y="1348"/>
                      <a:pt x="3000" y="1273"/>
                    </a:cubicBezTo>
                    <a:cubicBezTo>
                      <a:pt x="2976" y="1235"/>
                      <a:pt x="2936" y="1216"/>
                      <a:pt x="2897" y="1216"/>
                    </a:cubicBezTo>
                    <a:cubicBezTo>
                      <a:pt x="2868" y="1216"/>
                      <a:pt x="2839" y="1227"/>
                      <a:pt x="2818" y="1248"/>
                    </a:cubicBezTo>
                    <a:cubicBezTo>
                      <a:pt x="2760" y="1306"/>
                      <a:pt x="2718" y="1364"/>
                      <a:pt x="2669" y="1431"/>
                    </a:cubicBezTo>
                    <a:cubicBezTo>
                      <a:pt x="2644" y="1315"/>
                      <a:pt x="2619" y="1207"/>
                      <a:pt x="2602" y="1091"/>
                    </a:cubicBezTo>
                    <a:cubicBezTo>
                      <a:pt x="2587" y="1039"/>
                      <a:pt x="2532" y="1007"/>
                      <a:pt x="2479" y="1007"/>
                    </a:cubicBezTo>
                    <a:cubicBezTo>
                      <a:pt x="2473" y="1007"/>
                      <a:pt x="2467" y="1007"/>
                      <a:pt x="2461" y="1008"/>
                    </a:cubicBezTo>
                    <a:cubicBezTo>
                      <a:pt x="2403" y="1016"/>
                      <a:pt x="2370" y="1058"/>
                      <a:pt x="2362" y="1124"/>
                    </a:cubicBezTo>
                    <a:cubicBezTo>
                      <a:pt x="2352" y="1206"/>
                      <a:pt x="2270" y="1235"/>
                      <a:pt x="2185" y="1235"/>
                    </a:cubicBezTo>
                    <a:cubicBezTo>
                      <a:pt x="2124" y="1235"/>
                      <a:pt x="2061" y="1220"/>
                      <a:pt x="2022" y="1199"/>
                    </a:cubicBezTo>
                    <a:cubicBezTo>
                      <a:pt x="1840" y="1108"/>
                      <a:pt x="1716" y="934"/>
                      <a:pt x="1558" y="818"/>
                    </a:cubicBezTo>
                    <a:cubicBezTo>
                      <a:pt x="1475" y="760"/>
                      <a:pt x="1376" y="710"/>
                      <a:pt x="1285" y="693"/>
                    </a:cubicBezTo>
                    <a:cubicBezTo>
                      <a:pt x="1255" y="689"/>
                      <a:pt x="1227" y="687"/>
                      <a:pt x="1199" y="687"/>
                    </a:cubicBezTo>
                    <a:cubicBezTo>
                      <a:pt x="1121" y="687"/>
                      <a:pt x="1052" y="704"/>
                      <a:pt x="978" y="735"/>
                    </a:cubicBezTo>
                    <a:cubicBezTo>
                      <a:pt x="951" y="742"/>
                      <a:pt x="934" y="748"/>
                      <a:pt x="918" y="748"/>
                    </a:cubicBezTo>
                    <a:cubicBezTo>
                      <a:pt x="900" y="748"/>
                      <a:pt x="885" y="740"/>
                      <a:pt x="862" y="718"/>
                    </a:cubicBezTo>
                    <a:cubicBezTo>
                      <a:pt x="829" y="677"/>
                      <a:pt x="796" y="627"/>
                      <a:pt x="763" y="586"/>
                    </a:cubicBezTo>
                    <a:cubicBezTo>
                      <a:pt x="680" y="486"/>
                      <a:pt x="597" y="387"/>
                      <a:pt x="523" y="287"/>
                    </a:cubicBezTo>
                    <a:cubicBezTo>
                      <a:pt x="506" y="267"/>
                      <a:pt x="479" y="258"/>
                      <a:pt x="452" y="258"/>
                    </a:cubicBezTo>
                    <a:cubicBezTo>
                      <a:pt x="411" y="258"/>
                      <a:pt x="368" y="278"/>
                      <a:pt x="349" y="312"/>
                    </a:cubicBezTo>
                    <a:lnTo>
                      <a:pt x="340" y="345"/>
                    </a:lnTo>
                    <a:cubicBezTo>
                      <a:pt x="332" y="337"/>
                      <a:pt x="324" y="329"/>
                      <a:pt x="316" y="320"/>
                    </a:cubicBezTo>
                    <a:lnTo>
                      <a:pt x="316" y="221"/>
                    </a:lnTo>
                    <a:cubicBezTo>
                      <a:pt x="316" y="163"/>
                      <a:pt x="266" y="105"/>
                      <a:pt x="208" y="97"/>
                    </a:cubicBezTo>
                    <a:cubicBezTo>
                      <a:pt x="200" y="88"/>
                      <a:pt x="200" y="72"/>
                      <a:pt x="200" y="55"/>
                    </a:cubicBezTo>
                    <a:cubicBezTo>
                      <a:pt x="190" y="17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6" name="Google Shape;3846;p9"/>
              <p:cNvSpPr/>
              <p:nvPr/>
            </p:nvSpPr>
            <p:spPr>
              <a:xfrm>
                <a:off x="728575" y="3174350"/>
                <a:ext cx="114825" cy="119025"/>
              </a:xfrm>
              <a:custGeom>
                <a:rect b="b" l="l" r="r" t="t"/>
                <a:pathLst>
                  <a:path extrusionOk="0" h="4761" w="4593">
                    <a:moveTo>
                      <a:pt x="3993" y="1"/>
                    </a:moveTo>
                    <a:cubicBezTo>
                      <a:pt x="3975" y="1"/>
                      <a:pt x="3958" y="7"/>
                      <a:pt x="3946" y="19"/>
                    </a:cubicBezTo>
                    <a:cubicBezTo>
                      <a:pt x="3847" y="102"/>
                      <a:pt x="3871" y="276"/>
                      <a:pt x="3863" y="392"/>
                    </a:cubicBezTo>
                    <a:cubicBezTo>
                      <a:pt x="3847" y="508"/>
                      <a:pt x="3830" y="632"/>
                      <a:pt x="3813" y="748"/>
                    </a:cubicBezTo>
                    <a:cubicBezTo>
                      <a:pt x="3722" y="831"/>
                      <a:pt x="3648" y="931"/>
                      <a:pt x="3573" y="1030"/>
                    </a:cubicBezTo>
                    <a:cubicBezTo>
                      <a:pt x="3573" y="980"/>
                      <a:pt x="3573" y="922"/>
                      <a:pt x="3548" y="873"/>
                    </a:cubicBezTo>
                    <a:cubicBezTo>
                      <a:pt x="3544" y="856"/>
                      <a:pt x="3532" y="848"/>
                      <a:pt x="3519" y="848"/>
                    </a:cubicBezTo>
                    <a:cubicBezTo>
                      <a:pt x="3507" y="848"/>
                      <a:pt x="3494" y="856"/>
                      <a:pt x="3490" y="873"/>
                    </a:cubicBezTo>
                    <a:cubicBezTo>
                      <a:pt x="3474" y="922"/>
                      <a:pt x="3482" y="980"/>
                      <a:pt x="3474" y="1030"/>
                    </a:cubicBezTo>
                    <a:cubicBezTo>
                      <a:pt x="3457" y="1088"/>
                      <a:pt x="3457" y="1146"/>
                      <a:pt x="3457" y="1204"/>
                    </a:cubicBezTo>
                    <a:cubicBezTo>
                      <a:pt x="3457" y="1212"/>
                      <a:pt x="3449" y="1221"/>
                      <a:pt x="3449" y="1237"/>
                    </a:cubicBezTo>
                    <a:cubicBezTo>
                      <a:pt x="3432" y="1270"/>
                      <a:pt x="3407" y="1312"/>
                      <a:pt x="3383" y="1345"/>
                    </a:cubicBezTo>
                    <a:cubicBezTo>
                      <a:pt x="3308" y="1469"/>
                      <a:pt x="3225" y="1594"/>
                      <a:pt x="3117" y="1693"/>
                    </a:cubicBezTo>
                    <a:cubicBezTo>
                      <a:pt x="3010" y="1792"/>
                      <a:pt x="2877" y="1875"/>
                      <a:pt x="2736" y="1942"/>
                    </a:cubicBezTo>
                    <a:cubicBezTo>
                      <a:pt x="2455" y="2066"/>
                      <a:pt x="2140" y="2132"/>
                      <a:pt x="1833" y="2174"/>
                    </a:cubicBezTo>
                    <a:cubicBezTo>
                      <a:pt x="1747" y="2183"/>
                      <a:pt x="1658" y="2189"/>
                      <a:pt x="1568" y="2189"/>
                    </a:cubicBezTo>
                    <a:cubicBezTo>
                      <a:pt x="1494" y="2189"/>
                      <a:pt x="1419" y="2185"/>
                      <a:pt x="1344" y="2174"/>
                    </a:cubicBezTo>
                    <a:cubicBezTo>
                      <a:pt x="1270" y="2157"/>
                      <a:pt x="1195" y="2132"/>
                      <a:pt x="1129" y="2099"/>
                    </a:cubicBezTo>
                    <a:cubicBezTo>
                      <a:pt x="1054" y="2066"/>
                      <a:pt x="988" y="2008"/>
                      <a:pt x="897" y="2000"/>
                    </a:cubicBezTo>
                    <a:cubicBezTo>
                      <a:pt x="889" y="1999"/>
                      <a:pt x="881" y="1998"/>
                      <a:pt x="874" y="1998"/>
                    </a:cubicBezTo>
                    <a:cubicBezTo>
                      <a:pt x="809" y="1998"/>
                      <a:pt x="750" y="2029"/>
                      <a:pt x="698" y="2066"/>
                    </a:cubicBezTo>
                    <a:cubicBezTo>
                      <a:pt x="653" y="2101"/>
                      <a:pt x="617" y="2124"/>
                      <a:pt x="578" y="2124"/>
                    </a:cubicBezTo>
                    <a:cubicBezTo>
                      <a:pt x="552" y="2124"/>
                      <a:pt x="524" y="2114"/>
                      <a:pt x="491" y="2091"/>
                    </a:cubicBezTo>
                    <a:cubicBezTo>
                      <a:pt x="433" y="2049"/>
                      <a:pt x="383" y="1983"/>
                      <a:pt x="333" y="1925"/>
                    </a:cubicBezTo>
                    <a:cubicBezTo>
                      <a:pt x="317" y="1875"/>
                      <a:pt x="300" y="1826"/>
                      <a:pt x="284" y="1776"/>
                    </a:cubicBezTo>
                    <a:cubicBezTo>
                      <a:pt x="261" y="1717"/>
                      <a:pt x="208" y="1692"/>
                      <a:pt x="157" y="1692"/>
                    </a:cubicBezTo>
                    <a:cubicBezTo>
                      <a:pt x="77" y="1692"/>
                      <a:pt x="0" y="1752"/>
                      <a:pt x="35" y="1842"/>
                    </a:cubicBezTo>
                    <a:cubicBezTo>
                      <a:pt x="159" y="2182"/>
                      <a:pt x="251" y="2530"/>
                      <a:pt x="284" y="2886"/>
                    </a:cubicBezTo>
                    <a:cubicBezTo>
                      <a:pt x="300" y="3060"/>
                      <a:pt x="309" y="3242"/>
                      <a:pt x="300" y="3425"/>
                    </a:cubicBezTo>
                    <a:cubicBezTo>
                      <a:pt x="300" y="3582"/>
                      <a:pt x="267" y="3740"/>
                      <a:pt x="292" y="3897"/>
                    </a:cubicBezTo>
                    <a:cubicBezTo>
                      <a:pt x="325" y="4054"/>
                      <a:pt x="425" y="4162"/>
                      <a:pt x="574" y="4220"/>
                    </a:cubicBezTo>
                    <a:cubicBezTo>
                      <a:pt x="748" y="4278"/>
                      <a:pt x="922" y="4328"/>
                      <a:pt x="1096" y="4378"/>
                    </a:cubicBezTo>
                    <a:cubicBezTo>
                      <a:pt x="1444" y="4477"/>
                      <a:pt x="1808" y="4568"/>
                      <a:pt x="2165" y="4643"/>
                    </a:cubicBezTo>
                    <a:cubicBezTo>
                      <a:pt x="2417" y="4691"/>
                      <a:pt x="2687" y="4761"/>
                      <a:pt x="2952" y="4761"/>
                    </a:cubicBezTo>
                    <a:cubicBezTo>
                      <a:pt x="3052" y="4761"/>
                      <a:pt x="3152" y="4751"/>
                      <a:pt x="3250" y="4726"/>
                    </a:cubicBezTo>
                    <a:cubicBezTo>
                      <a:pt x="3557" y="4659"/>
                      <a:pt x="3871" y="4477"/>
                      <a:pt x="4128" y="4295"/>
                    </a:cubicBezTo>
                    <a:cubicBezTo>
                      <a:pt x="4261" y="4204"/>
                      <a:pt x="4377" y="4096"/>
                      <a:pt x="4451" y="3963"/>
                    </a:cubicBezTo>
                    <a:cubicBezTo>
                      <a:pt x="4526" y="3822"/>
                      <a:pt x="4559" y="3665"/>
                      <a:pt x="4576" y="3508"/>
                    </a:cubicBezTo>
                    <a:cubicBezTo>
                      <a:pt x="4592" y="3350"/>
                      <a:pt x="4592" y="3176"/>
                      <a:pt x="4526" y="3027"/>
                    </a:cubicBezTo>
                    <a:cubicBezTo>
                      <a:pt x="4476" y="2894"/>
                      <a:pt x="4377" y="2795"/>
                      <a:pt x="4277" y="2696"/>
                    </a:cubicBezTo>
                    <a:cubicBezTo>
                      <a:pt x="4161" y="2596"/>
                      <a:pt x="4037" y="2505"/>
                      <a:pt x="3963" y="2364"/>
                    </a:cubicBezTo>
                    <a:cubicBezTo>
                      <a:pt x="3871" y="2215"/>
                      <a:pt x="3871" y="2033"/>
                      <a:pt x="3888" y="1859"/>
                    </a:cubicBezTo>
                    <a:cubicBezTo>
                      <a:pt x="3929" y="1478"/>
                      <a:pt x="4095" y="1113"/>
                      <a:pt x="4037" y="715"/>
                    </a:cubicBezTo>
                    <a:cubicBezTo>
                      <a:pt x="4037" y="707"/>
                      <a:pt x="4037" y="699"/>
                      <a:pt x="4021" y="682"/>
                    </a:cubicBezTo>
                    <a:cubicBezTo>
                      <a:pt x="4045" y="591"/>
                      <a:pt x="4062" y="500"/>
                      <a:pt x="4079" y="400"/>
                    </a:cubicBezTo>
                    <a:cubicBezTo>
                      <a:pt x="4095" y="284"/>
                      <a:pt x="4137" y="110"/>
                      <a:pt x="4045" y="19"/>
                    </a:cubicBezTo>
                    <a:cubicBezTo>
                      <a:pt x="4029" y="7"/>
                      <a:pt x="4010" y="1"/>
                      <a:pt x="39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7" name="Google Shape;3847;p9"/>
              <p:cNvSpPr/>
              <p:nvPr/>
            </p:nvSpPr>
            <p:spPr>
              <a:xfrm>
                <a:off x="815000" y="3184575"/>
                <a:ext cx="2700" cy="8075"/>
              </a:xfrm>
              <a:custGeom>
                <a:rect b="b" l="l" r="r" t="t"/>
                <a:pathLst>
                  <a:path extrusionOk="0" h="323" w="108">
                    <a:moveTo>
                      <a:pt x="70" y="1"/>
                    </a:moveTo>
                    <a:cubicBezTo>
                      <a:pt x="60" y="1"/>
                      <a:pt x="49" y="5"/>
                      <a:pt x="42" y="16"/>
                    </a:cubicBezTo>
                    <a:cubicBezTo>
                      <a:pt x="42" y="25"/>
                      <a:pt x="33" y="33"/>
                      <a:pt x="33" y="41"/>
                    </a:cubicBezTo>
                    <a:cubicBezTo>
                      <a:pt x="25" y="58"/>
                      <a:pt x="25" y="66"/>
                      <a:pt x="25" y="83"/>
                    </a:cubicBezTo>
                    <a:cubicBezTo>
                      <a:pt x="17" y="107"/>
                      <a:pt x="17" y="124"/>
                      <a:pt x="17" y="149"/>
                    </a:cubicBezTo>
                    <a:cubicBezTo>
                      <a:pt x="8" y="190"/>
                      <a:pt x="8" y="240"/>
                      <a:pt x="0" y="281"/>
                    </a:cubicBezTo>
                    <a:cubicBezTo>
                      <a:pt x="0" y="306"/>
                      <a:pt x="25" y="323"/>
                      <a:pt x="42" y="323"/>
                    </a:cubicBezTo>
                    <a:cubicBezTo>
                      <a:pt x="66" y="323"/>
                      <a:pt x="83" y="306"/>
                      <a:pt x="91" y="281"/>
                    </a:cubicBezTo>
                    <a:cubicBezTo>
                      <a:pt x="91" y="240"/>
                      <a:pt x="91" y="199"/>
                      <a:pt x="100" y="149"/>
                    </a:cubicBezTo>
                    <a:cubicBezTo>
                      <a:pt x="100" y="132"/>
                      <a:pt x="100" y="107"/>
                      <a:pt x="108" y="83"/>
                    </a:cubicBezTo>
                    <a:cubicBezTo>
                      <a:pt x="108" y="74"/>
                      <a:pt x="108" y="66"/>
                      <a:pt x="108" y="49"/>
                    </a:cubicBezTo>
                    <a:cubicBezTo>
                      <a:pt x="100" y="41"/>
                      <a:pt x="100" y="33"/>
                      <a:pt x="100" y="16"/>
                    </a:cubicBezTo>
                    <a:cubicBezTo>
                      <a:pt x="95" y="7"/>
                      <a:pt x="83" y="1"/>
                      <a:pt x="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8" name="Google Shape;3848;p9"/>
              <p:cNvSpPr/>
              <p:nvPr/>
            </p:nvSpPr>
            <p:spPr>
              <a:xfrm>
                <a:off x="804625" y="3210750"/>
                <a:ext cx="2925" cy="12775"/>
              </a:xfrm>
              <a:custGeom>
                <a:rect b="b" l="l" r="r" t="t"/>
                <a:pathLst>
                  <a:path extrusionOk="0" h="511" w="117">
                    <a:moveTo>
                      <a:pt x="81" y="1"/>
                    </a:moveTo>
                    <a:cubicBezTo>
                      <a:pt x="70" y="1"/>
                      <a:pt x="58" y="7"/>
                      <a:pt x="51" y="22"/>
                    </a:cubicBezTo>
                    <a:cubicBezTo>
                      <a:pt x="34" y="96"/>
                      <a:pt x="17" y="162"/>
                      <a:pt x="17" y="245"/>
                    </a:cubicBezTo>
                    <a:cubicBezTo>
                      <a:pt x="9" y="320"/>
                      <a:pt x="1" y="394"/>
                      <a:pt x="1" y="469"/>
                    </a:cubicBezTo>
                    <a:cubicBezTo>
                      <a:pt x="1" y="494"/>
                      <a:pt x="17" y="510"/>
                      <a:pt x="42" y="510"/>
                    </a:cubicBezTo>
                    <a:cubicBezTo>
                      <a:pt x="67" y="510"/>
                      <a:pt x="84" y="486"/>
                      <a:pt x="84" y="469"/>
                    </a:cubicBezTo>
                    <a:lnTo>
                      <a:pt x="109" y="245"/>
                    </a:lnTo>
                    <a:cubicBezTo>
                      <a:pt x="117" y="171"/>
                      <a:pt x="117" y="96"/>
                      <a:pt x="109" y="30"/>
                    </a:cubicBezTo>
                    <a:cubicBezTo>
                      <a:pt x="109" y="11"/>
                      <a:pt x="95" y="1"/>
                      <a:pt x="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9" name="Google Shape;3849;p9"/>
              <p:cNvSpPr/>
              <p:nvPr/>
            </p:nvSpPr>
            <p:spPr>
              <a:xfrm>
                <a:off x="797800" y="3205250"/>
                <a:ext cx="1875" cy="7500"/>
              </a:xfrm>
              <a:custGeom>
                <a:rect b="b" l="l" r="r" t="t"/>
                <a:pathLst>
                  <a:path extrusionOk="0" h="300" w="75">
                    <a:moveTo>
                      <a:pt x="53" y="1"/>
                    </a:moveTo>
                    <a:cubicBezTo>
                      <a:pt x="47" y="1"/>
                      <a:pt x="42" y="3"/>
                      <a:pt x="42" y="10"/>
                    </a:cubicBezTo>
                    <a:cubicBezTo>
                      <a:pt x="25" y="92"/>
                      <a:pt x="9" y="184"/>
                      <a:pt x="0" y="266"/>
                    </a:cubicBezTo>
                    <a:cubicBezTo>
                      <a:pt x="0" y="283"/>
                      <a:pt x="17" y="300"/>
                      <a:pt x="34" y="300"/>
                    </a:cubicBezTo>
                    <a:cubicBezTo>
                      <a:pt x="50" y="300"/>
                      <a:pt x="58" y="283"/>
                      <a:pt x="58" y="266"/>
                    </a:cubicBezTo>
                    <a:cubicBezTo>
                      <a:pt x="67" y="184"/>
                      <a:pt x="75" y="101"/>
                      <a:pt x="75" y="18"/>
                    </a:cubicBezTo>
                    <a:cubicBezTo>
                      <a:pt x="75" y="8"/>
                      <a:pt x="62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0" name="Google Shape;3850;p9"/>
              <p:cNvSpPr/>
              <p:nvPr/>
            </p:nvSpPr>
            <p:spPr>
              <a:xfrm>
                <a:off x="551500" y="3203825"/>
                <a:ext cx="6450" cy="27675"/>
              </a:xfrm>
              <a:custGeom>
                <a:rect b="b" l="l" r="r" t="t"/>
                <a:pathLst>
                  <a:path extrusionOk="0" h="1107" w="258">
                    <a:moveTo>
                      <a:pt x="134" y="0"/>
                    </a:moveTo>
                    <a:cubicBezTo>
                      <a:pt x="67" y="0"/>
                      <a:pt x="34" y="50"/>
                      <a:pt x="26" y="116"/>
                    </a:cubicBezTo>
                    <a:cubicBezTo>
                      <a:pt x="1" y="265"/>
                      <a:pt x="26" y="423"/>
                      <a:pt x="34" y="580"/>
                    </a:cubicBezTo>
                    <a:cubicBezTo>
                      <a:pt x="42" y="738"/>
                      <a:pt x="51" y="895"/>
                      <a:pt x="67" y="1044"/>
                    </a:cubicBezTo>
                    <a:cubicBezTo>
                      <a:pt x="71" y="1086"/>
                      <a:pt x="102" y="1106"/>
                      <a:pt x="132" y="1106"/>
                    </a:cubicBezTo>
                    <a:cubicBezTo>
                      <a:pt x="163" y="1106"/>
                      <a:pt x="192" y="1086"/>
                      <a:pt x="192" y="1044"/>
                    </a:cubicBezTo>
                    <a:cubicBezTo>
                      <a:pt x="200" y="895"/>
                      <a:pt x="208" y="738"/>
                      <a:pt x="225" y="580"/>
                    </a:cubicBezTo>
                    <a:cubicBezTo>
                      <a:pt x="233" y="423"/>
                      <a:pt x="258" y="265"/>
                      <a:pt x="250" y="116"/>
                    </a:cubicBezTo>
                    <a:cubicBezTo>
                      <a:pt x="250" y="50"/>
                      <a:pt x="200" y="0"/>
                      <a:pt x="1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1" name="Google Shape;3851;p9"/>
              <p:cNvSpPr/>
              <p:nvPr/>
            </p:nvSpPr>
            <p:spPr>
              <a:xfrm>
                <a:off x="560625" y="3210925"/>
                <a:ext cx="3350" cy="11975"/>
              </a:xfrm>
              <a:custGeom>
                <a:rect b="b" l="l" r="r" t="t"/>
                <a:pathLst>
                  <a:path extrusionOk="0" h="479" w="134">
                    <a:moveTo>
                      <a:pt x="67" y="0"/>
                    </a:moveTo>
                    <a:cubicBezTo>
                      <a:pt x="59" y="0"/>
                      <a:pt x="50" y="2"/>
                      <a:pt x="42" y="6"/>
                    </a:cubicBezTo>
                    <a:cubicBezTo>
                      <a:pt x="1" y="31"/>
                      <a:pt x="1" y="81"/>
                      <a:pt x="1" y="122"/>
                    </a:cubicBezTo>
                    <a:cubicBezTo>
                      <a:pt x="1" y="155"/>
                      <a:pt x="1" y="189"/>
                      <a:pt x="1" y="213"/>
                    </a:cubicBezTo>
                    <a:cubicBezTo>
                      <a:pt x="1" y="280"/>
                      <a:pt x="1" y="346"/>
                      <a:pt x="1" y="412"/>
                    </a:cubicBezTo>
                    <a:cubicBezTo>
                      <a:pt x="1" y="445"/>
                      <a:pt x="34" y="479"/>
                      <a:pt x="67" y="479"/>
                    </a:cubicBezTo>
                    <a:cubicBezTo>
                      <a:pt x="100" y="470"/>
                      <a:pt x="125" y="445"/>
                      <a:pt x="125" y="412"/>
                    </a:cubicBezTo>
                    <a:cubicBezTo>
                      <a:pt x="125" y="346"/>
                      <a:pt x="125" y="280"/>
                      <a:pt x="125" y="213"/>
                    </a:cubicBezTo>
                    <a:cubicBezTo>
                      <a:pt x="125" y="189"/>
                      <a:pt x="133" y="155"/>
                      <a:pt x="125" y="122"/>
                    </a:cubicBezTo>
                    <a:lnTo>
                      <a:pt x="133" y="122"/>
                    </a:lnTo>
                    <a:cubicBezTo>
                      <a:pt x="133" y="81"/>
                      <a:pt x="133" y="31"/>
                      <a:pt x="92" y="6"/>
                    </a:cubicBezTo>
                    <a:cubicBezTo>
                      <a:pt x="83" y="2"/>
                      <a:pt x="75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2" name="Google Shape;3852;p9"/>
              <p:cNvSpPr/>
              <p:nvPr/>
            </p:nvSpPr>
            <p:spPr>
              <a:xfrm>
                <a:off x="577400" y="3226175"/>
                <a:ext cx="3975" cy="14550"/>
              </a:xfrm>
              <a:custGeom>
                <a:rect b="b" l="l" r="r" t="t"/>
                <a:pathLst>
                  <a:path extrusionOk="0" h="582" w="159">
                    <a:moveTo>
                      <a:pt x="50" y="0"/>
                    </a:moveTo>
                    <a:cubicBezTo>
                      <a:pt x="36" y="0"/>
                      <a:pt x="22" y="8"/>
                      <a:pt x="17" y="26"/>
                    </a:cubicBezTo>
                    <a:cubicBezTo>
                      <a:pt x="9" y="51"/>
                      <a:pt x="1" y="67"/>
                      <a:pt x="1" y="92"/>
                    </a:cubicBezTo>
                    <a:cubicBezTo>
                      <a:pt x="1" y="109"/>
                      <a:pt x="9" y="134"/>
                      <a:pt x="9" y="150"/>
                    </a:cubicBezTo>
                    <a:cubicBezTo>
                      <a:pt x="9" y="192"/>
                      <a:pt x="9" y="233"/>
                      <a:pt x="17" y="275"/>
                    </a:cubicBezTo>
                    <a:lnTo>
                      <a:pt x="42" y="523"/>
                    </a:lnTo>
                    <a:cubicBezTo>
                      <a:pt x="42" y="548"/>
                      <a:pt x="67" y="581"/>
                      <a:pt x="100" y="581"/>
                    </a:cubicBezTo>
                    <a:cubicBezTo>
                      <a:pt x="125" y="581"/>
                      <a:pt x="158" y="548"/>
                      <a:pt x="150" y="523"/>
                    </a:cubicBezTo>
                    <a:cubicBezTo>
                      <a:pt x="150" y="440"/>
                      <a:pt x="141" y="357"/>
                      <a:pt x="133" y="266"/>
                    </a:cubicBezTo>
                    <a:cubicBezTo>
                      <a:pt x="125" y="225"/>
                      <a:pt x="117" y="183"/>
                      <a:pt x="117" y="142"/>
                    </a:cubicBezTo>
                    <a:cubicBezTo>
                      <a:pt x="117" y="117"/>
                      <a:pt x="108" y="101"/>
                      <a:pt x="108" y="76"/>
                    </a:cubicBezTo>
                    <a:cubicBezTo>
                      <a:pt x="100" y="59"/>
                      <a:pt x="92" y="34"/>
                      <a:pt x="83" y="18"/>
                    </a:cubicBezTo>
                    <a:cubicBezTo>
                      <a:pt x="76" y="6"/>
                      <a:pt x="63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3" name="Google Shape;3853;p9"/>
              <p:cNvSpPr/>
              <p:nvPr/>
            </p:nvSpPr>
            <p:spPr>
              <a:xfrm>
                <a:off x="621475" y="3220900"/>
                <a:ext cx="8350" cy="34050"/>
              </a:xfrm>
              <a:custGeom>
                <a:rect b="b" l="l" r="r" t="t"/>
                <a:pathLst>
                  <a:path extrusionOk="0" h="1362" w="334">
                    <a:moveTo>
                      <a:pt x="235" y="1"/>
                    </a:moveTo>
                    <a:cubicBezTo>
                      <a:pt x="224" y="1"/>
                      <a:pt x="214" y="5"/>
                      <a:pt x="210" y="13"/>
                    </a:cubicBezTo>
                    <a:cubicBezTo>
                      <a:pt x="152" y="80"/>
                      <a:pt x="152" y="212"/>
                      <a:pt x="143" y="303"/>
                    </a:cubicBezTo>
                    <a:cubicBezTo>
                      <a:pt x="135" y="411"/>
                      <a:pt x="127" y="519"/>
                      <a:pt x="118" y="626"/>
                    </a:cubicBezTo>
                    <a:cubicBezTo>
                      <a:pt x="94" y="842"/>
                      <a:pt x="60" y="1066"/>
                      <a:pt x="11" y="1273"/>
                    </a:cubicBezTo>
                    <a:cubicBezTo>
                      <a:pt x="1" y="1328"/>
                      <a:pt x="39" y="1362"/>
                      <a:pt x="78" y="1362"/>
                    </a:cubicBezTo>
                    <a:cubicBezTo>
                      <a:pt x="104" y="1362"/>
                      <a:pt x="130" y="1347"/>
                      <a:pt x="143" y="1314"/>
                    </a:cubicBezTo>
                    <a:cubicBezTo>
                      <a:pt x="218" y="1090"/>
                      <a:pt x="276" y="875"/>
                      <a:pt x="309" y="651"/>
                    </a:cubicBezTo>
                    <a:cubicBezTo>
                      <a:pt x="317" y="535"/>
                      <a:pt x="334" y="428"/>
                      <a:pt x="334" y="312"/>
                    </a:cubicBezTo>
                    <a:cubicBezTo>
                      <a:pt x="334" y="229"/>
                      <a:pt x="334" y="80"/>
                      <a:pt x="268" y="13"/>
                    </a:cubicBezTo>
                    <a:cubicBezTo>
                      <a:pt x="259" y="5"/>
                      <a:pt x="247" y="1"/>
                      <a:pt x="2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4" name="Google Shape;3854;p9"/>
              <p:cNvSpPr/>
              <p:nvPr/>
            </p:nvSpPr>
            <p:spPr>
              <a:xfrm>
                <a:off x="635600" y="3230500"/>
                <a:ext cx="3975" cy="11450"/>
              </a:xfrm>
              <a:custGeom>
                <a:rect b="b" l="l" r="r" t="t"/>
                <a:pathLst>
                  <a:path extrusionOk="0" h="458" w="159">
                    <a:moveTo>
                      <a:pt x="113" y="0"/>
                    </a:moveTo>
                    <a:cubicBezTo>
                      <a:pt x="100" y="0"/>
                      <a:pt x="88" y="6"/>
                      <a:pt x="84" y="19"/>
                    </a:cubicBezTo>
                    <a:cubicBezTo>
                      <a:pt x="75" y="85"/>
                      <a:pt x="67" y="151"/>
                      <a:pt x="59" y="218"/>
                    </a:cubicBezTo>
                    <a:cubicBezTo>
                      <a:pt x="51" y="284"/>
                      <a:pt x="26" y="350"/>
                      <a:pt x="9" y="408"/>
                    </a:cubicBezTo>
                    <a:cubicBezTo>
                      <a:pt x="1" y="425"/>
                      <a:pt x="9" y="450"/>
                      <a:pt x="34" y="458"/>
                    </a:cubicBezTo>
                    <a:cubicBezTo>
                      <a:pt x="51" y="458"/>
                      <a:pt x="67" y="450"/>
                      <a:pt x="75" y="433"/>
                    </a:cubicBezTo>
                    <a:cubicBezTo>
                      <a:pt x="100" y="367"/>
                      <a:pt x="125" y="300"/>
                      <a:pt x="133" y="226"/>
                    </a:cubicBezTo>
                    <a:cubicBezTo>
                      <a:pt x="150" y="160"/>
                      <a:pt x="158" y="85"/>
                      <a:pt x="142" y="19"/>
                    </a:cubicBezTo>
                    <a:cubicBezTo>
                      <a:pt x="138" y="6"/>
                      <a:pt x="125" y="0"/>
                      <a:pt x="1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5" name="Google Shape;3855;p9"/>
              <p:cNvSpPr/>
              <p:nvPr/>
            </p:nvSpPr>
            <p:spPr>
              <a:xfrm>
                <a:off x="300500" y="3143125"/>
                <a:ext cx="11450" cy="33050"/>
              </a:xfrm>
              <a:custGeom>
                <a:rect b="b" l="l" r="r" t="t"/>
                <a:pathLst>
                  <a:path extrusionOk="0" h="1322" w="458">
                    <a:moveTo>
                      <a:pt x="107" y="1"/>
                    </a:moveTo>
                    <a:cubicBezTo>
                      <a:pt x="55" y="1"/>
                      <a:pt x="1" y="47"/>
                      <a:pt x="16" y="117"/>
                    </a:cubicBezTo>
                    <a:cubicBezTo>
                      <a:pt x="90" y="490"/>
                      <a:pt x="165" y="871"/>
                      <a:pt x="231" y="1243"/>
                    </a:cubicBezTo>
                    <a:cubicBezTo>
                      <a:pt x="241" y="1298"/>
                      <a:pt x="283" y="1321"/>
                      <a:pt x="327" y="1321"/>
                    </a:cubicBezTo>
                    <a:cubicBezTo>
                      <a:pt x="390" y="1321"/>
                      <a:pt x="458" y="1272"/>
                      <a:pt x="438" y="1194"/>
                    </a:cubicBezTo>
                    <a:lnTo>
                      <a:pt x="339" y="722"/>
                    </a:lnTo>
                    <a:cubicBezTo>
                      <a:pt x="305" y="498"/>
                      <a:pt x="256" y="282"/>
                      <a:pt x="189" y="67"/>
                    </a:cubicBezTo>
                    <a:cubicBezTo>
                      <a:pt x="176" y="21"/>
                      <a:pt x="142" y="1"/>
                      <a:pt x="1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6" name="Google Shape;3856;p9"/>
              <p:cNvSpPr/>
              <p:nvPr/>
            </p:nvSpPr>
            <p:spPr>
              <a:xfrm>
                <a:off x="316825" y="3154100"/>
                <a:ext cx="5625" cy="18475"/>
              </a:xfrm>
              <a:custGeom>
                <a:rect b="b" l="l" r="r" t="t"/>
                <a:pathLst>
                  <a:path extrusionOk="0" h="739" w="225">
                    <a:moveTo>
                      <a:pt x="83" y="0"/>
                    </a:moveTo>
                    <a:cubicBezTo>
                      <a:pt x="80" y="0"/>
                      <a:pt x="78" y="0"/>
                      <a:pt x="75" y="1"/>
                    </a:cubicBezTo>
                    <a:cubicBezTo>
                      <a:pt x="0" y="1"/>
                      <a:pt x="25" y="109"/>
                      <a:pt x="34" y="158"/>
                    </a:cubicBezTo>
                    <a:cubicBezTo>
                      <a:pt x="42" y="216"/>
                      <a:pt x="50" y="274"/>
                      <a:pt x="67" y="324"/>
                    </a:cubicBezTo>
                    <a:cubicBezTo>
                      <a:pt x="83" y="448"/>
                      <a:pt x="100" y="564"/>
                      <a:pt x="108" y="689"/>
                    </a:cubicBezTo>
                    <a:cubicBezTo>
                      <a:pt x="108" y="722"/>
                      <a:pt x="133" y="738"/>
                      <a:pt x="158" y="738"/>
                    </a:cubicBezTo>
                    <a:cubicBezTo>
                      <a:pt x="183" y="738"/>
                      <a:pt x="208" y="722"/>
                      <a:pt x="208" y="689"/>
                    </a:cubicBezTo>
                    <a:cubicBezTo>
                      <a:pt x="224" y="564"/>
                      <a:pt x="224" y="440"/>
                      <a:pt x="208" y="316"/>
                    </a:cubicBezTo>
                    <a:lnTo>
                      <a:pt x="216" y="316"/>
                    </a:lnTo>
                    <a:cubicBezTo>
                      <a:pt x="208" y="258"/>
                      <a:pt x="199" y="200"/>
                      <a:pt x="183" y="142"/>
                    </a:cubicBezTo>
                    <a:cubicBezTo>
                      <a:pt x="167" y="94"/>
                      <a:pt x="143" y="0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7" name="Google Shape;3857;p9"/>
              <p:cNvSpPr/>
              <p:nvPr/>
            </p:nvSpPr>
            <p:spPr>
              <a:xfrm>
                <a:off x="360825" y="3150575"/>
                <a:ext cx="4900" cy="19500"/>
              </a:xfrm>
              <a:custGeom>
                <a:rect b="b" l="l" r="r" t="t"/>
                <a:pathLst>
                  <a:path extrusionOk="0" h="780" w="196">
                    <a:moveTo>
                      <a:pt x="120" y="0"/>
                    </a:moveTo>
                    <a:cubicBezTo>
                      <a:pt x="103" y="0"/>
                      <a:pt x="85" y="7"/>
                      <a:pt x="80" y="18"/>
                    </a:cubicBezTo>
                    <a:cubicBezTo>
                      <a:pt x="72" y="34"/>
                      <a:pt x="63" y="42"/>
                      <a:pt x="55" y="67"/>
                    </a:cubicBezTo>
                    <a:cubicBezTo>
                      <a:pt x="55" y="84"/>
                      <a:pt x="55" y="92"/>
                      <a:pt x="55" y="109"/>
                    </a:cubicBezTo>
                    <a:cubicBezTo>
                      <a:pt x="55" y="134"/>
                      <a:pt x="55" y="167"/>
                      <a:pt x="55" y="200"/>
                    </a:cubicBezTo>
                    <a:cubicBezTo>
                      <a:pt x="47" y="258"/>
                      <a:pt x="55" y="316"/>
                      <a:pt x="47" y="374"/>
                    </a:cubicBezTo>
                    <a:cubicBezTo>
                      <a:pt x="38" y="490"/>
                      <a:pt x="30" y="606"/>
                      <a:pt x="5" y="722"/>
                    </a:cubicBezTo>
                    <a:cubicBezTo>
                      <a:pt x="0" y="757"/>
                      <a:pt x="25" y="780"/>
                      <a:pt x="50" y="780"/>
                    </a:cubicBezTo>
                    <a:cubicBezTo>
                      <a:pt x="66" y="780"/>
                      <a:pt x="82" y="770"/>
                      <a:pt x="88" y="747"/>
                    </a:cubicBezTo>
                    <a:cubicBezTo>
                      <a:pt x="130" y="631"/>
                      <a:pt x="163" y="506"/>
                      <a:pt x="179" y="374"/>
                    </a:cubicBezTo>
                    <a:cubicBezTo>
                      <a:pt x="188" y="316"/>
                      <a:pt x="196" y="250"/>
                      <a:pt x="196" y="192"/>
                    </a:cubicBezTo>
                    <a:lnTo>
                      <a:pt x="188" y="192"/>
                    </a:lnTo>
                    <a:cubicBezTo>
                      <a:pt x="188" y="158"/>
                      <a:pt x="179" y="125"/>
                      <a:pt x="179" y="100"/>
                    </a:cubicBezTo>
                    <a:cubicBezTo>
                      <a:pt x="179" y="84"/>
                      <a:pt x="179" y="67"/>
                      <a:pt x="171" y="51"/>
                    </a:cubicBezTo>
                    <a:cubicBezTo>
                      <a:pt x="163" y="34"/>
                      <a:pt x="154" y="26"/>
                      <a:pt x="146" y="9"/>
                    </a:cubicBezTo>
                    <a:cubicBezTo>
                      <a:pt x="140" y="3"/>
                      <a:pt x="130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8" name="Google Shape;3858;p9"/>
              <p:cNvSpPr/>
              <p:nvPr/>
            </p:nvSpPr>
            <p:spPr>
              <a:xfrm>
                <a:off x="369850" y="3150550"/>
                <a:ext cx="4575" cy="13950"/>
              </a:xfrm>
              <a:custGeom>
                <a:rect b="b" l="l" r="r" t="t"/>
                <a:pathLst>
                  <a:path extrusionOk="0" h="558" w="183">
                    <a:moveTo>
                      <a:pt x="140" y="0"/>
                    </a:moveTo>
                    <a:cubicBezTo>
                      <a:pt x="132" y="0"/>
                      <a:pt x="124" y="3"/>
                      <a:pt x="117" y="10"/>
                    </a:cubicBezTo>
                    <a:cubicBezTo>
                      <a:pt x="108" y="27"/>
                      <a:pt x="92" y="43"/>
                      <a:pt x="83" y="60"/>
                    </a:cubicBezTo>
                    <a:cubicBezTo>
                      <a:pt x="75" y="85"/>
                      <a:pt x="67" y="110"/>
                      <a:pt x="59" y="126"/>
                    </a:cubicBezTo>
                    <a:cubicBezTo>
                      <a:pt x="50" y="168"/>
                      <a:pt x="42" y="209"/>
                      <a:pt x="34" y="251"/>
                    </a:cubicBezTo>
                    <a:cubicBezTo>
                      <a:pt x="17" y="333"/>
                      <a:pt x="9" y="416"/>
                      <a:pt x="1" y="507"/>
                    </a:cubicBezTo>
                    <a:cubicBezTo>
                      <a:pt x="1" y="532"/>
                      <a:pt x="25" y="557"/>
                      <a:pt x="50" y="557"/>
                    </a:cubicBezTo>
                    <a:cubicBezTo>
                      <a:pt x="83" y="557"/>
                      <a:pt x="100" y="532"/>
                      <a:pt x="100" y="507"/>
                    </a:cubicBezTo>
                    <a:cubicBezTo>
                      <a:pt x="108" y="425"/>
                      <a:pt x="125" y="350"/>
                      <a:pt x="141" y="275"/>
                    </a:cubicBezTo>
                    <a:cubicBezTo>
                      <a:pt x="150" y="242"/>
                      <a:pt x="158" y="201"/>
                      <a:pt x="166" y="168"/>
                    </a:cubicBezTo>
                    <a:cubicBezTo>
                      <a:pt x="175" y="126"/>
                      <a:pt x="183" y="85"/>
                      <a:pt x="183" y="43"/>
                    </a:cubicBezTo>
                    <a:cubicBezTo>
                      <a:pt x="183" y="20"/>
                      <a:pt x="162" y="0"/>
                      <a:pt x="1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9"/>
              <p:cNvSpPr/>
              <p:nvPr/>
            </p:nvSpPr>
            <p:spPr>
              <a:xfrm>
                <a:off x="352875" y="2998525"/>
                <a:ext cx="173600" cy="157475"/>
              </a:xfrm>
              <a:custGeom>
                <a:rect b="b" l="l" r="r" t="t"/>
                <a:pathLst>
                  <a:path extrusionOk="0" h="6299" w="6944">
                    <a:moveTo>
                      <a:pt x="322" y="1"/>
                    </a:moveTo>
                    <a:cubicBezTo>
                      <a:pt x="228" y="1"/>
                      <a:pt x="165" y="113"/>
                      <a:pt x="141" y="209"/>
                    </a:cubicBezTo>
                    <a:cubicBezTo>
                      <a:pt x="17" y="565"/>
                      <a:pt x="0" y="954"/>
                      <a:pt x="17" y="1335"/>
                    </a:cubicBezTo>
                    <a:cubicBezTo>
                      <a:pt x="33" y="1949"/>
                      <a:pt x="124" y="2570"/>
                      <a:pt x="290" y="3166"/>
                    </a:cubicBezTo>
                    <a:cubicBezTo>
                      <a:pt x="232" y="3059"/>
                      <a:pt x="166" y="2943"/>
                      <a:pt x="108" y="2827"/>
                    </a:cubicBezTo>
                    <a:lnTo>
                      <a:pt x="108" y="2827"/>
                    </a:lnTo>
                    <a:lnTo>
                      <a:pt x="423" y="3945"/>
                    </a:lnTo>
                    <a:cubicBezTo>
                      <a:pt x="439" y="3995"/>
                      <a:pt x="456" y="4053"/>
                      <a:pt x="431" y="4103"/>
                    </a:cubicBezTo>
                    <a:cubicBezTo>
                      <a:pt x="420" y="4137"/>
                      <a:pt x="381" y="4163"/>
                      <a:pt x="345" y="4163"/>
                    </a:cubicBezTo>
                    <a:cubicBezTo>
                      <a:pt x="328" y="4163"/>
                      <a:pt x="312" y="4157"/>
                      <a:pt x="298" y="4144"/>
                    </a:cubicBezTo>
                    <a:lnTo>
                      <a:pt x="298" y="4152"/>
                    </a:lnTo>
                    <a:cubicBezTo>
                      <a:pt x="472" y="4476"/>
                      <a:pt x="547" y="4865"/>
                      <a:pt x="497" y="5221"/>
                    </a:cubicBezTo>
                    <a:cubicBezTo>
                      <a:pt x="464" y="5478"/>
                      <a:pt x="224" y="5735"/>
                      <a:pt x="216" y="5967"/>
                    </a:cubicBezTo>
                    <a:cubicBezTo>
                      <a:pt x="211" y="6134"/>
                      <a:pt x="300" y="6200"/>
                      <a:pt x="410" y="6200"/>
                    </a:cubicBezTo>
                    <a:cubicBezTo>
                      <a:pt x="518" y="6200"/>
                      <a:pt x="647" y="6136"/>
                      <a:pt x="729" y="6042"/>
                    </a:cubicBezTo>
                    <a:cubicBezTo>
                      <a:pt x="945" y="5793"/>
                      <a:pt x="1069" y="5412"/>
                      <a:pt x="1119" y="5097"/>
                    </a:cubicBezTo>
                    <a:cubicBezTo>
                      <a:pt x="1144" y="4890"/>
                      <a:pt x="1160" y="4650"/>
                      <a:pt x="1334" y="4542"/>
                    </a:cubicBezTo>
                    <a:cubicBezTo>
                      <a:pt x="1395" y="4501"/>
                      <a:pt x="1464" y="4485"/>
                      <a:pt x="1536" y="4485"/>
                    </a:cubicBezTo>
                    <a:cubicBezTo>
                      <a:pt x="1669" y="4485"/>
                      <a:pt x="1812" y="4541"/>
                      <a:pt x="1931" y="4600"/>
                    </a:cubicBezTo>
                    <a:cubicBezTo>
                      <a:pt x="2652" y="4956"/>
                      <a:pt x="3339" y="5379"/>
                      <a:pt x="4068" y="5710"/>
                    </a:cubicBezTo>
                    <a:cubicBezTo>
                      <a:pt x="4778" y="6044"/>
                      <a:pt x="5552" y="6299"/>
                      <a:pt x="6342" y="6299"/>
                    </a:cubicBezTo>
                    <a:cubicBezTo>
                      <a:pt x="6355" y="6299"/>
                      <a:pt x="6367" y="6299"/>
                      <a:pt x="6380" y="6298"/>
                    </a:cubicBezTo>
                    <a:cubicBezTo>
                      <a:pt x="6604" y="6290"/>
                      <a:pt x="6877" y="6224"/>
                      <a:pt x="6927" y="6000"/>
                    </a:cubicBezTo>
                    <a:cubicBezTo>
                      <a:pt x="6943" y="5926"/>
                      <a:pt x="6919" y="5843"/>
                      <a:pt x="6902" y="5768"/>
                    </a:cubicBezTo>
                    <a:cubicBezTo>
                      <a:pt x="6736" y="5122"/>
                      <a:pt x="6554" y="4484"/>
                      <a:pt x="6363" y="3846"/>
                    </a:cubicBezTo>
                    <a:cubicBezTo>
                      <a:pt x="6351" y="3789"/>
                      <a:pt x="6299" y="3727"/>
                      <a:pt x="6254" y="3727"/>
                    </a:cubicBezTo>
                    <a:cubicBezTo>
                      <a:pt x="6239" y="3727"/>
                      <a:pt x="6226" y="3733"/>
                      <a:pt x="6214" y="3746"/>
                    </a:cubicBezTo>
                    <a:cubicBezTo>
                      <a:pt x="6020" y="4212"/>
                      <a:pt x="5517" y="4520"/>
                      <a:pt x="5018" y="4520"/>
                    </a:cubicBezTo>
                    <a:cubicBezTo>
                      <a:pt x="4922" y="4520"/>
                      <a:pt x="4825" y="4508"/>
                      <a:pt x="4731" y="4484"/>
                    </a:cubicBezTo>
                    <a:cubicBezTo>
                      <a:pt x="4416" y="4409"/>
                      <a:pt x="4135" y="4219"/>
                      <a:pt x="3811" y="4194"/>
                    </a:cubicBezTo>
                    <a:cubicBezTo>
                      <a:pt x="3671" y="4186"/>
                      <a:pt x="3521" y="4202"/>
                      <a:pt x="3389" y="4161"/>
                    </a:cubicBezTo>
                    <a:cubicBezTo>
                      <a:pt x="3256" y="4111"/>
                      <a:pt x="3140" y="3954"/>
                      <a:pt x="3215" y="3829"/>
                    </a:cubicBezTo>
                    <a:cubicBezTo>
                      <a:pt x="3240" y="3788"/>
                      <a:pt x="3281" y="3746"/>
                      <a:pt x="3265" y="3697"/>
                    </a:cubicBezTo>
                    <a:cubicBezTo>
                      <a:pt x="3256" y="3664"/>
                      <a:pt x="3215" y="3647"/>
                      <a:pt x="3182" y="3630"/>
                    </a:cubicBezTo>
                    <a:cubicBezTo>
                      <a:pt x="2801" y="3498"/>
                      <a:pt x="2328" y="3490"/>
                      <a:pt x="2063" y="3175"/>
                    </a:cubicBezTo>
                    <a:cubicBezTo>
                      <a:pt x="2121" y="3166"/>
                      <a:pt x="2179" y="3158"/>
                      <a:pt x="2246" y="3158"/>
                    </a:cubicBezTo>
                    <a:cubicBezTo>
                      <a:pt x="2063" y="3026"/>
                      <a:pt x="1815" y="3067"/>
                      <a:pt x="1608" y="2984"/>
                    </a:cubicBezTo>
                    <a:cubicBezTo>
                      <a:pt x="1458" y="2918"/>
                      <a:pt x="1342" y="2785"/>
                      <a:pt x="1243" y="2644"/>
                    </a:cubicBezTo>
                    <a:cubicBezTo>
                      <a:pt x="1077" y="2396"/>
                      <a:pt x="936" y="2131"/>
                      <a:pt x="837" y="1857"/>
                    </a:cubicBezTo>
                    <a:cubicBezTo>
                      <a:pt x="646" y="1344"/>
                      <a:pt x="588" y="805"/>
                      <a:pt x="514" y="267"/>
                    </a:cubicBezTo>
                    <a:cubicBezTo>
                      <a:pt x="497" y="151"/>
                      <a:pt x="456" y="1"/>
                      <a:pt x="332" y="1"/>
                    </a:cubicBezTo>
                    <a:cubicBezTo>
                      <a:pt x="328" y="1"/>
                      <a:pt x="325" y="1"/>
                      <a:pt x="322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9"/>
              <p:cNvSpPr/>
              <p:nvPr/>
            </p:nvSpPr>
            <p:spPr>
              <a:xfrm>
                <a:off x="497650" y="2994350"/>
                <a:ext cx="60725" cy="198675"/>
              </a:xfrm>
              <a:custGeom>
                <a:rect b="b" l="l" r="r" t="t"/>
                <a:pathLst>
                  <a:path extrusionOk="0" h="7947" w="2429">
                    <a:moveTo>
                      <a:pt x="711" y="1"/>
                    </a:moveTo>
                    <a:cubicBezTo>
                      <a:pt x="336" y="1"/>
                      <a:pt x="158" y="521"/>
                      <a:pt x="100" y="840"/>
                    </a:cubicBezTo>
                    <a:cubicBezTo>
                      <a:pt x="1" y="1337"/>
                      <a:pt x="34" y="1842"/>
                      <a:pt x="117" y="2339"/>
                    </a:cubicBezTo>
                    <a:cubicBezTo>
                      <a:pt x="208" y="2869"/>
                      <a:pt x="357" y="3391"/>
                      <a:pt x="456" y="3922"/>
                    </a:cubicBezTo>
                    <a:cubicBezTo>
                      <a:pt x="556" y="4444"/>
                      <a:pt x="606" y="4974"/>
                      <a:pt x="705" y="5496"/>
                    </a:cubicBezTo>
                    <a:cubicBezTo>
                      <a:pt x="804" y="6035"/>
                      <a:pt x="978" y="6557"/>
                      <a:pt x="1244" y="7045"/>
                    </a:cubicBezTo>
                    <a:cubicBezTo>
                      <a:pt x="1368" y="7269"/>
                      <a:pt x="1509" y="7509"/>
                      <a:pt x="1683" y="7700"/>
                    </a:cubicBezTo>
                    <a:cubicBezTo>
                      <a:pt x="1809" y="7832"/>
                      <a:pt x="1978" y="7946"/>
                      <a:pt x="2153" y="7946"/>
                    </a:cubicBezTo>
                    <a:cubicBezTo>
                      <a:pt x="2220" y="7946"/>
                      <a:pt x="2287" y="7929"/>
                      <a:pt x="2354" y="7890"/>
                    </a:cubicBezTo>
                    <a:cubicBezTo>
                      <a:pt x="2404" y="7866"/>
                      <a:pt x="2428" y="7799"/>
                      <a:pt x="2412" y="7741"/>
                    </a:cubicBezTo>
                    <a:cubicBezTo>
                      <a:pt x="1890" y="5977"/>
                      <a:pt x="1534" y="4162"/>
                      <a:pt x="1351" y="2331"/>
                    </a:cubicBezTo>
                    <a:cubicBezTo>
                      <a:pt x="1326" y="2132"/>
                      <a:pt x="1310" y="1925"/>
                      <a:pt x="1293" y="1726"/>
                    </a:cubicBezTo>
                    <a:cubicBezTo>
                      <a:pt x="1310" y="1594"/>
                      <a:pt x="1310" y="1461"/>
                      <a:pt x="1318" y="1337"/>
                    </a:cubicBezTo>
                    <a:cubicBezTo>
                      <a:pt x="1335" y="906"/>
                      <a:pt x="1384" y="226"/>
                      <a:pt x="887" y="36"/>
                    </a:cubicBezTo>
                    <a:cubicBezTo>
                      <a:pt x="824" y="12"/>
                      <a:pt x="766" y="1"/>
                      <a:pt x="711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9"/>
              <p:cNvSpPr/>
              <p:nvPr/>
            </p:nvSpPr>
            <p:spPr>
              <a:xfrm>
                <a:off x="537225" y="3065650"/>
                <a:ext cx="10275" cy="44225"/>
              </a:xfrm>
              <a:custGeom>
                <a:rect b="b" l="l" r="r" t="t"/>
                <a:pathLst>
                  <a:path extrusionOk="0" h="1769" w="411">
                    <a:moveTo>
                      <a:pt x="127" y="1"/>
                    </a:moveTo>
                    <a:cubicBezTo>
                      <a:pt x="100" y="1"/>
                      <a:pt x="74" y="16"/>
                      <a:pt x="67" y="51"/>
                    </a:cubicBezTo>
                    <a:cubicBezTo>
                      <a:pt x="0" y="332"/>
                      <a:pt x="42" y="614"/>
                      <a:pt x="83" y="896"/>
                    </a:cubicBezTo>
                    <a:cubicBezTo>
                      <a:pt x="100" y="1037"/>
                      <a:pt x="125" y="1169"/>
                      <a:pt x="158" y="1310"/>
                    </a:cubicBezTo>
                    <a:cubicBezTo>
                      <a:pt x="191" y="1451"/>
                      <a:pt x="249" y="1583"/>
                      <a:pt x="299" y="1733"/>
                    </a:cubicBezTo>
                    <a:cubicBezTo>
                      <a:pt x="306" y="1756"/>
                      <a:pt x="332" y="1768"/>
                      <a:pt x="356" y="1768"/>
                    </a:cubicBezTo>
                    <a:cubicBezTo>
                      <a:pt x="384" y="1768"/>
                      <a:pt x="411" y="1752"/>
                      <a:pt x="406" y="1716"/>
                    </a:cubicBezTo>
                    <a:cubicBezTo>
                      <a:pt x="398" y="1575"/>
                      <a:pt x="406" y="1443"/>
                      <a:pt x="390" y="1310"/>
                    </a:cubicBezTo>
                    <a:cubicBezTo>
                      <a:pt x="373" y="1169"/>
                      <a:pt x="357" y="1020"/>
                      <a:pt x="340" y="879"/>
                    </a:cubicBezTo>
                    <a:cubicBezTo>
                      <a:pt x="307" y="597"/>
                      <a:pt x="299" y="316"/>
                      <a:pt x="199" y="51"/>
                    </a:cubicBezTo>
                    <a:cubicBezTo>
                      <a:pt x="190" y="20"/>
                      <a:pt x="158" y="1"/>
                      <a:pt x="1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9"/>
              <p:cNvSpPr/>
              <p:nvPr/>
            </p:nvSpPr>
            <p:spPr>
              <a:xfrm>
                <a:off x="539700" y="3042350"/>
                <a:ext cx="3350" cy="10275"/>
              </a:xfrm>
              <a:custGeom>
                <a:rect b="b" l="l" r="r" t="t"/>
                <a:pathLst>
                  <a:path extrusionOk="0" h="411" w="134">
                    <a:moveTo>
                      <a:pt x="71" y="1"/>
                    </a:moveTo>
                    <a:cubicBezTo>
                      <a:pt x="50" y="1"/>
                      <a:pt x="30" y="13"/>
                      <a:pt x="26" y="38"/>
                    </a:cubicBezTo>
                    <a:cubicBezTo>
                      <a:pt x="17" y="55"/>
                      <a:pt x="17" y="71"/>
                      <a:pt x="17" y="80"/>
                    </a:cubicBezTo>
                    <a:cubicBezTo>
                      <a:pt x="17" y="96"/>
                      <a:pt x="9" y="104"/>
                      <a:pt x="9" y="121"/>
                    </a:cubicBezTo>
                    <a:cubicBezTo>
                      <a:pt x="9" y="121"/>
                      <a:pt x="9" y="129"/>
                      <a:pt x="9" y="129"/>
                    </a:cubicBezTo>
                    <a:cubicBezTo>
                      <a:pt x="9" y="138"/>
                      <a:pt x="1" y="146"/>
                      <a:pt x="1" y="154"/>
                    </a:cubicBezTo>
                    <a:cubicBezTo>
                      <a:pt x="1" y="171"/>
                      <a:pt x="1" y="187"/>
                      <a:pt x="9" y="196"/>
                    </a:cubicBezTo>
                    <a:cubicBezTo>
                      <a:pt x="9" y="245"/>
                      <a:pt x="9" y="303"/>
                      <a:pt x="9" y="353"/>
                    </a:cubicBezTo>
                    <a:cubicBezTo>
                      <a:pt x="9" y="378"/>
                      <a:pt x="34" y="411"/>
                      <a:pt x="67" y="411"/>
                    </a:cubicBezTo>
                    <a:cubicBezTo>
                      <a:pt x="100" y="411"/>
                      <a:pt x="125" y="386"/>
                      <a:pt x="125" y="353"/>
                    </a:cubicBezTo>
                    <a:cubicBezTo>
                      <a:pt x="133" y="303"/>
                      <a:pt x="133" y="245"/>
                      <a:pt x="133" y="196"/>
                    </a:cubicBezTo>
                    <a:lnTo>
                      <a:pt x="133" y="154"/>
                    </a:lnTo>
                    <a:cubicBezTo>
                      <a:pt x="133" y="146"/>
                      <a:pt x="133" y="138"/>
                      <a:pt x="133" y="129"/>
                    </a:cubicBezTo>
                    <a:cubicBezTo>
                      <a:pt x="133" y="129"/>
                      <a:pt x="125" y="121"/>
                      <a:pt x="125" y="121"/>
                    </a:cubicBezTo>
                    <a:cubicBezTo>
                      <a:pt x="125" y="88"/>
                      <a:pt x="125" y="63"/>
                      <a:pt x="117" y="38"/>
                    </a:cubicBezTo>
                    <a:cubicBezTo>
                      <a:pt x="113" y="13"/>
                      <a:pt x="92" y="1"/>
                      <a:pt x="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9"/>
              <p:cNvSpPr/>
              <p:nvPr/>
            </p:nvSpPr>
            <p:spPr>
              <a:xfrm>
                <a:off x="548400" y="3099975"/>
                <a:ext cx="3350" cy="10250"/>
              </a:xfrm>
              <a:custGeom>
                <a:rect b="b" l="l" r="r" t="t"/>
                <a:pathLst>
                  <a:path extrusionOk="0" h="410" w="134">
                    <a:moveTo>
                      <a:pt x="55" y="0"/>
                    </a:moveTo>
                    <a:cubicBezTo>
                      <a:pt x="42" y="0"/>
                      <a:pt x="30" y="6"/>
                      <a:pt x="26" y="20"/>
                    </a:cubicBezTo>
                    <a:cubicBezTo>
                      <a:pt x="17" y="28"/>
                      <a:pt x="9" y="36"/>
                      <a:pt x="9" y="45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1" y="61"/>
                      <a:pt x="1" y="78"/>
                      <a:pt x="1" y="86"/>
                    </a:cubicBezTo>
                    <a:cubicBezTo>
                      <a:pt x="1" y="94"/>
                      <a:pt x="1" y="103"/>
                      <a:pt x="1" y="111"/>
                    </a:cubicBezTo>
                    <a:cubicBezTo>
                      <a:pt x="9" y="136"/>
                      <a:pt x="9" y="161"/>
                      <a:pt x="9" y="186"/>
                    </a:cubicBezTo>
                    <a:cubicBezTo>
                      <a:pt x="9" y="244"/>
                      <a:pt x="9" y="293"/>
                      <a:pt x="1" y="343"/>
                    </a:cubicBezTo>
                    <a:cubicBezTo>
                      <a:pt x="1" y="376"/>
                      <a:pt x="34" y="409"/>
                      <a:pt x="67" y="409"/>
                    </a:cubicBezTo>
                    <a:cubicBezTo>
                      <a:pt x="100" y="409"/>
                      <a:pt x="125" y="384"/>
                      <a:pt x="125" y="343"/>
                    </a:cubicBezTo>
                    <a:cubicBezTo>
                      <a:pt x="133" y="293"/>
                      <a:pt x="133" y="244"/>
                      <a:pt x="133" y="186"/>
                    </a:cubicBezTo>
                    <a:cubicBezTo>
                      <a:pt x="133" y="161"/>
                      <a:pt x="133" y="136"/>
                      <a:pt x="133" y="111"/>
                    </a:cubicBezTo>
                    <a:lnTo>
                      <a:pt x="133" y="103"/>
                    </a:lnTo>
                    <a:cubicBezTo>
                      <a:pt x="133" y="78"/>
                      <a:pt x="125" y="53"/>
                      <a:pt x="108" y="36"/>
                    </a:cubicBezTo>
                    <a:lnTo>
                      <a:pt x="100" y="36"/>
                    </a:lnTo>
                    <a:cubicBezTo>
                      <a:pt x="100" y="28"/>
                      <a:pt x="92" y="20"/>
                      <a:pt x="84" y="12"/>
                    </a:cubicBezTo>
                    <a:cubicBezTo>
                      <a:pt x="76" y="4"/>
                      <a:pt x="65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9"/>
              <p:cNvSpPr/>
              <p:nvPr/>
            </p:nvSpPr>
            <p:spPr>
              <a:xfrm>
                <a:off x="817575" y="3084650"/>
                <a:ext cx="12550" cy="26100"/>
              </a:xfrm>
              <a:custGeom>
                <a:rect b="b" l="l" r="r" t="t"/>
                <a:pathLst>
                  <a:path extrusionOk="0" h="1044" w="502">
                    <a:moveTo>
                      <a:pt x="443" y="1"/>
                    </a:moveTo>
                    <a:cubicBezTo>
                      <a:pt x="428" y="1"/>
                      <a:pt x="412" y="9"/>
                      <a:pt x="403" y="28"/>
                    </a:cubicBezTo>
                    <a:cubicBezTo>
                      <a:pt x="361" y="103"/>
                      <a:pt x="345" y="177"/>
                      <a:pt x="320" y="260"/>
                    </a:cubicBezTo>
                    <a:cubicBezTo>
                      <a:pt x="295" y="335"/>
                      <a:pt x="270" y="417"/>
                      <a:pt x="237" y="500"/>
                    </a:cubicBezTo>
                    <a:cubicBezTo>
                      <a:pt x="179" y="658"/>
                      <a:pt x="113" y="807"/>
                      <a:pt x="30" y="948"/>
                    </a:cubicBezTo>
                    <a:cubicBezTo>
                      <a:pt x="1" y="999"/>
                      <a:pt x="40" y="1043"/>
                      <a:pt x="80" y="1043"/>
                    </a:cubicBezTo>
                    <a:cubicBezTo>
                      <a:pt x="98" y="1043"/>
                      <a:pt x="116" y="1034"/>
                      <a:pt x="129" y="1014"/>
                    </a:cubicBezTo>
                    <a:cubicBezTo>
                      <a:pt x="229" y="865"/>
                      <a:pt x="311" y="716"/>
                      <a:pt x="378" y="550"/>
                    </a:cubicBezTo>
                    <a:cubicBezTo>
                      <a:pt x="411" y="475"/>
                      <a:pt x="436" y="393"/>
                      <a:pt x="461" y="310"/>
                    </a:cubicBezTo>
                    <a:cubicBezTo>
                      <a:pt x="485" y="227"/>
                      <a:pt x="502" y="144"/>
                      <a:pt x="494" y="53"/>
                    </a:cubicBezTo>
                    <a:cubicBezTo>
                      <a:pt x="494" y="22"/>
                      <a:pt x="468" y="1"/>
                      <a:pt x="4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9"/>
              <p:cNvSpPr/>
              <p:nvPr/>
            </p:nvSpPr>
            <p:spPr>
              <a:xfrm>
                <a:off x="652375" y="3091725"/>
                <a:ext cx="8525" cy="37900"/>
              </a:xfrm>
              <a:custGeom>
                <a:rect b="b" l="l" r="r" t="t"/>
                <a:pathLst>
                  <a:path extrusionOk="0" h="1516" w="341">
                    <a:moveTo>
                      <a:pt x="161" y="0"/>
                    </a:moveTo>
                    <a:cubicBezTo>
                      <a:pt x="124" y="0"/>
                      <a:pt x="88" y="23"/>
                      <a:pt x="92" y="68"/>
                    </a:cubicBezTo>
                    <a:cubicBezTo>
                      <a:pt x="100" y="300"/>
                      <a:pt x="84" y="532"/>
                      <a:pt x="76" y="764"/>
                    </a:cubicBezTo>
                    <a:cubicBezTo>
                      <a:pt x="67" y="880"/>
                      <a:pt x="67" y="988"/>
                      <a:pt x="51" y="1104"/>
                    </a:cubicBezTo>
                    <a:cubicBezTo>
                      <a:pt x="42" y="1154"/>
                      <a:pt x="42" y="1195"/>
                      <a:pt x="34" y="1245"/>
                    </a:cubicBezTo>
                    <a:cubicBezTo>
                      <a:pt x="18" y="1294"/>
                      <a:pt x="1" y="1352"/>
                      <a:pt x="9" y="1410"/>
                    </a:cubicBezTo>
                    <a:cubicBezTo>
                      <a:pt x="16" y="1468"/>
                      <a:pt x="61" y="1515"/>
                      <a:pt x="116" y="1515"/>
                    </a:cubicBezTo>
                    <a:cubicBezTo>
                      <a:pt x="132" y="1515"/>
                      <a:pt x="150" y="1511"/>
                      <a:pt x="167" y="1502"/>
                    </a:cubicBezTo>
                    <a:cubicBezTo>
                      <a:pt x="283" y="1435"/>
                      <a:pt x="299" y="1286"/>
                      <a:pt x="316" y="1170"/>
                    </a:cubicBezTo>
                    <a:cubicBezTo>
                      <a:pt x="332" y="1046"/>
                      <a:pt x="332" y="922"/>
                      <a:pt x="341" y="806"/>
                    </a:cubicBezTo>
                    <a:cubicBezTo>
                      <a:pt x="341" y="681"/>
                      <a:pt x="332" y="557"/>
                      <a:pt x="316" y="433"/>
                    </a:cubicBezTo>
                    <a:cubicBezTo>
                      <a:pt x="299" y="308"/>
                      <a:pt x="266" y="184"/>
                      <a:pt x="233" y="52"/>
                    </a:cubicBezTo>
                    <a:cubicBezTo>
                      <a:pt x="225" y="17"/>
                      <a:pt x="193" y="0"/>
                      <a:pt x="1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9"/>
              <p:cNvSpPr/>
              <p:nvPr/>
            </p:nvSpPr>
            <p:spPr>
              <a:xfrm>
                <a:off x="647425" y="3102125"/>
                <a:ext cx="4375" cy="17200"/>
              </a:xfrm>
              <a:custGeom>
                <a:rect b="b" l="l" r="r" t="t"/>
                <a:pathLst>
                  <a:path extrusionOk="0" h="688" w="175">
                    <a:moveTo>
                      <a:pt x="100" y="0"/>
                    </a:moveTo>
                    <a:cubicBezTo>
                      <a:pt x="66" y="0"/>
                      <a:pt x="33" y="33"/>
                      <a:pt x="33" y="75"/>
                    </a:cubicBezTo>
                    <a:cubicBezTo>
                      <a:pt x="33" y="166"/>
                      <a:pt x="33" y="265"/>
                      <a:pt x="25" y="356"/>
                    </a:cubicBezTo>
                    <a:cubicBezTo>
                      <a:pt x="17" y="448"/>
                      <a:pt x="0" y="539"/>
                      <a:pt x="0" y="630"/>
                    </a:cubicBezTo>
                    <a:cubicBezTo>
                      <a:pt x="0" y="662"/>
                      <a:pt x="35" y="688"/>
                      <a:pt x="67" y="688"/>
                    </a:cubicBezTo>
                    <a:cubicBezTo>
                      <a:pt x="83" y="688"/>
                      <a:pt x="99" y="680"/>
                      <a:pt x="108" y="663"/>
                    </a:cubicBezTo>
                    <a:cubicBezTo>
                      <a:pt x="116" y="638"/>
                      <a:pt x="124" y="613"/>
                      <a:pt x="133" y="588"/>
                    </a:cubicBezTo>
                    <a:cubicBezTo>
                      <a:pt x="141" y="564"/>
                      <a:pt x="141" y="539"/>
                      <a:pt x="149" y="514"/>
                    </a:cubicBezTo>
                    <a:cubicBezTo>
                      <a:pt x="158" y="464"/>
                      <a:pt x="166" y="414"/>
                      <a:pt x="166" y="365"/>
                    </a:cubicBezTo>
                    <a:cubicBezTo>
                      <a:pt x="174" y="265"/>
                      <a:pt x="174" y="174"/>
                      <a:pt x="174" y="75"/>
                    </a:cubicBezTo>
                    <a:cubicBezTo>
                      <a:pt x="174" y="33"/>
                      <a:pt x="141" y="0"/>
                      <a:pt x="1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9"/>
              <p:cNvSpPr/>
              <p:nvPr/>
            </p:nvSpPr>
            <p:spPr>
              <a:xfrm>
                <a:off x="660050" y="3034375"/>
                <a:ext cx="206100" cy="166525"/>
              </a:xfrm>
              <a:custGeom>
                <a:rect b="b" l="l" r="r" t="t"/>
                <a:pathLst>
                  <a:path extrusionOk="0" h="6661" w="8244">
                    <a:moveTo>
                      <a:pt x="7963" y="0"/>
                    </a:moveTo>
                    <a:cubicBezTo>
                      <a:pt x="7925" y="0"/>
                      <a:pt x="7888" y="17"/>
                      <a:pt x="7863" y="59"/>
                    </a:cubicBezTo>
                    <a:cubicBezTo>
                      <a:pt x="7499" y="655"/>
                      <a:pt x="7358" y="1343"/>
                      <a:pt x="7176" y="2014"/>
                    </a:cubicBezTo>
                    <a:cubicBezTo>
                      <a:pt x="7076" y="2379"/>
                      <a:pt x="6952" y="2727"/>
                      <a:pt x="6786" y="3058"/>
                    </a:cubicBezTo>
                    <a:cubicBezTo>
                      <a:pt x="6621" y="3323"/>
                      <a:pt x="6430" y="3580"/>
                      <a:pt x="6206" y="3804"/>
                    </a:cubicBezTo>
                    <a:cubicBezTo>
                      <a:pt x="6273" y="3655"/>
                      <a:pt x="6331" y="3506"/>
                      <a:pt x="6389" y="3356"/>
                    </a:cubicBezTo>
                    <a:cubicBezTo>
                      <a:pt x="6424" y="3273"/>
                      <a:pt x="6345" y="3203"/>
                      <a:pt x="6267" y="3203"/>
                    </a:cubicBezTo>
                    <a:cubicBezTo>
                      <a:pt x="6236" y="3203"/>
                      <a:pt x="6205" y="3214"/>
                      <a:pt x="6182" y="3240"/>
                    </a:cubicBezTo>
                    <a:cubicBezTo>
                      <a:pt x="5602" y="3870"/>
                      <a:pt x="5013" y="4508"/>
                      <a:pt x="4317" y="5022"/>
                    </a:cubicBezTo>
                    <a:cubicBezTo>
                      <a:pt x="3978" y="5270"/>
                      <a:pt x="3613" y="5502"/>
                      <a:pt x="3215" y="5668"/>
                    </a:cubicBezTo>
                    <a:cubicBezTo>
                      <a:pt x="2793" y="5842"/>
                      <a:pt x="2345" y="5941"/>
                      <a:pt x="1890" y="6008"/>
                    </a:cubicBezTo>
                    <a:cubicBezTo>
                      <a:pt x="1367" y="6082"/>
                      <a:pt x="838" y="6117"/>
                      <a:pt x="308" y="6117"/>
                    </a:cubicBezTo>
                    <a:cubicBezTo>
                      <a:pt x="250" y="6117"/>
                      <a:pt x="191" y="6116"/>
                      <a:pt x="133" y="6115"/>
                    </a:cubicBezTo>
                    <a:cubicBezTo>
                      <a:pt x="1" y="6115"/>
                      <a:pt x="1" y="6306"/>
                      <a:pt x="133" y="6314"/>
                    </a:cubicBezTo>
                    <a:cubicBezTo>
                      <a:pt x="309" y="6326"/>
                      <a:pt x="487" y="6331"/>
                      <a:pt x="664" y="6331"/>
                    </a:cubicBezTo>
                    <a:cubicBezTo>
                      <a:pt x="1004" y="6331"/>
                      <a:pt x="1345" y="6311"/>
                      <a:pt x="1682" y="6273"/>
                    </a:cubicBezTo>
                    <a:lnTo>
                      <a:pt x="1682" y="6273"/>
                    </a:lnTo>
                    <a:cubicBezTo>
                      <a:pt x="1484" y="6314"/>
                      <a:pt x="1285" y="6356"/>
                      <a:pt x="1086" y="6381"/>
                    </a:cubicBezTo>
                    <a:cubicBezTo>
                      <a:pt x="1020" y="6389"/>
                      <a:pt x="978" y="6472"/>
                      <a:pt x="987" y="6530"/>
                    </a:cubicBezTo>
                    <a:cubicBezTo>
                      <a:pt x="1003" y="6596"/>
                      <a:pt x="1053" y="6646"/>
                      <a:pt x="1119" y="6646"/>
                    </a:cubicBezTo>
                    <a:cubicBezTo>
                      <a:pt x="1239" y="6655"/>
                      <a:pt x="1358" y="6660"/>
                      <a:pt x="1477" y="6660"/>
                    </a:cubicBezTo>
                    <a:cubicBezTo>
                      <a:pt x="2683" y="6660"/>
                      <a:pt x="3839" y="6182"/>
                      <a:pt x="4872" y="5593"/>
                    </a:cubicBezTo>
                    <a:cubicBezTo>
                      <a:pt x="5162" y="5428"/>
                      <a:pt x="5436" y="5254"/>
                      <a:pt x="5718" y="5088"/>
                    </a:cubicBezTo>
                    <a:cubicBezTo>
                      <a:pt x="5983" y="4922"/>
                      <a:pt x="6248" y="4757"/>
                      <a:pt x="6496" y="4566"/>
                    </a:cubicBezTo>
                    <a:cubicBezTo>
                      <a:pt x="6695" y="4409"/>
                      <a:pt x="6869" y="4243"/>
                      <a:pt x="7027" y="4061"/>
                    </a:cubicBezTo>
                    <a:cubicBezTo>
                      <a:pt x="7043" y="4044"/>
                      <a:pt x="7060" y="4028"/>
                      <a:pt x="7076" y="4003"/>
                    </a:cubicBezTo>
                    <a:cubicBezTo>
                      <a:pt x="7085" y="3994"/>
                      <a:pt x="7085" y="3986"/>
                      <a:pt x="7093" y="3978"/>
                    </a:cubicBezTo>
                    <a:cubicBezTo>
                      <a:pt x="7225" y="3796"/>
                      <a:pt x="7350" y="3605"/>
                      <a:pt x="7449" y="3406"/>
                    </a:cubicBezTo>
                    <a:cubicBezTo>
                      <a:pt x="7461" y="3409"/>
                      <a:pt x="7472" y="3411"/>
                      <a:pt x="7484" y="3411"/>
                    </a:cubicBezTo>
                    <a:cubicBezTo>
                      <a:pt x="7531" y="3411"/>
                      <a:pt x="7575" y="3383"/>
                      <a:pt x="7582" y="3323"/>
                    </a:cubicBezTo>
                    <a:cubicBezTo>
                      <a:pt x="7747" y="2553"/>
                      <a:pt x="7905" y="1782"/>
                      <a:pt x="8062" y="1012"/>
                    </a:cubicBezTo>
                    <a:cubicBezTo>
                      <a:pt x="8137" y="755"/>
                      <a:pt x="8187" y="490"/>
                      <a:pt x="8228" y="233"/>
                    </a:cubicBezTo>
                    <a:cubicBezTo>
                      <a:pt x="8228" y="225"/>
                      <a:pt x="8228" y="225"/>
                      <a:pt x="8228" y="225"/>
                    </a:cubicBezTo>
                    <a:cubicBezTo>
                      <a:pt x="8228" y="216"/>
                      <a:pt x="8228" y="200"/>
                      <a:pt x="8236" y="191"/>
                    </a:cubicBezTo>
                    <a:cubicBezTo>
                      <a:pt x="8244" y="119"/>
                      <a:pt x="8182" y="72"/>
                      <a:pt x="8116" y="72"/>
                    </a:cubicBezTo>
                    <a:cubicBezTo>
                      <a:pt x="8107" y="72"/>
                      <a:pt x="8097" y="73"/>
                      <a:pt x="8087" y="75"/>
                    </a:cubicBezTo>
                    <a:cubicBezTo>
                      <a:pt x="8068" y="32"/>
                      <a:pt x="8015" y="0"/>
                      <a:pt x="7963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9"/>
              <p:cNvSpPr/>
              <p:nvPr/>
            </p:nvSpPr>
            <p:spPr>
              <a:xfrm>
                <a:off x="327175" y="2802775"/>
                <a:ext cx="282575" cy="68625"/>
              </a:xfrm>
              <a:custGeom>
                <a:rect b="b" l="l" r="r" t="t"/>
                <a:pathLst>
                  <a:path extrusionOk="0" h="2745" w="11303">
                    <a:moveTo>
                      <a:pt x="4413" y="0"/>
                    </a:moveTo>
                    <a:cubicBezTo>
                      <a:pt x="4161" y="0"/>
                      <a:pt x="3908" y="24"/>
                      <a:pt x="3655" y="76"/>
                    </a:cubicBezTo>
                    <a:cubicBezTo>
                      <a:pt x="3298" y="151"/>
                      <a:pt x="2959" y="275"/>
                      <a:pt x="2627" y="408"/>
                    </a:cubicBezTo>
                    <a:cubicBezTo>
                      <a:pt x="2453" y="482"/>
                      <a:pt x="2279" y="557"/>
                      <a:pt x="2105" y="640"/>
                    </a:cubicBezTo>
                    <a:cubicBezTo>
                      <a:pt x="1807" y="722"/>
                      <a:pt x="1517" y="822"/>
                      <a:pt x="1235" y="938"/>
                    </a:cubicBezTo>
                    <a:cubicBezTo>
                      <a:pt x="1036" y="1021"/>
                      <a:pt x="838" y="1104"/>
                      <a:pt x="639" y="1195"/>
                    </a:cubicBezTo>
                    <a:cubicBezTo>
                      <a:pt x="440" y="1294"/>
                      <a:pt x="249" y="1410"/>
                      <a:pt x="59" y="1510"/>
                    </a:cubicBezTo>
                    <a:cubicBezTo>
                      <a:pt x="0" y="1539"/>
                      <a:pt x="39" y="1613"/>
                      <a:pt x="88" y="1613"/>
                    </a:cubicBezTo>
                    <a:cubicBezTo>
                      <a:pt x="95" y="1613"/>
                      <a:pt x="102" y="1612"/>
                      <a:pt x="108" y="1609"/>
                    </a:cubicBezTo>
                    <a:cubicBezTo>
                      <a:pt x="465" y="1443"/>
                      <a:pt x="838" y="1302"/>
                      <a:pt x="1202" y="1162"/>
                    </a:cubicBezTo>
                    <a:cubicBezTo>
                      <a:pt x="1335" y="1112"/>
                      <a:pt x="1476" y="1062"/>
                      <a:pt x="1608" y="1021"/>
                    </a:cubicBezTo>
                    <a:cubicBezTo>
                      <a:pt x="1621" y="1060"/>
                      <a:pt x="1655" y="1094"/>
                      <a:pt x="1698" y="1094"/>
                    </a:cubicBezTo>
                    <a:cubicBezTo>
                      <a:pt x="1709" y="1094"/>
                      <a:pt x="1720" y="1092"/>
                      <a:pt x="1732" y="1087"/>
                    </a:cubicBezTo>
                    <a:cubicBezTo>
                      <a:pt x="1956" y="1004"/>
                      <a:pt x="2163" y="905"/>
                      <a:pt x="2379" y="814"/>
                    </a:cubicBezTo>
                    <a:cubicBezTo>
                      <a:pt x="2842" y="707"/>
                      <a:pt x="3318" y="645"/>
                      <a:pt x="3796" y="645"/>
                    </a:cubicBezTo>
                    <a:cubicBezTo>
                      <a:pt x="4061" y="645"/>
                      <a:pt x="4327" y="664"/>
                      <a:pt x="4591" y="706"/>
                    </a:cubicBezTo>
                    <a:cubicBezTo>
                      <a:pt x="5312" y="814"/>
                      <a:pt x="5975" y="1112"/>
                      <a:pt x="6613" y="1452"/>
                    </a:cubicBezTo>
                    <a:cubicBezTo>
                      <a:pt x="7242" y="1783"/>
                      <a:pt x="7872" y="2148"/>
                      <a:pt x="8543" y="2380"/>
                    </a:cubicBezTo>
                    <a:cubicBezTo>
                      <a:pt x="9338" y="2650"/>
                      <a:pt x="10186" y="2745"/>
                      <a:pt x="11021" y="2745"/>
                    </a:cubicBezTo>
                    <a:cubicBezTo>
                      <a:pt x="11057" y="2745"/>
                      <a:pt x="11093" y="2744"/>
                      <a:pt x="11128" y="2744"/>
                    </a:cubicBezTo>
                    <a:cubicBezTo>
                      <a:pt x="11277" y="2744"/>
                      <a:pt x="11302" y="2570"/>
                      <a:pt x="11203" y="2496"/>
                    </a:cubicBezTo>
                    <a:cubicBezTo>
                      <a:pt x="10938" y="2313"/>
                      <a:pt x="10648" y="2189"/>
                      <a:pt x="10358" y="2065"/>
                    </a:cubicBezTo>
                    <a:cubicBezTo>
                      <a:pt x="10034" y="1932"/>
                      <a:pt x="9711" y="1800"/>
                      <a:pt x="9388" y="1667"/>
                    </a:cubicBezTo>
                    <a:cubicBezTo>
                      <a:pt x="8742" y="1394"/>
                      <a:pt x="8096" y="1120"/>
                      <a:pt x="7441" y="855"/>
                    </a:cubicBezTo>
                    <a:cubicBezTo>
                      <a:pt x="6828" y="598"/>
                      <a:pt x="6223" y="325"/>
                      <a:pt x="5577" y="159"/>
                    </a:cubicBezTo>
                    <a:cubicBezTo>
                      <a:pt x="5194" y="58"/>
                      <a:pt x="4804" y="0"/>
                      <a:pt x="4413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9"/>
              <p:cNvSpPr/>
              <p:nvPr/>
            </p:nvSpPr>
            <p:spPr>
              <a:xfrm>
                <a:off x="576775" y="2576975"/>
                <a:ext cx="219750" cy="128925"/>
              </a:xfrm>
              <a:custGeom>
                <a:rect b="b" l="l" r="r" t="t"/>
                <a:pathLst>
                  <a:path extrusionOk="0" h="5157" w="8790">
                    <a:moveTo>
                      <a:pt x="4616" y="4253"/>
                    </a:moveTo>
                    <a:lnTo>
                      <a:pt x="4616" y="4253"/>
                    </a:lnTo>
                    <a:cubicBezTo>
                      <a:pt x="4558" y="4294"/>
                      <a:pt x="4508" y="4336"/>
                      <a:pt x="4467" y="4377"/>
                    </a:cubicBezTo>
                    <a:cubicBezTo>
                      <a:pt x="4458" y="4344"/>
                      <a:pt x="4458" y="4311"/>
                      <a:pt x="4450" y="4278"/>
                    </a:cubicBezTo>
                    <a:cubicBezTo>
                      <a:pt x="4508" y="4269"/>
                      <a:pt x="4558" y="4261"/>
                      <a:pt x="4616" y="4253"/>
                    </a:cubicBezTo>
                    <a:close/>
                    <a:moveTo>
                      <a:pt x="69" y="0"/>
                    </a:moveTo>
                    <a:cubicBezTo>
                      <a:pt x="28" y="0"/>
                      <a:pt x="5" y="63"/>
                      <a:pt x="42" y="85"/>
                    </a:cubicBezTo>
                    <a:cubicBezTo>
                      <a:pt x="59" y="94"/>
                      <a:pt x="67" y="94"/>
                      <a:pt x="75" y="102"/>
                    </a:cubicBezTo>
                    <a:cubicBezTo>
                      <a:pt x="17" y="152"/>
                      <a:pt x="1" y="251"/>
                      <a:pt x="84" y="309"/>
                    </a:cubicBezTo>
                    <a:cubicBezTo>
                      <a:pt x="432" y="541"/>
                      <a:pt x="796" y="756"/>
                      <a:pt x="1136" y="1013"/>
                    </a:cubicBezTo>
                    <a:cubicBezTo>
                      <a:pt x="1476" y="1278"/>
                      <a:pt x="1807" y="1577"/>
                      <a:pt x="2122" y="1875"/>
                    </a:cubicBezTo>
                    <a:cubicBezTo>
                      <a:pt x="2453" y="2198"/>
                      <a:pt x="2785" y="2513"/>
                      <a:pt x="3116" y="2836"/>
                    </a:cubicBezTo>
                    <a:cubicBezTo>
                      <a:pt x="3332" y="3043"/>
                      <a:pt x="3555" y="3242"/>
                      <a:pt x="3746" y="3474"/>
                    </a:cubicBezTo>
                    <a:cubicBezTo>
                      <a:pt x="3762" y="3499"/>
                      <a:pt x="3771" y="3532"/>
                      <a:pt x="3779" y="3565"/>
                    </a:cubicBezTo>
                    <a:cubicBezTo>
                      <a:pt x="3945" y="4046"/>
                      <a:pt x="3936" y="4576"/>
                      <a:pt x="4086" y="5065"/>
                    </a:cubicBezTo>
                    <a:cubicBezTo>
                      <a:pt x="4104" y="5121"/>
                      <a:pt x="4163" y="5156"/>
                      <a:pt x="4221" y="5156"/>
                    </a:cubicBezTo>
                    <a:cubicBezTo>
                      <a:pt x="4265" y="5156"/>
                      <a:pt x="4309" y="5136"/>
                      <a:pt x="4334" y="5090"/>
                    </a:cubicBezTo>
                    <a:cubicBezTo>
                      <a:pt x="4400" y="4965"/>
                      <a:pt x="4442" y="4833"/>
                      <a:pt x="4458" y="4692"/>
                    </a:cubicBezTo>
                    <a:cubicBezTo>
                      <a:pt x="4657" y="4559"/>
                      <a:pt x="4848" y="4410"/>
                      <a:pt x="5063" y="4286"/>
                    </a:cubicBezTo>
                    <a:cubicBezTo>
                      <a:pt x="5204" y="4211"/>
                      <a:pt x="5345" y="4145"/>
                      <a:pt x="5494" y="4095"/>
                    </a:cubicBezTo>
                    <a:cubicBezTo>
                      <a:pt x="5651" y="4071"/>
                      <a:pt x="5801" y="4046"/>
                      <a:pt x="5958" y="4021"/>
                    </a:cubicBezTo>
                    <a:cubicBezTo>
                      <a:pt x="6513" y="3930"/>
                      <a:pt x="7077" y="3863"/>
                      <a:pt x="7640" y="3847"/>
                    </a:cubicBezTo>
                    <a:cubicBezTo>
                      <a:pt x="7727" y="3845"/>
                      <a:pt x="7813" y="3844"/>
                      <a:pt x="7900" y="3844"/>
                    </a:cubicBezTo>
                    <a:cubicBezTo>
                      <a:pt x="8136" y="3844"/>
                      <a:pt x="8371" y="3851"/>
                      <a:pt x="8601" y="3863"/>
                    </a:cubicBezTo>
                    <a:cubicBezTo>
                      <a:pt x="8604" y="3864"/>
                      <a:pt x="8606" y="3864"/>
                      <a:pt x="8609" y="3864"/>
                    </a:cubicBezTo>
                    <a:cubicBezTo>
                      <a:pt x="8760" y="3864"/>
                      <a:pt x="8789" y="3631"/>
                      <a:pt x="8643" y="3598"/>
                    </a:cubicBezTo>
                    <a:cubicBezTo>
                      <a:pt x="8336" y="3532"/>
                      <a:pt x="8021" y="3516"/>
                      <a:pt x="7706" y="3507"/>
                    </a:cubicBezTo>
                    <a:cubicBezTo>
                      <a:pt x="7383" y="3507"/>
                      <a:pt x="7060" y="3516"/>
                      <a:pt x="6737" y="3549"/>
                    </a:cubicBezTo>
                    <a:cubicBezTo>
                      <a:pt x="6273" y="3590"/>
                      <a:pt x="5801" y="3681"/>
                      <a:pt x="5361" y="3855"/>
                    </a:cubicBezTo>
                    <a:cubicBezTo>
                      <a:pt x="5312" y="3863"/>
                      <a:pt x="5262" y="3880"/>
                      <a:pt x="5212" y="3888"/>
                    </a:cubicBezTo>
                    <a:cubicBezTo>
                      <a:pt x="4947" y="3946"/>
                      <a:pt x="4666" y="3996"/>
                      <a:pt x="4409" y="4087"/>
                    </a:cubicBezTo>
                    <a:cubicBezTo>
                      <a:pt x="4384" y="4013"/>
                      <a:pt x="4359" y="3938"/>
                      <a:pt x="4326" y="3872"/>
                    </a:cubicBezTo>
                    <a:cubicBezTo>
                      <a:pt x="4235" y="3673"/>
                      <a:pt x="4110" y="3491"/>
                      <a:pt x="3970" y="3317"/>
                    </a:cubicBezTo>
                    <a:cubicBezTo>
                      <a:pt x="3829" y="2994"/>
                      <a:pt x="3605" y="2704"/>
                      <a:pt x="3365" y="2430"/>
                    </a:cubicBezTo>
                    <a:cubicBezTo>
                      <a:pt x="2801" y="1751"/>
                      <a:pt x="2138" y="1171"/>
                      <a:pt x="1393" y="690"/>
                    </a:cubicBezTo>
                    <a:cubicBezTo>
                      <a:pt x="1194" y="558"/>
                      <a:pt x="978" y="433"/>
                      <a:pt x="763" y="317"/>
                    </a:cubicBezTo>
                    <a:cubicBezTo>
                      <a:pt x="655" y="251"/>
                      <a:pt x="539" y="193"/>
                      <a:pt x="423" y="143"/>
                    </a:cubicBezTo>
                    <a:cubicBezTo>
                      <a:pt x="316" y="85"/>
                      <a:pt x="191" y="52"/>
                      <a:pt x="84" y="2"/>
                    </a:cubicBezTo>
                    <a:cubicBezTo>
                      <a:pt x="79" y="1"/>
                      <a:pt x="74" y="0"/>
                      <a:pt x="6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9"/>
              <p:cNvSpPr/>
              <p:nvPr/>
            </p:nvSpPr>
            <p:spPr>
              <a:xfrm>
                <a:off x="690300" y="2697575"/>
                <a:ext cx="9550" cy="10175"/>
              </a:xfrm>
              <a:custGeom>
                <a:rect b="b" l="l" r="r" t="t"/>
                <a:pathLst>
                  <a:path extrusionOk="0" h="407" w="382">
                    <a:moveTo>
                      <a:pt x="323" y="1"/>
                    </a:moveTo>
                    <a:cubicBezTo>
                      <a:pt x="290" y="1"/>
                      <a:pt x="265" y="25"/>
                      <a:pt x="265" y="59"/>
                    </a:cubicBezTo>
                    <a:cubicBezTo>
                      <a:pt x="265" y="75"/>
                      <a:pt x="257" y="92"/>
                      <a:pt x="257" y="108"/>
                    </a:cubicBezTo>
                    <a:lnTo>
                      <a:pt x="257" y="100"/>
                    </a:lnTo>
                    <a:cubicBezTo>
                      <a:pt x="257" y="83"/>
                      <a:pt x="249" y="75"/>
                      <a:pt x="241" y="67"/>
                    </a:cubicBezTo>
                    <a:cubicBezTo>
                      <a:pt x="229" y="59"/>
                      <a:pt x="216" y="55"/>
                      <a:pt x="203" y="55"/>
                    </a:cubicBezTo>
                    <a:cubicBezTo>
                      <a:pt x="188" y="55"/>
                      <a:pt x="171" y="62"/>
                      <a:pt x="158" y="75"/>
                    </a:cubicBezTo>
                    <a:cubicBezTo>
                      <a:pt x="141" y="83"/>
                      <a:pt x="125" y="100"/>
                      <a:pt x="108" y="117"/>
                    </a:cubicBezTo>
                    <a:cubicBezTo>
                      <a:pt x="91" y="141"/>
                      <a:pt x="75" y="158"/>
                      <a:pt x="58" y="183"/>
                    </a:cubicBezTo>
                    <a:cubicBezTo>
                      <a:pt x="42" y="208"/>
                      <a:pt x="33" y="233"/>
                      <a:pt x="25" y="257"/>
                    </a:cubicBezTo>
                    <a:cubicBezTo>
                      <a:pt x="17" y="282"/>
                      <a:pt x="9" y="299"/>
                      <a:pt x="0" y="324"/>
                    </a:cubicBezTo>
                    <a:cubicBezTo>
                      <a:pt x="0" y="349"/>
                      <a:pt x="9" y="382"/>
                      <a:pt x="33" y="390"/>
                    </a:cubicBezTo>
                    <a:cubicBezTo>
                      <a:pt x="40" y="392"/>
                      <a:pt x="46" y="393"/>
                      <a:pt x="53" y="393"/>
                    </a:cubicBezTo>
                    <a:cubicBezTo>
                      <a:pt x="73" y="393"/>
                      <a:pt x="93" y="384"/>
                      <a:pt x="100" y="365"/>
                    </a:cubicBezTo>
                    <a:cubicBezTo>
                      <a:pt x="116" y="349"/>
                      <a:pt x="125" y="332"/>
                      <a:pt x="141" y="315"/>
                    </a:cubicBezTo>
                    <a:cubicBezTo>
                      <a:pt x="149" y="291"/>
                      <a:pt x="166" y="274"/>
                      <a:pt x="174" y="257"/>
                    </a:cubicBezTo>
                    <a:cubicBezTo>
                      <a:pt x="191" y="241"/>
                      <a:pt x="199" y="216"/>
                      <a:pt x="216" y="199"/>
                    </a:cubicBezTo>
                    <a:cubicBezTo>
                      <a:pt x="224" y="183"/>
                      <a:pt x="241" y="166"/>
                      <a:pt x="249" y="150"/>
                    </a:cubicBezTo>
                    <a:cubicBezTo>
                      <a:pt x="257" y="141"/>
                      <a:pt x="257" y="133"/>
                      <a:pt x="257" y="133"/>
                    </a:cubicBezTo>
                    <a:lnTo>
                      <a:pt x="257" y="141"/>
                    </a:lnTo>
                    <a:cubicBezTo>
                      <a:pt x="257" y="141"/>
                      <a:pt x="257" y="150"/>
                      <a:pt x="257" y="150"/>
                    </a:cubicBezTo>
                    <a:cubicBezTo>
                      <a:pt x="257" y="158"/>
                      <a:pt x="257" y="158"/>
                      <a:pt x="257" y="166"/>
                    </a:cubicBezTo>
                    <a:cubicBezTo>
                      <a:pt x="249" y="183"/>
                      <a:pt x="249" y="191"/>
                      <a:pt x="249" y="208"/>
                    </a:cubicBezTo>
                    <a:cubicBezTo>
                      <a:pt x="241" y="233"/>
                      <a:pt x="232" y="257"/>
                      <a:pt x="224" y="291"/>
                    </a:cubicBezTo>
                    <a:lnTo>
                      <a:pt x="224" y="307"/>
                    </a:lnTo>
                    <a:cubicBezTo>
                      <a:pt x="224" y="311"/>
                      <a:pt x="224" y="315"/>
                      <a:pt x="224" y="315"/>
                    </a:cubicBezTo>
                    <a:cubicBezTo>
                      <a:pt x="224" y="324"/>
                      <a:pt x="216" y="332"/>
                      <a:pt x="216" y="340"/>
                    </a:cubicBezTo>
                    <a:cubicBezTo>
                      <a:pt x="216" y="349"/>
                      <a:pt x="224" y="365"/>
                      <a:pt x="224" y="373"/>
                    </a:cubicBezTo>
                    <a:cubicBezTo>
                      <a:pt x="224" y="390"/>
                      <a:pt x="241" y="398"/>
                      <a:pt x="257" y="407"/>
                    </a:cubicBezTo>
                    <a:cubicBezTo>
                      <a:pt x="274" y="407"/>
                      <a:pt x="290" y="407"/>
                      <a:pt x="299" y="390"/>
                    </a:cubicBezTo>
                    <a:cubicBezTo>
                      <a:pt x="315" y="382"/>
                      <a:pt x="323" y="365"/>
                      <a:pt x="332" y="357"/>
                    </a:cubicBezTo>
                    <a:cubicBezTo>
                      <a:pt x="340" y="340"/>
                      <a:pt x="348" y="324"/>
                      <a:pt x="357" y="307"/>
                    </a:cubicBezTo>
                    <a:cubicBezTo>
                      <a:pt x="365" y="282"/>
                      <a:pt x="365" y="257"/>
                      <a:pt x="373" y="233"/>
                    </a:cubicBezTo>
                    <a:cubicBezTo>
                      <a:pt x="381" y="175"/>
                      <a:pt x="381" y="117"/>
                      <a:pt x="381" y="59"/>
                    </a:cubicBezTo>
                    <a:cubicBezTo>
                      <a:pt x="381" y="34"/>
                      <a:pt x="357" y="1"/>
                      <a:pt x="3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9"/>
              <p:cNvSpPr/>
              <p:nvPr/>
            </p:nvSpPr>
            <p:spPr>
              <a:xfrm>
                <a:off x="660075" y="2804875"/>
                <a:ext cx="49500" cy="32850"/>
              </a:xfrm>
              <a:custGeom>
                <a:rect b="b" l="l" r="r" t="t"/>
                <a:pathLst>
                  <a:path extrusionOk="0" h="1314" w="1980">
                    <a:moveTo>
                      <a:pt x="1335" y="1"/>
                    </a:moveTo>
                    <a:cubicBezTo>
                      <a:pt x="1233" y="1"/>
                      <a:pt x="1109" y="72"/>
                      <a:pt x="1002" y="158"/>
                    </a:cubicBezTo>
                    <a:cubicBezTo>
                      <a:pt x="604" y="290"/>
                      <a:pt x="265" y="564"/>
                      <a:pt x="58" y="928"/>
                    </a:cubicBezTo>
                    <a:cubicBezTo>
                      <a:pt x="41" y="970"/>
                      <a:pt x="41" y="1020"/>
                      <a:pt x="58" y="1053"/>
                    </a:cubicBezTo>
                    <a:cubicBezTo>
                      <a:pt x="66" y="1061"/>
                      <a:pt x="66" y="1069"/>
                      <a:pt x="74" y="1069"/>
                    </a:cubicBezTo>
                    <a:cubicBezTo>
                      <a:pt x="66" y="1086"/>
                      <a:pt x="49" y="1102"/>
                      <a:pt x="41" y="1119"/>
                    </a:cubicBezTo>
                    <a:cubicBezTo>
                      <a:pt x="1" y="1206"/>
                      <a:pt x="63" y="1314"/>
                      <a:pt x="153" y="1314"/>
                    </a:cubicBezTo>
                    <a:cubicBezTo>
                      <a:pt x="175" y="1314"/>
                      <a:pt x="199" y="1308"/>
                      <a:pt x="223" y="1293"/>
                    </a:cubicBezTo>
                    <a:cubicBezTo>
                      <a:pt x="480" y="1136"/>
                      <a:pt x="712" y="920"/>
                      <a:pt x="944" y="730"/>
                    </a:cubicBezTo>
                    <a:cubicBezTo>
                      <a:pt x="1085" y="663"/>
                      <a:pt x="1226" y="605"/>
                      <a:pt x="1367" y="547"/>
                    </a:cubicBezTo>
                    <a:cubicBezTo>
                      <a:pt x="1458" y="572"/>
                      <a:pt x="1541" y="638"/>
                      <a:pt x="1599" y="721"/>
                    </a:cubicBezTo>
                    <a:cubicBezTo>
                      <a:pt x="1673" y="821"/>
                      <a:pt x="1781" y="953"/>
                      <a:pt x="1789" y="1078"/>
                    </a:cubicBezTo>
                    <a:cubicBezTo>
                      <a:pt x="1789" y="1125"/>
                      <a:pt x="1827" y="1154"/>
                      <a:pt x="1865" y="1154"/>
                    </a:cubicBezTo>
                    <a:cubicBezTo>
                      <a:pt x="1892" y="1154"/>
                      <a:pt x="1919" y="1138"/>
                      <a:pt x="1930" y="1102"/>
                    </a:cubicBezTo>
                    <a:cubicBezTo>
                      <a:pt x="1980" y="937"/>
                      <a:pt x="1897" y="754"/>
                      <a:pt x="1806" y="605"/>
                    </a:cubicBezTo>
                    <a:cubicBezTo>
                      <a:pt x="1739" y="498"/>
                      <a:pt x="1648" y="390"/>
                      <a:pt x="1532" y="332"/>
                    </a:cubicBezTo>
                    <a:cubicBezTo>
                      <a:pt x="1632" y="257"/>
                      <a:pt x="1590" y="133"/>
                      <a:pt x="1499" y="108"/>
                    </a:cubicBezTo>
                    <a:cubicBezTo>
                      <a:pt x="1491" y="100"/>
                      <a:pt x="1483" y="83"/>
                      <a:pt x="1474" y="75"/>
                    </a:cubicBezTo>
                    <a:cubicBezTo>
                      <a:pt x="1439" y="22"/>
                      <a:pt x="1390" y="1"/>
                      <a:pt x="133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9"/>
              <p:cNvSpPr/>
              <p:nvPr/>
            </p:nvSpPr>
            <p:spPr>
              <a:xfrm>
                <a:off x="792900" y="2794825"/>
                <a:ext cx="50075" cy="37525"/>
              </a:xfrm>
              <a:custGeom>
                <a:rect b="b" l="l" r="r" t="t"/>
                <a:pathLst>
                  <a:path extrusionOk="0" h="1501" w="2003">
                    <a:moveTo>
                      <a:pt x="997" y="0"/>
                    </a:moveTo>
                    <a:cubicBezTo>
                      <a:pt x="909" y="0"/>
                      <a:pt x="851" y="109"/>
                      <a:pt x="884" y="195"/>
                    </a:cubicBezTo>
                    <a:lnTo>
                      <a:pt x="868" y="195"/>
                    </a:lnTo>
                    <a:cubicBezTo>
                      <a:pt x="843" y="195"/>
                      <a:pt x="826" y="187"/>
                      <a:pt x="801" y="187"/>
                    </a:cubicBezTo>
                    <a:cubicBezTo>
                      <a:pt x="793" y="179"/>
                      <a:pt x="785" y="179"/>
                      <a:pt x="776" y="170"/>
                    </a:cubicBezTo>
                    <a:cubicBezTo>
                      <a:pt x="768" y="162"/>
                      <a:pt x="752" y="162"/>
                      <a:pt x="743" y="154"/>
                    </a:cubicBezTo>
                    <a:cubicBezTo>
                      <a:pt x="727" y="146"/>
                      <a:pt x="718" y="146"/>
                      <a:pt x="702" y="137"/>
                    </a:cubicBezTo>
                    <a:cubicBezTo>
                      <a:pt x="644" y="113"/>
                      <a:pt x="569" y="96"/>
                      <a:pt x="503" y="96"/>
                    </a:cubicBezTo>
                    <a:cubicBezTo>
                      <a:pt x="329" y="104"/>
                      <a:pt x="188" y="286"/>
                      <a:pt x="246" y="436"/>
                    </a:cubicBezTo>
                    <a:cubicBezTo>
                      <a:pt x="196" y="469"/>
                      <a:pt x="138" y="510"/>
                      <a:pt x="97" y="543"/>
                    </a:cubicBezTo>
                    <a:cubicBezTo>
                      <a:pt x="1" y="612"/>
                      <a:pt x="58" y="754"/>
                      <a:pt x="147" y="754"/>
                    </a:cubicBezTo>
                    <a:cubicBezTo>
                      <a:pt x="165" y="754"/>
                      <a:pt x="185" y="748"/>
                      <a:pt x="205" y="734"/>
                    </a:cubicBezTo>
                    <a:cubicBezTo>
                      <a:pt x="213" y="726"/>
                      <a:pt x="221" y="726"/>
                      <a:pt x="230" y="717"/>
                    </a:cubicBezTo>
                    <a:lnTo>
                      <a:pt x="230" y="717"/>
                    </a:lnTo>
                    <a:cubicBezTo>
                      <a:pt x="172" y="833"/>
                      <a:pt x="138" y="958"/>
                      <a:pt x="138" y="1098"/>
                    </a:cubicBezTo>
                    <a:cubicBezTo>
                      <a:pt x="138" y="1161"/>
                      <a:pt x="182" y="1192"/>
                      <a:pt x="226" y="1192"/>
                    </a:cubicBezTo>
                    <a:cubicBezTo>
                      <a:pt x="271" y="1192"/>
                      <a:pt x="317" y="1161"/>
                      <a:pt x="321" y="1098"/>
                    </a:cubicBezTo>
                    <a:cubicBezTo>
                      <a:pt x="337" y="850"/>
                      <a:pt x="520" y="643"/>
                      <a:pt x="685" y="460"/>
                    </a:cubicBezTo>
                    <a:cubicBezTo>
                      <a:pt x="810" y="618"/>
                      <a:pt x="934" y="775"/>
                      <a:pt x="1058" y="924"/>
                    </a:cubicBezTo>
                    <a:cubicBezTo>
                      <a:pt x="1141" y="1016"/>
                      <a:pt x="1216" y="1107"/>
                      <a:pt x="1290" y="1190"/>
                    </a:cubicBezTo>
                    <a:cubicBezTo>
                      <a:pt x="1365" y="1272"/>
                      <a:pt x="1439" y="1380"/>
                      <a:pt x="1555" y="1405"/>
                    </a:cubicBezTo>
                    <a:cubicBezTo>
                      <a:pt x="1566" y="1407"/>
                      <a:pt x="1577" y="1408"/>
                      <a:pt x="1588" y="1408"/>
                    </a:cubicBezTo>
                    <a:cubicBezTo>
                      <a:pt x="1618" y="1408"/>
                      <a:pt x="1647" y="1401"/>
                      <a:pt x="1671" y="1388"/>
                    </a:cubicBezTo>
                    <a:lnTo>
                      <a:pt x="1721" y="1388"/>
                    </a:lnTo>
                    <a:cubicBezTo>
                      <a:pt x="1729" y="1405"/>
                      <a:pt x="1746" y="1422"/>
                      <a:pt x="1754" y="1438"/>
                    </a:cubicBezTo>
                    <a:cubicBezTo>
                      <a:pt x="1779" y="1482"/>
                      <a:pt x="1819" y="1501"/>
                      <a:pt x="1860" y="1501"/>
                    </a:cubicBezTo>
                    <a:cubicBezTo>
                      <a:pt x="1928" y="1501"/>
                      <a:pt x="1997" y="1449"/>
                      <a:pt x="2003" y="1372"/>
                    </a:cubicBezTo>
                    <a:cubicBezTo>
                      <a:pt x="2003" y="1223"/>
                      <a:pt x="1953" y="1090"/>
                      <a:pt x="1887" y="966"/>
                    </a:cubicBezTo>
                    <a:cubicBezTo>
                      <a:pt x="1895" y="941"/>
                      <a:pt x="1903" y="916"/>
                      <a:pt x="1903" y="883"/>
                    </a:cubicBezTo>
                    <a:lnTo>
                      <a:pt x="1903" y="842"/>
                    </a:lnTo>
                    <a:cubicBezTo>
                      <a:pt x="1911" y="817"/>
                      <a:pt x="1911" y="784"/>
                      <a:pt x="1887" y="759"/>
                    </a:cubicBezTo>
                    <a:cubicBezTo>
                      <a:pt x="1837" y="601"/>
                      <a:pt x="1663" y="494"/>
                      <a:pt x="1506" y="419"/>
                    </a:cubicBezTo>
                    <a:cubicBezTo>
                      <a:pt x="1381" y="270"/>
                      <a:pt x="1240" y="129"/>
                      <a:pt x="1066" y="21"/>
                    </a:cubicBezTo>
                    <a:cubicBezTo>
                      <a:pt x="1042" y="7"/>
                      <a:pt x="1019" y="0"/>
                      <a:pt x="997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9"/>
              <p:cNvSpPr/>
              <p:nvPr/>
            </p:nvSpPr>
            <p:spPr>
              <a:xfrm>
                <a:off x="839050" y="2803800"/>
                <a:ext cx="45775" cy="108325"/>
              </a:xfrm>
              <a:custGeom>
                <a:rect b="b" l="l" r="r" t="t"/>
                <a:pathLst>
                  <a:path extrusionOk="0" h="4333" w="1831">
                    <a:moveTo>
                      <a:pt x="1683" y="1"/>
                    </a:moveTo>
                    <a:cubicBezTo>
                      <a:pt x="1649" y="1"/>
                      <a:pt x="1617" y="20"/>
                      <a:pt x="1607" y="68"/>
                    </a:cubicBezTo>
                    <a:cubicBezTo>
                      <a:pt x="1598" y="110"/>
                      <a:pt x="1590" y="151"/>
                      <a:pt x="1582" y="193"/>
                    </a:cubicBezTo>
                    <a:cubicBezTo>
                      <a:pt x="1540" y="201"/>
                      <a:pt x="1499" y="242"/>
                      <a:pt x="1499" y="300"/>
                    </a:cubicBezTo>
                    <a:cubicBezTo>
                      <a:pt x="1491" y="425"/>
                      <a:pt x="1491" y="549"/>
                      <a:pt x="1499" y="681"/>
                    </a:cubicBezTo>
                    <a:cubicBezTo>
                      <a:pt x="1482" y="698"/>
                      <a:pt x="1466" y="723"/>
                      <a:pt x="1466" y="756"/>
                    </a:cubicBezTo>
                    <a:cubicBezTo>
                      <a:pt x="1466" y="781"/>
                      <a:pt x="1457" y="797"/>
                      <a:pt x="1457" y="822"/>
                    </a:cubicBezTo>
                    <a:cubicBezTo>
                      <a:pt x="1399" y="822"/>
                      <a:pt x="1341" y="864"/>
                      <a:pt x="1341" y="938"/>
                    </a:cubicBezTo>
                    <a:cubicBezTo>
                      <a:pt x="1341" y="980"/>
                      <a:pt x="1341" y="1021"/>
                      <a:pt x="1341" y="1063"/>
                    </a:cubicBezTo>
                    <a:cubicBezTo>
                      <a:pt x="1341" y="1104"/>
                      <a:pt x="1350" y="1137"/>
                      <a:pt x="1350" y="1179"/>
                    </a:cubicBezTo>
                    <a:cubicBezTo>
                      <a:pt x="1325" y="1195"/>
                      <a:pt x="1308" y="1220"/>
                      <a:pt x="1300" y="1253"/>
                    </a:cubicBezTo>
                    <a:cubicBezTo>
                      <a:pt x="1259" y="1261"/>
                      <a:pt x="1209" y="1303"/>
                      <a:pt x="1209" y="1361"/>
                    </a:cubicBezTo>
                    <a:cubicBezTo>
                      <a:pt x="1192" y="1618"/>
                      <a:pt x="1159" y="1866"/>
                      <a:pt x="1093" y="2115"/>
                    </a:cubicBezTo>
                    <a:cubicBezTo>
                      <a:pt x="1068" y="2099"/>
                      <a:pt x="1040" y="2091"/>
                      <a:pt x="1014" y="2091"/>
                    </a:cubicBezTo>
                    <a:cubicBezTo>
                      <a:pt x="968" y="2091"/>
                      <a:pt x="926" y="2116"/>
                      <a:pt x="911" y="2173"/>
                    </a:cubicBezTo>
                    <a:cubicBezTo>
                      <a:pt x="844" y="2521"/>
                      <a:pt x="745" y="2852"/>
                      <a:pt x="604" y="3167"/>
                    </a:cubicBezTo>
                    <a:cubicBezTo>
                      <a:pt x="529" y="3308"/>
                      <a:pt x="447" y="3441"/>
                      <a:pt x="372" y="3581"/>
                    </a:cubicBezTo>
                    <a:cubicBezTo>
                      <a:pt x="354" y="3575"/>
                      <a:pt x="335" y="3571"/>
                      <a:pt x="316" y="3571"/>
                    </a:cubicBezTo>
                    <a:cubicBezTo>
                      <a:pt x="268" y="3571"/>
                      <a:pt x="224" y="3596"/>
                      <a:pt x="206" y="3656"/>
                    </a:cubicBezTo>
                    <a:cubicBezTo>
                      <a:pt x="148" y="3830"/>
                      <a:pt x="90" y="4004"/>
                      <a:pt x="32" y="4178"/>
                    </a:cubicBezTo>
                    <a:cubicBezTo>
                      <a:pt x="0" y="4274"/>
                      <a:pt x="76" y="4333"/>
                      <a:pt x="155" y="4333"/>
                    </a:cubicBezTo>
                    <a:cubicBezTo>
                      <a:pt x="199" y="4333"/>
                      <a:pt x="243" y="4315"/>
                      <a:pt x="273" y="4277"/>
                    </a:cubicBezTo>
                    <a:cubicBezTo>
                      <a:pt x="331" y="4195"/>
                      <a:pt x="389" y="4112"/>
                      <a:pt x="438" y="4029"/>
                    </a:cubicBezTo>
                    <a:lnTo>
                      <a:pt x="438" y="4029"/>
                    </a:lnTo>
                    <a:cubicBezTo>
                      <a:pt x="430" y="4062"/>
                      <a:pt x="413" y="4103"/>
                      <a:pt x="405" y="4145"/>
                    </a:cubicBezTo>
                    <a:cubicBezTo>
                      <a:pt x="390" y="4180"/>
                      <a:pt x="420" y="4203"/>
                      <a:pt x="452" y="4203"/>
                    </a:cubicBezTo>
                    <a:cubicBezTo>
                      <a:pt x="473" y="4203"/>
                      <a:pt x="495" y="4193"/>
                      <a:pt x="505" y="4170"/>
                    </a:cubicBezTo>
                    <a:cubicBezTo>
                      <a:pt x="538" y="4070"/>
                      <a:pt x="571" y="3979"/>
                      <a:pt x="612" y="3880"/>
                    </a:cubicBezTo>
                    <a:cubicBezTo>
                      <a:pt x="627" y="3924"/>
                      <a:pt x="670" y="3953"/>
                      <a:pt x="712" y="3953"/>
                    </a:cubicBezTo>
                    <a:cubicBezTo>
                      <a:pt x="741" y="3953"/>
                      <a:pt x="769" y="3939"/>
                      <a:pt x="786" y="3905"/>
                    </a:cubicBezTo>
                    <a:cubicBezTo>
                      <a:pt x="786" y="3896"/>
                      <a:pt x="795" y="3888"/>
                      <a:pt x="795" y="3880"/>
                    </a:cubicBezTo>
                    <a:cubicBezTo>
                      <a:pt x="828" y="3805"/>
                      <a:pt x="853" y="3739"/>
                      <a:pt x="877" y="3664"/>
                    </a:cubicBezTo>
                    <a:cubicBezTo>
                      <a:pt x="904" y="3684"/>
                      <a:pt x="938" y="3694"/>
                      <a:pt x="971" y="3694"/>
                    </a:cubicBezTo>
                    <a:cubicBezTo>
                      <a:pt x="1021" y="3694"/>
                      <a:pt x="1070" y="3670"/>
                      <a:pt x="1085" y="3615"/>
                    </a:cubicBezTo>
                    <a:cubicBezTo>
                      <a:pt x="1126" y="3474"/>
                      <a:pt x="1159" y="3325"/>
                      <a:pt x="1192" y="3184"/>
                    </a:cubicBezTo>
                    <a:cubicBezTo>
                      <a:pt x="1242" y="3184"/>
                      <a:pt x="1283" y="3151"/>
                      <a:pt x="1292" y="3093"/>
                    </a:cubicBezTo>
                    <a:cubicBezTo>
                      <a:pt x="1333" y="2869"/>
                      <a:pt x="1366" y="2645"/>
                      <a:pt x="1391" y="2413"/>
                    </a:cubicBezTo>
                    <a:cubicBezTo>
                      <a:pt x="1398" y="2414"/>
                      <a:pt x="1404" y="2414"/>
                      <a:pt x="1411" y="2414"/>
                    </a:cubicBezTo>
                    <a:cubicBezTo>
                      <a:pt x="1470" y="2414"/>
                      <a:pt x="1525" y="2380"/>
                      <a:pt x="1532" y="2305"/>
                    </a:cubicBezTo>
                    <a:cubicBezTo>
                      <a:pt x="1540" y="2148"/>
                      <a:pt x="1540" y="1999"/>
                      <a:pt x="1540" y="1841"/>
                    </a:cubicBezTo>
                    <a:cubicBezTo>
                      <a:pt x="1550" y="1844"/>
                      <a:pt x="1560" y="1845"/>
                      <a:pt x="1570" y="1845"/>
                    </a:cubicBezTo>
                    <a:cubicBezTo>
                      <a:pt x="1627" y="1845"/>
                      <a:pt x="1682" y="1804"/>
                      <a:pt x="1689" y="1734"/>
                    </a:cubicBezTo>
                    <a:cubicBezTo>
                      <a:pt x="1689" y="1651"/>
                      <a:pt x="1698" y="1576"/>
                      <a:pt x="1698" y="1493"/>
                    </a:cubicBezTo>
                    <a:cubicBezTo>
                      <a:pt x="1747" y="1485"/>
                      <a:pt x="1789" y="1452"/>
                      <a:pt x="1789" y="1386"/>
                    </a:cubicBezTo>
                    <a:lnTo>
                      <a:pt x="1772" y="1046"/>
                    </a:lnTo>
                    <a:cubicBezTo>
                      <a:pt x="1772" y="1038"/>
                      <a:pt x="1772" y="1038"/>
                      <a:pt x="1772" y="1038"/>
                    </a:cubicBezTo>
                    <a:cubicBezTo>
                      <a:pt x="1830" y="723"/>
                      <a:pt x="1830" y="408"/>
                      <a:pt x="1789" y="93"/>
                    </a:cubicBezTo>
                    <a:cubicBezTo>
                      <a:pt x="1784" y="40"/>
                      <a:pt x="1731" y="1"/>
                      <a:pt x="1683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9"/>
              <p:cNvSpPr/>
              <p:nvPr/>
            </p:nvSpPr>
            <p:spPr>
              <a:xfrm>
                <a:off x="596350" y="2820625"/>
                <a:ext cx="50475" cy="99150"/>
              </a:xfrm>
              <a:custGeom>
                <a:rect b="b" l="l" r="r" t="t"/>
                <a:pathLst>
                  <a:path extrusionOk="0" h="3966" w="2019">
                    <a:moveTo>
                      <a:pt x="245" y="0"/>
                    </a:moveTo>
                    <a:cubicBezTo>
                      <a:pt x="220" y="8"/>
                      <a:pt x="204" y="17"/>
                      <a:pt x="187" y="33"/>
                    </a:cubicBezTo>
                    <a:cubicBezTo>
                      <a:pt x="154" y="50"/>
                      <a:pt x="129" y="83"/>
                      <a:pt x="129" y="124"/>
                    </a:cubicBezTo>
                    <a:cubicBezTo>
                      <a:pt x="137" y="166"/>
                      <a:pt x="137" y="199"/>
                      <a:pt x="146" y="240"/>
                    </a:cubicBezTo>
                    <a:cubicBezTo>
                      <a:pt x="137" y="323"/>
                      <a:pt x="129" y="414"/>
                      <a:pt x="129" y="497"/>
                    </a:cubicBezTo>
                    <a:lnTo>
                      <a:pt x="96" y="356"/>
                    </a:lnTo>
                    <a:cubicBezTo>
                      <a:pt x="92" y="330"/>
                      <a:pt x="70" y="317"/>
                      <a:pt x="49" y="317"/>
                    </a:cubicBezTo>
                    <a:cubicBezTo>
                      <a:pt x="25" y="317"/>
                      <a:pt x="0" y="334"/>
                      <a:pt x="5" y="365"/>
                    </a:cubicBezTo>
                    <a:cubicBezTo>
                      <a:pt x="38" y="887"/>
                      <a:pt x="129" y="1400"/>
                      <a:pt x="179" y="1914"/>
                    </a:cubicBezTo>
                    <a:cubicBezTo>
                      <a:pt x="185" y="1979"/>
                      <a:pt x="253" y="2024"/>
                      <a:pt x="310" y="2024"/>
                    </a:cubicBezTo>
                    <a:cubicBezTo>
                      <a:pt x="326" y="2024"/>
                      <a:pt x="340" y="2021"/>
                      <a:pt x="353" y="2014"/>
                    </a:cubicBezTo>
                    <a:cubicBezTo>
                      <a:pt x="369" y="2096"/>
                      <a:pt x="394" y="2179"/>
                      <a:pt x="419" y="2262"/>
                    </a:cubicBezTo>
                    <a:cubicBezTo>
                      <a:pt x="436" y="2320"/>
                      <a:pt x="477" y="2345"/>
                      <a:pt x="519" y="2345"/>
                    </a:cubicBezTo>
                    <a:cubicBezTo>
                      <a:pt x="543" y="2420"/>
                      <a:pt x="568" y="2486"/>
                      <a:pt x="593" y="2560"/>
                    </a:cubicBezTo>
                    <a:cubicBezTo>
                      <a:pt x="610" y="2602"/>
                      <a:pt x="635" y="2627"/>
                      <a:pt x="668" y="2635"/>
                    </a:cubicBezTo>
                    <a:cubicBezTo>
                      <a:pt x="726" y="2776"/>
                      <a:pt x="792" y="2908"/>
                      <a:pt x="850" y="3049"/>
                    </a:cubicBezTo>
                    <a:cubicBezTo>
                      <a:pt x="872" y="3087"/>
                      <a:pt x="911" y="3104"/>
                      <a:pt x="952" y="3104"/>
                    </a:cubicBezTo>
                    <a:cubicBezTo>
                      <a:pt x="974" y="3104"/>
                      <a:pt x="996" y="3099"/>
                      <a:pt x="1016" y="3091"/>
                    </a:cubicBezTo>
                    <a:cubicBezTo>
                      <a:pt x="1065" y="3182"/>
                      <a:pt x="1099" y="3265"/>
                      <a:pt x="1140" y="3356"/>
                    </a:cubicBezTo>
                    <a:cubicBezTo>
                      <a:pt x="1164" y="3397"/>
                      <a:pt x="1200" y="3413"/>
                      <a:pt x="1236" y="3413"/>
                    </a:cubicBezTo>
                    <a:cubicBezTo>
                      <a:pt x="1251" y="3413"/>
                      <a:pt x="1266" y="3410"/>
                      <a:pt x="1281" y="3406"/>
                    </a:cubicBezTo>
                    <a:cubicBezTo>
                      <a:pt x="1364" y="3546"/>
                      <a:pt x="1455" y="3687"/>
                      <a:pt x="1554" y="3820"/>
                    </a:cubicBezTo>
                    <a:cubicBezTo>
                      <a:pt x="1580" y="3861"/>
                      <a:pt x="1615" y="3877"/>
                      <a:pt x="1650" y="3877"/>
                    </a:cubicBezTo>
                    <a:cubicBezTo>
                      <a:pt x="1672" y="3877"/>
                      <a:pt x="1693" y="3871"/>
                      <a:pt x="1712" y="3861"/>
                    </a:cubicBezTo>
                    <a:cubicBezTo>
                      <a:pt x="1737" y="3886"/>
                      <a:pt x="1761" y="3911"/>
                      <a:pt x="1786" y="3936"/>
                    </a:cubicBezTo>
                    <a:cubicBezTo>
                      <a:pt x="1811" y="3956"/>
                      <a:pt x="1838" y="3965"/>
                      <a:pt x="1865" y="3965"/>
                    </a:cubicBezTo>
                    <a:cubicBezTo>
                      <a:pt x="1946" y="3965"/>
                      <a:pt x="2019" y="3882"/>
                      <a:pt x="1969" y="3795"/>
                    </a:cubicBezTo>
                    <a:lnTo>
                      <a:pt x="1969" y="3787"/>
                    </a:lnTo>
                    <a:cubicBezTo>
                      <a:pt x="1819" y="3505"/>
                      <a:pt x="1637" y="3232"/>
                      <a:pt x="1438" y="2983"/>
                    </a:cubicBezTo>
                    <a:cubicBezTo>
                      <a:pt x="1430" y="2975"/>
                      <a:pt x="1430" y="2966"/>
                      <a:pt x="1422" y="2958"/>
                    </a:cubicBezTo>
                    <a:cubicBezTo>
                      <a:pt x="1405" y="2933"/>
                      <a:pt x="1372" y="2925"/>
                      <a:pt x="1339" y="2925"/>
                    </a:cubicBezTo>
                    <a:cubicBezTo>
                      <a:pt x="1239" y="2743"/>
                      <a:pt x="1148" y="2560"/>
                      <a:pt x="1065" y="2378"/>
                    </a:cubicBezTo>
                    <a:cubicBezTo>
                      <a:pt x="825" y="1864"/>
                      <a:pt x="643" y="1326"/>
                      <a:pt x="510" y="771"/>
                    </a:cubicBezTo>
                    <a:cubicBezTo>
                      <a:pt x="502" y="729"/>
                      <a:pt x="477" y="704"/>
                      <a:pt x="444" y="696"/>
                    </a:cubicBezTo>
                    <a:cubicBezTo>
                      <a:pt x="427" y="489"/>
                      <a:pt x="403" y="290"/>
                      <a:pt x="369" y="83"/>
                    </a:cubicBezTo>
                    <a:cubicBezTo>
                      <a:pt x="361" y="25"/>
                      <a:pt x="295" y="0"/>
                      <a:pt x="245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9"/>
              <p:cNvSpPr/>
              <p:nvPr/>
            </p:nvSpPr>
            <p:spPr>
              <a:xfrm>
                <a:off x="613025" y="2847300"/>
                <a:ext cx="4375" cy="10750"/>
              </a:xfrm>
              <a:custGeom>
                <a:rect b="b" l="l" r="r" t="t"/>
                <a:pathLst>
                  <a:path extrusionOk="0" h="430" w="175">
                    <a:moveTo>
                      <a:pt x="77" y="1"/>
                    </a:moveTo>
                    <a:cubicBezTo>
                      <a:pt x="74" y="1"/>
                      <a:pt x="71" y="1"/>
                      <a:pt x="67" y="2"/>
                    </a:cubicBezTo>
                    <a:cubicBezTo>
                      <a:pt x="34" y="2"/>
                      <a:pt x="9" y="27"/>
                      <a:pt x="1" y="60"/>
                    </a:cubicBezTo>
                    <a:cubicBezTo>
                      <a:pt x="1" y="118"/>
                      <a:pt x="17" y="176"/>
                      <a:pt x="26" y="234"/>
                    </a:cubicBezTo>
                    <a:cubicBezTo>
                      <a:pt x="42" y="284"/>
                      <a:pt x="50" y="342"/>
                      <a:pt x="67" y="391"/>
                    </a:cubicBezTo>
                    <a:cubicBezTo>
                      <a:pt x="80" y="411"/>
                      <a:pt x="98" y="430"/>
                      <a:pt x="117" y="430"/>
                    </a:cubicBezTo>
                    <a:cubicBezTo>
                      <a:pt x="122" y="430"/>
                      <a:pt x="128" y="428"/>
                      <a:pt x="133" y="425"/>
                    </a:cubicBezTo>
                    <a:cubicBezTo>
                      <a:pt x="158" y="416"/>
                      <a:pt x="175" y="391"/>
                      <a:pt x="166" y="367"/>
                    </a:cubicBezTo>
                    <a:lnTo>
                      <a:pt x="175" y="367"/>
                    </a:lnTo>
                    <a:cubicBezTo>
                      <a:pt x="158" y="317"/>
                      <a:pt x="142" y="259"/>
                      <a:pt x="133" y="217"/>
                    </a:cubicBezTo>
                    <a:cubicBezTo>
                      <a:pt x="125" y="168"/>
                      <a:pt x="133" y="110"/>
                      <a:pt x="125" y="60"/>
                    </a:cubicBezTo>
                    <a:cubicBezTo>
                      <a:pt x="125" y="30"/>
                      <a:pt x="105" y="1"/>
                      <a:pt x="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9"/>
              <p:cNvSpPr/>
              <p:nvPr/>
            </p:nvSpPr>
            <p:spPr>
              <a:xfrm>
                <a:off x="619250" y="2852675"/>
                <a:ext cx="2300" cy="12400"/>
              </a:xfrm>
              <a:custGeom>
                <a:rect b="b" l="l" r="r" t="t"/>
                <a:pathLst>
                  <a:path extrusionOk="0" h="496" w="92">
                    <a:moveTo>
                      <a:pt x="46" y="0"/>
                    </a:moveTo>
                    <a:cubicBezTo>
                      <a:pt x="23" y="0"/>
                      <a:pt x="0" y="15"/>
                      <a:pt x="0" y="44"/>
                    </a:cubicBezTo>
                    <a:cubicBezTo>
                      <a:pt x="0" y="110"/>
                      <a:pt x="0" y="185"/>
                      <a:pt x="0" y="251"/>
                    </a:cubicBezTo>
                    <a:cubicBezTo>
                      <a:pt x="0" y="317"/>
                      <a:pt x="0" y="392"/>
                      <a:pt x="9" y="458"/>
                    </a:cubicBezTo>
                    <a:cubicBezTo>
                      <a:pt x="9" y="483"/>
                      <a:pt x="27" y="495"/>
                      <a:pt x="46" y="495"/>
                    </a:cubicBezTo>
                    <a:cubicBezTo>
                      <a:pt x="65" y="495"/>
                      <a:pt x="83" y="483"/>
                      <a:pt x="83" y="458"/>
                    </a:cubicBezTo>
                    <a:cubicBezTo>
                      <a:pt x="91" y="392"/>
                      <a:pt x="91" y="317"/>
                      <a:pt x="91" y="251"/>
                    </a:cubicBezTo>
                    <a:cubicBezTo>
                      <a:pt x="91" y="185"/>
                      <a:pt x="91" y="110"/>
                      <a:pt x="91" y="44"/>
                    </a:cubicBezTo>
                    <a:cubicBezTo>
                      <a:pt x="91" y="15"/>
                      <a:pt x="69" y="0"/>
                      <a:pt x="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9"/>
              <p:cNvSpPr/>
              <p:nvPr/>
            </p:nvSpPr>
            <p:spPr>
              <a:xfrm>
                <a:off x="621325" y="2863275"/>
                <a:ext cx="3550" cy="8000"/>
              </a:xfrm>
              <a:custGeom>
                <a:rect b="b" l="l" r="r" t="t"/>
                <a:pathLst>
                  <a:path extrusionOk="0" h="320" w="142">
                    <a:moveTo>
                      <a:pt x="42" y="1"/>
                    </a:moveTo>
                    <a:cubicBezTo>
                      <a:pt x="33" y="1"/>
                      <a:pt x="17" y="9"/>
                      <a:pt x="17" y="26"/>
                    </a:cubicBezTo>
                    <a:cubicBezTo>
                      <a:pt x="8" y="51"/>
                      <a:pt x="0" y="67"/>
                      <a:pt x="8" y="92"/>
                    </a:cubicBezTo>
                    <a:cubicBezTo>
                      <a:pt x="8" y="109"/>
                      <a:pt x="8" y="134"/>
                      <a:pt x="8" y="150"/>
                    </a:cubicBezTo>
                    <a:cubicBezTo>
                      <a:pt x="17" y="192"/>
                      <a:pt x="25" y="233"/>
                      <a:pt x="33" y="274"/>
                    </a:cubicBezTo>
                    <a:cubicBezTo>
                      <a:pt x="33" y="291"/>
                      <a:pt x="42" y="308"/>
                      <a:pt x="58" y="308"/>
                    </a:cubicBezTo>
                    <a:cubicBezTo>
                      <a:pt x="64" y="313"/>
                      <a:pt x="74" y="319"/>
                      <a:pt x="85" y="319"/>
                    </a:cubicBezTo>
                    <a:cubicBezTo>
                      <a:pt x="90" y="319"/>
                      <a:pt x="95" y="318"/>
                      <a:pt x="100" y="316"/>
                    </a:cubicBezTo>
                    <a:cubicBezTo>
                      <a:pt x="133" y="308"/>
                      <a:pt x="141" y="274"/>
                      <a:pt x="141" y="250"/>
                    </a:cubicBezTo>
                    <a:cubicBezTo>
                      <a:pt x="133" y="208"/>
                      <a:pt x="124" y="167"/>
                      <a:pt x="116" y="134"/>
                    </a:cubicBezTo>
                    <a:cubicBezTo>
                      <a:pt x="116" y="117"/>
                      <a:pt x="108" y="92"/>
                      <a:pt x="108" y="76"/>
                    </a:cubicBezTo>
                    <a:cubicBezTo>
                      <a:pt x="100" y="51"/>
                      <a:pt x="91" y="34"/>
                      <a:pt x="83" y="18"/>
                    </a:cubicBezTo>
                    <a:cubicBezTo>
                      <a:pt x="75" y="9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9"/>
              <p:cNvSpPr/>
              <p:nvPr/>
            </p:nvSpPr>
            <p:spPr>
              <a:xfrm>
                <a:off x="857250" y="2847425"/>
                <a:ext cx="5400" cy="17050"/>
              </a:xfrm>
              <a:custGeom>
                <a:rect b="b" l="l" r="r" t="t"/>
                <a:pathLst>
                  <a:path extrusionOk="0" h="682" w="216">
                    <a:moveTo>
                      <a:pt x="140" y="1"/>
                    </a:moveTo>
                    <a:cubicBezTo>
                      <a:pt x="122" y="1"/>
                      <a:pt x="104" y="12"/>
                      <a:pt x="100" y="30"/>
                    </a:cubicBezTo>
                    <a:cubicBezTo>
                      <a:pt x="83" y="80"/>
                      <a:pt x="91" y="130"/>
                      <a:pt x="83" y="179"/>
                    </a:cubicBezTo>
                    <a:cubicBezTo>
                      <a:pt x="83" y="229"/>
                      <a:pt x="75" y="270"/>
                      <a:pt x="75" y="320"/>
                    </a:cubicBezTo>
                    <a:cubicBezTo>
                      <a:pt x="67" y="420"/>
                      <a:pt x="42" y="511"/>
                      <a:pt x="9" y="602"/>
                    </a:cubicBezTo>
                    <a:cubicBezTo>
                      <a:pt x="0" y="635"/>
                      <a:pt x="25" y="668"/>
                      <a:pt x="58" y="676"/>
                    </a:cubicBezTo>
                    <a:cubicBezTo>
                      <a:pt x="66" y="680"/>
                      <a:pt x="73" y="682"/>
                      <a:pt x="80" y="682"/>
                    </a:cubicBezTo>
                    <a:cubicBezTo>
                      <a:pt x="105" y="682"/>
                      <a:pt x="126" y="661"/>
                      <a:pt x="133" y="635"/>
                    </a:cubicBezTo>
                    <a:cubicBezTo>
                      <a:pt x="174" y="536"/>
                      <a:pt x="199" y="436"/>
                      <a:pt x="207" y="328"/>
                    </a:cubicBezTo>
                    <a:cubicBezTo>
                      <a:pt x="216" y="279"/>
                      <a:pt x="207" y="229"/>
                      <a:pt x="207" y="179"/>
                    </a:cubicBezTo>
                    <a:cubicBezTo>
                      <a:pt x="207" y="121"/>
                      <a:pt x="199" y="72"/>
                      <a:pt x="174" y="22"/>
                    </a:cubicBezTo>
                    <a:cubicBezTo>
                      <a:pt x="167" y="7"/>
                      <a:pt x="153" y="1"/>
                      <a:pt x="1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9"/>
              <p:cNvSpPr/>
              <p:nvPr/>
            </p:nvSpPr>
            <p:spPr>
              <a:xfrm>
                <a:off x="863450" y="2829725"/>
                <a:ext cx="3350" cy="13650"/>
              </a:xfrm>
              <a:custGeom>
                <a:rect b="b" l="l" r="r" t="t"/>
                <a:pathLst>
                  <a:path extrusionOk="0" h="546" w="134">
                    <a:moveTo>
                      <a:pt x="71" y="1"/>
                    </a:moveTo>
                    <a:cubicBezTo>
                      <a:pt x="55" y="1"/>
                      <a:pt x="38" y="9"/>
                      <a:pt x="34" y="26"/>
                    </a:cubicBezTo>
                    <a:cubicBezTo>
                      <a:pt x="26" y="67"/>
                      <a:pt x="26" y="100"/>
                      <a:pt x="17" y="142"/>
                    </a:cubicBezTo>
                    <a:cubicBezTo>
                      <a:pt x="17" y="175"/>
                      <a:pt x="17" y="216"/>
                      <a:pt x="9" y="249"/>
                    </a:cubicBezTo>
                    <a:cubicBezTo>
                      <a:pt x="1" y="332"/>
                      <a:pt x="9" y="407"/>
                      <a:pt x="9" y="490"/>
                    </a:cubicBezTo>
                    <a:cubicBezTo>
                      <a:pt x="9" y="527"/>
                      <a:pt x="38" y="546"/>
                      <a:pt x="67" y="546"/>
                    </a:cubicBezTo>
                    <a:cubicBezTo>
                      <a:pt x="96" y="546"/>
                      <a:pt x="125" y="527"/>
                      <a:pt x="125" y="490"/>
                    </a:cubicBezTo>
                    <a:cubicBezTo>
                      <a:pt x="125" y="407"/>
                      <a:pt x="133" y="332"/>
                      <a:pt x="125" y="249"/>
                    </a:cubicBezTo>
                    <a:cubicBezTo>
                      <a:pt x="109" y="175"/>
                      <a:pt x="117" y="100"/>
                      <a:pt x="109" y="26"/>
                    </a:cubicBezTo>
                    <a:cubicBezTo>
                      <a:pt x="104" y="9"/>
                      <a:pt x="88" y="1"/>
                      <a:pt x="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9"/>
              <p:cNvSpPr/>
              <p:nvPr/>
            </p:nvSpPr>
            <p:spPr>
              <a:xfrm>
                <a:off x="870700" y="2799500"/>
                <a:ext cx="1900" cy="3525"/>
              </a:xfrm>
              <a:custGeom>
                <a:rect b="b" l="l" r="r" t="t"/>
                <a:pathLst>
                  <a:path extrusionOk="0" h="141" w="76">
                    <a:moveTo>
                      <a:pt x="17" y="0"/>
                    </a:moveTo>
                    <a:cubicBezTo>
                      <a:pt x="9" y="0"/>
                      <a:pt x="1" y="8"/>
                      <a:pt x="1" y="8"/>
                    </a:cubicBezTo>
                    <a:cubicBezTo>
                      <a:pt x="1" y="17"/>
                      <a:pt x="1" y="25"/>
                      <a:pt x="1" y="33"/>
                    </a:cubicBezTo>
                    <a:lnTo>
                      <a:pt x="9" y="116"/>
                    </a:lnTo>
                    <a:cubicBezTo>
                      <a:pt x="9" y="124"/>
                      <a:pt x="17" y="133"/>
                      <a:pt x="26" y="141"/>
                    </a:cubicBezTo>
                    <a:lnTo>
                      <a:pt x="51" y="141"/>
                    </a:lnTo>
                    <a:cubicBezTo>
                      <a:pt x="67" y="133"/>
                      <a:pt x="75" y="116"/>
                      <a:pt x="67" y="108"/>
                    </a:cubicBezTo>
                    <a:cubicBezTo>
                      <a:pt x="59" y="75"/>
                      <a:pt x="51" y="50"/>
                      <a:pt x="51" y="17"/>
                    </a:cubicBezTo>
                    <a:cubicBezTo>
                      <a:pt x="42" y="8"/>
                      <a:pt x="26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9"/>
              <p:cNvSpPr/>
              <p:nvPr/>
            </p:nvSpPr>
            <p:spPr>
              <a:xfrm>
                <a:off x="688075" y="2915975"/>
                <a:ext cx="150550" cy="59600"/>
              </a:xfrm>
              <a:custGeom>
                <a:rect b="b" l="l" r="r" t="t"/>
                <a:pathLst>
                  <a:path extrusionOk="0" h="2384" w="6022">
                    <a:moveTo>
                      <a:pt x="5210" y="1489"/>
                    </a:moveTo>
                    <a:cubicBezTo>
                      <a:pt x="5185" y="1522"/>
                      <a:pt x="5168" y="1555"/>
                      <a:pt x="5143" y="1588"/>
                    </a:cubicBezTo>
                    <a:cubicBezTo>
                      <a:pt x="5143" y="1580"/>
                      <a:pt x="5135" y="1572"/>
                      <a:pt x="5119" y="1563"/>
                    </a:cubicBezTo>
                    <a:cubicBezTo>
                      <a:pt x="5152" y="1539"/>
                      <a:pt x="5177" y="1514"/>
                      <a:pt x="5210" y="1489"/>
                    </a:cubicBezTo>
                    <a:close/>
                    <a:moveTo>
                      <a:pt x="4413" y="0"/>
                    </a:moveTo>
                    <a:cubicBezTo>
                      <a:pt x="4384" y="0"/>
                      <a:pt x="4355" y="10"/>
                      <a:pt x="4331" y="31"/>
                    </a:cubicBezTo>
                    <a:cubicBezTo>
                      <a:pt x="4290" y="72"/>
                      <a:pt x="4265" y="122"/>
                      <a:pt x="4240" y="163"/>
                    </a:cubicBezTo>
                    <a:cubicBezTo>
                      <a:pt x="4234" y="162"/>
                      <a:pt x="4227" y="161"/>
                      <a:pt x="4220" y="161"/>
                    </a:cubicBezTo>
                    <a:cubicBezTo>
                      <a:pt x="4184" y="161"/>
                      <a:pt x="4149" y="181"/>
                      <a:pt x="4149" y="230"/>
                    </a:cubicBezTo>
                    <a:cubicBezTo>
                      <a:pt x="4133" y="354"/>
                      <a:pt x="4025" y="461"/>
                      <a:pt x="3925" y="536"/>
                    </a:cubicBezTo>
                    <a:cubicBezTo>
                      <a:pt x="3917" y="544"/>
                      <a:pt x="3909" y="553"/>
                      <a:pt x="3901" y="561"/>
                    </a:cubicBezTo>
                    <a:cubicBezTo>
                      <a:pt x="3892" y="569"/>
                      <a:pt x="3884" y="569"/>
                      <a:pt x="3876" y="577"/>
                    </a:cubicBezTo>
                    <a:cubicBezTo>
                      <a:pt x="3826" y="611"/>
                      <a:pt x="3776" y="644"/>
                      <a:pt x="3727" y="669"/>
                    </a:cubicBezTo>
                    <a:lnTo>
                      <a:pt x="3702" y="669"/>
                    </a:lnTo>
                    <a:cubicBezTo>
                      <a:pt x="3694" y="667"/>
                      <a:pt x="3687" y="666"/>
                      <a:pt x="3680" y="666"/>
                    </a:cubicBezTo>
                    <a:cubicBezTo>
                      <a:pt x="3649" y="666"/>
                      <a:pt x="3623" y="681"/>
                      <a:pt x="3602" y="702"/>
                    </a:cubicBezTo>
                    <a:cubicBezTo>
                      <a:pt x="3595" y="701"/>
                      <a:pt x="3588" y="700"/>
                      <a:pt x="3581" y="700"/>
                    </a:cubicBezTo>
                    <a:cubicBezTo>
                      <a:pt x="3529" y="700"/>
                      <a:pt x="3476" y="727"/>
                      <a:pt x="3461" y="785"/>
                    </a:cubicBezTo>
                    <a:cubicBezTo>
                      <a:pt x="3445" y="834"/>
                      <a:pt x="3428" y="884"/>
                      <a:pt x="3420" y="934"/>
                    </a:cubicBezTo>
                    <a:cubicBezTo>
                      <a:pt x="3420" y="942"/>
                      <a:pt x="3412" y="942"/>
                      <a:pt x="3412" y="950"/>
                    </a:cubicBezTo>
                    <a:cubicBezTo>
                      <a:pt x="3379" y="975"/>
                      <a:pt x="3354" y="1017"/>
                      <a:pt x="3345" y="1058"/>
                    </a:cubicBezTo>
                    <a:cubicBezTo>
                      <a:pt x="3287" y="1174"/>
                      <a:pt x="3271" y="1290"/>
                      <a:pt x="3304" y="1406"/>
                    </a:cubicBezTo>
                    <a:cubicBezTo>
                      <a:pt x="3304" y="1447"/>
                      <a:pt x="3312" y="1497"/>
                      <a:pt x="3321" y="1539"/>
                    </a:cubicBezTo>
                    <a:lnTo>
                      <a:pt x="3271" y="1539"/>
                    </a:lnTo>
                    <a:cubicBezTo>
                      <a:pt x="3254" y="1530"/>
                      <a:pt x="3238" y="1530"/>
                      <a:pt x="3213" y="1522"/>
                    </a:cubicBezTo>
                    <a:cubicBezTo>
                      <a:pt x="3188" y="1514"/>
                      <a:pt x="3155" y="1505"/>
                      <a:pt x="3122" y="1497"/>
                    </a:cubicBezTo>
                    <a:cubicBezTo>
                      <a:pt x="3122" y="1489"/>
                      <a:pt x="3130" y="1481"/>
                      <a:pt x="3130" y="1472"/>
                    </a:cubicBezTo>
                    <a:cubicBezTo>
                      <a:pt x="3155" y="1464"/>
                      <a:pt x="3171" y="1439"/>
                      <a:pt x="3180" y="1406"/>
                    </a:cubicBezTo>
                    <a:cubicBezTo>
                      <a:pt x="3205" y="1331"/>
                      <a:pt x="3221" y="1240"/>
                      <a:pt x="3221" y="1157"/>
                    </a:cubicBezTo>
                    <a:cubicBezTo>
                      <a:pt x="3221" y="1091"/>
                      <a:pt x="3205" y="1041"/>
                      <a:pt x="3171" y="1000"/>
                    </a:cubicBezTo>
                    <a:cubicBezTo>
                      <a:pt x="3171" y="992"/>
                      <a:pt x="3171" y="983"/>
                      <a:pt x="3171" y="975"/>
                    </a:cubicBezTo>
                    <a:cubicBezTo>
                      <a:pt x="3163" y="934"/>
                      <a:pt x="3138" y="909"/>
                      <a:pt x="3097" y="892"/>
                    </a:cubicBezTo>
                    <a:cubicBezTo>
                      <a:pt x="3097" y="892"/>
                      <a:pt x="3097" y="892"/>
                      <a:pt x="3089" y="884"/>
                    </a:cubicBezTo>
                    <a:cubicBezTo>
                      <a:pt x="3089" y="884"/>
                      <a:pt x="3089" y="884"/>
                      <a:pt x="3089" y="876"/>
                    </a:cubicBezTo>
                    <a:cubicBezTo>
                      <a:pt x="3072" y="768"/>
                      <a:pt x="3022" y="652"/>
                      <a:pt x="2906" y="627"/>
                    </a:cubicBezTo>
                    <a:cubicBezTo>
                      <a:pt x="2891" y="621"/>
                      <a:pt x="2872" y="619"/>
                      <a:pt x="2853" y="619"/>
                    </a:cubicBezTo>
                    <a:cubicBezTo>
                      <a:pt x="2832" y="619"/>
                      <a:pt x="2811" y="621"/>
                      <a:pt x="2792" y="621"/>
                    </a:cubicBezTo>
                    <a:cubicBezTo>
                      <a:pt x="2782" y="621"/>
                      <a:pt x="2773" y="621"/>
                      <a:pt x="2765" y="619"/>
                    </a:cubicBezTo>
                    <a:cubicBezTo>
                      <a:pt x="2749" y="611"/>
                      <a:pt x="2716" y="586"/>
                      <a:pt x="2691" y="569"/>
                    </a:cubicBezTo>
                    <a:cubicBezTo>
                      <a:pt x="2624" y="517"/>
                      <a:pt x="2551" y="459"/>
                      <a:pt x="2465" y="459"/>
                    </a:cubicBezTo>
                    <a:cubicBezTo>
                      <a:pt x="2455" y="459"/>
                      <a:pt x="2445" y="460"/>
                      <a:pt x="2434" y="461"/>
                    </a:cubicBezTo>
                    <a:cubicBezTo>
                      <a:pt x="2401" y="461"/>
                      <a:pt x="2368" y="478"/>
                      <a:pt x="2343" y="511"/>
                    </a:cubicBezTo>
                    <a:cubicBezTo>
                      <a:pt x="2318" y="503"/>
                      <a:pt x="2293" y="495"/>
                      <a:pt x="2260" y="486"/>
                    </a:cubicBezTo>
                    <a:cubicBezTo>
                      <a:pt x="2227" y="461"/>
                      <a:pt x="2185" y="437"/>
                      <a:pt x="2152" y="420"/>
                    </a:cubicBezTo>
                    <a:cubicBezTo>
                      <a:pt x="2129" y="414"/>
                      <a:pt x="2110" y="408"/>
                      <a:pt x="2092" y="408"/>
                    </a:cubicBezTo>
                    <a:cubicBezTo>
                      <a:pt x="2084" y="408"/>
                      <a:pt x="2077" y="409"/>
                      <a:pt x="2069" y="412"/>
                    </a:cubicBezTo>
                    <a:cubicBezTo>
                      <a:pt x="2053" y="362"/>
                      <a:pt x="2045" y="321"/>
                      <a:pt x="2053" y="263"/>
                    </a:cubicBezTo>
                    <a:cubicBezTo>
                      <a:pt x="2058" y="224"/>
                      <a:pt x="2020" y="186"/>
                      <a:pt x="1984" y="186"/>
                    </a:cubicBezTo>
                    <a:cubicBezTo>
                      <a:pt x="1966" y="186"/>
                      <a:pt x="1948" y="196"/>
                      <a:pt x="1937" y="221"/>
                    </a:cubicBezTo>
                    <a:cubicBezTo>
                      <a:pt x="1788" y="528"/>
                      <a:pt x="2094" y="826"/>
                      <a:pt x="2368" y="917"/>
                    </a:cubicBezTo>
                    <a:cubicBezTo>
                      <a:pt x="2409" y="925"/>
                      <a:pt x="2451" y="934"/>
                      <a:pt x="2484" y="942"/>
                    </a:cubicBezTo>
                    <a:cubicBezTo>
                      <a:pt x="2567" y="1008"/>
                      <a:pt x="2633" y="1083"/>
                      <a:pt x="2699" y="1166"/>
                    </a:cubicBezTo>
                    <a:cubicBezTo>
                      <a:pt x="2707" y="1257"/>
                      <a:pt x="2724" y="1348"/>
                      <a:pt x="2749" y="1431"/>
                    </a:cubicBezTo>
                    <a:cubicBezTo>
                      <a:pt x="2707" y="1431"/>
                      <a:pt x="2674" y="1431"/>
                      <a:pt x="2633" y="1439"/>
                    </a:cubicBezTo>
                    <a:cubicBezTo>
                      <a:pt x="2401" y="1472"/>
                      <a:pt x="2202" y="1580"/>
                      <a:pt x="1987" y="1671"/>
                    </a:cubicBezTo>
                    <a:cubicBezTo>
                      <a:pt x="1887" y="1679"/>
                      <a:pt x="1779" y="1688"/>
                      <a:pt x="1672" y="1688"/>
                    </a:cubicBezTo>
                    <a:cubicBezTo>
                      <a:pt x="1589" y="1655"/>
                      <a:pt x="1506" y="1621"/>
                      <a:pt x="1423" y="1580"/>
                    </a:cubicBezTo>
                    <a:cubicBezTo>
                      <a:pt x="1299" y="1505"/>
                      <a:pt x="1166" y="1439"/>
                      <a:pt x="1025" y="1398"/>
                    </a:cubicBezTo>
                    <a:lnTo>
                      <a:pt x="992" y="1398"/>
                    </a:lnTo>
                    <a:cubicBezTo>
                      <a:pt x="951" y="1365"/>
                      <a:pt x="909" y="1340"/>
                      <a:pt x="876" y="1307"/>
                    </a:cubicBezTo>
                    <a:cubicBezTo>
                      <a:pt x="849" y="1283"/>
                      <a:pt x="817" y="1272"/>
                      <a:pt x="786" y="1272"/>
                    </a:cubicBezTo>
                    <a:cubicBezTo>
                      <a:pt x="753" y="1272"/>
                      <a:pt x="720" y="1285"/>
                      <a:pt x="694" y="1307"/>
                    </a:cubicBezTo>
                    <a:cubicBezTo>
                      <a:pt x="681" y="1303"/>
                      <a:pt x="669" y="1301"/>
                      <a:pt x="657" y="1301"/>
                    </a:cubicBezTo>
                    <a:cubicBezTo>
                      <a:pt x="615" y="1301"/>
                      <a:pt x="579" y="1322"/>
                      <a:pt x="553" y="1348"/>
                    </a:cubicBezTo>
                    <a:cubicBezTo>
                      <a:pt x="455" y="1297"/>
                      <a:pt x="354" y="1258"/>
                      <a:pt x="250" y="1258"/>
                    </a:cubicBezTo>
                    <a:cubicBezTo>
                      <a:pt x="187" y="1258"/>
                      <a:pt x="122" y="1272"/>
                      <a:pt x="56" y="1307"/>
                    </a:cubicBezTo>
                    <a:cubicBezTo>
                      <a:pt x="1" y="1338"/>
                      <a:pt x="36" y="1415"/>
                      <a:pt x="97" y="1415"/>
                    </a:cubicBezTo>
                    <a:cubicBezTo>
                      <a:pt x="100" y="1415"/>
                      <a:pt x="103" y="1415"/>
                      <a:pt x="106" y="1414"/>
                    </a:cubicBezTo>
                    <a:cubicBezTo>
                      <a:pt x="123" y="1410"/>
                      <a:pt x="141" y="1408"/>
                      <a:pt x="158" y="1408"/>
                    </a:cubicBezTo>
                    <a:cubicBezTo>
                      <a:pt x="246" y="1408"/>
                      <a:pt x="328" y="1457"/>
                      <a:pt x="404" y="1505"/>
                    </a:cubicBezTo>
                    <a:cubicBezTo>
                      <a:pt x="512" y="1563"/>
                      <a:pt x="611" y="1638"/>
                      <a:pt x="719" y="1713"/>
                    </a:cubicBezTo>
                    <a:cubicBezTo>
                      <a:pt x="760" y="1746"/>
                      <a:pt x="810" y="1779"/>
                      <a:pt x="860" y="1812"/>
                    </a:cubicBezTo>
                    <a:cubicBezTo>
                      <a:pt x="918" y="1853"/>
                      <a:pt x="984" y="1903"/>
                      <a:pt x="1050" y="1936"/>
                    </a:cubicBezTo>
                    <a:cubicBezTo>
                      <a:pt x="1141" y="2003"/>
                      <a:pt x="1241" y="2077"/>
                      <a:pt x="1340" y="2135"/>
                    </a:cubicBezTo>
                    <a:cubicBezTo>
                      <a:pt x="1514" y="2259"/>
                      <a:pt x="1713" y="2384"/>
                      <a:pt x="1937" y="2384"/>
                    </a:cubicBezTo>
                    <a:cubicBezTo>
                      <a:pt x="2161" y="2375"/>
                      <a:pt x="2359" y="2259"/>
                      <a:pt x="2550" y="2152"/>
                    </a:cubicBezTo>
                    <a:cubicBezTo>
                      <a:pt x="2558" y="2152"/>
                      <a:pt x="2558" y="2143"/>
                      <a:pt x="2567" y="2143"/>
                    </a:cubicBezTo>
                    <a:lnTo>
                      <a:pt x="2633" y="2135"/>
                    </a:lnTo>
                    <a:cubicBezTo>
                      <a:pt x="2683" y="2135"/>
                      <a:pt x="2732" y="2127"/>
                      <a:pt x="2782" y="2119"/>
                    </a:cubicBezTo>
                    <a:cubicBezTo>
                      <a:pt x="2956" y="2102"/>
                      <a:pt x="3122" y="2094"/>
                      <a:pt x="3296" y="2085"/>
                    </a:cubicBezTo>
                    <a:cubicBezTo>
                      <a:pt x="3312" y="2085"/>
                      <a:pt x="3329" y="2085"/>
                      <a:pt x="3345" y="2077"/>
                    </a:cubicBezTo>
                    <a:cubicBezTo>
                      <a:pt x="3387" y="2085"/>
                      <a:pt x="3428" y="2094"/>
                      <a:pt x="3470" y="2110"/>
                    </a:cubicBezTo>
                    <a:cubicBezTo>
                      <a:pt x="3553" y="2143"/>
                      <a:pt x="3635" y="2185"/>
                      <a:pt x="3727" y="2218"/>
                    </a:cubicBezTo>
                    <a:cubicBezTo>
                      <a:pt x="3830" y="2267"/>
                      <a:pt x="3928" y="2297"/>
                      <a:pt x="4036" y="2297"/>
                    </a:cubicBezTo>
                    <a:cubicBezTo>
                      <a:pt x="4075" y="2297"/>
                      <a:pt x="4115" y="2293"/>
                      <a:pt x="4157" y="2284"/>
                    </a:cubicBezTo>
                    <a:cubicBezTo>
                      <a:pt x="4282" y="2268"/>
                      <a:pt x="4398" y="2235"/>
                      <a:pt x="4522" y="2201"/>
                    </a:cubicBezTo>
                    <a:cubicBezTo>
                      <a:pt x="4537" y="2202"/>
                      <a:pt x="4552" y="2202"/>
                      <a:pt x="4567" y="2202"/>
                    </a:cubicBezTo>
                    <a:cubicBezTo>
                      <a:pt x="4766" y="2202"/>
                      <a:pt x="4958" y="2149"/>
                      <a:pt x="5135" y="2003"/>
                    </a:cubicBezTo>
                    <a:cubicBezTo>
                      <a:pt x="5143" y="1994"/>
                      <a:pt x="5160" y="1978"/>
                      <a:pt x="5177" y="1969"/>
                    </a:cubicBezTo>
                    <a:cubicBezTo>
                      <a:pt x="5201" y="1953"/>
                      <a:pt x="5235" y="1936"/>
                      <a:pt x="5268" y="1911"/>
                    </a:cubicBezTo>
                    <a:cubicBezTo>
                      <a:pt x="5384" y="1829"/>
                      <a:pt x="5483" y="1729"/>
                      <a:pt x="5558" y="1613"/>
                    </a:cubicBezTo>
                    <a:cubicBezTo>
                      <a:pt x="5591" y="1613"/>
                      <a:pt x="5624" y="1597"/>
                      <a:pt x="5641" y="1555"/>
                    </a:cubicBezTo>
                    <a:cubicBezTo>
                      <a:pt x="5699" y="1447"/>
                      <a:pt x="5740" y="1340"/>
                      <a:pt x="5773" y="1224"/>
                    </a:cubicBezTo>
                    <a:cubicBezTo>
                      <a:pt x="5781" y="1215"/>
                      <a:pt x="5781" y="1215"/>
                      <a:pt x="5790" y="1207"/>
                    </a:cubicBezTo>
                    <a:cubicBezTo>
                      <a:pt x="5873" y="1025"/>
                      <a:pt x="5947" y="826"/>
                      <a:pt x="5980" y="627"/>
                    </a:cubicBezTo>
                    <a:cubicBezTo>
                      <a:pt x="5997" y="536"/>
                      <a:pt x="6022" y="420"/>
                      <a:pt x="5997" y="329"/>
                    </a:cubicBezTo>
                    <a:cubicBezTo>
                      <a:pt x="5973" y="259"/>
                      <a:pt x="5908" y="213"/>
                      <a:pt x="5840" y="213"/>
                    </a:cubicBezTo>
                    <a:cubicBezTo>
                      <a:pt x="5812" y="213"/>
                      <a:pt x="5783" y="221"/>
                      <a:pt x="5757" y="238"/>
                    </a:cubicBezTo>
                    <a:cubicBezTo>
                      <a:pt x="5665" y="288"/>
                      <a:pt x="5641" y="412"/>
                      <a:pt x="5616" y="495"/>
                    </a:cubicBezTo>
                    <a:lnTo>
                      <a:pt x="5574" y="611"/>
                    </a:lnTo>
                    <a:cubicBezTo>
                      <a:pt x="5560" y="605"/>
                      <a:pt x="5545" y="603"/>
                      <a:pt x="5529" y="603"/>
                    </a:cubicBezTo>
                    <a:cubicBezTo>
                      <a:pt x="5475" y="603"/>
                      <a:pt x="5421" y="637"/>
                      <a:pt x="5409" y="702"/>
                    </a:cubicBezTo>
                    <a:cubicBezTo>
                      <a:pt x="5326" y="1008"/>
                      <a:pt x="5119" y="1265"/>
                      <a:pt x="4845" y="1431"/>
                    </a:cubicBezTo>
                    <a:cubicBezTo>
                      <a:pt x="4779" y="1472"/>
                      <a:pt x="4704" y="1505"/>
                      <a:pt x="4638" y="1530"/>
                    </a:cubicBezTo>
                    <a:cubicBezTo>
                      <a:pt x="4489" y="1563"/>
                      <a:pt x="4348" y="1597"/>
                      <a:pt x="4207" y="1605"/>
                    </a:cubicBezTo>
                    <a:cubicBezTo>
                      <a:pt x="4141" y="1611"/>
                      <a:pt x="4073" y="1614"/>
                      <a:pt x="4005" y="1614"/>
                    </a:cubicBezTo>
                    <a:cubicBezTo>
                      <a:pt x="3895" y="1614"/>
                      <a:pt x="3784" y="1607"/>
                      <a:pt x="3677" y="1597"/>
                    </a:cubicBezTo>
                    <a:cubicBezTo>
                      <a:pt x="3660" y="1597"/>
                      <a:pt x="3652" y="1588"/>
                      <a:pt x="3635" y="1588"/>
                    </a:cubicBezTo>
                    <a:cubicBezTo>
                      <a:pt x="3660" y="1588"/>
                      <a:pt x="3685" y="1580"/>
                      <a:pt x="3702" y="1563"/>
                    </a:cubicBezTo>
                    <a:cubicBezTo>
                      <a:pt x="3719" y="1572"/>
                      <a:pt x="3739" y="1577"/>
                      <a:pt x="3759" y="1577"/>
                    </a:cubicBezTo>
                    <a:cubicBezTo>
                      <a:pt x="3798" y="1577"/>
                      <a:pt x="3837" y="1560"/>
                      <a:pt x="3859" y="1522"/>
                    </a:cubicBezTo>
                    <a:cubicBezTo>
                      <a:pt x="3865" y="1523"/>
                      <a:pt x="3871" y="1524"/>
                      <a:pt x="3878" y="1524"/>
                    </a:cubicBezTo>
                    <a:cubicBezTo>
                      <a:pt x="3923" y="1524"/>
                      <a:pt x="3970" y="1497"/>
                      <a:pt x="3992" y="1439"/>
                    </a:cubicBezTo>
                    <a:cubicBezTo>
                      <a:pt x="4075" y="1191"/>
                      <a:pt x="4149" y="950"/>
                      <a:pt x="4224" y="702"/>
                    </a:cubicBezTo>
                    <a:cubicBezTo>
                      <a:pt x="4249" y="669"/>
                      <a:pt x="4273" y="635"/>
                      <a:pt x="4298" y="602"/>
                    </a:cubicBezTo>
                    <a:cubicBezTo>
                      <a:pt x="4331" y="577"/>
                      <a:pt x="4365" y="544"/>
                      <a:pt x="4398" y="503"/>
                    </a:cubicBezTo>
                    <a:cubicBezTo>
                      <a:pt x="4481" y="395"/>
                      <a:pt x="4530" y="263"/>
                      <a:pt x="4530" y="114"/>
                    </a:cubicBezTo>
                    <a:cubicBezTo>
                      <a:pt x="4536" y="45"/>
                      <a:pt x="4475" y="0"/>
                      <a:pt x="4413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9"/>
              <p:cNvSpPr/>
              <p:nvPr/>
            </p:nvSpPr>
            <p:spPr>
              <a:xfrm>
                <a:off x="739600" y="2890500"/>
                <a:ext cx="62650" cy="20900"/>
              </a:xfrm>
              <a:custGeom>
                <a:rect b="b" l="l" r="r" t="t"/>
                <a:pathLst>
                  <a:path extrusionOk="0" h="836" w="2506">
                    <a:moveTo>
                      <a:pt x="2355" y="1"/>
                    </a:moveTo>
                    <a:cubicBezTo>
                      <a:pt x="2332" y="1"/>
                      <a:pt x="2309" y="8"/>
                      <a:pt x="2287" y="22"/>
                    </a:cubicBezTo>
                    <a:lnTo>
                      <a:pt x="2279" y="22"/>
                    </a:lnTo>
                    <a:cubicBezTo>
                      <a:pt x="2262" y="31"/>
                      <a:pt x="2237" y="47"/>
                      <a:pt x="2221" y="55"/>
                    </a:cubicBezTo>
                    <a:cubicBezTo>
                      <a:pt x="2208" y="51"/>
                      <a:pt x="2194" y="49"/>
                      <a:pt x="2178" y="49"/>
                    </a:cubicBezTo>
                    <a:cubicBezTo>
                      <a:pt x="2163" y="49"/>
                      <a:pt x="2146" y="51"/>
                      <a:pt x="2130" y="55"/>
                    </a:cubicBezTo>
                    <a:cubicBezTo>
                      <a:pt x="1825" y="149"/>
                      <a:pt x="1511" y="182"/>
                      <a:pt x="1196" y="182"/>
                    </a:cubicBezTo>
                    <a:cubicBezTo>
                      <a:pt x="842" y="182"/>
                      <a:pt x="487" y="141"/>
                      <a:pt x="141" y="97"/>
                    </a:cubicBezTo>
                    <a:cubicBezTo>
                      <a:pt x="83" y="97"/>
                      <a:pt x="25" y="147"/>
                      <a:pt x="17" y="196"/>
                    </a:cubicBezTo>
                    <a:cubicBezTo>
                      <a:pt x="0" y="246"/>
                      <a:pt x="17" y="287"/>
                      <a:pt x="50" y="321"/>
                    </a:cubicBezTo>
                    <a:cubicBezTo>
                      <a:pt x="50" y="337"/>
                      <a:pt x="50" y="345"/>
                      <a:pt x="58" y="362"/>
                    </a:cubicBezTo>
                    <a:cubicBezTo>
                      <a:pt x="158" y="536"/>
                      <a:pt x="356" y="635"/>
                      <a:pt x="539" y="693"/>
                    </a:cubicBezTo>
                    <a:cubicBezTo>
                      <a:pt x="671" y="743"/>
                      <a:pt x="812" y="760"/>
                      <a:pt x="945" y="760"/>
                    </a:cubicBezTo>
                    <a:cubicBezTo>
                      <a:pt x="1110" y="801"/>
                      <a:pt x="1268" y="826"/>
                      <a:pt x="1434" y="834"/>
                    </a:cubicBezTo>
                    <a:cubicBezTo>
                      <a:pt x="1450" y="835"/>
                      <a:pt x="1466" y="835"/>
                      <a:pt x="1482" y="835"/>
                    </a:cubicBezTo>
                    <a:cubicBezTo>
                      <a:pt x="1909" y="835"/>
                      <a:pt x="2374" y="626"/>
                      <a:pt x="2486" y="171"/>
                    </a:cubicBezTo>
                    <a:cubicBezTo>
                      <a:pt x="2505" y="81"/>
                      <a:pt x="2434" y="1"/>
                      <a:pt x="235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9"/>
              <p:cNvSpPr/>
              <p:nvPr/>
            </p:nvSpPr>
            <p:spPr>
              <a:xfrm>
                <a:off x="613150" y="2634900"/>
                <a:ext cx="36150" cy="81850"/>
              </a:xfrm>
              <a:custGeom>
                <a:rect b="b" l="l" r="r" t="t"/>
                <a:pathLst>
                  <a:path extrusionOk="0" h="3274" w="1446">
                    <a:moveTo>
                      <a:pt x="62" y="0"/>
                    </a:moveTo>
                    <a:cubicBezTo>
                      <a:pt x="27" y="0"/>
                      <a:pt x="0" y="60"/>
                      <a:pt x="29" y="88"/>
                    </a:cubicBezTo>
                    <a:cubicBezTo>
                      <a:pt x="186" y="221"/>
                      <a:pt x="335" y="353"/>
                      <a:pt x="468" y="503"/>
                    </a:cubicBezTo>
                    <a:cubicBezTo>
                      <a:pt x="402" y="527"/>
                      <a:pt x="352" y="602"/>
                      <a:pt x="402" y="685"/>
                    </a:cubicBezTo>
                    <a:cubicBezTo>
                      <a:pt x="460" y="784"/>
                      <a:pt x="518" y="884"/>
                      <a:pt x="584" y="975"/>
                    </a:cubicBezTo>
                    <a:cubicBezTo>
                      <a:pt x="509" y="991"/>
                      <a:pt x="451" y="1066"/>
                      <a:pt x="501" y="1149"/>
                    </a:cubicBezTo>
                    <a:cubicBezTo>
                      <a:pt x="576" y="1290"/>
                      <a:pt x="642" y="1431"/>
                      <a:pt x="708" y="1571"/>
                    </a:cubicBezTo>
                    <a:cubicBezTo>
                      <a:pt x="692" y="1588"/>
                      <a:pt x="683" y="1613"/>
                      <a:pt x="692" y="1646"/>
                    </a:cubicBezTo>
                    <a:cubicBezTo>
                      <a:pt x="733" y="1820"/>
                      <a:pt x="766" y="1994"/>
                      <a:pt x="799" y="2168"/>
                    </a:cubicBezTo>
                    <a:cubicBezTo>
                      <a:pt x="791" y="2184"/>
                      <a:pt x="783" y="2201"/>
                      <a:pt x="783" y="2218"/>
                    </a:cubicBezTo>
                    <a:cubicBezTo>
                      <a:pt x="783" y="2242"/>
                      <a:pt x="783" y="2259"/>
                      <a:pt x="783" y="2284"/>
                    </a:cubicBezTo>
                    <a:cubicBezTo>
                      <a:pt x="758" y="2218"/>
                      <a:pt x="733" y="2151"/>
                      <a:pt x="708" y="2085"/>
                    </a:cubicBezTo>
                    <a:cubicBezTo>
                      <a:pt x="690" y="2036"/>
                      <a:pt x="639" y="2009"/>
                      <a:pt x="591" y="2009"/>
                    </a:cubicBezTo>
                    <a:cubicBezTo>
                      <a:pt x="574" y="2009"/>
                      <a:pt x="557" y="2012"/>
                      <a:pt x="543" y="2019"/>
                    </a:cubicBezTo>
                    <a:lnTo>
                      <a:pt x="526" y="1977"/>
                    </a:lnTo>
                    <a:cubicBezTo>
                      <a:pt x="506" y="1943"/>
                      <a:pt x="474" y="1929"/>
                      <a:pt x="443" y="1929"/>
                    </a:cubicBezTo>
                    <a:cubicBezTo>
                      <a:pt x="382" y="1929"/>
                      <a:pt x="322" y="1981"/>
                      <a:pt x="344" y="2052"/>
                    </a:cubicBezTo>
                    <a:cubicBezTo>
                      <a:pt x="443" y="2425"/>
                      <a:pt x="609" y="2789"/>
                      <a:pt x="758" y="3146"/>
                    </a:cubicBezTo>
                    <a:cubicBezTo>
                      <a:pt x="766" y="3154"/>
                      <a:pt x="766" y="3170"/>
                      <a:pt x="775" y="3179"/>
                    </a:cubicBezTo>
                    <a:cubicBezTo>
                      <a:pt x="775" y="3195"/>
                      <a:pt x="791" y="3204"/>
                      <a:pt x="799" y="3212"/>
                    </a:cubicBezTo>
                    <a:cubicBezTo>
                      <a:pt x="813" y="3254"/>
                      <a:pt x="856" y="3274"/>
                      <a:pt x="899" y="3274"/>
                    </a:cubicBezTo>
                    <a:cubicBezTo>
                      <a:pt x="957" y="3274"/>
                      <a:pt x="1016" y="3237"/>
                      <a:pt x="1007" y="3170"/>
                    </a:cubicBezTo>
                    <a:cubicBezTo>
                      <a:pt x="998" y="3129"/>
                      <a:pt x="998" y="3079"/>
                      <a:pt x="990" y="3038"/>
                    </a:cubicBezTo>
                    <a:lnTo>
                      <a:pt x="990" y="3038"/>
                    </a:lnTo>
                    <a:cubicBezTo>
                      <a:pt x="1005" y="3053"/>
                      <a:pt x="1024" y="3060"/>
                      <a:pt x="1044" y="3060"/>
                    </a:cubicBezTo>
                    <a:cubicBezTo>
                      <a:pt x="1099" y="3060"/>
                      <a:pt x="1160" y="3006"/>
                      <a:pt x="1147" y="2938"/>
                    </a:cubicBezTo>
                    <a:cubicBezTo>
                      <a:pt x="1131" y="2856"/>
                      <a:pt x="1114" y="2773"/>
                      <a:pt x="1098" y="2698"/>
                    </a:cubicBezTo>
                    <a:lnTo>
                      <a:pt x="1098" y="2698"/>
                    </a:lnTo>
                    <a:cubicBezTo>
                      <a:pt x="1112" y="2704"/>
                      <a:pt x="1127" y="2706"/>
                      <a:pt x="1142" y="2706"/>
                    </a:cubicBezTo>
                    <a:cubicBezTo>
                      <a:pt x="1196" y="2706"/>
                      <a:pt x="1247" y="2670"/>
                      <a:pt x="1247" y="2599"/>
                    </a:cubicBezTo>
                    <a:cubicBezTo>
                      <a:pt x="1239" y="2491"/>
                      <a:pt x="1222" y="2392"/>
                      <a:pt x="1205" y="2284"/>
                    </a:cubicBezTo>
                    <a:cubicBezTo>
                      <a:pt x="1247" y="2284"/>
                      <a:pt x="1280" y="2259"/>
                      <a:pt x="1297" y="2218"/>
                    </a:cubicBezTo>
                    <a:cubicBezTo>
                      <a:pt x="1371" y="2218"/>
                      <a:pt x="1446" y="2168"/>
                      <a:pt x="1437" y="2085"/>
                    </a:cubicBezTo>
                    <a:cubicBezTo>
                      <a:pt x="1371" y="1248"/>
                      <a:pt x="882" y="337"/>
                      <a:pt x="79" y="5"/>
                    </a:cubicBezTo>
                    <a:cubicBezTo>
                      <a:pt x="73" y="2"/>
                      <a:pt x="67" y="0"/>
                      <a:pt x="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9"/>
              <p:cNvSpPr/>
              <p:nvPr/>
            </p:nvSpPr>
            <p:spPr>
              <a:xfrm>
                <a:off x="619650" y="2666475"/>
                <a:ext cx="7900" cy="12525"/>
              </a:xfrm>
              <a:custGeom>
                <a:rect b="b" l="l" r="r" t="t"/>
                <a:pathLst>
                  <a:path extrusionOk="0" h="501" w="316">
                    <a:moveTo>
                      <a:pt x="59" y="0"/>
                    </a:moveTo>
                    <a:cubicBezTo>
                      <a:pt x="40" y="0"/>
                      <a:pt x="23" y="14"/>
                      <a:pt x="17" y="35"/>
                    </a:cubicBezTo>
                    <a:cubicBezTo>
                      <a:pt x="1" y="76"/>
                      <a:pt x="9" y="118"/>
                      <a:pt x="17" y="159"/>
                    </a:cubicBezTo>
                    <a:cubicBezTo>
                      <a:pt x="26" y="201"/>
                      <a:pt x="42" y="242"/>
                      <a:pt x="59" y="275"/>
                    </a:cubicBezTo>
                    <a:cubicBezTo>
                      <a:pt x="84" y="350"/>
                      <a:pt x="133" y="416"/>
                      <a:pt x="191" y="482"/>
                    </a:cubicBezTo>
                    <a:cubicBezTo>
                      <a:pt x="200" y="495"/>
                      <a:pt x="216" y="501"/>
                      <a:pt x="234" y="501"/>
                    </a:cubicBezTo>
                    <a:cubicBezTo>
                      <a:pt x="252" y="501"/>
                      <a:pt x="270" y="495"/>
                      <a:pt x="283" y="482"/>
                    </a:cubicBezTo>
                    <a:cubicBezTo>
                      <a:pt x="307" y="466"/>
                      <a:pt x="316" y="424"/>
                      <a:pt x="299" y="399"/>
                    </a:cubicBezTo>
                    <a:cubicBezTo>
                      <a:pt x="258" y="341"/>
                      <a:pt x="225" y="275"/>
                      <a:pt x="191" y="209"/>
                    </a:cubicBezTo>
                    <a:cubicBezTo>
                      <a:pt x="183" y="192"/>
                      <a:pt x="175" y="184"/>
                      <a:pt x="167" y="168"/>
                    </a:cubicBezTo>
                    <a:lnTo>
                      <a:pt x="167" y="159"/>
                    </a:lnTo>
                    <a:cubicBezTo>
                      <a:pt x="167" y="159"/>
                      <a:pt x="167" y="151"/>
                      <a:pt x="167" y="151"/>
                    </a:cubicBezTo>
                    <a:lnTo>
                      <a:pt x="158" y="126"/>
                    </a:lnTo>
                    <a:cubicBezTo>
                      <a:pt x="150" y="110"/>
                      <a:pt x="142" y="85"/>
                      <a:pt x="133" y="68"/>
                    </a:cubicBezTo>
                    <a:cubicBezTo>
                      <a:pt x="125" y="52"/>
                      <a:pt x="109" y="27"/>
                      <a:pt x="92" y="18"/>
                    </a:cubicBezTo>
                    <a:cubicBezTo>
                      <a:pt x="83" y="6"/>
                      <a:pt x="71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9"/>
              <p:cNvSpPr/>
              <p:nvPr/>
            </p:nvSpPr>
            <p:spPr>
              <a:xfrm>
                <a:off x="624850" y="2682675"/>
                <a:ext cx="30675" cy="39300"/>
              </a:xfrm>
              <a:custGeom>
                <a:rect b="b" l="l" r="r" t="t"/>
                <a:pathLst>
                  <a:path extrusionOk="0" h="1572" w="1227">
                    <a:moveTo>
                      <a:pt x="936" y="0"/>
                    </a:moveTo>
                    <a:cubicBezTo>
                      <a:pt x="870" y="0"/>
                      <a:pt x="812" y="50"/>
                      <a:pt x="812" y="116"/>
                    </a:cubicBezTo>
                    <a:cubicBezTo>
                      <a:pt x="820" y="273"/>
                      <a:pt x="820" y="431"/>
                      <a:pt x="820" y="597"/>
                    </a:cubicBezTo>
                    <a:lnTo>
                      <a:pt x="820" y="613"/>
                    </a:lnTo>
                    <a:cubicBezTo>
                      <a:pt x="812" y="572"/>
                      <a:pt x="795" y="530"/>
                      <a:pt x="787" y="489"/>
                    </a:cubicBezTo>
                    <a:cubicBezTo>
                      <a:pt x="776" y="433"/>
                      <a:pt x="729" y="407"/>
                      <a:pt x="682" y="407"/>
                    </a:cubicBezTo>
                    <a:cubicBezTo>
                      <a:pt x="623" y="407"/>
                      <a:pt x="563" y="445"/>
                      <a:pt x="563" y="514"/>
                    </a:cubicBezTo>
                    <a:cubicBezTo>
                      <a:pt x="563" y="663"/>
                      <a:pt x="563" y="812"/>
                      <a:pt x="547" y="961"/>
                    </a:cubicBezTo>
                    <a:cubicBezTo>
                      <a:pt x="547" y="936"/>
                      <a:pt x="547" y="911"/>
                      <a:pt x="539" y="887"/>
                    </a:cubicBezTo>
                    <a:cubicBezTo>
                      <a:pt x="530" y="829"/>
                      <a:pt x="505" y="787"/>
                      <a:pt x="447" y="779"/>
                    </a:cubicBezTo>
                    <a:cubicBezTo>
                      <a:pt x="441" y="778"/>
                      <a:pt x="435" y="778"/>
                      <a:pt x="430" y="778"/>
                    </a:cubicBezTo>
                    <a:cubicBezTo>
                      <a:pt x="378" y="778"/>
                      <a:pt x="331" y="809"/>
                      <a:pt x="323" y="853"/>
                    </a:cubicBezTo>
                    <a:cubicBezTo>
                      <a:pt x="298" y="961"/>
                      <a:pt x="273" y="1069"/>
                      <a:pt x="232" y="1168"/>
                    </a:cubicBezTo>
                    <a:cubicBezTo>
                      <a:pt x="191" y="969"/>
                      <a:pt x="149" y="779"/>
                      <a:pt x="108" y="588"/>
                    </a:cubicBezTo>
                    <a:cubicBezTo>
                      <a:pt x="100" y="566"/>
                      <a:pt x="78" y="556"/>
                      <a:pt x="56" y="556"/>
                    </a:cubicBezTo>
                    <a:cubicBezTo>
                      <a:pt x="28" y="556"/>
                      <a:pt x="0" y="573"/>
                      <a:pt x="0" y="605"/>
                    </a:cubicBezTo>
                    <a:cubicBezTo>
                      <a:pt x="25" y="895"/>
                      <a:pt x="50" y="1185"/>
                      <a:pt x="83" y="1467"/>
                    </a:cubicBezTo>
                    <a:cubicBezTo>
                      <a:pt x="88" y="1533"/>
                      <a:pt x="134" y="1571"/>
                      <a:pt x="184" y="1571"/>
                    </a:cubicBezTo>
                    <a:cubicBezTo>
                      <a:pt x="215" y="1571"/>
                      <a:pt x="248" y="1556"/>
                      <a:pt x="273" y="1525"/>
                    </a:cubicBezTo>
                    <a:cubicBezTo>
                      <a:pt x="315" y="1458"/>
                      <a:pt x="356" y="1384"/>
                      <a:pt x="398" y="1309"/>
                    </a:cubicBezTo>
                    <a:cubicBezTo>
                      <a:pt x="414" y="1367"/>
                      <a:pt x="439" y="1417"/>
                      <a:pt x="472" y="1467"/>
                    </a:cubicBezTo>
                    <a:cubicBezTo>
                      <a:pt x="492" y="1506"/>
                      <a:pt x="524" y="1523"/>
                      <a:pt x="558" y="1523"/>
                    </a:cubicBezTo>
                    <a:cubicBezTo>
                      <a:pt x="597" y="1523"/>
                      <a:pt x="637" y="1502"/>
                      <a:pt x="663" y="1467"/>
                    </a:cubicBezTo>
                    <a:cubicBezTo>
                      <a:pt x="729" y="1384"/>
                      <a:pt x="746" y="1284"/>
                      <a:pt x="762" y="1177"/>
                    </a:cubicBezTo>
                    <a:cubicBezTo>
                      <a:pt x="779" y="1193"/>
                      <a:pt x="795" y="1210"/>
                      <a:pt x="812" y="1218"/>
                    </a:cubicBezTo>
                    <a:cubicBezTo>
                      <a:pt x="832" y="1227"/>
                      <a:pt x="853" y="1231"/>
                      <a:pt x="874" y="1231"/>
                    </a:cubicBezTo>
                    <a:cubicBezTo>
                      <a:pt x="932" y="1231"/>
                      <a:pt x="989" y="1200"/>
                      <a:pt x="1019" y="1152"/>
                    </a:cubicBezTo>
                    <a:cubicBezTo>
                      <a:pt x="1052" y="1085"/>
                      <a:pt x="1044" y="986"/>
                      <a:pt x="1044" y="911"/>
                    </a:cubicBezTo>
                    <a:cubicBezTo>
                      <a:pt x="1044" y="845"/>
                      <a:pt x="1052" y="771"/>
                      <a:pt x="1052" y="704"/>
                    </a:cubicBezTo>
                    <a:cubicBezTo>
                      <a:pt x="1059" y="705"/>
                      <a:pt x="1067" y="706"/>
                      <a:pt x="1074" y="706"/>
                    </a:cubicBezTo>
                    <a:cubicBezTo>
                      <a:pt x="1128" y="706"/>
                      <a:pt x="1186" y="680"/>
                      <a:pt x="1193" y="621"/>
                    </a:cubicBezTo>
                    <a:cubicBezTo>
                      <a:pt x="1226" y="464"/>
                      <a:pt x="1218" y="307"/>
                      <a:pt x="1152" y="166"/>
                    </a:cubicBezTo>
                    <a:cubicBezTo>
                      <a:pt x="1127" y="116"/>
                      <a:pt x="1085" y="108"/>
                      <a:pt x="1052" y="108"/>
                    </a:cubicBezTo>
                    <a:cubicBezTo>
                      <a:pt x="1044" y="50"/>
                      <a:pt x="1003" y="0"/>
                      <a:pt x="9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9"/>
              <p:cNvSpPr/>
              <p:nvPr/>
            </p:nvSpPr>
            <p:spPr>
              <a:xfrm>
                <a:off x="825750" y="2606050"/>
                <a:ext cx="36075" cy="104975"/>
              </a:xfrm>
              <a:custGeom>
                <a:rect b="b" l="l" r="r" t="t"/>
                <a:pathLst>
                  <a:path extrusionOk="0" h="4199" w="1443">
                    <a:moveTo>
                      <a:pt x="1308" y="1"/>
                    </a:moveTo>
                    <a:cubicBezTo>
                      <a:pt x="1293" y="1"/>
                      <a:pt x="1279" y="5"/>
                      <a:pt x="1269" y="16"/>
                    </a:cubicBezTo>
                    <a:cubicBezTo>
                      <a:pt x="1260" y="33"/>
                      <a:pt x="1252" y="41"/>
                      <a:pt x="1244" y="49"/>
                    </a:cubicBezTo>
                    <a:cubicBezTo>
                      <a:pt x="1235" y="57"/>
                      <a:pt x="1227" y="66"/>
                      <a:pt x="1219" y="74"/>
                    </a:cubicBezTo>
                    <a:cubicBezTo>
                      <a:pt x="1128" y="198"/>
                      <a:pt x="1045" y="323"/>
                      <a:pt x="970" y="447"/>
                    </a:cubicBezTo>
                    <a:cubicBezTo>
                      <a:pt x="912" y="546"/>
                      <a:pt x="863" y="646"/>
                      <a:pt x="813" y="745"/>
                    </a:cubicBezTo>
                    <a:cubicBezTo>
                      <a:pt x="713" y="911"/>
                      <a:pt x="622" y="1068"/>
                      <a:pt x="523" y="1234"/>
                    </a:cubicBezTo>
                    <a:cubicBezTo>
                      <a:pt x="506" y="1267"/>
                      <a:pt x="523" y="1300"/>
                      <a:pt x="556" y="1317"/>
                    </a:cubicBezTo>
                    <a:cubicBezTo>
                      <a:pt x="515" y="1425"/>
                      <a:pt x="473" y="1524"/>
                      <a:pt x="432" y="1632"/>
                    </a:cubicBezTo>
                    <a:cubicBezTo>
                      <a:pt x="241" y="2170"/>
                      <a:pt x="92" y="2725"/>
                      <a:pt x="18" y="3289"/>
                    </a:cubicBezTo>
                    <a:lnTo>
                      <a:pt x="18" y="3297"/>
                    </a:lnTo>
                    <a:cubicBezTo>
                      <a:pt x="18" y="3305"/>
                      <a:pt x="9" y="3314"/>
                      <a:pt x="9" y="3330"/>
                    </a:cubicBezTo>
                    <a:cubicBezTo>
                      <a:pt x="1" y="3405"/>
                      <a:pt x="59" y="3446"/>
                      <a:pt x="125" y="3454"/>
                    </a:cubicBezTo>
                    <a:cubicBezTo>
                      <a:pt x="131" y="3527"/>
                      <a:pt x="192" y="3569"/>
                      <a:pt x="255" y="3569"/>
                    </a:cubicBezTo>
                    <a:cubicBezTo>
                      <a:pt x="285" y="3569"/>
                      <a:pt x="316" y="3559"/>
                      <a:pt x="341" y="3537"/>
                    </a:cubicBezTo>
                    <a:cubicBezTo>
                      <a:pt x="341" y="3537"/>
                      <a:pt x="341" y="3546"/>
                      <a:pt x="341" y="3554"/>
                    </a:cubicBezTo>
                    <a:cubicBezTo>
                      <a:pt x="332" y="3612"/>
                      <a:pt x="390" y="3670"/>
                      <a:pt x="448" y="3678"/>
                    </a:cubicBezTo>
                    <a:lnTo>
                      <a:pt x="490" y="3678"/>
                    </a:lnTo>
                    <a:cubicBezTo>
                      <a:pt x="498" y="3744"/>
                      <a:pt x="506" y="3811"/>
                      <a:pt x="515" y="3877"/>
                    </a:cubicBezTo>
                    <a:cubicBezTo>
                      <a:pt x="520" y="3933"/>
                      <a:pt x="583" y="3967"/>
                      <a:pt x="641" y="3967"/>
                    </a:cubicBezTo>
                    <a:cubicBezTo>
                      <a:pt x="669" y="3967"/>
                      <a:pt x="695" y="3959"/>
                      <a:pt x="713" y="3943"/>
                    </a:cubicBezTo>
                    <a:cubicBezTo>
                      <a:pt x="730" y="4010"/>
                      <a:pt x="755" y="4076"/>
                      <a:pt x="780" y="4142"/>
                    </a:cubicBezTo>
                    <a:cubicBezTo>
                      <a:pt x="796" y="4179"/>
                      <a:pt x="840" y="4198"/>
                      <a:pt x="883" y="4198"/>
                    </a:cubicBezTo>
                    <a:cubicBezTo>
                      <a:pt x="927" y="4198"/>
                      <a:pt x="970" y="4179"/>
                      <a:pt x="987" y="4142"/>
                    </a:cubicBezTo>
                    <a:cubicBezTo>
                      <a:pt x="995" y="4117"/>
                      <a:pt x="1003" y="4101"/>
                      <a:pt x="1012" y="4076"/>
                    </a:cubicBezTo>
                    <a:cubicBezTo>
                      <a:pt x="1053" y="4059"/>
                      <a:pt x="1086" y="4026"/>
                      <a:pt x="1078" y="3976"/>
                    </a:cubicBezTo>
                    <a:cubicBezTo>
                      <a:pt x="1078" y="3918"/>
                      <a:pt x="1078" y="3860"/>
                      <a:pt x="1070" y="3802"/>
                    </a:cubicBezTo>
                    <a:cubicBezTo>
                      <a:pt x="1078" y="3662"/>
                      <a:pt x="1061" y="3521"/>
                      <a:pt x="1020" y="3380"/>
                    </a:cubicBezTo>
                    <a:cubicBezTo>
                      <a:pt x="1003" y="3330"/>
                      <a:pt x="945" y="3305"/>
                      <a:pt x="896" y="3305"/>
                    </a:cubicBezTo>
                    <a:cubicBezTo>
                      <a:pt x="887" y="3289"/>
                      <a:pt x="887" y="3280"/>
                      <a:pt x="887" y="3264"/>
                    </a:cubicBezTo>
                    <a:cubicBezTo>
                      <a:pt x="875" y="3208"/>
                      <a:pt x="830" y="3180"/>
                      <a:pt x="784" y="3180"/>
                    </a:cubicBezTo>
                    <a:cubicBezTo>
                      <a:pt x="768" y="3180"/>
                      <a:pt x="753" y="3183"/>
                      <a:pt x="738" y="3189"/>
                    </a:cubicBezTo>
                    <a:cubicBezTo>
                      <a:pt x="747" y="3090"/>
                      <a:pt x="755" y="2990"/>
                      <a:pt x="780" y="2891"/>
                    </a:cubicBezTo>
                    <a:cubicBezTo>
                      <a:pt x="788" y="2825"/>
                      <a:pt x="755" y="2775"/>
                      <a:pt x="705" y="2750"/>
                    </a:cubicBezTo>
                    <a:cubicBezTo>
                      <a:pt x="722" y="2692"/>
                      <a:pt x="730" y="2634"/>
                      <a:pt x="747" y="2576"/>
                    </a:cubicBezTo>
                    <a:cubicBezTo>
                      <a:pt x="747" y="2551"/>
                      <a:pt x="747" y="2518"/>
                      <a:pt x="738" y="2493"/>
                    </a:cubicBezTo>
                    <a:cubicBezTo>
                      <a:pt x="846" y="2261"/>
                      <a:pt x="929" y="2021"/>
                      <a:pt x="1020" y="1781"/>
                    </a:cubicBezTo>
                    <a:cubicBezTo>
                      <a:pt x="1086" y="1607"/>
                      <a:pt x="1153" y="1441"/>
                      <a:pt x="1235" y="1275"/>
                    </a:cubicBezTo>
                    <a:cubicBezTo>
                      <a:pt x="1277" y="1193"/>
                      <a:pt x="1318" y="1101"/>
                      <a:pt x="1360" y="1019"/>
                    </a:cubicBezTo>
                    <a:cubicBezTo>
                      <a:pt x="1401" y="927"/>
                      <a:pt x="1443" y="853"/>
                      <a:pt x="1443" y="753"/>
                    </a:cubicBezTo>
                    <a:cubicBezTo>
                      <a:pt x="1443" y="710"/>
                      <a:pt x="1405" y="675"/>
                      <a:pt x="1365" y="675"/>
                    </a:cubicBezTo>
                    <a:cubicBezTo>
                      <a:pt x="1352" y="675"/>
                      <a:pt x="1339" y="679"/>
                      <a:pt x="1327" y="687"/>
                    </a:cubicBezTo>
                    <a:cubicBezTo>
                      <a:pt x="1169" y="778"/>
                      <a:pt x="1103" y="977"/>
                      <a:pt x="1028" y="1135"/>
                    </a:cubicBezTo>
                    <a:cubicBezTo>
                      <a:pt x="954" y="1309"/>
                      <a:pt x="879" y="1483"/>
                      <a:pt x="813" y="1657"/>
                    </a:cubicBezTo>
                    <a:cubicBezTo>
                      <a:pt x="780" y="1773"/>
                      <a:pt x="747" y="1880"/>
                      <a:pt x="713" y="1996"/>
                    </a:cubicBezTo>
                    <a:cubicBezTo>
                      <a:pt x="689" y="1978"/>
                      <a:pt x="659" y="1968"/>
                      <a:pt x="628" y="1968"/>
                    </a:cubicBezTo>
                    <a:cubicBezTo>
                      <a:pt x="618" y="1968"/>
                      <a:pt x="608" y="1969"/>
                      <a:pt x="597" y="1971"/>
                    </a:cubicBezTo>
                    <a:cubicBezTo>
                      <a:pt x="689" y="1731"/>
                      <a:pt x="780" y="1499"/>
                      <a:pt x="871" y="1267"/>
                    </a:cubicBezTo>
                    <a:cubicBezTo>
                      <a:pt x="962" y="1027"/>
                      <a:pt x="1061" y="787"/>
                      <a:pt x="1136" y="546"/>
                    </a:cubicBezTo>
                    <a:cubicBezTo>
                      <a:pt x="1161" y="497"/>
                      <a:pt x="1177" y="455"/>
                      <a:pt x="1202" y="405"/>
                    </a:cubicBezTo>
                    <a:cubicBezTo>
                      <a:pt x="1269" y="298"/>
                      <a:pt x="1327" y="190"/>
                      <a:pt x="1376" y="82"/>
                    </a:cubicBezTo>
                    <a:cubicBezTo>
                      <a:pt x="1395" y="39"/>
                      <a:pt x="1349" y="1"/>
                      <a:pt x="1308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9"/>
              <p:cNvSpPr/>
              <p:nvPr/>
            </p:nvSpPr>
            <p:spPr>
              <a:xfrm>
                <a:off x="340025" y="3154325"/>
                <a:ext cx="53675" cy="90275"/>
              </a:xfrm>
              <a:custGeom>
                <a:rect b="b" l="l" r="r" t="t"/>
                <a:pathLst>
                  <a:path extrusionOk="0" h="3611" w="2147">
                    <a:moveTo>
                      <a:pt x="1178" y="1"/>
                    </a:moveTo>
                    <a:cubicBezTo>
                      <a:pt x="1128" y="1"/>
                      <a:pt x="1080" y="29"/>
                      <a:pt x="1069" y="91"/>
                    </a:cubicBezTo>
                    <a:lnTo>
                      <a:pt x="1069" y="108"/>
                    </a:lnTo>
                    <a:cubicBezTo>
                      <a:pt x="1044" y="108"/>
                      <a:pt x="1028" y="108"/>
                      <a:pt x="1020" y="116"/>
                    </a:cubicBezTo>
                    <a:cubicBezTo>
                      <a:pt x="993" y="90"/>
                      <a:pt x="960" y="76"/>
                      <a:pt x="928" y="76"/>
                    </a:cubicBezTo>
                    <a:cubicBezTo>
                      <a:pt x="879" y="76"/>
                      <a:pt x="832" y="106"/>
                      <a:pt x="812" y="166"/>
                    </a:cubicBezTo>
                    <a:cubicBezTo>
                      <a:pt x="779" y="240"/>
                      <a:pt x="754" y="307"/>
                      <a:pt x="738" y="390"/>
                    </a:cubicBezTo>
                    <a:cubicBezTo>
                      <a:pt x="733" y="389"/>
                      <a:pt x="728" y="388"/>
                      <a:pt x="723" y="388"/>
                    </a:cubicBezTo>
                    <a:cubicBezTo>
                      <a:pt x="669" y="388"/>
                      <a:pt x="616" y="430"/>
                      <a:pt x="638" y="506"/>
                    </a:cubicBezTo>
                    <a:cubicBezTo>
                      <a:pt x="647" y="555"/>
                      <a:pt x="655" y="605"/>
                      <a:pt x="672" y="655"/>
                    </a:cubicBezTo>
                    <a:cubicBezTo>
                      <a:pt x="672" y="754"/>
                      <a:pt x="688" y="845"/>
                      <a:pt x="705" y="936"/>
                    </a:cubicBezTo>
                    <a:cubicBezTo>
                      <a:pt x="721" y="1036"/>
                      <a:pt x="738" y="1127"/>
                      <a:pt x="771" y="1218"/>
                    </a:cubicBezTo>
                    <a:cubicBezTo>
                      <a:pt x="771" y="1226"/>
                      <a:pt x="779" y="1243"/>
                      <a:pt x="788" y="1251"/>
                    </a:cubicBezTo>
                    <a:cubicBezTo>
                      <a:pt x="837" y="1500"/>
                      <a:pt x="895" y="1740"/>
                      <a:pt x="937" y="1989"/>
                    </a:cubicBezTo>
                    <a:cubicBezTo>
                      <a:pt x="951" y="2037"/>
                      <a:pt x="982" y="2057"/>
                      <a:pt x="1022" y="2057"/>
                    </a:cubicBezTo>
                    <a:cubicBezTo>
                      <a:pt x="1029" y="2057"/>
                      <a:pt x="1037" y="2056"/>
                      <a:pt x="1044" y="2055"/>
                    </a:cubicBezTo>
                    <a:lnTo>
                      <a:pt x="1044" y="2055"/>
                    </a:lnTo>
                    <a:cubicBezTo>
                      <a:pt x="1036" y="2063"/>
                      <a:pt x="1036" y="2071"/>
                      <a:pt x="1028" y="2080"/>
                    </a:cubicBezTo>
                    <a:cubicBezTo>
                      <a:pt x="995" y="2204"/>
                      <a:pt x="953" y="2328"/>
                      <a:pt x="895" y="2453"/>
                    </a:cubicBezTo>
                    <a:cubicBezTo>
                      <a:pt x="738" y="2552"/>
                      <a:pt x="622" y="2693"/>
                      <a:pt x="539" y="2859"/>
                    </a:cubicBezTo>
                    <a:cubicBezTo>
                      <a:pt x="398" y="2958"/>
                      <a:pt x="249" y="3049"/>
                      <a:pt x="108" y="3132"/>
                    </a:cubicBezTo>
                    <a:cubicBezTo>
                      <a:pt x="0" y="3190"/>
                      <a:pt x="42" y="3364"/>
                      <a:pt x="174" y="3364"/>
                    </a:cubicBezTo>
                    <a:cubicBezTo>
                      <a:pt x="208" y="3364"/>
                      <a:pt x="249" y="3364"/>
                      <a:pt x="290" y="3356"/>
                    </a:cubicBezTo>
                    <a:lnTo>
                      <a:pt x="290" y="3356"/>
                    </a:lnTo>
                    <a:cubicBezTo>
                      <a:pt x="290" y="3364"/>
                      <a:pt x="282" y="3372"/>
                      <a:pt x="282" y="3381"/>
                    </a:cubicBezTo>
                    <a:cubicBezTo>
                      <a:pt x="259" y="3464"/>
                      <a:pt x="334" y="3540"/>
                      <a:pt x="410" y="3540"/>
                    </a:cubicBezTo>
                    <a:cubicBezTo>
                      <a:pt x="417" y="3540"/>
                      <a:pt x="424" y="3539"/>
                      <a:pt x="431" y="3538"/>
                    </a:cubicBezTo>
                    <a:cubicBezTo>
                      <a:pt x="464" y="3530"/>
                      <a:pt x="489" y="3521"/>
                      <a:pt x="522" y="3513"/>
                    </a:cubicBezTo>
                    <a:lnTo>
                      <a:pt x="531" y="3513"/>
                    </a:lnTo>
                    <a:cubicBezTo>
                      <a:pt x="696" y="3568"/>
                      <a:pt x="874" y="3611"/>
                      <a:pt x="1050" y="3611"/>
                    </a:cubicBezTo>
                    <a:cubicBezTo>
                      <a:pt x="1190" y="3611"/>
                      <a:pt x="1330" y="3583"/>
                      <a:pt x="1459" y="3513"/>
                    </a:cubicBezTo>
                    <a:cubicBezTo>
                      <a:pt x="1566" y="3455"/>
                      <a:pt x="1666" y="3381"/>
                      <a:pt x="1749" y="3281"/>
                    </a:cubicBezTo>
                    <a:cubicBezTo>
                      <a:pt x="1898" y="3231"/>
                      <a:pt x="2030" y="3157"/>
                      <a:pt x="2088" y="2999"/>
                    </a:cubicBezTo>
                    <a:cubicBezTo>
                      <a:pt x="2122" y="2908"/>
                      <a:pt x="2130" y="2792"/>
                      <a:pt x="2122" y="2685"/>
                    </a:cubicBezTo>
                    <a:cubicBezTo>
                      <a:pt x="2130" y="2660"/>
                      <a:pt x="2138" y="2635"/>
                      <a:pt x="2130" y="2610"/>
                    </a:cubicBezTo>
                    <a:cubicBezTo>
                      <a:pt x="2130" y="2602"/>
                      <a:pt x="2130" y="2585"/>
                      <a:pt x="2130" y="2577"/>
                    </a:cubicBezTo>
                    <a:cubicBezTo>
                      <a:pt x="2138" y="2511"/>
                      <a:pt x="2146" y="2444"/>
                      <a:pt x="2138" y="2378"/>
                    </a:cubicBezTo>
                    <a:cubicBezTo>
                      <a:pt x="2122" y="2221"/>
                      <a:pt x="2047" y="2080"/>
                      <a:pt x="1956" y="1947"/>
                    </a:cubicBezTo>
                    <a:cubicBezTo>
                      <a:pt x="1798" y="1740"/>
                      <a:pt x="1624" y="1541"/>
                      <a:pt x="1434" y="1359"/>
                    </a:cubicBezTo>
                    <a:cubicBezTo>
                      <a:pt x="1426" y="1334"/>
                      <a:pt x="1409" y="1309"/>
                      <a:pt x="1401" y="1284"/>
                    </a:cubicBezTo>
                    <a:cubicBezTo>
                      <a:pt x="1434" y="1259"/>
                      <a:pt x="1459" y="1210"/>
                      <a:pt x="1442" y="1152"/>
                    </a:cubicBezTo>
                    <a:cubicBezTo>
                      <a:pt x="1392" y="928"/>
                      <a:pt x="1343" y="713"/>
                      <a:pt x="1285" y="489"/>
                    </a:cubicBezTo>
                    <a:cubicBezTo>
                      <a:pt x="1301" y="365"/>
                      <a:pt x="1301" y="240"/>
                      <a:pt x="1301" y="124"/>
                    </a:cubicBezTo>
                    <a:cubicBezTo>
                      <a:pt x="1306" y="46"/>
                      <a:pt x="1241" y="1"/>
                      <a:pt x="1178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9"/>
              <p:cNvSpPr/>
              <p:nvPr/>
            </p:nvSpPr>
            <p:spPr>
              <a:xfrm>
                <a:off x="614475" y="3238575"/>
                <a:ext cx="60300" cy="77325"/>
              </a:xfrm>
              <a:custGeom>
                <a:rect b="b" l="l" r="r" t="t"/>
                <a:pathLst>
                  <a:path extrusionOk="0" h="3093" w="2412">
                    <a:moveTo>
                      <a:pt x="688" y="433"/>
                    </a:moveTo>
                    <a:lnTo>
                      <a:pt x="688" y="433"/>
                    </a:lnTo>
                    <a:cubicBezTo>
                      <a:pt x="697" y="441"/>
                      <a:pt x="705" y="441"/>
                      <a:pt x="705" y="441"/>
                    </a:cubicBezTo>
                    <a:cubicBezTo>
                      <a:pt x="705" y="475"/>
                      <a:pt x="713" y="499"/>
                      <a:pt x="722" y="524"/>
                    </a:cubicBezTo>
                    <a:lnTo>
                      <a:pt x="722" y="549"/>
                    </a:lnTo>
                    <a:cubicBezTo>
                      <a:pt x="705" y="516"/>
                      <a:pt x="697" y="475"/>
                      <a:pt x="688" y="433"/>
                    </a:cubicBezTo>
                    <a:close/>
                    <a:moveTo>
                      <a:pt x="1335" y="2670"/>
                    </a:moveTo>
                    <a:cubicBezTo>
                      <a:pt x="1360" y="2687"/>
                      <a:pt x="1384" y="2703"/>
                      <a:pt x="1418" y="2712"/>
                    </a:cubicBezTo>
                    <a:lnTo>
                      <a:pt x="1409" y="2712"/>
                    </a:lnTo>
                    <a:cubicBezTo>
                      <a:pt x="1343" y="2728"/>
                      <a:pt x="1268" y="2736"/>
                      <a:pt x="1194" y="2745"/>
                    </a:cubicBezTo>
                    <a:lnTo>
                      <a:pt x="1210" y="2728"/>
                    </a:lnTo>
                    <a:cubicBezTo>
                      <a:pt x="1227" y="2720"/>
                      <a:pt x="1244" y="2720"/>
                      <a:pt x="1260" y="2712"/>
                    </a:cubicBezTo>
                    <a:cubicBezTo>
                      <a:pt x="1285" y="2695"/>
                      <a:pt x="1310" y="2687"/>
                      <a:pt x="1335" y="2670"/>
                    </a:cubicBezTo>
                    <a:close/>
                    <a:moveTo>
                      <a:pt x="1138" y="1"/>
                    </a:moveTo>
                    <a:cubicBezTo>
                      <a:pt x="1098" y="1"/>
                      <a:pt x="1059" y="19"/>
                      <a:pt x="1036" y="60"/>
                    </a:cubicBezTo>
                    <a:lnTo>
                      <a:pt x="995" y="151"/>
                    </a:lnTo>
                    <a:cubicBezTo>
                      <a:pt x="977" y="127"/>
                      <a:pt x="941" y="112"/>
                      <a:pt x="907" y="112"/>
                    </a:cubicBezTo>
                    <a:cubicBezTo>
                      <a:pt x="894" y="112"/>
                      <a:pt x="882" y="114"/>
                      <a:pt x="871" y="118"/>
                    </a:cubicBezTo>
                    <a:cubicBezTo>
                      <a:pt x="862" y="110"/>
                      <a:pt x="854" y="102"/>
                      <a:pt x="846" y="93"/>
                    </a:cubicBezTo>
                    <a:cubicBezTo>
                      <a:pt x="846" y="93"/>
                      <a:pt x="846" y="85"/>
                      <a:pt x="838" y="77"/>
                    </a:cubicBezTo>
                    <a:cubicBezTo>
                      <a:pt x="833" y="34"/>
                      <a:pt x="790" y="12"/>
                      <a:pt x="747" y="12"/>
                    </a:cubicBezTo>
                    <a:cubicBezTo>
                      <a:pt x="705" y="12"/>
                      <a:pt x="663" y="32"/>
                      <a:pt x="655" y="77"/>
                    </a:cubicBezTo>
                    <a:cubicBezTo>
                      <a:pt x="655" y="102"/>
                      <a:pt x="647" y="127"/>
                      <a:pt x="647" y="151"/>
                    </a:cubicBezTo>
                    <a:cubicBezTo>
                      <a:pt x="641" y="149"/>
                      <a:pt x="635" y="148"/>
                      <a:pt x="628" y="148"/>
                    </a:cubicBezTo>
                    <a:cubicBezTo>
                      <a:pt x="610" y="148"/>
                      <a:pt x="593" y="158"/>
                      <a:pt x="581" y="176"/>
                    </a:cubicBezTo>
                    <a:cubicBezTo>
                      <a:pt x="324" y="615"/>
                      <a:pt x="713" y="988"/>
                      <a:pt x="904" y="1378"/>
                    </a:cubicBezTo>
                    <a:cubicBezTo>
                      <a:pt x="929" y="1568"/>
                      <a:pt x="937" y="1775"/>
                      <a:pt x="887" y="1958"/>
                    </a:cubicBezTo>
                    <a:cubicBezTo>
                      <a:pt x="838" y="2181"/>
                      <a:pt x="705" y="2322"/>
                      <a:pt x="531" y="2455"/>
                    </a:cubicBezTo>
                    <a:cubicBezTo>
                      <a:pt x="357" y="2579"/>
                      <a:pt x="175" y="2703"/>
                      <a:pt x="50" y="2894"/>
                    </a:cubicBezTo>
                    <a:cubicBezTo>
                      <a:pt x="1" y="2977"/>
                      <a:pt x="67" y="3093"/>
                      <a:pt x="166" y="3093"/>
                    </a:cubicBezTo>
                    <a:cubicBezTo>
                      <a:pt x="655" y="3093"/>
                      <a:pt x="1144" y="3043"/>
                      <a:pt x="1616" y="2944"/>
                    </a:cubicBezTo>
                    <a:cubicBezTo>
                      <a:pt x="1815" y="2902"/>
                      <a:pt x="2022" y="2836"/>
                      <a:pt x="2064" y="2612"/>
                    </a:cubicBezTo>
                    <a:cubicBezTo>
                      <a:pt x="2114" y="2587"/>
                      <a:pt x="2155" y="2546"/>
                      <a:pt x="2188" y="2505"/>
                    </a:cubicBezTo>
                    <a:cubicBezTo>
                      <a:pt x="2271" y="2480"/>
                      <a:pt x="2337" y="2413"/>
                      <a:pt x="2354" y="2322"/>
                    </a:cubicBezTo>
                    <a:cubicBezTo>
                      <a:pt x="2354" y="2289"/>
                      <a:pt x="2354" y="2248"/>
                      <a:pt x="2337" y="2223"/>
                    </a:cubicBezTo>
                    <a:cubicBezTo>
                      <a:pt x="2362" y="2206"/>
                      <a:pt x="2379" y="2181"/>
                      <a:pt x="2387" y="2157"/>
                    </a:cubicBezTo>
                    <a:cubicBezTo>
                      <a:pt x="2412" y="2032"/>
                      <a:pt x="2354" y="1933"/>
                      <a:pt x="2246" y="1891"/>
                    </a:cubicBezTo>
                    <a:lnTo>
                      <a:pt x="2238" y="1891"/>
                    </a:lnTo>
                    <a:lnTo>
                      <a:pt x="2230" y="1883"/>
                    </a:lnTo>
                    <a:cubicBezTo>
                      <a:pt x="2221" y="1858"/>
                      <a:pt x="2213" y="1842"/>
                      <a:pt x="2205" y="1817"/>
                    </a:cubicBezTo>
                    <a:cubicBezTo>
                      <a:pt x="2205" y="1809"/>
                      <a:pt x="2205" y="1809"/>
                      <a:pt x="2205" y="1800"/>
                    </a:cubicBezTo>
                    <a:cubicBezTo>
                      <a:pt x="2196" y="1792"/>
                      <a:pt x="2196" y="1784"/>
                      <a:pt x="2188" y="1775"/>
                    </a:cubicBezTo>
                    <a:cubicBezTo>
                      <a:pt x="2169" y="1733"/>
                      <a:pt x="2137" y="1714"/>
                      <a:pt x="2101" y="1714"/>
                    </a:cubicBezTo>
                    <a:cubicBezTo>
                      <a:pt x="2075" y="1714"/>
                      <a:pt x="2047" y="1725"/>
                      <a:pt x="2022" y="1742"/>
                    </a:cubicBezTo>
                    <a:cubicBezTo>
                      <a:pt x="1998" y="1684"/>
                      <a:pt x="1973" y="1635"/>
                      <a:pt x="1931" y="1593"/>
                    </a:cubicBezTo>
                    <a:cubicBezTo>
                      <a:pt x="1906" y="1561"/>
                      <a:pt x="1875" y="1549"/>
                      <a:pt x="1839" y="1549"/>
                    </a:cubicBezTo>
                    <a:cubicBezTo>
                      <a:pt x="1829" y="1549"/>
                      <a:pt x="1818" y="1550"/>
                      <a:pt x="1807" y="1552"/>
                    </a:cubicBezTo>
                    <a:cubicBezTo>
                      <a:pt x="1691" y="1411"/>
                      <a:pt x="1583" y="1253"/>
                      <a:pt x="1500" y="1088"/>
                    </a:cubicBezTo>
                    <a:cubicBezTo>
                      <a:pt x="1360" y="839"/>
                      <a:pt x="1285" y="557"/>
                      <a:pt x="1310" y="276"/>
                    </a:cubicBezTo>
                    <a:cubicBezTo>
                      <a:pt x="1318" y="226"/>
                      <a:pt x="1293" y="193"/>
                      <a:pt x="1260" y="168"/>
                    </a:cubicBezTo>
                    <a:cubicBezTo>
                      <a:pt x="1260" y="151"/>
                      <a:pt x="1260" y="135"/>
                      <a:pt x="1260" y="118"/>
                    </a:cubicBezTo>
                    <a:cubicBezTo>
                      <a:pt x="1265" y="47"/>
                      <a:pt x="1201" y="1"/>
                      <a:pt x="1138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9"/>
              <p:cNvSpPr/>
              <p:nvPr/>
            </p:nvSpPr>
            <p:spPr>
              <a:xfrm>
                <a:off x="794425" y="3195800"/>
                <a:ext cx="47300" cy="93225"/>
              </a:xfrm>
              <a:custGeom>
                <a:rect b="b" l="l" r="r" t="t"/>
                <a:pathLst>
                  <a:path extrusionOk="0" h="3729" w="1892">
                    <a:moveTo>
                      <a:pt x="575" y="3329"/>
                    </a:moveTo>
                    <a:cubicBezTo>
                      <a:pt x="575" y="3346"/>
                      <a:pt x="583" y="3370"/>
                      <a:pt x="583" y="3387"/>
                    </a:cubicBezTo>
                    <a:cubicBezTo>
                      <a:pt x="558" y="3395"/>
                      <a:pt x="525" y="3404"/>
                      <a:pt x="492" y="3412"/>
                    </a:cubicBezTo>
                    <a:cubicBezTo>
                      <a:pt x="517" y="3387"/>
                      <a:pt x="541" y="3354"/>
                      <a:pt x="575" y="3329"/>
                    </a:cubicBezTo>
                    <a:close/>
                    <a:moveTo>
                      <a:pt x="1283" y="0"/>
                    </a:moveTo>
                    <a:cubicBezTo>
                      <a:pt x="1254" y="0"/>
                      <a:pt x="1225" y="19"/>
                      <a:pt x="1221" y="56"/>
                    </a:cubicBezTo>
                    <a:cubicBezTo>
                      <a:pt x="1204" y="263"/>
                      <a:pt x="1179" y="470"/>
                      <a:pt x="1155" y="669"/>
                    </a:cubicBezTo>
                    <a:lnTo>
                      <a:pt x="1146" y="669"/>
                    </a:lnTo>
                    <a:cubicBezTo>
                      <a:pt x="1146" y="586"/>
                      <a:pt x="1146" y="512"/>
                      <a:pt x="1146" y="429"/>
                    </a:cubicBezTo>
                    <a:cubicBezTo>
                      <a:pt x="1142" y="371"/>
                      <a:pt x="1097" y="342"/>
                      <a:pt x="1051" y="342"/>
                    </a:cubicBezTo>
                    <a:cubicBezTo>
                      <a:pt x="1005" y="342"/>
                      <a:pt x="960" y="371"/>
                      <a:pt x="956" y="429"/>
                    </a:cubicBezTo>
                    <a:cubicBezTo>
                      <a:pt x="956" y="512"/>
                      <a:pt x="947" y="603"/>
                      <a:pt x="939" y="686"/>
                    </a:cubicBezTo>
                    <a:cubicBezTo>
                      <a:pt x="933" y="684"/>
                      <a:pt x="927" y="683"/>
                      <a:pt x="921" y="683"/>
                    </a:cubicBezTo>
                    <a:cubicBezTo>
                      <a:pt x="902" y="683"/>
                      <a:pt x="885" y="692"/>
                      <a:pt x="873" y="711"/>
                    </a:cubicBezTo>
                    <a:cubicBezTo>
                      <a:pt x="798" y="802"/>
                      <a:pt x="815" y="943"/>
                      <a:pt x="823" y="1050"/>
                    </a:cubicBezTo>
                    <a:cubicBezTo>
                      <a:pt x="831" y="1092"/>
                      <a:pt x="831" y="1133"/>
                      <a:pt x="840" y="1166"/>
                    </a:cubicBezTo>
                    <a:cubicBezTo>
                      <a:pt x="807" y="1183"/>
                      <a:pt x="782" y="1216"/>
                      <a:pt x="790" y="1266"/>
                    </a:cubicBezTo>
                    <a:cubicBezTo>
                      <a:pt x="790" y="1432"/>
                      <a:pt x="815" y="1597"/>
                      <a:pt x="848" y="1755"/>
                    </a:cubicBezTo>
                    <a:cubicBezTo>
                      <a:pt x="856" y="1780"/>
                      <a:pt x="865" y="1796"/>
                      <a:pt x="881" y="1804"/>
                    </a:cubicBezTo>
                    <a:cubicBezTo>
                      <a:pt x="898" y="1896"/>
                      <a:pt x="914" y="1978"/>
                      <a:pt x="939" y="2061"/>
                    </a:cubicBezTo>
                    <a:cubicBezTo>
                      <a:pt x="939" y="2061"/>
                      <a:pt x="939" y="2070"/>
                      <a:pt x="939" y="2070"/>
                    </a:cubicBezTo>
                    <a:cubicBezTo>
                      <a:pt x="916" y="2050"/>
                      <a:pt x="887" y="2039"/>
                      <a:pt x="857" y="2039"/>
                    </a:cubicBezTo>
                    <a:cubicBezTo>
                      <a:pt x="802" y="2039"/>
                      <a:pt x="749" y="2076"/>
                      <a:pt x="749" y="2152"/>
                    </a:cubicBezTo>
                    <a:cubicBezTo>
                      <a:pt x="749" y="2409"/>
                      <a:pt x="740" y="2674"/>
                      <a:pt x="707" y="2931"/>
                    </a:cubicBezTo>
                    <a:cubicBezTo>
                      <a:pt x="699" y="2929"/>
                      <a:pt x="691" y="2928"/>
                      <a:pt x="682" y="2928"/>
                    </a:cubicBezTo>
                    <a:cubicBezTo>
                      <a:pt x="655" y="2928"/>
                      <a:pt x="625" y="2939"/>
                      <a:pt x="599" y="2964"/>
                    </a:cubicBezTo>
                    <a:cubicBezTo>
                      <a:pt x="401" y="3138"/>
                      <a:pt x="218" y="3329"/>
                      <a:pt x="69" y="3544"/>
                    </a:cubicBezTo>
                    <a:cubicBezTo>
                      <a:pt x="0" y="3636"/>
                      <a:pt x="94" y="3728"/>
                      <a:pt x="188" y="3728"/>
                    </a:cubicBezTo>
                    <a:cubicBezTo>
                      <a:pt x="195" y="3728"/>
                      <a:pt x="203" y="3728"/>
                      <a:pt x="210" y="3727"/>
                    </a:cubicBezTo>
                    <a:cubicBezTo>
                      <a:pt x="367" y="3702"/>
                      <a:pt x="517" y="3669"/>
                      <a:pt x="674" y="3619"/>
                    </a:cubicBezTo>
                    <a:cubicBezTo>
                      <a:pt x="699" y="3638"/>
                      <a:pt x="728" y="3647"/>
                      <a:pt x="759" y="3647"/>
                    </a:cubicBezTo>
                    <a:cubicBezTo>
                      <a:pt x="769" y="3647"/>
                      <a:pt x="780" y="3646"/>
                      <a:pt x="790" y="3644"/>
                    </a:cubicBezTo>
                    <a:cubicBezTo>
                      <a:pt x="931" y="3602"/>
                      <a:pt x="1072" y="3544"/>
                      <a:pt x="1204" y="3470"/>
                    </a:cubicBezTo>
                    <a:cubicBezTo>
                      <a:pt x="1213" y="3472"/>
                      <a:pt x="1221" y="3473"/>
                      <a:pt x="1229" y="3473"/>
                    </a:cubicBezTo>
                    <a:cubicBezTo>
                      <a:pt x="1254" y="3473"/>
                      <a:pt x="1279" y="3464"/>
                      <a:pt x="1304" y="3445"/>
                    </a:cubicBezTo>
                    <a:cubicBezTo>
                      <a:pt x="1329" y="3420"/>
                      <a:pt x="1345" y="3387"/>
                      <a:pt x="1370" y="3362"/>
                    </a:cubicBezTo>
                    <a:cubicBezTo>
                      <a:pt x="1536" y="3246"/>
                      <a:pt x="1685" y="3089"/>
                      <a:pt x="1801" y="2915"/>
                    </a:cubicBezTo>
                    <a:cubicBezTo>
                      <a:pt x="1834" y="2873"/>
                      <a:pt x="1817" y="2815"/>
                      <a:pt x="1784" y="2774"/>
                    </a:cubicBezTo>
                    <a:cubicBezTo>
                      <a:pt x="1892" y="2616"/>
                      <a:pt x="1850" y="2393"/>
                      <a:pt x="1776" y="2219"/>
                    </a:cubicBezTo>
                    <a:cubicBezTo>
                      <a:pt x="1685" y="1995"/>
                      <a:pt x="1544" y="1788"/>
                      <a:pt x="1362" y="1630"/>
                    </a:cubicBezTo>
                    <a:cubicBezTo>
                      <a:pt x="1345" y="1589"/>
                      <a:pt x="1337" y="1556"/>
                      <a:pt x="1320" y="1523"/>
                    </a:cubicBezTo>
                    <a:cubicBezTo>
                      <a:pt x="1312" y="1498"/>
                      <a:pt x="1295" y="1481"/>
                      <a:pt x="1279" y="1465"/>
                    </a:cubicBezTo>
                    <a:cubicBezTo>
                      <a:pt x="1312" y="1282"/>
                      <a:pt x="1337" y="1092"/>
                      <a:pt x="1353" y="910"/>
                    </a:cubicBezTo>
                    <a:cubicBezTo>
                      <a:pt x="1362" y="769"/>
                      <a:pt x="1370" y="628"/>
                      <a:pt x="1370" y="487"/>
                    </a:cubicBezTo>
                    <a:cubicBezTo>
                      <a:pt x="1370" y="346"/>
                      <a:pt x="1353" y="197"/>
                      <a:pt x="1345" y="56"/>
                    </a:cubicBezTo>
                    <a:cubicBezTo>
                      <a:pt x="1341" y="19"/>
                      <a:pt x="1312" y="0"/>
                      <a:pt x="1283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9"/>
              <p:cNvSpPr/>
              <p:nvPr/>
            </p:nvSpPr>
            <p:spPr>
              <a:xfrm>
                <a:off x="756575" y="2888775"/>
                <a:ext cx="9550" cy="2750"/>
              </a:xfrm>
              <a:custGeom>
                <a:rect b="b" l="l" r="r" t="t"/>
                <a:pathLst>
                  <a:path extrusionOk="0" h="110" w="382">
                    <a:moveTo>
                      <a:pt x="282" y="0"/>
                    </a:moveTo>
                    <a:cubicBezTo>
                      <a:pt x="257" y="0"/>
                      <a:pt x="233" y="0"/>
                      <a:pt x="208" y="8"/>
                    </a:cubicBezTo>
                    <a:cubicBezTo>
                      <a:pt x="150" y="8"/>
                      <a:pt x="100" y="17"/>
                      <a:pt x="42" y="25"/>
                    </a:cubicBezTo>
                    <a:cubicBezTo>
                      <a:pt x="25" y="25"/>
                      <a:pt x="1" y="42"/>
                      <a:pt x="1" y="66"/>
                    </a:cubicBezTo>
                    <a:cubicBezTo>
                      <a:pt x="1" y="88"/>
                      <a:pt x="13" y="109"/>
                      <a:pt x="32" y="109"/>
                    </a:cubicBezTo>
                    <a:cubicBezTo>
                      <a:pt x="35" y="109"/>
                      <a:pt x="39" y="109"/>
                      <a:pt x="42" y="108"/>
                    </a:cubicBezTo>
                    <a:lnTo>
                      <a:pt x="208" y="108"/>
                    </a:lnTo>
                    <a:cubicBezTo>
                      <a:pt x="233" y="100"/>
                      <a:pt x="257" y="100"/>
                      <a:pt x="282" y="100"/>
                    </a:cubicBezTo>
                    <a:cubicBezTo>
                      <a:pt x="315" y="91"/>
                      <a:pt x="349" y="91"/>
                      <a:pt x="373" y="66"/>
                    </a:cubicBezTo>
                    <a:cubicBezTo>
                      <a:pt x="382" y="58"/>
                      <a:pt x="382" y="33"/>
                      <a:pt x="373" y="25"/>
                    </a:cubicBezTo>
                    <a:cubicBezTo>
                      <a:pt x="357" y="8"/>
                      <a:pt x="340" y="0"/>
                      <a:pt x="3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9"/>
              <p:cNvSpPr/>
              <p:nvPr/>
            </p:nvSpPr>
            <p:spPr>
              <a:xfrm>
                <a:off x="756375" y="2886075"/>
                <a:ext cx="10575" cy="1875"/>
              </a:xfrm>
              <a:custGeom>
                <a:rect b="b" l="l" r="r" t="t"/>
                <a:pathLst>
                  <a:path extrusionOk="0" h="75" w="423">
                    <a:moveTo>
                      <a:pt x="357" y="0"/>
                    </a:moveTo>
                    <a:cubicBezTo>
                      <a:pt x="340" y="0"/>
                      <a:pt x="332" y="9"/>
                      <a:pt x="315" y="9"/>
                    </a:cubicBezTo>
                    <a:lnTo>
                      <a:pt x="216" y="9"/>
                    </a:lnTo>
                    <a:cubicBezTo>
                      <a:pt x="158" y="17"/>
                      <a:pt x="91" y="25"/>
                      <a:pt x="33" y="25"/>
                    </a:cubicBezTo>
                    <a:cubicBezTo>
                      <a:pt x="0" y="25"/>
                      <a:pt x="0" y="75"/>
                      <a:pt x="33" y="75"/>
                    </a:cubicBezTo>
                    <a:lnTo>
                      <a:pt x="33" y="75"/>
                    </a:lnTo>
                    <a:cubicBezTo>
                      <a:pt x="97" y="75"/>
                      <a:pt x="160" y="75"/>
                      <a:pt x="216" y="67"/>
                    </a:cubicBezTo>
                    <a:cubicBezTo>
                      <a:pt x="282" y="67"/>
                      <a:pt x="348" y="67"/>
                      <a:pt x="406" y="42"/>
                    </a:cubicBezTo>
                    <a:cubicBezTo>
                      <a:pt x="423" y="42"/>
                      <a:pt x="423" y="9"/>
                      <a:pt x="406" y="9"/>
                    </a:cubicBezTo>
                    <a:cubicBezTo>
                      <a:pt x="390" y="9"/>
                      <a:pt x="373" y="0"/>
                      <a:pt x="357" y="0"/>
                    </a:cubicBezTo>
                    <a:close/>
                    <a:moveTo>
                      <a:pt x="33" y="75"/>
                    </a:moveTo>
                    <a:lnTo>
                      <a:pt x="33" y="75"/>
                    </a:lnTo>
                    <a:cubicBezTo>
                      <a:pt x="31" y="75"/>
                      <a:pt x="28" y="75"/>
                      <a:pt x="25" y="75"/>
                    </a:cubicBezTo>
                    <a:lnTo>
                      <a:pt x="33" y="75"/>
                    </a:lnTo>
                    <a:cubicBezTo>
                      <a:pt x="33" y="75"/>
                      <a:pt x="33" y="75"/>
                      <a:pt x="33" y="7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9"/>
              <p:cNvSpPr/>
              <p:nvPr/>
            </p:nvSpPr>
            <p:spPr>
              <a:xfrm>
                <a:off x="778750" y="2889800"/>
                <a:ext cx="6650" cy="2300"/>
              </a:xfrm>
              <a:custGeom>
                <a:rect b="b" l="l" r="r" t="t"/>
                <a:pathLst>
                  <a:path extrusionOk="0" h="92" w="266">
                    <a:moveTo>
                      <a:pt x="42" y="1"/>
                    </a:moveTo>
                    <a:cubicBezTo>
                      <a:pt x="17" y="1"/>
                      <a:pt x="0" y="17"/>
                      <a:pt x="0" y="34"/>
                    </a:cubicBezTo>
                    <a:cubicBezTo>
                      <a:pt x="0" y="50"/>
                      <a:pt x="8" y="75"/>
                      <a:pt x="25" y="75"/>
                    </a:cubicBezTo>
                    <a:lnTo>
                      <a:pt x="33" y="75"/>
                    </a:lnTo>
                    <a:cubicBezTo>
                      <a:pt x="50" y="83"/>
                      <a:pt x="58" y="83"/>
                      <a:pt x="75" y="83"/>
                    </a:cubicBezTo>
                    <a:cubicBezTo>
                      <a:pt x="100" y="92"/>
                      <a:pt x="116" y="92"/>
                      <a:pt x="133" y="92"/>
                    </a:cubicBezTo>
                    <a:lnTo>
                      <a:pt x="232" y="92"/>
                    </a:lnTo>
                    <a:cubicBezTo>
                      <a:pt x="257" y="83"/>
                      <a:pt x="265" y="50"/>
                      <a:pt x="240" y="42"/>
                    </a:cubicBezTo>
                    <a:cubicBezTo>
                      <a:pt x="232" y="34"/>
                      <a:pt x="224" y="34"/>
                      <a:pt x="216" y="25"/>
                    </a:cubicBezTo>
                    <a:lnTo>
                      <a:pt x="191" y="25"/>
                    </a:lnTo>
                    <a:cubicBezTo>
                      <a:pt x="174" y="25"/>
                      <a:pt x="158" y="17"/>
                      <a:pt x="141" y="17"/>
                    </a:cubicBezTo>
                    <a:cubicBezTo>
                      <a:pt x="108" y="9"/>
                      <a:pt x="75" y="9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9"/>
              <p:cNvSpPr/>
              <p:nvPr/>
            </p:nvSpPr>
            <p:spPr>
              <a:xfrm>
                <a:off x="706650" y="2867425"/>
                <a:ext cx="11325" cy="27700"/>
              </a:xfrm>
              <a:custGeom>
                <a:rect b="b" l="l" r="r" t="t"/>
                <a:pathLst>
                  <a:path extrusionOk="0" h="1108" w="453">
                    <a:moveTo>
                      <a:pt x="410" y="0"/>
                    </a:moveTo>
                    <a:cubicBezTo>
                      <a:pt x="403" y="0"/>
                      <a:pt x="396" y="3"/>
                      <a:pt x="390" y="9"/>
                    </a:cubicBezTo>
                    <a:cubicBezTo>
                      <a:pt x="266" y="166"/>
                      <a:pt x="166" y="324"/>
                      <a:pt x="100" y="514"/>
                    </a:cubicBezTo>
                    <a:cubicBezTo>
                      <a:pt x="67" y="606"/>
                      <a:pt x="42" y="705"/>
                      <a:pt x="26" y="796"/>
                    </a:cubicBezTo>
                    <a:cubicBezTo>
                      <a:pt x="9" y="896"/>
                      <a:pt x="1" y="995"/>
                      <a:pt x="26" y="1086"/>
                    </a:cubicBezTo>
                    <a:cubicBezTo>
                      <a:pt x="29" y="1102"/>
                      <a:pt x="41" y="1108"/>
                      <a:pt x="52" y="1108"/>
                    </a:cubicBezTo>
                    <a:cubicBezTo>
                      <a:pt x="65" y="1108"/>
                      <a:pt x="79" y="1099"/>
                      <a:pt x="84" y="1086"/>
                    </a:cubicBezTo>
                    <a:cubicBezTo>
                      <a:pt x="117" y="1003"/>
                      <a:pt x="125" y="904"/>
                      <a:pt x="142" y="813"/>
                    </a:cubicBezTo>
                    <a:cubicBezTo>
                      <a:pt x="158" y="722"/>
                      <a:pt x="183" y="639"/>
                      <a:pt x="208" y="556"/>
                    </a:cubicBezTo>
                    <a:cubicBezTo>
                      <a:pt x="266" y="382"/>
                      <a:pt x="340" y="208"/>
                      <a:pt x="440" y="50"/>
                    </a:cubicBezTo>
                    <a:cubicBezTo>
                      <a:pt x="452" y="25"/>
                      <a:pt x="432" y="0"/>
                      <a:pt x="4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9"/>
              <p:cNvSpPr/>
              <p:nvPr/>
            </p:nvSpPr>
            <p:spPr>
              <a:xfrm>
                <a:off x="807475" y="2873050"/>
                <a:ext cx="11475" cy="17025"/>
              </a:xfrm>
              <a:custGeom>
                <a:rect b="b" l="l" r="r" t="t"/>
                <a:pathLst>
                  <a:path extrusionOk="0" h="681" w="459">
                    <a:moveTo>
                      <a:pt x="54" y="1"/>
                    </a:moveTo>
                    <a:cubicBezTo>
                      <a:pt x="23" y="1"/>
                      <a:pt x="1" y="39"/>
                      <a:pt x="28" y="66"/>
                    </a:cubicBezTo>
                    <a:cubicBezTo>
                      <a:pt x="102" y="124"/>
                      <a:pt x="169" y="207"/>
                      <a:pt x="218" y="289"/>
                    </a:cubicBezTo>
                    <a:cubicBezTo>
                      <a:pt x="243" y="331"/>
                      <a:pt x="268" y="381"/>
                      <a:pt x="285" y="422"/>
                    </a:cubicBezTo>
                    <a:cubicBezTo>
                      <a:pt x="309" y="472"/>
                      <a:pt x="318" y="521"/>
                      <a:pt x="334" y="571"/>
                    </a:cubicBezTo>
                    <a:cubicBezTo>
                      <a:pt x="334" y="596"/>
                      <a:pt x="343" y="621"/>
                      <a:pt x="359" y="637"/>
                    </a:cubicBezTo>
                    <a:cubicBezTo>
                      <a:pt x="366" y="659"/>
                      <a:pt x="386" y="680"/>
                      <a:pt x="407" y="680"/>
                    </a:cubicBezTo>
                    <a:cubicBezTo>
                      <a:pt x="410" y="680"/>
                      <a:pt x="414" y="680"/>
                      <a:pt x="417" y="679"/>
                    </a:cubicBezTo>
                    <a:cubicBezTo>
                      <a:pt x="442" y="671"/>
                      <a:pt x="450" y="637"/>
                      <a:pt x="459" y="613"/>
                    </a:cubicBezTo>
                    <a:cubicBezTo>
                      <a:pt x="459" y="590"/>
                      <a:pt x="459" y="560"/>
                      <a:pt x="459" y="530"/>
                    </a:cubicBezTo>
                    <a:cubicBezTo>
                      <a:pt x="442" y="422"/>
                      <a:pt x="392" y="323"/>
                      <a:pt x="334" y="240"/>
                    </a:cubicBezTo>
                    <a:cubicBezTo>
                      <a:pt x="301" y="190"/>
                      <a:pt x="260" y="149"/>
                      <a:pt x="218" y="107"/>
                    </a:cubicBezTo>
                    <a:cubicBezTo>
                      <a:pt x="177" y="66"/>
                      <a:pt x="127" y="33"/>
                      <a:pt x="77" y="8"/>
                    </a:cubicBezTo>
                    <a:cubicBezTo>
                      <a:pt x="70" y="3"/>
                      <a:pt x="62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9"/>
              <p:cNvSpPr/>
              <p:nvPr/>
            </p:nvSpPr>
            <p:spPr>
              <a:xfrm>
                <a:off x="818500" y="2894350"/>
                <a:ext cx="1475" cy="2300"/>
              </a:xfrm>
              <a:custGeom>
                <a:rect b="b" l="l" r="r" t="t"/>
                <a:pathLst>
                  <a:path extrusionOk="0" h="92" w="59">
                    <a:moveTo>
                      <a:pt x="26" y="1"/>
                    </a:moveTo>
                    <a:cubicBezTo>
                      <a:pt x="26" y="1"/>
                      <a:pt x="18" y="1"/>
                      <a:pt x="9" y="9"/>
                    </a:cubicBezTo>
                    <a:cubicBezTo>
                      <a:pt x="1" y="9"/>
                      <a:pt x="1" y="26"/>
                      <a:pt x="1" y="34"/>
                    </a:cubicBezTo>
                    <a:lnTo>
                      <a:pt x="9" y="75"/>
                    </a:lnTo>
                    <a:cubicBezTo>
                      <a:pt x="18" y="84"/>
                      <a:pt x="26" y="92"/>
                      <a:pt x="26" y="92"/>
                    </a:cubicBezTo>
                    <a:cubicBezTo>
                      <a:pt x="34" y="92"/>
                      <a:pt x="42" y="84"/>
                      <a:pt x="51" y="75"/>
                    </a:cubicBezTo>
                    <a:lnTo>
                      <a:pt x="59" y="34"/>
                    </a:lnTo>
                    <a:cubicBezTo>
                      <a:pt x="59" y="26"/>
                      <a:pt x="59" y="9"/>
                      <a:pt x="51" y="9"/>
                    </a:cubicBezTo>
                    <a:cubicBezTo>
                      <a:pt x="42" y="1"/>
                      <a:pt x="34" y="1"/>
                      <a:pt x="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9"/>
              <p:cNvSpPr/>
              <p:nvPr/>
            </p:nvSpPr>
            <p:spPr>
              <a:xfrm>
                <a:off x="739475" y="2788075"/>
                <a:ext cx="6575" cy="39700"/>
              </a:xfrm>
              <a:custGeom>
                <a:rect b="b" l="l" r="r" t="t"/>
                <a:pathLst>
                  <a:path extrusionOk="0" h="1588" w="263">
                    <a:moveTo>
                      <a:pt x="171" y="0"/>
                    </a:moveTo>
                    <a:cubicBezTo>
                      <a:pt x="161" y="0"/>
                      <a:pt x="151" y="5"/>
                      <a:pt x="146" y="10"/>
                    </a:cubicBezTo>
                    <a:cubicBezTo>
                      <a:pt x="96" y="117"/>
                      <a:pt x="129" y="258"/>
                      <a:pt x="138" y="366"/>
                    </a:cubicBezTo>
                    <a:cubicBezTo>
                      <a:pt x="138" y="498"/>
                      <a:pt x="129" y="623"/>
                      <a:pt x="129" y="755"/>
                    </a:cubicBezTo>
                    <a:cubicBezTo>
                      <a:pt x="121" y="1020"/>
                      <a:pt x="80" y="1294"/>
                      <a:pt x="5" y="1551"/>
                    </a:cubicBezTo>
                    <a:cubicBezTo>
                      <a:pt x="0" y="1575"/>
                      <a:pt x="15" y="1588"/>
                      <a:pt x="32" y="1588"/>
                    </a:cubicBezTo>
                    <a:cubicBezTo>
                      <a:pt x="44" y="1588"/>
                      <a:pt x="56" y="1581"/>
                      <a:pt x="63" y="1567"/>
                    </a:cubicBezTo>
                    <a:cubicBezTo>
                      <a:pt x="146" y="1302"/>
                      <a:pt x="196" y="1045"/>
                      <a:pt x="237" y="772"/>
                    </a:cubicBezTo>
                    <a:cubicBezTo>
                      <a:pt x="254" y="639"/>
                      <a:pt x="254" y="498"/>
                      <a:pt x="254" y="366"/>
                    </a:cubicBezTo>
                    <a:cubicBezTo>
                      <a:pt x="245" y="258"/>
                      <a:pt x="262" y="101"/>
                      <a:pt x="187" y="10"/>
                    </a:cubicBezTo>
                    <a:cubicBezTo>
                      <a:pt x="184" y="3"/>
                      <a:pt x="177" y="0"/>
                      <a:pt x="1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9"/>
              <p:cNvSpPr/>
              <p:nvPr/>
            </p:nvSpPr>
            <p:spPr>
              <a:xfrm>
                <a:off x="739600" y="2767475"/>
                <a:ext cx="1250" cy="7400"/>
              </a:xfrm>
              <a:custGeom>
                <a:rect b="b" l="l" r="r" t="t"/>
                <a:pathLst>
                  <a:path extrusionOk="0" h="296" w="50">
                    <a:moveTo>
                      <a:pt x="28" y="1"/>
                    </a:moveTo>
                    <a:cubicBezTo>
                      <a:pt x="21" y="1"/>
                      <a:pt x="13" y="5"/>
                      <a:pt x="8" y="13"/>
                    </a:cubicBezTo>
                    <a:cubicBezTo>
                      <a:pt x="0" y="96"/>
                      <a:pt x="0" y="179"/>
                      <a:pt x="0" y="270"/>
                    </a:cubicBezTo>
                    <a:cubicBezTo>
                      <a:pt x="0" y="287"/>
                      <a:pt x="13" y="295"/>
                      <a:pt x="25" y="295"/>
                    </a:cubicBezTo>
                    <a:cubicBezTo>
                      <a:pt x="37" y="295"/>
                      <a:pt x="50" y="287"/>
                      <a:pt x="50" y="270"/>
                    </a:cubicBezTo>
                    <a:cubicBezTo>
                      <a:pt x="50" y="179"/>
                      <a:pt x="50" y="96"/>
                      <a:pt x="42" y="13"/>
                    </a:cubicBezTo>
                    <a:cubicBezTo>
                      <a:pt x="42" y="5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9"/>
              <p:cNvSpPr/>
              <p:nvPr/>
            </p:nvSpPr>
            <p:spPr>
              <a:xfrm>
                <a:off x="752425" y="2763600"/>
                <a:ext cx="5625" cy="40075"/>
              </a:xfrm>
              <a:custGeom>
                <a:rect b="b" l="l" r="r" t="t"/>
                <a:pathLst>
                  <a:path extrusionOk="0" h="1603" w="225">
                    <a:moveTo>
                      <a:pt x="88" y="1"/>
                    </a:moveTo>
                    <a:cubicBezTo>
                      <a:pt x="78" y="1"/>
                      <a:pt x="67" y="7"/>
                      <a:pt x="59" y="19"/>
                    </a:cubicBezTo>
                    <a:lnTo>
                      <a:pt x="67" y="19"/>
                    </a:lnTo>
                    <a:cubicBezTo>
                      <a:pt x="1" y="119"/>
                      <a:pt x="26" y="276"/>
                      <a:pt x="34" y="392"/>
                    </a:cubicBezTo>
                    <a:cubicBezTo>
                      <a:pt x="34" y="525"/>
                      <a:pt x="42" y="666"/>
                      <a:pt x="51" y="798"/>
                    </a:cubicBezTo>
                    <a:cubicBezTo>
                      <a:pt x="59" y="922"/>
                      <a:pt x="75" y="1055"/>
                      <a:pt x="100" y="1179"/>
                    </a:cubicBezTo>
                    <a:cubicBezTo>
                      <a:pt x="125" y="1320"/>
                      <a:pt x="167" y="1453"/>
                      <a:pt x="191" y="1593"/>
                    </a:cubicBezTo>
                    <a:cubicBezTo>
                      <a:pt x="195" y="1600"/>
                      <a:pt x="200" y="1603"/>
                      <a:pt x="206" y="1603"/>
                    </a:cubicBezTo>
                    <a:cubicBezTo>
                      <a:pt x="215" y="1603"/>
                      <a:pt x="225" y="1595"/>
                      <a:pt x="225" y="1585"/>
                    </a:cubicBezTo>
                    <a:cubicBezTo>
                      <a:pt x="200" y="1444"/>
                      <a:pt x="200" y="1312"/>
                      <a:pt x="191" y="1171"/>
                    </a:cubicBezTo>
                    <a:cubicBezTo>
                      <a:pt x="183" y="1038"/>
                      <a:pt x="167" y="898"/>
                      <a:pt x="158" y="765"/>
                    </a:cubicBezTo>
                    <a:cubicBezTo>
                      <a:pt x="150" y="632"/>
                      <a:pt x="150" y="508"/>
                      <a:pt x="150" y="376"/>
                    </a:cubicBezTo>
                    <a:cubicBezTo>
                      <a:pt x="142" y="268"/>
                      <a:pt x="167" y="119"/>
                      <a:pt x="117" y="19"/>
                    </a:cubicBezTo>
                    <a:cubicBezTo>
                      <a:pt x="109" y="7"/>
                      <a:pt x="98" y="1"/>
                      <a:pt x="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9"/>
              <p:cNvSpPr/>
              <p:nvPr/>
            </p:nvSpPr>
            <p:spPr>
              <a:xfrm>
                <a:off x="752650" y="2740400"/>
                <a:ext cx="1875" cy="10800"/>
              </a:xfrm>
              <a:custGeom>
                <a:rect b="b" l="l" r="r" t="t"/>
                <a:pathLst>
                  <a:path extrusionOk="0" h="432" w="75">
                    <a:moveTo>
                      <a:pt x="38" y="1"/>
                    </a:moveTo>
                    <a:cubicBezTo>
                      <a:pt x="27" y="1"/>
                      <a:pt x="17" y="7"/>
                      <a:pt x="17" y="19"/>
                    </a:cubicBezTo>
                    <a:cubicBezTo>
                      <a:pt x="0" y="86"/>
                      <a:pt x="0" y="152"/>
                      <a:pt x="0" y="210"/>
                    </a:cubicBezTo>
                    <a:lnTo>
                      <a:pt x="0" y="400"/>
                    </a:lnTo>
                    <a:lnTo>
                      <a:pt x="8" y="400"/>
                    </a:lnTo>
                    <a:cubicBezTo>
                      <a:pt x="8" y="421"/>
                      <a:pt x="25" y="431"/>
                      <a:pt x="42" y="431"/>
                    </a:cubicBezTo>
                    <a:cubicBezTo>
                      <a:pt x="58" y="431"/>
                      <a:pt x="75" y="421"/>
                      <a:pt x="75" y="400"/>
                    </a:cubicBezTo>
                    <a:lnTo>
                      <a:pt x="75" y="210"/>
                    </a:lnTo>
                    <a:cubicBezTo>
                      <a:pt x="75" y="152"/>
                      <a:pt x="75" y="86"/>
                      <a:pt x="66" y="19"/>
                    </a:cubicBezTo>
                    <a:cubicBezTo>
                      <a:pt x="62" y="7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9"/>
              <p:cNvSpPr/>
              <p:nvPr/>
            </p:nvSpPr>
            <p:spPr>
              <a:xfrm>
                <a:off x="753475" y="2718000"/>
                <a:ext cx="1675" cy="4050"/>
              </a:xfrm>
              <a:custGeom>
                <a:rect b="b" l="l" r="r" t="t"/>
                <a:pathLst>
                  <a:path extrusionOk="0" h="162" w="67">
                    <a:moveTo>
                      <a:pt x="51" y="0"/>
                    </a:moveTo>
                    <a:cubicBezTo>
                      <a:pt x="46" y="0"/>
                      <a:pt x="42" y="6"/>
                      <a:pt x="42" y="12"/>
                    </a:cubicBezTo>
                    <a:cubicBezTo>
                      <a:pt x="33" y="20"/>
                      <a:pt x="33" y="29"/>
                      <a:pt x="25" y="37"/>
                    </a:cubicBezTo>
                    <a:cubicBezTo>
                      <a:pt x="25" y="45"/>
                      <a:pt x="17" y="54"/>
                      <a:pt x="17" y="70"/>
                    </a:cubicBezTo>
                    <a:cubicBezTo>
                      <a:pt x="17" y="87"/>
                      <a:pt x="9" y="112"/>
                      <a:pt x="0" y="128"/>
                    </a:cubicBezTo>
                    <a:cubicBezTo>
                      <a:pt x="0" y="145"/>
                      <a:pt x="9" y="161"/>
                      <a:pt x="25" y="161"/>
                    </a:cubicBezTo>
                    <a:cubicBezTo>
                      <a:pt x="33" y="161"/>
                      <a:pt x="50" y="161"/>
                      <a:pt x="58" y="145"/>
                    </a:cubicBezTo>
                    <a:cubicBezTo>
                      <a:pt x="58" y="120"/>
                      <a:pt x="58" y="103"/>
                      <a:pt x="67" y="78"/>
                    </a:cubicBezTo>
                    <a:cubicBezTo>
                      <a:pt x="67" y="70"/>
                      <a:pt x="67" y="62"/>
                      <a:pt x="67" y="45"/>
                    </a:cubicBezTo>
                    <a:lnTo>
                      <a:pt x="67" y="20"/>
                    </a:lnTo>
                    <a:cubicBezTo>
                      <a:pt x="67" y="12"/>
                      <a:pt x="67" y="4"/>
                      <a:pt x="58" y="4"/>
                    </a:cubicBezTo>
                    <a:cubicBezTo>
                      <a:pt x="56" y="1"/>
                      <a:pt x="53" y="0"/>
                      <a:pt x="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9"/>
              <p:cNvSpPr/>
              <p:nvPr/>
            </p:nvSpPr>
            <p:spPr>
              <a:xfrm>
                <a:off x="766925" y="2800500"/>
                <a:ext cx="8525" cy="29075"/>
              </a:xfrm>
              <a:custGeom>
                <a:rect b="b" l="l" r="r" t="t"/>
                <a:pathLst>
                  <a:path extrusionOk="0" h="1163" w="341">
                    <a:moveTo>
                      <a:pt x="63" y="0"/>
                    </a:moveTo>
                    <a:cubicBezTo>
                      <a:pt x="46" y="0"/>
                      <a:pt x="30" y="9"/>
                      <a:pt x="26" y="26"/>
                    </a:cubicBezTo>
                    <a:cubicBezTo>
                      <a:pt x="1" y="109"/>
                      <a:pt x="34" y="225"/>
                      <a:pt x="51" y="308"/>
                    </a:cubicBezTo>
                    <a:cubicBezTo>
                      <a:pt x="67" y="407"/>
                      <a:pt x="84" y="507"/>
                      <a:pt x="109" y="606"/>
                    </a:cubicBezTo>
                    <a:cubicBezTo>
                      <a:pt x="125" y="706"/>
                      <a:pt x="150" y="797"/>
                      <a:pt x="175" y="896"/>
                    </a:cubicBezTo>
                    <a:cubicBezTo>
                      <a:pt x="200" y="979"/>
                      <a:pt x="216" y="1087"/>
                      <a:pt x="274" y="1153"/>
                    </a:cubicBezTo>
                    <a:cubicBezTo>
                      <a:pt x="281" y="1160"/>
                      <a:pt x="288" y="1162"/>
                      <a:pt x="296" y="1162"/>
                    </a:cubicBezTo>
                    <a:cubicBezTo>
                      <a:pt x="307" y="1162"/>
                      <a:pt x="319" y="1155"/>
                      <a:pt x="324" y="1145"/>
                    </a:cubicBezTo>
                    <a:cubicBezTo>
                      <a:pt x="341" y="1054"/>
                      <a:pt x="299" y="963"/>
                      <a:pt x="283" y="871"/>
                    </a:cubicBezTo>
                    <a:cubicBezTo>
                      <a:pt x="258" y="780"/>
                      <a:pt x="233" y="681"/>
                      <a:pt x="216" y="590"/>
                    </a:cubicBezTo>
                    <a:cubicBezTo>
                      <a:pt x="200" y="490"/>
                      <a:pt x="183" y="391"/>
                      <a:pt x="167" y="300"/>
                    </a:cubicBezTo>
                    <a:cubicBezTo>
                      <a:pt x="158" y="250"/>
                      <a:pt x="150" y="200"/>
                      <a:pt x="142" y="151"/>
                    </a:cubicBezTo>
                    <a:cubicBezTo>
                      <a:pt x="133" y="101"/>
                      <a:pt x="125" y="59"/>
                      <a:pt x="100" y="18"/>
                    </a:cubicBezTo>
                    <a:cubicBezTo>
                      <a:pt x="93" y="7"/>
                      <a:pt x="78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9"/>
              <p:cNvSpPr/>
              <p:nvPr/>
            </p:nvSpPr>
            <p:spPr>
              <a:xfrm>
                <a:off x="767550" y="2782475"/>
                <a:ext cx="1675" cy="6275"/>
              </a:xfrm>
              <a:custGeom>
                <a:rect b="b" l="l" r="r" t="t"/>
                <a:pathLst>
                  <a:path extrusionOk="0" h="251" w="67">
                    <a:moveTo>
                      <a:pt x="45" y="1"/>
                    </a:moveTo>
                    <a:cubicBezTo>
                      <a:pt x="39" y="1"/>
                      <a:pt x="34" y="4"/>
                      <a:pt x="34" y="10"/>
                    </a:cubicBezTo>
                    <a:cubicBezTo>
                      <a:pt x="26" y="51"/>
                      <a:pt x="17" y="85"/>
                      <a:pt x="17" y="118"/>
                    </a:cubicBezTo>
                    <a:cubicBezTo>
                      <a:pt x="9" y="159"/>
                      <a:pt x="9" y="192"/>
                      <a:pt x="1" y="225"/>
                    </a:cubicBezTo>
                    <a:cubicBezTo>
                      <a:pt x="1" y="242"/>
                      <a:pt x="17" y="250"/>
                      <a:pt x="26" y="250"/>
                    </a:cubicBezTo>
                    <a:cubicBezTo>
                      <a:pt x="42" y="250"/>
                      <a:pt x="50" y="242"/>
                      <a:pt x="50" y="225"/>
                    </a:cubicBezTo>
                    <a:lnTo>
                      <a:pt x="59" y="126"/>
                    </a:lnTo>
                    <a:cubicBezTo>
                      <a:pt x="59" y="85"/>
                      <a:pt x="67" y="51"/>
                      <a:pt x="67" y="18"/>
                    </a:cubicBezTo>
                    <a:cubicBezTo>
                      <a:pt x="67" y="8"/>
                      <a:pt x="54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9"/>
              <p:cNvSpPr/>
              <p:nvPr/>
            </p:nvSpPr>
            <p:spPr>
              <a:xfrm>
                <a:off x="751200" y="2974800"/>
                <a:ext cx="4375" cy="7625"/>
              </a:xfrm>
              <a:custGeom>
                <a:rect b="b" l="l" r="r" t="t"/>
                <a:pathLst>
                  <a:path extrusionOk="0" h="305" w="175">
                    <a:moveTo>
                      <a:pt x="101" y="0"/>
                    </a:moveTo>
                    <a:cubicBezTo>
                      <a:pt x="89" y="0"/>
                      <a:pt x="76" y="4"/>
                      <a:pt x="66" y="14"/>
                    </a:cubicBezTo>
                    <a:cubicBezTo>
                      <a:pt x="58" y="22"/>
                      <a:pt x="58" y="31"/>
                      <a:pt x="50" y="39"/>
                    </a:cubicBezTo>
                    <a:cubicBezTo>
                      <a:pt x="42" y="64"/>
                      <a:pt x="42" y="89"/>
                      <a:pt x="33" y="114"/>
                    </a:cubicBezTo>
                    <a:cubicBezTo>
                      <a:pt x="33" y="122"/>
                      <a:pt x="33" y="130"/>
                      <a:pt x="33" y="138"/>
                    </a:cubicBezTo>
                    <a:cubicBezTo>
                      <a:pt x="33" y="147"/>
                      <a:pt x="33" y="155"/>
                      <a:pt x="33" y="155"/>
                    </a:cubicBezTo>
                    <a:cubicBezTo>
                      <a:pt x="33" y="172"/>
                      <a:pt x="25" y="188"/>
                      <a:pt x="17" y="205"/>
                    </a:cubicBezTo>
                    <a:cubicBezTo>
                      <a:pt x="8" y="230"/>
                      <a:pt x="0" y="254"/>
                      <a:pt x="8" y="271"/>
                    </a:cubicBezTo>
                    <a:cubicBezTo>
                      <a:pt x="8" y="296"/>
                      <a:pt x="25" y="304"/>
                      <a:pt x="50" y="304"/>
                    </a:cubicBezTo>
                    <a:cubicBezTo>
                      <a:pt x="66" y="304"/>
                      <a:pt x="83" y="296"/>
                      <a:pt x="100" y="279"/>
                    </a:cubicBezTo>
                    <a:cubicBezTo>
                      <a:pt x="108" y="271"/>
                      <a:pt x="108" y="263"/>
                      <a:pt x="116" y="254"/>
                    </a:cubicBezTo>
                    <a:cubicBezTo>
                      <a:pt x="133" y="230"/>
                      <a:pt x="141" y="213"/>
                      <a:pt x="149" y="188"/>
                    </a:cubicBezTo>
                    <a:cubicBezTo>
                      <a:pt x="158" y="172"/>
                      <a:pt x="158" y="155"/>
                      <a:pt x="166" y="130"/>
                    </a:cubicBezTo>
                    <a:cubicBezTo>
                      <a:pt x="174" y="105"/>
                      <a:pt x="174" y="64"/>
                      <a:pt x="158" y="39"/>
                    </a:cubicBezTo>
                    <a:cubicBezTo>
                      <a:pt x="149" y="22"/>
                      <a:pt x="141" y="14"/>
                      <a:pt x="124" y="6"/>
                    </a:cubicBezTo>
                    <a:cubicBezTo>
                      <a:pt x="118" y="2"/>
                      <a:pt x="109" y="0"/>
                      <a:pt x="1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9"/>
              <p:cNvSpPr/>
              <p:nvPr/>
            </p:nvSpPr>
            <p:spPr>
              <a:xfrm>
                <a:off x="756375" y="2975550"/>
                <a:ext cx="2725" cy="9250"/>
              </a:xfrm>
              <a:custGeom>
                <a:rect b="b" l="l" r="r" t="t"/>
                <a:pathLst>
                  <a:path extrusionOk="0" h="370" w="109">
                    <a:moveTo>
                      <a:pt x="50" y="1"/>
                    </a:moveTo>
                    <a:cubicBezTo>
                      <a:pt x="33" y="1"/>
                      <a:pt x="25" y="9"/>
                      <a:pt x="17" y="26"/>
                    </a:cubicBezTo>
                    <a:cubicBezTo>
                      <a:pt x="17" y="34"/>
                      <a:pt x="9" y="42"/>
                      <a:pt x="9" y="42"/>
                    </a:cubicBezTo>
                    <a:cubicBezTo>
                      <a:pt x="0" y="59"/>
                      <a:pt x="0" y="67"/>
                      <a:pt x="0" y="75"/>
                    </a:cubicBezTo>
                    <a:cubicBezTo>
                      <a:pt x="0" y="108"/>
                      <a:pt x="9" y="133"/>
                      <a:pt x="9" y="158"/>
                    </a:cubicBezTo>
                    <a:cubicBezTo>
                      <a:pt x="9" y="216"/>
                      <a:pt x="17" y="274"/>
                      <a:pt x="17" y="332"/>
                    </a:cubicBezTo>
                    <a:cubicBezTo>
                      <a:pt x="17" y="357"/>
                      <a:pt x="33" y="369"/>
                      <a:pt x="51" y="369"/>
                    </a:cubicBezTo>
                    <a:cubicBezTo>
                      <a:pt x="69" y="369"/>
                      <a:pt x="87" y="357"/>
                      <a:pt x="91" y="332"/>
                    </a:cubicBezTo>
                    <a:cubicBezTo>
                      <a:pt x="91" y="274"/>
                      <a:pt x="91" y="216"/>
                      <a:pt x="100" y="158"/>
                    </a:cubicBezTo>
                    <a:cubicBezTo>
                      <a:pt x="100" y="133"/>
                      <a:pt x="100" y="108"/>
                      <a:pt x="108" y="75"/>
                    </a:cubicBezTo>
                    <a:cubicBezTo>
                      <a:pt x="108" y="67"/>
                      <a:pt x="108" y="59"/>
                      <a:pt x="100" y="50"/>
                    </a:cubicBezTo>
                    <a:cubicBezTo>
                      <a:pt x="100" y="42"/>
                      <a:pt x="91" y="34"/>
                      <a:pt x="91" y="26"/>
                    </a:cubicBezTo>
                    <a:cubicBezTo>
                      <a:pt x="83" y="9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9"/>
              <p:cNvSpPr/>
              <p:nvPr/>
            </p:nvSpPr>
            <p:spPr>
              <a:xfrm>
                <a:off x="768600" y="2974225"/>
                <a:ext cx="3750" cy="8650"/>
              </a:xfrm>
              <a:custGeom>
                <a:rect b="b" l="l" r="r" t="t"/>
                <a:pathLst>
                  <a:path extrusionOk="0" h="346" w="150">
                    <a:moveTo>
                      <a:pt x="49" y="1"/>
                    </a:moveTo>
                    <a:cubicBezTo>
                      <a:pt x="37" y="1"/>
                      <a:pt x="26" y="7"/>
                      <a:pt x="17" y="21"/>
                    </a:cubicBezTo>
                    <a:cubicBezTo>
                      <a:pt x="8" y="37"/>
                      <a:pt x="8" y="45"/>
                      <a:pt x="8" y="62"/>
                    </a:cubicBezTo>
                    <a:lnTo>
                      <a:pt x="8" y="79"/>
                    </a:lnTo>
                    <a:lnTo>
                      <a:pt x="8" y="87"/>
                    </a:lnTo>
                    <a:cubicBezTo>
                      <a:pt x="0" y="103"/>
                      <a:pt x="8" y="120"/>
                      <a:pt x="8" y="137"/>
                    </a:cubicBezTo>
                    <a:cubicBezTo>
                      <a:pt x="8" y="153"/>
                      <a:pt x="8" y="161"/>
                      <a:pt x="17" y="170"/>
                    </a:cubicBezTo>
                    <a:cubicBezTo>
                      <a:pt x="25" y="219"/>
                      <a:pt x="33" y="261"/>
                      <a:pt x="42" y="311"/>
                    </a:cubicBezTo>
                    <a:cubicBezTo>
                      <a:pt x="48" y="331"/>
                      <a:pt x="72" y="346"/>
                      <a:pt x="94" y="346"/>
                    </a:cubicBezTo>
                    <a:cubicBezTo>
                      <a:pt x="99" y="346"/>
                      <a:pt x="103" y="345"/>
                      <a:pt x="108" y="344"/>
                    </a:cubicBezTo>
                    <a:cubicBezTo>
                      <a:pt x="141" y="335"/>
                      <a:pt x="149" y="311"/>
                      <a:pt x="149" y="277"/>
                    </a:cubicBezTo>
                    <a:cubicBezTo>
                      <a:pt x="141" y="236"/>
                      <a:pt x="133" y="186"/>
                      <a:pt x="124" y="145"/>
                    </a:cubicBezTo>
                    <a:cubicBezTo>
                      <a:pt x="124" y="120"/>
                      <a:pt x="124" y="87"/>
                      <a:pt x="108" y="70"/>
                    </a:cubicBezTo>
                    <a:cubicBezTo>
                      <a:pt x="108" y="70"/>
                      <a:pt x="100" y="62"/>
                      <a:pt x="100" y="62"/>
                    </a:cubicBezTo>
                    <a:cubicBezTo>
                      <a:pt x="100" y="62"/>
                      <a:pt x="100" y="54"/>
                      <a:pt x="100" y="54"/>
                    </a:cubicBezTo>
                    <a:cubicBezTo>
                      <a:pt x="91" y="37"/>
                      <a:pt x="83" y="21"/>
                      <a:pt x="75" y="12"/>
                    </a:cubicBezTo>
                    <a:cubicBezTo>
                      <a:pt x="67" y="5"/>
                      <a:pt x="58" y="1"/>
                      <a:pt x="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9"/>
              <p:cNvSpPr/>
              <p:nvPr/>
            </p:nvSpPr>
            <p:spPr>
              <a:xfrm>
                <a:off x="774175" y="2974500"/>
                <a:ext cx="3350" cy="6525"/>
              </a:xfrm>
              <a:custGeom>
                <a:rect b="b" l="l" r="r" t="t"/>
                <a:pathLst>
                  <a:path extrusionOk="0" h="261" w="134">
                    <a:moveTo>
                      <a:pt x="29" y="1"/>
                    </a:moveTo>
                    <a:cubicBezTo>
                      <a:pt x="17" y="1"/>
                      <a:pt x="6" y="8"/>
                      <a:pt x="1" y="18"/>
                    </a:cubicBezTo>
                    <a:cubicBezTo>
                      <a:pt x="1" y="26"/>
                      <a:pt x="1" y="34"/>
                      <a:pt x="1" y="51"/>
                    </a:cubicBezTo>
                    <a:cubicBezTo>
                      <a:pt x="1" y="51"/>
                      <a:pt x="1" y="76"/>
                      <a:pt x="1" y="76"/>
                    </a:cubicBezTo>
                    <a:cubicBezTo>
                      <a:pt x="1" y="84"/>
                      <a:pt x="1" y="92"/>
                      <a:pt x="1" y="101"/>
                    </a:cubicBezTo>
                    <a:cubicBezTo>
                      <a:pt x="1" y="109"/>
                      <a:pt x="1" y="117"/>
                      <a:pt x="9" y="126"/>
                    </a:cubicBezTo>
                    <a:cubicBezTo>
                      <a:pt x="17" y="159"/>
                      <a:pt x="26" y="192"/>
                      <a:pt x="34" y="225"/>
                    </a:cubicBezTo>
                    <a:cubicBezTo>
                      <a:pt x="41" y="245"/>
                      <a:pt x="59" y="260"/>
                      <a:pt x="79" y="260"/>
                    </a:cubicBezTo>
                    <a:cubicBezTo>
                      <a:pt x="83" y="260"/>
                      <a:pt x="88" y="260"/>
                      <a:pt x="92" y="258"/>
                    </a:cubicBezTo>
                    <a:cubicBezTo>
                      <a:pt x="117" y="250"/>
                      <a:pt x="133" y="225"/>
                      <a:pt x="125" y="200"/>
                    </a:cubicBezTo>
                    <a:cubicBezTo>
                      <a:pt x="117" y="167"/>
                      <a:pt x="109" y="134"/>
                      <a:pt x="100" y="109"/>
                    </a:cubicBezTo>
                    <a:lnTo>
                      <a:pt x="100" y="101"/>
                    </a:lnTo>
                    <a:cubicBezTo>
                      <a:pt x="100" y="92"/>
                      <a:pt x="100" y="84"/>
                      <a:pt x="92" y="76"/>
                    </a:cubicBezTo>
                    <a:cubicBezTo>
                      <a:pt x="92" y="68"/>
                      <a:pt x="84" y="59"/>
                      <a:pt x="84" y="51"/>
                    </a:cubicBezTo>
                    <a:lnTo>
                      <a:pt x="75" y="51"/>
                    </a:lnTo>
                    <a:cubicBezTo>
                      <a:pt x="75" y="51"/>
                      <a:pt x="67" y="34"/>
                      <a:pt x="67" y="26"/>
                    </a:cubicBezTo>
                    <a:cubicBezTo>
                      <a:pt x="67" y="18"/>
                      <a:pt x="59" y="18"/>
                      <a:pt x="51" y="10"/>
                    </a:cubicBezTo>
                    <a:cubicBezTo>
                      <a:pt x="44" y="3"/>
                      <a:pt x="37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9"/>
              <p:cNvSpPr/>
              <p:nvPr/>
            </p:nvSpPr>
            <p:spPr>
              <a:xfrm>
                <a:off x="785375" y="2974525"/>
                <a:ext cx="2700" cy="2300"/>
              </a:xfrm>
              <a:custGeom>
                <a:rect b="b" l="l" r="r" t="t"/>
                <a:pathLst>
                  <a:path extrusionOk="0" h="92" w="108">
                    <a:moveTo>
                      <a:pt x="50" y="0"/>
                    </a:moveTo>
                    <a:cubicBezTo>
                      <a:pt x="0" y="0"/>
                      <a:pt x="0" y="91"/>
                      <a:pt x="50" y="91"/>
                    </a:cubicBezTo>
                    <a:cubicBezTo>
                      <a:pt x="108" y="91"/>
                      <a:pt x="108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9"/>
              <p:cNvSpPr/>
              <p:nvPr/>
            </p:nvSpPr>
            <p:spPr>
              <a:xfrm>
                <a:off x="695275" y="2892275"/>
                <a:ext cx="135700" cy="69225"/>
              </a:xfrm>
              <a:custGeom>
                <a:rect b="b" l="l" r="r" t="t"/>
                <a:pathLst>
                  <a:path extrusionOk="0" h="2769" w="5428">
                    <a:moveTo>
                      <a:pt x="1906" y="225"/>
                    </a:moveTo>
                    <a:lnTo>
                      <a:pt x="1906" y="233"/>
                    </a:lnTo>
                    <a:cubicBezTo>
                      <a:pt x="1906" y="225"/>
                      <a:pt x="1914" y="225"/>
                      <a:pt x="1906" y="225"/>
                    </a:cubicBezTo>
                    <a:close/>
                    <a:moveTo>
                      <a:pt x="1921" y="0"/>
                    </a:moveTo>
                    <a:cubicBezTo>
                      <a:pt x="1904" y="0"/>
                      <a:pt x="1887" y="6"/>
                      <a:pt x="1873" y="18"/>
                    </a:cubicBezTo>
                    <a:cubicBezTo>
                      <a:pt x="1790" y="59"/>
                      <a:pt x="1732" y="134"/>
                      <a:pt x="1699" y="216"/>
                    </a:cubicBezTo>
                    <a:cubicBezTo>
                      <a:pt x="1690" y="241"/>
                      <a:pt x="1690" y="266"/>
                      <a:pt x="1690" y="291"/>
                    </a:cubicBezTo>
                    <a:cubicBezTo>
                      <a:pt x="1690" y="299"/>
                      <a:pt x="1690" y="308"/>
                      <a:pt x="1690" y="324"/>
                    </a:cubicBezTo>
                    <a:cubicBezTo>
                      <a:pt x="1665" y="332"/>
                      <a:pt x="1641" y="357"/>
                      <a:pt x="1616" y="382"/>
                    </a:cubicBezTo>
                    <a:cubicBezTo>
                      <a:pt x="1549" y="473"/>
                      <a:pt x="1525" y="589"/>
                      <a:pt x="1508" y="697"/>
                    </a:cubicBezTo>
                    <a:cubicBezTo>
                      <a:pt x="1491" y="912"/>
                      <a:pt x="1574" y="1144"/>
                      <a:pt x="1732" y="1293"/>
                    </a:cubicBezTo>
                    <a:cubicBezTo>
                      <a:pt x="1914" y="1467"/>
                      <a:pt x="2204" y="1451"/>
                      <a:pt x="2378" y="1633"/>
                    </a:cubicBezTo>
                    <a:cubicBezTo>
                      <a:pt x="2511" y="1782"/>
                      <a:pt x="2643" y="1989"/>
                      <a:pt x="2850" y="2031"/>
                    </a:cubicBezTo>
                    <a:lnTo>
                      <a:pt x="2850" y="2139"/>
                    </a:lnTo>
                    <a:cubicBezTo>
                      <a:pt x="2850" y="2213"/>
                      <a:pt x="2850" y="2288"/>
                      <a:pt x="2850" y="2354"/>
                    </a:cubicBezTo>
                    <a:cubicBezTo>
                      <a:pt x="2850" y="2362"/>
                      <a:pt x="2850" y="2362"/>
                      <a:pt x="2850" y="2371"/>
                    </a:cubicBezTo>
                    <a:cubicBezTo>
                      <a:pt x="2676" y="2371"/>
                      <a:pt x="2511" y="2412"/>
                      <a:pt x="2345" y="2462"/>
                    </a:cubicBezTo>
                    <a:cubicBezTo>
                      <a:pt x="2171" y="2520"/>
                      <a:pt x="1997" y="2578"/>
                      <a:pt x="1806" y="2578"/>
                    </a:cubicBezTo>
                    <a:cubicBezTo>
                      <a:pt x="1788" y="2579"/>
                      <a:pt x="1770" y="2579"/>
                      <a:pt x="1752" y="2579"/>
                    </a:cubicBezTo>
                    <a:cubicBezTo>
                      <a:pt x="1596" y="2579"/>
                      <a:pt x="1441" y="2548"/>
                      <a:pt x="1293" y="2503"/>
                    </a:cubicBezTo>
                    <a:cubicBezTo>
                      <a:pt x="1044" y="2420"/>
                      <a:pt x="812" y="2296"/>
                      <a:pt x="588" y="2155"/>
                    </a:cubicBezTo>
                    <a:cubicBezTo>
                      <a:pt x="575" y="2142"/>
                      <a:pt x="562" y="2134"/>
                      <a:pt x="550" y="2128"/>
                    </a:cubicBezTo>
                    <a:lnTo>
                      <a:pt x="550" y="2128"/>
                    </a:lnTo>
                    <a:cubicBezTo>
                      <a:pt x="551" y="2126"/>
                      <a:pt x="539" y="2114"/>
                      <a:pt x="539" y="2114"/>
                    </a:cubicBezTo>
                    <a:cubicBezTo>
                      <a:pt x="530" y="2114"/>
                      <a:pt x="522" y="2105"/>
                      <a:pt x="522" y="2097"/>
                    </a:cubicBezTo>
                    <a:cubicBezTo>
                      <a:pt x="505" y="2089"/>
                      <a:pt x="497" y="2081"/>
                      <a:pt x="489" y="2064"/>
                    </a:cubicBezTo>
                    <a:cubicBezTo>
                      <a:pt x="472" y="2056"/>
                      <a:pt x="464" y="2039"/>
                      <a:pt x="456" y="2031"/>
                    </a:cubicBezTo>
                    <a:cubicBezTo>
                      <a:pt x="447" y="2023"/>
                      <a:pt x="439" y="2014"/>
                      <a:pt x="431" y="2006"/>
                    </a:cubicBezTo>
                    <a:lnTo>
                      <a:pt x="431" y="1998"/>
                    </a:lnTo>
                    <a:cubicBezTo>
                      <a:pt x="406" y="1973"/>
                      <a:pt x="398" y="1948"/>
                      <a:pt x="381" y="1915"/>
                    </a:cubicBezTo>
                    <a:cubicBezTo>
                      <a:pt x="373" y="1907"/>
                      <a:pt x="373" y="1898"/>
                      <a:pt x="365" y="1890"/>
                    </a:cubicBezTo>
                    <a:cubicBezTo>
                      <a:pt x="365" y="1890"/>
                      <a:pt x="365" y="1882"/>
                      <a:pt x="365" y="1882"/>
                    </a:cubicBezTo>
                    <a:cubicBezTo>
                      <a:pt x="356" y="1873"/>
                      <a:pt x="356" y="1865"/>
                      <a:pt x="356" y="1865"/>
                    </a:cubicBezTo>
                    <a:cubicBezTo>
                      <a:pt x="348" y="1857"/>
                      <a:pt x="348" y="1849"/>
                      <a:pt x="348" y="1840"/>
                    </a:cubicBezTo>
                    <a:cubicBezTo>
                      <a:pt x="340" y="1807"/>
                      <a:pt x="323" y="1774"/>
                      <a:pt x="315" y="1741"/>
                    </a:cubicBezTo>
                    <a:cubicBezTo>
                      <a:pt x="307" y="1683"/>
                      <a:pt x="307" y="1617"/>
                      <a:pt x="307" y="1559"/>
                    </a:cubicBezTo>
                    <a:cubicBezTo>
                      <a:pt x="312" y="1521"/>
                      <a:pt x="285" y="1500"/>
                      <a:pt x="257" y="1500"/>
                    </a:cubicBezTo>
                    <a:cubicBezTo>
                      <a:pt x="242" y="1500"/>
                      <a:pt x="227" y="1506"/>
                      <a:pt x="216" y="1517"/>
                    </a:cubicBezTo>
                    <a:lnTo>
                      <a:pt x="207" y="1517"/>
                    </a:lnTo>
                    <a:cubicBezTo>
                      <a:pt x="199" y="1517"/>
                      <a:pt x="199" y="1517"/>
                      <a:pt x="191" y="1525"/>
                    </a:cubicBezTo>
                    <a:cubicBezTo>
                      <a:pt x="191" y="1525"/>
                      <a:pt x="182" y="1525"/>
                      <a:pt x="182" y="1534"/>
                    </a:cubicBezTo>
                    <a:cubicBezTo>
                      <a:pt x="174" y="1534"/>
                      <a:pt x="166" y="1542"/>
                      <a:pt x="158" y="1550"/>
                    </a:cubicBezTo>
                    <a:cubicBezTo>
                      <a:pt x="133" y="1567"/>
                      <a:pt x="116" y="1583"/>
                      <a:pt x="100" y="1600"/>
                    </a:cubicBezTo>
                    <a:cubicBezTo>
                      <a:pt x="58" y="1641"/>
                      <a:pt x="33" y="1691"/>
                      <a:pt x="8" y="1741"/>
                    </a:cubicBezTo>
                    <a:cubicBezTo>
                      <a:pt x="0" y="1757"/>
                      <a:pt x="0" y="1782"/>
                      <a:pt x="17" y="1799"/>
                    </a:cubicBezTo>
                    <a:cubicBezTo>
                      <a:pt x="23" y="1801"/>
                      <a:pt x="30" y="1802"/>
                      <a:pt x="36" y="1802"/>
                    </a:cubicBezTo>
                    <a:cubicBezTo>
                      <a:pt x="54" y="1802"/>
                      <a:pt x="69" y="1794"/>
                      <a:pt x="75" y="1782"/>
                    </a:cubicBezTo>
                    <a:cubicBezTo>
                      <a:pt x="83" y="1774"/>
                      <a:pt x="91" y="1757"/>
                      <a:pt x="100" y="1749"/>
                    </a:cubicBezTo>
                    <a:cubicBezTo>
                      <a:pt x="100" y="1741"/>
                      <a:pt x="100" y="1741"/>
                      <a:pt x="108" y="1733"/>
                    </a:cubicBezTo>
                    <a:cubicBezTo>
                      <a:pt x="108" y="1733"/>
                      <a:pt x="116" y="1724"/>
                      <a:pt x="116" y="1724"/>
                    </a:cubicBezTo>
                    <a:cubicBezTo>
                      <a:pt x="133" y="1708"/>
                      <a:pt x="141" y="1691"/>
                      <a:pt x="158" y="1675"/>
                    </a:cubicBezTo>
                    <a:lnTo>
                      <a:pt x="158" y="1675"/>
                    </a:lnTo>
                    <a:cubicBezTo>
                      <a:pt x="141" y="1749"/>
                      <a:pt x="141" y="1832"/>
                      <a:pt x="158" y="1907"/>
                    </a:cubicBezTo>
                    <a:cubicBezTo>
                      <a:pt x="133" y="1923"/>
                      <a:pt x="124" y="1965"/>
                      <a:pt x="149" y="1989"/>
                    </a:cubicBezTo>
                    <a:cubicBezTo>
                      <a:pt x="158" y="1998"/>
                      <a:pt x="174" y="2006"/>
                      <a:pt x="191" y="2014"/>
                    </a:cubicBezTo>
                    <a:cubicBezTo>
                      <a:pt x="216" y="2089"/>
                      <a:pt x="249" y="2163"/>
                      <a:pt x="307" y="2221"/>
                    </a:cubicBezTo>
                    <a:cubicBezTo>
                      <a:pt x="346" y="2277"/>
                      <a:pt x="440" y="2371"/>
                      <a:pt x="520" y="2371"/>
                    </a:cubicBezTo>
                    <a:cubicBezTo>
                      <a:pt x="524" y="2371"/>
                      <a:pt x="527" y="2371"/>
                      <a:pt x="530" y="2371"/>
                    </a:cubicBezTo>
                    <a:cubicBezTo>
                      <a:pt x="548" y="2377"/>
                      <a:pt x="566" y="2381"/>
                      <a:pt x="584" y="2381"/>
                    </a:cubicBezTo>
                    <a:cubicBezTo>
                      <a:pt x="609" y="2381"/>
                      <a:pt x="632" y="2373"/>
                      <a:pt x="646" y="2354"/>
                    </a:cubicBezTo>
                    <a:cubicBezTo>
                      <a:pt x="1004" y="2592"/>
                      <a:pt x="1394" y="2769"/>
                      <a:pt x="1815" y="2769"/>
                    </a:cubicBezTo>
                    <a:cubicBezTo>
                      <a:pt x="1950" y="2769"/>
                      <a:pt x="2088" y="2751"/>
                      <a:pt x="2229" y="2710"/>
                    </a:cubicBezTo>
                    <a:cubicBezTo>
                      <a:pt x="2419" y="2661"/>
                      <a:pt x="2610" y="2586"/>
                      <a:pt x="2817" y="2578"/>
                    </a:cubicBezTo>
                    <a:cubicBezTo>
                      <a:pt x="2838" y="2577"/>
                      <a:pt x="2859" y="2576"/>
                      <a:pt x="2880" y="2576"/>
                    </a:cubicBezTo>
                    <a:cubicBezTo>
                      <a:pt x="3056" y="2576"/>
                      <a:pt x="3228" y="2606"/>
                      <a:pt x="3405" y="2636"/>
                    </a:cubicBezTo>
                    <a:cubicBezTo>
                      <a:pt x="3600" y="2665"/>
                      <a:pt x="3792" y="2693"/>
                      <a:pt x="3982" y="2693"/>
                    </a:cubicBezTo>
                    <a:cubicBezTo>
                      <a:pt x="4165" y="2693"/>
                      <a:pt x="4345" y="2667"/>
                      <a:pt x="4524" y="2594"/>
                    </a:cubicBezTo>
                    <a:cubicBezTo>
                      <a:pt x="4698" y="2520"/>
                      <a:pt x="4855" y="2420"/>
                      <a:pt x="4988" y="2288"/>
                    </a:cubicBezTo>
                    <a:cubicBezTo>
                      <a:pt x="5079" y="2205"/>
                      <a:pt x="5170" y="2097"/>
                      <a:pt x="5228" y="1981"/>
                    </a:cubicBezTo>
                    <a:cubicBezTo>
                      <a:pt x="5270" y="1915"/>
                      <a:pt x="5303" y="1849"/>
                      <a:pt x="5328" y="1774"/>
                    </a:cubicBezTo>
                    <a:lnTo>
                      <a:pt x="5319" y="1774"/>
                    </a:lnTo>
                    <a:cubicBezTo>
                      <a:pt x="5353" y="1683"/>
                      <a:pt x="5361" y="1575"/>
                      <a:pt x="5361" y="1476"/>
                    </a:cubicBezTo>
                    <a:cubicBezTo>
                      <a:pt x="5361" y="1434"/>
                      <a:pt x="5353" y="1401"/>
                      <a:pt x="5344" y="1360"/>
                    </a:cubicBezTo>
                    <a:cubicBezTo>
                      <a:pt x="5377" y="1360"/>
                      <a:pt x="5411" y="1335"/>
                      <a:pt x="5419" y="1310"/>
                    </a:cubicBezTo>
                    <a:cubicBezTo>
                      <a:pt x="5419" y="1302"/>
                      <a:pt x="5419" y="1302"/>
                      <a:pt x="5419" y="1293"/>
                    </a:cubicBezTo>
                    <a:cubicBezTo>
                      <a:pt x="5427" y="1277"/>
                      <a:pt x="5427" y="1252"/>
                      <a:pt x="5427" y="1236"/>
                    </a:cubicBezTo>
                    <a:cubicBezTo>
                      <a:pt x="5419" y="1227"/>
                      <a:pt x="5419" y="1219"/>
                      <a:pt x="5419" y="1211"/>
                    </a:cubicBezTo>
                    <a:cubicBezTo>
                      <a:pt x="5411" y="1186"/>
                      <a:pt x="5394" y="1169"/>
                      <a:pt x="5377" y="1144"/>
                    </a:cubicBezTo>
                    <a:cubicBezTo>
                      <a:pt x="5353" y="1120"/>
                      <a:pt x="5328" y="1095"/>
                      <a:pt x="5295" y="1078"/>
                    </a:cubicBezTo>
                    <a:cubicBezTo>
                      <a:pt x="5256" y="1059"/>
                      <a:pt x="5207" y="1045"/>
                      <a:pt x="5159" y="1045"/>
                    </a:cubicBezTo>
                    <a:cubicBezTo>
                      <a:pt x="5124" y="1045"/>
                      <a:pt x="5090" y="1052"/>
                      <a:pt x="5063" y="1070"/>
                    </a:cubicBezTo>
                    <a:cubicBezTo>
                      <a:pt x="5038" y="1086"/>
                      <a:pt x="5013" y="1120"/>
                      <a:pt x="5029" y="1153"/>
                    </a:cubicBezTo>
                    <a:cubicBezTo>
                      <a:pt x="5038" y="1186"/>
                      <a:pt x="5063" y="1211"/>
                      <a:pt x="5096" y="1211"/>
                    </a:cubicBezTo>
                    <a:lnTo>
                      <a:pt x="5121" y="1211"/>
                    </a:lnTo>
                    <a:cubicBezTo>
                      <a:pt x="5112" y="1293"/>
                      <a:pt x="5162" y="1385"/>
                      <a:pt x="5162" y="1467"/>
                    </a:cubicBezTo>
                    <a:cubicBezTo>
                      <a:pt x="5170" y="1550"/>
                      <a:pt x="5162" y="1633"/>
                      <a:pt x="5137" y="1716"/>
                    </a:cubicBezTo>
                    <a:cubicBezTo>
                      <a:pt x="5137" y="1733"/>
                      <a:pt x="5129" y="1741"/>
                      <a:pt x="5129" y="1757"/>
                    </a:cubicBezTo>
                    <a:cubicBezTo>
                      <a:pt x="5029" y="1873"/>
                      <a:pt x="4955" y="2006"/>
                      <a:pt x="4847" y="2122"/>
                    </a:cubicBezTo>
                    <a:cubicBezTo>
                      <a:pt x="4739" y="2221"/>
                      <a:pt x="4623" y="2313"/>
                      <a:pt x="4483" y="2371"/>
                    </a:cubicBezTo>
                    <a:cubicBezTo>
                      <a:pt x="4318" y="2451"/>
                      <a:pt x="4144" y="2477"/>
                      <a:pt x="3968" y="2477"/>
                    </a:cubicBezTo>
                    <a:cubicBezTo>
                      <a:pt x="3798" y="2477"/>
                      <a:pt x="3626" y="2453"/>
                      <a:pt x="3455" y="2429"/>
                    </a:cubicBezTo>
                    <a:cubicBezTo>
                      <a:pt x="3331" y="2404"/>
                      <a:pt x="3198" y="2387"/>
                      <a:pt x="3066" y="2379"/>
                    </a:cubicBezTo>
                    <a:cubicBezTo>
                      <a:pt x="3066" y="2371"/>
                      <a:pt x="3066" y="2362"/>
                      <a:pt x="3066" y="2354"/>
                    </a:cubicBezTo>
                    <a:cubicBezTo>
                      <a:pt x="3074" y="2279"/>
                      <a:pt x="3066" y="2213"/>
                      <a:pt x="3066" y="2139"/>
                    </a:cubicBezTo>
                    <a:lnTo>
                      <a:pt x="3066" y="2031"/>
                    </a:lnTo>
                    <a:lnTo>
                      <a:pt x="3066" y="2023"/>
                    </a:lnTo>
                    <a:cubicBezTo>
                      <a:pt x="3165" y="1981"/>
                      <a:pt x="3231" y="1907"/>
                      <a:pt x="3289" y="1824"/>
                    </a:cubicBezTo>
                    <a:cubicBezTo>
                      <a:pt x="3364" y="1716"/>
                      <a:pt x="3447" y="1633"/>
                      <a:pt x="3546" y="1550"/>
                    </a:cubicBezTo>
                    <a:cubicBezTo>
                      <a:pt x="3654" y="1467"/>
                      <a:pt x="3770" y="1385"/>
                      <a:pt x="3861" y="1277"/>
                    </a:cubicBezTo>
                    <a:cubicBezTo>
                      <a:pt x="3952" y="1161"/>
                      <a:pt x="4019" y="1028"/>
                      <a:pt x="4060" y="888"/>
                    </a:cubicBezTo>
                    <a:cubicBezTo>
                      <a:pt x="4101" y="730"/>
                      <a:pt x="4118" y="573"/>
                      <a:pt x="4126" y="415"/>
                    </a:cubicBezTo>
                    <a:cubicBezTo>
                      <a:pt x="4135" y="266"/>
                      <a:pt x="4126" y="134"/>
                      <a:pt x="3977" y="67"/>
                    </a:cubicBezTo>
                    <a:cubicBezTo>
                      <a:pt x="3963" y="62"/>
                      <a:pt x="3949" y="60"/>
                      <a:pt x="3936" y="60"/>
                    </a:cubicBezTo>
                    <a:cubicBezTo>
                      <a:pt x="3843" y="60"/>
                      <a:pt x="3783" y="177"/>
                      <a:pt x="3820" y="250"/>
                    </a:cubicBezTo>
                    <a:cubicBezTo>
                      <a:pt x="3695" y="399"/>
                      <a:pt x="3555" y="531"/>
                      <a:pt x="3364" y="606"/>
                    </a:cubicBezTo>
                    <a:cubicBezTo>
                      <a:pt x="3187" y="673"/>
                      <a:pt x="3006" y="713"/>
                      <a:pt x="2823" y="713"/>
                    </a:cubicBezTo>
                    <a:cubicBezTo>
                      <a:pt x="2758" y="713"/>
                      <a:pt x="2692" y="708"/>
                      <a:pt x="2627" y="697"/>
                    </a:cubicBezTo>
                    <a:cubicBezTo>
                      <a:pt x="2361" y="647"/>
                      <a:pt x="2163" y="531"/>
                      <a:pt x="1955" y="366"/>
                    </a:cubicBezTo>
                    <a:cubicBezTo>
                      <a:pt x="1931" y="341"/>
                      <a:pt x="1897" y="324"/>
                      <a:pt x="1864" y="308"/>
                    </a:cubicBezTo>
                    <a:cubicBezTo>
                      <a:pt x="1864" y="299"/>
                      <a:pt x="1873" y="291"/>
                      <a:pt x="1873" y="283"/>
                    </a:cubicBezTo>
                    <a:cubicBezTo>
                      <a:pt x="1873" y="274"/>
                      <a:pt x="1881" y="274"/>
                      <a:pt x="1881" y="266"/>
                    </a:cubicBezTo>
                    <a:cubicBezTo>
                      <a:pt x="1881" y="258"/>
                      <a:pt x="1889" y="258"/>
                      <a:pt x="1889" y="250"/>
                    </a:cubicBezTo>
                    <a:cubicBezTo>
                      <a:pt x="1897" y="241"/>
                      <a:pt x="1897" y="233"/>
                      <a:pt x="1906" y="233"/>
                    </a:cubicBezTo>
                    <a:lnTo>
                      <a:pt x="1897" y="233"/>
                    </a:lnTo>
                    <a:cubicBezTo>
                      <a:pt x="1906" y="233"/>
                      <a:pt x="1906" y="233"/>
                      <a:pt x="1906" y="225"/>
                    </a:cubicBezTo>
                    <a:cubicBezTo>
                      <a:pt x="1922" y="208"/>
                      <a:pt x="1931" y="200"/>
                      <a:pt x="1939" y="192"/>
                    </a:cubicBezTo>
                    <a:lnTo>
                      <a:pt x="1947" y="192"/>
                    </a:lnTo>
                    <a:cubicBezTo>
                      <a:pt x="1947" y="183"/>
                      <a:pt x="1955" y="183"/>
                      <a:pt x="1964" y="175"/>
                    </a:cubicBezTo>
                    <a:cubicBezTo>
                      <a:pt x="2005" y="150"/>
                      <a:pt x="2030" y="92"/>
                      <a:pt x="1997" y="51"/>
                    </a:cubicBezTo>
                    <a:cubicBezTo>
                      <a:pt x="1981" y="19"/>
                      <a:pt x="1951" y="0"/>
                      <a:pt x="19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9"/>
              <p:cNvSpPr/>
              <p:nvPr/>
            </p:nvSpPr>
            <p:spPr>
              <a:xfrm>
                <a:off x="842950" y="2902050"/>
                <a:ext cx="6450" cy="15225"/>
              </a:xfrm>
              <a:custGeom>
                <a:rect b="b" l="l" r="r" t="t"/>
                <a:pathLst>
                  <a:path extrusionOk="0" h="609" w="258">
                    <a:moveTo>
                      <a:pt x="162" y="0"/>
                    </a:moveTo>
                    <a:cubicBezTo>
                      <a:pt x="149" y="0"/>
                      <a:pt x="136" y="5"/>
                      <a:pt x="125" y="16"/>
                    </a:cubicBezTo>
                    <a:cubicBezTo>
                      <a:pt x="100" y="41"/>
                      <a:pt x="92" y="66"/>
                      <a:pt x="92" y="107"/>
                    </a:cubicBezTo>
                    <a:lnTo>
                      <a:pt x="92" y="165"/>
                    </a:lnTo>
                    <a:cubicBezTo>
                      <a:pt x="92" y="190"/>
                      <a:pt x="92" y="207"/>
                      <a:pt x="83" y="231"/>
                    </a:cubicBezTo>
                    <a:cubicBezTo>
                      <a:pt x="83" y="256"/>
                      <a:pt x="83" y="256"/>
                      <a:pt x="83" y="281"/>
                    </a:cubicBezTo>
                    <a:cubicBezTo>
                      <a:pt x="67" y="372"/>
                      <a:pt x="42" y="455"/>
                      <a:pt x="9" y="530"/>
                    </a:cubicBezTo>
                    <a:cubicBezTo>
                      <a:pt x="1" y="555"/>
                      <a:pt x="1" y="579"/>
                      <a:pt x="25" y="596"/>
                    </a:cubicBezTo>
                    <a:cubicBezTo>
                      <a:pt x="34" y="604"/>
                      <a:pt x="46" y="608"/>
                      <a:pt x="59" y="608"/>
                    </a:cubicBezTo>
                    <a:cubicBezTo>
                      <a:pt x="71" y="608"/>
                      <a:pt x="83" y="604"/>
                      <a:pt x="92" y="596"/>
                    </a:cubicBezTo>
                    <a:cubicBezTo>
                      <a:pt x="158" y="513"/>
                      <a:pt x="208" y="430"/>
                      <a:pt x="233" y="331"/>
                    </a:cubicBezTo>
                    <a:cubicBezTo>
                      <a:pt x="241" y="281"/>
                      <a:pt x="249" y="231"/>
                      <a:pt x="249" y="182"/>
                    </a:cubicBezTo>
                    <a:cubicBezTo>
                      <a:pt x="257" y="132"/>
                      <a:pt x="257" y="57"/>
                      <a:pt x="216" y="16"/>
                    </a:cubicBezTo>
                    <a:lnTo>
                      <a:pt x="208" y="16"/>
                    </a:lnTo>
                    <a:cubicBezTo>
                      <a:pt x="194" y="7"/>
                      <a:pt x="178" y="0"/>
                      <a:pt x="1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9"/>
              <p:cNvSpPr/>
              <p:nvPr/>
            </p:nvSpPr>
            <p:spPr>
              <a:xfrm>
                <a:off x="850825" y="2899525"/>
                <a:ext cx="3550" cy="10275"/>
              </a:xfrm>
              <a:custGeom>
                <a:rect b="b" l="l" r="r" t="t"/>
                <a:pathLst>
                  <a:path extrusionOk="0" h="411" w="142">
                    <a:moveTo>
                      <a:pt x="105" y="0"/>
                    </a:moveTo>
                    <a:cubicBezTo>
                      <a:pt x="97" y="0"/>
                      <a:pt x="90" y="3"/>
                      <a:pt x="83" y="9"/>
                    </a:cubicBezTo>
                    <a:cubicBezTo>
                      <a:pt x="75" y="26"/>
                      <a:pt x="67" y="34"/>
                      <a:pt x="58" y="51"/>
                    </a:cubicBezTo>
                    <a:cubicBezTo>
                      <a:pt x="58" y="67"/>
                      <a:pt x="50" y="84"/>
                      <a:pt x="50" y="100"/>
                    </a:cubicBezTo>
                    <a:cubicBezTo>
                      <a:pt x="42" y="125"/>
                      <a:pt x="42" y="158"/>
                      <a:pt x="34" y="183"/>
                    </a:cubicBezTo>
                    <a:cubicBezTo>
                      <a:pt x="25" y="250"/>
                      <a:pt x="17" y="308"/>
                      <a:pt x="9" y="366"/>
                    </a:cubicBezTo>
                    <a:cubicBezTo>
                      <a:pt x="0" y="382"/>
                      <a:pt x="9" y="407"/>
                      <a:pt x="25" y="407"/>
                    </a:cubicBezTo>
                    <a:cubicBezTo>
                      <a:pt x="32" y="409"/>
                      <a:pt x="37" y="410"/>
                      <a:pt x="42" y="410"/>
                    </a:cubicBezTo>
                    <a:cubicBezTo>
                      <a:pt x="58" y="410"/>
                      <a:pt x="69" y="401"/>
                      <a:pt x="75" y="382"/>
                    </a:cubicBezTo>
                    <a:cubicBezTo>
                      <a:pt x="83" y="324"/>
                      <a:pt x="100" y="266"/>
                      <a:pt x="116" y="208"/>
                    </a:cubicBezTo>
                    <a:cubicBezTo>
                      <a:pt x="125" y="175"/>
                      <a:pt x="133" y="150"/>
                      <a:pt x="133" y="117"/>
                    </a:cubicBezTo>
                    <a:cubicBezTo>
                      <a:pt x="133" y="100"/>
                      <a:pt x="141" y="84"/>
                      <a:pt x="141" y="67"/>
                    </a:cubicBezTo>
                    <a:cubicBezTo>
                      <a:pt x="141" y="51"/>
                      <a:pt x="141" y="34"/>
                      <a:pt x="133" y="18"/>
                    </a:cubicBezTo>
                    <a:cubicBezTo>
                      <a:pt x="128" y="7"/>
                      <a:pt x="116" y="0"/>
                      <a:pt x="1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9"/>
              <p:cNvSpPr/>
              <p:nvPr/>
            </p:nvSpPr>
            <p:spPr>
              <a:xfrm>
                <a:off x="854550" y="2892600"/>
                <a:ext cx="3125" cy="9450"/>
              </a:xfrm>
              <a:custGeom>
                <a:rect b="b" l="l" r="r" t="t"/>
                <a:pathLst>
                  <a:path extrusionOk="0" h="378" w="125">
                    <a:moveTo>
                      <a:pt x="94" y="0"/>
                    </a:moveTo>
                    <a:cubicBezTo>
                      <a:pt x="82" y="0"/>
                      <a:pt x="71" y="7"/>
                      <a:pt x="67" y="21"/>
                    </a:cubicBezTo>
                    <a:cubicBezTo>
                      <a:pt x="59" y="46"/>
                      <a:pt x="50" y="71"/>
                      <a:pt x="42" y="96"/>
                    </a:cubicBezTo>
                    <a:cubicBezTo>
                      <a:pt x="42" y="121"/>
                      <a:pt x="34" y="145"/>
                      <a:pt x="25" y="170"/>
                    </a:cubicBezTo>
                    <a:cubicBezTo>
                      <a:pt x="17" y="195"/>
                      <a:pt x="17" y="228"/>
                      <a:pt x="17" y="253"/>
                    </a:cubicBezTo>
                    <a:lnTo>
                      <a:pt x="1" y="328"/>
                    </a:lnTo>
                    <a:cubicBezTo>
                      <a:pt x="1" y="353"/>
                      <a:pt x="25" y="377"/>
                      <a:pt x="42" y="377"/>
                    </a:cubicBezTo>
                    <a:cubicBezTo>
                      <a:pt x="67" y="377"/>
                      <a:pt x="92" y="369"/>
                      <a:pt x="100" y="344"/>
                    </a:cubicBezTo>
                    <a:cubicBezTo>
                      <a:pt x="100" y="319"/>
                      <a:pt x="108" y="295"/>
                      <a:pt x="108" y="261"/>
                    </a:cubicBezTo>
                    <a:cubicBezTo>
                      <a:pt x="117" y="237"/>
                      <a:pt x="117" y="212"/>
                      <a:pt x="117" y="179"/>
                    </a:cubicBezTo>
                    <a:cubicBezTo>
                      <a:pt x="117" y="154"/>
                      <a:pt x="125" y="129"/>
                      <a:pt x="125" y="104"/>
                    </a:cubicBezTo>
                    <a:cubicBezTo>
                      <a:pt x="125" y="79"/>
                      <a:pt x="125" y="54"/>
                      <a:pt x="125" y="29"/>
                    </a:cubicBezTo>
                    <a:cubicBezTo>
                      <a:pt x="125" y="11"/>
                      <a:pt x="109" y="0"/>
                      <a:pt x="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9"/>
              <p:cNvSpPr/>
              <p:nvPr/>
            </p:nvSpPr>
            <p:spPr>
              <a:xfrm>
                <a:off x="858700" y="2885550"/>
                <a:ext cx="3125" cy="8450"/>
              </a:xfrm>
              <a:custGeom>
                <a:rect b="b" l="l" r="r" t="t"/>
                <a:pathLst>
                  <a:path extrusionOk="0" h="338" w="125">
                    <a:moveTo>
                      <a:pt x="46" y="1"/>
                    </a:moveTo>
                    <a:cubicBezTo>
                      <a:pt x="36" y="1"/>
                      <a:pt x="25" y="5"/>
                      <a:pt x="17" y="13"/>
                    </a:cubicBezTo>
                    <a:cubicBezTo>
                      <a:pt x="17" y="21"/>
                      <a:pt x="9" y="38"/>
                      <a:pt x="0" y="46"/>
                    </a:cubicBezTo>
                    <a:cubicBezTo>
                      <a:pt x="0" y="63"/>
                      <a:pt x="0" y="71"/>
                      <a:pt x="0" y="88"/>
                    </a:cubicBezTo>
                    <a:cubicBezTo>
                      <a:pt x="0" y="113"/>
                      <a:pt x="0" y="137"/>
                      <a:pt x="0" y="154"/>
                    </a:cubicBezTo>
                    <a:cubicBezTo>
                      <a:pt x="0" y="204"/>
                      <a:pt x="9" y="253"/>
                      <a:pt x="25" y="295"/>
                    </a:cubicBezTo>
                    <a:cubicBezTo>
                      <a:pt x="25" y="316"/>
                      <a:pt x="50" y="338"/>
                      <a:pt x="73" y="338"/>
                    </a:cubicBezTo>
                    <a:cubicBezTo>
                      <a:pt x="76" y="338"/>
                      <a:pt x="80" y="337"/>
                      <a:pt x="83" y="336"/>
                    </a:cubicBezTo>
                    <a:cubicBezTo>
                      <a:pt x="108" y="328"/>
                      <a:pt x="125" y="295"/>
                      <a:pt x="116" y="270"/>
                    </a:cubicBezTo>
                    <a:cubicBezTo>
                      <a:pt x="108" y="253"/>
                      <a:pt x="108" y="229"/>
                      <a:pt x="100" y="204"/>
                    </a:cubicBezTo>
                    <a:cubicBezTo>
                      <a:pt x="100" y="204"/>
                      <a:pt x="100" y="195"/>
                      <a:pt x="100" y="195"/>
                    </a:cubicBezTo>
                    <a:cubicBezTo>
                      <a:pt x="100" y="187"/>
                      <a:pt x="100" y="187"/>
                      <a:pt x="100" y="187"/>
                    </a:cubicBezTo>
                    <a:cubicBezTo>
                      <a:pt x="100" y="171"/>
                      <a:pt x="100" y="162"/>
                      <a:pt x="100" y="154"/>
                    </a:cubicBezTo>
                    <a:cubicBezTo>
                      <a:pt x="100" y="146"/>
                      <a:pt x="100" y="137"/>
                      <a:pt x="91" y="137"/>
                    </a:cubicBezTo>
                    <a:cubicBezTo>
                      <a:pt x="91" y="129"/>
                      <a:pt x="91" y="129"/>
                      <a:pt x="91" y="121"/>
                    </a:cubicBezTo>
                    <a:cubicBezTo>
                      <a:pt x="91" y="113"/>
                      <a:pt x="91" y="96"/>
                      <a:pt x="91" y="88"/>
                    </a:cubicBezTo>
                    <a:cubicBezTo>
                      <a:pt x="91" y="71"/>
                      <a:pt x="91" y="63"/>
                      <a:pt x="83" y="46"/>
                    </a:cubicBezTo>
                    <a:cubicBezTo>
                      <a:pt x="83" y="38"/>
                      <a:pt x="75" y="30"/>
                      <a:pt x="75" y="13"/>
                    </a:cubicBezTo>
                    <a:cubicBezTo>
                      <a:pt x="67" y="5"/>
                      <a:pt x="56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9"/>
              <p:cNvSpPr/>
              <p:nvPr/>
            </p:nvSpPr>
            <p:spPr>
              <a:xfrm>
                <a:off x="862000" y="2875250"/>
                <a:ext cx="2525" cy="9800"/>
              </a:xfrm>
              <a:custGeom>
                <a:rect b="b" l="l" r="r" t="t"/>
                <a:pathLst>
                  <a:path extrusionOk="0" h="392" w="101">
                    <a:moveTo>
                      <a:pt x="27" y="0"/>
                    </a:moveTo>
                    <a:cubicBezTo>
                      <a:pt x="17" y="0"/>
                      <a:pt x="9" y="7"/>
                      <a:pt x="9" y="19"/>
                    </a:cubicBezTo>
                    <a:cubicBezTo>
                      <a:pt x="1" y="44"/>
                      <a:pt x="1" y="69"/>
                      <a:pt x="1" y="102"/>
                    </a:cubicBezTo>
                    <a:cubicBezTo>
                      <a:pt x="1" y="127"/>
                      <a:pt x="1" y="152"/>
                      <a:pt x="1" y="185"/>
                    </a:cubicBezTo>
                    <a:cubicBezTo>
                      <a:pt x="1" y="243"/>
                      <a:pt x="1" y="293"/>
                      <a:pt x="9" y="351"/>
                    </a:cubicBezTo>
                    <a:cubicBezTo>
                      <a:pt x="9" y="375"/>
                      <a:pt x="26" y="392"/>
                      <a:pt x="51" y="392"/>
                    </a:cubicBezTo>
                    <a:cubicBezTo>
                      <a:pt x="75" y="392"/>
                      <a:pt x="100" y="375"/>
                      <a:pt x="100" y="351"/>
                    </a:cubicBezTo>
                    <a:cubicBezTo>
                      <a:pt x="92" y="293"/>
                      <a:pt x="84" y="235"/>
                      <a:pt x="84" y="185"/>
                    </a:cubicBezTo>
                    <a:cubicBezTo>
                      <a:pt x="75" y="152"/>
                      <a:pt x="75" y="127"/>
                      <a:pt x="67" y="102"/>
                    </a:cubicBezTo>
                    <a:lnTo>
                      <a:pt x="75" y="102"/>
                    </a:lnTo>
                    <a:cubicBezTo>
                      <a:pt x="67" y="69"/>
                      <a:pt x="59" y="44"/>
                      <a:pt x="51" y="19"/>
                    </a:cubicBezTo>
                    <a:cubicBezTo>
                      <a:pt x="46" y="7"/>
                      <a:pt x="36" y="0"/>
                      <a:pt x="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4" name="Google Shape;3914;p9"/>
              <p:cNvSpPr/>
              <p:nvPr/>
            </p:nvSpPr>
            <p:spPr>
              <a:xfrm>
                <a:off x="646575" y="2891525"/>
                <a:ext cx="4600" cy="15125"/>
              </a:xfrm>
              <a:custGeom>
                <a:rect b="b" l="l" r="r" t="t"/>
                <a:pathLst>
                  <a:path extrusionOk="0" h="605" w="184">
                    <a:moveTo>
                      <a:pt x="104" y="0"/>
                    </a:moveTo>
                    <a:cubicBezTo>
                      <a:pt x="89" y="0"/>
                      <a:pt x="75" y="7"/>
                      <a:pt x="67" y="23"/>
                    </a:cubicBezTo>
                    <a:cubicBezTo>
                      <a:pt x="26" y="114"/>
                      <a:pt x="1" y="197"/>
                      <a:pt x="1" y="296"/>
                    </a:cubicBezTo>
                    <a:cubicBezTo>
                      <a:pt x="1" y="346"/>
                      <a:pt x="9" y="387"/>
                      <a:pt x="18" y="437"/>
                    </a:cubicBezTo>
                    <a:cubicBezTo>
                      <a:pt x="26" y="478"/>
                      <a:pt x="34" y="536"/>
                      <a:pt x="59" y="578"/>
                    </a:cubicBezTo>
                    <a:cubicBezTo>
                      <a:pt x="73" y="591"/>
                      <a:pt x="97" y="605"/>
                      <a:pt x="119" y="605"/>
                    </a:cubicBezTo>
                    <a:cubicBezTo>
                      <a:pt x="124" y="605"/>
                      <a:pt x="129" y="604"/>
                      <a:pt x="134" y="603"/>
                    </a:cubicBezTo>
                    <a:lnTo>
                      <a:pt x="150" y="594"/>
                    </a:lnTo>
                    <a:cubicBezTo>
                      <a:pt x="175" y="586"/>
                      <a:pt x="183" y="553"/>
                      <a:pt x="183" y="528"/>
                    </a:cubicBezTo>
                    <a:cubicBezTo>
                      <a:pt x="175" y="503"/>
                      <a:pt x="167" y="487"/>
                      <a:pt x="158" y="470"/>
                    </a:cubicBezTo>
                    <a:cubicBezTo>
                      <a:pt x="150" y="445"/>
                      <a:pt x="150" y="429"/>
                      <a:pt x="142" y="404"/>
                    </a:cubicBezTo>
                    <a:cubicBezTo>
                      <a:pt x="134" y="371"/>
                      <a:pt x="134" y="338"/>
                      <a:pt x="125" y="296"/>
                    </a:cubicBezTo>
                    <a:cubicBezTo>
                      <a:pt x="125" y="213"/>
                      <a:pt x="134" y="139"/>
                      <a:pt x="158" y="64"/>
                    </a:cubicBezTo>
                    <a:cubicBezTo>
                      <a:pt x="170" y="30"/>
                      <a:pt x="135" y="0"/>
                      <a:pt x="104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5" name="Google Shape;3915;p9"/>
              <p:cNvSpPr/>
              <p:nvPr/>
            </p:nvSpPr>
            <p:spPr>
              <a:xfrm>
                <a:off x="651350" y="2901550"/>
                <a:ext cx="9050" cy="12025"/>
              </a:xfrm>
              <a:custGeom>
                <a:rect b="b" l="l" r="r" t="t"/>
                <a:pathLst>
                  <a:path extrusionOk="0" h="481" w="362">
                    <a:moveTo>
                      <a:pt x="47" y="1"/>
                    </a:moveTo>
                    <a:cubicBezTo>
                      <a:pt x="43" y="1"/>
                      <a:pt x="38" y="1"/>
                      <a:pt x="34" y="3"/>
                    </a:cubicBezTo>
                    <a:cubicBezTo>
                      <a:pt x="17" y="11"/>
                      <a:pt x="1" y="28"/>
                      <a:pt x="9" y="53"/>
                    </a:cubicBezTo>
                    <a:cubicBezTo>
                      <a:pt x="17" y="86"/>
                      <a:pt x="17" y="119"/>
                      <a:pt x="25" y="152"/>
                    </a:cubicBezTo>
                    <a:cubicBezTo>
                      <a:pt x="34" y="160"/>
                      <a:pt x="34" y="160"/>
                      <a:pt x="34" y="169"/>
                    </a:cubicBezTo>
                    <a:cubicBezTo>
                      <a:pt x="34" y="177"/>
                      <a:pt x="42" y="185"/>
                      <a:pt x="42" y="193"/>
                    </a:cubicBezTo>
                    <a:cubicBezTo>
                      <a:pt x="42" y="202"/>
                      <a:pt x="50" y="210"/>
                      <a:pt x="50" y="218"/>
                    </a:cubicBezTo>
                    <a:cubicBezTo>
                      <a:pt x="50" y="235"/>
                      <a:pt x="59" y="243"/>
                      <a:pt x="67" y="251"/>
                    </a:cubicBezTo>
                    <a:cubicBezTo>
                      <a:pt x="71" y="256"/>
                      <a:pt x="77" y="258"/>
                      <a:pt x="84" y="258"/>
                    </a:cubicBezTo>
                    <a:cubicBezTo>
                      <a:pt x="92" y="258"/>
                      <a:pt x="100" y="256"/>
                      <a:pt x="108" y="251"/>
                    </a:cubicBezTo>
                    <a:lnTo>
                      <a:pt x="108" y="251"/>
                    </a:lnTo>
                    <a:cubicBezTo>
                      <a:pt x="100" y="268"/>
                      <a:pt x="100" y="285"/>
                      <a:pt x="117" y="301"/>
                    </a:cubicBezTo>
                    <a:cubicBezTo>
                      <a:pt x="133" y="318"/>
                      <a:pt x="150" y="334"/>
                      <a:pt x="158" y="351"/>
                    </a:cubicBezTo>
                    <a:cubicBezTo>
                      <a:pt x="175" y="367"/>
                      <a:pt x="191" y="376"/>
                      <a:pt x="208" y="392"/>
                    </a:cubicBezTo>
                    <a:cubicBezTo>
                      <a:pt x="241" y="425"/>
                      <a:pt x="282" y="450"/>
                      <a:pt x="315" y="475"/>
                    </a:cubicBezTo>
                    <a:cubicBezTo>
                      <a:pt x="321" y="479"/>
                      <a:pt x="327" y="480"/>
                      <a:pt x="332" y="480"/>
                    </a:cubicBezTo>
                    <a:cubicBezTo>
                      <a:pt x="349" y="480"/>
                      <a:pt x="361" y="461"/>
                      <a:pt x="349" y="442"/>
                    </a:cubicBezTo>
                    <a:cubicBezTo>
                      <a:pt x="324" y="409"/>
                      <a:pt x="299" y="367"/>
                      <a:pt x="266" y="334"/>
                    </a:cubicBezTo>
                    <a:cubicBezTo>
                      <a:pt x="249" y="318"/>
                      <a:pt x="241" y="301"/>
                      <a:pt x="224" y="285"/>
                    </a:cubicBezTo>
                    <a:lnTo>
                      <a:pt x="175" y="243"/>
                    </a:lnTo>
                    <a:cubicBezTo>
                      <a:pt x="165" y="233"/>
                      <a:pt x="152" y="229"/>
                      <a:pt x="142" y="229"/>
                    </a:cubicBezTo>
                    <a:cubicBezTo>
                      <a:pt x="135" y="229"/>
                      <a:pt x="128" y="231"/>
                      <a:pt x="125" y="235"/>
                    </a:cubicBezTo>
                    <a:cubicBezTo>
                      <a:pt x="125" y="218"/>
                      <a:pt x="125" y="210"/>
                      <a:pt x="125" y="202"/>
                    </a:cubicBezTo>
                    <a:cubicBezTo>
                      <a:pt x="125" y="193"/>
                      <a:pt x="117" y="185"/>
                      <a:pt x="117" y="177"/>
                    </a:cubicBezTo>
                    <a:cubicBezTo>
                      <a:pt x="117" y="169"/>
                      <a:pt x="117" y="160"/>
                      <a:pt x="117" y="152"/>
                    </a:cubicBezTo>
                    <a:lnTo>
                      <a:pt x="117" y="144"/>
                    </a:lnTo>
                    <a:cubicBezTo>
                      <a:pt x="117" y="135"/>
                      <a:pt x="117" y="135"/>
                      <a:pt x="108" y="127"/>
                    </a:cubicBezTo>
                    <a:lnTo>
                      <a:pt x="83" y="28"/>
                    </a:lnTo>
                    <a:cubicBezTo>
                      <a:pt x="83" y="14"/>
                      <a:pt x="67" y="1"/>
                      <a:pt x="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6" name="Google Shape;3916;p9"/>
              <p:cNvSpPr/>
              <p:nvPr/>
            </p:nvSpPr>
            <p:spPr>
              <a:xfrm>
                <a:off x="668825" y="2805075"/>
                <a:ext cx="19375" cy="17600"/>
              </a:xfrm>
              <a:custGeom>
                <a:rect b="b" l="l" r="r" t="t"/>
                <a:pathLst>
                  <a:path extrusionOk="0" h="704" w="775">
                    <a:moveTo>
                      <a:pt x="652" y="0"/>
                    </a:moveTo>
                    <a:cubicBezTo>
                      <a:pt x="649" y="0"/>
                      <a:pt x="646" y="1"/>
                      <a:pt x="644" y="1"/>
                    </a:cubicBezTo>
                    <a:cubicBezTo>
                      <a:pt x="561" y="9"/>
                      <a:pt x="486" y="59"/>
                      <a:pt x="412" y="100"/>
                    </a:cubicBezTo>
                    <a:cubicBezTo>
                      <a:pt x="346" y="150"/>
                      <a:pt x="288" y="200"/>
                      <a:pt x="230" y="249"/>
                    </a:cubicBezTo>
                    <a:cubicBezTo>
                      <a:pt x="172" y="307"/>
                      <a:pt x="130" y="365"/>
                      <a:pt x="89" y="432"/>
                    </a:cubicBezTo>
                    <a:cubicBezTo>
                      <a:pt x="47" y="498"/>
                      <a:pt x="6" y="572"/>
                      <a:pt x="6" y="655"/>
                    </a:cubicBezTo>
                    <a:cubicBezTo>
                      <a:pt x="0" y="683"/>
                      <a:pt x="29" y="704"/>
                      <a:pt x="58" y="704"/>
                    </a:cubicBezTo>
                    <a:cubicBezTo>
                      <a:pt x="72" y="704"/>
                      <a:pt x="86" y="699"/>
                      <a:pt x="97" y="688"/>
                    </a:cubicBezTo>
                    <a:cubicBezTo>
                      <a:pt x="122" y="664"/>
                      <a:pt x="138" y="639"/>
                      <a:pt x="163" y="614"/>
                    </a:cubicBezTo>
                    <a:cubicBezTo>
                      <a:pt x="188" y="589"/>
                      <a:pt x="205" y="564"/>
                      <a:pt x="221" y="539"/>
                    </a:cubicBezTo>
                    <a:cubicBezTo>
                      <a:pt x="271" y="481"/>
                      <a:pt x="321" y="432"/>
                      <a:pt x="370" y="390"/>
                    </a:cubicBezTo>
                    <a:cubicBezTo>
                      <a:pt x="379" y="382"/>
                      <a:pt x="395" y="365"/>
                      <a:pt x="404" y="357"/>
                    </a:cubicBezTo>
                    <a:cubicBezTo>
                      <a:pt x="412" y="349"/>
                      <a:pt x="420" y="349"/>
                      <a:pt x="420" y="340"/>
                    </a:cubicBezTo>
                    <a:cubicBezTo>
                      <a:pt x="420" y="340"/>
                      <a:pt x="437" y="340"/>
                      <a:pt x="437" y="332"/>
                    </a:cubicBezTo>
                    <a:cubicBezTo>
                      <a:pt x="462" y="316"/>
                      <a:pt x="486" y="291"/>
                      <a:pt x="520" y="282"/>
                    </a:cubicBezTo>
                    <a:cubicBezTo>
                      <a:pt x="578" y="241"/>
                      <a:pt x="652" y="216"/>
                      <a:pt x="710" y="166"/>
                    </a:cubicBezTo>
                    <a:cubicBezTo>
                      <a:pt x="774" y="118"/>
                      <a:pt x="730" y="0"/>
                      <a:pt x="6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7" name="Google Shape;3917;p9"/>
              <p:cNvSpPr/>
              <p:nvPr/>
            </p:nvSpPr>
            <p:spPr>
              <a:xfrm>
                <a:off x="670000" y="2804750"/>
                <a:ext cx="6025" cy="4700"/>
              </a:xfrm>
              <a:custGeom>
                <a:rect b="b" l="l" r="r" t="t"/>
                <a:pathLst>
                  <a:path extrusionOk="0" h="188" w="241">
                    <a:moveTo>
                      <a:pt x="211" y="0"/>
                    </a:moveTo>
                    <a:cubicBezTo>
                      <a:pt x="205" y="0"/>
                      <a:pt x="198" y="2"/>
                      <a:pt x="191" y="5"/>
                    </a:cubicBezTo>
                    <a:cubicBezTo>
                      <a:pt x="174" y="14"/>
                      <a:pt x="166" y="22"/>
                      <a:pt x="149" y="30"/>
                    </a:cubicBezTo>
                    <a:cubicBezTo>
                      <a:pt x="133" y="39"/>
                      <a:pt x="125" y="47"/>
                      <a:pt x="108" y="55"/>
                    </a:cubicBezTo>
                    <a:lnTo>
                      <a:pt x="25" y="113"/>
                    </a:lnTo>
                    <a:cubicBezTo>
                      <a:pt x="9" y="121"/>
                      <a:pt x="0" y="146"/>
                      <a:pt x="9" y="163"/>
                    </a:cubicBezTo>
                    <a:cubicBezTo>
                      <a:pt x="20" y="175"/>
                      <a:pt x="36" y="186"/>
                      <a:pt x="50" y="186"/>
                    </a:cubicBezTo>
                    <a:cubicBezTo>
                      <a:pt x="56" y="186"/>
                      <a:pt x="62" y="184"/>
                      <a:pt x="67" y="179"/>
                    </a:cubicBezTo>
                    <a:lnTo>
                      <a:pt x="67" y="188"/>
                    </a:lnTo>
                    <a:cubicBezTo>
                      <a:pt x="91" y="163"/>
                      <a:pt x="125" y="146"/>
                      <a:pt x="149" y="121"/>
                    </a:cubicBezTo>
                    <a:cubicBezTo>
                      <a:pt x="166" y="113"/>
                      <a:pt x="174" y="105"/>
                      <a:pt x="191" y="97"/>
                    </a:cubicBezTo>
                    <a:cubicBezTo>
                      <a:pt x="199" y="88"/>
                      <a:pt x="207" y="80"/>
                      <a:pt x="216" y="72"/>
                    </a:cubicBezTo>
                    <a:cubicBezTo>
                      <a:pt x="224" y="63"/>
                      <a:pt x="224" y="63"/>
                      <a:pt x="232" y="55"/>
                    </a:cubicBezTo>
                    <a:cubicBezTo>
                      <a:pt x="241" y="47"/>
                      <a:pt x="241" y="22"/>
                      <a:pt x="232" y="14"/>
                    </a:cubicBezTo>
                    <a:cubicBezTo>
                      <a:pt x="227" y="4"/>
                      <a:pt x="220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8" name="Google Shape;3918;p9"/>
              <p:cNvSpPr/>
              <p:nvPr/>
            </p:nvSpPr>
            <p:spPr>
              <a:xfrm>
                <a:off x="677650" y="2815850"/>
                <a:ext cx="25300" cy="23275"/>
              </a:xfrm>
              <a:custGeom>
                <a:rect b="b" l="l" r="r" t="t"/>
                <a:pathLst>
                  <a:path extrusionOk="0" h="931" w="1012">
                    <a:moveTo>
                      <a:pt x="443" y="1"/>
                    </a:moveTo>
                    <a:cubicBezTo>
                      <a:pt x="379" y="1"/>
                      <a:pt x="314" y="14"/>
                      <a:pt x="258" y="42"/>
                    </a:cubicBezTo>
                    <a:cubicBezTo>
                      <a:pt x="167" y="92"/>
                      <a:pt x="109" y="183"/>
                      <a:pt x="75" y="274"/>
                    </a:cubicBezTo>
                    <a:cubicBezTo>
                      <a:pt x="1" y="456"/>
                      <a:pt x="9" y="688"/>
                      <a:pt x="167" y="813"/>
                    </a:cubicBezTo>
                    <a:cubicBezTo>
                      <a:pt x="216" y="862"/>
                      <a:pt x="283" y="895"/>
                      <a:pt x="349" y="912"/>
                    </a:cubicBezTo>
                    <a:cubicBezTo>
                      <a:pt x="386" y="924"/>
                      <a:pt x="426" y="930"/>
                      <a:pt x="466" y="930"/>
                    </a:cubicBezTo>
                    <a:cubicBezTo>
                      <a:pt x="562" y="930"/>
                      <a:pt x="663" y="898"/>
                      <a:pt x="738" y="846"/>
                    </a:cubicBezTo>
                    <a:cubicBezTo>
                      <a:pt x="896" y="738"/>
                      <a:pt x="1012" y="547"/>
                      <a:pt x="954" y="349"/>
                    </a:cubicBezTo>
                    <a:cubicBezTo>
                      <a:pt x="929" y="274"/>
                      <a:pt x="879" y="199"/>
                      <a:pt x="805" y="150"/>
                    </a:cubicBezTo>
                    <a:cubicBezTo>
                      <a:pt x="755" y="100"/>
                      <a:pt x="689" y="50"/>
                      <a:pt x="614" y="34"/>
                    </a:cubicBezTo>
                    <a:lnTo>
                      <a:pt x="606" y="25"/>
                    </a:lnTo>
                    <a:cubicBezTo>
                      <a:pt x="581" y="17"/>
                      <a:pt x="556" y="9"/>
                      <a:pt x="531" y="9"/>
                    </a:cubicBezTo>
                    <a:cubicBezTo>
                      <a:pt x="502" y="4"/>
                      <a:pt x="473" y="1"/>
                      <a:pt x="4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9" name="Google Shape;3919;p9"/>
              <p:cNvSpPr/>
              <p:nvPr/>
            </p:nvSpPr>
            <p:spPr>
              <a:xfrm>
                <a:off x="812350" y="2796775"/>
                <a:ext cx="19225" cy="17725"/>
              </a:xfrm>
              <a:custGeom>
                <a:rect b="b" l="l" r="r" t="t"/>
                <a:pathLst>
                  <a:path extrusionOk="0" h="709" w="769">
                    <a:moveTo>
                      <a:pt x="123" y="1"/>
                    </a:moveTo>
                    <a:cubicBezTo>
                      <a:pt x="45" y="1"/>
                      <a:pt x="1" y="119"/>
                      <a:pt x="65" y="167"/>
                    </a:cubicBezTo>
                    <a:cubicBezTo>
                      <a:pt x="123" y="217"/>
                      <a:pt x="197" y="242"/>
                      <a:pt x="255" y="283"/>
                    </a:cubicBezTo>
                    <a:cubicBezTo>
                      <a:pt x="288" y="300"/>
                      <a:pt x="313" y="316"/>
                      <a:pt x="338" y="341"/>
                    </a:cubicBezTo>
                    <a:cubicBezTo>
                      <a:pt x="338" y="341"/>
                      <a:pt x="346" y="349"/>
                      <a:pt x="346" y="349"/>
                    </a:cubicBezTo>
                    <a:cubicBezTo>
                      <a:pt x="355" y="349"/>
                      <a:pt x="363" y="358"/>
                      <a:pt x="363" y="358"/>
                    </a:cubicBezTo>
                    <a:cubicBezTo>
                      <a:pt x="380" y="374"/>
                      <a:pt x="396" y="382"/>
                      <a:pt x="404" y="391"/>
                    </a:cubicBezTo>
                    <a:cubicBezTo>
                      <a:pt x="454" y="440"/>
                      <a:pt x="504" y="490"/>
                      <a:pt x="545" y="540"/>
                    </a:cubicBezTo>
                    <a:cubicBezTo>
                      <a:pt x="570" y="565"/>
                      <a:pt x="578" y="590"/>
                      <a:pt x="612" y="623"/>
                    </a:cubicBezTo>
                    <a:cubicBezTo>
                      <a:pt x="636" y="639"/>
                      <a:pt x="653" y="672"/>
                      <a:pt x="678" y="697"/>
                    </a:cubicBezTo>
                    <a:cubicBezTo>
                      <a:pt x="688" y="705"/>
                      <a:pt x="701" y="709"/>
                      <a:pt x="713" y="709"/>
                    </a:cubicBezTo>
                    <a:cubicBezTo>
                      <a:pt x="741" y="709"/>
                      <a:pt x="769" y="690"/>
                      <a:pt x="769" y="656"/>
                    </a:cubicBezTo>
                    <a:cubicBezTo>
                      <a:pt x="769" y="581"/>
                      <a:pt x="728" y="507"/>
                      <a:pt x="686" y="440"/>
                    </a:cubicBezTo>
                    <a:cubicBezTo>
                      <a:pt x="645" y="374"/>
                      <a:pt x="595" y="308"/>
                      <a:pt x="545" y="258"/>
                    </a:cubicBezTo>
                    <a:cubicBezTo>
                      <a:pt x="487" y="200"/>
                      <a:pt x="421" y="150"/>
                      <a:pt x="355" y="109"/>
                    </a:cubicBezTo>
                    <a:cubicBezTo>
                      <a:pt x="288" y="59"/>
                      <a:pt x="214" y="18"/>
                      <a:pt x="131" y="1"/>
                    </a:cubicBezTo>
                    <a:cubicBezTo>
                      <a:pt x="128" y="1"/>
                      <a:pt x="126" y="1"/>
                      <a:pt x="1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0" name="Google Shape;3920;p9"/>
              <p:cNvSpPr/>
              <p:nvPr/>
            </p:nvSpPr>
            <p:spPr>
              <a:xfrm>
                <a:off x="797600" y="2807575"/>
                <a:ext cx="25275" cy="23300"/>
              </a:xfrm>
              <a:custGeom>
                <a:rect b="b" l="l" r="r" t="t"/>
                <a:pathLst>
                  <a:path extrusionOk="0" h="932" w="1011">
                    <a:moveTo>
                      <a:pt x="565" y="1"/>
                    </a:moveTo>
                    <a:cubicBezTo>
                      <a:pt x="537" y="1"/>
                      <a:pt x="508" y="3"/>
                      <a:pt x="481" y="8"/>
                    </a:cubicBezTo>
                    <a:cubicBezTo>
                      <a:pt x="456" y="17"/>
                      <a:pt x="431" y="25"/>
                      <a:pt x="406" y="33"/>
                    </a:cubicBezTo>
                    <a:lnTo>
                      <a:pt x="390" y="33"/>
                    </a:lnTo>
                    <a:cubicBezTo>
                      <a:pt x="323" y="58"/>
                      <a:pt x="257" y="100"/>
                      <a:pt x="207" y="158"/>
                    </a:cubicBezTo>
                    <a:cubicBezTo>
                      <a:pt x="133" y="199"/>
                      <a:pt x="83" y="274"/>
                      <a:pt x="58" y="356"/>
                    </a:cubicBezTo>
                    <a:cubicBezTo>
                      <a:pt x="0" y="547"/>
                      <a:pt x="116" y="738"/>
                      <a:pt x="274" y="845"/>
                    </a:cubicBezTo>
                    <a:cubicBezTo>
                      <a:pt x="347" y="902"/>
                      <a:pt x="443" y="931"/>
                      <a:pt x="537" y="931"/>
                    </a:cubicBezTo>
                    <a:cubicBezTo>
                      <a:pt x="580" y="931"/>
                      <a:pt x="623" y="925"/>
                      <a:pt x="663" y="912"/>
                    </a:cubicBezTo>
                    <a:cubicBezTo>
                      <a:pt x="729" y="895"/>
                      <a:pt x="796" y="862"/>
                      <a:pt x="845" y="820"/>
                    </a:cubicBezTo>
                    <a:cubicBezTo>
                      <a:pt x="1003" y="688"/>
                      <a:pt x="1011" y="456"/>
                      <a:pt x="936" y="282"/>
                    </a:cubicBezTo>
                    <a:cubicBezTo>
                      <a:pt x="903" y="182"/>
                      <a:pt x="845" y="100"/>
                      <a:pt x="754" y="50"/>
                    </a:cubicBezTo>
                    <a:cubicBezTo>
                      <a:pt x="696" y="15"/>
                      <a:pt x="630" y="1"/>
                      <a:pt x="5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1" name="Google Shape;3921;p9"/>
              <p:cNvSpPr/>
              <p:nvPr/>
            </p:nvSpPr>
            <p:spPr>
              <a:xfrm>
                <a:off x="844825" y="2807150"/>
                <a:ext cx="8500" cy="4800"/>
              </a:xfrm>
              <a:custGeom>
                <a:rect b="b" l="l" r="r" t="t"/>
                <a:pathLst>
                  <a:path extrusionOk="0" h="192" w="340">
                    <a:moveTo>
                      <a:pt x="274" y="1"/>
                    </a:moveTo>
                    <a:cubicBezTo>
                      <a:pt x="257" y="1"/>
                      <a:pt x="240" y="9"/>
                      <a:pt x="224" y="17"/>
                    </a:cubicBezTo>
                    <a:lnTo>
                      <a:pt x="224" y="25"/>
                    </a:lnTo>
                    <a:lnTo>
                      <a:pt x="216" y="25"/>
                    </a:lnTo>
                    <a:cubicBezTo>
                      <a:pt x="210" y="28"/>
                      <a:pt x="205" y="31"/>
                      <a:pt x="201" y="34"/>
                    </a:cubicBezTo>
                    <a:lnTo>
                      <a:pt x="201" y="34"/>
                    </a:lnTo>
                    <a:cubicBezTo>
                      <a:pt x="200" y="34"/>
                      <a:pt x="200" y="34"/>
                      <a:pt x="199" y="34"/>
                    </a:cubicBezTo>
                    <a:cubicBezTo>
                      <a:pt x="200" y="34"/>
                      <a:pt x="200" y="34"/>
                      <a:pt x="201" y="34"/>
                    </a:cubicBezTo>
                    <a:lnTo>
                      <a:pt x="201" y="34"/>
                    </a:lnTo>
                    <a:cubicBezTo>
                      <a:pt x="192" y="39"/>
                      <a:pt x="185" y="42"/>
                      <a:pt x="174" y="42"/>
                    </a:cubicBezTo>
                    <a:cubicBezTo>
                      <a:pt x="174" y="50"/>
                      <a:pt x="166" y="50"/>
                      <a:pt x="158" y="50"/>
                    </a:cubicBezTo>
                    <a:lnTo>
                      <a:pt x="174" y="50"/>
                    </a:lnTo>
                    <a:cubicBezTo>
                      <a:pt x="166" y="50"/>
                      <a:pt x="149" y="59"/>
                      <a:pt x="141" y="59"/>
                    </a:cubicBezTo>
                    <a:lnTo>
                      <a:pt x="66" y="59"/>
                    </a:lnTo>
                    <a:cubicBezTo>
                      <a:pt x="57" y="54"/>
                      <a:pt x="47" y="49"/>
                      <a:pt x="39" y="49"/>
                    </a:cubicBezTo>
                    <a:cubicBezTo>
                      <a:pt x="34" y="49"/>
                      <a:pt x="29" y="52"/>
                      <a:pt x="25" y="59"/>
                    </a:cubicBezTo>
                    <a:cubicBezTo>
                      <a:pt x="8" y="67"/>
                      <a:pt x="0" y="83"/>
                      <a:pt x="17" y="100"/>
                    </a:cubicBezTo>
                    <a:cubicBezTo>
                      <a:pt x="17" y="100"/>
                      <a:pt x="25" y="108"/>
                      <a:pt x="25" y="117"/>
                    </a:cubicBezTo>
                    <a:cubicBezTo>
                      <a:pt x="25" y="117"/>
                      <a:pt x="33" y="125"/>
                      <a:pt x="33" y="125"/>
                    </a:cubicBezTo>
                    <a:cubicBezTo>
                      <a:pt x="42" y="141"/>
                      <a:pt x="58" y="150"/>
                      <a:pt x="75" y="166"/>
                    </a:cubicBezTo>
                    <a:cubicBezTo>
                      <a:pt x="100" y="183"/>
                      <a:pt x="133" y="191"/>
                      <a:pt x="166" y="191"/>
                    </a:cubicBezTo>
                    <a:cubicBezTo>
                      <a:pt x="199" y="191"/>
                      <a:pt x="240" y="183"/>
                      <a:pt x="265" y="158"/>
                    </a:cubicBezTo>
                    <a:cubicBezTo>
                      <a:pt x="307" y="133"/>
                      <a:pt x="340" y="75"/>
                      <a:pt x="315" y="34"/>
                    </a:cubicBezTo>
                    <a:cubicBezTo>
                      <a:pt x="307" y="9"/>
                      <a:pt x="290" y="1"/>
                      <a:pt x="2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2" name="Google Shape;3922;p9"/>
              <p:cNvSpPr/>
              <p:nvPr/>
            </p:nvSpPr>
            <p:spPr>
              <a:xfrm>
                <a:off x="847925" y="2814200"/>
                <a:ext cx="5000" cy="3350"/>
              </a:xfrm>
              <a:custGeom>
                <a:rect b="b" l="l" r="r" t="t"/>
                <a:pathLst>
                  <a:path extrusionOk="0" h="134" w="200">
                    <a:moveTo>
                      <a:pt x="166" y="0"/>
                    </a:moveTo>
                    <a:cubicBezTo>
                      <a:pt x="125" y="25"/>
                      <a:pt x="75" y="42"/>
                      <a:pt x="25" y="58"/>
                    </a:cubicBezTo>
                    <a:cubicBezTo>
                      <a:pt x="17" y="67"/>
                      <a:pt x="9" y="67"/>
                      <a:pt x="0" y="75"/>
                    </a:cubicBezTo>
                    <a:cubicBezTo>
                      <a:pt x="0" y="91"/>
                      <a:pt x="0" y="100"/>
                      <a:pt x="0" y="108"/>
                    </a:cubicBezTo>
                    <a:cubicBezTo>
                      <a:pt x="6" y="124"/>
                      <a:pt x="18" y="133"/>
                      <a:pt x="31" y="133"/>
                    </a:cubicBezTo>
                    <a:cubicBezTo>
                      <a:pt x="37" y="133"/>
                      <a:pt x="44" y="130"/>
                      <a:pt x="50" y="125"/>
                    </a:cubicBezTo>
                    <a:cubicBezTo>
                      <a:pt x="100" y="100"/>
                      <a:pt x="141" y="75"/>
                      <a:pt x="183" y="50"/>
                    </a:cubicBezTo>
                    <a:cubicBezTo>
                      <a:pt x="199" y="42"/>
                      <a:pt x="199" y="25"/>
                      <a:pt x="199" y="17"/>
                    </a:cubicBezTo>
                    <a:cubicBezTo>
                      <a:pt x="191" y="9"/>
                      <a:pt x="183" y="0"/>
                      <a:pt x="1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3" name="Google Shape;3923;p9"/>
              <p:cNvSpPr/>
              <p:nvPr/>
            </p:nvSpPr>
            <p:spPr>
              <a:xfrm>
                <a:off x="645125" y="2825125"/>
                <a:ext cx="7075" cy="3600"/>
              </a:xfrm>
              <a:custGeom>
                <a:rect b="b" l="l" r="r" t="t"/>
                <a:pathLst>
                  <a:path extrusionOk="0" h="144" w="283">
                    <a:moveTo>
                      <a:pt x="230" y="0"/>
                    </a:moveTo>
                    <a:cubicBezTo>
                      <a:pt x="225" y="0"/>
                      <a:pt x="221" y="1"/>
                      <a:pt x="216" y="2"/>
                    </a:cubicBezTo>
                    <a:cubicBezTo>
                      <a:pt x="200" y="11"/>
                      <a:pt x="183" y="11"/>
                      <a:pt x="175" y="11"/>
                    </a:cubicBezTo>
                    <a:cubicBezTo>
                      <a:pt x="158" y="11"/>
                      <a:pt x="134" y="19"/>
                      <a:pt x="117" y="19"/>
                    </a:cubicBezTo>
                    <a:lnTo>
                      <a:pt x="76" y="19"/>
                    </a:lnTo>
                    <a:cubicBezTo>
                      <a:pt x="59" y="19"/>
                      <a:pt x="51" y="27"/>
                      <a:pt x="34" y="27"/>
                    </a:cubicBezTo>
                    <a:cubicBezTo>
                      <a:pt x="26" y="36"/>
                      <a:pt x="18" y="36"/>
                      <a:pt x="9" y="44"/>
                    </a:cubicBezTo>
                    <a:cubicBezTo>
                      <a:pt x="1" y="60"/>
                      <a:pt x="1" y="77"/>
                      <a:pt x="1" y="94"/>
                    </a:cubicBezTo>
                    <a:cubicBezTo>
                      <a:pt x="9" y="102"/>
                      <a:pt x="18" y="110"/>
                      <a:pt x="26" y="118"/>
                    </a:cubicBezTo>
                    <a:cubicBezTo>
                      <a:pt x="26" y="118"/>
                      <a:pt x="34" y="127"/>
                      <a:pt x="42" y="127"/>
                    </a:cubicBezTo>
                    <a:cubicBezTo>
                      <a:pt x="51" y="135"/>
                      <a:pt x="51" y="135"/>
                      <a:pt x="59" y="135"/>
                    </a:cubicBezTo>
                    <a:cubicBezTo>
                      <a:pt x="76" y="143"/>
                      <a:pt x="84" y="143"/>
                      <a:pt x="100" y="143"/>
                    </a:cubicBezTo>
                    <a:cubicBezTo>
                      <a:pt x="117" y="143"/>
                      <a:pt x="142" y="143"/>
                      <a:pt x="158" y="135"/>
                    </a:cubicBezTo>
                    <a:cubicBezTo>
                      <a:pt x="192" y="135"/>
                      <a:pt x="225" y="118"/>
                      <a:pt x="250" y="102"/>
                    </a:cubicBezTo>
                    <a:cubicBezTo>
                      <a:pt x="274" y="85"/>
                      <a:pt x="283" y="60"/>
                      <a:pt x="274" y="36"/>
                    </a:cubicBezTo>
                    <a:cubicBezTo>
                      <a:pt x="268" y="15"/>
                      <a:pt x="250" y="0"/>
                      <a:pt x="230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4" name="Google Shape;3924;p9"/>
              <p:cNvSpPr/>
              <p:nvPr/>
            </p:nvSpPr>
            <p:spPr>
              <a:xfrm>
                <a:off x="645125" y="2830150"/>
                <a:ext cx="4175" cy="3500"/>
              </a:xfrm>
              <a:custGeom>
                <a:rect b="b" l="l" r="r" t="t"/>
                <a:pathLst>
                  <a:path extrusionOk="0" h="140" w="167">
                    <a:moveTo>
                      <a:pt x="42" y="0"/>
                    </a:moveTo>
                    <a:cubicBezTo>
                      <a:pt x="26" y="0"/>
                      <a:pt x="18" y="9"/>
                      <a:pt x="9" y="25"/>
                    </a:cubicBezTo>
                    <a:cubicBezTo>
                      <a:pt x="1" y="25"/>
                      <a:pt x="1" y="33"/>
                      <a:pt x="1" y="42"/>
                    </a:cubicBezTo>
                    <a:cubicBezTo>
                      <a:pt x="1" y="50"/>
                      <a:pt x="1" y="58"/>
                      <a:pt x="9" y="58"/>
                    </a:cubicBezTo>
                    <a:lnTo>
                      <a:pt x="9" y="67"/>
                    </a:lnTo>
                    <a:cubicBezTo>
                      <a:pt x="18" y="83"/>
                      <a:pt x="26" y="83"/>
                      <a:pt x="34" y="91"/>
                    </a:cubicBezTo>
                    <a:cubicBezTo>
                      <a:pt x="42" y="100"/>
                      <a:pt x="42" y="100"/>
                      <a:pt x="51" y="108"/>
                    </a:cubicBezTo>
                    <a:cubicBezTo>
                      <a:pt x="59" y="116"/>
                      <a:pt x="76" y="125"/>
                      <a:pt x="84" y="133"/>
                    </a:cubicBezTo>
                    <a:lnTo>
                      <a:pt x="100" y="133"/>
                    </a:lnTo>
                    <a:cubicBezTo>
                      <a:pt x="105" y="137"/>
                      <a:pt x="109" y="139"/>
                      <a:pt x="113" y="139"/>
                    </a:cubicBezTo>
                    <a:cubicBezTo>
                      <a:pt x="117" y="139"/>
                      <a:pt x="121" y="137"/>
                      <a:pt x="125" y="133"/>
                    </a:cubicBezTo>
                    <a:cubicBezTo>
                      <a:pt x="134" y="133"/>
                      <a:pt x="150" y="125"/>
                      <a:pt x="150" y="116"/>
                    </a:cubicBezTo>
                    <a:cubicBezTo>
                      <a:pt x="158" y="100"/>
                      <a:pt x="167" y="91"/>
                      <a:pt x="158" y="75"/>
                    </a:cubicBezTo>
                    <a:cubicBezTo>
                      <a:pt x="158" y="67"/>
                      <a:pt x="150" y="50"/>
                      <a:pt x="134" y="42"/>
                    </a:cubicBezTo>
                    <a:cubicBezTo>
                      <a:pt x="125" y="42"/>
                      <a:pt x="109" y="33"/>
                      <a:pt x="100" y="25"/>
                    </a:cubicBezTo>
                    <a:cubicBezTo>
                      <a:pt x="92" y="17"/>
                      <a:pt x="92" y="17"/>
                      <a:pt x="84" y="9"/>
                    </a:cubicBezTo>
                    <a:cubicBezTo>
                      <a:pt x="76" y="9"/>
                      <a:pt x="67" y="0"/>
                      <a:pt x="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5" name="Google Shape;3925;p9"/>
              <p:cNvSpPr/>
              <p:nvPr/>
            </p:nvSpPr>
            <p:spPr>
              <a:xfrm>
                <a:off x="269600" y="2540800"/>
                <a:ext cx="645675" cy="779800"/>
              </a:xfrm>
              <a:custGeom>
                <a:rect b="b" l="l" r="r" t="t"/>
                <a:pathLst>
                  <a:path extrusionOk="0" h="31192" w="25827">
                    <a:moveTo>
                      <a:pt x="8750" y="24574"/>
                    </a:moveTo>
                    <a:lnTo>
                      <a:pt x="8750" y="24574"/>
                    </a:lnTo>
                    <a:cubicBezTo>
                      <a:pt x="8891" y="24591"/>
                      <a:pt x="9040" y="24616"/>
                      <a:pt x="9181" y="24632"/>
                    </a:cubicBezTo>
                    <a:cubicBezTo>
                      <a:pt x="9346" y="24649"/>
                      <a:pt x="9504" y="24657"/>
                      <a:pt x="9670" y="24665"/>
                    </a:cubicBezTo>
                    <a:cubicBezTo>
                      <a:pt x="9763" y="24665"/>
                      <a:pt x="9861" y="24673"/>
                      <a:pt x="9960" y="24673"/>
                    </a:cubicBezTo>
                    <a:cubicBezTo>
                      <a:pt x="10009" y="24673"/>
                      <a:pt x="10059" y="24671"/>
                      <a:pt x="10109" y="24665"/>
                    </a:cubicBezTo>
                    <a:cubicBezTo>
                      <a:pt x="10125" y="24765"/>
                      <a:pt x="10142" y="24864"/>
                      <a:pt x="10158" y="24964"/>
                    </a:cubicBezTo>
                    <a:cubicBezTo>
                      <a:pt x="10216" y="25212"/>
                      <a:pt x="10291" y="25452"/>
                      <a:pt x="10374" y="25684"/>
                    </a:cubicBezTo>
                    <a:cubicBezTo>
                      <a:pt x="10415" y="25800"/>
                      <a:pt x="10465" y="25908"/>
                      <a:pt x="10515" y="26016"/>
                    </a:cubicBezTo>
                    <a:cubicBezTo>
                      <a:pt x="10515" y="26016"/>
                      <a:pt x="10515" y="26024"/>
                      <a:pt x="10515" y="26024"/>
                    </a:cubicBezTo>
                    <a:cubicBezTo>
                      <a:pt x="10515" y="26049"/>
                      <a:pt x="10515" y="26082"/>
                      <a:pt x="10515" y="26115"/>
                    </a:cubicBezTo>
                    <a:cubicBezTo>
                      <a:pt x="10506" y="26248"/>
                      <a:pt x="10498" y="26389"/>
                      <a:pt x="10498" y="26521"/>
                    </a:cubicBezTo>
                    <a:cubicBezTo>
                      <a:pt x="10407" y="26530"/>
                      <a:pt x="10324" y="26530"/>
                      <a:pt x="10241" y="26530"/>
                    </a:cubicBezTo>
                    <a:cubicBezTo>
                      <a:pt x="10076" y="26530"/>
                      <a:pt x="9918" y="26521"/>
                      <a:pt x="9752" y="26505"/>
                    </a:cubicBezTo>
                    <a:cubicBezTo>
                      <a:pt x="9595" y="26488"/>
                      <a:pt x="9438" y="26463"/>
                      <a:pt x="9280" y="26430"/>
                    </a:cubicBezTo>
                    <a:cubicBezTo>
                      <a:pt x="9156" y="26397"/>
                      <a:pt x="9015" y="26372"/>
                      <a:pt x="8916" y="26298"/>
                    </a:cubicBezTo>
                    <a:cubicBezTo>
                      <a:pt x="8800" y="26206"/>
                      <a:pt x="8791" y="26066"/>
                      <a:pt x="8791" y="25933"/>
                    </a:cubicBezTo>
                    <a:cubicBezTo>
                      <a:pt x="8783" y="25776"/>
                      <a:pt x="8791" y="25618"/>
                      <a:pt x="8791" y="25452"/>
                    </a:cubicBezTo>
                    <a:cubicBezTo>
                      <a:pt x="8791" y="25163"/>
                      <a:pt x="8791" y="24864"/>
                      <a:pt x="8750" y="24574"/>
                    </a:cubicBezTo>
                    <a:close/>
                    <a:moveTo>
                      <a:pt x="22678" y="23953"/>
                    </a:moveTo>
                    <a:lnTo>
                      <a:pt x="22678" y="23953"/>
                    </a:lnTo>
                    <a:cubicBezTo>
                      <a:pt x="22661" y="24011"/>
                      <a:pt x="22653" y="24069"/>
                      <a:pt x="22645" y="24135"/>
                    </a:cubicBezTo>
                    <a:cubicBezTo>
                      <a:pt x="22636" y="24143"/>
                      <a:pt x="22636" y="24143"/>
                      <a:pt x="22636" y="24152"/>
                    </a:cubicBezTo>
                    <a:cubicBezTo>
                      <a:pt x="22595" y="24342"/>
                      <a:pt x="22570" y="24533"/>
                      <a:pt x="22545" y="24732"/>
                    </a:cubicBezTo>
                    <a:cubicBezTo>
                      <a:pt x="22529" y="24881"/>
                      <a:pt x="22512" y="25030"/>
                      <a:pt x="22504" y="25187"/>
                    </a:cubicBezTo>
                    <a:cubicBezTo>
                      <a:pt x="22504" y="25179"/>
                      <a:pt x="22504" y="25179"/>
                      <a:pt x="22504" y="25179"/>
                    </a:cubicBezTo>
                    <a:cubicBezTo>
                      <a:pt x="22480" y="25162"/>
                      <a:pt x="22459" y="25155"/>
                      <a:pt x="22440" y="25155"/>
                    </a:cubicBezTo>
                    <a:cubicBezTo>
                      <a:pt x="22367" y="25155"/>
                      <a:pt x="22331" y="25262"/>
                      <a:pt x="22338" y="25328"/>
                    </a:cubicBezTo>
                    <a:cubicBezTo>
                      <a:pt x="22338" y="25469"/>
                      <a:pt x="22355" y="25602"/>
                      <a:pt x="22355" y="25734"/>
                    </a:cubicBezTo>
                    <a:cubicBezTo>
                      <a:pt x="22355" y="25759"/>
                      <a:pt x="22355" y="25784"/>
                      <a:pt x="22355" y="25809"/>
                    </a:cubicBezTo>
                    <a:cubicBezTo>
                      <a:pt x="22346" y="25825"/>
                      <a:pt x="22346" y="25834"/>
                      <a:pt x="22346" y="25842"/>
                    </a:cubicBezTo>
                    <a:cubicBezTo>
                      <a:pt x="22330" y="25925"/>
                      <a:pt x="22322" y="26008"/>
                      <a:pt x="22305" y="26090"/>
                    </a:cubicBezTo>
                    <a:cubicBezTo>
                      <a:pt x="22288" y="26173"/>
                      <a:pt x="22255" y="26256"/>
                      <a:pt x="22272" y="26339"/>
                    </a:cubicBezTo>
                    <a:cubicBezTo>
                      <a:pt x="22272" y="26356"/>
                      <a:pt x="22288" y="26372"/>
                      <a:pt x="22305" y="26380"/>
                    </a:cubicBezTo>
                    <a:cubicBezTo>
                      <a:pt x="22272" y="26604"/>
                      <a:pt x="22222" y="26828"/>
                      <a:pt x="22148" y="27035"/>
                    </a:cubicBezTo>
                    <a:cubicBezTo>
                      <a:pt x="22139" y="27076"/>
                      <a:pt x="22164" y="27101"/>
                      <a:pt x="22197" y="27118"/>
                    </a:cubicBezTo>
                    <a:cubicBezTo>
                      <a:pt x="22181" y="27184"/>
                      <a:pt x="22181" y="27250"/>
                      <a:pt x="22172" y="27325"/>
                    </a:cubicBezTo>
                    <a:cubicBezTo>
                      <a:pt x="22156" y="27325"/>
                      <a:pt x="22139" y="27342"/>
                      <a:pt x="22131" y="27366"/>
                    </a:cubicBezTo>
                    <a:cubicBezTo>
                      <a:pt x="22114" y="27474"/>
                      <a:pt x="22123" y="27582"/>
                      <a:pt x="22148" y="27681"/>
                    </a:cubicBezTo>
                    <a:lnTo>
                      <a:pt x="22148" y="27690"/>
                    </a:lnTo>
                    <a:cubicBezTo>
                      <a:pt x="22148" y="27748"/>
                      <a:pt x="22148" y="27814"/>
                      <a:pt x="22164" y="27872"/>
                    </a:cubicBezTo>
                    <a:cubicBezTo>
                      <a:pt x="22181" y="27922"/>
                      <a:pt x="22189" y="27988"/>
                      <a:pt x="22239" y="28013"/>
                    </a:cubicBezTo>
                    <a:cubicBezTo>
                      <a:pt x="22247" y="28017"/>
                      <a:pt x="22257" y="28019"/>
                      <a:pt x="22268" y="28019"/>
                    </a:cubicBezTo>
                    <a:cubicBezTo>
                      <a:pt x="22278" y="28019"/>
                      <a:pt x="22288" y="28017"/>
                      <a:pt x="22297" y="28013"/>
                    </a:cubicBezTo>
                    <a:cubicBezTo>
                      <a:pt x="22313" y="28004"/>
                      <a:pt x="22322" y="27996"/>
                      <a:pt x="22330" y="27988"/>
                    </a:cubicBezTo>
                    <a:cubicBezTo>
                      <a:pt x="22413" y="28087"/>
                      <a:pt x="22512" y="28187"/>
                      <a:pt x="22603" y="28278"/>
                    </a:cubicBezTo>
                    <a:cubicBezTo>
                      <a:pt x="22661" y="28344"/>
                      <a:pt x="22736" y="28410"/>
                      <a:pt x="22794" y="28485"/>
                    </a:cubicBezTo>
                    <a:cubicBezTo>
                      <a:pt x="22843" y="28560"/>
                      <a:pt x="22835" y="28651"/>
                      <a:pt x="22827" y="28734"/>
                    </a:cubicBezTo>
                    <a:cubicBezTo>
                      <a:pt x="22810" y="28833"/>
                      <a:pt x="22794" y="28932"/>
                      <a:pt x="22769" y="29024"/>
                    </a:cubicBezTo>
                    <a:cubicBezTo>
                      <a:pt x="22744" y="29115"/>
                      <a:pt x="22703" y="29206"/>
                      <a:pt x="22686" y="29305"/>
                    </a:cubicBezTo>
                    <a:cubicBezTo>
                      <a:pt x="22678" y="29314"/>
                      <a:pt x="22678" y="29322"/>
                      <a:pt x="22678" y="29330"/>
                    </a:cubicBezTo>
                    <a:cubicBezTo>
                      <a:pt x="22645" y="29380"/>
                      <a:pt x="22603" y="29421"/>
                      <a:pt x="22554" y="29471"/>
                    </a:cubicBezTo>
                    <a:cubicBezTo>
                      <a:pt x="22537" y="29479"/>
                      <a:pt x="22529" y="29488"/>
                      <a:pt x="22512" y="29504"/>
                    </a:cubicBezTo>
                    <a:cubicBezTo>
                      <a:pt x="22512" y="29504"/>
                      <a:pt x="22504" y="29512"/>
                      <a:pt x="22496" y="29512"/>
                    </a:cubicBezTo>
                    <a:cubicBezTo>
                      <a:pt x="22496" y="29512"/>
                      <a:pt x="22487" y="29521"/>
                      <a:pt x="22487" y="29521"/>
                    </a:cubicBezTo>
                    <a:cubicBezTo>
                      <a:pt x="22471" y="29537"/>
                      <a:pt x="22454" y="29546"/>
                      <a:pt x="22438" y="29554"/>
                    </a:cubicBezTo>
                    <a:cubicBezTo>
                      <a:pt x="22520" y="29380"/>
                      <a:pt x="22537" y="29189"/>
                      <a:pt x="22429" y="29007"/>
                    </a:cubicBezTo>
                    <a:cubicBezTo>
                      <a:pt x="22330" y="28833"/>
                      <a:pt x="22148" y="28717"/>
                      <a:pt x="22040" y="28551"/>
                    </a:cubicBezTo>
                    <a:cubicBezTo>
                      <a:pt x="22025" y="28522"/>
                      <a:pt x="21998" y="28509"/>
                      <a:pt x="21970" y="28509"/>
                    </a:cubicBezTo>
                    <a:cubicBezTo>
                      <a:pt x="21920" y="28509"/>
                      <a:pt x="21869" y="28551"/>
                      <a:pt x="21891" y="28609"/>
                    </a:cubicBezTo>
                    <a:cubicBezTo>
                      <a:pt x="21957" y="28808"/>
                      <a:pt x="22114" y="28941"/>
                      <a:pt x="22206" y="29115"/>
                    </a:cubicBezTo>
                    <a:cubicBezTo>
                      <a:pt x="22313" y="29305"/>
                      <a:pt x="22189" y="29504"/>
                      <a:pt x="22048" y="29645"/>
                    </a:cubicBezTo>
                    <a:cubicBezTo>
                      <a:pt x="21907" y="29786"/>
                      <a:pt x="21733" y="29877"/>
                      <a:pt x="21543" y="29927"/>
                    </a:cubicBezTo>
                    <a:cubicBezTo>
                      <a:pt x="21468" y="29945"/>
                      <a:pt x="21394" y="29955"/>
                      <a:pt x="21319" y="29955"/>
                    </a:cubicBezTo>
                    <a:cubicBezTo>
                      <a:pt x="21294" y="29955"/>
                      <a:pt x="21269" y="29954"/>
                      <a:pt x="21244" y="29952"/>
                    </a:cubicBezTo>
                    <a:lnTo>
                      <a:pt x="21236" y="29952"/>
                    </a:lnTo>
                    <a:cubicBezTo>
                      <a:pt x="21253" y="29860"/>
                      <a:pt x="21244" y="29761"/>
                      <a:pt x="21244" y="29670"/>
                    </a:cubicBezTo>
                    <a:cubicBezTo>
                      <a:pt x="21244" y="29554"/>
                      <a:pt x="21253" y="29405"/>
                      <a:pt x="21195" y="29305"/>
                    </a:cubicBezTo>
                    <a:cubicBezTo>
                      <a:pt x="21182" y="29285"/>
                      <a:pt x="21162" y="29274"/>
                      <a:pt x="21141" y="29274"/>
                    </a:cubicBezTo>
                    <a:cubicBezTo>
                      <a:pt x="21120" y="29274"/>
                      <a:pt x="21099" y="29285"/>
                      <a:pt x="21087" y="29305"/>
                    </a:cubicBezTo>
                    <a:cubicBezTo>
                      <a:pt x="21037" y="29388"/>
                      <a:pt x="21037" y="29496"/>
                      <a:pt x="21029" y="29587"/>
                    </a:cubicBezTo>
                    <a:cubicBezTo>
                      <a:pt x="21021" y="29686"/>
                      <a:pt x="21021" y="29786"/>
                      <a:pt x="21012" y="29877"/>
                    </a:cubicBezTo>
                    <a:cubicBezTo>
                      <a:pt x="21012" y="29902"/>
                      <a:pt x="21004" y="29918"/>
                      <a:pt x="20996" y="29927"/>
                    </a:cubicBezTo>
                    <a:cubicBezTo>
                      <a:pt x="20971" y="29935"/>
                      <a:pt x="20938" y="29943"/>
                      <a:pt x="20913" y="29968"/>
                    </a:cubicBezTo>
                    <a:cubicBezTo>
                      <a:pt x="20905" y="29985"/>
                      <a:pt x="20896" y="30001"/>
                      <a:pt x="20888" y="30018"/>
                    </a:cubicBezTo>
                    <a:cubicBezTo>
                      <a:pt x="20868" y="30022"/>
                      <a:pt x="20847" y="30023"/>
                      <a:pt x="20826" y="30023"/>
                    </a:cubicBezTo>
                    <a:cubicBezTo>
                      <a:pt x="20759" y="30023"/>
                      <a:pt x="20688" y="30008"/>
                      <a:pt x="20631" y="30001"/>
                    </a:cubicBezTo>
                    <a:cubicBezTo>
                      <a:pt x="20424" y="29976"/>
                      <a:pt x="20217" y="29943"/>
                      <a:pt x="20018" y="29910"/>
                    </a:cubicBezTo>
                    <a:cubicBezTo>
                      <a:pt x="19910" y="29885"/>
                      <a:pt x="19811" y="29860"/>
                      <a:pt x="19712" y="29844"/>
                    </a:cubicBezTo>
                    <a:cubicBezTo>
                      <a:pt x="19687" y="29836"/>
                      <a:pt x="19654" y="29827"/>
                      <a:pt x="19612" y="29819"/>
                    </a:cubicBezTo>
                    <a:cubicBezTo>
                      <a:pt x="19455" y="29744"/>
                      <a:pt x="19281" y="29678"/>
                      <a:pt x="19123" y="29587"/>
                    </a:cubicBezTo>
                    <a:cubicBezTo>
                      <a:pt x="18982" y="29504"/>
                      <a:pt x="18833" y="29413"/>
                      <a:pt x="18750" y="29264"/>
                    </a:cubicBezTo>
                    <a:cubicBezTo>
                      <a:pt x="18701" y="29181"/>
                      <a:pt x="18701" y="29098"/>
                      <a:pt x="18709" y="29007"/>
                    </a:cubicBezTo>
                    <a:cubicBezTo>
                      <a:pt x="18726" y="28891"/>
                      <a:pt x="18734" y="28783"/>
                      <a:pt x="18742" y="28667"/>
                    </a:cubicBezTo>
                    <a:cubicBezTo>
                      <a:pt x="18742" y="28642"/>
                      <a:pt x="18742" y="28618"/>
                      <a:pt x="18742" y="28584"/>
                    </a:cubicBezTo>
                    <a:cubicBezTo>
                      <a:pt x="18858" y="28518"/>
                      <a:pt x="18759" y="28029"/>
                      <a:pt x="18750" y="27946"/>
                    </a:cubicBezTo>
                    <a:cubicBezTo>
                      <a:pt x="18734" y="27839"/>
                      <a:pt x="18709" y="27723"/>
                      <a:pt x="18709" y="27607"/>
                    </a:cubicBezTo>
                    <a:cubicBezTo>
                      <a:pt x="18701" y="27491"/>
                      <a:pt x="18709" y="27366"/>
                      <a:pt x="18726" y="27250"/>
                    </a:cubicBezTo>
                    <a:cubicBezTo>
                      <a:pt x="18731" y="27196"/>
                      <a:pt x="18697" y="27160"/>
                      <a:pt x="18659" y="27160"/>
                    </a:cubicBezTo>
                    <a:cubicBezTo>
                      <a:pt x="18639" y="27160"/>
                      <a:pt x="18618" y="27170"/>
                      <a:pt x="18601" y="27192"/>
                    </a:cubicBezTo>
                    <a:cubicBezTo>
                      <a:pt x="18593" y="27217"/>
                      <a:pt x="18576" y="27234"/>
                      <a:pt x="18568" y="27250"/>
                    </a:cubicBezTo>
                    <a:cubicBezTo>
                      <a:pt x="18543" y="27168"/>
                      <a:pt x="18527" y="27085"/>
                      <a:pt x="18510" y="26994"/>
                    </a:cubicBezTo>
                    <a:cubicBezTo>
                      <a:pt x="18485" y="26886"/>
                      <a:pt x="18477" y="26778"/>
                      <a:pt x="18460" y="26670"/>
                    </a:cubicBezTo>
                    <a:cubicBezTo>
                      <a:pt x="18452" y="26588"/>
                      <a:pt x="18452" y="26496"/>
                      <a:pt x="18427" y="26422"/>
                    </a:cubicBezTo>
                    <a:cubicBezTo>
                      <a:pt x="18477" y="26405"/>
                      <a:pt x="18527" y="26389"/>
                      <a:pt x="18568" y="26372"/>
                    </a:cubicBezTo>
                    <a:cubicBezTo>
                      <a:pt x="18643" y="26347"/>
                      <a:pt x="18717" y="26314"/>
                      <a:pt x="18784" y="26289"/>
                    </a:cubicBezTo>
                    <a:cubicBezTo>
                      <a:pt x="19123" y="26190"/>
                      <a:pt x="19455" y="26066"/>
                      <a:pt x="19753" y="25875"/>
                    </a:cubicBezTo>
                    <a:cubicBezTo>
                      <a:pt x="19753" y="25908"/>
                      <a:pt x="19774" y="25941"/>
                      <a:pt x="19807" y="25941"/>
                    </a:cubicBezTo>
                    <a:cubicBezTo>
                      <a:pt x="19816" y="25941"/>
                      <a:pt x="19825" y="25938"/>
                      <a:pt x="19836" y="25933"/>
                    </a:cubicBezTo>
                    <a:cubicBezTo>
                      <a:pt x="20714" y="25560"/>
                      <a:pt x="21485" y="24989"/>
                      <a:pt x="22131" y="24284"/>
                    </a:cubicBezTo>
                    <a:cubicBezTo>
                      <a:pt x="22206" y="24210"/>
                      <a:pt x="22280" y="24127"/>
                      <a:pt x="22346" y="24044"/>
                    </a:cubicBezTo>
                    <a:lnTo>
                      <a:pt x="22346" y="24044"/>
                    </a:lnTo>
                    <a:cubicBezTo>
                      <a:pt x="22338" y="24061"/>
                      <a:pt x="22330" y="24077"/>
                      <a:pt x="22322" y="24102"/>
                    </a:cubicBezTo>
                    <a:cubicBezTo>
                      <a:pt x="22314" y="24138"/>
                      <a:pt x="22352" y="24188"/>
                      <a:pt x="22389" y="24188"/>
                    </a:cubicBezTo>
                    <a:cubicBezTo>
                      <a:pt x="22394" y="24188"/>
                      <a:pt x="22399" y="24187"/>
                      <a:pt x="22404" y="24185"/>
                    </a:cubicBezTo>
                    <a:cubicBezTo>
                      <a:pt x="22512" y="24143"/>
                      <a:pt x="22595" y="24044"/>
                      <a:pt x="22669" y="23961"/>
                    </a:cubicBezTo>
                    <a:cubicBezTo>
                      <a:pt x="22669" y="23961"/>
                      <a:pt x="22678" y="23953"/>
                      <a:pt x="22678" y="23953"/>
                    </a:cubicBezTo>
                    <a:close/>
                    <a:moveTo>
                      <a:pt x="24864" y="197"/>
                    </a:moveTo>
                    <a:cubicBezTo>
                      <a:pt x="24951" y="197"/>
                      <a:pt x="25036" y="217"/>
                      <a:pt x="25114" y="273"/>
                    </a:cubicBezTo>
                    <a:cubicBezTo>
                      <a:pt x="25246" y="372"/>
                      <a:pt x="25337" y="546"/>
                      <a:pt x="25387" y="704"/>
                    </a:cubicBezTo>
                    <a:cubicBezTo>
                      <a:pt x="25462" y="911"/>
                      <a:pt x="25503" y="1143"/>
                      <a:pt x="25528" y="1367"/>
                    </a:cubicBezTo>
                    <a:cubicBezTo>
                      <a:pt x="25644" y="2336"/>
                      <a:pt x="25470" y="3322"/>
                      <a:pt x="25395" y="4291"/>
                    </a:cubicBezTo>
                    <a:cubicBezTo>
                      <a:pt x="25354" y="4847"/>
                      <a:pt x="25346" y="5402"/>
                      <a:pt x="25337" y="5965"/>
                    </a:cubicBezTo>
                    <a:cubicBezTo>
                      <a:pt x="25329" y="6222"/>
                      <a:pt x="25296" y="6479"/>
                      <a:pt x="25221" y="6727"/>
                    </a:cubicBezTo>
                    <a:cubicBezTo>
                      <a:pt x="25155" y="6968"/>
                      <a:pt x="25039" y="7191"/>
                      <a:pt x="24940" y="7423"/>
                    </a:cubicBezTo>
                    <a:cubicBezTo>
                      <a:pt x="24916" y="7483"/>
                      <a:pt x="24973" y="7530"/>
                      <a:pt x="25026" y="7530"/>
                    </a:cubicBezTo>
                    <a:cubicBezTo>
                      <a:pt x="25047" y="7530"/>
                      <a:pt x="25067" y="7522"/>
                      <a:pt x="25081" y="7506"/>
                    </a:cubicBezTo>
                    <a:cubicBezTo>
                      <a:pt x="25230" y="7349"/>
                      <a:pt x="25337" y="7158"/>
                      <a:pt x="25412" y="6951"/>
                    </a:cubicBezTo>
                    <a:cubicBezTo>
                      <a:pt x="25429" y="7075"/>
                      <a:pt x="25445" y="7200"/>
                      <a:pt x="25462" y="7316"/>
                    </a:cubicBezTo>
                    <a:cubicBezTo>
                      <a:pt x="25495" y="7564"/>
                      <a:pt x="25561" y="7821"/>
                      <a:pt x="25545" y="8078"/>
                    </a:cubicBezTo>
                    <a:lnTo>
                      <a:pt x="25545" y="8070"/>
                    </a:lnTo>
                    <a:cubicBezTo>
                      <a:pt x="25528" y="8285"/>
                      <a:pt x="25437" y="8500"/>
                      <a:pt x="25329" y="8683"/>
                    </a:cubicBezTo>
                    <a:cubicBezTo>
                      <a:pt x="25221" y="8882"/>
                      <a:pt x="25064" y="9072"/>
                      <a:pt x="25014" y="9288"/>
                    </a:cubicBezTo>
                    <a:cubicBezTo>
                      <a:pt x="25001" y="9334"/>
                      <a:pt x="25035" y="9369"/>
                      <a:pt x="25075" y="9369"/>
                    </a:cubicBezTo>
                    <a:cubicBezTo>
                      <a:pt x="25085" y="9369"/>
                      <a:pt x="25095" y="9367"/>
                      <a:pt x="25105" y="9362"/>
                    </a:cubicBezTo>
                    <a:cubicBezTo>
                      <a:pt x="25139" y="9337"/>
                      <a:pt x="25180" y="9312"/>
                      <a:pt x="25213" y="9279"/>
                    </a:cubicBezTo>
                    <a:lnTo>
                      <a:pt x="25213" y="9279"/>
                    </a:lnTo>
                    <a:cubicBezTo>
                      <a:pt x="25205" y="9329"/>
                      <a:pt x="25197" y="9387"/>
                      <a:pt x="25180" y="9437"/>
                    </a:cubicBezTo>
                    <a:cubicBezTo>
                      <a:pt x="25130" y="9644"/>
                      <a:pt x="25064" y="9851"/>
                      <a:pt x="24989" y="10050"/>
                    </a:cubicBezTo>
                    <a:cubicBezTo>
                      <a:pt x="24882" y="10340"/>
                      <a:pt x="24766" y="10621"/>
                      <a:pt x="24658" y="10903"/>
                    </a:cubicBezTo>
                    <a:cubicBezTo>
                      <a:pt x="24654" y="10895"/>
                      <a:pt x="24641" y="10889"/>
                      <a:pt x="24630" y="10889"/>
                    </a:cubicBezTo>
                    <a:cubicBezTo>
                      <a:pt x="24619" y="10889"/>
                      <a:pt x="24608" y="10895"/>
                      <a:pt x="24608" y="10911"/>
                    </a:cubicBezTo>
                    <a:cubicBezTo>
                      <a:pt x="24600" y="10936"/>
                      <a:pt x="24600" y="10969"/>
                      <a:pt x="24592" y="10994"/>
                    </a:cubicBezTo>
                    <a:cubicBezTo>
                      <a:pt x="24583" y="10936"/>
                      <a:pt x="24575" y="10878"/>
                      <a:pt x="24542" y="10829"/>
                    </a:cubicBezTo>
                    <a:cubicBezTo>
                      <a:pt x="24534" y="10817"/>
                      <a:pt x="24521" y="10811"/>
                      <a:pt x="24509" y="10811"/>
                    </a:cubicBezTo>
                    <a:cubicBezTo>
                      <a:pt x="24494" y="10811"/>
                      <a:pt x="24480" y="10819"/>
                      <a:pt x="24476" y="10837"/>
                    </a:cubicBezTo>
                    <a:cubicBezTo>
                      <a:pt x="24459" y="10895"/>
                      <a:pt x="24476" y="10961"/>
                      <a:pt x="24476" y="11019"/>
                    </a:cubicBezTo>
                    <a:cubicBezTo>
                      <a:pt x="24484" y="11085"/>
                      <a:pt x="24501" y="11152"/>
                      <a:pt x="24509" y="11218"/>
                    </a:cubicBezTo>
                    <a:cubicBezTo>
                      <a:pt x="24509" y="11226"/>
                      <a:pt x="24501" y="11226"/>
                      <a:pt x="24501" y="11226"/>
                    </a:cubicBezTo>
                    <a:cubicBezTo>
                      <a:pt x="24484" y="11276"/>
                      <a:pt x="24484" y="11342"/>
                      <a:pt x="24492" y="11400"/>
                    </a:cubicBezTo>
                    <a:cubicBezTo>
                      <a:pt x="24492" y="11458"/>
                      <a:pt x="24492" y="11525"/>
                      <a:pt x="24501" y="11591"/>
                    </a:cubicBezTo>
                    <a:cubicBezTo>
                      <a:pt x="24501" y="11649"/>
                      <a:pt x="24501" y="11707"/>
                      <a:pt x="24501" y="11773"/>
                    </a:cubicBezTo>
                    <a:cubicBezTo>
                      <a:pt x="24501" y="11798"/>
                      <a:pt x="24492" y="11823"/>
                      <a:pt x="24492" y="11856"/>
                    </a:cubicBezTo>
                    <a:cubicBezTo>
                      <a:pt x="24492" y="11873"/>
                      <a:pt x="24492" y="11889"/>
                      <a:pt x="24492" y="11906"/>
                    </a:cubicBezTo>
                    <a:lnTo>
                      <a:pt x="24492" y="11914"/>
                    </a:lnTo>
                    <a:cubicBezTo>
                      <a:pt x="24489" y="11913"/>
                      <a:pt x="24485" y="11913"/>
                      <a:pt x="24481" y="11913"/>
                    </a:cubicBezTo>
                    <a:cubicBezTo>
                      <a:pt x="24436" y="11913"/>
                      <a:pt x="24394" y="11959"/>
                      <a:pt x="24409" y="12005"/>
                    </a:cubicBezTo>
                    <a:cubicBezTo>
                      <a:pt x="24426" y="12071"/>
                      <a:pt x="24467" y="12254"/>
                      <a:pt x="24376" y="12287"/>
                    </a:cubicBezTo>
                    <a:cubicBezTo>
                      <a:pt x="24376" y="12229"/>
                      <a:pt x="24376" y="12171"/>
                      <a:pt x="24351" y="12121"/>
                    </a:cubicBezTo>
                    <a:cubicBezTo>
                      <a:pt x="24334" y="12095"/>
                      <a:pt x="24304" y="12081"/>
                      <a:pt x="24274" y="12081"/>
                    </a:cubicBezTo>
                    <a:cubicBezTo>
                      <a:pt x="24246" y="12081"/>
                      <a:pt x="24218" y="12093"/>
                      <a:pt x="24202" y="12121"/>
                    </a:cubicBezTo>
                    <a:cubicBezTo>
                      <a:pt x="24169" y="12212"/>
                      <a:pt x="24202" y="12312"/>
                      <a:pt x="24202" y="12403"/>
                    </a:cubicBezTo>
                    <a:cubicBezTo>
                      <a:pt x="24211" y="12502"/>
                      <a:pt x="24211" y="12602"/>
                      <a:pt x="24202" y="12693"/>
                    </a:cubicBezTo>
                    <a:cubicBezTo>
                      <a:pt x="24194" y="12892"/>
                      <a:pt x="24177" y="13082"/>
                      <a:pt x="24144" y="13273"/>
                    </a:cubicBezTo>
                    <a:cubicBezTo>
                      <a:pt x="24139" y="13304"/>
                      <a:pt x="24166" y="13325"/>
                      <a:pt x="24191" y="13325"/>
                    </a:cubicBezTo>
                    <a:cubicBezTo>
                      <a:pt x="24206" y="13325"/>
                      <a:pt x="24221" y="13317"/>
                      <a:pt x="24227" y="13298"/>
                    </a:cubicBezTo>
                    <a:cubicBezTo>
                      <a:pt x="24244" y="13256"/>
                      <a:pt x="24252" y="13215"/>
                      <a:pt x="24260" y="13173"/>
                    </a:cubicBezTo>
                    <a:cubicBezTo>
                      <a:pt x="24269" y="13215"/>
                      <a:pt x="24277" y="13256"/>
                      <a:pt x="24285" y="13289"/>
                    </a:cubicBezTo>
                    <a:cubicBezTo>
                      <a:pt x="24310" y="13372"/>
                      <a:pt x="24335" y="13447"/>
                      <a:pt x="24368" y="13521"/>
                    </a:cubicBezTo>
                    <a:cubicBezTo>
                      <a:pt x="24343" y="13530"/>
                      <a:pt x="24327" y="13555"/>
                      <a:pt x="24335" y="13588"/>
                    </a:cubicBezTo>
                    <a:cubicBezTo>
                      <a:pt x="24409" y="13720"/>
                      <a:pt x="24476" y="13861"/>
                      <a:pt x="24525" y="14010"/>
                    </a:cubicBezTo>
                    <a:cubicBezTo>
                      <a:pt x="24525" y="14027"/>
                      <a:pt x="24534" y="14035"/>
                      <a:pt x="24534" y="14052"/>
                    </a:cubicBezTo>
                    <a:cubicBezTo>
                      <a:pt x="24534" y="14060"/>
                      <a:pt x="24534" y="14068"/>
                      <a:pt x="24534" y="14077"/>
                    </a:cubicBezTo>
                    <a:cubicBezTo>
                      <a:pt x="24542" y="14184"/>
                      <a:pt x="24550" y="14300"/>
                      <a:pt x="24550" y="14408"/>
                    </a:cubicBezTo>
                    <a:cubicBezTo>
                      <a:pt x="24542" y="14416"/>
                      <a:pt x="24534" y="14425"/>
                      <a:pt x="24534" y="14433"/>
                    </a:cubicBezTo>
                    <a:cubicBezTo>
                      <a:pt x="24459" y="14226"/>
                      <a:pt x="24376" y="14019"/>
                      <a:pt x="24285" y="13811"/>
                    </a:cubicBezTo>
                    <a:cubicBezTo>
                      <a:pt x="24277" y="13796"/>
                      <a:pt x="24263" y="13789"/>
                      <a:pt x="24247" y="13789"/>
                    </a:cubicBezTo>
                    <a:cubicBezTo>
                      <a:pt x="24213" y="13789"/>
                      <a:pt x="24174" y="13819"/>
                      <a:pt x="24186" y="13853"/>
                    </a:cubicBezTo>
                    <a:cubicBezTo>
                      <a:pt x="24244" y="13994"/>
                      <a:pt x="24302" y="14135"/>
                      <a:pt x="24343" y="14275"/>
                    </a:cubicBezTo>
                    <a:cubicBezTo>
                      <a:pt x="24426" y="14582"/>
                      <a:pt x="24492" y="14889"/>
                      <a:pt x="24525" y="15195"/>
                    </a:cubicBezTo>
                    <a:cubicBezTo>
                      <a:pt x="24542" y="15352"/>
                      <a:pt x="24550" y="15510"/>
                      <a:pt x="24559" y="15667"/>
                    </a:cubicBezTo>
                    <a:cubicBezTo>
                      <a:pt x="24559" y="15775"/>
                      <a:pt x="24559" y="15891"/>
                      <a:pt x="24567" y="15999"/>
                    </a:cubicBezTo>
                    <a:cubicBezTo>
                      <a:pt x="24509" y="15792"/>
                      <a:pt x="24426" y="15584"/>
                      <a:pt x="24335" y="15386"/>
                    </a:cubicBezTo>
                    <a:cubicBezTo>
                      <a:pt x="24326" y="15366"/>
                      <a:pt x="24310" y="15358"/>
                      <a:pt x="24293" y="15358"/>
                    </a:cubicBezTo>
                    <a:cubicBezTo>
                      <a:pt x="24261" y="15358"/>
                      <a:pt x="24225" y="15389"/>
                      <a:pt x="24235" y="15427"/>
                    </a:cubicBezTo>
                    <a:cubicBezTo>
                      <a:pt x="24318" y="15692"/>
                      <a:pt x="24385" y="15966"/>
                      <a:pt x="24434" y="16239"/>
                    </a:cubicBezTo>
                    <a:cubicBezTo>
                      <a:pt x="24401" y="16239"/>
                      <a:pt x="24368" y="16264"/>
                      <a:pt x="24368" y="16297"/>
                    </a:cubicBezTo>
                    <a:cubicBezTo>
                      <a:pt x="24376" y="16720"/>
                      <a:pt x="24418" y="17142"/>
                      <a:pt x="24418" y="17556"/>
                    </a:cubicBezTo>
                    <a:cubicBezTo>
                      <a:pt x="24418" y="17656"/>
                      <a:pt x="24418" y="17755"/>
                      <a:pt x="24418" y="17846"/>
                    </a:cubicBezTo>
                    <a:cubicBezTo>
                      <a:pt x="24401" y="17855"/>
                      <a:pt x="24376" y="17871"/>
                      <a:pt x="24376" y="17904"/>
                    </a:cubicBezTo>
                    <a:cubicBezTo>
                      <a:pt x="24376" y="18078"/>
                      <a:pt x="24368" y="18244"/>
                      <a:pt x="24360" y="18418"/>
                    </a:cubicBezTo>
                    <a:cubicBezTo>
                      <a:pt x="24351" y="18277"/>
                      <a:pt x="24351" y="18136"/>
                      <a:pt x="24351" y="17996"/>
                    </a:cubicBezTo>
                    <a:cubicBezTo>
                      <a:pt x="24351" y="17954"/>
                      <a:pt x="24318" y="17933"/>
                      <a:pt x="24285" y="17933"/>
                    </a:cubicBezTo>
                    <a:cubicBezTo>
                      <a:pt x="24252" y="17933"/>
                      <a:pt x="24219" y="17954"/>
                      <a:pt x="24219" y="17996"/>
                    </a:cubicBezTo>
                    <a:cubicBezTo>
                      <a:pt x="24219" y="18211"/>
                      <a:pt x="24211" y="18418"/>
                      <a:pt x="24211" y="18634"/>
                    </a:cubicBezTo>
                    <a:cubicBezTo>
                      <a:pt x="24194" y="18567"/>
                      <a:pt x="24177" y="18501"/>
                      <a:pt x="24153" y="18443"/>
                    </a:cubicBezTo>
                    <a:cubicBezTo>
                      <a:pt x="24111" y="18319"/>
                      <a:pt x="24045" y="18153"/>
                      <a:pt x="23937" y="18078"/>
                    </a:cubicBezTo>
                    <a:cubicBezTo>
                      <a:pt x="23926" y="18071"/>
                      <a:pt x="23914" y="18068"/>
                      <a:pt x="23901" y="18068"/>
                    </a:cubicBezTo>
                    <a:cubicBezTo>
                      <a:pt x="23858" y="18068"/>
                      <a:pt x="23813" y="18108"/>
                      <a:pt x="23813" y="18153"/>
                    </a:cubicBezTo>
                    <a:cubicBezTo>
                      <a:pt x="23813" y="18211"/>
                      <a:pt x="23846" y="18277"/>
                      <a:pt x="23854" y="18335"/>
                    </a:cubicBezTo>
                    <a:cubicBezTo>
                      <a:pt x="23871" y="18402"/>
                      <a:pt x="23896" y="18468"/>
                      <a:pt x="23912" y="18534"/>
                    </a:cubicBezTo>
                    <a:cubicBezTo>
                      <a:pt x="23945" y="18658"/>
                      <a:pt x="23979" y="18783"/>
                      <a:pt x="23995" y="18907"/>
                    </a:cubicBezTo>
                    <a:cubicBezTo>
                      <a:pt x="24028" y="19164"/>
                      <a:pt x="24020" y="19437"/>
                      <a:pt x="23987" y="19702"/>
                    </a:cubicBezTo>
                    <a:cubicBezTo>
                      <a:pt x="23954" y="19984"/>
                      <a:pt x="23879" y="20266"/>
                      <a:pt x="23796" y="20539"/>
                    </a:cubicBezTo>
                    <a:cubicBezTo>
                      <a:pt x="23780" y="20605"/>
                      <a:pt x="23755" y="20672"/>
                      <a:pt x="23738" y="20738"/>
                    </a:cubicBezTo>
                    <a:cubicBezTo>
                      <a:pt x="23738" y="20721"/>
                      <a:pt x="23738" y="20705"/>
                      <a:pt x="23738" y="20688"/>
                    </a:cubicBezTo>
                    <a:cubicBezTo>
                      <a:pt x="23730" y="20506"/>
                      <a:pt x="23763" y="20233"/>
                      <a:pt x="23597" y="20108"/>
                    </a:cubicBezTo>
                    <a:cubicBezTo>
                      <a:pt x="23582" y="20096"/>
                      <a:pt x="23564" y="20090"/>
                      <a:pt x="23547" y="20090"/>
                    </a:cubicBezTo>
                    <a:cubicBezTo>
                      <a:pt x="23507" y="20090"/>
                      <a:pt x="23470" y="20120"/>
                      <a:pt x="23481" y="20166"/>
                    </a:cubicBezTo>
                    <a:cubicBezTo>
                      <a:pt x="23531" y="20349"/>
                      <a:pt x="23490" y="20556"/>
                      <a:pt x="23490" y="20738"/>
                    </a:cubicBezTo>
                    <a:cubicBezTo>
                      <a:pt x="23481" y="20953"/>
                      <a:pt x="23481" y="21169"/>
                      <a:pt x="23481" y="21384"/>
                    </a:cubicBezTo>
                    <a:cubicBezTo>
                      <a:pt x="23481" y="21484"/>
                      <a:pt x="23481" y="21591"/>
                      <a:pt x="23465" y="21691"/>
                    </a:cubicBezTo>
                    <a:cubicBezTo>
                      <a:pt x="23465" y="21732"/>
                      <a:pt x="23448" y="21774"/>
                      <a:pt x="23440" y="21815"/>
                    </a:cubicBezTo>
                    <a:cubicBezTo>
                      <a:pt x="23440" y="21765"/>
                      <a:pt x="23440" y="21716"/>
                      <a:pt x="23440" y="21666"/>
                    </a:cubicBezTo>
                    <a:cubicBezTo>
                      <a:pt x="23436" y="21629"/>
                      <a:pt x="23407" y="21610"/>
                      <a:pt x="23378" y="21610"/>
                    </a:cubicBezTo>
                    <a:cubicBezTo>
                      <a:pt x="23349" y="21610"/>
                      <a:pt x="23320" y="21629"/>
                      <a:pt x="23316" y="21666"/>
                    </a:cubicBezTo>
                    <a:cubicBezTo>
                      <a:pt x="23299" y="21890"/>
                      <a:pt x="23249" y="22113"/>
                      <a:pt x="23200" y="22329"/>
                    </a:cubicBezTo>
                    <a:cubicBezTo>
                      <a:pt x="23150" y="22544"/>
                      <a:pt x="23084" y="22760"/>
                      <a:pt x="22993" y="22959"/>
                    </a:cubicBezTo>
                    <a:cubicBezTo>
                      <a:pt x="22901" y="23166"/>
                      <a:pt x="22794" y="23356"/>
                      <a:pt x="22678" y="23547"/>
                    </a:cubicBezTo>
                    <a:cubicBezTo>
                      <a:pt x="22653" y="23597"/>
                      <a:pt x="22628" y="23638"/>
                      <a:pt x="22595" y="23679"/>
                    </a:cubicBezTo>
                    <a:cubicBezTo>
                      <a:pt x="22603" y="23663"/>
                      <a:pt x="22603" y="23646"/>
                      <a:pt x="22612" y="23630"/>
                    </a:cubicBezTo>
                    <a:cubicBezTo>
                      <a:pt x="22642" y="23568"/>
                      <a:pt x="22595" y="23506"/>
                      <a:pt x="22541" y="23506"/>
                    </a:cubicBezTo>
                    <a:cubicBezTo>
                      <a:pt x="22523" y="23506"/>
                      <a:pt x="22504" y="23513"/>
                      <a:pt x="22487" y="23530"/>
                    </a:cubicBezTo>
                    <a:cubicBezTo>
                      <a:pt x="22454" y="23555"/>
                      <a:pt x="22421" y="23572"/>
                      <a:pt x="22396" y="23597"/>
                    </a:cubicBezTo>
                    <a:cubicBezTo>
                      <a:pt x="22371" y="23621"/>
                      <a:pt x="22346" y="23655"/>
                      <a:pt x="22322" y="23679"/>
                    </a:cubicBezTo>
                    <a:cubicBezTo>
                      <a:pt x="22280" y="23737"/>
                      <a:pt x="22230" y="23795"/>
                      <a:pt x="22181" y="23853"/>
                    </a:cubicBezTo>
                    <a:cubicBezTo>
                      <a:pt x="22090" y="23969"/>
                      <a:pt x="21990" y="24085"/>
                      <a:pt x="21882" y="24193"/>
                    </a:cubicBezTo>
                    <a:cubicBezTo>
                      <a:pt x="21684" y="24409"/>
                      <a:pt x="21468" y="24616"/>
                      <a:pt x="21244" y="24806"/>
                    </a:cubicBezTo>
                    <a:cubicBezTo>
                      <a:pt x="20872" y="25121"/>
                      <a:pt x="20466" y="25411"/>
                      <a:pt x="20043" y="25660"/>
                    </a:cubicBezTo>
                    <a:cubicBezTo>
                      <a:pt x="20159" y="25568"/>
                      <a:pt x="20267" y="25461"/>
                      <a:pt x="20358" y="25353"/>
                    </a:cubicBezTo>
                    <a:cubicBezTo>
                      <a:pt x="20441" y="25254"/>
                      <a:pt x="20515" y="25154"/>
                      <a:pt x="20582" y="25047"/>
                    </a:cubicBezTo>
                    <a:cubicBezTo>
                      <a:pt x="20640" y="24955"/>
                      <a:pt x="20698" y="24815"/>
                      <a:pt x="20714" y="24707"/>
                    </a:cubicBezTo>
                    <a:cubicBezTo>
                      <a:pt x="20714" y="24673"/>
                      <a:pt x="20683" y="24650"/>
                      <a:pt x="20653" y="24650"/>
                    </a:cubicBezTo>
                    <a:cubicBezTo>
                      <a:pt x="20639" y="24650"/>
                      <a:pt x="20625" y="24655"/>
                      <a:pt x="20615" y="24665"/>
                    </a:cubicBezTo>
                    <a:cubicBezTo>
                      <a:pt x="20582" y="24707"/>
                      <a:pt x="20548" y="24757"/>
                      <a:pt x="20515" y="24806"/>
                    </a:cubicBezTo>
                    <a:cubicBezTo>
                      <a:pt x="20490" y="24856"/>
                      <a:pt x="20449" y="24897"/>
                      <a:pt x="20416" y="24939"/>
                    </a:cubicBezTo>
                    <a:cubicBezTo>
                      <a:pt x="20350" y="25038"/>
                      <a:pt x="20283" y="25129"/>
                      <a:pt x="20200" y="25212"/>
                    </a:cubicBezTo>
                    <a:cubicBezTo>
                      <a:pt x="20043" y="25394"/>
                      <a:pt x="19861" y="25552"/>
                      <a:pt x="19662" y="25684"/>
                    </a:cubicBezTo>
                    <a:cubicBezTo>
                      <a:pt x="19504" y="25784"/>
                      <a:pt x="19339" y="25875"/>
                      <a:pt x="19165" y="25958"/>
                    </a:cubicBezTo>
                    <a:cubicBezTo>
                      <a:pt x="19158" y="25936"/>
                      <a:pt x="19132" y="25915"/>
                      <a:pt x="19109" y="25915"/>
                    </a:cubicBezTo>
                    <a:cubicBezTo>
                      <a:pt x="19105" y="25915"/>
                      <a:pt x="19102" y="25915"/>
                      <a:pt x="19098" y="25916"/>
                    </a:cubicBezTo>
                    <a:cubicBezTo>
                      <a:pt x="18883" y="25950"/>
                      <a:pt x="18684" y="26074"/>
                      <a:pt x="18477" y="26148"/>
                    </a:cubicBezTo>
                    <a:cubicBezTo>
                      <a:pt x="18262" y="26223"/>
                      <a:pt x="18038" y="26281"/>
                      <a:pt x="17814" y="26306"/>
                    </a:cubicBezTo>
                    <a:cubicBezTo>
                      <a:pt x="17688" y="26325"/>
                      <a:pt x="17559" y="26333"/>
                      <a:pt x="17429" y="26333"/>
                    </a:cubicBezTo>
                    <a:cubicBezTo>
                      <a:pt x="17337" y="26333"/>
                      <a:pt x="17244" y="26329"/>
                      <a:pt x="17151" y="26322"/>
                    </a:cubicBezTo>
                    <a:cubicBezTo>
                      <a:pt x="17085" y="26322"/>
                      <a:pt x="17027" y="26314"/>
                      <a:pt x="16969" y="26306"/>
                    </a:cubicBezTo>
                    <a:cubicBezTo>
                      <a:pt x="16969" y="26298"/>
                      <a:pt x="16961" y="26289"/>
                      <a:pt x="16953" y="26281"/>
                    </a:cubicBezTo>
                    <a:cubicBezTo>
                      <a:pt x="16861" y="26198"/>
                      <a:pt x="16737" y="26215"/>
                      <a:pt x="16629" y="26206"/>
                    </a:cubicBezTo>
                    <a:cubicBezTo>
                      <a:pt x="16513" y="26198"/>
                      <a:pt x="16406" y="26182"/>
                      <a:pt x="16290" y="26157"/>
                    </a:cubicBezTo>
                    <a:cubicBezTo>
                      <a:pt x="16124" y="26124"/>
                      <a:pt x="15975" y="26074"/>
                      <a:pt x="15817" y="26016"/>
                    </a:cubicBezTo>
                    <a:cubicBezTo>
                      <a:pt x="15793" y="25792"/>
                      <a:pt x="15768" y="25394"/>
                      <a:pt x="15503" y="25312"/>
                    </a:cubicBezTo>
                    <a:cubicBezTo>
                      <a:pt x="15496" y="25309"/>
                      <a:pt x="15489" y="25308"/>
                      <a:pt x="15483" y="25308"/>
                    </a:cubicBezTo>
                    <a:cubicBezTo>
                      <a:pt x="15439" y="25308"/>
                      <a:pt x="15397" y="25352"/>
                      <a:pt x="15411" y="25403"/>
                    </a:cubicBezTo>
                    <a:cubicBezTo>
                      <a:pt x="15445" y="25510"/>
                      <a:pt x="15494" y="25610"/>
                      <a:pt x="15519" y="25718"/>
                    </a:cubicBezTo>
                    <a:cubicBezTo>
                      <a:pt x="15544" y="25817"/>
                      <a:pt x="15561" y="25908"/>
                      <a:pt x="15569" y="26008"/>
                    </a:cubicBezTo>
                    <a:cubicBezTo>
                      <a:pt x="15561" y="26024"/>
                      <a:pt x="15561" y="26041"/>
                      <a:pt x="15577" y="26057"/>
                    </a:cubicBezTo>
                    <a:cubicBezTo>
                      <a:pt x="15577" y="26074"/>
                      <a:pt x="15577" y="26090"/>
                      <a:pt x="15577" y="26107"/>
                    </a:cubicBezTo>
                    <a:cubicBezTo>
                      <a:pt x="15602" y="26364"/>
                      <a:pt x="15594" y="26629"/>
                      <a:pt x="15552" y="26886"/>
                    </a:cubicBezTo>
                    <a:cubicBezTo>
                      <a:pt x="15461" y="27358"/>
                      <a:pt x="15262" y="27839"/>
                      <a:pt x="14914" y="28187"/>
                    </a:cubicBezTo>
                    <a:cubicBezTo>
                      <a:pt x="14866" y="28228"/>
                      <a:pt x="14910" y="28304"/>
                      <a:pt x="14964" y="28304"/>
                    </a:cubicBezTo>
                    <a:cubicBezTo>
                      <a:pt x="14975" y="28304"/>
                      <a:pt x="14986" y="28301"/>
                      <a:pt x="14997" y="28294"/>
                    </a:cubicBezTo>
                    <a:cubicBezTo>
                      <a:pt x="15005" y="28286"/>
                      <a:pt x="15022" y="28270"/>
                      <a:pt x="15030" y="28261"/>
                    </a:cubicBezTo>
                    <a:lnTo>
                      <a:pt x="15030" y="28261"/>
                    </a:lnTo>
                    <a:cubicBezTo>
                      <a:pt x="15014" y="28319"/>
                      <a:pt x="14997" y="28377"/>
                      <a:pt x="14989" y="28419"/>
                    </a:cubicBezTo>
                    <a:cubicBezTo>
                      <a:pt x="14972" y="28551"/>
                      <a:pt x="14989" y="28684"/>
                      <a:pt x="15039" y="28800"/>
                    </a:cubicBezTo>
                    <a:cubicBezTo>
                      <a:pt x="15088" y="28924"/>
                      <a:pt x="15171" y="29024"/>
                      <a:pt x="15254" y="29131"/>
                    </a:cubicBezTo>
                    <a:cubicBezTo>
                      <a:pt x="15329" y="29239"/>
                      <a:pt x="15411" y="29338"/>
                      <a:pt x="15511" y="29430"/>
                    </a:cubicBezTo>
                    <a:cubicBezTo>
                      <a:pt x="15701" y="29587"/>
                      <a:pt x="15991" y="29645"/>
                      <a:pt x="16099" y="29885"/>
                    </a:cubicBezTo>
                    <a:cubicBezTo>
                      <a:pt x="16124" y="29943"/>
                      <a:pt x="16132" y="30001"/>
                      <a:pt x="16132" y="30068"/>
                    </a:cubicBezTo>
                    <a:lnTo>
                      <a:pt x="16099" y="30068"/>
                    </a:lnTo>
                    <a:cubicBezTo>
                      <a:pt x="16074" y="30076"/>
                      <a:pt x="16066" y="30084"/>
                      <a:pt x="16058" y="30101"/>
                    </a:cubicBezTo>
                    <a:cubicBezTo>
                      <a:pt x="16049" y="30109"/>
                      <a:pt x="16041" y="30117"/>
                      <a:pt x="16041" y="30117"/>
                    </a:cubicBezTo>
                    <a:cubicBezTo>
                      <a:pt x="16033" y="30134"/>
                      <a:pt x="16033" y="30150"/>
                      <a:pt x="16025" y="30167"/>
                    </a:cubicBezTo>
                    <a:cubicBezTo>
                      <a:pt x="16025" y="30184"/>
                      <a:pt x="16025" y="30208"/>
                      <a:pt x="16016" y="30233"/>
                    </a:cubicBezTo>
                    <a:lnTo>
                      <a:pt x="16016" y="30258"/>
                    </a:lnTo>
                    <a:cubicBezTo>
                      <a:pt x="16016" y="30258"/>
                      <a:pt x="16016" y="30266"/>
                      <a:pt x="16016" y="30275"/>
                    </a:cubicBezTo>
                    <a:cubicBezTo>
                      <a:pt x="16008" y="30300"/>
                      <a:pt x="15991" y="30333"/>
                      <a:pt x="15975" y="30349"/>
                    </a:cubicBezTo>
                    <a:cubicBezTo>
                      <a:pt x="15925" y="30407"/>
                      <a:pt x="15851" y="30449"/>
                      <a:pt x="15776" y="30473"/>
                    </a:cubicBezTo>
                    <a:cubicBezTo>
                      <a:pt x="15677" y="30507"/>
                      <a:pt x="15569" y="30531"/>
                      <a:pt x="15461" y="30565"/>
                    </a:cubicBezTo>
                    <a:cubicBezTo>
                      <a:pt x="15403" y="30581"/>
                      <a:pt x="15345" y="30606"/>
                      <a:pt x="15287" y="30631"/>
                    </a:cubicBezTo>
                    <a:cubicBezTo>
                      <a:pt x="15345" y="30515"/>
                      <a:pt x="15362" y="30391"/>
                      <a:pt x="15337" y="30266"/>
                    </a:cubicBezTo>
                    <a:cubicBezTo>
                      <a:pt x="15329" y="30192"/>
                      <a:pt x="15287" y="30117"/>
                      <a:pt x="15246" y="30043"/>
                    </a:cubicBezTo>
                    <a:cubicBezTo>
                      <a:pt x="15221" y="30010"/>
                      <a:pt x="15196" y="29976"/>
                      <a:pt x="15179" y="29935"/>
                    </a:cubicBezTo>
                    <a:cubicBezTo>
                      <a:pt x="15155" y="29902"/>
                      <a:pt x="15138" y="29860"/>
                      <a:pt x="15113" y="29836"/>
                    </a:cubicBezTo>
                    <a:cubicBezTo>
                      <a:pt x="15097" y="29823"/>
                      <a:pt x="15078" y="29817"/>
                      <a:pt x="15059" y="29817"/>
                    </a:cubicBezTo>
                    <a:cubicBezTo>
                      <a:pt x="15041" y="29817"/>
                      <a:pt x="15022" y="29823"/>
                      <a:pt x="15005" y="29836"/>
                    </a:cubicBezTo>
                    <a:cubicBezTo>
                      <a:pt x="14931" y="29894"/>
                      <a:pt x="14956" y="30010"/>
                      <a:pt x="14989" y="30084"/>
                    </a:cubicBezTo>
                    <a:cubicBezTo>
                      <a:pt x="15022" y="30142"/>
                      <a:pt x="15072" y="30200"/>
                      <a:pt x="15097" y="30258"/>
                    </a:cubicBezTo>
                    <a:cubicBezTo>
                      <a:pt x="15130" y="30366"/>
                      <a:pt x="15113" y="30490"/>
                      <a:pt x="15039" y="30581"/>
                    </a:cubicBezTo>
                    <a:cubicBezTo>
                      <a:pt x="14947" y="30697"/>
                      <a:pt x="14782" y="30747"/>
                      <a:pt x="14649" y="30788"/>
                    </a:cubicBezTo>
                    <a:cubicBezTo>
                      <a:pt x="14608" y="30797"/>
                      <a:pt x="14566" y="30805"/>
                      <a:pt x="14517" y="30813"/>
                    </a:cubicBezTo>
                    <a:cubicBezTo>
                      <a:pt x="14583" y="30722"/>
                      <a:pt x="14624" y="30614"/>
                      <a:pt x="14641" y="30490"/>
                    </a:cubicBezTo>
                    <a:cubicBezTo>
                      <a:pt x="14666" y="30159"/>
                      <a:pt x="14367" y="29993"/>
                      <a:pt x="14160" y="29794"/>
                    </a:cubicBezTo>
                    <a:cubicBezTo>
                      <a:pt x="14141" y="29777"/>
                      <a:pt x="14121" y="29770"/>
                      <a:pt x="14102" y="29770"/>
                    </a:cubicBezTo>
                    <a:cubicBezTo>
                      <a:pt x="14045" y="29770"/>
                      <a:pt x="13997" y="29834"/>
                      <a:pt x="14028" y="29902"/>
                    </a:cubicBezTo>
                    <a:cubicBezTo>
                      <a:pt x="14077" y="30010"/>
                      <a:pt x="14152" y="30084"/>
                      <a:pt x="14235" y="30167"/>
                    </a:cubicBezTo>
                    <a:cubicBezTo>
                      <a:pt x="14309" y="30242"/>
                      <a:pt x="14384" y="30316"/>
                      <a:pt x="14392" y="30424"/>
                    </a:cubicBezTo>
                    <a:cubicBezTo>
                      <a:pt x="14401" y="30639"/>
                      <a:pt x="14218" y="30813"/>
                      <a:pt x="14028" y="30879"/>
                    </a:cubicBezTo>
                    <a:cubicBezTo>
                      <a:pt x="13885" y="30927"/>
                      <a:pt x="13733" y="30939"/>
                      <a:pt x="13581" y="30939"/>
                    </a:cubicBezTo>
                    <a:cubicBezTo>
                      <a:pt x="13470" y="30939"/>
                      <a:pt x="13358" y="30933"/>
                      <a:pt x="13249" y="30929"/>
                    </a:cubicBezTo>
                    <a:cubicBezTo>
                      <a:pt x="12992" y="30913"/>
                      <a:pt x="12743" y="30904"/>
                      <a:pt x="12495" y="30855"/>
                    </a:cubicBezTo>
                    <a:cubicBezTo>
                      <a:pt x="12288" y="30813"/>
                      <a:pt x="12089" y="30755"/>
                      <a:pt x="11907" y="30656"/>
                    </a:cubicBezTo>
                    <a:cubicBezTo>
                      <a:pt x="11948" y="30656"/>
                      <a:pt x="11990" y="30639"/>
                      <a:pt x="12031" y="30614"/>
                    </a:cubicBezTo>
                    <a:cubicBezTo>
                      <a:pt x="12064" y="30598"/>
                      <a:pt x="12072" y="30540"/>
                      <a:pt x="12047" y="30515"/>
                    </a:cubicBezTo>
                    <a:cubicBezTo>
                      <a:pt x="11915" y="30407"/>
                      <a:pt x="11724" y="30391"/>
                      <a:pt x="11584" y="30308"/>
                    </a:cubicBezTo>
                    <a:cubicBezTo>
                      <a:pt x="11443" y="30225"/>
                      <a:pt x="11310" y="30109"/>
                      <a:pt x="11244" y="29960"/>
                    </a:cubicBezTo>
                    <a:cubicBezTo>
                      <a:pt x="11211" y="29877"/>
                      <a:pt x="11211" y="29786"/>
                      <a:pt x="11202" y="29703"/>
                    </a:cubicBezTo>
                    <a:cubicBezTo>
                      <a:pt x="11194" y="29604"/>
                      <a:pt x="11178" y="29504"/>
                      <a:pt x="11144" y="29405"/>
                    </a:cubicBezTo>
                    <a:cubicBezTo>
                      <a:pt x="11095" y="29231"/>
                      <a:pt x="11020" y="29015"/>
                      <a:pt x="10888" y="28883"/>
                    </a:cubicBezTo>
                    <a:cubicBezTo>
                      <a:pt x="10888" y="28874"/>
                      <a:pt x="10879" y="28866"/>
                      <a:pt x="10879" y="28866"/>
                    </a:cubicBezTo>
                    <a:cubicBezTo>
                      <a:pt x="10830" y="28808"/>
                      <a:pt x="10780" y="28742"/>
                      <a:pt x="10738" y="28667"/>
                    </a:cubicBezTo>
                    <a:cubicBezTo>
                      <a:pt x="10664" y="28543"/>
                      <a:pt x="10639" y="28402"/>
                      <a:pt x="10639" y="28261"/>
                    </a:cubicBezTo>
                    <a:cubicBezTo>
                      <a:pt x="10639" y="28079"/>
                      <a:pt x="10680" y="27897"/>
                      <a:pt x="10689" y="27714"/>
                    </a:cubicBezTo>
                    <a:cubicBezTo>
                      <a:pt x="10697" y="27714"/>
                      <a:pt x="10705" y="27706"/>
                      <a:pt x="10714" y="27698"/>
                    </a:cubicBezTo>
                    <a:cubicBezTo>
                      <a:pt x="10796" y="27557"/>
                      <a:pt x="10755" y="27350"/>
                      <a:pt x="10747" y="27201"/>
                    </a:cubicBezTo>
                    <a:cubicBezTo>
                      <a:pt x="10738" y="27043"/>
                      <a:pt x="10730" y="26886"/>
                      <a:pt x="10730" y="26728"/>
                    </a:cubicBezTo>
                    <a:cubicBezTo>
                      <a:pt x="10738" y="26720"/>
                      <a:pt x="10747" y="26712"/>
                      <a:pt x="10747" y="26695"/>
                    </a:cubicBezTo>
                    <a:cubicBezTo>
                      <a:pt x="10772" y="26654"/>
                      <a:pt x="10763" y="26612"/>
                      <a:pt x="10730" y="26571"/>
                    </a:cubicBezTo>
                    <a:cubicBezTo>
                      <a:pt x="10730" y="26571"/>
                      <a:pt x="10722" y="26571"/>
                      <a:pt x="10722" y="26563"/>
                    </a:cubicBezTo>
                    <a:cubicBezTo>
                      <a:pt x="10722" y="26480"/>
                      <a:pt x="10722" y="26397"/>
                      <a:pt x="10714" y="26314"/>
                    </a:cubicBezTo>
                    <a:lnTo>
                      <a:pt x="10722" y="26314"/>
                    </a:lnTo>
                    <a:cubicBezTo>
                      <a:pt x="10735" y="26325"/>
                      <a:pt x="10748" y="26329"/>
                      <a:pt x="10761" y="26329"/>
                    </a:cubicBezTo>
                    <a:cubicBezTo>
                      <a:pt x="10798" y="26329"/>
                      <a:pt x="10830" y="26291"/>
                      <a:pt x="10830" y="26248"/>
                    </a:cubicBezTo>
                    <a:cubicBezTo>
                      <a:pt x="10838" y="26190"/>
                      <a:pt x="10813" y="26140"/>
                      <a:pt x="10788" y="26082"/>
                    </a:cubicBezTo>
                    <a:cubicBezTo>
                      <a:pt x="10772" y="26032"/>
                      <a:pt x="10755" y="25974"/>
                      <a:pt x="10738" y="25925"/>
                    </a:cubicBezTo>
                    <a:cubicBezTo>
                      <a:pt x="10730" y="25908"/>
                      <a:pt x="10722" y="25892"/>
                      <a:pt x="10714" y="25875"/>
                    </a:cubicBezTo>
                    <a:cubicBezTo>
                      <a:pt x="10714" y="25784"/>
                      <a:pt x="10714" y="25693"/>
                      <a:pt x="10689" y="25610"/>
                    </a:cubicBezTo>
                    <a:cubicBezTo>
                      <a:pt x="10680" y="25593"/>
                      <a:pt x="10664" y="25577"/>
                      <a:pt x="10647" y="25577"/>
                    </a:cubicBezTo>
                    <a:lnTo>
                      <a:pt x="10639" y="25577"/>
                    </a:lnTo>
                    <a:cubicBezTo>
                      <a:pt x="10622" y="25577"/>
                      <a:pt x="10614" y="25577"/>
                      <a:pt x="10606" y="25585"/>
                    </a:cubicBezTo>
                    <a:cubicBezTo>
                      <a:pt x="10515" y="25370"/>
                      <a:pt x="10448" y="25146"/>
                      <a:pt x="10390" y="24922"/>
                    </a:cubicBezTo>
                    <a:cubicBezTo>
                      <a:pt x="10324" y="24690"/>
                      <a:pt x="10283" y="24467"/>
                      <a:pt x="10258" y="24235"/>
                    </a:cubicBezTo>
                    <a:cubicBezTo>
                      <a:pt x="10250" y="24143"/>
                      <a:pt x="10241" y="24052"/>
                      <a:pt x="10233" y="23961"/>
                    </a:cubicBezTo>
                    <a:cubicBezTo>
                      <a:pt x="10283" y="23878"/>
                      <a:pt x="10241" y="23737"/>
                      <a:pt x="10225" y="23638"/>
                    </a:cubicBezTo>
                    <a:cubicBezTo>
                      <a:pt x="10225" y="23605"/>
                      <a:pt x="10225" y="23563"/>
                      <a:pt x="10225" y="23522"/>
                    </a:cubicBezTo>
                    <a:cubicBezTo>
                      <a:pt x="10225" y="23497"/>
                      <a:pt x="10208" y="23481"/>
                      <a:pt x="10192" y="23472"/>
                    </a:cubicBezTo>
                    <a:cubicBezTo>
                      <a:pt x="10175" y="23365"/>
                      <a:pt x="10150" y="23265"/>
                      <a:pt x="10134" y="23157"/>
                    </a:cubicBezTo>
                    <a:cubicBezTo>
                      <a:pt x="10084" y="22867"/>
                      <a:pt x="10034" y="22569"/>
                      <a:pt x="9968" y="22279"/>
                    </a:cubicBezTo>
                    <a:cubicBezTo>
                      <a:pt x="9964" y="22253"/>
                      <a:pt x="9942" y="22240"/>
                      <a:pt x="9919" y="22240"/>
                    </a:cubicBezTo>
                    <a:cubicBezTo>
                      <a:pt x="9890" y="22240"/>
                      <a:pt x="9860" y="22259"/>
                      <a:pt x="9860" y="22296"/>
                    </a:cubicBezTo>
                    <a:cubicBezTo>
                      <a:pt x="9860" y="22594"/>
                      <a:pt x="9893" y="22884"/>
                      <a:pt x="9935" y="23182"/>
                    </a:cubicBezTo>
                    <a:cubicBezTo>
                      <a:pt x="9960" y="23331"/>
                      <a:pt x="9976" y="23481"/>
                      <a:pt x="10001" y="23630"/>
                    </a:cubicBezTo>
                    <a:cubicBezTo>
                      <a:pt x="10018" y="23704"/>
                      <a:pt x="10026" y="23829"/>
                      <a:pt x="10067" y="23920"/>
                    </a:cubicBezTo>
                    <a:cubicBezTo>
                      <a:pt x="10059" y="24019"/>
                      <a:pt x="10059" y="24127"/>
                      <a:pt x="10059" y="24235"/>
                    </a:cubicBezTo>
                    <a:cubicBezTo>
                      <a:pt x="10067" y="24293"/>
                      <a:pt x="10067" y="24351"/>
                      <a:pt x="10076" y="24409"/>
                    </a:cubicBezTo>
                    <a:cubicBezTo>
                      <a:pt x="9993" y="24409"/>
                      <a:pt x="9910" y="24412"/>
                      <a:pt x="9827" y="24412"/>
                    </a:cubicBezTo>
                    <a:cubicBezTo>
                      <a:pt x="9786" y="24412"/>
                      <a:pt x="9744" y="24411"/>
                      <a:pt x="9703" y="24409"/>
                    </a:cubicBezTo>
                    <a:cubicBezTo>
                      <a:pt x="9545" y="24409"/>
                      <a:pt x="9380" y="24400"/>
                      <a:pt x="9214" y="24384"/>
                    </a:cubicBezTo>
                    <a:cubicBezTo>
                      <a:pt x="8882" y="24359"/>
                      <a:pt x="8559" y="24309"/>
                      <a:pt x="8228" y="24243"/>
                    </a:cubicBezTo>
                    <a:cubicBezTo>
                      <a:pt x="7954" y="24185"/>
                      <a:pt x="7656" y="24119"/>
                      <a:pt x="7391" y="24011"/>
                    </a:cubicBezTo>
                    <a:cubicBezTo>
                      <a:pt x="7391" y="24003"/>
                      <a:pt x="7391" y="23986"/>
                      <a:pt x="7391" y="23978"/>
                    </a:cubicBezTo>
                    <a:cubicBezTo>
                      <a:pt x="7366" y="23887"/>
                      <a:pt x="7300" y="23845"/>
                      <a:pt x="7234" y="23795"/>
                    </a:cubicBezTo>
                    <a:cubicBezTo>
                      <a:pt x="7167" y="23737"/>
                      <a:pt x="7093" y="23688"/>
                      <a:pt x="7018" y="23655"/>
                    </a:cubicBezTo>
                    <a:cubicBezTo>
                      <a:pt x="6861" y="23572"/>
                      <a:pt x="6687" y="23505"/>
                      <a:pt x="6521" y="23447"/>
                    </a:cubicBezTo>
                    <a:cubicBezTo>
                      <a:pt x="6389" y="23406"/>
                      <a:pt x="6256" y="23373"/>
                      <a:pt x="6115" y="23331"/>
                    </a:cubicBezTo>
                    <a:lnTo>
                      <a:pt x="6148" y="23331"/>
                    </a:lnTo>
                    <a:cubicBezTo>
                      <a:pt x="6198" y="23323"/>
                      <a:pt x="6198" y="23257"/>
                      <a:pt x="6165" y="23240"/>
                    </a:cubicBezTo>
                    <a:cubicBezTo>
                      <a:pt x="6115" y="23207"/>
                      <a:pt x="6057" y="23174"/>
                      <a:pt x="5999" y="23157"/>
                    </a:cubicBezTo>
                    <a:lnTo>
                      <a:pt x="5999" y="23157"/>
                    </a:lnTo>
                    <a:cubicBezTo>
                      <a:pt x="6032" y="23166"/>
                      <a:pt x="6065" y="23174"/>
                      <a:pt x="6099" y="23182"/>
                    </a:cubicBezTo>
                    <a:cubicBezTo>
                      <a:pt x="6106" y="23185"/>
                      <a:pt x="6113" y="23186"/>
                      <a:pt x="6120" y="23186"/>
                    </a:cubicBezTo>
                    <a:cubicBezTo>
                      <a:pt x="6191" y="23186"/>
                      <a:pt x="6232" y="23080"/>
                      <a:pt x="6157" y="23050"/>
                    </a:cubicBezTo>
                    <a:cubicBezTo>
                      <a:pt x="5809" y="22884"/>
                      <a:pt x="5452" y="22735"/>
                      <a:pt x="5129" y="22528"/>
                    </a:cubicBezTo>
                    <a:cubicBezTo>
                      <a:pt x="5119" y="22520"/>
                      <a:pt x="5108" y="22517"/>
                      <a:pt x="5098" y="22517"/>
                    </a:cubicBezTo>
                    <a:cubicBezTo>
                      <a:pt x="5051" y="22517"/>
                      <a:pt x="5014" y="22585"/>
                      <a:pt x="5055" y="22619"/>
                    </a:cubicBezTo>
                    <a:cubicBezTo>
                      <a:pt x="5270" y="22793"/>
                      <a:pt x="5502" y="22942"/>
                      <a:pt x="5751" y="23058"/>
                    </a:cubicBezTo>
                    <a:cubicBezTo>
                      <a:pt x="5717" y="23050"/>
                      <a:pt x="5684" y="23033"/>
                      <a:pt x="5651" y="23017"/>
                    </a:cubicBezTo>
                    <a:cubicBezTo>
                      <a:pt x="5469" y="22942"/>
                      <a:pt x="5303" y="22851"/>
                      <a:pt x="5146" y="22743"/>
                    </a:cubicBezTo>
                    <a:cubicBezTo>
                      <a:pt x="5021" y="22652"/>
                      <a:pt x="4905" y="22561"/>
                      <a:pt x="4798" y="22453"/>
                    </a:cubicBezTo>
                    <a:cubicBezTo>
                      <a:pt x="4756" y="22370"/>
                      <a:pt x="4690" y="22296"/>
                      <a:pt x="4649" y="22221"/>
                    </a:cubicBezTo>
                    <a:cubicBezTo>
                      <a:pt x="4574" y="22105"/>
                      <a:pt x="4508" y="21997"/>
                      <a:pt x="4441" y="21890"/>
                    </a:cubicBezTo>
                    <a:cubicBezTo>
                      <a:pt x="4301" y="21649"/>
                      <a:pt x="4185" y="21409"/>
                      <a:pt x="4077" y="21161"/>
                    </a:cubicBezTo>
                    <a:cubicBezTo>
                      <a:pt x="3870" y="20672"/>
                      <a:pt x="3729" y="20158"/>
                      <a:pt x="3646" y="19636"/>
                    </a:cubicBezTo>
                    <a:cubicBezTo>
                      <a:pt x="3596" y="19330"/>
                      <a:pt x="3571" y="19031"/>
                      <a:pt x="3563" y="18716"/>
                    </a:cubicBezTo>
                    <a:cubicBezTo>
                      <a:pt x="3563" y="18683"/>
                      <a:pt x="3538" y="18667"/>
                      <a:pt x="3512" y="18667"/>
                    </a:cubicBezTo>
                    <a:cubicBezTo>
                      <a:pt x="3487" y="18667"/>
                      <a:pt x="3460" y="18683"/>
                      <a:pt x="3455" y="18716"/>
                    </a:cubicBezTo>
                    <a:cubicBezTo>
                      <a:pt x="3389" y="19827"/>
                      <a:pt x="3638" y="20929"/>
                      <a:pt x="4176" y="21906"/>
                    </a:cubicBezTo>
                    <a:cubicBezTo>
                      <a:pt x="4226" y="21997"/>
                      <a:pt x="4276" y="22080"/>
                      <a:pt x="4334" y="22163"/>
                    </a:cubicBezTo>
                    <a:cubicBezTo>
                      <a:pt x="4375" y="22246"/>
                      <a:pt x="4425" y="22312"/>
                      <a:pt x="4441" y="22345"/>
                    </a:cubicBezTo>
                    <a:cubicBezTo>
                      <a:pt x="4466" y="22379"/>
                      <a:pt x="4483" y="22403"/>
                      <a:pt x="4508" y="22428"/>
                    </a:cubicBezTo>
                    <a:cubicBezTo>
                      <a:pt x="4508" y="22453"/>
                      <a:pt x="4516" y="22478"/>
                      <a:pt x="4516" y="22503"/>
                    </a:cubicBezTo>
                    <a:cubicBezTo>
                      <a:pt x="4533" y="22602"/>
                      <a:pt x="4541" y="22710"/>
                      <a:pt x="4541" y="22809"/>
                    </a:cubicBezTo>
                    <a:cubicBezTo>
                      <a:pt x="4549" y="23017"/>
                      <a:pt x="4524" y="23215"/>
                      <a:pt x="4475" y="23406"/>
                    </a:cubicBezTo>
                    <a:cubicBezTo>
                      <a:pt x="4425" y="23597"/>
                      <a:pt x="4350" y="23779"/>
                      <a:pt x="4284" y="23969"/>
                    </a:cubicBezTo>
                    <a:cubicBezTo>
                      <a:pt x="4267" y="24003"/>
                      <a:pt x="4259" y="24044"/>
                      <a:pt x="4243" y="24085"/>
                    </a:cubicBezTo>
                    <a:cubicBezTo>
                      <a:pt x="4234" y="24011"/>
                      <a:pt x="4218" y="23920"/>
                      <a:pt x="4160" y="23878"/>
                    </a:cubicBezTo>
                    <a:cubicBezTo>
                      <a:pt x="4148" y="23867"/>
                      <a:pt x="4131" y="23861"/>
                      <a:pt x="4115" y="23861"/>
                    </a:cubicBezTo>
                    <a:cubicBezTo>
                      <a:pt x="4096" y="23861"/>
                      <a:pt x="4077" y="23869"/>
                      <a:pt x="4069" y="23887"/>
                    </a:cubicBezTo>
                    <a:cubicBezTo>
                      <a:pt x="4019" y="23978"/>
                      <a:pt x="4060" y="24094"/>
                      <a:pt x="4077" y="24185"/>
                    </a:cubicBezTo>
                    <a:cubicBezTo>
                      <a:pt x="4085" y="24235"/>
                      <a:pt x="4085" y="24293"/>
                      <a:pt x="4093" y="24342"/>
                    </a:cubicBezTo>
                    <a:cubicBezTo>
                      <a:pt x="4060" y="24351"/>
                      <a:pt x="4035" y="24375"/>
                      <a:pt x="4035" y="24409"/>
                    </a:cubicBezTo>
                    <a:cubicBezTo>
                      <a:pt x="4044" y="24707"/>
                      <a:pt x="4052" y="25005"/>
                      <a:pt x="4077" y="25295"/>
                    </a:cubicBezTo>
                    <a:cubicBezTo>
                      <a:pt x="4093" y="25568"/>
                      <a:pt x="4102" y="25842"/>
                      <a:pt x="4160" y="26107"/>
                    </a:cubicBezTo>
                    <a:cubicBezTo>
                      <a:pt x="4218" y="26356"/>
                      <a:pt x="4342" y="26546"/>
                      <a:pt x="4549" y="26695"/>
                    </a:cubicBezTo>
                    <a:cubicBezTo>
                      <a:pt x="4731" y="26828"/>
                      <a:pt x="4914" y="26944"/>
                      <a:pt x="4939" y="27192"/>
                    </a:cubicBezTo>
                    <a:cubicBezTo>
                      <a:pt x="4955" y="27275"/>
                      <a:pt x="4939" y="27366"/>
                      <a:pt x="4905" y="27449"/>
                    </a:cubicBezTo>
                    <a:cubicBezTo>
                      <a:pt x="4872" y="27449"/>
                      <a:pt x="4839" y="27466"/>
                      <a:pt x="4823" y="27499"/>
                    </a:cubicBezTo>
                    <a:cubicBezTo>
                      <a:pt x="4798" y="27540"/>
                      <a:pt x="4781" y="27582"/>
                      <a:pt x="4765" y="27623"/>
                    </a:cubicBezTo>
                    <a:cubicBezTo>
                      <a:pt x="4781" y="27507"/>
                      <a:pt x="4781" y="27391"/>
                      <a:pt x="4756" y="27275"/>
                    </a:cubicBezTo>
                    <a:cubicBezTo>
                      <a:pt x="4723" y="27126"/>
                      <a:pt x="4632" y="27027"/>
                      <a:pt x="4516" y="26936"/>
                    </a:cubicBezTo>
                    <a:cubicBezTo>
                      <a:pt x="4417" y="26878"/>
                      <a:pt x="4301" y="26828"/>
                      <a:pt x="4251" y="26712"/>
                    </a:cubicBezTo>
                    <a:cubicBezTo>
                      <a:pt x="4240" y="26687"/>
                      <a:pt x="4218" y="26677"/>
                      <a:pt x="4195" y="26677"/>
                    </a:cubicBezTo>
                    <a:cubicBezTo>
                      <a:pt x="4148" y="26677"/>
                      <a:pt x="4093" y="26720"/>
                      <a:pt x="4110" y="26770"/>
                    </a:cubicBezTo>
                    <a:cubicBezTo>
                      <a:pt x="4143" y="26886"/>
                      <a:pt x="4218" y="26969"/>
                      <a:pt x="4309" y="27043"/>
                    </a:cubicBezTo>
                    <a:cubicBezTo>
                      <a:pt x="4383" y="27110"/>
                      <a:pt x="4491" y="27176"/>
                      <a:pt x="4524" y="27275"/>
                    </a:cubicBezTo>
                    <a:cubicBezTo>
                      <a:pt x="4557" y="27408"/>
                      <a:pt x="4549" y="27565"/>
                      <a:pt x="4524" y="27698"/>
                    </a:cubicBezTo>
                    <a:cubicBezTo>
                      <a:pt x="4516" y="27748"/>
                      <a:pt x="4499" y="27789"/>
                      <a:pt x="4483" y="27839"/>
                    </a:cubicBezTo>
                    <a:cubicBezTo>
                      <a:pt x="4383" y="27864"/>
                      <a:pt x="4284" y="27872"/>
                      <a:pt x="4185" y="27888"/>
                    </a:cubicBezTo>
                    <a:cubicBezTo>
                      <a:pt x="4035" y="27905"/>
                      <a:pt x="3886" y="27922"/>
                      <a:pt x="3737" y="27938"/>
                    </a:cubicBezTo>
                    <a:cubicBezTo>
                      <a:pt x="3770" y="27897"/>
                      <a:pt x="3795" y="27855"/>
                      <a:pt x="3820" y="27806"/>
                    </a:cubicBezTo>
                    <a:cubicBezTo>
                      <a:pt x="3895" y="27673"/>
                      <a:pt x="3936" y="27524"/>
                      <a:pt x="3919" y="27366"/>
                    </a:cubicBezTo>
                    <a:cubicBezTo>
                      <a:pt x="3886" y="27110"/>
                      <a:pt x="3663" y="26902"/>
                      <a:pt x="3414" y="26836"/>
                    </a:cubicBezTo>
                    <a:cubicBezTo>
                      <a:pt x="3408" y="26835"/>
                      <a:pt x="3402" y="26834"/>
                      <a:pt x="3397" y="26834"/>
                    </a:cubicBezTo>
                    <a:cubicBezTo>
                      <a:pt x="3341" y="26834"/>
                      <a:pt x="3310" y="26906"/>
                      <a:pt x="3348" y="26944"/>
                    </a:cubicBezTo>
                    <a:cubicBezTo>
                      <a:pt x="3480" y="27085"/>
                      <a:pt x="3679" y="27201"/>
                      <a:pt x="3696" y="27408"/>
                    </a:cubicBezTo>
                    <a:cubicBezTo>
                      <a:pt x="3704" y="27516"/>
                      <a:pt x="3663" y="27623"/>
                      <a:pt x="3605" y="27714"/>
                    </a:cubicBezTo>
                    <a:cubicBezTo>
                      <a:pt x="3571" y="27772"/>
                      <a:pt x="3538" y="27822"/>
                      <a:pt x="3505" y="27872"/>
                    </a:cubicBezTo>
                    <a:cubicBezTo>
                      <a:pt x="3480" y="27897"/>
                      <a:pt x="3455" y="27930"/>
                      <a:pt x="3447" y="27955"/>
                    </a:cubicBezTo>
                    <a:cubicBezTo>
                      <a:pt x="3356" y="27963"/>
                      <a:pt x="3265" y="27971"/>
                      <a:pt x="3174" y="27971"/>
                    </a:cubicBezTo>
                    <a:cubicBezTo>
                      <a:pt x="3083" y="27975"/>
                      <a:pt x="2994" y="27977"/>
                      <a:pt x="2904" y="27977"/>
                    </a:cubicBezTo>
                    <a:cubicBezTo>
                      <a:pt x="2815" y="27977"/>
                      <a:pt x="2726" y="27975"/>
                      <a:pt x="2635" y="27971"/>
                    </a:cubicBezTo>
                    <a:cubicBezTo>
                      <a:pt x="2643" y="27971"/>
                      <a:pt x="2643" y="27963"/>
                      <a:pt x="2643" y="27963"/>
                    </a:cubicBezTo>
                    <a:cubicBezTo>
                      <a:pt x="2677" y="27930"/>
                      <a:pt x="2718" y="27897"/>
                      <a:pt x="2751" y="27855"/>
                    </a:cubicBezTo>
                    <a:cubicBezTo>
                      <a:pt x="2826" y="27772"/>
                      <a:pt x="2875" y="27656"/>
                      <a:pt x="2867" y="27540"/>
                    </a:cubicBezTo>
                    <a:cubicBezTo>
                      <a:pt x="2851" y="27284"/>
                      <a:pt x="2643" y="27126"/>
                      <a:pt x="2461" y="26977"/>
                    </a:cubicBezTo>
                    <a:cubicBezTo>
                      <a:pt x="2450" y="26970"/>
                      <a:pt x="2439" y="26967"/>
                      <a:pt x="2428" y="26967"/>
                    </a:cubicBezTo>
                    <a:cubicBezTo>
                      <a:pt x="2371" y="26967"/>
                      <a:pt x="2322" y="27045"/>
                      <a:pt x="2370" y="27093"/>
                    </a:cubicBezTo>
                    <a:cubicBezTo>
                      <a:pt x="2511" y="27217"/>
                      <a:pt x="2677" y="27375"/>
                      <a:pt x="2660" y="27582"/>
                    </a:cubicBezTo>
                    <a:cubicBezTo>
                      <a:pt x="2660" y="27665"/>
                      <a:pt x="2602" y="27714"/>
                      <a:pt x="2544" y="27772"/>
                    </a:cubicBezTo>
                    <a:cubicBezTo>
                      <a:pt x="2494" y="27822"/>
                      <a:pt x="2420" y="27888"/>
                      <a:pt x="2411" y="27971"/>
                    </a:cubicBezTo>
                    <a:cubicBezTo>
                      <a:pt x="2329" y="27963"/>
                      <a:pt x="2254" y="27963"/>
                      <a:pt x="2171" y="27955"/>
                    </a:cubicBezTo>
                    <a:cubicBezTo>
                      <a:pt x="2030" y="27938"/>
                      <a:pt x="1881" y="27905"/>
                      <a:pt x="1757" y="27839"/>
                    </a:cubicBezTo>
                    <a:cubicBezTo>
                      <a:pt x="1707" y="27806"/>
                      <a:pt x="1666" y="27772"/>
                      <a:pt x="1624" y="27739"/>
                    </a:cubicBezTo>
                    <a:cubicBezTo>
                      <a:pt x="1624" y="27739"/>
                      <a:pt x="1633" y="27739"/>
                      <a:pt x="1633" y="27731"/>
                    </a:cubicBezTo>
                    <a:cubicBezTo>
                      <a:pt x="1682" y="27690"/>
                      <a:pt x="1649" y="27607"/>
                      <a:pt x="1591" y="27598"/>
                    </a:cubicBezTo>
                    <a:cubicBezTo>
                      <a:pt x="1500" y="27565"/>
                      <a:pt x="1417" y="27540"/>
                      <a:pt x="1359" y="27449"/>
                    </a:cubicBezTo>
                    <a:cubicBezTo>
                      <a:pt x="1301" y="27333"/>
                      <a:pt x="1326" y="27192"/>
                      <a:pt x="1351" y="27076"/>
                    </a:cubicBezTo>
                    <a:cubicBezTo>
                      <a:pt x="1409" y="26795"/>
                      <a:pt x="1459" y="26530"/>
                      <a:pt x="1467" y="26248"/>
                    </a:cubicBezTo>
                    <a:cubicBezTo>
                      <a:pt x="1500" y="25718"/>
                      <a:pt x="1450" y="25204"/>
                      <a:pt x="1351" y="24690"/>
                    </a:cubicBezTo>
                    <a:lnTo>
                      <a:pt x="1351" y="24690"/>
                    </a:lnTo>
                    <a:cubicBezTo>
                      <a:pt x="1360" y="24693"/>
                      <a:pt x="1368" y="24694"/>
                      <a:pt x="1377" y="24694"/>
                    </a:cubicBezTo>
                    <a:cubicBezTo>
                      <a:pt x="1423" y="24694"/>
                      <a:pt x="1460" y="24657"/>
                      <a:pt x="1467" y="24607"/>
                    </a:cubicBezTo>
                    <a:cubicBezTo>
                      <a:pt x="1475" y="24516"/>
                      <a:pt x="1409" y="24417"/>
                      <a:pt x="1376" y="24334"/>
                    </a:cubicBezTo>
                    <a:cubicBezTo>
                      <a:pt x="1326" y="24235"/>
                      <a:pt x="1293" y="24135"/>
                      <a:pt x="1260" y="24036"/>
                    </a:cubicBezTo>
                    <a:cubicBezTo>
                      <a:pt x="1202" y="23829"/>
                      <a:pt x="1160" y="23613"/>
                      <a:pt x="1136" y="23406"/>
                    </a:cubicBezTo>
                    <a:cubicBezTo>
                      <a:pt x="1127" y="23356"/>
                      <a:pt x="1119" y="23307"/>
                      <a:pt x="1119" y="23257"/>
                    </a:cubicBezTo>
                    <a:lnTo>
                      <a:pt x="1119" y="23257"/>
                    </a:lnTo>
                    <a:cubicBezTo>
                      <a:pt x="1160" y="23365"/>
                      <a:pt x="1210" y="23464"/>
                      <a:pt x="1252" y="23572"/>
                    </a:cubicBezTo>
                    <a:cubicBezTo>
                      <a:pt x="1310" y="23688"/>
                      <a:pt x="1359" y="23804"/>
                      <a:pt x="1467" y="23887"/>
                    </a:cubicBezTo>
                    <a:cubicBezTo>
                      <a:pt x="1476" y="23894"/>
                      <a:pt x="1487" y="23897"/>
                      <a:pt x="1499" y="23897"/>
                    </a:cubicBezTo>
                    <a:cubicBezTo>
                      <a:pt x="1538" y="23897"/>
                      <a:pt x="1581" y="23859"/>
                      <a:pt x="1575" y="23820"/>
                    </a:cubicBezTo>
                    <a:cubicBezTo>
                      <a:pt x="1566" y="23704"/>
                      <a:pt x="1500" y="23597"/>
                      <a:pt x="1450" y="23489"/>
                    </a:cubicBezTo>
                    <a:cubicBezTo>
                      <a:pt x="1450" y="23489"/>
                      <a:pt x="1450" y="23481"/>
                      <a:pt x="1442" y="23481"/>
                    </a:cubicBezTo>
                    <a:cubicBezTo>
                      <a:pt x="1434" y="23406"/>
                      <a:pt x="1417" y="23323"/>
                      <a:pt x="1401" y="23249"/>
                    </a:cubicBezTo>
                    <a:cubicBezTo>
                      <a:pt x="1376" y="23099"/>
                      <a:pt x="1351" y="22950"/>
                      <a:pt x="1326" y="22801"/>
                    </a:cubicBezTo>
                    <a:cubicBezTo>
                      <a:pt x="1319" y="22781"/>
                      <a:pt x="1303" y="22772"/>
                      <a:pt x="1287" y="22772"/>
                    </a:cubicBezTo>
                    <a:cubicBezTo>
                      <a:pt x="1263" y="22772"/>
                      <a:pt x="1238" y="22792"/>
                      <a:pt x="1243" y="22826"/>
                    </a:cubicBezTo>
                    <a:cubicBezTo>
                      <a:pt x="1260" y="22934"/>
                      <a:pt x="1276" y="23041"/>
                      <a:pt x="1293" y="23149"/>
                    </a:cubicBezTo>
                    <a:cubicBezTo>
                      <a:pt x="1194" y="22934"/>
                      <a:pt x="1111" y="22710"/>
                      <a:pt x="1044" y="22486"/>
                    </a:cubicBezTo>
                    <a:lnTo>
                      <a:pt x="1003" y="22370"/>
                    </a:lnTo>
                    <a:cubicBezTo>
                      <a:pt x="986" y="22271"/>
                      <a:pt x="970" y="22171"/>
                      <a:pt x="953" y="22072"/>
                    </a:cubicBezTo>
                    <a:cubicBezTo>
                      <a:pt x="953" y="22047"/>
                      <a:pt x="928" y="22039"/>
                      <a:pt x="904" y="22039"/>
                    </a:cubicBezTo>
                    <a:cubicBezTo>
                      <a:pt x="887" y="21981"/>
                      <a:pt x="870" y="21923"/>
                      <a:pt x="862" y="21865"/>
                    </a:cubicBezTo>
                    <a:cubicBezTo>
                      <a:pt x="846" y="21790"/>
                      <a:pt x="837" y="21716"/>
                      <a:pt x="812" y="21641"/>
                    </a:cubicBezTo>
                    <a:cubicBezTo>
                      <a:pt x="796" y="21558"/>
                      <a:pt x="771" y="21467"/>
                      <a:pt x="754" y="21384"/>
                    </a:cubicBezTo>
                    <a:cubicBezTo>
                      <a:pt x="738" y="21277"/>
                      <a:pt x="713" y="21169"/>
                      <a:pt x="705" y="21069"/>
                    </a:cubicBezTo>
                    <a:cubicBezTo>
                      <a:pt x="696" y="21045"/>
                      <a:pt x="688" y="21028"/>
                      <a:pt x="672" y="21028"/>
                    </a:cubicBezTo>
                    <a:cubicBezTo>
                      <a:pt x="630" y="20862"/>
                      <a:pt x="597" y="20688"/>
                      <a:pt x="572" y="20523"/>
                    </a:cubicBezTo>
                    <a:cubicBezTo>
                      <a:pt x="506" y="20001"/>
                      <a:pt x="531" y="19479"/>
                      <a:pt x="498" y="18957"/>
                    </a:cubicBezTo>
                    <a:cubicBezTo>
                      <a:pt x="493" y="18912"/>
                      <a:pt x="464" y="18891"/>
                      <a:pt x="433" y="18891"/>
                    </a:cubicBezTo>
                    <a:cubicBezTo>
                      <a:pt x="402" y="18891"/>
                      <a:pt x="369" y="18914"/>
                      <a:pt x="365" y="18957"/>
                    </a:cubicBezTo>
                    <a:lnTo>
                      <a:pt x="365" y="18965"/>
                    </a:lnTo>
                    <a:cubicBezTo>
                      <a:pt x="340" y="18750"/>
                      <a:pt x="324" y="18534"/>
                      <a:pt x="324" y="18310"/>
                    </a:cubicBezTo>
                    <a:cubicBezTo>
                      <a:pt x="307" y="17739"/>
                      <a:pt x="357" y="17159"/>
                      <a:pt x="464" y="16587"/>
                    </a:cubicBezTo>
                    <a:cubicBezTo>
                      <a:pt x="481" y="16529"/>
                      <a:pt x="489" y="16471"/>
                      <a:pt x="506" y="16421"/>
                    </a:cubicBezTo>
                    <a:cubicBezTo>
                      <a:pt x="514" y="16479"/>
                      <a:pt x="531" y="16537"/>
                      <a:pt x="547" y="16595"/>
                    </a:cubicBezTo>
                    <a:cubicBezTo>
                      <a:pt x="556" y="16625"/>
                      <a:pt x="584" y="16642"/>
                      <a:pt x="611" y="16642"/>
                    </a:cubicBezTo>
                    <a:cubicBezTo>
                      <a:pt x="636" y="16642"/>
                      <a:pt x="659" y="16627"/>
                      <a:pt x="663" y="16595"/>
                    </a:cubicBezTo>
                    <a:cubicBezTo>
                      <a:pt x="713" y="16280"/>
                      <a:pt x="705" y="15949"/>
                      <a:pt x="738" y="15626"/>
                    </a:cubicBezTo>
                    <a:cubicBezTo>
                      <a:pt x="771" y="15303"/>
                      <a:pt x="846" y="14988"/>
                      <a:pt x="937" y="14681"/>
                    </a:cubicBezTo>
                    <a:cubicBezTo>
                      <a:pt x="1127" y="14060"/>
                      <a:pt x="1434" y="13472"/>
                      <a:pt x="1840" y="12958"/>
                    </a:cubicBezTo>
                    <a:cubicBezTo>
                      <a:pt x="2063" y="12668"/>
                      <a:pt x="2320" y="12395"/>
                      <a:pt x="2594" y="12154"/>
                    </a:cubicBezTo>
                    <a:cubicBezTo>
                      <a:pt x="2635" y="12113"/>
                      <a:pt x="2597" y="12044"/>
                      <a:pt x="2550" y="12044"/>
                    </a:cubicBezTo>
                    <a:cubicBezTo>
                      <a:pt x="2540" y="12044"/>
                      <a:pt x="2529" y="12048"/>
                      <a:pt x="2519" y="12055"/>
                    </a:cubicBezTo>
                    <a:cubicBezTo>
                      <a:pt x="2221" y="12262"/>
                      <a:pt x="1956" y="12511"/>
                      <a:pt x="1715" y="12784"/>
                    </a:cubicBezTo>
                    <a:cubicBezTo>
                      <a:pt x="1724" y="12767"/>
                      <a:pt x="1724" y="12751"/>
                      <a:pt x="1732" y="12734"/>
                    </a:cubicBezTo>
                    <a:cubicBezTo>
                      <a:pt x="1790" y="12577"/>
                      <a:pt x="1873" y="12428"/>
                      <a:pt x="1972" y="12287"/>
                    </a:cubicBezTo>
                    <a:cubicBezTo>
                      <a:pt x="2171" y="12013"/>
                      <a:pt x="2436" y="11790"/>
                      <a:pt x="2735" y="11649"/>
                    </a:cubicBezTo>
                    <a:cubicBezTo>
                      <a:pt x="3124" y="11475"/>
                      <a:pt x="3563" y="11450"/>
                      <a:pt x="3969" y="11326"/>
                    </a:cubicBezTo>
                    <a:cubicBezTo>
                      <a:pt x="4359" y="11201"/>
                      <a:pt x="4731" y="11011"/>
                      <a:pt x="5113" y="10862"/>
                    </a:cubicBezTo>
                    <a:cubicBezTo>
                      <a:pt x="5492" y="10718"/>
                      <a:pt x="5871" y="10636"/>
                      <a:pt x="6270" y="10636"/>
                    </a:cubicBezTo>
                    <a:cubicBezTo>
                      <a:pt x="6306" y="10636"/>
                      <a:pt x="6343" y="10637"/>
                      <a:pt x="6380" y="10638"/>
                    </a:cubicBezTo>
                    <a:cubicBezTo>
                      <a:pt x="6819" y="10646"/>
                      <a:pt x="7250" y="10746"/>
                      <a:pt x="7673" y="10870"/>
                    </a:cubicBezTo>
                    <a:cubicBezTo>
                      <a:pt x="8104" y="11003"/>
                      <a:pt x="8526" y="11160"/>
                      <a:pt x="8949" y="11326"/>
                    </a:cubicBezTo>
                    <a:cubicBezTo>
                      <a:pt x="9388" y="11491"/>
                      <a:pt x="9827" y="11657"/>
                      <a:pt x="10266" y="11823"/>
                    </a:cubicBezTo>
                    <a:cubicBezTo>
                      <a:pt x="10763" y="12013"/>
                      <a:pt x="11252" y="12196"/>
                      <a:pt x="11749" y="12370"/>
                    </a:cubicBezTo>
                    <a:cubicBezTo>
                      <a:pt x="12152" y="12512"/>
                      <a:pt x="12555" y="12669"/>
                      <a:pt x="12979" y="12669"/>
                    </a:cubicBezTo>
                    <a:cubicBezTo>
                      <a:pt x="13000" y="12669"/>
                      <a:pt x="13021" y="12669"/>
                      <a:pt x="13042" y="12668"/>
                    </a:cubicBezTo>
                    <a:cubicBezTo>
                      <a:pt x="13050" y="12701"/>
                      <a:pt x="13050" y="12734"/>
                      <a:pt x="13058" y="12767"/>
                    </a:cubicBezTo>
                    <a:cubicBezTo>
                      <a:pt x="13116" y="12983"/>
                      <a:pt x="13216" y="13240"/>
                      <a:pt x="13415" y="13372"/>
                    </a:cubicBezTo>
                    <a:cubicBezTo>
                      <a:pt x="13421" y="13376"/>
                      <a:pt x="13430" y="13378"/>
                      <a:pt x="13438" y="13378"/>
                    </a:cubicBezTo>
                    <a:cubicBezTo>
                      <a:pt x="13450" y="13378"/>
                      <a:pt x="13463" y="13374"/>
                      <a:pt x="13473" y="13364"/>
                    </a:cubicBezTo>
                    <a:cubicBezTo>
                      <a:pt x="13473" y="13389"/>
                      <a:pt x="13473" y="13405"/>
                      <a:pt x="13473" y="13422"/>
                    </a:cubicBezTo>
                    <a:cubicBezTo>
                      <a:pt x="13481" y="13505"/>
                      <a:pt x="13489" y="13579"/>
                      <a:pt x="13522" y="13654"/>
                    </a:cubicBezTo>
                    <a:cubicBezTo>
                      <a:pt x="13526" y="13664"/>
                      <a:pt x="13535" y="13669"/>
                      <a:pt x="13545" y="13669"/>
                    </a:cubicBezTo>
                    <a:cubicBezTo>
                      <a:pt x="13559" y="13669"/>
                      <a:pt x="13575" y="13660"/>
                      <a:pt x="13580" y="13646"/>
                    </a:cubicBezTo>
                    <a:cubicBezTo>
                      <a:pt x="13605" y="13571"/>
                      <a:pt x="13597" y="13488"/>
                      <a:pt x="13597" y="13414"/>
                    </a:cubicBezTo>
                    <a:lnTo>
                      <a:pt x="13597" y="13414"/>
                    </a:lnTo>
                    <a:cubicBezTo>
                      <a:pt x="13622" y="13571"/>
                      <a:pt x="13663" y="13720"/>
                      <a:pt x="13729" y="13861"/>
                    </a:cubicBezTo>
                    <a:cubicBezTo>
                      <a:pt x="13733" y="13871"/>
                      <a:pt x="13742" y="13876"/>
                      <a:pt x="13753" y="13876"/>
                    </a:cubicBezTo>
                    <a:cubicBezTo>
                      <a:pt x="13769" y="13876"/>
                      <a:pt x="13787" y="13865"/>
                      <a:pt x="13787" y="13845"/>
                    </a:cubicBezTo>
                    <a:cubicBezTo>
                      <a:pt x="13779" y="13720"/>
                      <a:pt x="13754" y="13588"/>
                      <a:pt x="13729" y="13463"/>
                    </a:cubicBezTo>
                    <a:cubicBezTo>
                      <a:pt x="13696" y="13339"/>
                      <a:pt x="13671" y="13215"/>
                      <a:pt x="13647" y="13091"/>
                    </a:cubicBezTo>
                    <a:cubicBezTo>
                      <a:pt x="13640" y="13065"/>
                      <a:pt x="13624" y="13054"/>
                      <a:pt x="13606" y="13054"/>
                    </a:cubicBezTo>
                    <a:cubicBezTo>
                      <a:pt x="13600" y="13054"/>
                      <a:pt x="13594" y="13055"/>
                      <a:pt x="13589" y="13057"/>
                    </a:cubicBezTo>
                    <a:cubicBezTo>
                      <a:pt x="13589" y="12941"/>
                      <a:pt x="13580" y="12825"/>
                      <a:pt x="13580" y="12701"/>
                    </a:cubicBezTo>
                    <a:cubicBezTo>
                      <a:pt x="13580" y="12672"/>
                      <a:pt x="13558" y="12658"/>
                      <a:pt x="13534" y="12658"/>
                    </a:cubicBezTo>
                    <a:cubicBezTo>
                      <a:pt x="13510" y="12658"/>
                      <a:pt x="13485" y="12672"/>
                      <a:pt x="13481" y="12701"/>
                    </a:cubicBezTo>
                    <a:cubicBezTo>
                      <a:pt x="13473" y="12867"/>
                      <a:pt x="13464" y="13024"/>
                      <a:pt x="13464" y="13190"/>
                    </a:cubicBezTo>
                    <a:lnTo>
                      <a:pt x="13464" y="13231"/>
                    </a:lnTo>
                    <a:cubicBezTo>
                      <a:pt x="13431" y="13149"/>
                      <a:pt x="13390" y="13074"/>
                      <a:pt x="13357" y="12991"/>
                    </a:cubicBezTo>
                    <a:cubicBezTo>
                      <a:pt x="13315" y="12883"/>
                      <a:pt x="13282" y="12767"/>
                      <a:pt x="13257" y="12651"/>
                    </a:cubicBezTo>
                    <a:cubicBezTo>
                      <a:pt x="13257" y="12643"/>
                      <a:pt x="13257" y="12635"/>
                      <a:pt x="13249" y="12635"/>
                    </a:cubicBezTo>
                    <a:cubicBezTo>
                      <a:pt x="13299" y="12593"/>
                      <a:pt x="13282" y="12502"/>
                      <a:pt x="13224" y="12477"/>
                    </a:cubicBezTo>
                    <a:cubicBezTo>
                      <a:pt x="13199" y="12303"/>
                      <a:pt x="13191" y="12129"/>
                      <a:pt x="13183" y="11947"/>
                    </a:cubicBezTo>
                    <a:cubicBezTo>
                      <a:pt x="13174" y="11417"/>
                      <a:pt x="13207" y="10878"/>
                      <a:pt x="13000" y="10373"/>
                    </a:cubicBezTo>
                    <a:cubicBezTo>
                      <a:pt x="12994" y="10350"/>
                      <a:pt x="12975" y="10340"/>
                      <a:pt x="12957" y="10340"/>
                    </a:cubicBezTo>
                    <a:cubicBezTo>
                      <a:pt x="12928" y="10340"/>
                      <a:pt x="12899" y="10363"/>
                      <a:pt x="12909" y="10398"/>
                    </a:cubicBezTo>
                    <a:cubicBezTo>
                      <a:pt x="12917" y="10414"/>
                      <a:pt x="12917" y="10423"/>
                      <a:pt x="12917" y="10431"/>
                    </a:cubicBezTo>
                    <a:cubicBezTo>
                      <a:pt x="12893" y="10373"/>
                      <a:pt x="12868" y="10307"/>
                      <a:pt x="12835" y="10249"/>
                    </a:cubicBezTo>
                    <a:cubicBezTo>
                      <a:pt x="12810" y="10166"/>
                      <a:pt x="12760" y="10100"/>
                      <a:pt x="12710" y="10033"/>
                    </a:cubicBezTo>
                    <a:cubicBezTo>
                      <a:pt x="12644" y="9934"/>
                      <a:pt x="12578" y="9834"/>
                      <a:pt x="12511" y="9743"/>
                    </a:cubicBezTo>
                    <a:cubicBezTo>
                      <a:pt x="12379" y="9553"/>
                      <a:pt x="12255" y="9354"/>
                      <a:pt x="12139" y="9155"/>
                    </a:cubicBezTo>
                    <a:cubicBezTo>
                      <a:pt x="12023" y="8964"/>
                      <a:pt x="11890" y="8774"/>
                      <a:pt x="11857" y="8550"/>
                    </a:cubicBezTo>
                    <a:cubicBezTo>
                      <a:pt x="11824" y="8310"/>
                      <a:pt x="11824" y="8070"/>
                      <a:pt x="11832" y="7829"/>
                    </a:cubicBezTo>
                    <a:cubicBezTo>
                      <a:pt x="11832" y="7788"/>
                      <a:pt x="11807" y="7780"/>
                      <a:pt x="11782" y="7780"/>
                    </a:cubicBezTo>
                    <a:cubicBezTo>
                      <a:pt x="11782" y="7697"/>
                      <a:pt x="11791" y="7622"/>
                      <a:pt x="11782" y="7548"/>
                    </a:cubicBezTo>
                    <a:cubicBezTo>
                      <a:pt x="11774" y="7382"/>
                      <a:pt x="11758" y="7224"/>
                      <a:pt x="11733" y="7059"/>
                    </a:cubicBezTo>
                    <a:cubicBezTo>
                      <a:pt x="11708" y="6901"/>
                      <a:pt x="11675" y="6752"/>
                      <a:pt x="11625" y="6603"/>
                    </a:cubicBezTo>
                    <a:cubicBezTo>
                      <a:pt x="11592" y="6512"/>
                      <a:pt x="11550" y="6404"/>
                      <a:pt x="11492" y="6321"/>
                    </a:cubicBezTo>
                    <a:cubicBezTo>
                      <a:pt x="11434" y="6023"/>
                      <a:pt x="11376" y="5725"/>
                      <a:pt x="11318" y="5426"/>
                    </a:cubicBezTo>
                    <a:cubicBezTo>
                      <a:pt x="11236" y="4987"/>
                      <a:pt x="11161" y="4540"/>
                      <a:pt x="11111" y="4084"/>
                    </a:cubicBezTo>
                    <a:cubicBezTo>
                      <a:pt x="11053" y="3637"/>
                      <a:pt x="11012" y="3181"/>
                      <a:pt x="10995" y="2725"/>
                    </a:cubicBezTo>
                    <a:cubicBezTo>
                      <a:pt x="10979" y="2353"/>
                      <a:pt x="11028" y="1988"/>
                      <a:pt x="11327" y="1739"/>
                    </a:cubicBezTo>
                    <a:cubicBezTo>
                      <a:pt x="11547" y="1549"/>
                      <a:pt x="11844" y="1464"/>
                      <a:pt x="12129" y="1464"/>
                    </a:cubicBezTo>
                    <a:cubicBezTo>
                      <a:pt x="12154" y="1464"/>
                      <a:pt x="12180" y="1465"/>
                      <a:pt x="12205" y="1466"/>
                    </a:cubicBezTo>
                    <a:cubicBezTo>
                      <a:pt x="12578" y="1474"/>
                      <a:pt x="12934" y="1648"/>
                      <a:pt x="13241" y="1847"/>
                    </a:cubicBezTo>
                    <a:cubicBezTo>
                      <a:pt x="13580" y="2079"/>
                      <a:pt x="13887" y="2361"/>
                      <a:pt x="14185" y="2643"/>
                    </a:cubicBezTo>
                    <a:cubicBezTo>
                      <a:pt x="14508" y="2949"/>
                      <a:pt x="14823" y="3272"/>
                      <a:pt x="15130" y="3595"/>
                    </a:cubicBezTo>
                    <a:cubicBezTo>
                      <a:pt x="15478" y="3952"/>
                      <a:pt x="15817" y="4316"/>
                      <a:pt x="16141" y="4689"/>
                    </a:cubicBezTo>
                    <a:cubicBezTo>
                      <a:pt x="16298" y="4863"/>
                      <a:pt x="16414" y="5045"/>
                      <a:pt x="16464" y="5277"/>
                    </a:cubicBezTo>
                    <a:cubicBezTo>
                      <a:pt x="16522" y="5509"/>
                      <a:pt x="16505" y="5741"/>
                      <a:pt x="16547" y="5973"/>
                    </a:cubicBezTo>
                    <a:cubicBezTo>
                      <a:pt x="16555" y="6023"/>
                      <a:pt x="16598" y="6048"/>
                      <a:pt x="16643" y="6048"/>
                    </a:cubicBezTo>
                    <a:cubicBezTo>
                      <a:pt x="16687" y="6048"/>
                      <a:pt x="16733" y="6023"/>
                      <a:pt x="16745" y="5973"/>
                    </a:cubicBezTo>
                    <a:cubicBezTo>
                      <a:pt x="16770" y="5841"/>
                      <a:pt x="16779" y="5700"/>
                      <a:pt x="16770" y="5567"/>
                    </a:cubicBezTo>
                    <a:cubicBezTo>
                      <a:pt x="17587" y="5290"/>
                      <a:pt x="18451" y="5135"/>
                      <a:pt x="19313" y="5135"/>
                    </a:cubicBezTo>
                    <a:cubicBezTo>
                      <a:pt x="19482" y="5135"/>
                      <a:pt x="19651" y="5141"/>
                      <a:pt x="19819" y="5153"/>
                    </a:cubicBezTo>
                    <a:cubicBezTo>
                      <a:pt x="19960" y="5161"/>
                      <a:pt x="20109" y="5178"/>
                      <a:pt x="20250" y="5195"/>
                    </a:cubicBezTo>
                    <a:cubicBezTo>
                      <a:pt x="20376" y="5215"/>
                      <a:pt x="20501" y="5248"/>
                      <a:pt x="20626" y="5248"/>
                    </a:cubicBezTo>
                    <a:cubicBezTo>
                      <a:pt x="20650" y="5248"/>
                      <a:pt x="20674" y="5247"/>
                      <a:pt x="20698" y="5244"/>
                    </a:cubicBezTo>
                    <a:cubicBezTo>
                      <a:pt x="20764" y="5236"/>
                      <a:pt x="20805" y="5145"/>
                      <a:pt x="20739" y="5112"/>
                    </a:cubicBezTo>
                    <a:cubicBezTo>
                      <a:pt x="20689" y="5079"/>
                      <a:pt x="20640" y="5062"/>
                      <a:pt x="20590" y="5045"/>
                    </a:cubicBezTo>
                    <a:cubicBezTo>
                      <a:pt x="20913" y="4664"/>
                      <a:pt x="21211" y="4258"/>
                      <a:pt x="21510" y="3861"/>
                    </a:cubicBezTo>
                    <a:cubicBezTo>
                      <a:pt x="21808" y="3463"/>
                      <a:pt x="22098" y="3073"/>
                      <a:pt x="22371" y="2659"/>
                    </a:cubicBezTo>
                    <a:cubicBezTo>
                      <a:pt x="22852" y="1922"/>
                      <a:pt x="23183" y="1043"/>
                      <a:pt x="23954" y="546"/>
                    </a:cubicBezTo>
                    <a:cubicBezTo>
                      <a:pt x="24136" y="430"/>
                      <a:pt x="24335" y="331"/>
                      <a:pt x="24542" y="265"/>
                    </a:cubicBezTo>
                    <a:cubicBezTo>
                      <a:pt x="24647" y="228"/>
                      <a:pt x="24757" y="197"/>
                      <a:pt x="24864" y="197"/>
                    </a:cubicBezTo>
                    <a:close/>
                    <a:moveTo>
                      <a:pt x="24859" y="1"/>
                    </a:moveTo>
                    <a:cubicBezTo>
                      <a:pt x="24666" y="1"/>
                      <a:pt x="24472" y="78"/>
                      <a:pt x="24302" y="149"/>
                    </a:cubicBezTo>
                    <a:cubicBezTo>
                      <a:pt x="23887" y="323"/>
                      <a:pt x="23515" y="588"/>
                      <a:pt x="23233" y="936"/>
                    </a:cubicBezTo>
                    <a:cubicBezTo>
                      <a:pt x="22935" y="1292"/>
                      <a:pt x="22719" y="1698"/>
                      <a:pt x="22487" y="2096"/>
                    </a:cubicBezTo>
                    <a:cubicBezTo>
                      <a:pt x="21907" y="3115"/>
                      <a:pt x="21145" y="4018"/>
                      <a:pt x="20515" y="5004"/>
                    </a:cubicBezTo>
                    <a:cubicBezTo>
                      <a:pt x="20515" y="5012"/>
                      <a:pt x="20515" y="5012"/>
                      <a:pt x="20515" y="5021"/>
                    </a:cubicBezTo>
                    <a:cubicBezTo>
                      <a:pt x="20466" y="5012"/>
                      <a:pt x="20416" y="5004"/>
                      <a:pt x="20366" y="4996"/>
                    </a:cubicBezTo>
                    <a:cubicBezTo>
                      <a:pt x="20234" y="4979"/>
                      <a:pt x="20101" y="4954"/>
                      <a:pt x="19960" y="4946"/>
                    </a:cubicBezTo>
                    <a:cubicBezTo>
                      <a:pt x="19687" y="4913"/>
                      <a:pt x="19422" y="4905"/>
                      <a:pt x="19148" y="4905"/>
                    </a:cubicBezTo>
                    <a:cubicBezTo>
                      <a:pt x="18601" y="4913"/>
                      <a:pt x="18063" y="4987"/>
                      <a:pt x="17541" y="5128"/>
                    </a:cubicBezTo>
                    <a:cubicBezTo>
                      <a:pt x="17276" y="5203"/>
                      <a:pt x="17019" y="5302"/>
                      <a:pt x="16762" y="5410"/>
                    </a:cubicBezTo>
                    <a:cubicBezTo>
                      <a:pt x="16729" y="5170"/>
                      <a:pt x="16638" y="4929"/>
                      <a:pt x="16489" y="4731"/>
                    </a:cubicBezTo>
                    <a:cubicBezTo>
                      <a:pt x="16348" y="4540"/>
                      <a:pt x="16182" y="4374"/>
                      <a:pt x="16025" y="4209"/>
                    </a:cubicBezTo>
                    <a:cubicBezTo>
                      <a:pt x="15859" y="4043"/>
                      <a:pt x="15693" y="3869"/>
                      <a:pt x="15536" y="3695"/>
                    </a:cubicBezTo>
                    <a:cubicBezTo>
                      <a:pt x="15213" y="3347"/>
                      <a:pt x="14881" y="3007"/>
                      <a:pt x="14541" y="2684"/>
                    </a:cubicBezTo>
                    <a:cubicBezTo>
                      <a:pt x="14218" y="2369"/>
                      <a:pt x="13887" y="2054"/>
                      <a:pt x="13522" y="1789"/>
                    </a:cubicBezTo>
                    <a:cubicBezTo>
                      <a:pt x="13199" y="1541"/>
                      <a:pt x="12826" y="1333"/>
                      <a:pt x="12420" y="1267"/>
                    </a:cubicBezTo>
                    <a:cubicBezTo>
                      <a:pt x="12332" y="1254"/>
                      <a:pt x="12242" y="1247"/>
                      <a:pt x="12153" y="1247"/>
                    </a:cubicBezTo>
                    <a:cubicBezTo>
                      <a:pt x="11898" y="1247"/>
                      <a:pt x="11645" y="1302"/>
                      <a:pt x="11418" y="1425"/>
                    </a:cubicBezTo>
                    <a:cubicBezTo>
                      <a:pt x="11103" y="1590"/>
                      <a:pt x="10871" y="1889"/>
                      <a:pt x="10813" y="2245"/>
                    </a:cubicBezTo>
                    <a:cubicBezTo>
                      <a:pt x="10772" y="2460"/>
                      <a:pt x="10780" y="2684"/>
                      <a:pt x="10796" y="2908"/>
                    </a:cubicBezTo>
                    <a:cubicBezTo>
                      <a:pt x="10805" y="3148"/>
                      <a:pt x="10830" y="3388"/>
                      <a:pt x="10854" y="3629"/>
                    </a:cubicBezTo>
                    <a:cubicBezTo>
                      <a:pt x="10904" y="4159"/>
                      <a:pt x="10987" y="4689"/>
                      <a:pt x="11086" y="5219"/>
                    </a:cubicBezTo>
                    <a:cubicBezTo>
                      <a:pt x="11136" y="5484"/>
                      <a:pt x="11202" y="5750"/>
                      <a:pt x="11269" y="6023"/>
                    </a:cubicBezTo>
                    <a:cubicBezTo>
                      <a:pt x="11285" y="6089"/>
                      <a:pt x="11302" y="6156"/>
                      <a:pt x="11327" y="6222"/>
                    </a:cubicBezTo>
                    <a:cubicBezTo>
                      <a:pt x="11310" y="6230"/>
                      <a:pt x="11302" y="6247"/>
                      <a:pt x="11302" y="6272"/>
                    </a:cubicBezTo>
                    <a:cubicBezTo>
                      <a:pt x="11302" y="6338"/>
                      <a:pt x="11343" y="6412"/>
                      <a:pt x="11360" y="6479"/>
                    </a:cubicBezTo>
                    <a:cubicBezTo>
                      <a:pt x="11385" y="6545"/>
                      <a:pt x="11401" y="6611"/>
                      <a:pt x="11426" y="6669"/>
                    </a:cubicBezTo>
                    <a:cubicBezTo>
                      <a:pt x="11476" y="6818"/>
                      <a:pt x="11509" y="6968"/>
                      <a:pt x="11534" y="7117"/>
                    </a:cubicBezTo>
                    <a:cubicBezTo>
                      <a:pt x="11584" y="7415"/>
                      <a:pt x="11608" y="7722"/>
                      <a:pt x="11650" y="8020"/>
                    </a:cubicBezTo>
                    <a:cubicBezTo>
                      <a:pt x="11658" y="8053"/>
                      <a:pt x="11675" y="8070"/>
                      <a:pt x="11691" y="8070"/>
                    </a:cubicBezTo>
                    <a:cubicBezTo>
                      <a:pt x="11675" y="8244"/>
                      <a:pt x="11658" y="8418"/>
                      <a:pt x="11666" y="8583"/>
                    </a:cubicBezTo>
                    <a:cubicBezTo>
                      <a:pt x="11691" y="8815"/>
                      <a:pt x="11799" y="9022"/>
                      <a:pt x="11915" y="9230"/>
                    </a:cubicBezTo>
                    <a:cubicBezTo>
                      <a:pt x="12031" y="9445"/>
                      <a:pt x="12163" y="9660"/>
                      <a:pt x="12296" y="9868"/>
                    </a:cubicBezTo>
                    <a:cubicBezTo>
                      <a:pt x="12354" y="9967"/>
                      <a:pt x="12420" y="10066"/>
                      <a:pt x="12487" y="10158"/>
                    </a:cubicBezTo>
                    <a:cubicBezTo>
                      <a:pt x="12528" y="10224"/>
                      <a:pt x="12578" y="10290"/>
                      <a:pt x="12636" y="10340"/>
                    </a:cubicBezTo>
                    <a:cubicBezTo>
                      <a:pt x="12669" y="10423"/>
                      <a:pt x="12702" y="10505"/>
                      <a:pt x="12727" y="10597"/>
                    </a:cubicBezTo>
                    <a:cubicBezTo>
                      <a:pt x="12760" y="10704"/>
                      <a:pt x="12785" y="10812"/>
                      <a:pt x="12801" y="10928"/>
                    </a:cubicBezTo>
                    <a:cubicBezTo>
                      <a:pt x="12818" y="11044"/>
                      <a:pt x="12818" y="11160"/>
                      <a:pt x="12876" y="11268"/>
                    </a:cubicBezTo>
                    <a:cubicBezTo>
                      <a:pt x="12887" y="11296"/>
                      <a:pt x="12922" y="11309"/>
                      <a:pt x="12956" y="11309"/>
                    </a:cubicBezTo>
                    <a:cubicBezTo>
                      <a:pt x="12972" y="11309"/>
                      <a:pt x="12987" y="11306"/>
                      <a:pt x="13000" y="11301"/>
                    </a:cubicBezTo>
                    <a:lnTo>
                      <a:pt x="13000" y="11301"/>
                    </a:lnTo>
                    <a:cubicBezTo>
                      <a:pt x="12992" y="11549"/>
                      <a:pt x="12975" y="11798"/>
                      <a:pt x="12975" y="12047"/>
                    </a:cubicBezTo>
                    <a:cubicBezTo>
                      <a:pt x="12984" y="12187"/>
                      <a:pt x="12992" y="12328"/>
                      <a:pt x="13009" y="12469"/>
                    </a:cubicBezTo>
                    <a:cubicBezTo>
                      <a:pt x="12603" y="12444"/>
                      <a:pt x="12221" y="12287"/>
                      <a:pt x="11849" y="12138"/>
                    </a:cubicBezTo>
                    <a:cubicBezTo>
                      <a:pt x="11401" y="11964"/>
                      <a:pt x="10962" y="11798"/>
                      <a:pt x="10515" y="11624"/>
                    </a:cubicBezTo>
                    <a:cubicBezTo>
                      <a:pt x="10051" y="11458"/>
                      <a:pt x="9595" y="11284"/>
                      <a:pt x="9139" y="11119"/>
                    </a:cubicBezTo>
                    <a:cubicBezTo>
                      <a:pt x="8708" y="10961"/>
                      <a:pt x="8286" y="10795"/>
                      <a:pt x="7847" y="10663"/>
                    </a:cubicBezTo>
                    <a:cubicBezTo>
                      <a:pt x="7332" y="10503"/>
                      <a:pt x="6797" y="10391"/>
                      <a:pt x="6264" y="10391"/>
                    </a:cubicBezTo>
                    <a:cubicBezTo>
                      <a:pt x="5913" y="10391"/>
                      <a:pt x="5563" y="10440"/>
                      <a:pt x="5220" y="10555"/>
                    </a:cubicBezTo>
                    <a:cubicBezTo>
                      <a:pt x="4806" y="10696"/>
                      <a:pt x="4425" y="10903"/>
                      <a:pt x="4011" y="11044"/>
                    </a:cubicBezTo>
                    <a:cubicBezTo>
                      <a:pt x="3605" y="11193"/>
                      <a:pt x="3157" y="11218"/>
                      <a:pt x="2751" y="11375"/>
                    </a:cubicBezTo>
                    <a:cubicBezTo>
                      <a:pt x="2370" y="11525"/>
                      <a:pt x="2047" y="11773"/>
                      <a:pt x="1798" y="12096"/>
                    </a:cubicBezTo>
                    <a:cubicBezTo>
                      <a:pt x="1566" y="12403"/>
                      <a:pt x="1376" y="12817"/>
                      <a:pt x="1384" y="13207"/>
                    </a:cubicBezTo>
                    <a:cubicBezTo>
                      <a:pt x="928" y="13869"/>
                      <a:pt x="630" y="14657"/>
                      <a:pt x="514" y="15444"/>
                    </a:cubicBezTo>
                    <a:cubicBezTo>
                      <a:pt x="498" y="15593"/>
                      <a:pt x="481" y="15742"/>
                      <a:pt x="473" y="15899"/>
                    </a:cubicBezTo>
                    <a:cubicBezTo>
                      <a:pt x="108" y="16910"/>
                      <a:pt x="0" y="18020"/>
                      <a:pt x="141" y="19081"/>
                    </a:cubicBezTo>
                    <a:cubicBezTo>
                      <a:pt x="174" y="19338"/>
                      <a:pt x="208" y="19611"/>
                      <a:pt x="299" y="19860"/>
                    </a:cubicBezTo>
                    <a:cubicBezTo>
                      <a:pt x="290" y="20092"/>
                      <a:pt x="299" y="20324"/>
                      <a:pt x="324" y="20547"/>
                    </a:cubicBezTo>
                    <a:cubicBezTo>
                      <a:pt x="357" y="20804"/>
                      <a:pt x="406" y="21061"/>
                      <a:pt x="473" y="21318"/>
                    </a:cubicBezTo>
                    <a:cubicBezTo>
                      <a:pt x="506" y="21442"/>
                      <a:pt x="547" y="21567"/>
                      <a:pt x="589" y="21691"/>
                    </a:cubicBezTo>
                    <a:cubicBezTo>
                      <a:pt x="622" y="21790"/>
                      <a:pt x="663" y="21898"/>
                      <a:pt x="721" y="21997"/>
                    </a:cubicBezTo>
                    <a:cubicBezTo>
                      <a:pt x="763" y="22180"/>
                      <a:pt x="804" y="22362"/>
                      <a:pt x="854" y="22544"/>
                    </a:cubicBezTo>
                    <a:cubicBezTo>
                      <a:pt x="862" y="22553"/>
                      <a:pt x="862" y="22561"/>
                      <a:pt x="862" y="22569"/>
                    </a:cubicBezTo>
                    <a:cubicBezTo>
                      <a:pt x="879" y="22876"/>
                      <a:pt x="912" y="23182"/>
                      <a:pt x="937" y="23481"/>
                    </a:cubicBezTo>
                    <a:cubicBezTo>
                      <a:pt x="962" y="23696"/>
                      <a:pt x="1003" y="23911"/>
                      <a:pt x="1061" y="24119"/>
                    </a:cubicBezTo>
                    <a:cubicBezTo>
                      <a:pt x="1094" y="24218"/>
                      <a:pt x="1136" y="24317"/>
                      <a:pt x="1177" y="24417"/>
                    </a:cubicBezTo>
                    <a:cubicBezTo>
                      <a:pt x="1177" y="24425"/>
                      <a:pt x="1185" y="24442"/>
                      <a:pt x="1185" y="24450"/>
                    </a:cubicBezTo>
                    <a:cubicBezTo>
                      <a:pt x="1169" y="24458"/>
                      <a:pt x="1160" y="24475"/>
                      <a:pt x="1169" y="24500"/>
                    </a:cubicBezTo>
                    <a:cubicBezTo>
                      <a:pt x="1202" y="24690"/>
                      <a:pt x="1218" y="24889"/>
                      <a:pt x="1235" y="25080"/>
                    </a:cubicBezTo>
                    <a:cubicBezTo>
                      <a:pt x="1243" y="25171"/>
                      <a:pt x="1243" y="25270"/>
                      <a:pt x="1243" y="25361"/>
                    </a:cubicBezTo>
                    <a:cubicBezTo>
                      <a:pt x="1243" y="25411"/>
                      <a:pt x="1243" y="25461"/>
                      <a:pt x="1252" y="25510"/>
                    </a:cubicBezTo>
                    <a:cubicBezTo>
                      <a:pt x="1252" y="25535"/>
                      <a:pt x="1252" y="25552"/>
                      <a:pt x="1260" y="25577"/>
                    </a:cubicBezTo>
                    <a:cubicBezTo>
                      <a:pt x="1260" y="25883"/>
                      <a:pt x="1260" y="26182"/>
                      <a:pt x="1218" y="26488"/>
                    </a:cubicBezTo>
                    <a:cubicBezTo>
                      <a:pt x="1202" y="26646"/>
                      <a:pt x="1169" y="26795"/>
                      <a:pt x="1127" y="26952"/>
                    </a:cubicBezTo>
                    <a:cubicBezTo>
                      <a:pt x="1094" y="27101"/>
                      <a:pt x="1061" y="27259"/>
                      <a:pt x="1086" y="27416"/>
                    </a:cubicBezTo>
                    <a:cubicBezTo>
                      <a:pt x="1111" y="27574"/>
                      <a:pt x="1260" y="27764"/>
                      <a:pt x="1417" y="27797"/>
                    </a:cubicBezTo>
                    <a:cubicBezTo>
                      <a:pt x="1508" y="27946"/>
                      <a:pt x="1691" y="28062"/>
                      <a:pt x="1831" y="28120"/>
                    </a:cubicBezTo>
                    <a:cubicBezTo>
                      <a:pt x="1964" y="28178"/>
                      <a:pt x="2105" y="28195"/>
                      <a:pt x="2246" y="28203"/>
                    </a:cubicBezTo>
                    <a:cubicBezTo>
                      <a:pt x="2403" y="28220"/>
                      <a:pt x="2561" y="28228"/>
                      <a:pt x="2718" y="28228"/>
                    </a:cubicBezTo>
                    <a:cubicBezTo>
                      <a:pt x="2800" y="28230"/>
                      <a:pt x="2882" y="28231"/>
                      <a:pt x="2964" y="28231"/>
                    </a:cubicBezTo>
                    <a:cubicBezTo>
                      <a:pt x="3189" y="28231"/>
                      <a:pt x="3413" y="28224"/>
                      <a:pt x="3638" y="28212"/>
                    </a:cubicBezTo>
                    <a:cubicBezTo>
                      <a:pt x="3886" y="28187"/>
                      <a:pt x="4143" y="28170"/>
                      <a:pt x="4392" y="28120"/>
                    </a:cubicBezTo>
                    <a:cubicBezTo>
                      <a:pt x="4406" y="28155"/>
                      <a:pt x="4442" y="28172"/>
                      <a:pt x="4473" y="28172"/>
                    </a:cubicBezTo>
                    <a:cubicBezTo>
                      <a:pt x="4480" y="28172"/>
                      <a:pt x="4486" y="28172"/>
                      <a:pt x="4491" y="28170"/>
                    </a:cubicBezTo>
                    <a:cubicBezTo>
                      <a:pt x="4541" y="28154"/>
                      <a:pt x="4582" y="28120"/>
                      <a:pt x="4607" y="28071"/>
                    </a:cubicBezTo>
                    <a:cubicBezTo>
                      <a:pt x="4707" y="28038"/>
                      <a:pt x="4806" y="27988"/>
                      <a:pt x="4881" y="27922"/>
                    </a:cubicBezTo>
                    <a:cubicBezTo>
                      <a:pt x="5038" y="27814"/>
                      <a:pt x="5146" y="27615"/>
                      <a:pt x="5187" y="27441"/>
                    </a:cubicBezTo>
                    <a:cubicBezTo>
                      <a:pt x="5245" y="27192"/>
                      <a:pt x="5187" y="26919"/>
                      <a:pt x="5005" y="26720"/>
                    </a:cubicBezTo>
                    <a:cubicBezTo>
                      <a:pt x="4839" y="26538"/>
                      <a:pt x="4599" y="26455"/>
                      <a:pt x="4483" y="26231"/>
                    </a:cubicBezTo>
                    <a:cubicBezTo>
                      <a:pt x="4359" y="25991"/>
                      <a:pt x="4359" y="25701"/>
                      <a:pt x="4325" y="25444"/>
                    </a:cubicBezTo>
                    <a:cubicBezTo>
                      <a:pt x="4309" y="25245"/>
                      <a:pt x="4276" y="25047"/>
                      <a:pt x="4243" y="24848"/>
                    </a:cubicBezTo>
                    <a:cubicBezTo>
                      <a:pt x="4259" y="24732"/>
                      <a:pt x="4267" y="24616"/>
                      <a:pt x="4267" y="24500"/>
                    </a:cubicBezTo>
                    <a:cubicBezTo>
                      <a:pt x="4301" y="24425"/>
                      <a:pt x="4342" y="24359"/>
                      <a:pt x="4375" y="24293"/>
                    </a:cubicBezTo>
                    <a:cubicBezTo>
                      <a:pt x="4417" y="24193"/>
                      <a:pt x="4458" y="24094"/>
                      <a:pt x="4499" y="23994"/>
                    </a:cubicBezTo>
                    <a:cubicBezTo>
                      <a:pt x="4582" y="23804"/>
                      <a:pt x="4665" y="23613"/>
                      <a:pt x="4715" y="23414"/>
                    </a:cubicBezTo>
                    <a:cubicBezTo>
                      <a:pt x="4765" y="23207"/>
                      <a:pt x="4789" y="22992"/>
                      <a:pt x="4781" y="22785"/>
                    </a:cubicBezTo>
                    <a:cubicBezTo>
                      <a:pt x="4781" y="22760"/>
                      <a:pt x="4773" y="22743"/>
                      <a:pt x="4773" y="22727"/>
                    </a:cubicBezTo>
                    <a:lnTo>
                      <a:pt x="4773" y="22727"/>
                    </a:lnTo>
                    <a:cubicBezTo>
                      <a:pt x="4814" y="22760"/>
                      <a:pt x="4864" y="22801"/>
                      <a:pt x="4905" y="22834"/>
                    </a:cubicBezTo>
                    <a:cubicBezTo>
                      <a:pt x="5079" y="22983"/>
                      <a:pt x="5278" y="23099"/>
                      <a:pt x="5485" y="23199"/>
                    </a:cubicBezTo>
                    <a:cubicBezTo>
                      <a:pt x="5535" y="23224"/>
                      <a:pt x="5593" y="23249"/>
                      <a:pt x="5651" y="23265"/>
                    </a:cubicBezTo>
                    <a:cubicBezTo>
                      <a:pt x="5784" y="23497"/>
                      <a:pt x="6090" y="23563"/>
                      <a:pt x="6331" y="23638"/>
                    </a:cubicBezTo>
                    <a:cubicBezTo>
                      <a:pt x="6389" y="23655"/>
                      <a:pt x="6447" y="23671"/>
                      <a:pt x="6513" y="23696"/>
                    </a:cubicBezTo>
                    <a:cubicBezTo>
                      <a:pt x="6505" y="23721"/>
                      <a:pt x="6513" y="23754"/>
                      <a:pt x="6546" y="23762"/>
                    </a:cubicBezTo>
                    <a:cubicBezTo>
                      <a:pt x="6695" y="23804"/>
                      <a:pt x="6803" y="23895"/>
                      <a:pt x="6927" y="23986"/>
                    </a:cubicBezTo>
                    <a:cubicBezTo>
                      <a:pt x="7043" y="24077"/>
                      <a:pt x="7167" y="24152"/>
                      <a:pt x="7300" y="24201"/>
                    </a:cubicBezTo>
                    <a:cubicBezTo>
                      <a:pt x="7590" y="24326"/>
                      <a:pt x="7905" y="24400"/>
                      <a:pt x="8211" y="24475"/>
                    </a:cubicBezTo>
                    <a:cubicBezTo>
                      <a:pt x="8336" y="24500"/>
                      <a:pt x="8460" y="24525"/>
                      <a:pt x="8584" y="24541"/>
                    </a:cubicBezTo>
                    <a:cubicBezTo>
                      <a:pt x="8559" y="24798"/>
                      <a:pt x="8568" y="25047"/>
                      <a:pt x="8559" y="25303"/>
                    </a:cubicBezTo>
                    <a:cubicBezTo>
                      <a:pt x="8559" y="25444"/>
                      <a:pt x="8551" y="25593"/>
                      <a:pt x="8551" y="25742"/>
                    </a:cubicBezTo>
                    <a:cubicBezTo>
                      <a:pt x="8543" y="25875"/>
                      <a:pt x="8534" y="26008"/>
                      <a:pt x="8551" y="26132"/>
                    </a:cubicBezTo>
                    <a:cubicBezTo>
                      <a:pt x="8592" y="26397"/>
                      <a:pt x="8766" y="26554"/>
                      <a:pt x="9007" y="26629"/>
                    </a:cubicBezTo>
                    <a:cubicBezTo>
                      <a:pt x="9264" y="26720"/>
                      <a:pt x="9545" y="26753"/>
                      <a:pt x="9819" y="26778"/>
                    </a:cubicBezTo>
                    <a:cubicBezTo>
                      <a:pt x="9976" y="26795"/>
                      <a:pt x="10125" y="26803"/>
                      <a:pt x="10283" y="26803"/>
                    </a:cubicBezTo>
                    <a:cubicBezTo>
                      <a:pt x="10349" y="26803"/>
                      <a:pt x="10424" y="26795"/>
                      <a:pt x="10490" y="26795"/>
                    </a:cubicBezTo>
                    <a:cubicBezTo>
                      <a:pt x="10490" y="26927"/>
                      <a:pt x="10498" y="27068"/>
                      <a:pt x="10506" y="27201"/>
                    </a:cubicBezTo>
                    <a:cubicBezTo>
                      <a:pt x="10506" y="27308"/>
                      <a:pt x="10506" y="27441"/>
                      <a:pt x="10540" y="27557"/>
                    </a:cubicBezTo>
                    <a:cubicBezTo>
                      <a:pt x="10506" y="27830"/>
                      <a:pt x="10407" y="28104"/>
                      <a:pt x="10424" y="28377"/>
                    </a:cubicBezTo>
                    <a:cubicBezTo>
                      <a:pt x="10440" y="28626"/>
                      <a:pt x="10573" y="28932"/>
                      <a:pt x="10805" y="29048"/>
                    </a:cubicBezTo>
                    <a:cubicBezTo>
                      <a:pt x="10821" y="29115"/>
                      <a:pt x="10846" y="29173"/>
                      <a:pt x="10863" y="29231"/>
                    </a:cubicBezTo>
                    <a:cubicBezTo>
                      <a:pt x="10904" y="29338"/>
                      <a:pt x="10937" y="29438"/>
                      <a:pt x="10954" y="29554"/>
                    </a:cubicBezTo>
                    <a:cubicBezTo>
                      <a:pt x="10987" y="29753"/>
                      <a:pt x="10962" y="29952"/>
                      <a:pt x="11070" y="30142"/>
                    </a:cubicBezTo>
                    <a:cubicBezTo>
                      <a:pt x="11120" y="30233"/>
                      <a:pt x="11186" y="30308"/>
                      <a:pt x="11260" y="30382"/>
                    </a:cubicBezTo>
                    <a:cubicBezTo>
                      <a:pt x="11260" y="30391"/>
                      <a:pt x="11260" y="30399"/>
                      <a:pt x="11269" y="30407"/>
                    </a:cubicBezTo>
                    <a:cubicBezTo>
                      <a:pt x="11285" y="30440"/>
                      <a:pt x="11310" y="30465"/>
                      <a:pt x="11335" y="30498"/>
                    </a:cubicBezTo>
                    <a:cubicBezTo>
                      <a:pt x="11385" y="30565"/>
                      <a:pt x="11443" y="30623"/>
                      <a:pt x="11509" y="30681"/>
                    </a:cubicBezTo>
                    <a:cubicBezTo>
                      <a:pt x="11517" y="30714"/>
                      <a:pt x="11542" y="30747"/>
                      <a:pt x="11575" y="30772"/>
                    </a:cubicBezTo>
                    <a:cubicBezTo>
                      <a:pt x="12064" y="31128"/>
                      <a:pt x="12685" y="31178"/>
                      <a:pt x="13274" y="31186"/>
                    </a:cubicBezTo>
                    <a:cubicBezTo>
                      <a:pt x="13363" y="31189"/>
                      <a:pt x="13455" y="31192"/>
                      <a:pt x="13547" y="31192"/>
                    </a:cubicBezTo>
                    <a:cubicBezTo>
                      <a:pt x="13755" y="31192"/>
                      <a:pt x="13965" y="31175"/>
                      <a:pt x="14160" y="31095"/>
                    </a:cubicBezTo>
                    <a:cubicBezTo>
                      <a:pt x="14202" y="31078"/>
                      <a:pt x="14243" y="31053"/>
                      <a:pt x="14285" y="31037"/>
                    </a:cubicBezTo>
                    <a:cubicBezTo>
                      <a:pt x="14326" y="31037"/>
                      <a:pt x="14367" y="31045"/>
                      <a:pt x="14409" y="31045"/>
                    </a:cubicBezTo>
                    <a:cubicBezTo>
                      <a:pt x="14508" y="31037"/>
                      <a:pt x="14608" y="31029"/>
                      <a:pt x="14699" y="31004"/>
                    </a:cubicBezTo>
                    <a:cubicBezTo>
                      <a:pt x="14848" y="30971"/>
                      <a:pt x="15014" y="30913"/>
                      <a:pt x="15138" y="30813"/>
                    </a:cubicBezTo>
                    <a:cubicBezTo>
                      <a:pt x="15168" y="30823"/>
                      <a:pt x="15201" y="30827"/>
                      <a:pt x="15235" y="30827"/>
                    </a:cubicBezTo>
                    <a:cubicBezTo>
                      <a:pt x="15314" y="30827"/>
                      <a:pt x="15400" y="30806"/>
                      <a:pt x="15469" y="30788"/>
                    </a:cubicBezTo>
                    <a:cubicBezTo>
                      <a:pt x="15569" y="30772"/>
                      <a:pt x="15677" y="30747"/>
                      <a:pt x="15776" y="30714"/>
                    </a:cubicBezTo>
                    <a:cubicBezTo>
                      <a:pt x="15875" y="30689"/>
                      <a:pt x="15975" y="30656"/>
                      <a:pt x="16049" y="30598"/>
                    </a:cubicBezTo>
                    <a:cubicBezTo>
                      <a:pt x="16061" y="30600"/>
                      <a:pt x="16072" y="30601"/>
                      <a:pt x="16083" y="30601"/>
                    </a:cubicBezTo>
                    <a:cubicBezTo>
                      <a:pt x="16204" y="30601"/>
                      <a:pt x="16277" y="30481"/>
                      <a:pt x="16323" y="30382"/>
                    </a:cubicBezTo>
                    <a:cubicBezTo>
                      <a:pt x="16381" y="30258"/>
                      <a:pt x="16397" y="30126"/>
                      <a:pt x="16381" y="29993"/>
                    </a:cubicBezTo>
                    <a:cubicBezTo>
                      <a:pt x="16348" y="29728"/>
                      <a:pt x="16182" y="29521"/>
                      <a:pt x="15950" y="29405"/>
                    </a:cubicBezTo>
                    <a:cubicBezTo>
                      <a:pt x="15834" y="29347"/>
                      <a:pt x="15718" y="29289"/>
                      <a:pt x="15627" y="29198"/>
                    </a:cubicBezTo>
                    <a:cubicBezTo>
                      <a:pt x="15527" y="29106"/>
                      <a:pt x="15445" y="28999"/>
                      <a:pt x="15370" y="28899"/>
                    </a:cubicBezTo>
                    <a:cubicBezTo>
                      <a:pt x="15287" y="28792"/>
                      <a:pt x="15213" y="28692"/>
                      <a:pt x="15188" y="28560"/>
                    </a:cubicBezTo>
                    <a:cubicBezTo>
                      <a:pt x="15171" y="28493"/>
                      <a:pt x="15171" y="28427"/>
                      <a:pt x="15188" y="28369"/>
                    </a:cubicBezTo>
                    <a:cubicBezTo>
                      <a:pt x="15196" y="28294"/>
                      <a:pt x="15229" y="28228"/>
                      <a:pt x="15229" y="28162"/>
                    </a:cubicBezTo>
                    <a:cubicBezTo>
                      <a:pt x="15229" y="28137"/>
                      <a:pt x="15213" y="28120"/>
                      <a:pt x="15204" y="28112"/>
                    </a:cubicBezTo>
                    <a:cubicBezTo>
                      <a:pt x="15511" y="27789"/>
                      <a:pt x="15685" y="27333"/>
                      <a:pt x="15768" y="26894"/>
                    </a:cubicBezTo>
                    <a:cubicBezTo>
                      <a:pt x="15809" y="26679"/>
                      <a:pt x="15826" y="26447"/>
                      <a:pt x="15826" y="26223"/>
                    </a:cubicBezTo>
                    <a:cubicBezTo>
                      <a:pt x="15950" y="26289"/>
                      <a:pt x="16091" y="26339"/>
                      <a:pt x="16232" y="26380"/>
                    </a:cubicBezTo>
                    <a:cubicBezTo>
                      <a:pt x="16348" y="26414"/>
                      <a:pt x="16472" y="26430"/>
                      <a:pt x="16588" y="26438"/>
                    </a:cubicBezTo>
                    <a:cubicBezTo>
                      <a:pt x="16613" y="26447"/>
                      <a:pt x="16646" y="26447"/>
                      <a:pt x="16671" y="26447"/>
                    </a:cubicBezTo>
                    <a:cubicBezTo>
                      <a:pt x="16820" y="26496"/>
                      <a:pt x="16977" y="26521"/>
                      <a:pt x="17135" y="26546"/>
                    </a:cubicBezTo>
                    <a:cubicBezTo>
                      <a:pt x="17242" y="26558"/>
                      <a:pt x="17354" y="26564"/>
                      <a:pt x="17466" y="26564"/>
                    </a:cubicBezTo>
                    <a:cubicBezTo>
                      <a:pt x="17596" y="26564"/>
                      <a:pt x="17727" y="26556"/>
                      <a:pt x="17856" y="26538"/>
                    </a:cubicBezTo>
                    <a:cubicBezTo>
                      <a:pt x="17996" y="26521"/>
                      <a:pt x="18137" y="26496"/>
                      <a:pt x="18270" y="26463"/>
                    </a:cubicBezTo>
                    <a:lnTo>
                      <a:pt x="18270" y="26463"/>
                    </a:lnTo>
                    <a:cubicBezTo>
                      <a:pt x="18262" y="26538"/>
                      <a:pt x="18270" y="26621"/>
                      <a:pt x="18270" y="26695"/>
                    </a:cubicBezTo>
                    <a:cubicBezTo>
                      <a:pt x="18278" y="26811"/>
                      <a:pt x="18295" y="26927"/>
                      <a:pt x="18320" y="27035"/>
                    </a:cubicBezTo>
                    <a:cubicBezTo>
                      <a:pt x="18353" y="27209"/>
                      <a:pt x="18402" y="27391"/>
                      <a:pt x="18485" y="27557"/>
                    </a:cubicBezTo>
                    <a:cubicBezTo>
                      <a:pt x="18477" y="27665"/>
                      <a:pt x="18485" y="27781"/>
                      <a:pt x="18502" y="27880"/>
                    </a:cubicBezTo>
                    <a:cubicBezTo>
                      <a:pt x="18510" y="28004"/>
                      <a:pt x="18527" y="28129"/>
                      <a:pt x="18543" y="28253"/>
                    </a:cubicBezTo>
                    <a:cubicBezTo>
                      <a:pt x="18535" y="28427"/>
                      <a:pt x="18535" y="28601"/>
                      <a:pt x="18510" y="28775"/>
                    </a:cubicBezTo>
                    <a:cubicBezTo>
                      <a:pt x="18485" y="28990"/>
                      <a:pt x="18419" y="29214"/>
                      <a:pt x="18527" y="29421"/>
                    </a:cubicBezTo>
                    <a:cubicBezTo>
                      <a:pt x="18618" y="29587"/>
                      <a:pt x="18792" y="29711"/>
                      <a:pt x="18958" y="29802"/>
                    </a:cubicBezTo>
                    <a:cubicBezTo>
                      <a:pt x="19148" y="29918"/>
                      <a:pt x="19364" y="30010"/>
                      <a:pt x="19579" y="30043"/>
                    </a:cubicBezTo>
                    <a:cubicBezTo>
                      <a:pt x="19604" y="30043"/>
                      <a:pt x="19637" y="30043"/>
                      <a:pt x="19654" y="30034"/>
                    </a:cubicBezTo>
                    <a:lnTo>
                      <a:pt x="19670" y="30034"/>
                    </a:lnTo>
                    <a:cubicBezTo>
                      <a:pt x="19786" y="30068"/>
                      <a:pt x="19910" y="30092"/>
                      <a:pt x="20035" y="30117"/>
                    </a:cubicBezTo>
                    <a:cubicBezTo>
                      <a:pt x="20267" y="30159"/>
                      <a:pt x="20507" y="30200"/>
                      <a:pt x="20747" y="30233"/>
                    </a:cubicBezTo>
                    <a:cubicBezTo>
                      <a:pt x="20771" y="30235"/>
                      <a:pt x="20794" y="30236"/>
                      <a:pt x="20818" y="30236"/>
                    </a:cubicBezTo>
                    <a:cubicBezTo>
                      <a:pt x="20893" y="30236"/>
                      <a:pt x="20968" y="30225"/>
                      <a:pt x="21037" y="30200"/>
                    </a:cubicBezTo>
                    <a:cubicBezTo>
                      <a:pt x="21070" y="30208"/>
                      <a:pt x="21112" y="30217"/>
                      <a:pt x="21153" y="30217"/>
                    </a:cubicBezTo>
                    <a:cubicBezTo>
                      <a:pt x="21192" y="30224"/>
                      <a:pt x="21230" y="30226"/>
                      <a:pt x="21269" y="30226"/>
                    </a:cubicBezTo>
                    <a:cubicBezTo>
                      <a:pt x="21323" y="30226"/>
                      <a:pt x="21378" y="30221"/>
                      <a:pt x="21435" y="30217"/>
                    </a:cubicBezTo>
                    <a:cubicBezTo>
                      <a:pt x="21626" y="30192"/>
                      <a:pt x="21816" y="30134"/>
                      <a:pt x="21982" y="30034"/>
                    </a:cubicBezTo>
                    <a:cubicBezTo>
                      <a:pt x="22073" y="29976"/>
                      <a:pt x="22164" y="29910"/>
                      <a:pt x="22239" y="29827"/>
                    </a:cubicBezTo>
                    <a:cubicBezTo>
                      <a:pt x="22253" y="29835"/>
                      <a:pt x="22268" y="29838"/>
                      <a:pt x="22284" y="29838"/>
                    </a:cubicBezTo>
                    <a:cubicBezTo>
                      <a:pt x="22321" y="29838"/>
                      <a:pt x="22358" y="29820"/>
                      <a:pt x="22388" y="29802"/>
                    </a:cubicBezTo>
                    <a:cubicBezTo>
                      <a:pt x="22421" y="29786"/>
                      <a:pt x="22454" y="29769"/>
                      <a:pt x="22487" y="29753"/>
                    </a:cubicBezTo>
                    <a:cubicBezTo>
                      <a:pt x="22554" y="29711"/>
                      <a:pt x="22620" y="29662"/>
                      <a:pt x="22678" y="29604"/>
                    </a:cubicBezTo>
                    <a:cubicBezTo>
                      <a:pt x="22761" y="29521"/>
                      <a:pt x="22827" y="29421"/>
                      <a:pt x="22868" y="29314"/>
                    </a:cubicBezTo>
                    <a:cubicBezTo>
                      <a:pt x="22984" y="29189"/>
                      <a:pt x="23051" y="28999"/>
                      <a:pt x="23075" y="28850"/>
                    </a:cubicBezTo>
                    <a:cubicBezTo>
                      <a:pt x="23109" y="28634"/>
                      <a:pt x="23109" y="28444"/>
                      <a:pt x="22959" y="28278"/>
                    </a:cubicBezTo>
                    <a:cubicBezTo>
                      <a:pt x="22827" y="28129"/>
                      <a:pt x="22669" y="27996"/>
                      <a:pt x="22529" y="27855"/>
                    </a:cubicBezTo>
                    <a:cubicBezTo>
                      <a:pt x="22479" y="27797"/>
                      <a:pt x="22413" y="27739"/>
                      <a:pt x="22363" y="27665"/>
                    </a:cubicBezTo>
                    <a:cubicBezTo>
                      <a:pt x="22363" y="27557"/>
                      <a:pt x="22363" y="27449"/>
                      <a:pt x="22363" y="27342"/>
                    </a:cubicBezTo>
                    <a:cubicBezTo>
                      <a:pt x="22371" y="27143"/>
                      <a:pt x="22388" y="26944"/>
                      <a:pt x="22404" y="26745"/>
                    </a:cubicBezTo>
                    <a:cubicBezTo>
                      <a:pt x="22487" y="26488"/>
                      <a:pt x="22545" y="26223"/>
                      <a:pt x="22570" y="25958"/>
                    </a:cubicBezTo>
                    <a:cubicBezTo>
                      <a:pt x="22578" y="25950"/>
                      <a:pt x="22578" y="25941"/>
                      <a:pt x="22587" y="25933"/>
                    </a:cubicBezTo>
                    <a:cubicBezTo>
                      <a:pt x="22636" y="25800"/>
                      <a:pt x="22669" y="25660"/>
                      <a:pt x="22678" y="25519"/>
                    </a:cubicBezTo>
                    <a:cubicBezTo>
                      <a:pt x="22678" y="25444"/>
                      <a:pt x="22669" y="25370"/>
                      <a:pt x="22661" y="25303"/>
                    </a:cubicBezTo>
                    <a:cubicBezTo>
                      <a:pt x="22653" y="25287"/>
                      <a:pt x="22653" y="25270"/>
                      <a:pt x="22653" y="25262"/>
                    </a:cubicBezTo>
                    <a:cubicBezTo>
                      <a:pt x="22694" y="25038"/>
                      <a:pt x="22719" y="24823"/>
                      <a:pt x="22744" y="24599"/>
                    </a:cubicBezTo>
                    <a:cubicBezTo>
                      <a:pt x="22752" y="24583"/>
                      <a:pt x="22752" y="24558"/>
                      <a:pt x="22752" y="24541"/>
                    </a:cubicBezTo>
                    <a:cubicBezTo>
                      <a:pt x="22777" y="24433"/>
                      <a:pt x="22802" y="24326"/>
                      <a:pt x="22827" y="24226"/>
                    </a:cubicBezTo>
                    <a:cubicBezTo>
                      <a:pt x="22868" y="24044"/>
                      <a:pt x="22926" y="23862"/>
                      <a:pt x="23001" y="23696"/>
                    </a:cubicBezTo>
                    <a:cubicBezTo>
                      <a:pt x="23067" y="23514"/>
                      <a:pt x="23191" y="23356"/>
                      <a:pt x="23258" y="23182"/>
                    </a:cubicBezTo>
                    <a:cubicBezTo>
                      <a:pt x="23283" y="23124"/>
                      <a:pt x="23249" y="23083"/>
                      <a:pt x="23208" y="23066"/>
                    </a:cubicBezTo>
                    <a:cubicBezTo>
                      <a:pt x="23208" y="23066"/>
                      <a:pt x="23208" y="23066"/>
                      <a:pt x="23208" y="23058"/>
                    </a:cubicBezTo>
                    <a:cubicBezTo>
                      <a:pt x="23266" y="22925"/>
                      <a:pt x="23307" y="22785"/>
                      <a:pt x="23341" y="22644"/>
                    </a:cubicBezTo>
                    <a:cubicBezTo>
                      <a:pt x="23432" y="22577"/>
                      <a:pt x="23473" y="22470"/>
                      <a:pt x="23515" y="22370"/>
                    </a:cubicBezTo>
                    <a:cubicBezTo>
                      <a:pt x="23556" y="22263"/>
                      <a:pt x="23597" y="22155"/>
                      <a:pt x="23647" y="22047"/>
                    </a:cubicBezTo>
                    <a:cubicBezTo>
                      <a:pt x="23730" y="21823"/>
                      <a:pt x="23747" y="21608"/>
                      <a:pt x="23738" y="21368"/>
                    </a:cubicBezTo>
                    <a:cubicBezTo>
                      <a:pt x="23738" y="21326"/>
                      <a:pt x="23738" y="21285"/>
                      <a:pt x="23738" y="21243"/>
                    </a:cubicBezTo>
                    <a:cubicBezTo>
                      <a:pt x="23838" y="21020"/>
                      <a:pt x="23945" y="20804"/>
                      <a:pt x="24020" y="20572"/>
                    </a:cubicBezTo>
                    <a:cubicBezTo>
                      <a:pt x="24119" y="20291"/>
                      <a:pt x="24202" y="19992"/>
                      <a:pt x="24244" y="19694"/>
                    </a:cubicBezTo>
                    <a:cubicBezTo>
                      <a:pt x="24252" y="19620"/>
                      <a:pt x="24260" y="19537"/>
                      <a:pt x="24260" y="19462"/>
                    </a:cubicBezTo>
                    <a:cubicBezTo>
                      <a:pt x="24266" y="19464"/>
                      <a:pt x="24273" y="19465"/>
                      <a:pt x="24279" y="19465"/>
                    </a:cubicBezTo>
                    <a:cubicBezTo>
                      <a:pt x="24299" y="19465"/>
                      <a:pt x="24320" y="19454"/>
                      <a:pt x="24327" y="19429"/>
                    </a:cubicBezTo>
                    <a:cubicBezTo>
                      <a:pt x="24351" y="19346"/>
                      <a:pt x="24351" y="19247"/>
                      <a:pt x="24351" y="19147"/>
                    </a:cubicBezTo>
                    <a:cubicBezTo>
                      <a:pt x="24363" y="19155"/>
                      <a:pt x="24374" y="19159"/>
                      <a:pt x="24383" y="19159"/>
                    </a:cubicBezTo>
                    <a:cubicBezTo>
                      <a:pt x="24395" y="19159"/>
                      <a:pt x="24405" y="19153"/>
                      <a:pt x="24409" y="19139"/>
                    </a:cubicBezTo>
                    <a:cubicBezTo>
                      <a:pt x="24451" y="19048"/>
                      <a:pt x="24459" y="18948"/>
                      <a:pt x="24467" y="18857"/>
                    </a:cubicBezTo>
                    <a:cubicBezTo>
                      <a:pt x="24478" y="18863"/>
                      <a:pt x="24490" y="18865"/>
                      <a:pt x="24502" y="18865"/>
                    </a:cubicBezTo>
                    <a:cubicBezTo>
                      <a:pt x="24529" y="18865"/>
                      <a:pt x="24556" y="18852"/>
                      <a:pt x="24567" y="18824"/>
                    </a:cubicBezTo>
                    <a:cubicBezTo>
                      <a:pt x="24650" y="18642"/>
                      <a:pt x="24641" y="18418"/>
                      <a:pt x="24641" y="18219"/>
                    </a:cubicBezTo>
                    <a:lnTo>
                      <a:pt x="24641" y="18170"/>
                    </a:lnTo>
                    <a:cubicBezTo>
                      <a:pt x="24699" y="18078"/>
                      <a:pt x="24716" y="17938"/>
                      <a:pt x="24724" y="17830"/>
                    </a:cubicBezTo>
                    <a:cubicBezTo>
                      <a:pt x="24741" y="17714"/>
                      <a:pt x="24749" y="17606"/>
                      <a:pt x="24749" y="17490"/>
                    </a:cubicBezTo>
                    <a:cubicBezTo>
                      <a:pt x="24757" y="17242"/>
                      <a:pt x="24741" y="17001"/>
                      <a:pt x="24708" y="16761"/>
                    </a:cubicBezTo>
                    <a:cubicBezTo>
                      <a:pt x="24683" y="16554"/>
                      <a:pt x="24650" y="16347"/>
                      <a:pt x="24600" y="16148"/>
                    </a:cubicBezTo>
                    <a:lnTo>
                      <a:pt x="24600" y="16148"/>
                    </a:lnTo>
                    <a:cubicBezTo>
                      <a:pt x="24606" y="16154"/>
                      <a:pt x="24614" y="16157"/>
                      <a:pt x="24622" y="16157"/>
                    </a:cubicBezTo>
                    <a:cubicBezTo>
                      <a:pt x="24637" y="16157"/>
                      <a:pt x="24653" y="16147"/>
                      <a:pt x="24658" y="16131"/>
                    </a:cubicBezTo>
                    <a:cubicBezTo>
                      <a:pt x="24716" y="15990"/>
                      <a:pt x="24708" y="15816"/>
                      <a:pt x="24708" y="15667"/>
                    </a:cubicBezTo>
                    <a:cubicBezTo>
                      <a:pt x="24708" y="15659"/>
                      <a:pt x="24708" y="15642"/>
                      <a:pt x="24699" y="15634"/>
                    </a:cubicBezTo>
                    <a:lnTo>
                      <a:pt x="24699" y="15634"/>
                    </a:lnTo>
                    <a:cubicBezTo>
                      <a:pt x="24707" y="15636"/>
                      <a:pt x="24715" y="15637"/>
                      <a:pt x="24721" y="15637"/>
                    </a:cubicBezTo>
                    <a:cubicBezTo>
                      <a:pt x="24743" y="15637"/>
                      <a:pt x="24757" y="15626"/>
                      <a:pt x="24757" y="15601"/>
                    </a:cubicBezTo>
                    <a:cubicBezTo>
                      <a:pt x="24782" y="15460"/>
                      <a:pt x="24741" y="15303"/>
                      <a:pt x="24716" y="15162"/>
                    </a:cubicBezTo>
                    <a:cubicBezTo>
                      <a:pt x="24708" y="15121"/>
                      <a:pt x="24699" y="15087"/>
                      <a:pt x="24691" y="15046"/>
                    </a:cubicBezTo>
                    <a:cubicBezTo>
                      <a:pt x="24699" y="15005"/>
                      <a:pt x="24691" y="14963"/>
                      <a:pt x="24699" y="14930"/>
                    </a:cubicBezTo>
                    <a:cubicBezTo>
                      <a:pt x="24699" y="14839"/>
                      <a:pt x="24699" y="14739"/>
                      <a:pt x="24699" y="14640"/>
                    </a:cubicBezTo>
                    <a:cubicBezTo>
                      <a:pt x="24691" y="14590"/>
                      <a:pt x="24691" y="14541"/>
                      <a:pt x="24683" y="14491"/>
                    </a:cubicBezTo>
                    <a:cubicBezTo>
                      <a:pt x="24708" y="14483"/>
                      <a:pt x="24716" y="14466"/>
                      <a:pt x="24724" y="14449"/>
                    </a:cubicBezTo>
                    <a:cubicBezTo>
                      <a:pt x="24733" y="14284"/>
                      <a:pt x="24699" y="14118"/>
                      <a:pt x="24641" y="13961"/>
                    </a:cubicBezTo>
                    <a:cubicBezTo>
                      <a:pt x="24617" y="13878"/>
                      <a:pt x="24575" y="13795"/>
                      <a:pt x="24534" y="13720"/>
                    </a:cubicBezTo>
                    <a:cubicBezTo>
                      <a:pt x="24550" y="13720"/>
                      <a:pt x="24567" y="13704"/>
                      <a:pt x="24575" y="13687"/>
                    </a:cubicBezTo>
                    <a:cubicBezTo>
                      <a:pt x="24583" y="13654"/>
                      <a:pt x="24567" y="13604"/>
                      <a:pt x="24559" y="13571"/>
                    </a:cubicBezTo>
                    <a:cubicBezTo>
                      <a:pt x="24542" y="13538"/>
                      <a:pt x="24525" y="13505"/>
                      <a:pt x="24517" y="13463"/>
                    </a:cubicBezTo>
                    <a:cubicBezTo>
                      <a:pt x="24484" y="13397"/>
                      <a:pt x="24459" y="13323"/>
                      <a:pt x="24434" y="13256"/>
                    </a:cubicBezTo>
                    <a:cubicBezTo>
                      <a:pt x="24385" y="13115"/>
                      <a:pt x="24343" y="12975"/>
                      <a:pt x="24327" y="12825"/>
                    </a:cubicBezTo>
                    <a:cubicBezTo>
                      <a:pt x="24327" y="12792"/>
                      <a:pt x="24335" y="12759"/>
                      <a:pt x="24335" y="12718"/>
                    </a:cubicBezTo>
                    <a:cubicBezTo>
                      <a:pt x="24351" y="12627"/>
                      <a:pt x="24351" y="12527"/>
                      <a:pt x="24360" y="12428"/>
                    </a:cubicBezTo>
                    <a:cubicBezTo>
                      <a:pt x="24360" y="12419"/>
                      <a:pt x="24360" y="12411"/>
                      <a:pt x="24360" y="12403"/>
                    </a:cubicBezTo>
                    <a:cubicBezTo>
                      <a:pt x="24434" y="12403"/>
                      <a:pt x="24509" y="12361"/>
                      <a:pt x="24542" y="12295"/>
                    </a:cubicBezTo>
                    <a:cubicBezTo>
                      <a:pt x="24592" y="12221"/>
                      <a:pt x="24583" y="12138"/>
                      <a:pt x="24567" y="12055"/>
                    </a:cubicBezTo>
                    <a:cubicBezTo>
                      <a:pt x="24583" y="12038"/>
                      <a:pt x="24600" y="12030"/>
                      <a:pt x="24608" y="12005"/>
                    </a:cubicBezTo>
                    <a:cubicBezTo>
                      <a:pt x="24650" y="11939"/>
                      <a:pt x="24633" y="11831"/>
                      <a:pt x="24633" y="11748"/>
                    </a:cubicBezTo>
                    <a:cubicBezTo>
                      <a:pt x="24641" y="11674"/>
                      <a:pt x="24633" y="11599"/>
                      <a:pt x="24625" y="11525"/>
                    </a:cubicBezTo>
                    <a:lnTo>
                      <a:pt x="24625" y="11483"/>
                    </a:lnTo>
                    <a:cubicBezTo>
                      <a:pt x="24641" y="11483"/>
                      <a:pt x="24650" y="11475"/>
                      <a:pt x="24650" y="11458"/>
                    </a:cubicBezTo>
                    <a:cubicBezTo>
                      <a:pt x="24658" y="11367"/>
                      <a:pt x="24675" y="11276"/>
                      <a:pt x="24675" y="11185"/>
                    </a:cubicBezTo>
                    <a:lnTo>
                      <a:pt x="24675" y="11177"/>
                    </a:lnTo>
                    <a:cubicBezTo>
                      <a:pt x="24857" y="10820"/>
                      <a:pt x="25039" y="10464"/>
                      <a:pt x="25188" y="10091"/>
                    </a:cubicBezTo>
                    <a:cubicBezTo>
                      <a:pt x="25313" y="9768"/>
                      <a:pt x="25445" y="9387"/>
                      <a:pt x="25429" y="9022"/>
                    </a:cubicBezTo>
                    <a:cubicBezTo>
                      <a:pt x="25478" y="8956"/>
                      <a:pt x="25520" y="8890"/>
                      <a:pt x="25553" y="8815"/>
                    </a:cubicBezTo>
                    <a:cubicBezTo>
                      <a:pt x="25677" y="8600"/>
                      <a:pt x="25768" y="8376"/>
                      <a:pt x="25793" y="8128"/>
                    </a:cubicBezTo>
                    <a:cubicBezTo>
                      <a:pt x="25826" y="7862"/>
                      <a:pt x="25760" y="7597"/>
                      <a:pt x="25702" y="7332"/>
                    </a:cubicBezTo>
                    <a:lnTo>
                      <a:pt x="25710" y="7332"/>
                    </a:lnTo>
                    <a:cubicBezTo>
                      <a:pt x="25652" y="7067"/>
                      <a:pt x="25586" y="6810"/>
                      <a:pt x="25520" y="6545"/>
                    </a:cubicBezTo>
                    <a:cubicBezTo>
                      <a:pt x="25545" y="6429"/>
                      <a:pt x="25553" y="6313"/>
                      <a:pt x="25561" y="6197"/>
                    </a:cubicBezTo>
                    <a:cubicBezTo>
                      <a:pt x="25569" y="5940"/>
                      <a:pt x="25561" y="5683"/>
                      <a:pt x="25561" y="5426"/>
                    </a:cubicBezTo>
                    <a:cubicBezTo>
                      <a:pt x="25569" y="5153"/>
                      <a:pt x="25578" y="4888"/>
                      <a:pt x="25586" y="4623"/>
                    </a:cubicBezTo>
                    <a:cubicBezTo>
                      <a:pt x="25611" y="4109"/>
                      <a:pt x="25661" y="3587"/>
                      <a:pt x="25710" y="3073"/>
                    </a:cubicBezTo>
                    <a:cubicBezTo>
                      <a:pt x="25752" y="2568"/>
                      <a:pt x="25785" y="2063"/>
                      <a:pt x="25743" y="1549"/>
                    </a:cubicBezTo>
                    <a:cubicBezTo>
                      <a:pt x="25727" y="1300"/>
                      <a:pt x="25685" y="1043"/>
                      <a:pt x="25619" y="795"/>
                    </a:cubicBezTo>
                    <a:cubicBezTo>
                      <a:pt x="25578" y="621"/>
                      <a:pt x="25511" y="447"/>
                      <a:pt x="25404" y="298"/>
                    </a:cubicBezTo>
                    <a:cubicBezTo>
                      <a:pt x="25296" y="149"/>
                      <a:pt x="25147" y="33"/>
                      <a:pt x="24956" y="8"/>
                    </a:cubicBezTo>
                    <a:cubicBezTo>
                      <a:pt x="24924" y="3"/>
                      <a:pt x="24891" y="1"/>
                      <a:pt x="248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6" name="Google Shape;3926;p9"/>
              <p:cNvSpPr/>
              <p:nvPr/>
            </p:nvSpPr>
            <p:spPr>
              <a:xfrm>
                <a:off x="819750" y="2644000"/>
                <a:ext cx="18900" cy="69775"/>
              </a:xfrm>
              <a:custGeom>
                <a:rect b="b" l="l" r="r" t="t"/>
                <a:pathLst>
                  <a:path extrusionOk="0" h="2791" w="756">
                    <a:moveTo>
                      <a:pt x="694" y="0"/>
                    </a:moveTo>
                    <a:cubicBezTo>
                      <a:pt x="680" y="0"/>
                      <a:pt x="666" y="7"/>
                      <a:pt x="655" y="23"/>
                    </a:cubicBezTo>
                    <a:cubicBezTo>
                      <a:pt x="390" y="429"/>
                      <a:pt x="200" y="868"/>
                      <a:pt x="108" y="1348"/>
                    </a:cubicBezTo>
                    <a:cubicBezTo>
                      <a:pt x="59" y="1580"/>
                      <a:pt x="34" y="1812"/>
                      <a:pt x="26" y="2052"/>
                    </a:cubicBezTo>
                    <a:cubicBezTo>
                      <a:pt x="17" y="2284"/>
                      <a:pt x="1" y="2558"/>
                      <a:pt x="133" y="2757"/>
                    </a:cubicBezTo>
                    <a:cubicBezTo>
                      <a:pt x="145" y="2780"/>
                      <a:pt x="166" y="2790"/>
                      <a:pt x="188" y="2790"/>
                    </a:cubicBezTo>
                    <a:cubicBezTo>
                      <a:pt x="214" y="2790"/>
                      <a:pt x="240" y="2775"/>
                      <a:pt x="249" y="2748"/>
                    </a:cubicBezTo>
                    <a:cubicBezTo>
                      <a:pt x="316" y="2533"/>
                      <a:pt x="266" y="2301"/>
                      <a:pt x="266" y="2077"/>
                    </a:cubicBezTo>
                    <a:cubicBezTo>
                      <a:pt x="266" y="1845"/>
                      <a:pt x="282" y="1622"/>
                      <a:pt x="324" y="1390"/>
                    </a:cubicBezTo>
                    <a:cubicBezTo>
                      <a:pt x="407" y="942"/>
                      <a:pt x="539" y="487"/>
                      <a:pt x="738" y="72"/>
                    </a:cubicBezTo>
                    <a:cubicBezTo>
                      <a:pt x="755" y="32"/>
                      <a:pt x="725" y="0"/>
                      <a:pt x="6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7" name="Google Shape;3927;p9"/>
              <p:cNvSpPr/>
              <p:nvPr/>
            </p:nvSpPr>
            <p:spPr>
              <a:xfrm>
                <a:off x="829700" y="2686850"/>
                <a:ext cx="6850" cy="27500"/>
              </a:xfrm>
              <a:custGeom>
                <a:rect b="b" l="l" r="r" t="t"/>
                <a:pathLst>
                  <a:path extrusionOk="0" h="1100" w="274">
                    <a:moveTo>
                      <a:pt x="74" y="1"/>
                    </a:moveTo>
                    <a:cubicBezTo>
                      <a:pt x="56" y="1"/>
                      <a:pt x="38" y="11"/>
                      <a:pt x="34" y="32"/>
                    </a:cubicBezTo>
                    <a:cubicBezTo>
                      <a:pt x="17" y="181"/>
                      <a:pt x="0" y="322"/>
                      <a:pt x="9" y="471"/>
                    </a:cubicBezTo>
                    <a:cubicBezTo>
                      <a:pt x="9" y="612"/>
                      <a:pt x="17" y="761"/>
                      <a:pt x="75" y="894"/>
                    </a:cubicBezTo>
                    <a:cubicBezTo>
                      <a:pt x="83" y="910"/>
                      <a:pt x="96" y="916"/>
                      <a:pt x="108" y="916"/>
                    </a:cubicBezTo>
                    <a:cubicBezTo>
                      <a:pt x="121" y="916"/>
                      <a:pt x="133" y="910"/>
                      <a:pt x="141" y="902"/>
                    </a:cubicBezTo>
                    <a:cubicBezTo>
                      <a:pt x="158" y="960"/>
                      <a:pt x="174" y="1018"/>
                      <a:pt x="199" y="1076"/>
                    </a:cubicBezTo>
                    <a:cubicBezTo>
                      <a:pt x="206" y="1093"/>
                      <a:pt x="219" y="1100"/>
                      <a:pt x="233" y="1100"/>
                    </a:cubicBezTo>
                    <a:cubicBezTo>
                      <a:pt x="253" y="1100"/>
                      <a:pt x="274" y="1084"/>
                      <a:pt x="274" y="1059"/>
                    </a:cubicBezTo>
                    <a:cubicBezTo>
                      <a:pt x="265" y="952"/>
                      <a:pt x="249" y="852"/>
                      <a:pt x="232" y="744"/>
                    </a:cubicBezTo>
                    <a:cubicBezTo>
                      <a:pt x="224" y="637"/>
                      <a:pt x="216" y="537"/>
                      <a:pt x="216" y="430"/>
                    </a:cubicBezTo>
                    <a:cubicBezTo>
                      <a:pt x="216" y="395"/>
                      <a:pt x="188" y="377"/>
                      <a:pt x="160" y="377"/>
                    </a:cubicBezTo>
                    <a:cubicBezTo>
                      <a:pt x="148" y="377"/>
                      <a:pt x="135" y="380"/>
                      <a:pt x="125" y="388"/>
                    </a:cubicBezTo>
                    <a:cubicBezTo>
                      <a:pt x="116" y="272"/>
                      <a:pt x="108" y="156"/>
                      <a:pt x="108" y="32"/>
                    </a:cubicBezTo>
                    <a:cubicBezTo>
                      <a:pt x="108" y="11"/>
                      <a:pt x="92" y="1"/>
                      <a:pt x="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8" name="Google Shape;3928;p9"/>
              <p:cNvSpPr/>
              <p:nvPr/>
            </p:nvSpPr>
            <p:spPr>
              <a:xfrm>
                <a:off x="837150" y="2703525"/>
                <a:ext cx="4175" cy="14875"/>
              </a:xfrm>
              <a:custGeom>
                <a:rect b="b" l="l" r="r" t="t"/>
                <a:pathLst>
                  <a:path extrusionOk="0" h="595" w="167">
                    <a:moveTo>
                      <a:pt x="100" y="1"/>
                    </a:moveTo>
                    <a:cubicBezTo>
                      <a:pt x="73" y="1"/>
                      <a:pt x="49" y="17"/>
                      <a:pt x="42" y="44"/>
                    </a:cubicBezTo>
                    <a:cubicBezTo>
                      <a:pt x="1" y="218"/>
                      <a:pt x="1" y="409"/>
                      <a:pt x="83" y="566"/>
                    </a:cubicBezTo>
                    <a:cubicBezTo>
                      <a:pt x="90" y="585"/>
                      <a:pt x="105" y="594"/>
                      <a:pt x="120" y="594"/>
                    </a:cubicBezTo>
                    <a:cubicBezTo>
                      <a:pt x="124" y="594"/>
                      <a:pt x="129" y="593"/>
                      <a:pt x="133" y="591"/>
                    </a:cubicBezTo>
                    <a:lnTo>
                      <a:pt x="141" y="591"/>
                    </a:lnTo>
                    <a:cubicBezTo>
                      <a:pt x="158" y="583"/>
                      <a:pt x="166" y="558"/>
                      <a:pt x="166" y="541"/>
                    </a:cubicBezTo>
                    <a:cubicBezTo>
                      <a:pt x="141" y="384"/>
                      <a:pt x="125" y="235"/>
                      <a:pt x="158" y="77"/>
                    </a:cubicBezTo>
                    <a:cubicBezTo>
                      <a:pt x="158" y="44"/>
                      <a:pt x="150" y="11"/>
                      <a:pt x="117" y="3"/>
                    </a:cubicBezTo>
                    <a:cubicBezTo>
                      <a:pt x="111" y="1"/>
                      <a:pt x="105" y="1"/>
                      <a:pt x="1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9" name="Google Shape;3929;p9"/>
              <p:cNvSpPr/>
              <p:nvPr/>
            </p:nvSpPr>
            <p:spPr>
              <a:xfrm>
                <a:off x="853725" y="2721975"/>
                <a:ext cx="11000" cy="6575"/>
              </a:xfrm>
              <a:custGeom>
                <a:rect b="b" l="l" r="r" t="t"/>
                <a:pathLst>
                  <a:path extrusionOk="0" h="263" w="440">
                    <a:moveTo>
                      <a:pt x="368" y="1"/>
                    </a:moveTo>
                    <a:cubicBezTo>
                      <a:pt x="339" y="1"/>
                      <a:pt x="311" y="21"/>
                      <a:pt x="282" y="35"/>
                    </a:cubicBezTo>
                    <a:cubicBezTo>
                      <a:pt x="257" y="44"/>
                      <a:pt x="224" y="60"/>
                      <a:pt x="199" y="77"/>
                    </a:cubicBezTo>
                    <a:cubicBezTo>
                      <a:pt x="141" y="102"/>
                      <a:pt x="92" y="135"/>
                      <a:pt x="34" y="160"/>
                    </a:cubicBezTo>
                    <a:cubicBezTo>
                      <a:pt x="9" y="176"/>
                      <a:pt x="0" y="209"/>
                      <a:pt x="17" y="234"/>
                    </a:cubicBezTo>
                    <a:cubicBezTo>
                      <a:pt x="29" y="253"/>
                      <a:pt x="47" y="262"/>
                      <a:pt x="68" y="262"/>
                    </a:cubicBezTo>
                    <a:cubicBezTo>
                      <a:pt x="76" y="262"/>
                      <a:pt x="83" y="261"/>
                      <a:pt x="92" y="259"/>
                    </a:cubicBezTo>
                    <a:lnTo>
                      <a:pt x="92" y="251"/>
                    </a:lnTo>
                    <a:cubicBezTo>
                      <a:pt x="141" y="226"/>
                      <a:pt x="199" y="201"/>
                      <a:pt x="257" y="168"/>
                    </a:cubicBezTo>
                    <a:cubicBezTo>
                      <a:pt x="282" y="160"/>
                      <a:pt x="315" y="143"/>
                      <a:pt x="340" y="127"/>
                    </a:cubicBezTo>
                    <a:cubicBezTo>
                      <a:pt x="365" y="110"/>
                      <a:pt x="406" y="93"/>
                      <a:pt x="423" y="69"/>
                    </a:cubicBezTo>
                    <a:cubicBezTo>
                      <a:pt x="440" y="35"/>
                      <a:pt x="415" y="2"/>
                      <a:pt x="382" y="2"/>
                    </a:cubicBezTo>
                    <a:cubicBezTo>
                      <a:pt x="377" y="1"/>
                      <a:pt x="373" y="1"/>
                      <a:pt x="3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0" name="Google Shape;3930;p9"/>
              <p:cNvSpPr/>
              <p:nvPr/>
            </p:nvSpPr>
            <p:spPr>
              <a:xfrm>
                <a:off x="860775" y="2728900"/>
                <a:ext cx="5000" cy="4900"/>
              </a:xfrm>
              <a:custGeom>
                <a:rect b="b" l="l" r="r" t="t"/>
                <a:pathLst>
                  <a:path extrusionOk="0" h="196" w="200">
                    <a:moveTo>
                      <a:pt x="174" y="1"/>
                    </a:moveTo>
                    <a:cubicBezTo>
                      <a:pt x="168" y="1"/>
                      <a:pt x="162" y="3"/>
                      <a:pt x="158" y="7"/>
                    </a:cubicBezTo>
                    <a:cubicBezTo>
                      <a:pt x="108" y="48"/>
                      <a:pt x="58" y="98"/>
                      <a:pt x="8" y="140"/>
                    </a:cubicBezTo>
                    <a:cubicBezTo>
                      <a:pt x="0" y="148"/>
                      <a:pt x="0" y="173"/>
                      <a:pt x="8" y="189"/>
                    </a:cubicBezTo>
                    <a:cubicBezTo>
                      <a:pt x="17" y="193"/>
                      <a:pt x="25" y="196"/>
                      <a:pt x="33" y="196"/>
                    </a:cubicBezTo>
                    <a:cubicBezTo>
                      <a:pt x="42" y="196"/>
                      <a:pt x="50" y="193"/>
                      <a:pt x="58" y="189"/>
                    </a:cubicBezTo>
                    <a:cubicBezTo>
                      <a:pt x="100" y="140"/>
                      <a:pt x="149" y="90"/>
                      <a:pt x="191" y="40"/>
                    </a:cubicBezTo>
                    <a:cubicBezTo>
                      <a:pt x="191" y="32"/>
                      <a:pt x="199" y="15"/>
                      <a:pt x="191" y="7"/>
                    </a:cubicBezTo>
                    <a:cubicBezTo>
                      <a:pt x="187" y="3"/>
                      <a:pt x="180" y="1"/>
                      <a:pt x="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1" name="Google Shape;3931;p9"/>
              <p:cNvSpPr/>
              <p:nvPr/>
            </p:nvSpPr>
            <p:spPr>
              <a:xfrm>
                <a:off x="866150" y="2733825"/>
                <a:ext cx="7475" cy="5500"/>
              </a:xfrm>
              <a:custGeom>
                <a:rect b="b" l="l" r="r" t="t"/>
                <a:pathLst>
                  <a:path extrusionOk="0" h="220" w="299">
                    <a:moveTo>
                      <a:pt x="249" y="1"/>
                    </a:moveTo>
                    <a:cubicBezTo>
                      <a:pt x="241" y="9"/>
                      <a:pt x="224" y="9"/>
                      <a:pt x="216" y="17"/>
                    </a:cubicBezTo>
                    <a:cubicBezTo>
                      <a:pt x="208" y="17"/>
                      <a:pt x="199" y="25"/>
                      <a:pt x="191" y="34"/>
                    </a:cubicBezTo>
                    <a:cubicBezTo>
                      <a:pt x="175" y="42"/>
                      <a:pt x="150" y="59"/>
                      <a:pt x="133" y="67"/>
                    </a:cubicBezTo>
                    <a:cubicBezTo>
                      <a:pt x="100" y="92"/>
                      <a:pt x="67" y="117"/>
                      <a:pt x="25" y="133"/>
                    </a:cubicBezTo>
                    <a:cubicBezTo>
                      <a:pt x="9" y="150"/>
                      <a:pt x="1" y="175"/>
                      <a:pt x="9" y="199"/>
                    </a:cubicBezTo>
                    <a:cubicBezTo>
                      <a:pt x="21" y="212"/>
                      <a:pt x="38" y="219"/>
                      <a:pt x="55" y="219"/>
                    </a:cubicBezTo>
                    <a:cubicBezTo>
                      <a:pt x="62" y="219"/>
                      <a:pt x="69" y="218"/>
                      <a:pt x="75" y="216"/>
                    </a:cubicBezTo>
                    <a:cubicBezTo>
                      <a:pt x="108" y="191"/>
                      <a:pt x="141" y="166"/>
                      <a:pt x="183" y="141"/>
                    </a:cubicBezTo>
                    <a:lnTo>
                      <a:pt x="233" y="108"/>
                    </a:lnTo>
                    <a:cubicBezTo>
                      <a:pt x="241" y="100"/>
                      <a:pt x="257" y="92"/>
                      <a:pt x="266" y="83"/>
                    </a:cubicBezTo>
                    <a:cubicBezTo>
                      <a:pt x="274" y="75"/>
                      <a:pt x="282" y="75"/>
                      <a:pt x="282" y="67"/>
                    </a:cubicBezTo>
                    <a:cubicBezTo>
                      <a:pt x="299" y="50"/>
                      <a:pt x="299" y="34"/>
                      <a:pt x="291" y="17"/>
                    </a:cubicBezTo>
                    <a:cubicBezTo>
                      <a:pt x="282" y="9"/>
                      <a:pt x="266" y="1"/>
                      <a:pt x="2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2" name="Google Shape;3932;p9"/>
              <p:cNvSpPr/>
              <p:nvPr/>
            </p:nvSpPr>
            <p:spPr>
              <a:xfrm>
                <a:off x="828200" y="2583950"/>
                <a:ext cx="32175" cy="63350"/>
              </a:xfrm>
              <a:custGeom>
                <a:rect b="b" l="l" r="r" t="t"/>
                <a:pathLst>
                  <a:path extrusionOk="0" h="2534" w="1287">
                    <a:moveTo>
                      <a:pt x="1246" y="1"/>
                    </a:moveTo>
                    <a:cubicBezTo>
                      <a:pt x="1241" y="1"/>
                      <a:pt x="1235" y="2"/>
                      <a:pt x="1229" y="5"/>
                    </a:cubicBezTo>
                    <a:cubicBezTo>
                      <a:pt x="1137" y="63"/>
                      <a:pt x="1088" y="171"/>
                      <a:pt x="1038" y="262"/>
                    </a:cubicBezTo>
                    <a:cubicBezTo>
                      <a:pt x="980" y="361"/>
                      <a:pt x="922" y="461"/>
                      <a:pt x="864" y="569"/>
                    </a:cubicBezTo>
                    <a:cubicBezTo>
                      <a:pt x="740" y="776"/>
                      <a:pt x="632" y="983"/>
                      <a:pt x="524" y="1190"/>
                    </a:cubicBezTo>
                    <a:cubicBezTo>
                      <a:pt x="425" y="1397"/>
                      <a:pt x="334" y="1613"/>
                      <a:pt x="243" y="1828"/>
                    </a:cubicBezTo>
                    <a:cubicBezTo>
                      <a:pt x="152" y="2043"/>
                      <a:pt x="85" y="2267"/>
                      <a:pt x="11" y="2491"/>
                    </a:cubicBezTo>
                    <a:cubicBezTo>
                      <a:pt x="0" y="2517"/>
                      <a:pt x="23" y="2533"/>
                      <a:pt x="45" y="2533"/>
                    </a:cubicBezTo>
                    <a:cubicBezTo>
                      <a:pt x="58" y="2533"/>
                      <a:pt x="71" y="2528"/>
                      <a:pt x="77" y="2516"/>
                    </a:cubicBezTo>
                    <a:cubicBezTo>
                      <a:pt x="152" y="2292"/>
                      <a:pt x="251" y="2085"/>
                      <a:pt x="342" y="1869"/>
                    </a:cubicBezTo>
                    <a:cubicBezTo>
                      <a:pt x="433" y="1654"/>
                      <a:pt x="524" y="1439"/>
                      <a:pt x="632" y="1231"/>
                    </a:cubicBezTo>
                    <a:cubicBezTo>
                      <a:pt x="731" y="1033"/>
                      <a:pt x="839" y="834"/>
                      <a:pt x="947" y="635"/>
                    </a:cubicBezTo>
                    <a:cubicBezTo>
                      <a:pt x="1005" y="535"/>
                      <a:pt x="1063" y="436"/>
                      <a:pt x="1121" y="345"/>
                    </a:cubicBezTo>
                    <a:cubicBezTo>
                      <a:pt x="1179" y="254"/>
                      <a:pt x="1270" y="154"/>
                      <a:pt x="1287" y="55"/>
                    </a:cubicBezTo>
                    <a:cubicBezTo>
                      <a:pt x="1287" y="28"/>
                      <a:pt x="1270" y="1"/>
                      <a:pt x="12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3" name="Google Shape;3933;p9"/>
              <p:cNvSpPr/>
              <p:nvPr/>
            </p:nvSpPr>
            <p:spPr>
              <a:xfrm>
                <a:off x="862625" y="2565000"/>
                <a:ext cx="12625" cy="12725"/>
              </a:xfrm>
              <a:custGeom>
                <a:rect b="b" l="l" r="r" t="t"/>
                <a:pathLst>
                  <a:path extrusionOk="0" h="509" w="505">
                    <a:moveTo>
                      <a:pt x="456" y="1"/>
                    </a:moveTo>
                    <a:cubicBezTo>
                      <a:pt x="415" y="34"/>
                      <a:pt x="382" y="75"/>
                      <a:pt x="340" y="109"/>
                    </a:cubicBezTo>
                    <a:cubicBezTo>
                      <a:pt x="307" y="142"/>
                      <a:pt x="274" y="183"/>
                      <a:pt x="241" y="225"/>
                    </a:cubicBezTo>
                    <a:cubicBezTo>
                      <a:pt x="166" y="299"/>
                      <a:pt x="100" y="374"/>
                      <a:pt x="26" y="448"/>
                    </a:cubicBezTo>
                    <a:cubicBezTo>
                      <a:pt x="0" y="474"/>
                      <a:pt x="24" y="509"/>
                      <a:pt x="51" y="509"/>
                    </a:cubicBezTo>
                    <a:cubicBezTo>
                      <a:pt x="59" y="509"/>
                      <a:pt x="68" y="506"/>
                      <a:pt x="75" y="498"/>
                    </a:cubicBezTo>
                    <a:cubicBezTo>
                      <a:pt x="150" y="423"/>
                      <a:pt x="216" y="349"/>
                      <a:pt x="291" y="274"/>
                    </a:cubicBezTo>
                    <a:cubicBezTo>
                      <a:pt x="324" y="241"/>
                      <a:pt x="357" y="208"/>
                      <a:pt x="390" y="167"/>
                    </a:cubicBezTo>
                    <a:cubicBezTo>
                      <a:pt x="432" y="125"/>
                      <a:pt x="473" y="92"/>
                      <a:pt x="498" y="42"/>
                    </a:cubicBezTo>
                    <a:cubicBezTo>
                      <a:pt x="504" y="23"/>
                      <a:pt x="491" y="4"/>
                      <a:pt x="473" y="4"/>
                    </a:cubicBezTo>
                    <a:cubicBezTo>
                      <a:pt x="468" y="4"/>
                      <a:pt x="462" y="5"/>
                      <a:pt x="456" y="9"/>
                    </a:cubicBezTo>
                    <a:lnTo>
                      <a:pt x="45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4" name="Google Shape;3934;p9"/>
              <p:cNvSpPr/>
              <p:nvPr/>
            </p:nvSpPr>
            <p:spPr>
              <a:xfrm>
                <a:off x="895225" y="2677600"/>
                <a:ext cx="5325" cy="18600"/>
              </a:xfrm>
              <a:custGeom>
                <a:rect b="b" l="l" r="r" t="t"/>
                <a:pathLst>
                  <a:path extrusionOk="0" h="744" w="213">
                    <a:moveTo>
                      <a:pt x="175" y="1"/>
                    </a:moveTo>
                    <a:cubicBezTo>
                      <a:pt x="163" y="1"/>
                      <a:pt x="150" y="5"/>
                      <a:pt x="147" y="12"/>
                    </a:cubicBezTo>
                    <a:cubicBezTo>
                      <a:pt x="122" y="62"/>
                      <a:pt x="114" y="120"/>
                      <a:pt x="105" y="178"/>
                    </a:cubicBezTo>
                    <a:cubicBezTo>
                      <a:pt x="89" y="236"/>
                      <a:pt x="80" y="294"/>
                      <a:pt x="72" y="352"/>
                    </a:cubicBezTo>
                    <a:cubicBezTo>
                      <a:pt x="56" y="468"/>
                      <a:pt x="31" y="576"/>
                      <a:pt x="6" y="692"/>
                    </a:cubicBezTo>
                    <a:cubicBezTo>
                      <a:pt x="1" y="723"/>
                      <a:pt x="27" y="744"/>
                      <a:pt x="50" y="744"/>
                    </a:cubicBezTo>
                    <a:cubicBezTo>
                      <a:pt x="64" y="744"/>
                      <a:pt x="77" y="736"/>
                      <a:pt x="80" y="717"/>
                    </a:cubicBezTo>
                    <a:cubicBezTo>
                      <a:pt x="114" y="601"/>
                      <a:pt x="138" y="485"/>
                      <a:pt x="163" y="369"/>
                    </a:cubicBezTo>
                    <a:cubicBezTo>
                      <a:pt x="172" y="311"/>
                      <a:pt x="180" y="253"/>
                      <a:pt x="196" y="203"/>
                    </a:cubicBezTo>
                    <a:cubicBezTo>
                      <a:pt x="205" y="145"/>
                      <a:pt x="213" y="79"/>
                      <a:pt x="205" y="21"/>
                    </a:cubicBezTo>
                    <a:cubicBezTo>
                      <a:pt x="205" y="7"/>
                      <a:pt x="190" y="1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5" name="Google Shape;3935;p9"/>
              <p:cNvSpPr/>
              <p:nvPr/>
            </p:nvSpPr>
            <p:spPr>
              <a:xfrm>
                <a:off x="898250" y="2658125"/>
                <a:ext cx="2300" cy="9700"/>
              </a:xfrm>
              <a:custGeom>
                <a:rect b="b" l="l" r="r" t="t"/>
                <a:pathLst>
                  <a:path extrusionOk="0" h="388" w="92">
                    <a:moveTo>
                      <a:pt x="42" y="0"/>
                    </a:moveTo>
                    <a:cubicBezTo>
                      <a:pt x="34" y="0"/>
                      <a:pt x="26" y="4"/>
                      <a:pt x="26" y="13"/>
                    </a:cubicBezTo>
                    <a:cubicBezTo>
                      <a:pt x="17" y="46"/>
                      <a:pt x="17" y="71"/>
                      <a:pt x="9" y="96"/>
                    </a:cubicBezTo>
                    <a:cubicBezTo>
                      <a:pt x="9" y="120"/>
                      <a:pt x="9" y="154"/>
                      <a:pt x="9" y="178"/>
                    </a:cubicBezTo>
                    <a:cubicBezTo>
                      <a:pt x="1" y="187"/>
                      <a:pt x="1" y="203"/>
                      <a:pt x="1" y="220"/>
                    </a:cubicBezTo>
                    <a:lnTo>
                      <a:pt x="1" y="261"/>
                    </a:lnTo>
                    <a:lnTo>
                      <a:pt x="1" y="344"/>
                    </a:lnTo>
                    <a:cubicBezTo>
                      <a:pt x="1" y="373"/>
                      <a:pt x="24" y="388"/>
                      <a:pt x="46" y="388"/>
                    </a:cubicBezTo>
                    <a:cubicBezTo>
                      <a:pt x="69" y="388"/>
                      <a:pt x="92" y="373"/>
                      <a:pt x="92" y="344"/>
                    </a:cubicBezTo>
                    <a:lnTo>
                      <a:pt x="92" y="261"/>
                    </a:lnTo>
                    <a:lnTo>
                      <a:pt x="92" y="220"/>
                    </a:lnTo>
                    <a:cubicBezTo>
                      <a:pt x="92" y="203"/>
                      <a:pt x="84" y="195"/>
                      <a:pt x="84" y="178"/>
                    </a:cubicBezTo>
                    <a:cubicBezTo>
                      <a:pt x="75" y="154"/>
                      <a:pt x="75" y="120"/>
                      <a:pt x="75" y="96"/>
                    </a:cubicBezTo>
                    <a:cubicBezTo>
                      <a:pt x="75" y="71"/>
                      <a:pt x="67" y="46"/>
                      <a:pt x="59" y="13"/>
                    </a:cubicBezTo>
                    <a:cubicBezTo>
                      <a:pt x="59" y="4"/>
                      <a:pt x="51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6" name="Google Shape;3936;p9"/>
              <p:cNvSpPr/>
              <p:nvPr/>
            </p:nvSpPr>
            <p:spPr>
              <a:xfrm>
                <a:off x="612975" y="2613000"/>
                <a:ext cx="45850" cy="90400"/>
              </a:xfrm>
              <a:custGeom>
                <a:rect b="b" l="l" r="r" t="t"/>
                <a:pathLst>
                  <a:path extrusionOk="0" h="3616" w="1834">
                    <a:moveTo>
                      <a:pt x="46" y="0"/>
                    </a:moveTo>
                    <a:cubicBezTo>
                      <a:pt x="20" y="0"/>
                      <a:pt x="0" y="36"/>
                      <a:pt x="19" y="61"/>
                    </a:cubicBezTo>
                    <a:cubicBezTo>
                      <a:pt x="657" y="857"/>
                      <a:pt x="1312" y="1710"/>
                      <a:pt x="1527" y="2729"/>
                    </a:cubicBezTo>
                    <a:cubicBezTo>
                      <a:pt x="1560" y="2862"/>
                      <a:pt x="1585" y="3002"/>
                      <a:pt x="1594" y="3143"/>
                    </a:cubicBezTo>
                    <a:cubicBezTo>
                      <a:pt x="1610" y="3284"/>
                      <a:pt x="1610" y="3433"/>
                      <a:pt x="1643" y="3566"/>
                    </a:cubicBezTo>
                    <a:cubicBezTo>
                      <a:pt x="1651" y="3601"/>
                      <a:pt x="1673" y="3616"/>
                      <a:pt x="1698" y="3616"/>
                    </a:cubicBezTo>
                    <a:cubicBezTo>
                      <a:pt x="1725" y="3616"/>
                      <a:pt x="1754" y="3597"/>
                      <a:pt x="1768" y="3566"/>
                    </a:cubicBezTo>
                    <a:cubicBezTo>
                      <a:pt x="1817" y="3442"/>
                      <a:pt x="1817" y="3317"/>
                      <a:pt x="1817" y="3193"/>
                    </a:cubicBezTo>
                    <a:cubicBezTo>
                      <a:pt x="1834" y="3052"/>
                      <a:pt x="1809" y="2920"/>
                      <a:pt x="1792" y="2779"/>
                    </a:cubicBezTo>
                    <a:cubicBezTo>
                      <a:pt x="1743" y="2522"/>
                      <a:pt x="1660" y="2273"/>
                      <a:pt x="1552" y="2033"/>
                    </a:cubicBezTo>
                    <a:cubicBezTo>
                      <a:pt x="1337" y="1544"/>
                      <a:pt x="1030" y="1105"/>
                      <a:pt x="682" y="699"/>
                    </a:cubicBezTo>
                    <a:cubicBezTo>
                      <a:pt x="483" y="459"/>
                      <a:pt x="276" y="243"/>
                      <a:pt x="69" y="11"/>
                    </a:cubicBezTo>
                    <a:cubicBezTo>
                      <a:pt x="61" y="4"/>
                      <a:pt x="53" y="0"/>
                      <a:pt x="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7" name="Google Shape;3937;p9"/>
              <p:cNvSpPr/>
              <p:nvPr/>
            </p:nvSpPr>
            <p:spPr>
              <a:xfrm>
                <a:off x="642925" y="2681800"/>
                <a:ext cx="10925" cy="33175"/>
              </a:xfrm>
              <a:custGeom>
                <a:rect b="b" l="l" r="r" t="t"/>
                <a:pathLst>
                  <a:path extrusionOk="0" h="1327" w="437">
                    <a:moveTo>
                      <a:pt x="65" y="1"/>
                    </a:moveTo>
                    <a:cubicBezTo>
                      <a:pt x="32" y="1"/>
                      <a:pt x="0" y="37"/>
                      <a:pt x="23" y="76"/>
                    </a:cubicBezTo>
                    <a:cubicBezTo>
                      <a:pt x="122" y="267"/>
                      <a:pt x="188" y="474"/>
                      <a:pt x="230" y="690"/>
                    </a:cubicBezTo>
                    <a:cubicBezTo>
                      <a:pt x="246" y="789"/>
                      <a:pt x="255" y="897"/>
                      <a:pt x="255" y="996"/>
                    </a:cubicBezTo>
                    <a:cubicBezTo>
                      <a:pt x="263" y="1054"/>
                      <a:pt x="263" y="1104"/>
                      <a:pt x="271" y="1154"/>
                    </a:cubicBezTo>
                    <a:cubicBezTo>
                      <a:pt x="280" y="1212"/>
                      <a:pt x="271" y="1253"/>
                      <a:pt x="296" y="1303"/>
                    </a:cubicBezTo>
                    <a:cubicBezTo>
                      <a:pt x="306" y="1317"/>
                      <a:pt x="321" y="1326"/>
                      <a:pt x="335" y="1326"/>
                    </a:cubicBezTo>
                    <a:cubicBezTo>
                      <a:pt x="346" y="1326"/>
                      <a:pt x="355" y="1321"/>
                      <a:pt x="362" y="1311"/>
                    </a:cubicBezTo>
                    <a:cubicBezTo>
                      <a:pt x="404" y="1270"/>
                      <a:pt x="404" y="1228"/>
                      <a:pt x="420" y="1178"/>
                    </a:cubicBezTo>
                    <a:cubicBezTo>
                      <a:pt x="429" y="1112"/>
                      <a:pt x="437" y="1062"/>
                      <a:pt x="437" y="996"/>
                    </a:cubicBezTo>
                    <a:cubicBezTo>
                      <a:pt x="437" y="880"/>
                      <a:pt x="420" y="764"/>
                      <a:pt x="387" y="648"/>
                    </a:cubicBezTo>
                    <a:cubicBezTo>
                      <a:pt x="338" y="424"/>
                      <a:pt x="238" y="217"/>
                      <a:pt x="106" y="27"/>
                    </a:cubicBezTo>
                    <a:cubicBezTo>
                      <a:pt x="95" y="9"/>
                      <a:pt x="80" y="1"/>
                      <a:pt x="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8" name="Google Shape;3938;p9"/>
              <p:cNvSpPr/>
              <p:nvPr/>
            </p:nvSpPr>
            <p:spPr>
              <a:xfrm>
                <a:off x="641700" y="2699100"/>
                <a:ext cx="4500" cy="22125"/>
              </a:xfrm>
              <a:custGeom>
                <a:rect b="b" l="l" r="r" t="t"/>
                <a:pathLst>
                  <a:path extrusionOk="0" h="885" w="180">
                    <a:moveTo>
                      <a:pt x="61" y="0"/>
                    </a:moveTo>
                    <a:cubicBezTo>
                      <a:pt x="31" y="0"/>
                      <a:pt x="1" y="19"/>
                      <a:pt x="5" y="56"/>
                    </a:cubicBezTo>
                    <a:cubicBezTo>
                      <a:pt x="22" y="188"/>
                      <a:pt x="30" y="321"/>
                      <a:pt x="39" y="453"/>
                    </a:cubicBezTo>
                    <a:cubicBezTo>
                      <a:pt x="47" y="586"/>
                      <a:pt x="39" y="727"/>
                      <a:pt x="72" y="859"/>
                    </a:cubicBezTo>
                    <a:cubicBezTo>
                      <a:pt x="76" y="876"/>
                      <a:pt x="92" y="884"/>
                      <a:pt x="109" y="884"/>
                    </a:cubicBezTo>
                    <a:cubicBezTo>
                      <a:pt x="126" y="884"/>
                      <a:pt x="142" y="876"/>
                      <a:pt x="146" y="859"/>
                    </a:cubicBezTo>
                    <a:cubicBezTo>
                      <a:pt x="179" y="727"/>
                      <a:pt x="171" y="586"/>
                      <a:pt x="163" y="445"/>
                    </a:cubicBezTo>
                    <a:cubicBezTo>
                      <a:pt x="155" y="312"/>
                      <a:pt x="138" y="172"/>
                      <a:pt x="113" y="39"/>
                    </a:cubicBezTo>
                    <a:cubicBezTo>
                      <a:pt x="109" y="13"/>
                      <a:pt x="86" y="0"/>
                      <a:pt x="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9" name="Google Shape;3939;p9"/>
              <p:cNvSpPr/>
              <p:nvPr/>
            </p:nvSpPr>
            <p:spPr>
              <a:xfrm>
                <a:off x="635200" y="2714575"/>
                <a:ext cx="3550" cy="16975"/>
              </a:xfrm>
              <a:custGeom>
                <a:rect b="b" l="l" r="r" t="t"/>
                <a:pathLst>
                  <a:path extrusionOk="0" h="679" w="142">
                    <a:moveTo>
                      <a:pt x="75" y="0"/>
                    </a:moveTo>
                    <a:cubicBezTo>
                      <a:pt x="50" y="0"/>
                      <a:pt x="33" y="17"/>
                      <a:pt x="33" y="41"/>
                    </a:cubicBezTo>
                    <a:cubicBezTo>
                      <a:pt x="42" y="141"/>
                      <a:pt x="42" y="240"/>
                      <a:pt x="33" y="340"/>
                    </a:cubicBezTo>
                    <a:cubicBezTo>
                      <a:pt x="25" y="447"/>
                      <a:pt x="9" y="547"/>
                      <a:pt x="0" y="646"/>
                    </a:cubicBezTo>
                    <a:cubicBezTo>
                      <a:pt x="0" y="668"/>
                      <a:pt x="19" y="678"/>
                      <a:pt x="37" y="678"/>
                    </a:cubicBezTo>
                    <a:cubicBezTo>
                      <a:pt x="54" y="678"/>
                      <a:pt x="71" y="670"/>
                      <a:pt x="75" y="655"/>
                    </a:cubicBezTo>
                    <a:cubicBezTo>
                      <a:pt x="141" y="456"/>
                      <a:pt x="141" y="240"/>
                      <a:pt x="116" y="41"/>
                    </a:cubicBezTo>
                    <a:cubicBezTo>
                      <a:pt x="108" y="17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0" name="Google Shape;3940;p9"/>
              <p:cNvSpPr/>
              <p:nvPr/>
            </p:nvSpPr>
            <p:spPr>
              <a:xfrm>
                <a:off x="583000" y="2742900"/>
                <a:ext cx="12025" cy="15125"/>
              </a:xfrm>
              <a:custGeom>
                <a:rect b="b" l="l" r="r" t="t"/>
                <a:pathLst>
                  <a:path extrusionOk="0" h="605" w="481">
                    <a:moveTo>
                      <a:pt x="66" y="1"/>
                    </a:moveTo>
                    <a:cubicBezTo>
                      <a:pt x="61" y="1"/>
                      <a:pt x="56" y="1"/>
                      <a:pt x="50" y="2"/>
                    </a:cubicBezTo>
                    <a:cubicBezTo>
                      <a:pt x="17" y="10"/>
                      <a:pt x="0" y="52"/>
                      <a:pt x="9" y="85"/>
                    </a:cubicBezTo>
                    <a:cubicBezTo>
                      <a:pt x="17" y="193"/>
                      <a:pt x="58" y="292"/>
                      <a:pt x="116" y="383"/>
                    </a:cubicBezTo>
                    <a:cubicBezTo>
                      <a:pt x="149" y="425"/>
                      <a:pt x="183" y="466"/>
                      <a:pt x="224" y="508"/>
                    </a:cubicBezTo>
                    <a:cubicBezTo>
                      <a:pt x="249" y="524"/>
                      <a:pt x="274" y="549"/>
                      <a:pt x="299" y="566"/>
                    </a:cubicBezTo>
                    <a:cubicBezTo>
                      <a:pt x="324" y="585"/>
                      <a:pt x="350" y="604"/>
                      <a:pt x="379" y="604"/>
                    </a:cubicBezTo>
                    <a:cubicBezTo>
                      <a:pt x="388" y="604"/>
                      <a:pt x="397" y="602"/>
                      <a:pt x="406" y="599"/>
                    </a:cubicBezTo>
                    <a:cubicBezTo>
                      <a:pt x="456" y="590"/>
                      <a:pt x="481" y="541"/>
                      <a:pt x="473" y="491"/>
                    </a:cubicBezTo>
                    <a:cubicBezTo>
                      <a:pt x="464" y="450"/>
                      <a:pt x="423" y="433"/>
                      <a:pt x="390" y="408"/>
                    </a:cubicBezTo>
                    <a:lnTo>
                      <a:pt x="390" y="416"/>
                    </a:lnTo>
                    <a:cubicBezTo>
                      <a:pt x="381" y="408"/>
                      <a:pt x="381" y="408"/>
                      <a:pt x="373" y="400"/>
                    </a:cubicBezTo>
                    <a:cubicBezTo>
                      <a:pt x="365" y="392"/>
                      <a:pt x="357" y="383"/>
                      <a:pt x="348" y="383"/>
                    </a:cubicBezTo>
                    <a:cubicBezTo>
                      <a:pt x="332" y="367"/>
                      <a:pt x="315" y="350"/>
                      <a:pt x="299" y="334"/>
                    </a:cubicBezTo>
                    <a:cubicBezTo>
                      <a:pt x="290" y="325"/>
                      <a:pt x="282" y="317"/>
                      <a:pt x="274" y="309"/>
                    </a:cubicBezTo>
                    <a:cubicBezTo>
                      <a:pt x="274" y="300"/>
                      <a:pt x="265" y="292"/>
                      <a:pt x="265" y="292"/>
                    </a:cubicBezTo>
                    <a:cubicBezTo>
                      <a:pt x="265" y="292"/>
                      <a:pt x="257" y="284"/>
                      <a:pt x="257" y="284"/>
                    </a:cubicBezTo>
                    <a:cubicBezTo>
                      <a:pt x="257" y="284"/>
                      <a:pt x="249" y="276"/>
                      <a:pt x="249" y="276"/>
                    </a:cubicBezTo>
                    <a:cubicBezTo>
                      <a:pt x="249" y="267"/>
                      <a:pt x="241" y="267"/>
                      <a:pt x="241" y="259"/>
                    </a:cubicBezTo>
                    <a:cubicBezTo>
                      <a:pt x="232" y="251"/>
                      <a:pt x="224" y="242"/>
                      <a:pt x="216" y="234"/>
                    </a:cubicBezTo>
                    <a:cubicBezTo>
                      <a:pt x="207" y="209"/>
                      <a:pt x="199" y="193"/>
                      <a:pt x="183" y="168"/>
                    </a:cubicBezTo>
                    <a:cubicBezTo>
                      <a:pt x="183" y="160"/>
                      <a:pt x="174" y="151"/>
                      <a:pt x="166" y="143"/>
                    </a:cubicBezTo>
                    <a:cubicBezTo>
                      <a:pt x="166" y="135"/>
                      <a:pt x="166" y="126"/>
                      <a:pt x="158" y="126"/>
                    </a:cubicBezTo>
                    <a:cubicBezTo>
                      <a:pt x="158" y="126"/>
                      <a:pt x="158" y="118"/>
                      <a:pt x="158" y="110"/>
                    </a:cubicBezTo>
                    <a:cubicBezTo>
                      <a:pt x="158" y="110"/>
                      <a:pt x="149" y="102"/>
                      <a:pt x="149" y="102"/>
                    </a:cubicBezTo>
                    <a:cubicBezTo>
                      <a:pt x="149" y="102"/>
                      <a:pt x="149" y="93"/>
                      <a:pt x="149" y="85"/>
                    </a:cubicBezTo>
                    <a:cubicBezTo>
                      <a:pt x="141" y="77"/>
                      <a:pt x="141" y="60"/>
                      <a:pt x="133" y="52"/>
                    </a:cubicBezTo>
                    <a:cubicBezTo>
                      <a:pt x="126" y="23"/>
                      <a:pt x="100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1" name="Google Shape;3941;p9"/>
              <p:cNvSpPr/>
              <p:nvPr/>
            </p:nvSpPr>
            <p:spPr>
              <a:xfrm>
                <a:off x="593150" y="2743525"/>
                <a:ext cx="9125" cy="9475"/>
              </a:xfrm>
              <a:custGeom>
                <a:rect b="b" l="l" r="r" t="t"/>
                <a:pathLst>
                  <a:path extrusionOk="0" h="379" w="365">
                    <a:moveTo>
                      <a:pt x="168" y="1"/>
                    </a:moveTo>
                    <a:cubicBezTo>
                      <a:pt x="162" y="1"/>
                      <a:pt x="156" y="1"/>
                      <a:pt x="149" y="2"/>
                    </a:cubicBezTo>
                    <a:cubicBezTo>
                      <a:pt x="133" y="2"/>
                      <a:pt x="116" y="10"/>
                      <a:pt x="100" y="19"/>
                    </a:cubicBezTo>
                    <a:cubicBezTo>
                      <a:pt x="100" y="27"/>
                      <a:pt x="91" y="35"/>
                      <a:pt x="91" y="43"/>
                    </a:cubicBezTo>
                    <a:lnTo>
                      <a:pt x="58" y="43"/>
                    </a:lnTo>
                    <a:cubicBezTo>
                      <a:pt x="25" y="60"/>
                      <a:pt x="0" y="93"/>
                      <a:pt x="9" y="126"/>
                    </a:cubicBezTo>
                    <a:cubicBezTo>
                      <a:pt x="25" y="176"/>
                      <a:pt x="42" y="217"/>
                      <a:pt x="58" y="259"/>
                    </a:cubicBezTo>
                    <a:cubicBezTo>
                      <a:pt x="67" y="275"/>
                      <a:pt x="75" y="292"/>
                      <a:pt x="83" y="309"/>
                    </a:cubicBezTo>
                    <a:cubicBezTo>
                      <a:pt x="108" y="333"/>
                      <a:pt x="133" y="375"/>
                      <a:pt x="166" y="375"/>
                    </a:cubicBezTo>
                    <a:cubicBezTo>
                      <a:pt x="171" y="377"/>
                      <a:pt x="176" y="378"/>
                      <a:pt x="182" y="378"/>
                    </a:cubicBezTo>
                    <a:cubicBezTo>
                      <a:pt x="196" y="378"/>
                      <a:pt x="212" y="372"/>
                      <a:pt x="224" y="367"/>
                    </a:cubicBezTo>
                    <a:cubicBezTo>
                      <a:pt x="241" y="350"/>
                      <a:pt x="249" y="325"/>
                      <a:pt x="241" y="300"/>
                    </a:cubicBezTo>
                    <a:cubicBezTo>
                      <a:pt x="241" y="292"/>
                      <a:pt x="241" y="275"/>
                      <a:pt x="232" y="259"/>
                    </a:cubicBezTo>
                    <a:cubicBezTo>
                      <a:pt x="232" y="259"/>
                      <a:pt x="224" y="251"/>
                      <a:pt x="224" y="242"/>
                    </a:cubicBezTo>
                    <a:cubicBezTo>
                      <a:pt x="216" y="234"/>
                      <a:pt x="207" y="226"/>
                      <a:pt x="199" y="209"/>
                    </a:cubicBezTo>
                    <a:cubicBezTo>
                      <a:pt x="183" y="193"/>
                      <a:pt x="174" y="168"/>
                      <a:pt x="158" y="143"/>
                    </a:cubicBezTo>
                    <a:cubicBezTo>
                      <a:pt x="158" y="135"/>
                      <a:pt x="158" y="135"/>
                      <a:pt x="158" y="126"/>
                    </a:cubicBezTo>
                    <a:cubicBezTo>
                      <a:pt x="166" y="126"/>
                      <a:pt x="174" y="126"/>
                      <a:pt x="183" y="135"/>
                    </a:cubicBezTo>
                    <a:cubicBezTo>
                      <a:pt x="183" y="135"/>
                      <a:pt x="191" y="143"/>
                      <a:pt x="199" y="143"/>
                    </a:cubicBezTo>
                    <a:cubicBezTo>
                      <a:pt x="207" y="151"/>
                      <a:pt x="207" y="151"/>
                      <a:pt x="216" y="159"/>
                    </a:cubicBezTo>
                    <a:cubicBezTo>
                      <a:pt x="216" y="168"/>
                      <a:pt x="224" y="176"/>
                      <a:pt x="224" y="184"/>
                    </a:cubicBezTo>
                    <a:cubicBezTo>
                      <a:pt x="232" y="193"/>
                      <a:pt x="232" y="201"/>
                      <a:pt x="241" y="209"/>
                    </a:cubicBezTo>
                    <a:cubicBezTo>
                      <a:pt x="241" y="209"/>
                      <a:pt x="241" y="217"/>
                      <a:pt x="241" y="217"/>
                    </a:cubicBezTo>
                    <a:cubicBezTo>
                      <a:pt x="241" y="234"/>
                      <a:pt x="249" y="242"/>
                      <a:pt x="257" y="251"/>
                    </a:cubicBezTo>
                    <a:cubicBezTo>
                      <a:pt x="257" y="251"/>
                      <a:pt x="265" y="259"/>
                      <a:pt x="265" y="259"/>
                    </a:cubicBezTo>
                    <a:cubicBezTo>
                      <a:pt x="275" y="269"/>
                      <a:pt x="285" y="273"/>
                      <a:pt x="296" y="273"/>
                    </a:cubicBezTo>
                    <a:cubicBezTo>
                      <a:pt x="304" y="273"/>
                      <a:pt x="313" y="271"/>
                      <a:pt x="323" y="267"/>
                    </a:cubicBezTo>
                    <a:cubicBezTo>
                      <a:pt x="340" y="251"/>
                      <a:pt x="357" y="226"/>
                      <a:pt x="365" y="201"/>
                    </a:cubicBezTo>
                    <a:cubicBezTo>
                      <a:pt x="365" y="184"/>
                      <a:pt x="357" y="168"/>
                      <a:pt x="357" y="151"/>
                    </a:cubicBezTo>
                    <a:cubicBezTo>
                      <a:pt x="348" y="126"/>
                      <a:pt x="332" y="93"/>
                      <a:pt x="307" y="68"/>
                    </a:cubicBezTo>
                    <a:cubicBezTo>
                      <a:pt x="270" y="31"/>
                      <a:pt x="219" y="1"/>
                      <a:pt x="1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2" name="Google Shape;3942;p9"/>
              <p:cNvSpPr/>
              <p:nvPr/>
            </p:nvSpPr>
            <p:spPr>
              <a:xfrm>
                <a:off x="622350" y="2639575"/>
                <a:ext cx="22125" cy="30400"/>
              </a:xfrm>
              <a:custGeom>
                <a:rect b="b" l="l" r="r" t="t"/>
                <a:pathLst>
                  <a:path extrusionOk="0" h="1216" w="885">
                    <a:moveTo>
                      <a:pt x="59" y="1"/>
                    </a:moveTo>
                    <a:cubicBezTo>
                      <a:pt x="25" y="1"/>
                      <a:pt x="1" y="34"/>
                      <a:pt x="9" y="67"/>
                    </a:cubicBezTo>
                    <a:cubicBezTo>
                      <a:pt x="9" y="92"/>
                      <a:pt x="25" y="117"/>
                      <a:pt x="42" y="142"/>
                    </a:cubicBezTo>
                    <a:cubicBezTo>
                      <a:pt x="67" y="158"/>
                      <a:pt x="75" y="191"/>
                      <a:pt x="92" y="216"/>
                    </a:cubicBezTo>
                    <a:cubicBezTo>
                      <a:pt x="125" y="258"/>
                      <a:pt x="166" y="291"/>
                      <a:pt x="208" y="332"/>
                    </a:cubicBezTo>
                    <a:cubicBezTo>
                      <a:pt x="291" y="407"/>
                      <a:pt x="373" y="498"/>
                      <a:pt x="448" y="581"/>
                    </a:cubicBezTo>
                    <a:cubicBezTo>
                      <a:pt x="514" y="672"/>
                      <a:pt x="581" y="763"/>
                      <a:pt x="630" y="862"/>
                    </a:cubicBezTo>
                    <a:cubicBezTo>
                      <a:pt x="655" y="912"/>
                      <a:pt x="680" y="970"/>
                      <a:pt x="705" y="1020"/>
                    </a:cubicBezTo>
                    <a:cubicBezTo>
                      <a:pt x="730" y="1086"/>
                      <a:pt x="771" y="1136"/>
                      <a:pt x="813" y="1194"/>
                    </a:cubicBezTo>
                    <a:cubicBezTo>
                      <a:pt x="822" y="1209"/>
                      <a:pt x="834" y="1215"/>
                      <a:pt x="845" y="1215"/>
                    </a:cubicBezTo>
                    <a:cubicBezTo>
                      <a:pt x="866" y="1215"/>
                      <a:pt x="884" y="1195"/>
                      <a:pt x="879" y="1169"/>
                    </a:cubicBezTo>
                    <a:cubicBezTo>
                      <a:pt x="862" y="1094"/>
                      <a:pt x="854" y="1028"/>
                      <a:pt x="829" y="962"/>
                    </a:cubicBezTo>
                    <a:cubicBezTo>
                      <a:pt x="813" y="904"/>
                      <a:pt x="788" y="846"/>
                      <a:pt x="763" y="796"/>
                    </a:cubicBezTo>
                    <a:cubicBezTo>
                      <a:pt x="721" y="680"/>
                      <a:pt x="655" y="572"/>
                      <a:pt x="589" y="473"/>
                    </a:cubicBezTo>
                    <a:cubicBezTo>
                      <a:pt x="514" y="374"/>
                      <a:pt x="440" y="282"/>
                      <a:pt x="357" y="200"/>
                    </a:cubicBezTo>
                    <a:cubicBezTo>
                      <a:pt x="315" y="158"/>
                      <a:pt x="274" y="117"/>
                      <a:pt x="224" y="75"/>
                    </a:cubicBezTo>
                    <a:cubicBezTo>
                      <a:pt x="199" y="59"/>
                      <a:pt x="166" y="42"/>
                      <a:pt x="141" y="26"/>
                    </a:cubicBezTo>
                    <a:cubicBezTo>
                      <a:pt x="117" y="9"/>
                      <a:pt x="92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3" name="Google Shape;3943;p9"/>
              <p:cNvSpPr/>
              <p:nvPr/>
            </p:nvSpPr>
            <p:spPr>
              <a:xfrm>
                <a:off x="607850" y="2626125"/>
                <a:ext cx="11000" cy="5650"/>
              </a:xfrm>
              <a:custGeom>
                <a:rect b="b" l="l" r="r" t="t"/>
                <a:pathLst>
                  <a:path extrusionOk="0" h="226" w="440">
                    <a:moveTo>
                      <a:pt x="59" y="0"/>
                    </a:moveTo>
                    <a:cubicBezTo>
                      <a:pt x="42" y="0"/>
                      <a:pt x="17" y="17"/>
                      <a:pt x="9" y="42"/>
                    </a:cubicBezTo>
                    <a:cubicBezTo>
                      <a:pt x="1" y="66"/>
                      <a:pt x="17" y="91"/>
                      <a:pt x="34" y="100"/>
                    </a:cubicBezTo>
                    <a:cubicBezTo>
                      <a:pt x="50" y="108"/>
                      <a:pt x="59" y="116"/>
                      <a:pt x="75" y="124"/>
                    </a:cubicBezTo>
                    <a:lnTo>
                      <a:pt x="75" y="133"/>
                    </a:lnTo>
                    <a:cubicBezTo>
                      <a:pt x="83" y="133"/>
                      <a:pt x="83" y="141"/>
                      <a:pt x="92" y="141"/>
                    </a:cubicBezTo>
                    <a:cubicBezTo>
                      <a:pt x="100" y="149"/>
                      <a:pt x="117" y="149"/>
                      <a:pt x="125" y="158"/>
                    </a:cubicBezTo>
                    <a:cubicBezTo>
                      <a:pt x="141" y="166"/>
                      <a:pt x="158" y="166"/>
                      <a:pt x="175" y="174"/>
                    </a:cubicBezTo>
                    <a:cubicBezTo>
                      <a:pt x="233" y="199"/>
                      <a:pt x="291" y="216"/>
                      <a:pt x="357" y="224"/>
                    </a:cubicBezTo>
                    <a:cubicBezTo>
                      <a:pt x="363" y="225"/>
                      <a:pt x="368" y="226"/>
                      <a:pt x="374" y="226"/>
                    </a:cubicBezTo>
                    <a:cubicBezTo>
                      <a:pt x="401" y="226"/>
                      <a:pt x="425" y="210"/>
                      <a:pt x="431" y="182"/>
                    </a:cubicBezTo>
                    <a:cubicBezTo>
                      <a:pt x="440" y="149"/>
                      <a:pt x="423" y="108"/>
                      <a:pt x="390" y="100"/>
                    </a:cubicBezTo>
                    <a:cubicBezTo>
                      <a:pt x="324" y="83"/>
                      <a:pt x="266" y="66"/>
                      <a:pt x="208" y="50"/>
                    </a:cubicBezTo>
                    <a:cubicBezTo>
                      <a:pt x="191" y="42"/>
                      <a:pt x="175" y="33"/>
                      <a:pt x="166" y="25"/>
                    </a:cubicBezTo>
                    <a:cubicBezTo>
                      <a:pt x="158" y="25"/>
                      <a:pt x="150" y="25"/>
                      <a:pt x="141" y="17"/>
                    </a:cubicBezTo>
                    <a:lnTo>
                      <a:pt x="117" y="17"/>
                    </a:lnTo>
                    <a:cubicBezTo>
                      <a:pt x="100" y="8"/>
                      <a:pt x="83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4" name="Google Shape;3944;p9"/>
              <p:cNvSpPr/>
              <p:nvPr/>
            </p:nvSpPr>
            <p:spPr>
              <a:xfrm>
                <a:off x="593350" y="2612850"/>
                <a:ext cx="8525" cy="4800"/>
              </a:xfrm>
              <a:custGeom>
                <a:rect b="b" l="l" r="r" t="t"/>
                <a:pathLst>
                  <a:path extrusionOk="0" h="192" w="341">
                    <a:moveTo>
                      <a:pt x="241" y="175"/>
                    </a:moveTo>
                    <a:cubicBezTo>
                      <a:pt x="243" y="177"/>
                      <a:pt x="244" y="177"/>
                      <a:pt x="244" y="177"/>
                    </a:cubicBezTo>
                    <a:cubicBezTo>
                      <a:pt x="244" y="177"/>
                      <a:pt x="244" y="177"/>
                      <a:pt x="244" y="177"/>
                    </a:cubicBezTo>
                    <a:lnTo>
                      <a:pt x="244" y="177"/>
                    </a:lnTo>
                    <a:cubicBezTo>
                      <a:pt x="243" y="176"/>
                      <a:pt x="242" y="175"/>
                      <a:pt x="241" y="175"/>
                    </a:cubicBezTo>
                    <a:close/>
                    <a:moveTo>
                      <a:pt x="50" y="1"/>
                    </a:moveTo>
                    <a:cubicBezTo>
                      <a:pt x="42" y="1"/>
                      <a:pt x="34" y="9"/>
                      <a:pt x="25" y="9"/>
                    </a:cubicBezTo>
                    <a:cubicBezTo>
                      <a:pt x="1" y="26"/>
                      <a:pt x="1" y="67"/>
                      <a:pt x="25" y="84"/>
                    </a:cubicBezTo>
                    <a:cubicBezTo>
                      <a:pt x="42" y="92"/>
                      <a:pt x="50" y="92"/>
                      <a:pt x="59" y="100"/>
                    </a:cubicBezTo>
                    <a:lnTo>
                      <a:pt x="59" y="92"/>
                    </a:lnTo>
                    <a:cubicBezTo>
                      <a:pt x="67" y="100"/>
                      <a:pt x="83" y="100"/>
                      <a:pt x="92" y="100"/>
                    </a:cubicBezTo>
                    <a:cubicBezTo>
                      <a:pt x="108" y="109"/>
                      <a:pt x="133" y="117"/>
                      <a:pt x="150" y="125"/>
                    </a:cubicBezTo>
                    <a:lnTo>
                      <a:pt x="166" y="125"/>
                    </a:lnTo>
                    <a:cubicBezTo>
                      <a:pt x="175" y="133"/>
                      <a:pt x="191" y="142"/>
                      <a:pt x="199" y="142"/>
                    </a:cubicBezTo>
                    <a:cubicBezTo>
                      <a:pt x="208" y="150"/>
                      <a:pt x="216" y="150"/>
                      <a:pt x="224" y="158"/>
                    </a:cubicBezTo>
                    <a:lnTo>
                      <a:pt x="233" y="167"/>
                    </a:lnTo>
                    <a:cubicBezTo>
                      <a:pt x="238" y="167"/>
                      <a:pt x="244" y="174"/>
                      <a:pt x="244" y="177"/>
                    </a:cubicBezTo>
                    <a:lnTo>
                      <a:pt x="244" y="177"/>
                    </a:lnTo>
                    <a:cubicBezTo>
                      <a:pt x="259" y="184"/>
                      <a:pt x="267" y="191"/>
                      <a:pt x="282" y="191"/>
                    </a:cubicBezTo>
                    <a:cubicBezTo>
                      <a:pt x="291" y="191"/>
                      <a:pt x="307" y="183"/>
                      <a:pt x="315" y="175"/>
                    </a:cubicBezTo>
                    <a:cubicBezTo>
                      <a:pt x="332" y="158"/>
                      <a:pt x="340" y="117"/>
                      <a:pt x="315" y="100"/>
                    </a:cubicBezTo>
                    <a:cubicBezTo>
                      <a:pt x="274" y="67"/>
                      <a:pt x="233" y="42"/>
                      <a:pt x="183" y="26"/>
                    </a:cubicBezTo>
                    <a:cubicBezTo>
                      <a:pt x="158" y="17"/>
                      <a:pt x="141" y="9"/>
                      <a:pt x="117" y="9"/>
                    </a:cubicBezTo>
                    <a:cubicBezTo>
                      <a:pt x="100" y="1"/>
                      <a:pt x="92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5" name="Google Shape;3945;p9"/>
              <p:cNvSpPr/>
              <p:nvPr/>
            </p:nvSpPr>
            <p:spPr>
              <a:xfrm>
                <a:off x="839875" y="2616075"/>
                <a:ext cx="20100" cy="19275"/>
              </a:xfrm>
              <a:custGeom>
                <a:rect b="b" l="l" r="r" t="t"/>
                <a:pathLst>
                  <a:path extrusionOk="0" h="771" w="804">
                    <a:moveTo>
                      <a:pt x="743" y="0"/>
                    </a:moveTo>
                    <a:cubicBezTo>
                      <a:pt x="673" y="0"/>
                      <a:pt x="589" y="76"/>
                      <a:pt x="538" y="120"/>
                    </a:cubicBezTo>
                    <a:cubicBezTo>
                      <a:pt x="472" y="170"/>
                      <a:pt x="405" y="228"/>
                      <a:pt x="347" y="286"/>
                    </a:cubicBezTo>
                    <a:cubicBezTo>
                      <a:pt x="223" y="410"/>
                      <a:pt x="115" y="551"/>
                      <a:pt x="24" y="692"/>
                    </a:cubicBezTo>
                    <a:cubicBezTo>
                      <a:pt x="1" y="733"/>
                      <a:pt x="36" y="771"/>
                      <a:pt x="73" y="771"/>
                    </a:cubicBezTo>
                    <a:cubicBezTo>
                      <a:pt x="88" y="771"/>
                      <a:pt x="103" y="764"/>
                      <a:pt x="115" y="750"/>
                    </a:cubicBezTo>
                    <a:cubicBezTo>
                      <a:pt x="206" y="618"/>
                      <a:pt x="322" y="493"/>
                      <a:pt x="438" y="386"/>
                    </a:cubicBezTo>
                    <a:cubicBezTo>
                      <a:pt x="496" y="328"/>
                      <a:pt x="563" y="278"/>
                      <a:pt x="621" y="228"/>
                    </a:cubicBezTo>
                    <a:cubicBezTo>
                      <a:pt x="654" y="203"/>
                      <a:pt x="687" y="178"/>
                      <a:pt x="720" y="154"/>
                    </a:cubicBezTo>
                    <a:cubicBezTo>
                      <a:pt x="753" y="137"/>
                      <a:pt x="795" y="104"/>
                      <a:pt x="803" y="54"/>
                    </a:cubicBezTo>
                    <a:cubicBezTo>
                      <a:pt x="803" y="38"/>
                      <a:pt x="795" y="13"/>
                      <a:pt x="770" y="4"/>
                    </a:cubicBezTo>
                    <a:cubicBezTo>
                      <a:pt x="761" y="2"/>
                      <a:pt x="752" y="0"/>
                      <a:pt x="7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6" name="Google Shape;3946;p9"/>
              <p:cNvSpPr/>
              <p:nvPr/>
            </p:nvSpPr>
            <p:spPr>
              <a:xfrm>
                <a:off x="846475" y="2626425"/>
                <a:ext cx="11100" cy="8925"/>
              </a:xfrm>
              <a:custGeom>
                <a:rect b="b" l="l" r="r" t="t"/>
                <a:pathLst>
                  <a:path extrusionOk="0" h="357" w="444">
                    <a:moveTo>
                      <a:pt x="400" y="1"/>
                    </a:moveTo>
                    <a:cubicBezTo>
                      <a:pt x="394" y="1"/>
                      <a:pt x="388" y="2"/>
                      <a:pt x="382" y="5"/>
                    </a:cubicBezTo>
                    <a:cubicBezTo>
                      <a:pt x="315" y="38"/>
                      <a:pt x="257" y="96"/>
                      <a:pt x="199" y="146"/>
                    </a:cubicBezTo>
                    <a:cubicBezTo>
                      <a:pt x="141" y="187"/>
                      <a:pt x="75" y="237"/>
                      <a:pt x="17" y="286"/>
                    </a:cubicBezTo>
                    <a:cubicBezTo>
                      <a:pt x="0" y="303"/>
                      <a:pt x="9" y="336"/>
                      <a:pt x="17" y="344"/>
                    </a:cubicBezTo>
                    <a:cubicBezTo>
                      <a:pt x="29" y="353"/>
                      <a:pt x="42" y="357"/>
                      <a:pt x="53" y="357"/>
                    </a:cubicBezTo>
                    <a:cubicBezTo>
                      <a:pt x="65" y="357"/>
                      <a:pt x="75" y="353"/>
                      <a:pt x="83" y="344"/>
                    </a:cubicBezTo>
                    <a:lnTo>
                      <a:pt x="257" y="212"/>
                    </a:lnTo>
                    <a:cubicBezTo>
                      <a:pt x="315" y="162"/>
                      <a:pt x="382" y="121"/>
                      <a:pt x="423" y="63"/>
                    </a:cubicBezTo>
                    <a:cubicBezTo>
                      <a:pt x="444" y="35"/>
                      <a:pt x="430" y="1"/>
                      <a:pt x="4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7" name="Google Shape;3947;p9"/>
              <p:cNvSpPr/>
              <p:nvPr/>
            </p:nvSpPr>
            <p:spPr>
              <a:xfrm>
                <a:off x="851025" y="3016850"/>
                <a:ext cx="5425" cy="15775"/>
              </a:xfrm>
              <a:custGeom>
                <a:rect b="b" l="l" r="r" t="t"/>
                <a:pathLst>
                  <a:path extrusionOk="0" h="631" w="217">
                    <a:moveTo>
                      <a:pt x="58" y="0"/>
                    </a:moveTo>
                    <a:cubicBezTo>
                      <a:pt x="49" y="0"/>
                      <a:pt x="41" y="2"/>
                      <a:pt x="34" y="6"/>
                    </a:cubicBezTo>
                    <a:cubicBezTo>
                      <a:pt x="9" y="14"/>
                      <a:pt x="1" y="39"/>
                      <a:pt x="9" y="64"/>
                    </a:cubicBezTo>
                    <a:cubicBezTo>
                      <a:pt x="17" y="105"/>
                      <a:pt x="26" y="147"/>
                      <a:pt x="34" y="188"/>
                    </a:cubicBezTo>
                    <a:cubicBezTo>
                      <a:pt x="50" y="238"/>
                      <a:pt x="59" y="279"/>
                      <a:pt x="67" y="321"/>
                    </a:cubicBezTo>
                    <a:cubicBezTo>
                      <a:pt x="84" y="412"/>
                      <a:pt x="100" y="495"/>
                      <a:pt x="92" y="586"/>
                    </a:cubicBezTo>
                    <a:cubicBezTo>
                      <a:pt x="92" y="613"/>
                      <a:pt x="120" y="631"/>
                      <a:pt x="147" y="631"/>
                    </a:cubicBezTo>
                    <a:cubicBezTo>
                      <a:pt x="168" y="631"/>
                      <a:pt x="188" y="620"/>
                      <a:pt x="191" y="594"/>
                    </a:cubicBezTo>
                    <a:cubicBezTo>
                      <a:pt x="208" y="495"/>
                      <a:pt x="216" y="395"/>
                      <a:pt x="200" y="288"/>
                    </a:cubicBezTo>
                    <a:cubicBezTo>
                      <a:pt x="200" y="246"/>
                      <a:pt x="191" y="196"/>
                      <a:pt x="175" y="155"/>
                    </a:cubicBezTo>
                    <a:cubicBezTo>
                      <a:pt x="158" y="97"/>
                      <a:pt x="125" y="56"/>
                      <a:pt x="92" y="14"/>
                    </a:cubicBezTo>
                    <a:cubicBezTo>
                      <a:pt x="82" y="4"/>
                      <a:pt x="70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8" name="Google Shape;3948;p9"/>
              <p:cNvSpPr/>
              <p:nvPr/>
            </p:nvSpPr>
            <p:spPr>
              <a:xfrm>
                <a:off x="851650" y="3001850"/>
                <a:ext cx="3125" cy="7125"/>
              </a:xfrm>
              <a:custGeom>
                <a:rect b="b" l="l" r="r" t="t"/>
                <a:pathLst>
                  <a:path extrusionOk="0" h="285" w="125">
                    <a:moveTo>
                      <a:pt x="42" y="1"/>
                    </a:moveTo>
                    <a:cubicBezTo>
                      <a:pt x="25" y="1"/>
                      <a:pt x="1" y="26"/>
                      <a:pt x="1" y="51"/>
                    </a:cubicBezTo>
                    <a:cubicBezTo>
                      <a:pt x="9" y="109"/>
                      <a:pt x="9" y="175"/>
                      <a:pt x="17" y="233"/>
                    </a:cubicBezTo>
                    <a:cubicBezTo>
                      <a:pt x="17" y="262"/>
                      <a:pt x="36" y="284"/>
                      <a:pt x="68" y="284"/>
                    </a:cubicBezTo>
                    <a:cubicBezTo>
                      <a:pt x="73" y="284"/>
                      <a:pt x="78" y="284"/>
                      <a:pt x="83" y="283"/>
                    </a:cubicBezTo>
                    <a:cubicBezTo>
                      <a:pt x="92" y="283"/>
                      <a:pt x="108" y="274"/>
                      <a:pt x="117" y="266"/>
                    </a:cubicBezTo>
                    <a:cubicBezTo>
                      <a:pt x="125" y="250"/>
                      <a:pt x="125" y="233"/>
                      <a:pt x="125" y="216"/>
                    </a:cubicBezTo>
                    <a:lnTo>
                      <a:pt x="92" y="34"/>
                    </a:lnTo>
                    <a:cubicBezTo>
                      <a:pt x="92" y="26"/>
                      <a:pt x="83" y="9"/>
                      <a:pt x="75" y="9"/>
                    </a:cubicBezTo>
                    <a:cubicBezTo>
                      <a:pt x="67" y="1"/>
                      <a:pt x="59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9" name="Google Shape;3949;p9"/>
              <p:cNvSpPr/>
              <p:nvPr/>
            </p:nvSpPr>
            <p:spPr>
              <a:xfrm>
                <a:off x="626075" y="2923900"/>
                <a:ext cx="7575" cy="21150"/>
              </a:xfrm>
              <a:custGeom>
                <a:rect b="b" l="l" r="r" t="t"/>
                <a:pathLst>
                  <a:path extrusionOk="0" h="846" w="303">
                    <a:moveTo>
                      <a:pt x="83" y="1"/>
                    </a:moveTo>
                    <a:cubicBezTo>
                      <a:pt x="62" y="1"/>
                      <a:pt x="41" y="12"/>
                      <a:pt x="34" y="37"/>
                    </a:cubicBezTo>
                    <a:cubicBezTo>
                      <a:pt x="9" y="178"/>
                      <a:pt x="1" y="318"/>
                      <a:pt x="26" y="459"/>
                    </a:cubicBezTo>
                    <a:cubicBezTo>
                      <a:pt x="34" y="526"/>
                      <a:pt x="59" y="592"/>
                      <a:pt x="92" y="658"/>
                    </a:cubicBezTo>
                    <a:cubicBezTo>
                      <a:pt x="100" y="691"/>
                      <a:pt x="125" y="716"/>
                      <a:pt x="142" y="749"/>
                    </a:cubicBezTo>
                    <a:cubicBezTo>
                      <a:pt x="166" y="774"/>
                      <a:pt x="183" y="807"/>
                      <a:pt x="216" y="832"/>
                    </a:cubicBezTo>
                    <a:cubicBezTo>
                      <a:pt x="225" y="841"/>
                      <a:pt x="237" y="846"/>
                      <a:pt x="248" y="846"/>
                    </a:cubicBezTo>
                    <a:cubicBezTo>
                      <a:pt x="276" y="846"/>
                      <a:pt x="303" y="818"/>
                      <a:pt x="291" y="782"/>
                    </a:cubicBezTo>
                    <a:lnTo>
                      <a:pt x="299" y="782"/>
                    </a:lnTo>
                    <a:cubicBezTo>
                      <a:pt x="291" y="749"/>
                      <a:pt x="274" y="724"/>
                      <a:pt x="258" y="691"/>
                    </a:cubicBezTo>
                    <a:cubicBezTo>
                      <a:pt x="249" y="658"/>
                      <a:pt x="241" y="633"/>
                      <a:pt x="233" y="608"/>
                    </a:cubicBezTo>
                    <a:cubicBezTo>
                      <a:pt x="216" y="542"/>
                      <a:pt x="200" y="484"/>
                      <a:pt x="183" y="426"/>
                    </a:cubicBezTo>
                    <a:cubicBezTo>
                      <a:pt x="150" y="302"/>
                      <a:pt x="133" y="178"/>
                      <a:pt x="142" y="53"/>
                    </a:cubicBezTo>
                    <a:cubicBezTo>
                      <a:pt x="142" y="20"/>
                      <a:pt x="112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0" name="Google Shape;3950;p9"/>
              <p:cNvSpPr/>
              <p:nvPr/>
            </p:nvSpPr>
            <p:spPr>
              <a:xfrm>
                <a:off x="642225" y="2945325"/>
                <a:ext cx="3350" cy="11725"/>
              </a:xfrm>
              <a:custGeom>
                <a:rect b="b" l="l" r="r" t="t"/>
                <a:pathLst>
                  <a:path extrusionOk="0" h="469" w="134">
                    <a:moveTo>
                      <a:pt x="67" y="0"/>
                    </a:moveTo>
                    <a:cubicBezTo>
                      <a:pt x="34" y="0"/>
                      <a:pt x="9" y="25"/>
                      <a:pt x="9" y="58"/>
                    </a:cubicBezTo>
                    <a:cubicBezTo>
                      <a:pt x="9" y="124"/>
                      <a:pt x="1" y="191"/>
                      <a:pt x="1" y="249"/>
                    </a:cubicBezTo>
                    <a:cubicBezTo>
                      <a:pt x="1" y="282"/>
                      <a:pt x="1" y="315"/>
                      <a:pt x="1" y="348"/>
                    </a:cubicBezTo>
                    <a:cubicBezTo>
                      <a:pt x="1" y="365"/>
                      <a:pt x="9" y="381"/>
                      <a:pt x="9" y="398"/>
                    </a:cubicBezTo>
                    <a:cubicBezTo>
                      <a:pt x="9" y="423"/>
                      <a:pt x="18" y="439"/>
                      <a:pt x="34" y="456"/>
                    </a:cubicBezTo>
                    <a:cubicBezTo>
                      <a:pt x="42" y="464"/>
                      <a:pt x="53" y="468"/>
                      <a:pt x="63" y="468"/>
                    </a:cubicBezTo>
                    <a:cubicBezTo>
                      <a:pt x="73" y="468"/>
                      <a:pt x="84" y="464"/>
                      <a:pt x="92" y="456"/>
                    </a:cubicBezTo>
                    <a:cubicBezTo>
                      <a:pt x="109" y="439"/>
                      <a:pt x="125" y="423"/>
                      <a:pt x="125" y="398"/>
                    </a:cubicBezTo>
                    <a:cubicBezTo>
                      <a:pt x="125" y="381"/>
                      <a:pt x="125" y="365"/>
                      <a:pt x="125" y="348"/>
                    </a:cubicBezTo>
                    <a:cubicBezTo>
                      <a:pt x="134" y="315"/>
                      <a:pt x="134" y="282"/>
                      <a:pt x="134" y="249"/>
                    </a:cubicBezTo>
                    <a:cubicBezTo>
                      <a:pt x="125" y="191"/>
                      <a:pt x="125" y="124"/>
                      <a:pt x="125" y="58"/>
                    </a:cubicBezTo>
                    <a:cubicBezTo>
                      <a:pt x="125" y="25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1" name="Google Shape;3951;p9"/>
              <p:cNvSpPr/>
              <p:nvPr/>
            </p:nvSpPr>
            <p:spPr>
              <a:xfrm>
                <a:off x="691750" y="3009025"/>
                <a:ext cx="6025" cy="19300"/>
              </a:xfrm>
              <a:custGeom>
                <a:rect b="b" l="l" r="r" t="t"/>
                <a:pathLst>
                  <a:path extrusionOk="0" h="772" w="241">
                    <a:moveTo>
                      <a:pt x="54" y="1"/>
                    </a:moveTo>
                    <a:cubicBezTo>
                      <a:pt x="47" y="1"/>
                      <a:pt x="40" y="2"/>
                      <a:pt x="33" y="4"/>
                    </a:cubicBezTo>
                    <a:cubicBezTo>
                      <a:pt x="9" y="21"/>
                      <a:pt x="0" y="45"/>
                      <a:pt x="0" y="79"/>
                    </a:cubicBezTo>
                    <a:cubicBezTo>
                      <a:pt x="17" y="195"/>
                      <a:pt x="33" y="319"/>
                      <a:pt x="50" y="435"/>
                    </a:cubicBezTo>
                    <a:cubicBezTo>
                      <a:pt x="58" y="501"/>
                      <a:pt x="58" y="576"/>
                      <a:pt x="67" y="634"/>
                    </a:cubicBezTo>
                    <a:cubicBezTo>
                      <a:pt x="75" y="659"/>
                      <a:pt x="75" y="692"/>
                      <a:pt x="83" y="717"/>
                    </a:cubicBezTo>
                    <a:cubicBezTo>
                      <a:pt x="96" y="749"/>
                      <a:pt x="125" y="771"/>
                      <a:pt x="152" y="771"/>
                    </a:cubicBezTo>
                    <a:cubicBezTo>
                      <a:pt x="160" y="771"/>
                      <a:pt x="167" y="770"/>
                      <a:pt x="174" y="766"/>
                    </a:cubicBezTo>
                    <a:cubicBezTo>
                      <a:pt x="216" y="750"/>
                      <a:pt x="224" y="717"/>
                      <a:pt x="232" y="675"/>
                    </a:cubicBezTo>
                    <a:cubicBezTo>
                      <a:pt x="232" y="642"/>
                      <a:pt x="241" y="617"/>
                      <a:pt x="241" y="584"/>
                    </a:cubicBezTo>
                    <a:cubicBezTo>
                      <a:pt x="241" y="526"/>
                      <a:pt x="232" y="451"/>
                      <a:pt x="224" y="393"/>
                    </a:cubicBezTo>
                    <a:cubicBezTo>
                      <a:pt x="207" y="269"/>
                      <a:pt x="166" y="145"/>
                      <a:pt x="108" y="29"/>
                    </a:cubicBezTo>
                    <a:cubicBezTo>
                      <a:pt x="102" y="10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2" name="Google Shape;3952;p9"/>
              <p:cNvSpPr/>
              <p:nvPr/>
            </p:nvSpPr>
            <p:spPr>
              <a:xfrm>
                <a:off x="699000" y="3023000"/>
                <a:ext cx="3325" cy="13525"/>
              </a:xfrm>
              <a:custGeom>
                <a:rect b="b" l="l" r="r" t="t"/>
                <a:pathLst>
                  <a:path extrusionOk="0" h="541" w="133">
                    <a:moveTo>
                      <a:pt x="67" y="0"/>
                    </a:moveTo>
                    <a:cubicBezTo>
                      <a:pt x="33" y="0"/>
                      <a:pt x="9" y="25"/>
                      <a:pt x="9" y="58"/>
                    </a:cubicBezTo>
                    <a:cubicBezTo>
                      <a:pt x="9" y="141"/>
                      <a:pt x="0" y="216"/>
                      <a:pt x="0" y="290"/>
                    </a:cubicBezTo>
                    <a:cubicBezTo>
                      <a:pt x="0" y="332"/>
                      <a:pt x="0" y="365"/>
                      <a:pt x="9" y="406"/>
                    </a:cubicBezTo>
                    <a:cubicBezTo>
                      <a:pt x="17" y="423"/>
                      <a:pt x="17" y="448"/>
                      <a:pt x="17" y="464"/>
                    </a:cubicBezTo>
                    <a:lnTo>
                      <a:pt x="25" y="464"/>
                    </a:lnTo>
                    <a:cubicBezTo>
                      <a:pt x="25" y="481"/>
                      <a:pt x="33" y="506"/>
                      <a:pt x="42" y="522"/>
                    </a:cubicBezTo>
                    <a:cubicBezTo>
                      <a:pt x="46" y="535"/>
                      <a:pt x="58" y="541"/>
                      <a:pt x="71" y="541"/>
                    </a:cubicBezTo>
                    <a:cubicBezTo>
                      <a:pt x="83" y="541"/>
                      <a:pt x="96" y="535"/>
                      <a:pt x="100" y="522"/>
                    </a:cubicBezTo>
                    <a:cubicBezTo>
                      <a:pt x="108" y="506"/>
                      <a:pt x="116" y="481"/>
                      <a:pt x="116" y="464"/>
                    </a:cubicBezTo>
                    <a:cubicBezTo>
                      <a:pt x="124" y="448"/>
                      <a:pt x="124" y="423"/>
                      <a:pt x="124" y="406"/>
                    </a:cubicBezTo>
                    <a:cubicBezTo>
                      <a:pt x="133" y="365"/>
                      <a:pt x="133" y="332"/>
                      <a:pt x="133" y="290"/>
                    </a:cubicBezTo>
                    <a:cubicBezTo>
                      <a:pt x="133" y="216"/>
                      <a:pt x="133" y="133"/>
                      <a:pt x="133" y="58"/>
                    </a:cubicBezTo>
                    <a:cubicBezTo>
                      <a:pt x="133" y="25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3" name="Google Shape;3953;p9"/>
              <p:cNvSpPr/>
              <p:nvPr/>
            </p:nvSpPr>
            <p:spPr>
              <a:xfrm>
                <a:off x="694850" y="3069325"/>
                <a:ext cx="10850" cy="31575"/>
              </a:xfrm>
              <a:custGeom>
                <a:rect b="b" l="l" r="r" t="t"/>
                <a:pathLst>
                  <a:path extrusionOk="0" h="1263" w="434">
                    <a:moveTo>
                      <a:pt x="266" y="898"/>
                    </a:moveTo>
                    <a:cubicBezTo>
                      <a:pt x="266" y="905"/>
                      <a:pt x="259" y="912"/>
                      <a:pt x="258" y="919"/>
                    </a:cubicBezTo>
                    <a:lnTo>
                      <a:pt x="258" y="919"/>
                    </a:lnTo>
                    <a:cubicBezTo>
                      <a:pt x="258" y="912"/>
                      <a:pt x="260" y="903"/>
                      <a:pt x="266" y="898"/>
                    </a:cubicBezTo>
                    <a:close/>
                    <a:moveTo>
                      <a:pt x="245" y="1"/>
                    </a:moveTo>
                    <a:cubicBezTo>
                      <a:pt x="212" y="1"/>
                      <a:pt x="179" y="24"/>
                      <a:pt x="175" y="69"/>
                    </a:cubicBezTo>
                    <a:cubicBezTo>
                      <a:pt x="158" y="252"/>
                      <a:pt x="125" y="434"/>
                      <a:pt x="92" y="624"/>
                    </a:cubicBezTo>
                    <a:cubicBezTo>
                      <a:pt x="83" y="716"/>
                      <a:pt x="67" y="807"/>
                      <a:pt x="42" y="898"/>
                    </a:cubicBezTo>
                    <a:cubicBezTo>
                      <a:pt x="25" y="997"/>
                      <a:pt x="1" y="1088"/>
                      <a:pt x="9" y="1180"/>
                    </a:cubicBezTo>
                    <a:cubicBezTo>
                      <a:pt x="14" y="1230"/>
                      <a:pt x="53" y="1263"/>
                      <a:pt x="94" y="1263"/>
                    </a:cubicBezTo>
                    <a:cubicBezTo>
                      <a:pt x="120" y="1263"/>
                      <a:pt x="147" y="1250"/>
                      <a:pt x="166" y="1221"/>
                    </a:cubicBezTo>
                    <a:cubicBezTo>
                      <a:pt x="224" y="1138"/>
                      <a:pt x="241" y="1039"/>
                      <a:pt x="257" y="931"/>
                    </a:cubicBezTo>
                    <a:cubicBezTo>
                      <a:pt x="257" y="929"/>
                      <a:pt x="257" y="927"/>
                      <a:pt x="257" y="925"/>
                    </a:cubicBezTo>
                    <a:lnTo>
                      <a:pt x="257" y="925"/>
                    </a:lnTo>
                    <a:cubicBezTo>
                      <a:pt x="259" y="944"/>
                      <a:pt x="273" y="954"/>
                      <a:pt x="288" y="954"/>
                    </a:cubicBezTo>
                    <a:cubicBezTo>
                      <a:pt x="298" y="954"/>
                      <a:pt x="309" y="949"/>
                      <a:pt x="315" y="939"/>
                    </a:cubicBezTo>
                    <a:cubicBezTo>
                      <a:pt x="332" y="914"/>
                      <a:pt x="340" y="890"/>
                      <a:pt x="348" y="865"/>
                    </a:cubicBezTo>
                    <a:lnTo>
                      <a:pt x="373" y="782"/>
                    </a:lnTo>
                    <a:cubicBezTo>
                      <a:pt x="390" y="724"/>
                      <a:pt x="406" y="666"/>
                      <a:pt x="423" y="616"/>
                    </a:cubicBezTo>
                    <a:cubicBezTo>
                      <a:pt x="433" y="581"/>
                      <a:pt x="404" y="558"/>
                      <a:pt x="376" y="558"/>
                    </a:cubicBezTo>
                    <a:cubicBezTo>
                      <a:pt x="357" y="558"/>
                      <a:pt x="339" y="568"/>
                      <a:pt x="332" y="591"/>
                    </a:cubicBezTo>
                    <a:cubicBezTo>
                      <a:pt x="324" y="641"/>
                      <a:pt x="307" y="699"/>
                      <a:pt x="290" y="757"/>
                    </a:cubicBezTo>
                    <a:cubicBezTo>
                      <a:pt x="282" y="774"/>
                      <a:pt x="282" y="790"/>
                      <a:pt x="274" y="815"/>
                    </a:cubicBezTo>
                    <a:cubicBezTo>
                      <a:pt x="282" y="757"/>
                      <a:pt x="290" y="707"/>
                      <a:pt x="299" y="649"/>
                    </a:cubicBezTo>
                    <a:cubicBezTo>
                      <a:pt x="324" y="459"/>
                      <a:pt x="324" y="260"/>
                      <a:pt x="315" y="69"/>
                    </a:cubicBezTo>
                    <a:cubicBezTo>
                      <a:pt x="311" y="24"/>
                      <a:pt x="278" y="1"/>
                      <a:pt x="2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4" name="Google Shape;3954;p9"/>
              <p:cNvSpPr/>
              <p:nvPr/>
            </p:nvSpPr>
            <p:spPr>
              <a:xfrm>
                <a:off x="706250" y="3092600"/>
                <a:ext cx="1475" cy="4875"/>
              </a:xfrm>
              <a:custGeom>
                <a:rect b="b" l="l" r="r" t="t"/>
                <a:pathLst>
                  <a:path extrusionOk="0" h="195" w="59">
                    <a:moveTo>
                      <a:pt x="42" y="0"/>
                    </a:moveTo>
                    <a:cubicBezTo>
                      <a:pt x="33" y="0"/>
                      <a:pt x="17" y="0"/>
                      <a:pt x="17" y="8"/>
                    </a:cubicBezTo>
                    <a:cubicBezTo>
                      <a:pt x="17" y="41"/>
                      <a:pt x="8" y="66"/>
                      <a:pt x="8" y="91"/>
                    </a:cubicBezTo>
                    <a:cubicBezTo>
                      <a:pt x="0" y="124"/>
                      <a:pt x="0" y="149"/>
                      <a:pt x="0" y="182"/>
                    </a:cubicBezTo>
                    <a:cubicBezTo>
                      <a:pt x="0" y="191"/>
                      <a:pt x="6" y="195"/>
                      <a:pt x="13" y="195"/>
                    </a:cubicBezTo>
                    <a:cubicBezTo>
                      <a:pt x="19" y="195"/>
                      <a:pt x="25" y="191"/>
                      <a:pt x="25" y="182"/>
                    </a:cubicBezTo>
                    <a:cubicBezTo>
                      <a:pt x="33" y="157"/>
                      <a:pt x="42" y="133"/>
                      <a:pt x="42" y="108"/>
                    </a:cubicBezTo>
                    <a:cubicBezTo>
                      <a:pt x="50" y="75"/>
                      <a:pt x="50" y="50"/>
                      <a:pt x="58" y="25"/>
                    </a:cubicBezTo>
                    <a:cubicBezTo>
                      <a:pt x="58" y="8"/>
                      <a:pt x="58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5" name="Google Shape;3955;p9"/>
              <p:cNvSpPr/>
              <p:nvPr/>
            </p:nvSpPr>
            <p:spPr>
              <a:xfrm>
                <a:off x="824800" y="3112400"/>
                <a:ext cx="8225" cy="18050"/>
              </a:xfrm>
              <a:custGeom>
                <a:rect b="b" l="l" r="r" t="t"/>
                <a:pathLst>
                  <a:path extrusionOk="0" h="722" w="329">
                    <a:moveTo>
                      <a:pt x="256" y="0"/>
                    </a:moveTo>
                    <a:cubicBezTo>
                      <a:pt x="231" y="0"/>
                      <a:pt x="209" y="11"/>
                      <a:pt x="196" y="37"/>
                    </a:cubicBezTo>
                    <a:cubicBezTo>
                      <a:pt x="163" y="78"/>
                      <a:pt x="138" y="136"/>
                      <a:pt x="122" y="186"/>
                    </a:cubicBezTo>
                    <a:cubicBezTo>
                      <a:pt x="105" y="235"/>
                      <a:pt x="89" y="285"/>
                      <a:pt x="80" y="343"/>
                    </a:cubicBezTo>
                    <a:cubicBezTo>
                      <a:pt x="56" y="443"/>
                      <a:pt x="31" y="550"/>
                      <a:pt x="6" y="650"/>
                    </a:cubicBezTo>
                    <a:cubicBezTo>
                      <a:pt x="1" y="694"/>
                      <a:pt x="35" y="721"/>
                      <a:pt x="66" y="721"/>
                    </a:cubicBezTo>
                    <a:cubicBezTo>
                      <a:pt x="87" y="721"/>
                      <a:pt x="107" y="709"/>
                      <a:pt x="114" y="683"/>
                    </a:cubicBezTo>
                    <a:cubicBezTo>
                      <a:pt x="147" y="583"/>
                      <a:pt x="172" y="476"/>
                      <a:pt x="213" y="385"/>
                    </a:cubicBezTo>
                    <a:cubicBezTo>
                      <a:pt x="238" y="335"/>
                      <a:pt x="254" y="285"/>
                      <a:pt x="271" y="244"/>
                    </a:cubicBezTo>
                    <a:cubicBezTo>
                      <a:pt x="279" y="219"/>
                      <a:pt x="296" y="194"/>
                      <a:pt x="304" y="169"/>
                    </a:cubicBezTo>
                    <a:cubicBezTo>
                      <a:pt x="312" y="144"/>
                      <a:pt x="312" y="119"/>
                      <a:pt x="321" y="86"/>
                    </a:cubicBezTo>
                    <a:cubicBezTo>
                      <a:pt x="329" y="53"/>
                      <a:pt x="312" y="20"/>
                      <a:pt x="279" y="3"/>
                    </a:cubicBezTo>
                    <a:cubicBezTo>
                      <a:pt x="271" y="1"/>
                      <a:pt x="264" y="0"/>
                      <a:pt x="2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6" name="Google Shape;3956;p9"/>
              <p:cNvSpPr/>
              <p:nvPr/>
            </p:nvSpPr>
            <p:spPr>
              <a:xfrm>
                <a:off x="833000" y="3091350"/>
                <a:ext cx="2325" cy="6325"/>
              </a:xfrm>
              <a:custGeom>
                <a:rect b="b" l="l" r="r" t="t"/>
                <a:pathLst>
                  <a:path extrusionOk="0" h="253" w="93">
                    <a:moveTo>
                      <a:pt x="76" y="0"/>
                    </a:moveTo>
                    <a:cubicBezTo>
                      <a:pt x="67" y="0"/>
                      <a:pt x="59" y="9"/>
                      <a:pt x="59" y="17"/>
                    </a:cubicBezTo>
                    <a:cubicBezTo>
                      <a:pt x="51" y="50"/>
                      <a:pt x="42" y="83"/>
                      <a:pt x="34" y="116"/>
                    </a:cubicBezTo>
                    <a:cubicBezTo>
                      <a:pt x="26" y="158"/>
                      <a:pt x="18" y="191"/>
                      <a:pt x="9" y="224"/>
                    </a:cubicBezTo>
                    <a:cubicBezTo>
                      <a:pt x="1" y="232"/>
                      <a:pt x="9" y="249"/>
                      <a:pt x="26" y="249"/>
                    </a:cubicBezTo>
                    <a:cubicBezTo>
                      <a:pt x="28" y="251"/>
                      <a:pt x="31" y="252"/>
                      <a:pt x="34" y="252"/>
                    </a:cubicBezTo>
                    <a:cubicBezTo>
                      <a:pt x="42" y="252"/>
                      <a:pt x="51" y="244"/>
                      <a:pt x="51" y="232"/>
                    </a:cubicBezTo>
                    <a:cubicBezTo>
                      <a:pt x="59" y="199"/>
                      <a:pt x="67" y="166"/>
                      <a:pt x="76" y="133"/>
                    </a:cubicBezTo>
                    <a:cubicBezTo>
                      <a:pt x="84" y="91"/>
                      <a:pt x="92" y="58"/>
                      <a:pt x="92" y="17"/>
                    </a:cubicBezTo>
                    <a:cubicBezTo>
                      <a:pt x="92" y="9"/>
                      <a:pt x="84" y="0"/>
                      <a:pt x="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7" name="Google Shape;3957;p9"/>
              <p:cNvSpPr/>
              <p:nvPr/>
            </p:nvSpPr>
            <p:spPr>
              <a:xfrm>
                <a:off x="835500" y="3081000"/>
                <a:ext cx="2500" cy="1875"/>
              </a:xfrm>
              <a:custGeom>
                <a:rect b="b" l="l" r="r" t="t"/>
                <a:pathLst>
                  <a:path extrusionOk="0" h="75" w="100">
                    <a:moveTo>
                      <a:pt x="50" y="0"/>
                    </a:moveTo>
                    <a:cubicBezTo>
                      <a:pt x="0" y="0"/>
                      <a:pt x="0" y="75"/>
                      <a:pt x="50" y="75"/>
                    </a:cubicBezTo>
                    <a:cubicBezTo>
                      <a:pt x="100" y="75"/>
                      <a:pt x="100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8" name="Google Shape;3958;p9"/>
              <p:cNvSpPr/>
              <p:nvPr/>
            </p:nvSpPr>
            <p:spPr>
              <a:xfrm>
                <a:off x="743725" y="3168450"/>
                <a:ext cx="14425" cy="15150"/>
              </a:xfrm>
              <a:custGeom>
                <a:rect b="b" l="l" r="r" t="t"/>
                <a:pathLst>
                  <a:path extrusionOk="0" h="606" w="577">
                    <a:moveTo>
                      <a:pt x="513" y="0"/>
                    </a:moveTo>
                    <a:cubicBezTo>
                      <a:pt x="505" y="0"/>
                      <a:pt x="497" y="2"/>
                      <a:pt x="490" y="7"/>
                    </a:cubicBezTo>
                    <a:cubicBezTo>
                      <a:pt x="440" y="40"/>
                      <a:pt x="407" y="81"/>
                      <a:pt x="365" y="123"/>
                    </a:cubicBezTo>
                    <a:cubicBezTo>
                      <a:pt x="324" y="156"/>
                      <a:pt x="283" y="197"/>
                      <a:pt x="249" y="239"/>
                    </a:cubicBezTo>
                    <a:cubicBezTo>
                      <a:pt x="175" y="322"/>
                      <a:pt x="100" y="404"/>
                      <a:pt x="26" y="487"/>
                    </a:cubicBezTo>
                    <a:cubicBezTo>
                      <a:pt x="1" y="520"/>
                      <a:pt x="1" y="562"/>
                      <a:pt x="26" y="587"/>
                    </a:cubicBezTo>
                    <a:cubicBezTo>
                      <a:pt x="38" y="599"/>
                      <a:pt x="57" y="605"/>
                      <a:pt x="75" y="605"/>
                    </a:cubicBezTo>
                    <a:cubicBezTo>
                      <a:pt x="94" y="605"/>
                      <a:pt x="113" y="599"/>
                      <a:pt x="125" y="587"/>
                    </a:cubicBezTo>
                    <a:cubicBezTo>
                      <a:pt x="200" y="504"/>
                      <a:pt x="274" y="421"/>
                      <a:pt x="349" y="338"/>
                    </a:cubicBezTo>
                    <a:cubicBezTo>
                      <a:pt x="382" y="297"/>
                      <a:pt x="423" y="255"/>
                      <a:pt x="457" y="214"/>
                    </a:cubicBezTo>
                    <a:cubicBezTo>
                      <a:pt x="490" y="173"/>
                      <a:pt x="531" y="131"/>
                      <a:pt x="556" y="73"/>
                    </a:cubicBezTo>
                    <a:cubicBezTo>
                      <a:pt x="576" y="39"/>
                      <a:pt x="547" y="0"/>
                      <a:pt x="5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9" name="Google Shape;3959;p9"/>
              <p:cNvSpPr/>
              <p:nvPr/>
            </p:nvSpPr>
            <p:spPr>
              <a:xfrm>
                <a:off x="660875" y="3128750"/>
                <a:ext cx="9975" cy="40125"/>
              </a:xfrm>
              <a:custGeom>
                <a:rect b="b" l="l" r="r" t="t"/>
                <a:pathLst>
                  <a:path extrusionOk="0" h="1605" w="399">
                    <a:moveTo>
                      <a:pt x="180" y="0"/>
                    </a:moveTo>
                    <a:cubicBezTo>
                      <a:pt x="155" y="0"/>
                      <a:pt x="128" y="15"/>
                      <a:pt x="117" y="45"/>
                    </a:cubicBezTo>
                    <a:cubicBezTo>
                      <a:pt x="26" y="286"/>
                      <a:pt x="1" y="551"/>
                      <a:pt x="17" y="808"/>
                    </a:cubicBezTo>
                    <a:cubicBezTo>
                      <a:pt x="26" y="940"/>
                      <a:pt x="42" y="1073"/>
                      <a:pt x="67" y="1205"/>
                    </a:cubicBezTo>
                    <a:cubicBezTo>
                      <a:pt x="75" y="1263"/>
                      <a:pt x="92" y="1321"/>
                      <a:pt x="108" y="1379"/>
                    </a:cubicBezTo>
                    <a:cubicBezTo>
                      <a:pt x="133" y="1446"/>
                      <a:pt x="150" y="1520"/>
                      <a:pt x="200" y="1570"/>
                    </a:cubicBezTo>
                    <a:cubicBezTo>
                      <a:pt x="223" y="1594"/>
                      <a:pt x="250" y="1604"/>
                      <a:pt x="275" y="1604"/>
                    </a:cubicBezTo>
                    <a:cubicBezTo>
                      <a:pt x="329" y="1604"/>
                      <a:pt x="379" y="1557"/>
                      <a:pt x="390" y="1495"/>
                    </a:cubicBezTo>
                    <a:cubicBezTo>
                      <a:pt x="398" y="1429"/>
                      <a:pt x="365" y="1371"/>
                      <a:pt x="349" y="1313"/>
                    </a:cubicBezTo>
                    <a:cubicBezTo>
                      <a:pt x="332" y="1255"/>
                      <a:pt x="316" y="1197"/>
                      <a:pt x="299" y="1139"/>
                    </a:cubicBezTo>
                    <a:cubicBezTo>
                      <a:pt x="266" y="1023"/>
                      <a:pt x="249" y="907"/>
                      <a:pt x="233" y="783"/>
                    </a:cubicBezTo>
                    <a:cubicBezTo>
                      <a:pt x="208" y="543"/>
                      <a:pt x="224" y="302"/>
                      <a:pt x="233" y="62"/>
                    </a:cubicBezTo>
                    <a:cubicBezTo>
                      <a:pt x="237" y="21"/>
                      <a:pt x="210" y="0"/>
                      <a:pt x="1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0" name="Google Shape;3960;p9"/>
              <p:cNvSpPr/>
              <p:nvPr/>
            </p:nvSpPr>
            <p:spPr>
              <a:xfrm>
                <a:off x="669375" y="3138375"/>
                <a:ext cx="6225" cy="19975"/>
              </a:xfrm>
              <a:custGeom>
                <a:rect b="b" l="l" r="r" t="t"/>
                <a:pathLst>
                  <a:path extrusionOk="0" h="799" w="249">
                    <a:moveTo>
                      <a:pt x="67" y="0"/>
                    </a:moveTo>
                    <a:cubicBezTo>
                      <a:pt x="34" y="0"/>
                      <a:pt x="0" y="33"/>
                      <a:pt x="0" y="66"/>
                    </a:cubicBezTo>
                    <a:cubicBezTo>
                      <a:pt x="9" y="307"/>
                      <a:pt x="42" y="547"/>
                      <a:pt x="141" y="771"/>
                    </a:cubicBezTo>
                    <a:cubicBezTo>
                      <a:pt x="147" y="789"/>
                      <a:pt x="172" y="799"/>
                      <a:pt x="191" y="799"/>
                    </a:cubicBezTo>
                    <a:cubicBezTo>
                      <a:pt x="198" y="799"/>
                      <a:pt x="203" y="798"/>
                      <a:pt x="208" y="796"/>
                    </a:cubicBezTo>
                    <a:cubicBezTo>
                      <a:pt x="232" y="779"/>
                      <a:pt x="249" y="754"/>
                      <a:pt x="241" y="729"/>
                    </a:cubicBezTo>
                    <a:cubicBezTo>
                      <a:pt x="208" y="506"/>
                      <a:pt x="150" y="290"/>
                      <a:pt x="133" y="66"/>
                    </a:cubicBezTo>
                    <a:cubicBezTo>
                      <a:pt x="133" y="33"/>
                      <a:pt x="108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1" name="Google Shape;3961;p9"/>
              <p:cNvSpPr/>
              <p:nvPr/>
            </p:nvSpPr>
            <p:spPr>
              <a:xfrm>
                <a:off x="668550" y="3105400"/>
                <a:ext cx="3550" cy="12275"/>
              </a:xfrm>
              <a:custGeom>
                <a:rect b="b" l="l" r="r" t="t"/>
                <a:pathLst>
                  <a:path extrusionOk="0" h="491" w="142">
                    <a:moveTo>
                      <a:pt x="98" y="0"/>
                    </a:moveTo>
                    <a:cubicBezTo>
                      <a:pt x="85" y="0"/>
                      <a:pt x="73" y="6"/>
                      <a:pt x="67" y="18"/>
                    </a:cubicBezTo>
                    <a:cubicBezTo>
                      <a:pt x="58" y="35"/>
                      <a:pt x="50" y="51"/>
                      <a:pt x="42" y="68"/>
                    </a:cubicBezTo>
                    <a:cubicBezTo>
                      <a:pt x="33" y="85"/>
                      <a:pt x="25" y="101"/>
                      <a:pt x="25" y="118"/>
                    </a:cubicBezTo>
                    <a:cubicBezTo>
                      <a:pt x="9" y="151"/>
                      <a:pt x="9" y="192"/>
                      <a:pt x="9" y="225"/>
                    </a:cubicBezTo>
                    <a:cubicBezTo>
                      <a:pt x="0" y="300"/>
                      <a:pt x="0" y="366"/>
                      <a:pt x="9" y="433"/>
                    </a:cubicBezTo>
                    <a:cubicBezTo>
                      <a:pt x="9" y="466"/>
                      <a:pt x="25" y="491"/>
                      <a:pt x="58" y="491"/>
                    </a:cubicBezTo>
                    <a:cubicBezTo>
                      <a:pt x="83" y="491"/>
                      <a:pt x="108" y="466"/>
                      <a:pt x="108" y="433"/>
                    </a:cubicBezTo>
                    <a:cubicBezTo>
                      <a:pt x="108" y="366"/>
                      <a:pt x="108" y="300"/>
                      <a:pt x="116" y="234"/>
                    </a:cubicBezTo>
                    <a:cubicBezTo>
                      <a:pt x="125" y="167"/>
                      <a:pt x="141" y="101"/>
                      <a:pt x="141" y="35"/>
                    </a:cubicBezTo>
                    <a:cubicBezTo>
                      <a:pt x="141" y="14"/>
                      <a:pt x="119" y="0"/>
                      <a:pt x="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2" name="Google Shape;3962;p9"/>
              <p:cNvSpPr/>
              <p:nvPr/>
            </p:nvSpPr>
            <p:spPr>
              <a:xfrm>
                <a:off x="830775" y="3039200"/>
                <a:ext cx="12625" cy="16175"/>
              </a:xfrm>
              <a:custGeom>
                <a:rect b="b" l="l" r="r" t="t"/>
                <a:pathLst>
                  <a:path extrusionOk="0" h="647" w="505">
                    <a:moveTo>
                      <a:pt x="93" y="0"/>
                    </a:moveTo>
                    <a:cubicBezTo>
                      <a:pt x="35" y="0"/>
                      <a:pt x="1" y="80"/>
                      <a:pt x="65" y="123"/>
                    </a:cubicBezTo>
                    <a:cubicBezTo>
                      <a:pt x="90" y="139"/>
                      <a:pt x="123" y="164"/>
                      <a:pt x="148" y="197"/>
                    </a:cubicBezTo>
                    <a:cubicBezTo>
                      <a:pt x="148" y="197"/>
                      <a:pt x="148" y="197"/>
                      <a:pt x="148" y="197"/>
                    </a:cubicBezTo>
                    <a:lnTo>
                      <a:pt x="148" y="197"/>
                    </a:lnTo>
                    <a:cubicBezTo>
                      <a:pt x="151" y="204"/>
                      <a:pt x="153" y="207"/>
                      <a:pt x="154" y="207"/>
                    </a:cubicBezTo>
                    <a:cubicBezTo>
                      <a:pt x="155" y="207"/>
                      <a:pt x="153" y="202"/>
                      <a:pt x="148" y="197"/>
                    </a:cubicBezTo>
                    <a:lnTo>
                      <a:pt x="148" y="197"/>
                    </a:lnTo>
                    <a:cubicBezTo>
                      <a:pt x="156" y="206"/>
                      <a:pt x="165" y="214"/>
                      <a:pt x="165" y="222"/>
                    </a:cubicBezTo>
                    <a:cubicBezTo>
                      <a:pt x="173" y="222"/>
                      <a:pt x="181" y="239"/>
                      <a:pt x="181" y="239"/>
                    </a:cubicBezTo>
                    <a:cubicBezTo>
                      <a:pt x="189" y="255"/>
                      <a:pt x="206" y="272"/>
                      <a:pt x="214" y="288"/>
                    </a:cubicBezTo>
                    <a:cubicBezTo>
                      <a:pt x="222" y="313"/>
                      <a:pt x="239" y="330"/>
                      <a:pt x="247" y="346"/>
                    </a:cubicBezTo>
                    <a:cubicBezTo>
                      <a:pt x="247" y="355"/>
                      <a:pt x="256" y="363"/>
                      <a:pt x="256" y="371"/>
                    </a:cubicBezTo>
                    <a:cubicBezTo>
                      <a:pt x="264" y="379"/>
                      <a:pt x="264" y="379"/>
                      <a:pt x="264" y="388"/>
                    </a:cubicBezTo>
                    <a:cubicBezTo>
                      <a:pt x="280" y="429"/>
                      <a:pt x="289" y="471"/>
                      <a:pt x="297" y="512"/>
                    </a:cubicBezTo>
                    <a:cubicBezTo>
                      <a:pt x="297" y="520"/>
                      <a:pt x="297" y="520"/>
                      <a:pt x="297" y="529"/>
                    </a:cubicBezTo>
                    <a:cubicBezTo>
                      <a:pt x="305" y="545"/>
                      <a:pt x="305" y="570"/>
                      <a:pt x="314" y="595"/>
                    </a:cubicBezTo>
                    <a:cubicBezTo>
                      <a:pt x="335" y="624"/>
                      <a:pt x="369" y="646"/>
                      <a:pt x="410" y="646"/>
                    </a:cubicBezTo>
                    <a:cubicBezTo>
                      <a:pt x="417" y="646"/>
                      <a:pt x="423" y="646"/>
                      <a:pt x="430" y="645"/>
                    </a:cubicBezTo>
                    <a:cubicBezTo>
                      <a:pt x="471" y="628"/>
                      <a:pt x="504" y="578"/>
                      <a:pt x="504" y="537"/>
                    </a:cubicBezTo>
                    <a:cubicBezTo>
                      <a:pt x="504" y="504"/>
                      <a:pt x="496" y="471"/>
                      <a:pt x="488" y="446"/>
                    </a:cubicBezTo>
                    <a:cubicBezTo>
                      <a:pt x="463" y="355"/>
                      <a:pt x="421" y="264"/>
                      <a:pt x="363" y="189"/>
                    </a:cubicBezTo>
                    <a:cubicBezTo>
                      <a:pt x="305" y="114"/>
                      <a:pt x="222" y="48"/>
                      <a:pt x="123" y="7"/>
                    </a:cubicBezTo>
                    <a:cubicBezTo>
                      <a:pt x="113" y="2"/>
                      <a:pt x="103" y="0"/>
                      <a:pt x="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3" name="Google Shape;3963;p9"/>
              <p:cNvSpPr/>
              <p:nvPr/>
            </p:nvSpPr>
            <p:spPr>
              <a:xfrm>
                <a:off x="834675" y="3025675"/>
                <a:ext cx="4775" cy="10650"/>
              </a:xfrm>
              <a:custGeom>
                <a:rect b="b" l="l" r="r" t="t"/>
                <a:pathLst>
                  <a:path extrusionOk="0" h="426" w="191">
                    <a:moveTo>
                      <a:pt x="59" y="0"/>
                    </a:moveTo>
                    <a:cubicBezTo>
                      <a:pt x="51" y="0"/>
                      <a:pt x="42" y="3"/>
                      <a:pt x="33" y="9"/>
                    </a:cubicBezTo>
                    <a:cubicBezTo>
                      <a:pt x="9" y="17"/>
                      <a:pt x="0" y="51"/>
                      <a:pt x="17" y="67"/>
                    </a:cubicBezTo>
                    <a:cubicBezTo>
                      <a:pt x="42" y="125"/>
                      <a:pt x="66" y="175"/>
                      <a:pt x="83" y="233"/>
                    </a:cubicBezTo>
                    <a:cubicBezTo>
                      <a:pt x="91" y="258"/>
                      <a:pt x="100" y="283"/>
                      <a:pt x="100" y="316"/>
                    </a:cubicBezTo>
                    <a:cubicBezTo>
                      <a:pt x="100" y="332"/>
                      <a:pt x="108" y="341"/>
                      <a:pt x="108" y="357"/>
                    </a:cubicBezTo>
                    <a:cubicBezTo>
                      <a:pt x="108" y="374"/>
                      <a:pt x="116" y="390"/>
                      <a:pt x="116" y="407"/>
                    </a:cubicBezTo>
                    <a:cubicBezTo>
                      <a:pt x="120" y="419"/>
                      <a:pt x="135" y="425"/>
                      <a:pt x="149" y="425"/>
                    </a:cubicBezTo>
                    <a:cubicBezTo>
                      <a:pt x="164" y="425"/>
                      <a:pt x="178" y="419"/>
                      <a:pt x="182" y="407"/>
                    </a:cubicBezTo>
                    <a:cubicBezTo>
                      <a:pt x="182" y="390"/>
                      <a:pt x="191" y="374"/>
                      <a:pt x="191" y="349"/>
                    </a:cubicBezTo>
                    <a:cubicBezTo>
                      <a:pt x="191" y="341"/>
                      <a:pt x="191" y="324"/>
                      <a:pt x="191" y="307"/>
                    </a:cubicBezTo>
                    <a:cubicBezTo>
                      <a:pt x="191" y="274"/>
                      <a:pt x="182" y="233"/>
                      <a:pt x="174" y="208"/>
                    </a:cubicBezTo>
                    <a:cubicBezTo>
                      <a:pt x="158" y="142"/>
                      <a:pt x="133" y="75"/>
                      <a:pt x="100" y="26"/>
                    </a:cubicBezTo>
                    <a:cubicBezTo>
                      <a:pt x="89" y="10"/>
                      <a:pt x="75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4" name="Google Shape;3964;p9"/>
              <p:cNvSpPr/>
              <p:nvPr/>
            </p:nvSpPr>
            <p:spPr>
              <a:xfrm>
                <a:off x="849300" y="2927250"/>
                <a:ext cx="5700" cy="12675"/>
              </a:xfrm>
              <a:custGeom>
                <a:rect b="b" l="l" r="r" t="t"/>
                <a:pathLst>
                  <a:path extrusionOk="0" h="507" w="228">
                    <a:moveTo>
                      <a:pt x="48" y="0"/>
                    </a:moveTo>
                    <a:cubicBezTo>
                      <a:pt x="24" y="0"/>
                      <a:pt x="0" y="26"/>
                      <a:pt x="12" y="60"/>
                    </a:cubicBezTo>
                    <a:cubicBezTo>
                      <a:pt x="45" y="126"/>
                      <a:pt x="70" y="193"/>
                      <a:pt x="86" y="267"/>
                    </a:cubicBezTo>
                    <a:cubicBezTo>
                      <a:pt x="95" y="300"/>
                      <a:pt x="103" y="342"/>
                      <a:pt x="111" y="375"/>
                    </a:cubicBezTo>
                    <a:cubicBezTo>
                      <a:pt x="111" y="392"/>
                      <a:pt x="119" y="408"/>
                      <a:pt x="119" y="425"/>
                    </a:cubicBezTo>
                    <a:cubicBezTo>
                      <a:pt x="128" y="450"/>
                      <a:pt x="128" y="466"/>
                      <a:pt x="136" y="491"/>
                    </a:cubicBezTo>
                    <a:cubicBezTo>
                      <a:pt x="145" y="500"/>
                      <a:pt x="162" y="507"/>
                      <a:pt x="178" y="507"/>
                    </a:cubicBezTo>
                    <a:cubicBezTo>
                      <a:pt x="191" y="507"/>
                      <a:pt x="203" y="502"/>
                      <a:pt x="211" y="491"/>
                    </a:cubicBezTo>
                    <a:cubicBezTo>
                      <a:pt x="227" y="450"/>
                      <a:pt x="219" y="400"/>
                      <a:pt x="211" y="358"/>
                    </a:cubicBezTo>
                    <a:cubicBezTo>
                      <a:pt x="202" y="317"/>
                      <a:pt x="186" y="284"/>
                      <a:pt x="177" y="242"/>
                    </a:cubicBezTo>
                    <a:cubicBezTo>
                      <a:pt x="153" y="168"/>
                      <a:pt x="119" y="93"/>
                      <a:pt x="78" y="19"/>
                    </a:cubicBezTo>
                    <a:cubicBezTo>
                      <a:pt x="70" y="6"/>
                      <a:pt x="59" y="0"/>
                      <a:pt x="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5" name="Google Shape;3965;p9"/>
              <p:cNvSpPr/>
              <p:nvPr/>
            </p:nvSpPr>
            <p:spPr>
              <a:xfrm>
                <a:off x="856425" y="2924600"/>
                <a:ext cx="4150" cy="12900"/>
              </a:xfrm>
              <a:custGeom>
                <a:rect b="b" l="l" r="r" t="t"/>
                <a:pathLst>
                  <a:path extrusionOk="0" h="516" w="166">
                    <a:moveTo>
                      <a:pt x="33" y="0"/>
                    </a:moveTo>
                    <a:cubicBezTo>
                      <a:pt x="8" y="9"/>
                      <a:pt x="0" y="34"/>
                      <a:pt x="8" y="58"/>
                    </a:cubicBezTo>
                    <a:cubicBezTo>
                      <a:pt x="17" y="133"/>
                      <a:pt x="25" y="208"/>
                      <a:pt x="50" y="282"/>
                    </a:cubicBezTo>
                    <a:cubicBezTo>
                      <a:pt x="58" y="315"/>
                      <a:pt x="66" y="348"/>
                      <a:pt x="75" y="390"/>
                    </a:cubicBezTo>
                    <a:cubicBezTo>
                      <a:pt x="91" y="423"/>
                      <a:pt x="100" y="456"/>
                      <a:pt x="108" y="498"/>
                    </a:cubicBezTo>
                    <a:cubicBezTo>
                      <a:pt x="112" y="509"/>
                      <a:pt x="125" y="515"/>
                      <a:pt x="137" y="515"/>
                    </a:cubicBezTo>
                    <a:cubicBezTo>
                      <a:pt x="152" y="515"/>
                      <a:pt x="166" y="507"/>
                      <a:pt x="166" y="489"/>
                    </a:cubicBezTo>
                    <a:cubicBezTo>
                      <a:pt x="158" y="448"/>
                      <a:pt x="158" y="415"/>
                      <a:pt x="149" y="373"/>
                    </a:cubicBezTo>
                    <a:cubicBezTo>
                      <a:pt x="149" y="340"/>
                      <a:pt x="141" y="299"/>
                      <a:pt x="133" y="266"/>
                    </a:cubicBezTo>
                    <a:cubicBezTo>
                      <a:pt x="124" y="191"/>
                      <a:pt x="108" y="108"/>
                      <a:pt x="91" y="34"/>
                    </a:cubicBezTo>
                    <a:cubicBezTo>
                      <a:pt x="83" y="9"/>
                      <a:pt x="58" y="0"/>
                      <a:pt x="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6" name="Google Shape;3966;p9"/>
              <p:cNvSpPr/>
              <p:nvPr/>
            </p:nvSpPr>
            <p:spPr>
              <a:xfrm>
                <a:off x="670400" y="2990575"/>
                <a:ext cx="7500" cy="7250"/>
              </a:xfrm>
              <a:custGeom>
                <a:rect b="b" l="l" r="r" t="t"/>
                <a:pathLst>
                  <a:path extrusionOk="0" h="290" w="300">
                    <a:moveTo>
                      <a:pt x="241" y="0"/>
                    </a:moveTo>
                    <a:cubicBezTo>
                      <a:pt x="227" y="0"/>
                      <a:pt x="212" y="5"/>
                      <a:pt x="200" y="13"/>
                    </a:cubicBezTo>
                    <a:lnTo>
                      <a:pt x="100" y="112"/>
                    </a:lnTo>
                    <a:cubicBezTo>
                      <a:pt x="92" y="121"/>
                      <a:pt x="75" y="137"/>
                      <a:pt x="59" y="154"/>
                    </a:cubicBezTo>
                    <a:cubicBezTo>
                      <a:pt x="51" y="162"/>
                      <a:pt x="42" y="170"/>
                      <a:pt x="34" y="187"/>
                    </a:cubicBezTo>
                    <a:cubicBezTo>
                      <a:pt x="26" y="195"/>
                      <a:pt x="17" y="203"/>
                      <a:pt x="9" y="220"/>
                    </a:cubicBezTo>
                    <a:cubicBezTo>
                      <a:pt x="1" y="237"/>
                      <a:pt x="1" y="261"/>
                      <a:pt x="17" y="278"/>
                    </a:cubicBezTo>
                    <a:cubicBezTo>
                      <a:pt x="29" y="284"/>
                      <a:pt x="45" y="290"/>
                      <a:pt x="59" y="290"/>
                    </a:cubicBezTo>
                    <a:cubicBezTo>
                      <a:pt x="65" y="290"/>
                      <a:pt x="71" y="289"/>
                      <a:pt x="75" y="286"/>
                    </a:cubicBezTo>
                    <a:cubicBezTo>
                      <a:pt x="84" y="278"/>
                      <a:pt x="100" y="270"/>
                      <a:pt x="109" y="270"/>
                    </a:cubicBezTo>
                    <a:cubicBezTo>
                      <a:pt x="117" y="261"/>
                      <a:pt x="125" y="245"/>
                      <a:pt x="142" y="237"/>
                    </a:cubicBezTo>
                    <a:cubicBezTo>
                      <a:pt x="158" y="220"/>
                      <a:pt x="167" y="203"/>
                      <a:pt x="183" y="195"/>
                    </a:cubicBezTo>
                    <a:lnTo>
                      <a:pt x="283" y="96"/>
                    </a:lnTo>
                    <a:cubicBezTo>
                      <a:pt x="299" y="79"/>
                      <a:pt x="299" y="38"/>
                      <a:pt x="283" y="13"/>
                    </a:cubicBezTo>
                    <a:cubicBezTo>
                      <a:pt x="270" y="5"/>
                      <a:pt x="256" y="0"/>
                      <a:pt x="2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7" name="Google Shape;3967;p9"/>
              <p:cNvSpPr/>
              <p:nvPr/>
            </p:nvSpPr>
            <p:spPr>
              <a:xfrm>
                <a:off x="675175" y="2995250"/>
                <a:ext cx="7275" cy="7600"/>
              </a:xfrm>
              <a:custGeom>
                <a:rect b="b" l="l" r="r" t="t"/>
                <a:pathLst>
                  <a:path extrusionOk="0" h="304" w="291">
                    <a:moveTo>
                      <a:pt x="230" y="1"/>
                    </a:moveTo>
                    <a:cubicBezTo>
                      <a:pt x="218" y="1"/>
                      <a:pt x="207" y="5"/>
                      <a:pt x="199" y="16"/>
                    </a:cubicBezTo>
                    <a:cubicBezTo>
                      <a:pt x="166" y="50"/>
                      <a:pt x="133" y="91"/>
                      <a:pt x="100" y="124"/>
                    </a:cubicBezTo>
                    <a:cubicBezTo>
                      <a:pt x="92" y="141"/>
                      <a:pt x="75" y="157"/>
                      <a:pt x="58" y="182"/>
                    </a:cubicBezTo>
                    <a:cubicBezTo>
                      <a:pt x="50" y="190"/>
                      <a:pt x="42" y="199"/>
                      <a:pt x="34" y="215"/>
                    </a:cubicBezTo>
                    <a:cubicBezTo>
                      <a:pt x="25" y="224"/>
                      <a:pt x="17" y="232"/>
                      <a:pt x="17" y="240"/>
                    </a:cubicBezTo>
                    <a:cubicBezTo>
                      <a:pt x="0" y="257"/>
                      <a:pt x="9" y="282"/>
                      <a:pt x="25" y="298"/>
                    </a:cubicBezTo>
                    <a:cubicBezTo>
                      <a:pt x="32" y="302"/>
                      <a:pt x="39" y="304"/>
                      <a:pt x="46" y="304"/>
                    </a:cubicBezTo>
                    <a:cubicBezTo>
                      <a:pt x="56" y="304"/>
                      <a:pt x="65" y="300"/>
                      <a:pt x="75" y="290"/>
                    </a:cubicBezTo>
                    <a:lnTo>
                      <a:pt x="108" y="273"/>
                    </a:lnTo>
                    <a:cubicBezTo>
                      <a:pt x="116" y="265"/>
                      <a:pt x="125" y="257"/>
                      <a:pt x="125" y="248"/>
                    </a:cubicBezTo>
                    <a:cubicBezTo>
                      <a:pt x="141" y="232"/>
                      <a:pt x="158" y="215"/>
                      <a:pt x="174" y="199"/>
                    </a:cubicBezTo>
                    <a:cubicBezTo>
                      <a:pt x="208" y="166"/>
                      <a:pt x="241" y="124"/>
                      <a:pt x="274" y="91"/>
                    </a:cubicBezTo>
                    <a:cubicBezTo>
                      <a:pt x="290" y="74"/>
                      <a:pt x="290" y="41"/>
                      <a:pt x="274" y="16"/>
                    </a:cubicBezTo>
                    <a:cubicBezTo>
                      <a:pt x="260" y="7"/>
                      <a:pt x="244" y="1"/>
                      <a:pt x="2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8" name="Google Shape;3968;p9"/>
              <p:cNvSpPr/>
              <p:nvPr/>
            </p:nvSpPr>
            <p:spPr>
              <a:xfrm>
                <a:off x="504900" y="3018175"/>
                <a:ext cx="16600" cy="71075"/>
              </a:xfrm>
              <a:custGeom>
                <a:rect b="b" l="l" r="r" t="t"/>
                <a:pathLst>
                  <a:path extrusionOk="0" h="2843" w="664">
                    <a:moveTo>
                      <a:pt x="107" y="0"/>
                    </a:moveTo>
                    <a:cubicBezTo>
                      <a:pt x="86" y="0"/>
                      <a:pt x="63" y="15"/>
                      <a:pt x="59" y="44"/>
                    </a:cubicBezTo>
                    <a:cubicBezTo>
                      <a:pt x="1" y="533"/>
                      <a:pt x="9" y="1005"/>
                      <a:pt x="92" y="1486"/>
                    </a:cubicBezTo>
                    <a:cubicBezTo>
                      <a:pt x="125" y="1726"/>
                      <a:pt x="183" y="1958"/>
                      <a:pt x="258" y="2182"/>
                    </a:cubicBezTo>
                    <a:cubicBezTo>
                      <a:pt x="324" y="2405"/>
                      <a:pt x="398" y="2654"/>
                      <a:pt x="564" y="2828"/>
                    </a:cubicBezTo>
                    <a:cubicBezTo>
                      <a:pt x="575" y="2838"/>
                      <a:pt x="588" y="2843"/>
                      <a:pt x="602" y="2843"/>
                    </a:cubicBezTo>
                    <a:cubicBezTo>
                      <a:pt x="632" y="2843"/>
                      <a:pt x="664" y="2821"/>
                      <a:pt x="664" y="2786"/>
                    </a:cubicBezTo>
                    <a:cubicBezTo>
                      <a:pt x="647" y="2554"/>
                      <a:pt x="539" y="2339"/>
                      <a:pt x="473" y="2124"/>
                    </a:cubicBezTo>
                    <a:cubicBezTo>
                      <a:pt x="398" y="1900"/>
                      <a:pt x="340" y="1676"/>
                      <a:pt x="291" y="1452"/>
                    </a:cubicBezTo>
                    <a:cubicBezTo>
                      <a:pt x="200" y="989"/>
                      <a:pt x="150" y="516"/>
                      <a:pt x="150" y="44"/>
                    </a:cubicBezTo>
                    <a:cubicBezTo>
                      <a:pt x="150" y="15"/>
                      <a:pt x="129" y="0"/>
                      <a:pt x="1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9" name="Google Shape;3969;p9"/>
              <p:cNvSpPr/>
              <p:nvPr/>
            </p:nvSpPr>
            <p:spPr>
              <a:xfrm>
                <a:off x="514600" y="3055450"/>
                <a:ext cx="7525" cy="20975"/>
              </a:xfrm>
              <a:custGeom>
                <a:rect b="b" l="l" r="r" t="t"/>
                <a:pathLst>
                  <a:path extrusionOk="0" h="839" w="301">
                    <a:moveTo>
                      <a:pt x="55" y="1"/>
                    </a:moveTo>
                    <a:cubicBezTo>
                      <a:pt x="28" y="1"/>
                      <a:pt x="0" y="22"/>
                      <a:pt x="10" y="53"/>
                    </a:cubicBezTo>
                    <a:cubicBezTo>
                      <a:pt x="77" y="309"/>
                      <a:pt x="135" y="566"/>
                      <a:pt x="234" y="815"/>
                    </a:cubicBezTo>
                    <a:cubicBezTo>
                      <a:pt x="241" y="832"/>
                      <a:pt x="253" y="839"/>
                      <a:pt x="265" y="839"/>
                    </a:cubicBezTo>
                    <a:cubicBezTo>
                      <a:pt x="283" y="839"/>
                      <a:pt x="300" y="823"/>
                      <a:pt x="300" y="798"/>
                    </a:cubicBezTo>
                    <a:cubicBezTo>
                      <a:pt x="251" y="533"/>
                      <a:pt x="168" y="285"/>
                      <a:pt x="93" y="28"/>
                    </a:cubicBezTo>
                    <a:cubicBezTo>
                      <a:pt x="87" y="9"/>
                      <a:pt x="71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0" name="Google Shape;3970;p9"/>
              <p:cNvSpPr/>
              <p:nvPr/>
            </p:nvSpPr>
            <p:spPr>
              <a:xfrm>
                <a:off x="645125" y="3164375"/>
                <a:ext cx="5325" cy="18550"/>
              </a:xfrm>
              <a:custGeom>
                <a:rect b="b" l="l" r="r" t="t"/>
                <a:pathLst>
                  <a:path extrusionOk="0" h="742" w="213">
                    <a:moveTo>
                      <a:pt x="56" y="0"/>
                    </a:moveTo>
                    <a:cubicBezTo>
                      <a:pt x="29" y="0"/>
                      <a:pt x="1" y="18"/>
                      <a:pt x="1" y="46"/>
                    </a:cubicBezTo>
                    <a:cubicBezTo>
                      <a:pt x="9" y="153"/>
                      <a:pt x="18" y="261"/>
                      <a:pt x="26" y="360"/>
                    </a:cubicBezTo>
                    <a:cubicBezTo>
                      <a:pt x="34" y="468"/>
                      <a:pt x="34" y="576"/>
                      <a:pt x="51" y="683"/>
                    </a:cubicBezTo>
                    <a:cubicBezTo>
                      <a:pt x="58" y="724"/>
                      <a:pt x="91" y="741"/>
                      <a:pt x="125" y="741"/>
                    </a:cubicBezTo>
                    <a:cubicBezTo>
                      <a:pt x="168" y="741"/>
                      <a:pt x="213" y="713"/>
                      <a:pt x="208" y="667"/>
                    </a:cubicBezTo>
                    <a:cubicBezTo>
                      <a:pt x="200" y="559"/>
                      <a:pt x="175" y="451"/>
                      <a:pt x="158" y="344"/>
                    </a:cubicBezTo>
                    <a:cubicBezTo>
                      <a:pt x="142" y="244"/>
                      <a:pt x="117" y="137"/>
                      <a:pt x="100" y="37"/>
                    </a:cubicBezTo>
                    <a:cubicBezTo>
                      <a:pt x="97" y="11"/>
                      <a:pt x="77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1" name="Google Shape;3971;p9"/>
              <p:cNvSpPr/>
              <p:nvPr/>
            </p:nvSpPr>
            <p:spPr>
              <a:xfrm>
                <a:off x="641825" y="3149700"/>
                <a:ext cx="3750" cy="9950"/>
              </a:xfrm>
              <a:custGeom>
                <a:rect b="b" l="l" r="r" t="t"/>
                <a:pathLst>
                  <a:path extrusionOk="0" h="398" w="150">
                    <a:moveTo>
                      <a:pt x="80" y="1"/>
                    </a:moveTo>
                    <a:cubicBezTo>
                      <a:pt x="75" y="1"/>
                      <a:pt x="71" y="1"/>
                      <a:pt x="67" y="3"/>
                    </a:cubicBezTo>
                    <a:cubicBezTo>
                      <a:pt x="34" y="11"/>
                      <a:pt x="17" y="36"/>
                      <a:pt x="25" y="69"/>
                    </a:cubicBezTo>
                    <a:lnTo>
                      <a:pt x="25" y="77"/>
                    </a:lnTo>
                    <a:lnTo>
                      <a:pt x="25" y="86"/>
                    </a:lnTo>
                    <a:cubicBezTo>
                      <a:pt x="25" y="86"/>
                      <a:pt x="25" y="94"/>
                      <a:pt x="25" y="94"/>
                    </a:cubicBezTo>
                    <a:cubicBezTo>
                      <a:pt x="25" y="111"/>
                      <a:pt x="25" y="119"/>
                      <a:pt x="25" y="135"/>
                    </a:cubicBezTo>
                    <a:cubicBezTo>
                      <a:pt x="25" y="160"/>
                      <a:pt x="25" y="185"/>
                      <a:pt x="17" y="210"/>
                    </a:cubicBezTo>
                    <a:cubicBezTo>
                      <a:pt x="17" y="210"/>
                      <a:pt x="17" y="218"/>
                      <a:pt x="17" y="218"/>
                    </a:cubicBezTo>
                    <a:lnTo>
                      <a:pt x="25" y="218"/>
                    </a:lnTo>
                    <a:cubicBezTo>
                      <a:pt x="25" y="227"/>
                      <a:pt x="17" y="235"/>
                      <a:pt x="17" y="235"/>
                    </a:cubicBezTo>
                    <a:cubicBezTo>
                      <a:pt x="17" y="251"/>
                      <a:pt x="17" y="260"/>
                      <a:pt x="9" y="276"/>
                    </a:cubicBezTo>
                    <a:cubicBezTo>
                      <a:pt x="9" y="293"/>
                      <a:pt x="9" y="301"/>
                      <a:pt x="9" y="309"/>
                    </a:cubicBezTo>
                    <a:cubicBezTo>
                      <a:pt x="0" y="326"/>
                      <a:pt x="0" y="334"/>
                      <a:pt x="0" y="351"/>
                    </a:cubicBezTo>
                    <a:cubicBezTo>
                      <a:pt x="0" y="367"/>
                      <a:pt x="0" y="384"/>
                      <a:pt x="17" y="392"/>
                    </a:cubicBezTo>
                    <a:cubicBezTo>
                      <a:pt x="24" y="396"/>
                      <a:pt x="31" y="398"/>
                      <a:pt x="38" y="398"/>
                    </a:cubicBezTo>
                    <a:cubicBezTo>
                      <a:pt x="47" y="398"/>
                      <a:pt x="57" y="394"/>
                      <a:pt x="67" y="384"/>
                    </a:cubicBezTo>
                    <a:cubicBezTo>
                      <a:pt x="83" y="359"/>
                      <a:pt x="108" y="334"/>
                      <a:pt x="116" y="301"/>
                    </a:cubicBezTo>
                    <a:cubicBezTo>
                      <a:pt x="125" y="276"/>
                      <a:pt x="133" y="251"/>
                      <a:pt x="133" y="227"/>
                    </a:cubicBezTo>
                    <a:cubicBezTo>
                      <a:pt x="150" y="169"/>
                      <a:pt x="141" y="102"/>
                      <a:pt x="133" y="44"/>
                    </a:cubicBezTo>
                    <a:cubicBezTo>
                      <a:pt x="126" y="17"/>
                      <a:pt x="102" y="1"/>
                      <a:pt x="8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2" name="Google Shape;3972;p9"/>
              <p:cNvSpPr/>
              <p:nvPr/>
            </p:nvSpPr>
            <p:spPr>
              <a:xfrm>
                <a:off x="670825" y="3293275"/>
                <a:ext cx="200" cy="250"/>
              </a:xfrm>
              <a:custGeom>
                <a:rect b="b" l="l" r="r" t="t"/>
                <a:pathLst>
                  <a:path extrusionOk="0" h="10" w="8">
                    <a:moveTo>
                      <a:pt x="6" y="0"/>
                    </a:moveTo>
                    <a:cubicBezTo>
                      <a:pt x="6" y="0"/>
                      <a:pt x="4" y="3"/>
                      <a:pt x="0" y="10"/>
                    </a:cubicBezTo>
                    <a:cubicBezTo>
                      <a:pt x="5" y="5"/>
                      <a:pt x="7" y="0"/>
                      <a:pt x="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3" name="Google Shape;3973;p9"/>
              <p:cNvSpPr/>
              <p:nvPr/>
            </p:nvSpPr>
            <p:spPr>
              <a:xfrm>
                <a:off x="792200" y="3258300"/>
                <a:ext cx="4175" cy="6750"/>
              </a:xfrm>
              <a:custGeom>
                <a:rect b="b" l="l" r="r" t="t"/>
                <a:pathLst>
                  <a:path extrusionOk="0" h="270" w="167">
                    <a:moveTo>
                      <a:pt x="42" y="0"/>
                    </a:moveTo>
                    <a:cubicBezTo>
                      <a:pt x="34" y="0"/>
                      <a:pt x="17" y="0"/>
                      <a:pt x="9" y="17"/>
                    </a:cubicBezTo>
                    <a:cubicBezTo>
                      <a:pt x="1" y="34"/>
                      <a:pt x="9" y="50"/>
                      <a:pt x="9" y="75"/>
                    </a:cubicBezTo>
                    <a:cubicBezTo>
                      <a:pt x="9" y="83"/>
                      <a:pt x="1" y="92"/>
                      <a:pt x="9" y="108"/>
                    </a:cubicBezTo>
                    <a:cubicBezTo>
                      <a:pt x="9" y="116"/>
                      <a:pt x="17" y="125"/>
                      <a:pt x="17" y="133"/>
                    </a:cubicBezTo>
                    <a:cubicBezTo>
                      <a:pt x="34" y="166"/>
                      <a:pt x="42" y="199"/>
                      <a:pt x="59" y="232"/>
                    </a:cubicBezTo>
                    <a:cubicBezTo>
                      <a:pt x="59" y="241"/>
                      <a:pt x="67" y="257"/>
                      <a:pt x="84" y="266"/>
                    </a:cubicBezTo>
                    <a:cubicBezTo>
                      <a:pt x="89" y="266"/>
                      <a:pt x="98" y="269"/>
                      <a:pt x="106" y="269"/>
                    </a:cubicBezTo>
                    <a:cubicBezTo>
                      <a:pt x="110" y="269"/>
                      <a:pt x="114" y="268"/>
                      <a:pt x="117" y="266"/>
                    </a:cubicBezTo>
                    <a:cubicBezTo>
                      <a:pt x="142" y="257"/>
                      <a:pt x="166" y="232"/>
                      <a:pt x="158" y="199"/>
                    </a:cubicBezTo>
                    <a:lnTo>
                      <a:pt x="125" y="100"/>
                    </a:lnTo>
                    <a:cubicBezTo>
                      <a:pt x="117" y="92"/>
                      <a:pt x="117" y="83"/>
                      <a:pt x="117" y="83"/>
                    </a:cubicBezTo>
                    <a:cubicBezTo>
                      <a:pt x="108" y="67"/>
                      <a:pt x="100" y="58"/>
                      <a:pt x="92" y="50"/>
                    </a:cubicBezTo>
                    <a:cubicBezTo>
                      <a:pt x="92" y="50"/>
                      <a:pt x="92" y="42"/>
                      <a:pt x="92" y="42"/>
                    </a:cubicBezTo>
                    <a:cubicBezTo>
                      <a:pt x="84" y="42"/>
                      <a:pt x="84" y="42"/>
                      <a:pt x="84" y="34"/>
                    </a:cubicBezTo>
                    <a:lnTo>
                      <a:pt x="75" y="25"/>
                    </a:lnTo>
                    <a:cubicBezTo>
                      <a:pt x="67" y="17"/>
                      <a:pt x="59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9"/>
              <p:cNvSpPr/>
              <p:nvPr/>
            </p:nvSpPr>
            <p:spPr>
              <a:xfrm>
                <a:off x="638300" y="3230000"/>
                <a:ext cx="9750" cy="15225"/>
              </a:xfrm>
              <a:custGeom>
                <a:rect b="b" l="l" r="r" t="t"/>
                <a:pathLst>
                  <a:path extrusionOk="0" h="609" w="390">
                    <a:moveTo>
                      <a:pt x="336" y="1"/>
                    </a:moveTo>
                    <a:cubicBezTo>
                      <a:pt x="326" y="1"/>
                      <a:pt x="316" y="3"/>
                      <a:pt x="307" y="6"/>
                    </a:cubicBezTo>
                    <a:lnTo>
                      <a:pt x="315" y="6"/>
                    </a:lnTo>
                    <a:cubicBezTo>
                      <a:pt x="291" y="14"/>
                      <a:pt x="274" y="39"/>
                      <a:pt x="266" y="55"/>
                    </a:cubicBezTo>
                    <a:cubicBezTo>
                      <a:pt x="241" y="80"/>
                      <a:pt x="241" y="113"/>
                      <a:pt x="224" y="138"/>
                    </a:cubicBezTo>
                    <a:cubicBezTo>
                      <a:pt x="208" y="188"/>
                      <a:pt x="183" y="229"/>
                      <a:pt x="166" y="271"/>
                    </a:cubicBezTo>
                    <a:cubicBezTo>
                      <a:pt x="125" y="362"/>
                      <a:pt x="75" y="453"/>
                      <a:pt x="25" y="536"/>
                    </a:cubicBezTo>
                    <a:cubicBezTo>
                      <a:pt x="0" y="567"/>
                      <a:pt x="32" y="608"/>
                      <a:pt x="64" y="608"/>
                    </a:cubicBezTo>
                    <a:cubicBezTo>
                      <a:pt x="74" y="608"/>
                      <a:pt x="84" y="604"/>
                      <a:pt x="92" y="594"/>
                    </a:cubicBezTo>
                    <a:cubicBezTo>
                      <a:pt x="158" y="511"/>
                      <a:pt x="224" y="428"/>
                      <a:pt x="282" y="337"/>
                    </a:cubicBezTo>
                    <a:cubicBezTo>
                      <a:pt x="307" y="287"/>
                      <a:pt x="332" y="246"/>
                      <a:pt x="349" y="196"/>
                    </a:cubicBezTo>
                    <a:cubicBezTo>
                      <a:pt x="365" y="163"/>
                      <a:pt x="382" y="138"/>
                      <a:pt x="382" y="105"/>
                    </a:cubicBezTo>
                    <a:cubicBezTo>
                      <a:pt x="382" y="80"/>
                      <a:pt x="390" y="47"/>
                      <a:pt x="373" y="22"/>
                    </a:cubicBezTo>
                    <a:cubicBezTo>
                      <a:pt x="368" y="6"/>
                      <a:pt x="353" y="1"/>
                      <a:pt x="3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5" name="Google Shape;3975;p9"/>
              <p:cNvSpPr/>
              <p:nvPr/>
            </p:nvSpPr>
            <p:spPr>
              <a:xfrm>
                <a:off x="645425" y="3219125"/>
                <a:ext cx="3050" cy="7600"/>
              </a:xfrm>
              <a:custGeom>
                <a:rect b="b" l="l" r="r" t="t"/>
                <a:pathLst>
                  <a:path extrusionOk="0" h="304" w="122">
                    <a:moveTo>
                      <a:pt x="103" y="1"/>
                    </a:moveTo>
                    <a:cubicBezTo>
                      <a:pt x="97" y="1"/>
                      <a:pt x="92" y="3"/>
                      <a:pt x="88" y="10"/>
                    </a:cubicBezTo>
                    <a:cubicBezTo>
                      <a:pt x="80" y="18"/>
                      <a:pt x="72" y="35"/>
                      <a:pt x="64" y="43"/>
                    </a:cubicBezTo>
                    <a:cubicBezTo>
                      <a:pt x="64" y="51"/>
                      <a:pt x="64" y="59"/>
                      <a:pt x="55" y="68"/>
                    </a:cubicBezTo>
                    <a:cubicBezTo>
                      <a:pt x="47" y="93"/>
                      <a:pt x="47" y="117"/>
                      <a:pt x="39" y="134"/>
                    </a:cubicBezTo>
                    <a:lnTo>
                      <a:pt x="6" y="267"/>
                    </a:lnTo>
                    <a:cubicBezTo>
                      <a:pt x="1" y="291"/>
                      <a:pt x="16" y="304"/>
                      <a:pt x="30" y="304"/>
                    </a:cubicBezTo>
                    <a:cubicBezTo>
                      <a:pt x="41" y="304"/>
                      <a:pt x="52" y="297"/>
                      <a:pt x="55" y="283"/>
                    </a:cubicBezTo>
                    <a:cubicBezTo>
                      <a:pt x="72" y="242"/>
                      <a:pt x="88" y="200"/>
                      <a:pt x="97" y="151"/>
                    </a:cubicBezTo>
                    <a:cubicBezTo>
                      <a:pt x="105" y="134"/>
                      <a:pt x="113" y="109"/>
                      <a:pt x="113" y="93"/>
                    </a:cubicBezTo>
                    <a:lnTo>
                      <a:pt x="122" y="59"/>
                    </a:lnTo>
                    <a:cubicBezTo>
                      <a:pt x="122" y="43"/>
                      <a:pt x="122" y="35"/>
                      <a:pt x="122" y="18"/>
                    </a:cubicBezTo>
                    <a:cubicBezTo>
                      <a:pt x="122" y="8"/>
                      <a:pt x="112" y="1"/>
                      <a:pt x="10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6" name="Google Shape;3976;p9"/>
              <p:cNvSpPr/>
              <p:nvPr/>
            </p:nvSpPr>
            <p:spPr>
              <a:xfrm>
                <a:off x="630850" y="3226950"/>
                <a:ext cx="3325" cy="4925"/>
              </a:xfrm>
              <a:custGeom>
                <a:rect b="b" l="l" r="r" t="t"/>
                <a:pathLst>
                  <a:path extrusionOk="0" h="197" w="133">
                    <a:moveTo>
                      <a:pt x="103" y="0"/>
                    </a:moveTo>
                    <a:cubicBezTo>
                      <a:pt x="91" y="0"/>
                      <a:pt x="81" y="8"/>
                      <a:pt x="75" y="20"/>
                    </a:cubicBezTo>
                    <a:cubicBezTo>
                      <a:pt x="50" y="53"/>
                      <a:pt x="33" y="86"/>
                      <a:pt x="17" y="128"/>
                    </a:cubicBezTo>
                    <a:cubicBezTo>
                      <a:pt x="0" y="152"/>
                      <a:pt x="9" y="186"/>
                      <a:pt x="33" y="194"/>
                    </a:cubicBezTo>
                    <a:cubicBezTo>
                      <a:pt x="39" y="195"/>
                      <a:pt x="45" y="196"/>
                      <a:pt x="50" y="196"/>
                    </a:cubicBezTo>
                    <a:cubicBezTo>
                      <a:pt x="75" y="196"/>
                      <a:pt x="93" y="181"/>
                      <a:pt x="100" y="161"/>
                    </a:cubicBezTo>
                    <a:cubicBezTo>
                      <a:pt x="116" y="119"/>
                      <a:pt x="125" y="78"/>
                      <a:pt x="133" y="36"/>
                    </a:cubicBezTo>
                    <a:cubicBezTo>
                      <a:pt x="133" y="28"/>
                      <a:pt x="133" y="28"/>
                      <a:pt x="125" y="20"/>
                    </a:cubicBezTo>
                    <a:cubicBezTo>
                      <a:pt x="125" y="12"/>
                      <a:pt x="116" y="12"/>
                      <a:pt x="116" y="3"/>
                    </a:cubicBezTo>
                    <a:cubicBezTo>
                      <a:pt x="112" y="1"/>
                      <a:pt x="107" y="0"/>
                      <a:pt x="1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7" name="Google Shape;3977;p9"/>
              <p:cNvSpPr/>
              <p:nvPr/>
            </p:nvSpPr>
            <p:spPr>
              <a:xfrm>
                <a:off x="555025" y="3207975"/>
                <a:ext cx="3350" cy="8925"/>
              </a:xfrm>
              <a:custGeom>
                <a:rect b="b" l="l" r="r" t="t"/>
                <a:pathLst>
                  <a:path extrusionOk="0" h="357" w="134">
                    <a:moveTo>
                      <a:pt x="67" y="0"/>
                    </a:moveTo>
                    <a:cubicBezTo>
                      <a:pt x="51" y="0"/>
                      <a:pt x="34" y="8"/>
                      <a:pt x="26" y="25"/>
                    </a:cubicBezTo>
                    <a:cubicBezTo>
                      <a:pt x="1" y="66"/>
                      <a:pt x="9" y="124"/>
                      <a:pt x="9" y="174"/>
                    </a:cubicBezTo>
                    <a:cubicBezTo>
                      <a:pt x="9" y="215"/>
                      <a:pt x="9" y="257"/>
                      <a:pt x="17" y="307"/>
                    </a:cubicBezTo>
                    <a:cubicBezTo>
                      <a:pt x="17" y="331"/>
                      <a:pt x="42" y="356"/>
                      <a:pt x="67" y="356"/>
                    </a:cubicBezTo>
                    <a:cubicBezTo>
                      <a:pt x="100" y="356"/>
                      <a:pt x="125" y="331"/>
                      <a:pt x="125" y="307"/>
                    </a:cubicBezTo>
                    <a:cubicBezTo>
                      <a:pt x="125" y="257"/>
                      <a:pt x="125" y="215"/>
                      <a:pt x="125" y="174"/>
                    </a:cubicBezTo>
                    <a:cubicBezTo>
                      <a:pt x="125" y="124"/>
                      <a:pt x="133" y="66"/>
                      <a:pt x="109" y="25"/>
                    </a:cubicBezTo>
                    <a:cubicBezTo>
                      <a:pt x="100" y="8"/>
                      <a:pt x="84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9"/>
              <p:cNvSpPr/>
              <p:nvPr/>
            </p:nvSpPr>
            <p:spPr>
              <a:xfrm>
                <a:off x="563100" y="3209075"/>
                <a:ext cx="2725" cy="10825"/>
              </a:xfrm>
              <a:custGeom>
                <a:rect b="b" l="l" r="r" t="t"/>
                <a:pathLst>
                  <a:path extrusionOk="0" h="433" w="109">
                    <a:moveTo>
                      <a:pt x="44" y="0"/>
                    </a:moveTo>
                    <a:cubicBezTo>
                      <a:pt x="33" y="0"/>
                      <a:pt x="22" y="4"/>
                      <a:pt x="18" y="14"/>
                    </a:cubicBezTo>
                    <a:cubicBezTo>
                      <a:pt x="1" y="39"/>
                      <a:pt x="9" y="72"/>
                      <a:pt x="9" y="105"/>
                    </a:cubicBezTo>
                    <a:cubicBezTo>
                      <a:pt x="18" y="138"/>
                      <a:pt x="26" y="171"/>
                      <a:pt x="26" y="205"/>
                    </a:cubicBezTo>
                    <a:cubicBezTo>
                      <a:pt x="34" y="271"/>
                      <a:pt x="34" y="329"/>
                      <a:pt x="42" y="395"/>
                    </a:cubicBezTo>
                    <a:cubicBezTo>
                      <a:pt x="42" y="420"/>
                      <a:pt x="59" y="432"/>
                      <a:pt x="76" y="432"/>
                    </a:cubicBezTo>
                    <a:cubicBezTo>
                      <a:pt x="92" y="432"/>
                      <a:pt x="109" y="420"/>
                      <a:pt x="109" y="395"/>
                    </a:cubicBezTo>
                    <a:cubicBezTo>
                      <a:pt x="109" y="329"/>
                      <a:pt x="109" y="263"/>
                      <a:pt x="109" y="205"/>
                    </a:cubicBezTo>
                    <a:cubicBezTo>
                      <a:pt x="100" y="171"/>
                      <a:pt x="100" y="138"/>
                      <a:pt x="100" y="105"/>
                    </a:cubicBezTo>
                    <a:cubicBezTo>
                      <a:pt x="92" y="72"/>
                      <a:pt x="92" y="31"/>
                      <a:pt x="67" y="6"/>
                    </a:cubicBezTo>
                    <a:cubicBezTo>
                      <a:pt x="60" y="2"/>
                      <a:pt x="52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9" name="Google Shape;3979;p9"/>
              <p:cNvSpPr/>
              <p:nvPr/>
            </p:nvSpPr>
            <p:spPr>
              <a:xfrm>
                <a:off x="568500" y="3211600"/>
                <a:ext cx="3125" cy="10050"/>
              </a:xfrm>
              <a:custGeom>
                <a:rect b="b" l="l" r="r" t="t"/>
                <a:pathLst>
                  <a:path extrusionOk="0" h="402" w="125">
                    <a:moveTo>
                      <a:pt x="66" y="0"/>
                    </a:moveTo>
                    <a:cubicBezTo>
                      <a:pt x="54" y="0"/>
                      <a:pt x="42" y="4"/>
                      <a:pt x="34" y="12"/>
                    </a:cubicBezTo>
                    <a:cubicBezTo>
                      <a:pt x="25" y="29"/>
                      <a:pt x="17" y="46"/>
                      <a:pt x="9" y="54"/>
                    </a:cubicBezTo>
                    <a:cubicBezTo>
                      <a:pt x="9" y="70"/>
                      <a:pt x="9" y="95"/>
                      <a:pt x="9" y="104"/>
                    </a:cubicBezTo>
                    <a:cubicBezTo>
                      <a:pt x="9" y="137"/>
                      <a:pt x="0" y="162"/>
                      <a:pt x="0" y="186"/>
                    </a:cubicBezTo>
                    <a:cubicBezTo>
                      <a:pt x="0" y="236"/>
                      <a:pt x="9" y="294"/>
                      <a:pt x="9" y="344"/>
                    </a:cubicBezTo>
                    <a:cubicBezTo>
                      <a:pt x="9" y="377"/>
                      <a:pt x="34" y="402"/>
                      <a:pt x="67" y="402"/>
                    </a:cubicBezTo>
                    <a:cubicBezTo>
                      <a:pt x="100" y="402"/>
                      <a:pt x="125" y="377"/>
                      <a:pt x="125" y="344"/>
                    </a:cubicBezTo>
                    <a:cubicBezTo>
                      <a:pt x="125" y="294"/>
                      <a:pt x="125" y="236"/>
                      <a:pt x="125" y="186"/>
                    </a:cubicBezTo>
                    <a:cubicBezTo>
                      <a:pt x="125" y="162"/>
                      <a:pt x="125" y="128"/>
                      <a:pt x="125" y="104"/>
                    </a:cubicBezTo>
                    <a:cubicBezTo>
                      <a:pt x="125" y="95"/>
                      <a:pt x="125" y="70"/>
                      <a:pt x="116" y="54"/>
                    </a:cubicBezTo>
                    <a:cubicBezTo>
                      <a:pt x="116" y="46"/>
                      <a:pt x="100" y="29"/>
                      <a:pt x="91" y="12"/>
                    </a:cubicBezTo>
                    <a:cubicBezTo>
                      <a:pt x="87" y="4"/>
                      <a:pt x="77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0" name="Google Shape;3980;p9"/>
              <p:cNvSpPr/>
              <p:nvPr/>
            </p:nvSpPr>
            <p:spPr>
              <a:xfrm>
                <a:off x="754725" y="3222450"/>
                <a:ext cx="4775" cy="10675"/>
              </a:xfrm>
              <a:custGeom>
                <a:rect b="b" l="l" r="r" t="t"/>
                <a:pathLst>
                  <a:path extrusionOk="0" h="427" w="191">
                    <a:moveTo>
                      <a:pt x="98" y="1"/>
                    </a:moveTo>
                    <a:cubicBezTo>
                      <a:pt x="77" y="1"/>
                      <a:pt x="57" y="10"/>
                      <a:pt x="41" y="26"/>
                    </a:cubicBezTo>
                    <a:cubicBezTo>
                      <a:pt x="8" y="59"/>
                      <a:pt x="8" y="100"/>
                      <a:pt x="17" y="142"/>
                    </a:cubicBezTo>
                    <a:cubicBezTo>
                      <a:pt x="17" y="167"/>
                      <a:pt x="17" y="192"/>
                      <a:pt x="17" y="225"/>
                    </a:cubicBezTo>
                    <a:cubicBezTo>
                      <a:pt x="17" y="233"/>
                      <a:pt x="17" y="250"/>
                      <a:pt x="17" y="258"/>
                    </a:cubicBezTo>
                    <a:lnTo>
                      <a:pt x="17" y="266"/>
                    </a:lnTo>
                    <a:cubicBezTo>
                      <a:pt x="17" y="274"/>
                      <a:pt x="8" y="283"/>
                      <a:pt x="8" y="299"/>
                    </a:cubicBezTo>
                    <a:cubicBezTo>
                      <a:pt x="11" y="291"/>
                      <a:pt x="12" y="289"/>
                      <a:pt x="12" y="289"/>
                    </a:cubicBezTo>
                    <a:lnTo>
                      <a:pt x="12" y="289"/>
                    </a:lnTo>
                    <a:cubicBezTo>
                      <a:pt x="12" y="289"/>
                      <a:pt x="8" y="302"/>
                      <a:pt x="8" y="308"/>
                    </a:cubicBezTo>
                    <a:cubicBezTo>
                      <a:pt x="8" y="308"/>
                      <a:pt x="8" y="316"/>
                      <a:pt x="8" y="324"/>
                    </a:cubicBezTo>
                    <a:cubicBezTo>
                      <a:pt x="0" y="341"/>
                      <a:pt x="0" y="357"/>
                      <a:pt x="0" y="374"/>
                    </a:cubicBezTo>
                    <a:cubicBezTo>
                      <a:pt x="0" y="408"/>
                      <a:pt x="28" y="427"/>
                      <a:pt x="56" y="427"/>
                    </a:cubicBezTo>
                    <a:cubicBezTo>
                      <a:pt x="68" y="427"/>
                      <a:pt x="81" y="423"/>
                      <a:pt x="91" y="415"/>
                    </a:cubicBezTo>
                    <a:cubicBezTo>
                      <a:pt x="108" y="399"/>
                      <a:pt x="116" y="390"/>
                      <a:pt x="124" y="374"/>
                    </a:cubicBezTo>
                    <a:cubicBezTo>
                      <a:pt x="133" y="366"/>
                      <a:pt x="141" y="349"/>
                      <a:pt x="141" y="332"/>
                    </a:cubicBezTo>
                    <a:cubicBezTo>
                      <a:pt x="157" y="308"/>
                      <a:pt x="166" y="274"/>
                      <a:pt x="174" y="241"/>
                    </a:cubicBezTo>
                    <a:cubicBezTo>
                      <a:pt x="182" y="208"/>
                      <a:pt x="182" y="175"/>
                      <a:pt x="182" y="142"/>
                    </a:cubicBezTo>
                    <a:cubicBezTo>
                      <a:pt x="191" y="92"/>
                      <a:pt x="182" y="34"/>
                      <a:pt x="133" y="9"/>
                    </a:cubicBezTo>
                    <a:cubicBezTo>
                      <a:pt x="121" y="3"/>
                      <a:pt x="109" y="1"/>
                      <a:pt x="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9"/>
              <p:cNvSpPr/>
              <p:nvPr/>
            </p:nvSpPr>
            <p:spPr>
              <a:xfrm>
                <a:off x="763825" y="3223075"/>
                <a:ext cx="3950" cy="9400"/>
              </a:xfrm>
              <a:custGeom>
                <a:rect b="b" l="l" r="r" t="t"/>
                <a:pathLst>
                  <a:path extrusionOk="0" h="376" w="158">
                    <a:moveTo>
                      <a:pt x="100" y="1"/>
                    </a:moveTo>
                    <a:cubicBezTo>
                      <a:pt x="75" y="1"/>
                      <a:pt x="50" y="17"/>
                      <a:pt x="42" y="42"/>
                    </a:cubicBezTo>
                    <a:cubicBezTo>
                      <a:pt x="34" y="84"/>
                      <a:pt x="25" y="133"/>
                      <a:pt x="25" y="175"/>
                    </a:cubicBezTo>
                    <a:cubicBezTo>
                      <a:pt x="17" y="225"/>
                      <a:pt x="9" y="266"/>
                      <a:pt x="1" y="316"/>
                    </a:cubicBezTo>
                    <a:cubicBezTo>
                      <a:pt x="1" y="341"/>
                      <a:pt x="9" y="374"/>
                      <a:pt x="42" y="374"/>
                    </a:cubicBezTo>
                    <a:cubicBezTo>
                      <a:pt x="46" y="375"/>
                      <a:pt x="51" y="376"/>
                      <a:pt x="56" y="376"/>
                    </a:cubicBezTo>
                    <a:cubicBezTo>
                      <a:pt x="78" y="376"/>
                      <a:pt x="101" y="361"/>
                      <a:pt x="108" y="341"/>
                    </a:cubicBezTo>
                    <a:cubicBezTo>
                      <a:pt x="117" y="291"/>
                      <a:pt x="125" y="249"/>
                      <a:pt x="133" y="200"/>
                    </a:cubicBezTo>
                    <a:cubicBezTo>
                      <a:pt x="141" y="158"/>
                      <a:pt x="150" y="109"/>
                      <a:pt x="150" y="59"/>
                    </a:cubicBezTo>
                    <a:cubicBezTo>
                      <a:pt x="158" y="34"/>
                      <a:pt x="133" y="17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2" name="Google Shape;3982;p9"/>
              <p:cNvSpPr/>
              <p:nvPr/>
            </p:nvSpPr>
            <p:spPr>
              <a:xfrm>
                <a:off x="771700" y="3223925"/>
                <a:ext cx="225" cy="225"/>
              </a:xfrm>
              <a:custGeom>
                <a:rect b="b" l="l" r="r" t="t"/>
                <a:pathLst>
                  <a:path extrusionOk="0" h="9" w="9">
                    <a:moveTo>
                      <a:pt x="9" y="0"/>
                    </a:moveTo>
                    <a:cubicBezTo>
                      <a:pt x="9" y="0"/>
                      <a:pt x="0" y="0"/>
                      <a:pt x="0" y="8"/>
                    </a:cubicBezTo>
                    <a:cubicBezTo>
                      <a:pt x="0" y="8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3" name="Google Shape;3983;p9"/>
              <p:cNvSpPr/>
              <p:nvPr/>
            </p:nvSpPr>
            <p:spPr>
              <a:xfrm>
                <a:off x="768800" y="3223500"/>
                <a:ext cx="5400" cy="7075"/>
              </a:xfrm>
              <a:custGeom>
                <a:rect b="b" l="l" r="r" t="t"/>
                <a:pathLst>
                  <a:path extrusionOk="0" h="283" w="216">
                    <a:moveTo>
                      <a:pt x="166" y="0"/>
                    </a:moveTo>
                    <a:cubicBezTo>
                      <a:pt x="150" y="0"/>
                      <a:pt x="133" y="9"/>
                      <a:pt x="125" y="17"/>
                    </a:cubicBezTo>
                    <a:cubicBezTo>
                      <a:pt x="116" y="17"/>
                      <a:pt x="108" y="25"/>
                      <a:pt x="108" y="34"/>
                    </a:cubicBezTo>
                    <a:cubicBezTo>
                      <a:pt x="100" y="42"/>
                      <a:pt x="100" y="50"/>
                      <a:pt x="92" y="58"/>
                    </a:cubicBezTo>
                    <a:cubicBezTo>
                      <a:pt x="92" y="58"/>
                      <a:pt x="92" y="67"/>
                      <a:pt x="92" y="75"/>
                    </a:cubicBezTo>
                    <a:cubicBezTo>
                      <a:pt x="83" y="92"/>
                      <a:pt x="67" y="116"/>
                      <a:pt x="50" y="133"/>
                    </a:cubicBezTo>
                    <a:cubicBezTo>
                      <a:pt x="42" y="150"/>
                      <a:pt x="34" y="158"/>
                      <a:pt x="17" y="166"/>
                    </a:cubicBezTo>
                    <a:cubicBezTo>
                      <a:pt x="9" y="183"/>
                      <a:pt x="0" y="199"/>
                      <a:pt x="0" y="216"/>
                    </a:cubicBezTo>
                    <a:cubicBezTo>
                      <a:pt x="0" y="232"/>
                      <a:pt x="9" y="249"/>
                      <a:pt x="17" y="257"/>
                    </a:cubicBezTo>
                    <a:cubicBezTo>
                      <a:pt x="34" y="274"/>
                      <a:pt x="50" y="282"/>
                      <a:pt x="67" y="282"/>
                    </a:cubicBezTo>
                    <a:cubicBezTo>
                      <a:pt x="83" y="282"/>
                      <a:pt x="100" y="274"/>
                      <a:pt x="108" y="257"/>
                    </a:cubicBezTo>
                    <a:cubicBezTo>
                      <a:pt x="141" y="232"/>
                      <a:pt x="166" y="208"/>
                      <a:pt x="183" y="174"/>
                    </a:cubicBezTo>
                    <a:cubicBezTo>
                      <a:pt x="191" y="150"/>
                      <a:pt x="199" y="133"/>
                      <a:pt x="208" y="108"/>
                    </a:cubicBezTo>
                    <a:lnTo>
                      <a:pt x="216" y="83"/>
                    </a:lnTo>
                    <a:lnTo>
                      <a:pt x="216" y="67"/>
                    </a:lnTo>
                    <a:cubicBezTo>
                      <a:pt x="216" y="58"/>
                      <a:pt x="216" y="50"/>
                      <a:pt x="208" y="34"/>
                    </a:cubicBezTo>
                    <a:cubicBezTo>
                      <a:pt x="208" y="34"/>
                      <a:pt x="208" y="34"/>
                      <a:pt x="199" y="25"/>
                    </a:cubicBezTo>
                    <a:lnTo>
                      <a:pt x="208" y="25"/>
                    </a:lnTo>
                    <a:cubicBezTo>
                      <a:pt x="191" y="17"/>
                      <a:pt x="183" y="9"/>
                      <a:pt x="16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9"/>
              <p:cNvSpPr/>
              <p:nvPr/>
            </p:nvSpPr>
            <p:spPr>
              <a:xfrm>
                <a:off x="771900" y="3223925"/>
                <a:ext cx="225" cy="25"/>
              </a:xfrm>
              <a:custGeom>
                <a:rect b="b" l="l" r="r" t="t"/>
                <a:pathLst>
                  <a:path extrusionOk="0" h="1" w="9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9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5" name="Google Shape;3985;p9"/>
              <p:cNvSpPr/>
              <p:nvPr/>
            </p:nvSpPr>
            <p:spPr>
              <a:xfrm>
                <a:off x="802550" y="3217425"/>
                <a:ext cx="6875" cy="11650"/>
              </a:xfrm>
              <a:custGeom>
                <a:rect b="b" l="l" r="r" t="t"/>
                <a:pathLst>
                  <a:path extrusionOk="0" h="466" w="275">
                    <a:moveTo>
                      <a:pt x="202" y="0"/>
                    </a:moveTo>
                    <a:cubicBezTo>
                      <a:pt x="196" y="0"/>
                      <a:pt x="189" y="1"/>
                      <a:pt x="183" y="3"/>
                    </a:cubicBezTo>
                    <a:cubicBezTo>
                      <a:pt x="150" y="20"/>
                      <a:pt x="134" y="69"/>
                      <a:pt x="125" y="111"/>
                    </a:cubicBezTo>
                    <a:cubicBezTo>
                      <a:pt x="117" y="144"/>
                      <a:pt x="100" y="177"/>
                      <a:pt x="92" y="210"/>
                    </a:cubicBezTo>
                    <a:cubicBezTo>
                      <a:pt x="67" y="268"/>
                      <a:pt x="42" y="326"/>
                      <a:pt x="18" y="384"/>
                    </a:cubicBezTo>
                    <a:cubicBezTo>
                      <a:pt x="1" y="409"/>
                      <a:pt x="9" y="442"/>
                      <a:pt x="34" y="459"/>
                    </a:cubicBezTo>
                    <a:cubicBezTo>
                      <a:pt x="41" y="464"/>
                      <a:pt x="49" y="466"/>
                      <a:pt x="57" y="466"/>
                    </a:cubicBezTo>
                    <a:cubicBezTo>
                      <a:pt x="77" y="466"/>
                      <a:pt x="97" y="454"/>
                      <a:pt x="109" y="442"/>
                    </a:cubicBezTo>
                    <a:cubicBezTo>
                      <a:pt x="142" y="376"/>
                      <a:pt x="175" y="318"/>
                      <a:pt x="200" y="252"/>
                    </a:cubicBezTo>
                    <a:cubicBezTo>
                      <a:pt x="216" y="219"/>
                      <a:pt x="233" y="185"/>
                      <a:pt x="241" y="152"/>
                    </a:cubicBezTo>
                    <a:cubicBezTo>
                      <a:pt x="258" y="111"/>
                      <a:pt x="274" y="61"/>
                      <a:pt x="250" y="28"/>
                    </a:cubicBezTo>
                    <a:cubicBezTo>
                      <a:pt x="237" y="9"/>
                      <a:pt x="220" y="0"/>
                      <a:pt x="2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6" name="Google Shape;3986;p9"/>
              <p:cNvSpPr/>
              <p:nvPr/>
            </p:nvSpPr>
            <p:spPr>
              <a:xfrm>
                <a:off x="811050" y="3214625"/>
                <a:ext cx="3750" cy="8950"/>
              </a:xfrm>
              <a:custGeom>
                <a:rect b="b" l="l" r="r" t="t"/>
                <a:pathLst>
                  <a:path extrusionOk="0" h="358" w="150">
                    <a:moveTo>
                      <a:pt x="92" y="0"/>
                    </a:moveTo>
                    <a:cubicBezTo>
                      <a:pt x="81" y="0"/>
                      <a:pt x="71" y="5"/>
                      <a:pt x="67" y="16"/>
                    </a:cubicBezTo>
                    <a:cubicBezTo>
                      <a:pt x="50" y="41"/>
                      <a:pt x="42" y="65"/>
                      <a:pt x="42" y="99"/>
                    </a:cubicBezTo>
                    <a:cubicBezTo>
                      <a:pt x="42" y="107"/>
                      <a:pt x="42" y="115"/>
                      <a:pt x="42" y="123"/>
                    </a:cubicBezTo>
                    <a:cubicBezTo>
                      <a:pt x="42" y="123"/>
                      <a:pt x="42" y="132"/>
                      <a:pt x="42" y="132"/>
                    </a:cubicBezTo>
                    <a:cubicBezTo>
                      <a:pt x="42" y="140"/>
                      <a:pt x="42" y="140"/>
                      <a:pt x="34" y="148"/>
                    </a:cubicBezTo>
                    <a:cubicBezTo>
                      <a:pt x="34" y="190"/>
                      <a:pt x="17" y="231"/>
                      <a:pt x="9" y="273"/>
                    </a:cubicBezTo>
                    <a:cubicBezTo>
                      <a:pt x="1" y="306"/>
                      <a:pt x="17" y="347"/>
                      <a:pt x="59" y="355"/>
                    </a:cubicBezTo>
                    <a:cubicBezTo>
                      <a:pt x="64" y="357"/>
                      <a:pt x="70" y="358"/>
                      <a:pt x="76" y="358"/>
                    </a:cubicBezTo>
                    <a:cubicBezTo>
                      <a:pt x="105" y="358"/>
                      <a:pt x="135" y="340"/>
                      <a:pt x="142" y="306"/>
                    </a:cubicBezTo>
                    <a:cubicBezTo>
                      <a:pt x="150" y="256"/>
                      <a:pt x="150" y="206"/>
                      <a:pt x="150" y="165"/>
                    </a:cubicBezTo>
                    <a:cubicBezTo>
                      <a:pt x="150" y="140"/>
                      <a:pt x="150" y="115"/>
                      <a:pt x="150" y="90"/>
                    </a:cubicBezTo>
                    <a:cubicBezTo>
                      <a:pt x="150" y="65"/>
                      <a:pt x="142" y="41"/>
                      <a:pt x="125" y="16"/>
                    </a:cubicBezTo>
                    <a:cubicBezTo>
                      <a:pt x="120" y="7"/>
                      <a:pt x="106" y="0"/>
                      <a:pt x="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9"/>
              <p:cNvSpPr/>
              <p:nvPr/>
            </p:nvSpPr>
            <p:spPr>
              <a:xfrm>
                <a:off x="790350" y="3134100"/>
                <a:ext cx="11200" cy="17000"/>
              </a:xfrm>
              <a:custGeom>
                <a:rect b="b" l="l" r="r" t="t"/>
                <a:pathLst>
                  <a:path extrusionOk="0" h="680" w="448">
                    <a:moveTo>
                      <a:pt x="363" y="1"/>
                    </a:moveTo>
                    <a:cubicBezTo>
                      <a:pt x="337" y="1"/>
                      <a:pt x="310" y="13"/>
                      <a:pt x="290" y="39"/>
                    </a:cubicBezTo>
                    <a:lnTo>
                      <a:pt x="290" y="47"/>
                    </a:lnTo>
                    <a:cubicBezTo>
                      <a:pt x="274" y="72"/>
                      <a:pt x="257" y="97"/>
                      <a:pt x="249" y="121"/>
                    </a:cubicBezTo>
                    <a:cubicBezTo>
                      <a:pt x="240" y="146"/>
                      <a:pt x="232" y="171"/>
                      <a:pt x="224" y="196"/>
                    </a:cubicBezTo>
                    <a:cubicBezTo>
                      <a:pt x="216" y="221"/>
                      <a:pt x="207" y="246"/>
                      <a:pt x="199" y="262"/>
                    </a:cubicBezTo>
                    <a:cubicBezTo>
                      <a:pt x="199" y="271"/>
                      <a:pt x="191" y="279"/>
                      <a:pt x="191" y="279"/>
                    </a:cubicBezTo>
                    <a:cubicBezTo>
                      <a:pt x="191" y="279"/>
                      <a:pt x="191" y="287"/>
                      <a:pt x="191" y="287"/>
                    </a:cubicBezTo>
                    <a:cubicBezTo>
                      <a:pt x="182" y="295"/>
                      <a:pt x="182" y="312"/>
                      <a:pt x="174" y="320"/>
                    </a:cubicBezTo>
                    <a:cubicBezTo>
                      <a:pt x="133" y="411"/>
                      <a:pt x="83" y="503"/>
                      <a:pt x="17" y="585"/>
                    </a:cubicBezTo>
                    <a:cubicBezTo>
                      <a:pt x="0" y="610"/>
                      <a:pt x="17" y="652"/>
                      <a:pt x="33" y="668"/>
                    </a:cubicBezTo>
                    <a:cubicBezTo>
                      <a:pt x="44" y="676"/>
                      <a:pt x="57" y="680"/>
                      <a:pt x="70" y="680"/>
                    </a:cubicBezTo>
                    <a:cubicBezTo>
                      <a:pt x="86" y="680"/>
                      <a:pt x="102" y="674"/>
                      <a:pt x="116" y="660"/>
                    </a:cubicBezTo>
                    <a:cubicBezTo>
                      <a:pt x="199" y="585"/>
                      <a:pt x="274" y="503"/>
                      <a:pt x="332" y="411"/>
                    </a:cubicBezTo>
                    <a:cubicBezTo>
                      <a:pt x="356" y="362"/>
                      <a:pt x="381" y="320"/>
                      <a:pt x="398" y="271"/>
                    </a:cubicBezTo>
                    <a:cubicBezTo>
                      <a:pt x="414" y="237"/>
                      <a:pt x="431" y="213"/>
                      <a:pt x="439" y="179"/>
                    </a:cubicBezTo>
                    <a:cubicBezTo>
                      <a:pt x="448" y="146"/>
                      <a:pt x="448" y="113"/>
                      <a:pt x="448" y="80"/>
                    </a:cubicBezTo>
                    <a:cubicBezTo>
                      <a:pt x="442" y="30"/>
                      <a:pt x="404" y="1"/>
                      <a:pt x="3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8" name="Google Shape;3988;p9"/>
              <p:cNvSpPr/>
              <p:nvPr/>
            </p:nvSpPr>
            <p:spPr>
              <a:xfrm>
                <a:off x="801950" y="3125025"/>
                <a:ext cx="5600" cy="8300"/>
              </a:xfrm>
              <a:custGeom>
                <a:rect b="b" l="l" r="r" t="t"/>
                <a:pathLst>
                  <a:path extrusionOk="0" h="332" w="224">
                    <a:moveTo>
                      <a:pt x="177" y="1"/>
                    </a:moveTo>
                    <a:cubicBezTo>
                      <a:pt x="170" y="1"/>
                      <a:pt x="164" y="2"/>
                      <a:pt x="158" y="4"/>
                    </a:cubicBezTo>
                    <a:lnTo>
                      <a:pt x="158" y="12"/>
                    </a:lnTo>
                    <a:cubicBezTo>
                      <a:pt x="149" y="20"/>
                      <a:pt x="133" y="29"/>
                      <a:pt x="124" y="45"/>
                    </a:cubicBezTo>
                    <a:cubicBezTo>
                      <a:pt x="124" y="54"/>
                      <a:pt x="116" y="62"/>
                      <a:pt x="108" y="70"/>
                    </a:cubicBezTo>
                    <a:cubicBezTo>
                      <a:pt x="100" y="87"/>
                      <a:pt x="83" y="112"/>
                      <a:pt x="75" y="128"/>
                    </a:cubicBezTo>
                    <a:cubicBezTo>
                      <a:pt x="58" y="170"/>
                      <a:pt x="33" y="211"/>
                      <a:pt x="17" y="244"/>
                    </a:cubicBezTo>
                    <a:cubicBezTo>
                      <a:pt x="0" y="269"/>
                      <a:pt x="8" y="310"/>
                      <a:pt x="33" y="327"/>
                    </a:cubicBezTo>
                    <a:cubicBezTo>
                      <a:pt x="42" y="330"/>
                      <a:pt x="52" y="332"/>
                      <a:pt x="62" y="332"/>
                    </a:cubicBezTo>
                    <a:cubicBezTo>
                      <a:pt x="83" y="332"/>
                      <a:pt x="105" y="324"/>
                      <a:pt x="116" y="302"/>
                    </a:cubicBezTo>
                    <a:cubicBezTo>
                      <a:pt x="133" y="261"/>
                      <a:pt x="158" y="219"/>
                      <a:pt x="174" y="178"/>
                    </a:cubicBezTo>
                    <a:cubicBezTo>
                      <a:pt x="191" y="161"/>
                      <a:pt x="199" y="136"/>
                      <a:pt x="207" y="112"/>
                    </a:cubicBezTo>
                    <a:cubicBezTo>
                      <a:pt x="207" y="103"/>
                      <a:pt x="216" y="87"/>
                      <a:pt x="216" y="78"/>
                    </a:cubicBezTo>
                    <a:cubicBezTo>
                      <a:pt x="216" y="70"/>
                      <a:pt x="224" y="62"/>
                      <a:pt x="224" y="54"/>
                    </a:cubicBezTo>
                    <a:cubicBezTo>
                      <a:pt x="224" y="45"/>
                      <a:pt x="224" y="37"/>
                      <a:pt x="224" y="29"/>
                    </a:cubicBezTo>
                    <a:cubicBezTo>
                      <a:pt x="218" y="10"/>
                      <a:pt x="197" y="1"/>
                      <a:pt x="1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9" name="Google Shape;3989;p9"/>
              <p:cNvSpPr/>
              <p:nvPr/>
            </p:nvSpPr>
            <p:spPr>
              <a:xfrm>
                <a:off x="663000" y="3069250"/>
                <a:ext cx="9700" cy="21525"/>
              </a:xfrm>
              <a:custGeom>
                <a:rect b="b" l="l" r="r" t="t"/>
                <a:pathLst>
                  <a:path extrusionOk="0" h="861" w="388">
                    <a:moveTo>
                      <a:pt x="305" y="1"/>
                    </a:moveTo>
                    <a:cubicBezTo>
                      <a:pt x="288" y="1"/>
                      <a:pt x="269" y="10"/>
                      <a:pt x="255" y="31"/>
                    </a:cubicBezTo>
                    <a:cubicBezTo>
                      <a:pt x="222" y="89"/>
                      <a:pt x="222" y="163"/>
                      <a:pt x="206" y="230"/>
                    </a:cubicBezTo>
                    <a:cubicBezTo>
                      <a:pt x="197" y="288"/>
                      <a:pt x="181" y="354"/>
                      <a:pt x="164" y="412"/>
                    </a:cubicBezTo>
                    <a:cubicBezTo>
                      <a:pt x="131" y="545"/>
                      <a:pt x="81" y="669"/>
                      <a:pt x="23" y="785"/>
                    </a:cubicBezTo>
                    <a:cubicBezTo>
                      <a:pt x="1" y="825"/>
                      <a:pt x="32" y="860"/>
                      <a:pt x="68" y="860"/>
                    </a:cubicBezTo>
                    <a:cubicBezTo>
                      <a:pt x="84" y="860"/>
                      <a:pt x="101" y="853"/>
                      <a:pt x="115" y="835"/>
                    </a:cubicBezTo>
                    <a:cubicBezTo>
                      <a:pt x="189" y="719"/>
                      <a:pt x="255" y="594"/>
                      <a:pt x="297" y="462"/>
                    </a:cubicBezTo>
                    <a:cubicBezTo>
                      <a:pt x="322" y="395"/>
                      <a:pt x="338" y="329"/>
                      <a:pt x="355" y="263"/>
                    </a:cubicBezTo>
                    <a:cubicBezTo>
                      <a:pt x="371" y="197"/>
                      <a:pt x="388" y="114"/>
                      <a:pt x="363" y="47"/>
                    </a:cubicBezTo>
                    <a:cubicBezTo>
                      <a:pt x="353" y="19"/>
                      <a:pt x="330" y="1"/>
                      <a:pt x="3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9"/>
              <p:cNvSpPr/>
              <p:nvPr/>
            </p:nvSpPr>
            <p:spPr>
              <a:xfrm>
                <a:off x="662325" y="3061925"/>
                <a:ext cx="3975" cy="7150"/>
              </a:xfrm>
              <a:custGeom>
                <a:rect b="b" l="l" r="r" t="t"/>
                <a:pathLst>
                  <a:path extrusionOk="0" h="286" w="159">
                    <a:moveTo>
                      <a:pt x="133" y="1"/>
                    </a:moveTo>
                    <a:cubicBezTo>
                      <a:pt x="117" y="1"/>
                      <a:pt x="100" y="9"/>
                      <a:pt x="92" y="17"/>
                    </a:cubicBezTo>
                    <a:cubicBezTo>
                      <a:pt x="84" y="26"/>
                      <a:pt x="75" y="34"/>
                      <a:pt x="67" y="50"/>
                    </a:cubicBezTo>
                    <a:cubicBezTo>
                      <a:pt x="67" y="59"/>
                      <a:pt x="67" y="67"/>
                      <a:pt x="59" y="75"/>
                    </a:cubicBezTo>
                    <a:cubicBezTo>
                      <a:pt x="50" y="92"/>
                      <a:pt x="50" y="108"/>
                      <a:pt x="42" y="125"/>
                    </a:cubicBezTo>
                    <a:lnTo>
                      <a:pt x="9" y="233"/>
                    </a:lnTo>
                    <a:cubicBezTo>
                      <a:pt x="1" y="258"/>
                      <a:pt x="17" y="282"/>
                      <a:pt x="42" y="282"/>
                    </a:cubicBezTo>
                    <a:cubicBezTo>
                      <a:pt x="48" y="285"/>
                      <a:pt x="54" y="286"/>
                      <a:pt x="59" y="286"/>
                    </a:cubicBezTo>
                    <a:cubicBezTo>
                      <a:pt x="75" y="286"/>
                      <a:pt x="86" y="276"/>
                      <a:pt x="92" y="258"/>
                    </a:cubicBezTo>
                    <a:lnTo>
                      <a:pt x="125" y="150"/>
                    </a:lnTo>
                    <a:cubicBezTo>
                      <a:pt x="133" y="133"/>
                      <a:pt x="142" y="117"/>
                      <a:pt x="142" y="100"/>
                    </a:cubicBezTo>
                    <a:cubicBezTo>
                      <a:pt x="150" y="92"/>
                      <a:pt x="150" y="84"/>
                      <a:pt x="150" y="75"/>
                    </a:cubicBezTo>
                    <a:cubicBezTo>
                      <a:pt x="158" y="59"/>
                      <a:pt x="158" y="50"/>
                      <a:pt x="158" y="34"/>
                    </a:cubicBezTo>
                    <a:cubicBezTo>
                      <a:pt x="158" y="17"/>
                      <a:pt x="142" y="9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1" name="Google Shape;3991;p9"/>
              <p:cNvSpPr/>
              <p:nvPr/>
            </p:nvSpPr>
            <p:spPr>
              <a:xfrm>
                <a:off x="676200" y="3065075"/>
                <a:ext cx="4800" cy="13400"/>
              </a:xfrm>
              <a:custGeom>
                <a:rect b="b" l="l" r="r" t="t"/>
                <a:pathLst>
                  <a:path extrusionOk="0" h="536" w="192">
                    <a:moveTo>
                      <a:pt x="149" y="1"/>
                    </a:moveTo>
                    <a:cubicBezTo>
                      <a:pt x="134" y="1"/>
                      <a:pt x="117" y="9"/>
                      <a:pt x="117" y="24"/>
                    </a:cubicBezTo>
                    <a:cubicBezTo>
                      <a:pt x="117" y="65"/>
                      <a:pt x="117" y="98"/>
                      <a:pt x="109" y="140"/>
                    </a:cubicBezTo>
                    <a:cubicBezTo>
                      <a:pt x="100" y="173"/>
                      <a:pt x="100" y="214"/>
                      <a:pt x="92" y="256"/>
                    </a:cubicBezTo>
                    <a:cubicBezTo>
                      <a:pt x="75" y="330"/>
                      <a:pt x="51" y="405"/>
                      <a:pt x="17" y="471"/>
                    </a:cubicBezTo>
                    <a:cubicBezTo>
                      <a:pt x="0" y="505"/>
                      <a:pt x="30" y="535"/>
                      <a:pt x="58" y="535"/>
                    </a:cubicBezTo>
                    <a:cubicBezTo>
                      <a:pt x="71" y="535"/>
                      <a:pt x="84" y="529"/>
                      <a:pt x="92" y="513"/>
                    </a:cubicBezTo>
                    <a:cubicBezTo>
                      <a:pt x="125" y="438"/>
                      <a:pt x="158" y="355"/>
                      <a:pt x="175" y="272"/>
                    </a:cubicBezTo>
                    <a:cubicBezTo>
                      <a:pt x="183" y="248"/>
                      <a:pt x="183" y="231"/>
                      <a:pt x="191" y="206"/>
                    </a:cubicBezTo>
                    <a:cubicBezTo>
                      <a:pt x="191" y="181"/>
                      <a:pt x="191" y="165"/>
                      <a:pt x="191" y="148"/>
                    </a:cubicBezTo>
                    <a:cubicBezTo>
                      <a:pt x="183" y="107"/>
                      <a:pt x="183" y="57"/>
                      <a:pt x="175" y="16"/>
                    </a:cubicBezTo>
                    <a:cubicBezTo>
                      <a:pt x="171" y="5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2" name="Google Shape;3992;p9"/>
              <p:cNvSpPr/>
              <p:nvPr/>
            </p:nvSpPr>
            <p:spPr>
              <a:xfrm>
                <a:off x="373175" y="3052825"/>
                <a:ext cx="225" cy="225"/>
              </a:xfrm>
              <a:custGeom>
                <a:rect b="b" l="l" r="r" t="t"/>
                <a:pathLst>
                  <a:path extrusionOk="0" h="9" w="9">
                    <a:moveTo>
                      <a:pt x="0" y="0"/>
                    </a:moveTo>
                    <a:cubicBezTo>
                      <a:pt x="0" y="0"/>
                      <a:pt x="0" y="8"/>
                      <a:pt x="0" y="8"/>
                    </a:cubicBezTo>
                    <a:cubicBezTo>
                      <a:pt x="0" y="8"/>
                      <a:pt x="8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3" name="Google Shape;3993;p9"/>
              <p:cNvSpPr/>
              <p:nvPr/>
            </p:nvSpPr>
            <p:spPr>
              <a:xfrm>
                <a:off x="459050" y="3132100"/>
                <a:ext cx="17500" cy="3800"/>
              </a:xfrm>
              <a:custGeom>
                <a:rect b="b" l="l" r="r" t="t"/>
                <a:pathLst>
                  <a:path extrusionOk="0" h="152" w="700">
                    <a:moveTo>
                      <a:pt x="80" y="1"/>
                    </a:moveTo>
                    <a:cubicBezTo>
                      <a:pt x="17" y="1"/>
                      <a:pt x="0" y="95"/>
                      <a:pt x="62" y="110"/>
                    </a:cubicBezTo>
                    <a:cubicBezTo>
                      <a:pt x="161" y="135"/>
                      <a:pt x="260" y="152"/>
                      <a:pt x="360" y="152"/>
                    </a:cubicBezTo>
                    <a:cubicBezTo>
                      <a:pt x="410" y="152"/>
                      <a:pt x="468" y="152"/>
                      <a:pt x="517" y="135"/>
                    </a:cubicBezTo>
                    <a:cubicBezTo>
                      <a:pt x="567" y="127"/>
                      <a:pt x="617" y="110"/>
                      <a:pt x="658" y="85"/>
                    </a:cubicBezTo>
                    <a:cubicBezTo>
                      <a:pt x="700" y="61"/>
                      <a:pt x="683" y="3"/>
                      <a:pt x="633" y="3"/>
                    </a:cubicBezTo>
                    <a:cubicBezTo>
                      <a:pt x="592" y="3"/>
                      <a:pt x="550" y="3"/>
                      <a:pt x="501" y="11"/>
                    </a:cubicBezTo>
                    <a:cubicBezTo>
                      <a:pt x="459" y="11"/>
                      <a:pt x="410" y="19"/>
                      <a:pt x="360" y="19"/>
                    </a:cubicBezTo>
                    <a:cubicBezTo>
                      <a:pt x="335" y="21"/>
                      <a:pt x="311" y="22"/>
                      <a:pt x="287" y="22"/>
                    </a:cubicBezTo>
                    <a:cubicBezTo>
                      <a:pt x="221" y="22"/>
                      <a:pt x="155" y="15"/>
                      <a:pt x="95" y="3"/>
                    </a:cubicBezTo>
                    <a:cubicBezTo>
                      <a:pt x="89" y="1"/>
                      <a:pt x="84" y="1"/>
                      <a:pt x="8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4" name="Google Shape;3994;p9"/>
              <p:cNvSpPr/>
              <p:nvPr/>
            </p:nvSpPr>
            <p:spPr>
              <a:xfrm>
                <a:off x="487100" y="3131250"/>
                <a:ext cx="9950" cy="4025"/>
              </a:xfrm>
              <a:custGeom>
                <a:rect b="b" l="l" r="r" t="t"/>
                <a:pathLst>
                  <a:path extrusionOk="0" h="161" w="398">
                    <a:moveTo>
                      <a:pt x="350" y="0"/>
                    </a:moveTo>
                    <a:cubicBezTo>
                      <a:pt x="344" y="0"/>
                      <a:pt x="338" y="1"/>
                      <a:pt x="332" y="3"/>
                    </a:cubicBezTo>
                    <a:lnTo>
                      <a:pt x="298" y="12"/>
                    </a:lnTo>
                    <a:cubicBezTo>
                      <a:pt x="290" y="12"/>
                      <a:pt x="274" y="12"/>
                      <a:pt x="265" y="20"/>
                    </a:cubicBezTo>
                    <a:lnTo>
                      <a:pt x="224" y="20"/>
                    </a:lnTo>
                    <a:cubicBezTo>
                      <a:pt x="216" y="20"/>
                      <a:pt x="207" y="28"/>
                      <a:pt x="199" y="28"/>
                    </a:cubicBezTo>
                    <a:lnTo>
                      <a:pt x="66" y="28"/>
                    </a:lnTo>
                    <a:cubicBezTo>
                      <a:pt x="33" y="28"/>
                      <a:pt x="0" y="61"/>
                      <a:pt x="0" y="95"/>
                    </a:cubicBezTo>
                    <a:cubicBezTo>
                      <a:pt x="0" y="136"/>
                      <a:pt x="33" y="161"/>
                      <a:pt x="66" y="161"/>
                    </a:cubicBezTo>
                    <a:cubicBezTo>
                      <a:pt x="116" y="161"/>
                      <a:pt x="174" y="161"/>
                      <a:pt x="224" y="153"/>
                    </a:cubicBezTo>
                    <a:cubicBezTo>
                      <a:pt x="240" y="153"/>
                      <a:pt x="249" y="144"/>
                      <a:pt x="265" y="136"/>
                    </a:cubicBezTo>
                    <a:cubicBezTo>
                      <a:pt x="274" y="136"/>
                      <a:pt x="282" y="136"/>
                      <a:pt x="290" y="128"/>
                    </a:cubicBezTo>
                    <a:cubicBezTo>
                      <a:pt x="307" y="119"/>
                      <a:pt x="323" y="119"/>
                      <a:pt x="340" y="111"/>
                    </a:cubicBezTo>
                    <a:cubicBezTo>
                      <a:pt x="348" y="103"/>
                      <a:pt x="356" y="95"/>
                      <a:pt x="365" y="86"/>
                    </a:cubicBezTo>
                    <a:cubicBezTo>
                      <a:pt x="390" y="70"/>
                      <a:pt x="398" y="53"/>
                      <a:pt x="390" y="28"/>
                    </a:cubicBezTo>
                    <a:cubicBezTo>
                      <a:pt x="383" y="10"/>
                      <a:pt x="368" y="0"/>
                      <a:pt x="3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5" name="Google Shape;3995;p9"/>
              <p:cNvSpPr/>
              <p:nvPr/>
            </p:nvSpPr>
            <p:spPr>
              <a:xfrm>
                <a:off x="308225" y="3184500"/>
                <a:ext cx="3650" cy="13700"/>
              </a:xfrm>
              <a:custGeom>
                <a:rect b="b" l="l" r="r" t="t"/>
                <a:pathLst>
                  <a:path extrusionOk="0" h="548" w="146">
                    <a:moveTo>
                      <a:pt x="40" y="0"/>
                    </a:moveTo>
                    <a:cubicBezTo>
                      <a:pt x="21" y="0"/>
                      <a:pt x="0" y="13"/>
                      <a:pt x="5" y="36"/>
                    </a:cubicBezTo>
                    <a:cubicBezTo>
                      <a:pt x="13" y="119"/>
                      <a:pt x="13" y="210"/>
                      <a:pt x="21" y="293"/>
                    </a:cubicBezTo>
                    <a:cubicBezTo>
                      <a:pt x="30" y="342"/>
                      <a:pt x="30" y="384"/>
                      <a:pt x="38" y="425"/>
                    </a:cubicBezTo>
                    <a:cubicBezTo>
                      <a:pt x="46" y="467"/>
                      <a:pt x="46" y="525"/>
                      <a:pt x="79" y="541"/>
                    </a:cubicBezTo>
                    <a:cubicBezTo>
                      <a:pt x="88" y="545"/>
                      <a:pt x="94" y="548"/>
                      <a:pt x="100" y="548"/>
                    </a:cubicBezTo>
                    <a:cubicBezTo>
                      <a:pt x="106" y="548"/>
                      <a:pt x="112" y="545"/>
                      <a:pt x="121" y="541"/>
                    </a:cubicBezTo>
                    <a:cubicBezTo>
                      <a:pt x="146" y="516"/>
                      <a:pt x="137" y="450"/>
                      <a:pt x="137" y="417"/>
                    </a:cubicBezTo>
                    <a:cubicBezTo>
                      <a:pt x="129" y="376"/>
                      <a:pt x="121" y="326"/>
                      <a:pt x="112" y="284"/>
                    </a:cubicBezTo>
                    <a:cubicBezTo>
                      <a:pt x="104" y="202"/>
                      <a:pt x="88" y="110"/>
                      <a:pt x="71" y="28"/>
                    </a:cubicBezTo>
                    <a:cubicBezTo>
                      <a:pt x="71" y="9"/>
                      <a:pt x="56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6" name="Google Shape;3996;p9"/>
              <p:cNvSpPr/>
              <p:nvPr/>
            </p:nvSpPr>
            <p:spPr>
              <a:xfrm>
                <a:off x="313500" y="3184350"/>
                <a:ext cx="3150" cy="9875"/>
              </a:xfrm>
              <a:custGeom>
                <a:rect b="b" l="l" r="r" t="t"/>
                <a:pathLst>
                  <a:path extrusionOk="0" h="395" w="126">
                    <a:moveTo>
                      <a:pt x="26" y="0"/>
                    </a:moveTo>
                    <a:cubicBezTo>
                      <a:pt x="9" y="9"/>
                      <a:pt x="1" y="34"/>
                      <a:pt x="1" y="50"/>
                    </a:cubicBezTo>
                    <a:lnTo>
                      <a:pt x="26" y="224"/>
                    </a:lnTo>
                    <a:cubicBezTo>
                      <a:pt x="26" y="249"/>
                      <a:pt x="34" y="274"/>
                      <a:pt x="34" y="307"/>
                    </a:cubicBezTo>
                    <a:cubicBezTo>
                      <a:pt x="42" y="315"/>
                      <a:pt x="42" y="332"/>
                      <a:pt x="42" y="348"/>
                    </a:cubicBezTo>
                    <a:cubicBezTo>
                      <a:pt x="51" y="357"/>
                      <a:pt x="59" y="373"/>
                      <a:pt x="67" y="382"/>
                    </a:cubicBezTo>
                    <a:cubicBezTo>
                      <a:pt x="73" y="391"/>
                      <a:pt x="81" y="394"/>
                      <a:pt x="88" y="394"/>
                    </a:cubicBezTo>
                    <a:cubicBezTo>
                      <a:pt x="100" y="394"/>
                      <a:pt x="112" y="384"/>
                      <a:pt x="117" y="373"/>
                    </a:cubicBezTo>
                    <a:cubicBezTo>
                      <a:pt x="117" y="357"/>
                      <a:pt x="125" y="348"/>
                      <a:pt x="125" y="324"/>
                    </a:cubicBezTo>
                    <a:lnTo>
                      <a:pt x="117" y="290"/>
                    </a:lnTo>
                    <a:cubicBezTo>
                      <a:pt x="117" y="257"/>
                      <a:pt x="109" y="232"/>
                      <a:pt x="100" y="199"/>
                    </a:cubicBezTo>
                    <a:lnTo>
                      <a:pt x="109" y="199"/>
                    </a:lnTo>
                    <a:cubicBezTo>
                      <a:pt x="92" y="141"/>
                      <a:pt x="84" y="83"/>
                      <a:pt x="75" y="34"/>
                    </a:cubicBezTo>
                    <a:cubicBezTo>
                      <a:pt x="67" y="9"/>
                      <a:pt x="42" y="0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7" name="Google Shape;3997;p9"/>
              <p:cNvSpPr/>
              <p:nvPr/>
            </p:nvSpPr>
            <p:spPr>
              <a:xfrm>
                <a:off x="322625" y="3181875"/>
                <a:ext cx="3125" cy="10550"/>
              </a:xfrm>
              <a:custGeom>
                <a:rect b="b" l="l" r="r" t="t"/>
                <a:pathLst>
                  <a:path extrusionOk="0" h="422" w="125">
                    <a:moveTo>
                      <a:pt x="50" y="0"/>
                    </a:moveTo>
                    <a:cubicBezTo>
                      <a:pt x="25" y="0"/>
                      <a:pt x="9" y="25"/>
                      <a:pt x="9" y="50"/>
                    </a:cubicBezTo>
                    <a:cubicBezTo>
                      <a:pt x="0" y="166"/>
                      <a:pt x="9" y="307"/>
                      <a:pt x="75" y="406"/>
                    </a:cubicBezTo>
                    <a:cubicBezTo>
                      <a:pt x="79" y="416"/>
                      <a:pt x="88" y="421"/>
                      <a:pt x="97" y="421"/>
                    </a:cubicBezTo>
                    <a:cubicBezTo>
                      <a:pt x="111" y="421"/>
                      <a:pt x="125" y="412"/>
                      <a:pt x="125" y="398"/>
                    </a:cubicBezTo>
                    <a:cubicBezTo>
                      <a:pt x="116" y="331"/>
                      <a:pt x="108" y="273"/>
                      <a:pt x="100" y="215"/>
                    </a:cubicBezTo>
                    <a:cubicBezTo>
                      <a:pt x="92" y="157"/>
                      <a:pt x="92" y="99"/>
                      <a:pt x="92" y="50"/>
                    </a:cubicBezTo>
                    <a:cubicBezTo>
                      <a:pt x="92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8" name="Google Shape;3998;p9"/>
              <p:cNvSpPr/>
              <p:nvPr/>
            </p:nvSpPr>
            <p:spPr>
              <a:xfrm>
                <a:off x="341475" y="3182850"/>
                <a:ext cx="3750" cy="5875"/>
              </a:xfrm>
              <a:custGeom>
                <a:rect b="b" l="l" r="r" t="t"/>
                <a:pathLst>
                  <a:path extrusionOk="0" h="235" w="150">
                    <a:moveTo>
                      <a:pt x="64" y="0"/>
                    </a:moveTo>
                    <a:cubicBezTo>
                      <a:pt x="59" y="0"/>
                      <a:pt x="55" y="1"/>
                      <a:pt x="50" y="2"/>
                    </a:cubicBezTo>
                    <a:cubicBezTo>
                      <a:pt x="34" y="2"/>
                      <a:pt x="17" y="11"/>
                      <a:pt x="9" y="27"/>
                    </a:cubicBezTo>
                    <a:cubicBezTo>
                      <a:pt x="9" y="36"/>
                      <a:pt x="0" y="52"/>
                      <a:pt x="9" y="69"/>
                    </a:cubicBezTo>
                    <a:cubicBezTo>
                      <a:pt x="17" y="94"/>
                      <a:pt x="25" y="118"/>
                      <a:pt x="34" y="135"/>
                    </a:cubicBezTo>
                    <a:lnTo>
                      <a:pt x="50" y="168"/>
                    </a:lnTo>
                    <a:cubicBezTo>
                      <a:pt x="50" y="185"/>
                      <a:pt x="58" y="185"/>
                      <a:pt x="58" y="201"/>
                    </a:cubicBezTo>
                    <a:lnTo>
                      <a:pt x="75" y="210"/>
                    </a:lnTo>
                    <a:cubicBezTo>
                      <a:pt x="83" y="226"/>
                      <a:pt x="100" y="234"/>
                      <a:pt x="116" y="234"/>
                    </a:cubicBezTo>
                    <a:cubicBezTo>
                      <a:pt x="133" y="226"/>
                      <a:pt x="150" y="210"/>
                      <a:pt x="150" y="193"/>
                    </a:cubicBezTo>
                    <a:cubicBezTo>
                      <a:pt x="150" y="176"/>
                      <a:pt x="150" y="160"/>
                      <a:pt x="141" y="143"/>
                    </a:cubicBezTo>
                    <a:cubicBezTo>
                      <a:pt x="141" y="135"/>
                      <a:pt x="133" y="118"/>
                      <a:pt x="133" y="110"/>
                    </a:cubicBezTo>
                    <a:cubicBezTo>
                      <a:pt x="133" y="85"/>
                      <a:pt x="125" y="60"/>
                      <a:pt x="116" y="36"/>
                    </a:cubicBezTo>
                    <a:cubicBezTo>
                      <a:pt x="110" y="15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9" name="Google Shape;3999;p9"/>
              <p:cNvSpPr/>
              <p:nvPr/>
            </p:nvSpPr>
            <p:spPr>
              <a:xfrm>
                <a:off x="351425" y="3183850"/>
                <a:ext cx="5000" cy="5500"/>
              </a:xfrm>
              <a:custGeom>
                <a:rect b="b" l="l" r="r" t="t"/>
                <a:pathLst>
                  <a:path extrusionOk="0" h="220" w="200">
                    <a:moveTo>
                      <a:pt x="60" y="0"/>
                    </a:moveTo>
                    <a:cubicBezTo>
                      <a:pt x="48" y="0"/>
                      <a:pt x="37" y="6"/>
                      <a:pt x="25" y="12"/>
                    </a:cubicBezTo>
                    <a:cubicBezTo>
                      <a:pt x="8" y="20"/>
                      <a:pt x="0" y="37"/>
                      <a:pt x="0" y="54"/>
                    </a:cubicBezTo>
                    <a:cubicBezTo>
                      <a:pt x="0" y="70"/>
                      <a:pt x="0" y="87"/>
                      <a:pt x="17" y="103"/>
                    </a:cubicBezTo>
                    <a:cubicBezTo>
                      <a:pt x="33" y="120"/>
                      <a:pt x="50" y="136"/>
                      <a:pt x="66" y="161"/>
                    </a:cubicBezTo>
                    <a:cubicBezTo>
                      <a:pt x="75" y="170"/>
                      <a:pt x="83" y="178"/>
                      <a:pt x="91" y="186"/>
                    </a:cubicBezTo>
                    <a:cubicBezTo>
                      <a:pt x="100" y="194"/>
                      <a:pt x="116" y="203"/>
                      <a:pt x="133" y="211"/>
                    </a:cubicBezTo>
                    <a:cubicBezTo>
                      <a:pt x="133" y="211"/>
                      <a:pt x="141" y="219"/>
                      <a:pt x="141" y="219"/>
                    </a:cubicBezTo>
                    <a:lnTo>
                      <a:pt x="158" y="219"/>
                    </a:lnTo>
                    <a:cubicBezTo>
                      <a:pt x="166" y="219"/>
                      <a:pt x="182" y="211"/>
                      <a:pt x="182" y="203"/>
                    </a:cubicBezTo>
                    <a:cubicBezTo>
                      <a:pt x="191" y="203"/>
                      <a:pt x="191" y="194"/>
                      <a:pt x="199" y="186"/>
                    </a:cubicBezTo>
                    <a:cubicBezTo>
                      <a:pt x="199" y="170"/>
                      <a:pt x="199" y="161"/>
                      <a:pt x="191" y="153"/>
                    </a:cubicBezTo>
                    <a:cubicBezTo>
                      <a:pt x="191" y="136"/>
                      <a:pt x="182" y="128"/>
                      <a:pt x="174" y="120"/>
                    </a:cubicBezTo>
                    <a:lnTo>
                      <a:pt x="158" y="87"/>
                    </a:lnTo>
                    <a:cubicBezTo>
                      <a:pt x="141" y="62"/>
                      <a:pt x="124" y="45"/>
                      <a:pt x="116" y="29"/>
                    </a:cubicBezTo>
                    <a:cubicBezTo>
                      <a:pt x="108" y="20"/>
                      <a:pt x="100" y="12"/>
                      <a:pt x="91" y="4"/>
                    </a:cubicBezTo>
                    <a:lnTo>
                      <a:pt x="75" y="4"/>
                    </a:lnTo>
                    <a:cubicBezTo>
                      <a:pt x="70" y="1"/>
                      <a:pt x="65" y="0"/>
                      <a:pt x="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0" name="Google Shape;4000;p9"/>
              <p:cNvSpPr/>
              <p:nvPr/>
            </p:nvSpPr>
            <p:spPr>
              <a:xfrm>
                <a:off x="357850" y="3182075"/>
                <a:ext cx="4775" cy="6800"/>
              </a:xfrm>
              <a:custGeom>
                <a:rect b="b" l="l" r="r" t="t"/>
                <a:pathLst>
                  <a:path extrusionOk="0" h="272" w="191">
                    <a:moveTo>
                      <a:pt x="66" y="0"/>
                    </a:moveTo>
                    <a:cubicBezTo>
                      <a:pt x="33" y="0"/>
                      <a:pt x="0" y="25"/>
                      <a:pt x="0" y="58"/>
                    </a:cubicBezTo>
                    <a:cubicBezTo>
                      <a:pt x="0" y="83"/>
                      <a:pt x="8" y="108"/>
                      <a:pt x="8" y="133"/>
                    </a:cubicBezTo>
                    <a:cubicBezTo>
                      <a:pt x="17" y="149"/>
                      <a:pt x="25" y="174"/>
                      <a:pt x="33" y="191"/>
                    </a:cubicBezTo>
                    <a:cubicBezTo>
                      <a:pt x="41" y="207"/>
                      <a:pt x="58" y="224"/>
                      <a:pt x="75" y="241"/>
                    </a:cubicBezTo>
                    <a:cubicBezTo>
                      <a:pt x="83" y="249"/>
                      <a:pt x="99" y="265"/>
                      <a:pt x="116" y="265"/>
                    </a:cubicBezTo>
                    <a:cubicBezTo>
                      <a:pt x="124" y="270"/>
                      <a:pt x="131" y="272"/>
                      <a:pt x="137" y="272"/>
                    </a:cubicBezTo>
                    <a:cubicBezTo>
                      <a:pt x="143" y="272"/>
                      <a:pt x="149" y="270"/>
                      <a:pt x="157" y="265"/>
                    </a:cubicBezTo>
                    <a:cubicBezTo>
                      <a:pt x="174" y="265"/>
                      <a:pt x="191" y="249"/>
                      <a:pt x="191" y="232"/>
                    </a:cubicBezTo>
                    <a:cubicBezTo>
                      <a:pt x="191" y="224"/>
                      <a:pt x="182" y="207"/>
                      <a:pt x="182" y="199"/>
                    </a:cubicBezTo>
                    <a:cubicBezTo>
                      <a:pt x="174" y="191"/>
                      <a:pt x="174" y="183"/>
                      <a:pt x="166" y="174"/>
                    </a:cubicBezTo>
                    <a:cubicBezTo>
                      <a:pt x="157" y="158"/>
                      <a:pt x="149" y="141"/>
                      <a:pt x="141" y="133"/>
                    </a:cubicBezTo>
                    <a:cubicBezTo>
                      <a:pt x="133" y="116"/>
                      <a:pt x="133" y="100"/>
                      <a:pt x="133" y="83"/>
                    </a:cubicBezTo>
                    <a:cubicBezTo>
                      <a:pt x="133" y="75"/>
                      <a:pt x="124" y="67"/>
                      <a:pt x="124" y="58"/>
                    </a:cubicBezTo>
                    <a:cubicBezTo>
                      <a:pt x="133" y="25"/>
                      <a:pt x="99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1" name="Google Shape;4001;p9"/>
              <p:cNvSpPr/>
              <p:nvPr/>
            </p:nvSpPr>
            <p:spPr>
              <a:xfrm>
                <a:off x="480075" y="3033550"/>
                <a:ext cx="14700" cy="5800"/>
              </a:xfrm>
              <a:custGeom>
                <a:rect b="b" l="l" r="r" t="t"/>
                <a:pathLst>
                  <a:path extrusionOk="0" h="232" w="588">
                    <a:moveTo>
                      <a:pt x="79" y="1"/>
                    </a:moveTo>
                    <a:cubicBezTo>
                      <a:pt x="37" y="1"/>
                      <a:pt x="1" y="54"/>
                      <a:pt x="33" y="92"/>
                    </a:cubicBezTo>
                    <a:cubicBezTo>
                      <a:pt x="99" y="166"/>
                      <a:pt x="190" y="216"/>
                      <a:pt x="281" y="224"/>
                    </a:cubicBezTo>
                    <a:cubicBezTo>
                      <a:pt x="308" y="229"/>
                      <a:pt x="336" y="232"/>
                      <a:pt x="365" y="232"/>
                    </a:cubicBezTo>
                    <a:cubicBezTo>
                      <a:pt x="440" y="232"/>
                      <a:pt x="515" y="212"/>
                      <a:pt x="563" y="158"/>
                    </a:cubicBezTo>
                    <a:cubicBezTo>
                      <a:pt x="588" y="125"/>
                      <a:pt x="563" y="92"/>
                      <a:pt x="530" y="92"/>
                    </a:cubicBezTo>
                    <a:cubicBezTo>
                      <a:pt x="513" y="92"/>
                      <a:pt x="488" y="100"/>
                      <a:pt x="472" y="100"/>
                    </a:cubicBezTo>
                    <a:cubicBezTo>
                      <a:pt x="463" y="100"/>
                      <a:pt x="455" y="108"/>
                      <a:pt x="447" y="108"/>
                    </a:cubicBezTo>
                    <a:lnTo>
                      <a:pt x="281" y="108"/>
                    </a:lnTo>
                    <a:cubicBezTo>
                      <a:pt x="273" y="100"/>
                      <a:pt x="265" y="100"/>
                      <a:pt x="256" y="100"/>
                    </a:cubicBezTo>
                    <a:cubicBezTo>
                      <a:pt x="240" y="92"/>
                      <a:pt x="215" y="84"/>
                      <a:pt x="207" y="84"/>
                    </a:cubicBezTo>
                    <a:cubicBezTo>
                      <a:pt x="173" y="67"/>
                      <a:pt x="140" y="42"/>
                      <a:pt x="115" y="17"/>
                    </a:cubicBezTo>
                    <a:cubicBezTo>
                      <a:pt x="104" y="6"/>
                      <a:pt x="91" y="1"/>
                      <a:pt x="7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2" name="Google Shape;4002;p9"/>
              <p:cNvSpPr/>
              <p:nvPr/>
            </p:nvSpPr>
            <p:spPr>
              <a:xfrm>
                <a:off x="482525" y="3026625"/>
                <a:ext cx="6675" cy="2550"/>
              </a:xfrm>
              <a:custGeom>
                <a:rect b="b" l="l" r="r" t="t"/>
                <a:pathLst>
                  <a:path extrusionOk="0" h="102" w="267">
                    <a:moveTo>
                      <a:pt x="229" y="1"/>
                    </a:moveTo>
                    <a:cubicBezTo>
                      <a:pt x="225" y="1"/>
                      <a:pt x="221" y="2"/>
                      <a:pt x="216" y="4"/>
                    </a:cubicBezTo>
                    <a:lnTo>
                      <a:pt x="175" y="4"/>
                    </a:lnTo>
                    <a:cubicBezTo>
                      <a:pt x="175" y="4"/>
                      <a:pt x="167" y="13"/>
                      <a:pt x="167" y="13"/>
                    </a:cubicBezTo>
                    <a:lnTo>
                      <a:pt x="59" y="13"/>
                    </a:lnTo>
                    <a:cubicBezTo>
                      <a:pt x="42" y="13"/>
                      <a:pt x="34" y="13"/>
                      <a:pt x="26" y="21"/>
                    </a:cubicBezTo>
                    <a:cubicBezTo>
                      <a:pt x="17" y="21"/>
                      <a:pt x="9" y="29"/>
                      <a:pt x="9" y="46"/>
                    </a:cubicBezTo>
                    <a:cubicBezTo>
                      <a:pt x="1" y="62"/>
                      <a:pt x="9" y="95"/>
                      <a:pt x="34" y="95"/>
                    </a:cubicBezTo>
                    <a:cubicBezTo>
                      <a:pt x="51" y="100"/>
                      <a:pt x="69" y="102"/>
                      <a:pt x="89" y="102"/>
                    </a:cubicBezTo>
                    <a:cubicBezTo>
                      <a:pt x="109" y="102"/>
                      <a:pt x="129" y="100"/>
                      <a:pt x="150" y="95"/>
                    </a:cubicBezTo>
                    <a:cubicBezTo>
                      <a:pt x="183" y="87"/>
                      <a:pt x="216" y="79"/>
                      <a:pt x="241" y="62"/>
                    </a:cubicBezTo>
                    <a:cubicBezTo>
                      <a:pt x="258" y="54"/>
                      <a:pt x="266" y="37"/>
                      <a:pt x="258" y="21"/>
                    </a:cubicBezTo>
                    <a:cubicBezTo>
                      <a:pt x="252" y="9"/>
                      <a:pt x="241" y="1"/>
                      <a:pt x="2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3" name="Google Shape;4003;p9"/>
              <p:cNvSpPr/>
              <p:nvPr/>
            </p:nvSpPr>
            <p:spPr>
              <a:xfrm>
                <a:off x="503250" y="2994000"/>
                <a:ext cx="6225" cy="4150"/>
              </a:xfrm>
              <a:custGeom>
                <a:rect b="b" l="l" r="r" t="t"/>
                <a:pathLst>
                  <a:path extrusionOk="0" h="166" w="249">
                    <a:moveTo>
                      <a:pt x="58" y="0"/>
                    </a:moveTo>
                    <a:cubicBezTo>
                      <a:pt x="34" y="8"/>
                      <a:pt x="25" y="17"/>
                      <a:pt x="17" y="33"/>
                    </a:cubicBezTo>
                    <a:cubicBezTo>
                      <a:pt x="0" y="75"/>
                      <a:pt x="17" y="108"/>
                      <a:pt x="58" y="116"/>
                    </a:cubicBezTo>
                    <a:cubicBezTo>
                      <a:pt x="83" y="124"/>
                      <a:pt x="108" y="133"/>
                      <a:pt x="125" y="141"/>
                    </a:cubicBezTo>
                    <a:cubicBezTo>
                      <a:pt x="141" y="149"/>
                      <a:pt x="150" y="149"/>
                      <a:pt x="166" y="158"/>
                    </a:cubicBezTo>
                    <a:cubicBezTo>
                      <a:pt x="174" y="158"/>
                      <a:pt x="191" y="166"/>
                      <a:pt x="199" y="166"/>
                    </a:cubicBezTo>
                    <a:cubicBezTo>
                      <a:pt x="216" y="166"/>
                      <a:pt x="232" y="166"/>
                      <a:pt x="241" y="149"/>
                    </a:cubicBezTo>
                    <a:cubicBezTo>
                      <a:pt x="249" y="141"/>
                      <a:pt x="249" y="116"/>
                      <a:pt x="232" y="108"/>
                    </a:cubicBezTo>
                    <a:cubicBezTo>
                      <a:pt x="216" y="91"/>
                      <a:pt x="191" y="75"/>
                      <a:pt x="166" y="58"/>
                    </a:cubicBezTo>
                    <a:cubicBezTo>
                      <a:pt x="141" y="42"/>
                      <a:pt x="125" y="25"/>
                      <a:pt x="100" y="8"/>
                    </a:cubicBezTo>
                    <a:cubicBezTo>
                      <a:pt x="92" y="0"/>
                      <a:pt x="75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4" name="Google Shape;4004;p9"/>
              <p:cNvSpPr/>
              <p:nvPr/>
            </p:nvSpPr>
            <p:spPr>
              <a:xfrm>
                <a:off x="509050" y="2983675"/>
                <a:ext cx="6450" cy="5200"/>
              </a:xfrm>
              <a:custGeom>
                <a:rect b="b" l="l" r="r" t="t"/>
                <a:pathLst>
                  <a:path extrusionOk="0" h="208" w="258">
                    <a:moveTo>
                      <a:pt x="57" y="1"/>
                    </a:moveTo>
                    <a:cubicBezTo>
                      <a:pt x="50" y="1"/>
                      <a:pt x="42" y="3"/>
                      <a:pt x="34" y="7"/>
                    </a:cubicBezTo>
                    <a:cubicBezTo>
                      <a:pt x="17" y="7"/>
                      <a:pt x="9" y="15"/>
                      <a:pt x="9" y="32"/>
                    </a:cubicBezTo>
                    <a:cubicBezTo>
                      <a:pt x="0" y="49"/>
                      <a:pt x="0" y="57"/>
                      <a:pt x="9" y="73"/>
                    </a:cubicBezTo>
                    <a:cubicBezTo>
                      <a:pt x="9" y="90"/>
                      <a:pt x="25" y="90"/>
                      <a:pt x="34" y="98"/>
                    </a:cubicBezTo>
                    <a:cubicBezTo>
                      <a:pt x="34" y="98"/>
                      <a:pt x="42" y="107"/>
                      <a:pt x="42" y="107"/>
                    </a:cubicBezTo>
                    <a:cubicBezTo>
                      <a:pt x="75" y="115"/>
                      <a:pt x="100" y="131"/>
                      <a:pt x="125" y="148"/>
                    </a:cubicBezTo>
                    <a:cubicBezTo>
                      <a:pt x="125" y="148"/>
                      <a:pt x="133" y="156"/>
                      <a:pt x="141" y="156"/>
                    </a:cubicBezTo>
                    <a:cubicBezTo>
                      <a:pt x="141" y="156"/>
                      <a:pt x="141" y="156"/>
                      <a:pt x="141" y="165"/>
                    </a:cubicBezTo>
                    <a:cubicBezTo>
                      <a:pt x="141" y="165"/>
                      <a:pt x="150" y="165"/>
                      <a:pt x="150" y="173"/>
                    </a:cubicBezTo>
                    <a:cubicBezTo>
                      <a:pt x="166" y="181"/>
                      <a:pt x="183" y="189"/>
                      <a:pt x="191" y="198"/>
                    </a:cubicBezTo>
                    <a:cubicBezTo>
                      <a:pt x="198" y="205"/>
                      <a:pt x="205" y="207"/>
                      <a:pt x="212" y="207"/>
                    </a:cubicBezTo>
                    <a:cubicBezTo>
                      <a:pt x="222" y="207"/>
                      <a:pt x="231" y="202"/>
                      <a:pt x="241" y="198"/>
                    </a:cubicBezTo>
                    <a:cubicBezTo>
                      <a:pt x="249" y="181"/>
                      <a:pt x="257" y="165"/>
                      <a:pt x="249" y="148"/>
                    </a:cubicBezTo>
                    <a:cubicBezTo>
                      <a:pt x="232" y="131"/>
                      <a:pt x="224" y="115"/>
                      <a:pt x="208" y="107"/>
                    </a:cubicBezTo>
                    <a:cubicBezTo>
                      <a:pt x="199" y="90"/>
                      <a:pt x="183" y="82"/>
                      <a:pt x="174" y="65"/>
                    </a:cubicBezTo>
                    <a:cubicBezTo>
                      <a:pt x="141" y="49"/>
                      <a:pt x="108" y="24"/>
                      <a:pt x="75" y="7"/>
                    </a:cubicBezTo>
                    <a:cubicBezTo>
                      <a:pt x="71" y="3"/>
                      <a:pt x="65" y="1"/>
                      <a:pt x="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5" name="Google Shape;4005;p9"/>
              <p:cNvSpPr/>
              <p:nvPr/>
            </p:nvSpPr>
            <p:spPr>
              <a:xfrm>
                <a:off x="578450" y="2863200"/>
                <a:ext cx="14525" cy="5300"/>
              </a:xfrm>
              <a:custGeom>
                <a:rect b="b" l="l" r="r" t="t"/>
                <a:pathLst>
                  <a:path extrusionOk="0" h="212" w="581">
                    <a:moveTo>
                      <a:pt x="491" y="1"/>
                    </a:moveTo>
                    <a:cubicBezTo>
                      <a:pt x="463" y="1"/>
                      <a:pt x="433" y="8"/>
                      <a:pt x="406" y="12"/>
                    </a:cubicBezTo>
                    <a:lnTo>
                      <a:pt x="365" y="12"/>
                    </a:lnTo>
                    <a:cubicBezTo>
                      <a:pt x="348" y="21"/>
                      <a:pt x="323" y="21"/>
                      <a:pt x="307" y="21"/>
                    </a:cubicBezTo>
                    <a:cubicBezTo>
                      <a:pt x="273" y="21"/>
                      <a:pt x="232" y="29"/>
                      <a:pt x="191" y="29"/>
                    </a:cubicBezTo>
                    <a:cubicBezTo>
                      <a:pt x="169" y="29"/>
                      <a:pt x="143" y="26"/>
                      <a:pt x="118" y="26"/>
                    </a:cubicBezTo>
                    <a:cubicBezTo>
                      <a:pt x="87" y="26"/>
                      <a:pt x="56" y="31"/>
                      <a:pt x="33" y="54"/>
                    </a:cubicBezTo>
                    <a:cubicBezTo>
                      <a:pt x="8" y="87"/>
                      <a:pt x="0" y="128"/>
                      <a:pt x="17" y="161"/>
                    </a:cubicBezTo>
                    <a:cubicBezTo>
                      <a:pt x="50" y="203"/>
                      <a:pt x="83" y="211"/>
                      <a:pt x="124" y="211"/>
                    </a:cubicBezTo>
                    <a:lnTo>
                      <a:pt x="191" y="211"/>
                    </a:lnTo>
                    <a:cubicBezTo>
                      <a:pt x="240" y="211"/>
                      <a:pt x="282" y="203"/>
                      <a:pt x="331" y="195"/>
                    </a:cubicBezTo>
                    <a:cubicBezTo>
                      <a:pt x="373" y="195"/>
                      <a:pt x="414" y="178"/>
                      <a:pt x="447" y="170"/>
                    </a:cubicBezTo>
                    <a:cubicBezTo>
                      <a:pt x="497" y="153"/>
                      <a:pt x="563" y="120"/>
                      <a:pt x="580" y="70"/>
                    </a:cubicBezTo>
                    <a:cubicBezTo>
                      <a:pt x="580" y="45"/>
                      <a:pt x="572" y="29"/>
                      <a:pt x="555" y="12"/>
                    </a:cubicBezTo>
                    <a:lnTo>
                      <a:pt x="555" y="21"/>
                    </a:lnTo>
                    <a:cubicBezTo>
                      <a:pt x="536" y="6"/>
                      <a:pt x="514" y="1"/>
                      <a:pt x="4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6" name="Google Shape;4006;p9"/>
              <p:cNvSpPr/>
              <p:nvPr/>
            </p:nvSpPr>
            <p:spPr>
              <a:xfrm>
                <a:off x="577000" y="2873850"/>
                <a:ext cx="7475" cy="3350"/>
              </a:xfrm>
              <a:custGeom>
                <a:rect b="b" l="l" r="r" t="t"/>
                <a:pathLst>
                  <a:path extrusionOk="0" h="134" w="299">
                    <a:moveTo>
                      <a:pt x="108" y="1"/>
                    </a:moveTo>
                    <a:cubicBezTo>
                      <a:pt x="83" y="1"/>
                      <a:pt x="66" y="1"/>
                      <a:pt x="50" y="9"/>
                    </a:cubicBezTo>
                    <a:cubicBezTo>
                      <a:pt x="8" y="17"/>
                      <a:pt x="0" y="75"/>
                      <a:pt x="33" y="100"/>
                    </a:cubicBezTo>
                    <a:cubicBezTo>
                      <a:pt x="50" y="108"/>
                      <a:pt x="66" y="117"/>
                      <a:pt x="91" y="117"/>
                    </a:cubicBezTo>
                    <a:cubicBezTo>
                      <a:pt x="108" y="125"/>
                      <a:pt x="124" y="125"/>
                      <a:pt x="149" y="125"/>
                    </a:cubicBezTo>
                    <a:cubicBezTo>
                      <a:pt x="174" y="125"/>
                      <a:pt x="207" y="133"/>
                      <a:pt x="240" y="133"/>
                    </a:cubicBezTo>
                    <a:cubicBezTo>
                      <a:pt x="249" y="133"/>
                      <a:pt x="265" y="125"/>
                      <a:pt x="282" y="117"/>
                    </a:cubicBezTo>
                    <a:cubicBezTo>
                      <a:pt x="290" y="108"/>
                      <a:pt x="290" y="100"/>
                      <a:pt x="290" y="83"/>
                    </a:cubicBezTo>
                    <a:cubicBezTo>
                      <a:pt x="298" y="75"/>
                      <a:pt x="290" y="59"/>
                      <a:pt x="290" y="50"/>
                    </a:cubicBezTo>
                    <a:cubicBezTo>
                      <a:pt x="282" y="34"/>
                      <a:pt x="265" y="25"/>
                      <a:pt x="249" y="25"/>
                    </a:cubicBezTo>
                    <a:cubicBezTo>
                      <a:pt x="224" y="17"/>
                      <a:pt x="191" y="9"/>
                      <a:pt x="157" y="9"/>
                    </a:cubicBezTo>
                    <a:cubicBezTo>
                      <a:pt x="141" y="9"/>
                      <a:pt x="124" y="1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7" name="Google Shape;4007;p9"/>
              <p:cNvSpPr/>
              <p:nvPr/>
            </p:nvSpPr>
            <p:spPr>
              <a:xfrm>
                <a:off x="569525" y="2881725"/>
                <a:ext cx="9150" cy="3325"/>
              </a:xfrm>
              <a:custGeom>
                <a:rect b="b" l="l" r="r" t="t"/>
                <a:pathLst>
                  <a:path extrusionOk="0" h="133" w="366">
                    <a:moveTo>
                      <a:pt x="299" y="0"/>
                    </a:moveTo>
                    <a:cubicBezTo>
                      <a:pt x="278" y="5"/>
                      <a:pt x="258" y="5"/>
                      <a:pt x="237" y="5"/>
                    </a:cubicBezTo>
                    <a:cubicBezTo>
                      <a:pt x="216" y="5"/>
                      <a:pt x="195" y="5"/>
                      <a:pt x="175" y="9"/>
                    </a:cubicBezTo>
                    <a:lnTo>
                      <a:pt x="108" y="17"/>
                    </a:lnTo>
                    <a:lnTo>
                      <a:pt x="75" y="17"/>
                    </a:lnTo>
                    <a:cubicBezTo>
                      <a:pt x="59" y="17"/>
                      <a:pt x="50" y="25"/>
                      <a:pt x="34" y="25"/>
                    </a:cubicBezTo>
                    <a:cubicBezTo>
                      <a:pt x="1" y="42"/>
                      <a:pt x="1" y="92"/>
                      <a:pt x="34" y="108"/>
                    </a:cubicBezTo>
                    <a:cubicBezTo>
                      <a:pt x="50" y="108"/>
                      <a:pt x="59" y="116"/>
                      <a:pt x="75" y="116"/>
                    </a:cubicBezTo>
                    <a:lnTo>
                      <a:pt x="108" y="116"/>
                    </a:lnTo>
                    <a:lnTo>
                      <a:pt x="175" y="125"/>
                    </a:lnTo>
                    <a:cubicBezTo>
                      <a:pt x="195" y="129"/>
                      <a:pt x="216" y="129"/>
                      <a:pt x="237" y="129"/>
                    </a:cubicBezTo>
                    <a:cubicBezTo>
                      <a:pt x="258" y="129"/>
                      <a:pt x="278" y="129"/>
                      <a:pt x="299" y="133"/>
                    </a:cubicBezTo>
                    <a:cubicBezTo>
                      <a:pt x="332" y="133"/>
                      <a:pt x="365" y="100"/>
                      <a:pt x="365" y="67"/>
                    </a:cubicBezTo>
                    <a:cubicBezTo>
                      <a:pt x="365" y="34"/>
                      <a:pt x="340" y="0"/>
                      <a:pt x="2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8" name="Google Shape;4008;p9"/>
              <p:cNvSpPr/>
              <p:nvPr/>
            </p:nvSpPr>
            <p:spPr>
              <a:xfrm>
                <a:off x="643675" y="3042275"/>
                <a:ext cx="6250" cy="14700"/>
              </a:xfrm>
              <a:custGeom>
                <a:rect b="b" l="l" r="r" t="t"/>
                <a:pathLst>
                  <a:path extrusionOk="0" h="588" w="250">
                    <a:moveTo>
                      <a:pt x="168" y="1"/>
                    </a:moveTo>
                    <a:cubicBezTo>
                      <a:pt x="146" y="1"/>
                      <a:pt x="122" y="15"/>
                      <a:pt x="109" y="41"/>
                    </a:cubicBezTo>
                    <a:cubicBezTo>
                      <a:pt x="76" y="124"/>
                      <a:pt x="76" y="223"/>
                      <a:pt x="51" y="306"/>
                    </a:cubicBezTo>
                    <a:cubicBezTo>
                      <a:pt x="34" y="356"/>
                      <a:pt x="18" y="397"/>
                      <a:pt x="9" y="447"/>
                    </a:cubicBezTo>
                    <a:cubicBezTo>
                      <a:pt x="9" y="472"/>
                      <a:pt x="1" y="497"/>
                      <a:pt x="1" y="513"/>
                    </a:cubicBezTo>
                    <a:cubicBezTo>
                      <a:pt x="1" y="555"/>
                      <a:pt x="18" y="588"/>
                      <a:pt x="51" y="588"/>
                    </a:cubicBezTo>
                    <a:cubicBezTo>
                      <a:pt x="109" y="588"/>
                      <a:pt x="150" y="513"/>
                      <a:pt x="167" y="472"/>
                    </a:cubicBezTo>
                    <a:cubicBezTo>
                      <a:pt x="183" y="430"/>
                      <a:pt x="192" y="381"/>
                      <a:pt x="208" y="331"/>
                    </a:cubicBezTo>
                    <a:cubicBezTo>
                      <a:pt x="225" y="240"/>
                      <a:pt x="250" y="132"/>
                      <a:pt x="216" y="41"/>
                    </a:cubicBezTo>
                    <a:cubicBezTo>
                      <a:pt x="208" y="13"/>
                      <a:pt x="189" y="1"/>
                      <a:pt x="1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9" name="Google Shape;4009;p9"/>
              <p:cNvSpPr/>
              <p:nvPr/>
            </p:nvSpPr>
            <p:spPr>
              <a:xfrm>
                <a:off x="647050" y="3047175"/>
                <a:ext cx="7650" cy="15525"/>
              </a:xfrm>
              <a:custGeom>
                <a:rect b="b" l="l" r="r" t="t"/>
                <a:pathLst>
                  <a:path extrusionOk="0" h="621" w="306">
                    <a:moveTo>
                      <a:pt x="242" y="1"/>
                    </a:moveTo>
                    <a:cubicBezTo>
                      <a:pt x="212" y="1"/>
                      <a:pt x="180" y="23"/>
                      <a:pt x="173" y="52"/>
                    </a:cubicBezTo>
                    <a:cubicBezTo>
                      <a:pt x="164" y="143"/>
                      <a:pt x="139" y="234"/>
                      <a:pt x="106" y="317"/>
                    </a:cubicBezTo>
                    <a:cubicBezTo>
                      <a:pt x="90" y="359"/>
                      <a:pt x="73" y="400"/>
                      <a:pt x="57" y="442"/>
                    </a:cubicBezTo>
                    <a:cubicBezTo>
                      <a:pt x="40" y="483"/>
                      <a:pt x="15" y="524"/>
                      <a:pt x="7" y="574"/>
                    </a:cubicBezTo>
                    <a:cubicBezTo>
                      <a:pt x="0" y="594"/>
                      <a:pt x="21" y="620"/>
                      <a:pt x="42" y="620"/>
                    </a:cubicBezTo>
                    <a:cubicBezTo>
                      <a:pt x="47" y="620"/>
                      <a:pt x="52" y="619"/>
                      <a:pt x="57" y="616"/>
                    </a:cubicBezTo>
                    <a:cubicBezTo>
                      <a:pt x="106" y="591"/>
                      <a:pt x="131" y="549"/>
                      <a:pt x="156" y="508"/>
                    </a:cubicBezTo>
                    <a:cubicBezTo>
                      <a:pt x="189" y="458"/>
                      <a:pt x="206" y="417"/>
                      <a:pt x="231" y="367"/>
                    </a:cubicBezTo>
                    <a:cubicBezTo>
                      <a:pt x="264" y="276"/>
                      <a:pt x="289" y="185"/>
                      <a:pt x="305" y="85"/>
                    </a:cubicBezTo>
                    <a:cubicBezTo>
                      <a:pt x="305" y="52"/>
                      <a:pt x="297" y="11"/>
                      <a:pt x="255" y="3"/>
                    </a:cubicBezTo>
                    <a:cubicBezTo>
                      <a:pt x="251" y="1"/>
                      <a:pt x="247" y="1"/>
                      <a:pt x="2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0" name="Google Shape;4010;p9"/>
              <p:cNvSpPr/>
              <p:nvPr/>
            </p:nvSpPr>
            <p:spPr>
              <a:xfrm>
                <a:off x="630225" y="3095050"/>
                <a:ext cx="7475" cy="11950"/>
              </a:xfrm>
              <a:custGeom>
                <a:rect b="b" l="l" r="r" t="t"/>
                <a:pathLst>
                  <a:path extrusionOk="0" h="478" w="299">
                    <a:moveTo>
                      <a:pt x="245" y="1"/>
                    </a:moveTo>
                    <a:cubicBezTo>
                      <a:pt x="238" y="1"/>
                      <a:pt x="230" y="3"/>
                      <a:pt x="224" y="10"/>
                    </a:cubicBezTo>
                    <a:cubicBezTo>
                      <a:pt x="191" y="26"/>
                      <a:pt x="183" y="68"/>
                      <a:pt x="166" y="101"/>
                    </a:cubicBezTo>
                    <a:cubicBezTo>
                      <a:pt x="150" y="134"/>
                      <a:pt x="141" y="175"/>
                      <a:pt x="125" y="209"/>
                    </a:cubicBezTo>
                    <a:cubicBezTo>
                      <a:pt x="100" y="275"/>
                      <a:pt x="58" y="341"/>
                      <a:pt x="17" y="407"/>
                    </a:cubicBezTo>
                    <a:cubicBezTo>
                      <a:pt x="0" y="424"/>
                      <a:pt x="9" y="457"/>
                      <a:pt x="25" y="465"/>
                    </a:cubicBezTo>
                    <a:cubicBezTo>
                      <a:pt x="34" y="474"/>
                      <a:pt x="46" y="478"/>
                      <a:pt x="58" y="478"/>
                    </a:cubicBezTo>
                    <a:cubicBezTo>
                      <a:pt x="71" y="478"/>
                      <a:pt x="83" y="474"/>
                      <a:pt x="92" y="465"/>
                    </a:cubicBezTo>
                    <a:cubicBezTo>
                      <a:pt x="141" y="399"/>
                      <a:pt x="191" y="333"/>
                      <a:pt x="224" y="258"/>
                    </a:cubicBezTo>
                    <a:cubicBezTo>
                      <a:pt x="241" y="225"/>
                      <a:pt x="266" y="184"/>
                      <a:pt x="274" y="151"/>
                    </a:cubicBezTo>
                    <a:cubicBezTo>
                      <a:pt x="282" y="109"/>
                      <a:pt x="299" y="59"/>
                      <a:pt x="274" y="18"/>
                    </a:cubicBezTo>
                    <a:cubicBezTo>
                      <a:pt x="269" y="8"/>
                      <a:pt x="257" y="1"/>
                      <a:pt x="2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1" name="Google Shape;4011;p9"/>
              <p:cNvSpPr/>
              <p:nvPr/>
            </p:nvSpPr>
            <p:spPr>
              <a:xfrm>
                <a:off x="635475" y="3103425"/>
                <a:ext cx="9425" cy="16725"/>
              </a:xfrm>
              <a:custGeom>
                <a:rect b="b" l="l" r="r" t="t"/>
                <a:pathLst>
                  <a:path extrusionOk="0" h="669" w="377">
                    <a:moveTo>
                      <a:pt x="335" y="1"/>
                    </a:moveTo>
                    <a:cubicBezTo>
                      <a:pt x="329" y="1"/>
                      <a:pt x="324" y="2"/>
                      <a:pt x="321" y="6"/>
                    </a:cubicBezTo>
                    <a:cubicBezTo>
                      <a:pt x="288" y="56"/>
                      <a:pt x="246" y="97"/>
                      <a:pt x="221" y="147"/>
                    </a:cubicBezTo>
                    <a:cubicBezTo>
                      <a:pt x="188" y="197"/>
                      <a:pt x="163" y="246"/>
                      <a:pt x="147" y="296"/>
                    </a:cubicBezTo>
                    <a:cubicBezTo>
                      <a:pt x="122" y="346"/>
                      <a:pt x="97" y="396"/>
                      <a:pt x="72" y="445"/>
                    </a:cubicBezTo>
                    <a:cubicBezTo>
                      <a:pt x="47" y="503"/>
                      <a:pt x="22" y="561"/>
                      <a:pt x="6" y="611"/>
                    </a:cubicBezTo>
                    <a:cubicBezTo>
                      <a:pt x="0" y="643"/>
                      <a:pt x="27" y="669"/>
                      <a:pt x="53" y="669"/>
                    </a:cubicBezTo>
                    <a:cubicBezTo>
                      <a:pt x="66" y="669"/>
                      <a:pt x="80" y="661"/>
                      <a:pt x="89" y="644"/>
                    </a:cubicBezTo>
                    <a:cubicBezTo>
                      <a:pt x="114" y="603"/>
                      <a:pt x="130" y="545"/>
                      <a:pt x="155" y="495"/>
                    </a:cubicBezTo>
                    <a:cubicBezTo>
                      <a:pt x="180" y="445"/>
                      <a:pt x="205" y="387"/>
                      <a:pt x="230" y="338"/>
                    </a:cubicBezTo>
                    <a:cubicBezTo>
                      <a:pt x="254" y="288"/>
                      <a:pt x="279" y="246"/>
                      <a:pt x="304" y="197"/>
                    </a:cubicBezTo>
                    <a:cubicBezTo>
                      <a:pt x="329" y="147"/>
                      <a:pt x="354" y="89"/>
                      <a:pt x="370" y="39"/>
                    </a:cubicBezTo>
                    <a:cubicBezTo>
                      <a:pt x="377" y="20"/>
                      <a:pt x="353" y="1"/>
                      <a:pt x="3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2" name="Google Shape;4012;p9"/>
              <p:cNvSpPr/>
              <p:nvPr/>
            </p:nvSpPr>
            <p:spPr>
              <a:xfrm>
                <a:off x="556475" y="2889725"/>
                <a:ext cx="8950" cy="5150"/>
              </a:xfrm>
              <a:custGeom>
                <a:rect b="b" l="l" r="r" t="t"/>
                <a:pathLst>
                  <a:path extrusionOk="0" h="206" w="358">
                    <a:moveTo>
                      <a:pt x="50" y="0"/>
                    </a:moveTo>
                    <a:cubicBezTo>
                      <a:pt x="34" y="0"/>
                      <a:pt x="24" y="10"/>
                      <a:pt x="17" y="28"/>
                    </a:cubicBezTo>
                    <a:cubicBezTo>
                      <a:pt x="1" y="53"/>
                      <a:pt x="17" y="78"/>
                      <a:pt x="34" y="86"/>
                    </a:cubicBezTo>
                    <a:cubicBezTo>
                      <a:pt x="51" y="103"/>
                      <a:pt x="67" y="111"/>
                      <a:pt x="92" y="120"/>
                    </a:cubicBezTo>
                    <a:cubicBezTo>
                      <a:pt x="109" y="136"/>
                      <a:pt x="125" y="144"/>
                      <a:pt x="142" y="153"/>
                    </a:cubicBezTo>
                    <a:cubicBezTo>
                      <a:pt x="183" y="169"/>
                      <a:pt x="233" y="186"/>
                      <a:pt x="274" y="202"/>
                    </a:cubicBezTo>
                    <a:cubicBezTo>
                      <a:pt x="279" y="205"/>
                      <a:pt x="284" y="206"/>
                      <a:pt x="289" y="206"/>
                    </a:cubicBezTo>
                    <a:cubicBezTo>
                      <a:pt x="300" y="206"/>
                      <a:pt x="312" y="200"/>
                      <a:pt x="324" y="194"/>
                    </a:cubicBezTo>
                    <a:cubicBezTo>
                      <a:pt x="332" y="186"/>
                      <a:pt x="349" y="178"/>
                      <a:pt x="349" y="161"/>
                    </a:cubicBezTo>
                    <a:cubicBezTo>
                      <a:pt x="357" y="144"/>
                      <a:pt x="357" y="120"/>
                      <a:pt x="349" y="111"/>
                    </a:cubicBezTo>
                    <a:cubicBezTo>
                      <a:pt x="332" y="95"/>
                      <a:pt x="324" y="86"/>
                      <a:pt x="307" y="78"/>
                    </a:cubicBezTo>
                    <a:cubicBezTo>
                      <a:pt x="266" y="62"/>
                      <a:pt x="233" y="45"/>
                      <a:pt x="191" y="37"/>
                    </a:cubicBezTo>
                    <a:cubicBezTo>
                      <a:pt x="175" y="28"/>
                      <a:pt x="150" y="20"/>
                      <a:pt x="133" y="20"/>
                    </a:cubicBezTo>
                    <a:cubicBezTo>
                      <a:pt x="109" y="12"/>
                      <a:pt x="92" y="4"/>
                      <a:pt x="67" y="4"/>
                    </a:cubicBezTo>
                    <a:cubicBezTo>
                      <a:pt x="61" y="1"/>
                      <a:pt x="55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3" name="Google Shape;4013;p9"/>
              <p:cNvSpPr/>
              <p:nvPr/>
            </p:nvSpPr>
            <p:spPr>
              <a:xfrm>
                <a:off x="554200" y="2857200"/>
                <a:ext cx="13500" cy="7400"/>
              </a:xfrm>
              <a:custGeom>
                <a:rect b="b" l="l" r="r" t="t"/>
                <a:pathLst>
                  <a:path extrusionOk="0" h="296" w="540">
                    <a:moveTo>
                      <a:pt x="64" y="0"/>
                    </a:moveTo>
                    <a:cubicBezTo>
                      <a:pt x="46" y="0"/>
                      <a:pt x="29" y="8"/>
                      <a:pt x="17" y="20"/>
                    </a:cubicBezTo>
                    <a:cubicBezTo>
                      <a:pt x="9" y="37"/>
                      <a:pt x="1" y="70"/>
                      <a:pt x="26" y="78"/>
                    </a:cubicBezTo>
                    <a:cubicBezTo>
                      <a:pt x="59" y="111"/>
                      <a:pt x="92" y="136"/>
                      <a:pt x="125" y="153"/>
                    </a:cubicBezTo>
                    <a:cubicBezTo>
                      <a:pt x="158" y="169"/>
                      <a:pt x="191" y="194"/>
                      <a:pt x="233" y="211"/>
                    </a:cubicBezTo>
                    <a:cubicBezTo>
                      <a:pt x="307" y="244"/>
                      <a:pt x="382" y="269"/>
                      <a:pt x="456" y="294"/>
                    </a:cubicBezTo>
                    <a:cubicBezTo>
                      <a:pt x="462" y="295"/>
                      <a:pt x="468" y="296"/>
                      <a:pt x="473" y="296"/>
                    </a:cubicBezTo>
                    <a:cubicBezTo>
                      <a:pt x="500" y="296"/>
                      <a:pt x="524" y="280"/>
                      <a:pt x="531" y="252"/>
                    </a:cubicBezTo>
                    <a:cubicBezTo>
                      <a:pt x="539" y="219"/>
                      <a:pt x="523" y="186"/>
                      <a:pt x="490" y="178"/>
                    </a:cubicBezTo>
                    <a:cubicBezTo>
                      <a:pt x="349" y="136"/>
                      <a:pt x="216" y="70"/>
                      <a:pt x="84" y="4"/>
                    </a:cubicBezTo>
                    <a:cubicBezTo>
                      <a:pt x="77" y="1"/>
                      <a:pt x="70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4" name="Google Shape;4014;p9"/>
              <p:cNvSpPr/>
              <p:nvPr/>
            </p:nvSpPr>
            <p:spPr>
              <a:xfrm>
                <a:off x="414375" y="2811725"/>
                <a:ext cx="55250" cy="11725"/>
              </a:xfrm>
              <a:custGeom>
                <a:rect b="b" l="l" r="r" t="t"/>
                <a:pathLst>
                  <a:path extrusionOk="0" h="469" w="2210">
                    <a:moveTo>
                      <a:pt x="394" y="0"/>
                    </a:moveTo>
                    <a:cubicBezTo>
                      <a:pt x="277" y="0"/>
                      <a:pt x="162" y="10"/>
                      <a:pt x="59" y="50"/>
                    </a:cubicBezTo>
                    <a:cubicBezTo>
                      <a:pt x="9" y="66"/>
                      <a:pt x="1" y="149"/>
                      <a:pt x="59" y="157"/>
                    </a:cubicBezTo>
                    <a:cubicBezTo>
                      <a:pt x="225" y="199"/>
                      <a:pt x="407" y="190"/>
                      <a:pt x="581" y="207"/>
                    </a:cubicBezTo>
                    <a:cubicBezTo>
                      <a:pt x="763" y="224"/>
                      <a:pt x="945" y="248"/>
                      <a:pt x="1128" y="257"/>
                    </a:cubicBezTo>
                    <a:cubicBezTo>
                      <a:pt x="1451" y="282"/>
                      <a:pt x="1799" y="298"/>
                      <a:pt x="2089" y="456"/>
                    </a:cubicBezTo>
                    <a:cubicBezTo>
                      <a:pt x="2102" y="465"/>
                      <a:pt x="2115" y="468"/>
                      <a:pt x="2127" y="468"/>
                    </a:cubicBezTo>
                    <a:cubicBezTo>
                      <a:pt x="2180" y="468"/>
                      <a:pt x="2210" y="389"/>
                      <a:pt x="2155" y="348"/>
                    </a:cubicBezTo>
                    <a:cubicBezTo>
                      <a:pt x="1865" y="141"/>
                      <a:pt x="1534" y="99"/>
                      <a:pt x="1194" y="66"/>
                    </a:cubicBezTo>
                    <a:cubicBezTo>
                      <a:pt x="1003" y="41"/>
                      <a:pt x="813" y="25"/>
                      <a:pt x="631" y="8"/>
                    </a:cubicBezTo>
                    <a:cubicBezTo>
                      <a:pt x="553" y="5"/>
                      <a:pt x="473" y="0"/>
                      <a:pt x="3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5" name="Google Shape;4015;p9"/>
              <p:cNvSpPr/>
              <p:nvPr/>
            </p:nvSpPr>
            <p:spPr>
              <a:xfrm>
                <a:off x="423975" y="2819700"/>
                <a:ext cx="19025" cy="4075"/>
              </a:xfrm>
              <a:custGeom>
                <a:rect b="b" l="l" r="r" t="t"/>
                <a:pathLst>
                  <a:path extrusionOk="0" h="163" w="761">
                    <a:moveTo>
                      <a:pt x="463" y="1"/>
                    </a:moveTo>
                    <a:cubicBezTo>
                      <a:pt x="433" y="1"/>
                      <a:pt x="402" y="2"/>
                      <a:pt x="371" y="4"/>
                    </a:cubicBezTo>
                    <a:cubicBezTo>
                      <a:pt x="263" y="12"/>
                      <a:pt x="156" y="37"/>
                      <a:pt x="48" y="70"/>
                    </a:cubicBezTo>
                    <a:cubicBezTo>
                      <a:pt x="1" y="94"/>
                      <a:pt x="13" y="162"/>
                      <a:pt x="64" y="162"/>
                    </a:cubicBezTo>
                    <a:cubicBezTo>
                      <a:pt x="67" y="162"/>
                      <a:pt x="70" y="162"/>
                      <a:pt x="73" y="161"/>
                    </a:cubicBezTo>
                    <a:cubicBezTo>
                      <a:pt x="172" y="145"/>
                      <a:pt x="272" y="137"/>
                      <a:pt x="371" y="137"/>
                    </a:cubicBezTo>
                    <a:cubicBezTo>
                      <a:pt x="400" y="134"/>
                      <a:pt x="429" y="133"/>
                      <a:pt x="458" y="133"/>
                    </a:cubicBezTo>
                    <a:cubicBezTo>
                      <a:pt x="529" y="133"/>
                      <a:pt x="599" y="139"/>
                      <a:pt x="669" y="145"/>
                    </a:cubicBezTo>
                    <a:cubicBezTo>
                      <a:pt x="675" y="146"/>
                      <a:pt x="681" y="147"/>
                      <a:pt x="687" y="147"/>
                    </a:cubicBezTo>
                    <a:cubicBezTo>
                      <a:pt x="716" y="147"/>
                      <a:pt x="745" y="131"/>
                      <a:pt x="752" y="103"/>
                    </a:cubicBezTo>
                    <a:cubicBezTo>
                      <a:pt x="760" y="70"/>
                      <a:pt x="744" y="29"/>
                      <a:pt x="702" y="21"/>
                    </a:cubicBezTo>
                    <a:cubicBezTo>
                      <a:pt x="624" y="8"/>
                      <a:pt x="545" y="1"/>
                      <a:pt x="4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6" name="Google Shape;4016;p9"/>
              <p:cNvSpPr/>
              <p:nvPr/>
            </p:nvSpPr>
            <p:spPr>
              <a:xfrm>
                <a:off x="383575" y="2821725"/>
                <a:ext cx="17175" cy="7850"/>
              </a:xfrm>
              <a:custGeom>
                <a:rect b="b" l="l" r="r" t="t"/>
                <a:pathLst>
                  <a:path extrusionOk="0" h="314" w="687">
                    <a:moveTo>
                      <a:pt x="637" y="0"/>
                    </a:moveTo>
                    <a:cubicBezTo>
                      <a:pt x="631" y="0"/>
                      <a:pt x="626" y="2"/>
                      <a:pt x="620" y="6"/>
                    </a:cubicBezTo>
                    <a:cubicBezTo>
                      <a:pt x="520" y="39"/>
                      <a:pt x="421" y="80"/>
                      <a:pt x="322" y="122"/>
                    </a:cubicBezTo>
                    <a:cubicBezTo>
                      <a:pt x="230" y="172"/>
                      <a:pt x="131" y="205"/>
                      <a:pt x="32" y="254"/>
                    </a:cubicBezTo>
                    <a:cubicBezTo>
                      <a:pt x="1" y="270"/>
                      <a:pt x="20" y="313"/>
                      <a:pt x="49" y="313"/>
                    </a:cubicBezTo>
                    <a:cubicBezTo>
                      <a:pt x="51" y="313"/>
                      <a:pt x="54" y="313"/>
                      <a:pt x="56" y="312"/>
                    </a:cubicBezTo>
                    <a:cubicBezTo>
                      <a:pt x="156" y="288"/>
                      <a:pt x="255" y="246"/>
                      <a:pt x="355" y="205"/>
                    </a:cubicBezTo>
                    <a:cubicBezTo>
                      <a:pt x="454" y="172"/>
                      <a:pt x="545" y="130"/>
                      <a:pt x="645" y="89"/>
                    </a:cubicBezTo>
                    <a:cubicBezTo>
                      <a:pt x="661" y="80"/>
                      <a:pt x="686" y="64"/>
                      <a:pt x="678" y="31"/>
                    </a:cubicBezTo>
                    <a:cubicBezTo>
                      <a:pt x="671" y="18"/>
                      <a:pt x="655" y="0"/>
                      <a:pt x="6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7" name="Google Shape;4017;p9"/>
              <p:cNvSpPr/>
              <p:nvPr/>
            </p:nvSpPr>
            <p:spPr>
              <a:xfrm>
                <a:off x="310475" y="2872900"/>
                <a:ext cx="28975" cy="29475"/>
              </a:xfrm>
              <a:custGeom>
                <a:rect b="b" l="l" r="r" t="t"/>
                <a:pathLst>
                  <a:path extrusionOk="0" h="1179" w="1159">
                    <a:moveTo>
                      <a:pt x="1087" y="0"/>
                    </a:moveTo>
                    <a:cubicBezTo>
                      <a:pt x="1080" y="0"/>
                      <a:pt x="1073" y="2"/>
                      <a:pt x="1066" y="5"/>
                    </a:cubicBezTo>
                    <a:cubicBezTo>
                      <a:pt x="826" y="113"/>
                      <a:pt x="611" y="271"/>
                      <a:pt x="420" y="461"/>
                    </a:cubicBezTo>
                    <a:cubicBezTo>
                      <a:pt x="329" y="552"/>
                      <a:pt x="246" y="652"/>
                      <a:pt x="172" y="759"/>
                    </a:cubicBezTo>
                    <a:cubicBezTo>
                      <a:pt x="138" y="817"/>
                      <a:pt x="114" y="884"/>
                      <a:pt x="80" y="942"/>
                    </a:cubicBezTo>
                    <a:cubicBezTo>
                      <a:pt x="47" y="1000"/>
                      <a:pt x="22" y="1066"/>
                      <a:pt x="6" y="1124"/>
                    </a:cubicBezTo>
                    <a:cubicBezTo>
                      <a:pt x="1" y="1156"/>
                      <a:pt x="23" y="1178"/>
                      <a:pt x="46" y="1178"/>
                    </a:cubicBezTo>
                    <a:cubicBezTo>
                      <a:pt x="59" y="1178"/>
                      <a:pt x="72" y="1172"/>
                      <a:pt x="80" y="1157"/>
                    </a:cubicBezTo>
                    <a:cubicBezTo>
                      <a:pt x="114" y="1107"/>
                      <a:pt x="147" y="1049"/>
                      <a:pt x="180" y="1000"/>
                    </a:cubicBezTo>
                    <a:cubicBezTo>
                      <a:pt x="213" y="942"/>
                      <a:pt x="246" y="900"/>
                      <a:pt x="279" y="842"/>
                    </a:cubicBezTo>
                    <a:cubicBezTo>
                      <a:pt x="354" y="743"/>
                      <a:pt x="428" y="635"/>
                      <a:pt x="520" y="544"/>
                    </a:cubicBezTo>
                    <a:cubicBezTo>
                      <a:pt x="685" y="362"/>
                      <a:pt x="892" y="196"/>
                      <a:pt x="1116" y="80"/>
                    </a:cubicBezTo>
                    <a:cubicBezTo>
                      <a:pt x="1159" y="59"/>
                      <a:pt x="1128" y="0"/>
                      <a:pt x="10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8" name="Google Shape;4018;p9"/>
              <p:cNvSpPr/>
              <p:nvPr/>
            </p:nvSpPr>
            <p:spPr>
              <a:xfrm>
                <a:off x="312475" y="2930975"/>
                <a:ext cx="8525" cy="18400"/>
              </a:xfrm>
              <a:custGeom>
                <a:rect b="b" l="l" r="r" t="t"/>
                <a:pathLst>
                  <a:path extrusionOk="0" h="736" w="341">
                    <a:moveTo>
                      <a:pt x="267" y="1"/>
                    </a:moveTo>
                    <a:cubicBezTo>
                      <a:pt x="234" y="1"/>
                      <a:pt x="214" y="23"/>
                      <a:pt x="199" y="52"/>
                    </a:cubicBezTo>
                    <a:cubicBezTo>
                      <a:pt x="158" y="160"/>
                      <a:pt x="116" y="267"/>
                      <a:pt x="83" y="375"/>
                    </a:cubicBezTo>
                    <a:cubicBezTo>
                      <a:pt x="67" y="425"/>
                      <a:pt x="50" y="475"/>
                      <a:pt x="34" y="533"/>
                    </a:cubicBezTo>
                    <a:cubicBezTo>
                      <a:pt x="17" y="582"/>
                      <a:pt x="0" y="640"/>
                      <a:pt x="0" y="698"/>
                    </a:cubicBezTo>
                    <a:cubicBezTo>
                      <a:pt x="0" y="720"/>
                      <a:pt x="19" y="735"/>
                      <a:pt x="39" y="735"/>
                    </a:cubicBezTo>
                    <a:cubicBezTo>
                      <a:pt x="48" y="735"/>
                      <a:pt x="58" y="731"/>
                      <a:pt x="67" y="723"/>
                    </a:cubicBezTo>
                    <a:cubicBezTo>
                      <a:pt x="100" y="682"/>
                      <a:pt x="125" y="632"/>
                      <a:pt x="141" y="574"/>
                    </a:cubicBezTo>
                    <a:cubicBezTo>
                      <a:pt x="166" y="524"/>
                      <a:pt x="191" y="466"/>
                      <a:pt x="208" y="417"/>
                    </a:cubicBezTo>
                    <a:cubicBezTo>
                      <a:pt x="249" y="309"/>
                      <a:pt x="290" y="193"/>
                      <a:pt x="324" y="85"/>
                    </a:cubicBezTo>
                    <a:cubicBezTo>
                      <a:pt x="340" y="52"/>
                      <a:pt x="315" y="11"/>
                      <a:pt x="282" y="2"/>
                    </a:cubicBezTo>
                    <a:cubicBezTo>
                      <a:pt x="277" y="1"/>
                      <a:pt x="272" y="1"/>
                      <a:pt x="2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9" name="Google Shape;4019;p9"/>
              <p:cNvSpPr/>
              <p:nvPr/>
            </p:nvSpPr>
            <p:spPr>
              <a:xfrm>
                <a:off x="493925" y="3164475"/>
                <a:ext cx="2925" cy="11800"/>
              </a:xfrm>
              <a:custGeom>
                <a:rect b="b" l="l" r="r" t="t"/>
                <a:pathLst>
                  <a:path extrusionOk="0" h="472" w="117">
                    <a:moveTo>
                      <a:pt x="83" y="0"/>
                    </a:moveTo>
                    <a:cubicBezTo>
                      <a:pt x="67" y="0"/>
                      <a:pt x="34" y="8"/>
                      <a:pt x="34" y="33"/>
                    </a:cubicBezTo>
                    <a:cubicBezTo>
                      <a:pt x="17" y="108"/>
                      <a:pt x="9" y="174"/>
                      <a:pt x="1" y="249"/>
                    </a:cubicBezTo>
                    <a:cubicBezTo>
                      <a:pt x="1" y="282"/>
                      <a:pt x="1" y="315"/>
                      <a:pt x="1" y="348"/>
                    </a:cubicBezTo>
                    <a:cubicBezTo>
                      <a:pt x="1" y="365"/>
                      <a:pt x="1" y="381"/>
                      <a:pt x="1" y="406"/>
                    </a:cubicBezTo>
                    <a:cubicBezTo>
                      <a:pt x="9" y="423"/>
                      <a:pt x="9" y="439"/>
                      <a:pt x="25" y="456"/>
                    </a:cubicBezTo>
                    <a:cubicBezTo>
                      <a:pt x="30" y="465"/>
                      <a:pt x="42" y="471"/>
                      <a:pt x="53" y="471"/>
                    </a:cubicBezTo>
                    <a:cubicBezTo>
                      <a:pt x="63" y="471"/>
                      <a:pt x="71" y="467"/>
                      <a:pt x="75" y="456"/>
                    </a:cubicBezTo>
                    <a:cubicBezTo>
                      <a:pt x="83" y="439"/>
                      <a:pt x="92" y="423"/>
                      <a:pt x="92" y="406"/>
                    </a:cubicBezTo>
                    <a:cubicBezTo>
                      <a:pt x="92" y="389"/>
                      <a:pt x="92" y="373"/>
                      <a:pt x="92" y="356"/>
                    </a:cubicBezTo>
                    <a:cubicBezTo>
                      <a:pt x="100" y="323"/>
                      <a:pt x="100" y="290"/>
                      <a:pt x="100" y="257"/>
                    </a:cubicBezTo>
                    <a:cubicBezTo>
                      <a:pt x="100" y="191"/>
                      <a:pt x="108" y="124"/>
                      <a:pt x="117" y="58"/>
                    </a:cubicBezTo>
                    <a:cubicBezTo>
                      <a:pt x="117" y="33"/>
                      <a:pt x="108" y="8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0" name="Google Shape;4020;p9"/>
              <p:cNvSpPr/>
              <p:nvPr/>
            </p:nvSpPr>
            <p:spPr>
              <a:xfrm>
                <a:off x="499325" y="3166950"/>
                <a:ext cx="2075" cy="7525"/>
              </a:xfrm>
              <a:custGeom>
                <a:rect b="b" l="l" r="r" t="t"/>
                <a:pathLst>
                  <a:path extrusionOk="0" h="301" w="83">
                    <a:moveTo>
                      <a:pt x="41" y="1"/>
                    </a:moveTo>
                    <a:cubicBezTo>
                      <a:pt x="25" y="1"/>
                      <a:pt x="0" y="17"/>
                      <a:pt x="0" y="42"/>
                    </a:cubicBezTo>
                    <a:lnTo>
                      <a:pt x="0" y="158"/>
                    </a:lnTo>
                    <a:lnTo>
                      <a:pt x="0" y="216"/>
                    </a:lnTo>
                    <a:cubicBezTo>
                      <a:pt x="0" y="233"/>
                      <a:pt x="0" y="241"/>
                      <a:pt x="8" y="249"/>
                    </a:cubicBezTo>
                    <a:cubicBezTo>
                      <a:pt x="8" y="257"/>
                      <a:pt x="17" y="274"/>
                      <a:pt x="17" y="282"/>
                    </a:cubicBezTo>
                    <a:cubicBezTo>
                      <a:pt x="21" y="295"/>
                      <a:pt x="31" y="301"/>
                      <a:pt x="41" y="301"/>
                    </a:cubicBezTo>
                    <a:cubicBezTo>
                      <a:pt x="52" y="301"/>
                      <a:pt x="62" y="295"/>
                      <a:pt x="66" y="282"/>
                    </a:cubicBezTo>
                    <a:cubicBezTo>
                      <a:pt x="75" y="274"/>
                      <a:pt x="75" y="257"/>
                      <a:pt x="83" y="249"/>
                    </a:cubicBezTo>
                    <a:cubicBezTo>
                      <a:pt x="83" y="241"/>
                      <a:pt x="83" y="233"/>
                      <a:pt x="83" y="216"/>
                    </a:cubicBezTo>
                    <a:lnTo>
                      <a:pt x="83" y="158"/>
                    </a:lnTo>
                    <a:lnTo>
                      <a:pt x="83" y="42"/>
                    </a:lnTo>
                    <a:cubicBezTo>
                      <a:pt x="83" y="17"/>
                      <a:pt x="66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4021" name="Google Shape;4021;p9"/>
          <p:cNvSpPr txBox="1"/>
          <p:nvPr/>
        </p:nvSpPr>
        <p:spPr>
          <a:xfrm>
            <a:off x="5030477" y="1902428"/>
            <a:ext cx="3717698" cy="176384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Állatok listázása</a:t>
            </a:r>
            <a:endParaRPr b="0" i="0" sz="24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Kártyás megjelenítés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Sürgős esetek kiemelése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Örökbefogadottak jelölése</a:t>
            </a:r>
            <a:endParaRPr/>
          </a:p>
        </p:txBody>
      </p:sp>
      <p:grpSp>
        <p:nvGrpSpPr>
          <p:cNvPr id="4022" name="Google Shape;4022;p9"/>
          <p:cNvGrpSpPr/>
          <p:nvPr/>
        </p:nvGrpSpPr>
        <p:grpSpPr>
          <a:xfrm rot="-718679">
            <a:off x="7238177" y="3613241"/>
            <a:ext cx="1672539" cy="1170871"/>
            <a:chOff x="7274582" y="218313"/>
            <a:chExt cx="1403023" cy="1214692"/>
          </a:xfrm>
        </p:grpSpPr>
        <p:sp>
          <p:nvSpPr>
            <p:cNvPr id="4023" name="Google Shape;4023;p9"/>
            <p:cNvSpPr/>
            <p:nvPr/>
          </p:nvSpPr>
          <p:spPr>
            <a:xfrm flipH="1">
              <a:off x="7274582" y="218313"/>
              <a:ext cx="1403023" cy="1214692"/>
            </a:xfrm>
            <a:custGeom>
              <a:rect b="b" l="l" r="r" t="t"/>
              <a:pathLst>
                <a:path extrusionOk="0" h="29985" w="34634">
                  <a:moveTo>
                    <a:pt x="7900" y="1"/>
                  </a:moveTo>
                  <a:cubicBezTo>
                    <a:pt x="7088" y="1"/>
                    <a:pt x="6197" y="244"/>
                    <a:pt x="5185" y="856"/>
                  </a:cubicBezTo>
                  <a:cubicBezTo>
                    <a:pt x="0" y="3990"/>
                    <a:pt x="2893" y="8814"/>
                    <a:pt x="3976" y="10300"/>
                  </a:cubicBezTo>
                  <a:cubicBezTo>
                    <a:pt x="2458" y="12657"/>
                    <a:pt x="1894" y="15115"/>
                    <a:pt x="1894" y="15115"/>
                  </a:cubicBezTo>
                  <a:cubicBezTo>
                    <a:pt x="225" y="23399"/>
                    <a:pt x="8821" y="21151"/>
                    <a:pt x="13633" y="25361"/>
                  </a:cubicBezTo>
                  <a:cubicBezTo>
                    <a:pt x="17552" y="28790"/>
                    <a:pt x="24664" y="29985"/>
                    <a:pt x="27620" y="29985"/>
                  </a:cubicBezTo>
                  <a:cubicBezTo>
                    <a:pt x="28293" y="29985"/>
                    <a:pt x="28751" y="29923"/>
                    <a:pt x="28906" y="29811"/>
                  </a:cubicBezTo>
                  <a:cubicBezTo>
                    <a:pt x="29748" y="29210"/>
                    <a:pt x="24098" y="25722"/>
                    <a:pt x="23256" y="24762"/>
                  </a:cubicBezTo>
                  <a:cubicBezTo>
                    <a:pt x="22414" y="23800"/>
                    <a:pt x="23977" y="23078"/>
                    <a:pt x="24459" y="22958"/>
                  </a:cubicBezTo>
                  <a:cubicBezTo>
                    <a:pt x="24467" y="22956"/>
                    <a:pt x="24476" y="22955"/>
                    <a:pt x="24487" y="22955"/>
                  </a:cubicBezTo>
                  <a:cubicBezTo>
                    <a:pt x="25059" y="22955"/>
                    <a:pt x="29422" y="25700"/>
                    <a:pt x="31825" y="25700"/>
                  </a:cubicBezTo>
                  <a:cubicBezTo>
                    <a:pt x="32079" y="25700"/>
                    <a:pt x="32311" y="25669"/>
                    <a:pt x="32515" y="25601"/>
                  </a:cubicBezTo>
                  <a:cubicBezTo>
                    <a:pt x="34634" y="24898"/>
                    <a:pt x="30535" y="23387"/>
                    <a:pt x="26075" y="19828"/>
                  </a:cubicBezTo>
                  <a:cubicBezTo>
                    <a:pt x="26707" y="18171"/>
                    <a:pt x="26929" y="16225"/>
                    <a:pt x="26972" y="14640"/>
                  </a:cubicBezTo>
                  <a:lnTo>
                    <a:pt x="28308" y="14004"/>
                  </a:lnTo>
                  <a:lnTo>
                    <a:pt x="28314" y="14001"/>
                  </a:lnTo>
                  <a:cubicBezTo>
                    <a:pt x="28389" y="13965"/>
                    <a:pt x="28351" y="13866"/>
                    <a:pt x="28288" y="13866"/>
                  </a:cubicBezTo>
                  <a:cubicBezTo>
                    <a:pt x="28276" y="13866"/>
                    <a:pt x="28263" y="13869"/>
                    <a:pt x="28249" y="13878"/>
                  </a:cubicBezTo>
                  <a:lnTo>
                    <a:pt x="26975" y="14482"/>
                  </a:lnTo>
                  <a:cubicBezTo>
                    <a:pt x="26985" y="14038"/>
                    <a:pt x="26978" y="13628"/>
                    <a:pt x="26966" y="13261"/>
                  </a:cubicBezTo>
                  <a:lnTo>
                    <a:pt x="27719" y="12481"/>
                  </a:lnTo>
                  <a:cubicBezTo>
                    <a:pt x="27768" y="12429"/>
                    <a:pt x="27721" y="12359"/>
                    <a:pt x="27666" y="12359"/>
                  </a:cubicBezTo>
                  <a:cubicBezTo>
                    <a:pt x="27650" y="12359"/>
                    <a:pt x="27632" y="12366"/>
                    <a:pt x="27617" y="12382"/>
                  </a:cubicBezTo>
                  <a:lnTo>
                    <a:pt x="26957" y="13067"/>
                  </a:lnTo>
                  <a:cubicBezTo>
                    <a:pt x="26926" y="12444"/>
                    <a:pt x="26870" y="11975"/>
                    <a:pt x="26821" y="11744"/>
                  </a:cubicBezTo>
                  <a:cubicBezTo>
                    <a:pt x="26528" y="10433"/>
                    <a:pt x="21057" y="10180"/>
                    <a:pt x="21057" y="10180"/>
                  </a:cubicBezTo>
                  <a:cubicBezTo>
                    <a:pt x="21057" y="10180"/>
                    <a:pt x="20751" y="10094"/>
                    <a:pt x="20316" y="9986"/>
                  </a:cubicBezTo>
                  <a:cubicBezTo>
                    <a:pt x="19653" y="9695"/>
                    <a:pt x="18939" y="9544"/>
                    <a:pt x="18216" y="9544"/>
                  </a:cubicBezTo>
                  <a:cubicBezTo>
                    <a:pt x="18096" y="9544"/>
                    <a:pt x="17976" y="9548"/>
                    <a:pt x="17855" y="9557"/>
                  </a:cubicBezTo>
                  <a:cubicBezTo>
                    <a:pt x="16072" y="7635"/>
                    <a:pt x="13990" y="6207"/>
                    <a:pt x="11270" y="6072"/>
                  </a:cubicBezTo>
                  <a:cubicBezTo>
                    <a:pt x="11133" y="6065"/>
                    <a:pt x="10998" y="6061"/>
                    <a:pt x="10865" y="6061"/>
                  </a:cubicBezTo>
                  <a:cubicBezTo>
                    <a:pt x="8729" y="6061"/>
                    <a:pt x="7057" y="6930"/>
                    <a:pt x="5765" y="8129"/>
                  </a:cubicBezTo>
                  <a:cubicBezTo>
                    <a:pt x="3082" y="4793"/>
                    <a:pt x="4422" y="1768"/>
                    <a:pt x="6683" y="1768"/>
                  </a:cubicBezTo>
                  <a:cubicBezTo>
                    <a:pt x="6909" y="1768"/>
                    <a:pt x="7145" y="1798"/>
                    <a:pt x="7387" y="1862"/>
                  </a:cubicBezTo>
                  <a:cubicBezTo>
                    <a:pt x="11030" y="2818"/>
                    <a:pt x="13297" y="5748"/>
                    <a:pt x="15847" y="6383"/>
                  </a:cubicBezTo>
                  <a:cubicBezTo>
                    <a:pt x="16043" y="6432"/>
                    <a:pt x="16239" y="6454"/>
                    <a:pt x="16434" y="6454"/>
                  </a:cubicBezTo>
                  <a:cubicBezTo>
                    <a:pt x="18652" y="6454"/>
                    <a:pt x="20593" y="3557"/>
                    <a:pt x="17322" y="3557"/>
                  </a:cubicBezTo>
                  <a:cubicBezTo>
                    <a:pt x="17137" y="3557"/>
                    <a:pt x="16934" y="3566"/>
                    <a:pt x="16714" y="3586"/>
                  </a:cubicBezTo>
                  <a:cubicBezTo>
                    <a:pt x="16576" y="3598"/>
                    <a:pt x="16440" y="3604"/>
                    <a:pt x="16306" y="3604"/>
                  </a:cubicBezTo>
                  <a:cubicBezTo>
                    <a:pt x="13002" y="3604"/>
                    <a:pt x="11029" y="1"/>
                    <a:pt x="7900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4" name="Google Shape;4024;p9"/>
            <p:cNvSpPr/>
            <p:nvPr/>
          </p:nvSpPr>
          <p:spPr>
            <a:xfrm flipH="1">
              <a:off x="7274622" y="218313"/>
              <a:ext cx="1392859" cy="1205956"/>
            </a:xfrm>
            <a:custGeom>
              <a:rect b="b" l="l" r="r" t="t"/>
              <a:pathLst>
                <a:path extrusionOk="0" h="29984" w="34631">
                  <a:moveTo>
                    <a:pt x="7898" y="1"/>
                  </a:moveTo>
                  <a:cubicBezTo>
                    <a:pt x="7085" y="1"/>
                    <a:pt x="6194" y="244"/>
                    <a:pt x="5182" y="855"/>
                  </a:cubicBezTo>
                  <a:cubicBezTo>
                    <a:pt x="0" y="3992"/>
                    <a:pt x="2893" y="8813"/>
                    <a:pt x="3973" y="10302"/>
                  </a:cubicBezTo>
                  <a:cubicBezTo>
                    <a:pt x="2455" y="12656"/>
                    <a:pt x="1891" y="15114"/>
                    <a:pt x="1891" y="15114"/>
                  </a:cubicBezTo>
                  <a:cubicBezTo>
                    <a:pt x="222" y="23398"/>
                    <a:pt x="8818" y="21153"/>
                    <a:pt x="13630" y="25363"/>
                  </a:cubicBezTo>
                  <a:cubicBezTo>
                    <a:pt x="17549" y="28790"/>
                    <a:pt x="24661" y="29984"/>
                    <a:pt x="27618" y="29984"/>
                  </a:cubicBezTo>
                  <a:cubicBezTo>
                    <a:pt x="28292" y="29984"/>
                    <a:pt x="28750" y="29922"/>
                    <a:pt x="28906" y="29810"/>
                  </a:cubicBezTo>
                  <a:cubicBezTo>
                    <a:pt x="29748" y="29212"/>
                    <a:pt x="24095" y="25721"/>
                    <a:pt x="23253" y="24761"/>
                  </a:cubicBezTo>
                  <a:cubicBezTo>
                    <a:pt x="22411" y="23799"/>
                    <a:pt x="23974" y="23077"/>
                    <a:pt x="24456" y="22957"/>
                  </a:cubicBezTo>
                  <a:cubicBezTo>
                    <a:pt x="24464" y="22955"/>
                    <a:pt x="24473" y="22954"/>
                    <a:pt x="24484" y="22954"/>
                  </a:cubicBezTo>
                  <a:cubicBezTo>
                    <a:pt x="25059" y="22954"/>
                    <a:pt x="29422" y="25702"/>
                    <a:pt x="31823" y="25702"/>
                  </a:cubicBezTo>
                  <a:cubicBezTo>
                    <a:pt x="32077" y="25702"/>
                    <a:pt x="32309" y="25671"/>
                    <a:pt x="32512" y="25603"/>
                  </a:cubicBezTo>
                  <a:cubicBezTo>
                    <a:pt x="34631" y="24897"/>
                    <a:pt x="30532" y="23386"/>
                    <a:pt x="26072" y="19827"/>
                  </a:cubicBezTo>
                  <a:cubicBezTo>
                    <a:pt x="27256" y="16724"/>
                    <a:pt x="27006" y="12594"/>
                    <a:pt x="26818" y="11743"/>
                  </a:cubicBezTo>
                  <a:cubicBezTo>
                    <a:pt x="26525" y="10432"/>
                    <a:pt x="21054" y="10179"/>
                    <a:pt x="21054" y="10179"/>
                  </a:cubicBezTo>
                  <a:cubicBezTo>
                    <a:pt x="21054" y="10179"/>
                    <a:pt x="18910" y="9580"/>
                    <a:pt x="17918" y="9580"/>
                  </a:cubicBezTo>
                  <a:cubicBezTo>
                    <a:pt x="17903" y="9580"/>
                    <a:pt x="17888" y="9580"/>
                    <a:pt x="17874" y="9581"/>
                  </a:cubicBezTo>
                  <a:cubicBezTo>
                    <a:pt x="16088" y="7644"/>
                    <a:pt x="14000" y="6209"/>
                    <a:pt x="11267" y="6071"/>
                  </a:cubicBezTo>
                  <a:cubicBezTo>
                    <a:pt x="11134" y="6064"/>
                    <a:pt x="11002" y="6061"/>
                    <a:pt x="10872" y="6061"/>
                  </a:cubicBezTo>
                  <a:cubicBezTo>
                    <a:pt x="8733" y="6061"/>
                    <a:pt x="7056" y="6930"/>
                    <a:pt x="5762" y="8131"/>
                  </a:cubicBezTo>
                  <a:cubicBezTo>
                    <a:pt x="3079" y="4792"/>
                    <a:pt x="4419" y="1770"/>
                    <a:pt x="6679" y="1770"/>
                  </a:cubicBezTo>
                  <a:cubicBezTo>
                    <a:pt x="6906" y="1770"/>
                    <a:pt x="7142" y="1800"/>
                    <a:pt x="7384" y="1864"/>
                  </a:cubicBezTo>
                  <a:cubicBezTo>
                    <a:pt x="11027" y="2820"/>
                    <a:pt x="13297" y="5750"/>
                    <a:pt x="15844" y="6382"/>
                  </a:cubicBezTo>
                  <a:cubicBezTo>
                    <a:pt x="16040" y="6431"/>
                    <a:pt x="16236" y="6453"/>
                    <a:pt x="16431" y="6453"/>
                  </a:cubicBezTo>
                  <a:cubicBezTo>
                    <a:pt x="18650" y="6453"/>
                    <a:pt x="20591" y="3556"/>
                    <a:pt x="17316" y="3556"/>
                  </a:cubicBezTo>
                  <a:cubicBezTo>
                    <a:pt x="17131" y="3556"/>
                    <a:pt x="16930" y="3565"/>
                    <a:pt x="16711" y="3585"/>
                  </a:cubicBezTo>
                  <a:cubicBezTo>
                    <a:pt x="16573" y="3597"/>
                    <a:pt x="16437" y="3603"/>
                    <a:pt x="16303" y="3603"/>
                  </a:cubicBezTo>
                  <a:cubicBezTo>
                    <a:pt x="13001" y="3603"/>
                    <a:pt x="11029" y="1"/>
                    <a:pt x="7898" y="1"/>
                  </a:cubicBezTo>
                  <a:close/>
                </a:path>
              </a:pathLst>
            </a:custGeom>
            <a:solidFill>
              <a:srgbClr val="B6B7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5" name="Google Shape;4025;p9"/>
            <p:cNvSpPr/>
            <p:nvPr/>
          </p:nvSpPr>
          <p:spPr>
            <a:xfrm flipH="1">
              <a:off x="8077200" y="804214"/>
              <a:ext cx="114909" cy="78188"/>
            </a:xfrm>
            <a:custGeom>
              <a:rect b="b" l="l" r="r" t="t"/>
              <a:pathLst>
                <a:path extrusionOk="0" h="1944" w="2857">
                  <a:moveTo>
                    <a:pt x="343" y="1"/>
                  </a:moveTo>
                  <a:cubicBezTo>
                    <a:pt x="311" y="1"/>
                    <a:pt x="286" y="2"/>
                    <a:pt x="269" y="4"/>
                  </a:cubicBezTo>
                  <a:cubicBezTo>
                    <a:pt x="0" y="38"/>
                    <a:pt x="1262" y="1944"/>
                    <a:pt x="1262" y="1944"/>
                  </a:cubicBezTo>
                  <a:cubicBezTo>
                    <a:pt x="1262" y="1944"/>
                    <a:pt x="2856" y="504"/>
                    <a:pt x="2801" y="349"/>
                  </a:cubicBezTo>
                  <a:cubicBezTo>
                    <a:pt x="2752" y="202"/>
                    <a:pt x="810" y="1"/>
                    <a:pt x="343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6" name="Google Shape;4026;p9"/>
            <p:cNvSpPr/>
            <p:nvPr/>
          </p:nvSpPr>
          <p:spPr>
            <a:xfrm flipH="1">
              <a:off x="7609153" y="843107"/>
              <a:ext cx="359285" cy="307804"/>
            </a:xfrm>
            <a:custGeom>
              <a:rect b="b" l="l" r="r" t="t"/>
              <a:pathLst>
                <a:path extrusionOk="0" h="7653" w="8933">
                  <a:moveTo>
                    <a:pt x="3057" y="1"/>
                  </a:moveTo>
                  <a:cubicBezTo>
                    <a:pt x="2960" y="1"/>
                    <a:pt x="2859" y="4"/>
                    <a:pt x="2754" y="12"/>
                  </a:cubicBezTo>
                  <a:cubicBezTo>
                    <a:pt x="318" y="181"/>
                    <a:pt x="3007" y="3737"/>
                    <a:pt x="1502" y="4734"/>
                  </a:cubicBezTo>
                  <a:cubicBezTo>
                    <a:pt x="0" y="5730"/>
                    <a:pt x="583" y="6976"/>
                    <a:pt x="583" y="6976"/>
                  </a:cubicBezTo>
                  <a:cubicBezTo>
                    <a:pt x="529" y="7307"/>
                    <a:pt x="1466" y="7653"/>
                    <a:pt x="2701" y="7653"/>
                  </a:cubicBezTo>
                  <a:cubicBezTo>
                    <a:pt x="4073" y="7653"/>
                    <a:pt x="5814" y="7226"/>
                    <a:pt x="6971" y="5878"/>
                  </a:cubicBezTo>
                  <a:cubicBezTo>
                    <a:pt x="8932" y="3592"/>
                    <a:pt x="8531" y="1090"/>
                    <a:pt x="7158" y="1090"/>
                  </a:cubicBezTo>
                  <a:cubicBezTo>
                    <a:pt x="6992" y="1090"/>
                    <a:pt x="6811" y="1127"/>
                    <a:pt x="6619" y="1205"/>
                  </a:cubicBezTo>
                  <a:cubicBezTo>
                    <a:pt x="6457" y="1271"/>
                    <a:pt x="6313" y="1300"/>
                    <a:pt x="6181" y="1300"/>
                  </a:cubicBezTo>
                  <a:cubicBezTo>
                    <a:pt x="5292" y="1300"/>
                    <a:pt x="4925" y="1"/>
                    <a:pt x="3057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7" name="Google Shape;4027;p9"/>
            <p:cNvSpPr/>
            <p:nvPr/>
          </p:nvSpPr>
          <p:spPr>
            <a:xfrm flipH="1">
              <a:off x="7836436" y="623219"/>
              <a:ext cx="114909" cy="68173"/>
            </a:xfrm>
            <a:custGeom>
              <a:rect b="b" l="l" r="r" t="t"/>
              <a:pathLst>
                <a:path extrusionOk="0" h="1695" w="2857">
                  <a:moveTo>
                    <a:pt x="291" y="1"/>
                  </a:moveTo>
                  <a:cubicBezTo>
                    <a:pt x="1" y="1"/>
                    <a:pt x="1074" y="1694"/>
                    <a:pt x="1074" y="1694"/>
                  </a:cubicBezTo>
                  <a:cubicBezTo>
                    <a:pt x="1074" y="1694"/>
                    <a:pt x="2857" y="756"/>
                    <a:pt x="2579" y="553"/>
                  </a:cubicBezTo>
                  <a:cubicBezTo>
                    <a:pt x="2302" y="352"/>
                    <a:pt x="581" y="1"/>
                    <a:pt x="291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8" name="Google Shape;4028;p9"/>
            <p:cNvSpPr/>
            <p:nvPr/>
          </p:nvSpPr>
          <p:spPr>
            <a:xfrm flipH="1">
              <a:off x="7766933" y="911845"/>
              <a:ext cx="76619" cy="68575"/>
            </a:xfrm>
            <a:custGeom>
              <a:rect b="b" l="l" r="r" t="t"/>
              <a:pathLst>
                <a:path extrusionOk="0" h="1705" w="1905">
                  <a:moveTo>
                    <a:pt x="568" y="0"/>
                  </a:moveTo>
                  <a:cubicBezTo>
                    <a:pt x="521" y="0"/>
                    <a:pt x="475" y="48"/>
                    <a:pt x="504" y="104"/>
                  </a:cubicBezTo>
                  <a:lnTo>
                    <a:pt x="1281" y="1563"/>
                  </a:lnTo>
                  <a:cubicBezTo>
                    <a:pt x="1278" y="1563"/>
                    <a:pt x="1275" y="1563"/>
                    <a:pt x="1271" y="1563"/>
                  </a:cubicBezTo>
                  <a:cubicBezTo>
                    <a:pt x="922" y="1563"/>
                    <a:pt x="357" y="1076"/>
                    <a:pt x="152" y="869"/>
                  </a:cubicBezTo>
                  <a:cubicBezTo>
                    <a:pt x="136" y="853"/>
                    <a:pt x="118" y="846"/>
                    <a:pt x="101" y="846"/>
                  </a:cubicBezTo>
                  <a:cubicBezTo>
                    <a:pt x="47" y="846"/>
                    <a:pt x="1" y="916"/>
                    <a:pt x="50" y="967"/>
                  </a:cubicBezTo>
                  <a:cubicBezTo>
                    <a:pt x="134" y="1051"/>
                    <a:pt x="794" y="1704"/>
                    <a:pt x="1272" y="1704"/>
                  </a:cubicBezTo>
                  <a:cubicBezTo>
                    <a:pt x="1318" y="1704"/>
                    <a:pt x="1361" y="1698"/>
                    <a:pt x="1407" y="1683"/>
                  </a:cubicBezTo>
                  <a:lnTo>
                    <a:pt x="1411" y="1683"/>
                  </a:lnTo>
                  <a:cubicBezTo>
                    <a:pt x="1904" y="1513"/>
                    <a:pt x="1713" y="369"/>
                    <a:pt x="1688" y="239"/>
                  </a:cubicBezTo>
                  <a:cubicBezTo>
                    <a:pt x="1682" y="198"/>
                    <a:pt x="1652" y="180"/>
                    <a:pt x="1622" y="180"/>
                  </a:cubicBezTo>
                  <a:cubicBezTo>
                    <a:pt x="1582" y="180"/>
                    <a:pt x="1541" y="212"/>
                    <a:pt x="1549" y="264"/>
                  </a:cubicBezTo>
                  <a:cubicBezTo>
                    <a:pt x="1602" y="545"/>
                    <a:pt x="1676" y="1337"/>
                    <a:pt x="1420" y="1519"/>
                  </a:cubicBezTo>
                  <a:lnTo>
                    <a:pt x="630" y="39"/>
                  </a:lnTo>
                  <a:cubicBezTo>
                    <a:pt x="615" y="12"/>
                    <a:pt x="592" y="0"/>
                    <a:pt x="56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9" name="Google Shape;4029;p9"/>
            <p:cNvSpPr/>
            <p:nvPr/>
          </p:nvSpPr>
          <p:spPr>
            <a:xfrm flipH="1">
              <a:off x="7810491" y="892499"/>
              <a:ext cx="34670" cy="21357"/>
            </a:xfrm>
            <a:custGeom>
              <a:rect b="b" l="l" r="r" t="t"/>
              <a:pathLst>
                <a:path extrusionOk="0" h="531" w="862">
                  <a:moveTo>
                    <a:pt x="820" y="0"/>
                  </a:moveTo>
                  <a:cubicBezTo>
                    <a:pt x="356" y="0"/>
                    <a:pt x="1" y="492"/>
                    <a:pt x="1" y="492"/>
                  </a:cubicBezTo>
                  <a:cubicBezTo>
                    <a:pt x="1" y="492"/>
                    <a:pt x="409" y="530"/>
                    <a:pt x="571" y="530"/>
                  </a:cubicBezTo>
                  <a:cubicBezTo>
                    <a:pt x="599" y="530"/>
                    <a:pt x="620" y="529"/>
                    <a:pt x="630" y="526"/>
                  </a:cubicBezTo>
                  <a:cubicBezTo>
                    <a:pt x="695" y="505"/>
                    <a:pt x="861" y="2"/>
                    <a:pt x="861" y="2"/>
                  </a:cubicBezTo>
                  <a:cubicBezTo>
                    <a:pt x="848" y="1"/>
                    <a:pt x="834" y="0"/>
                    <a:pt x="820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0" name="Google Shape;4030;p9"/>
            <p:cNvSpPr/>
            <p:nvPr/>
          </p:nvSpPr>
          <p:spPr>
            <a:xfrm flipH="1">
              <a:off x="7922750" y="919206"/>
              <a:ext cx="102320" cy="28476"/>
            </a:xfrm>
            <a:custGeom>
              <a:rect b="b" l="l" r="r" t="t"/>
              <a:pathLst>
                <a:path extrusionOk="0" h="708" w="2544">
                  <a:moveTo>
                    <a:pt x="1107" y="0"/>
                  </a:moveTo>
                  <a:cubicBezTo>
                    <a:pt x="1018" y="0"/>
                    <a:pt x="931" y="9"/>
                    <a:pt x="847" y="26"/>
                  </a:cubicBezTo>
                  <a:cubicBezTo>
                    <a:pt x="511" y="93"/>
                    <a:pt x="218" y="294"/>
                    <a:pt x="33" y="581"/>
                  </a:cubicBezTo>
                  <a:cubicBezTo>
                    <a:pt x="1" y="638"/>
                    <a:pt x="49" y="689"/>
                    <a:pt x="97" y="689"/>
                  </a:cubicBezTo>
                  <a:cubicBezTo>
                    <a:pt x="119" y="689"/>
                    <a:pt x="141" y="678"/>
                    <a:pt x="156" y="652"/>
                  </a:cubicBezTo>
                  <a:cubicBezTo>
                    <a:pt x="323" y="402"/>
                    <a:pt x="582" y="226"/>
                    <a:pt x="875" y="164"/>
                  </a:cubicBezTo>
                  <a:cubicBezTo>
                    <a:pt x="950" y="149"/>
                    <a:pt x="1027" y="142"/>
                    <a:pt x="1106" y="142"/>
                  </a:cubicBezTo>
                  <a:cubicBezTo>
                    <a:pt x="1500" y="142"/>
                    <a:pt x="1939" y="327"/>
                    <a:pt x="2420" y="692"/>
                  </a:cubicBezTo>
                  <a:cubicBezTo>
                    <a:pt x="2432" y="701"/>
                    <a:pt x="2448" y="707"/>
                    <a:pt x="2463" y="707"/>
                  </a:cubicBezTo>
                  <a:cubicBezTo>
                    <a:pt x="2485" y="707"/>
                    <a:pt x="2506" y="698"/>
                    <a:pt x="2519" y="679"/>
                  </a:cubicBezTo>
                  <a:cubicBezTo>
                    <a:pt x="2543" y="649"/>
                    <a:pt x="2537" y="605"/>
                    <a:pt x="2506" y="581"/>
                  </a:cubicBezTo>
                  <a:cubicBezTo>
                    <a:pt x="2001" y="195"/>
                    <a:pt x="1531" y="0"/>
                    <a:pt x="110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1" name="Google Shape;4031;p9"/>
            <p:cNvSpPr/>
            <p:nvPr/>
          </p:nvSpPr>
          <p:spPr>
            <a:xfrm flipH="1">
              <a:off x="7728280" y="749875"/>
              <a:ext cx="49752" cy="97292"/>
            </a:xfrm>
            <a:custGeom>
              <a:rect b="b" l="l" r="r" t="t"/>
              <a:pathLst>
                <a:path extrusionOk="0" h="2419" w="1237">
                  <a:moveTo>
                    <a:pt x="1139" y="1"/>
                  </a:moveTo>
                  <a:cubicBezTo>
                    <a:pt x="1138" y="1"/>
                    <a:pt x="1137" y="1"/>
                    <a:pt x="1136" y="1"/>
                  </a:cubicBezTo>
                  <a:cubicBezTo>
                    <a:pt x="1111" y="4"/>
                    <a:pt x="519" y="63"/>
                    <a:pt x="241" y="559"/>
                  </a:cubicBezTo>
                  <a:cubicBezTo>
                    <a:pt x="1" y="991"/>
                    <a:pt x="78" y="1605"/>
                    <a:pt x="469" y="2382"/>
                  </a:cubicBezTo>
                  <a:cubicBezTo>
                    <a:pt x="481" y="2406"/>
                    <a:pt x="505" y="2418"/>
                    <a:pt x="533" y="2419"/>
                  </a:cubicBezTo>
                  <a:lnTo>
                    <a:pt x="533" y="2419"/>
                  </a:lnTo>
                  <a:cubicBezTo>
                    <a:pt x="584" y="2418"/>
                    <a:pt x="617" y="2363"/>
                    <a:pt x="596" y="2317"/>
                  </a:cubicBezTo>
                  <a:cubicBezTo>
                    <a:pt x="226" y="1586"/>
                    <a:pt x="149" y="1016"/>
                    <a:pt x="365" y="630"/>
                  </a:cubicBezTo>
                  <a:cubicBezTo>
                    <a:pt x="602" y="198"/>
                    <a:pt x="1142" y="143"/>
                    <a:pt x="1148" y="143"/>
                  </a:cubicBezTo>
                  <a:cubicBezTo>
                    <a:pt x="1236" y="131"/>
                    <a:pt x="1225" y="1"/>
                    <a:pt x="1139" y="1"/>
                  </a:cubicBezTo>
                  <a:close/>
                  <a:moveTo>
                    <a:pt x="533" y="2419"/>
                  </a:moveTo>
                  <a:cubicBezTo>
                    <a:pt x="532" y="2419"/>
                    <a:pt x="532" y="2419"/>
                    <a:pt x="531" y="2419"/>
                  </a:cubicBezTo>
                  <a:lnTo>
                    <a:pt x="534" y="2419"/>
                  </a:lnTo>
                  <a:cubicBezTo>
                    <a:pt x="534" y="2419"/>
                    <a:pt x="533" y="2419"/>
                    <a:pt x="533" y="2419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2" name="Google Shape;4032;p9"/>
            <p:cNvSpPr/>
            <p:nvPr/>
          </p:nvSpPr>
          <p:spPr>
            <a:xfrm flipH="1">
              <a:off x="7583380" y="602143"/>
              <a:ext cx="666928" cy="584678"/>
            </a:xfrm>
            <a:custGeom>
              <a:rect b="b" l="l" r="r" t="t"/>
              <a:pathLst>
                <a:path extrusionOk="0" h="14537" w="16582">
                  <a:moveTo>
                    <a:pt x="7844" y="1"/>
                  </a:moveTo>
                  <a:cubicBezTo>
                    <a:pt x="7379" y="1"/>
                    <a:pt x="7083" y="64"/>
                    <a:pt x="7076" y="65"/>
                  </a:cubicBezTo>
                  <a:cubicBezTo>
                    <a:pt x="7039" y="75"/>
                    <a:pt x="7014" y="108"/>
                    <a:pt x="7021" y="145"/>
                  </a:cubicBezTo>
                  <a:cubicBezTo>
                    <a:pt x="7212" y="1308"/>
                    <a:pt x="7391" y="2610"/>
                    <a:pt x="7357" y="2798"/>
                  </a:cubicBezTo>
                  <a:cubicBezTo>
                    <a:pt x="7119" y="2931"/>
                    <a:pt x="4664" y="4127"/>
                    <a:pt x="4470" y="4204"/>
                  </a:cubicBezTo>
                  <a:cubicBezTo>
                    <a:pt x="4459" y="4207"/>
                    <a:pt x="4436" y="4208"/>
                    <a:pt x="4404" y="4208"/>
                  </a:cubicBezTo>
                  <a:cubicBezTo>
                    <a:pt x="4245" y="4208"/>
                    <a:pt x="3851" y="4180"/>
                    <a:pt x="3437" y="4149"/>
                  </a:cubicBezTo>
                  <a:cubicBezTo>
                    <a:pt x="2528" y="4082"/>
                    <a:pt x="1698" y="4028"/>
                    <a:pt x="1082" y="4028"/>
                  </a:cubicBezTo>
                  <a:cubicBezTo>
                    <a:pt x="527" y="4028"/>
                    <a:pt x="148" y="4072"/>
                    <a:pt x="44" y="4192"/>
                  </a:cubicBezTo>
                  <a:cubicBezTo>
                    <a:pt x="13" y="4229"/>
                    <a:pt x="1" y="4275"/>
                    <a:pt x="13" y="4322"/>
                  </a:cubicBezTo>
                  <a:cubicBezTo>
                    <a:pt x="121" y="4793"/>
                    <a:pt x="935" y="7245"/>
                    <a:pt x="1018" y="7492"/>
                  </a:cubicBezTo>
                  <a:cubicBezTo>
                    <a:pt x="978" y="7757"/>
                    <a:pt x="503" y="10968"/>
                    <a:pt x="1154" y="12843"/>
                  </a:cubicBezTo>
                  <a:cubicBezTo>
                    <a:pt x="1173" y="12921"/>
                    <a:pt x="1595" y="14537"/>
                    <a:pt x="7283" y="14537"/>
                  </a:cubicBezTo>
                  <a:cubicBezTo>
                    <a:pt x="7884" y="14537"/>
                    <a:pt x="8544" y="14518"/>
                    <a:pt x="9269" y="14475"/>
                  </a:cubicBezTo>
                  <a:cubicBezTo>
                    <a:pt x="11428" y="14358"/>
                    <a:pt x="13134" y="13599"/>
                    <a:pt x="14340" y="12224"/>
                  </a:cubicBezTo>
                  <a:cubicBezTo>
                    <a:pt x="16582" y="9664"/>
                    <a:pt x="16307" y="5790"/>
                    <a:pt x="16304" y="5750"/>
                  </a:cubicBezTo>
                  <a:cubicBezTo>
                    <a:pt x="16304" y="5712"/>
                    <a:pt x="16271" y="5685"/>
                    <a:pt x="16233" y="5685"/>
                  </a:cubicBezTo>
                  <a:cubicBezTo>
                    <a:pt x="16231" y="5685"/>
                    <a:pt x="16229" y="5685"/>
                    <a:pt x="16227" y="5685"/>
                  </a:cubicBezTo>
                  <a:cubicBezTo>
                    <a:pt x="16187" y="5688"/>
                    <a:pt x="16159" y="5725"/>
                    <a:pt x="16162" y="5762"/>
                  </a:cubicBezTo>
                  <a:cubicBezTo>
                    <a:pt x="16165" y="5802"/>
                    <a:pt x="16434" y="9617"/>
                    <a:pt x="14229" y="12134"/>
                  </a:cubicBezTo>
                  <a:cubicBezTo>
                    <a:pt x="13050" y="13479"/>
                    <a:pt x="11382" y="14219"/>
                    <a:pt x="9260" y="14336"/>
                  </a:cubicBezTo>
                  <a:cubicBezTo>
                    <a:pt x="8546" y="14375"/>
                    <a:pt x="7896" y="14393"/>
                    <a:pt x="7304" y="14393"/>
                  </a:cubicBezTo>
                  <a:cubicBezTo>
                    <a:pt x="1739" y="14393"/>
                    <a:pt x="1295" y="12829"/>
                    <a:pt x="1290" y="12806"/>
                  </a:cubicBezTo>
                  <a:cubicBezTo>
                    <a:pt x="624" y="10882"/>
                    <a:pt x="1154" y="7529"/>
                    <a:pt x="1160" y="7495"/>
                  </a:cubicBezTo>
                  <a:cubicBezTo>
                    <a:pt x="1163" y="7483"/>
                    <a:pt x="1160" y="7474"/>
                    <a:pt x="1157" y="7461"/>
                  </a:cubicBezTo>
                  <a:cubicBezTo>
                    <a:pt x="1148" y="7437"/>
                    <a:pt x="260" y="4769"/>
                    <a:pt x="149" y="4288"/>
                  </a:cubicBezTo>
                  <a:cubicBezTo>
                    <a:pt x="177" y="4198"/>
                    <a:pt x="534" y="4168"/>
                    <a:pt x="1014" y="4168"/>
                  </a:cubicBezTo>
                  <a:cubicBezTo>
                    <a:pt x="1790" y="4168"/>
                    <a:pt x="2886" y="4248"/>
                    <a:pt x="3427" y="4288"/>
                  </a:cubicBezTo>
                  <a:cubicBezTo>
                    <a:pt x="3960" y="4326"/>
                    <a:pt x="4247" y="4347"/>
                    <a:pt x="4394" y="4347"/>
                  </a:cubicBezTo>
                  <a:cubicBezTo>
                    <a:pt x="4461" y="4347"/>
                    <a:pt x="4499" y="4343"/>
                    <a:pt x="4519" y="4334"/>
                  </a:cubicBezTo>
                  <a:cubicBezTo>
                    <a:pt x="4661" y="4278"/>
                    <a:pt x="7310" y="3002"/>
                    <a:pt x="7449" y="2909"/>
                  </a:cubicBezTo>
                  <a:cubicBezTo>
                    <a:pt x="7492" y="2878"/>
                    <a:pt x="7597" y="2810"/>
                    <a:pt x="7172" y="192"/>
                  </a:cubicBezTo>
                  <a:cubicBezTo>
                    <a:pt x="7281" y="174"/>
                    <a:pt x="7519" y="142"/>
                    <a:pt x="7843" y="142"/>
                  </a:cubicBezTo>
                  <a:cubicBezTo>
                    <a:pt x="8454" y="142"/>
                    <a:pt x="9368" y="254"/>
                    <a:pt x="10293" y="778"/>
                  </a:cubicBezTo>
                  <a:cubicBezTo>
                    <a:pt x="10306" y="786"/>
                    <a:pt x="10318" y="789"/>
                    <a:pt x="10330" y="789"/>
                  </a:cubicBezTo>
                  <a:cubicBezTo>
                    <a:pt x="10393" y="789"/>
                    <a:pt x="10433" y="694"/>
                    <a:pt x="10361" y="657"/>
                  </a:cubicBezTo>
                  <a:cubicBezTo>
                    <a:pt x="9412" y="116"/>
                    <a:pt x="8473" y="1"/>
                    <a:pt x="784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3" name="Google Shape;4033;p9"/>
            <p:cNvSpPr/>
            <p:nvPr/>
          </p:nvSpPr>
          <p:spPr>
            <a:xfrm flipH="1">
              <a:off x="8103864" y="822112"/>
              <a:ext cx="50798" cy="33423"/>
            </a:xfrm>
            <a:custGeom>
              <a:rect b="b" l="l" r="r" t="t"/>
              <a:pathLst>
                <a:path extrusionOk="0" h="831" w="1263">
                  <a:moveTo>
                    <a:pt x="133" y="0"/>
                  </a:moveTo>
                  <a:cubicBezTo>
                    <a:pt x="69" y="0"/>
                    <a:pt x="31" y="99"/>
                    <a:pt x="102" y="136"/>
                  </a:cubicBezTo>
                  <a:cubicBezTo>
                    <a:pt x="479" y="327"/>
                    <a:pt x="895" y="564"/>
                    <a:pt x="1055" y="688"/>
                  </a:cubicBezTo>
                  <a:cubicBezTo>
                    <a:pt x="917" y="675"/>
                    <a:pt x="661" y="614"/>
                    <a:pt x="491" y="574"/>
                  </a:cubicBezTo>
                  <a:cubicBezTo>
                    <a:pt x="340" y="537"/>
                    <a:pt x="198" y="500"/>
                    <a:pt x="109" y="487"/>
                  </a:cubicBezTo>
                  <a:cubicBezTo>
                    <a:pt x="106" y="487"/>
                    <a:pt x="102" y="487"/>
                    <a:pt x="100" y="487"/>
                  </a:cubicBezTo>
                  <a:cubicBezTo>
                    <a:pt x="15" y="487"/>
                    <a:pt x="1" y="611"/>
                    <a:pt x="87" y="629"/>
                  </a:cubicBezTo>
                  <a:cubicBezTo>
                    <a:pt x="173" y="641"/>
                    <a:pt x="312" y="672"/>
                    <a:pt x="457" y="709"/>
                  </a:cubicBezTo>
                  <a:cubicBezTo>
                    <a:pt x="772" y="786"/>
                    <a:pt x="975" y="830"/>
                    <a:pt x="1099" y="830"/>
                  </a:cubicBezTo>
                  <a:cubicBezTo>
                    <a:pt x="1104" y="830"/>
                    <a:pt x="1109" y="830"/>
                    <a:pt x="1115" y="830"/>
                  </a:cubicBezTo>
                  <a:cubicBezTo>
                    <a:pt x="1153" y="830"/>
                    <a:pt x="1190" y="821"/>
                    <a:pt x="1222" y="802"/>
                  </a:cubicBezTo>
                  <a:cubicBezTo>
                    <a:pt x="1247" y="786"/>
                    <a:pt x="1262" y="756"/>
                    <a:pt x="1259" y="725"/>
                  </a:cubicBezTo>
                  <a:cubicBezTo>
                    <a:pt x="1259" y="688"/>
                    <a:pt x="1253" y="567"/>
                    <a:pt x="167" y="9"/>
                  </a:cubicBezTo>
                  <a:cubicBezTo>
                    <a:pt x="155" y="3"/>
                    <a:pt x="144" y="0"/>
                    <a:pt x="13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4" name="Google Shape;4034;p9"/>
            <p:cNvSpPr/>
            <p:nvPr/>
          </p:nvSpPr>
          <p:spPr>
            <a:xfrm flipH="1">
              <a:off x="7881803" y="635687"/>
              <a:ext cx="33423" cy="39174"/>
            </a:xfrm>
            <a:custGeom>
              <a:rect b="b" l="l" r="r" t="t"/>
              <a:pathLst>
                <a:path extrusionOk="0" h="974" w="831">
                  <a:moveTo>
                    <a:pt x="616" y="0"/>
                  </a:moveTo>
                  <a:cubicBezTo>
                    <a:pt x="576" y="0"/>
                    <a:pt x="536" y="32"/>
                    <a:pt x="546" y="86"/>
                  </a:cubicBezTo>
                  <a:cubicBezTo>
                    <a:pt x="602" y="351"/>
                    <a:pt x="645" y="665"/>
                    <a:pt x="639" y="798"/>
                  </a:cubicBezTo>
                  <a:cubicBezTo>
                    <a:pt x="537" y="690"/>
                    <a:pt x="321" y="363"/>
                    <a:pt x="151" y="73"/>
                  </a:cubicBezTo>
                  <a:cubicBezTo>
                    <a:pt x="136" y="49"/>
                    <a:pt x="115" y="39"/>
                    <a:pt x="93" y="39"/>
                  </a:cubicBezTo>
                  <a:cubicBezTo>
                    <a:pt x="46" y="39"/>
                    <a:pt x="0" y="89"/>
                    <a:pt x="28" y="144"/>
                  </a:cubicBezTo>
                  <a:cubicBezTo>
                    <a:pt x="349" y="690"/>
                    <a:pt x="565" y="971"/>
                    <a:pt x="670" y="974"/>
                  </a:cubicBezTo>
                  <a:cubicBezTo>
                    <a:pt x="700" y="974"/>
                    <a:pt x="731" y="958"/>
                    <a:pt x="747" y="934"/>
                  </a:cubicBezTo>
                  <a:cubicBezTo>
                    <a:pt x="830" y="807"/>
                    <a:pt x="731" y="277"/>
                    <a:pt x="682" y="55"/>
                  </a:cubicBezTo>
                  <a:cubicBezTo>
                    <a:pt x="674" y="17"/>
                    <a:pt x="646" y="0"/>
                    <a:pt x="61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5" name="Google Shape;4035;p9"/>
            <p:cNvSpPr/>
            <p:nvPr/>
          </p:nvSpPr>
          <p:spPr>
            <a:xfrm flipH="1">
              <a:off x="7904410" y="745370"/>
              <a:ext cx="119735" cy="92385"/>
            </a:xfrm>
            <a:custGeom>
              <a:rect b="b" l="l" r="r" t="t"/>
              <a:pathLst>
                <a:path extrusionOk="0" h="2297" w="2977">
                  <a:moveTo>
                    <a:pt x="1860" y="739"/>
                  </a:moveTo>
                  <a:cubicBezTo>
                    <a:pt x="1947" y="761"/>
                    <a:pt x="2027" y="801"/>
                    <a:pt x="2098" y="856"/>
                  </a:cubicBezTo>
                  <a:cubicBezTo>
                    <a:pt x="2014" y="825"/>
                    <a:pt x="1934" y="785"/>
                    <a:pt x="1860" y="739"/>
                  </a:cubicBezTo>
                  <a:close/>
                  <a:moveTo>
                    <a:pt x="1037" y="1325"/>
                  </a:moveTo>
                  <a:cubicBezTo>
                    <a:pt x="1055" y="1325"/>
                    <a:pt x="1074" y="1337"/>
                    <a:pt x="1080" y="1353"/>
                  </a:cubicBezTo>
                  <a:cubicBezTo>
                    <a:pt x="1111" y="1408"/>
                    <a:pt x="1120" y="1501"/>
                    <a:pt x="1111" y="1603"/>
                  </a:cubicBezTo>
                  <a:cubicBezTo>
                    <a:pt x="1006" y="1513"/>
                    <a:pt x="947" y="1427"/>
                    <a:pt x="950" y="1377"/>
                  </a:cubicBezTo>
                  <a:cubicBezTo>
                    <a:pt x="950" y="1371"/>
                    <a:pt x="950" y="1353"/>
                    <a:pt x="993" y="1334"/>
                  </a:cubicBezTo>
                  <a:cubicBezTo>
                    <a:pt x="1006" y="1328"/>
                    <a:pt x="1021" y="1325"/>
                    <a:pt x="1037" y="1325"/>
                  </a:cubicBezTo>
                  <a:close/>
                  <a:moveTo>
                    <a:pt x="1821" y="1"/>
                  </a:moveTo>
                  <a:cubicBezTo>
                    <a:pt x="1736" y="1"/>
                    <a:pt x="1726" y="135"/>
                    <a:pt x="1817" y="144"/>
                  </a:cubicBezTo>
                  <a:cubicBezTo>
                    <a:pt x="1826" y="147"/>
                    <a:pt x="2702" y="258"/>
                    <a:pt x="2804" y="798"/>
                  </a:cubicBezTo>
                  <a:cubicBezTo>
                    <a:pt x="2822" y="902"/>
                    <a:pt x="2782" y="933"/>
                    <a:pt x="2733" y="949"/>
                  </a:cubicBezTo>
                  <a:cubicBezTo>
                    <a:pt x="2694" y="963"/>
                    <a:pt x="2647" y="970"/>
                    <a:pt x="2595" y="970"/>
                  </a:cubicBezTo>
                  <a:cubicBezTo>
                    <a:pt x="2538" y="970"/>
                    <a:pt x="2474" y="962"/>
                    <a:pt x="2409" y="949"/>
                  </a:cubicBezTo>
                  <a:cubicBezTo>
                    <a:pt x="2230" y="742"/>
                    <a:pt x="1999" y="597"/>
                    <a:pt x="1831" y="597"/>
                  </a:cubicBezTo>
                  <a:cubicBezTo>
                    <a:pt x="1811" y="597"/>
                    <a:pt x="1792" y="599"/>
                    <a:pt x="1774" y="603"/>
                  </a:cubicBezTo>
                  <a:cubicBezTo>
                    <a:pt x="1684" y="622"/>
                    <a:pt x="1663" y="683"/>
                    <a:pt x="1672" y="730"/>
                  </a:cubicBezTo>
                  <a:cubicBezTo>
                    <a:pt x="1697" y="850"/>
                    <a:pt x="2024" y="1001"/>
                    <a:pt x="2329" y="1072"/>
                  </a:cubicBezTo>
                  <a:cubicBezTo>
                    <a:pt x="2397" y="1152"/>
                    <a:pt x="2455" y="1242"/>
                    <a:pt x="2499" y="1340"/>
                  </a:cubicBezTo>
                  <a:cubicBezTo>
                    <a:pt x="2570" y="1504"/>
                    <a:pt x="2607" y="1729"/>
                    <a:pt x="2384" y="1883"/>
                  </a:cubicBezTo>
                  <a:cubicBezTo>
                    <a:pt x="2288" y="1950"/>
                    <a:pt x="2170" y="1977"/>
                    <a:pt x="2044" y="1977"/>
                  </a:cubicBezTo>
                  <a:cubicBezTo>
                    <a:pt x="1810" y="1977"/>
                    <a:pt x="1551" y="1883"/>
                    <a:pt x="1354" y="1772"/>
                  </a:cubicBezTo>
                  <a:cubicBezTo>
                    <a:pt x="1314" y="1748"/>
                    <a:pt x="1274" y="1723"/>
                    <a:pt x="1240" y="1701"/>
                  </a:cubicBezTo>
                  <a:cubicBezTo>
                    <a:pt x="1268" y="1535"/>
                    <a:pt x="1259" y="1374"/>
                    <a:pt x="1203" y="1279"/>
                  </a:cubicBezTo>
                  <a:cubicBezTo>
                    <a:pt x="1163" y="1215"/>
                    <a:pt x="1104" y="1182"/>
                    <a:pt x="1036" y="1182"/>
                  </a:cubicBezTo>
                  <a:cubicBezTo>
                    <a:pt x="1005" y="1182"/>
                    <a:pt x="972" y="1188"/>
                    <a:pt x="938" y="1202"/>
                  </a:cubicBezTo>
                  <a:cubicBezTo>
                    <a:pt x="867" y="1226"/>
                    <a:pt x="815" y="1291"/>
                    <a:pt x="808" y="1368"/>
                  </a:cubicBezTo>
                  <a:cubicBezTo>
                    <a:pt x="802" y="1498"/>
                    <a:pt x="929" y="1643"/>
                    <a:pt x="1083" y="1763"/>
                  </a:cubicBezTo>
                  <a:cubicBezTo>
                    <a:pt x="1046" y="1905"/>
                    <a:pt x="981" y="2044"/>
                    <a:pt x="898" y="2112"/>
                  </a:cubicBezTo>
                  <a:cubicBezTo>
                    <a:pt x="871" y="2133"/>
                    <a:pt x="838" y="2154"/>
                    <a:pt x="795" y="2154"/>
                  </a:cubicBezTo>
                  <a:cubicBezTo>
                    <a:pt x="753" y="2154"/>
                    <a:pt x="701" y="2134"/>
                    <a:pt x="639" y="2078"/>
                  </a:cubicBezTo>
                  <a:cubicBezTo>
                    <a:pt x="151" y="1621"/>
                    <a:pt x="287" y="764"/>
                    <a:pt x="287" y="758"/>
                  </a:cubicBezTo>
                  <a:cubicBezTo>
                    <a:pt x="293" y="717"/>
                    <a:pt x="269" y="680"/>
                    <a:pt x="229" y="674"/>
                  </a:cubicBezTo>
                  <a:cubicBezTo>
                    <a:pt x="225" y="674"/>
                    <a:pt x="221" y="673"/>
                    <a:pt x="217" y="673"/>
                  </a:cubicBezTo>
                  <a:cubicBezTo>
                    <a:pt x="184" y="673"/>
                    <a:pt x="154" y="697"/>
                    <a:pt x="148" y="733"/>
                  </a:cubicBezTo>
                  <a:cubicBezTo>
                    <a:pt x="142" y="770"/>
                    <a:pt x="0" y="1674"/>
                    <a:pt x="543" y="2179"/>
                  </a:cubicBezTo>
                  <a:cubicBezTo>
                    <a:pt x="611" y="2250"/>
                    <a:pt x="700" y="2290"/>
                    <a:pt x="796" y="2297"/>
                  </a:cubicBezTo>
                  <a:cubicBezTo>
                    <a:pt x="867" y="2293"/>
                    <a:pt x="932" y="2269"/>
                    <a:pt x="984" y="2223"/>
                  </a:cubicBezTo>
                  <a:cubicBezTo>
                    <a:pt x="1086" y="2142"/>
                    <a:pt x="1163" y="2000"/>
                    <a:pt x="1206" y="1849"/>
                  </a:cubicBezTo>
                  <a:cubicBezTo>
                    <a:pt x="1234" y="1865"/>
                    <a:pt x="1259" y="1880"/>
                    <a:pt x="1283" y="1896"/>
                  </a:cubicBezTo>
                  <a:cubicBezTo>
                    <a:pt x="1506" y="2021"/>
                    <a:pt x="1784" y="2120"/>
                    <a:pt x="2042" y="2120"/>
                  </a:cubicBezTo>
                  <a:cubicBezTo>
                    <a:pt x="2196" y="2120"/>
                    <a:pt x="2342" y="2086"/>
                    <a:pt x="2465" y="2000"/>
                  </a:cubicBezTo>
                  <a:cubicBezTo>
                    <a:pt x="2699" y="1837"/>
                    <a:pt x="2758" y="1584"/>
                    <a:pt x="2628" y="1285"/>
                  </a:cubicBezTo>
                  <a:cubicBezTo>
                    <a:pt x="2600" y="1220"/>
                    <a:pt x="2566" y="1162"/>
                    <a:pt x="2529" y="1103"/>
                  </a:cubicBezTo>
                  <a:lnTo>
                    <a:pt x="2529" y="1103"/>
                  </a:lnTo>
                  <a:cubicBezTo>
                    <a:pt x="2556" y="1105"/>
                    <a:pt x="2583" y="1107"/>
                    <a:pt x="2610" y="1107"/>
                  </a:cubicBezTo>
                  <a:cubicBezTo>
                    <a:pt x="2647" y="1107"/>
                    <a:pt x="2685" y="1104"/>
                    <a:pt x="2721" y="1097"/>
                  </a:cubicBezTo>
                  <a:cubicBezTo>
                    <a:pt x="2893" y="1063"/>
                    <a:pt x="2977" y="943"/>
                    <a:pt x="2943" y="770"/>
                  </a:cubicBezTo>
                  <a:cubicBezTo>
                    <a:pt x="2822" y="128"/>
                    <a:pt x="1873" y="8"/>
                    <a:pt x="1835" y="2"/>
                  </a:cubicBezTo>
                  <a:cubicBezTo>
                    <a:pt x="1831" y="1"/>
                    <a:pt x="1826" y="1"/>
                    <a:pt x="18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6" name="Google Shape;4036;p9"/>
            <p:cNvSpPr/>
            <p:nvPr/>
          </p:nvSpPr>
          <p:spPr>
            <a:xfrm flipH="1">
              <a:off x="7602308" y="696461"/>
              <a:ext cx="73361" cy="123315"/>
            </a:xfrm>
            <a:custGeom>
              <a:rect b="b" l="l" r="r" t="t"/>
              <a:pathLst>
                <a:path extrusionOk="0" h="3066" w="1824">
                  <a:moveTo>
                    <a:pt x="1728" y="1"/>
                  </a:moveTo>
                  <a:cubicBezTo>
                    <a:pt x="1706" y="1"/>
                    <a:pt x="1683" y="11"/>
                    <a:pt x="1669" y="37"/>
                  </a:cubicBezTo>
                  <a:lnTo>
                    <a:pt x="22" y="2957"/>
                  </a:lnTo>
                  <a:cubicBezTo>
                    <a:pt x="0" y="2991"/>
                    <a:pt x="12" y="3034"/>
                    <a:pt x="46" y="3056"/>
                  </a:cubicBezTo>
                  <a:cubicBezTo>
                    <a:pt x="59" y="3059"/>
                    <a:pt x="71" y="3062"/>
                    <a:pt x="83" y="3065"/>
                  </a:cubicBezTo>
                  <a:cubicBezTo>
                    <a:pt x="108" y="3062"/>
                    <a:pt x="133" y="3050"/>
                    <a:pt x="145" y="3028"/>
                  </a:cubicBezTo>
                  <a:lnTo>
                    <a:pt x="1792" y="108"/>
                  </a:lnTo>
                  <a:cubicBezTo>
                    <a:pt x="1824" y="51"/>
                    <a:pt x="1776" y="1"/>
                    <a:pt x="172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7" name="Google Shape;4037;p9"/>
            <p:cNvSpPr/>
            <p:nvPr/>
          </p:nvSpPr>
          <p:spPr>
            <a:xfrm flipH="1">
              <a:off x="7550705" y="715365"/>
              <a:ext cx="109599" cy="111972"/>
            </a:xfrm>
            <a:custGeom>
              <a:rect b="b" l="l" r="r" t="t"/>
              <a:pathLst>
                <a:path extrusionOk="0" h="2784" w="2725">
                  <a:moveTo>
                    <a:pt x="2622" y="0"/>
                  </a:moveTo>
                  <a:cubicBezTo>
                    <a:pt x="2606" y="0"/>
                    <a:pt x="2588" y="7"/>
                    <a:pt x="2573" y="23"/>
                  </a:cubicBezTo>
                  <a:lnTo>
                    <a:pt x="28" y="2663"/>
                  </a:lnTo>
                  <a:cubicBezTo>
                    <a:pt x="1" y="2691"/>
                    <a:pt x="1" y="2734"/>
                    <a:pt x="28" y="2762"/>
                  </a:cubicBezTo>
                  <a:cubicBezTo>
                    <a:pt x="41" y="2774"/>
                    <a:pt x="59" y="2783"/>
                    <a:pt x="78" y="2783"/>
                  </a:cubicBezTo>
                  <a:cubicBezTo>
                    <a:pt x="96" y="2783"/>
                    <a:pt x="115" y="2774"/>
                    <a:pt x="130" y="2762"/>
                  </a:cubicBezTo>
                  <a:lnTo>
                    <a:pt x="2675" y="122"/>
                  </a:lnTo>
                  <a:cubicBezTo>
                    <a:pt x="2724" y="70"/>
                    <a:pt x="2677" y="0"/>
                    <a:pt x="262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8" name="Google Shape;4038;p9"/>
            <p:cNvSpPr/>
            <p:nvPr/>
          </p:nvSpPr>
          <p:spPr>
            <a:xfrm flipH="1">
              <a:off x="7525809" y="776059"/>
              <a:ext cx="123315" cy="60692"/>
            </a:xfrm>
            <a:custGeom>
              <a:rect b="b" l="l" r="r" t="t"/>
              <a:pathLst>
                <a:path extrusionOk="0" h="1509" w="3066">
                  <a:moveTo>
                    <a:pt x="2960" y="0"/>
                  </a:moveTo>
                  <a:cubicBezTo>
                    <a:pt x="2949" y="0"/>
                    <a:pt x="2937" y="3"/>
                    <a:pt x="2924" y="10"/>
                  </a:cubicBezTo>
                  <a:lnTo>
                    <a:pt x="53" y="1376"/>
                  </a:lnTo>
                  <a:cubicBezTo>
                    <a:pt x="16" y="1392"/>
                    <a:pt x="0" y="1435"/>
                    <a:pt x="19" y="1472"/>
                  </a:cubicBezTo>
                  <a:cubicBezTo>
                    <a:pt x="31" y="1493"/>
                    <a:pt x="56" y="1509"/>
                    <a:pt x="83" y="1509"/>
                  </a:cubicBezTo>
                  <a:cubicBezTo>
                    <a:pt x="93" y="1509"/>
                    <a:pt x="102" y="1506"/>
                    <a:pt x="111" y="1503"/>
                  </a:cubicBezTo>
                  <a:lnTo>
                    <a:pt x="2986" y="136"/>
                  </a:lnTo>
                  <a:cubicBezTo>
                    <a:pt x="3065" y="105"/>
                    <a:pt x="3029" y="0"/>
                    <a:pt x="296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9" name="Google Shape;4039;p9"/>
            <p:cNvSpPr/>
            <p:nvPr/>
          </p:nvSpPr>
          <p:spPr>
            <a:xfrm flipH="1">
              <a:off x="7986381" y="1079245"/>
              <a:ext cx="148532" cy="81566"/>
            </a:xfrm>
            <a:custGeom>
              <a:rect b="b" l="l" r="r" t="t"/>
              <a:pathLst>
                <a:path extrusionOk="0" h="2028" w="3693">
                  <a:moveTo>
                    <a:pt x="3588" y="1"/>
                  </a:moveTo>
                  <a:cubicBezTo>
                    <a:pt x="3577" y="1"/>
                    <a:pt x="3565" y="4"/>
                    <a:pt x="3553" y="10"/>
                  </a:cubicBezTo>
                  <a:lnTo>
                    <a:pt x="65" y="1894"/>
                  </a:lnTo>
                  <a:cubicBezTo>
                    <a:pt x="0" y="1928"/>
                    <a:pt x="25" y="2027"/>
                    <a:pt x="99" y="2027"/>
                  </a:cubicBezTo>
                  <a:cubicBezTo>
                    <a:pt x="111" y="2027"/>
                    <a:pt x="123" y="2024"/>
                    <a:pt x="133" y="2018"/>
                  </a:cubicBezTo>
                  <a:lnTo>
                    <a:pt x="3621" y="133"/>
                  </a:lnTo>
                  <a:cubicBezTo>
                    <a:pt x="3692" y="96"/>
                    <a:pt x="3653" y="1"/>
                    <a:pt x="358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0" name="Google Shape;4040;p9"/>
            <p:cNvSpPr/>
            <p:nvPr/>
          </p:nvSpPr>
          <p:spPr>
            <a:xfrm flipH="1">
              <a:off x="7977050" y="1100040"/>
              <a:ext cx="146481" cy="117563"/>
            </a:xfrm>
            <a:custGeom>
              <a:rect b="b" l="l" r="r" t="t"/>
              <a:pathLst>
                <a:path extrusionOk="0" h="2923" w="3642">
                  <a:moveTo>
                    <a:pt x="3537" y="1"/>
                  </a:moveTo>
                  <a:cubicBezTo>
                    <a:pt x="3522" y="1"/>
                    <a:pt x="3507" y="6"/>
                    <a:pt x="3492" y="17"/>
                  </a:cubicBezTo>
                  <a:lnTo>
                    <a:pt x="53" y="2799"/>
                  </a:lnTo>
                  <a:cubicBezTo>
                    <a:pt x="1" y="2839"/>
                    <a:pt x="32" y="2923"/>
                    <a:pt x="100" y="2923"/>
                  </a:cubicBezTo>
                  <a:cubicBezTo>
                    <a:pt x="115" y="2923"/>
                    <a:pt x="130" y="2920"/>
                    <a:pt x="143" y="2907"/>
                  </a:cubicBezTo>
                  <a:lnTo>
                    <a:pt x="3582" y="128"/>
                  </a:lnTo>
                  <a:cubicBezTo>
                    <a:pt x="3641" y="81"/>
                    <a:pt x="3595" y="1"/>
                    <a:pt x="353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1" name="Google Shape;4041;p9"/>
            <p:cNvSpPr/>
            <p:nvPr/>
          </p:nvSpPr>
          <p:spPr>
            <a:xfrm flipH="1">
              <a:off x="7970372" y="1115646"/>
              <a:ext cx="86151" cy="122912"/>
            </a:xfrm>
            <a:custGeom>
              <a:rect b="b" l="l" r="r" t="t"/>
              <a:pathLst>
                <a:path extrusionOk="0" h="3056" w="2142">
                  <a:moveTo>
                    <a:pt x="2054" y="1"/>
                  </a:moveTo>
                  <a:cubicBezTo>
                    <a:pt x="2036" y="1"/>
                    <a:pt x="2017" y="8"/>
                    <a:pt x="2002" y="24"/>
                  </a:cubicBezTo>
                  <a:lnTo>
                    <a:pt x="25" y="2945"/>
                  </a:lnTo>
                  <a:cubicBezTo>
                    <a:pt x="0" y="2976"/>
                    <a:pt x="10" y="3019"/>
                    <a:pt x="44" y="3044"/>
                  </a:cubicBezTo>
                  <a:cubicBezTo>
                    <a:pt x="53" y="3050"/>
                    <a:pt x="68" y="3053"/>
                    <a:pt x="81" y="3056"/>
                  </a:cubicBezTo>
                  <a:cubicBezTo>
                    <a:pt x="105" y="3053"/>
                    <a:pt x="127" y="3044"/>
                    <a:pt x="139" y="3022"/>
                  </a:cubicBezTo>
                  <a:lnTo>
                    <a:pt x="2119" y="101"/>
                  </a:lnTo>
                  <a:cubicBezTo>
                    <a:pt x="2142" y="48"/>
                    <a:pt x="2100" y="1"/>
                    <a:pt x="205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2" name="Google Shape;4042;p9"/>
            <p:cNvSpPr/>
            <p:nvPr/>
          </p:nvSpPr>
          <p:spPr>
            <a:xfrm flipH="1">
              <a:off x="8175095" y="1005359"/>
              <a:ext cx="17657" cy="28516"/>
            </a:xfrm>
            <a:custGeom>
              <a:rect b="b" l="l" r="r" t="t"/>
              <a:pathLst>
                <a:path extrusionOk="0" h="709" w="439">
                  <a:moveTo>
                    <a:pt x="169" y="0"/>
                  </a:moveTo>
                  <a:cubicBezTo>
                    <a:pt x="140" y="0"/>
                    <a:pt x="111" y="17"/>
                    <a:pt x="103" y="55"/>
                  </a:cubicBezTo>
                  <a:cubicBezTo>
                    <a:pt x="96" y="73"/>
                    <a:pt x="1" y="484"/>
                    <a:pt x="318" y="696"/>
                  </a:cubicBezTo>
                  <a:cubicBezTo>
                    <a:pt x="331" y="703"/>
                    <a:pt x="343" y="709"/>
                    <a:pt x="359" y="709"/>
                  </a:cubicBezTo>
                  <a:cubicBezTo>
                    <a:pt x="383" y="709"/>
                    <a:pt x="405" y="696"/>
                    <a:pt x="417" y="678"/>
                  </a:cubicBezTo>
                  <a:cubicBezTo>
                    <a:pt x="439" y="644"/>
                    <a:pt x="430" y="601"/>
                    <a:pt x="399" y="579"/>
                  </a:cubicBezTo>
                  <a:cubicBezTo>
                    <a:pt x="161" y="419"/>
                    <a:pt x="235" y="101"/>
                    <a:pt x="238" y="89"/>
                  </a:cubicBezTo>
                  <a:cubicBezTo>
                    <a:pt x="253" y="34"/>
                    <a:pt x="211" y="0"/>
                    <a:pt x="16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9"/>
            <p:cNvSpPr/>
            <p:nvPr/>
          </p:nvSpPr>
          <p:spPr>
            <a:xfrm flipH="1">
              <a:off x="8150158" y="1014610"/>
              <a:ext cx="18501" cy="28476"/>
            </a:xfrm>
            <a:custGeom>
              <a:rect b="b" l="l" r="r" t="t"/>
              <a:pathLst>
                <a:path extrusionOk="0" h="708" w="460">
                  <a:moveTo>
                    <a:pt x="170" y="1"/>
                  </a:moveTo>
                  <a:cubicBezTo>
                    <a:pt x="142" y="1"/>
                    <a:pt x="114" y="17"/>
                    <a:pt x="105" y="53"/>
                  </a:cubicBezTo>
                  <a:cubicBezTo>
                    <a:pt x="99" y="72"/>
                    <a:pt x="0" y="482"/>
                    <a:pt x="321" y="695"/>
                  </a:cubicBezTo>
                  <a:cubicBezTo>
                    <a:pt x="333" y="704"/>
                    <a:pt x="346" y="707"/>
                    <a:pt x="361" y="707"/>
                  </a:cubicBezTo>
                  <a:cubicBezTo>
                    <a:pt x="432" y="707"/>
                    <a:pt x="460" y="618"/>
                    <a:pt x="401" y="578"/>
                  </a:cubicBezTo>
                  <a:cubicBezTo>
                    <a:pt x="164" y="420"/>
                    <a:pt x="238" y="103"/>
                    <a:pt x="241" y="87"/>
                  </a:cubicBezTo>
                  <a:cubicBezTo>
                    <a:pt x="253" y="34"/>
                    <a:pt x="211" y="1"/>
                    <a:pt x="1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9"/>
            <p:cNvSpPr/>
            <p:nvPr/>
          </p:nvSpPr>
          <p:spPr>
            <a:xfrm flipH="1">
              <a:off x="8171998" y="1049482"/>
              <a:ext cx="18381" cy="28436"/>
            </a:xfrm>
            <a:custGeom>
              <a:rect b="b" l="l" r="r" t="t"/>
              <a:pathLst>
                <a:path extrusionOk="0" h="707" w="457">
                  <a:moveTo>
                    <a:pt x="168" y="0"/>
                  </a:moveTo>
                  <a:cubicBezTo>
                    <a:pt x="136" y="0"/>
                    <a:pt x="110" y="22"/>
                    <a:pt x="102" y="53"/>
                  </a:cubicBezTo>
                  <a:cubicBezTo>
                    <a:pt x="99" y="71"/>
                    <a:pt x="0" y="482"/>
                    <a:pt x="321" y="694"/>
                  </a:cubicBezTo>
                  <a:cubicBezTo>
                    <a:pt x="330" y="704"/>
                    <a:pt x="346" y="707"/>
                    <a:pt x="358" y="707"/>
                  </a:cubicBezTo>
                  <a:cubicBezTo>
                    <a:pt x="429" y="707"/>
                    <a:pt x="457" y="614"/>
                    <a:pt x="398" y="577"/>
                  </a:cubicBezTo>
                  <a:cubicBezTo>
                    <a:pt x="161" y="420"/>
                    <a:pt x="235" y="102"/>
                    <a:pt x="238" y="87"/>
                  </a:cubicBezTo>
                  <a:cubicBezTo>
                    <a:pt x="247" y="50"/>
                    <a:pt x="226" y="13"/>
                    <a:pt x="189" y="4"/>
                  </a:cubicBezTo>
                  <a:cubicBezTo>
                    <a:pt x="181" y="1"/>
                    <a:pt x="174" y="0"/>
                    <a:pt x="16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9"/>
            <p:cNvSpPr/>
            <p:nvPr/>
          </p:nvSpPr>
          <p:spPr>
            <a:xfrm flipH="1">
              <a:off x="8151123" y="1053222"/>
              <a:ext cx="18421" cy="28436"/>
            </a:xfrm>
            <a:custGeom>
              <a:rect b="b" l="l" r="r" t="t"/>
              <a:pathLst>
                <a:path extrusionOk="0" h="707" w="458">
                  <a:moveTo>
                    <a:pt x="170" y="1"/>
                  </a:moveTo>
                  <a:cubicBezTo>
                    <a:pt x="138" y="1"/>
                    <a:pt x="110" y="22"/>
                    <a:pt x="102" y="55"/>
                  </a:cubicBezTo>
                  <a:cubicBezTo>
                    <a:pt x="99" y="71"/>
                    <a:pt x="1" y="481"/>
                    <a:pt x="321" y="697"/>
                  </a:cubicBezTo>
                  <a:cubicBezTo>
                    <a:pt x="331" y="703"/>
                    <a:pt x="346" y="706"/>
                    <a:pt x="358" y="706"/>
                  </a:cubicBezTo>
                  <a:lnTo>
                    <a:pt x="361" y="706"/>
                  </a:lnTo>
                  <a:cubicBezTo>
                    <a:pt x="429" y="706"/>
                    <a:pt x="457" y="617"/>
                    <a:pt x="398" y="577"/>
                  </a:cubicBezTo>
                  <a:cubicBezTo>
                    <a:pt x="164" y="419"/>
                    <a:pt x="235" y="102"/>
                    <a:pt x="241" y="89"/>
                  </a:cubicBezTo>
                  <a:cubicBezTo>
                    <a:pt x="247" y="49"/>
                    <a:pt x="226" y="12"/>
                    <a:pt x="189" y="3"/>
                  </a:cubicBezTo>
                  <a:cubicBezTo>
                    <a:pt x="182" y="2"/>
                    <a:pt x="176" y="1"/>
                    <a:pt x="1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9"/>
            <p:cNvSpPr/>
            <p:nvPr/>
          </p:nvSpPr>
          <p:spPr>
            <a:xfrm flipH="1">
              <a:off x="8164396" y="1084997"/>
              <a:ext cx="18421" cy="28395"/>
            </a:xfrm>
            <a:custGeom>
              <a:rect b="b" l="l" r="r" t="t"/>
              <a:pathLst>
                <a:path extrusionOk="0" h="706" w="458">
                  <a:moveTo>
                    <a:pt x="170" y="0"/>
                  </a:moveTo>
                  <a:cubicBezTo>
                    <a:pt x="138" y="0"/>
                    <a:pt x="110" y="21"/>
                    <a:pt x="102" y="55"/>
                  </a:cubicBezTo>
                  <a:cubicBezTo>
                    <a:pt x="99" y="70"/>
                    <a:pt x="1" y="481"/>
                    <a:pt x="321" y="693"/>
                  </a:cubicBezTo>
                  <a:cubicBezTo>
                    <a:pt x="331" y="703"/>
                    <a:pt x="346" y="706"/>
                    <a:pt x="358" y="706"/>
                  </a:cubicBezTo>
                  <a:lnTo>
                    <a:pt x="361" y="706"/>
                  </a:lnTo>
                  <a:cubicBezTo>
                    <a:pt x="429" y="706"/>
                    <a:pt x="457" y="616"/>
                    <a:pt x="398" y="576"/>
                  </a:cubicBezTo>
                  <a:cubicBezTo>
                    <a:pt x="161" y="419"/>
                    <a:pt x="235" y="101"/>
                    <a:pt x="238" y="89"/>
                  </a:cubicBezTo>
                  <a:cubicBezTo>
                    <a:pt x="247" y="49"/>
                    <a:pt x="226" y="12"/>
                    <a:pt x="189" y="3"/>
                  </a:cubicBezTo>
                  <a:cubicBezTo>
                    <a:pt x="182" y="1"/>
                    <a:pt x="176" y="0"/>
                    <a:pt x="17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9"/>
            <p:cNvSpPr/>
            <p:nvPr/>
          </p:nvSpPr>
          <p:spPr>
            <a:xfrm flipH="1">
              <a:off x="8136764" y="1091272"/>
              <a:ext cx="20995" cy="25218"/>
            </a:xfrm>
            <a:custGeom>
              <a:rect b="b" l="l" r="r" t="t"/>
              <a:pathLst>
                <a:path extrusionOk="0" h="627" w="522">
                  <a:moveTo>
                    <a:pt x="75" y="1"/>
                  </a:moveTo>
                  <a:cubicBezTo>
                    <a:pt x="38" y="1"/>
                    <a:pt x="0" y="26"/>
                    <a:pt x="4" y="75"/>
                  </a:cubicBezTo>
                  <a:cubicBezTo>
                    <a:pt x="4" y="93"/>
                    <a:pt x="31" y="513"/>
                    <a:pt x="402" y="624"/>
                  </a:cubicBezTo>
                  <a:cubicBezTo>
                    <a:pt x="408" y="624"/>
                    <a:pt x="414" y="624"/>
                    <a:pt x="423" y="627"/>
                  </a:cubicBezTo>
                  <a:cubicBezTo>
                    <a:pt x="503" y="627"/>
                    <a:pt x="522" y="510"/>
                    <a:pt x="442" y="488"/>
                  </a:cubicBezTo>
                  <a:cubicBezTo>
                    <a:pt x="167" y="408"/>
                    <a:pt x="146" y="81"/>
                    <a:pt x="146" y="66"/>
                  </a:cubicBezTo>
                  <a:cubicBezTo>
                    <a:pt x="143" y="22"/>
                    <a:pt x="109" y="1"/>
                    <a:pt x="7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9"/>
            <p:cNvSpPr/>
            <p:nvPr/>
          </p:nvSpPr>
          <p:spPr>
            <a:xfrm flipH="1">
              <a:off x="8168298" y="979216"/>
              <a:ext cx="20955" cy="25138"/>
            </a:xfrm>
            <a:custGeom>
              <a:rect b="b" l="l" r="r" t="t"/>
              <a:pathLst>
                <a:path extrusionOk="0" h="625" w="521">
                  <a:moveTo>
                    <a:pt x="74" y="0"/>
                  </a:moveTo>
                  <a:cubicBezTo>
                    <a:pt x="37" y="0"/>
                    <a:pt x="0" y="26"/>
                    <a:pt x="3" y="76"/>
                  </a:cubicBezTo>
                  <a:cubicBezTo>
                    <a:pt x="3" y="94"/>
                    <a:pt x="31" y="514"/>
                    <a:pt x="401" y="622"/>
                  </a:cubicBezTo>
                  <a:cubicBezTo>
                    <a:pt x="407" y="625"/>
                    <a:pt x="413" y="625"/>
                    <a:pt x="423" y="625"/>
                  </a:cubicBezTo>
                  <a:cubicBezTo>
                    <a:pt x="424" y="625"/>
                    <a:pt x="425" y="625"/>
                    <a:pt x="426" y="625"/>
                  </a:cubicBezTo>
                  <a:cubicBezTo>
                    <a:pt x="503" y="625"/>
                    <a:pt x="520" y="510"/>
                    <a:pt x="441" y="486"/>
                  </a:cubicBezTo>
                  <a:cubicBezTo>
                    <a:pt x="170" y="406"/>
                    <a:pt x="145" y="82"/>
                    <a:pt x="145" y="66"/>
                  </a:cubicBezTo>
                  <a:cubicBezTo>
                    <a:pt x="142" y="22"/>
                    <a:pt x="108" y="0"/>
                    <a:pt x="7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9"/>
            <p:cNvSpPr/>
            <p:nvPr/>
          </p:nvSpPr>
          <p:spPr>
            <a:xfrm flipH="1">
              <a:off x="7718546" y="644496"/>
              <a:ext cx="31573" cy="9894"/>
            </a:xfrm>
            <a:custGeom>
              <a:rect b="b" l="l" r="r" t="t"/>
              <a:pathLst>
                <a:path extrusionOk="0" h="246" w="785">
                  <a:moveTo>
                    <a:pt x="385" y="0"/>
                  </a:moveTo>
                  <a:cubicBezTo>
                    <a:pt x="278" y="0"/>
                    <a:pt x="159" y="30"/>
                    <a:pt x="50" y="123"/>
                  </a:cubicBezTo>
                  <a:cubicBezTo>
                    <a:pt x="1" y="166"/>
                    <a:pt x="28" y="246"/>
                    <a:pt x="96" y="246"/>
                  </a:cubicBezTo>
                  <a:cubicBezTo>
                    <a:pt x="112" y="246"/>
                    <a:pt x="130" y="240"/>
                    <a:pt x="142" y="231"/>
                  </a:cubicBezTo>
                  <a:cubicBezTo>
                    <a:pt x="221" y="163"/>
                    <a:pt x="309" y="142"/>
                    <a:pt x="389" y="142"/>
                  </a:cubicBezTo>
                  <a:cubicBezTo>
                    <a:pt x="531" y="142"/>
                    <a:pt x="650" y="208"/>
                    <a:pt x="657" y="212"/>
                  </a:cubicBezTo>
                  <a:cubicBezTo>
                    <a:pt x="667" y="216"/>
                    <a:pt x="676" y="218"/>
                    <a:pt x="685" y="218"/>
                  </a:cubicBezTo>
                  <a:cubicBezTo>
                    <a:pt x="745" y="218"/>
                    <a:pt x="785" y="134"/>
                    <a:pt x="725" y="89"/>
                  </a:cubicBezTo>
                  <a:cubicBezTo>
                    <a:pt x="716" y="85"/>
                    <a:pt x="567" y="0"/>
                    <a:pt x="38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9"/>
            <p:cNvSpPr/>
            <p:nvPr/>
          </p:nvSpPr>
          <p:spPr>
            <a:xfrm flipH="1">
              <a:off x="8266518" y="241923"/>
              <a:ext cx="29361" cy="15766"/>
            </a:xfrm>
            <a:custGeom>
              <a:rect b="b" l="l" r="r" t="t"/>
              <a:pathLst>
                <a:path extrusionOk="0" h="392" w="730">
                  <a:moveTo>
                    <a:pt x="217" y="1"/>
                  </a:moveTo>
                  <a:cubicBezTo>
                    <a:pt x="175" y="1"/>
                    <a:pt x="131" y="6"/>
                    <a:pt x="85" y="18"/>
                  </a:cubicBezTo>
                  <a:cubicBezTo>
                    <a:pt x="0" y="38"/>
                    <a:pt x="24" y="157"/>
                    <a:pt x="98" y="157"/>
                  </a:cubicBezTo>
                  <a:cubicBezTo>
                    <a:pt x="105" y="157"/>
                    <a:pt x="112" y="156"/>
                    <a:pt x="119" y="154"/>
                  </a:cubicBezTo>
                  <a:cubicBezTo>
                    <a:pt x="151" y="146"/>
                    <a:pt x="182" y="142"/>
                    <a:pt x="212" y="142"/>
                  </a:cubicBezTo>
                  <a:cubicBezTo>
                    <a:pt x="438" y="142"/>
                    <a:pt x="585" y="352"/>
                    <a:pt x="591" y="361"/>
                  </a:cubicBezTo>
                  <a:cubicBezTo>
                    <a:pt x="603" y="379"/>
                    <a:pt x="625" y="391"/>
                    <a:pt x="649" y="391"/>
                  </a:cubicBezTo>
                  <a:cubicBezTo>
                    <a:pt x="665" y="391"/>
                    <a:pt x="677" y="388"/>
                    <a:pt x="690" y="379"/>
                  </a:cubicBezTo>
                  <a:cubicBezTo>
                    <a:pt x="720" y="358"/>
                    <a:pt x="730" y="314"/>
                    <a:pt x="708" y="280"/>
                  </a:cubicBezTo>
                  <a:cubicBezTo>
                    <a:pt x="700" y="270"/>
                    <a:pt x="514" y="1"/>
                    <a:pt x="2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9"/>
            <p:cNvSpPr/>
            <p:nvPr/>
          </p:nvSpPr>
          <p:spPr>
            <a:xfrm flipH="1">
              <a:off x="8260042" y="264406"/>
              <a:ext cx="29401" cy="15847"/>
            </a:xfrm>
            <a:custGeom>
              <a:rect b="b" l="l" r="r" t="t"/>
              <a:pathLst>
                <a:path extrusionOk="0" h="394" w="731">
                  <a:moveTo>
                    <a:pt x="215" y="1"/>
                  </a:moveTo>
                  <a:cubicBezTo>
                    <a:pt x="174" y="1"/>
                    <a:pt x="131" y="6"/>
                    <a:pt x="85" y="18"/>
                  </a:cubicBezTo>
                  <a:cubicBezTo>
                    <a:pt x="1" y="40"/>
                    <a:pt x="25" y="156"/>
                    <a:pt x="101" y="156"/>
                  </a:cubicBezTo>
                  <a:cubicBezTo>
                    <a:pt x="107" y="156"/>
                    <a:pt x="115" y="155"/>
                    <a:pt x="122" y="153"/>
                  </a:cubicBezTo>
                  <a:cubicBezTo>
                    <a:pt x="154" y="145"/>
                    <a:pt x="185" y="141"/>
                    <a:pt x="215" y="141"/>
                  </a:cubicBezTo>
                  <a:cubicBezTo>
                    <a:pt x="438" y="141"/>
                    <a:pt x="586" y="352"/>
                    <a:pt x="591" y="363"/>
                  </a:cubicBezTo>
                  <a:cubicBezTo>
                    <a:pt x="604" y="381"/>
                    <a:pt x="628" y="394"/>
                    <a:pt x="650" y="394"/>
                  </a:cubicBezTo>
                  <a:cubicBezTo>
                    <a:pt x="665" y="394"/>
                    <a:pt x="678" y="388"/>
                    <a:pt x="690" y="381"/>
                  </a:cubicBezTo>
                  <a:cubicBezTo>
                    <a:pt x="724" y="360"/>
                    <a:pt x="730" y="314"/>
                    <a:pt x="708" y="283"/>
                  </a:cubicBezTo>
                  <a:cubicBezTo>
                    <a:pt x="700" y="269"/>
                    <a:pt x="514" y="1"/>
                    <a:pt x="21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9"/>
            <p:cNvSpPr/>
            <p:nvPr/>
          </p:nvSpPr>
          <p:spPr>
            <a:xfrm flipH="1">
              <a:off x="8231767" y="259218"/>
              <a:ext cx="28476" cy="15726"/>
            </a:xfrm>
            <a:custGeom>
              <a:rect b="b" l="l" r="r" t="t"/>
              <a:pathLst>
                <a:path extrusionOk="0" h="391" w="708">
                  <a:moveTo>
                    <a:pt x="192" y="0"/>
                  </a:moveTo>
                  <a:cubicBezTo>
                    <a:pt x="151" y="0"/>
                    <a:pt x="108" y="5"/>
                    <a:pt x="63" y="17"/>
                  </a:cubicBezTo>
                  <a:cubicBezTo>
                    <a:pt x="23" y="26"/>
                    <a:pt x="1" y="66"/>
                    <a:pt x="10" y="103"/>
                  </a:cubicBezTo>
                  <a:cubicBezTo>
                    <a:pt x="21" y="135"/>
                    <a:pt x="49" y="155"/>
                    <a:pt x="79" y="155"/>
                  </a:cubicBezTo>
                  <a:cubicBezTo>
                    <a:pt x="85" y="155"/>
                    <a:pt x="91" y="154"/>
                    <a:pt x="97" y="153"/>
                  </a:cubicBezTo>
                  <a:cubicBezTo>
                    <a:pt x="129" y="144"/>
                    <a:pt x="160" y="141"/>
                    <a:pt x="190" y="141"/>
                  </a:cubicBezTo>
                  <a:cubicBezTo>
                    <a:pt x="415" y="141"/>
                    <a:pt x="563" y="352"/>
                    <a:pt x="568" y="362"/>
                  </a:cubicBezTo>
                  <a:cubicBezTo>
                    <a:pt x="581" y="381"/>
                    <a:pt x="602" y="390"/>
                    <a:pt x="627" y="390"/>
                  </a:cubicBezTo>
                  <a:cubicBezTo>
                    <a:pt x="642" y="390"/>
                    <a:pt x="655" y="387"/>
                    <a:pt x="667" y="378"/>
                  </a:cubicBezTo>
                  <a:cubicBezTo>
                    <a:pt x="698" y="356"/>
                    <a:pt x="707" y="313"/>
                    <a:pt x="686" y="282"/>
                  </a:cubicBezTo>
                  <a:cubicBezTo>
                    <a:pt x="678" y="269"/>
                    <a:pt x="491" y="0"/>
                    <a:pt x="19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9"/>
            <p:cNvSpPr/>
            <p:nvPr/>
          </p:nvSpPr>
          <p:spPr>
            <a:xfrm flipH="1">
              <a:off x="8222717" y="275950"/>
              <a:ext cx="29280" cy="15847"/>
            </a:xfrm>
            <a:custGeom>
              <a:rect b="b" l="l" r="r" t="t"/>
              <a:pathLst>
                <a:path extrusionOk="0" h="394" w="728">
                  <a:moveTo>
                    <a:pt x="212" y="1"/>
                  </a:moveTo>
                  <a:cubicBezTo>
                    <a:pt x="171" y="1"/>
                    <a:pt x="128" y="6"/>
                    <a:pt x="83" y="17"/>
                  </a:cubicBezTo>
                  <a:cubicBezTo>
                    <a:pt x="1" y="40"/>
                    <a:pt x="22" y="156"/>
                    <a:pt x="98" y="156"/>
                  </a:cubicBezTo>
                  <a:cubicBezTo>
                    <a:pt x="105" y="156"/>
                    <a:pt x="112" y="155"/>
                    <a:pt x="120" y="153"/>
                  </a:cubicBezTo>
                  <a:cubicBezTo>
                    <a:pt x="152" y="145"/>
                    <a:pt x="183" y="141"/>
                    <a:pt x="212" y="141"/>
                  </a:cubicBezTo>
                  <a:cubicBezTo>
                    <a:pt x="436" y="141"/>
                    <a:pt x="584" y="352"/>
                    <a:pt x="592" y="363"/>
                  </a:cubicBezTo>
                  <a:cubicBezTo>
                    <a:pt x="604" y="381"/>
                    <a:pt x="626" y="394"/>
                    <a:pt x="650" y="394"/>
                  </a:cubicBezTo>
                  <a:cubicBezTo>
                    <a:pt x="663" y="391"/>
                    <a:pt x="678" y="387"/>
                    <a:pt x="687" y="378"/>
                  </a:cubicBezTo>
                  <a:cubicBezTo>
                    <a:pt x="721" y="357"/>
                    <a:pt x="727" y="313"/>
                    <a:pt x="706" y="283"/>
                  </a:cubicBezTo>
                  <a:cubicBezTo>
                    <a:pt x="698" y="269"/>
                    <a:pt x="511" y="1"/>
                    <a:pt x="2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9"/>
            <p:cNvSpPr/>
            <p:nvPr/>
          </p:nvSpPr>
          <p:spPr>
            <a:xfrm flipH="1">
              <a:off x="8084397" y="519207"/>
              <a:ext cx="30527" cy="13273"/>
            </a:xfrm>
            <a:custGeom>
              <a:rect b="b" l="l" r="r" t="t"/>
              <a:pathLst>
                <a:path extrusionOk="0" h="330" w="759">
                  <a:moveTo>
                    <a:pt x="276" y="1"/>
                  </a:moveTo>
                  <a:cubicBezTo>
                    <a:pt x="213" y="1"/>
                    <a:pt x="146" y="13"/>
                    <a:pt x="77" y="42"/>
                  </a:cubicBezTo>
                  <a:cubicBezTo>
                    <a:pt x="1" y="75"/>
                    <a:pt x="34" y="178"/>
                    <a:pt x="102" y="178"/>
                  </a:cubicBezTo>
                  <a:cubicBezTo>
                    <a:pt x="112" y="178"/>
                    <a:pt x="122" y="176"/>
                    <a:pt x="132" y="172"/>
                  </a:cubicBezTo>
                  <a:cubicBezTo>
                    <a:pt x="182" y="151"/>
                    <a:pt x="230" y="142"/>
                    <a:pt x="276" y="142"/>
                  </a:cubicBezTo>
                  <a:cubicBezTo>
                    <a:pt x="472" y="142"/>
                    <a:pt x="621" y="300"/>
                    <a:pt x="629" y="308"/>
                  </a:cubicBezTo>
                  <a:cubicBezTo>
                    <a:pt x="644" y="323"/>
                    <a:pt x="663" y="329"/>
                    <a:pt x="681" y="329"/>
                  </a:cubicBezTo>
                  <a:cubicBezTo>
                    <a:pt x="700" y="329"/>
                    <a:pt x="715" y="323"/>
                    <a:pt x="728" y="311"/>
                  </a:cubicBezTo>
                  <a:cubicBezTo>
                    <a:pt x="758" y="286"/>
                    <a:pt x="758" y="240"/>
                    <a:pt x="734" y="212"/>
                  </a:cubicBezTo>
                  <a:cubicBezTo>
                    <a:pt x="724" y="202"/>
                    <a:pt x="534" y="1"/>
                    <a:pt x="27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9"/>
            <p:cNvSpPr/>
            <p:nvPr/>
          </p:nvSpPr>
          <p:spPr>
            <a:xfrm flipH="1">
              <a:off x="8111828" y="531635"/>
              <a:ext cx="31130" cy="13232"/>
            </a:xfrm>
            <a:custGeom>
              <a:rect b="b" l="l" r="r" t="t"/>
              <a:pathLst>
                <a:path extrusionOk="0" h="329" w="774">
                  <a:moveTo>
                    <a:pt x="276" y="0"/>
                  </a:moveTo>
                  <a:cubicBezTo>
                    <a:pt x="213" y="0"/>
                    <a:pt x="146" y="12"/>
                    <a:pt x="77" y="42"/>
                  </a:cubicBezTo>
                  <a:cubicBezTo>
                    <a:pt x="1" y="74"/>
                    <a:pt x="34" y="178"/>
                    <a:pt x="102" y="178"/>
                  </a:cubicBezTo>
                  <a:cubicBezTo>
                    <a:pt x="111" y="178"/>
                    <a:pt x="122" y="176"/>
                    <a:pt x="132" y="171"/>
                  </a:cubicBezTo>
                  <a:cubicBezTo>
                    <a:pt x="182" y="150"/>
                    <a:pt x="230" y="142"/>
                    <a:pt x="276" y="142"/>
                  </a:cubicBezTo>
                  <a:cubicBezTo>
                    <a:pt x="472" y="142"/>
                    <a:pt x="621" y="299"/>
                    <a:pt x="629" y="307"/>
                  </a:cubicBezTo>
                  <a:cubicBezTo>
                    <a:pt x="641" y="322"/>
                    <a:pt x="663" y="329"/>
                    <a:pt x="681" y="329"/>
                  </a:cubicBezTo>
                  <a:cubicBezTo>
                    <a:pt x="743" y="329"/>
                    <a:pt x="774" y="258"/>
                    <a:pt x="734" y="211"/>
                  </a:cubicBezTo>
                  <a:cubicBezTo>
                    <a:pt x="724" y="201"/>
                    <a:pt x="534" y="0"/>
                    <a:pt x="2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9"/>
            <p:cNvSpPr/>
            <p:nvPr/>
          </p:nvSpPr>
          <p:spPr>
            <a:xfrm flipH="1">
              <a:off x="8122245" y="504969"/>
              <a:ext cx="30487" cy="13353"/>
            </a:xfrm>
            <a:custGeom>
              <a:rect b="b" l="l" r="r" t="t"/>
              <a:pathLst>
                <a:path extrusionOk="0" h="332" w="758">
                  <a:moveTo>
                    <a:pt x="276" y="0"/>
                  </a:moveTo>
                  <a:cubicBezTo>
                    <a:pt x="213" y="0"/>
                    <a:pt x="146" y="12"/>
                    <a:pt x="76" y="42"/>
                  </a:cubicBezTo>
                  <a:cubicBezTo>
                    <a:pt x="0" y="74"/>
                    <a:pt x="34" y="178"/>
                    <a:pt x="101" y="178"/>
                  </a:cubicBezTo>
                  <a:cubicBezTo>
                    <a:pt x="111" y="178"/>
                    <a:pt x="121" y="176"/>
                    <a:pt x="132" y="171"/>
                  </a:cubicBezTo>
                  <a:cubicBezTo>
                    <a:pt x="181" y="150"/>
                    <a:pt x="229" y="142"/>
                    <a:pt x="275" y="142"/>
                  </a:cubicBezTo>
                  <a:cubicBezTo>
                    <a:pt x="471" y="142"/>
                    <a:pt x="621" y="299"/>
                    <a:pt x="628" y="307"/>
                  </a:cubicBezTo>
                  <a:cubicBezTo>
                    <a:pt x="640" y="322"/>
                    <a:pt x="662" y="332"/>
                    <a:pt x="681" y="332"/>
                  </a:cubicBezTo>
                  <a:cubicBezTo>
                    <a:pt x="699" y="332"/>
                    <a:pt x="714" y="322"/>
                    <a:pt x="727" y="313"/>
                  </a:cubicBezTo>
                  <a:cubicBezTo>
                    <a:pt x="758" y="285"/>
                    <a:pt x="758" y="242"/>
                    <a:pt x="733" y="211"/>
                  </a:cubicBezTo>
                  <a:cubicBezTo>
                    <a:pt x="723" y="201"/>
                    <a:pt x="534" y="0"/>
                    <a:pt x="2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9"/>
            <p:cNvSpPr/>
            <p:nvPr/>
          </p:nvSpPr>
          <p:spPr>
            <a:xfrm flipH="1">
              <a:off x="8204497" y="500102"/>
              <a:ext cx="31412" cy="9894"/>
            </a:xfrm>
            <a:custGeom>
              <a:rect b="b" l="l" r="r" t="t"/>
              <a:pathLst>
                <a:path extrusionOk="0" h="246" w="781">
                  <a:moveTo>
                    <a:pt x="370" y="1"/>
                  </a:moveTo>
                  <a:cubicBezTo>
                    <a:pt x="263" y="1"/>
                    <a:pt x="144" y="30"/>
                    <a:pt x="34" y="123"/>
                  </a:cubicBezTo>
                  <a:cubicBezTo>
                    <a:pt x="4" y="147"/>
                    <a:pt x="0" y="190"/>
                    <a:pt x="25" y="221"/>
                  </a:cubicBezTo>
                  <a:cubicBezTo>
                    <a:pt x="41" y="237"/>
                    <a:pt x="59" y="246"/>
                    <a:pt x="81" y="246"/>
                  </a:cubicBezTo>
                  <a:cubicBezTo>
                    <a:pt x="96" y="246"/>
                    <a:pt x="111" y="240"/>
                    <a:pt x="124" y="230"/>
                  </a:cubicBezTo>
                  <a:cubicBezTo>
                    <a:pt x="203" y="163"/>
                    <a:pt x="291" y="142"/>
                    <a:pt x="371" y="142"/>
                  </a:cubicBezTo>
                  <a:cubicBezTo>
                    <a:pt x="513" y="142"/>
                    <a:pt x="631" y="209"/>
                    <a:pt x="639" y="215"/>
                  </a:cubicBezTo>
                  <a:cubicBezTo>
                    <a:pt x="652" y="222"/>
                    <a:pt x="664" y="225"/>
                    <a:pt x="676" y="225"/>
                  </a:cubicBezTo>
                  <a:cubicBezTo>
                    <a:pt x="740" y="225"/>
                    <a:pt x="780" y="131"/>
                    <a:pt x="710" y="92"/>
                  </a:cubicBezTo>
                  <a:cubicBezTo>
                    <a:pt x="700" y="86"/>
                    <a:pt x="552" y="1"/>
                    <a:pt x="3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9"/>
            <p:cNvSpPr/>
            <p:nvPr/>
          </p:nvSpPr>
          <p:spPr>
            <a:xfrm flipH="1">
              <a:off x="8144809" y="520212"/>
              <a:ext cx="30527" cy="13353"/>
            </a:xfrm>
            <a:custGeom>
              <a:rect b="b" l="l" r="r" t="t"/>
              <a:pathLst>
                <a:path extrusionOk="0" h="332" w="759">
                  <a:moveTo>
                    <a:pt x="276" y="0"/>
                  </a:moveTo>
                  <a:cubicBezTo>
                    <a:pt x="213" y="0"/>
                    <a:pt x="146" y="12"/>
                    <a:pt x="77" y="42"/>
                  </a:cubicBezTo>
                  <a:cubicBezTo>
                    <a:pt x="1" y="74"/>
                    <a:pt x="32" y="178"/>
                    <a:pt x="101" y="178"/>
                  </a:cubicBezTo>
                  <a:cubicBezTo>
                    <a:pt x="111" y="178"/>
                    <a:pt x="121" y="176"/>
                    <a:pt x="132" y="172"/>
                  </a:cubicBezTo>
                  <a:cubicBezTo>
                    <a:pt x="180" y="151"/>
                    <a:pt x="228" y="143"/>
                    <a:pt x="273" y="143"/>
                  </a:cubicBezTo>
                  <a:cubicBezTo>
                    <a:pt x="469" y="143"/>
                    <a:pt x="621" y="300"/>
                    <a:pt x="629" y="310"/>
                  </a:cubicBezTo>
                  <a:cubicBezTo>
                    <a:pt x="641" y="323"/>
                    <a:pt x="660" y="332"/>
                    <a:pt x="678" y="332"/>
                  </a:cubicBezTo>
                  <a:cubicBezTo>
                    <a:pt x="697" y="332"/>
                    <a:pt x="715" y="326"/>
                    <a:pt x="727" y="313"/>
                  </a:cubicBezTo>
                  <a:cubicBezTo>
                    <a:pt x="755" y="286"/>
                    <a:pt x="758" y="242"/>
                    <a:pt x="731" y="212"/>
                  </a:cubicBezTo>
                  <a:cubicBezTo>
                    <a:pt x="721" y="202"/>
                    <a:pt x="533" y="0"/>
                    <a:pt x="2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9"/>
            <p:cNvSpPr/>
            <p:nvPr/>
          </p:nvSpPr>
          <p:spPr>
            <a:xfrm flipH="1">
              <a:off x="8162064" y="497367"/>
              <a:ext cx="30487" cy="13393"/>
            </a:xfrm>
            <a:custGeom>
              <a:rect b="b" l="l" r="r" t="t"/>
              <a:pathLst>
                <a:path extrusionOk="0" h="333" w="758">
                  <a:moveTo>
                    <a:pt x="275" y="1"/>
                  </a:moveTo>
                  <a:cubicBezTo>
                    <a:pt x="213" y="1"/>
                    <a:pt x="146" y="13"/>
                    <a:pt x="76" y="42"/>
                  </a:cubicBezTo>
                  <a:cubicBezTo>
                    <a:pt x="0" y="75"/>
                    <a:pt x="34" y="179"/>
                    <a:pt x="101" y="179"/>
                  </a:cubicBezTo>
                  <a:cubicBezTo>
                    <a:pt x="111" y="179"/>
                    <a:pt x="121" y="177"/>
                    <a:pt x="132" y="172"/>
                  </a:cubicBezTo>
                  <a:cubicBezTo>
                    <a:pt x="180" y="151"/>
                    <a:pt x="228" y="143"/>
                    <a:pt x="274" y="143"/>
                  </a:cubicBezTo>
                  <a:cubicBezTo>
                    <a:pt x="469" y="143"/>
                    <a:pt x="621" y="300"/>
                    <a:pt x="628" y="308"/>
                  </a:cubicBezTo>
                  <a:cubicBezTo>
                    <a:pt x="640" y="323"/>
                    <a:pt x="659" y="332"/>
                    <a:pt x="681" y="332"/>
                  </a:cubicBezTo>
                  <a:cubicBezTo>
                    <a:pt x="696" y="332"/>
                    <a:pt x="714" y="323"/>
                    <a:pt x="727" y="314"/>
                  </a:cubicBezTo>
                  <a:cubicBezTo>
                    <a:pt x="755" y="286"/>
                    <a:pt x="758" y="243"/>
                    <a:pt x="730" y="212"/>
                  </a:cubicBezTo>
                  <a:cubicBezTo>
                    <a:pt x="722" y="202"/>
                    <a:pt x="534" y="1"/>
                    <a:pt x="27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9"/>
            <p:cNvSpPr/>
            <p:nvPr/>
          </p:nvSpPr>
          <p:spPr>
            <a:xfrm flipH="1">
              <a:off x="8181289" y="513214"/>
              <a:ext cx="31613" cy="11181"/>
            </a:xfrm>
            <a:custGeom>
              <a:rect b="b" l="l" r="r" t="t"/>
              <a:pathLst>
                <a:path extrusionOk="0" h="278" w="786">
                  <a:moveTo>
                    <a:pt x="323" y="1"/>
                  </a:moveTo>
                  <a:cubicBezTo>
                    <a:pt x="240" y="1"/>
                    <a:pt x="150" y="20"/>
                    <a:pt x="61" y="74"/>
                  </a:cubicBezTo>
                  <a:cubicBezTo>
                    <a:pt x="1" y="119"/>
                    <a:pt x="38" y="203"/>
                    <a:pt x="100" y="203"/>
                  </a:cubicBezTo>
                  <a:cubicBezTo>
                    <a:pt x="111" y="203"/>
                    <a:pt x="123" y="200"/>
                    <a:pt x="135" y="194"/>
                  </a:cubicBezTo>
                  <a:cubicBezTo>
                    <a:pt x="198" y="156"/>
                    <a:pt x="262" y="142"/>
                    <a:pt x="323" y="142"/>
                  </a:cubicBezTo>
                  <a:cubicBezTo>
                    <a:pt x="494" y="142"/>
                    <a:pt x="637" y="255"/>
                    <a:pt x="644" y="259"/>
                  </a:cubicBezTo>
                  <a:cubicBezTo>
                    <a:pt x="656" y="272"/>
                    <a:pt x="671" y="278"/>
                    <a:pt x="690" y="278"/>
                  </a:cubicBezTo>
                  <a:cubicBezTo>
                    <a:pt x="755" y="278"/>
                    <a:pt x="786" y="194"/>
                    <a:pt x="733" y="151"/>
                  </a:cubicBezTo>
                  <a:cubicBezTo>
                    <a:pt x="724" y="142"/>
                    <a:pt x="547" y="1"/>
                    <a:pt x="3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9"/>
            <p:cNvSpPr/>
            <p:nvPr/>
          </p:nvSpPr>
          <p:spPr>
            <a:xfrm flipH="1">
              <a:off x="8071888" y="541007"/>
              <a:ext cx="29924" cy="14640"/>
            </a:xfrm>
            <a:custGeom>
              <a:rect b="b" l="l" r="r" t="t"/>
              <a:pathLst>
                <a:path extrusionOk="0" h="364" w="744">
                  <a:moveTo>
                    <a:pt x="245" y="0"/>
                  </a:moveTo>
                  <a:cubicBezTo>
                    <a:pt x="193" y="0"/>
                    <a:pt x="138" y="8"/>
                    <a:pt x="81" y="28"/>
                  </a:cubicBezTo>
                  <a:cubicBezTo>
                    <a:pt x="0" y="53"/>
                    <a:pt x="30" y="165"/>
                    <a:pt x="101" y="165"/>
                  </a:cubicBezTo>
                  <a:cubicBezTo>
                    <a:pt x="109" y="165"/>
                    <a:pt x="118" y="163"/>
                    <a:pt x="127" y="160"/>
                  </a:cubicBezTo>
                  <a:cubicBezTo>
                    <a:pt x="167" y="147"/>
                    <a:pt x="206" y="141"/>
                    <a:pt x="243" y="141"/>
                  </a:cubicBezTo>
                  <a:cubicBezTo>
                    <a:pt x="453" y="141"/>
                    <a:pt x="603" y="326"/>
                    <a:pt x="611" y="336"/>
                  </a:cubicBezTo>
                  <a:cubicBezTo>
                    <a:pt x="624" y="352"/>
                    <a:pt x="645" y="364"/>
                    <a:pt x="667" y="364"/>
                  </a:cubicBezTo>
                  <a:cubicBezTo>
                    <a:pt x="682" y="361"/>
                    <a:pt x="698" y="358"/>
                    <a:pt x="710" y="348"/>
                  </a:cubicBezTo>
                  <a:cubicBezTo>
                    <a:pt x="741" y="324"/>
                    <a:pt x="744" y="278"/>
                    <a:pt x="722" y="250"/>
                  </a:cubicBezTo>
                  <a:cubicBezTo>
                    <a:pt x="712" y="237"/>
                    <a:pt x="524" y="0"/>
                    <a:pt x="24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9"/>
            <p:cNvSpPr/>
            <p:nvPr/>
          </p:nvSpPr>
          <p:spPr>
            <a:xfrm flipH="1">
              <a:off x="8298413" y="246991"/>
              <a:ext cx="30849" cy="12307"/>
            </a:xfrm>
            <a:custGeom>
              <a:rect b="b" l="l" r="r" t="t"/>
              <a:pathLst>
                <a:path extrusionOk="0" h="306" w="767">
                  <a:moveTo>
                    <a:pt x="302" y="1"/>
                  </a:moveTo>
                  <a:cubicBezTo>
                    <a:pt x="230" y="1"/>
                    <a:pt x="153" y="16"/>
                    <a:pt x="73" y="56"/>
                  </a:cubicBezTo>
                  <a:cubicBezTo>
                    <a:pt x="1" y="90"/>
                    <a:pt x="37" y="190"/>
                    <a:pt x="105" y="190"/>
                  </a:cubicBezTo>
                  <a:cubicBezTo>
                    <a:pt x="115" y="190"/>
                    <a:pt x="126" y="188"/>
                    <a:pt x="138" y="182"/>
                  </a:cubicBezTo>
                  <a:cubicBezTo>
                    <a:pt x="194" y="154"/>
                    <a:pt x="249" y="143"/>
                    <a:pt x="301" y="143"/>
                  </a:cubicBezTo>
                  <a:cubicBezTo>
                    <a:pt x="486" y="143"/>
                    <a:pt x="633" y="280"/>
                    <a:pt x="641" y="287"/>
                  </a:cubicBezTo>
                  <a:cubicBezTo>
                    <a:pt x="653" y="299"/>
                    <a:pt x="671" y="306"/>
                    <a:pt x="690" y="306"/>
                  </a:cubicBezTo>
                  <a:cubicBezTo>
                    <a:pt x="708" y="306"/>
                    <a:pt x="727" y="299"/>
                    <a:pt x="739" y="284"/>
                  </a:cubicBezTo>
                  <a:cubicBezTo>
                    <a:pt x="767" y="256"/>
                    <a:pt x="767" y="213"/>
                    <a:pt x="739" y="185"/>
                  </a:cubicBezTo>
                  <a:cubicBezTo>
                    <a:pt x="730" y="176"/>
                    <a:pt x="546" y="1"/>
                    <a:pt x="30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9"/>
            <p:cNvSpPr/>
            <p:nvPr/>
          </p:nvSpPr>
          <p:spPr>
            <a:xfrm flipH="1">
              <a:off x="8308710" y="229213"/>
              <a:ext cx="30286" cy="10739"/>
            </a:xfrm>
            <a:custGeom>
              <a:rect b="b" l="l" r="r" t="t"/>
              <a:pathLst>
                <a:path extrusionOk="0" h="267" w="753">
                  <a:moveTo>
                    <a:pt x="317" y="1"/>
                  </a:moveTo>
                  <a:cubicBezTo>
                    <a:pt x="230" y="1"/>
                    <a:pt x="136" y="22"/>
                    <a:pt x="44" y="81"/>
                  </a:cubicBezTo>
                  <a:cubicBezTo>
                    <a:pt x="10" y="103"/>
                    <a:pt x="0" y="146"/>
                    <a:pt x="22" y="180"/>
                  </a:cubicBezTo>
                  <a:cubicBezTo>
                    <a:pt x="34" y="202"/>
                    <a:pt x="57" y="213"/>
                    <a:pt x="80" y="213"/>
                  </a:cubicBezTo>
                  <a:cubicBezTo>
                    <a:pt x="93" y="213"/>
                    <a:pt x="106" y="209"/>
                    <a:pt x="118" y="202"/>
                  </a:cubicBezTo>
                  <a:cubicBezTo>
                    <a:pt x="185" y="159"/>
                    <a:pt x="254" y="143"/>
                    <a:pt x="319" y="143"/>
                  </a:cubicBezTo>
                  <a:cubicBezTo>
                    <a:pt x="485" y="143"/>
                    <a:pt x="623" y="247"/>
                    <a:pt x="630" y="251"/>
                  </a:cubicBezTo>
                  <a:cubicBezTo>
                    <a:pt x="642" y="260"/>
                    <a:pt x="657" y="266"/>
                    <a:pt x="673" y="266"/>
                  </a:cubicBezTo>
                  <a:cubicBezTo>
                    <a:pt x="694" y="266"/>
                    <a:pt x="716" y="257"/>
                    <a:pt x="728" y="239"/>
                  </a:cubicBezTo>
                  <a:cubicBezTo>
                    <a:pt x="753" y="208"/>
                    <a:pt x="747" y="165"/>
                    <a:pt x="716" y="140"/>
                  </a:cubicBezTo>
                  <a:cubicBezTo>
                    <a:pt x="707" y="133"/>
                    <a:pt x="533" y="1"/>
                    <a:pt x="3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9"/>
            <p:cNvSpPr/>
            <p:nvPr/>
          </p:nvSpPr>
          <p:spPr>
            <a:xfrm flipH="1">
              <a:off x="7699481" y="666818"/>
              <a:ext cx="31050" cy="11784"/>
            </a:xfrm>
            <a:custGeom>
              <a:rect b="b" l="l" r="r" t="t"/>
              <a:pathLst>
                <a:path extrusionOk="0" h="293" w="772">
                  <a:moveTo>
                    <a:pt x="316" y="1"/>
                  </a:moveTo>
                  <a:cubicBezTo>
                    <a:pt x="239" y="1"/>
                    <a:pt x="156" y="18"/>
                    <a:pt x="72" y="64"/>
                  </a:cubicBezTo>
                  <a:cubicBezTo>
                    <a:pt x="1" y="101"/>
                    <a:pt x="40" y="197"/>
                    <a:pt x="105" y="197"/>
                  </a:cubicBezTo>
                  <a:cubicBezTo>
                    <a:pt x="116" y="197"/>
                    <a:pt x="128" y="194"/>
                    <a:pt x="140" y="188"/>
                  </a:cubicBezTo>
                  <a:cubicBezTo>
                    <a:pt x="200" y="155"/>
                    <a:pt x="260" y="142"/>
                    <a:pt x="316" y="142"/>
                  </a:cubicBezTo>
                  <a:cubicBezTo>
                    <a:pt x="494" y="142"/>
                    <a:pt x="638" y="267"/>
                    <a:pt x="645" y="274"/>
                  </a:cubicBezTo>
                  <a:cubicBezTo>
                    <a:pt x="658" y="286"/>
                    <a:pt x="676" y="292"/>
                    <a:pt x="692" y="292"/>
                  </a:cubicBezTo>
                  <a:cubicBezTo>
                    <a:pt x="713" y="292"/>
                    <a:pt x="732" y="283"/>
                    <a:pt x="744" y="271"/>
                  </a:cubicBezTo>
                  <a:cubicBezTo>
                    <a:pt x="772" y="240"/>
                    <a:pt x="769" y="197"/>
                    <a:pt x="741" y="169"/>
                  </a:cubicBezTo>
                  <a:cubicBezTo>
                    <a:pt x="729" y="160"/>
                    <a:pt x="549" y="1"/>
                    <a:pt x="31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9"/>
            <p:cNvSpPr/>
            <p:nvPr/>
          </p:nvSpPr>
          <p:spPr>
            <a:xfrm flipH="1">
              <a:off x="7673297" y="654511"/>
              <a:ext cx="31693" cy="11825"/>
            </a:xfrm>
            <a:custGeom>
              <a:rect b="b" l="l" r="r" t="t"/>
              <a:pathLst>
                <a:path extrusionOk="0" h="294" w="788">
                  <a:moveTo>
                    <a:pt x="314" y="0"/>
                  </a:moveTo>
                  <a:cubicBezTo>
                    <a:pt x="237" y="0"/>
                    <a:pt x="155" y="17"/>
                    <a:pt x="72" y="62"/>
                  </a:cubicBezTo>
                  <a:cubicBezTo>
                    <a:pt x="1" y="101"/>
                    <a:pt x="40" y="197"/>
                    <a:pt x="105" y="197"/>
                  </a:cubicBezTo>
                  <a:cubicBezTo>
                    <a:pt x="116" y="197"/>
                    <a:pt x="128" y="194"/>
                    <a:pt x="140" y="188"/>
                  </a:cubicBezTo>
                  <a:cubicBezTo>
                    <a:pt x="200" y="156"/>
                    <a:pt x="260" y="143"/>
                    <a:pt x="316" y="143"/>
                  </a:cubicBezTo>
                  <a:cubicBezTo>
                    <a:pt x="495" y="143"/>
                    <a:pt x="639" y="268"/>
                    <a:pt x="646" y="275"/>
                  </a:cubicBezTo>
                  <a:cubicBezTo>
                    <a:pt x="658" y="287"/>
                    <a:pt x="677" y="293"/>
                    <a:pt x="695" y="293"/>
                  </a:cubicBezTo>
                  <a:cubicBezTo>
                    <a:pt x="757" y="293"/>
                    <a:pt x="788" y="213"/>
                    <a:pt x="741" y="170"/>
                  </a:cubicBezTo>
                  <a:cubicBezTo>
                    <a:pt x="730" y="160"/>
                    <a:pt x="548" y="0"/>
                    <a:pt x="3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9"/>
            <p:cNvSpPr/>
            <p:nvPr/>
          </p:nvSpPr>
          <p:spPr>
            <a:xfrm flipH="1">
              <a:off x="7512775" y="1097948"/>
              <a:ext cx="28878" cy="16329"/>
            </a:xfrm>
            <a:custGeom>
              <a:rect b="b" l="l" r="r" t="t"/>
              <a:pathLst>
                <a:path extrusionOk="0" h="406" w="718">
                  <a:moveTo>
                    <a:pt x="197" y="0"/>
                  </a:moveTo>
                  <a:cubicBezTo>
                    <a:pt x="160" y="0"/>
                    <a:pt x="120" y="4"/>
                    <a:pt x="79" y="14"/>
                  </a:cubicBezTo>
                  <a:cubicBezTo>
                    <a:pt x="1" y="37"/>
                    <a:pt x="21" y="151"/>
                    <a:pt x="96" y="151"/>
                  </a:cubicBezTo>
                  <a:cubicBezTo>
                    <a:pt x="100" y="151"/>
                    <a:pt x="105" y="150"/>
                    <a:pt x="110" y="149"/>
                  </a:cubicBezTo>
                  <a:cubicBezTo>
                    <a:pt x="138" y="143"/>
                    <a:pt x="166" y="140"/>
                    <a:pt x="192" y="140"/>
                  </a:cubicBezTo>
                  <a:cubicBezTo>
                    <a:pt x="423" y="140"/>
                    <a:pt x="570" y="360"/>
                    <a:pt x="576" y="371"/>
                  </a:cubicBezTo>
                  <a:cubicBezTo>
                    <a:pt x="588" y="393"/>
                    <a:pt x="613" y="405"/>
                    <a:pt x="634" y="405"/>
                  </a:cubicBezTo>
                  <a:cubicBezTo>
                    <a:pt x="650" y="405"/>
                    <a:pt x="662" y="399"/>
                    <a:pt x="675" y="393"/>
                  </a:cubicBezTo>
                  <a:cubicBezTo>
                    <a:pt x="709" y="371"/>
                    <a:pt x="718" y="328"/>
                    <a:pt x="696" y="294"/>
                  </a:cubicBezTo>
                  <a:cubicBezTo>
                    <a:pt x="688" y="281"/>
                    <a:pt x="503" y="0"/>
                    <a:pt x="19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9"/>
            <p:cNvSpPr/>
            <p:nvPr/>
          </p:nvSpPr>
          <p:spPr>
            <a:xfrm flipH="1">
              <a:off x="7541171" y="1104987"/>
              <a:ext cx="29160" cy="16370"/>
            </a:xfrm>
            <a:custGeom>
              <a:rect b="b" l="l" r="r" t="t"/>
              <a:pathLst>
                <a:path extrusionOk="0" h="407" w="725">
                  <a:moveTo>
                    <a:pt x="203" y="1"/>
                  </a:moveTo>
                  <a:cubicBezTo>
                    <a:pt x="166" y="1"/>
                    <a:pt x="127" y="5"/>
                    <a:pt x="86" y="15"/>
                  </a:cubicBezTo>
                  <a:cubicBezTo>
                    <a:pt x="0" y="35"/>
                    <a:pt x="21" y="156"/>
                    <a:pt x="98" y="156"/>
                  </a:cubicBezTo>
                  <a:cubicBezTo>
                    <a:pt x="104" y="156"/>
                    <a:pt x="110" y="155"/>
                    <a:pt x="117" y="153"/>
                  </a:cubicBezTo>
                  <a:cubicBezTo>
                    <a:pt x="146" y="146"/>
                    <a:pt x="174" y="143"/>
                    <a:pt x="201" y="143"/>
                  </a:cubicBezTo>
                  <a:cubicBezTo>
                    <a:pt x="430" y="143"/>
                    <a:pt x="574" y="364"/>
                    <a:pt x="583" y="375"/>
                  </a:cubicBezTo>
                  <a:cubicBezTo>
                    <a:pt x="595" y="394"/>
                    <a:pt x="617" y="406"/>
                    <a:pt x="641" y="406"/>
                  </a:cubicBezTo>
                  <a:cubicBezTo>
                    <a:pt x="657" y="406"/>
                    <a:pt x="669" y="403"/>
                    <a:pt x="681" y="394"/>
                  </a:cubicBezTo>
                  <a:cubicBezTo>
                    <a:pt x="715" y="375"/>
                    <a:pt x="724" y="332"/>
                    <a:pt x="703" y="298"/>
                  </a:cubicBezTo>
                  <a:cubicBezTo>
                    <a:pt x="692" y="285"/>
                    <a:pt x="509" y="1"/>
                    <a:pt x="20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9"/>
            <p:cNvSpPr/>
            <p:nvPr/>
          </p:nvSpPr>
          <p:spPr>
            <a:xfrm flipH="1">
              <a:off x="7552593" y="1073735"/>
              <a:ext cx="28918" cy="16329"/>
            </a:xfrm>
            <a:custGeom>
              <a:rect b="b" l="l" r="r" t="t"/>
              <a:pathLst>
                <a:path extrusionOk="0" h="406" w="719">
                  <a:moveTo>
                    <a:pt x="197" y="1"/>
                  </a:moveTo>
                  <a:cubicBezTo>
                    <a:pt x="160" y="1"/>
                    <a:pt x="121" y="5"/>
                    <a:pt x="80" y="14"/>
                  </a:cubicBezTo>
                  <a:cubicBezTo>
                    <a:pt x="1" y="38"/>
                    <a:pt x="22" y="154"/>
                    <a:pt x="102" y="154"/>
                  </a:cubicBezTo>
                  <a:cubicBezTo>
                    <a:pt x="106" y="154"/>
                    <a:pt x="110" y="154"/>
                    <a:pt x="114" y="153"/>
                  </a:cubicBezTo>
                  <a:cubicBezTo>
                    <a:pt x="143" y="146"/>
                    <a:pt x="172" y="143"/>
                    <a:pt x="199" y="143"/>
                  </a:cubicBezTo>
                  <a:cubicBezTo>
                    <a:pt x="428" y="143"/>
                    <a:pt x="571" y="364"/>
                    <a:pt x="577" y="372"/>
                  </a:cubicBezTo>
                  <a:cubicBezTo>
                    <a:pt x="589" y="394"/>
                    <a:pt x="614" y="406"/>
                    <a:pt x="639" y="406"/>
                  </a:cubicBezTo>
                  <a:cubicBezTo>
                    <a:pt x="651" y="406"/>
                    <a:pt x="663" y="403"/>
                    <a:pt x="676" y="394"/>
                  </a:cubicBezTo>
                  <a:cubicBezTo>
                    <a:pt x="709" y="372"/>
                    <a:pt x="719" y="329"/>
                    <a:pt x="697" y="298"/>
                  </a:cubicBezTo>
                  <a:cubicBezTo>
                    <a:pt x="689" y="284"/>
                    <a:pt x="504" y="1"/>
                    <a:pt x="19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9"/>
            <p:cNvSpPr/>
            <p:nvPr/>
          </p:nvSpPr>
          <p:spPr>
            <a:xfrm flipH="1">
              <a:off x="7573911" y="1083670"/>
              <a:ext cx="29079" cy="16329"/>
            </a:xfrm>
            <a:custGeom>
              <a:rect b="b" l="l" r="r" t="t"/>
              <a:pathLst>
                <a:path extrusionOk="0" h="406" w="723">
                  <a:moveTo>
                    <a:pt x="203" y="0"/>
                  </a:moveTo>
                  <a:cubicBezTo>
                    <a:pt x="166" y="0"/>
                    <a:pt x="127" y="5"/>
                    <a:pt x="87" y="14"/>
                  </a:cubicBezTo>
                  <a:cubicBezTo>
                    <a:pt x="0" y="34"/>
                    <a:pt x="22" y="155"/>
                    <a:pt x="101" y="155"/>
                  </a:cubicBezTo>
                  <a:cubicBezTo>
                    <a:pt x="106" y="155"/>
                    <a:pt x="112" y="154"/>
                    <a:pt x="118" y="153"/>
                  </a:cubicBezTo>
                  <a:cubicBezTo>
                    <a:pt x="147" y="146"/>
                    <a:pt x="175" y="143"/>
                    <a:pt x="202" y="143"/>
                  </a:cubicBezTo>
                  <a:cubicBezTo>
                    <a:pt x="431" y="143"/>
                    <a:pt x="575" y="364"/>
                    <a:pt x="580" y="375"/>
                  </a:cubicBezTo>
                  <a:cubicBezTo>
                    <a:pt x="596" y="393"/>
                    <a:pt x="617" y="406"/>
                    <a:pt x="642" y="406"/>
                  </a:cubicBezTo>
                  <a:cubicBezTo>
                    <a:pt x="654" y="406"/>
                    <a:pt x="670" y="403"/>
                    <a:pt x="682" y="393"/>
                  </a:cubicBezTo>
                  <a:cubicBezTo>
                    <a:pt x="713" y="375"/>
                    <a:pt x="722" y="329"/>
                    <a:pt x="704" y="298"/>
                  </a:cubicBezTo>
                  <a:cubicBezTo>
                    <a:pt x="693" y="284"/>
                    <a:pt x="508" y="0"/>
                    <a:pt x="20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9"/>
            <p:cNvSpPr/>
            <p:nvPr/>
          </p:nvSpPr>
          <p:spPr>
            <a:xfrm flipH="1">
              <a:off x="7512775" y="1117777"/>
              <a:ext cx="29200" cy="16329"/>
            </a:xfrm>
            <a:custGeom>
              <a:rect b="b" l="l" r="r" t="t"/>
              <a:pathLst>
                <a:path extrusionOk="0" h="406" w="726">
                  <a:moveTo>
                    <a:pt x="204" y="1"/>
                  </a:moveTo>
                  <a:cubicBezTo>
                    <a:pt x="167" y="1"/>
                    <a:pt x="128" y="5"/>
                    <a:pt x="87" y="14"/>
                  </a:cubicBezTo>
                  <a:cubicBezTo>
                    <a:pt x="1" y="34"/>
                    <a:pt x="25" y="155"/>
                    <a:pt x="102" y="155"/>
                  </a:cubicBezTo>
                  <a:cubicBezTo>
                    <a:pt x="107" y="155"/>
                    <a:pt x="112" y="154"/>
                    <a:pt x="118" y="153"/>
                  </a:cubicBezTo>
                  <a:cubicBezTo>
                    <a:pt x="147" y="146"/>
                    <a:pt x="176" y="143"/>
                    <a:pt x="203" y="143"/>
                  </a:cubicBezTo>
                  <a:cubicBezTo>
                    <a:pt x="432" y="143"/>
                    <a:pt x="578" y="364"/>
                    <a:pt x="584" y="375"/>
                  </a:cubicBezTo>
                  <a:cubicBezTo>
                    <a:pt x="596" y="394"/>
                    <a:pt x="621" y="406"/>
                    <a:pt x="642" y="406"/>
                  </a:cubicBezTo>
                  <a:cubicBezTo>
                    <a:pt x="658" y="406"/>
                    <a:pt x="670" y="403"/>
                    <a:pt x="683" y="394"/>
                  </a:cubicBezTo>
                  <a:cubicBezTo>
                    <a:pt x="717" y="375"/>
                    <a:pt x="726" y="329"/>
                    <a:pt x="704" y="298"/>
                  </a:cubicBezTo>
                  <a:cubicBezTo>
                    <a:pt x="696" y="284"/>
                    <a:pt x="511" y="1"/>
                    <a:pt x="2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9"/>
            <p:cNvSpPr/>
            <p:nvPr/>
          </p:nvSpPr>
          <p:spPr>
            <a:xfrm flipH="1">
              <a:off x="7484218" y="1120633"/>
              <a:ext cx="29200" cy="16329"/>
            </a:xfrm>
            <a:custGeom>
              <a:rect b="b" l="l" r="r" t="t"/>
              <a:pathLst>
                <a:path extrusionOk="0" h="406" w="726">
                  <a:moveTo>
                    <a:pt x="203" y="1"/>
                  </a:moveTo>
                  <a:cubicBezTo>
                    <a:pt x="166" y="1"/>
                    <a:pt x="127" y="5"/>
                    <a:pt x="87" y="14"/>
                  </a:cubicBezTo>
                  <a:cubicBezTo>
                    <a:pt x="0" y="34"/>
                    <a:pt x="22" y="155"/>
                    <a:pt x="101" y="155"/>
                  </a:cubicBezTo>
                  <a:cubicBezTo>
                    <a:pt x="106" y="155"/>
                    <a:pt x="112" y="154"/>
                    <a:pt x="118" y="153"/>
                  </a:cubicBezTo>
                  <a:cubicBezTo>
                    <a:pt x="146" y="146"/>
                    <a:pt x="174" y="143"/>
                    <a:pt x="201" y="143"/>
                  </a:cubicBezTo>
                  <a:cubicBezTo>
                    <a:pt x="428" y="143"/>
                    <a:pt x="575" y="364"/>
                    <a:pt x="580" y="372"/>
                  </a:cubicBezTo>
                  <a:cubicBezTo>
                    <a:pt x="593" y="394"/>
                    <a:pt x="617" y="406"/>
                    <a:pt x="642" y="406"/>
                  </a:cubicBezTo>
                  <a:cubicBezTo>
                    <a:pt x="654" y="406"/>
                    <a:pt x="670" y="403"/>
                    <a:pt x="682" y="394"/>
                  </a:cubicBezTo>
                  <a:cubicBezTo>
                    <a:pt x="716" y="372"/>
                    <a:pt x="725" y="329"/>
                    <a:pt x="704" y="298"/>
                  </a:cubicBezTo>
                  <a:cubicBezTo>
                    <a:pt x="693" y="284"/>
                    <a:pt x="507" y="1"/>
                    <a:pt x="20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9"/>
            <p:cNvSpPr/>
            <p:nvPr/>
          </p:nvSpPr>
          <p:spPr>
            <a:xfrm flipH="1">
              <a:off x="7774131" y="1344504"/>
              <a:ext cx="31573" cy="12669"/>
            </a:xfrm>
            <a:custGeom>
              <a:rect b="b" l="l" r="r" t="t"/>
              <a:pathLst>
                <a:path extrusionOk="0" h="315" w="785">
                  <a:moveTo>
                    <a:pt x="293" y="0"/>
                  </a:moveTo>
                  <a:cubicBezTo>
                    <a:pt x="225" y="0"/>
                    <a:pt x="152" y="14"/>
                    <a:pt x="78" y="49"/>
                  </a:cubicBezTo>
                  <a:cubicBezTo>
                    <a:pt x="0" y="84"/>
                    <a:pt x="37" y="186"/>
                    <a:pt x="104" y="186"/>
                  </a:cubicBezTo>
                  <a:cubicBezTo>
                    <a:pt x="114" y="186"/>
                    <a:pt x="125" y="184"/>
                    <a:pt x="136" y="179"/>
                  </a:cubicBezTo>
                  <a:cubicBezTo>
                    <a:pt x="191" y="153"/>
                    <a:pt x="245" y="142"/>
                    <a:pt x="296" y="142"/>
                  </a:cubicBezTo>
                  <a:cubicBezTo>
                    <a:pt x="485" y="142"/>
                    <a:pt x="632" y="286"/>
                    <a:pt x="639" y="293"/>
                  </a:cubicBezTo>
                  <a:cubicBezTo>
                    <a:pt x="652" y="305"/>
                    <a:pt x="670" y="314"/>
                    <a:pt x="689" y="314"/>
                  </a:cubicBezTo>
                  <a:cubicBezTo>
                    <a:pt x="750" y="314"/>
                    <a:pt x="784" y="237"/>
                    <a:pt x="738" y="194"/>
                  </a:cubicBezTo>
                  <a:cubicBezTo>
                    <a:pt x="728" y="184"/>
                    <a:pt x="540" y="0"/>
                    <a:pt x="29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9"/>
            <p:cNvSpPr/>
            <p:nvPr/>
          </p:nvSpPr>
          <p:spPr>
            <a:xfrm flipH="1">
              <a:off x="7800436" y="1357495"/>
              <a:ext cx="31492" cy="12710"/>
            </a:xfrm>
            <a:custGeom>
              <a:rect b="b" l="l" r="r" t="t"/>
              <a:pathLst>
                <a:path extrusionOk="0" h="316" w="783">
                  <a:moveTo>
                    <a:pt x="292" y="1"/>
                  </a:moveTo>
                  <a:cubicBezTo>
                    <a:pt x="224" y="1"/>
                    <a:pt x="151" y="15"/>
                    <a:pt x="76" y="50"/>
                  </a:cubicBezTo>
                  <a:cubicBezTo>
                    <a:pt x="1" y="85"/>
                    <a:pt x="38" y="187"/>
                    <a:pt x="105" y="187"/>
                  </a:cubicBezTo>
                  <a:cubicBezTo>
                    <a:pt x="115" y="187"/>
                    <a:pt x="126" y="185"/>
                    <a:pt x="138" y="180"/>
                  </a:cubicBezTo>
                  <a:cubicBezTo>
                    <a:pt x="192" y="153"/>
                    <a:pt x="245" y="143"/>
                    <a:pt x="296" y="143"/>
                  </a:cubicBezTo>
                  <a:cubicBezTo>
                    <a:pt x="483" y="143"/>
                    <a:pt x="630" y="286"/>
                    <a:pt x="637" y="294"/>
                  </a:cubicBezTo>
                  <a:cubicBezTo>
                    <a:pt x="653" y="306"/>
                    <a:pt x="668" y="315"/>
                    <a:pt x="687" y="315"/>
                  </a:cubicBezTo>
                  <a:lnTo>
                    <a:pt x="690" y="315"/>
                  </a:lnTo>
                  <a:cubicBezTo>
                    <a:pt x="751" y="315"/>
                    <a:pt x="782" y="238"/>
                    <a:pt x="739" y="195"/>
                  </a:cubicBezTo>
                  <a:cubicBezTo>
                    <a:pt x="729" y="185"/>
                    <a:pt x="541" y="1"/>
                    <a:pt x="29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9"/>
            <p:cNvSpPr/>
            <p:nvPr/>
          </p:nvSpPr>
          <p:spPr>
            <a:xfrm flipH="1">
              <a:off x="7818173" y="1329421"/>
              <a:ext cx="31492" cy="12629"/>
            </a:xfrm>
            <a:custGeom>
              <a:rect b="b" l="l" r="r" t="t"/>
              <a:pathLst>
                <a:path extrusionOk="0" h="314" w="783">
                  <a:moveTo>
                    <a:pt x="294" y="0"/>
                  </a:moveTo>
                  <a:cubicBezTo>
                    <a:pt x="225" y="0"/>
                    <a:pt x="151" y="15"/>
                    <a:pt x="76" y="51"/>
                  </a:cubicBezTo>
                  <a:cubicBezTo>
                    <a:pt x="1" y="83"/>
                    <a:pt x="38" y="185"/>
                    <a:pt x="103" y="185"/>
                  </a:cubicBezTo>
                  <a:cubicBezTo>
                    <a:pt x="113" y="185"/>
                    <a:pt x="124" y="183"/>
                    <a:pt x="135" y="177"/>
                  </a:cubicBezTo>
                  <a:cubicBezTo>
                    <a:pt x="189" y="151"/>
                    <a:pt x="243" y="141"/>
                    <a:pt x="294" y="141"/>
                  </a:cubicBezTo>
                  <a:cubicBezTo>
                    <a:pt x="483" y="141"/>
                    <a:pt x="630" y="285"/>
                    <a:pt x="637" y="295"/>
                  </a:cubicBezTo>
                  <a:cubicBezTo>
                    <a:pt x="650" y="307"/>
                    <a:pt x="668" y="313"/>
                    <a:pt x="687" y="313"/>
                  </a:cubicBezTo>
                  <a:cubicBezTo>
                    <a:pt x="748" y="313"/>
                    <a:pt x="782" y="239"/>
                    <a:pt x="736" y="193"/>
                  </a:cubicBezTo>
                  <a:cubicBezTo>
                    <a:pt x="726" y="183"/>
                    <a:pt x="540" y="0"/>
                    <a:pt x="29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9"/>
            <p:cNvSpPr/>
            <p:nvPr/>
          </p:nvSpPr>
          <p:spPr>
            <a:xfrm flipH="1">
              <a:off x="8553455" y="902192"/>
              <a:ext cx="17415" cy="29361"/>
            </a:xfrm>
            <a:custGeom>
              <a:rect b="b" l="l" r="r" t="t"/>
              <a:pathLst>
                <a:path extrusionOk="0" h="730" w="433">
                  <a:moveTo>
                    <a:pt x="227" y="0"/>
                  </a:moveTo>
                  <a:cubicBezTo>
                    <a:pt x="202" y="0"/>
                    <a:pt x="177" y="13"/>
                    <a:pt x="164" y="45"/>
                  </a:cubicBezTo>
                  <a:cubicBezTo>
                    <a:pt x="158" y="63"/>
                    <a:pt x="1" y="455"/>
                    <a:pt x="288" y="711"/>
                  </a:cubicBezTo>
                  <a:cubicBezTo>
                    <a:pt x="303" y="723"/>
                    <a:pt x="319" y="729"/>
                    <a:pt x="337" y="729"/>
                  </a:cubicBezTo>
                  <a:cubicBezTo>
                    <a:pt x="402" y="729"/>
                    <a:pt x="433" y="649"/>
                    <a:pt x="383" y="606"/>
                  </a:cubicBezTo>
                  <a:cubicBezTo>
                    <a:pt x="171" y="415"/>
                    <a:pt x="291" y="112"/>
                    <a:pt x="294" y="97"/>
                  </a:cubicBezTo>
                  <a:cubicBezTo>
                    <a:pt x="318" y="42"/>
                    <a:pt x="272" y="0"/>
                    <a:pt x="2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9"/>
            <p:cNvSpPr/>
            <p:nvPr/>
          </p:nvSpPr>
          <p:spPr>
            <a:xfrm flipH="1">
              <a:off x="8537085" y="875727"/>
              <a:ext cx="16651" cy="29280"/>
            </a:xfrm>
            <a:custGeom>
              <a:rect b="b" l="l" r="r" t="t"/>
              <a:pathLst>
                <a:path extrusionOk="0" h="728" w="414">
                  <a:moveTo>
                    <a:pt x="226" y="0"/>
                  </a:moveTo>
                  <a:cubicBezTo>
                    <a:pt x="198" y="0"/>
                    <a:pt x="173" y="17"/>
                    <a:pt x="161" y="43"/>
                  </a:cubicBezTo>
                  <a:cubicBezTo>
                    <a:pt x="155" y="61"/>
                    <a:pt x="1" y="453"/>
                    <a:pt x="287" y="709"/>
                  </a:cubicBezTo>
                  <a:cubicBezTo>
                    <a:pt x="300" y="721"/>
                    <a:pt x="318" y="727"/>
                    <a:pt x="334" y="727"/>
                  </a:cubicBezTo>
                  <a:cubicBezTo>
                    <a:pt x="355" y="727"/>
                    <a:pt x="374" y="718"/>
                    <a:pt x="386" y="703"/>
                  </a:cubicBezTo>
                  <a:cubicBezTo>
                    <a:pt x="414" y="675"/>
                    <a:pt x="411" y="629"/>
                    <a:pt x="380" y="604"/>
                  </a:cubicBezTo>
                  <a:cubicBezTo>
                    <a:pt x="167" y="416"/>
                    <a:pt x="287" y="110"/>
                    <a:pt x="294" y="98"/>
                  </a:cubicBezTo>
                  <a:cubicBezTo>
                    <a:pt x="306" y="61"/>
                    <a:pt x="290" y="21"/>
                    <a:pt x="253" y="6"/>
                  </a:cubicBezTo>
                  <a:cubicBezTo>
                    <a:pt x="244" y="2"/>
                    <a:pt x="235" y="0"/>
                    <a:pt x="22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9"/>
            <p:cNvSpPr/>
            <p:nvPr/>
          </p:nvSpPr>
          <p:spPr>
            <a:xfrm flipH="1">
              <a:off x="8530730" y="921096"/>
              <a:ext cx="17295" cy="29441"/>
            </a:xfrm>
            <a:custGeom>
              <a:rect b="b" l="l" r="r" t="t"/>
              <a:pathLst>
                <a:path extrusionOk="0" h="732" w="430">
                  <a:moveTo>
                    <a:pt x="226" y="1"/>
                  </a:moveTo>
                  <a:cubicBezTo>
                    <a:pt x="198" y="1"/>
                    <a:pt x="172" y="18"/>
                    <a:pt x="161" y="46"/>
                  </a:cubicBezTo>
                  <a:cubicBezTo>
                    <a:pt x="155" y="62"/>
                    <a:pt x="0" y="454"/>
                    <a:pt x="287" y="713"/>
                  </a:cubicBezTo>
                  <a:cubicBezTo>
                    <a:pt x="300" y="722"/>
                    <a:pt x="315" y="731"/>
                    <a:pt x="333" y="731"/>
                  </a:cubicBezTo>
                  <a:cubicBezTo>
                    <a:pt x="398" y="731"/>
                    <a:pt x="429" y="651"/>
                    <a:pt x="380" y="608"/>
                  </a:cubicBezTo>
                  <a:cubicBezTo>
                    <a:pt x="167" y="417"/>
                    <a:pt x="287" y="111"/>
                    <a:pt x="293" y="99"/>
                  </a:cubicBezTo>
                  <a:cubicBezTo>
                    <a:pt x="306" y="65"/>
                    <a:pt x="290" y="22"/>
                    <a:pt x="253" y="6"/>
                  </a:cubicBezTo>
                  <a:cubicBezTo>
                    <a:pt x="244" y="3"/>
                    <a:pt x="235" y="1"/>
                    <a:pt x="22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9"/>
            <p:cNvSpPr/>
            <p:nvPr/>
          </p:nvSpPr>
          <p:spPr>
            <a:xfrm flipH="1">
              <a:off x="8515004" y="956812"/>
              <a:ext cx="19627" cy="26103"/>
            </a:xfrm>
            <a:custGeom>
              <a:rect b="b" l="l" r="r" t="t"/>
              <a:pathLst>
                <a:path extrusionOk="0" h="649" w="488">
                  <a:moveTo>
                    <a:pt x="71" y="0"/>
                  </a:moveTo>
                  <a:cubicBezTo>
                    <a:pt x="34" y="0"/>
                    <a:pt x="4" y="31"/>
                    <a:pt x="4" y="68"/>
                  </a:cubicBezTo>
                  <a:cubicBezTo>
                    <a:pt x="0" y="87"/>
                    <a:pt x="0" y="509"/>
                    <a:pt x="364" y="642"/>
                  </a:cubicBezTo>
                  <a:cubicBezTo>
                    <a:pt x="371" y="645"/>
                    <a:pt x="380" y="648"/>
                    <a:pt x="386" y="648"/>
                  </a:cubicBezTo>
                  <a:lnTo>
                    <a:pt x="389" y="648"/>
                  </a:lnTo>
                  <a:cubicBezTo>
                    <a:pt x="466" y="648"/>
                    <a:pt x="488" y="537"/>
                    <a:pt x="414" y="509"/>
                  </a:cubicBezTo>
                  <a:cubicBezTo>
                    <a:pt x="142" y="411"/>
                    <a:pt x="142" y="84"/>
                    <a:pt x="142" y="71"/>
                  </a:cubicBezTo>
                  <a:cubicBezTo>
                    <a:pt x="142" y="31"/>
                    <a:pt x="112" y="0"/>
                    <a:pt x="7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9"/>
            <p:cNvSpPr/>
            <p:nvPr/>
          </p:nvSpPr>
          <p:spPr>
            <a:xfrm flipH="1">
              <a:off x="8504948" y="996873"/>
              <a:ext cx="19507" cy="26103"/>
            </a:xfrm>
            <a:custGeom>
              <a:rect b="b" l="l" r="r" t="t"/>
              <a:pathLst>
                <a:path extrusionOk="0" h="649" w="485">
                  <a:moveTo>
                    <a:pt x="71" y="1"/>
                  </a:moveTo>
                  <a:cubicBezTo>
                    <a:pt x="31" y="1"/>
                    <a:pt x="0" y="32"/>
                    <a:pt x="0" y="72"/>
                  </a:cubicBezTo>
                  <a:cubicBezTo>
                    <a:pt x="0" y="90"/>
                    <a:pt x="0" y="513"/>
                    <a:pt x="361" y="645"/>
                  </a:cubicBezTo>
                  <a:cubicBezTo>
                    <a:pt x="371" y="648"/>
                    <a:pt x="377" y="648"/>
                    <a:pt x="386" y="648"/>
                  </a:cubicBezTo>
                  <a:cubicBezTo>
                    <a:pt x="466" y="648"/>
                    <a:pt x="485" y="540"/>
                    <a:pt x="411" y="513"/>
                  </a:cubicBezTo>
                  <a:cubicBezTo>
                    <a:pt x="142" y="414"/>
                    <a:pt x="142" y="87"/>
                    <a:pt x="142" y="72"/>
                  </a:cubicBezTo>
                  <a:cubicBezTo>
                    <a:pt x="142" y="35"/>
                    <a:pt x="111" y="1"/>
                    <a:pt x="7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9"/>
            <p:cNvSpPr/>
            <p:nvPr/>
          </p:nvSpPr>
          <p:spPr>
            <a:xfrm flipH="1">
              <a:off x="8531414" y="978009"/>
              <a:ext cx="19587" cy="25982"/>
            </a:xfrm>
            <a:custGeom>
              <a:rect b="b" l="l" r="r" t="t"/>
              <a:pathLst>
                <a:path extrusionOk="0" h="646" w="487">
                  <a:moveTo>
                    <a:pt x="67" y="1"/>
                  </a:moveTo>
                  <a:cubicBezTo>
                    <a:pt x="31" y="1"/>
                    <a:pt x="0" y="33"/>
                    <a:pt x="0" y="69"/>
                  </a:cubicBezTo>
                  <a:cubicBezTo>
                    <a:pt x="0" y="87"/>
                    <a:pt x="0" y="510"/>
                    <a:pt x="361" y="642"/>
                  </a:cubicBezTo>
                  <a:cubicBezTo>
                    <a:pt x="370" y="645"/>
                    <a:pt x="377" y="645"/>
                    <a:pt x="386" y="645"/>
                  </a:cubicBezTo>
                  <a:cubicBezTo>
                    <a:pt x="387" y="646"/>
                    <a:pt x="388" y="646"/>
                    <a:pt x="389" y="646"/>
                  </a:cubicBezTo>
                  <a:cubicBezTo>
                    <a:pt x="467" y="646"/>
                    <a:pt x="487" y="537"/>
                    <a:pt x="411" y="510"/>
                  </a:cubicBezTo>
                  <a:cubicBezTo>
                    <a:pt x="142" y="411"/>
                    <a:pt x="142" y="84"/>
                    <a:pt x="142" y="72"/>
                  </a:cubicBezTo>
                  <a:cubicBezTo>
                    <a:pt x="142" y="32"/>
                    <a:pt x="111" y="1"/>
                    <a:pt x="71" y="1"/>
                  </a:cubicBezTo>
                  <a:cubicBezTo>
                    <a:pt x="70" y="1"/>
                    <a:pt x="68" y="1"/>
                    <a:pt x="6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9"/>
            <p:cNvSpPr/>
            <p:nvPr/>
          </p:nvSpPr>
          <p:spPr>
            <a:xfrm flipH="1">
              <a:off x="8544767" y="944947"/>
              <a:ext cx="19024" cy="27269"/>
            </a:xfrm>
            <a:custGeom>
              <a:rect b="b" l="l" r="r" t="t"/>
              <a:pathLst>
                <a:path extrusionOk="0" h="678" w="473">
                  <a:moveTo>
                    <a:pt x="122" y="1"/>
                  </a:moveTo>
                  <a:cubicBezTo>
                    <a:pt x="92" y="1"/>
                    <a:pt x="61" y="19"/>
                    <a:pt x="53" y="58"/>
                  </a:cubicBezTo>
                  <a:cubicBezTo>
                    <a:pt x="50" y="73"/>
                    <a:pt x="1" y="493"/>
                    <a:pt x="343" y="669"/>
                  </a:cubicBezTo>
                  <a:cubicBezTo>
                    <a:pt x="352" y="675"/>
                    <a:pt x="365" y="678"/>
                    <a:pt x="377" y="678"/>
                  </a:cubicBezTo>
                  <a:cubicBezTo>
                    <a:pt x="448" y="675"/>
                    <a:pt x="473" y="576"/>
                    <a:pt x="408" y="542"/>
                  </a:cubicBezTo>
                  <a:cubicBezTo>
                    <a:pt x="155" y="413"/>
                    <a:pt x="192" y="89"/>
                    <a:pt x="192" y="76"/>
                  </a:cubicBezTo>
                  <a:cubicBezTo>
                    <a:pt x="195" y="27"/>
                    <a:pt x="159" y="1"/>
                    <a:pt x="12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9"/>
            <p:cNvSpPr/>
            <p:nvPr/>
          </p:nvSpPr>
          <p:spPr>
            <a:xfrm flipH="1">
              <a:off x="8558442" y="860563"/>
              <a:ext cx="16772" cy="29562"/>
            </a:xfrm>
            <a:custGeom>
              <a:rect b="b" l="l" r="r" t="t"/>
              <a:pathLst>
                <a:path extrusionOk="0" h="735" w="417">
                  <a:moveTo>
                    <a:pt x="319" y="0"/>
                  </a:moveTo>
                  <a:cubicBezTo>
                    <a:pt x="300" y="0"/>
                    <a:pt x="282" y="8"/>
                    <a:pt x="266" y="25"/>
                  </a:cubicBezTo>
                  <a:cubicBezTo>
                    <a:pt x="257" y="40"/>
                    <a:pt x="1" y="376"/>
                    <a:pt x="211" y="700"/>
                  </a:cubicBezTo>
                  <a:cubicBezTo>
                    <a:pt x="223" y="722"/>
                    <a:pt x="245" y="731"/>
                    <a:pt x="269" y="734"/>
                  </a:cubicBezTo>
                  <a:cubicBezTo>
                    <a:pt x="282" y="734"/>
                    <a:pt x="297" y="728"/>
                    <a:pt x="306" y="722"/>
                  </a:cubicBezTo>
                  <a:cubicBezTo>
                    <a:pt x="340" y="700"/>
                    <a:pt x="349" y="657"/>
                    <a:pt x="328" y="623"/>
                  </a:cubicBezTo>
                  <a:cubicBezTo>
                    <a:pt x="174" y="386"/>
                    <a:pt x="371" y="123"/>
                    <a:pt x="380" y="111"/>
                  </a:cubicBezTo>
                  <a:cubicBezTo>
                    <a:pt x="417" y="57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3" name="Google Shape;4083;p9"/>
            <p:cNvSpPr/>
            <p:nvPr/>
          </p:nvSpPr>
          <p:spPr>
            <a:xfrm flipH="1">
              <a:off x="7836916" y="1343739"/>
              <a:ext cx="31452" cy="12669"/>
            </a:xfrm>
            <a:custGeom>
              <a:rect b="b" l="l" r="r" t="t"/>
              <a:pathLst>
                <a:path extrusionOk="0" h="315" w="782">
                  <a:moveTo>
                    <a:pt x="293" y="0"/>
                  </a:moveTo>
                  <a:cubicBezTo>
                    <a:pt x="224" y="0"/>
                    <a:pt x="151" y="14"/>
                    <a:pt x="75" y="50"/>
                  </a:cubicBezTo>
                  <a:cubicBezTo>
                    <a:pt x="0" y="84"/>
                    <a:pt x="37" y="184"/>
                    <a:pt x="104" y="184"/>
                  </a:cubicBezTo>
                  <a:cubicBezTo>
                    <a:pt x="114" y="184"/>
                    <a:pt x="125" y="182"/>
                    <a:pt x="137" y="176"/>
                  </a:cubicBezTo>
                  <a:cubicBezTo>
                    <a:pt x="191" y="151"/>
                    <a:pt x="243" y="141"/>
                    <a:pt x="293" y="141"/>
                  </a:cubicBezTo>
                  <a:cubicBezTo>
                    <a:pt x="481" y="141"/>
                    <a:pt x="629" y="284"/>
                    <a:pt x="637" y="293"/>
                  </a:cubicBezTo>
                  <a:cubicBezTo>
                    <a:pt x="649" y="306"/>
                    <a:pt x="667" y="312"/>
                    <a:pt x="686" y="312"/>
                  </a:cubicBezTo>
                  <a:lnTo>
                    <a:pt x="686" y="315"/>
                  </a:lnTo>
                  <a:cubicBezTo>
                    <a:pt x="751" y="312"/>
                    <a:pt x="782" y="238"/>
                    <a:pt x="738" y="195"/>
                  </a:cubicBezTo>
                  <a:cubicBezTo>
                    <a:pt x="729" y="183"/>
                    <a:pt x="541" y="0"/>
                    <a:pt x="29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4" name="Google Shape;4084;p9"/>
            <p:cNvSpPr/>
            <p:nvPr/>
          </p:nvSpPr>
          <p:spPr>
            <a:xfrm flipH="1">
              <a:off x="7764961" y="1365338"/>
              <a:ext cx="30728" cy="12669"/>
            </a:xfrm>
            <a:custGeom>
              <a:rect b="b" l="l" r="r" t="t"/>
              <a:pathLst>
                <a:path extrusionOk="0" h="315" w="764">
                  <a:moveTo>
                    <a:pt x="290" y="0"/>
                  </a:moveTo>
                  <a:cubicBezTo>
                    <a:pt x="222" y="0"/>
                    <a:pt x="150" y="14"/>
                    <a:pt x="76" y="49"/>
                  </a:cubicBezTo>
                  <a:cubicBezTo>
                    <a:pt x="1" y="84"/>
                    <a:pt x="37" y="186"/>
                    <a:pt x="105" y="186"/>
                  </a:cubicBezTo>
                  <a:cubicBezTo>
                    <a:pt x="115" y="186"/>
                    <a:pt x="126" y="184"/>
                    <a:pt x="137" y="179"/>
                  </a:cubicBezTo>
                  <a:cubicBezTo>
                    <a:pt x="192" y="153"/>
                    <a:pt x="245" y="142"/>
                    <a:pt x="295" y="142"/>
                  </a:cubicBezTo>
                  <a:cubicBezTo>
                    <a:pt x="483" y="142"/>
                    <a:pt x="630" y="286"/>
                    <a:pt x="637" y="293"/>
                  </a:cubicBezTo>
                  <a:cubicBezTo>
                    <a:pt x="649" y="305"/>
                    <a:pt x="668" y="315"/>
                    <a:pt x="686" y="315"/>
                  </a:cubicBezTo>
                  <a:cubicBezTo>
                    <a:pt x="705" y="315"/>
                    <a:pt x="723" y="308"/>
                    <a:pt x="739" y="293"/>
                  </a:cubicBezTo>
                  <a:cubicBezTo>
                    <a:pt x="763" y="265"/>
                    <a:pt x="763" y="222"/>
                    <a:pt x="739" y="194"/>
                  </a:cubicBezTo>
                  <a:cubicBezTo>
                    <a:pt x="727" y="185"/>
                    <a:pt x="538" y="0"/>
                    <a:pt x="29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9"/>
            <p:cNvSpPr/>
            <p:nvPr/>
          </p:nvSpPr>
          <p:spPr>
            <a:xfrm flipH="1">
              <a:off x="7735801" y="1362040"/>
              <a:ext cx="31291" cy="12629"/>
            </a:xfrm>
            <a:custGeom>
              <a:rect b="b" l="l" r="r" t="t"/>
              <a:pathLst>
                <a:path extrusionOk="0" h="314" w="778">
                  <a:moveTo>
                    <a:pt x="289" y="0"/>
                  </a:moveTo>
                  <a:cubicBezTo>
                    <a:pt x="220" y="0"/>
                    <a:pt x="146" y="15"/>
                    <a:pt x="71" y="51"/>
                  </a:cubicBezTo>
                  <a:cubicBezTo>
                    <a:pt x="0" y="86"/>
                    <a:pt x="37" y="184"/>
                    <a:pt x="102" y="184"/>
                  </a:cubicBezTo>
                  <a:cubicBezTo>
                    <a:pt x="110" y="184"/>
                    <a:pt x="120" y="182"/>
                    <a:pt x="130" y="178"/>
                  </a:cubicBezTo>
                  <a:cubicBezTo>
                    <a:pt x="184" y="152"/>
                    <a:pt x="238" y="141"/>
                    <a:pt x="289" y="141"/>
                  </a:cubicBezTo>
                  <a:cubicBezTo>
                    <a:pt x="478" y="141"/>
                    <a:pt x="625" y="285"/>
                    <a:pt x="632" y="295"/>
                  </a:cubicBezTo>
                  <a:cubicBezTo>
                    <a:pt x="645" y="307"/>
                    <a:pt x="663" y="313"/>
                    <a:pt x="682" y="313"/>
                  </a:cubicBezTo>
                  <a:cubicBezTo>
                    <a:pt x="743" y="313"/>
                    <a:pt x="777" y="239"/>
                    <a:pt x="731" y="193"/>
                  </a:cubicBezTo>
                  <a:cubicBezTo>
                    <a:pt x="721" y="183"/>
                    <a:pt x="535" y="0"/>
                    <a:pt x="28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6" name="Google Shape;4086;p9"/>
            <p:cNvSpPr/>
            <p:nvPr/>
          </p:nvSpPr>
          <p:spPr>
            <a:xfrm flipH="1">
              <a:off x="7663483" y="676270"/>
              <a:ext cx="31050" cy="11865"/>
            </a:xfrm>
            <a:custGeom>
              <a:rect b="b" l="l" r="r" t="t"/>
              <a:pathLst>
                <a:path extrusionOk="0" h="295" w="772">
                  <a:moveTo>
                    <a:pt x="314" y="1"/>
                  </a:moveTo>
                  <a:cubicBezTo>
                    <a:pt x="237" y="1"/>
                    <a:pt x="155" y="18"/>
                    <a:pt x="71" y="64"/>
                  </a:cubicBezTo>
                  <a:cubicBezTo>
                    <a:pt x="1" y="100"/>
                    <a:pt x="39" y="197"/>
                    <a:pt x="103" y="197"/>
                  </a:cubicBezTo>
                  <a:cubicBezTo>
                    <a:pt x="114" y="197"/>
                    <a:pt x="127" y="194"/>
                    <a:pt x="139" y="187"/>
                  </a:cubicBezTo>
                  <a:cubicBezTo>
                    <a:pt x="199" y="155"/>
                    <a:pt x="258" y="142"/>
                    <a:pt x="314" y="142"/>
                  </a:cubicBezTo>
                  <a:cubicBezTo>
                    <a:pt x="493" y="142"/>
                    <a:pt x="638" y="269"/>
                    <a:pt x="645" y="276"/>
                  </a:cubicBezTo>
                  <a:cubicBezTo>
                    <a:pt x="657" y="286"/>
                    <a:pt x="676" y="295"/>
                    <a:pt x="694" y="295"/>
                  </a:cubicBezTo>
                  <a:cubicBezTo>
                    <a:pt x="713" y="295"/>
                    <a:pt x="731" y="286"/>
                    <a:pt x="747" y="270"/>
                  </a:cubicBezTo>
                  <a:cubicBezTo>
                    <a:pt x="771" y="239"/>
                    <a:pt x="768" y="196"/>
                    <a:pt x="741" y="172"/>
                  </a:cubicBezTo>
                  <a:cubicBezTo>
                    <a:pt x="729" y="162"/>
                    <a:pt x="547" y="1"/>
                    <a:pt x="3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7" name="Google Shape;4087;p9"/>
            <p:cNvSpPr/>
            <p:nvPr/>
          </p:nvSpPr>
          <p:spPr>
            <a:xfrm flipH="1">
              <a:off x="7634081" y="659217"/>
              <a:ext cx="31050" cy="11825"/>
            </a:xfrm>
            <a:custGeom>
              <a:rect b="b" l="l" r="r" t="t"/>
              <a:pathLst>
                <a:path extrusionOk="0" h="294" w="772">
                  <a:moveTo>
                    <a:pt x="311" y="0"/>
                  </a:moveTo>
                  <a:cubicBezTo>
                    <a:pt x="235" y="0"/>
                    <a:pt x="154" y="17"/>
                    <a:pt x="71" y="62"/>
                  </a:cubicBezTo>
                  <a:cubicBezTo>
                    <a:pt x="0" y="102"/>
                    <a:pt x="39" y="197"/>
                    <a:pt x="104" y="197"/>
                  </a:cubicBezTo>
                  <a:cubicBezTo>
                    <a:pt x="115" y="197"/>
                    <a:pt x="127" y="195"/>
                    <a:pt x="139" y="188"/>
                  </a:cubicBezTo>
                  <a:cubicBezTo>
                    <a:pt x="199" y="156"/>
                    <a:pt x="259" y="143"/>
                    <a:pt x="316" y="143"/>
                  </a:cubicBezTo>
                  <a:cubicBezTo>
                    <a:pt x="494" y="143"/>
                    <a:pt x="638" y="268"/>
                    <a:pt x="645" y="275"/>
                  </a:cubicBezTo>
                  <a:cubicBezTo>
                    <a:pt x="657" y="287"/>
                    <a:pt x="676" y="293"/>
                    <a:pt x="691" y="293"/>
                  </a:cubicBezTo>
                  <a:cubicBezTo>
                    <a:pt x="713" y="293"/>
                    <a:pt x="731" y="284"/>
                    <a:pt x="744" y="269"/>
                  </a:cubicBezTo>
                  <a:cubicBezTo>
                    <a:pt x="771" y="241"/>
                    <a:pt x="768" y="198"/>
                    <a:pt x="740" y="170"/>
                  </a:cubicBezTo>
                  <a:cubicBezTo>
                    <a:pt x="729" y="161"/>
                    <a:pt x="545" y="0"/>
                    <a:pt x="31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9"/>
            <p:cNvSpPr/>
            <p:nvPr/>
          </p:nvSpPr>
          <p:spPr>
            <a:xfrm flipH="1">
              <a:off x="7627767" y="676310"/>
              <a:ext cx="31653" cy="11825"/>
            </a:xfrm>
            <a:custGeom>
              <a:rect b="b" l="l" r="r" t="t"/>
              <a:pathLst>
                <a:path extrusionOk="0" h="294" w="787">
                  <a:moveTo>
                    <a:pt x="311" y="1"/>
                  </a:moveTo>
                  <a:cubicBezTo>
                    <a:pt x="235" y="1"/>
                    <a:pt x="154" y="18"/>
                    <a:pt x="71" y="63"/>
                  </a:cubicBezTo>
                  <a:cubicBezTo>
                    <a:pt x="0" y="99"/>
                    <a:pt x="39" y="196"/>
                    <a:pt x="103" y="196"/>
                  </a:cubicBezTo>
                  <a:cubicBezTo>
                    <a:pt x="114" y="196"/>
                    <a:pt x="126" y="193"/>
                    <a:pt x="139" y="186"/>
                  </a:cubicBezTo>
                  <a:cubicBezTo>
                    <a:pt x="198" y="154"/>
                    <a:pt x="258" y="141"/>
                    <a:pt x="314" y="141"/>
                  </a:cubicBezTo>
                  <a:cubicBezTo>
                    <a:pt x="493" y="141"/>
                    <a:pt x="638" y="268"/>
                    <a:pt x="645" y="275"/>
                  </a:cubicBezTo>
                  <a:cubicBezTo>
                    <a:pt x="657" y="285"/>
                    <a:pt x="676" y="294"/>
                    <a:pt x="691" y="294"/>
                  </a:cubicBezTo>
                  <a:cubicBezTo>
                    <a:pt x="756" y="294"/>
                    <a:pt x="787" y="214"/>
                    <a:pt x="737" y="171"/>
                  </a:cubicBezTo>
                  <a:cubicBezTo>
                    <a:pt x="728" y="161"/>
                    <a:pt x="545" y="1"/>
                    <a:pt x="31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9"/>
            <p:cNvSpPr/>
            <p:nvPr/>
          </p:nvSpPr>
          <p:spPr>
            <a:xfrm flipH="1">
              <a:off x="7348874" y="1196731"/>
              <a:ext cx="58279" cy="38008"/>
            </a:xfrm>
            <a:custGeom>
              <a:rect b="b" l="l" r="r" t="t"/>
              <a:pathLst>
                <a:path extrusionOk="0" h="945" w="1449">
                  <a:moveTo>
                    <a:pt x="97" y="0"/>
                  </a:moveTo>
                  <a:cubicBezTo>
                    <a:pt x="7" y="0"/>
                    <a:pt x="0" y="136"/>
                    <a:pt x="91" y="142"/>
                  </a:cubicBezTo>
                  <a:cubicBezTo>
                    <a:pt x="714" y="186"/>
                    <a:pt x="1309" y="910"/>
                    <a:pt x="1315" y="916"/>
                  </a:cubicBezTo>
                  <a:cubicBezTo>
                    <a:pt x="1328" y="935"/>
                    <a:pt x="1346" y="944"/>
                    <a:pt x="1368" y="944"/>
                  </a:cubicBezTo>
                  <a:cubicBezTo>
                    <a:pt x="1386" y="944"/>
                    <a:pt x="1402" y="938"/>
                    <a:pt x="1414" y="929"/>
                  </a:cubicBezTo>
                  <a:cubicBezTo>
                    <a:pt x="1445" y="904"/>
                    <a:pt x="1448" y="858"/>
                    <a:pt x="1423" y="830"/>
                  </a:cubicBezTo>
                  <a:cubicBezTo>
                    <a:pt x="1399" y="796"/>
                    <a:pt x="785" y="50"/>
                    <a:pt x="103" y="0"/>
                  </a:cubicBezTo>
                  <a:cubicBezTo>
                    <a:pt x="101" y="0"/>
                    <a:pt x="99" y="0"/>
                    <a:pt x="9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9"/>
            <p:cNvSpPr/>
            <p:nvPr/>
          </p:nvSpPr>
          <p:spPr>
            <a:xfrm flipH="1">
              <a:off x="7359453" y="1211895"/>
              <a:ext cx="63427" cy="30527"/>
            </a:xfrm>
            <a:custGeom>
              <a:rect b="b" l="l" r="r" t="t"/>
              <a:pathLst>
                <a:path extrusionOk="0" h="759" w="1577">
                  <a:moveTo>
                    <a:pt x="106" y="0"/>
                  </a:moveTo>
                  <a:cubicBezTo>
                    <a:pt x="40" y="0"/>
                    <a:pt x="0" y="99"/>
                    <a:pt x="78" y="135"/>
                  </a:cubicBezTo>
                  <a:cubicBezTo>
                    <a:pt x="115" y="157"/>
                    <a:pt x="1031" y="660"/>
                    <a:pt x="1463" y="755"/>
                  </a:cubicBezTo>
                  <a:lnTo>
                    <a:pt x="1478" y="755"/>
                  </a:lnTo>
                  <a:lnTo>
                    <a:pt x="1478" y="758"/>
                  </a:lnTo>
                  <a:cubicBezTo>
                    <a:pt x="1565" y="758"/>
                    <a:pt x="1577" y="635"/>
                    <a:pt x="1494" y="617"/>
                  </a:cubicBezTo>
                  <a:cubicBezTo>
                    <a:pt x="1083" y="527"/>
                    <a:pt x="155" y="18"/>
                    <a:pt x="146" y="12"/>
                  </a:cubicBezTo>
                  <a:cubicBezTo>
                    <a:pt x="132" y="4"/>
                    <a:pt x="118" y="0"/>
                    <a:pt x="10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9"/>
            <p:cNvSpPr/>
            <p:nvPr/>
          </p:nvSpPr>
          <p:spPr>
            <a:xfrm flipH="1">
              <a:off x="7517602" y="1369320"/>
              <a:ext cx="54418" cy="37847"/>
            </a:xfrm>
            <a:custGeom>
              <a:rect b="b" l="l" r="r" t="t"/>
              <a:pathLst>
                <a:path extrusionOk="0" h="941" w="1353">
                  <a:moveTo>
                    <a:pt x="99" y="1"/>
                  </a:moveTo>
                  <a:cubicBezTo>
                    <a:pt x="25" y="1"/>
                    <a:pt x="1" y="110"/>
                    <a:pt x="76" y="135"/>
                  </a:cubicBezTo>
                  <a:cubicBezTo>
                    <a:pt x="85" y="138"/>
                    <a:pt x="992" y="416"/>
                    <a:pt x="1211" y="900"/>
                  </a:cubicBezTo>
                  <a:cubicBezTo>
                    <a:pt x="1223" y="925"/>
                    <a:pt x="1248" y="940"/>
                    <a:pt x="1275" y="940"/>
                  </a:cubicBezTo>
                  <a:cubicBezTo>
                    <a:pt x="1285" y="940"/>
                    <a:pt x="1294" y="937"/>
                    <a:pt x="1303" y="934"/>
                  </a:cubicBezTo>
                  <a:cubicBezTo>
                    <a:pt x="1337" y="919"/>
                    <a:pt x="1352" y="876"/>
                    <a:pt x="1337" y="842"/>
                  </a:cubicBezTo>
                  <a:cubicBezTo>
                    <a:pt x="1090" y="299"/>
                    <a:pt x="153" y="12"/>
                    <a:pt x="116" y="3"/>
                  </a:cubicBezTo>
                  <a:cubicBezTo>
                    <a:pt x="110" y="2"/>
                    <a:pt x="104" y="1"/>
                    <a:pt x="9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9"/>
            <p:cNvSpPr/>
            <p:nvPr/>
          </p:nvSpPr>
          <p:spPr>
            <a:xfrm flipH="1">
              <a:off x="7513862" y="1388224"/>
              <a:ext cx="71752" cy="32216"/>
            </a:xfrm>
            <a:custGeom>
              <a:rect b="b" l="l" r="r" t="t"/>
              <a:pathLst>
                <a:path extrusionOk="0" h="801" w="1784">
                  <a:moveTo>
                    <a:pt x="102" y="1"/>
                  </a:moveTo>
                  <a:cubicBezTo>
                    <a:pt x="39" y="1"/>
                    <a:pt x="1" y="95"/>
                    <a:pt x="71" y="134"/>
                  </a:cubicBezTo>
                  <a:cubicBezTo>
                    <a:pt x="114" y="156"/>
                    <a:pt x="1126" y="705"/>
                    <a:pt x="1697" y="800"/>
                  </a:cubicBezTo>
                  <a:lnTo>
                    <a:pt x="1706" y="800"/>
                  </a:lnTo>
                  <a:cubicBezTo>
                    <a:pt x="1743" y="800"/>
                    <a:pt x="1771" y="776"/>
                    <a:pt x="1777" y="742"/>
                  </a:cubicBezTo>
                  <a:cubicBezTo>
                    <a:pt x="1783" y="705"/>
                    <a:pt x="1758" y="668"/>
                    <a:pt x="1718" y="662"/>
                  </a:cubicBezTo>
                  <a:cubicBezTo>
                    <a:pt x="1172" y="569"/>
                    <a:pt x="148" y="14"/>
                    <a:pt x="139" y="11"/>
                  </a:cubicBezTo>
                  <a:cubicBezTo>
                    <a:pt x="126" y="4"/>
                    <a:pt x="114" y="1"/>
                    <a:pt x="10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4093" name="Google Shape;4093;p9"/>
          <p:cNvPicPr preferRelativeResize="0"/>
          <p:nvPr/>
        </p:nvPicPr>
        <p:blipFill rotWithShape="1">
          <a:blip r:embed="rId3">
            <a:alphaModFix/>
          </a:blip>
          <a:srcRect b="0" l="16198" r="16837" t="0"/>
          <a:stretch/>
        </p:blipFill>
        <p:spPr>
          <a:xfrm>
            <a:off x="1084347" y="1595260"/>
            <a:ext cx="3931294" cy="228083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97" name="Shape 4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Google Shape;4098;p10"/>
          <p:cNvSpPr txBox="1"/>
          <p:nvPr>
            <p:ph type="title"/>
          </p:nvPr>
        </p:nvSpPr>
        <p:spPr>
          <a:xfrm>
            <a:off x="2464234" y="414564"/>
            <a:ext cx="49779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Szűrési funkciók</a:t>
            </a:r>
            <a:endParaRPr/>
          </a:p>
        </p:txBody>
      </p:sp>
      <p:grpSp>
        <p:nvGrpSpPr>
          <p:cNvPr id="4099" name="Google Shape;4099;p10"/>
          <p:cNvGrpSpPr/>
          <p:nvPr/>
        </p:nvGrpSpPr>
        <p:grpSpPr>
          <a:xfrm>
            <a:off x="6669742" y="1580029"/>
            <a:ext cx="2121462" cy="3334880"/>
            <a:chOff x="6308950" y="539474"/>
            <a:chExt cx="2430000" cy="4068851"/>
          </a:xfrm>
        </p:grpSpPr>
        <p:sp>
          <p:nvSpPr>
            <p:cNvPr id="4100" name="Google Shape;4100;p10"/>
            <p:cNvSpPr/>
            <p:nvPr/>
          </p:nvSpPr>
          <p:spPr>
            <a:xfrm>
              <a:off x="6308950" y="4110325"/>
              <a:ext cx="2430000" cy="4980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1" name="Google Shape;4101;p10"/>
            <p:cNvGrpSpPr/>
            <p:nvPr/>
          </p:nvGrpSpPr>
          <p:grpSpPr>
            <a:xfrm>
              <a:off x="6586454" y="539474"/>
              <a:ext cx="1874992" cy="3995493"/>
              <a:chOff x="2617300" y="3834125"/>
              <a:chExt cx="468350" cy="998025"/>
            </a:xfrm>
          </p:grpSpPr>
          <p:sp>
            <p:nvSpPr>
              <p:cNvPr id="4102" name="Google Shape;4102;p10"/>
              <p:cNvSpPr/>
              <p:nvPr/>
            </p:nvSpPr>
            <p:spPr>
              <a:xfrm>
                <a:off x="2791075" y="3918450"/>
                <a:ext cx="3750" cy="11200"/>
              </a:xfrm>
              <a:custGeom>
                <a:rect b="b" l="l" r="r" t="t"/>
                <a:pathLst>
                  <a:path extrusionOk="0" h="448" w="150">
                    <a:moveTo>
                      <a:pt x="26" y="0"/>
                    </a:moveTo>
                    <a:lnTo>
                      <a:pt x="26" y="9"/>
                    </a:lnTo>
                    <a:cubicBezTo>
                      <a:pt x="1" y="125"/>
                      <a:pt x="50" y="232"/>
                      <a:pt x="92" y="340"/>
                    </a:cubicBezTo>
                    <a:cubicBezTo>
                      <a:pt x="108" y="373"/>
                      <a:pt x="133" y="406"/>
                      <a:pt x="150" y="448"/>
                    </a:cubicBezTo>
                    <a:lnTo>
                      <a:pt x="125" y="365"/>
                    </a:lnTo>
                    <a:cubicBezTo>
                      <a:pt x="92" y="241"/>
                      <a:pt x="59" y="125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3" name="Google Shape;4103;p10"/>
              <p:cNvSpPr/>
              <p:nvPr/>
            </p:nvSpPr>
            <p:spPr>
              <a:xfrm>
                <a:off x="2788600" y="3864750"/>
                <a:ext cx="75200" cy="142775"/>
              </a:xfrm>
              <a:custGeom>
                <a:rect b="b" l="l" r="r" t="t"/>
                <a:pathLst>
                  <a:path extrusionOk="0" h="5711" w="3008">
                    <a:moveTo>
                      <a:pt x="273" y="1"/>
                    </a:moveTo>
                    <a:cubicBezTo>
                      <a:pt x="229" y="1"/>
                      <a:pt x="187" y="11"/>
                      <a:pt x="149" y="35"/>
                    </a:cubicBezTo>
                    <a:cubicBezTo>
                      <a:pt x="42" y="110"/>
                      <a:pt x="17" y="276"/>
                      <a:pt x="9" y="392"/>
                    </a:cubicBezTo>
                    <a:cubicBezTo>
                      <a:pt x="0" y="574"/>
                      <a:pt x="25" y="765"/>
                      <a:pt x="50" y="947"/>
                    </a:cubicBezTo>
                    <a:cubicBezTo>
                      <a:pt x="108" y="1320"/>
                      <a:pt x="207" y="1684"/>
                      <a:pt x="299" y="2049"/>
                    </a:cubicBezTo>
                    <a:cubicBezTo>
                      <a:pt x="381" y="2372"/>
                      <a:pt x="489" y="2695"/>
                      <a:pt x="547" y="3018"/>
                    </a:cubicBezTo>
                    <a:lnTo>
                      <a:pt x="555" y="3026"/>
                    </a:lnTo>
                    <a:cubicBezTo>
                      <a:pt x="622" y="3101"/>
                      <a:pt x="721" y="3176"/>
                      <a:pt x="754" y="3267"/>
                    </a:cubicBezTo>
                    <a:cubicBezTo>
                      <a:pt x="763" y="3292"/>
                      <a:pt x="746" y="3316"/>
                      <a:pt x="713" y="3316"/>
                    </a:cubicBezTo>
                    <a:cubicBezTo>
                      <a:pt x="671" y="3308"/>
                      <a:pt x="638" y="3292"/>
                      <a:pt x="605" y="3267"/>
                    </a:cubicBezTo>
                    <a:lnTo>
                      <a:pt x="605" y="3267"/>
                    </a:lnTo>
                    <a:cubicBezTo>
                      <a:pt x="663" y="3316"/>
                      <a:pt x="713" y="3366"/>
                      <a:pt x="763" y="3424"/>
                    </a:cubicBezTo>
                    <a:cubicBezTo>
                      <a:pt x="870" y="3548"/>
                      <a:pt x="970" y="3706"/>
                      <a:pt x="953" y="3880"/>
                    </a:cubicBezTo>
                    <a:cubicBezTo>
                      <a:pt x="953" y="3903"/>
                      <a:pt x="933" y="3915"/>
                      <a:pt x="911" y="3915"/>
                    </a:cubicBezTo>
                    <a:cubicBezTo>
                      <a:pt x="893" y="3915"/>
                      <a:pt x="873" y="3907"/>
                      <a:pt x="862" y="3888"/>
                    </a:cubicBezTo>
                    <a:cubicBezTo>
                      <a:pt x="837" y="3838"/>
                      <a:pt x="821" y="3789"/>
                      <a:pt x="796" y="3747"/>
                    </a:cubicBezTo>
                    <a:cubicBezTo>
                      <a:pt x="790" y="3753"/>
                      <a:pt x="780" y="3759"/>
                      <a:pt x="769" y="3759"/>
                    </a:cubicBezTo>
                    <a:cubicBezTo>
                      <a:pt x="764" y="3759"/>
                      <a:pt x="759" y="3758"/>
                      <a:pt x="754" y="3756"/>
                    </a:cubicBezTo>
                    <a:lnTo>
                      <a:pt x="746" y="3756"/>
                    </a:lnTo>
                    <a:cubicBezTo>
                      <a:pt x="763" y="3780"/>
                      <a:pt x="771" y="3805"/>
                      <a:pt x="787" y="3830"/>
                    </a:cubicBezTo>
                    <a:cubicBezTo>
                      <a:pt x="829" y="3905"/>
                      <a:pt x="862" y="3996"/>
                      <a:pt x="903" y="4070"/>
                    </a:cubicBezTo>
                    <a:cubicBezTo>
                      <a:pt x="943" y="4118"/>
                      <a:pt x="914" y="4212"/>
                      <a:pt x="846" y="4212"/>
                    </a:cubicBezTo>
                    <a:cubicBezTo>
                      <a:pt x="843" y="4212"/>
                      <a:pt x="840" y="4212"/>
                      <a:pt x="837" y="4211"/>
                    </a:cubicBezTo>
                    <a:lnTo>
                      <a:pt x="837" y="4220"/>
                    </a:lnTo>
                    <a:cubicBezTo>
                      <a:pt x="854" y="4244"/>
                      <a:pt x="862" y="4278"/>
                      <a:pt x="879" y="4311"/>
                    </a:cubicBezTo>
                    <a:cubicBezTo>
                      <a:pt x="903" y="4369"/>
                      <a:pt x="920" y="4427"/>
                      <a:pt x="937" y="4476"/>
                    </a:cubicBezTo>
                    <a:cubicBezTo>
                      <a:pt x="945" y="4493"/>
                      <a:pt x="945" y="4501"/>
                      <a:pt x="953" y="4510"/>
                    </a:cubicBezTo>
                    <a:cubicBezTo>
                      <a:pt x="961" y="4551"/>
                      <a:pt x="978" y="4592"/>
                      <a:pt x="986" y="4634"/>
                    </a:cubicBezTo>
                    <a:cubicBezTo>
                      <a:pt x="992" y="4662"/>
                      <a:pt x="967" y="4679"/>
                      <a:pt x="942" y="4679"/>
                    </a:cubicBezTo>
                    <a:cubicBezTo>
                      <a:pt x="931" y="4679"/>
                      <a:pt x="920" y="4675"/>
                      <a:pt x="912" y="4667"/>
                    </a:cubicBezTo>
                    <a:lnTo>
                      <a:pt x="903" y="4659"/>
                    </a:lnTo>
                    <a:lnTo>
                      <a:pt x="903" y="4659"/>
                    </a:lnTo>
                    <a:cubicBezTo>
                      <a:pt x="920" y="4684"/>
                      <a:pt x="928" y="4708"/>
                      <a:pt x="937" y="4742"/>
                    </a:cubicBezTo>
                    <a:cubicBezTo>
                      <a:pt x="943" y="4772"/>
                      <a:pt x="918" y="4793"/>
                      <a:pt x="895" y="4793"/>
                    </a:cubicBezTo>
                    <a:cubicBezTo>
                      <a:pt x="886" y="4793"/>
                      <a:pt x="877" y="4790"/>
                      <a:pt x="870" y="4783"/>
                    </a:cubicBezTo>
                    <a:lnTo>
                      <a:pt x="862" y="4775"/>
                    </a:lnTo>
                    <a:lnTo>
                      <a:pt x="862" y="4775"/>
                    </a:lnTo>
                    <a:cubicBezTo>
                      <a:pt x="887" y="4949"/>
                      <a:pt x="912" y="5114"/>
                      <a:pt x="937" y="5288"/>
                    </a:cubicBezTo>
                    <a:cubicBezTo>
                      <a:pt x="953" y="5371"/>
                      <a:pt x="953" y="5462"/>
                      <a:pt x="970" y="5554"/>
                    </a:cubicBezTo>
                    <a:cubicBezTo>
                      <a:pt x="978" y="5595"/>
                      <a:pt x="986" y="5628"/>
                      <a:pt x="1003" y="5661"/>
                    </a:cubicBezTo>
                    <a:cubicBezTo>
                      <a:pt x="1003" y="5678"/>
                      <a:pt x="1011" y="5694"/>
                      <a:pt x="1019" y="5711"/>
                    </a:cubicBezTo>
                    <a:cubicBezTo>
                      <a:pt x="1036" y="5670"/>
                      <a:pt x="1044" y="5636"/>
                      <a:pt x="1061" y="5595"/>
                    </a:cubicBezTo>
                    <a:cubicBezTo>
                      <a:pt x="1061" y="5587"/>
                      <a:pt x="1053" y="5587"/>
                      <a:pt x="1053" y="5587"/>
                    </a:cubicBezTo>
                    <a:cubicBezTo>
                      <a:pt x="1028" y="5570"/>
                      <a:pt x="1019" y="5537"/>
                      <a:pt x="1036" y="5512"/>
                    </a:cubicBezTo>
                    <a:cubicBezTo>
                      <a:pt x="1044" y="5487"/>
                      <a:pt x="1061" y="5479"/>
                      <a:pt x="1086" y="5479"/>
                    </a:cubicBezTo>
                    <a:cubicBezTo>
                      <a:pt x="1152" y="5123"/>
                      <a:pt x="1268" y="4783"/>
                      <a:pt x="1450" y="4476"/>
                    </a:cubicBezTo>
                    <a:cubicBezTo>
                      <a:pt x="1558" y="4294"/>
                      <a:pt x="1682" y="4120"/>
                      <a:pt x="1823" y="3971"/>
                    </a:cubicBezTo>
                    <a:cubicBezTo>
                      <a:pt x="1889" y="3896"/>
                      <a:pt x="1964" y="3822"/>
                      <a:pt x="2038" y="3756"/>
                    </a:cubicBezTo>
                    <a:cubicBezTo>
                      <a:pt x="2055" y="3739"/>
                      <a:pt x="2088" y="3706"/>
                      <a:pt x="2113" y="3689"/>
                    </a:cubicBezTo>
                    <a:cubicBezTo>
                      <a:pt x="2196" y="3606"/>
                      <a:pt x="2279" y="3540"/>
                      <a:pt x="2370" y="3474"/>
                    </a:cubicBezTo>
                    <a:cubicBezTo>
                      <a:pt x="2494" y="3383"/>
                      <a:pt x="2627" y="3308"/>
                      <a:pt x="2759" y="3234"/>
                    </a:cubicBezTo>
                    <a:cubicBezTo>
                      <a:pt x="2826" y="3200"/>
                      <a:pt x="2892" y="3167"/>
                      <a:pt x="2958" y="3134"/>
                    </a:cubicBezTo>
                    <a:cubicBezTo>
                      <a:pt x="2975" y="3134"/>
                      <a:pt x="2991" y="3126"/>
                      <a:pt x="3008" y="3118"/>
                    </a:cubicBezTo>
                    <a:cubicBezTo>
                      <a:pt x="3008" y="3109"/>
                      <a:pt x="3008" y="3109"/>
                      <a:pt x="3000" y="3101"/>
                    </a:cubicBezTo>
                    <a:cubicBezTo>
                      <a:pt x="2983" y="3026"/>
                      <a:pt x="2966" y="2944"/>
                      <a:pt x="2950" y="2869"/>
                    </a:cubicBezTo>
                    <a:cubicBezTo>
                      <a:pt x="2950" y="2927"/>
                      <a:pt x="2950" y="2977"/>
                      <a:pt x="2950" y="3035"/>
                    </a:cubicBezTo>
                    <a:cubicBezTo>
                      <a:pt x="2950" y="3064"/>
                      <a:pt x="2927" y="3078"/>
                      <a:pt x="2903" y="3078"/>
                    </a:cubicBezTo>
                    <a:cubicBezTo>
                      <a:pt x="2879" y="3078"/>
                      <a:pt x="2855" y="3064"/>
                      <a:pt x="2850" y="3035"/>
                    </a:cubicBezTo>
                    <a:cubicBezTo>
                      <a:pt x="2826" y="2811"/>
                      <a:pt x="2776" y="2587"/>
                      <a:pt x="2710" y="2372"/>
                    </a:cubicBezTo>
                    <a:cubicBezTo>
                      <a:pt x="2685" y="2314"/>
                      <a:pt x="2668" y="2264"/>
                      <a:pt x="2643" y="2206"/>
                    </a:cubicBezTo>
                    <a:cubicBezTo>
                      <a:pt x="2627" y="2181"/>
                      <a:pt x="2610" y="2157"/>
                      <a:pt x="2585" y="2132"/>
                    </a:cubicBezTo>
                    <a:lnTo>
                      <a:pt x="2585" y="2132"/>
                    </a:lnTo>
                    <a:cubicBezTo>
                      <a:pt x="2618" y="2264"/>
                      <a:pt x="2643" y="2397"/>
                      <a:pt x="2652" y="2538"/>
                    </a:cubicBezTo>
                    <a:cubicBezTo>
                      <a:pt x="2656" y="2579"/>
                      <a:pt x="2625" y="2603"/>
                      <a:pt x="2594" y="2603"/>
                    </a:cubicBezTo>
                    <a:cubicBezTo>
                      <a:pt x="2568" y="2603"/>
                      <a:pt x="2543" y="2587"/>
                      <a:pt x="2536" y="2554"/>
                    </a:cubicBezTo>
                    <a:cubicBezTo>
                      <a:pt x="2519" y="2455"/>
                      <a:pt x="2494" y="2364"/>
                      <a:pt x="2469" y="2264"/>
                    </a:cubicBezTo>
                    <a:cubicBezTo>
                      <a:pt x="2462" y="2278"/>
                      <a:pt x="2448" y="2285"/>
                      <a:pt x="2434" y="2285"/>
                    </a:cubicBezTo>
                    <a:cubicBezTo>
                      <a:pt x="2414" y="2285"/>
                      <a:pt x="2395" y="2272"/>
                      <a:pt x="2395" y="2248"/>
                    </a:cubicBezTo>
                    <a:cubicBezTo>
                      <a:pt x="2353" y="1949"/>
                      <a:pt x="2212" y="1668"/>
                      <a:pt x="2014" y="1444"/>
                    </a:cubicBezTo>
                    <a:cubicBezTo>
                      <a:pt x="1947" y="1353"/>
                      <a:pt x="1864" y="1278"/>
                      <a:pt x="1782" y="1204"/>
                    </a:cubicBezTo>
                    <a:cubicBezTo>
                      <a:pt x="1475" y="955"/>
                      <a:pt x="1218" y="649"/>
                      <a:pt x="937" y="375"/>
                    </a:cubicBezTo>
                    <a:cubicBezTo>
                      <a:pt x="829" y="276"/>
                      <a:pt x="705" y="168"/>
                      <a:pt x="580" y="102"/>
                    </a:cubicBezTo>
                    <a:cubicBezTo>
                      <a:pt x="493" y="55"/>
                      <a:pt x="378" y="1"/>
                      <a:pt x="2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4" name="Google Shape;4104;p10"/>
              <p:cNvSpPr/>
              <p:nvPr/>
            </p:nvSpPr>
            <p:spPr>
              <a:xfrm>
                <a:off x="2792525" y="4115425"/>
                <a:ext cx="14525" cy="16250"/>
              </a:xfrm>
              <a:custGeom>
                <a:rect b="b" l="l" r="r" t="t"/>
                <a:pathLst>
                  <a:path extrusionOk="0" h="650" w="581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92"/>
                      <a:pt x="75" y="175"/>
                      <a:pt x="117" y="266"/>
                    </a:cubicBezTo>
                    <a:cubicBezTo>
                      <a:pt x="158" y="365"/>
                      <a:pt x="191" y="481"/>
                      <a:pt x="266" y="564"/>
                    </a:cubicBezTo>
                    <a:cubicBezTo>
                      <a:pt x="308" y="617"/>
                      <a:pt x="366" y="649"/>
                      <a:pt x="427" y="649"/>
                    </a:cubicBezTo>
                    <a:cubicBezTo>
                      <a:pt x="462" y="649"/>
                      <a:pt x="497" y="638"/>
                      <a:pt x="531" y="614"/>
                    </a:cubicBezTo>
                    <a:cubicBezTo>
                      <a:pt x="556" y="597"/>
                      <a:pt x="572" y="572"/>
                      <a:pt x="581" y="548"/>
                    </a:cubicBezTo>
                    <a:cubicBezTo>
                      <a:pt x="572" y="506"/>
                      <a:pt x="556" y="456"/>
                      <a:pt x="548" y="415"/>
                    </a:cubicBezTo>
                    <a:cubicBezTo>
                      <a:pt x="514" y="415"/>
                      <a:pt x="481" y="398"/>
                      <a:pt x="456" y="365"/>
                    </a:cubicBezTo>
                    <a:lnTo>
                      <a:pt x="456" y="357"/>
                    </a:lnTo>
                    <a:cubicBezTo>
                      <a:pt x="448" y="332"/>
                      <a:pt x="432" y="299"/>
                      <a:pt x="415" y="266"/>
                    </a:cubicBezTo>
                    <a:cubicBezTo>
                      <a:pt x="407" y="249"/>
                      <a:pt x="390" y="216"/>
                      <a:pt x="382" y="191"/>
                    </a:cubicBezTo>
                    <a:cubicBezTo>
                      <a:pt x="357" y="175"/>
                      <a:pt x="324" y="158"/>
                      <a:pt x="291" y="142"/>
                    </a:cubicBezTo>
                    <a:cubicBezTo>
                      <a:pt x="233" y="125"/>
                      <a:pt x="175" y="100"/>
                      <a:pt x="117" y="67"/>
                    </a:cubicBezTo>
                    <a:cubicBezTo>
                      <a:pt x="84" y="42"/>
                      <a:pt x="42" y="26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5" name="Google Shape;4105;p10"/>
              <p:cNvSpPr/>
              <p:nvPr/>
            </p:nvSpPr>
            <p:spPr>
              <a:xfrm>
                <a:off x="2784650" y="4095350"/>
                <a:ext cx="25500" cy="5825"/>
              </a:xfrm>
              <a:custGeom>
                <a:rect b="b" l="l" r="r" t="t"/>
                <a:pathLst>
                  <a:path extrusionOk="0" h="233" w="1020">
                    <a:moveTo>
                      <a:pt x="979" y="0"/>
                    </a:moveTo>
                    <a:cubicBezTo>
                      <a:pt x="937" y="0"/>
                      <a:pt x="887" y="0"/>
                      <a:pt x="846" y="8"/>
                    </a:cubicBezTo>
                    <a:cubicBezTo>
                      <a:pt x="755" y="8"/>
                      <a:pt x="664" y="25"/>
                      <a:pt x="581" y="41"/>
                    </a:cubicBezTo>
                    <a:cubicBezTo>
                      <a:pt x="390" y="75"/>
                      <a:pt x="200" y="133"/>
                      <a:pt x="26" y="207"/>
                    </a:cubicBezTo>
                    <a:cubicBezTo>
                      <a:pt x="17" y="215"/>
                      <a:pt x="9" y="215"/>
                      <a:pt x="1" y="215"/>
                    </a:cubicBezTo>
                    <a:lnTo>
                      <a:pt x="9" y="232"/>
                    </a:lnTo>
                    <a:cubicBezTo>
                      <a:pt x="200" y="199"/>
                      <a:pt x="382" y="166"/>
                      <a:pt x="573" y="133"/>
                    </a:cubicBezTo>
                    <a:cubicBezTo>
                      <a:pt x="689" y="116"/>
                      <a:pt x="796" y="99"/>
                      <a:pt x="912" y="83"/>
                    </a:cubicBezTo>
                    <a:cubicBezTo>
                      <a:pt x="912" y="75"/>
                      <a:pt x="921" y="66"/>
                      <a:pt x="929" y="66"/>
                    </a:cubicBezTo>
                    <a:cubicBezTo>
                      <a:pt x="954" y="41"/>
                      <a:pt x="987" y="17"/>
                      <a:pt x="10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6" name="Google Shape;4106;p10"/>
              <p:cNvSpPr/>
              <p:nvPr/>
            </p:nvSpPr>
            <p:spPr>
              <a:xfrm>
                <a:off x="2908725" y="4725875"/>
                <a:ext cx="51825" cy="52075"/>
              </a:xfrm>
              <a:custGeom>
                <a:rect b="b" l="l" r="r" t="t"/>
                <a:pathLst>
                  <a:path extrusionOk="0" h="2083" w="2073">
                    <a:moveTo>
                      <a:pt x="191" y="0"/>
                    </a:moveTo>
                    <a:lnTo>
                      <a:pt x="175" y="17"/>
                    </a:lnTo>
                    <a:cubicBezTo>
                      <a:pt x="117" y="66"/>
                      <a:pt x="59" y="116"/>
                      <a:pt x="1" y="157"/>
                    </a:cubicBezTo>
                    <a:cubicBezTo>
                      <a:pt x="1" y="191"/>
                      <a:pt x="9" y="224"/>
                      <a:pt x="17" y="257"/>
                    </a:cubicBezTo>
                    <a:cubicBezTo>
                      <a:pt x="34" y="389"/>
                      <a:pt x="59" y="514"/>
                      <a:pt x="75" y="646"/>
                    </a:cubicBezTo>
                    <a:cubicBezTo>
                      <a:pt x="92" y="771"/>
                      <a:pt x="125" y="903"/>
                      <a:pt x="109" y="1027"/>
                    </a:cubicBezTo>
                    <a:cubicBezTo>
                      <a:pt x="109" y="1052"/>
                      <a:pt x="100" y="1061"/>
                      <a:pt x="84" y="1069"/>
                    </a:cubicBezTo>
                    <a:cubicBezTo>
                      <a:pt x="150" y="1293"/>
                      <a:pt x="233" y="1516"/>
                      <a:pt x="307" y="1732"/>
                    </a:cubicBezTo>
                    <a:cubicBezTo>
                      <a:pt x="324" y="1781"/>
                      <a:pt x="349" y="1831"/>
                      <a:pt x="365" y="1881"/>
                    </a:cubicBezTo>
                    <a:cubicBezTo>
                      <a:pt x="374" y="1880"/>
                      <a:pt x="382" y="1880"/>
                      <a:pt x="390" y="1880"/>
                    </a:cubicBezTo>
                    <a:cubicBezTo>
                      <a:pt x="492" y="1880"/>
                      <a:pt x="604" y="1924"/>
                      <a:pt x="689" y="1939"/>
                    </a:cubicBezTo>
                    <a:cubicBezTo>
                      <a:pt x="805" y="1964"/>
                      <a:pt x="912" y="1989"/>
                      <a:pt x="1028" y="2013"/>
                    </a:cubicBezTo>
                    <a:cubicBezTo>
                      <a:pt x="1173" y="2043"/>
                      <a:pt x="1334" y="2082"/>
                      <a:pt x="1491" y="2082"/>
                    </a:cubicBezTo>
                    <a:cubicBezTo>
                      <a:pt x="1551" y="2082"/>
                      <a:pt x="1609" y="2077"/>
                      <a:pt x="1666" y="2063"/>
                    </a:cubicBezTo>
                    <a:cubicBezTo>
                      <a:pt x="1807" y="2038"/>
                      <a:pt x="2014" y="1889"/>
                      <a:pt x="1915" y="1723"/>
                    </a:cubicBezTo>
                    <a:cubicBezTo>
                      <a:pt x="1873" y="1641"/>
                      <a:pt x="1741" y="1599"/>
                      <a:pt x="1666" y="1549"/>
                    </a:cubicBezTo>
                    <a:cubicBezTo>
                      <a:pt x="1567" y="1483"/>
                      <a:pt x="1459" y="1409"/>
                      <a:pt x="1360" y="1342"/>
                    </a:cubicBezTo>
                    <a:cubicBezTo>
                      <a:pt x="1297" y="1307"/>
                      <a:pt x="1328" y="1225"/>
                      <a:pt x="1389" y="1225"/>
                    </a:cubicBezTo>
                    <a:cubicBezTo>
                      <a:pt x="1401" y="1225"/>
                      <a:pt x="1413" y="1228"/>
                      <a:pt x="1426" y="1235"/>
                    </a:cubicBezTo>
                    <a:cubicBezTo>
                      <a:pt x="1559" y="1293"/>
                      <a:pt x="1708" y="1342"/>
                      <a:pt x="1840" y="1417"/>
                    </a:cubicBezTo>
                    <a:cubicBezTo>
                      <a:pt x="1915" y="1450"/>
                      <a:pt x="1989" y="1491"/>
                      <a:pt x="2047" y="1549"/>
                    </a:cubicBezTo>
                    <a:cubicBezTo>
                      <a:pt x="2056" y="1525"/>
                      <a:pt x="2064" y="1491"/>
                      <a:pt x="2064" y="1467"/>
                    </a:cubicBezTo>
                    <a:cubicBezTo>
                      <a:pt x="2064" y="1433"/>
                      <a:pt x="2072" y="1392"/>
                      <a:pt x="2072" y="1359"/>
                    </a:cubicBezTo>
                    <a:lnTo>
                      <a:pt x="2072" y="1309"/>
                    </a:lnTo>
                    <a:cubicBezTo>
                      <a:pt x="2072" y="1302"/>
                      <a:pt x="2067" y="1280"/>
                      <a:pt x="2069" y="1280"/>
                    </a:cubicBezTo>
                    <a:lnTo>
                      <a:pt x="2069" y="1280"/>
                    </a:lnTo>
                    <a:cubicBezTo>
                      <a:pt x="2070" y="1280"/>
                      <a:pt x="2071" y="1281"/>
                      <a:pt x="2072" y="1284"/>
                    </a:cubicBezTo>
                    <a:cubicBezTo>
                      <a:pt x="2064" y="1235"/>
                      <a:pt x="2056" y="1193"/>
                      <a:pt x="2022" y="1168"/>
                    </a:cubicBezTo>
                    <a:cubicBezTo>
                      <a:pt x="1989" y="1143"/>
                      <a:pt x="1898" y="1135"/>
                      <a:pt x="1848" y="1127"/>
                    </a:cubicBezTo>
                    <a:cubicBezTo>
                      <a:pt x="1774" y="1110"/>
                      <a:pt x="1708" y="1094"/>
                      <a:pt x="1633" y="1077"/>
                    </a:cubicBezTo>
                    <a:cubicBezTo>
                      <a:pt x="1559" y="1069"/>
                      <a:pt x="1492" y="1061"/>
                      <a:pt x="1418" y="1044"/>
                    </a:cubicBezTo>
                    <a:cubicBezTo>
                      <a:pt x="1351" y="1036"/>
                      <a:pt x="1260" y="1027"/>
                      <a:pt x="1211" y="978"/>
                    </a:cubicBezTo>
                    <a:cubicBezTo>
                      <a:pt x="1194" y="961"/>
                      <a:pt x="1186" y="920"/>
                      <a:pt x="1211" y="903"/>
                    </a:cubicBezTo>
                    <a:cubicBezTo>
                      <a:pt x="1253" y="866"/>
                      <a:pt x="1310" y="856"/>
                      <a:pt x="1367" y="856"/>
                    </a:cubicBezTo>
                    <a:cubicBezTo>
                      <a:pt x="1398" y="856"/>
                      <a:pt x="1430" y="859"/>
                      <a:pt x="1459" y="862"/>
                    </a:cubicBezTo>
                    <a:cubicBezTo>
                      <a:pt x="1550" y="862"/>
                      <a:pt x="1633" y="870"/>
                      <a:pt x="1716" y="878"/>
                    </a:cubicBezTo>
                    <a:cubicBezTo>
                      <a:pt x="1782" y="887"/>
                      <a:pt x="1848" y="903"/>
                      <a:pt x="1923" y="911"/>
                    </a:cubicBezTo>
                    <a:cubicBezTo>
                      <a:pt x="1923" y="895"/>
                      <a:pt x="1915" y="887"/>
                      <a:pt x="1915" y="870"/>
                    </a:cubicBezTo>
                    <a:cubicBezTo>
                      <a:pt x="1906" y="845"/>
                      <a:pt x="1906" y="829"/>
                      <a:pt x="1898" y="812"/>
                    </a:cubicBezTo>
                    <a:cubicBezTo>
                      <a:pt x="1898" y="804"/>
                      <a:pt x="1890" y="795"/>
                      <a:pt x="1890" y="787"/>
                    </a:cubicBezTo>
                    <a:lnTo>
                      <a:pt x="1890" y="779"/>
                    </a:lnTo>
                    <a:lnTo>
                      <a:pt x="1882" y="779"/>
                    </a:lnTo>
                    <a:lnTo>
                      <a:pt x="1873" y="762"/>
                    </a:lnTo>
                    <a:lnTo>
                      <a:pt x="1873" y="754"/>
                    </a:lnTo>
                    <a:lnTo>
                      <a:pt x="1865" y="754"/>
                    </a:lnTo>
                    <a:cubicBezTo>
                      <a:pt x="1857" y="754"/>
                      <a:pt x="1857" y="754"/>
                      <a:pt x="1848" y="746"/>
                    </a:cubicBezTo>
                    <a:lnTo>
                      <a:pt x="1757" y="746"/>
                    </a:lnTo>
                    <a:cubicBezTo>
                      <a:pt x="1737" y="750"/>
                      <a:pt x="1716" y="752"/>
                      <a:pt x="1695" y="752"/>
                    </a:cubicBezTo>
                    <a:cubicBezTo>
                      <a:pt x="1675" y="752"/>
                      <a:pt x="1654" y="750"/>
                      <a:pt x="1633" y="746"/>
                    </a:cubicBezTo>
                    <a:cubicBezTo>
                      <a:pt x="1550" y="746"/>
                      <a:pt x="1467" y="746"/>
                      <a:pt x="1385" y="729"/>
                    </a:cubicBezTo>
                    <a:cubicBezTo>
                      <a:pt x="1351" y="729"/>
                      <a:pt x="1335" y="713"/>
                      <a:pt x="1327" y="688"/>
                    </a:cubicBezTo>
                    <a:lnTo>
                      <a:pt x="1327" y="671"/>
                    </a:lnTo>
                    <a:cubicBezTo>
                      <a:pt x="1269" y="655"/>
                      <a:pt x="1219" y="638"/>
                      <a:pt x="1161" y="630"/>
                    </a:cubicBezTo>
                    <a:cubicBezTo>
                      <a:pt x="1003" y="580"/>
                      <a:pt x="846" y="539"/>
                      <a:pt x="705" y="472"/>
                    </a:cubicBezTo>
                    <a:cubicBezTo>
                      <a:pt x="564" y="423"/>
                      <a:pt x="440" y="348"/>
                      <a:pt x="332" y="240"/>
                    </a:cubicBezTo>
                    <a:cubicBezTo>
                      <a:pt x="274" y="174"/>
                      <a:pt x="216" y="91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7" name="Google Shape;4107;p10"/>
              <p:cNvSpPr/>
              <p:nvPr/>
            </p:nvSpPr>
            <p:spPr>
              <a:xfrm>
                <a:off x="2623100" y="3838550"/>
                <a:ext cx="456550" cy="988225"/>
              </a:xfrm>
              <a:custGeom>
                <a:rect b="b" l="l" r="r" t="t"/>
                <a:pathLst>
                  <a:path extrusionOk="0" h="39529" w="18262">
                    <a:moveTo>
                      <a:pt x="10175" y="3834"/>
                    </a:moveTo>
                    <a:cubicBezTo>
                      <a:pt x="10175" y="3834"/>
                      <a:pt x="10175" y="3834"/>
                      <a:pt x="10175" y="3842"/>
                    </a:cubicBezTo>
                    <a:cubicBezTo>
                      <a:pt x="10176" y="3844"/>
                      <a:pt x="10178" y="3846"/>
                      <a:pt x="10180" y="3847"/>
                    </a:cubicBezTo>
                    <a:lnTo>
                      <a:pt x="10180" y="3847"/>
                    </a:lnTo>
                    <a:cubicBezTo>
                      <a:pt x="10178" y="3843"/>
                      <a:pt x="10176" y="3839"/>
                      <a:pt x="10175" y="3834"/>
                    </a:cubicBezTo>
                    <a:close/>
                    <a:moveTo>
                      <a:pt x="10374" y="3851"/>
                    </a:moveTo>
                    <a:lnTo>
                      <a:pt x="10374" y="3851"/>
                    </a:lnTo>
                    <a:cubicBezTo>
                      <a:pt x="10375" y="3860"/>
                      <a:pt x="10378" y="3870"/>
                      <a:pt x="10380" y="3879"/>
                    </a:cubicBezTo>
                    <a:lnTo>
                      <a:pt x="10380" y="3879"/>
                    </a:lnTo>
                    <a:cubicBezTo>
                      <a:pt x="10378" y="3870"/>
                      <a:pt x="10376" y="3860"/>
                      <a:pt x="10374" y="3851"/>
                    </a:cubicBezTo>
                    <a:close/>
                    <a:moveTo>
                      <a:pt x="10705" y="3942"/>
                    </a:moveTo>
                    <a:lnTo>
                      <a:pt x="10705" y="3942"/>
                    </a:lnTo>
                    <a:cubicBezTo>
                      <a:pt x="10706" y="3943"/>
                      <a:pt x="10707" y="3944"/>
                      <a:pt x="10708" y="3945"/>
                    </a:cubicBezTo>
                    <a:lnTo>
                      <a:pt x="10708" y="3945"/>
                    </a:lnTo>
                    <a:cubicBezTo>
                      <a:pt x="10707" y="3944"/>
                      <a:pt x="10706" y="3943"/>
                      <a:pt x="10705" y="3942"/>
                    </a:cubicBezTo>
                    <a:close/>
                    <a:moveTo>
                      <a:pt x="7026" y="15426"/>
                    </a:moveTo>
                    <a:cubicBezTo>
                      <a:pt x="7028" y="15426"/>
                      <a:pt x="7029" y="15427"/>
                      <a:pt x="7031" y="15428"/>
                    </a:cubicBezTo>
                    <a:lnTo>
                      <a:pt x="7031" y="15428"/>
                    </a:lnTo>
                    <a:cubicBezTo>
                      <a:pt x="7030" y="15427"/>
                      <a:pt x="7028" y="15426"/>
                      <a:pt x="7026" y="15426"/>
                    </a:cubicBezTo>
                    <a:close/>
                    <a:moveTo>
                      <a:pt x="18129" y="21536"/>
                    </a:moveTo>
                    <a:cubicBezTo>
                      <a:pt x="18129" y="21537"/>
                      <a:pt x="18129" y="21539"/>
                      <a:pt x="18129" y="21540"/>
                    </a:cubicBezTo>
                    <a:cubicBezTo>
                      <a:pt x="18129" y="21539"/>
                      <a:pt x="18129" y="21537"/>
                      <a:pt x="18129" y="21536"/>
                    </a:cubicBezTo>
                    <a:close/>
                    <a:moveTo>
                      <a:pt x="17756" y="22442"/>
                    </a:moveTo>
                    <a:cubicBezTo>
                      <a:pt x="17756" y="22442"/>
                      <a:pt x="17756" y="22443"/>
                      <a:pt x="17756" y="22443"/>
                    </a:cubicBezTo>
                    <a:cubicBezTo>
                      <a:pt x="17756" y="22443"/>
                      <a:pt x="17756" y="22442"/>
                      <a:pt x="17756" y="22442"/>
                    </a:cubicBezTo>
                    <a:close/>
                    <a:moveTo>
                      <a:pt x="13070" y="1"/>
                    </a:moveTo>
                    <a:cubicBezTo>
                      <a:pt x="13046" y="1"/>
                      <a:pt x="13020" y="5"/>
                      <a:pt x="12992" y="15"/>
                    </a:cubicBezTo>
                    <a:cubicBezTo>
                      <a:pt x="12876" y="56"/>
                      <a:pt x="12793" y="180"/>
                      <a:pt x="12718" y="280"/>
                    </a:cubicBezTo>
                    <a:cubicBezTo>
                      <a:pt x="12544" y="520"/>
                      <a:pt x="12362" y="769"/>
                      <a:pt x="12155" y="984"/>
                    </a:cubicBezTo>
                    <a:cubicBezTo>
                      <a:pt x="12147" y="988"/>
                      <a:pt x="12138" y="990"/>
                      <a:pt x="12130" y="990"/>
                    </a:cubicBezTo>
                    <a:cubicBezTo>
                      <a:pt x="12122" y="990"/>
                      <a:pt x="12114" y="988"/>
                      <a:pt x="12105" y="984"/>
                    </a:cubicBezTo>
                    <a:cubicBezTo>
                      <a:pt x="12031" y="1100"/>
                      <a:pt x="11964" y="1216"/>
                      <a:pt x="11906" y="1340"/>
                    </a:cubicBezTo>
                    <a:cubicBezTo>
                      <a:pt x="11708" y="1755"/>
                      <a:pt x="11567" y="2177"/>
                      <a:pt x="11500" y="2633"/>
                    </a:cubicBezTo>
                    <a:cubicBezTo>
                      <a:pt x="11476" y="2857"/>
                      <a:pt x="11459" y="3080"/>
                      <a:pt x="11459" y="3312"/>
                    </a:cubicBezTo>
                    <a:cubicBezTo>
                      <a:pt x="11467" y="3536"/>
                      <a:pt x="11509" y="3760"/>
                      <a:pt x="11509" y="3983"/>
                    </a:cubicBezTo>
                    <a:cubicBezTo>
                      <a:pt x="11509" y="4016"/>
                      <a:pt x="11484" y="4033"/>
                      <a:pt x="11459" y="4041"/>
                    </a:cubicBezTo>
                    <a:cubicBezTo>
                      <a:pt x="11453" y="4063"/>
                      <a:pt x="11430" y="4078"/>
                      <a:pt x="11407" y="4078"/>
                    </a:cubicBezTo>
                    <a:cubicBezTo>
                      <a:pt x="11395" y="4078"/>
                      <a:pt x="11384" y="4074"/>
                      <a:pt x="11376" y="4066"/>
                    </a:cubicBezTo>
                    <a:cubicBezTo>
                      <a:pt x="11376" y="4066"/>
                      <a:pt x="11376" y="4074"/>
                      <a:pt x="11376" y="4074"/>
                    </a:cubicBezTo>
                    <a:cubicBezTo>
                      <a:pt x="11370" y="4093"/>
                      <a:pt x="11354" y="4102"/>
                      <a:pt x="11337" y="4102"/>
                    </a:cubicBezTo>
                    <a:cubicBezTo>
                      <a:pt x="11310" y="4102"/>
                      <a:pt x="11280" y="4080"/>
                      <a:pt x="11285" y="4050"/>
                    </a:cubicBezTo>
                    <a:cubicBezTo>
                      <a:pt x="11285" y="4016"/>
                      <a:pt x="11293" y="3983"/>
                      <a:pt x="11293" y="3950"/>
                    </a:cubicBezTo>
                    <a:cubicBezTo>
                      <a:pt x="11277" y="3934"/>
                      <a:pt x="11268" y="3909"/>
                      <a:pt x="11252" y="3884"/>
                    </a:cubicBezTo>
                    <a:lnTo>
                      <a:pt x="11252" y="3884"/>
                    </a:lnTo>
                    <a:cubicBezTo>
                      <a:pt x="11260" y="3925"/>
                      <a:pt x="11260" y="3967"/>
                      <a:pt x="11260" y="4008"/>
                    </a:cubicBezTo>
                    <a:cubicBezTo>
                      <a:pt x="11260" y="4037"/>
                      <a:pt x="11237" y="4052"/>
                      <a:pt x="11215" y="4052"/>
                    </a:cubicBezTo>
                    <a:cubicBezTo>
                      <a:pt x="11192" y="4052"/>
                      <a:pt x="11169" y="4037"/>
                      <a:pt x="11169" y="4008"/>
                    </a:cubicBezTo>
                    <a:cubicBezTo>
                      <a:pt x="11161" y="4000"/>
                      <a:pt x="11161" y="3992"/>
                      <a:pt x="11161" y="3975"/>
                    </a:cubicBezTo>
                    <a:cubicBezTo>
                      <a:pt x="11154" y="3978"/>
                      <a:pt x="11146" y="3981"/>
                      <a:pt x="11137" y="3981"/>
                    </a:cubicBezTo>
                    <a:cubicBezTo>
                      <a:pt x="11125" y="3981"/>
                      <a:pt x="11112" y="3976"/>
                      <a:pt x="11103" y="3967"/>
                    </a:cubicBezTo>
                    <a:cubicBezTo>
                      <a:pt x="11094" y="3950"/>
                      <a:pt x="11078" y="3934"/>
                      <a:pt x="11070" y="3917"/>
                    </a:cubicBezTo>
                    <a:cubicBezTo>
                      <a:pt x="11061" y="3917"/>
                      <a:pt x="11061" y="3925"/>
                      <a:pt x="11061" y="3925"/>
                    </a:cubicBezTo>
                    <a:cubicBezTo>
                      <a:pt x="11061" y="3967"/>
                      <a:pt x="11053" y="4016"/>
                      <a:pt x="11053" y="4058"/>
                    </a:cubicBezTo>
                    <a:cubicBezTo>
                      <a:pt x="11053" y="4087"/>
                      <a:pt x="11028" y="4101"/>
                      <a:pt x="11003" y="4101"/>
                    </a:cubicBezTo>
                    <a:cubicBezTo>
                      <a:pt x="10978" y="4101"/>
                      <a:pt x="10954" y="4087"/>
                      <a:pt x="10954" y="4058"/>
                    </a:cubicBezTo>
                    <a:lnTo>
                      <a:pt x="10954" y="4050"/>
                    </a:lnTo>
                    <a:cubicBezTo>
                      <a:pt x="10920" y="4041"/>
                      <a:pt x="10896" y="4008"/>
                      <a:pt x="10904" y="3983"/>
                    </a:cubicBezTo>
                    <a:cubicBezTo>
                      <a:pt x="10904" y="3917"/>
                      <a:pt x="10920" y="3859"/>
                      <a:pt x="10937" y="3793"/>
                    </a:cubicBezTo>
                    <a:lnTo>
                      <a:pt x="10929" y="3793"/>
                    </a:lnTo>
                    <a:cubicBezTo>
                      <a:pt x="10920" y="3784"/>
                      <a:pt x="10912" y="3776"/>
                      <a:pt x="10904" y="3776"/>
                    </a:cubicBezTo>
                    <a:lnTo>
                      <a:pt x="10896" y="3776"/>
                    </a:lnTo>
                    <a:cubicBezTo>
                      <a:pt x="10892" y="3783"/>
                      <a:pt x="10886" y="3785"/>
                      <a:pt x="10878" y="3785"/>
                    </a:cubicBezTo>
                    <a:cubicBezTo>
                      <a:pt x="10866" y="3785"/>
                      <a:pt x="10851" y="3778"/>
                      <a:pt x="10846" y="3768"/>
                    </a:cubicBezTo>
                    <a:cubicBezTo>
                      <a:pt x="10846" y="3768"/>
                      <a:pt x="10838" y="3760"/>
                      <a:pt x="10838" y="3760"/>
                    </a:cubicBezTo>
                    <a:lnTo>
                      <a:pt x="10838" y="3768"/>
                    </a:lnTo>
                    <a:cubicBezTo>
                      <a:pt x="10838" y="3776"/>
                      <a:pt x="10829" y="3784"/>
                      <a:pt x="10829" y="3801"/>
                    </a:cubicBezTo>
                    <a:lnTo>
                      <a:pt x="10829" y="3809"/>
                    </a:lnTo>
                    <a:cubicBezTo>
                      <a:pt x="10829" y="3826"/>
                      <a:pt x="10838" y="3834"/>
                      <a:pt x="10838" y="3842"/>
                    </a:cubicBezTo>
                    <a:lnTo>
                      <a:pt x="10838" y="3859"/>
                    </a:lnTo>
                    <a:cubicBezTo>
                      <a:pt x="10846" y="3867"/>
                      <a:pt x="10846" y="3876"/>
                      <a:pt x="10846" y="3892"/>
                    </a:cubicBezTo>
                    <a:cubicBezTo>
                      <a:pt x="10854" y="3900"/>
                      <a:pt x="10854" y="3900"/>
                      <a:pt x="10854" y="3909"/>
                    </a:cubicBezTo>
                    <a:cubicBezTo>
                      <a:pt x="10871" y="3942"/>
                      <a:pt x="10887" y="3975"/>
                      <a:pt x="10896" y="4000"/>
                    </a:cubicBezTo>
                    <a:cubicBezTo>
                      <a:pt x="10912" y="4033"/>
                      <a:pt x="10896" y="4066"/>
                      <a:pt x="10871" y="4083"/>
                    </a:cubicBezTo>
                    <a:cubicBezTo>
                      <a:pt x="10862" y="4089"/>
                      <a:pt x="10851" y="4091"/>
                      <a:pt x="10840" y="4091"/>
                    </a:cubicBezTo>
                    <a:cubicBezTo>
                      <a:pt x="10820" y="4091"/>
                      <a:pt x="10799" y="4082"/>
                      <a:pt x="10788" y="4066"/>
                    </a:cubicBezTo>
                    <a:cubicBezTo>
                      <a:pt x="10764" y="4026"/>
                      <a:pt x="10740" y="3986"/>
                      <a:pt x="10708" y="3945"/>
                    </a:cubicBezTo>
                    <a:lnTo>
                      <a:pt x="10708" y="3945"/>
                    </a:lnTo>
                    <a:cubicBezTo>
                      <a:pt x="10713" y="3954"/>
                      <a:pt x="10714" y="3968"/>
                      <a:pt x="10722" y="3975"/>
                    </a:cubicBezTo>
                    <a:cubicBezTo>
                      <a:pt x="10727" y="4010"/>
                      <a:pt x="10692" y="4033"/>
                      <a:pt x="10661" y="4033"/>
                    </a:cubicBezTo>
                    <a:cubicBezTo>
                      <a:pt x="10640" y="4033"/>
                      <a:pt x="10620" y="4023"/>
                      <a:pt x="10614" y="4000"/>
                    </a:cubicBezTo>
                    <a:cubicBezTo>
                      <a:pt x="10597" y="3942"/>
                      <a:pt x="10564" y="3884"/>
                      <a:pt x="10539" y="3826"/>
                    </a:cubicBezTo>
                    <a:cubicBezTo>
                      <a:pt x="10539" y="3834"/>
                      <a:pt x="10539" y="3842"/>
                      <a:pt x="10539" y="3851"/>
                    </a:cubicBezTo>
                    <a:cubicBezTo>
                      <a:pt x="10556" y="3917"/>
                      <a:pt x="10572" y="3983"/>
                      <a:pt x="10589" y="4041"/>
                    </a:cubicBezTo>
                    <a:cubicBezTo>
                      <a:pt x="10599" y="4082"/>
                      <a:pt x="10562" y="4111"/>
                      <a:pt x="10528" y="4111"/>
                    </a:cubicBezTo>
                    <a:cubicBezTo>
                      <a:pt x="10507" y="4111"/>
                      <a:pt x="10488" y="4100"/>
                      <a:pt x="10481" y="4074"/>
                    </a:cubicBezTo>
                    <a:cubicBezTo>
                      <a:pt x="10473" y="4058"/>
                      <a:pt x="10465" y="4033"/>
                      <a:pt x="10465" y="4016"/>
                    </a:cubicBezTo>
                    <a:cubicBezTo>
                      <a:pt x="10459" y="4018"/>
                      <a:pt x="10453" y="4019"/>
                      <a:pt x="10446" y="4019"/>
                    </a:cubicBezTo>
                    <a:cubicBezTo>
                      <a:pt x="10426" y="4019"/>
                      <a:pt x="10407" y="4009"/>
                      <a:pt x="10407" y="3983"/>
                    </a:cubicBezTo>
                    <a:cubicBezTo>
                      <a:pt x="10400" y="3951"/>
                      <a:pt x="10389" y="3914"/>
                      <a:pt x="10380" y="3879"/>
                    </a:cubicBezTo>
                    <a:lnTo>
                      <a:pt x="10380" y="3879"/>
                    </a:lnTo>
                    <a:cubicBezTo>
                      <a:pt x="10393" y="3938"/>
                      <a:pt x="10400" y="4002"/>
                      <a:pt x="10407" y="4066"/>
                    </a:cubicBezTo>
                    <a:cubicBezTo>
                      <a:pt x="10411" y="4111"/>
                      <a:pt x="10382" y="4134"/>
                      <a:pt x="10351" y="4134"/>
                    </a:cubicBezTo>
                    <a:cubicBezTo>
                      <a:pt x="10325" y="4134"/>
                      <a:pt x="10298" y="4117"/>
                      <a:pt x="10291" y="4083"/>
                    </a:cubicBezTo>
                    <a:cubicBezTo>
                      <a:pt x="10274" y="4008"/>
                      <a:pt x="10258" y="3934"/>
                      <a:pt x="10241" y="3859"/>
                    </a:cubicBezTo>
                    <a:cubicBezTo>
                      <a:pt x="10234" y="3861"/>
                      <a:pt x="10228" y="3862"/>
                      <a:pt x="10221" y="3862"/>
                    </a:cubicBezTo>
                    <a:cubicBezTo>
                      <a:pt x="10206" y="3862"/>
                      <a:pt x="10191" y="3857"/>
                      <a:pt x="10180" y="3847"/>
                    </a:cubicBezTo>
                    <a:lnTo>
                      <a:pt x="10180" y="3847"/>
                    </a:lnTo>
                    <a:cubicBezTo>
                      <a:pt x="10195" y="3884"/>
                      <a:pt x="10209" y="3921"/>
                      <a:pt x="10216" y="3958"/>
                    </a:cubicBezTo>
                    <a:cubicBezTo>
                      <a:pt x="10224" y="4000"/>
                      <a:pt x="10191" y="4033"/>
                      <a:pt x="10158" y="4033"/>
                    </a:cubicBezTo>
                    <a:cubicBezTo>
                      <a:pt x="10153" y="4035"/>
                      <a:pt x="10148" y="4036"/>
                      <a:pt x="10144" y="4036"/>
                    </a:cubicBezTo>
                    <a:cubicBezTo>
                      <a:pt x="10132" y="4036"/>
                      <a:pt x="10120" y="4031"/>
                      <a:pt x="10108" y="4025"/>
                    </a:cubicBezTo>
                    <a:cubicBezTo>
                      <a:pt x="10092" y="4016"/>
                      <a:pt x="10092" y="4000"/>
                      <a:pt x="10084" y="3983"/>
                    </a:cubicBezTo>
                    <a:cubicBezTo>
                      <a:pt x="10084" y="3983"/>
                      <a:pt x="10084" y="3975"/>
                      <a:pt x="10084" y="3975"/>
                    </a:cubicBezTo>
                    <a:lnTo>
                      <a:pt x="10075" y="3958"/>
                    </a:lnTo>
                    <a:cubicBezTo>
                      <a:pt x="10075" y="3942"/>
                      <a:pt x="10067" y="3934"/>
                      <a:pt x="10059" y="3925"/>
                    </a:cubicBezTo>
                    <a:cubicBezTo>
                      <a:pt x="10059" y="3909"/>
                      <a:pt x="10050" y="3900"/>
                      <a:pt x="10042" y="3892"/>
                    </a:cubicBezTo>
                    <a:lnTo>
                      <a:pt x="10042" y="3876"/>
                    </a:lnTo>
                    <a:lnTo>
                      <a:pt x="10034" y="3867"/>
                    </a:lnTo>
                    <a:cubicBezTo>
                      <a:pt x="10026" y="3859"/>
                      <a:pt x="10026" y="3851"/>
                      <a:pt x="10017" y="3842"/>
                    </a:cubicBezTo>
                    <a:cubicBezTo>
                      <a:pt x="10017" y="3842"/>
                      <a:pt x="10017" y="3851"/>
                      <a:pt x="10017" y="3851"/>
                    </a:cubicBezTo>
                    <a:cubicBezTo>
                      <a:pt x="10001" y="3925"/>
                      <a:pt x="9976" y="4000"/>
                      <a:pt x="9943" y="4066"/>
                    </a:cubicBezTo>
                    <a:cubicBezTo>
                      <a:pt x="9934" y="4091"/>
                      <a:pt x="9926" y="4116"/>
                      <a:pt x="9918" y="4149"/>
                    </a:cubicBezTo>
                    <a:cubicBezTo>
                      <a:pt x="9914" y="4171"/>
                      <a:pt x="9899" y="4180"/>
                      <a:pt x="9881" y="4180"/>
                    </a:cubicBezTo>
                    <a:cubicBezTo>
                      <a:pt x="9860" y="4180"/>
                      <a:pt x="9836" y="4167"/>
                      <a:pt x="9827" y="4149"/>
                    </a:cubicBezTo>
                    <a:cubicBezTo>
                      <a:pt x="9810" y="4157"/>
                      <a:pt x="9802" y="4166"/>
                      <a:pt x="9785" y="4166"/>
                    </a:cubicBezTo>
                    <a:lnTo>
                      <a:pt x="9777" y="4166"/>
                    </a:lnTo>
                    <a:lnTo>
                      <a:pt x="9777" y="4182"/>
                    </a:lnTo>
                    <a:cubicBezTo>
                      <a:pt x="9777" y="4190"/>
                      <a:pt x="9785" y="4207"/>
                      <a:pt x="9777" y="4224"/>
                    </a:cubicBezTo>
                    <a:cubicBezTo>
                      <a:pt x="9769" y="4248"/>
                      <a:pt x="9760" y="4265"/>
                      <a:pt x="9736" y="4290"/>
                    </a:cubicBezTo>
                    <a:cubicBezTo>
                      <a:pt x="9736" y="4298"/>
                      <a:pt x="9727" y="4306"/>
                      <a:pt x="9719" y="4323"/>
                    </a:cubicBezTo>
                    <a:cubicBezTo>
                      <a:pt x="9714" y="4339"/>
                      <a:pt x="9702" y="4345"/>
                      <a:pt x="9690" y="4345"/>
                    </a:cubicBezTo>
                    <a:cubicBezTo>
                      <a:pt x="9683" y="4345"/>
                      <a:pt x="9675" y="4343"/>
                      <a:pt x="9669" y="4340"/>
                    </a:cubicBezTo>
                    <a:cubicBezTo>
                      <a:pt x="9653" y="4340"/>
                      <a:pt x="9644" y="4348"/>
                      <a:pt x="9636" y="4348"/>
                    </a:cubicBezTo>
                    <a:cubicBezTo>
                      <a:pt x="9578" y="4389"/>
                      <a:pt x="9520" y="4422"/>
                      <a:pt x="9454" y="4456"/>
                    </a:cubicBezTo>
                    <a:cubicBezTo>
                      <a:pt x="9338" y="4522"/>
                      <a:pt x="9214" y="4596"/>
                      <a:pt x="9098" y="4671"/>
                    </a:cubicBezTo>
                    <a:cubicBezTo>
                      <a:pt x="8998" y="4729"/>
                      <a:pt x="8899" y="4795"/>
                      <a:pt x="8808" y="4862"/>
                    </a:cubicBezTo>
                    <a:cubicBezTo>
                      <a:pt x="8783" y="4886"/>
                      <a:pt x="8766" y="4903"/>
                      <a:pt x="8741" y="4928"/>
                    </a:cubicBezTo>
                    <a:cubicBezTo>
                      <a:pt x="8675" y="4994"/>
                      <a:pt x="8609" y="5060"/>
                      <a:pt x="8542" y="5135"/>
                    </a:cubicBezTo>
                    <a:cubicBezTo>
                      <a:pt x="8418" y="5284"/>
                      <a:pt x="8302" y="5433"/>
                      <a:pt x="8203" y="5599"/>
                    </a:cubicBezTo>
                    <a:cubicBezTo>
                      <a:pt x="8054" y="5831"/>
                      <a:pt x="7929" y="6088"/>
                      <a:pt x="7847" y="6353"/>
                    </a:cubicBezTo>
                    <a:cubicBezTo>
                      <a:pt x="7896" y="6295"/>
                      <a:pt x="7946" y="6237"/>
                      <a:pt x="8012" y="6187"/>
                    </a:cubicBezTo>
                    <a:cubicBezTo>
                      <a:pt x="8021" y="6178"/>
                      <a:pt x="8032" y="6174"/>
                      <a:pt x="8042" y="6174"/>
                    </a:cubicBezTo>
                    <a:cubicBezTo>
                      <a:pt x="8078" y="6174"/>
                      <a:pt x="8113" y="6221"/>
                      <a:pt x="8087" y="6254"/>
                    </a:cubicBezTo>
                    <a:cubicBezTo>
                      <a:pt x="7996" y="6353"/>
                      <a:pt x="7921" y="6469"/>
                      <a:pt x="7863" y="6593"/>
                    </a:cubicBezTo>
                    <a:cubicBezTo>
                      <a:pt x="7921" y="6626"/>
                      <a:pt x="7987" y="6668"/>
                      <a:pt x="8045" y="6709"/>
                    </a:cubicBezTo>
                    <a:lnTo>
                      <a:pt x="8054" y="6718"/>
                    </a:lnTo>
                    <a:cubicBezTo>
                      <a:pt x="8054" y="6701"/>
                      <a:pt x="8062" y="6684"/>
                      <a:pt x="8078" y="6676"/>
                    </a:cubicBezTo>
                    <a:cubicBezTo>
                      <a:pt x="8087" y="6660"/>
                      <a:pt x="8103" y="6651"/>
                      <a:pt x="8128" y="6643"/>
                    </a:cubicBezTo>
                    <a:cubicBezTo>
                      <a:pt x="8145" y="6639"/>
                      <a:pt x="8161" y="6637"/>
                      <a:pt x="8178" y="6637"/>
                    </a:cubicBezTo>
                    <a:cubicBezTo>
                      <a:pt x="8194" y="6637"/>
                      <a:pt x="8211" y="6639"/>
                      <a:pt x="8228" y="6643"/>
                    </a:cubicBezTo>
                    <a:cubicBezTo>
                      <a:pt x="8302" y="6660"/>
                      <a:pt x="8352" y="6701"/>
                      <a:pt x="8402" y="6751"/>
                    </a:cubicBezTo>
                    <a:cubicBezTo>
                      <a:pt x="8443" y="6784"/>
                      <a:pt x="8468" y="6817"/>
                      <a:pt x="8501" y="6850"/>
                    </a:cubicBezTo>
                    <a:cubicBezTo>
                      <a:pt x="8493" y="6817"/>
                      <a:pt x="8493" y="6784"/>
                      <a:pt x="8484" y="6751"/>
                    </a:cubicBezTo>
                    <a:cubicBezTo>
                      <a:pt x="8484" y="6726"/>
                      <a:pt x="8501" y="6701"/>
                      <a:pt x="8534" y="6693"/>
                    </a:cubicBezTo>
                    <a:cubicBezTo>
                      <a:pt x="8559" y="6693"/>
                      <a:pt x="8592" y="6709"/>
                      <a:pt x="8592" y="6742"/>
                    </a:cubicBezTo>
                    <a:cubicBezTo>
                      <a:pt x="8600" y="6800"/>
                      <a:pt x="8617" y="6867"/>
                      <a:pt x="8625" y="6925"/>
                    </a:cubicBezTo>
                    <a:cubicBezTo>
                      <a:pt x="8625" y="6950"/>
                      <a:pt x="8634" y="6983"/>
                      <a:pt x="8642" y="7016"/>
                    </a:cubicBezTo>
                    <a:cubicBezTo>
                      <a:pt x="8642" y="7049"/>
                      <a:pt x="8642" y="7090"/>
                      <a:pt x="8617" y="7115"/>
                    </a:cubicBezTo>
                    <a:cubicBezTo>
                      <a:pt x="8612" y="7129"/>
                      <a:pt x="8603" y="7135"/>
                      <a:pt x="8592" y="7135"/>
                    </a:cubicBezTo>
                    <a:cubicBezTo>
                      <a:pt x="8584" y="7135"/>
                      <a:pt x="8575" y="7131"/>
                      <a:pt x="8567" y="7124"/>
                    </a:cubicBezTo>
                    <a:lnTo>
                      <a:pt x="8567" y="7132"/>
                    </a:lnTo>
                    <a:cubicBezTo>
                      <a:pt x="8555" y="7157"/>
                      <a:pt x="8526" y="7169"/>
                      <a:pt x="8498" y="7169"/>
                    </a:cubicBezTo>
                    <a:cubicBezTo>
                      <a:pt x="8470" y="7169"/>
                      <a:pt x="8443" y="7157"/>
                      <a:pt x="8435" y="7132"/>
                    </a:cubicBezTo>
                    <a:cubicBezTo>
                      <a:pt x="8426" y="7107"/>
                      <a:pt x="8418" y="7082"/>
                      <a:pt x="8410" y="7066"/>
                    </a:cubicBezTo>
                    <a:cubicBezTo>
                      <a:pt x="8402" y="7049"/>
                      <a:pt x="8402" y="7041"/>
                      <a:pt x="8393" y="7032"/>
                    </a:cubicBezTo>
                    <a:lnTo>
                      <a:pt x="8385" y="7016"/>
                    </a:lnTo>
                    <a:lnTo>
                      <a:pt x="8385" y="7008"/>
                    </a:lnTo>
                    <a:cubicBezTo>
                      <a:pt x="8352" y="6966"/>
                      <a:pt x="8327" y="6925"/>
                      <a:pt x="8294" y="6892"/>
                    </a:cubicBezTo>
                    <a:lnTo>
                      <a:pt x="8269" y="6867"/>
                    </a:lnTo>
                    <a:lnTo>
                      <a:pt x="8261" y="6858"/>
                    </a:lnTo>
                    <a:lnTo>
                      <a:pt x="8252" y="6850"/>
                    </a:lnTo>
                    <a:cubicBezTo>
                      <a:pt x="8236" y="6834"/>
                      <a:pt x="8219" y="6817"/>
                      <a:pt x="8194" y="6809"/>
                    </a:cubicBezTo>
                    <a:lnTo>
                      <a:pt x="8186" y="6800"/>
                    </a:lnTo>
                    <a:lnTo>
                      <a:pt x="8178" y="6800"/>
                    </a:lnTo>
                    <a:lnTo>
                      <a:pt x="8161" y="6792"/>
                    </a:lnTo>
                    <a:lnTo>
                      <a:pt x="8136" y="6792"/>
                    </a:lnTo>
                    <a:cubicBezTo>
                      <a:pt x="8153" y="6800"/>
                      <a:pt x="8170" y="6817"/>
                      <a:pt x="8186" y="6834"/>
                    </a:cubicBezTo>
                    <a:cubicBezTo>
                      <a:pt x="8236" y="6883"/>
                      <a:pt x="8286" y="6933"/>
                      <a:pt x="8294" y="6999"/>
                    </a:cubicBezTo>
                    <a:cubicBezTo>
                      <a:pt x="8301" y="7043"/>
                      <a:pt x="8264" y="7067"/>
                      <a:pt x="8233" y="7067"/>
                    </a:cubicBezTo>
                    <a:cubicBezTo>
                      <a:pt x="8228" y="7067"/>
                      <a:pt x="8224" y="7067"/>
                      <a:pt x="8219" y="7066"/>
                    </a:cubicBezTo>
                    <a:cubicBezTo>
                      <a:pt x="8186" y="7057"/>
                      <a:pt x="8153" y="7032"/>
                      <a:pt x="8136" y="7016"/>
                    </a:cubicBezTo>
                    <a:cubicBezTo>
                      <a:pt x="8120" y="6999"/>
                      <a:pt x="8103" y="6991"/>
                      <a:pt x="8095" y="6974"/>
                    </a:cubicBezTo>
                    <a:lnTo>
                      <a:pt x="8070" y="6950"/>
                    </a:lnTo>
                    <a:cubicBezTo>
                      <a:pt x="8029" y="6916"/>
                      <a:pt x="7987" y="6875"/>
                      <a:pt x="7946" y="6842"/>
                    </a:cubicBezTo>
                    <a:cubicBezTo>
                      <a:pt x="7896" y="6800"/>
                      <a:pt x="7855" y="6767"/>
                      <a:pt x="7805" y="6734"/>
                    </a:cubicBezTo>
                    <a:cubicBezTo>
                      <a:pt x="7797" y="6751"/>
                      <a:pt x="7797" y="6767"/>
                      <a:pt x="7789" y="6784"/>
                    </a:cubicBezTo>
                    <a:cubicBezTo>
                      <a:pt x="7797" y="6784"/>
                      <a:pt x="7813" y="6792"/>
                      <a:pt x="7822" y="6792"/>
                    </a:cubicBezTo>
                    <a:cubicBezTo>
                      <a:pt x="7905" y="6834"/>
                      <a:pt x="7962" y="6900"/>
                      <a:pt x="7996" y="6983"/>
                    </a:cubicBezTo>
                    <a:cubicBezTo>
                      <a:pt x="8008" y="7001"/>
                      <a:pt x="7994" y="7014"/>
                      <a:pt x="7979" y="7014"/>
                    </a:cubicBezTo>
                    <a:cubicBezTo>
                      <a:pt x="7973" y="7014"/>
                      <a:pt x="7967" y="7012"/>
                      <a:pt x="7962" y="7008"/>
                    </a:cubicBezTo>
                    <a:cubicBezTo>
                      <a:pt x="7929" y="6991"/>
                      <a:pt x="7905" y="6966"/>
                      <a:pt x="7871" y="6950"/>
                    </a:cubicBezTo>
                    <a:cubicBezTo>
                      <a:pt x="7847" y="6925"/>
                      <a:pt x="7813" y="6908"/>
                      <a:pt x="7789" y="6892"/>
                    </a:cubicBezTo>
                    <a:cubicBezTo>
                      <a:pt x="7780" y="6892"/>
                      <a:pt x="7772" y="6883"/>
                      <a:pt x="7764" y="6883"/>
                    </a:cubicBezTo>
                    <a:cubicBezTo>
                      <a:pt x="7755" y="6908"/>
                      <a:pt x="7747" y="6941"/>
                      <a:pt x="7747" y="6966"/>
                    </a:cubicBezTo>
                    <a:cubicBezTo>
                      <a:pt x="7731" y="7099"/>
                      <a:pt x="7731" y="7231"/>
                      <a:pt x="7731" y="7364"/>
                    </a:cubicBezTo>
                    <a:lnTo>
                      <a:pt x="7739" y="7356"/>
                    </a:lnTo>
                    <a:cubicBezTo>
                      <a:pt x="7745" y="7339"/>
                      <a:pt x="7758" y="7332"/>
                      <a:pt x="7771" y="7332"/>
                    </a:cubicBezTo>
                    <a:cubicBezTo>
                      <a:pt x="7792" y="7332"/>
                      <a:pt x="7813" y="7350"/>
                      <a:pt x="7813" y="7380"/>
                    </a:cubicBezTo>
                    <a:cubicBezTo>
                      <a:pt x="7797" y="7604"/>
                      <a:pt x="7813" y="7836"/>
                      <a:pt x="7822" y="8068"/>
                    </a:cubicBezTo>
                    <a:cubicBezTo>
                      <a:pt x="7830" y="8184"/>
                      <a:pt x="7830" y="8292"/>
                      <a:pt x="7822" y="8408"/>
                    </a:cubicBezTo>
                    <a:cubicBezTo>
                      <a:pt x="7822" y="8424"/>
                      <a:pt x="7822" y="8441"/>
                      <a:pt x="7813" y="8458"/>
                    </a:cubicBezTo>
                    <a:cubicBezTo>
                      <a:pt x="7838" y="8441"/>
                      <a:pt x="7855" y="8416"/>
                      <a:pt x="7880" y="8400"/>
                    </a:cubicBezTo>
                    <a:cubicBezTo>
                      <a:pt x="7888" y="8393"/>
                      <a:pt x="7897" y="8390"/>
                      <a:pt x="7906" y="8390"/>
                    </a:cubicBezTo>
                    <a:cubicBezTo>
                      <a:pt x="7941" y="8390"/>
                      <a:pt x="7972" y="8435"/>
                      <a:pt x="7946" y="8474"/>
                    </a:cubicBezTo>
                    <a:cubicBezTo>
                      <a:pt x="7896" y="8540"/>
                      <a:pt x="7838" y="8607"/>
                      <a:pt x="7780" y="8665"/>
                    </a:cubicBezTo>
                    <a:cubicBezTo>
                      <a:pt x="7772" y="8698"/>
                      <a:pt x="7755" y="8723"/>
                      <a:pt x="7739" y="8739"/>
                    </a:cubicBezTo>
                    <a:cubicBezTo>
                      <a:pt x="7731" y="8764"/>
                      <a:pt x="7706" y="8772"/>
                      <a:pt x="7681" y="8772"/>
                    </a:cubicBezTo>
                    <a:cubicBezTo>
                      <a:pt x="7482" y="8988"/>
                      <a:pt x="7267" y="9187"/>
                      <a:pt x="7068" y="9410"/>
                    </a:cubicBezTo>
                    <a:cubicBezTo>
                      <a:pt x="6935" y="9543"/>
                      <a:pt x="6811" y="9684"/>
                      <a:pt x="6703" y="9833"/>
                    </a:cubicBezTo>
                    <a:cubicBezTo>
                      <a:pt x="6637" y="9916"/>
                      <a:pt x="6587" y="9999"/>
                      <a:pt x="6537" y="10090"/>
                    </a:cubicBezTo>
                    <a:cubicBezTo>
                      <a:pt x="6504" y="10139"/>
                      <a:pt x="6471" y="10197"/>
                      <a:pt x="6446" y="10247"/>
                    </a:cubicBezTo>
                    <a:cubicBezTo>
                      <a:pt x="6670" y="10164"/>
                      <a:pt x="6910" y="10115"/>
                      <a:pt x="7159" y="10106"/>
                    </a:cubicBezTo>
                    <a:cubicBezTo>
                      <a:pt x="7210" y="10103"/>
                      <a:pt x="7263" y="10101"/>
                      <a:pt x="7317" y="10101"/>
                    </a:cubicBezTo>
                    <a:cubicBezTo>
                      <a:pt x="7393" y="10101"/>
                      <a:pt x="7471" y="10105"/>
                      <a:pt x="7548" y="10115"/>
                    </a:cubicBezTo>
                    <a:cubicBezTo>
                      <a:pt x="7581" y="10115"/>
                      <a:pt x="7623" y="10123"/>
                      <a:pt x="7656" y="10139"/>
                    </a:cubicBezTo>
                    <a:cubicBezTo>
                      <a:pt x="7747" y="10098"/>
                      <a:pt x="7838" y="10057"/>
                      <a:pt x="7938" y="10023"/>
                    </a:cubicBezTo>
                    <a:cubicBezTo>
                      <a:pt x="7947" y="10020"/>
                      <a:pt x="7957" y="10018"/>
                      <a:pt x="7967" y="10018"/>
                    </a:cubicBezTo>
                    <a:cubicBezTo>
                      <a:pt x="8026" y="10018"/>
                      <a:pt x="8082" y="10076"/>
                      <a:pt x="8054" y="10139"/>
                    </a:cubicBezTo>
                    <a:cubicBezTo>
                      <a:pt x="7971" y="10338"/>
                      <a:pt x="7863" y="10537"/>
                      <a:pt x="7747" y="10719"/>
                    </a:cubicBezTo>
                    <a:cubicBezTo>
                      <a:pt x="7697" y="10811"/>
                      <a:pt x="7631" y="10902"/>
                      <a:pt x="7565" y="10985"/>
                    </a:cubicBezTo>
                    <a:lnTo>
                      <a:pt x="7557" y="10993"/>
                    </a:lnTo>
                    <a:cubicBezTo>
                      <a:pt x="7515" y="11067"/>
                      <a:pt x="7465" y="11125"/>
                      <a:pt x="7407" y="11175"/>
                    </a:cubicBezTo>
                    <a:cubicBezTo>
                      <a:pt x="7391" y="11192"/>
                      <a:pt x="7383" y="11217"/>
                      <a:pt x="7383" y="11241"/>
                    </a:cubicBezTo>
                    <a:cubicBezTo>
                      <a:pt x="7383" y="11266"/>
                      <a:pt x="7374" y="11283"/>
                      <a:pt x="7366" y="11299"/>
                    </a:cubicBezTo>
                    <a:cubicBezTo>
                      <a:pt x="7374" y="11316"/>
                      <a:pt x="7374" y="11324"/>
                      <a:pt x="7383" y="11341"/>
                    </a:cubicBezTo>
                    <a:cubicBezTo>
                      <a:pt x="7474" y="11407"/>
                      <a:pt x="7515" y="11523"/>
                      <a:pt x="7499" y="11631"/>
                    </a:cubicBezTo>
                    <a:cubicBezTo>
                      <a:pt x="7540" y="11689"/>
                      <a:pt x="7631" y="11697"/>
                      <a:pt x="7697" y="11705"/>
                    </a:cubicBezTo>
                    <a:cubicBezTo>
                      <a:pt x="7799" y="11721"/>
                      <a:pt x="7901" y="11731"/>
                      <a:pt x="8000" y="11731"/>
                    </a:cubicBezTo>
                    <a:cubicBezTo>
                      <a:pt x="8055" y="11731"/>
                      <a:pt x="8109" y="11728"/>
                      <a:pt x="8161" y="11722"/>
                    </a:cubicBezTo>
                    <a:cubicBezTo>
                      <a:pt x="8443" y="11697"/>
                      <a:pt x="8725" y="11639"/>
                      <a:pt x="8990" y="11573"/>
                    </a:cubicBezTo>
                    <a:cubicBezTo>
                      <a:pt x="9131" y="11531"/>
                      <a:pt x="9238" y="11449"/>
                      <a:pt x="9379" y="11407"/>
                    </a:cubicBezTo>
                    <a:cubicBezTo>
                      <a:pt x="9417" y="11388"/>
                      <a:pt x="9459" y="11379"/>
                      <a:pt x="9498" y="11379"/>
                    </a:cubicBezTo>
                    <a:cubicBezTo>
                      <a:pt x="9511" y="11379"/>
                      <a:pt x="9524" y="11380"/>
                      <a:pt x="9537" y="11382"/>
                    </a:cubicBezTo>
                    <a:cubicBezTo>
                      <a:pt x="9564" y="11389"/>
                      <a:pt x="9590" y="11401"/>
                      <a:pt x="9617" y="11401"/>
                    </a:cubicBezTo>
                    <a:cubicBezTo>
                      <a:pt x="9624" y="11401"/>
                      <a:pt x="9630" y="11400"/>
                      <a:pt x="9636" y="11399"/>
                    </a:cubicBezTo>
                    <a:cubicBezTo>
                      <a:pt x="9678" y="11399"/>
                      <a:pt x="9678" y="11382"/>
                      <a:pt x="9711" y="11349"/>
                    </a:cubicBezTo>
                    <a:cubicBezTo>
                      <a:pt x="9779" y="11284"/>
                      <a:pt x="9858" y="11262"/>
                      <a:pt x="9940" y="11262"/>
                    </a:cubicBezTo>
                    <a:cubicBezTo>
                      <a:pt x="10086" y="11262"/>
                      <a:pt x="10244" y="11330"/>
                      <a:pt x="10382" y="11341"/>
                    </a:cubicBezTo>
                    <a:cubicBezTo>
                      <a:pt x="10401" y="11342"/>
                      <a:pt x="10421" y="11343"/>
                      <a:pt x="10440" y="11343"/>
                    </a:cubicBezTo>
                    <a:cubicBezTo>
                      <a:pt x="10650" y="11343"/>
                      <a:pt x="10842" y="11261"/>
                      <a:pt x="10987" y="11109"/>
                    </a:cubicBezTo>
                    <a:cubicBezTo>
                      <a:pt x="10995" y="11101"/>
                      <a:pt x="11003" y="11092"/>
                      <a:pt x="11020" y="11092"/>
                    </a:cubicBezTo>
                    <a:lnTo>
                      <a:pt x="11028" y="11076"/>
                    </a:lnTo>
                    <a:cubicBezTo>
                      <a:pt x="11045" y="11051"/>
                      <a:pt x="11070" y="11018"/>
                      <a:pt x="11094" y="10993"/>
                    </a:cubicBezTo>
                    <a:cubicBezTo>
                      <a:pt x="11111" y="10976"/>
                      <a:pt x="11128" y="10960"/>
                      <a:pt x="11144" y="10951"/>
                    </a:cubicBezTo>
                    <a:cubicBezTo>
                      <a:pt x="11161" y="10927"/>
                      <a:pt x="11177" y="10918"/>
                      <a:pt x="11202" y="10910"/>
                    </a:cubicBezTo>
                    <a:cubicBezTo>
                      <a:pt x="11128" y="10877"/>
                      <a:pt x="11053" y="10852"/>
                      <a:pt x="10978" y="10835"/>
                    </a:cubicBezTo>
                    <a:cubicBezTo>
                      <a:pt x="10954" y="10827"/>
                      <a:pt x="10929" y="10802"/>
                      <a:pt x="10937" y="10769"/>
                    </a:cubicBezTo>
                    <a:cubicBezTo>
                      <a:pt x="10937" y="10748"/>
                      <a:pt x="10962" y="10726"/>
                      <a:pt x="10985" y="10726"/>
                    </a:cubicBezTo>
                    <a:cubicBezTo>
                      <a:pt x="10988" y="10726"/>
                      <a:pt x="10992" y="10727"/>
                      <a:pt x="10995" y="10728"/>
                    </a:cubicBezTo>
                    <a:cubicBezTo>
                      <a:pt x="11094" y="10728"/>
                      <a:pt x="11186" y="10744"/>
                      <a:pt x="11285" y="10777"/>
                    </a:cubicBezTo>
                    <a:cubicBezTo>
                      <a:pt x="11368" y="10811"/>
                      <a:pt x="11442" y="10869"/>
                      <a:pt x="11484" y="10951"/>
                    </a:cubicBezTo>
                    <a:cubicBezTo>
                      <a:pt x="11509" y="11001"/>
                      <a:pt x="11517" y="11067"/>
                      <a:pt x="11476" y="11109"/>
                    </a:cubicBezTo>
                    <a:cubicBezTo>
                      <a:pt x="11460" y="11121"/>
                      <a:pt x="11444" y="11126"/>
                      <a:pt x="11428" y="11126"/>
                    </a:cubicBezTo>
                    <a:cubicBezTo>
                      <a:pt x="11401" y="11126"/>
                      <a:pt x="11375" y="11110"/>
                      <a:pt x="11360" y="11084"/>
                    </a:cubicBezTo>
                    <a:cubicBezTo>
                      <a:pt x="11351" y="11067"/>
                      <a:pt x="11351" y="11059"/>
                      <a:pt x="11343" y="11043"/>
                    </a:cubicBezTo>
                    <a:lnTo>
                      <a:pt x="11343" y="11034"/>
                    </a:lnTo>
                    <a:lnTo>
                      <a:pt x="11343" y="11026"/>
                    </a:lnTo>
                    <a:cubicBezTo>
                      <a:pt x="11335" y="11018"/>
                      <a:pt x="11335" y="11009"/>
                      <a:pt x="11326" y="11001"/>
                    </a:cubicBezTo>
                    <a:lnTo>
                      <a:pt x="11318" y="10993"/>
                    </a:lnTo>
                    <a:lnTo>
                      <a:pt x="11302" y="10976"/>
                    </a:lnTo>
                    <a:lnTo>
                      <a:pt x="11302" y="10976"/>
                    </a:lnTo>
                    <a:cubicBezTo>
                      <a:pt x="11302" y="10985"/>
                      <a:pt x="11310" y="10993"/>
                      <a:pt x="11302" y="11001"/>
                    </a:cubicBezTo>
                    <a:cubicBezTo>
                      <a:pt x="11302" y="11026"/>
                      <a:pt x="11285" y="11043"/>
                      <a:pt x="11268" y="11067"/>
                    </a:cubicBezTo>
                    <a:cubicBezTo>
                      <a:pt x="11260" y="11067"/>
                      <a:pt x="11252" y="11076"/>
                      <a:pt x="11252" y="11084"/>
                    </a:cubicBezTo>
                    <a:cubicBezTo>
                      <a:pt x="11235" y="11092"/>
                      <a:pt x="11227" y="11109"/>
                      <a:pt x="11210" y="11117"/>
                    </a:cubicBezTo>
                    <a:cubicBezTo>
                      <a:pt x="11186" y="11142"/>
                      <a:pt x="11161" y="11159"/>
                      <a:pt x="11136" y="11183"/>
                    </a:cubicBezTo>
                    <a:cubicBezTo>
                      <a:pt x="11128" y="11200"/>
                      <a:pt x="11119" y="11208"/>
                      <a:pt x="11103" y="11217"/>
                    </a:cubicBezTo>
                    <a:lnTo>
                      <a:pt x="11094" y="11233"/>
                    </a:lnTo>
                    <a:cubicBezTo>
                      <a:pt x="11086" y="11241"/>
                      <a:pt x="11078" y="11250"/>
                      <a:pt x="11070" y="11258"/>
                    </a:cubicBezTo>
                    <a:lnTo>
                      <a:pt x="11061" y="11266"/>
                    </a:lnTo>
                    <a:lnTo>
                      <a:pt x="11053" y="11275"/>
                    </a:lnTo>
                    <a:lnTo>
                      <a:pt x="11045" y="11275"/>
                    </a:lnTo>
                    <a:lnTo>
                      <a:pt x="11028" y="11291"/>
                    </a:lnTo>
                    <a:cubicBezTo>
                      <a:pt x="10890" y="11443"/>
                      <a:pt x="10683" y="11520"/>
                      <a:pt x="10472" y="11520"/>
                    </a:cubicBezTo>
                    <a:cubicBezTo>
                      <a:pt x="10442" y="11520"/>
                      <a:pt x="10412" y="11518"/>
                      <a:pt x="10382" y="11515"/>
                    </a:cubicBezTo>
                    <a:cubicBezTo>
                      <a:pt x="10249" y="11507"/>
                      <a:pt x="10125" y="11449"/>
                      <a:pt x="9992" y="11415"/>
                    </a:cubicBezTo>
                    <a:cubicBezTo>
                      <a:pt x="9961" y="11410"/>
                      <a:pt x="9932" y="11406"/>
                      <a:pt x="9905" y="11406"/>
                    </a:cubicBezTo>
                    <a:cubicBezTo>
                      <a:pt x="9855" y="11406"/>
                      <a:pt x="9812" y="11419"/>
                      <a:pt x="9769" y="11457"/>
                    </a:cubicBezTo>
                    <a:cubicBezTo>
                      <a:pt x="9732" y="11486"/>
                      <a:pt x="9701" y="11516"/>
                      <a:pt x="9654" y="11516"/>
                    </a:cubicBezTo>
                    <a:cubicBezTo>
                      <a:pt x="9648" y="11516"/>
                      <a:pt x="9642" y="11516"/>
                      <a:pt x="9636" y="11515"/>
                    </a:cubicBezTo>
                    <a:cubicBezTo>
                      <a:pt x="9603" y="11515"/>
                      <a:pt x="9570" y="11498"/>
                      <a:pt x="9537" y="11490"/>
                    </a:cubicBezTo>
                    <a:cubicBezTo>
                      <a:pt x="9521" y="11484"/>
                      <a:pt x="9504" y="11481"/>
                      <a:pt x="9487" y="11481"/>
                    </a:cubicBezTo>
                    <a:cubicBezTo>
                      <a:pt x="9459" y="11481"/>
                      <a:pt x="9430" y="11488"/>
                      <a:pt x="9404" y="11498"/>
                    </a:cubicBezTo>
                    <a:cubicBezTo>
                      <a:pt x="9338" y="11515"/>
                      <a:pt x="9280" y="11556"/>
                      <a:pt x="9214" y="11598"/>
                    </a:cubicBezTo>
                    <a:cubicBezTo>
                      <a:pt x="9081" y="11672"/>
                      <a:pt x="8940" y="11714"/>
                      <a:pt x="8791" y="11755"/>
                    </a:cubicBezTo>
                    <a:cubicBezTo>
                      <a:pt x="8504" y="11833"/>
                      <a:pt x="8217" y="11888"/>
                      <a:pt x="7923" y="11888"/>
                    </a:cubicBezTo>
                    <a:cubicBezTo>
                      <a:pt x="7903" y="11888"/>
                      <a:pt x="7883" y="11888"/>
                      <a:pt x="7863" y="11888"/>
                    </a:cubicBezTo>
                    <a:cubicBezTo>
                      <a:pt x="7739" y="11879"/>
                      <a:pt x="7565" y="11863"/>
                      <a:pt x="7457" y="11788"/>
                    </a:cubicBezTo>
                    <a:cubicBezTo>
                      <a:pt x="7449" y="11788"/>
                      <a:pt x="7441" y="11780"/>
                      <a:pt x="7432" y="11772"/>
                    </a:cubicBezTo>
                    <a:lnTo>
                      <a:pt x="7432" y="11780"/>
                    </a:lnTo>
                    <a:cubicBezTo>
                      <a:pt x="7532" y="12029"/>
                      <a:pt x="7822" y="12136"/>
                      <a:pt x="8078" y="12169"/>
                    </a:cubicBezTo>
                    <a:cubicBezTo>
                      <a:pt x="8240" y="12186"/>
                      <a:pt x="8402" y="12194"/>
                      <a:pt x="8562" y="12194"/>
                    </a:cubicBezTo>
                    <a:cubicBezTo>
                      <a:pt x="8723" y="12194"/>
                      <a:pt x="8882" y="12186"/>
                      <a:pt x="9040" y="12169"/>
                    </a:cubicBezTo>
                    <a:cubicBezTo>
                      <a:pt x="9363" y="12145"/>
                      <a:pt x="9678" y="12078"/>
                      <a:pt x="9992" y="12004"/>
                    </a:cubicBezTo>
                    <a:cubicBezTo>
                      <a:pt x="10274" y="11929"/>
                      <a:pt x="10564" y="11813"/>
                      <a:pt x="10862" y="11813"/>
                    </a:cubicBezTo>
                    <a:cubicBezTo>
                      <a:pt x="10887" y="11797"/>
                      <a:pt x="10920" y="11788"/>
                      <a:pt x="10954" y="11780"/>
                    </a:cubicBezTo>
                    <a:cubicBezTo>
                      <a:pt x="10995" y="11770"/>
                      <a:pt x="11032" y="11763"/>
                      <a:pt x="11071" y="11763"/>
                    </a:cubicBezTo>
                    <a:cubicBezTo>
                      <a:pt x="11095" y="11763"/>
                      <a:pt x="11119" y="11765"/>
                      <a:pt x="11144" y="11772"/>
                    </a:cubicBezTo>
                    <a:cubicBezTo>
                      <a:pt x="11210" y="11780"/>
                      <a:pt x="11277" y="11805"/>
                      <a:pt x="11335" y="11830"/>
                    </a:cubicBezTo>
                    <a:cubicBezTo>
                      <a:pt x="11384" y="11846"/>
                      <a:pt x="11451" y="11879"/>
                      <a:pt x="11467" y="11937"/>
                    </a:cubicBezTo>
                    <a:cubicBezTo>
                      <a:pt x="11467" y="11954"/>
                      <a:pt x="11451" y="11971"/>
                      <a:pt x="11434" y="11971"/>
                    </a:cubicBezTo>
                    <a:cubicBezTo>
                      <a:pt x="11409" y="11971"/>
                      <a:pt x="11384" y="11962"/>
                      <a:pt x="11360" y="11954"/>
                    </a:cubicBezTo>
                    <a:cubicBezTo>
                      <a:pt x="11335" y="11946"/>
                      <a:pt x="11310" y="11937"/>
                      <a:pt x="11285" y="11929"/>
                    </a:cubicBezTo>
                    <a:cubicBezTo>
                      <a:pt x="11235" y="11913"/>
                      <a:pt x="11186" y="11888"/>
                      <a:pt x="11128" y="11879"/>
                    </a:cubicBezTo>
                    <a:cubicBezTo>
                      <a:pt x="11107" y="11872"/>
                      <a:pt x="11086" y="11870"/>
                      <a:pt x="11064" y="11870"/>
                    </a:cubicBezTo>
                    <a:cubicBezTo>
                      <a:pt x="11034" y="11870"/>
                      <a:pt x="11004" y="11875"/>
                      <a:pt x="10970" y="11879"/>
                    </a:cubicBezTo>
                    <a:cubicBezTo>
                      <a:pt x="10970" y="11888"/>
                      <a:pt x="10962" y="11888"/>
                      <a:pt x="10954" y="11896"/>
                    </a:cubicBezTo>
                    <a:cubicBezTo>
                      <a:pt x="10813" y="11937"/>
                      <a:pt x="10655" y="11971"/>
                      <a:pt x="10506" y="12004"/>
                    </a:cubicBezTo>
                    <a:cubicBezTo>
                      <a:pt x="10349" y="12045"/>
                      <a:pt x="10191" y="12095"/>
                      <a:pt x="10034" y="12145"/>
                    </a:cubicBezTo>
                    <a:cubicBezTo>
                      <a:pt x="9992" y="12153"/>
                      <a:pt x="9951" y="12169"/>
                      <a:pt x="9901" y="12178"/>
                    </a:cubicBezTo>
                    <a:cubicBezTo>
                      <a:pt x="9694" y="12236"/>
                      <a:pt x="9479" y="12277"/>
                      <a:pt x="9255" y="12310"/>
                    </a:cubicBezTo>
                    <a:cubicBezTo>
                      <a:pt x="9052" y="12336"/>
                      <a:pt x="8845" y="12346"/>
                      <a:pt x="8640" y="12346"/>
                    </a:cubicBezTo>
                    <a:cubicBezTo>
                      <a:pt x="8577" y="12346"/>
                      <a:pt x="8514" y="12345"/>
                      <a:pt x="8451" y="12343"/>
                    </a:cubicBezTo>
                    <a:lnTo>
                      <a:pt x="8451" y="12343"/>
                    </a:lnTo>
                    <a:cubicBezTo>
                      <a:pt x="8468" y="12352"/>
                      <a:pt x="8476" y="12352"/>
                      <a:pt x="8484" y="12368"/>
                    </a:cubicBezTo>
                    <a:cubicBezTo>
                      <a:pt x="8534" y="12459"/>
                      <a:pt x="8534" y="12584"/>
                      <a:pt x="8526" y="12691"/>
                    </a:cubicBezTo>
                    <a:cubicBezTo>
                      <a:pt x="8526" y="12708"/>
                      <a:pt x="8526" y="12725"/>
                      <a:pt x="8518" y="12741"/>
                    </a:cubicBezTo>
                    <a:cubicBezTo>
                      <a:pt x="8518" y="12783"/>
                      <a:pt x="8509" y="12816"/>
                      <a:pt x="8493" y="12849"/>
                    </a:cubicBezTo>
                    <a:cubicBezTo>
                      <a:pt x="8476" y="12899"/>
                      <a:pt x="8451" y="12957"/>
                      <a:pt x="8410" y="12981"/>
                    </a:cubicBezTo>
                    <a:cubicBezTo>
                      <a:pt x="8401" y="12987"/>
                      <a:pt x="8392" y="12990"/>
                      <a:pt x="8384" y="12990"/>
                    </a:cubicBezTo>
                    <a:cubicBezTo>
                      <a:pt x="8370" y="12990"/>
                      <a:pt x="8357" y="12981"/>
                      <a:pt x="8352" y="12965"/>
                    </a:cubicBezTo>
                    <a:cubicBezTo>
                      <a:pt x="8352" y="12932"/>
                      <a:pt x="8360" y="12907"/>
                      <a:pt x="8368" y="12874"/>
                    </a:cubicBezTo>
                    <a:cubicBezTo>
                      <a:pt x="8368" y="12857"/>
                      <a:pt x="8377" y="12832"/>
                      <a:pt x="8377" y="12816"/>
                    </a:cubicBezTo>
                    <a:cubicBezTo>
                      <a:pt x="8393" y="12766"/>
                      <a:pt x="8402" y="12725"/>
                      <a:pt x="8410" y="12675"/>
                    </a:cubicBezTo>
                    <a:cubicBezTo>
                      <a:pt x="8410" y="12625"/>
                      <a:pt x="8418" y="12575"/>
                      <a:pt x="8410" y="12534"/>
                    </a:cubicBezTo>
                    <a:cubicBezTo>
                      <a:pt x="8410" y="12476"/>
                      <a:pt x="8410" y="12426"/>
                      <a:pt x="8410" y="12377"/>
                    </a:cubicBezTo>
                    <a:cubicBezTo>
                      <a:pt x="8410" y="12360"/>
                      <a:pt x="8418" y="12343"/>
                      <a:pt x="8435" y="12343"/>
                    </a:cubicBezTo>
                    <a:lnTo>
                      <a:pt x="8310" y="12343"/>
                    </a:lnTo>
                    <a:cubicBezTo>
                      <a:pt x="8377" y="12468"/>
                      <a:pt x="8335" y="12633"/>
                      <a:pt x="8294" y="12774"/>
                    </a:cubicBezTo>
                    <a:cubicBezTo>
                      <a:pt x="8261" y="12865"/>
                      <a:pt x="8228" y="12948"/>
                      <a:pt x="8178" y="13031"/>
                    </a:cubicBezTo>
                    <a:cubicBezTo>
                      <a:pt x="8178" y="13039"/>
                      <a:pt x="8170" y="13048"/>
                      <a:pt x="8161" y="13056"/>
                    </a:cubicBezTo>
                    <a:cubicBezTo>
                      <a:pt x="8128" y="13131"/>
                      <a:pt x="8078" y="13205"/>
                      <a:pt x="8012" y="13255"/>
                    </a:cubicBezTo>
                    <a:cubicBezTo>
                      <a:pt x="8008" y="13259"/>
                      <a:pt x="8004" y="13261"/>
                      <a:pt x="8000" y="13261"/>
                    </a:cubicBezTo>
                    <a:cubicBezTo>
                      <a:pt x="7996" y="13261"/>
                      <a:pt x="7991" y="13259"/>
                      <a:pt x="7987" y="13255"/>
                    </a:cubicBezTo>
                    <a:lnTo>
                      <a:pt x="7979" y="13255"/>
                    </a:lnTo>
                    <a:lnTo>
                      <a:pt x="7971" y="13271"/>
                    </a:lnTo>
                    <a:cubicBezTo>
                      <a:pt x="7962" y="13296"/>
                      <a:pt x="7954" y="13321"/>
                      <a:pt x="7946" y="13346"/>
                    </a:cubicBezTo>
                    <a:cubicBezTo>
                      <a:pt x="7929" y="13387"/>
                      <a:pt x="7921" y="13437"/>
                      <a:pt x="7905" y="13479"/>
                    </a:cubicBezTo>
                    <a:cubicBezTo>
                      <a:pt x="7921" y="13487"/>
                      <a:pt x="7938" y="13503"/>
                      <a:pt x="7938" y="13528"/>
                    </a:cubicBezTo>
                    <a:cubicBezTo>
                      <a:pt x="7954" y="13487"/>
                      <a:pt x="7971" y="13445"/>
                      <a:pt x="7987" y="13404"/>
                    </a:cubicBezTo>
                    <a:cubicBezTo>
                      <a:pt x="7993" y="13380"/>
                      <a:pt x="8009" y="13370"/>
                      <a:pt x="8026" y="13370"/>
                    </a:cubicBezTo>
                    <a:cubicBezTo>
                      <a:pt x="8056" y="13370"/>
                      <a:pt x="8089" y="13400"/>
                      <a:pt x="8078" y="13437"/>
                    </a:cubicBezTo>
                    <a:cubicBezTo>
                      <a:pt x="8037" y="13561"/>
                      <a:pt x="8012" y="13694"/>
                      <a:pt x="7987" y="13818"/>
                    </a:cubicBezTo>
                    <a:cubicBezTo>
                      <a:pt x="7987" y="13843"/>
                      <a:pt x="7987" y="13868"/>
                      <a:pt x="7987" y="13893"/>
                    </a:cubicBezTo>
                    <a:cubicBezTo>
                      <a:pt x="7979" y="13934"/>
                      <a:pt x="7979" y="13967"/>
                      <a:pt x="7971" y="14009"/>
                    </a:cubicBezTo>
                    <a:cubicBezTo>
                      <a:pt x="7971" y="14067"/>
                      <a:pt x="7971" y="14141"/>
                      <a:pt x="7954" y="14199"/>
                    </a:cubicBezTo>
                    <a:cubicBezTo>
                      <a:pt x="7950" y="14219"/>
                      <a:pt x="7935" y="14227"/>
                      <a:pt x="7920" y="14227"/>
                    </a:cubicBezTo>
                    <a:cubicBezTo>
                      <a:pt x="7902" y="14227"/>
                      <a:pt x="7884" y="14217"/>
                      <a:pt x="7880" y="14199"/>
                    </a:cubicBezTo>
                    <a:cubicBezTo>
                      <a:pt x="7855" y="14141"/>
                      <a:pt x="7855" y="14067"/>
                      <a:pt x="7855" y="14000"/>
                    </a:cubicBezTo>
                    <a:cubicBezTo>
                      <a:pt x="7855" y="13959"/>
                      <a:pt x="7863" y="13918"/>
                      <a:pt x="7863" y="13884"/>
                    </a:cubicBezTo>
                    <a:cubicBezTo>
                      <a:pt x="7871" y="13851"/>
                      <a:pt x="7871" y="13826"/>
                      <a:pt x="7880" y="13793"/>
                    </a:cubicBezTo>
                    <a:cubicBezTo>
                      <a:pt x="7888" y="13735"/>
                      <a:pt x="7896" y="13686"/>
                      <a:pt x="7913" y="13628"/>
                    </a:cubicBezTo>
                    <a:lnTo>
                      <a:pt x="7913" y="13628"/>
                    </a:lnTo>
                    <a:cubicBezTo>
                      <a:pt x="7888" y="13686"/>
                      <a:pt x="7863" y="13735"/>
                      <a:pt x="7838" y="13793"/>
                    </a:cubicBezTo>
                    <a:cubicBezTo>
                      <a:pt x="7830" y="13818"/>
                      <a:pt x="7822" y="13851"/>
                      <a:pt x="7813" y="13884"/>
                    </a:cubicBezTo>
                    <a:cubicBezTo>
                      <a:pt x="7805" y="13942"/>
                      <a:pt x="7789" y="14000"/>
                      <a:pt x="7755" y="14042"/>
                    </a:cubicBezTo>
                    <a:cubicBezTo>
                      <a:pt x="7752" y="14049"/>
                      <a:pt x="7743" y="14053"/>
                      <a:pt x="7734" y="14053"/>
                    </a:cubicBezTo>
                    <a:cubicBezTo>
                      <a:pt x="7722" y="14053"/>
                      <a:pt x="7710" y="14047"/>
                      <a:pt x="7706" y="14034"/>
                    </a:cubicBezTo>
                    <a:cubicBezTo>
                      <a:pt x="7697" y="14025"/>
                      <a:pt x="7697" y="14017"/>
                      <a:pt x="7697" y="14009"/>
                    </a:cubicBezTo>
                    <a:cubicBezTo>
                      <a:pt x="7615" y="14125"/>
                      <a:pt x="7532" y="14232"/>
                      <a:pt x="7474" y="14357"/>
                    </a:cubicBezTo>
                    <a:cubicBezTo>
                      <a:pt x="7399" y="14506"/>
                      <a:pt x="7358" y="14655"/>
                      <a:pt x="7308" y="14812"/>
                    </a:cubicBezTo>
                    <a:cubicBezTo>
                      <a:pt x="7316" y="14829"/>
                      <a:pt x="7316" y="14846"/>
                      <a:pt x="7308" y="14862"/>
                    </a:cubicBezTo>
                    <a:cubicBezTo>
                      <a:pt x="7300" y="14879"/>
                      <a:pt x="7283" y="14895"/>
                      <a:pt x="7275" y="14912"/>
                    </a:cubicBezTo>
                    <a:cubicBezTo>
                      <a:pt x="7250" y="14995"/>
                      <a:pt x="7225" y="15086"/>
                      <a:pt x="7192" y="15169"/>
                    </a:cubicBezTo>
                    <a:cubicBezTo>
                      <a:pt x="7167" y="15252"/>
                      <a:pt x="7142" y="15343"/>
                      <a:pt x="7084" y="15409"/>
                    </a:cubicBezTo>
                    <a:cubicBezTo>
                      <a:pt x="7072" y="15421"/>
                      <a:pt x="7056" y="15429"/>
                      <a:pt x="7041" y="15429"/>
                    </a:cubicBezTo>
                    <a:cubicBezTo>
                      <a:pt x="7038" y="15429"/>
                      <a:pt x="7034" y="15428"/>
                      <a:pt x="7031" y="15428"/>
                    </a:cubicBezTo>
                    <a:lnTo>
                      <a:pt x="7031" y="15428"/>
                    </a:lnTo>
                    <a:cubicBezTo>
                      <a:pt x="7053" y="15437"/>
                      <a:pt x="7067" y="15461"/>
                      <a:pt x="7051" y="15492"/>
                    </a:cubicBezTo>
                    <a:cubicBezTo>
                      <a:pt x="7001" y="15624"/>
                      <a:pt x="6943" y="15740"/>
                      <a:pt x="6877" y="15865"/>
                    </a:cubicBezTo>
                    <a:cubicBezTo>
                      <a:pt x="6844" y="15956"/>
                      <a:pt x="6819" y="16039"/>
                      <a:pt x="6769" y="16122"/>
                    </a:cubicBezTo>
                    <a:cubicBezTo>
                      <a:pt x="6764" y="16132"/>
                      <a:pt x="6753" y="16139"/>
                      <a:pt x="6741" y="16139"/>
                    </a:cubicBezTo>
                    <a:cubicBezTo>
                      <a:pt x="6734" y="16139"/>
                      <a:pt x="6726" y="16136"/>
                      <a:pt x="6720" y="16130"/>
                    </a:cubicBezTo>
                    <a:cubicBezTo>
                      <a:pt x="6711" y="16138"/>
                      <a:pt x="6711" y="16138"/>
                      <a:pt x="6711" y="16138"/>
                    </a:cubicBezTo>
                    <a:cubicBezTo>
                      <a:pt x="6587" y="16345"/>
                      <a:pt x="6463" y="16552"/>
                      <a:pt x="6355" y="16768"/>
                    </a:cubicBezTo>
                    <a:cubicBezTo>
                      <a:pt x="6289" y="16917"/>
                      <a:pt x="6231" y="17066"/>
                      <a:pt x="6189" y="17224"/>
                    </a:cubicBezTo>
                    <a:cubicBezTo>
                      <a:pt x="6214" y="17224"/>
                      <a:pt x="6247" y="17240"/>
                      <a:pt x="6247" y="17282"/>
                    </a:cubicBezTo>
                    <a:cubicBezTo>
                      <a:pt x="6256" y="17480"/>
                      <a:pt x="6189" y="17663"/>
                      <a:pt x="6073" y="17828"/>
                    </a:cubicBezTo>
                    <a:cubicBezTo>
                      <a:pt x="6065" y="17886"/>
                      <a:pt x="6065" y="17944"/>
                      <a:pt x="6057" y="18002"/>
                    </a:cubicBezTo>
                    <a:cubicBezTo>
                      <a:pt x="6049" y="18052"/>
                      <a:pt x="6049" y="18118"/>
                      <a:pt x="6007" y="18160"/>
                    </a:cubicBezTo>
                    <a:cubicBezTo>
                      <a:pt x="5995" y="18172"/>
                      <a:pt x="5982" y="18178"/>
                      <a:pt x="5970" y="18178"/>
                    </a:cubicBezTo>
                    <a:cubicBezTo>
                      <a:pt x="5957" y="18178"/>
                      <a:pt x="5945" y="18172"/>
                      <a:pt x="5933" y="18160"/>
                    </a:cubicBezTo>
                    <a:cubicBezTo>
                      <a:pt x="5899" y="18135"/>
                      <a:pt x="5891" y="18094"/>
                      <a:pt x="5891" y="18052"/>
                    </a:cubicBezTo>
                    <a:cubicBezTo>
                      <a:pt x="5808" y="18143"/>
                      <a:pt x="5717" y="18226"/>
                      <a:pt x="5651" y="18326"/>
                    </a:cubicBezTo>
                    <a:cubicBezTo>
                      <a:pt x="5527" y="18491"/>
                      <a:pt x="5444" y="18682"/>
                      <a:pt x="5369" y="18881"/>
                    </a:cubicBezTo>
                    <a:cubicBezTo>
                      <a:pt x="5336" y="18972"/>
                      <a:pt x="5311" y="19071"/>
                      <a:pt x="5278" y="19171"/>
                    </a:cubicBezTo>
                    <a:cubicBezTo>
                      <a:pt x="5245" y="19270"/>
                      <a:pt x="5228" y="19378"/>
                      <a:pt x="5170" y="19452"/>
                    </a:cubicBezTo>
                    <a:cubicBezTo>
                      <a:pt x="5158" y="19467"/>
                      <a:pt x="5143" y="19474"/>
                      <a:pt x="5128" y="19474"/>
                    </a:cubicBezTo>
                    <a:cubicBezTo>
                      <a:pt x="5101" y="19474"/>
                      <a:pt x="5073" y="19454"/>
                      <a:pt x="5063" y="19427"/>
                    </a:cubicBezTo>
                    <a:cubicBezTo>
                      <a:pt x="5063" y="19411"/>
                      <a:pt x="5054" y="19394"/>
                      <a:pt x="5054" y="19378"/>
                    </a:cubicBezTo>
                    <a:cubicBezTo>
                      <a:pt x="4889" y="19593"/>
                      <a:pt x="4723" y="19809"/>
                      <a:pt x="4549" y="20024"/>
                    </a:cubicBezTo>
                    <a:cubicBezTo>
                      <a:pt x="4342" y="20281"/>
                      <a:pt x="4135" y="20538"/>
                      <a:pt x="3936" y="20803"/>
                    </a:cubicBezTo>
                    <a:cubicBezTo>
                      <a:pt x="3737" y="21051"/>
                      <a:pt x="3555" y="21300"/>
                      <a:pt x="3422" y="21590"/>
                    </a:cubicBezTo>
                    <a:cubicBezTo>
                      <a:pt x="3289" y="21872"/>
                      <a:pt x="3198" y="22178"/>
                      <a:pt x="3099" y="22477"/>
                    </a:cubicBezTo>
                    <a:cubicBezTo>
                      <a:pt x="3082" y="22518"/>
                      <a:pt x="3066" y="22551"/>
                      <a:pt x="3057" y="22593"/>
                    </a:cubicBezTo>
                    <a:cubicBezTo>
                      <a:pt x="3140" y="22485"/>
                      <a:pt x="3223" y="22377"/>
                      <a:pt x="3314" y="22278"/>
                    </a:cubicBezTo>
                    <a:cubicBezTo>
                      <a:pt x="3323" y="22267"/>
                      <a:pt x="3335" y="22262"/>
                      <a:pt x="3346" y="22262"/>
                    </a:cubicBezTo>
                    <a:cubicBezTo>
                      <a:pt x="3379" y="22262"/>
                      <a:pt x="3413" y="22299"/>
                      <a:pt x="3389" y="22336"/>
                    </a:cubicBezTo>
                    <a:cubicBezTo>
                      <a:pt x="3231" y="22576"/>
                      <a:pt x="3082" y="22825"/>
                      <a:pt x="2941" y="23073"/>
                    </a:cubicBezTo>
                    <a:cubicBezTo>
                      <a:pt x="2693" y="23512"/>
                      <a:pt x="2478" y="23960"/>
                      <a:pt x="2270" y="24424"/>
                    </a:cubicBezTo>
                    <a:cubicBezTo>
                      <a:pt x="2221" y="24531"/>
                      <a:pt x="2163" y="24647"/>
                      <a:pt x="2113" y="24755"/>
                    </a:cubicBezTo>
                    <a:lnTo>
                      <a:pt x="2295" y="24473"/>
                    </a:lnTo>
                    <a:cubicBezTo>
                      <a:pt x="2303" y="24459"/>
                      <a:pt x="2314" y="24453"/>
                      <a:pt x="2327" y="24453"/>
                    </a:cubicBezTo>
                    <a:cubicBezTo>
                      <a:pt x="2356" y="24453"/>
                      <a:pt x="2387" y="24486"/>
                      <a:pt x="2370" y="24515"/>
                    </a:cubicBezTo>
                    <a:cubicBezTo>
                      <a:pt x="2221" y="24830"/>
                      <a:pt x="2080" y="25136"/>
                      <a:pt x="1922" y="25443"/>
                    </a:cubicBezTo>
                    <a:cubicBezTo>
                      <a:pt x="1666" y="25940"/>
                      <a:pt x="1384" y="26429"/>
                      <a:pt x="1152" y="26934"/>
                    </a:cubicBezTo>
                    <a:cubicBezTo>
                      <a:pt x="1086" y="27075"/>
                      <a:pt x="1028" y="27216"/>
                      <a:pt x="970" y="27357"/>
                    </a:cubicBezTo>
                    <a:cubicBezTo>
                      <a:pt x="980" y="27344"/>
                      <a:pt x="995" y="27338"/>
                      <a:pt x="1009" y="27338"/>
                    </a:cubicBezTo>
                    <a:cubicBezTo>
                      <a:pt x="1040" y="27338"/>
                      <a:pt x="1069" y="27364"/>
                      <a:pt x="1052" y="27398"/>
                    </a:cubicBezTo>
                    <a:cubicBezTo>
                      <a:pt x="953" y="27622"/>
                      <a:pt x="862" y="27837"/>
                      <a:pt x="762" y="28061"/>
                    </a:cubicBezTo>
                    <a:cubicBezTo>
                      <a:pt x="729" y="28177"/>
                      <a:pt x="704" y="28301"/>
                      <a:pt x="680" y="28426"/>
                    </a:cubicBezTo>
                    <a:cubicBezTo>
                      <a:pt x="671" y="28450"/>
                      <a:pt x="651" y="28463"/>
                      <a:pt x="631" y="28463"/>
                    </a:cubicBezTo>
                    <a:cubicBezTo>
                      <a:pt x="611" y="28463"/>
                      <a:pt x="593" y="28450"/>
                      <a:pt x="588" y="28426"/>
                    </a:cubicBezTo>
                    <a:cubicBezTo>
                      <a:pt x="481" y="28666"/>
                      <a:pt x="365" y="28906"/>
                      <a:pt x="282" y="29155"/>
                    </a:cubicBezTo>
                    <a:cubicBezTo>
                      <a:pt x="182" y="29436"/>
                      <a:pt x="124" y="29735"/>
                      <a:pt x="66" y="30025"/>
                    </a:cubicBezTo>
                    <a:cubicBezTo>
                      <a:pt x="100" y="29975"/>
                      <a:pt x="124" y="29917"/>
                      <a:pt x="158" y="29859"/>
                    </a:cubicBezTo>
                    <a:cubicBezTo>
                      <a:pt x="166" y="29844"/>
                      <a:pt x="181" y="29838"/>
                      <a:pt x="196" y="29838"/>
                    </a:cubicBezTo>
                    <a:cubicBezTo>
                      <a:pt x="224" y="29838"/>
                      <a:pt x="251" y="29860"/>
                      <a:pt x="240" y="29892"/>
                    </a:cubicBezTo>
                    <a:cubicBezTo>
                      <a:pt x="66" y="30315"/>
                      <a:pt x="0" y="30795"/>
                      <a:pt x="0" y="31251"/>
                    </a:cubicBezTo>
                    <a:cubicBezTo>
                      <a:pt x="0" y="31483"/>
                      <a:pt x="17" y="31715"/>
                      <a:pt x="42" y="31947"/>
                    </a:cubicBezTo>
                    <a:cubicBezTo>
                      <a:pt x="42" y="31972"/>
                      <a:pt x="50" y="31997"/>
                      <a:pt x="50" y="32021"/>
                    </a:cubicBezTo>
                    <a:cubicBezTo>
                      <a:pt x="75" y="31905"/>
                      <a:pt x="100" y="31781"/>
                      <a:pt x="124" y="31665"/>
                    </a:cubicBezTo>
                    <a:cubicBezTo>
                      <a:pt x="132" y="31632"/>
                      <a:pt x="157" y="31617"/>
                      <a:pt x="182" y="31617"/>
                    </a:cubicBezTo>
                    <a:cubicBezTo>
                      <a:pt x="214" y="31617"/>
                      <a:pt x="245" y="31640"/>
                      <a:pt x="240" y="31682"/>
                    </a:cubicBezTo>
                    <a:cubicBezTo>
                      <a:pt x="166" y="32220"/>
                      <a:pt x="133" y="32775"/>
                      <a:pt x="149" y="33322"/>
                    </a:cubicBezTo>
                    <a:cubicBezTo>
                      <a:pt x="149" y="33587"/>
                      <a:pt x="166" y="33861"/>
                      <a:pt x="191" y="34126"/>
                    </a:cubicBezTo>
                    <a:cubicBezTo>
                      <a:pt x="199" y="34159"/>
                      <a:pt x="199" y="34192"/>
                      <a:pt x="207" y="34234"/>
                    </a:cubicBezTo>
                    <a:cubicBezTo>
                      <a:pt x="224" y="34234"/>
                      <a:pt x="249" y="34258"/>
                      <a:pt x="249" y="34292"/>
                    </a:cubicBezTo>
                    <a:cubicBezTo>
                      <a:pt x="249" y="34424"/>
                      <a:pt x="274" y="34565"/>
                      <a:pt x="298" y="34689"/>
                    </a:cubicBezTo>
                    <a:cubicBezTo>
                      <a:pt x="323" y="34814"/>
                      <a:pt x="356" y="34938"/>
                      <a:pt x="398" y="35062"/>
                    </a:cubicBezTo>
                    <a:cubicBezTo>
                      <a:pt x="423" y="35120"/>
                      <a:pt x="448" y="35186"/>
                      <a:pt x="472" y="35244"/>
                    </a:cubicBezTo>
                    <a:cubicBezTo>
                      <a:pt x="482" y="35238"/>
                      <a:pt x="493" y="35235"/>
                      <a:pt x="504" y="35235"/>
                    </a:cubicBezTo>
                    <a:cubicBezTo>
                      <a:pt x="521" y="35235"/>
                      <a:pt x="540" y="35242"/>
                      <a:pt x="555" y="35253"/>
                    </a:cubicBezTo>
                    <a:cubicBezTo>
                      <a:pt x="613" y="35327"/>
                      <a:pt x="680" y="35394"/>
                      <a:pt x="738" y="35468"/>
                    </a:cubicBezTo>
                    <a:cubicBezTo>
                      <a:pt x="796" y="35534"/>
                      <a:pt x="854" y="35592"/>
                      <a:pt x="895" y="35667"/>
                    </a:cubicBezTo>
                    <a:cubicBezTo>
                      <a:pt x="912" y="35700"/>
                      <a:pt x="936" y="35758"/>
                      <a:pt x="887" y="35775"/>
                    </a:cubicBezTo>
                    <a:cubicBezTo>
                      <a:pt x="882" y="35777"/>
                      <a:pt x="877" y="35778"/>
                      <a:pt x="872" y="35778"/>
                    </a:cubicBezTo>
                    <a:cubicBezTo>
                      <a:pt x="860" y="35778"/>
                      <a:pt x="849" y="35772"/>
                      <a:pt x="837" y="35766"/>
                    </a:cubicBezTo>
                    <a:lnTo>
                      <a:pt x="837" y="35766"/>
                    </a:lnTo>
                    <a:cubicBezTo>
                      <a:pt x="870" y="35816"/>
                      <a:pt x="912" y="35858"/>
                      <a:pt x="961" y="35899"/>
                    </a:cubicBezTo>
                    <a:cubicBezTo>
                      <a:pt x="1119" y="36056"/>
                      <a:pt x="1301" y="36197"/>
                      <a:pt x="1500" y="36313"/>
                    </a:cubicBezTo>
                    <a:cubicBezTo>
                      <a:pt x="1707" y="36438"/>
                      <a:pt x="1931" y="36545"/>
                      <a:pt x="2154" y="36628"/>
                    </a:cubicBezTo>
                    <a:cubicBezTo>
                      <a:pt x="2179" y="36636"/>
                      <a:pt x="2196" y="36636"/>
                      <a:pt x="2212" y="36645"/>
                    </a:cubicBezTo>
                    <a:cubicBezTo>
                      <a:pt x="2179" y="36605"/>
                      <a:pt x="2209" y="36550"/>
                      <a:pt x="2252" y="36550"/>
                    </a:cubicBezTo>
                    <a:cubicBezTo>
                      <a:pt x="2263" y="36550"/>
                      <a:pt x="2275" y="36553"/>
                      <a:pt x="2287" y="36562"/>
                    </a:cubicBezTo>
                    <a:cubicBezTo>
                      <a:pt x="2519" y="36711"/>
                      <a:pt x="2767" y="36835"/>
                      <a:pt x="3033" y="36910"/>
                    </a:cubicBezTo>
                    <a:cubicBezTo>
                      <a:pt x="3266" y="36975"/>
                      <a:pt x="3518" y="37002"/>
                      <a:pt x="3761" y="37002"/>
                    </a:cubicBezTo>
                    <a:cubicBezTo>
                      <a:pt x="3795" y="37002"/>
                      <a:pt x="3828" y="37002"/>
                      <a:pt x="3861" y="37001"/>
                    </a:cubicBezTo>
                    <a:cubicBezTo>
                      <a:pt x="3919" y="37001"/>
                      <a:pt x="3936" y="37084"/>
                      <a:pt x="3869" y="37100"/>
                    </a:cubicBezTo>
                    <a:cubicBezTo>
                      <a:pt x="3754" y="37121"/>
                      <a:pt x="3638" y="37136"/>
                      <a:pt x="3522" y="37136"/>
                    </a:cubicBezTo>
                    <a:cubicBezTo>
                      <a:pt x="3497" y="37136"/>
                      <a:pt x="3472" y="37135"/>
                      <a:pt x="3447" y="37134"/>
                    </a:cubicBezTo>
                    <a:cubicBezTo>
                      <a:pt x="3430" y="37142"/>
                      <a:pt x="3414" y="37150"/>
                      <a:pt x="3397" y="37158"/>
                    </a:cubicBezTo>
                    <a:cubicBezTo>
                      <a:pt x="3372" y="37167"/>
                      <a:pt x="3347" y="37167"/>
                      <a:pt x="3356" y="37183"/>
                    </a:cubicBezTo>
                    <a:cubicBezTo>
                      <a:pt x="3364" y="37200"/>
                      <a:pt x="3414" y="37225"/>
                      <a:pt x="3439" y="37233"/>
                    </a:cubicBezTo>
                    <a:cubicBezTo>
                      <a:pt x="3472" y="37258"/>
                      <a:pt x="3513" y="37274"/>
                      <a:pt x="3546" y="37299"/>
                    </a:cubicBezTo>
                    <a:cubicBezTo>
                      <a:pt x="3687" y="37366"/>
                      <a:pt x="3828" y="37432"/>
                      <a:pt x="3969" y="37490"/>
                    </a:cubicBezTo>
                    <a:cubicBezTo>
                      <a:pt x="4110" y="37548"/>
                      <a:pt x="4259" y="37598"/>
                      <a:pt x="4416" y="37647"/>
                    </a:cubicBezTo>
                    <a:cubicBezTo>
                      <a:pt x="4474" y="37664"/>
                      <a:pt x="4541" y="37680"/>
                      <a:pt x="4599" y="37697"/>
                    </a:cubicBezTo>
                    <a:cubicBezTo>
                      <a:pt x="4611" y="37685"/>
                      <a:pt x="4623" y="37677"/>
                      <a:pt x="4638" y="37677"/>
                    </a:cubicBezTo>
                    <a:cubicBezTo>
                      <a:pt x="4644" y="37677"/>
                      <a:pt x="4650" y="37678"/>
                      <a:pt x="4657" y="37680"/>
                    </a:cubicBezTo>
                    <a:cubicBezTo>
                      <a:pt x="5187" y="37854"/>
                      <a:pt x="5734" y="37979"/>
                      <a:pt x="6289" y="38037"/>
                    </a:cubicBezTo>
                    <a:cubicBezTo>
                      <a:pt x="6297" y="38012"/>
                      <a:pt x="6322" y="37995"/>
                      <a:pt x="6355" y="37995"/>
                    </a:cubicBezTo>
                    <a:cubicBezTo>
                      <a:pt x="6595" y="38028"/>
                      <a:pt x="6836" y="38070"/>
                      <a:pt x="7076" y="38120"/>
                    </a:cubicBezTo>
                    <a:cubicBezTo>
                      <a:pt x="7101" y="38128"/>
                      <a:pt x="7126" y="38128"/>
                      <a:pt x="7151" y="38136"/>
                    </a:cubicBezTo>
                    <a:cubicBezTo>
                      <a:pt x="7465" y="38178"/>
                      <a:pt x="7780" y="38211"/>
                      <a:pt x="8095" y="38219"/>
                    </a:cubicBezTo>
                    <a:cubicBezTo>
                      <a:pt x="8159" y="38219"/>
                      <a:pt x="8223" y="38220"/>
                      <a:pt x="8287" y="38220"/>
                    </a:cubicBezTo>
                    <a:cubicBezTo>
                      <a:pt x="8416" y="38220"/>
                      <a:pt x="8545" y="38216"/>
                      <a:pt x="8667" y="38194"/>
                    </a:cubicBezTo>
                    <a:cubicBezTo>
                      <a:pt x="8741" y="38178"/>
                      <a:pt x="8808" y="38161"/>
                      <a:pt x="8874" y="38128"/>
                    </a:cubicBezTo>
                    <a:cubicBezTo>
                      <a:pt x="8882" y="38120"/>
                      <a:pt x="8882" y="38111"/>
                      <a:pt x="8882" y="38103"/>
                    </a:cubicBezTo>
                    <a:cubicBezTo>
                      <a:pt x="8890" y="38095"/>
                      <a:pt x="8899" y="38086"/>
                      <a:pt x="8907" y="38078"/>
                    </a:cubicBezTo>
                    <a:cubicBezTo>
                      <a:pt x="8882" y="38078"/>
                      <a:pt x="8866" y="38070"/>
                      <a:pt x="8857" y="38045"/>
                    </a:cubicBezTo>
                    <a:cubicBezTo>
                      <a:pt x="8849" y="38020"/>
                      <a:pt x="8866" y="37995"/>
                      <a:pt x="8882" y="37987"/>
                    </a:cubicBezTo>
                    <a:cubicBezTo>
                      <a:pt x="8924" y="37962"/>
                      <a:pt x="8965" y="37946"/>
                      <a:pt x="9006" y="37937"/>
                    </a:cubicBezTo>
                    <a:cubicBezTo>
                      <a:pt x="9023" y="37904"/>
                      <a:pt x="9048" y="37871"/>
                      <a:pt x="9064" y="37846"/>
                    </a:cubicBezTo>
                    <a:lnTo>
                      <a:pt x="9081" y="37805"/>
                    </a:lnTo>
                    <a:cubicBezTo>
                      <a:pt x="9081" y="37796"/>
                      <a:pt x="9089" y="37788"/>
                      <a:pt x="9089" y="37788"/>
                    </a:cubicBezTo>
                    <a:cubicBezTo>
                      <a:pt x="9098" y="37772"/>
                      <a:pt x="9098" y="37763"/>
                      <a:pt x="9106" y="37747"/>
                    </a:cubicBezTo>
                    <a:lnTo>
                      <a:pt x="9106" y="37730"/>
                    </a:lnTo>
                    <a:cubicBezTo>
                      <a:pt x="9106" y="37722"/>
                      <a:pt x="9114" y="37705"/>
                      <a:pt x="9114" y="37697"/>
                    </a:cubicBezTo>
                    <a:lnTo>
                      <a:pt x="9114" y="37689"/>
                    </a:lnTo>
                    <a:cubicBezTo>
                      <a:pt x="9106" y="37664"/>
                      <a:pt x="9114" y="37639"/>
                      <a:pt x="9122" y="37614"/>
                    </a:cubicBezTo>
                    <a:cubicBezTo>
                      <a:pt x="9098" y="37589"/>
                      <a:pt x="9081" y="37564"/>
                      <a:pt x="9064" y="37531"/>
                    </a:cubicBezTo>
                    <a:cubicBezTo>
                      <a:pt x="9056" y="37531"/>
                      <a:pt x="9056" y="37531"/>
                      <a:pt x="9048" y="37523"/>
                    </a:cubicBezTo>
                    <a:cubicBezTo>
                      <a:pt x="9023" y="37515"/>
                      <a:pt x="9006" y="37515"/>
                      <a:pt x="8982" y="37506"/>
                    </a:cubicBezTo>
                    <a:cubicBezTo>
                      <a:pt x="8940" y="37500"/>
                      <a:pt x="8898" y="37496"/>
                      <a:pt x="8856" y="37496"/>
                    </a:cubicBezTo>
                    <a:cubicBezTo>
                      <a:pt x="8790" y="37496"/>
                      <a:pt x="8724" y="37506"/>
                      <a:pt x="8658" y="37531"/>
                    </a:cubicBezTo>
                    <a:cubicBezTo>
                      <a:pt x="8654" y="37533"/>
                      <a:pt x="8649" y="37534"/>
                      <a:pt x="8644" y="37534"/>
                    </a:cubicBezTo>
                    <a:cubicBezTo>
                      <a:pt x="8600" y="37534"/>
                      <a:pt x="8564" y="37470"/>
                      <a:pt x="8609" y="37440"/>
                    </a:cubicBezTo>
                    <a:cubicBezTo>
                      <a:pt x="8675" y="37399"/>
                      <a:pt x="8741" y="37366"/>
                      <a:pt x="8816" y="37349"/>
                    </a:cubicBezTo>
                    <a:cubicBezTo>
                      <a:pt x="8844" y="37342"/>
                      <a:pt x="8873" y="37339"/>
                      <a:pt x="8904" y="37339"/>
                    </a:cubicBezTo>
                    <a:cubicBezTo>
                      <a:pt x="8945" y="37339"/>
                      <a:pt x="8988" y="37344"/>
                      <a:pt x="9031" y="37349"/>
                    </a:cubicBezTo>
                    <a:cubicBezTo>
                      <a:pt x="9031" y="37332"/>
                      <a:pt x="9031" y="37316"/>
                      <a:pt x="9031" y="37299"/>
                    </a:cubicBezTo>
                    <a:cubicBezTo>
                      <a:pt x="9027" y="37302"/>
                      <a:pt x="9022" y="37304"/>
                      <a:pt x="9016" y="37304"/>
                    </a:cubicBezTo>
                    <a:cubicBezTo>
                      <a:pt x="8992" y="37304"/>
                      <a:pt x="8964" y="37277"/>
                      <a:pt x="8957" y="37250"/>
                    </a:cubicBezTo>
                    <a:cubicBezTo>
                      <a:pt x="8948" y="37192"/>
                      <a:pt x="8940" y="37142"/>
                      <a:pt x="8899" y="37092"/>
                    </a:cubicBezTo>
                    <a:cubicBezTo>
                      <a:pt x="8849" y="37051"/>
                      <a:pt x="8791" y="37026"/>
                      <a:pt x="8733" y="37026"/>
                    </a:cubicBezTo>
                    <a:cubicBezTo>
                      <a:pt x="8714" y="37024"/>
                      <a:pt x="8694" y="37023"/>
                      <a:pt x="8675" y="37023"/>
                    </a:cubicBezTo>
                    <a:cubicBezTo>
                      <a:pt x="8535" y="37023"/>
                      <a:pt x="8391" y="37069"/>
                      <a:pt x="8252" y="37084"/>
                    </a:cubicBezTo>
                    <a:cubicBezTo>
                      <a:pt x="8178" y="37084"/>
                      <a:pt x="8095" y="37092"/>
                      <a:pt x="8020" y="37092"/>
                    </a:cubicBezTo>
                    <a:cubicBezTo>
                      <a:pt x="8037" y="37109"/>
                      <a:pt x="8037" y="37125"/>
                      <a:pt x="8037" y="37142"/>
                    </a:cubicBezTo>
                    <a:cubicBezTo>
                      <a:pt x="8037" y="37169"/>
                      <a:pt x="8015" y="37196"/>
                      <a:pt x="7980" y="37196"/>
                    </a:cubicBezTo>
                    <a:cubicBezTo>
                      <a:pt x="7972" y="37196"/>
                      <a:pt x="7963" y="37195"/>
                      <a:pt x="7954" y="37192"/>
                    </a:cubicBezTo>
                    <a:cubicBezTo>
                      <a:pt x="7838" y="37158"/>
                      <a:pt x="7722" y="37109"/>
                      <a:pt x="7606" y="37042"/>
                    </a:cubicBezTo>
                    <a:cubicBezTo>
                      <a:pt x="7507" y="37026"/>
                      <a:pt x="7407" y="36993"/>
                      <a:pt x="7325" y="36943"/>
                    </a:cubicBezTo>
                    <a:cubicBezTo>
                      <a:pt x="7291" y="36926"/>
                      <a:pt x="7291" y="36885"/>
                      <a:pt x="7308" y="36868"/>
                    </a:cubicBezTo>
                    <a:cubicBezTo>
                      <a:pt x="7258" y="36835"/>
                      <a:pt x="7209" y="36802"/>
                      <a:pt x="7159" y="36769"/>
                    </a:cubicBezTo>
                    <a:cubicBezTo>
                      <a:pt x="7084" y="36719"/>
                      <a:pt x="7001" y="36670"/>
                      <a:pt x="6952" y="36595"/>
                    </a:cubicBezTo>
                    <a:cubicBezTo>
                      <a:pt x="6902" y="36520"/>
                      <a:pt x="6910" y="36421"/>
                      <a:pt x="6910" y="36330"/>
                    </a:cubicBezTo>
                    <a:cubicBezTo>
                      <a:pt x="6919" y="36230"/>
                      <a:pt x="6927" y="36131"/>
                      <a:pt x="6935" y="36032"/>
                    </a:cubicBezTo>
                    <a:cubicBezTo>
                      <a:pt x="6919" y="36007"/>
                      <a:pt x="6910" y="35982"/>
                      <a:pt x="6902" y="35949"/>
                    </a:cubicBezTo>
                    <a:cubicBezTo>
                      <a:pt x="6861" y="35858"/>
                      <a:pt x="6827" y="35750"/>
                      <a:pt x="6819" y="35650"/>
                    </a:cubicBezTo>
                    <a:cubicBezTo>
                      <a:pt x="6811" y="35576"/>
                      <a:pt x="6819" y="35501"/>
                      <a:pt x="6844" y="35427"/>
                    </a:cubicBezTo>
                    <a:lnTo>
                      <a:pt x="6844" y="35427"/>
                    </a:lnTo>
                    <a:cubicBezTo>
                      <a:pt x="6761" y="35501"/>
                      <a:pt x="6670" y="35568"/>
                      <a:pt x="6579" y="35626"/>
                    </a:cubicBezTo>
                    <a:cubicBezTo>
                      <a:pt x="6571" y="35630"/>
                      <a:pt x="6563" y="35632"/>
                      <a:pt x="6554" y="35632"/>
                    </a:cubicBezTo>
                    <a:cubicBezTo>
                      <a:pt x="6516" y="35632"/>
                      <a:pt x="6479" y="35593"/>
                      <a:pt x="6513" y="35559"/>
                    </a:cubicBezTo>
                    <a:cubicBezTo>
                      <a:pt x="6687" y="35352"/>
                      <a:pt x="6894" y="35178"/>
                      <a:pt x="7084" y="34988"/>
                    </a:cubicBezTo>
                    <a:cubicBezTo>
                      <a:pt x="7275" y="34789"/>
                      <a:pt x="7457" y="34590"/>
                      <a:pt x="7639" y="34383"/>
                    </a:cubicBezTo>
                    <a:cubicBezTo>
                      <a:pt x="7648" y="34369"/>
                      <a:pt x="7663" y="34363"/>
                      <a:pt x="7676" y="34363"/>
                    </a:cubicBezTo>
                    <a:cubicBezTo>
                      <a:pt x="7687" y="34363"/>
                      <a:pt x="7698" y="34367"/>
                      <a:pt x="7706" y="34374"/>
                    </a:cubicBezTo>
                    <a:cubicBezTo>
                      <a:pt x="7731" y="34341"/>
                      <a:pt x="7747" y="34308"/>
                      <a:pt x="7772" y="34275"/>
                    </a:cubicBezTo>
                    <a:cubicBezTo>
                      <a:pt x="7896" y="34101"/>
                      <a:pt x="8004" y="33910"/>
                      <a:pt x="8078" y="33703"/>
                    </a:cubicBezTo>
                    <a:cubicBezTo>
                      <a:pt x="8203" y="33380"/>
                      <a:pt x="8236" y="33016"/>
                      <a:pt x="8153" y="32676"/>
                    </a:cubicBezTo>
                    <a:lnTo>
                      <a:pt x="8153" y="32676"/>
                    </a:lnTo>
                    <a:cubicBezTo>
                      <a:pt x="8128" y="32850"/>
                      <a:pt x="8070" y="33024"/>
                      <a:pt x="7971" y="33148"/>
                    </a:cubicBezTo>
                    <a:cubicBezTo>
                      <a:pt x="7954" y="33165"/>
                      <a:pt x="7935" y="33172"/>
                      <a:pt x="7917" y="33172"/>
                    </a:cubicBezTo>
                    <a:cubicBezTo>
                      <a:pt x="7881" y="33172"/>
                      <a:pt x="7849" y="33143"/>
                      <a:pt x="7855" y="33099"/>
                    </a:cubicBezTo>
                    <a:cubicBezTo>
                      <a:pt x="7855" y="32949"/>
                      <a:pt x="7896" y="32809"/>
                      <a:pt x="7913" y="32659"/>
                    </a:cubicBezTo>
                    <a:cubicBezTo>
                      <a:pt x="7921" y="32510"/>
                      <a:pt x="7929" y="32361"/>
                      <a:pt x="7921" y="32212"/>
                    </a:cubicBezTo>
                    <a:cubicBezTo>
                      <a:pt x="7905" y="31914"/>
                      <a:pt x="7847" y="31615"/>
                      <a:pt x="7764" y="31334"/>
                    </a:cubicBezTo>
                    <a:cubicBezTo>
                      <a:pt x="7581" y="30745"/>
                      <a:pt x="7267" y="30223"/>
                      <a:pt x="6885" y="29751"/>
                    </a:cubicBezTo>
                    <a:cubicBezTo>
                      <a:pt x="6859" y="29718"/>
                      <a:pt x="6890" y="29675"/>
                      <a:pt x="6925" y="29675"/>
                    </a:cubicBezTo>
                    <a:cubicBezTo>
                      <a:pt x="6934" y="29675"/>
                      <a:pt x="6943" y="29678"/>
                      <a:pt x="6952" y="29685"/>
                    </a:cubicBezTo>
                    <a:cubicBezTo>
                      <a:pt x="7159" y="29875"/>
                      <a:pt x="7333" y="30099"/>
                      <a:pt x="7490" y="30331"/>
                    </a:cubicBezTo>
                    <a:cubicBezTo>
                      <a:pt x="7764" y="30745"/>
                      <a:pt x="7979" y="31218"/>
                      <a:pt x="8087" y="31698"/>
                    </a:cubicBezTo>
                    <a:cubicBezTo>
                      <a:pt x="8145" y="31922"/>
                      <a:pt x="8170" y="32154"/>
                      <a:pt x="8170" y="32378"/>
                    </a:cubicBezTo>
                    <a:cubicBezTo>
                      <a:pt x="8443" y="32784"/>
                      <a:pt x="8451" y="33289"/>
                      <a:pt x="8302" y="33736"/>
                    </a:cubicBezTo>
                    <a:cubicBezTo>
                      <a:pt x="8228" y="33968"/>
                      <a:pt x="8112" y="34192"/>
                      <a:pt x="7971" y="34391"/>
                    </a:cubicBezTo>
                    <a:cubicBezTo>
                      <a:pt x="7896" y="34490"/>
                      <a:pt x="7822" y="34582"/>
                      <a:pt x="7739" y="34673"/>
                    </a:cubicBezTo>
                    <a:cubicBezTo>
                      <a:pt x="7664" y="34756"/>
                      <a:pt x="7581" y="34838"/>
                      <a:pt x="7482" y="34888"/>
                    </a:cubicBezTo>
                    <a:cubicBezTo>
                      <a:pt x="7474" y="34891"/>
                      <a:pt x="7467" y="34893"/>
                      <a:pt x="7460" y="34893"/>
                    </a:cubicBezTo>
                    <a:cubicBezTo>
                      <a:pt x="7429" y="34893"/>
                      <a:pt x="7406" y="34866"/>
                      <a:pt x="7399" y="34838"/>
                    </a:cubicBezTo>
                    <a:cubicBezTo>
                      <a:pt x="7333" y="34921"/>
                      <a:pt x="7267" y="34996"/>
                      <a:pt x="7192" y="35079"/>
                    </a:cubicBezTo>
                    <a:cubicBezTo>
                      <a:pt x="7167" y="35104"/>
                      <a:pt x="7142" y="35128"/>
                      <a:pt x="7117" y="35153"/>
                    </a:cubicBezTo>
                    <a:cubicBezTo>
                      <a:pt x="7093" y="35228"/>
                      <a:pt x="7076" y="35302"/>
                      <a:pt x="7059" y="35377"/>
                    </a:cubicBezTo>
                    <a:cubicBezTo>
                      <a:pt x="7059" y="35385"/>
                      <a:pt x="7068" y="35394"/>
                      <a:pt x="7068" y="35402"/>
                    </a:cubicBezTo>
                    <a:cubicBezTo>
                      <a:pt x="7076" y="35576"/>
                      <a:pt x="7084" y="35742"/>
                      <a:pt x="7093" y="35907"/>
                    </a:cubicBezTo>
                    <a:cubicBezTo>
                      <a:pt x="7126" y="36007"/>
                      <a:pt x="7167" y="36098"/>
                      <a:pt x="7192" y="36197"/>
                    </a:cubicBezTo>
                    <a:cubicBezTo>
                      <a:pt x="7205" y="36243"/>
                      <a:pt x="7166" y="36269"/>
                      <a:pt x="7128" y="36269"/>
                    </a:cubicBezTo>
                    <a:cubicBezTo>
                      <a:pt x="7119" y="36269"/>
                      <a:pt x="7109" y="36267"/>
                      <a:pt x="7101" y="36264"/>
                    </a:cubicBezTo>
                    <a:lnTo>
                      <a:pt x="7101" y="36264"/>
                    </a:lnTo>
                    <a:cubicBezTo>
                      <a:pt x="7101" y="36338"/>
                      <a:pt x="7093" y="36429"/>
                      <a:pt x="7134" y="36479"/>
                    </a:cubicBezTo>
                    <a:cubicBezTo>
                      <a:pt x="7184" y="36545"/>
                      <a:pt x="7283" y="36587"/>
                      <a:pt x="7358" y="36628"/>
                    </a:cubicBezTo>
                    <a:cubicBezTo>
                      <a:pt x="7432" y="36678"/>
                      <a:pt x="7507" y="36728"/>
                      <a:pt x="7581" y="36769"/>
                    </a:cubicBezTo>
                    <a:cubicBezTo>
                      <a:pt x="7656" y="36819"/>
                      <a:pt x="7722" y="36860"/>
                      <a:pt x="7797" y="36910"/>
                    </a:cubicBezTo>
                    <a:cubicBezTo>
                      <a:pt x="7847" y="36910"/>
                      <a:pt x="7888" y="36918"/>
                      <a:pt x="7938" y="36918"/>
                    </a:cubicBezTo>
                    <a:cubicBezTo>
                      <a:pt x="7963" y="36919"/>
                      <a:pt x="7988" y="36920"/>
                      <a:pt x="8013" y="36920"/>
                    </a:cubicBezTo>
                    <a:cubicBezTo>
                      <a:pt x="8178" y="36920"/>
                      <a:pt x="8343" y="36897"/>
                      <a:pt x="8501" y="36868"/>
                    </a:cubicBezTo>
                    <a:cubicBezTo>
                      <a:pt x="8569" y="36855"/>
                      <a:pt x="8641" y="36844"/>
                      <a:pt x="8712" y="36844"/>
                    </a:cubicBezTo>
                    <a:cubicBezTo>
                      <a:pt x="8813" y="36844"/>
                      <a:pt x="8912" y="36866"/>
                      <a:pt x="8990" y="36935"/>
                    </a:cubicBezTo>
                    <a:cubicBezTo>
                      <a:pt x="9031" y="36968"/>
                      <a:pt x="9064" y="37009"/>
                      <a:pt x="9089" y="37059"/>
                    </a:cubicBezTo>
                    <a:cubicBezTo>
                      <a:pt x="9106" y="37001"/>
                      <a:pt x="9114" y="36943"/>
                      <a:pt x="9131" y="36885"/>
                    </a:cubicBezTo>
                    <a:cubicBezTo>
                      <a:pt x="9172" y="36661"/>
                      <a:pt x="9205" y="36446"/>
                      <a:pt x="9230" y="36222"/>
                    </a:cubicBezTo>
                    <a:cubicBezTo>
                      <a:pt x="9197" y="36090"/>
                      <a:pt x="9222" y="35940"/>
                      <a:pt x="9230" y="35808"/>
                    </a:cubicBezTo>
                    <a:cubicBezTo>
                      <a:pt x="9238" y="35667"/>
                      <a:pt x="9247" y="35518"/>
                      <a:pt x="9238" y="35377"/>
                    </a:cubicBezTo>
                    <a:cubicBezTo>
                      <a:pt x="9238" y="35120"/>
                      <a:pt x="9222" y="34872"/>
                      <a:pt x="9180" y="34623"/>
                    </a:cubicBezTo>
                    <a:cubicBezTo>
                      <a:pt x="9172" y="34756"/>
                      <a:pt x="9164" y="34888"/>
                      <a:pt x="9164" y="35021"/>
                    </a:cubicBezTo>
                    <a:cubicBezTo>
                      <a:pt x="9156" y="35178"/>
                      <a:pt x="9180" y="35344"/>
                      <a:pt x="9131" y="35493"/>
                    </a:cubicBezTo>
                    <a:cubicBezTo>
                      <a:pt x="9126" y="35512"/>
                      <a:pt x="9106" y="35522"/>
                      <a:pt x="9086" y="35522"/>
                    </a:cubicBezTo>
                    <a:cubicBezTo>
                      <a:pt x="9070" y="35522"/>
                      <a:pt x="9055" y="35516"/>
                      <a:pt x="9048" y="35501"/>
                    </a:cubicBezTo>
                    <a:cubicBezTo>
                      <a:pt x="8965" y="35377"/>
                      <a:pt x="8957" y="35203"/>
                      <a:pt x="8965" y="35054"/>
                    </a:cubicBezTo>
                    <a:cubicBezTo>
                      <a:pt x="8965" y="34913"/>
                      <a:pt x="8982" y="34772"/>
                      <a:pt x="8990" y="34631"/>
                    </a:cubicBezTo>
                    <a:cubicBezTo>
                      <a:pt x="8973" y="34631"/>
                      <a:pt x="8965" y="34623"/>
                      <a:pt x="8957" y="34606"/>
                    </a:cubicBezTo>
                    <a:cubicBezTo>
                      <a:pt x="8924" y="34515"/>
                      <a:pt x="8932" y="34416"/>
                      <a:pt x="8932" y="34325"/>
                    </a:cubicBezTo>
                    <a:cubicBezTo>
                      <a:pt x="8932" y="34225"/>
                      <a:pt x="8924" y="34134"/>
                      <a:pt x="8924" y="34035"/>
                    </a:cubicBezTo>
                    <a:cubicBezTo>
                      <a:pt x="8924" y="33844"/>
                      <a:pt x="8915" y="33654"/>
                      <a:pt x="8899" y="33463"/>
                    </a:cubicBezTo>
                    <a:cubicBezTo>
                      <a:pt x="8882" y="33314"/>
                      <a:pt x="8866" y="33173"/>
                      <a:pt x="8849" y="33024"/>
                    </a:cubicBezTo>
                    <a:cubicBezTo>
                      <a:pt x="8837" y="33036"/>
                      <a:pt x="8820" y="33043"/>
                      <a:pt x="8805" y="33043"/>
                    </a:cubicBezTo>
                    <a:cubicBezTo>
                      <a:pt x="8789" y="33043"/>
                      <a:pt x="8774" y="33036"/>
                      <a:pt x="8766" y="33024"/>
                    </a:cubicBezTo>
                    <a:cubicBezTo>
                      <a:pt x="8675" y="32925"/>
                      <a:pt x="8650" y="32775"/>
                      <a:pt x="8625" y="32643"/>
                    </a:cubicBezTo>
                    <a:cubicBezTo>
                      <a:pt x="8609" y="32519"/>
                      <a:pt x="8592" y="32386"/>
                      <a:pt x="8576" y="32253"/>
                    </a:cubicBezTo>
                    <a:cubicBezTo>
                      <a:pt x="8564" y="32261"/>
                      <a:pt x="8553" y="32265"/>
                      <a:pt x="8543" y="32265"/>
                    </a:cubicBezTo>
                    <a:cubicBezTo>
                      <a:pt x="8530" y="32265"/>
                      <a:pt x="8518" y="32259"/>
                      <a:pt x="8509" y="32245"/>
                    </a:cubicBezTo>
                    <a:cubicBezTo>
                      <a:pt x="8451" y="32171"/>
                      <a:pt x="8435" y="32071"/>
                      <a:pt x="8426" y="31988"/>
                    </a:cubicBezTo>
                    <a:cubicBezTo>
                      <a:pt x="8410" y="31889"/>
                      <a:pt x="8402" y="31789"/>
                      <a:pt x="8385" y="31698"/>
                    </a:cubicBezTo>
                    <a:cubicBezTo>
                      <a:pt x="8360" y="31508"/>
                      <a:pt x="8335" y="31317"/>
                      <a:pt x="8327" y="31127"/>
                    </a:cubicBezTo>
                    <a:cubicBezTo>
                      <a:pt x="8319" y="31069"/>
                      <a:pt x="8319" y="31002"/>
                      <a:pt x="8319" y="30944"/>
                    </a:cubicBezTo>
                    <a:cubicBezTo>
                      <a:pt x="8310" y="30936"/>
                      <a:pt x="8294" y="30928"/>
                      <a:pt x="8286" y="30911"/>
                    </a:cubicBezTo>
                    <a:cubicBezTo>
                      <a:pt x="8219" y="30770"/>
                      <a:pt x="8228" y="30596"/>
                      <a:pt x="8219" y="30447"/>
                    </a:cubicBezTo>
                    <a:cubicBezTo>
                      <a:pt x="8211" y="30298"/>
                      <a:pt x="8203" y="30157"/>
                      <a:pt x="8203" y="30008"/>
                    </a:cubicBezTo>
                    <a:cubicBezTo>
                      <a:pt x="8203" y="29693"/>
                      <a:pt x="8228" y="29395"/>
                      <a:pt x="8269" y="29088"/>
                    </a:cubicBezTo>
                    <a:cubicBezTo>
                      <a:pt x="8277" y="29058"/>
                      <a:pt x="8297" y="29045"/>
                      <a:pt x="8318" y="29045"/>
                    </a:cubicBezTo>
                    <a:cubicBezTo>
                      <a:pt x="8343" y="29045"/>
                      <a:pt x="8368" y="29065"/>
                      <a:pt x="8368" y="29097"/>
                    </a:cubicBezTo>
                    <a:cubicBezTo>
                      <a:pt x="8368" y="29403"/>
                      <a:pt x="8368" y="29701"/>
                      <a:pt x="8377" y="30008"/>
                    </a:cubicBezTo>
                    <a:cubicBezTo>
                      <a:pt x="8377" y="30149"/>
                      <a:pt x="8385" y="30290"/>
                      <a:pt x="8393" y="30422"/>
                    </a:cubicBezTo>
                    <a:cubicBezTo>
                      <a:pt x="8418" y="30298"/>
                      <a:pt x="8451" y="30157"/>
                      <a:pt x="8509" y="30041"/>
                    </a:cubicBezTo>
                    <a:cubicBezTo>
                      <a:pt x="8517" y="30022"/>
                      <a:pt x="8537" y="30012"/>
                      <a:pt x="8557" y="30012"/>
                    </a:cubicBezTo>
                    <a:cubicBezTo>
                      <a:pt x="8580" y="30012"/>
                      <a:pt x="8604" y="30026"/>
                      <a:pt x="8609" y="30058"/>
                    </a:cubicBezTo>
                    <a:cubicBezTo>
                      <a:pt x="8617" y="30232"/>
                      <a:pt x="8576" y="30414"/>
                      <a:pt x="8551" y="30588"/>
                    </a:cubicBezTo>
                    <a:cubicBezTo>
                      <a:pt x="8526" y="30770"/>
                      <a:pt x="8509" y="30953"/>
                      <a:pt x="8526" y="31135"/>
                    </a:cubicBezTo>
                    <a:cubicBezTo>
                      <a:pt x="8542" y="31267"/>
                      <a:pt x="8559" y="31400"/>
                      <a:pt x="8576" y="31533"/>
                    </a:cubicBezTo>
                    <a:cubicBezTo>
                      <a:pt x="8576" y="31508"/>
                      <a:pt x="8576" y="31475"/>
                      <a:pt x="8576" y="31450"/>
                    </a:cubicBezTo>
                    <a:cubicBezTo>
                      <a:pt x="8580" y="31425"/>
                      <a:pt x="8603" y="31412"/>
                      <a:pt x="8624" y="31412"/>
                    </a:cubicBezTo>
                    <a:cubicBezTo>
                      <a:pt x="8646" y="31412"/>
                      <a:pt x="8667" y="31425"/>
                      <a:pt x="8667" y="31450"/>
                    </a:cubicBezTo>
                    <a:cubicBezTo>
                      <a:pt x="8692" y="31715"/>
                      <a:pt x="8741" y="31980"/>
                      <a:pt x="8774" y="32245"/>
                    </a:cubicBezTo>
                    <a:cubicBezTo>
                      <a:pt x="8783" y="32311"/>
                      <a:pt x="8799" y="32378"/>
                      <a:pt x="8808" y="32444"/>
                    </a:cubicBezTo>
                    <a:cubicBezTo>
                      <a:pt x="8808" y="32419"/>
                      <a:pt x="8816" y="32394"/>
                      <a:pt x="8816" y="32361"/>
                    </a:cubicBezTo>
                    <a:cubicBezTo>
                      <a:pt x="8823" y="32339"/>
                      <a:pt x="8842" y="32328"/>
                      <a:pt x="8860" y="32328"/>
                    </a:cubicBezTo>
                    <a:cubicBezTo>
                      <a:pt x="8884" y="32328"/>
                      <a:pt x="8907" y="32345"/>
                      <a:pt x="8907" y="32378"/>
                    </a:cubicBezTo>
                    <a:cubicBezTo>
                      <a:pt x="8890" y="32568"/>
                      <a:pt x="8957" y="32751"/>
                      <a:pt x="8998" y="32933"/>
                    </a:cubicBezTo>
                    <a:cubicBezTo>
                      <a:pt x="9040" y="33115"/>
                      <a:pt x="9064" y="33297"/>
                      <a:pt x="9081" y="33488"/>
                    </a:cubicBezTo>
                    <a:cubicBezTo>
                      <a:pt x="9089" y="33587"/>
                      <a:pt x="9098" y="33678"/>
                      <a:pt x="9106" y="33778"/>
                    </a:cubicBezTo>
                    <a:lnTo>
                      <a:pt x="9131" y="33538"/>
                    </a:lnTo>
                    <a:cubicBezTo>
                      <a:pt x="9134" y="33504"/>
                      <a:pt x="9159" y="33489"/>
                      <a:pt x="9185" y="33489"/>
                    </a:cubicBezTo>
                    <a:cubicBezTo>
                      <a:pt x="9218" y="33489"/>
                      <a:pt x="9251" y="33513"/>
                      <a:pt x="9247" y="33554"/>
                    </a:cubicBezTo>
                    <a:cubicBezTo>
                      <a:pt x="9230" y="33844"/>
                      <a:pt x="9214" y="34134"/>
                      <a:pt x="9189" y="34424"/>
                    </a:cubicBezTo>
                    <a:cubicBezTo>
                      <a:pt x="9197" y="34422"/>
                      <a:pt x="9204" y="34421"/>
                      <a:pt x="9212" y="34421"/>
                    </a:cubicBezTo>
                    <a:cubicBezTo>
                      <a:pt x="9236" y="34421"/>
                      <a:pt x="9257" y="34432"/>
                      <a:pt x="9263" y="34457"/>
                    </a:cubicBezTo>
                    <a:cubicBezTo>
                      <a:pt x="9346" y="34756"/>
                      <a:pt x="9412" y="35054"/>
                      <a:pt x="9437" y="35360"/>
                    </a:cubicBezTo>
                    <a:cubicBezTo>
                      <a:pt x="9454" y="35518"/>
                      <a:pt x="9454" y="35684"/>
                      <a:pt x="9446" y="35841"/>
                    </a:cubicBezTo>
                    <a:cubicBezTo>
                      <a:pt x="9446" y="35932"/>
                      <a:pt x="9437" y="36048"/>
                      <a:pt x="9404" y="36148"/>
                    </a:cubicBezTo>
                    <a:cubicBezTo>
                      <a:pt x="9396" y="36380"/>
                      <a:pt x="9379" y="36612"/>
                      <a:pt x="9346" y="36844"/>
                    </a:cubicBezTo>
                    <a:cubicBezTo>
                      <a:pt x="9330" y="36951"/>
                      <a:pt x="9313" y="37051"/>
                      <a:pt x="9288" y="37150"/>
                    </a:cubicBezTo>
                    <a:cubicBezTo>
                      <a:pt x="9272" y="37225"/>
                      <a:pt x="9238" y="37324"/>
                      <a:pt x="9255" y="37399"/>
                    </a:cubicBezTo>
                    <a:cubicBezTo>
                      <a:pt x="9255" y="37407"/>
                      <a:pt x="9263" y="37424"/>
                      <a:pt x="9263" y="37432"/>
                    </a:cubicBezTo>
                    <a:cubicBezTo>
                      <a:pt x="9272" y="37440"/>
                      <a:pt x="9272" y="37440"/>
                      <a:pt x="9272" y="37440"/>
                    </a:cubicBezTo>
                    <a:cubicBezTo>
                      <a:pt x="9272" y="37424"/>
                      <a:pt x="9272" y="37415"/>
                      <a:pt x="9272" y="37399"/>
                    </a:cubicBezTo>
                    <a:cubicBezTo>
                      <a:pt x="9276" y="37370"/>
                      <a:pt x="9302" y="37356"/>
                      <a:pt x="9329" y="37356"/>
                    </a:cubicBezTo>
                    <a:cubicBezTo>
                      <a:pt x="9349" y="37356"/>
                      <a:pt x="9369" y="37364"/>
                      <a:pt x="9379" y="37382"/>
                    </a:cubicBezTo>
                    <a:cubicBezTo>
                      <a:pt x="9454" y="37564"/>
                      <a:pt x="9462" y="37772"/>
                      <a:pt x="9454" y="37962"/>
                    </a:cubicBezTo>
                    <a:cubicBezTo>
                      <a:pt x="9454" y="38153"/>
                      <a:pt x="9404" y="38343"/>
                      <a:pt x="9454" y="38526"/>
                    </a:cubicBezTo>
                    <a:cubicBezTo>
                      <a:pt x="9495" y="38699"/>
                      <a:pt x="9644" y="38791"/>
                      <a:pt x="9794" y="38873"/>
                    </a:cubicBezTo>
                    <a:cubicBezTo>
                      <a:pt x="9885" y="38923"/>
                      <a:pt x="9968" y="38973"/>
                      <a:pt x="10050" y="39023"/>
                    </a:cubicBezTo>
                    <a:cubicBezTo>
                      <a:pt x="10092" y="39047"/>
                      <a:pt x="10133" y="39072"/>
                      <a:pt x="10175" y="39105"/>
                    </a:cubicBezTo>
                    <a:cubicBezTo>
                      <a:pt x="10183" y="39097"/>
                      <a:pt x="10191" y="39097"/>
                      <a:pt x="10208" y="39097"/>
                    </a:cubicBezTo>
                    <a:cubicBezTo>
                      <a:pt x="10490" y="39130"/>
                      <a:pt x="10771" y="39205"/>
                      <a:pt x="11036" y="39304"/>
                    </a:cubicBezTo>
                    <a:cubicBezTo>
                      <a:pt x="11161" y="39346"/>
                      <a:pt x="11285" y="39404"/>
                      <a:pt x="11418" y="39445"/>
                    </a:cubicBezTo>
                    <a:cubicBezTo>
                      <a:pt x="11476" y="39470"/>
                      <a:pt x="11542" y="39487"/>
                      <a:pt x="11608" y="39503"/>
                    </a:cubicBezTo>
                    <a:lnTo>
                      <a:pt x="11608" y="39487"/>
                    </a:lnTo>
                    <a:cubicBezTo>
                      <a:pt x="11600" y="39371"/>
                      <a:pt x="11558" y="39246"/>
                      <a:pt x="11500" y="39139"/>
                    </a:cubicBezTo>
                    <a:cubicBezTo>
                      <a:pt x="11434" y="39023"/>
                      <a:pt x="11343" y="38923"/>
                      <a:pt x="11351" y="38782"/>
                    </a:cubicBezTo>
                    <a:cubicBezTo>
                      <a:pt x="11351" y="38741"/>
                      <a:pt x="11384" y="38720"/>
                      <a:pt x="11419" y="38720"/>
                    </a:cubicBezTo>
                    <a:cubicBezTo>
                      <a:pt x="11453" y="38720"/>
                      <a:pt x="11488" y="38741"/>
                      <a:pt x="11492" y="38782"/>
                    </a:cubicBezTo>
                    <a:cubicBezTo>
                      <a:pt x="11492" y="38857"/>
                      <a:pt x="11550" y="38907"/>
                      <a:pt x="11592" y="38956"/>
                    </a:cubicBezTo>
                    <a:cubicBezTo>
                      <a:pt x="11650" y="39014"/>
                      <a:pt x="11699" y="39072"/>
                      <a:pt x="11732" y="39139"/>
                    </a:cubicBezTo>
                    <a:cubicBezTo>
                      <a:pt x="11799" y="39255"/>
                      <a:pt x="11840" y="39395"/>
                      <a:pt x="11848" y="39528"/>
                    </a:cubicBezTo>
                    <a:lnTo>
                      <a:pt x="11857" y="39528"/>
                    </a:lnTo>
                    <a:cubicBezTo>
                      <a:pt x="11931" y="39520"/>
                      <a:pt x="12006" y="39511"/>
                      <a:pt x="12080" y="39503"/>
                    </a:cubicBezTo>
                    <a:cubicBezTo>
                      <a:pt x="12147" y="39487"/>
                      <a:pt x="12221" y="39478"/>
                      <a:pt x="12296" y="39470"/>
                    </a:cubicBezTo>
                    <a:cubicBezTo>
                      <a:pt x="12304" y="39470"/>
                      <a:pt x="12321" y="39462"/>
                      <a:pt x="12329" y="39462"/>
                    </a:cubicBezTo>
                    <a:lnTo>
                      <a:pt x="12337" y="39462"/>
                    </a:lnTo>
                    <a:lnTo>
                      <a:pt x="12362" y="39445"/>
                    </a:lnTo>
                    <a:lnTo>
                      <a:pt x="12370" y="39445"/>
                    </a:lnTo>
                    <a:cubicBezTo>
                      <a:pt x="12379" y="39437"/>
                      <a:pt x="12379" y="39437"/>
                      <a:pt x="12387" y="39429"/>
                    </a:cubicBezTo>
                    <a:cubicBezTo>
                      <a:pt x="12387" y="39379"/>
                      <a:pt x="12412" y="39321"/>
                      <a:pt x="12428" y="39279"/>
                    </a:cubicBezTo>
                    <a:cubicBezTo>
                      <a:pt x="12453" y="39213"/>
                      <a:pt x="12478" y="39155"/>
                      <a:pt x="12470" y="39089"/>
                    </a:cubicBezTo>
                    <a:cubicBezTo>
                      <a:pt x="12462" y="38998"/>
                      <a:pt x="12412" y="38923"/>
                      <a:pt x="12337" y="38857"/>
                    </a:cubicBezTo>
                    <a:cubicBezTo>
                      <a:pt x="12180" y="38699"/>
                      <a:pt x="11981" y="38567"/>
                      <a:pt x="11948" y="38327"/>
                    </a:cubicBezTo>
                    <a:cubicBezTo>
                      <a:pt x="11943" y="38277"/>
                      <a:pt x="11981" y="38249"/>
                      <a:pt x="12020" y="38249"/>
                    </a:cubicBezTo>
                    <a:cubicBezTo>
                      <a:pt x="12052" y="38249"/>
                      <a:pt x="12086" y="38269"/>
                      <a:pt x="12097" y="38310"/>
                    </a:cubicBezTo>
                    <a:cubicBezTo>
                      <a:pt x="12122" y="38410"/>
                      <a:pt x="12221" y="38484"/>
                      <a:pt x="12296" y="38542"/>
                    </a:cubicBezTo>
                    <a:cubicBezTo>
                      <a:pt x="12379" y="38600"/>
                      <a:pt x="12462" y="38658"/>
                      <a:pt x="12528" y="38724"/>
                    </a:cubicBezTo>
                    <a:cubicBezTo>
                      <a:pt x="12536" y="38691"/>
                      <a:pt x="12536" y="38666"/>
                      <a:pt x="12536" y="38633"/>
                    </a:cubicBezTo>
                    <a:cubicBezTo>
                      <a:pt x="12536" y="38534"/>
                      <a:pt x="12486" y="38468"/>
                      <a:pt x="12428" y="38393"/>
                    </a:cubicBezTo>
                    <a:cubicBezTo>
                      <a:pt x="12362" y="38318"/>
                      <a:pt x="12288" y="38252"/>
                      <a:pt x="12230" y="38169"/>
                    </a:cubicBezTo>
                    <a:cubicBezTo>
                      <a:pt x="12230" y="38161"/>
                      <a:pt x="12221" y="38153"/>
                      <a:pt x="12213" y="38136"/>
                    </a:cubicBezTo>
                    <a:cubicBezTo>
                      <a:pt x="12196" y="38120"/>
                      <a:pt x="12180" y="38111"/>
                      <a:pt x="12163" y="38095"/>
                    </a:cubicBezTo>
                    <a:cubicBezTo>
                      <a:pt x="12072" y="38012"/>
                      <a:pt x="11981" y="37937"/>
                      <a:pt x="11890" y="37863"/>
                    </a:cubicBezTo>
                    <a:cubicBezTo>
                      <a:pt x="11815" y="37788"/>
                      <a:pt x="11732" y="37714"/>
                      <a:pt x="11683" y="37631"/>
                    </a:cubicBezTo>
                    <a:cubicBezTo>
                      <a:pt x="11625" y="37540"/>
                      <a:pt x="11592" y="37440"/>
                      <a:pt x="11558" y="37332"/>
                    </a:cubicBezTo>
                    <a:cubicBezTo>
                      <a:pt x="11492" y="37100"/>
                      <a:pt x="11418" y="36860"/>
                      <a:pt x="11360" y="36620"/>
                    </a:cubicBezTo>
                    <a:cubicBezTo>
                      <a:pt x="11310" y="36396"/>
                      <a:pt x="11277" y="36164"/>
                      <a:pt x="11268" y="35932"/>
                    </a:cubicBezTo>
                    <a:cubicBezTo>
                      <a:pt x="11252" y="35874"/>
                      <a:pt x="11244" y="35816"/>
                      <a:pt x="11235" y="35766"/>
                    </a:cubicBezTo>
                    <a:cubicBezTo>
                      <a:pt x="11194" y="35510"/>
                      <a:pt x="11152" y="35244"/>
                      <a:pt x="11128" y="34988"/>
                    </a:cubicBezTo>
                    <a:cubicBezTo>
                      <a:pt x="11094" y="34722"/>
                      <a:pt x="11070" y="34457"/>
                      <a:pt x="11053" y="34192"/>
                    </a:cubicBezTo>
                    <a:cubicBezTo>
                      <a:pt x="11028" y="33927"/>
                      <a:pt x="11028" y="33662"/>
                      <a:pt x="11028" y="33397"/>
                    </a:cubicBezTo>
                    <a:cubicBezTo>
                      <a:pt x="11028" y="33364"/>
                      <a:pt x="11051" y="33348"/>
                      <a:pt x="11073" y="33348"/>
                    </a:cubicBezTo>
                    <a:cubicBezTo>
                      <a:pt x="11091" y="33348"/>
                      <a:pt x="11107" y="33358"/>
                      <a:pt x="11111" y="33380"/>
                    </a:cubicBezTo>
                    <a:cubicBezTo>
                      <a:pt x="11136" y="33654"/>
                      <a:pt x="11177" y="33919"/>
                      <a:pt x="11210" y="34192"/>
                    </a:cubicBezTo>
                    <a:cubicBezTo>
                      <a:pt x="11244" y="34449"/>
                      <a:pt x="11277" y="34706"/>
                      <a:pt x="11310" y="34963"/>
                    </a:cubicBezTo>
                    <a:cubicBezTo>
                      <a:pt x="11335" y="35112"/>
                      <a:pt x="11360" y="35261"/>
                      <a:pt x="11384" y="35410"/>
                    </a:cubicBezTo>
                    <a:cubicBezTo>
                      <a:pt x="11409" y="35394"/>
                      <a:pt x="11426" y="35377"/>
                      <a:pt x="11451" y="35352"/>
                    </a:cubicBezTo>
                    <a:cubicBezTo>
                      <a:pt x="11542" y="35269"/>
                      <a:pt x="11625" y="35170"/>
                      <a:pt x="11699" y="35062"/>
                    </a:cubicBezTo>
                    <a:cubicBezTo>
                      <a:pt x="11815" y="34872"/>
                      <a:pt x="11898" y="34648"/>
                      <a:pt x="11915" y="34416"/>
                    </a:cubicBezTo>
                    <a:lnTo>
                      <a:pt x="11915" y="34416"/>
                    </a:lnTo>
                    <a:cubicBezTo>
                      <a:pt x="11848" y="34515"/>
                      <a:pt x="11782" y="34615"/>
                      <a:pt x="11708" y="34698"/>
                    </a:cubicBezTo>
                    <a:cubicBezTo>
                      <a:pt x="11695" y="34710"/>
                      <a:pt x="11678" y="34716"/>
                      <a:pt x="11662" y="34716"/>
                    </a:cubicBezTo>
                    <a:cubicBezTo>
                      <a:pt x="11625" y="34716"/>
                      <a:pt x="11591" y="34688"/>
                      <a:pt x="11608" y="34648"/>
                    </a:cubicBezTo>
                    <a:cubicBezTo>
                      <a:pt x="11749" y="34325"/>
                      <a:pt x="11931" y="34026"/>
                      <a:pt x="12072" y="33712"/>
                    </a:cubicBezTo>
                    <a:cubicBezTo>
                      <a:pt x="12147" y="33554"/>
                      <a:pt x="12213" y="33397"/>
                      <a:pt x="12271" y="33231"/>
                    </a:cubicBezTo>
                    <a:lnTo>
                      <a:pt x="12271" y="33231"/>
                    </a:lnTo>
                    <a:cubicBezTo>
                      <a:pt x="12089" y="33422"/>
                      <a:pt x="11890" y="33587"/>
                      <a:pt x="11683" y="33761"/>
                    </a:cubicBezTo>
                    <a:cubicBezTo>
                      <a:pt x="11673" y="33771"/>
                      <a:pt x="11662" y="33776"/>
                      <a:pt x="11651" y="33776"/>
                    </a:cubicBezTo>
                    <a:cubicBezTo>
                      <a:pt x="11611" y="33776"/>
                      <a:pt x="11577" y="33710"/>
                      <a:pt x="11616" y="33670"/>
                    </a:cubicBezTo>
                    <a:cubicBezTo>
                      <a:pt x="11848" y="33447"/>
                      <a:pt x="12089" y="33215"/>
                      <a:pt x="12288" y="32966"/>
                    </a:cubicBezTo>
                    <a:cubicBezTo>
                      <a:pt x="12627" y="32535"/>
                      <a:pt x="12826" y="32021"/>
                      <a:pt x="12917" y="31483"/>
                    </a:cubicBezTo>
                    <a:cubicBezTo>
                      <a:pt x="12967" y="31218"/>
                      <a:pt x="12984" y="30944"/>
                      <a:pt x="12992" y="30679"/>
                    </a:cubicBezTo>
                    <a:cubicBezTo>
                      <a:pt x="12959" y="30257"/>
                      <a:pt x="12975" y="29834"/>
                      <a:pt x="12942" y="29411"/>
                    </a:cubicBezTo>
                    <a:cubicBezTo>
                      <a:pt x="12917" y="29113"/>
                      <a:pt x="12876" y="28815"/>
                      <a:pt x="12818" y="28517"/>
                    </a:cubicBezTo>
                    <a:cubicBezTo>
                      <a:pt x="12768" y="28218"/>
                      <a:pt x="12685" y="27912"/>
                      <a:pt x="12685" y="27605"/>
                    </a:cubicBezTo>
                    <a:cubicBezTo>
                      <a:pt x="12685" y="27583"/>
                      <a:pt x="12706" y="27573"/>
                      <a:pt x="12728" y="27573"/>
                    </a:cubicBezTo>
                    <a:cubicBezTo>
                      <a:pt x="12748" y="27573"/>
                      <a:pt x="12769" y="27581"/>
                      <a:pt x="12776" y="27597"/>
                    </a:cubicBezTo>
                    <a:cubicBezTo>
                      <a:pt x="12843" y="27738"/>
                      <a:pt x="12884" y="27895"/>
                      <a:pt x="12917" y="28044"/>
                    </a:cubicBezTo>
                    <a:cubicBezTo>
                      <a:pt x="12959" y="28194"/>
                      <a:pt x="12992" y="28343"/>
                      <a:pt x="13017" y="28492"/>
                    </a:cubicBezTo>
                    <a:cubicBezTo>
                      <a:pt x="13075" y="28782"/>
                      <a:pt x="13116" y="29088"/>
                      <a:pt x="13133" y="29387"/>
                    </a:cubicBezTo>
                    <a:cubicBezTo>
                      <a:pt x="13141" y="29469"/>
                      <a:pt x="13141" y="29552"/>
                      <a:pt x="13141" y="29635"/>
                    </a:cubicBezTo>
                    <a:cubicBezTo>
                      <a:pt x="13149" y="29643"/>
                      <a:pt x="13158" y="29660"/>
                      <a:pt x="13166" y="29677"/>
                    </a:cubicBezTo>
                    <a:cubicBezTo>
                      <a:pt x="13199" y="29884"/>
                      <a:pt x="13207" y="30091"/>
                      <a:pt x="13216" y="30306"/>
                    </a:cubicBezTo>
                    <a:cubicBezTo>
                      <a:pt x="13249" y="30505"/>
                      <a:pt x="13282" y="30704"/>
                      <a:pt x="13307" y="30903"/>
                    </a:cubicBezTo>
                    <a:cubicBezTo>
                      <a:pt x="13373" y="31458"/>
                      <a:pt x="13406" y="32030"/>
                      <a:pt x="13348" y="32585"/>
                    </a:cubicBezTo>
                    <a:cubicBezTo>
                      <a:pt x="13348" y="32593"/>
                      <a:pt x="13348" y="32593"/>
                      <a:pt x="13348" y="32593"/>
                    </a:cubicBezTo>
                    <a:cubicBezTo>
                      <a:pt x="13315" y="32867"/>
                      <a:pt x="13232" y="33132"/>
                      <a:pt x="13216" y="33405"/>
                    </a:cubicBezTo>
                    <a:cubicBezTo>
                      <a:pt x="13191" y="33687"/>
                      <a:pt x="13323" y="33910"/>
                      <a:pt x="13447" y="34151"/>
                    </a:cubicBezTo>
                    <a:cubicBezTo>
                      <a:pt x="13464" y="34192"/>
                      <a:pt x="13439" y="34234"/>
                      <a:pt x="13406" y="34250"/>
                    </a:cubicBezTo>
                    <a:cubicBezTo>
                      <a:pt x="13497" y="34325"/>
                      <a:pt x="13588" y="34399"/>
                      <a:pt x="13671" y="34482"/>
                    </a:cubicBezTo>
                    <a:cubicBezTo>
                      <a:pt x="13804" y="34615"/>
                      <a:pt x="13878" y="34789"/>
                      <a:pt x="13945" y="34963"/>
                    </a:cubicBezTo>
                    <a:cubicBezTo>
                      <a:pt x="14019" y="35145"/>
                      <a:pt x="14077" y="35336"/>
                      <a:pt x="14110" y="35526"/>
                    </a:cubicBezTo>
                    <a:cubicBezTo>
                      <a:pt x="14119" y="35592"/>
                      <a:pt x="14127" y="35650"/>
                      <a:pt x="14135" y="35708"/>
                    </a:cubicBezTo>
                    <a:cubicBezTo>
                      <a:pt x="14201" y="35841"/>
                      <a:pt x="14235" y="35982"/>
                      <a:pt x="14259" y="36131"/>
                    </a:cubicBezTo>
                    <a:cubicBezTo>
                      <a:pt x="14276" y="36322"/>
                      <a:pt x="14293" y="36504"/>
                      <a:pt x="14351" y="36686"/>
                    </a:cubicBezTo>
                    <a:cubicBezTo>
                      <a:pt x="14409" y="36868"/>
                      <a:pt x="14516" y="36993"/>
                      <a:pt x="14682" y="37092"/>
                    </a:cubicBezTo>
                    <a:cubicBezTo>
                      <a:pt x="14765" y="37142"/>
                      <a:pt x="14848" y="37183"/>
                      <a:pt x="14931" y="37225"/>
                    </a:cubicBezTo>
                    <a:cubicBezTo>
                      <a:pt x="14997" y="37250"/>
                      <a:pt x="15063" y="37266"/>
                      <a:pt x="15113" y="37308"/>
                    </a:cubicBezTo>
                    <a:cubicBezTo>
                      <a:pt x="15287" y="37341"/>
                      <a:pt x="15469" y="37390"/>
                      <a:pt x="15643" y="37448"/>
                    </a:cubicBezTo>
                    <a:cubicBezTo>
                      <a:pt x="15734" y="37482"/>
                      <a:pt x="15817" y="37523"/>
                      <a:pt x="15892" y="37573"/>
                    </a:cubicBezTo>
                    <a:cubicBezTo>
                      <a:pt x="15975" y="37622"/>
                      <a:pt x="16049" y="37689"/>
                      <a:pt x="16132" y="37714"/>
                    </a:cubicBezTo>
                    <a:cubicBezTo>
                      <a:pt x="16179" y="37729"/>
                      <a:pt x="16227" y="37735"/>
                      <a:pt x="16276" y="37735"/>
                    </a:cubicBezTo>
                    <a:cubicBezTo>
                      <a:pt x="16304" y="37735"/>
                      <a:pt x="16334" y="37733"/>
                      <a:pt x="16364" y="37730"/>
                    </a:cubicBezTo>
                    <a:cubicBezTo>
                      <a:pt x="16389" y="37697"/>
                      <a:pt x="16430" y="37672"/>
                      <a:pt x="16472" y="37647"/>
                    </a:cubicBezTo>
                    <a:cubicBezTo>
                      <a:pt x="16521" y="37614"/>
                      <a:pt x="16579" y="37581"/>
                      <a:pt x="16629" y="37540"/>
                    </a:cubicBezTo>
                    <a:cubicBezTo>
                      <a:pt x="16662" y="37515"/>
                      <a:pt x="16712" y="37490"/>
                      <a:pt x="16737" y="37448"/>
                    </a:cubicBezTo>
                    <a:lnTo>
                      <a:pt x="16729" y="37440"/>
                    </a:lnTo>
                    <a:cubicBezTo>
                      <a:pt x="16704" y="37415"/>
                      <a:pt x="16679" y="37399"/>
                      <a:pt x="16654" y="37382"/>
                    </a:cubicBezTo>
                    <a:cubicBezTo>
                      <a:pt x="16555" y="37291"/>
                      <a:pt x="16455" y="37200"/>
                      <a:pt x="16364" y="37100"/>
                    </a:cubicBezTo>
                    <a:cubicBezTo>
                      <a:pt x="16281" y="37001"/>
                      <a:pt x="16198" y="36902"/>
                      <a:pt x="16115" y="36794"/>
                    </a:cubicBezTo>
                    <a:cubicBezTo>
                      <a:pt x="16089" y="36755"/>
                      <a:pt x="16124" y="36696"/>
                      <a:pt x="16165" y="36696"/>
                    </a:cubicBezTo>
                    <a:cubicBezTo>
                      <a:pt x="16176" y="36696"/>
                      <a:pt x="16187" y="36700"/>
                      <a:pt x="16198" y="36711"/>
                    </a:cubicBezTo>
                    <a:cubicBezTo>
                      <a:pt x="16314" y="36819"/>
                      <a:pt x="16439" y="36926"/>
                      <a:pt x="16555" y="37026"/>
                    </a:cubicBezTo>
                    <a:cubicBezTo>
                      <a:pt x="16613" y="37076"/>
                      <a:pt x="16671" y="37134"/>
                      <a:pt x="16737" y="37175"/>
                    </a:cubicBezTo>
                    <a:cubicBezTo>
                      <a:pt x="16795" y="37225"/>
                      <a:pt x="16861" y="37266"/>
                      <a:pt x="16903" y="37324"/>
                    </a:cubicBezTo>
                    <a:cubicBezTo>
                      <a:pt x="16911" y="37332"/>
                      <a:pt x="16919" y="37349"/>
                      <a:pt x="16927" y="37357"/>
                    </a:cubicBezTo>
                    <a:cubicBezTo>
                      <a:pt x="16936" y="37341"/>
                      <a:pt x="16952" y="37324"/>
                      <a:pt x="16969" y="37308"/>
                    </a:cubicBezTo>
                    <a:cubicBezTo>
                      <a:pt x="16977" y="37283"/>
                      <a:pt x="16985" y="37266"/>
                      <a:pt x="17002" y="37241"/>
                    </a:cubicBezTo>
                    <a:cubicBezTo>
                      <a:pt x="17035" y="37175"/>
                      <a:pt x="17068" y="37100"/>
                      <a:pt x="17068" y="37018"/>
                    </a:cubicBezTo>
                    <a:cubicBezTo>
                      <a:pt x="17060" y="36935"/>
                      <a:pt x="17002" y="36877"/>
                      <a:pt x="16936" y="36827"/>
                    </a:cubicBezTo>
                    <a:cubicBezTo>
                      <a:pt x="16861" y="36769"/>
                      <a:pt x="16770" y="36719"/>
                      <a:pt x="16695" y="36661"/>
                    </a:cubicBezTo>
                    <a:cubicBezTo>
                      <a:pt x="16604" y="36595"/>
                      <a:pt x="16521" y="36529"/>
                      <a:pt x="16430" y="36462"/>
                    </a:cubicBezTo>
                    <a:cubicBezTo>
                      <a:pt x="16387" y="36426"/>
                      <a:pt x="16419" y="36358"/>
                      <a:pt x="16467" y="36358"/>
                    </a:cubicBezTo>
                    <a:cubicBezTo>
                      <a:pt x="16474" y="36358"/>
                      <a:pt x="16481" y="36360"/>
                      <a:pt x="16488" y="36363"/>
                    </a:cubicBezTo>
                    <a:cubicBezTo>
                      <a:pt x="16604" y="36413"/>
                      <a:pt x="16712" y="36471"/>
                      <a:pt x="16828" y="36529"/>
                    </a:cubicBezTo>
                    <a:cubicBezTo>
                      <a:pt x="16894" y="36562"/>
                      <a:pt x="16969" y="36603"/>
                      <a:pt x="17035" y="36653"/>
                    </a:cubicBezTo>
                    <a:cubicBezTo>
                      <a:pt x="17035" y="36603"/>
                      <a:pt x="17027" y="36545"/>
                      <a:pt x="17019" y="36504"/>
                    </a:cubicBezTo>
                    <a:cubicBezTo>
                      <a:pt x="16985" y="36380"/>
                      <a:pt x="16861" y="36346"/>
                      <a:pt x="16753" y="36313"/>
                    </a:cubicBezTo>
                    <a:cubicBezTo>
                      <a:pt x="16596" y="36264"/>
                      <a:pt x="16430" y="36214"/>
                      <a:pt x="16281" y="36164"/>
                    </a:cubicBezTo>
                    <a:cubicBezTo>
                      <a:pt x="16265" y="36156"/>
                      <a:pt x="16248" y="36148"/>
                      <a:pt x="16240" y="36148"/>
                    </a:cubicBezTo>
                    <a:cubicBezTo>
                      <a:pt x="16214" y="36153"/>
                      <a:pt x="16189" y="36156"/>
                      <a:pt x="16163" y="36156"/>
                    </a:cubicBezTo>
                    <a:cubicBezTo>
                      <a:pt x="15976" y="36156"/>
                      <a:pt x="15802" y="36005"/>
                      <a:pt x="15693" y="35866"/>
                    </a:cubicBezTo>
                    <a:cubicBezTo>
                      <a:pt x="15535" y="35650"/>
                      <a:pt x="15461" y="35385"/>
                      <a:pt x="15395" y="35137"/>
                    </a:cubicBezTo>
                    <a:cubicBezTo>
                      <a:pt x="15312" y="34855"/>
                      <a:pt x="15237" y="34582"/>
                      <a:pt x="15163" y="34300"/>
                    </a:cubicBezTo>
                    <a:cubicBezTo>
                      <a:pt x="15121" y="34167"/>
                      <a:pt x="15088" y="34026"/>
                      <a:pt x="15055" y="33894"/>
                    </a:cubicBezTo>
                    <a:cubicBezTo>
                      <a:pt x="15047" y="33886"/>
                      <a:pt x="15047" y="33869"/>
                      <a:pt x="15047" y="33852"/>
                    </a:cubicBezTo>
                    <a:cubicBezTo>
                      <a:pt x="15038" y="33894"/>
                      <a:pt x="15038" y="33935"/>
                      <a:pt x="15038" y="33977"/>
                    </a:cubicBezTo>
                    <a:cubicBezTo>
                      <a:pt x="15038" y="33997"/>
                      <a:pt x="15022" y="34008"/>
                      <a:pt x="15004" y="34008"/>
                    </a:cubicBezTo>
                    <a:cubicBezTo>
                      <a:pt x="14987" y="34008"/>
                      <a:pt x="14968" y="33997"/>
                      <a:pt x="14964" y="33977"/>
                    </a:cubicBezTo>
                    <a:cubicBezTo>
                      <a:pt x="14955" y="33819"/>
                      <a:pt x="14939" y="33670"/>
                      <a:pt x="14931" y="33513"/>
                    </a:cubicBezTo>
                    <a:cubicBezTo>
                      <a:pt x="14931" y="33413"/>
                      <a:pt x="14931" y="33322"/>
                      <a:pt x="14931" y="33231"/>
                    </a:cubicBezTo>
                    <a:cubicBezTo>
                      <a:pt x="14931" y="33181"/>
                      <a:pt x="14931" y="33132"/>
                      <a:pt x="14939" y="33082"/>
                    </a:cubicBezTo>
                    <a:cubicBezTo>
                      <a:pt x="14939" y="32784"/>
                      <a:pt x="14955" y="32485"/>
                      <a:pt x="14980" y="32187"/>
                    </a:cubicBezTo>
                    <a:cubicBezTo>
                      <a:pt x="14997" y="31889"/>
                      <a:pt x="15030" y="31591"/>
                      <a:pt x="15063" y="31292"/>
                    </a:cubicBezTo>
                    <a:cubicBezTo>
                      <a:pt x="15080" y="31185"/>
                      <a:pt x="15096" y="31077"/>
                      <a:pt x="15113" y="30969"/>
                    </a:cubicBezTo>
                    <a:cubicBezTo>
                      <a:pt x="15096" y="30961"/>
                      <a:pt x="15080" y="30953"/>
                      <a:pt x="15080" y="30928"/>
                    </a:cubicBezTo>
                    <a:cubicBezTo>
                      <a:pt x="15129" y="30729"/>
                      <a:pt x="15163" y="30522"/>
                      <a:pt x="15212" y="30323"/>
                    </a:cubicBezTo>
                    <a:cubicBezTo>
                      <a:pt x="15254" y="30132"/>
                      <a:pt x="15312" y="29950"/>
                      <a:pt x="15361" y="29759"/>
                    </a:cubicBezTo>
                    <a:cubicBezTo>
                      <a:pt x="15535" y="29105"/>
                      <a:pt x="15718" y="28450"/>
                      <a:pt x="15867" y="27788"/>
                    </a:cubicBezTo>
                    <a:cubicBezTo>
                      <a:pt x="15941" y="27456"/>
                      <a:pt x="16008" y="27125"/>
                      <a:pt x="16049" y="26793"/>
                    </a:cubicBezTo>
                    <a:cubicBezTo>
                      <a:pt x="16074" y="26652"/>
                      <a:pt x="16091" y="26512"/>
                      <a:pt x="16107" y="26362"/>
                    </a:cubicBezTo>
                    <a:cubicBezTo>
                      <a:pt x="16107" y="26346"/>
                      <a:pt x="16107" y="26321"/>
                      <a:pt x="16107" y="26304"/>
                    </a:cubicBezTo>
                    <a:cubicBezTo>
                      <a:pt x="16115" y="26263"/>
                      <a:pt x="16115" y="26222"/>
                      <a:pt x="16124" y="26172"/>
                    </a:cubicBezTo>
                    <a:lnTo>
                      <a:pt x="16124" y="26172"/>
                    </a:lnTo>
                    <a:cubicBezTo>
                      <a:pt x="16074" y="26296"/>
                      <a:pt x="16016" y="26429"/>
                      <a:pt x="15925" y="26520"/>
                    </a:cubicBezTo>
                    <a:cubicBezTo>
                      <a:pt x="15914" y="26531"/>
                      <a:pt x="15901" y="26535"/>
                      <a:pt x="15888" y="26535"/>
                    </a:cubicBezTo>
                    <a:cubicBezTo>
                      <a:pt x="15853" y="26535"/>
                      <a:pt x="15819" y="26501"/>
                      <a:pt x="15825" y="26470"/>
                    </a:cubicBezTo>
                    <a:cubicBezTo>
                      <a:pt x="15834" y="26338"/>
                      <a:pt x="15892" y="26205"/>
                      <a:pt x="15941" y="26081"/>
                    </a:cubicBezTo>
                    <a:cubicBezTo>
                      <a:pt x="15983" y="25956"/>
                      <a:pt x="16024" y="25832"/>
                      <a:pt x="16057" y="25700"/>
                    </a:cubicBezTo>
                    <a:cubicBezTo>
                      <a:pt x="16132" y="25443"/>
                      <a:pt x="16190" y="25169"/>
                      <a:pt x="16231" y="24904"/>
                    </a:cubicBezTo>
                    <a:cubicBezTo>
                      <a:pt x="16235" y="24867"/>
                      <a:pt x="16261" y="24850"/>
                      <a:pt x="16288" y="24850"/>
                    </a:cubicBezTo>
                    <a:cubicBezTo>
                      <a:pt x="16321" y="24850"/>
                      <a:pt x="16356" y="24875"/>
                      <a:pt x="16356" y="24921"/>
                    </a:cubicBezTo>
                    <a:cubicBezTo>
                      <a:pt x="16356" y="25037"/>
                      <a:pt x="16347" y="25153"/>
                      <a:pt x="16331" y="25269"/>
                    </a:cubicBezTo>
                    <a:cubicBezTo>
                      <a:pt x="16364" y="25194"/>
                      <a:pt x="16397" y="25111"/>
                      <a:pt x="16414" y="25037"/>
                    </a:cubicBezTo>
                    <a:cubicBezTo>
                      <a:pt x="16447" y="24921"/>
                      <a:pt x="16422" y="24796"/>
                      <a:pt x="16405" y="24680"/>
                    </a:cubicBezTo>
                    <a:cubicBezTo>
                      <a:pt x="16397" y="24622"/>
                      <a:pt x="16397" y="24556"/>
                      <a:pt x="16389" y="24498"/>
                    </a:cubicBezTo>
                    <a:cubicBezTo>
                      <a:pt x="16389" y="24448"/>
                      <a:pt x="16389" y="24374"/>
                      <a:pt x="16356" y="24341"/>
                    </a:cubicBezTo>
                    <a:cubicBezTo>
                      <a:pt x="16328" y="24313"/>
                      <a:pt x="16347" y="24261"/>
                      <a:pt x="16379" y="24261"/>
                    </a:cubicBezTo>
                    <a:cubicBezTo>
                      <a:pt x="16385" y="24261"/>
                      <a:pt x="16391" y="24262"/>
                      <a:pt x="16397" y="24266"/>
                    </a:cubicBezTo>
                    <a:cubicBezTo>
                      <a:pt x="16497" y="24316"/>
                      <a:pt x="16521" y="24415"/>
                      <a:pt x="16538" y="24515"/>
                    </a:cubicBezTo>
                    <a:cubicBezTo>
                      <a:pt x="16571" y="24448"/>
                      <a:pt x="16604" y="24374"/>
                      <a:pt x="16637" y="24308"/>
                    </a:cubicBezTo>
                    <a:cubicBezTo>
                      <a:pt x="16778" y="24051"/>
                      <a:pt x="16994" y="23852"/>
                      <a:pt x="17168" y="23628"/>
                    </a:cubicBezTo>
                    <a:cubicBezTo>
                      <a:pt x="17176" y="23620"/>
                      <a:pt x="17184" y="23612"/>
                      <a:pt x="17193" y="23603"/>
                    </a:cubicBezTo>
                    <a:cubicBezTo>
                      <a:pt x="17292" y="23396"/>
                      <a:pt x="17400" y="23189"/>
                      <a:pt x="17507" y="22990"/>
                    </a:cubicBezTo>
                    <a:cubicBezTo>
                      <a:pt x="17607" y="22692"/>
                      <a:pt x="17657" y="22369"/>
                      <a:pt x="17698" y="22054"/>
                    </a:cubicBezTo>
                    <a:cubicBezTo>
                      <a:pt x="17702" y="22036"/>
                      <a:pt x="17716" y="22027"/>
                      <a:pt x="17731" y="22027"/>
                    </a:cubicBezTo>
                    <a:cubicBezTo>
                      <a:pt x="17751" y="22027"/>
                      <a:pt x="17773" y="22042"/>
                      <a:pt x="17773" y="22071"/>
                    </a:cubicBezTo>
                    <a:cubicBezTo>
                      <a:pt x="17764" y="22194"/>
                      <a:pt x="17764" y="22318"/>
                      <a:pt x="17756" y="22442"/>
                    </a:cubicBezTo>
                    <a:lnTo>
                      <a:pt x="17756" y="22442"/>
                    </a:lnTo>
                    <a:cubicBezTo>
                      <a:pt x="17757" y="22434"/>
                      <a:pt x="17764" y="22426"/>
                      <a:pt x="17764" y="22419"/>
                    </a:cubicBezTo>
                    <a:cubicBezTo>
                      <a:pt x="17938" y="21963"/>
                      <a:pt x="18054" y="21457"/>
                      <a:pt x="18005" y="20969"/>
                    </a:cubicBezTo>
                    <a:cubicBezTo>
                      <a:pt x="18005" y="20941"/>
                      <a:pt x="18030" y="20924"/>
                      <a:pt x="18054" y="20924"/>
                    </a:cubicBezTo>
                    <a:cubicBezTo>
                      <a:pt x="18074" y="20924"/>
                      <a:pt x="18092" y="20935"/>
                      <a:pt x="18096" y="20960"/>
                    </a:cubicBezTo>
                    <a:cubicBezTo>
                      <a:pt x="18129" y="21149"/>
                      <a:pt x="18137" y="21347"/>
                      <a:pt x="18129" y="21536"/>
                    </a:cubicBezTo>
                    <a:lnTo>
                      <a:pt x="18129" y="21536"/>
                    </a:lnTo>
                    <a:cubicBezTo>
                      <a:pt x="18130" y="21521"/>
                      <a:pt x="18137" y="21505"/>
                      <a:pt x="18137" y="21482"/>
                    </a:cubicBezTo>
                    <a:cubicBezTo>
                      <a:pt x="18154" y="21391"/>
                      <a:pt x="18170" y="21292"/>
                      <a:pt x="18179" y="21192"/>
                    </a:cubicBezTo>
                    <a:cubicBezTo>
                      <a:pt x="18162" y="21184"/>
                      <a:pt x="18145" y="21167"/>
                      <a:pt x="18145" y="21143"/>
                    </a:cubicBezTo>
                    <a:cubicBezTo>
                      <a:pt x="18137" y="21068"/>
                      <a:pt x="18154" y="20985"/>
                      <a:pt x="18162" y="20911"/>
                    </a:cubicBezTo>
                    <a:cubicBezTo>
                      <a:pt x="18170" y="20853"/>
                      <a:pt x="18179" y="20786"/>
                      <a:pt x="18187" y="20728"/>
                    </a:cubicBezTo>
                    <a:cubicBezTo>
                      <a:pt x="18179" y="20596"/>
                      <a:pt x="18162" y="20471"/>
                      <a:pt x="18145" y="20347"/>
                    </a:cubicBezTo>
                    <a:cubicBezTo>
                      <a:pt x="18112" y="20140"/>
                      <a:pt x="18096" y="19933"/>
                      <a:pt x="18071" y="19726"/>
                    </a:cubicBezTo>
                    <a:cubicBezTo>
                      <a:pt x="18066" y="19701"/>
                      <a:pt x="18091" y="19682"/>
                      <a:pt x="18114" y="19682"/>
                    </a:cubicBezTo>
                    <a:cubicBezTo>
                      <a:pt x="18129" y="19682"/>
                      <a:pt x="18142" y="19690"/>
                      <a:pt x="18145" y="19709"/>
                    </a:cubicBezTo>
                    <a:cubicBezTo>
                      <a:pt x="18187" y="19825"/>
                      <a:pt x="18220" y="19949"/>
                      <a:pt x="18245" y="20065"/>
                    </a:cubicBezTo>
                    <a:cubicBezTo>
                      <a:pt x="18253" y="19983"/>
                      <a:pt x="18253" y="19900"/>
                      <a:pt x="18261" y="19825"/>
                    </a:cubicBezTo>
                    <a:cubicBezTo>
                      <a:pt x="18261" y="19784"/>
                      <a:pt x="18261" y="19742"/>
                      <a:pt x="18261" y="19709"/>
                    </a:cubicBezTo>
                    <a:lnTo>
                      <a:pt x="18253" y="19701"/>
                    </a:lnTo>
                    <a:cubicBezTo>
                      <a:pt x="18253" y="19585"/>
                      <a:pt x="18253" y="19469"/>
                      <a:pt x="18212" y="19361"/>
                    </a:cubicBezTo>
                    <a:cubicBezTo>
                      <a:pt x="18179" y="19262"/>
                      <a:pt x="18121" y="19179"/>
                      <a:pt x="18046" y="19096"/>
                    </a:cubicBezTo>
                    <a:cubicBezTo>
                      <a:pt x="18021" y="19071"/>
                      <a:pt x="17996" y="19038"/>
                      <a:pt x="17971" y="19013"/>
                    </a:cubicBezTo>
                    <a:cubicBezTo>
                      <a:pt x="17880" y="18905"/>
                      <a:pt x="17797" y="18798"/>
                      <a:pt x="17715" y="18682"/>
                    </a:cubicBezTo>
                    <a:cubicBezTo>
                      <a:pt x="17532" y="18450"/>
                      <a:pt x="17383" y="18201"/>
                      <a:pt x="17242" y="17944"/>
                    </a:cubicBezTo>
                    <a:cubicBezTo>
                      <a:pt x="17224" y="17903"/>
                      <a:pt x="17262" y="17870"/>
                      <a:pt x="17297" y="17870"/>
                    </a:cubicBezTo>
                    <a:cubicBezTo>
                      <a:pt x="17311" y="17870"/>
                      <a:pt x="17324" y="17875"/>
                      <a:pt x="17333" y="17886"/>
                    </a:cubicBezTo>
                    <a:cubicBezTo>
                      <a:pt x="17466" y="18085"/>
                      <a:pt x="17615" y="18284"/>
                      <a:pt x="17773" y="18466"/>
                    </a:cubicBezTo>
                    <a:cubicBezTo>
                      <a:pt x="17814" y="18516"/>
                      <a:pt x="17855" y="18566"/>
                      <a:pt x="17897" y="18615"/>
                    </a:cubicBezTo>
                    <a:cubicBezTo>
                      <a:pt x="17922" y="18640"/>
                      <a:pt x="17938" y="18657"/>
                      <a:pt x="17963" y="18682"/>
                    </a:cubicBezTo>
                    <a:cubicBezTo>
                      <a:pt x="17963" y="18640"/>
                      <a:pt x="17955" y="18599"/>
                      <a:pt x="17955" y="18558"/>
                    </a:cubicBezTo>
                    <a:cubicBezTo>
                      <a:pt x="17938" y="18384"/>
                      <a:pt x="17930" y="18201"/>
                      <a:pt x="17930" y="18019"/>
                    </a:cubicBezTo>
                    <a:cubicBezTo>
                      <a:pt x="17930" y="17837"/>
                      <a:pt x="17938" y="17646"/>
                      <a:pt x="17938" y="17456"/>
                    </a:cubicBezTo>
                    <a:cubicBezTo>
                      <a:pt x="17938" y="17273"/>
                      <a:pt x="17963" y="17091"/>
                      <a:pt x="17971" y="16909"/>
                    </a:cubicBezTo>
                    <a:cubicBezTo>
                      <a:pt x="17971" y="16900"/>
                      <a:pt x="17971" y="16892"/>
                      <a:pt x="17980" y="16884"/>
                    </a:cubicBezTo>
                    <a:cubicBezTo>
                      <a:pt x="17996" y="16726"/>
                      <a:pt x="18013" y="16577"/>
                      <a:pt x="18029" y="16420"/>
                    </a:cubicBezTo>
                    <a:cubicBezTo>
                      <a:pt x="18071" y="16064"/>
                      <a:pt x="18121" y="15699"/>
                      <a:pt x="18005" y="15351"/>
                    </a:cubicBezTo>
                    <a:cubicBezTo>
                      <a:pt x="17994" y="15308"/>
                      <a:pt x="18028" y="15276"/>
                      <a:pt x="18062" y="15276"/>
                    </a:cubicBezTo>
                    <a:cubicBezTo>
                      <a:pt x="18081" y="15276"/>
                      <a:pt x="18100" y="15286"/>
                      <a:pt x="18112" y="15310"/>
                    </a:cubicBezTo>
                    <a:cubicBezTo>
                      <a:pt x="18145" y="15392"/>
                      <a:pt x="18179" y="15467"/>
                      <a:pt x="18203" y="15550"/>
                    </a:cubicBezTo>
                    <a:cubicBezTo>
                      <a:pt x="18203" y="15500"/>
                      <a:pt x="18203" y="15459"/>
                      <a:pt x="18203" y="15409"/>
                    </a:cubicBezTo>
                    <a:cubicBezTo>
                      <a:pt x="18203" y="15334"/>
                      <a:pt x="18195" y="15260"/>
                      <a:pt x="18187" y="15185"/>
                    </a:cubicBezTo>
                    <a:cubicBezTo>
                      <a:pt x="18170" y="15020"/>
                      <a:pt x="18154" y="14854"/>
                      <a:pt x="18129" y="14696"/>
                    </a:cubicBezTo>
                    <a:cubicBezTo>
                      <a:pt x="18104" y="14564"/>
                      <a:pt x="18063" y="14415"/>
                      <a:pt x="17947" y="14324"/>
                    </a:cubicBezTo>
                    <a:cubicBezTo>
                      <a:pt x="17912" y="14296"/>
                      <a:pt x="17941" y="14251"/>
                      <a:pt x="17980" y="14251"/>
                    </a:cubicBezTo>
                    <a:cubicBezTo>
                      <a:pt x="17988" y="14251"/>
                      <a:pt x="17996" y="14253"/>
                      <a:pt x="18005" y="14257"/>
                    </a:cubicBezTo>
                    <a:cubicBezTo>
                      <a:pt x="18038" y="14282"/>
                      <a:pt x="18071" y="14307"/>
                      <a:pt x="18104" y="14340"/>
                    </a:cubicBezTo>
                    <a:cubicBezTo>
                      <a:pt x="18096" y="14299"/>
                      <a:pt x="18087" y="14266"/>
                      <a:pt x="18071" y="14224"/>
                    </a:cubicBezTo>
                    <a:cubicBezTo>
                      <a:pt x="18038" y="14166"/>
                      <a:pt x="18005" y="14108"/>
                      <a:pt x="17963" y="14042"/>
                    </a:cubicBezTo>
                    <a:cubicBezTo>
                      <a:pt x="17897" y="13926"/>
                      <a:pt x="17822" y="13810"/>
                      <a:pt x="17748" y="13686"/>
                    </a:cubicBezTo>
                    <a:cubicBezTo>
                      <a:pt x="17748" y="13760"/>
                      <a:pt x="17731" y="13826"/>
                      <a:pt x="17690" y="13876"/>
                    </a:cubicBezTo>
                    <a:cubicBezTo>
                      <a:pt x="17682" y="13888"/>
                      <a:pt x="17667" y="13894"/>
                      <a:pt x="17653" y="13894"/>
                    </a:cubicBezTo>
                    <a:cubicBezTo>
                      <a:pt x="17636" y="13894"/>
                      <a:pt x="17620" y="13886"/>
                      <a:pt x="17615" y="13868"/>
                    </a:cubicBezTo>
                    <a:cubicBezTo>
                      <a:pt x="17599" y="13818"/>
                      <a:pt x="17599" y="13768"/>
                      <a:pt x="17599" y="13719"/>
                    </a:cubicBezTo>
                    <a:cubicBezTo>
                      <a:pt x="17590" y="13669"/>
                      <a:pt x="17582" y="13619"/>
                      <a:pt x="17574" y="13578"/>
                    </a:cubicBezTo>
                    <a:cubicBezTo>
                      <a:pt x="17557" y="13470"/>
                      <a:pt x="17516" y="13379"/>
                      <a:pt x="17483" y="13288"/>
                    </a:cubicBezTo>
                    <a:cubicBezTo>
                      <a:pt x="17400" y="13081"/>
                      <a:pt x="17300" y="12882"/>
                      <a:pt x="17209" y="12691"/>
                    </a:cubicBezTo>
                    <a:cubicBezTo>
                      <a:pt x="17209" y="12675"/>
                      <a:pt x="17209" y="12667"/>
                      <a:pt x="17209" y="12650"/>
                    </a:cubicBezTo>
                    <a:cubicBezTo>
                      <a:pt x="17176" y="12600"/>
                      <a:pt x="17135" y="12551"/>
                      <a:pt x="17093" y="12501"/>
                    </a:cubicBezTo>
                    <a:cubicBezTo>
                      <a:pt x="17074" y="12469"/>
                      <a:pt x="17100" y="12421"/>
                      <a:pt x="17131" y="12421"/>
                    </a:cubicBezTo>
                    <a:cubicBezTo>
                      <a:pt x="17141" y="12421"/>
                      <a:pt x="17150" y="12425"/>
                      <a:pt x="17159" y="12435"/>
                    </a:cubicBezTo>
                    <a:cubicBezTo>
                      <a:pt x="17234" y="12509"/>
                      <a:pt x="17317" y="12584"/>
                      <a:pt x="17383" y="12667"/>
                    </a:cubicBezTo>
                    <a:cubicBezTo>
                      <a:pt x="17375" y="12650"/>
                      <a:pt x="17367" y="12633"/>
                      <a:pt x="17358" y="12617"/>
                    </a:cubicBezTo>
                    <a:cubicBezTo>
                      <a:pt x="17333" y="12592"/>
                      <a:pt x="17300" y="12567"/>
                      <a:pt x="17275" y="12534"/>
                    </a:cubicBezTo>
                    <a:cubicBezTo>
                      <a:pt x="17184" y="12435"/>
                      <a:pt x="17118" y="12310"/>
                      <a:pt x="17068" y="12186"/>
                    </a:cubicBezTo>
                    <a:cubicBezTo>
                      <a:pt x="17052" y="12145"/>
                      <a:pt x="17035" y="12103"/>
                      <a:pt x="17019" y="12053"/>
                    </a:cubicBezTo>
                    <a:cubicBezTo>
                      <a:pt x="16977" y="11954"/>
                      <a:pt x="16944" y="11846"/>
                      <a:pt x="16911" y="11739"/>
                    </a:cubicBezTo>
                    <a:cubicBezTo>
                      <a:pt x="16903" y="11739"/>
                      <a:pt x="16894" y="11739"/>
                      <a:pt x="16886" y="11730"/>
                    </a:cubicBezTo>
                    <a:cubicBezTo>
                      <a:pt x="16845" y="11689"/>
                      <a:pt x="16820" y="11623"/>
                      <a:pt x="16803" y="11565"/>
                    </a:cubicBezTo>
                    <a:cubicBezTo>
                      <a:pt x="16794" y="11577"/>
                      <a:pt x="16780" y="11582"/>
                      <a:pt x="16767" y="11582"/>
                    </a:cubicBezTo>
                    <a:cubicBezTo>
                      <a:pt x="16744" y="11582"/>
                      <a:pt x="16720" y="11566"/>
                      <a:pt x="16720" y="11540"/>
                    </a:cubicBezTo>
                    <a:cubicBezTo>
                      <a:pt x="16712" y="11507"/>
                      <a:pt x="16712" y="11473"/>
                      <a:pt x="16712" y="11440"/>
                    </a:cubicBezTo>
                    <a:cubicBezTo>
                      <a:pt x="16712" y="11407"/>
                      <a:pt x="16704" y="11382"/>
                      <a:pt x="16704" y="11349"/>
                    </a:cubicBezTo>
                    <a:cubicBezTo>
                      <a:pt x="16704" y="11291"/>
                      <a:pt x="16704" y="11225"/>
                      <a:pt x="16704" y="11167"/>
                    </a:cubicBezTo>
                    <a:cubicBezTo>
                      <a:pt x="16695" y="11117"/>
                      <a:pt x="16695" y="11059"/>
                      <a:pt x="16687" y="11009"/>
                    </a:cubicBezTo>
                    <a:cubicBezTo>
                      <a:pt x="16679" y="10943"/>
                      <a:pt x="16671" y="10885"/>
                      <a:pt x="16662" y="10827"/>
                    </a:cubicBezTo>
                    <a:cubicBezTo>
                      <a:pt x="16646" y="10811"/>
                      <a:pt x="16646" y="10794"/>
                      <a:pt x="16654" y="10777"/>
                    </a:cubicBezTo>
                    <a:cubicBezTo>
                      <a:pt x="16646" y="10703"/>
                      <a:pt x="16646" y="10637"/>
                      <a:pt x="16637" y="10570"/>
                    </a:cubicBezTo>
                    <a:cubicBezTo>
                      <a:pt x="16633" y="10537"/>
                      <a:pt x="16660" y="10518"/>
                      <a:pt x="16686" y="10518"/>
                    </a:cubicBezTo>
                    <a:cubicBezTo>
                      <a:pt x="16706" y="10518"/>
                      <a:pt x="16725" y="10529"/>
                      <a:pt x="16729" y="10554"/>
                    </a:cubicBezTo>
                    <a:cubicBezTo>
                      <a:pt x="16745" y="10637"/>
                      <a:pt x="16762" y="10728"/>
                      <a:pt x="16778" y="10811"/>
                    </a:cubicBezTo>
                    <a:cubicBezTo>
                      <a:pt x="16778" y="10819"/>
                      <a:pt x="16787" y="10835"/>
                      <a:pt x="16787" y="10844"/>
                    </a:cubicBezTo>
                    <a:cubicBezTo>
                      <a:pt x="16811" y="10918"/>
                      <a:pt x="16828" y="11001"/>
                      <a:pt x="16836" y="11076"/>
                    </a:cubicBezTo>
                    <a:cubicBezTo>
                      <a:pt x="16836" y="11101"/>
                      <a:pt x="16836" y="11117"/>
                      <a:pt x="16845" y="11142"/>
                    </a:cubicBezTo>
                    <a:lnTo>
                      <a:pt x="16845" y="11150"/>
                    </a:lnTo>
                    <a:cubicBezTo>
                      <a:pt x="16845" y="11159"/>
                      <a:pt x="16853" y="11175"/>
                      <a:pt x="16853" y="11192"/>
                    </a:cubicBezTo>
                    <a:lnTo>
                      <a:pt x="16886" y="11192"/>
                    </a:lnTo>
                    <a:cubicBezTo>
                      <a:pt x="16886" y="11175"/>
                      <a:pt x="16878" y="11150"/>
                      <a:pt x="16878" y="11134"/>
                    </a:cubicBezTo>
                    <a:cubicBezTo>
                      <a:pt x="16878" y="11125"/>
                      <a:pt x="16878" y="11117"/>
                      <a:pt x="16878" y="11109"/>
                    </a:cubicBezTo>
                    <a:cubicBezTo>
                      <a:pt x="16853" y="10927"/>
                      <a:pt x="16820" y="10744"/>
                      <a:pt x="16770" y="10570"/>
                    </a:cubicBezTo>
                    <a:cubicBezTo>
                      <a:pt x="16770" y="10562"/>
                      <a:pt x="16770" y="10554"/>
                      <a:pt x="16778" y="10545"/>
                    </a:cubicBezTo>
                    <a:cubicBezTo>
                      <a:pt x="16753" y="10479"/>
                      <a:pt x="16729" y="10405"/>
                      <a:pt x="16704" y="10338"/>
                    </a:cubicBezTo>
                    <a:cubicBezTo>
                      <a:pt x="16687" y="10294"/>
                      <a:pt x="16726" y="10261"/>
                      <a:pt x="16763" y="10261"/>
                    </a:cubicBezTo>
                    <a:cubicBezTo>
                      <a:pt x="16782" y="10261"/>
                      <a:pt x="16800" y="10269"/>
                      <a:pt x="16811" y="10289"/>
                    </a:cubicBezTo>
                    <a:cubicBezTo>
                      <a:pt x="16811" y="10264"/>
                      <a:pt x="16834" y="10249"/>
                      <a:pt x="16859" y="10249"/>
                    </a:cubicBezTo>
                    <a:cubicBezTo>
                      <a:pt x="16868" y="10249"/>
                      <a:pt x="16877" y="10251"/>
                      <a:pt x="16886" y="10255"/>
                    </a:cubicBezTo>
                    <a:cubicBezTo>
                      <a:pt x="16878" y="10222"/>
                      <a:pt x="16869" y="10197"/>
                      <a:pt x="16853" y="10164"/>
                    </a:cubicBezTo>
                    <a:cubicBezTo>
                      <a:pt x="16803" y="9974"/>
                      <a:pt x="16737" y="9783"/>
                      <a:pt x="16679" y="9601"/>
                    </a:cubicBezTo>
                    <a:cubicBezTo>
                      <a:pt x="16664" y="9555"/>
                      <a:pt x="16697" y="9517"/>
                      <a:pt x="16734" y="9517"/>
                    </a:cubicBezTo>
                    <a:cubicBezTo>
                      <a:pt x="16738" y="9517"/>
                      <a:pt x="16742" y="9517"/>
                      <a:pt x="16745" y="9518"/>
                    </a:cubicBezTo>
                    <a:cubicBezTo>
                      <a:pt x="16704" y="9410"/>
                      <a:pt x="16646" y="9303"/>
                      <a:pt x="16579" y="9203"/>
                    </a:cubicBezTo>
                    <a:cubicBezTo>
                      <a:pt x="16405" y="8913"/>
                      <a:pt x="16173" y="8665"/>
                      <a:pt x="15958" y="8400"/>
                    </a:cubicBezTo>
                    <a:cubicBezTo>
                      <a:pt x="15950" y="8400"/>
                      <a:pt x="15950" y="8391"/>
                      <a:pt x="15950" y="8383"/>
                    </a:cubicBezTo>
                    <a:cubicBezTo>
                      <a:pt x="15941" y="8366"/>
                      <a:pt x="15933" y="8358"/>
                      <a:pt x="15933" y="8342"/>
                    </a:cubicBezTo>
                    <a:cubicBezTo>
                      <a:pt x="15933" y="8333"/>
                      <a:pt x="15925" y="8325"/>
                      <a:pt x="15917" y="8325"/>
                    </a:cubicBezTo>
                    <a:cubicBezTo>
                      <a:pt x="15892" y="8292"/>
                      <a:pt x="15867" y="8259"/>
                      <a:pt x="15842" y="8234"/>
                    </a:cubicBezTo>
                    <a:cubicBezTo>
                      <a:pt x="15842" y="8240"/>
                      <a:pt x="15837" y="8253"/>
                      <a:pt x="15826" y="8253"/>
                    </a:cubicBezTo>
                    <a:cubicBezTo>
                      <a:pt x="15823" y="8253"/>
                      <a:pt x="15820" y="8252"/>
                      <a:pt x="15817" y="8250"/>
                    </a:cubicBezTo>
                    <a:cubicBezTo>
                      <a:pt x="15801" y="8250"/>
                      <a:pt x="15792" y="8242"/>
                      <a:pt x="15801" y="8226"/>
                    </a:cubicBezTo>
                    <a:cubicBezTo>
                      <a:pt x="15801" y="8209"/>
                      <a:pt x="15801" y="8201"/>
                      <a:pt x="15801" y="8184"/>
                    </a:cubicBezTo>
                    <a:cubicBezTo>
                      <a:pt x="15776" y="8159"/>
                      <a:pt x="15759" y="8134"/>
                      <a:pt x="15734" y="8101"/>
                    </a:cubicBezTo>
                    <a:cubicBezTo>
                      <a:pt x="15718" y="8101"/>
                      <a:pt x="15718" y="8093"/>
                      <a:pt x="15709" y="8076"/>
                    </a:cubicBezTo>
                    <a:lnTo>
                      <a:pt x="15643" y="8002"/>
                    </a:lnTo>
                    <a:cubicBezTo>
                      <a:pt x="15560" y="7902"/>
                      <a:pt x="15436" y="7786"/>
                      <a:pt x="15403" y="7654"/>
                    </a:cubicBezTo>
                    <a:cubicBezTo>
                      <a:pt x="15396" y="7620"/>
                      <a:pt x="15428" y="7591"/>
                      <a:pt x="15458" y="7591"/>
                    </a:cubicBezTo>
                    <a:cubicBezTo>
                      <a:pt x="15465" y="7591"/>
                      <a:pt x="15471" y="7593"/>
                      <a:pt x="15477" y="7596"/>
                    </a:cubicBezTo>
                    <a:cubicBezTo>
                      <a:pt x="15602" y="7646"/>
                      <a:pt x="15701" y="7795"/>
                      <a:pt x="15784" y="7894"/>
                    </a:cubicBezTo>
                    <a:cubicBezTo>
                      <a:pt x="15792" y="7902"/>
                      <a:pt x="15792" y="7911"/>
                      <a:pt x="15801" y="7919"/>
                    </a:cubicBezTo>
                    <a:cubicBezTo>
                      <a:pt x="15784" y="7844"/>
                      <a:pt x="15759" y="7770"/>
                      <a:pt x="15726" y="7704"/>
                    </a:cubicBezTo>
                    <a:cubicBezTo>
                      <a:pt x="15685" y="7604"/>
                      <a:pt x="15627" y="7513"/>
                      <a:pt x="15569" y="7430"/>
                    </a:cubicBezTo>
                    <a:cubicBezTo>
                      <a:pt x="15519" y="7347"/>
                      <a:pt x="15436" y="7256"/>
                      <a:pt x="15444" y="7157"/>
                    </a:cubicBezTo>
                    <a:cubicBezTo>
                      <a:pt x="15444" y="7142"/>
                      <a:pt x="15457" y="7122"/>
                      <a:pt x="15476" y="7122"/>
                    </a:cubicBezTo>
                    <a:cubicBezTo>
                      <a:pt x="15479" y="7122"/>
                      <a:pt x="15482" y="7122"/>
                      <a:pt x="15486" y="7124"/>
                    </a:cubicBezTo>
                    <a:cubicBezTo>
                      <a:pt x="15535" y="7140"/>
                      <a:pt x="15577" y="7173"/>
                      <a:pt x="15610" y="7215"/>
                    </a:cubicBezTo>
                    <a:cubicBezTo>
                      <a:pt x="15602" y="7198"/>
                      <a:pt x="15602" y="7182"/>
                      <a:pt x="15593" y="7165"/>
                    </a:cubicBezTo>
                    <a:cubicBezTo>
                      <a:pt x="15544" y="6991"/>
                      <a:pt x="15477" y="6825"/>
                      <a:pt x="15411" y="6651"/>
                    </a:cubicBezTo>
                    <a:cubicBezTo>
                      <a:pt x="15395" y="6610"/>
                      <a:pt x="15378" y="6568"/>
                      <a:pt x="15361" y="6519"/>
                    </a:cubicBezTo>
                    <a:lnTo>
                      <a:pt x="15353" y="6510"/>
                    </a:lnTo>
                    <a:cubicBezTo>
                      <a:pt x="15320" y="6469"/>
                      <a:pt x="15270" y="6436"/>
                      <a:pt x="15245" y="6386"/>
                    </a:cubicBezTo>
                    <a:cubicBezTo>
                      <a:pt x="15216" y="6350"/>
                      <a:pt x="15245" y="6300"/>
                      <a:pt x="15286" y="6300"/>
                    </a:cubicBezTo>
                    <a:cubicBezTo>
                      <a:pt x="15292" y="6300"/>
                      <a:pt x="15297" y="6301"/>
                      <a:pt x="15303" y="6303"/>
                    </a:cubicBezTo>
                    <a:cubicBezTo>
                      <a:pt x="15312" y="6312"/>
                      <a:pt x="15312" y="6312"/>
                      <a:pt x="15320" y="6312"/>
                    </a:cubicBezTo>
                    <a:cubicBezTo>
                      <a:pt x="15312" y="6278"/>
                      <a:pt x="15312" y="6245"/>
                      <a:pt x="15303" y="6204"/>
                    </a:cubicBezTo>
                    <a:cubicBezTo>
                      <a:pt x="15287" y="6196"/>
                      <a:pt x="15279" y="6179"/>
                      <a:pt x="15279" y="6154"/>
                    </a:cubicBezTo>
                    <a:cubicBezTo>
                      <a:pt x="15279" y="6055"/>
                      <a:pt x="15279" y="5955"/>
                      <a:pt x="15279" y="5856"/>
                    </a:cubicBezTo>
                    <a:cubicBezTo>
                      <a:pt x="15270" y="5814"/>
                      <a:pt x="15262" y="5773"/>
                      <a:pt x="15245" y="5732"/>
                    </a:cubicBezTo>
                    <a:cubicBezTo>
                      <a:pt x="15237" y="5707"/>
                      <a:pt x="15270" y="5698"/>
                      <a:pt x="15287" y="5698"/>
                    </a:cubicBezTo>
                    <a:cubicBezTo>
                      <a:pt x="15287" y="5549"/>
                      <a:pt x="15287" y="5400"/>
                      <a:pt x="15270" y="5259"/>
                    </a:cubicBezTo>
                    <a:cubicBezTo>
                      <a:pt x="15245" y="4961"/>
                      <a:pt x="15212" y="4679"/>
                      <a:pt x="15146" y="4389"/>
                    </a:cubicBezTo>
                    <a:cubicBezTo>
                      <a:pt x="15080" y="4108"/>
                      <a:pt x="14989" y="3826"/>
                      <a:pt x="14873" y="3553"/>
                    </a:cubicBezTo>
                    <a:cubicBezTo>
                      <a:pt x="14815" y="3420"/>
                      <a:pt x="14757" y="3287"/>
                      <a:pt x="14690" y="3163"/>
                    </a:cubicBezTo>
                    <a:cubicBezTo>
                      <a:pt x="14624" y="3039"/>
                      <a:pt x="14541" y="2915"/>
                      <a:pt x="14500" y="2774"/>
                    </a:cubicBezTo>
                    <a:lnTo>
                      <a:pt x="14500" y="2782"/>
                    </a:lnTo>
                    <a:cubicBezTo>
                      <a:pt x="14500" y="2815"/>
                      <a:pt x="14483" y="2832"/>
                      <a:pt x="14458" y="2840"/>
                    </a:cubicBezTo>
                    <a:cubicBezTo>
                      <a:pt x="14450" y="2843"/>
                      <a:pt x="14441" y="2845"/>
                      <a:pt x="14432" y="2845"/>
                    </a:cubicBezTo>
                    <a:cubicBezTo>
                      <a:pt x="14414" y="2845"/>
                      <a:pt x="14398" y="2837"/>
                      <a:pt x="14392" y="2815"/>
                    </a:cubicBezTo>
                    <a:cubicBezTo>
                      <a:pt x="14259" y="2492"/>
                      <a:pt x="14127" y="2169"/>
                      <a:pt x="13994" y="1846"/>
                    </a:cubicBezTo>
                    <a:cubicBezTo>
                      <a:pt x="13754" y="1291"/>
                      <a:pt x="13530" y="727"/>
                      <a:pt x="13273" y="172"/>
                    </a:cubicBezTo>
                    <a:cubicBezTo>
                      <a:pt x="13227" y="78"/>
                      <a:pt x="13169" y="1"/>
                      <a:pt x="130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8" name="Google Shape;4108;p10"/>
              <p:cNvSpPr/>
              <p:nvPr/>
            </p:nvSpPr>
            <p:spPr>
              <a:xfrm>
                <a:off x="2678200" y="4609150"/>
                <a:ext cx="7350" cy="22675"/>
              </a:xfrm>
              <a:custGeom>
                <a:rect b="b" l="l" r="r" t="t"/>
                <a:pathLst>
                  <a:path extrusionOk="0" h="907" w="294">
                    <a:moveTo>
                      <a:pt x="231" y="0"/>
                    </a:moveTo>
                    <a:cubicBezTo>
                      <a:pt x="218" y="0"/>
                      <a:pt x="206" y="6"/>
                      <a:pt x="199" y="21"/>
                    </a:cubicBezTo>
                    <a:cubicBezTo>
                      <a:pt x="116" y="145"/>
                      <a:pt x="58" y="286"/>
                      <a:pt x="25" y="435"/>
                    </a:cubicBezTo>
                    <a:cubicBezTo>
                      <a:pt x="8" y="501"/>
                      <a:pt x="0" y="576"/>
                      <a:pt x="0" y="651"/>
                    </a:cubicBezTo>
                    <a:cubicBezTo>
                      <a:pt x="0" y="725"/>
                      <a:pt x="17" y="808"/>
                      <a:pt x="42" y="883"/>
                    </a:cubicBezTo>
                    <a:cubicBezTo>
                      <a:pt x="48" y="899"/>
                      <a:pt x="63" y="907"/>
                      <a:pt x="78" y="907"/>
                    </a:cubicBezTo>
                    <a:cubicBezTo>
                      <a:pt x="101" y="907"/>
                      <a:pt x="124" y="891"/>
                      <a:pt x="124" y="866"/>
                    </a:cubicBezTo>
                    <a:cubicBezTo>
                      <a:pt x="133" y="800"/>
                      <a:pt x="149" y="733"/>
                      <a:pt x="158" y="667"/>
                    </a:cubicBezTo>
                    <a:cubicBezTo>
                      <a:pt x="158" y="601"/>
                      <a:pt x="166" y="526"/>
                      <a:pt x="174" y="460"/>
                    </a:cubicBezTo>
                    <a:cubicBezTo>
                      <a:pt x="191" y="327"/>
                      <a:pt x="224" y="187"/>
                      <a:pt x="282" y="62"/>
                    </a:cubicBezTo>
                    <a:cubicBezTo>
                      <a:pt x="293" y="33"/>
                      <a:pt x="260" y="0"/>
                      <a:pt x="2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9" name="Google Shape;4109;p10"/>
              <p:cNvSpPr/>
              <p:nvPr/>
            </p:nvSpPr>
            <p:spPr>
              <a:xfrm>
                <a:off x="2684400" y="4630100"/>
                <a:ext cx="2525" cy="8625"/>
              </a:xfrm>
              <a:custGeom>
                <a:rect b="b" l="l" r="r" t="t"/>
                <a:pathLst>
                  <a:path extrusionOk="0" h="345" w="101">
                    <a:moveTo>
                      <a:pt x="51" y="1"/>
                    </a:moveTo>
                    <a:cubicBezTo>
                      <a:pt x="48" y="1"/>
                      <a:pt x="45" y="2"/>
                      <a:pt x="42" y="3"/>
                    </a:cubicBezTo>
                    <a:cubicBezTo>
                      <a:pt x="17" y="3"/>
                      <a:pt x="1" y="28"/>
                      <a:pt x="1" y="45"/>
                    </a:cubicBezTo>
                    <a:cubicBezTo>
                      <a:pt x="9" y="94"/>
                      <a:pt x="9" y="144"/>
                      <a:pt x="9" y="194"/>
                    </a:cubicBezTo>
                    <a:cubicBezTo>
                      <a:pt x="9" y="210"/>
                      <a:pt x="17" y="235"/>
                      <a:pt x="17" y="260"/>
                    </a:cubicBezTo>
                    <a:cubicBezTo>
                      <a:pt x="17" y="268"/>
                      <a:pt x="26" y="285"/>
                      <a:pt x="26" y="293"/>
                    </a:cubicBezTo>
                    <a:cubicBezTo>
                      <a:pt x="26" y="310"/>
                      <a:pt x="34" y="318"/>
                      <a:pt x="42" y="335"/>
                    </a:cubicBezTo>
                    <a:cubicBezTo>
                      <a:pt x="52" y="339"/>
                      <a:pt x="61" y="344"/>
                      <a:pt x="71" y="344"/>
                    </a:cubicBezTo>
                    <a:cubicBezTo>
                      <a:pt x="78" y="344"/>
                      <a:pt x="85" y="342"/>
                      <a:pt x="92" y="335"/>
                    </a:cubicBezTo>
                    <a:cubicBezTo>
                      <a:pt x="92" y="318"/>
                      <a:pt x="100" y="310"/>
                      <a:pt x="100" y="293"/>
                    </a:cubicBezTo>
                    <a:lnTo>
                      <a:pt x="100" y="260"/>
                    </a:lnTo>
                    <a:cubicBezTo>
                      <a:pt x="100" y="235"/>
                      <a:pt x="100" y="210"/>
                      <a:pt x="100" y="185"/>
                    </a:cubicBezTo>
                    <a:lnTo>
                      <a:pt x="84" y="36"/>
                    </a:lnTo>
                    <a:cubicBezTo>
                      <a:pt x="84" y="16"/>
                      <a:pt x="67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0" name="Google Shape;4110;p10"/>
              <p:cNvSpPr/>
              <p:nvPr/>
            </p:nvSpPr>
            <p:spPr>
              <a:xfrm>
                <a:off x="2678400" y="4586100"/>
                <a:ext cx="4175" cy="11375"/>
              </a:xfrm>
              <a:custGeom>
                <a:rect b="b" l="l" r="r" t="t"/>
                <a:pathLst>
                  <a:path extrusionOk="0" h="455" w="167">
                    <a:moveTo>
                      <a:pt x="130" y="0"/>
                    </a:moveTo>
                    <a:cubicBezTo>
                      <a:pt x="118" y="0"/>
                      <a:pt x="106" y="5"/>
                      <a:pt x="100" y="15"/>
                    </a:cubicBezTo>
                    <a:cubicBezTo>
                      <a:pt x="83" y="40"/>
                      <a:pt x="67" y="73"/>
                      <a:pt x="58" y="98"/>
                    </a:cubicBezTo>
                    <a:cubicBezTo>
                      <a:pt x="50" y="114"/>
                      <a:pt x="50" y="131"/>
                      <a:pt x="42" y="147"/>
                    </a:cubicBezTo>
                    <a:cubicBezTo>
                      <a:pt x="42" y="164"/>
                      <a:pt x="25" y="172"/>
                      <a:pt x="25" y="197"/>
                    </a:cubicBezTo>
                    <a:cubicBezTo>
                      <a:pt x="9" y="255"/>
                      <a:pt x="9" y="321"/>
                      <a:pt x="0" y="379"/>
                    </a:cubicBezTo>
                    <a:cubicBezTo>
                      <a:pt x="0" y="413"/>
                      <a:pt x="25" y="446"/>
                      <a:pt x="58" y="454"/>
                    </a:cubicBezTo>
                    <a:cubicBezTo>
                      <a:pt x="92" y="454"/>
                      <a:pt x="125" y="429"/>
                      <a:pt x="133" y="396"/>
                    </a:cubicBezTo>
                    <a:cubicBezTo>
                      <a:pt x="133" y="338"/>
                      <a:pt x="141" y="272"/>
                      <a:pt x="150" y="214"/>
                    </a:cubicBezTo>
                    <a:cubicBezTo>
                      <a:pt x="150" y="205"/>
                      <a:pt x="150" y="189"/>
                      <a:pt x="150" y="181"/>
                    </a:cubicBezTo>
                    <a:cubicBezTo>
                      <a:pt x="150" y="172"/>
                      <a:pt x="150" y="172"/>
                      <a:pt x="150" y="172"/>
                    </a:cubicBezTo>
                    <a:cubicBezTo>
                      <a:pt x="158" y="156"/>
                      <a:pt x="158" y="139"/>
                      <a:pt x="158" y="123"/>
                    </a:cubicBezTo>
                    <a:cubicBezTo>
                      <a:pt x="166" y="98"/>
                      <a:pt x="166" y="65"/>
                      <a:pt x="166" y="31"/>
                    </a:cubicBezTo>
                    <a:cubicBezTo>
                      <a:pt x="166" y="11"/>
                      <a:pt x="148" y="0"/>
                      <a:pt x="1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10"/>
              <p:cNvSpPr/>
              <p:nvPr/>
            </p:nvSpPr>
            <p:spPr>
              <a:xfrm>
                <a:off x="2684000" y="4654975"/>
                <a:ext cx="7050" cy="15175"/>
              </a:xfrm>
              <a:custGeom>
                <a:rect b="b" l="l" r="r" t="t"/>
                <a:pathLst>
                  <a:path extrusionOk="0" h="607" w="282">
                    <a:moveTo>
                      <a:pt x="76" y="1"/>
                    </a:moveTo>
                    <a:cubicBezTo>
                      <a:pt x="44" y="1"/>
                      <a:pt x="8" y="24"/>
                      <a:pt x="8" y="60"/>
                    </a:cubicBezTo>
                    <a:cubicBezTo>
                      <a:pt x="0" y="94"/>
                      <a:pt x="0" y="118"/>
                      <a:pt x="17" y="152"/>
                    </a:cubicBezTo>
                    <a:cubicBezTo>
                      <a:pt x="25" y="168"/>
                      <a:pt x="33" y="185"/>
                      <a:pt x="42" y="210"/>
                    </a:cubicBezTo>
                    <a:cubicBezTo>
                      <a:pt x="58" y="251"/>
                      <a:pt x="66" y="292"/>
                      <a:pt x="83" y="334"/>
                    </a:cubicBezTo>
                    <a:cubicBezTo>
                      <a:pt x="100" y="375"/>
                      <a:pt x="116" y="417"/>
                      <a:pt x="133" y="458"/>
                    </a:cubicBezTo>
                    <a:cubicBezTo>
                      <a:pt x="141" y="508"/>
                      <a:pt x="158" y="549"/>
                      <a:pt x="191" y="591"/>
                    </a:cubicBezTo>
                    <a:cubicBezTo>
                      <a:pt x="199" y="602"/>
                      <a:pt x="210" y="607"/>
                      <a:pt x="220" y="607"/>
                    </a:cubicBezTo>
                    <a:cubicBezTo>
                      <a:pt x="240" y="607"/>
                      <a:pt x="260" y="590"/>
                      <a:pt x="265" y="574"/>
                    </a:cubicBezTo>
                    <a:cubicBezTo>
                      <a:pt x="282" y="524"/>
                      <a:pt x="273" y="475"/>
                      <a:pt x="265" y="425"/>
                    </a:cubicBezTo>
                    <a:cubicBezTo>
                      <a:pt x="257" y="375"/>
                      <a:pt x="240" y="334"/>
                      <a:pt x="232" y="292"/>
                    </a:cubicBezTo>
                    <a:cubicBezTo>
                      <a:pt x="224" y="243"/>
                      <a:pt x="207" y="201"/>
                      <a:pt x="191" y="160"/>
                    </a:cubicBezTo>
                    <a:cubicBezTo>
                      <a:pt x="191" y="135"/>
                      <a:pt x="182" y="118"/>
                      <a:pt x="174" y="94"/>
                    </a:cubicBezTo>
                    <a:cubicBezTo>
                      <a:pt x="158" y="60"/>
                      <a:pt x="141" y="36"/>
                      <a:pt x="108" y="11"/>
                    </a:cubicBezTo>
                    <a:cubicBezTo>
                      <a:pt x="99" y="4"/>
                      <a:pt x="88" y="1"/>
                      <a:pt x="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2" name="Google Shape;4112;p10"/>
              <p:cNvSpPr/>
              <p:nvPr/>
            </p:nvSpPr>
            <p:spPr>
              <a:xfrm>
                <a:off x="2682950" y="4529650"/>
                <a:ext cx="5425" cy="15000"/>
              </a:xfrm>
              <a:custGeom>
                <a:rect b="b" l="l" r="r" t="t"/>
                <a:pathLst>
                  <a:path extrusionOk="0" h="600" w="217">
                    <a:moveTo>
                      <a:pt x="174" y="1"/>
                    </a:moveTo>
                    <a:cubicBezTo>
                      <a:pt x="166" y="1"/>
                      <a:pt x="157" y="4"/>
                      <a:pt x="150" y="11"/>
                    </a:cubicBezTo>
                    <a:cubicBezTo>
                      <a:pt x="92" y="86"/>
                      <a:pt x="67" y="177"/>
                      <a:pt x="50" y="268"/>
                    </a:cubicBezTo>
                    <a:cubicBezTo>
                      <a:pt x="26" y="359"/>
                      <a:pt x="9" y="458"/>
                      <a:pt x="1" y="550"/>
                    </a:cubicBezTo>
                    <a:cubicBezTo>
                      <a:pt x="1" y="574"/>
                      <a:pt x="26" y="599"/>
                      <a:pt x="59" y="599"/>
                    </a:cubicBezTo>
                    <a:cubicBezTo>
                      <a:pt x="84" y="599"/>
                      <a:pt x="100" y="574"/>
                      <a:pt x="108" y="550"/>
                    </a:cubicBezTo>
                    <a:cubicBezTo>
                      <a:pt x="117" y="467"/>
                      <a:pt x="133" y="376"/>
                      <a:pt x="158" y="293"/>
                    </a:cubicBezTo>
                    <a:cubicBezTo>
                      <a:pt x="166" y="251"/>
                      <a:pt x="183" y="210"/>
                      <a:pt x="191" y="168"/>
                    </a:cubicBezTo>
                    <a:cubicBezTo>
                      <a:pt x="200" y="127"/>
                      <a:pt x="208" y="77"/>
                      <a:pt x="216" y="36"/>
                    </a:cubicBezTo>
                    <a:cubicBezTo>
                      <a:pt x="216" y="18"/>
                      <a:pt x="195" y="1"/>
                      <a:pt x="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3" name="Google Shape;4113;p10"/>
              <p:cNvSpPr/>
              <p:nvPr/>
            </p:nvSpPr>
            <p:spPr>
              <a:xfrm>
                <a:off x="2690000" y="4537875"/>
                <a:ext cx="1875" cy="9250"/>
              </a:xfrm>
              <a:custGeom>
                <a:rect b="b" l="l" r="r" t="t"/>
                <a:pathLst>
                  <a:path extrusionOk="0" h="370" w="75">
                    <a:moveTo>
                      <a:pt x="61" y="1"/>
                    </a:moveTo>
                    <a:cubicBezTo>
                      <a:pt x="54" y="1"/>
                      <a:pt x="46" y="5"/>
                      <a:pt x="42" y="13"/>
                    </a:cubicBezTo>
                    <a:cubicBezTo>
                      <a:pt x="9" y="121"/>
                      <a:pt x="0" y="229"/>
                      <a:pt x="9" y="345"/>
                    </a:cubicBezTo>
                    <a:cubicBezTo>
                      <a:pt x="9" y="361"/>
                      <a:pt x="23" y="370"/>
                      <a:pt x="38" y="370"/>
                    </a:cubicBezTo>
                    <a:cubicBezTo>
                      <a:pt x="52" y="370"/>
                      <a:pt x="67" y="361"/>
                      <a:pt x="67" y="345"/>
                    </a:cubicBezTo>
                    <a:cubicBezTo>
                      <a:pt x="58" y="237"/>
                      <a:pt x="67" y="121"/>
                      <a:pt x="75" y="13"/>
                    </a:cubicBezTo>
                    <a:cubicBezTo>
                      <a:pt x="75" y="5"/>
                      <a:pt x="69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4" name="Google Shape;4114;p10"/>
              <p:cNvSpPr/>
              <p:nvPr/>
            </p:nvSpPr>
            <p:spPr>
              <a:xfrm>
                <a:off x="2856325" y="3975225"/>
                <a:ext cx="8975" cy="33250"/>
              </a:xfrm>
              <a:custGeom>
                <a:rect b="b" l="l" r="r" t="t"/>
                <a:pathLst>
                  <a:path extrusionOk="0" h="1330" w="359">
                    <a:moveTo>
                      <a:pt x="253" y="0"/>
                    </a:moveTo>
                    <a:cubicBezTo>
                      <a:pt x="233" y="0"/>
                      <a:pt x="214" y="10"/>
                      <a:pt x="208" y="33"/>
                    </a:cubicBezTo>
                    <a:cubicBezTo>
                      <a:pt x="166" y="165"/>
                      <a:pt x="125" y="306"/>
                      <a:pt x="92" y="439"/>
                    </a:cubicBezTo>
                    <a:cubicBezTo>
                      <a:pt x="59" y="571"/>
                      <a:pt x="25" y="712"/>
                      <a:pt x="25" y="845"/>
                    </a:cubicBezTo>
                    <a:cubicBezTo>
                      <a:pt x="25" y="872"/>
                      <a:pt x="43" y="888"/>
                      <a:pt x="63" y="888"/>
                    </a:cubicBezTo>
                    <a:cubicBezTo>
                      <a:pt x="67" y="888"/>
                      <a:pt x="71" y="887"/>
                      <a:pt x="75" y="886"/>
                    </a:cubicBezTo>
                    <a:lnTo>
                      <a:pt x="75" y="886"/>
                    </a:lnTo>
                    <a:cubicBezTo>
                      <a:pt x="67" y="936"/>
                      <a:pt x="50" y="977"/>
                      <a:pt x="42" y="1027"/>
                    </a:cubicBezTo>
                    <a:cubicBezTo>
                      <a:pt x="25" y="1110"/>
                      <a:pt x="1" y="1209"/>
                      <a:pt x="9" y="1300"/>
                    </a:cubicBezTo>
                    <a:cubicBezTo>
                      <a:pt x="14" y="1316"/>
                      <a:pt x="30" y="1329"/>
                      <a:pt x="45" y="1329"/>
                    </a:cubicBezTo>
                    <a:cubicBezTo>
                      <a:pt x="53" y="1329"/>
                      <a:pt x="61" y="1326"/>
                      <a:pt x="67" y="1317"/>
                    </a:cubicBezTo>
                    <a:cubicBezTo>
                      <a:pt x="100" y="1234"/>
                      <a:pt x="117" y="1143"/>
                      <a:pt x="141" y="1052"/>
                    </a:cubicBezTo>
                    <a:cubicBezTo>
                      <a:pt x="158" y="961"/>
                      <a:pt x="175" y="869"/>
                      <a:pt x="199" y="787"/>
                    </a:cubicBezTo>
                    <a:cubicBezTo>
                      <a:pt x="241" y="604"/>
                      <a:pt x="299" y="422"/>
                      <a:pt x="349" y="240"/>
                    </a:cubicBezTo>
                    <a:cubicBezTo>
                      <a:pt x="358" y="215"/>
                      <a:pt x="339" y="199"/>
                      <a:pt x="318" y="199"/>
                    </a:cubicBezTo>
                    <a:cubicBezTo>
                      <a:pt x="304" y="199"/>
                      <a:pt x="289" y="206"/>
                      <a:pt x="282" y="223"/>
                    </a:cubicBezTo>
                    <a:cubicBezTo>
                      <a:pt x="257" y="298"/>
                      <a:pt x="233" y="364"/>
                      <a:pt x="208" y="439"/>
                    </a:cubicBezTo>
                    <a:cubicBezTo>
                      <a:pt x="233" y="314"/>
                      <a:pt x="266" y="182"/>
                      <a:pt x="307" y="66"/>
                    </a:cubicBezTo>
                    <a:cubicBezTo>
                      <a:pt x="317" y="25"/>
                      <a:pt x="284" y="0"/>
                      <a:pt x="2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10"/>
              <p:cNvSpPr/>
              <p:nvPr/>
            </p:nvSpPr>
            <p:spPr>
              <a:xfrm>
                <a:off x="2780100" y="3954350"/>
                <a:ext cx="200750" cy="189450"/>
              </a:xfrm>
              <a:custGeom>
                <a:rect b="b" l="l" r="r" t="t"/>
                <a:pathLst>
                  <a:path extrusionOk="0" h="7578" w="8030">
                    <a:moveTo>
                      <a:pt x="6737" y="6775"/>
                    </a:moveTo>
                    <a:cubicBezTo>
                      <a:pt x="6737" y="6783"/>
                      <a:pt x="6728" y="6792"/>
                      <a:pt x="6728" y="6800"/>
                    </a:cubicBezTo>
                    <a:cubicBezTo>
                      <a:pt x="6687" y="6833"/>
                      <a:pt x="6654" y="6858"/>
                      <a:pt x="6612" y="6866"/>
                    </a:cubicBezTo>
                    <a:cubicBezTo>
                      <a:pt x="6612" y="6858"/>
                      <a:pt x="6621" y="6850"/>
                      <a:pt x="6629" y="6841"/>
                    </a:cubicBezTo>
                    <a:cubicBezTo>
                      <a:pt x="6662" y="6825"/>
                      <a:pt x="6704" y="6800"/>
                      <a:pt x="6737" y="6775"/>
                    </a:cubicBezTo>
                    <a:close/>
                    <a:moveTo>
                      <a:pt x="3519" y="1"/>
                    </a:moveTo>
                    <a:cubicBezTo>
                      <a:pt x="3509" y="1"/>
                      <a:pt x="3498" y="5"/>
                      <a:pt x="3489" y="14"/>
                    </a:cubicBezTo>
                    <a:cubicBezTo>
                      <a:pt x="3431" y="72"/>
                      <a:pt x="3381" y="138"/>
                      <a:pt x="3331" y="205"/>
                    </a:cubicBezTo>
                    <a:cubicBezTo>
                      <a:pt x="3290" y="221"/>
                      <a:pt x="3248" y="246"/>
                      <a:pt x="3207" y="279"/>
                    </a:cubicBezTo>
                    <a:cubicBezTo>
                      <a:pt x="3215" y="263"/>
                      <a:pt x="3224" y="238"/>
                      <a:pt x="3232" y="221"/>
                    </a:cubicBezTo>
                    <a:cubicBezTo>
                      <a:pt x="3238" y="191"/>
                      <a:pt x="3218" y="170"/>
                      <a:pt x="3197" y="170"/>
                    </a:cubicBezTo>
                    <a:cubicBezTo>
                      <a:pt x="3189" y="170"/>
                      <a:pt x="3181" y="173"/>
                      <a:pt x="3174" y="180"/>
                    </a:cubicBezTo>
                    <a:cubicBezTo>
                      <a:pt x="3124" y="221"/>
                      <a:pt x="3091" y="279"/>
                      <a:pt x="3066" y="329"/>
                    </a:cubicBezTo>
                    <a:cubicBezTo>
                      <a:pt x="3050" y="346"/>
                      <a:pt x="3041" y="370"/>
                      <a:pt x="3025" y="395"/>
                    </a:cubicBezTo>
                    <a:cubicBezTo>
                      <a:pt x="2925" y="462"/>
                      <a:pt x="2842" y="544"/>
                      <a:pt x="2768" y="644"/>
                    </a:cubicBezTo>
                    <a:cubicBezTo>
                      <a:pt x="2760" y="652"/>
                      <a:pt x="2751" y="669"/>
                      <a:pt x="2743" y="677"/>
                    </a:cubicBezTo>
                    <a:lnTo>
                      <a:pt x="2743" y="660"/>
                    </a:lnTo>
                    <a:cubicBezTo>
                      <a:pt x="2760" y="627"/>
                      <a:pt x="2731" y="593"/>
                      <a:pt x="2703" y="593"/>
                    </a:cubicBezTo>
                    <a:cubicBezTo>
                      <a:pt x="2690" y="593"/>
                      <a:pt x="2676" y="600"/>
                      <a:pt x="2668" y="619"/>
                    </a:cubicBezTo>
                    <a:cubicBezTo>
                      <a:pt x="2586" y="760"/>
                      <a:pt x="2528" y="909"/>
                      <a:pt x="2486" y="1066"/>
                    </a:cubicBezTo>
                    <a:cubicBezTo>
                      <a:pt x="2470" y="1149"/>
                      <a:pt x="2453" y="1232"/>
                      <a:pt x="2453" y="1315"/>
                    </a:cubicBezTo>
                    <a:cubicBezTo>
                      <a:pt x="2453" y="1323"/>
                      <a:pt x="2445" y="1340"/>
                      <a:pt x="2445" y="1356"/>
                    </a:cubicBezTo>
                    <a:cubicBezTo>
                      <a:pt x="2387" y="1622"/>
                      <a:pt x="2387" y="1903"/>
                      <a:pt x="2395" y="2177"/>
                    </a:cubicBezTo>
                    <a:cubicBezTo>
                      <a:pt x="2403" y="2450"/>
                      <a:pt x="2428" y="2740"/>
                      <a:pt x="2312" y="2989"/>
                    </a:cubicBezTo>
                    <a:cubicBezTo>
                      <a:pt x="2204" y="3221"/>
                      <a:pt x="1972" y="3353"/>
                      <a:pt x="1782" y="3511"/>
                    </a:cubicBezTo>
                    <a:cubicBezTo>
                      <a:pt x="1583" y="3676"/>
                      <a:pt x="1409" y="3867"/>
                      <a:pt x="1252" y="4066"/>
                    </a:cubicBezTo>
                    <a:cubicBezTo>
                      <a:pt x="1086" y="4265"/>
                      <a:pt x="937" y="4472"/>
                      <a:pt x="771" y="4671"/>
                    </a:cubicBezTo>
                    <a:cubicBezTo>
                      <a:pt x="697" y="4770"/>
                      <a:pt x="605" y="4861"/>
                      <a:pt x="523" y="4952"/>
                    </a:cubicBezTo>
                    <a:cubicBezTo>
                      <a:pt x="423" y="5043"/>
                      <a:pt x="315" y="5118"/>
                      <a:pt x="224" y="5217"/>
                    </a:cubicBezTo>
                    <a:cubicBezTo>
                      <a:pt x="1" y="5449"/>
                      <a:pt x="125" y="5756"/>
                      <a:pt x="233" y="6013"/>
                    </a:cubicBezTo>
                    <a:cubicBezTo>
                      <a:pt x="299" y="6154"/>
                      <a:pt x="373" y="6295"/>
                      <a:pt x="481" y="6402"/>
                    </a:cubicBezTo>
                    <a:cubicBezTo>
                      <a:pt x="481" y="6402"/>
                      <a:pt x="481" y="6411"/>
                      <a:pt x="481" y="6411"/>
                    </a:cubicBezTo>
                    <a:cubicBezTo>
                      <a:pt x="564" y="6709"/>
                      <a:pt x="688" y="7073"/>
                      <a:pt x="1028" y="7148"/>
                    </a:cubicBezTo>
                    <a:cubicBezTo>
                      <a:pt x="1061" y="7156"/>
                      <a:pt x="1103" y="7165"/>
                      <a:pt x="1136" y="7165"/>
                    </a:cubicBezTo>
                    <a:cubicBezTo>
                      <a:pt x="1161" y="7165"/>
                      <a:pt x="1202" y="7165"/>
                      <a:pt x="1219" y="7173"/>
                    </a:cubicBezTo>
                    <a:cubicBezTo>
                      <a:pt x="1252" y="7189"/>
                      <a:pt x="1243" y="7239"/>
                      <a:pt x="1252" y="7264"/>
                    </a:cubicBezTo>
                    <a:cubicBezTo>
                      <a:pt x="1260" y="7305"/>
                      <a:pt x="1268" y="7347"/>
                      <a:pt x="1293" y="7380"/>
                    </a:cubicBezTo>
                    <a:cubicBezTo>
                      <a:pt x="1368" y="7488"/>
                      <a:pt x="1509" y="7529"/>
                      <a:pt x="1633" y="7546"/>
                    </a:cubicBezTo>
                    <a:cubicBezTo>
                      <a:pt x="1805" y="7569"/>
                      <a:pt x="1983" y="7578"/>
                      <a:pt x="2161" y="7578"/>
                    </a:cubicBezTo>
                    <a:cubicBezTo>
                      <a:pt x="2360" y="7578"/>
                      <a:pt x="2559" y="7567"/>
                      <a:pt x="2751" y="7554"/>
                    </a:cubicBezTo>
                    <a:cubicBezTo>
                      <a:pt x="3141" y="7529"/>
                      <a:pt x="3522" y="7479"/>
                      <a:pt x="3895" y="7397"/>
                    </a:cubicBezTo>
                    <a:cubicBezTo>
                      <a:pt x="4284" y="7305"/>
                      <a:pt x="4657" y="7181"/>
                      <a:pt x="5055" y="7181"/>
                    </a:cubicBezTo>
                    <a:cubicBezTo>
                      <a:pt x="5069" y="7186"/>
                      <a:pt x="5083" y="7191"/>
                      <a:pt x="5099" y="7191"/>
                    </a:cubicBezTo>
                    <a:cubicBezTo>
                      <a:pt x="5111" y="7191"/>
                      <a:pt x="5124" y="7188"/>
                      <a:pt x="5138" y="7181"/>
                    </a:cubicBezTo>
                    <a:lnTo>
                      <a:pt x="5179" y="7181"/>
                    </a:lnTo>
                    <a:cubicBezTo>
                      <a:pt x="5212" y="7181"/>
                      <a:pt x="5229" y="7173"/>
                      <a:pt x="5237" y="7148"/>
                    </a:cubicBezTo>
                    <a:cubicBezTo>
                      <a:pt x="5316" y="7164"/>
                      <a:pt x="5391" y="7170"/>
                      <a:pt x="5468" y="7170"/>
                    </a:cubicBezTo>
                    <a:cubicBezTo>
                      <a:pt x="5512" y="7170"/>
                      <a:pt x="5556" y="7168"/>
                      <a:pt x="5602" y="7165"/>
                    </a:cubicBezTo>
                    <a:lnTo>
                      <a:pt x="5602" y="7165"/>
                    </a:lnTo>
                    <a:cubicBezTo>
                      <a:pt x="5585" y="7214"/>
                      <a:pt x="5602" y="7281"/>
                      <a:pt x="5676" y="7281"/>
                    </a:cubicBezTo>
                    <a:cubicBezTo>
                      <a:pt x="5867" y="7272"/>
                      <a:pt x="6049" y="7198"/>
                      <a:pt x="6198" y="7082"/>
                    </a:cubicBezTo>
                    <a:cubicBezTo>
                      <a:pt x="6206" y="7073"/>
                      <a:pt x="6215" y="7065"/>
                      <a:pt x="6223" y="7057"/>
                    </a:cubicBezTo>
                    <a:cubicBezTo>
                      <a:pt x="6264" y="7049"/>
                      <a:pt x="6306" y="7032"/>
                      <a:pt x="6339" y="7024"/>
                    </a:cubicBezTo>
                    <a:lnTo>
                      <a:pt x="6430" y="7024"/>
                    </a:lnTo>
                    <a:cubicBezTo>
                      <a:pt x="6438" y="7028"/>
                      <a:pt x="6449" y="7030"/>
                      <a:pt x="6459" y="7030"/>
                    </a:cubicBezTo>
                    <a:cubicBezTo>
                      <a:pt x="6469" y="7030"/>
                      <a:pt x="6480" y="7028"/>
                      <a:pt x="6488" y="7024"/>
                    </a:cubicBezTo>
                    <a:cubicBezTo>
                      <a:pt x="6554" y="7024"/>
                      <a:pt x="6629" y="7024"/>
                      <a:pt x="6687" y="6999"/>
                    </a:cubicBezTo>
                    <a:cubicBezTo>
                      <a:pt x="6745" y="6974"/>
                      <a:pt x="6795" y="6933"/>
                      <a:pt x="6836" y="6883"/>
                    </a:cubicBezTo>
                    <a:cubicBezTo>
                      <a:pt x="6844" y="6957"/>
                      <a:pt x="6869" y="7024"/>
                      <a:pt x="6911" y="7090"/>
                    </a:cubicBezTo>
                    <a:cubicBezTo>
                      <a:pt x="6944" y="7231"/>
                      <a:pt x="6985" y="7372"/>
                      <a:pt x="7027" y="7504"/>
                    </a:cubicBezTo>
                    <a:cubicBezTo>
                      <a:pt x="7038" y="7546"/>
                      <a:pt x="7077" y="7567"/>
                      <a:pt x="7116" y="7567"/>
                    </a:cubicBezTo>
                    <a:cubicBezTo>
                      <a:pt x="7161" y="7567"/>
                      <a:pt x="7205" y="7538"/>
                      <a:pt x="7201" y="7479"/>
                    </a:cubicBezTo>
                    <a:cubicBezTo>
                      <a:pt x="7192" y="7397"/>
                      <a:pt x="7184" y="7314"/>
                      <a:pt x="7184" y="7231"/>
                    </a:cubicBezTo>
                    <a:cubicBezTo>
                      <a:pt x="7201" y="7223"/>
                      <a:pt x="7209" y="7214"/>
                      <a:pt x="7225" y="7214"/>
                    </a:cubicBezTo>
                    <a:cubicBezTo>
                      <a:pt x="7259" y="7189"/>
                      <a:pt x="7292" y="7156"/>
                      <a:pt x="7308" y="7115"/>
                    </a:cubicBezTo>
                    <a:lnTo>
                      <a:pt x="7341" y="7165"/>
                    </a:lnTo>
                    <a:cubicBezTo>
                      <a:pt x="7350" y="7173"/>
                      <a:pt x="7350" y="7181"/>
                      <a:pt x="7350" y="7189"/>
                    </a:cubicBezTo>
                    <a:cubicBezTo>
                      <a:pt x="7358" y="7198"/>
                      <a:pt x="7366" y="7214"/>
                      <a:pt x="7383" y="7223"/>
                    </a:cubicBezTo>
                    <a:cubicBezTo>
                      <a:pt x="7416" y="7272"/>
                      <a:pt x="7441" y="7322"/>
                      <a:pt x="7482" y="7363"/>
                    </a:cubicBezTo>
                    <a:cubicBezTo>
                      <a:pt x="7506" y="7393"/>
                      <a:pt x="7543" y="7415"/>
                      <a:pt x="7584" y="7415"/>
                    </a:cubicBezTo>
                    <a:cubicBezTo>
                      <a:pt x="7600" y="7415"/>
                      <a:pt x="7616" y="7412"/>
                      <a:pt x="7631" y="7405"/>
                    </a:cubicBezTo>
                    <a:cubicBezTo>
                      <a:pt x="7640" y="7397"/>
                      <a:pt x="7648" y="7388"/>
                      <a:pt x="7656" y="7380"/>
                    </a:cubicBezTo>
                    <a:cubicBezTo>
                      <a:pt x="7656" y="7397"/>
                      <a:pt x="7665" y="7413"/>
                      <a:pt x="7673" y="7421"/>
                    </a:cubicBezTo>
                    <a:cubicBezTo>
                      <a:pt x="7694" y="7456"/>
                      <a:pt x="7726" y="7473"/>
                      <a:pt x="7760" y="7473"/>
                    </a:cubicBezTo>
                    <a:cubicBezTo>
                      <a:pt x="7767" y="7473"/>
                      <a:pt x="7774" y="7472"/>
                      <a:pt x="7781" y="7471"/>
                    </a:cubicBezTo>
                    <a:cubicBezTo>
                      <a:pt x="7791" y="7511"/>
                      <a:pt x="7820" y="7528"/>
                      <a:pt x="7851" y="7528"/>
                    </a:cubicBezTo>
                    <a:cubicBezTo>
                      <a:pt x="7897" y="7528"/>
                      <a:pt x="7945" y="7489"/>
                      <a:pt x="7930" y="7430"/>
                    </a:cubicBezTo>
                    <a:cubicBezTo>
                      <a:pt x="7930" y="7405"/>
                      <a:pt x="7930" y="7380"/>
                      <a:pt x="7921" y="7355"/>
                    </a:cubicBezTo>
                    <a:cubicBezTo>
                      <a:pt x="7971" y="7347"/>
                      <a:pt x="8029" y="7297"/>
                      <a:pt x="8004" y="7247"/>
                    </a:cubicBezTo>
                    <a:lnTo>
                      <a:pt x="8013" y="7247"/>
                    </a:lnTo>
                    <a:cubicBezTo>
                      <a:pt x="7946" y="7090"/>
                      <a:pt x="7897" y="6924"/>
                      <a:pt x="7847" y="6767"/>
                    </a:cubicBezTo>
                    <a:cubicBezTo>
                      <a:pt x="7847" y="6734"/>
                      <a:pt x="7839" y="6692"/>
                      <a:pt x="7839" y="6659"/>
                    </a:cubicBezTo>
                    <a:cubicBezTo>
                      <a:pt x="7839" y="6593"/>
                      <a:pt x="7781" y="6560"/>
                      <a:pt x="7731" y="6560"/>
                    </a:cubicBezTo>
                    <a:cubicBezTo>
                      <a:pt x="7681" y="6560"/>
                      <a:pt x="7631" y="6593"/>
                      <a:pt x="7631" y="6651"/>
                    </a:cubicBezTo>
                    <a:lnTo>
                      <a:pt x="7631" y="6667"/>
                    </a:lnTo>
                    <a:cubicBezTo>
                      <a:pt x="7631" y="6651"/>
                      <a:pt x="7623" y="6634"/>
                      <a:pt x="7623" y="6626"/>
                    </a:cubicBezTo>
                    <a:cubicBezTo>
                      <a:pt x="7623" y="6609"/>
                      <a:pt x="7615" y="6601"/>
                      <a:pt x="7615" y="6593"/>
                    </a:cubicBezTo>
                    <a:cubicBezTo>
                      <a:pt x="7598" y="6551"/>
                      <a:pt x="7590" y="6510"/>
                      <a:pt x="7565" y="6469"/>
                    </a:cubicBezTo>
                    <a:cubicBezTo>
                      <a:pt x="7565" y="6452"/>
                      <a:pt x="7573" y="6444"/>
                      <a:pt x="7573" y="6427"/>
                    </a:cubicBezTo>
                    <a:cubicBezTo>
                      <a:pt x="7573" y="6402"/>
                      <a:pt x="7573" y="6386"/>
                      <a:pt x="7573" y="6369"/>
                    </a:cubicBezTo>
                    <a:cubicBezTo>
                      <a:pt x="7573" y="6319"/>
                      <a:pt x="7532" y="6278"/>
                      <a:pt x="7482" y="6278"/>
                    </a:cubicBezTo>
                    <a:cubicBezTo>
                      <a:pt x="7474" y="6278"/>
                      <a:pt x="7466" y="6286"/>
                      <a:pt x="7457" y="6286"/>
                    </a:cubicBezTo>
                    <a:cubicBezTo>
                      <a:pt x="7449" y="6253"/>
                      <a:pt x="7424" y="6237"/>
                      <a:pt x="7391" y="6228"/>
                    </a:cubicBezTo>
                    <a:cubicBezTo>
                      <a:pt x="7350" y="6228"/>
                      <a:pt x="7300" y="6253"/>
                      <a:pt x="7292" y="6295"/>
                    </a:cubicBezTo>
                    <a:cubicBezTo>
                      <a:pt x="7283" y="6336"/>
                      <a:pt x="7267" y="6377"/>
                      <a:pt x="7259" y="6419"/>
                    </a:cubicBezTo>
                    <a:cubicBezTo>
                      <a:pt x="7250" y="6435"/>
                      <a:pt x="7250" y="6452"/>
                      <a:pt x="7242" y="6469"/>
                    </a:cubicBezTo>
                    <a:cubicBezTo>
                      <a:pt x="7250" y="6411"/>
                      <a:pt x="7259" y="6344"/>
                      <a:pt x="7259" y="6278"/>
                    </a:cubicBezTo>
                    <a:cubicBezTo>
                      <a:pt x="7263" y="6237"/>
                      <a:pt x="7227" y="6213"/>
                      <a:pt x="7191" y="6213"/>
                    </a:cubicBezTo>
                    <a:cubicBezTo>
                      <a:pt x="7162" y="6213"/>
                      <a:pt x="7133" y="6228"/>
                      <a:pt x="7126" y="6261"/>
                    </a:cubicBezTo>
                    <a:cubicBezTo>
                      <a:pt x="7126" y="6270"/>
                      <a:pt x="7126" y="6270"/>
                      <a:pt x="7126" y="6278"/>
                    </a:cubicBezTo>
                    <a:lnTo>
                      <a:pt x="7109" y="6278"/>
                    </a:lnTo>
                    <a:cubicBezTo>
                      <a:pt x="7118" y="6261"/>
                      <a:pt x="7126" y="6237"/>
                      <a:pt x="7134" y="6220"/>
                    </a:cubicBezTo>
                    <a:cubicBezTo>
                      <a:pt x="7146" y="6180"/>
                      <a:pt x="7106" y="6148"/>
                      <a:pt x="7072" y="6148"/>
                    </a:cubicBezTo>
                    <a:cubicBezTo>
                      <a:pt x="7057" y="6148"/>
                      <a:pt x="7043" y="6155"/>
                      <a:pt x="7035" y="6170"/>
                    </a:cubicBezTo>
                    <a:lnTo>
                      <a:pt x="7035" y="6137"/>
                    </a:lnTo>
                    <a:cubicBezTo>
                      <a:pt x="7035" y="6097"/>
                      <a:pt x="7002" y="6075"/>
                      <a:pt x="6968" y="6075"/>
                    </a:cubicBezTo>
                    <a:cubicBezTo>
                      <a:pt x="6946" y="6075"/>
                      <a:pt x="6924" y="6084"/>
                      <a:pt x="6911" y="6104"/>
                    </a:cubicBezTo>
                    <a:cubicBezTo>
                      <a:pt x="6894" y="6129"/>
                      <a:pt x="6886" y="6154"/>
                      <a:pt x="6869" y="6179"/>
                    </a:cubicBezTo>
                    <a:cubicBezTo>
                      <a:pt x="6869" y="6137"/>
                      <a:pt x="6861" y="6096"/>
                      <a:pt x="6861" y="6054"/>
                    </a:cubicBezTo>
                    <a:cubicBezTo>
                      <a:pt x="6852" y="6008"/>
                      <a:pt x="6814" y="5983"/>
                      <a:pt x="6778" y="5983"/>
                    </a:cubicBezTo>
                    <a:cubicBezTo>
                      <a:pt x="6744" y="5983"/>
                      <a:pt x="6712" y="6006"/>
                      <a:pt x="6712" y="6054"/>
                    </a:cubicBezTo>
                    <a:cubicBezTo>
                      <a:pt x="6712" y="6087"/>
                      <a:pt x="6704" y="6129"/>
                      <a:pt x="6695" y="6162"/>
                    </a:cubicBezTo>
                    <a:cubicBezTo>
                      <a:pt x="6691" y="6160"/>
                      <a:pt x="6686" y="6159"/>
                      <a:pt x="6682" y="6159"/>
                    </a:cubicBezTo>
                    <a:cubicBezTo>
                      <a:pt x="6667" y="6159"/>
                      <a:pt x="6652" y="6168"/>
                      <a:pt x="6646" y="6187"/>
                    </a:cubicBezTo>
                    <a:cubicBezTo>
                      <a:pt x="6629" y="6245"/>
                      <a:pt x="6612" y="6303"/>
                      <a:pt x="6596" y="6361"/>
                    </a:cubicBezTo>
                    <a:cubicBezTo>
                      <a:pt x="6579" y="6369"/>
                      <a:pt x="6571" y="6369"/>
                      <a:pt x="6563" y="6377"/>
                    </a:cubicBezTo>
                    <a:cubicBezTo>
                      <a:pt x="6546" y="6394"/>
                      <a:pt x="6530" y="6402"/>
                      <a:pt x="6521" y="6411"/>
                    </a:cubicBezTo>
                    <a:cubicBezTo>
                      <a:pt x="6521" y="6402"/>
                      <a:pt x="6513" y="6394"/>
                      <a:pt x="6513" y="6377"/>
                    </a:cubicBezTo>
                    <a:cubicBezTo>
                      <a:pt x="6499" y="6336"/>
                      <a:pt x="6460" y="6313"/>
                      <a:pt x="6421" y="6313"/>
                    </a:cubicBezTo>
                    <a:cubicBezTo>
                      <a:pt x="6389" y="6313"/>
                      <a:pt x="6357" y="6328"/>
                      <a:pt x="6339" y="6361"/>
                    </a:cubicBezTo>
                    <a:cubicBezTo>
                      <a:pt x="6273" y="6469"/>
                      <a:pt x="6190" y="6560"/>
                      <a:pt x="6099" y="6643"/>
                    </a:cubicBezTo>
                    <a:cubicBezTo>
                      <a:pt x="5867" y="6734"/>
                      <a:pt x="5618" y="6775"/>
                      <a:pt x="5378" y="6817"/>
                    </a:cubicBezTo>
                    <a:cubicBezTo>
                      <a:pt x="5328" y="6825"/>
                      <a:pt x="5270" y="6833"/>
                      <a:pt x="5212" y="6841"/>
                    </a:cubicBezTo>
                    <a:cubicBezTo>
                      <a:pt x="5055" y="6717"/>
                      <a:pt x="4872" y="6634"/>
                      <a:pt x="4690" y="6551"/>
                    </a:cubicBezTo>
                    <a:cubicBezTo>
                      <a:pt x="4500" y="6452"/>
                      <a:pt x="4259" y="6311"/>
                      <a:pt x="4201" y="6087"/>
                    </a:cubicBezTo>
                    <a:cubicBezTo>
                      <a:pt x="4160" y="5955"/>
                      <a:pt x="4218" y="5822"/>
                      <a:pt x="4226" y="5690"/>
                    </a:cubicBezTo>
                    <a:cubicBezTo>
                      <a:pt x="4234" y="5574"/>
                      <a:pt x="4201" y="5449"/>
                      <a:pt x="4135" y="5350"/>
                    </a:cubicBezTo>
                    <a:cubicBezTo>
                      <a:pt x="4002" y="5151"/>
                      <a:pt x="3787" y="5052"/>
                      <a:pt x="3580" y="4952"/>
                    </a:cubicBezTo>
                    <a:cubicBezTo>
                      <a:pt x="3364" y="4845"/>
                      <a:pt x="3149" y="4712"/>
                      <a:pt x="3132" y="4447"/>
                    </a:cubicBezTo>
                    <a:cubicBezTo>
                      <a:pt x="3116" y="4306"/>
                      <a:pt x="3141" y="4173"/>
                      <a:pt x="3149" y="4041"/>
                    </a:cubicBezTo>
                    <a:cubicBezTo>
                      <a:pt x="3149" y="3900"/>
                      <a:pt x="3132" y="3768"/>
                      <a:pt x="3083" y="3635"/>
                    </a:cubicBezTo>
                    <a:cubicBezTo>
                      <a:pt x="3074" y="3610"/>
                      <a:pt x="3058" y="3577"/>
                      <a:pt x="3050" y="3544"/>
                    </a:cubicBezTo>
                    <a:cubicBezTo>
                      <a:pt x="3058" y="3328"/>
                      <a:pt x="3058" y="3113"/>
                      <a:pt x="3074" y="2889"/>
                    </a:cubicBezTo>
                    <a:cubicBezTo>
                      <a:pt x="3074" y="2864"/>
                      <a:pt x="3050" y="2856"/>
                      <a:pt x="3033" y="2856"/>
                    </a:cubicBezTo>
                    <a:cubicBezTo>
                      <a:pt x="3033" y="2790"/>
                      <a:pt x="3033" y="2732"/>
                      <a:pt x="3041" y="2674"/>
                    </a:cubicBezTo>
                    <a:cubicBezTo>
                      <a:pt x="3050" y="2525"/>
                      <a:pt x="3058" y="2367"/>
                      <a:pt x="3074" y="2218"/>
                    </a:cubicBezTo>
                    <a:cubicBezTo>
                      <a:pt x="3079" y="2189"/>
                      <a:pt x="3051" y="2172"/>
                      <a:pt x="3024" y="2172"/>
                    </a:cubicBezTo>
                    <a:cubicBezTo>
                      <a:pt x="3005" y="2172"/>
                      <a:pt x="2987" y="2181"/>
                      <a:pt x="2983" y="2202"/>
                    </a:cubicBezTo>
                    <a:cubicBezTo>
                      <a:pt x="2958" y="2359"/>
                      <a:pt x="2942" y="2508"/>
                      <a:pt x="2925" y="2666"/>
                    </a:cubicBezTo>
                    <a:cubicBezTo>
                      <a:pt x="2917" y="2740"/>
                      <a:pt x="2917" y="2823"/>
                      <a:pt x="2917" y="2898"/>
                    </a:cubicBezTo>
                    <a:cubicBezTo>
                      <a:pt x="2917" y="2972"/>
                      <a:pt x="2917" y="3055"/>
                      <a:pt x="2942" y="3130"/>
                    </a:cubicBezTo>
                    <a:cubicBezTo>
                      <a:pt x="2942" y="3138"/>
                      <a:pt x="2958" y="3146"/>
                      <a:pt x="2967" y="3146"/>
                    </a:cubicBezTo>
                    <a:cubicBezTo>
                      <a:pt x="2967" y="3221"/>
                      <a:pt x="2967" y="3295"/>
                      <a:pt x="2967" y="3362"/>
                    </a:cubicBezTo>
                    <a:cubicBezTo>
                      <a:pt x="2950" y="3328"/>
                      <a:pt x="2934" y="3295"/>
                      <a:pt x="2917" y="3254"/>
                    </a:cubicBezTo>
                    <a:cubicBezTo>
                      <a:pt x="2876" y="3113"/>
                      <a:pt x="2851" y="2972"/>
                      <a:pt x="2842" y="2831"/>
                    </a:cubicBezTo>
                    <a:cubicBezTo>
                      <a:pt x="2834" y="2748"/>
                      <a:pt x="2834" y="2674"/>
                      <a:pt x="2834" y="2591"/>
                    </a:cubicBezTo>
                    <a:cubicBezTo>
                      <a:pt x="2876" y="2218"/>
                      <a:pt x="2950" y="1854"/>
                      <a:pt x="3041" y="1489"/>
                    </a:cubicBezTo>
                    <a:cubicBezTo>
                      <a:pt x="3108" y="1249"/>
                      <a:pt x="3190" y="1008"/>
                      <a:pt x="3282" y="768"/>
                    </a:cubicBezTo>
                    <a:cubicBezTo>
                      <a:pt x="3290" y="735"/>
                      <a:pt x="3306" y="710"/>
                      <a:pt x="3315" y="677"/>
                    </a:cubicBezTo>
                    <a:cubicBezTo>
                      <a:pt x="3356" y="602"/>
                      <a:pt x="3398" y="520"/>
                      <a:pt x="3422" y="437"/>
                    </a:cubicBezTo>
                    <a:cubicBezTo>
                      <a:pt x="3472" y="312"/>
                      <a:pt x="3522" y="188"/>
                      <a:pt x="3563" y="56"/>
                    </a:cubicBezTo>
                    <a:cubicBezTo>
                      <a:pt x="3569" y="26"/>
                      <a:pt x="3546" y="1"/>
                      <a:pt x="35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6" name="Google Shape;4116;p10"/>
              <p:cNvSpPr/>
              <p:nvPr/>
            </p:nvSpPr>
            <p:spPr>
              <a:xfrm>
                <a:off x="2814775" y="4128000"/>
                <a:ext cx="264875" cy="428500"/>
              </a:xfrm>
              <a:custGeom>
                <a:rect b="b" l="l" r="r" t="t"/>
                <a:pathLst>
                  <a:path extrusionOk="0" h="17140" w="10595">
                    <a:moveTo>
                      <a:pt x="511" y="2255"/>
                    </a:moveTo>
                    <a:cubicBezTo>
                      <a:pt x="548" y="2255"/>
                      <a:pt x="590" y="2274"/>
                      <a:pt x="652" y="2340"/>
                    </a:cubicBezTo>
                    <a:cubicBezTo>
                      <a:pt x="656" y="2340"/>
                      <a:pt x="658" y="2342"/>
                      <a:pt x="660" y="2344"/>
                    </a:cubicBezTo>
                    <a:lnTo>
                      <a:pt x="660" y="2344"/>
                    </a:lnTo>
                    <a:cubicBezTo>
                      <a:pt x="613" y="2320"/>
                      <a:pt x="566" y="2297"/>
                      <a:pt x="519" y="2273"/>
                    </a:cubicBezTo>
                    <a:cubicBezTo>
                      <a:pt x="507" y="2267"/>
                      <a:pt x="494" y="2264"/>
                      <a:pt x="481" y="2264"/>
                    </a:cubicBezTo>
                    <a:cubicBezTo>
                      <a:pt x="471" y="2264"/>
                      <a:pt x="461" y="2266"/>
                      <a:pt x="451" y="2269"/>
                    </a:cubicBezTo>
                    <a:lnTo>
                      <a:pt x="451" y="2269"/>
                    </a:lnTo>
                    <a:cubicBezTo>
                      <a:pt x="471" y="2261"/>
                      <a:pt x="490" y="2255"/>
                      <a:pt x="511" y="2255"/>
                    </a:cubicBezTo>
                    <a:close/>
                    <a:moveTo>
                      <a:pt x="1174" y="3027"/>
                    </a:moveTo>
                    <a:cubicBezTo>
                      <a:pt x="1174" y="3036"/>
                      <a:pt x="1157" y="3069"/>
                      <a:pt x="1149" y="3069"/>
                    </a:cubicBezTo>
                    <a:cubicBezTo>
                      <a:pt x="1146" y="3070"/>
                      <a:pt x="1143" y="3071"/>
                      <a:pt x="1140" y="3071"/>
                    </a:cubicBezTo>
                    <a:cubicBezTo>
                      <a:pt x="1126" y="3071"/>
                      <a:pt x="1111" y="3057"/>
                      <a:pt x="1091" y="3044"/>
                    </a:cubicBezTo>
                    <a:cubicBezTo>
                      <a:pt x="1124" y="3036"/>
                      <a:pt x="1149" y="3036"/>
                      <a:pt x="1174" y="3027"/>
                    </a:cubicBezTo>
                    <a:close/>
                    <a:moveTo>
                      <a:pt x="1613" y="2671"/>
                    </a:moveTo>
                    <a:lnTo>
                      <a:pt x="1613" y="2671"/>
                    </a:lnTo>
                    <a:cubicBezTo>
                      <a:pt x="1679" y="2886"/>
                      <a:pt x="1762" y="3110"/>
                      <a:pt x="1895" y="3292"/>
                    </a:cubicBezTo>
                    <a:cubicBezTo>
                      <a:pt x="1837" y="3251"/>
                      <a:pt x="1795" y="3193"/>
                      <a:pt x="1762" y="3135"/>
                    </a:cubicBezTo>
                    <a:lnTo>
                      <a:pt x="1754" y="3135"/>
                    </a:lnTo>
                    <a:cubicBezTo>
                      <a:pt x="1679" y="2994"/>
                      <a:pt x="1646" y="2828"/>
                      <a:pt x="1613" y="2671"/>
                    </a:cubicBezTo>
                    <a:close/>
                    <a:moveTo>
                      <a:pt x="2939" y="3384"/>
                    </a:moveTo>
                    <a:cubicBezTo>
                      <a:pt x="2963" y="3433"/>
                      <a:pt x="2988" y="3491"/>
                      <a:pt x="3013" y="3549"/>
                    </a:cubicBezTo>
                    <a:cubicBezTo>
                      <a:pt x="2988" y="3500"/>
                      <a:pt x="2963" y="3442"/>
                      <a:pt x="2930" y="3392"/>
                    </a:cubicBezTo>
                    <a:cubicBezTo>
                      <a:pt x="2930" y="3392"/>
                      <a:pt x="2939" y="3384"/>
                      <a:pt x="2939" y="3384"/>
                    </a:cubicBezTo>
                    <a:close/>
                    <a:moveTo>
                      <a:pt x="2864" y="3466"/>
                    </a:moveTo>
                    <a:cubicBezTo>
                      <a:pt x="2881" y="3500"/>
                      <a:pt x="2897" y="3541"/>
                      <a:pt x="2914" y="3574"/>
                    </a:cubicBezTo>
                    <a:cubicBezTo>
                      <a:pt x="2914" y="3582"/>
                      <a:pt x="2914" y="3582"/>
                      <a:pt x="2914" y="3582"/>
                    </a:cubicBezTo>
                    <a:cubicBezTo>
                      <a:pt x="2889" y="3558"/>
                      <a:pt x="2856" y="3533"/>
                      <a:pt x="2823" y="3508"/>
                    </a:cubicBezTo>
                    <a:cubicBezTo>
                      <a:pt x="2839" y="3491"/>
                      <a:pt x="2856" y="3483"/>
                      <a:pt x="2864" y="3466"/>
                    </a:cubicBezTo>
                    <a:close/>
                    <a:moveTo>
                      <a:pt x="10462" y="9958"/>
                    </a:moveTo>
                    <a:lnTo>
                      <a:pt x="10462" y="9958"/>
                    </a:lnTo>
                    <a:cubicBezTo>
                      <a:pt x="10462" y="9959"/>
                      <a:pt x="10462" y="9961"/>
                      <a:pt x="10462" y="9962"/>
                    </a:cubicBezTo>
                    <a:cubicBezTo>
                      <a:pt x="10462" y="9961"/>
                      <a:pt x="10462" y="9959"/>
                      <a:pt x="10462" y="9958"/>
                    </a:cubicBezTo>
                    <a:close/>
                    <a:moveTo>
                      <a:pt x="10089" y="10868"/>
                    </a:moveTo>
                    <a:cubicBezTo>
                      <a:pt x="10089" y="10870"/>
                      <a:pt x="10089" y="10872"/>
                      <a:pt x="10089" y="10874"/>
                    </a:cubicBezTo>
                    <a:cubicBezTo>
                      <a:pt x="10089" y="10872"/>
                      <a:pt x="10089" y="10870"/>
                      <a:pt x="10089" y="10868"/>
                    </a:cubicBezTo>
                    <a:close/>
                    <a:moveTo>
                      <a:pt x="6924" y="16210"/>
                    </a:moveTo>
                    <a:cubicBezTo>
                      <a:pt x="6940" y="16268"/>
                      <a:pt x="6965" y="16334"/>
                      <a:pt x="6982" y="16392"/>
                    </a:cubicBezTo>
                    <a:lnTo>
                      <a:pt x="6965" y="16417"/>
                    </a:lnTo>
                    <a:cubicBezTo>
                      <a:pt x="6957" y="16342"/>
                      <a:pt x="6940" y="16276"/>
                      <a:pt x="6924" y="16210"/>
                    </a:cubicBezTo>
                    <a:close/>
                    <a:moveTo>
                      <a:pt x="8066" y="0"/>
                    </a:moveTo>
                    <a:cubicBezTo>
                      <a:pt x="8037" y="0"/>
                      <a:pt x="8009" y="6"/>
                      <a:pt x="7984" y="20"/>
                    </a:cubicBezTo>
                    <a:cubicBezTo>
                      <a:pt x="7893" y="53"/>
                      <a:pt x="7860" y="161"/>
                      <a:pt x="7819" y="252"/>
                    </a:cubicBezTo>
                    <a:cubicBezTo>
                      <a:pt x="7719" y="517"/>
                      <a:pt x="7520" y="765"/>
                      <a:pt x="7247" y="840"/>
                    </a:cubicBezTo>
                    <a:cubicBezTo>
                      <a:pt x="7191" y="856"/>
                      <a:pt x="7133" y="864"/>
                      <a:pt x="7074" y="864"/>
                    </a:cubicBezTo>
                    <a:cubicBezTo>
                      <a:pt x="6841" y="864"/>
                      <a:pt x="6611" y="736"/>
                      <a:pt x="6551" y="517"/>
                    </a:cubicBezTo>
                    <a:cubicBezTo>
                      <a:pt x="6112" y="608"/>
                      <a:pt x="5971" y="1254"/>
                      <a:pt x="5532" y="1321"/>
                    </a:cubicBezTo>
                    <a:cubicBezTo>
                      <a:pt x="5506" y="1325"/>
                      <a:pt x="5481" y="1326"/>
                      <a:pt x="5456" y="1326"/>
                    </a:cubicBezTo>
                    <a:cubicBezTo>
                      <a:pt x="5174" y="1326"/>
                      <a:pt x="4931" y="1081"/>
                      <a:pt x="4695" y="906"/>
                    </a:cubicBezTo>
                    <a:cubicBezTo>
                      <a:pt x="4447" y="906"/>
                      <a:pt x="4024" y="608"/>
                      <a:pt x="3734" y="567"/>
                    </a:cubicBezTo>
                    <a:cubicBezTo>
                      <a:pt x="3573" y="546"/>
                      <a:pt x="3412" y="538"/>
                      <a:pt x="3251" y="538"/>
                    </a:cubicBezTo>
                    <a:cubicBezTo>
                      <a:pt x="3031" y="538"/>
                      <a:pt x="2811" y="552"/>
                      <a:pt x="2591" y="567"/>
                    </a:cubicBezTo>
                    <a:cubicBezTo>
                      <a:pt x="2466" y="575"/>
                      <a:pt x="2359" y="583"/>
                      <a:pt x="2251" y="591"/>
                    </a:cubicBezTo>
                    <a:cubicBezTo>
                      <a:pt x="2019" y="616"/>
                      <a:pt x="1803" y="658"/>
                      <a:pt x="1596" y="724"/>
                    </a:cubicBezTo>
                    <a:cubicBezTo>
                      <a:pt x="1389" y="799"/>
                      <a:pt x="1190" y="906"/>
                      <a:pt x="983" y="1064"/>
                    </a:cubicBezTo>
                    <a:cubicBezTo>
                      <a:pt x="942" y="1097"/>
                      <a:pt x="909" y="1130"/>
                      <a:pt x="859" y="1163"/>
                    </a:cubicBezTo>
                    <a:cubicBezTo>
                      <a:pt x="817" y="1205"/>
                      <a:pt x="759" y="1246"/>
                      <a:pt x="710" y="1287"/>
                    </a:cubicBezTo>
                    <a:cubicBezTo>
                      <a:pt x="643" y="1345"/>
                      <a:pt x="577" y="1412"/>
                      <a:pt x="511" y="1478"/>
                    </a:cubicBezTo>
                    <a:cubicBezTo>
                      <a:pt x="445" y="1544"/>
                      <a:pt x="387" y="1602"/>
                      <a:pt x="329" y="1677"/>
                    </a:cubicBezTo>
                    <a:cubicBezTo>
                      <a:pt x="320" y="1677"/>
                      <a:pt x="320" y="1685"/>
                      <a:pt x="312" y="1693"/>
                    </a:cubicBezTo>
                    <a:cubicBezTo>
                      <a:pt x="204" y="1826"/>
                      <a:pt x="113" y="1967"/>
                      <a:pt x="80" y="2099"/>
                    </a:cubicBezTo>
                    <a:cubicBezTo>
                      <a:pt x="20" y="2304"/>
                      <a:pt x="1" y="2357"/>
                      <a:pt x="23" y="2357"/>
                    </a:cubicBezTo>
                    <a:cubicBezTo>
                      <a:pt x="39" y="2357"/>
                      <a:pt x="81" y="2325"/>
                      <a:pt x="146" y="2306"/>
                    </a:cubicBezTo>
                    <a:lnTo>
                      <a:pt x="146" y="2306"/>
                    </a:lnTo>
                    <a:cubicBezTo>
                      <a:pt x="138" y="2340"/>
                      <a:pt x="163" y="2364"/>
                      <a:pt x="188" y="2364"/>
                    </a:cubicBezTo>
                    <a:cubicBezTo>
                      <a:pt x="403" y="2398"/>
                      <a:pt x="486" y="2572"/>
                      <a:pt x="569" y="2746"/>
                    </a:cubicBezTo>
                    <a:cubicBezTo>
                      <a:pt x="618" y="2867"/>
                      <a:pt x="722" y="3052"/>
                      <a:pt x="866" y="3052"/>
                    </a:cubicBezTo>
                    <a:cubicBezTo>
                      <a:pt x="869" y="3052"/>
                      <a:pt x="872" y="3052"/>
                      <a:pt x="875" y="3052"/>
                    </a:cubicBezTo>
                    <a:cubicBezTo>
                      <a:pt x="917" y="3102"/>
                      <a:pt x="958" y="3160"/>
                      <a:pt x="1016" y="3201"/>
                    </a:cubicBezTo>
                    <a:cubicBezTo>
                      <a:pt x="1057" y="3233"/>
                      <a:pt x="1099" y="3248"/>
                      <a:pt x="1140" y="3248"/>
                    </a:cubicBezTo>
                    <a:cubicBezTo>
                      <a:pt x="1214" y="3248"/>
                      <a:pt x="1283" y="3199"/>
                      <a:pt x="1331" y="3118"/>
                    </a:cubicBezTo>
                    <a:cubicBezTo>
                      <a:pt x="1381" y="3036"/>
                      <a:pt x="1422" y="2953"/>
                      <a:pt x="1472" y="2862"/>
                    </a:cubicBezTo>
                    <a:cubicBezTo>
                      <a:pt x="1530" y="3118"/>
                      <a:pt x="1638" y="3375"/>
                      <a:pt x="1878" y="3500"/>
                    </a:cubicBezTo>
                    <a:cubicBezTo>
                      <a:pt x="1994" y="3566"/>
                      <a:pt x="2127" y="3574"/>
                      <a:pt x="2259" y="3582"/>
                    </a:cubicBezTo>
                    <a:cubicBezTo>
                      <a:pt x="2325" y="3605"/>
                      <a:pt x="2399" y="3616"/>
                      <a:pt x="2473" y="3616"/>
                    </a:cubicBezTo>
                    <a:cubicBezTo>
                      <a:pt x="2510" y="3616"/>
                      <a:pt x="2546" y="3613"/>
                      <a:pt x="2582" y="3607"/>
                    </a:cubicBezTo>
                    <a:cubicBezTo>
                      <a:pt x="2607" y="3616"/>
                      <a:pt x="2640" y="3624"/>
                      <a:pt x="2665" y="3640"/>
                    </a:cubicBezTo>
                    <a:cubicBezTo>
                      <a:pt x="2723" y="3765"/>
                      <a:pt x="2781" y="3897"/>
                      <a:pt x="2806" y="4038"/>
                    </a:cubicBezTo>
                    <a:cubicBezTo>
                      <a:pt x="2831" y="4129"/>
                      <a:pt x="2856" y="4229"/>
                      <a:pt x="2864" y="4328"/>
                    </a:cubicBezTo>
                    <a:cubicBezTo>
                      <a:pt x="2872" y="4378"/>
                      <a:pt x="2872" y="4428"/>
                      <a:pt x="2881" y="4469"/>
                    </a:cubicBezTo>
                    <a:cubicBezTo>
                      <a:pt x="2881" y="4527"/>
                      <a:pt x="2881" y="4585"/>
                      <a:pt x="2897" y="4635"/>
                    </a:cubicBezTo>
                    <a:cubicBezTo>
                      <a:pt x="2910" y="4668"/>
                      <a:pt x="2936" y="4684"/>
                      <a:pt x="2963" y="4684"/>
                    </a:cubicBezTo>
                    <a:cubicBezTo>
                      <a:pt x="2990" y="4684"/>
                      <a:pt x="3017" y="4668"/>
                      <a:pt x="3030" y="4635"/>
                    </a:cubicBezTo>
                    <a:cubicBezTo>
                      <a:pt x="3046" y="4585"/>
                      <a:pt x="3038" y="4527"/>
                      <a:pt x="3030" y="4469"/>
                    </a:cubicBezTo>
                    <a:cubicBezTo>
                      <a:pt x="3030" y="4419"/>
                      <a:pt x="3021" y="4361"/>
                      <a:pt x="3013" y="4312"/>
                    </a:cubicBezTo>
                    <a:cubicBezTo>
                      <a:pt x="2988" y="4204"/>
                      <a:pt x="2963" y="4104"/>
                      <a:pt x="2930" y="4005"/>
                    </a:cubicBezTo>
                    <a:cubicBezTo>
                      <a:pt x="2905" y="3939"/>
                      <a:pt x="2881" y="3864"/>
                      <a:pt x="2847" y="3798"/>
                    </a:cubicBezTo>
                    <a:lnTo>
                      <a:pt x="2847" y="3798"/>
                    </a:lnTo>
                    <a:cubicBezTo>
                      <a:pt x="2881" y="3839"/>
                      <a:pt x="2905" y="3881"/>
                      <a:pt x="2922" y="3922"/>
                    </a:cubicBezTo>
                    <a:cubicBezTo>
                      <a:pt x="3030" y="4154"/>
                      <a:pt x="3046" y="4419"/>
                      <a:pt x="3204" y="4626"/>
                    </a:cubicBezTo>
                    <a:cubicBezTo>
                      <a:pt x="3212" y="4643"/>
                      <a:pt x="3237" y="4651"/>
                      <a:pt x="3253" y="4651"/>
                    </a:cubicBezTo>
                    <a:cubicBezTo>
                      <a:pt x="3262" y="4742"/>
                      <a:pt x="3270" y="4834"/>
                      <a:pt x="3270" y="4925"/>
                    </a:cubicBezTo>
                    <a:cubicBezTo>
                      <a:pt x="3278" y="5148"/>
                      <a:pt x="3262" y="5372"/>
                      <a:pt x="3253" y="5596"/>
                    </a:cubicBezTo>
                    <a:cubicBezTo>
                      <a:pt x="3249" y="5664"/>
                      <a:pt x="3301" y="5697"/>
                      <a:pt x="3355" y="5697"/>
                    </a:cubicBezTo>
                    <a:cubicBezTo>
                      <a:pt x="3400" y="5697"/>
                      <a:pt x="3446" y="5674"/>
                      <a:pt x="3461" y="5629"/>
                    </a:cubicBezTo>
                    <a:cubicBezTo>
                      <a:pt x="3485" y="5480"/>
                      <a:pt x="3502" y="5322"/>
                      <a:pt x="3502" y="5173"/>
                    </a:cubicBezTo>
                    <a:cubicBezTo>
                      <a:pt x="3519" y="4958"/>
                      <a:pt x="3552" y="4742"/>
                      <a:pt x="3585" y="4527"/>
                    </a:cubicBezTo>
                    <a:cubicBezTo>
                      <a:pt x="3618" y="4486"/>
                      <a:pt x="3643" y="4444"/>
                      <a:pt x="3676" y="4403"/>
                    </a:cubicBezTo>
                    <a:cubicBezTo>
                      <a:pt x="3684" y="4461"/>
                      <a:pt x="3693" y="4519"/>
                      <a:pt x="3701" y="4568"/>
                    </a:cubicBezTo>
                    <a:cubicBezTo>
                      <a:pt x="3709" y="4651"/>
                      <a:pt x="3726" y="4734"/>
                      <a:pt x="3734" y="4809"/>
                    </a:cubicBezTo>
                    <a:cubicBezTo>
                      <a:pt x="3751" y="4892"/>
                      <a:pt x="3759" y="4983"/>
                      <a:pt x="3784" y="5057"/>
                    </a:cubicBezTo>
                    <a:cubicBezTo>
                      <a:pt x="3791" y="5076"/>
                      <a:pt x="3807" y="5085"/>
                      <a:pt x="3822" y="5085"/>
                    </a:cubicBezTo>
                    <a:cubicBezTo>
                      <a:pt x="3841" y="5085"/>
                      <a:pt x="3858" y="5072"/>
                      <a:pt x="3858" y="5049"/>
                    </a:cubicBezTo>
                    <a:cubicBezTo>
                      <a:pt x="3858" y="4966"/>
                      <a:pt x="3842" y="4883"/>
                      <a:pt x="3825" y="4800"/>
                    </a:cubicBezTo>
                    <a:cubicBezTo>
                      <a:pt x="3817" y="4718"/>
                      <a:pt x="3800" y="4635"/>
                      <a:pt x="3784" y="4560"/>
                    </a:cubicBezTo>
                    <a:cubicBezTo>
                      <a:pt x="3775" y="4477"/>
                      <a:pt x="3759" y="4394"/>
                      <a:pt x="3742" y="4312"/>
                    </a:cubicBezTo>
                    <a:cubicBezTo>
                      <a:pt x="3809" y="4229"/>
                      <a:pt x="3867" y="4146"/>
                      <a:pt x="3925" y="4063"/>
                    </a:cubicBezTo>
                    <a:cubicBezTo>
                      <a:pt x="3991" y="4378"/>
                      <a:pt x="4049" y="4701"/>
                      <a:pt x="4099" y="5024"/>
                    </a:cubicBezTo>
                    <a:cubicBezTo>
                      <a:pt x="4157" y="5447"/>
                      <a:pt x="4198" y="5869"/>
                      <a:pt x="4239" y="6292"/>
                    </a:cubicBezTo>
                    <a:cubicBezTo>
                      <a:pt x="4244" y="6315"/>
                      <a:pt x="4270" y="6331"/>
                      <a:pt x="4292" y="6331"/>
                    </a:cubicBezTo>
                    <a:cubicBezTo>
                      <a:pt x="4308" y="6331"/>
                      <a:pt x="4322" y="6322"/>
                      <a:pt x="4322" y="6300"/>
                    </a:cubicBezTo>
                    <a:cubicBezTo>
                      <a:pt x="4372" y="5969"/>
                      <a:pt x="4413" y="5637"/>
                      <a:pt x="4413" y="5298"/>
                    </a:cubicBezTo>
                    <a:cubicBezTo>
                      <a:pt x="4430" y="5372"/>
                      <a:pt x="4455" y="5455"/>
                      <a:pt x="4480" y="5530"/>
                    </a:cubicBezTo>
                    <a:cubicBezTo>
                      <a:pt x="4480" y="5563"/>
                      <a:pt x="4480" y="5596"/>
                      <a:pt x="4488" y="5637"/>
                    </a:cubicBezTo>
                    <a:cubicBezTo>
                      <a:pt x="4496" y="5762"/>
                      <a:pt x="4505" y="5894"/>
                      <a:pt x="4513" y="6018"/>
                    </a:cubicBezTo>
                    <a:cubicBezTo>
                      <a:pt x="4521" y="6159"/>
                      <a:pt x="4521" y="6300"/>
                      <a:pt x="4554" y="6433"/>
                    </a:cubicBezTo>
                    <a:cubicBezTo>
                      <a:pt x="4562" y="6476"/>
                      <a:pt x="4594" y="6496"/>
                      <a:pt x="4629" y="6496"/>
                    </a:cubicBezTo>
                    <a:cubicBezTo>
                      <a:pt x="4673" y="6496"/>
                      <a:pt x="4720" y="6464"/>
                      <a:pt x="4720" y="6408"/>
                    </a:cubicBezTo>
                    <a:cubicBezTo>
                      <a:pt x="4728" y="6308"/>
                      <a:pt x="4745" y="6209"/>
                      <a:pt x="4753" y="6110"/>
                    </a:cubicBezTo>
                    <a:cubicBezTo>
                      <a:pt x="4795" y="6242"/>
                      <a:pt x="4828" y="6366"/>
                      <a:pt x="4861" y="6491"/>
                    </a:cubicBezTo>
                    <a:cubicBezTo>
                      <a:pt x="4952" y="6897"/>
                      <a:pt x="4977" y="7294"/>
                      <a:pt x="4985" y="7709"/>
                    </a:cubicBezTo>
                    <a:cubicBezTo>
                      <a:pt x="4985" y="7760"/>
                      <a:pt x="5028" y="7791"/>
                      <a:pt x="5069" y="7791"/>
                    </a:cubicBezTo>
                    <a:cubicBezTo>
                      <a:pt x="5101" y="7791"/>
                      <a:pt x="5132" y="7773"/>
                      <a:pt x="5143" y="7733"/>
                    </a:cubicBezTo>
                    <a:cubicBezTo>
                      <a:pt x="5184" y="7510"/>
                      <a:pt x="5209" y="7294"/>
                      <a:pt x="5209" y="7079"/>
                    </a:cubicBezTo>
                    <a:cubicBezTo>
                      <a:pt x="5217" y="7137"/>
                      <a:pt x="5225" y="7203"/>
                      <a:pt x="5234" y="7261"/>
                    </a:cubicBezTo>
                    <a:cubicBezTo>
                      <a:pt x="5225" y="7162"/>
                      <a:pt x="5259" y="7054"/>
                      <a:pt x="5308" y="6955"/>
                    </a:cubicBezTo>
                    <a:lnTo>
                      <a:pt x="5308" y="6955"/>
                    </a:lnTo>
                    <a:cubicBezTo>
                      <a:pt x="5300" y="6988"/>
                      <a:pt x="5300" y="7021"/>
                      <a:pt x="5292" y="7046"/>
                    </a:cubicBezTo>
                    <a:cubicBezTo>
                      <a:pt x="5292" y="7071"/>
                      <a:pt x="5300" y="7095"/>
                      <a:pt x="5325" y="7104"/>
                    </a:cubicBezTo>
                    <a:cubicBezTo>
                      <a:pt x="5329" y="7105"/>
                      <a:pt x="5334" y="7106"/>
                      <a:pt x="5338" y="7106"/>
                    </a:cubicBezTo>
                    <a:cubicBezTo>
                      <a:pt x="5358" y="7106"/>
                      <a:pt x="5375" y="7091"/>
                      <a:pt x="5375" y="7071"/>
                    </a:cubicBezTo>
                    <a:cubicBezTo>
                      <a:pt x="5391" y="6988"/>
                      <a:pt x="5408" y="6897"/>
                      <a:pt x="5416" y="6814"/>
                    </a:cubicBezTo>
                    <a:cubicBezTo>
                      <a:pt x="5424" y="6806"/>
                      <a:pt x="5433" y="6797"/>
                      <a:pt x="5441" y="6789"/>
                    </a:cubicBezTo>
                    <a:lnTo>
                      <a:pt x="5441" y="6789"/>
                    </a:lnTo>
                    <a:cubicBezTo>
                      <a:pt x="5631" y="7800"/>
                      <a:pt x="5325" y="8893"/>
                      <a:pt x="4654" y="9664"/>
                    </a:cubicBezTo>
                    <a:cubicBezTo>
                      <a:pt x="4665" y="9663"/>
                      <a:pt x="4676" y="9662"/>
                      <a:pt x="4687" y="9662"/>
                    </a:cubicBezTo>
                    <a:cubicBezTo>
                      <a:pt x="4928" y="9662"/>
                      <a:pt x="5027" y="10007"/>
                      <a:pt x="5035" y="10261"/>
                    </a:cubicBezTo>
                    <a:cubicBezTo>
                      <a:pt x="5068" y="11197"/>
                      <a:pt x="5093" y="12133"/>
                      <a:pt x="5126" y="13069"/>
                    </a:cubicBezTo>
                    <a:cubicBezTo>
                      <a:pt x="5167" y="14221"/>
                      <a:pt x="5242" y="15464"/>
                      <a:pt x="5805" y="16442"/>
                    </a:cubicBezTo>
                    <a:cubicBezTo>
                      <a:pt x="5838" y="16649"/>
                      <a:pt x="5830" y="16864"/>
                      <a:pt x="5913" y="17071"/>
                    </a:cubicBezTo>
                    <a:cubicBezTo>
                      <a:pt x="5930" y="17115"/>
                      <a:pt x="5975" y="17140"/>
                      <a:pt x="6017" y="17140"/>
                    </a:cubicBezTo>
                    <a:cubicBezTo>
                      <a:pt x="6055" y="17140"/>
                      <a:pt x="6092" y="17119"/>
                      <a:pt x="6104" y="17071"/>
                    </a:cubicBezTo>
                    <a:cubicBezTo>
                      <a:pt x="6120" y="17021"/>
                      <a:pt x="6137" y="16972"/>
                      <a:pt x="6153" y="16922"/>
                    </a:cubicBezTo>
                    <a:cubicBezTo>
                      <a:pt x="6162" y="16939"/>
                      <a:pt x="6170" y="16947"/>
                      <a:pt x="6178" y="16964"/>
                    </a:cubicBezTo>
                    <a:cubicBezTo>
                      <a:pt x="6186" y="16897"/>
                      <a:pt x="6195" y="16831"/>
                      <a:pt x="6203" y="16773"/>
                    </a:cubicBezTo>
                    <a:cubicBezTo>
                      <a:pt x="6286" y="16558"/>
                      <a:pt x="6377" y="16350"/>
                      <a:pt x="6468" y="16143"/>
                    </a:cubicBezTo>
                    <a:cubicBezTo>
                      <a:pt x="6534" y="16044"/>
                      <a:pt x="6609" y="15953"/>
                      <a:pt x="6700" y="15870"/>
                    </a:cubicBezTo>
                    <a:cubicBezTo>
                      <a:pt x="6783" y="16127"/>
                      <a:pt x="6833" y="16400"/>
                      <a:pt x="6858" y="16682"/>
                    </a:cubicBezTo>
                    <a:cubicBezTo>
                      <a:pt x="6862" y="16724"/>
                      <a:pt x="6899" y="16750"/>
                      <a:pt x="6934" y="16750"/>
                    </a:cubicBezTo>
                    <a:cubicBezTo>
                      <a:pt x="6961" y="16750"/>
                      <a:pt x="6988" y="16734"/>
                      <a:pt x="6998" y="16698"/>
                    </a:cubicBezTo>
                    <a:cubicBezTo>
                      <a:pt x="7032" y="16607"/>
                      <a:pt x="7081" y="16516"/>
                      <a:pt x="7131" y="16433"/>
                    </a:cubicBezTo>
                    <a:cubicBezTo>
                      <a:pt x="7181" y="16384"/>
                      <a:pt x="7230" y="16326"/>
                      <a:pt x="7280" y="16268"/>
                    </a:cubicBezTo>
                    <a:cubicBezTo>
                      <a:pt x="7371" y="16185"/>
                      <a:pt x="7471" y="16118"/>
                      <a:pt x="7570" y="16052"/>
                    </a:cubicBezTo>
                    <a:cubicBezTo>
                      <a:pt x="7786" y="15886"/>
                      <a:pt x="7960" y="15679"/>
                      <a:pt x="8076" y="15431"/>
                    </a:cubicBezTo>
                    <a:cubicBezTo>
                      <a:pt x="8092" y="15398"/>
                      <a:pt x="8100" y="15373"/>
                      <a:pt x="8117" y="15340"/>
                    </a:cubicBezTo>
                    <a:lnTo>
                      <a:pt x="8117" y="15340"/>
                    </a:lnTo>
                    <a:cubicBezTo>
                      <a:pt x="8100" y="15406"/>
                      <a:pt x="8092" y="15480"/>
                      <a:pt x="8067" y="15555"/>
                    </a:cubicBezTo>
                    <a:cubicBezTo>
                      <a:pt x="8034" y="15679"/>
                      <a:pt x="8001" y="15828"/>
                      <a:pt x="7943" y="15953"/>
                    </a:cubicBezTo>
                    <a:cubicBezTo>
                      <a:pt x="7932" y="15987"/>
                      <a:pt x="7959" y="16017"/>
                      <a:pt x="7988" y="16017"/>
                    </a:cubicBezTo>
                    <a:cubicBezTo>
                      <a:pt x="8001" y="16017"/>
                      <a:pt x="8015" y="16010"/>
                      <a:pt x="8026" y="15994"/>
                    </a:cubicBezTo>
                    <a:cubicBezTo>
                      <a:pt x="8100" y="15878"/>
                      <a:pt x="8167" y="15762"/>
                      <a:pt x="8216" y="15630"/>
                    </a:cubicBezTo>
                    <a:cubicBezTo>
                      <a:pt x="8266" y="15514"/>
                      <a:pt x="8299" y="15381"/>
                      <a:pt x="8324" y="15257"/>
                    </a:cubicBezTo>
                    <a:cubicBezTo>
                      <a:pt x="8357" y="15124"/>
                      <a:pt x="8374" y="14983"/>
                      <a:pt x="8390" y="14851"/>
                    </a:cubicBezTo>
                    <a:cubicBezTo>
                      <a:pt x="8407" y="14826"/>
                      <a:pt x="8424" y="14809"/>
                      <a:pt x="8440" y="14784"/>
                    </a:cubicBezTo>
                    <a:lnTo>
                      <a:pt x="8440" y="14726"/>
                    </a:lnTo>
                    <a:cubicBezTo>
                      <a:pt x="8448" y="14685"/>
                      <a:pt x="8448" y="14644"/>
                      <a:pt x="8457" y="14594"/>
                    </a:cubicBezTo>
                    <a:lnTo>
                      <a:pt x="8457" y="14594"/>
                    </a:lnTo>
                    <a:cubicBezTo>
                      <a:pt x="8440" y="14635"/>
                      <a:pt x="8424" y="14677"/>
                      <a:pt x="8407" y="14718"/>
                    </a:cubicBezTo>
                    <a:cubicBezTo>
                      <a:pt x="8415" y="14627"/>
                      <a:pt x="8415" y="14528"/>
                      <a:pt x="8424" y="14436"/>
                    </a:cubicBezTo>
                    <a:cubicBezTo>
                      <a:pt x="8432" y="14254"/>
                      <a:pt x="8448" y="14072"/>
                      <a:pt x="8457" y="13890"/>
                    </a:cubicBezTo>
                    <a:cubicBezTo>
                      <a:pt x="8498" y="13707"/>
                      <a:pt x="8540" y="13517"/>
                      <a:pt x="8564" y="13326"/>
                    </a:cubicBezTo>
                    <a:cubicBezTo>
                      <a:pt x="8568" y="13289"/>
                      <a:pt x="8594" y="13272"/>
                      <a:pt x="8621" y="13272"/>
                    </a:cubicBezTo>
                    <a:cubicBezTo>
                      <a:pt x="8654" y="13272"/>
                      <a:pt x="8689" y="13297"/>
                      <a:pt x="8689" y="13343"/>
                    </a:cubicBezTo>
                    <a:cubicBezTo>
                      <a:pt x="8689" y="13459"/>
                      <a:pt x="8680" y="13575"/>
                      <a:pt x="8672" y="13691"/>
                    </a:cubicBezTo>
                    <a:cubicBezTo>
                      <a:pt x="8697" y="13616"/>
                      <a:pt x="8730" y="13533"/>
                      <a:pt x="8755" y="13459"/>
                    </a:cubicBezTo>
                    <a:cubicBezTo>
                      <a:pt x="8780" y="13343"/>
                      <a:pt x="8755" y="13218"/>
                      <a:pt x="8747" y="13102"/>
                    </a:cubicBezTo>
                    <a:cubicBezTo>
                      <a:pt x="8738" y="13044"/>
                      <a:pt x="8730" y="12978"/>
                      <a:pt x="8722" y="12920"/>
                    </a:cubicBezTo>
                    <a:cubicBezTo>
                      <a:pt x="8722" y="12870"/>
                      <a:pt x="8730" y="12796"/>
                      <a:pt x="8689" y="12763"/>
                    </a:cubicBezTo>
                    <a:cubicBezTo>
                      <a:pt x="8661" y="12735"/>
                      <a:pt x="8680" y="12683"/>
                      <a:pt x="8712" y="12683"/>
                    </a:cubicBezTo>
                    <a:cubicBezTo>
                      <a:pt x="8718" y="12683"/>
                      <a:pt x="8724" y="12684"/>
                      <a:pt x="8730" y="12688"/>
                    </a:cubicBezTo>
                    <a:cubicBezTo>
                      <a:pt x="8830" y="12738"/>
                      <a:pt x="8854" y="12837"/>
                      <a:pt x="8871" y="12937"/>
                    </a:cubicBezTo>
                    <a:cubicBezTo>
                      <a:pt x="8904" y="12870"/>
                      <a:pt x="8937" y="12796"/>
                      <a:pt x="8970" y="12730"/>
                    </a:cubicBezTo>
                    <a:cubicBezTo>
                      <a:pt x="9111" y="12473"/>
                      <a:pt x="9327" y="12274"/>
                      <a:pt x="9509" y="12050"/>
                    </a:cubicBezTo>
                    <a:cubicBezTo>
                      <a:pt x="9509" y="12042"/>
                      <a:pt x="9517" y="12034"/>
                      <a:pt x="9526" y="12025"/>
                    </a:cubicBezTo>
                    <a:cubicBezTo>
                      <a:pt x="9625" y="11818"/>
                      <a:pt x="9733" y="11619"/>
                      <a:pt x="9840" y="11412"/>
                    </a:cubicBezTo>
                    <a:cubicBezTo>
                      <a:pt x="9940" y="11114"/>
                      <a:pt x="9990" y="10791"/>
                      <a:pt x="10031" y="10484"/>
                    </a:cubicBezTo>
                    <a:cubicBezTo>
                      <a:pt x="10035" y="10461"/>
                      <a:pt x="10051" y="10451"/>
                      <a:pt x="10067" y="10451"/>
                    </a:cubicBezTo>
                    <a:cubicBezTo>
                      <a:pt x="10086" y="10451"/>
                      <a:pt x="10106" y="10466"/>
                      <a:pt x="10106" y="10493"/>
                    </a:cubicBezTo>
                    <a:cubicBezTo>
                      <a:pt x="10097" y="10615"/>
                      <a:pt x="10097" y="10737"/>
                      <a:pt x="10089" y="10868"/>
                    </a:cubicBezTo>
                    <a:lnTo>
                      <a:pt x="10089" y="10868"/>
                    </a:lnTo>
                    <a:cubicBezTo>
                      <a:pt x="10091" y="10855"/>
                      <a:pt x="10097" y="10848"/>
                      <a:pt x="10097" y="10841"/>
                    </a:cubicBezTo>
                    <a:cubicBezTo>
                      <a:pt x="10280" y="10385"/>
                      <a:pt x="10396" y="9888"/>
                      <a:pt x="10338" y="9399"/>
                    </a:cubicBezTo>
                    <a:cubicBezTo>
                      <a:pt x="10338" y="9366"/>
                      <a:pt x="10364" y="9346"/>
                      <a:pt x="10389" y="9346"/>
                    </a:cubicBezTo>
                    <a:cubicBezTo>
                      <a:pt x="10408" y="9346"/>
                      <a:pt x="10425" y="9357"/>
                      <a:pt x="10429" y="9382"/>
                    </a:cubicBezTo>
                    <a:cubicBezTo>
                      <a:pt x="10462" y="9571"/>
                      <a:pt x="10470" y="9769"/>
                      <a:pt x="10462" y="9958"/>
                    </a:cubicBezTo>
                    <a:lnTo>
                      <a:pt x="10462" y="9958"/>
                    </a:lnTo>
                    <a:cubicBezTo>
                      <a:pt x="10463" y="9943"/>
                      <a:pt x="10470" y="9928"/>
                      <a:pt x="10470" y="9913"/>
                    </a:cubicBezTo>
                    <a:cubicBezTo>
                      <a:pt x="10495" y="9813"/>
                      <a:pt x="10503" y="9714"/>
                      <a:pt x="10512" y="9614"/>
                    </a:cubicBezTo>
                    <a:cubicBezTo>
                      <a:pt x="10495" y="9606"/>
                      <a:pt x="10478" y="9589"/>
                      <a:pt x="10478" y="9565"/>
                    </a:cubicBezTo>
                    <a:cubicBezTo>
                      <a:pt x="10470" y="9490"/>
                      <a:pt x="10487" y="9415"/>
                      <a:pt x="10495" y="9333"/>
                    </a:cubicBezTo>
                    <a:cubicBezTo>
                      <a:pt x="10503" y="9275"/>
                      <a:pt x="10512" y="9208"/>
                      <a:pt x="10520" y="9150"/>
                    </a:cubicBezTo>
                    <a:cubicBezTo>
                      <a:pt x="10512" y="9018"/>
                      <a:pt x="10495" y="8893"/>
                      <a:pt x="10478" y="8769"/>
                    </a:cubicBezTo>
                    <a:cubicBezTo>
                      <a:pt x="10454" y="8562"/>
                      <a:pt x="10429" y="8355"/>
                      <a:pt x="10404" y="8148"/>
                    </a:cubicBezTo>
                    <a:cubicBezTo>
                      <a:pt x="10399" y="8123"/>
                      <a:pt x="10424" y="8104"/>
                      <a:pt x="10449" y="8104"/>
                    </a:cubicBezTo>
                    <a:cubicBezTo>
                      <a:pt x="10465" y="8104"/>
                      <a:pt x="10480" y="8112"/>
                      <a:pt x="10487" y="8131"/>
                    </a:cubicBezTo>
                    <a:cubicBezTo>
                      <a:pt x="10520" y="8247"/>
                      <a:pt x="10553" y="8371"/>
                      <a:pt x="10578" y="8487"/>
                    </a:cubicBezTo>
                    <a:cubicBezTo>
                      <a:pt x="10586" y="8405"/>
                      <a:pt x="10594" y="8330"/>
                      <a:pt x="10594" y="8247"/>
                    </a:cubicBezTo>
                    <a:cubicBezTo>
                      <a:pt x="10594" y="8206"/>
                      <a:pt x="10594" y="8173"/>
                      <a:pt x="10594" y="8131"/>
                    </a:cubicBezTo>
                    <a:cubicBezTo>
                      <a:pt x="10536" y="7924"/>
                      <a:pt x="10470" y="7725"/>
                      <a:pt x="10396" y="7526"/>
                    </a:cubicBezTo>
                    <a:cubicBezTo>
                      <a:pt x="10304" y="7311"/>
                      <a:pt x="10213" y="7104"/>
                      <a:pt x="10114" y="6897"/>
                    </a:cubicBezTo>
                    <a:cubicBezTo>
                      <a:pt x="9691" y="5994"/>
                      <a:pt x="9202" y="5107"/>
                      <a:pt x="9202" y="4121"/>
                    </a:cubicBezTo>
                    <a:cubicBezTo>
                      <a:pt x="9202" y="4038"/>
                      <a:pt x="9202" y="3947"/>
                      <a:pt x="9244" y="3864"/>
                    </a:cubicBezTo>
                    <a:cubicBezTo>
                      <a:pt x="9244" y="4071"/>
                      <a:pt x="9260" y="4270"/>
                      <a:pt x="9302" y="4469"/>
                    </a:cubicBezTo>
                    <a:cubicBezTo>
                      <a:pt x="9343" y="4668"/>
                      <a:pt x="9393" y="4858"/>
                      <a:pt x="9451" y="5049"/>
                    </a:cubicBezTo>
                    <a:cubicBezTo>
                      <a:pt x="9484" y="5148"/>
                      <a:pt x="9517" y="5248"/>
                      <a:pt x="9550" y="5347"/>
                    </a:cubicBezTo>
                    <a:cubicBezTo>
                      <a:pt x="9584" y="5438"/>
                      <a:pt x="9617" y="5538"/>
                      <a:pt x="9683" y="5612"/>
                    </a:cubicBezTo>
                    <a:cubicBezTo>
                      <a:pt x="9695" y="5622"/>
                      <a:pt x="9707" y="5626"/>
                      <a:pt x="9720" y="5626"/>
                    </a:cubicBezTo>
                    <a:cubicBezTo>
                      <a:pt x="9753" y="5626"/>
                      <a:pt x="9785" y="5599"/>
                      <a:pt x="9791" y="5563"/>
                    </a:cubicBezTo>
                    <a:cubicBezTo>
                      <a:pt x="9799" y="5480"/>
                      <a:pt x="9766" y="5380"/>
                      <a:pt x="9741" y="5298"/>
                    </a:cubicBezTo>
                    <a:cubicBezTo>
                      <a:pt x="9708" y="5198"/>
                      <a:pt x="9675" y="5107"/>
                      <a:pt x="9650" y="5008"/>
                    </a:cubicBezTo>
                    <a:cubicBezTo>
                      <a:pt x="9592" y="4825"/>
                      <a:pt x="9534" y="4635"/>
                      <a:pt x="9492" y="4444"/>
                    </a:cubicBezTo>
                    <a:cubicBezTo>
                      <a:pt x="9443" y="4212"/>
                      <a:pt x="9410" y="3972"/>
                      <a:pt x="9401" y="3732"/>
                    </a:cubicBezTo>
                    <a:cubicBezTo>
                      <a:pt x="9450" y="3707"/>
                      <a:pt x="9505" y="3696"/>
                      <a:pt x="9563" y="3696"/>
                    </a:cubicBezTo>
                    <a:cubicBezTo>
                      <a:pt x="9643" y="3696"/>
                      <a:pt x="9727" y="3718"/>
                      <a:pt x="9799" y="3756"/>
                    </a:cubicBezTo>
                    <a:cubicBezTo>
                      <a:pt x="9832" y="3781"/>
                      <a:pt x="9874" y="3814"/>
                      <a:pt x="9907" y="3839"/>
                    </a:cubicBezTo>
                    <a:cubicBezTo>
                      <a:pt x="9940" y="3947"/>
                      <a:pt x="9973" y="4046"/>
                      <a:pt x="9998" y="4146"/>
                    </a:cubicBezTo>
                    <a:cubicBezTo>
                      <a:pt x="10064" y="4378"/>
                      <a:pt x="10114" y="4602"/>
                      <a:pt x="10164" y="4825"/>
                    </a:cubicBezTo>
                    <a:cubicBezTo>
                      <a:pt x="10175" y="4873"/>
                      <a:pt x="10213" y="4895"/>
                      <a:pt x="10252" y="4895"/>
                    </a:cubicBezTo>
                    <a:cubicBezTo>
                      <a:pt x="10301" y="4895"/>
                      <a:pt x="10350" y="4860"/>
                      <a:pt x="10346" y="4800"/>
                    </a:cubicBezTo>
                    <a:cubicBezTo>
                      <a:pt x="10346" y="4535"/>
                      <a:pt x="10346" y="4270"/>
                      <a:pt x="10346" y="4005"/>
                    </a:cubicBezTo>
                    <a:cubicBezTo>
                      <a:pt x="10346" y="3872"/>
                      <a:pt x="10346" y="3748"/>
                      <a:pt x="10354" y="3616"/>
                    </a:cubicBezTo>
                    <a:cubicBezTo>
                      <a:pt x="10354" y="3599"/>
                      <a:pt x="10354" y="3591"/>
                      <a:pt x="10354" y="3582"/>
                    </a:cubicBezTo>
                    <a:cubicBezTo>
                      <a:pt x="10412" y="3665"/>
                      <a:pt x="10478" y="3756"/>
                      <a:pt x="10545" y="3831"/>
                    </a:cubicBezTo>
                    <a:cubicBezTo>
                      <a:pt x="10545" y="3756"/>
                      <a:pt x="10536" y="3682"/>
                      <a:pt x="10528" y="3607"/>
                    </a:cubicBezTo>
                    <a:cubicBezTo>
                      <a:pt x="10512" y="3450"/>
                      <a:pt x="10503" y="3284"/>
                      <a:pt x="10470" y="3127"/>
                    </a:cubicBezTo>
                    <a:cubicBezTo>
                      <a:pt x="10445" y="2986"/>
                      <a:pt x="10404" y="2845"/>
                      <a:pt x="10296" y="2754"/>
                    </a:cubicBezTo>
                    <a:cubicBezTo>
                      <a:pt x="10256" y="2727"/>
                      <a:pt x="10281" y="2679"/>
                      <a:pt x="10318" y="2679"/>
                    </a:cubicBezTo>
                    <a:cubicBezTo>
                      <a:pt x="10327" y="2679"/>
                      <a:pt x="10336" y="2681"/>
                      <a:pt x="10346" y="2688"/>
                    </a:cubicBezTo>
                    <a:cubicBezTo>
                      <a:pt x="10387" y="2704"/>
                      <a:pt x="10420" y="2737"/>
                      <a:pt x="10445" y="2762"/>
                    </a:cubicBezTo>
                    <a:cubicBezTo>
                      <a:pt x="10437" y="2729"/>
                      <a:pt x="10429" y="2688"/>
                      <a:pt x="10420" y="2654"/>
                    </a:cubicBezTo>
                    <a:cubicBezTo>
                      <a:pt x="10387" y="2588"/>
                      <a:pt x="10346" y="2530"/>
                      <a:pt x="10313" y="2472"/>
                    </a:cubicBezTo>
                    <a:cubicBezTo>
                      <a:pt x="10238" y="2356"/>
                      <a:pt x="10164" y="2232"/>
                      <a:pt x="10089" y="2116"/>
                    </a:cubicBezTo>
                    <a:cubicBezTo>
                      <a:pt x="10089" y="2182"/>
                      <a:pt x="10081" y="2257"/>
                      <a:pt x="10039" y="2298"/>
                    </a:cubicBezTo>
                    <a:cubicBezTo>
                      <a:pt x="10027" y="2311"/>
                      <a:pt x="10008" y="2319"/>
                      <a:pt x="9992" y="2319"/>
                    </a:cubicBezTo>
                    <a:cubicBezTo>
                      <a:pt x="9975" y="2319"/>
                      <a:pt x="9961" y="2311"/>
                      <a:pt x="9956" y="2290"/>
                    </a:cubicBezTo>
                    <a:cubicBezTo>
                      <a:pt x="9940" y="2248"/>
                      <a:pt x="9940" y="2199"/>
                      <a:pt x="9940" y="2149"/>
                    </a:cubicBezTo>
                    <a:cubicBezTo>
                      <a:pt x="9940" y="2099"/>
                      <a:pt x="9932" y="2050"/>
                      <a:pt x="9923" y="2000"/>
                    </a:cubicBezTo>
                    <a:cubicBezTo>
                      <a:pt x="9898" y="1901"/>
                      <a:pt x="9865" y="1801"/>
                      <a:pt x="9824" y="1710"/>
                    </a:cubicBezTo>
                    <a:cubicBezTo>
                      <a:pt x="9741" y="1511"/>
                      <a:pt x="9650" y="1312"/>
                      <a:pt x="9559" y="1113"/>
                    </a:cubicBezTo>
                    <a:cubicBezTo>
                      <a:pt x="9550" y="1105"/>
                      <a:pt x="9550" y="1089"/>
                      <a:pt x="9559" y="1080"/>
                    </a:cubicBezTo>
                    <a:cubicBezTo>
                      <a:pt x="9517" y="1031"/>
                      <a:pt x="9476" y="981"/>
                      <a:pt x="9434" y="923"/>
                    </a:cubicBezTo>
                    <a:cubicBezTo>
                      <a:pt x="9415" y="890"/>
                      <a:pt x="9442" y="847"/>
                      <a:pt x="9475" y="847"/>
                    </a:cubicBezTo>
                    <a:cubicBezTo>
                      <a:pt x="9483" y="847"/>
                      <a:pt x="9492" y="850"/>
                      <a:pt x="9501" y="857"/>
                    </a:cubicBezTo>
                    <a:cubicBezTo>
                      <a:pt x="9584" y="931"/>
                      <a:pt x="9658" y="1014"/>
                      <a:pt x="9724" y="1089"/>
                    </a:cubicBezTo>
                    <a:cubicBezTo>
                      <a:pt x="9724" y="1080"/>
                      <a:pt x="9716" y="1064"/>
                      <a:pt x="9708" y="1047"/>
                    </a:cubicBezTo>
                    <a:cubicBezTo>
                      <a:pt x="9675" y="1022"/>
                      <a:pt x="9650" y="989"/>
                      <a:pt x="9625" y="964"/>
                    </a:cubicBezTo>
                    <a:cubicBezTo>
                      <a:pt x="9534" y="865"/>
                      <a:pt x="9468" y="732"/>
                      <a:pt x="9410" y="608"/>
                    </a:cubicBezTo>
                    <a:cubicBezTo>
                      <a:pt x="9393" y="567"/>
                      <a:pt x="9376" y="525"/>
                      <a:pt x="9360" y="484"/>
                    </a:cubicBezTo>
                    <a:cubicBezTo>
                      <a:pt x="8987" y="335"/>
                      <a:pt x="8614" y="194"/>
                      <a:pt x="8241" y="45"/>
                    </a:cubicBezTo>
                    <a:cubicBezTo>
                      <a:pt x="8186" y="22"/>
                      <a:pt x="8123" y="0"/>
                      <a:pt x="80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7" name="Google Shape;4117;p10"/>
              <p:cNvSpPr/>
              <p:nvPr/>
            </p:nvSpPr>
            <p:spPr>
              <a:xfrm>
                <a:off x="2912725" y="4638375"/>
                <a:ext cx="28150" cy="39475"/>
              </a:xfrm>
              <a:custGeom>
                <a:rect b="b" l="l" r="r" t="t"/>
                <a:pathLst>
                  <a:path extrusionOk="0" h="1579" w="1126">
                    <a:moveTo>
                      <a:pt x="1069" y="0"/>
                    </a:moveTo>
                    <a:cubicBezTo>
                      <a:pt x="1054" y="0"/>
                      <a:pt x="1038" y="11"/>
                      <a:pt x="1034" y="28"/>
                    </a:cubicBezTo>
                    <a:cubicBezTo>
                      <a:pt x="1001" y="95"/>
                      <a:pt x="1001" y="178"/>
                      <a:pt x="984" y="252"/>
                    </a:cubicBezTo>
                    <a:cubicBezTo>
                      <a:pt x="968" y="327"/>
                      <a:pt x="943" y="401"/>
                      <a:pt x="910" y="476"/>
                    </a:cubicBezTo>
                    <a:cubicBezTo>
                      <a:pt x="852" y="617"/>
                      <a:pt x="769" y="749"/>
                      <a:pt x="686" y="874"/>
                    </a:cubicBezTo>
                    <a:cubicBezTo>
                      <a:pt x="512" y="1130"/>
                      <a:pt x="263" y="1313"/>
                      <a:pt x="31" y="1512"/>
                    </a:cubicBezTo>
                    <a:cubicBezTo>
                      <a:pt x="1" y="1534"/>
                      <a:pt x="27" y="1579"/>
                      <a:pt x="64" y="1579"/>
                    </a:cubicBezTo>
                    <a:cubicBezTo>
                      <a:pt x="67" y="1579"/>
                      <a:pt x="70" y="1578"/>
                      <a:pt x="73" y="1578"/>
                    </a:cubicBezTo>
                    <a:cubicBezTo>
                      <a:pt x="156" y="1561"/>
                      <a:pt x="230" y="1536"/>
                      <a:pt x="305" y="1495"/>
                    </a:cubicBezTo>
                    <a:cubicBezTo>
                      <a:pt x="379" y="1454"/>
                      <a:pt x="446" y="1404"/>
                      <a:pt x="512" y="1346"/>
                    </a:cubicBezTo>
                    <a:cubicBezTo>
                      <a:pt x="636" y="1238"/>
                      <a:pt x="752" y="1106"/>
                      <a:pt x="843" y="965"/>
                    </a:cubicBezTo>
                    <a:cubicBezTo>
                      <a:pt x="935" y="824"/>
                      <a:pt x="1001" y="675"/>
                      <a:pt x="1042" y="509"/>
                    </a:cubicBezTo>
                    <a:cubicBezTo>
                      <a:pt x="1067" y="434"/>
                      <a:pt x="1084" y="352"/>
                      <a:pt x="1092" y="269"/>
                    </a:cubicBezTo>
                    <a:cubicBezTo>
                      <a:pt x="1109" y="194"/>
                      <a:pt x="1125" y="103"/>
                      <a:pt x="1100" y="28"/>
                    </a:cubicBezTo>
                    <a:cubicBezTo>
                      <a:pt x="1096" y="9"/>
                      <a:pt x="1083" y="0"/>
                      <a:pt x="10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10"/>
              <p:cNvSpPr/>
              <p:nvPr/>
            </p:nvSpPr>
            <p:spPr>
              <a:xfrm>
                <a:off x="2926675" y="4639200"/>
                <a:ext cx="9000" cy="21075"/>
              </a:xfrm>
              <a:custGeom>
                <a:rect b="b" l="l" r="r" t="t"/>
                <a:pathLst>
                  <a:path extrusionOk="0" h="843" w="360">
                    <a:moveTo>
                      <a:pt x="275" y="0"/>
                    </a:moveTo>
                    <a:cubicBezTo>
                      <a:pt x="270" y="0"/>
                      <a:pt x="265" y="1"/>
                      <a:pt x="261" y="4"/>
                    </a:cubicBezTo>
                    <a:cubicBezTo>
                      <a:pt x="211" y="37"/>
                      <a:pt x="203" y="128"/>
                      <a:pt x="194" y="186"/>
                    </a:cubicBezTo>
                    <a:cubicBezTo>
                      <a:pt x="178" y="252"/>
                      <a:pt x="161" y="319"/>
                      <a:pt x="145" y="393"/>
                    </a:cubicBezTo>
                    <a:cubicBezTo>
                      <a:pt x="128" y="459"/>
                      <a:pt x="103" y="517"/>
                      <a:pt x="87" y="584"/>
                    </a:cubicBezTo>
                    <a:cubicBezTo>
                      <a:pt x="62" y="650"/>
                      <a:pt x="45" y="716"/>
                      <a:pt x="12" y="783"/>
                    </a:cubicBezTo>
                    <a:cubicBezTo>
                      <a:pt x="1" y="816"/>
                      <a:pt x="24" y="843"/>
                      <a:pt x="48" y="843"/>
                    </a:cubicBezTo>
                    <a:cubicBezTo>
                      <a:pt x="59" y="843"/>
                      <a:pt x="70" y="837"/>
                      <a:pt x="78" y="824"/>
                    </a:cubicBezTo>
                    <a:cubicBezTo>
                      <a:pt x="128" y="766"/>
                      <a:pt x="169" y="708"/>
                      <a:pt x="203" y="642"/>
                    </a:cubicBezTo>
                    <a:cubicBezTo>
                      <a:pt x="236" y="575"/>
                      <a:pt x="261" y="509"/>
                      <a:pt x="285" y="435"/>
                    </a:cubicBezTo>
                    <a:cubicBezTo>
                      <a:pt x="302" y="360"/>
                      <a:pt x="327" y="294"/>
                      <a:pt x="335" y="219"/>
                    </a:cubicBezTo>
                    <a:cubicBezTo>
                      <a:pt x="343" y="161"/>
                      <a:pt x="360" y="53"/>
                      <a:pt x="310" y="12"/>
                    </a:cubicBezTo>
                    <a:cubicBezTo>
                      <a:pt x="299" y="6"/>
                      <a:pt x="287" y="0"/>
                      <a:pt x="2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9" name="Google Shape;4119;p10"/>
              <p:cNvSpPr/>
              <p:nvPr/>
            </p:nvSpPr>
            <p:spPr>
              <a:xfrm>
                <a:off x="2933375" y="4626225"/>
                <a:ext cx="2725" cy="6725"/>
              </a:xfrm>
              <a:custGeom>
                <a:rect b="b" l="l" r="r" t="t"/>
                <a:pathLst>
                  <a:path extrusionOk="0" h="269" w="109">
                    <a:moveTo>
                      <a:pt x="92" y="1"/>
                    </a:moveTo>
                    <a:cubicBezTo>
                      <a:pt x="75" y="1"/>
                      <a:pt x="67" y="9"/>
                      <a:pt x="59" y="17"/>
                    </a:cubicBezTo>
                    <a:cubicBezTo>
                      <a:pt x="59" y="26"/>
                      <a:pt x="51" y="34"/>
                      <a:pt x="51" y="42"/>
                    </a:cubicBezTo>
                    <a:cubicBezTo>
                      <a:pt x="42" y="50"/>
                      <a:pt x="42" y="59"/>
                      <a:pt x="42" y="67"/>
                    </a:cubicBezTo>
                    <a:cubicBezTo>
                      <a:pt x="34" y="84"/>
                      <a:pt x="34" y="100"/>
                      <a:pt x="26" y="117"/>
                    </a:cubicBezTo>
                    <a:cubicBezTo>
                      <a:pt x="17" y="150"/>
                      <a:pt x="9" y="191"/>
                      <a:pt x="9" y="224"/>
                    </a:cubicBezTo>
                    <a:cubicBezTo>
                      <a:pt x="1" y="241"/>
                      <a:pt x="9" y="266"/>
                      <a:pt x="34" y="266"/>
                    </a:cubicBezTo>
                    <a:cubicBezTo>
                      <a:pt x="38" y="268"/>
                      <a:pt x="42" y="269"/>
                      <a:pt x="46" y="269"/>
                    </a:cubicBezTo>
                    <a:cubicBezTo>
                      <a:pt x="58" y="269"/>
                      <a:pt x="69" y="260"/>
                      <a:pt x="75" y="241"/>
                    </a:cubicBezTo>
                    <a:cubicBezTo>
                      <a:pt x="84" y="208"/>
                      <a:pt x="92" y="175"/>
                      <a:pt x="92" y="142"/>
                    </a:cubicBezTo>
                    <a:cubicBezTo>
                      <a:pt x="100" y="100"/>
                      <a:pt x="109" y="67"/>
                      <a:pt x="109" y="26"/>
                    </a:cubicBezTo>
                    <a:cubicBezTo>
                      <a:pt x="109" y="17"/>
                      <a:pt x="100" y="9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0" name="Google Shape;4120;p10"/>
              <p:cNvSpPr/>
              <p:nvPr/>
            </p:nvSpPr>
            <p:spPr>
              <a:xfrm>
                <a:off x="2938825" y="4604275"/>
                <a:ext cx="9700" cy="46525"/>
              </a:xfrm>
              <a:custGeom>
                <a:rect b="b" l="l" r="r" t="t"/>
                <a:pathLst>
                  <a:path extrusionOk="0" h="1861" w="388">
                    <a:moveTo>
                      <a:pt x="304" y="1"/>
                    </a:moveTo>
                    <a:cubicBezTo>
                      <a:pt x="285" y="1"/>
                      <a:pt x="265" y="14"/>
                      <a:pt x="255" y="34"/>
                    </a:cubicBezTo>
                    <a:cubicBezTo>
                      <a:pt x="230" y="100"/>
                      <a:pt x="239" y="166"/>
                      <a:pt x="239" y="241"/>
                    </a:cubicBezTo>
                    <a:cubicBezTo>
                      <a:pt x="239" y="315"/>
                      <a:pt x="239" y="390"/>
                      <a:pt x="239" y="473"/>
                    </a:cubicBezTo>
                    <a:cubicBezTo>
                      <a:pt x="239" y="622"/>
                      <a:pt x="222" y="771"/>
                      <a:pt x="205" y="928"/>
                    </a:cubicBezTo>
                    <a:cubicBezTo>
                      <a:pt x="189" y="1078"/>
                      <a:pt x="164" y="1227"/>
                      <a:pt x="131" y="1368"/>
                    </a:cubicBezTo>
                    <a:cubicBezTo>
                      <a:pt x="89" y="1525"/>
                      <a:pt x="56" y="1674"/>
                      <a:pt x="7" y="1823"/>
                    </a:cubicBezTo>
                    <a:cubicBezTo>
                      <a:pt x="1" y="1845"/>
                      <a:pt x="18" y="1860"/>
                      <a:pt x="34" y="1860"/>
                    </a:cubicBezTo>
                    <a:cubicBezTo>
                      <a:pt x="42" y="1860"/>
                      <a:pt x="51" y="1856"/>
                      <a:pt x="56" y="1848"/>
                    </a:cubicBezTo>
                    <a:cubicBezTo>
                      <a:pt x="114" y="1707"/>
                      <a:pt x="189" y="1558"/>
                      <a:pt x="230" y="1417"/>
                    </a:cubicBezTo>
                    <a:cubicBezTo>
                      <a:pt x="272" y="1260"/>
                      <a:pt x="313" y="1102"/>
                      <a:pt x="338" y="945"/>
                    </a:cubicBezTo>
                    <a:cubicBezTo>
                      <a:pt x="371" y="796"/>
                      <a:pt x="379" y="638"/>
                      <a:pt x="388" y="489"/>
                    </a:cubicBezTo>
                    <a:cubicBezTo>
                      <a:pt x="388" y="406"/>
                      <a:pt x="388" y="324"/>
                      <a:pt x="388" y="241"/>
                    </a:cubicBezTo>
                    <a:cubicBezTo>
                      <a:pt x="388" y="158"/>
                      <a:pt x="379" y="92"/>
                      <a:pt x="338" y="25"/>
                    </a:cubicBezTo>
                    <a:cubicBezTo>
                      <a:pt x="331" y="8"/>
                      <a:pt x="318" y="1"/>
                      <a:pt x="30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10"/>
              <p:cNvSpPr/>
              <p:nvPr/>
            </p:nvSpPr>
            <p:spPr>
              <a:xfrm>
                <a:off x="2941675" y="4606300"/>
                <a:ext cx="2700" cy="11875"/>
              </a:xfrm>
              <a:custGeom>
                <a:rect b="b" l="l" r="r" t="t"/>
                <a:pathLst>
                  <a:path extrusionOk="0" h="475" w="108">
                    <a:moveTo>
                      <a:pt x="67" y="0"/>
                    </a:moveTo>
                    <a:cubicBezTo>
                      <a:pt x="56" y="0"/>
                      <a:pt x="46" y="6"/>
                      <a:pt x="42" y="19"/>
                    </a:cubicBezTo>
                    <a:cubicBezTo>
                      <a:pt x="17" y="85"/>
                      <a:pt x="9" y="160"/>
                      <a:pt x="9" y="226"/>
                    </a:cubicBezTo>
                    <a:cubicBezTo>
                      <a:pt x="9" y="301"/>
                      <a:pt x="0" y="367"/>
                      <a:pt x="0" y="433"/>
                    </a:cubicBezTo>
                    <a:cubicBezTo>
                      <a:pt x="0" y="458"/>
                      <a:pt x="17" y="475"/>
                      <a:pt x="42" y="475"/>
                    </a:cubicBezTo>
                    <a:cubicBezTo>
                      <a:pt x="58" y="475"/>
                      <a:pt x="75" y="458"/>
                      <a:pt x="75" y="433"/>
                    </a:cubicBezTo>
                    <a:cubicBezTo>
                      <a:pt x="83" y="367"/>
                      <a:pt x="91" y="301"/>
                      <a:pt x="100" y="226"/>
                    </a:cubicBezTo>
                    <a:cubicBezTo>
                      <a:pt x="100" y="160"/>
                      <a:pt x="108" y="85"/>
                      <a:pt x="91" y="19"/>
                    </a:cubicBezTo>
                    <a:cubicBezTo>
                      <a:pt x="87" y="6"/>
                      <a:pt x="77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2" name="Google Shape;4122;p10"/>
              <p:cNvSpPr/>
              <p:nvPr/>
            </p:nvSpPr>
            <p:spPr>
              <a:xfrm>
                <a:off x="2926225" y="4620125"/>
                <a:ext cx="4275" cy="13350"/>
              </a:xfrm>
              <a:custGeom>
                <a:rect b="b" l="l" r="r" t="t"/>
                <a:pathLst>
                  <a:path extrusionOk="0" h="534" w="171">
                    <a:moveTo>
                      <a:pt x="140" y="0"/>
                    </a:moveTo>
                    <a:cubicBezTo>
                      <a:pt x="134" y="0"/>
                      <a:pt x="127" y="4"/>
                      <a:pt x="121" y="13"/>
                    </a:cubicBezTo>
                    <a:cubicBezTo>
                      <a:pt x="113" y="29"/>
                      <a:pt x="105" y="46"/>
                      <a:pt x="96" y="71"/>
                    </a:cubicBezTo>
                    <a:cubicBezTo>
                      <a:pt x="96" y="87"/>
                      <a:pt x="88" y="104"/>
                      <a:pt x="80" y="120"/>
                    </a:cubicBezTo>
                    <a:cubicBezTo>
                      <a:pt x="71" y="162"/>
                      <a:pt x="63" y="203"/>
                      <a:pt x="55" y="245"/>
                    </a:cubicBezTo>
                    <a:cubicBezTo>
                      <a:pt x="38" y="328"/>
                      <a:pt x="22" y="410"/>
                      <a:pt x="5" y="485"/>
                    </a:cubicBezTo>
                    <a:cubicBezTo>
                      <a:pt x="0" y="515"/>
                      <a:pt x="23" y="533"/>
                      <a:pt x="43" y="533"/>
                    </a:cubicBezTo>
                    <a:cubicBezTo>
                      <a:pt x="56" y="533"/>
                      <a:pt x="68" y="526"/>
                      <a:pt x="71" y="510"/>
                    </a:cubicBezTo>
                    <a:cubicBezTo>
                      <a:pt x="96" y="427"/>
                      <a:pt x="113" y="344"/>
                      <a:pt x="129" y="270"/>
                    </a:cubicBezTo>
                    <a:cubicBezTo>
                      <a:pt x="138" y="228"/>
                      <a:pt x="146" y="187"/>
                      <a:pt x="154" y="145"/>
                    </a:cubicBezTo>
                    <a:cubicBezTo>
                      <a:pt x="154" y="129"/>
                      <a:pt x="163" y="112"/>
                      <a:pt x="163" y="87"/>
                    </a:cubicBezTo>
                    <a:cubicBezTo>
                      <a:pt x="171" y="71"/>
                      <a:pt x="163" y="46"/>
                      <a:pt x="163" y="29"/>
                    </a:cubicBezTo>
                    <a:lnTo>
                      <a:pt x="171" y="29"/>
                    </a:lnTo>
                    <a:cubicBezTo>
                      <a:pt x="165" y="13"/>
                      <a:pt x="153" y="0"/>
                      <a:pt x="1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3" name="Google Shape;4123;p10"/>
              <p:cNvSpPr/>
              <p:nvPr/>
            </p:nvSpPr>
            <p:spPr>
              <a:xfrm>
                <a:off x="2940625" y="4555100"/>
                <a:ext cx="6875" cy="39675"/>
              </a:xfrm>
              <a:custGeom>
                <a:rect b="b" l="l" r="r" t="t"/>
                <a:pathLst>
                  <a:path extrusionOk="0" h="1587" w="275">
                    <a:moveTo>
                      <a:pt x="65" y="1"/>
                    </a:moveTo>
                    <a:cubicBezTo>
                      <a:pt x="51" y="1"/>
                      <a:pt x="39" y="7"/>
                      <a:pt x="34" y="20"/>
                    </a:cubicBezTo>
                    <a:cubicBezTo>
                      <a:pt x="1" y="70"/>
                      <a:pt x="17" y="128"/>
                      <a:pt x="17" y="186"/>
                    </a:cubicBezTo>
                    <a:cubicBezTo>
                      <a:pt x="26" y="244"/>
                      <a:pt x="42" y="310"/>
                      <a:pt x="51" y="377"/>
                    </a:cubicBezTo>
                    <a:cubicBezTo>
                      <a:pt x="67" y="501"/>
                      <a:pt x="84" y="633"/>
                      <a:pt x="92" y="758"/>
                    </a:cubicBezTo>
                    <a:cubicBezTo>
                      <a:pt x="117" y="1015"/>
                      <a:pt x="125" y="1280"/>
                      <a:pt x="150" y="1537"/>
                    </a:cubicBezTo>
                    <a:cubicBezTo>
                      <a:pt x="150" y="1570"/>
                      <a:pt x="173" y="1586"/>
                      <a:pt x="197" y="1586"/>
                    </a:cubicBezTo>
                    <a:cubicBezTo>
                      <a:pt x="220" y="1586"/>
                      <a:pt x="245" y="1570"/>
                      <a:pt x="249" y="1537"/>
                    </a:cubicBezTo>
                    <a:cubicBezTo>
                      <a:pt x="274" y="1280"/>
                      <a:pt x="266" y="1006"/>
                      <a:pt x="241" y="741"/>
                    </a:cubicBezTo>
                    <a:cubicBezTo>
                      <a:pt x="225" y="617"/>
                      <a:pt x="216" y="493"/>
                      <a:pt x="191" y="368"/>
                    </a:cubicBezTo>
                    <a:cubicBezTo>
                      <a:pt x="183" y="302"/>
                      <a:pt x="175" y="227"/>
                      <a:pt x="167" y="169"/>
                    </a:cubicBezTo>
                    <a:cubicBezTo>
                      <a:pt x="150" y="111"/>
                      <a:pt x="142" y="53"/>
                      <a:pt x="100" y="12"/>
                    </a:cubicBezTo>
                    <a:cubicBezTo>
                      <a:pt x="89" y="5"/>
                      <a:pt x="76" y="1"/>
                      <a:pt x="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10"/>
              <p:cNvSpPr/>
              <p:nvPr/>
            </p:nvSpPr>
            <p:spPr>
              <a:xfrm>
                <a:off x="2952850" y="4628200"/>
                <a:ext cx="96975" cy="153625"/>
              </a:xfrm>
              <a:custGeom>
                <a:rect b="b" l="l" r="r" t="t"/>
                <a:pathLst>
                  <a:path extrusionOk="0" h="6145" w="3879">
                    <a:moveTo>
                      <a:pt x="289" y="1"/>
                    </a:moveTo>
                    <a:cubicBezTo>
                      <a:pt x="280" y="1"/>
                      <a:pt x="272" y="4"/>
                      <a:pt x="266" y="13"/>
                    </a:cubicBezTo>
                    <a:cubicBezTo>
                      <a:pt x="208" y="121"/>
                      <a:pt x="183" y="245"/>
                      <a:pt x="158" y="353"/>
                    </a:cubicBezTo>
                    <a:cubicBezTo>
                      <a:pt x="133" y="477"/>
                      <a:pt x="117" y="601"/>
                      <a:pt x="108" y="725"/>
                    </a:cubicBezTo>
                    <a:cubicBezTo>
                      <a:pt x="92" y="850"/>
                      <a:pt x="92" y="974"/>
                      <a:pt x="92" y="1098"/>
                    </a:cubicBezTo>
                    <a:cubicBezTo>
                      <a:pt x="92" y="1165"/>
                      <a:pt x="100" y="1231"/>
                      <a:pt x="108" y="1297"/>
                    </a:cubicBezTo>
                    <a:cubicBezTo>
                      <a:pt x="75" y="1471"/>
                      <a:pt x="42" y="1645"/>
                      <a:pt x="26" y="1819"/>
                    </a:cubicBezTo>
                    <a:cubicBezTo>
                      <a:pt x="1" y="2101"/>
                      <a:pt x="133" y="2324"/>
                      <a:pt x="257" y="2565"/>
                    </a:cubicBezTo>
                    <a:cubicBezTo>
                      <a:pt x="274" y="2606"/>
                      <a:pt x="249" y="2639"/>
                      <a:pt x="216" y="2664"/>
                    </a:cubicBezTo>
                    <a:cubicBezTo>
                      <a:pt x="307" y="2730"/>
                      <a:pt x="398" y="2805"/>
                      <a:pt x="481" y="2888"/>
                    </a:cubicBezTo>
                    <a:cubicBezTo>
                      <a:pt x="614" y="3020"/>
                      <a:pt x="688" y="3203"/>
                      <a:pt x="755" y="3368"/>
                    </a:cubicBezTo>
                    <a:cubicBezTo>
                      <a:pt x="829" y="3551"/>
                      <a:pt x="887" y="3750"/>
                      <a:pt x="920" y="3940"/>
                    </a:cubicBezTo>
                    <a:cubicBezTo>
                      <a:pt x="929" y="3998"/>
                      <a:pt x="937" y="4064"/>
                      <a:pt x="945" y="4122"/>
                    </a:cubicBezTo>
                    <a:cubicBezTo>
                      <a:pt x="1011" y="4255"/>
                      <a:pt x="1045" y="4396"/>
                      <a:pt x="1069" y="4545"/>
                    </a:cubicBezTo>
                    <a:cubicBezTo>
                      <a:pt x="1086" y="4727"/>
                      <a:pt x="1103" y="4918"/>
                      <a:pt x="1161" y="5092"/>
                    </a:cubicBezTo>
                    <a:cubicBezTo>
                      <a:pt x="1219" y="5282"/>
                      <a:pt x="1326" y="5398"/>
                      <a:pt x="1492" y="5498"/>
                    </a:cubicBezTo>
                    <a:cubicBezTo>
                      <a:pt x="1575" y="5548"/>
                      <a:pt x="1658" y="5597"/>
                      <a:pt x="1741" y="5630"/>
                    </a:cubicBezTo>
                    <a:cubicBezTo>
                      <a:pt x="1807" y="5655"/>
                      <a:pt x="1873" y="5672"/>
                      <a:pt x="1923" y="5713"/>
                    </a:cubicBezTo>
                    <a:cubicBezTo>
                      <a:pt x="2097" y="5755"/>
                      <a:pt x="2279" y="5804"/>
                      <a:pt x="2453" y="5862"/>
                    </a:cubicBezTo>
                    <a:cubicBezTo>
                      <a:pt x="2544" y="5896"/>
                      <a:pt x="2627" y="5937"/>
                      <a:pt x="2702" y="5987"/>
                    </a:cubicBezTo>
                    <a:cubicBezTo>
                      <a:pt x="2785" y="6028"/>
                      <a:pt x="2851" y="6094"/>
                      <a:pt x="2942" y="6128"/>
                    </a:cubicBezTo>
                    <a:cubicBezTo>
                      <a:pt x="2988" y="6138"/>
                      <a:pt x="3034" y="6145"/>
                      <a:pt x="3082" y="6145"/>
                    </a:cubicBezTo>
                    <a:cubicBezTo>
                      <a:pt x="3112" y="6145"/>
                      <a:pt x="3142" y="6142"/>
                      <a:pt x="3174" y="6136"/>
                    </a:cubicBezTo>
                    <a:cubicBezTo>
                      <a:pt x="3199" y="6111"/>
                      <a:pt x="3240" y="6086"/>
                      <a:pt x="3282" y="6061"/>
                    </a:cubicBezTo>
                    <a:cubicBezTo>
                      <a:pt x="3331" y="6028"/>
                      <a:pt x="3389" y="5987"/>
                      <a:pt x="3439" y="5954"/>
                    </a:cubicBezTo>
                    <a:cubicBezTo>
                      <a:pt x="3472" y="5929"/>
                      <a:pt x="3522" y="5896"/>
                      <a:pt x="3547" y="5862"/>
                    </a:cubicBezTo>
                    <a:lnTo>
                      <a:pt x="3539" y="5846"/>
                    </a:lnTo>
                    <a:cubicBezTo>
                      <a:pt x="3514" y="5829"/>
                      <a:pt x="3489" y="5813"/>
                      <a:pt x="3464" y="5788"/>
                    </a:cubicBezTo>
                    <a:cubicBezTo>
                      <a:pt x="3365" y="5697"/>
                      <a:pt x="3265" y="5606"/>
                      <a:pt x="3174" y="5506"/>
                    </a:cubicBezTo>
                    <a:cubicBezTo>
                      <a:pt x="3091" y="5415"/>
                      <a:pt x="3008" y="5307"/>
                      <a:pt x="2925" y="5200"/>
                    </a:cubicBezTo>
                    <a:cubicBezTo>
                      <a:pt x="2899" y="5160"/>
                      <a:pt x="2936" y="5105"/>
                      <a:pt x="2977" y="5105"/>
                    </a:cubicBezTo>
                    <a:cubicBezTo>
                      <a:pt x="2987" y="5105"/>
                      <a:pt x="2998" y="5108"/>
                      <a:pt x="3008" y="5117"/>
                    </a:cubicBezTo>
                    <a:cubicBezTo>
                      <a:pt x="3124" y="5233"/>
                      <a:pt x="3249" y="5332"/>
                      <a:pt x="3365" y="5440"/>
                    </a:cubicBezTo>
                    <a:cubicBezTo>
                      <a:pt x="3423" y="5490"/>
                      <a:pt x="3481" y="5539"/>
                      <a:pt x="3547" y="5589"/>
                    </a:cubicBezTo>
                    <a:cubicBezTo>
                      <a:pt x="3597" y="5630"/>
                      <a:pt x="3671" y="5680"/>
                      <a:pt x="3713" y="5730"/>
                    </a:cubicBezTo>
                    <a:cubicBezTo>
                      <a:pt x="3721" y="5746"/>
                      <a:pt x="3729" y="5755"/>
                      <a:pt x="3737" y="5771"/>
                    </a:cubicBezTo>
                    <a:cubicBezTo>
                      <a:pt x="3746" y="5746"/>
                      <a:pt x="3762" y="5730"/>
                      <a:pt x="3779" y="5713"/>
                    </a:cubicBezTo>
                    <a:cubicBezTo>
                      <a:pt x="3787" y="5697"/>
                      <a:pt x="3795" y="5672"/>
                      <a:pt x="3812" y="5655"/>
                    </a:cubicBezTo>
                    <a:cubicBezTo>
                      <a:pt x="3845" y="5589"/>
                      <a:pt x="3878" y="5506"/>
                      <a:pt x="3878" y="5432"/>
                    </a:cubicBezTo>
                    <a:cubicBezTo>
                      <a:pt x="3870" y="5349"/>
                      <a:pt x="3812" y="5291"/>
                      <a:pt x="3746" y="5241"/>
                    </a:cubicBezTo>
                    <a:cubicBezTo>
                      <a:pt x="3671" y="5183"/>
                      <a:pt x="3588" y="5133"/>
                      <a:pt x="3505" y="5075"/>
                    </a:cubicBezTo>
                    <a:cubicBezTo>
                      <a:pt x="3414" y="5009"/>
                      <a:pt x="3331" y="4943"/>
                      <a:pt x="3240" y="4868"/>
                    </a:cubicBezTo>
                    <a:cubicBezTo>
                      <a:pt x="3204" y="4839"/>
                      <a:pt x="3231" y="4772"/>
                      <a:pt x="3277" y="4772"/>
                    </a:cubicBezTo>
                    <a:cubicBezTo>
                      <a:pt x="3284" y="4772"/>
                      <a:pt x="3291" y="4774"/>
                      <a:pt x="3298" y="4777"/>
                    </a:cubicBezTo>
                    <a:cubicBezTo>
                      <a:pt x="3414" y="4827"/>
                      <a:pt x="3522" y="4885"/>
                      <a:pt x="3638" y="4943"/>
                    </a:cubicBezTo>
                    <a:cubicBezTo>
                      <a:pt x="3704" y="4976"/>
                      <a:pt x="3779" y="5017"/>
                      <a:pt x="3845" y="5067"/>
                    </a:cubicBezTo>
                    <a:cubicBezTo>
                      <a:pt x="3845" y="5009"/>
                      <a:pt x="3837" y="4959"/>
                      <a:pt x="3829" y="4910"/>
                    </a:cubicBezTo>
                    <a:cubicBezTo>
                      <a:pt x="3795" y="4785"/>
                      <a:pt x="3671" y="4752"/>
                      <a:pt x="3563" y="4719"/>
                    </a:cubicBezTo>
                    <a:cubicBezTo>
                      <a:pt x="3406" y="4678"/>
                      <a:pt x="3240" y="4628"/>
                      <a:pt x="3091" y="4570"/>
                    </a:cubicBezTo>
                    <a:cubicBezTo>
                      <a:pt x="3075" y="4570"/>
                      <a:pt x="3058" y="4562"/>
                      <a:pt x="3050" y="4562"/>
                    </a:cubicBezTo>
                    <a:cubicBezTo>
                      <a:pt x="3028" y="4566"/>
                      <a:pt x="3006" y="4568"/>
                      <a:pt x="2984" y="4568"/>
                    </a:cubicBezTo>
                    <a:cubicBezTo>
                      <a:pt x="2793" y="4568"/>
                      <a:pt x="2615" y="4413"/>
                      <a:pt x="2503" y="4272"/>
                    </a:cubicBezTo>
                    <a:cubicBezTo>
                      <a:pt x="2345" y="4064"/>
                      <a:pt x="2271" y="3799"/>
                      <a:pt x="2205" y="3551"/>
                    </a:cubicBezTo>
                    <a:cubicBezTo>
                      <a:pt x="2122" y="3269"/>
                      <a:pt x="2047" y="2996"/>
                      <a:pt x="1973" y="2714"/>
                    </a:cubicBezTo>
                    <a:cubicBezTo>
                      <a:pt x="1931" y="2581"/>
                      <a:pt x="1898" y="2440"/>
                      <a:pt x="1865" y="2308"/>
                    </a:cubicBezTo>
                    <a:cubicBezTo>
                      <a:pt x="1857" y="2291"/>
                      <a:pt x="1857" y="2283"/>
                      <a:pt x="1857" y="2266"/>
                    </a:cubicBezTo>
                    <a:cubicBezTo>
                      <a:pt x="1848" y="2308"/>
                      <a:pt x="1848" y="2349"/>
                      <a:pt x="1848" y="2391"/>
                    </a:cubicBezTo>
                    <a:cubicBezTo>
                      <a:pt x="1848" y="2411"/>
                      <a:pt x="1832" y="2422"/>
                      <a:pt x="1814" y="2422"/>
                    </a:cubicBezTo>
                    <a:cubicBezTo>
                      <a:pt x="1797" y="2422"/>
                      <a:pt x="1778" y="2411"/>
                      <a:pt x="1774" y="2391"/>
                    </a:cubicBezTo>
                    <a:cubicBezTo>
                      <a:pt x="1765" y="2233"/>
                      <a:pt x="1749" y="2076"/>
                      <a:pt x="1741" y="1919"/>
                    </a:cubicBezTo>
                    <a:cubicBezTo>
                      <a:pt x="1741" y="1827"/>
                      <a:pt x="1741" y="1736"/>
                      <a:pt x="1741" y="1637"/>
                    </a:cubicBezTo>
                    <a:cubicBezTo>
                      <a:pt x="1741" y="1645"/>
                      <a:pt x="1741" y="1645"/>
                      <a:pt x="1732" y="1645"/>
                    </a:cubicBezTo>
                    <a:cubicBezTo>
                      <a:pt x="1732" y="1537"/>
                      <a:pt x="1732" y="1438"/>
                      <a:pt x="1732" y="1330"/>
                    </a:cubicBezTo>
                    <a:cubicBezTo>
                      <a:pt x="1732" y="1156"/>
                      <a:pt x="1724" y="991"/>
                      <a:pt x="1724" y="825"/>
                    </a:cubicBezTo>
                    <a:cubicBezTo>
                      <a:pt x="1724" y="734"/>
                      <a:pt x="1724" y="643"/>
                      <a:pt x="1724" y="560"/>
                    </a:cubicBezTo>
                    <a:cubicBezTo>
                      <a:pt x="1716" y="477"/>
                      <a:pt x="1724" y="386"/>
                      <a:pt x="1699" y="303"/>
                    </a:cubicBezTo>
                    <a:cubicBezTo>
                      <a:pt x="1691" y="283"/>
                      <a:pt x="1674" y="275"/>
                      <a:pt x="1658" y="275"/>
                    </a:cubicBezTo>
                    <a:cubicBezTo>
                      <a:pt x="1639" y="275"/>
                      <a:pt x="1621" y="285"/>
                      <a:pt x="1616" y="303"/>
                    </a:cubicBezTo>
                    <a:cubicBezTo>
                      <a:pt x="1583" y="377"/>
                      <a:pt x="1591" y="477"/>
                      <a:pt x="1583" y="560"/>
                    </a:cubicBezTo>
                    <a:cubicBezTo>
                      <a:pt x="1583" y="643"/>
                      <a:pt x="1583" y="725"/>
                      <a:pt x="1583" y="808"/>
                    </a:cubicBezTo>
                    <a:cubicBezTo>
                      <a:pt x="1583" y="991"/>
                      <a:pt x="1583" y="1165"/>
                      <a:pt x="1591" y="1347"/>
                    </a:cubicBezTo>
                    <a:cubicBezTo>
                      <a:pt x="1591" y="1496"/>
                      <a:pt x="1600" y="1637"/>
                      <a:pt x="1608" y="1786"/>
                    </a:cubicBezTo>
                    <a:cubicBezTo>
                      <a:pt x="1591" y="1811"/>
                      <a:pt x="1567" y="1827"/>
                      <a:pt x="1542" y="1852"/>
                    </a:cubicBezTo>
                    <a:cubicBezTo>
                      <a:pt x="1517" y="1645"/>
                      <a:pt x="1500" y="1446"/>
                      <a:pt x="1484" y="1239"/>
                    </a:cubicBezTo>
                    <a:cubicBezTo>
                      <a:pt x="1480" y="1223"/>
                      <a:pt x="1465" y="1214"/>
                      <a:pt x="1452" y="1214"/>
                    </a:cubicBezTo>
                    <a:cubicBezTo>
                      <a:pt x="1438" y="1214"/>
                      <a:pt x="1426" y="1223"/>
                      <a:pt x="1426" y="1239"/>
                    </a:cubicBezTo>
                    <a:cubicBezTo>
                      <a:pt x="1426" y="1471"/>
                      <a:pt x="1434" y="1703"/>
                      <a:pt x="1451" y="1927"/>
                    </a:cubicBezTo>
                    <a:cubicBezTo>
                      <a:pt x="1434" y="1943"/>
                      <a:pt x="1409" y="1960"/>
                      <a:pt x="1393" y="1968"/>
                    </a:cubicBezTo>
                    <a:cubicBezTo>
                      <a:pt x="1384" y="1952"/>
                      <a:pt x="1384" y="1927"/>
                      <a:pt x="1384" y="1910"/>
                    </a:cubicBezTo>
                    <a:cubicBezTo>
                      <a:pt x="1376" y="1753"/>
                      <a:pt x="1359" y="1579"/>
                      <a:pt x="1301" y="1438"/>
                    </a:cubicBezTo>
                    <a:cubicBezTo>
                      <a:pt x="1298" y="1426"/>
                      <a:pt x="1288" y="1420"/>
                      <a:pt x="1279" y="1420"/>
                    </a:cubicBezTo>
                    <a:cubicBezTo>
                      <a:pt x="1268" y="1420"/>
                      <a:pt x="1256" y="1428"/>
                      <a:pt x="1252" y="1446"/>
                    </a:cubicBezTo>
                    <a:cubicBezTo>
                      <a:pt x="1235" y="1595"/>
                      <a:pt x="1268" y="1761"/>
                      <a:pt x="1277" y="1910"/>
                    </a:cubicBezTo>
                    <a:cubicBezTo>
                      <a:pt x="1277" y="1943"/>
                      <a:pt x="1277" y="1977"/>
                      <a:pt x="1277" y="2001"/>
                    </a:cubicBezTo>
                    <a:cubicBezTo>
                      <a:pt x="1270" y="2002"/>
                      <a:pt x="1264" y="2003"/>
                      <a:pt x="1257" y="2003"/>
                    </a:cubicBezTo>
                    <a:cubicBezTo>
                      <a:pt x="1214" y="2003"/>
                      <a:pt x="1171" y="1980"/>
                      <a:pt x="1127" y="1952"/>
                    </a:cubicBezTo>
                    <a:cubicBezTo>
                      <a:pt x="1136" y="1877"/>
                      <a:pt x="1136" y="1794"/>
                      <a:pt x="1136" y="1711"/>
                    </a:cubicBezTo>
                    <a:cubicBezTo>
                      <a:pt x="1136" y="1653"/>
                      <a:pt x="1127" y="1604"/>
                      <a:pt x="1127" y="1537"/>
                    </a:cubicBezTo>
                    <a:cubicBezTo>
                      <a:pt x="1119" y="1488"/>
                      <a:pt x="1119" y="1430"/>
                      <a:pt x="1111" y="1380"/>
                    </a:cubicBezTo>
                    <a:cubicBezTo>
                      <a:pt x="1107" y="1368"/>
                      <a:pt x="1096" y="1361"/>
                      <a:pt x="1087" y="1361"/>
                    </a:cubicBezTo>
                    <a:cubicBezTo>
                      <a:pt x="1078" y="1361"/>
                      <a:pt x="1069" y="1368"/>
                      <a:pt x="1069" y="1380"/>
                    </a:cubicBezTo>
                    <a:cubicBezTo>
                      <a:pt x="1053" y="1430"/>
                      <a:pt x="1053" y="1488"/>
                      <a:pt x="1053" y="1537"/>
                    </a:cubicBezTo>
                    <a:cubicBezTo>
                      <a:pt x="1045" y="1595"/>
                      <a:pt x="1036" y="1653"/>
                      <a:pt x="1036" y="1711"/>
                    </a:cubicBezTo>
                    <a:cubicBezTo>
                      <a:pt x="1036" y="1769"/>
                      <a:pt x="1045" y="1827"/>
                      <a:pt x="1045" y="1877"/>
                    </a:cubicBezTo>
                    <a:cubicBezTo>
                      <a:pt x="1036" y="1877"/>
                      <a:pt x="1028" y="1869"/>
                      <a:pt x="1028" y="1861"/>
                    </a:cubicBezTo>
                    <a:cubicBezTo>
                      <a:pt x="937" y="1778"/>
                      <a:pt x="854" y="1687"/>
                      <a:pt x="771" y="1587"/>
                    </a:cubicBezTo>
                    <a:cubicBezTo>
                      <a:pt x="763" y="1488"/>
                      <a:pt x="755" y="1397"/>
                      <a:pt x="738" y="1297"/>
                    </a:cubicBezTo>
                    <a:cubicBezTo>
                      <a:pt x="705" y="982"/>
                      <a:pt x="639" y="667"/>
                      <a:pt x="597" y="353"/>
                    </a:cubicBezTo>
                    <a:cubicBezTo>
                      <a:pt x="593" y="334"/>
                      <a:pt x="578" y="325"/>
                      <a:pt x="562" y="325"/>
                    </a:cubicBezTo>
                    <a:cubicBezTo>
                      <a:pt x="543" y="325"/>
                      <a:pt x="523" y="338"/>
                      <a:pt x="523" y="361"/>
                    </a:cubicBezTo>
                    <a:cubicBezTo>
                      <a:pt x="556" y="684"/>
                      <a:pt x="572" y="1007"/>
                      <a:pt x="597" y="1330"/>
                    </a:cubicBezTo>
                    <a:cubicBezTo>
                      <a:pt x="597" y="1339"/>
                      <a:pt x="597" y="1347"/>
                      <a:pt x="597" y="1355"/>
                    </a:cubicBezTo>
                    <a:cubicBezTo>
                      <a:pt x="489" y="1198"/>
                      <a:pt x="382" y="1032"/>
                      <a:pt x="299" y="858"/>
                    </a:cubicBezTo>
                    <a:cubicBezTo>
                      <a:pt x="274" y="883"/>
                      <a:pt x="257" y="899"/>
                      <a:pt x="241" y="916"/>
                    </a:cubicBezTo>
                    <a:cubicBezTo>
                      <a:pt x="249" y="858"/>
                      <a:pt x="249" y="800"/>
                      <a:pt x="257" y="734"/>
                    </a:cubicBezTo>
                    <a:cubicBezTo>
                      <a:pt x="274" y="618"/>
                      <a:pt x="291" y="502"/>
                      <a:pt x="299" y="386"/>
                    </a:cubicBezTo>
                    <a:cubicBezTo>
                      <a:pt x="315" y="270"/>
                      <a:pt x="332" y="145"/>
                      <a:pt x="324" y="29"/>
                    </a:cubicBezTo>
                    <a:cubicBezTo>
                      <a:pt x="324" y="13"/>
                      <a:pt x="306" y="1"/>
                      <a:pt x="28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5" name="Google Shape;4125;p10"/>
              <p:cNvSpPr/>
              <p:nvPr/>
            </p:nvSpPr>
            <p:spPr>
              <a:xfrm>
                <a:off x="2995100" y="4616475"/>
                <a:ext cx="2525" cy="9975"/>
              </a:xfrm>
              <a:custGeom>
                <a:rect b="b" l="l" r="r" t="t"/>
                <a:pathLst>
                  <a:path extrusionOk="0" h="399" w="101">
                    <a:moveTo>
                      <a:pt x="72" y="0"/>
                    </a:moveTo>
                    <a:cubicBezTo>
                      <a:pt x="59" y="0"/>
                      <a:pt x="46" y="6"/>
                      <a:pt x="42" y="18"/>
                    </a:cubicBezTo>
                    <a:cubicBezTo>
                      <a:pt x="1" y="126"/>
                      <a:pt x="1" y="242"/>
                      <a:pt x="17" y="358"/>
                    </a:cubicBezTo>
                    <a:cubicBezTo>
                      <a:pt x="17" y="374"/>
                      <a:pt x="34" y="399"/>
                      <a:pt x="59" y="399"/>
                    </a:cubicBezTo>
                    <a:cubicBezTo>
                      <a:pt x="75" y="399"/>
                      <a:pt x="100" y="374"/>
                      <a:pt x="92" y="358"/>
                    </a:cubicBezTo>
                    <a:cubicBezTo>
                      <a:pt x="92" y="300"/>
                      <a:pt x="92" y="250"/>
                      <a:pt x="92" y="192"/>
                    </a:cubicBezTo>
                    <a:cubicBezTo>
                      <a:pt x="100" y="134"/>
                      <a:pt x="100" y="84"/>
                      <a:pt x="100" y="26"/>
                    </a:cubicBezTo>
                    <a:cubicBezTo>
                      <a:pt x="100" y="8"/>
                      <a:pt x="86" y="0"/>
                      <a:pt x="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6" name="Google Shape;4126;p10"/>
              <p:cNvSpPr/>
              <p:nvPr/>
            </p:nvSpPr>
            <p:spPr>
              <a:xfrm>
                <a:off x="2815525" y="4500075"/>
                <a:ext cx="125550" cy="329750"/>
              </a:xfrm>
              <a:custGeom>
                <a:rect b="b" l="l" r="r" t="t"/>
                <a:pathLst>
                  <a:path extrusionOk="0" h="13190" w="5022">
                    <a:moveTo>
                      <a:pt x="605" y="1484"/>
                    </a:moveTo>
                    <a:cubicBezTo>
                      <a:pt x="613" y="1517"/>
                      <a:pt x="630" y="1550"/>
                      <a:pt x="647" y="1583"/>
                    </a:cubicBezTo>
                    <a:cubicBezTo>
                      <a:pt x="647" y="1600"/>
                      <a:pt x="655" y="1617"/>
                      <a:pt x="663" y="1625"/>
                    </a:cubicBezTo>
                    <a:cubicBezTo>
                      <a:pt x="647" y="1625"/>
                      <a:pt x="630" y="1625"/>
                      <a:pt x="613" y="1633"/>
                    </a:cubicBezTo>
                    <a:cubicBezTo>
                      <a:pt x="605" y="1583"/>
                      <a:pt x="605" y="1534"/>
                      <a:pt x="605" y="1484"/>
                    </a:cubicBezTo>
                    <a:close/>
                    <a:moveTo>
                      <a:pt x="332" y="1575"/>
                    </a:moveTo>
                    <a:cubicBezTo>
                      <a:pt x="348" y="1633"/>
                      <a:pt x="373" y="1691"/>
                      <a:pt x="398" y="1749"/>
                    </a:cubicBezTo>
                    <a:cubicBezTo>
                      <a:pt x="406" y="1766"/>
                      <a:pt x="415" y="1791"/>
                      <a:pt x="423" y="1807"/>
                    </a:cubicBezTo>
                    <a:cubicBezTo>
                      <a:pt x="415" y="1815"/>
                      <a:pt x="415" y="1824"/>
                      <a:pt x="406" y="1832"/>
                    </a:cubicBezTo>
                    <a:cubicBezTo>
                      <a:pt x="406" y="1840"/>
                      <a:pt x="398" y="1857"/>
                      <a:pt x="390" y="1873"/>
                    </a:cubicBezTo>
                    <a:cubicBezTo>
                      <a:pt x="373" y="1832"/>
                      <a:pt x="357" y="1782"/>
                      <a:pt x="348" y="1741"/>
                    </a:cubicBezTo>
                    <a:cubicBezTo>
                      <a:pt x="348" y="1733"/>
                      <a:pt x="348" y="1733"/>
                      <a:pt x="348" y="1724"/>
                    </a:cubicBezTo>
                    <a:cubicBezTo>
                      <a:pt x="340" y="1675"/>
                      <a:pt x="332" y="1625"/>
                      <a:pt x="332" y="1575"/>
                    </a:cubicBezTo>
                    <a:close/>
                    <a:moveTo>
                      <a:pt x="2776" y="1948"/>
                    </a:moveTo>
                    <a:cubicBezTo>
                      <a:pt x="2776" y="1973"/>
                      <a:pt x="2768" y="1989"/>
                      <a:pt x="2759" y="2006"/>
                    </a:cubicBezTo>
                    <a:cubicBezTo>
                      <a:pt x="2735" y="2031"/>
                      <a:pt x="2710" y="2056"/>
                      <a:pt x="2685" y="2072"/>
                    </a:cubicBezTo>
                    <a:cubicBezTo>
                      <a:pt x="2718" y="2031"/>
                      <a:pt x="2751" y="1989"/>
                      <a:pt x="2776" y="1948"/>
                    </a:cubicBezTo>
                    <a:close/>
                    <a:moveTo>
                      <a:pt x="1392" y="2263"/>
                    </a:moveTo>
                    <a:lnTo>
                      <a:pt x="1392" y="2263"/>
                    </a:lnTo>
                    <a:cubicBezTo>
                      <a:pt x="1475" y="2321"/>
                      <a:pt x="1566" y="2379"/>
                      <a:pt x="1666" y="2428"/>
                    </a:cubicBezTo>
                    <a:cubicBezTo>
                      <a:pt x="1691" y="2437"/>
                      <a:pt x="1707" y="2453"/>
                      <a:pt x="1732" y="2470"/>
                    </a:cubicBezTo>
                    <a:lnTo>
                      <a:pt x="1715" y="2478"/>
                    </a:lnTo>
                    <a:cubicBezTo>
                      <a:pt x="1599" y="2420"/>
                      <a:pt x="1492" y="2346"/>
                      <a:pt x="1392" y="2263"/>
                    </a:cubicBezTo>
                    <a:close/>
                    <a:moveTo>
                      <a:pt x="1757" y="2718"/>
                    </a:moveTo>
                    <a:cubicBezTo>
                      <a:pt x="1840" y="2743"/>
                      <a:pt x="1931" y="2760"/>
                      <a:pt x="2022" y="2760"/>
                    </a:cubicBezTo>
                    <a:cubicBezTo>
                      <a:pt x="2005" y="2768"/>
                      <a:pt x="1997" y="2768"/>
                      <a:pt x="1981" y="2768"/>
                    </a:cubicBezTo>
                    <a:cubicBezTo>
                      <a:pt x="1954" y="2773"/>
                      <a:pt x="1928" y="2775"/>
                      <a:pt x="1902" y="2775"/>
                    </a:cubicBezTo>
                    <a:cubicBezTo>
                      <a:pt x="1833" y="2775"/>
                      <a:pt x="1768" y="2759"/>
                      <a:pt x="1707" y="2735"/>
                    </a:cubicBezTo>
                    <a:cubicBezTo>
                      <a:pt x="1724" y="2727"/>
                      <a:pt x="1740" y="2727"/>
                      <a:pt x="1757" y="2718"/>
                    </a:cubicBezTo>
                    <a:close/>
                    <a:moveTo>
                      <a:pt x="173" y="1"/>
                    </a:moveTo>
                    <a:cubicBezTo>
                      <a:pt x="151" y="1"/>
                      <a:pt x="128" y="15"/>
                      <a:pt x="133" y="42"/>
                    </a:cubicBezTo>
                    <a:cubicBezTo>
                      <a:pt x="158" y="258"/>
                      <a:pt x="158" y="465"/>
                      <a:pt x="166" y="680"/>
                    </a:cubicBezTo>
                    <a:cubicBezTo>
                      <a:pt x="152" y="673"/>
                      <a:pt x="136" y="669"/>
                      <a:pt x="122" y="669"/>
                    </a:cubicBezTo>
                    <a:cubicBezTo>
                      <a:pt x="85" y="669"/>
                      <a:pt x="51" y="691"/>
                      <a:pt x="34" y="738"/>
                    </a:cubicBezTo>
                    <a:cubicBezTo>
                      <a:pt x="0" y="821"/>
                      <a:pt x="34" y="937"/>
                      <a:pt x="50" y="1028"/>
                    </a:cubicBezTo>
                    <a:cubicBezTo>
                      <a:pt x="58" y="1128"/>
                      <a:pt x="75" y="1227"/>
                      <a:pt x="83" y="1318"/>
                    </a:cubicBezTo>
                    <a:lnTo>
                      <a:pt x="158" y="1931"/>
                    </a:lnTo>
                    <a:cubicBezTo>
                      <a:pt x="183" y="2105"/>
                      <a:pt x="183" y="2304"/>
                      <a:pt x="257" y="2470"/>
                    </a:cubicBezTo>
                    <a:cubicBezTo>
                      <a:pt x="299" y="2578"/>
                      <a:pt x="398" y="2669"/>
                      <a:pt x="506" y="2685"/>
                    </a:cubicBezTo>
                    <a:cubicBezTo>
                      <a:pt x="514" y="2884"/>
                      <a:pt x="497" y="3091"/>
                      <a:pt x="497" y="3290"/>
                    </a:cubicBezTo>
                    <a:cubicBezTo>
                      <a:pt x="506" y="3522"/>
                      <a:pt x="522" y="3754"/>
                      <a:pt x="547" y="3986"/>
                    </a:cubicBezTo>
                    <a:cubicBezTo>
                      <a:pt x="547" y="4003"/>
                      <a:pt x="555" y="4011"/>
                      <a:pt x="572" y="4019"/>
                    </a:cubicBezTo>
                    <a:cubicBezTo>
                      <a:pt x="580" y="4202"/>
                      <a:pt x="597" y="4384"/>
                      <a:pt x="613" y="4574"/>
                    </a:cubicBezTo>
                    <a:cubicBezTo>
                      <a:pt x="630" y="4840"/>
                      <a:pt x="638" y="5105"/>
                      <a:pt x="705" y="5362"/>
                    </a:cubicBezTo>
                    <a:cubicBezTo>
                      <a:pt x="771" y="5610"/>
                      <a:pt x="912" y="5826"/>
                      <a:pt x="1011" y="6058"/>
                    </a:cubicBezTo>
                    <a:cubicBezTo>
                      <a:pt x="1102" y="6290"/>
                      <a:pt x="1160" y="6530"/>
                      <a:pt x="1210" y="6778"/>
                    </a:cubicBezTo>
                    <a:cubicBezTo>
                      <a:pt x="1268" y="7027"/>
                      <a:pt x="1301" y="7284"/>
                      <a:pt x="1343" y="7532"/>
                    </a:cubicBezTo>
                    <a:cubicBezTo>
                      <a:pt x="1384" y="7806"/>
                      <a:pt x="1434" y="8079"/>
                      <a:pt x="1459" y="8344"/>
                    </a:cubicBezTo>
                    <a:cubicBezTo>
                      <a:pt x="1525" y="8891"/>
                      <a:pt x="1533" y="9438"/>
                      <a:pt x="1525" y="9985"/>
                    </a:cubicBezTo>
                    <a:cubicBezTo>
                      <a:pt x="1517" y="10532"/>
                      <a:pt x="1483" y="11070"/>
                      <a:pt x="1483" y="11617"/>
                    </a:cubicBezTo>
                    <a:cubicBezTo>
                      <a:pt x="1492" y="11841"/>
                      <a:pt x="1525" y="12073"/>
                      <a:pt x="1682" y="12238"/>
                    </a:cubicBezTo>
                    <a:cubicBezTo>
                      <a:pt x="1823" y="12388"/>
                      <a:pt x="2022" y="12462"/>
                      <a:pt x="2213" y="12520"/>
                    </a:cubicBezTo>
                    <a:cubicBezTo>
                      <a:pt x="2461" y="12586"/>
                      <a:pt x="2693" y="12661"/>
                      <a:pt x="2933" y="12752"/>
                    </a:cubicBezTo>
                    <a:cubicBezTo>
                      <a:pt x="3165" y="12843"/>
                      <a:pt x="3389" y="12959"/>
                      <a:pt x="3621" y="13059"/>
                    </a:cubicBezTo>
                    <a:cubicBezTo>
                      <a:pt x="3801" y="13135"/>
                      <a:pt x="4012" y="13189"/>
                      <a:pt x="4217" y="13189"/>
                    </a:cubicBezTo>
                    <a:cubicBezTo>
                      <a:pt x="4437" y="13189"/>
                      <a:pt x="4651" y="13127"/>
                      <a:pt x="4814" y="12959"/>
                    </a:cubicBezTo>
                    <a:cubicBezTo>
                      <a:pt x="4963" y="12802"/>
                      <a:pt x="5021" y="12586"/>
                      <a:pt x="4988" y="12371"/>
                    </a:cubicBezTo>
                    <a:cubicBezTo>
                      <a:pt x="4955" y="12139"/>
                      <a:pt x="4831" y="11932"/>
                      <a:pt x="4690" y="11750"/>
                    </a:cubicBezTo>
                    <a:cubicBezTo>
                      <a:pt x="4533" y="11567"/>
                      <a:pt x="4367" y="11402"/>
                      <a:pt x="4234" y="11195"/>
                    </a:cubicBezTo>
                    <a:cubicBezTo>
                      <a:pt x="4093" y="10996"/>
                      <a:pt x="4002" y="10780"/>
                      <a:pt x="3903" y="10557"/>
                    </a:cubicBezTo>
                    <a:cubicBezTo>
                      <a:pt x="3886" y="10523"/>
                      <a:pt x="3870" y="10490"/>
                      <a:pt x="3853" y="10457"/>
                    </a:cubicBezTo>
                    <a:cubicBezTo>
                      <a:pt x="3895" y="10449"/>
                      <a:pt x="3919" y="10424"/>
                      <a:pt x="3919" y="10383"/>
                    </a:cubicBezTo>
                    <a:cubicBezTo>
                      <a:pt x="3861" y="9778"/>
                      <a:pt x="3770" y="9173"/>
                      <a:pt x="3654" y="8576"/>
                    </a:cubicBezTo>
                    <a:cubicBezTo>
                      <a:pt x="3605" y="8286"/>
                      <a:pt x="3538" y="7996"/>
                      <a:pt x="3497" y="7706"/>
                    </a:cubicBezTo>
                    <a:cubicBezTo>
                      <a:pt x="3455" y="7408"/>
                      <a:pt x="3472" y="7110"/>
                      <a:pt x="3513" y="6812"/>
                    </a:cubicBezTo>
                    <a:cubicBezTo>
                      <a:pt x="3555" y="6522"/>
                      <a:pt x="3596" y="6240"/>
                      <a:pt x="3613" y="5950"/>
                    </a:cubicBezTo>
                    <a:cubicBezTo>
                      <a:pt x="3629" y="5643"/>
                      <a:pt x="3613" y="5345"/>
                      <a:pt x="3605" y="5038"/>
                    </a:cubicBezTo>
                    <a:cubicBezTo>
                      <a:pt x="3588" y="4417"/>
                      <a:pt x="3555" y="3804"/>
                      <a:pt x="3513" y="3191"/>
                    </a:cubicBezTo>
                    <a:cubicBezTo>
                      <a:pt x="3489" y="2851"/>
                      <a:pt x="3464" y="2503"/>
                      <a:pt x="3439" y="2155"/>
                    </a:cubicBezTo>
                    <a:cubicBezTo>
                      <a:pt x="3431" y="2064"/>
                      <a:pt x="3431" y="1965"/>
                      <a:pt x="3422" y="1865"/>
                    </a:cubicBezTo>
                    <a:cubicBezTo>
                      <a:pt x="3439" y="1774"/>
                      <a:pt x="3447" y="1675"/>
                      <a:pt x="3464" y="1575"/>
                    </a:cubicBezTo>
                    <a:cubicBezTo>
                      <a:pt x="3489" y="1360"/>
                      <a:pt x="3497" y="1153"/>
                      <a:pt x="3513" y="945"/>
                    </a:cubicBezTo>
                    <a:cubicBezTo>
                      <a:pt x="3513" y="829"/>
                      <a:pt x="3522" y="722"/>
                      <a:pt x="3530" y="606"/>
                    </a:cubicBezTo>
                    <a:cubicBezTo>
                      <a:pt x="3530" y="515"/>
                      <a:pt x="3555" y="374"/>
                      <a:pt x="3505" y="299"/>
                    </a:cubicBezTo>
                    <a:cubicBezTo>
                      <a:pt x="3495" y="285"/>
                      <a:pt x="3480" y="276"/>
                      <a:pt x="3466" y="276"/>
                    </a:cubicBezTo>
                    <a:cubicBezTo>
                      <a:pt x="3456" y="276"/>
                      <a:pt x="3446" y="280"/>
                      <a:pt x="3439" y="291"/>
                    </a:cubicBezTo>
                    <a:cubicBezTo>
                      <a:pt x="3381" y="357"/>
                      <a:pt x="3389" y="481"/>
                      <a:pt x="3381" y="564"/>
                    </a:cubicBezTo>
                    <a:cubicBezTo>
                      <a:pt x="3373" y="672"/>
                      <a:pt x="3364" y="780"/>
                      <a:pt x="3356" y="887"/>
                    </a:cubicBezTo>
                    <a:cubicBezTo>
                      <a:pt x="3348" y="970"/>
                      <a:pt x="3348" y="1053"/>
                      <a:pt x="3339" y="1136"/>
                    </a:cubicBezTo>
                    <a:cubicBezTo>
                      <a:pt x="3339" y="1020"/>
                      <a:pt x="3331" y="904"/>
                      <a:pt x="3306" y="788"/>
                    </a:cubicBezTo>
                    <a:cubicBezTo>
                      <a:pt x="3299" y="756"/>
                      <a:pt x="3275" y="742"/>
                      <a:pt x="3250" y="742"/>
                    </a:cubicBezTo>
                    <a:cubicBezTo>
                      <a:pt x="3217" y="742"/>
                      <a:pt x="3182" y="767"/>
                      <a:pt x="3182" y="805"/>
                    </a:cubicBezTo>
                    <a:cubicBezTo>
                      <a:pt x="3174" y="1045"/>
                      <a:pt x="3124" y="1293"/>
                      <a:pt x="3033" y="1525"/>
                    </a:cubicBezTo>
                    <a:cubicBezTo>
                      <a:pt x="3041" y="1484"/>
                      <a:pt x="3041" y="1451"/>
                      <a:pt x="3041" y="1409"/>
                    </a:cubicBezTo>
                    <a:cubicBezTo>
                      <a:pt x="3041" y="1376"/>
                      <a:pt x="3049" y="1335"/>
                      <a:pt x="3049" y="1302"/>
                    </a:cubicBezTo>
                    <a:cubicBezTo>
                      <a:pt x="3074" y="1153"/>
                      <a:pt x="3074" y="1003"/>
                      <a:pt x="3033" y="879"/>
                    </a:cubicBezTo>
                    <a:cubicBezTo>
                      <a:pt x="3025" y="854"/>
                      <a:pt x="3000" y="838"/>
                      <a:pt x="2975" y="838"/>
                    </a:cubicBezTo>
                    <a:cubicBezTo>
                      <a:pt x="2963" y="811"/>
                      <a:pt x="2941" y="798"/>
                      <a:pt x="2920" y="798"/>
                    </a:cubicBezTo>
                    <a:cubicBezTo>
                      <a:pt x="2897" y="798"/>
                      <a:pt x="2875" y="815"/>
                      <a:pt x="2875" y="846"/>
                    </a:cubicBezTo>
                    <a:cubicBezTo>
                      <a:pt x="2867" y="970"/>
                      <a:pt x="2867" y="1103"/>
                      <a:pt x="2867" y="1227"/>
                    </a:cubicBezTo>
                    <a:cubicBezTo>
                      <a:pt x="2851" y="1302"/>
                      <a:pt x="2834" y="1376"/>
                      <a:pt x="2809" y="1443"/>
                    </a:cubicBezTo>
                    <a:cubicBezTo>
                      <a:pt x="2743" y="1633"/>
                      <a:pt x="2635" y="1807"/>
                      <a:pt x="2511" y="1956"/>
                    </a:cubicBezTo>
                    <a:cubicBezTo>
                      <a:pt x="2387" y="2105"/>
                      <a:pt x="2237" y="2230"/>
                      <a:pt x="2080" y="2329"/>
                    </a:cubicBezTo>
                    <a:cubicBezTo>
                      <a:pt x="2047" y="2329"/>
                      <a:pt x="2005" y="2321"/>
                      <a:pt x="1972" y="2312"/>
                    </a:cubicBezTo>
                    <a:cubicBezTo>
                      <a:pt x="1914" y="2296"/>
                      <a:pt x="1865" y="2279"/>
                      <a:pt x="1807" y="2254"/>
                    </a:cubicBezTo>
                    <a:cubicBezTo>
                      <a:pt x="1666" y="2163"/>
                      <a:pt x="1517" y="2064"/>
                      <a:pt x="1376" y="1956"/>
                    </a:cubicBezTo>
                    <a:cubicBezTo>
                      <a:pt x="1251" y="1865"/>
                      <a:pt x="1127" y="1766"/>
                      <a:pt x="1003" y="1666"/>
                    </a:cubicBezTo>
                    <a:cubicBezTo>
                      <a:pt x="937" y="1608"/>
                      <a:pt x="862" y="1542"/>
                      <a:pt x="829" y="1459"/>
                    </a:cubicBezTo>
                    <a:cubicBezTo>
                      <a:pt x="812" y="1426"/>
                      <a:pt x="804" y="1393"/>
                      <a:pt x="796" y="1360"/>
                    </a:cubicBezTo>
                    <a:cubicBezTo>
                      <a:pt x="787" y="1343"/>
                      <a:pt x="787" y="1335"/>
                      <a:pt x="779" y="1327"/>
                    </a:cubicBezTo>
                    <a:cubicBezTo>
                      <a:pt x="779" y="1318"/>
                      <a:pt x="779" y="1302"/>
                      <a:pt x="779" y="1293"/>
                    </a:cubicBezTo>
                    <a:cubicBezTo>
                      <a:pt x="775" y="1280"/>
                      <a:pt x="765" y="1274"/>
                      <a:pt x="756" y="1274"/>
                    </a:cubicBezTo>
                    <a:cubicBezTo>
                      <a:pt x="749" y="1274"/>
                      <a:pt x="741" y="1278"/>
                      <a:pt x="738" y="1285"/>
                    </a:cubicBezTo>
                    <a:cubicBezTo>
                      <a:pt x="727" y="1282"/>
                      <a:pt x="716" y="1280"/>
                      <a:pt x="705" y="1280"/>
                    </a:cubicBezTo>
                    <a:cubicBezTo>
                      <a:pt x="662" y="1280"/>
                      <a:pt x="617" y="1304"/>
                      <a:pt x="597" y="1343"/>
                    </a:cubicBezTo>
                    <a:cubicBezTo>
                      <a:pt x="597" y="1244"/>
                      <a:pt x="597" y="1144"/>
                      <a:pt x="597" y="1045"/>
                    </a:cubicBezTo>
                    <a:cubicBezTo>
                      <a:pt x="597" y="904"/>
                      <a:pt x="605" y="755"/>
                      <a:pt x="605" y="606"/>
                    </a:cubicBezTo>
                    <a:cubicBezTo>
                      <a:pt x="605" y="531"/>
                      <a:pt x="613" y="457"/>
                      <a:pt x="613" y="382"/>
                    </a:cubicBezTo>
                    <a:cubicBezTo>
                      <a:pt x="605" y="316"/>
                      <a:pt x="613" y="241"/>
                      <a:pt x="572" y="183"/>
                    </a:cubicBezTo>
                    <a:cubicBezTo>
                      <a:pt x="564" y="168"/>
                      <a:pt x="551" y="161"/>
                      <a:pt x="538" y="161"/>
                    </a:cubicBezTo>
                    <a:cubicBezTo>
                      <a:pt x="522" y="161"/>
                      <a:pt x="506" y="170"/>
                      <a:pt x="497" y="183"/>
                    </a:cubicBezTo>
                    <a:cubicBezTo>
                      <a:pt x="456" y="241"/>
                      <a:pt x="448" y="316"/>
                      <a:pt x="439" y="382"/>
                    </a:cubicBezTo>
                    <a:cubicBezTo>
                      <a:pt x="431" y="457"/>
                      <a:pt x="423" y="531"/>
                      <a:pt x="423" y="606"/>
                    </a:cubicBezTo>
                    <a:cubicBezTo>
                      <a:pt x="406" y="755"/>
                      <a:pt x="406" y="912"/>
                      <a:pt x="415" y="1061"/>
                    </a:cubicBezTo>
                    <a:cubicBezTo>
                      <a:pt x="398" y="995"/>
                      <a:pt x="381" y="921"/>
                      <a:pt x="365" y="846"/>
                    </a:cubicBezTo>
                    <a:cubicBezTo>
                      <a:pt x="315" y="573"/>
                      <a:pt x="265" y="299"/>
                      <a:pt x="216" y="34"/>
                    </a:cubicBezTo>
                    <a:cubicBezTo>
                      <a:pt x="212" y="11"/>
                      <a:pt x="193" y="1"/>
                      <a:pt x="1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10"/>
              <p:cNvSpPr/>
              <p:nvPr/>
            </p:nvSpPr>
            <p:spPr>
              <a:xfrm>
                <a:off x="2887600" y="4502250"/>
                <a:ext cx="2300" cy="8425"/>
              </a:xfrm>
              <a:custGeom>
                <a:rect b="b" l="l" r="r" t="t"/>
                <a:pathLst>
                  <a:path extrusionOk="0" h="337" w="92">
                    <a:moveTo>
                      <a:pt x="46" y="1"/>
                    </a:moveTo>
                    <a:cubicBezTo>
                      <a:pt x="38" y="1"/>
                      <a:pt x="30" y="5"/>
                      <a:pt x="26" y="13"/>
                    </a:cubicBezTo>
                    <a:cubicBezTo>
                      <a:pt x="17" y="22"/>
                      <a:pt x="17" y="30"/>
                      <a:pt x="9" y="46"/>
                    </a:cubicBezTo>
                    <a:cubicBezTo>
                      <a:pt x="9" y="55"/>
                      <a:pt x="9" y="71"/>
                      <a:pt x="9" y="80"/>
                    </a:cubicBezTo>
                    <a:cubicBezTo>
                      <a:pt x="9" y="104"/>
                      <a:pt x="1" y="129"/>
                      <a:pt x="1" y="154"/>
                    </a:cubicBezTo>
                    <a:lnTo>
                      <a:pt x="1" y="295"/>
                    </a:lnTo>
                    <a:cubicBezTo>
                      <a:pt x="1" y="312"/>
                      <a:pt x="26" y="336"/>
                      <a:pt x="50" y="336"/>
                    </a:cubicBezTo>
                    <a:cubicBezTo>
                      <a:pt x="75" y="336"/>
                      <a:pt x="92" y="320"/>
                      <a:pt x="92" y="295"/>
                    </a:cubicBezTo>
                    <a:lnTo>
                      <a:pt x="92" y="154"/>
                    </a:lnTo>
                    <a:cubicBezTo>
                      <a:pt x="92" y="129"/>
                      <a:pt x="92" y="104"/>
                      <a:pt x="84" y="88"/>
                    </a:cubicBezTo>
                    <a:cubicBezTo>
                      <a:pt x="84" y="71"/>
                      <a:pt x="84" y="63"/>
                      <a:pt x="84" y="46"/>
                    </a:cubicBezTo>
                    <a:cubicBezTo>
                      <a:pt x="84" y="30"/>
                      <a:pt x="75" y="22"/>
                      <a:pt x="67" y="13"/>
                    </a:cubicBezTo>
                    <a:cubicBezTo>
                      <a:pt x="63" y="5"/>
                      <a:pt x="55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8" name="Google Shape;4128;p10"/>
              <p:cNvSpPr/>
              <p:nvPr/>
            </p:nvSpPr>
            <p:spPr>
              <a:xfrm>
                <a:off x="2873925" y="4533050"/>
                <a:ext cx="2725" cy="10775"/>
              </a:xfrm>
              <a:custGeom>
                <a:rect b="b" l="l" r="r" t="t"/>
                <a:pathLst>
                  <a:path extrusionOk="0" h="431" w="109">
                    <a:moveTo>
                      <a:pt x="81" y="1"/>
                    </a:moveTo>
                    <a:cubicBezTo>
                      <a:pt x="72" y="1"/>
                      <a:pt x="62" y="5"/>
                      <a:pt x="59" y="16"/>
                    </a:cubicBezTo>
                    <a:cubicBezTo>
                      <a:pt x="42" y="82"/>
                      <a:pt x="42" y="140"/>
                      <a:pt x="26" y="206"/>
                    </a:cubicBezTo>
                    <a:cubicBezTo>
                      <a:pt x="17" y="264"/>
                      <a:pt x="9" y="331"/>
                      <a:pt x="1" y="397"/>
                    </a:cubicBezTo>
                    <a:cubicBezTo>
                      <a:pt x="1" y="414"/>
                      <a:pt x="26" y="430"/>
                      <a:pt x="42" y="430"/>
                    </a:cubicBezTo>
                    <a:cubicBezTo>
                      <a:pt x="67" y="430"/>
                      <a:pt x="75" y="414"/>
                      <a:pt x="84" y="397"/>
                    </a:cubicBezTo>
                    <a:cubicBezTo>
                      <a:pt x="84" y="331"/>
                      <a:pt x="100" y="273"/>
                      <a:pt x="100" y="206"/>
                    </a:cubicBezTo>
                    <a:cubicBezTo>
                      <a:pt x="100" y="148"/>
                      <a:pt x="109" y="82"/>
                      <a:pt x="109" y="24"/>
                    </a:cubicBezTo>
                    <a:cubicBezTo>
                      <a:pt x="109" y="10"/>
                      <a:pt x="95" y="1"/>
                      <a:pt x="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9" name="Google Shape;4129;p10"/>
              <p:cNvSpPr/>
              <p:nvPr/>
            </p:nvSpPr>
            <p:spPr>
              <a:xfrm>
                <a:off x="2843475" y="4525250"/>
                <a:ext cx="3775" cy="9275"/>
              </a:xfrm>
              <a:custGeom>
                <a:rect b="b" l="l" r="r" t="t"/>
                <a:pathLst>
                  <a:path extrusionOk="0" h="371" w="151">
                    <a:moveTo>
                      <a:pt x="33" y="1"/>
                    </a:moveTo>
                    <a:cubicBezTo>
                      <a:pt x="18" y="1"/>
                      <a:pt x="1" y="13"/>
                      <a:pt x="1" y="30"/>
                    </a:cubicBezTo>
                    <a:cubicBezTo>
                      <a:pt x="1" y="54"/>
                      <a:pt x="1" y="79"/>
                      <a:pt x="1" y="96"/>
                    </a:cubicBezTo>
                    <a:cubicBezTo>
                      <a:pt x="1" y="112"/>
                      <a:pt x="9" y="129"/>
                      <a:pt x="9" y="137"/>
                    </a:cubicBezTo>
                    <a:lnTo>
                      <a:pt x="9" y="137"/>
                    </a:lnTo>
                    <a:cubicBezTo>
                      <a:pt x="9" y="136"/>
                      <a:pt x="9" y="135"/>
                      <a:pt x="8" y="135"/>
                    </a:cubicBezTo>
                    <a:cubicBezTo>
                      <a:pt x="6" y="135"/>
                      <a:pt x="1" y="146"/>
                      <a:pt x="1" y="146"/>
                    </a:cubicBezTo>
                    <a:cubicBezTo>
                      <a:pt x="1" y="162"/>
                      <a:pt x="1" y="170"/>
                      <a:pt x="9" y="179"/>
                    </a:cubicBezTo>
                    <a:lnTo>
                      <a:pt x="34" y="328"/>
                    </a:lnTo>
                    <a:cubicBezTo>
                      <a:pt x="41" y="349"/>
                      <a:pt x="67" y="371"/>
                      <a:pt x="95" y="371"/>
                    </a:cubicBezTo>
                    <a:cubicBezTo>
                      <a:pt x="100" y="371"/>
                      <a:pt x="104" y="370"/>
                      <a:pt x="109" y="369"/>
                    </a:cubicBezTo>
                    <a:cubicBezTo>
                      <a:pt x="133" y="353"/>
                      <a:pt x="150" y="328"/>
                      <a:pt x="142" y="295"/>
                    </a:cubicBezTo>
                    <a:lnTo>
                      <a:pt x="142" y="295"/>
                    </a:lnTo>
                    <a:lnTo>
                      <a:pt x="142" y="303"/>
                    </a:lnTo>
                    <a:lnTo>
                      <a:pt x="125" y="212"/>
                    </a:lnTo>
                    <a:cubicBezTo>
                      <a:pt x="125" y="195"/>
                      <a:pt x="117" y="179"/>
                      <a:pt x="117" y="162"/>
                    </a:cubicBezTo>
                    <a:cubicBezTo>
                      <a:pt x="117" y="154"/>
                      <a:pt x="117" y="146"/>
                      <a:pt x="109" y="137"/>
                    </a:cubicBezTo>
                    <a:cubicBezTo>
                      <a:pt x="109" y="129"/>
                      <a:pt x="100" y="121"/>
                      <a:pt x="92" y="121"/>
                    </a:cubicBezTo>
                    <a:cubicBezTo>
                      <a:pt x="92" y="104"/>
                      <a:pt x="84" y="88"/>
                      <a:pt x="75" y="71"/>
                    </a:cubicBezTo>
                    <a:cubicBezTo>
                      <a:pt x="75" y="54"/>
                      <a:pt x="59" y="30"/>
                      <a:pt x="51" y="13"/>
                    </a:cubicBezTo>
                    <a:cubicBezTo>
                      <a:pt x="48" y="4"/>
                      <a:pt x="41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0" name="Google Shape;4130;p10"/>
              <p:cNvSpPr/>
              <p:nvPr/>
            </p:nvSpPr>
            <p:spPr>
              <a:xfrm>
                <a:off x="2898800" y="4485750"/>
                <a:ext cx="2500" cy="18925"/>
              </a:xfrm>
              <a:custGeom>
                <a:rect b="b" l="l" r="r" t="t"/>
                <a:pathLst>
                  <a:path extrusionOk="0" h="757" w="100">
                    <a:moveTo>
                      <a:pt x="53" y="0"/>
                    </a:moveTo>
                    <a:cubicBezTo>
                      <a:pt x="42" y="0"/>
                      <a:pt x="29" y="6"/>
                      <a:pt x="25" y="19"/>
                    </a:cubicBezTo>
                    <a:cubicBezTo>
                      <a:pt x="8" y="77"/>
                      <a:pt x="8" y="135"/>
                      <a:pt x="8" y="184"/>
                    </a:cubicBezTo>
                    <a:cubicBezTo>
                      <a:pt x="0" y="242"/>
                      <a:pt x="0" y="300"/>
                      <a:pt x="0" y="358"/>
                    </a:cubicBezTo>
                    <a:cubicBezTo>
                      <a:pt x="0" y="474"/>
                      <a:pt x="0" y="590"/>
                      <a:pt x="0" y="706"/>
                    </a:cubicBezTo>
                    <a:cubicBezTo>
                      <a:pt x="0" y="740"/>
                      <a:pt x="25" y="756"/>
                      <a:pt x="50" y="756"/>
                    </a:cubicBezTo>
                    <a:cubicBezTo>
                      <a:pt x="75" y="756"/>
                      <a:pt x="100" y="740"/>
                      <a:pt x="100" y="706"/>
                    </a:cubicBezTo>
                    <a:cubicBezTo>
                      <a:pt x="100" y="590"/>
                      <a:pt x="100" y="474"/>
                      <a:pt x="100" y="358"/>
                    </a:cubicBezTo>
                    <a:cubicBezTo>
                      <a:pt x="100" y="300"/>
                      <a:pt x="100" y="242"/>
                      <a:pt x="100" y="184"/>
                    </a:cubicBezTo>
                    <a:cubicBezTo>
                      <a:pt x="91" y="135"/>
                      <a:pt x="91" y="77"/>
                      <a:pt x="75" y="19"/>
                    </a:cubicBezTo>
                    <a:cubicBezTo>
                      <a:pt x="75" y="6"/>
                      <a:pt x="64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1" name="Google Shape;4131;p10"/>
              <p:cNvSpPr/>
              <p:nvPr/>
            </p:nvSpPr>
            <p:spPr>
              <a:xfrm>
                <a:off x="2792950" y="4657075"/>
                <a:ext cx="64650" cy="107975"/>
              </a:xfrm>
              <a:custGeom>
                <a:rect b="b" l="l" r="r" t="t"/>
                <a:pathLst>
                  <a:path extrusionOk="0" h="4319" w="2586">
                    <a:moveTo>
                      <a:pt x="2006" y="1"/>
                    </a:moveTo>
                    <a:cubicBezTo>
                      <a:pt x="1945" y="1"/>
                      <a:pt x="1879" y="54"/>
                      <a:pt x="1889" y="134"/>
                    </a:cubicBezTo>
                    <a:cubicBezTo>
                      <a:pt x="1898" y="200"/>
                      <a:pt x="1914" y="266"/>
                      <a:pt x="1922" y="333"/>
                    </a:cubicBezTo>
                    <a:cubicBezTo>
                      <a:pt x="1906" y="391"/>
                      <a:pt x="1889" y="449"/>
                      <a:pt x="1873" y="498"/>
                    </a:cubicBezTo>
                    <a:cubicBezTo>
                      <a:pt x="1815" y="648"/>
                      <a:pt x="1724" y="788"/>
                      <a:pt x="1608" y="896"/>
                    </a:cubicBezTo>
                    <a:cubicBezTo>
                      <a:pt x="1492" y="1020"/>
                      <a:pt x="1326" y="1078"/>
                      <a:pt x="1218" y="1211"/>
                    </a:cubicBezTo>
                    <a:cubicBezTo>
                      <a:pt x="1119" y="1335"/>
                      <a:pt x="1086" y="1501"/>
                      <a:pt x="986" y="1625"/>
                    </a:cubicBezTo>
                    <a:cubicBezTo>
                      <a:pt x="787" y="1874"/>
                      <a:pt x="506" y="2039"/>
                      <a:pt x="315" y="2288"/>
                    </a:cubicBezTo>
                    <a:cubicBezTo>
                      <a:pt x="100" y="2570"/>
                      <a:pt x="0" y="2926"/>
                      <a:pt x="58" y="3274"/>
                    </a:cubicBezTo>
                    <a:cubicBezTo>
                      <a:pt x="116" y="3589"/>
                      <a:pt x="315" y="3879"/>
                      <a:pt x="597" y="4028"/>
                    </a:cubicBezTo>
                    <a:cubicBezTo>
                      <a:pt x="920" y="4202"/>
                      <a:pt x="1293" y="4169"/>
                      <a:pt x="1641" y="4227"/>
                    </a:cubicBezTo>
                    <a:cubicBezTo>
                      <a:pt x="1779" y="4247"/>
                      <a:pt x="1927" y="4318"/>
                      <a:pt x="2069" y="4318"/>
                    </a:cubicBezTo>
                    <a:cubicBezTo>
                      <a:pt x="2107" y="4318"/>
                      <a:pt x="2143" y="4313"/>
                      <a:pt x="2179" y="4301"/>
                    </a:cubicBezTo>
                    <a:cubicBezTo>
                      <a:pt x="2320" y="4252"/>
                      <a:pt x="2411" y="4111"/>
                      <a:pt x="2461" y="3970"/>
                    </a:cubicBezTo>
                    <a:cubicBezTo>
                      <a:pt x="2527" y="3796"/>
                      <a:pt x="2552" y="3605"/>
                      <a:pt x="2569" y="3423"/>
                    </a:cubicBezTo>
                    <a:cubicBezTo>
                      <a:pt x="2585" y="3224"/>
                      <a:pt x="2577" y="3025"/>
                      <a:pt x="2569" y="2835"/>
                    </a:cubicBezTo>
                    <a:cubicBezTo>
                      <a:pt x="2536" y="2379"/>
                      <a:pt x="2444" y="1932"/>
                      <a:pt x="2362" y="1493"/>
                    </a:cubicBezTo>
                    <a:cubicBezTo>
                      <a:pt x="2270" y="1020"/>
                      <a:pt x="2196" y="540"/>
                      <a:pt x="2096" y="76"/>
                    </a:cubicBezTo>
                    <a:cubicBezTo>
                      <a:pt x="2083" y="23"/>
                      <a:pt x="2046" y="1"/>
                      <a:pt x="2006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2" name="Google Shape;4132;p10"/>
              <p:cNvSpPr/>
              <p:nvPr/>
            </p:nvSpPr>
            <p:spPr>
              <a:xfrm>
                <a:off x="2900750" y="4670300"/>
                <a:ext cx="61250" cy="109825"/>
              </a:xfrm>
              <a:custGeom>
                <a:rect b="b" l="l" r="r" t="t"/>
                <a:pathLst>
                  <a:path extrusionOk="0" h="4393" w="2450">
                    <a:moveTo>
                      <a:pt x="1140" y="0"/>
                    </a:moveTo>
                    <a:cubicBezTo>
                      <a:pt x="1116" y="0"/>
                      <a:pt x="1092" y="9"/>
                      <a:pt x="1074" y="27"/>
                    </a:cubicBezTo>
                    <a:cubicBezTo>
                      <a:pt x="908" y="201"/>
                      <a:pt x="734" y="375"/>
                      <a:pt x="552" y="524"/>
                    </a:cubicBezTo>
                    <a:cubicBezTo>
                      <a:pt x="512" y="559"/>
                      <a:pt x="475" y="574"/>
                      <a:pt x="443" y="574"/>
                    </a:cubicBezTo>
                    <a:cubicBezTo>
                      <a:pt x="323" y="574"/>
                      <a:pt x="257" y="369"/>
                      <a:pt x="237" y="251"/>
                    </a:cubicBezTo>
                    <a:cubicBezTo>
                      <a:pt x="222" y="196"/>
                      <a:pt x="173" y="170"/>
                      <a:pt x="124" y="170"/>
                    </a:cubicBezTo>
                    <a:cubicBezTo>
                      <a:pt x="62" y="170"/>
                      <a:pt x="0" y="211"/>
                      <a:pt x="5" y="284"/>
                    </a:cubicBezTo>
                    <a:cubicBezTo>
                      <a:pt x="13" y="566"/>
                      <a:pt x="30" y="848"/>
                      <a:pt x="55" y="1129"/>
                    </a:cubicBezTo>
                    <a:cubicBezTo>
                      <a:pt x="71" y="1320"/>
                      <a:pt x="80" y="1519"/>
                      <a:pt x="121" y="1709"/>
                    </a:cubicBezTo>
                    <a:cubicBezTo>
                      <a:pt x="129" y="1792"/>
                      <a:pt x="129" y="1867"/>
                      <a:pt x="138" y="1950"/>
                    </a:cubicBezTo>
                    <a:cubicBezTo>
                      <a:pt x="179" y="2347"/>
                      <a:pt x="229" y="2745"/>
                      <a:pt x="278" y="3143"/>
                    </a:cubicBezTo>
                    <a:cubicBezTo>
                      <a:pt x="295" y="3325"/>
                      <a:pt x="312" y="3507"/>
                      <a:pt x="345" y="3690"/>
                    </a:cubicBezTo>
                    <a:cubicBezTo>
                      <a:pt x="370" y="3830"/>
                      <a:pt x="411" y="3971"/>
                      <a:pt x="502" y="4087"/>
                    </a:cubicBezTo>
                    <a:cubicBezTo>
                      <a:pt x="602" y="4212"/>
                      <a:pt x="751" y="4270"/>
                      <a:pt x="908" y="4303"/>
                    </a:cubicBezTo>
                    <a:cubicBezTo>
                      <a:pt x="1090" y="4344"/>
                      <a:pt x="1273" y="4369"/>
                      <a:pt x="1463" y="4386"/>
                    </a:cubicBezTo>
                    <a:cubicBezTo>
                      <a:pt x="1529" y="4389"/>
                      <a:pt x="1600" y="4393"/>
                      <a:pt x="1672" y="4393"/>
                    </a:cubicBezTo>
                    <a:cubicBezTo>
                      <a:pt x="1933" y="4393"/>
                      <a:pt x="2206" y="4345"/>
                      <a:pt x="2317" y="4079"/>
                    </a:cubicBezTo>
                    <a:cubicBezTo>
                      <a:pt x="2383" y="3922"/>
                      <a:pt x="2408" y="3739"/>
                      <a:pt x="2424" y="3574"/>
                    </a:cubicBezTo>
                    <a:cubicBezTo>
                      <a:pt x="2449" y="3408"/>
                      <a:pt x="2433" y="3242"/>
                      <a:pt x="2358" y="3093"/>
                    </a:cubicBezTo>
                    <a:cubicBezTo>
                      <a:pt x="2201" y="2778"/>
                      <a:pt x="1828" y="2762"/>
                      <a:pt x="1530" y="2654"/>
                    </a:cubicBezTo>
                    <a:cubicBezTo>
                      <a:pt x="1231" y="2538"/>
                      <a:pt x="925" y="2356"/>
                      <a:pt x="701" y="2115"/>
                    </a:cubicBezTo>
                    <a:cubicBezTo>
                      <a:pt x="643" y="2057"/>
                      <a:pt x="602" y="1991"/>
                      <a:pt x="643" y="1908"/>
                    </a:cubicBezTo>
                    <a:cubicBezTo>
                      <a:pt x="684" y="1825"/>
                      <a:pt x="742" y="1751"/>
                      <a:pt x="776" y="1668"/>
                    </a:cubicBezTo>
                    <a:cubicBezTo>
                      <a:pt x="850" y="1502"/>
                      <a:pt x="883" y="1320"/>
                      <a:pt x="908" y="1138"/>
                    </a:cubicBezTo>
                    <a:cubicBezTo>
                      <a:pt x="941" y="964"/>
                      <a:pt x="974" y="790"/>
                      <a:pt x="1057" y="624"/>
                    </a:cubicBezTo>
                    <a:cubicBezTo>
                      <a:pt x="1140" y="458"/>
                      <a:pt x="1240" y="293"/>
                      <a:pt x="1240" y="94"/>
                    </a:cubicBezTo>
                    <a:cubicBezTo>
                      <a:pt x="1240" y="37"/>
                      <a:pt x="1190" y="0"/>
                      <a:pt x="1140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3" name="Google Shape;4133;p10"/>
              <p:cNvSpPr/>
              <p:nvPr/>
            </p:nvSpPr>
            <p:spPr>
              <a:xfrm>
                <a:off x="2769100" y="4647675"/>
                <a:ext cx="64050" cy="86375"/>
              </a:xfrm>
              <a:custGeom>
                <a:rect b="b" l="l" r="r" t="t"/>
                <a:pathLst>
                  <a:path extrusionOk="0" h="3455" w="2562">
                    <a:moveTo>
                      <a:pt x="2417" y="0"/>
                    </a:moveTo>
                    <a:cubicBezTo>
                      <a:pt x="2392" y="0"/>
                      <a:pt x="2367" y="13"/>
                      <a:pt x="2354" y="38"/>
                    </a:cubicBezTo>
                    <a:cubicBezTo>
                      <a:pt x="2272" y="170"/>
                      <a:pt x="2288" y="328"/>
                      <a:pt x="2272" y="477"/>
                    </a:cubicBezTo>
                    <a:cubicBezTo>
                      <a:pt x="2255" y="634"/>
                      <a:pt x="2238" y="783"/>
                      <a:pt x="2214" y="941"/>
                    </a:cubicBezTo>
                    <a:cubicBezTo>
                      <a:pt x="2172" y="1222"/>
                      <a:pt x="2114" y="1504"/>
                      <a:pt x="1990" y="1769"/>
                    </a:cubicBezTo>
                    <a:cubicBezTo>
                      <a:pt x="1775" y="2250"/>
                      <a:pt x="1377" y="2623"/>
                      <a:pt x="929" y="2888"/>
                    </a:cubicBezTo>
                    <a:cubicBezTo>
                      <a:pt x="664" y="3053"/>
                      <a:pt x="366" y="3203"/>
                      <a:pt x="76" y="3319"/>
                    </a:cubicBezTo>
                    <a:cubicBezTo>
                      <a:pt x="1" y="3349"/>
                      <a:pt x="14" y="3454"/>
                      <a:pt x="86" y="3454"/>
                    </a:cubicBezTo>
                    <a:cubicBezTo>
                      <a:pt x="93" y="3454"/>
                      <a:pt x="101" y="3453"/>
                      <a:pt x="109" y="3451"/>
                    </a:cubicBezTo>
                    <a:cubicBezTo>
                      <a:pt x="407" y="3368"/>
                      <a:pt x="681" y="3277"/>
                      <a:pt x="946" y="3128"/>
                    </a:cubicBezTo>
                    <a:cubicBezTo>
                      <a:pt x="1203" y="2987"/>
                      <a:pt x="1435" y="2821"/>
                      <a:pt x="1642" y="2623"/>
                    </a:cubicBezTo>
                    <a:cubicBezTo>
                      <a:pt x="1841" y="2432"/>
                      <a:pt x="2007" y="2217"/>
                      <a:pt x="2147" y="1985"/>
                    </a:cubicBezTo>
                    <a:cubicBezTo>
                      <a:pt x="2296" y="1711"/>
                      <a:pt x="2379" y="1413"/>
                      <a:pt x="2429" y="1115"/>
                    </a:cubicBezTo>
                    <a:cubicBezTo>
                      <a:pt x="2462" y="941"/>
                      <a:pt x="2479" y="758"/>
                      <a:pt x="2504" y="584"/>
                    </a:cubicBezTo>
                    <a:cubicBezTo>
                      <a:pt x="2520" y="402"/>
                      <a:pt x="2562" y="203"/>
                      <a:pt x="2479" y="38"/>
                    </a:cubicBezTo>
                    <a:cubicBezTo>
                      <a:pt x="2466" y="13"/>
                      <a:pt x="2441" y="0"/>
                      <a:pt x="24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4" name="Google Shape;4134;p10"/>
              <p:cNvSpPr/>
              <p:nvPr/>
            </p:nvSpPr>
            <p:spPr>
              <a:xfrm>
                <a:off x="2826975" y="4663800"/>
                <a:ext cx="12800" cy="27300"/>
              </a:xfrm>
              <a:custGeom>
                <a:rect b="b" l="l" r="r" t="t"/>
                <a:pathLst>
                  <a:path extrusionOk="0" h="1092" w="512">
                    <a:moveTo>
                      <a:pt x="426" y="1"/>
                    </a:moveTo>
                    <a:cubicBezTo>
                      <a:pt x="411" y="1"/>
                      <a:pt x="395" y="6"/>
                      <a:pt x="379" y="22"/>
                    </a:cubicBezTo>
                    <a:cubicBezTo>
                      <a:pt x="329" y="89"/>
                      <a:pt x="313" y="188"/>
                      <a:pt x="296" y="271"/>
                    </a:cubicBezTo>
                    <a:cubicBezTo>
                      <a:pt x="280" y="354"/>
                      <a:pt x="255" y="445"/>
                      <a:pt x="230" y="528"/>
                    </a:cubicBezTo>
                    <a:cubicBezTo>
                      <a:pt x="180" y="685"/>
                      <a:pt x="122" y="859"/>
                      <a:pt x="31" y="1000"/>
                    </a:cubicBezTo>
                    <a:cubicBezTo>
                      <a:pt x="0" y="1044"/>
                      <a:pt x="44" y="1092"/>
                      <a:pt x="89" y="1092"/>
                    </a:cubicBezTo>
                    <a:cubicBezTo>
                      <a:pt x="104" y="1092"/>
                      <a:pt x="118" y="1087"/>
                      <a:pt x="131" y="1074"/>
                    </a:cubicBezTo>
                    <a:cubicBezTo>
                      <a:pt x="189" y="1008"/>
                      <a:pt x="247" y="934"/>
                      <a:pt x="296" y="859"/>
                    </a:cubicBezTo>
                    <a:cubicBezTo>
                      <a:pt x="338" y="776"/>
                      <a:pt x="371" y="693"/>
                      <a:pt x="404" y="602"/>
                    </a:cubicBezTo>
                    <a:cubicBezTo>
                      <a:pt x="437" y="519"/>
                      <a:pt x="454" y="428"/>
                      <a:pt x="470" y="345"/>
                    </a:cubicBezTo>
                    <a:cubicBezTo>
                      <a:pt x="487" y="296"/>
                      <a:pt x="495" y="254"/>
                      <a:pt x="495" y="205"/>
                    </a:cubicBezTo>
                    <a:cubicBezTo>
                      <a:pt x="503" y="163"/>
                      <a:pt x="512" y="113"/>
                      <a:pt x="503" y="64"/>
                    </a:cubicBezTo>
                    <a:cubicBezTo>
                      <a:pt x="503" y="64"/>
                      <a:pt x="503" y="55"/>
                      <a:pt x="503" y="55"/>
                    </a:cubicBezTo>
                    <a:cubicBezTo>
                      <a:pt x="503" y="47"/>
                      <a:pt x="503" y="47"/>
                      <a:pt x="503" y="47"/>
                    </a:cubicBezTo>
                    <a:cubicBezTo>
                      <a:pt x="503" y="39"/>
                      <a:pt x="503" y="31"/>
                      <a:pt x="503" y="31"/>
                    </a:cubicBezTo>
                    <a:cubicBezTo>
                      <a:pt x="503" y="22"/>
                      <a:pt x="495" y="22"/>
                      <a:pt x="495" y="22"/>
                    </a:cubicBezTo>
                    <a:cubicBezTo>
                      <a:pt x="495" y="14"/>
                      <a:pt x="487" y="14"/>
                      <a:pt x="487" y="6"/>
                    </a:cubicBezTo>
                    <a:lnTo>
                      <a:pt x="454" y="6"/>
                    </a:lnTo>
                    <a:cubicBezTo>
                      <a:pt x="445" y="3"/>
                      <a:pt x="436" y="1"/>
                      <a:pt x="4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5" name="Google Shape;4135;p10"/>
              <p:cNvSpPr/>
              <p:nvPr/>
            </p:nvSpPr>
            <p:spPr>
              <a:xfrm>
                <a:off x="2780600" y="4712050"/>
                <a:ext cx="30150" cy="24475"/>
              </a:xfrm>
              <a:custGeom>
                <a:rect b="b" l="l" r="r" t="t"/>
                <a:pathLst>
                  <a:path extrusionOk="0" h="979" w="1206">
                    <a:moveTo>
                      <a:pt x="1122" y="0"/>
                    </a:moveTo>
                    <a:cubicBezTo>
                      <a:pt x="1108" y="0"/>
                      <a:pt x="1094" y="5"/>
                      <a:pt x="1083" y="14"/>
                    </a:cubicBezTo>
                    <a:cubicBezTo>
                      <a:pt x="917" y="155"/>
                      <a:pt x="743" y="296"/>
                      <a:pt x="561" y="429"/>
                    </a:cubicBezTo>
                    <a:cubicBezTo>
                      <a:pt x="478" y="503"/>
                      <a:pt x="387" y="570"/>
                      <a:pt x="295" y="636"/>
                    </a:cubicBezTo>
                    <a:cubicBezTo>
                      <a:pt x="246" y="669"/>
                      <a:pt x="196" y="710"/>
                      <a:pt x="146" y="744"/>
                    </a:cubicBezTo>
                    <a:cubicBezTo>
                      <a:pt x="105" y="785"/>
                      <a:pt x="63" y="826"/>
                      <a:pt x="30" y="876"/>
                    </a:cubicBezTo>
                    <a:cubicBezTo>
                      <a:pt x="1" y="921"/>
                      <a:pt x="44" y="978"/>
                      <a:pt x="95" y="978"/>
                    </a:cubicBezTo>
                    <a:cubicBezTo>
                      <a:pt x="101" y="978"/>
                      <a:pt x="107" y="977"/>
                      <a:pt x="113" y="976"/>
                    </a:cubicBezTo>
                    <a:cubicBezTo>
                      <a:pt x="229" y="942"/>
                      <a:pt x="320" y="876"/>
                      <a:pt x="420" y="802"/>
                    </a:cubicBezTo>
                    <a:cubicBezTo>
                      <a:pt x="511" y="727"/>
                      <a:pt x="610" y="652"/>
                      <a:pt x="701" y="578"/>
                    </a:cubicBezTo>
                    <a:cubicBezTo>
                      <a:pt x="875" y="429"/>
                      <a:pt x="1041" y="271"/>
                      <a:pt x="1174" y="81"/>
                    </a:cubicBezTo>
                    <a:cubicBezTo>
                      <a:pt x="1205" y="43"/>
                      <a:pt x="1165" y="0"/>
                      <a:pt x="11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6" name="Google Shape;4136;p10"/>
              <p:cNvSpPr/>
              <p:nvPr/>
            </p:nvSpPr>
            <p:spPr>
              <a:xfrm>
                <a:off x="2789625" y="4728225"/>
                <a:ext cx="11825" cy="8650"/>
              </a:xfrm>
              <a:custGeom>
                <a:rect b="b" l="l" r="r" t="t"/>
                <a:pathLst>
                  <a:path extrusionOk="0" h="346" w="473">
                    <a:moveTo>
                      <a:pt x="409" y="1"/>
                    </a:moveTo>
                    <a:cubicBezTo>
                      <a:pt x="402" y="1"/>
                      <a:pt x="396" y="2"/>
                      <a:pt x="390" y="5"/>
                    </a:cubicBezTo>
                    <a:cubicBezTo>
                      <a:pt x="316" y="30"/>
                      <a:pt x="241" y="63"/>
                      <a:pt x="175" y="105"/>
                    </a:cubicBezTo>
                    <a:cubicBezTo>
                      <a:pt x="142" y="130"/>
                      <a:pt x="108" y="155"/>
                      <a:pt x="84" y="179"/>
                    </a:cubicBezTo>
                    <a:cubicBezTo>
                      <a:pt x="67" y="188"/>
                      <a:pt x="50" y="204"/>
                      <a:pt x="42" y="221"/>
                    </a:cubicBezTo>
                    <a:cubicBezTo>
                      <a:pt x="26" y="237"/>
                      <a:pt x="9" y="254"/>
                      <a:pt x="9" y="279"/>
                    </a:cubicBezTo>
                    <a:cubicBezTo>
                      <a:pt x="1" y="320"/>
                      <a:pt x="26" y="345"/>
                      <a:pt x="67" y="345"/>
                    </a:cubicBezTo>
                    <a:cubicBezTo>
                      <a:pt x="84" y="337"/>
                      <a:pt x="100" y="329"/>
                      <a:pt x="117" y="312"/>
                    </a:cubicBezTo>
                    <a:cubicBezTo>
                      <a:pt x="133" y="304"/>
                      <a:pt x="150" y="295"/>
                      <a:pt x="166" y="279"/>
                    </a:cubicBezTo>
                    <a:cubicBezTo>
                      <a:pt x="175" y="279"/>
                      <a:pt x="183" y="271"/>
                      <a:pt x="191" y="262"/>
                    </a:cubicBezTo>
                    <a:cubicBezTo>
                      <a:pt x="191" y="262"/>
                      <a:pt x="191" y="262"/>
                      <a:pt x="200" y="254"/>
                    </a:cubicBezTo>
                    <a:cubicBezTo>
                      <a:pt x="216" y="246"/>
                      <a:pt x="233" y="229"/>
                      <a:pt x="241" y="221"/>
                    </a:cubicBezTo>
                    <a:cubicBezTo>
                      <a:pt x="274" y="204"/>
                      <a:pt x="299" y="188"/>
                      <a:pt x="332" y="171"/>
                    </a:cubicBezTo>
                    <a:cubicBezTo>
                      <a:pt x="349" y="163"/>
                      <a:pt x="365" y="155"/>
                      <a:pt x="382" y="146"/>
                    </a:cubicBezTo>
                    <a:cubicBezTo>
                      <a:pt x="390" y="146"/>
                      <a:pt x="398" y="138"/>
                      <a:pt x="407" y="138"/>
                    </a:cubicBezTo>
                    <a:lnTo>
                      <a:pt x="415" y="130"/>
                    </a:lnTo>
                    <a:lnTo>
                      <a:pt x="423" y="130"/>
                    </a:lnTo>
                    <a:cubicBezTo>
                      <a:pt x="448" y="113"/>
                      <a:pt x="473" y="80"/>
                      <a:pt x="465" y="47"/>
                    </a:cubicBezTo>
                    <a:cubicBezTo>
                      <a:pt x="458" y="27"/>
                      <a:pt x="435" y="1"/>
                      <a:pt x="4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7" name="Google Shape;4137;p10"/>
              <p:cNvSpPr/>
              <p:nvPr/>
            </p:nvSpPr>
            <p:spPr>
              <a:xfrm>
                <a:off x="2802675" y="4669200"/>
                <a:ext cx="15575" cy="38275"/>
              </a:xfrm>
              <a:custGeom>
                <a:rect b="b" l="l" r="r" t="t"/>
                <a:pathLst>
                  <a:path extrusionOk="0" h="1531" w="623">
                    <a:moveTo>
                      <a:pt x="485" y="1"/>
                    </a:moveTo>
                    <a:cubicBezTo>
                      <a:pt x="473" y="1"/>
                      <a:pt x="461" y="5"/>
                      <a:pt x="448" y="13"/>
                    </a:cubicBezTo>
                    <a:cubicBezTo>
                      <a:pt x="365" y="96"/>
                      <a:pt x="365" y="254"/>
                      <a:pt x="349" y="361"/>
                    </a:cubicBezTo>
                    <a:cubicBezTo>
                      <a:pt x="332" y="477"/>
                      <a:pt x="299" y="602"/>
                      <a:pt x="266" y="718"/>
                    </a:cubicBezTo>
                    <a:cubicBezTo>
                      <a:pt x="191" y="966"/>
                      <a:pt x="117" y="1215"/>
                      <a:pt x="17" y="1455"/>
                    </a:cubicBezTo>
                    <a:cubicBezTo>
                      <a:pt x="0" y="1495"/>
                      <a:pt x="34" y="1531"/>
                      <a:pt x="67" y="1531"/>
                    </a:cubicBezTo>
                    <a:cubicBezTo>
                      <a:pt x="83" y="1531"/>
                      <a:pt x="98" y="1523"/>
                      <a:pt x="108" y="1505"/>
                    </a:cubicBezTo>
                    <a:cubicBezTo>
                      <a:pt x="233" y="1264"/>
                      <a:pt x="390" y="1041"/>
                      <a:pt x="481" y="776"/>
                    </a:cubicBezTo>
                    <a:cubicBezTo>
                      <a:pt x="523" y="651"/>
                      <a:pt x="556" y="527"/>
                      <a:pt x="581" y="394"/>
                    </a:cubicBezTo>
                    <a:cubicBezTo>
                      <a:pt x="597" y="287"/>
                      <a:pt x="622" y="96"/>
                      <a:pt x="523" y="13"/>
                    </a:cubicBezTo>
                    <a:cubicBezTo>
                      <a:pt x="510" y="5"/>
                      <a:pt x="498" y="1"/>
                      <a:pt x="4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8" name="Google Shape;4138;p10"/>
              <p:cNvSpPr/>
              <p:nvPr/>
            </p:nvSpPr>
            <p:spPr>
              <a:xfrm>
                <a:off x="2813025" y="4655025"/>
                <a:ext cx="3350" cy="9550"/>
              </a:xfrm>
              <a:custGeom>
                <a:rect b="b" l="l" r="r" t="t"/>
                <a:pathLst>
                  <a:path extrusionOk="0" h="382" w="134">
                    <a:moveTo>
                      <a:pt x="84" y="0"/>
                    </a:moveTo>
                    <a:cubicBezTo>
                      <a:pt x="67" y="0"/>
                      <a:pt x="51" y="17"/>
                      <a:pt x="51" y="34"/>
                    </a:cubicBezTo>
                    <a:cubicBezTo>
                      <a:pt x="42" y="50"/>
                      <a:pt x="34" y="75"/>
                      <a:pt x="34" y="100"/>
                    </a:cubicBezTo>
                    <a:cubicBezTo>
                      <a:pt x="34" y="100"/>
                      <a:pt x="34" y="108"/>
                      <a:pt x="34" y="116"/>
                    </a:cubicBezTo>
                    <a:lnTo>
                      <a:pt x="26" y="125"/>
                    </a:lnTo>
                    <a:cubicBezTo>
                      <a:pt x="18" y="133"/>
                      <a:pt x="18" y="141"/>
                      <a:pt x="18" y="158"/>
                    </a:cubicBezTo>
                    <a:cubicBezTo>
                      <a:pt x="18" y="166"/>
                      <a:pt x="18" y="166"/>
                      <a:pt x="18" y="174"/>
                    </a:cubicBezTo>
                    <a:cubicBezTo>
                      <a:pt x="9" y="224"/>
                      <a:pt x="9" y="266"/>
                      <a:pt x="1" y="315"/>
                    </a:cubicBezTo>
                    <a:cubicBezTo>
                      <a:pt x="1" y="348"/>
                      <a:pt x="34" y="382"/>
                      <a:pt x="67" y="382"/>
                    </a:cubicBezTo>
                    <a:cubicBezTo>
                      <a:pt x="100" y="373"/>
                      <a:pt x="125" y="348"/>
                      <a:pt x="125" y="315"/>
                    </a:cubicBezTo>
                    <a:cubicBezTo>
                      <a:pt x="134" y="266"/>
                      <a:pt x="134" y="224"/>
                      <a:pt x="134" y="174"/>
                    </a:cubicBezTo>
                    <a:cubicBezTo>
                      <a:pt x="134" y="158"/>
                      <a:pt x="134" y="150"/>
                      <a:pt x="125" y="133"/>
                    </a:cubicBezTo>
                    <a:lnTo>
                      <a:pt x="125" y="125"/>
                    </a:lnTo>
                    <a:lnTo>
                      <a:pt x="125" y="108"/>
                    </a:lnTo>
                    <a:lnTo>
                      <a:pt x="117" y="34"/>
                    </a:lnTo>
                    <a:cubicBezTo>
                      <a:pt x="117" y="17"/>
                      <a:pt x="100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9" name="Google Shape;4139;p10"/>
              <p:cNvSpPr/>
              <p:nvPr/>
            </p:nvSpPr>
            <p:spPr>
              <a:xfrm>
                <a:off x="2812625" y="4642300"/>
                <a:ext cx="3550" cy="5375"/>
              </a:xfrm>
              <a:custGeom>
                <a:rect b="b" l="l" r="r" t="t"/>
                <a:pathLst>
                  <a:path extrusionOk="0" h="215" w="142">
                    <a:moveTo>
                      <a:pt x="40" y="1"/>
                    </a:moveTo>
                    <a:cubicBezTo>
                      <a:pt x="35" y="1"/>
                      <a:pt x="30" y="2"/>
                      <a:pt x="25" y="4"/>
                    </a:cubicBezTo>
                    <a:cubicBezTo>
                      <a:pt x="9" y="12"/>
                      <a:pt x="0" y="29"/>
                      <a:pt x="0" y="54"/>
                    </a:cubicBezTo>
                    <a:cubicBezTo>
                      <a:pt x="9" y="70"/>
                      <a:pt x="9" y="95"/>
                      <a:pt x="17" y="112"/>
                    </a:cubicBezTo>
                    <a:cubicBezTo>
                      <a:pt x="17" y="128"/>
                      <a:pt x="17" y="137"/>
                      <a:pt x="25" y="145"/>
                    </a:cubicBezTo>
                    <a:lnTo>
                      <a:pt x="34" y="178"/>
                    </a:lnTo>
                    <a:cubicBezTo>
                      <a:pt x="42" y="195"/>
                      <a:pt x="50" y="203"/>
                      <a:pt x="58" y="211"/>
                    </a:cubicBezTo>
                    <a:cubicBezTo>
                      <a:pt x="69" y="211"/>
                      <a:pt x="77" y="215"/>
                      <a:pt x="85" y="215"/>
                    </a:cubicBezTo>
                    <a:cubicBezTo>
                      <a:pt x="90" y="215"/>
                      <a:pt x="94" y="214"/>
                      <a:pt x="100" y="211"/>
                    </a:cubicBezTo>
                    <a:cubicBezTo>
                      <a:pt x="116" y="211"/>
                      <a:pt x="125" y="203"/>
                      <a:pt x="133" y="186"/>
                    </a:cubicBezTo>
                    <a:cubicBezTo>
                      <a:pt x="141" y="178"/>
                      <a:pt x="141" y="161"/>
                      <a:pt x="133" y="153"/>
                    </a:cubicBezTo>
                    <a:cubicBezTo>
                      <a:pt x="133" y="137"/>
                      <a:pt x="133" y="128"/>
                      <a:pt x="125" y="120"/>
                    </a:cubicBezTo>
                    <a:cubicBezTo>
                      <a:pt x="116" y="103"/>
                      <a:pt x="116" y="87"/>
                      <a:pt x="108" y="79"/>
                    </a:cubicBezTo>
                    <a:cubicBezTo>
                      <a:pt x="100" y="54"/>
                      <a:pt x="83" y="37"/>
                      <a:pt x="75" y="21"/>
                    </a:cubicBezTo>
                    <a:cubicBezTo>
                      <a:pt x="69" y="8"/>
                      <a:pt x="54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0" name="Google Shape;4140;p10"/>
              <p:cNvSpPr/>
              <p:nvPr/>
            </p:nvSpPr>
            <p:spPr>
              <a:xfrm>
                <a:off x="2705425" y="4761375"/>
                <a:ext cx="150300" cy="37325"/>
              </a:xfrm>
              <a:custGeom>
                <a:rect b="b" l="l" r="r" t="t"/>
                <a:pathLst>
                  <a:path extrusionOk="0" h="1493" w="6012">
                    <a:moveTo>
                      <a:pt x="5271" y="0"/>
                    </a:moveTo>
                    <a:cubicBezTo>
                      <a:pt x="5232" y="0"/>
                      <a:pt x="5194" y="17"/>
                      <a:pt x="5167" y="55"/>
                    </a:cubicBezTo>
                    <a:cubicBezTo>
                      <a:pt x="5142" y="105"/>
                      <a:pt x="5158" y="187"/>
                      <a:pt x="5216" y="221"/>
                    </a:cubicBezTo>
                    <a:cubicBezTo>
                      <a:pt x="5440" y="320"/>
                      <a:pt x="5457" y="593"/>
                      <a:pt x="5341" y="784"/>
                    </a:cubicBezTo>
                    <a:cubicBezTo>
                      <a:pt x="5183" y="859"/>
                      <a:pt x="5001" y="883"/>
                      <a:pt x="4827" y="900"/>
                    </a:cubicBezTo>
                    <a:cubicBezTo>
                      <a:pt x="4479" y="925"/>
                      <a:pt x="4131" y="941"/>
                      <a:pt x="3775" y="950"/>
                    </a:cubicBezTo>
                    <a:cubicBezTo>
                      <a:pt x="2946" y="883"/>
                      <a:pt x="2101" y="950"/>
                      <a:pt x="1281" y="751"/>
                    </a:cubicBezTo>
                    <a:cubicBezTo>
                      <a:pt x="850" y="643"/>
                      <a:pt x="444" y="469"/>
                      <a:pt x="96" y="196"/>
                    </a:cubicBezTo>
                    <a:cubicBezTo>
                      <a:pt x="89" y="192"/>
                      <a:pt x="82" y="190"/>
                      <a:pt x="74" y="190"/>
                    </a:cubicBezTo>
                    <a:cubicBezTo>
                      <a:pt x="37" y="190"/>
                      <a:pt x="1" y="236"/>
                      <a:pt x="21" y="270"/>
                    </a:cubicBezTo>
                    <a:cubicBezTo>
                      <a:pt x="262" y="610"/>
                      <a:pt x="701" y="801"/>
                      <a:pt x="1098" y="917"/>
                    </a:cubicBezTo>
                    <a:cubicBezTo>
                      <a:pt x="1521" y="1049"/>
                      <a:pt x="1960" y="1091"/>
                      <a:pt x="2399" y="1115"/>
                    </a:cubicBezTo>
                    <a:cubicBezTo>
                      <a:pt x="2772" y="1132"/>
                      <a:pt x="3145" y="1140"/>
                      <a:pt x="3518" y="1157"/>
                    </a:cubicBezTo>
                    <a:cubicBezTo>
                      <a:pt x="3526" y="1165"/>
                      <a:pt x="3534" y="1173"/>
                      <a:pt x="3543" y="1173"/>
                    </a:cubicBezTo>
                    <a:cubicBezTo>
                      <a:pt x="3820" y="1320"/>
                      <a:pt x="4134" y="1373"/>
                      <a:pt x="4443" y="1373"/>
                    </a:cubicBezTo>
                    <a:cubicBezTo>
                      <a:pt x="4466" y="1373"/>
                      <a:pt x="4489" y="1373"/>
                      <a:pt x="4512" y="1372"/>
                    </a:cubicBezTo>
                    <a:cubicBezTo>
                      <a:pt x="4520" y="1422"/>
                      <a:pt x="4562" y="1472"/>
                      <a:pt x="4628" y="1480"/>
                    </a:cubicBezTo>
                    <a:cubicBezTo>
                      <a:pt x="4712" y="1487"/>
                      <a:pt x="4799" y="1493"/>
                      <a:pt x="4885" y="1493"/>
                    </a:cubicBezTo>
                    <a:cubicBezTo>
                      <a:pt x="5180" y="1493"/>
                      <a:pt x="5471" y="1430"/>
                      <a:pt x="5664" y="1173"/>
                    </a:cubicBezTo>
                    <a:cubicBezTo>
                      <a:pt x="5672" y="1165"/>
                      <a:pt x="5689" y="1149"/>
                      <a:pt x="5697" y="1132"/>
                    </a:cubicBezTo>
                    <a:cubicBezTo>
                      <a:pt x="5738" y="1107"/>
                      <a:pt x="5771" y="1074"/>
                      <a:pt x="5805" y="1041"/>
                    </a:cubicBezTo>
                    <a:cubicBezTo>
                      <a:pt x="5954" y="883"/>
                      <a:pt x="6012" y="668"/>
                      <a:pt x="5921" y="469"/>
                    </a:cubicBezTo>
                    <a:lnTo>
                      <a:pt x="5912" y="469"/>
                    </a:lnTo>
                    <a:cubicBezTo>
                      <a:pt x="5904" y="453"/>
                      <a:pt x="5896" y="436"/>
                      <a:pt x="5879" y="428"/>
                    </a:cubicBezTo>
                    <a:cubicBezTo>
                      <a:pt x="5863" y="320"/>
                      <a:pt x="5821" y="212"/>
                      <a:pt x="5738" y="129"/>
                    </a:cubicBezTo>
                    <a:cubicBezTo>
                      <a:pt x="5717" y="105"/>
                      <a:pt x="5690" y="95"/>
                      <a:pt x="5664" y="95"/>
                    </a:cubicBezTo>
                    <a:cubicBezTo>
                      <a:pt x="5608" y="95"/>
                      <a:pt x="5553" y="140"/>
                      <a:pt x="5548" y="196"/>
                    </a:cubicBezTo>
                    <a:cubicBezTo>
                      <a:pt x="5498" y="121"/>
                      <a:pt x="5423" y="55"/>
                      <a:pt x="5332" y="13"/>
                    </a:cubicBezTo>
                    <a:cubicBezTo>
                      <a:pt x="5312" y="5"/>
                      <a:pt x="5291" y="0"/>
                      <a:pt x="527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1" name="Google Shape;4141;p10"/>
              <p:cNvSpPr/>
              <p:nvPr/>
            </p:nvSpPr>
            <p:spPr>
              <a:xfrm>
                <a:off x="2817600" y="4016300"/>
                <a:ext cx="18450" cy="21250"/>
              </a:xfrm>
              <a:custGeom>
                <a:rect b="b" l="l" r="r" t="t"/>
                <a:pathLst>
                  <a:path extrusionOk="0" h="850" w="738">
                    <a:moveTo>
                      <a:pt x="449" y="1"/>
                    </a:moveTo>
                    <a:cubicBezTo>
                      <a:pt x="427" y="1"/>
                      <a:pt x="403" y="7"/>
                      <a:pt x="381" y="22"/>
                    </a:cubicBezTo>
                    <a:cubicBezTo>
                      <a:pt x="341" y="9"/>
                      <a:pt x="299" y="3"/>
                      <a:pt x="257" y="3"/>
                    </a:cubicBezTo>
                    <a:cubicBezTo>
                      <a:pt x="186" y="3"/>
                      <a:pt x="115" y="22"/>
                      <a:pt x="58" y="63"/>
                    </a:cubicBezTo>
                    <a:cubicBezTo>
                      <a:pt x="25" y="88"/>
                      <a:pt x="0" y="130"/>
                      <a:pt x="9" y="171"/>
                    </a:cubicBezTo>
                    <a:cubicBezTo>
                      <a:pt x="17" y="221"/>
                      <a:pt x="42" y="246"/>
                      <a:pt x="83" y="262"/>
                    </a:cubicBezTo>
                    <a:cubicBezTo>
                      <a:pt x="50" y="312"/>
                      <a:pt x="42" y="378"/>
                      <a:pt x="33" y="436"/>
                    </a:cubicBezTo>
                    <a:cubicBezTo>
                      <a:pt x="25" y="494"/>
                      <a:pt x="17" y="552"/>
                      <a:pt x="17" y="610"/>
                    </a:cubicBezTo>
                    <a:cubicBezTo>
                      <a:pt x="17" y="668"/>
                      <a:pt x="33" y="734"/>
                      <a:pt x="91" y="768"/>
                    </a:cubicBezTo>
                    <a:lnTo>
                      <a:pt x="108" y="768"/>
                    </a:lnTo>
                    <a:cubicBezTo>
                      <a:pt x="125" y="801"/>
                      <a:pt x="158" y="834"/>
                      <a:pt x="199" y="842"/>
                    </a:cubicBezTo>
                    <a:cubicBezTo>
                      <a:pt x="215" y="847"/>
                      <a:pt x="230" y="850"/>
                      <a:pt x="245" y="850"/>
                    </a:cubicBezTo>
                    <a:cubicBezTo>
                      <a:pt x="325" y="850"/>
                      <a:pt x="395" y="781"/>
                      <a:pt x="423" y="718"/>
                    </a:cubicBezTo>
                    <a:cubicBezTo>
                      <a:pt x="439" y="685"/>
                      <a:pt x="448" y="660"/>
                      <a:pt x="456" y="627"/>
                    </a:cubicBezTo>
                    <a:cubicBezTo>
                      <a:pt x="464" y="643"/>
                      <a:pt x="481" y="652"/>
                      <a:pt x="489" y="660"/>
                    </a:cubicBezTo>
                    <a:cubicBezTo>
                      <a:pt x="505" y="670"/>
                      <a:pt x="523" y="674"/>
                      <a:pt x="540" y="674"/>
                    </a:cubicBezTo>
                    <a:cubicBezTo>
                      <a:pt x="567" y="674"/>
                      <a:pt x="593" y="663"/>
                      <a:pt x="613" y="643"/>
                    </a:cubicBezTo>
                    <a:cubicBezTo>
                      <a:pt x="671" y="585"/>
                      <a:pt x="713" y="511"/>
                      <a:pt x="729" y="436"/>
                    </a:cubicBezTo>
                    <a:cubicBezTo>
                      <a:pt x="738" y="403"/>
                      <a:pt x="738" y="370"/>
                      <a:pt x="738" y="345"/>
                    </a:cubicBezTo>
                    <a:cubicBezTo>
                      <a:pt x="738" y="328"/>
                      <a:pt x="738" y="312"/>
                      <a:pt x="729" y="295"/>
                    </a:cubicBezTo>
                    <a:lnTo>
                      <a:pt x="738" y="295"/>
                    </a:lnTo>
                    <a:cubicBezTo>
                      <a:pt x="738" y="262"/>
                      <a:pt x="729" y="237"/>
                      <a:pt x="704" y="212"/>
                    </a:cubicBezTo>
                    <a:cubicBezTo>
                      <a:pt x="646" y="146"/>
                      <a:pt x="588" y="88"/>
                      <a:pt x="522" y="30"/>
                    </a:cubicBezTo>
                    <a:cubicBezTo>
                      <a:pt x="504" y="12"/>
                      <a:pt x="477" y="1"/>
                      <a:pt x="449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2" name="Google Shape;4142;p10"/>
              <p:cNvSpPr/>
              <p:nvPr/>
            </p:nvSpPr>
            <p:spPr>
              <a:xfrm>
                <a:off x="2871425" y="4008700"/>
                <a:ext cx="43350" cy="22075"/>
              </a:xfrm>
              <a:custGeom>
                <a:rect b="b" l="l" r="r" t="t"/>
                <a:pathLst>
                  <a:path extrusionOk="0" h="883" w="1734">
                    <a:moveTo>
                      <a:pt x="1221" y="0"/>
                    </a:moveTo>
                    <a:cubicBezTo>
                      <a:pt x="1101" y="0"/>
                      <a:pt x="985" y="14"/>
                      <a:pt x="863" y="28"/>
                    </a:cubicBezTo>
                    <a:cubicBezTo>
                      <a:pt x="565" y="77"/>
                      <a:pt x="291" y="185"/>
                      <a:pt x="43" y="342"/>
                    </a:cubicBezTo>
                    <a:cubicBezTo>
                      <a:pt x="1" y="370"/>
                      <a:pt x="24" y="422"/>
                      <a:pt x="62" y="422"/>
                    </a:cubicBezTo>
                    <a:cubicBezTo>
                      <a:pt x="69" y="422"/>
                      <a:pt x="77" y="421"/>
                      <a:pt x="84" y="417"/>
                    </a:cubicBezTo>
                    <a:cubicBezTo>
                      <a:pt x="142" y="392"/>
                      <a:pt x="209" y="359"/>
                      <a:pt x="267" y="334"/>
                    </a:cubicBezTo>
                    <a:lnTo>
                      <a:pt x="267" y="334"/>
                    </a:lnTo>
                    <a:cubicBezTo>
                      <a:pt x="175" y="400"/>
                      <a:pt x="101" y="475"/>
                      <a:pt x="26" y="566"/>
                    </a:cubicBezTo>
                    <a:cubicBezTo>
                      <a:pt x="10" y="591"/>
                      <a:pt x="18" y="632"/>
                      <a:pt x="51" y="641"/>
                    </a:cubicBezTo>
                    <a:cubicBezTo>
                      <a:pt x="35" y="666"/>
                      <a:pt x="26" y="690"/>
                      <a:pt x="26" y="715"/>
                    </a:cubicBezTo>
                    <a:cubicBezTo>
                      <a:pt x="10" y="773"/>
                      <a:pt x="35" y="823"/>
                      <a:pt x="84" y="848"/>
                    </a:cubicBezTo>
                    <a:cubicBezTo>
                      <a:pt x="109" y="856"/>
                      <a:pt x="134" y="856"/>
                      <a:pt x="159" y="856"/>
                    </a:cubicBezTo>
                    <a:cubicBezTo>
                      <a:pt x="179" y="871"/>
                      <a:pt x="205" y="883"/>
                      <a:pt x="231" y="883"/>
                    </a:cubicBezTo>
                    <a:cubicBezTo>
                      <a:pt x="249" y="883"/>
                      <a:pt x="267" y="878"/>
                      <a:pt x="283" y="864"/>
                    </a:cubicBezTo>
                    <a:cubicBezTo>
                      <a:pt x="308" y="840"/>
                      <a:pt x="341" y="823"/>
                      <a:pt x="366" y="806"/>
                    </a:cubicBezTo>
                    <a:lnTo>
                      <a:pt x="399" y="806"/>
                    </a:lnTo>
                    <a:cubicBezTo>
                      <a:pt x="481" y="801"/>
                      <a:pt x="563" y="795"/>
                      <a:pt x="645" y="795"/>
                    </a:cubicBezTo>
                    <a:cubicBezTo>
                      <a:pt x="679" y="795"/>
                      <a:pt x="713" y="796"/>
                      <a:pt x="747" y="798"/>
                    </a:cubicBezTo>
                    <a:cubicBezTo>
                      <a:pt x="852" y="813"/>
                      <a:pt x="949" y="875"/>
                      <a:pt x="1053" y="875"/>
                    </a:cubicBezTo>
                    <a:cubicBezTo>
                      <a:pt x="1064" y="875"/>
                      <a:pt x="1075" y="874"/>
                      <a:pt x="1087" y="873"/>
                    </a:cubicBezTo>
                    <a:cubicBezTo>
                      <a:pt x="1145" y="864"/>
                      <a:pt x="1186" y="831"/>
                      <a:pt x="1195" y="773"/>
                    </a:cubicBezTo>
                    <a:cubicBezTo>
                      <a:pt x="1195" y="773"/>
                      <a:pt x="1203" y="773"/>
                      <a:pt x="1203" y="782"/>
                    </a:cubicBezTo>
                    <a:cubicBezTo>
                      <a:pt x="1215" y="786"/>
                      <a:pt x="1227" y="788"/>
                      <a:pt x="1238" y="788"/>
                    </a:cubicBezTo>
                    <a:cubicBezTo>
                      <a:pt x="1334" y="788"/>
                      <a:pt x="1392" y="642"/>
                      <a:pt x="1311" y="583"/>
                    </a:cubicBezTo>
                    <a:cubicBezTo>
                      <a:pt x="1335" y="533"/>
                      <a:pt x="1344" y="475"/>
                      <a:pt x="1294" y="434"/>
                    </a:cubicBezTo>
                    <a:cubicBezTo>
                      <a:pt x="1277" y="417"/>
                      <a:pt x="1253" y="400"/>
                      <a:pt x="1228" y="392"/>
                    </a:cubicBezTo>
                    <a:cubicBezTo>
                      <a:pt x="1219" y="376"/>
                      <a:pt x="1211" y="367"/>
                      <a:pt x="1195" y="359"/>
                    </a:cubicBezTo>
                    <a:lnTo>
                      <a:pt x="1195" y="359"/>
                    </a:lnTo>
                    <a:cubicBezTo>
                      <a:pt x="1248" y="366"/>
                      <a:pt x="1296" y="388"/>
                      <a:pt x="1347" y="388"/>
                    </a:cubicBezTo>
                    <a:cubicBezTo>
                      <a:pt x="1360" y="388"/>
                      <a:pt x="1372" y="387"/>
                      <a:pt x="1385" y="384"/>
                    </a:cubicBezTo>
                    <a:cubicBezTo>
                      <a:pt x="1451" y="376"/>
                      <a:pt x="1468" y="284"/>
                      <a:pt x="1427" y="235"/>
                    </a:cubicBezTo>
                    <a:cubicBezTo>
                      <a:pt x="1377" y="185"/>
                      <a:pt x="1302" y="177"/>
                      <a:pt x="1236" y="160"/>
                    </a:cubicBezTo>
                    <a:cubicBezTo>
                      <a:pt x="1219" y="160"/>
                      <a:pt x="1195" y="152"/>
                      <a:pt x="1178" y="152"/>
                    </a:cubicBezTo>
                    <a:lnTo>
                      <a:pt x="1294" y="152"/>
                    </a:lnTo>
                    <a:cubicBezTo>
                      <a:pt x="1360" y="152"/>
                      <a:pt x="1427" y="160"/>
                      <a:pt x="1493" y="168"/>
                    </a:cubicBezTo>
                    <a:cubicBezTo>
                      <a:pt x="1539" y="174"/>
                      <a:pt x="1584" y="184"/>
                      <a:pt x="1627" y="184"/>
                    </a:cubicBezTo>
                    <a:cubicBezTo>
                      <a:pt x="1647" y="184"/>
                      <a:pt x="1665" y="182"/>
                      <a:pt x="1683" y="177"/>
                    </a:cubicBezTo>
                    <a:cubicBezTo>
                      <a:pt x="1717" y="160"/>
                      <a:pt x="1733" y="119"/>
                      <a:pt x="1708" y="94"/>
                    </a:cubicBezTo>
                    <a:lnTo>
                      <a:pt x="1708" y="86"/>
                    </a:lnTo>
                    <a:cubicBezTo>
                      <a:pt x="1659" y="44"/>
                      <a:pt x="1592" y="36"/>
                      <a:pt x="1526" y="28"/>
                    </a:cubicBezTo>
                    <a:cubicBezTo>
                      <a:pt x="1451" y="11"/>
                      <a:pt x="1377" y="11"/>
                      <a:pt x="1302" y="3"/>
                    </a:cubicBezTo>
                    <a:cubicBezTo>
                      <a:pt x="1275" y="1"/>
                      <a:pt x="1248" y="0"/>
                      <a:pt x="122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3" name="Google Shape;4143;p10"/>
              <p:cNvSpPr/>
              <p:nvPr/>
            </p:nvSpPr>
            <p:spPr>
              <a:xfrm>
                <a:off x="2787775" y="3882250"/>
                <a:ext cx="55075" cy="122025"/>
              </a:xfrm>
              <a:custGeom>
                <a:rect b="b" l="l" r="r" t="t"/>
                <a:pathLst>
                  <a:path extrusionOk="0" h="4881" w="2203">
                    <a:moveTo>
                      <a:pt x="62" y="0"/>
                    </a:moveTo>
                    <a:cubicBezTo>
                      <a:pt x="30" y="0"/>
                      <a:pt x="0" y="21"/>
                      <a:pt x="0" y="65"/>
                    </a:cubicBezTo>
                    <a:cubicBezTo>
                      <a:pt x="17" y="255"/>
                      <a:pt x="50" y="446"/>
                      <a:pt x="100" y="628"/>
                    </a:cubicBezTo>
                    <a:cubicBezTo>
                      <a:pt x="75" y="645"/>
                      <a:pt x="66" y="678"/>
                      <a:pt x="66" y="711"/>
                    </a:cubicBezTo>
                    <a:cubicBezTo>
                      <a:pt x="83" y="926"/>
                      <a:pt x="141" y="1125"/>
                      <a:pt x="207" y="1324"/>
                    </a:cubicBezTo>
                    <a:cubicBezTo>
                      <a:pt x="240" y="1423"/>
                      <a:pt x="274" y="1515"/>
                      <a:pt x="298" y="1614"/>
                    </a:cubicBezTo>
                    <a:cubicBezTo>
                      <a:pt x="323" y="1722"/>
                      <a:pt x="340" y="1829"/>
                      <a:pt x="365" y="1937"/>
                    </a:cubicBezTo>
                    <a:cubicBezTo>
                      <a:pt x="414" y="2136"/>
                      <a:pt x="530" y="2318"/>
                      <a:pt x="622" y="2500"/>
                    </a:cubicBezTo>
                    <a:cubicBezTo>
                      <a:pt x="655" y="2691"/>
                      <a:pt x="688" y="2882"/>
                      <a:pt x="721" y="3064"/>
                    </a:cubicBezTo>
                    <a:cubicBezTo>
                      <a:pt x="754" y="3205"/>
                      <a:pt x="787" y="3337"/>
                      <a:pt x="820" y="3478"/>
                    </a:cubicBezTo>
                    <a:cubicBezTo>
                      <a:pt x="854" y="3619"/>
                      <a:pt x="862" y="3752"/>
                      <a:pt x="862" y="3901"/>
                    </a:cubicBezTo>
                    <a:cubicBezTo>
                      <a:pt x="862" y="4207"/>
                      <a:pt x="887" y="4514"/>
                      <a:pt x="970" y="4812"/>
                    </a:cubicBezTo>
                    <a:cubicBezTo>
                      <a:pt x="982" y="4858"/>
                      <a:pt x="1021" y="4880"/>
                      <a:pt x="1061" y="4880"/>
                    </a:cubicBezTo>
                    <a:cubicBezTo>
                      <a:pt x="1100" y="4880"/>
                      <a:pt x="1139" y="4858"/>
                      <a:pt x="1152" y="4812"/>
                    </a:cubicBezTo>
                    <a:cubicBezTo>
                      <a:pt x="1202" y="4638"/>
                      <a:pt x="1260" y="4464"/>
                      <a:pt x="1309" y="4282"/>
                    </a:cubicBezTo>
                    <a:cubicBezTo>
                      <a:pt x="1367" y="4116"/>
                      <a:pt x="1400" y="3942"/>
                      <a:pt x="1516" y="3801"/>
                    </a:cubicBezTo>
                    <a:cubicBezTo>
                      <a:pt x="1624" y="3660"/>
                      <a:pt x="1757" y="3536"/>
                      <a:pt x="1873" y="3404"/>
                    </a:cubicBezTo>
                    <a:cubicBezTo>
                      <a:pt x="1989" y="3279"/>
                      <a:pt x="2105" y="3155"/>
                      <a:pt x="2179" y="2998"/>
                    </a:cubicBezTo>
                    <a:cubicBezTo>
                      <a:pt x="2203" y="2942"/>
                      <a:pt x="2181" y="2864"/>
                      <a:pt x="2115" y="2864"/>
                    </a:cubicBezTo>
                    <a:cubicBezTo>
                      <a:pt x="2112" y="2864"/>
                      <a:pt x="2108" y="2865"/>
                      <a:pt x="2105" y="2865"/>
                    </a:cubicBezTo>
                    <a:lnTo>
                      <a:pt x="2105" y="2857"/>
                    </a:lnTo>
                    <a:cubicBezTo>
                      <a:pt x="1980" y="2865"/>
                      <a:pt x="1856" y="2898"/>
                      <a:pt x="1740" y="2931"/>
                    </a:cubicBezTo>
                    <a:cubicBezTo>
                      <a:pt x="1707" y="2940"/>
                      <a:pt x="1674" y="2948"/>
                      <a:pt x="1641" y="2956"/>
                    </a:cubicBezTo>
                    <a:cubicBezTo>
                      <a:pt x="1533" y="2931"/>
                      <a:pt x="1425" y="2890"/>
                      <a:pt x="1326" y="2815"/>
                    </a:cubicBezTo>
                    <a:cubicBezTo>
                      <a:pt x="1284" y="2782"/>
                      <a:pt x="1243" y="2741"/>
                      <a:pt x="1202" y="2699"/>
                    </a:cubicBezTo>
                    <a:cubicBezTo>
                      <a:pt x="1193" y="2683"/>
                      <a:pt x="1177" y="2666"/>
                      <a:pt x="1168" y="2650"/>
                    </a:cubicBezTo>
                    <a:cubicBezTo>
                      <a:pt x="1094" y="2542"/>
                      <a:pt x="1028" y="2426"/>
                      <a:pt x="961" y="2310"/>
                    </a:cubicBezTo>
                    <a:cubicBezTo>
                      <a:pt x="920" y="2235"/>
                      <a:pt x="878" y="2152"/>
                      <a:pt x="837" y="2078"/>
                    </a:cubicBezTo>
                    <a:cubicBezTo>
                      <a:pt x="771" y="1929"/>
                      <a:pt x="721" y="1771"/>
                      <a:pt x="671" y="1614"/>
                    </a:cubicBezTo>
                    <a:cubicBezTo>
                      <a:pt x="663" y="1564"/>
                      <a:pt x="646" y="1515"/>
                      <a:pt x="630" y="1465"/>
                    </a:cubicBezTo>
                    <a:cubicBezTo>
                      <a:pt x="605" y="1365"/>
                      <a:pt x="572" y="1266"/>
                      <a:pt x="539" y="1167"/>
                    </a:cubicBezTo>
                    <a:cubicBezTo>
                      <a:pt x="506" y="1067"/>
                      <a:pt x="472" y="959"/>
                      <a:pt x="439" y="860"/>
                    </a:cubicBezTo>
                    <a:cubicBezTo>
                      <a:pt x="348" y="578"/>
                      <a:pt x="240" y="313"/>
                      <a:pt x="133" y="48"/>
                    </a:cubicBezTo>
                    <a:cubicBezTo>
                      <a:pt x="121" y="17"/>
                      <a:pt x="91" y="0"/>
                      <a:pt x="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4" name="Google Shape;4144;p10"/>
              <p:cNvSpPr/>
              <p:nvPr/>
            </p:nvSpPr>
            <p:spPr>
              <a:xfrm>
                <a:off x="2905625" y="3837325"/>
                <a:ext cx="48925" cy="116825"/>
              </a:xfrm>
              <a:custGeom>
                <a:rect b="b" l="l" r="r" t="t"/>
                <a:pathLst>
                  <a:path extrusionOk="0" h="4673" w="1957">
                    <a:moveTo>
                      <a:pt x="1804" y="1"/>
                    </a:moveTo>
                    <a:cubicBezTo>
                      <a:pt x="1794" y="1"/>
                      <a:pt x="1784" y="2"/>
                      <a:pt x="1774" y="6"/>
                    </a:cubicBezTo>
                    <a:cubicBezTo>
                      <a:pt x="1658" y="47"/>
                      <a:pt x="1550" y="105"/>
                      <a:pt x="1442" y="163"/>
                    </a:cubicBezTo>
                    <a:cubicBezTo>
                      <a:pt x="1243" y="387"/>
                      <a:pt x="1045" y="610"/>
                      <a:pt x="871" y="859"/>
                    </a:cubicBezTo>
                    <a:cubicBezTo>
                      <a:pt x="871" y="859"/>
                      <a:pt x="862" y="867"/>
                      <a:pt x="862" y="867"/>
                    </a:cubicBezTo>
                    <a:cubicBezTo>
                      <a:pt x="771" y="1058"/>
                      <a:pt x="688" y="1240"/>
                      <a:pt x="589" y="1422"/>
                    </a:cubicBezTo>
                    <a:cubicBezTo>
                      <a:pt x="539" y="1563"/>
                      <a:pt x="489" y="1712"/>
                      <a:pt x="440" y="1853"/>
                    </a:cubicBezTo>
                    <a:cubicBezTo>
                      <a:pt x="299" y="2276"/>
                      <a:pt x="175" y="2707"/>
                      <a:pt x="83" y="3146"/>
                    </a:cubicBezTo>
                    <a:cubicBezTo>
                      <a:pt x="42" y="3361"/>
                      <a:pt x="1" y="3585"/>
                      <a:pt x="9" y="3800"/>
                    </a:cubicBezTo>
                    <a:cubicBezTo>
                      <a:pt x="17" y="3991"/>
                      <a:pt x="59" y="4215"/>
                      <a:pt x="224" y="4322"/>
                    </a:cubicBezTo>
                    <a:cubicBezTo>
                      <a:pt x="315" y="4380"/>
                      <a:pt x="431" y="4397"/>
                      <a:pt x="539" y="4422"/>
                    </a:cubicBezTo>
                    <a:cubicBezTo>
                      <a:pt x="663" y="4455"/>
                      <a:pt x="788" y="4480"/>
                      <a:pt x="912" y="4505"/>
                    </a:cubicBezTo>
                    <a:cubicBezTo>
                      <a:pt x="1177" y="4563"/>
                      <a:pt x="1442" y="4612"/>
                      <a:pt x="1707" y="4670"/>
                    </a:cubicBezTo>
                    <a:cubicBezTo>
                      <a:pt x="1715" y="4672"/>
                      <a:pt x="1722" y="4673"/>
                      <a:pt x="1729" y="4673"/>
                    </a:cubicBezTo>
                    <a:cubicBezTo>
                      <a:pt x="1818" y="4673"/>
                      <a:pt x="1882" y="4534"/>
                      <a:pt x="1782" y="4488"/>
                    </a:cubicBezTo>
                    <a:cubicBezTo>
                      <a:pt x="1475" y="4347"/>
                      <a:pt x="1169" y="4198"/>
                      <a:pt x="937" y="3949"/>
                    </a:cubicBezTo>
                    <a:cubicBezTo>
                      <a:pt x="705" y="3701"/>
                      <a:pt x="639" y="3378"/>
                      <a:pt x="630" y="3046"/>
                    </a:cubicBezTo>
                    <a:cubicBezTo>
                      <a:pt x="614" y="2342"/>
                      <a:pt x="879" y="1663"/>
                      <a:pt x="1194" y="1050"/>
                    </a:cubicBezTo>
                    <a:cubicBezTo>
                      <a:pt x="1260" y="917"/>
                      <a:pt x="1335" y="784"/>
                      <a:pt x="1426" y="652"/>
                    </a:cubicBezTo>
                    <a:cubicBezTo>
                      <a:pt x="1567" y="486"/>
                      <a:pt x="1724" y="337"/>
                      <a:pt x="1881" y="196"/>
                    </a:cubicBezTo>
                    <a:cubicBezTo>
                      <a:pt x="1956" y="129"/>
                      <a:pt x="1896" y="1"/>
                      <a:pt x="1804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5" name="Google Shape;4145;p10"/>
              <p:cNvSpPr/>
              <p:nvPr/>
            </p:nvSpPr>
            <p:spPr>
              <a:xfrm>
                <a:off x="2892150" y="4434400"/>
                <a:ext cx="7700" cy="44800"/>
              </a:xfrm>
              <a:custGeom>
                <a:rect b="b" l="l" r="r" t="t"/>
                <a:pathLst>
                  <a:path extrusionOk="0" h="1792" w="308">
                    <a:moveTo>
                      <a:pt x="108" y="0"/>
                    </a:moveTo>
                    <a:cubicBezTo>
                      <a:pt x="92" y="0"/>
                      <a:pt x="76" y="8"/>
                      <a:pt x="67" y="26"/>
                    </a:cubicBezTo>
                    <a:cubicBezTo>
                      <a:pt x="1" y="142"/>
                      <a:pt x="34" y="300"/>
                      <a:pt x="51" y="424"/>
                    </a:cubicBezTo>
                    <a:cubicBezTo>
                      <a:pt x="67" y="573"/>
                      <a:pt x="76" y="714"/>
                      <a:pt x="84" y="863"/>
                    </a:cubicBezTo>
                    <a:cubicBezTo>
                      <a:pt x="92" y="1012"/>
                      <a:pt x="84" y="1153"/>
                      <a:pt x="84" y="1302"/>
                    </a:cubicBezTo>
                    <a:cubicBezTo>
                      <a:pt x="84" y="1368"/>
                      <a:pt x="84" y="1435"/>
                      <a:pt x="84" y="1501"/>
                    </a:cubicBezTo>
                    <a:cubicBezTo>
                      <a:pt x="84" y="1584"/>
                      <a:pt x="92" y="1658"/>
                      <a:pt x="84" y="1733"/>
                    </a:cubicBezTo>
                    <a:cubicBezTo>
                      <a:pt x="84" y="1770"/>
                      <a:pt x="115" y="1792"/>
                      <a:pt x="146" y="1792"/>
                    </a:cubicBezTo>
                    <a:cubicBezTo>
                      <a:pt x="169" y="1792"/>
                      <a:pt x="193" y="1779"/>
                      <a:pt x="200" y="1750"/>
                    </a:cubicBezTo>
                    <a:cubicBezTo>
                      <a:pt x="208" y="1675"/>
                      <a:pt x="241" y="1600"/>
                      <a:pt x="258" y="1526"/>
                    </a:cubicBezTo>
                    <a:cubicBezTo>
                      <a:pt x="274" y="1451"/>
                      <a:pt x="283" y="1377"/>
                      <a:pt x="291" y="1302"/>
                    </a:cubicBezTo>
                    <a:cubicBezTo>
                      <a:pt x="299" y="1153"/>
                      <a:pt x="308" y="1012"/>
                      <a:pt x="308" y="863"/>
                    </a:cubicBezTo>
                    <a:cubicBezTo>
                      <a:pt x="299" y="714"/>
                      <a:pt x="299" y="573"/>
                      <a:pt x="283" y="424"/>
                    </a:cubicBezTo>
                    <a:cubicBezTo>
                      <a:pt x="266" y="291"/>
                      <a:pt x="258" y="109"/>
                      <a:pt x="142" y="18"/>
                    </a:cubicBezTo>
                    <a:cubicBezTo>
                      <a:pt x="134" y="6"/>
                      <a:pt x="121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6" name="Google Shape;4146;p10"/>
              <p:cNvSpPr/>
              <p:nvPr/>
            </p:nvSpPr>
            <p:spPr>
              <a:xfrm>
                <a:off x="2891125" y="4414950"/>
                <a:ext cx="5200" cy="12700"/>
              </a:xfrm>
              <a:custGeom>
                <a:rect b="b" l="l" r="r" t="t"/>
                <a:pathLst>
                  <a:path extrusionOk="0" h="508" w="208">
                    <a:moveTo>
                      <a:pt x="175" y="1"/>
                    </a:moveTo>
                    <a:cubicBezTo>
                      <a:pt x="166" y="1"/>
                      <a:pt x="150" y="9"/>
                      <a:pt x="150" y="25"/>
                    </a:cubicBezTo>
                    <a:cubicBezTo>
                      <a:pt x="133" y="67"/>
                      <a:pt x="125" y="100"/>
                      <a:pt x="117" y="141"/>
                    </a:cubicBezTo>
                    <a:cubicBezTo>
                      <a:pt x="108" y="133"/>
                      <a:pt x="92" y="117"/>
                      <a:pt x="75" y="117"/>
                    </a:cubicBezTo>
                    <a:cubicBezTo>
                      <a:pt x="50" y="117"/>
                      <a:pt x="34" y="133"/>
                      <a:pt x="25" y="150"/>
                    </a:cubicBezTo>
                    <a:cubicBezTo>
                      <a:pt x="17" y="158"/>
                      <a:pt x="17" y="175"/>
                      <a:pt x="17" y="191"/>
                    </a:cubicBezTo>
                    <a:cubicBezTo>
                      <a:pt x="9" y="208"/>
                      <a:pt x="9" y="216"/>
                      <a:pt x="9" y="233"/>
                    </a:cubicBezTo>
                    <a:cubicBezTo>
                      <a:pt x="1" y="249"/>
                      <a:pt x="1" y="266"/>
                      <a:pt x="1" y="282"/>
                    </a:cubicBezTo>
                    <a:cubicBezTo>
                      <a:pt x="1" y="340"/>
                      <a:pt x="9" y="390"/>
                      <a:pt x="9" y="440"/>
                    </a:cubicBezTo>
                    <a:cubicBezTo>
                      <a:pt x="9" y="477"/>
                      <a:pt x="29" y="507"/>
                      <a:pt x="63" y="507"/>
                    </a:cubicBezTo>
                    <a:cubicBezTo>
                      <a:pt x="67" y="507"/>
                      <a:pt x="71" y="507"/>
                      <a:pt x="75" y="506"/>
                    </a:cubicBezTo>
                    <a:cubicBezTo>
                      <a:pt x="108" y="506"/>
                      <a:pt x="133" y="481"/>
                      <a:pt x="133" y="440"/>
                    </a:cubicBezTo>
                    <a:lnTo>
                      <a:pt x="141" y="282"/>
                    </a:lnTo>
                    <a:lnTo>
                      <a:pt x="141" y="241"/>
                    </a:lnTo>
                    <a:cubicBezTo>
                      <a:pt x="141" y="241"/>
                      <a:pt x="141" y="249"/>
                      <a:pt x="150" y="249"/>
                    </a:cubicBezTo>
                    <a:cubicBezTo>
                      <a:pt x="175" y="249"/>
                      <a:pt x="199" y="224"/>
                      <a:pt x="208" y="199"/>
                    </a:cubicBezTo>
                    <a:cubicBezTo>
                      <a:pt x="208" y="141"/>
                      <a:pt x="208" y="92"/>
                      <a:pt x="208" y="34"/>
                    </a:cubicBezTo>
                    <a:lnTo>
                      <a:pt x="199" y="34"/>
                    </a:lnTo>
                    <a:cubicBezTo>
                      <a:pt x="199" y="17"/>
                      <a:pt x="191" y="9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7" name="Google Shape;4147;p10"/>
              <p:cNvSpPr/>
              <p:nvPr/>
            </p:nvSpPr>
            <p:spPr>
              <a:xfrm>
                <a:off x="2627825" y="4696950"/>
                <a:ext cx="128675" cy="66150"/>
              </a:xfrm>
              <a:custGeom>
                <a:rect b="b" l="l" r="r" t="t"/>
                <a:pathLst>
                  <a:path extrusionOk="0" h="2646" w="5147">
                    <a:moveTo>
                      <a:pt x="1081" y="1388"/>
                    </a:moveTo>
                    <a:cubicBezTo>
                      <a:pt x="1620" y="1686"/>
                      <a:pt x="2199" y="1905"/>
                      <a:pt x="2794" y="2044"/>
                    </a:cubicBezTo>
                    <a:cubicBezTo>
                      <a:pt x="2578" y="2027"/>
                      <a:pt x="2371" y="2002"/>
                      <a:pt x="2164" y="1944"/>
                    </a:cubicBezTo>
                    <a:cubicBezTo>
                      <a:pt x="1932" y="1886"/>
                      <a:pt x="1717" y="1795"/>
                      <a:pt x="1518" y="1687"/>
                    </a:cubicBezTo>
                    <a:cubicBezTo>
                      <a:pt x="1460" y="1654"/>
                      <a:pt x="1410" y="1621"/>
                      <a:pt x="1361" y="1588"/>
                    </a:cubicBezTo>
                    <a:cubicBezTo>
                      <a:pt x="1352" y="1571"/>
                      <a:pt x="1336" y="1571"/>
                      <a:pt x="1319" y="1563"/>
                    </a:cubicBezTo>
                    <a:cubicBezTo>
                      <a:pt x="1235" y="1509"/>
                      <a:pt x="1158" y="1449"/>
                      <a:pt x="1081" y="1388"/>
                    </a:cubicBezTo>
                    <a:close/>
                    <a:moveTo>
                      <a:pt x="64" y="0"/>
                    </a:moveTo>
                    <a:cubicBezTo>
                      <a:pt x="32" y="0"/>
                      <a:pt x="0" y="27"/>
                      <a:pt x="10" y="72"/>
                    </a:cubicBezTo>
                    <a:cubicBezTo>
                      <a:pt x="43" y="254"/>
                      <a:pt x="101" y="428"/>
                      <a:pt x="167" y="594"/>
                    </a:cubicBezTo>
                    <a:cubicBezTo>
                      <a:pt x="134" y="627"/>
                      <a:pt x="118" y="693"/>
                      <a:pt x="151" y="734"/>
                    </a:cubicBezTo>
                    <a:cubicBezTo>
                      <a:pt x="225" y="834"/>
                      <a:pt x="308" y="942"/>
                      <a:pt x="391" y="1041"/>
                    </a:cubicBezTo>
                    <a:cubicBezTo>
                      <a:pt x="557" y="1306"/>
                      <a:pt x="781" y="1538"/>
                      <a:pt x="1021" y="1737"/>
                    </a:cubicBezTo>
                    <a:cubicBezTo>
                      <a:pt x="1046" y="1762"/>
                      <a:pt x="1079" y="1778"/>
                      <a:pt x="1104" y="1803"/>
                    </a:cubicBezTo>
                    <a:cubicBezTo>
                      <a:pt x="1029" y="1836"/>
                      <a:pt x="1004" y="1961"/>
                      <a:pt x="1095" y="2019"/>
                    </a:cubicBezTo>
                    <a:cubicBezTo>
                      <a:pt x="1736" y="2428"/>
                      <a:pt x="2495" y="2646"/>
                      <a:pt x="3251" y="2646"/>
                    </a:cubicBezTo>
                    <a:cubicBezTo>
                      <a:pt x="3414" y="2646"/>
                      <a:pt x="3577" y="2636"/>
                      <a:pt x="3738" y="2615"/>
                    </a:cubicBezTo>
                    <a:cubicBezTo>
                      <a:pt x="4004" y="2582"/>
                      <a:pt x="4260" y="2532"/>
                      <a:pt x="4509" y="2450"/>
                    </a:cubicBezTo>
                    <a:cubicBezTo>
                      <a:pt x="4509" y="2450"/>
                      <a:pt x="4517" y="2441"/>
                      <a:pt x="4517" y="2441"/>
                    </a:cubicBezTo>
                    <a:cubicBezTo>
                      <a:pt x="4550" y="2450"/>
                      <a:pt x="4584" y="2450"/>
                      <a:pt x="4625" y="2458"/>
                    </a:cubicBezTo>
                    <a:cubicBezTo>
                      <a:pt x="4658" y="2458"/>
                      <a:pt x="4691" y="2468"/>
                      <a:pt x="4724" y="2468"/>
                    </a:cubicBezTo>
                    <a:cubicBezTo>
                      <a:pt x="4733" y="2468"/>
                      <a:pt x="4741" y="2468"/>
                      <a:pt x="4749" y="2466"/>
                    </a:cubicBezTo>
                    <a:cubicBezTo>
                      <a:pt x="4782" y="2466"/>
                      <a:pt x="4824" y="2483"/>
                      <a:pt x="4865" y="2491"/>
                    </a:cubicBezTo>
                    <a:cubicBezTo>
                      <a:pt x="4907" y="2491"/>
                      <a:pt x="4915" y="2425"/>
                      <a:pt x="4882" y="2408"/>
                    </a:cubicBezTo>
                    <a:cubicBezTo>
                      <a:pt x="4849" y="2383"/>
                      <a:pt x="4807" y="2375"/>
                      <a:pt x="4766" y="2358"/>
                    </a:cubicBezTo>
                    <a:cubicBezTo>
                      <a:pt x="4724" y="2334"/>
                      <a:pt x="4675" y="2334"/>
                      <a:pt x="4633" y="2325"/>
                    </a:cubicBezTo>
                    <a:lnTo>
                      <a:pt x="4592" y="2325"/>
                    </a:lnTo>
                    <a:cubicBezTo>
                      <a:pt x="4592" y="2300"/>
                      <a:pt x="4575" y="2276"/>
                      <a:pt x="4559" y="2251"/>
                    </a:cubicBezTo>
                    <a:cubicBezTo>
                      <a:pt x="4666" y="2226"/>
                      <a:pt x="4774" y="2193"/>
                      <a:pt x="4890" y="2151"/>
                    </a:cubicBezTo>
                    <a:cubicBezTo>
                      <a:pt x="4923" y="2151"/>
                      <a:pt x="4965" y="2143"/>
                      <a:pt x="5006" y="2135"/>
                    </a:cubicBezTo>
                    <a:lnTo>
                      <a:pt x="5039" y="2135"/>
                    </a:lnTo>
                    <a:cubicBezTo>
                      <a:pt x="5139" y="2118"/>
                      <a:pt x="5147" y="1994"/>
                      <a:pt x="5089" y="1936"/>
                    </a:cubicBezTo>
                    <a:cubicBezTo>
                      <a:pt x="5067" y="1900"/>
                      <a:pt x="5033" y="1876"/>
                      <a:pt x="4981" y="1876"/>
                    </a:cubicBezTo>
                    <a:cubicBezTo>
                      <a:pt x="4973" y="1876"/>
                      <a:pt x="4965" y="1877"/>
                      <a:pt x="4956" y="1878"/>
                    </a:cubicBezTo>
                    <a:cubicBezTo>
                      <a:pt x="4874" y="1894"/>
                      <a:pt x="4791" y="1911"/>
                      <a:pt x="4700" y="1919"/>
                    </a:cubicBezTo>
                    <a:cubicBezTo>
                      <a:pt x="4575" y="1936"/>
                      <a:pt x="4443" y="1944"/>
                      <a:pt x="4318" y="1961"/>
                    </a:cubicBezTo>
                    <a:cubicBezTo>
                      <a:pt x="4273" y="1962"/>
                      <a:pt x="4227" y="1962"/>
                      <a:pt x="4181" y="1962"/>
                    </a:cubicBezTo>
                    <a:cubicBezTo>
                      <a:pt x="3158" y="1962"/>
                      <a:pt x="2141" y="1698"/>
                      <a:pt x="1245" y="1207"/>
                    </a:cubicBezTo>
                    <a:cubicBezTo>
                      <a:pt x="938" y="1041"/>
                      <a:pt x="648" y="842"/>
                      <a:pt x="383" y="618"/>
                    </a:cubicBezTo>
                    <a:cubicBezTo>
                      <a:pt x="358" y="594"/>
                      <a:pt x="341" y="560"/>
                      <a:pt x="325" y="527"/>
                    </a:cubicBezTo>
                    <a:cubicBezTo>
                      <a:pt x="242" y="370"/>
                      <a:pt x="167" y="212"/>
                      <a:pt x="118" y="38"/>
                    </a:cubicBezTo>
                    <a:cubicBezTo>
                      <a:pt x="108" y="12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8" name="Google Shape;4148;p10"/>
              <p:cNvSpPr/>
              <p:nvPr/>
            </p:nvSpPr>
            <p:spPr>
              <a:xfrm>
                <a:off x="2726875" y="4767850"/>
                <a:ext cx="21350" cy="7200"/>
              </a:xfrm>
              <a:custGeom>
                <a:rect b="b" l="l" r="r" t="t"/>
                <a:pathLst>
                  <a:path extrusionOk="0" h="288" w="854">
                    <a:moveTo>
                      <a:pt x="83" y="1"/>
                    </a:moveTo>
                    <a:cubicBezTo>
                      <a:pt x="54" y="1"/>
                      <a:pt x="24" y="18"/>
                      <a:pt x="17" y="53"/>
                    </a:cubicBezTo>
                    <a:cubicBezTo>
                      <a:pt x="0" y="94"/>
                      <a:pt x="25" y="127"/>
                      <a:pt x="66" y="136"/>
                    </a:cubicBezTo>
                    <a:cubicBezTo>
                      <a:pt x="207" y="185"/>
                      <a:pt x="348" y="235"/>
                      <a:pt x="489" y="268"/>
                    </a:cubicBezTo>
                    <a:cubicBezTo>
                      <a:pt x="538" y="280"/>
                      <a:pt x="586" y="288"/>
                      <a:pt x="635" y="288"/>
                    </a:cubicBezTo>
                    <a:cubicBezTo>
                      <a:pt x="652" y="288"/>
                      <a:pt x="670" y="287"/>
                      <a:pt x="688" y="285"/>
                    </a:cubicBezTo>
                    <a:cubicBezTo>
                      <a:pt x="762" y="276"/>
                      <a:pt x="854" y="227"/>
                      <a:pt x="854" y="144"/>
                    </a:cubicBezTo>
                    <a:cubicBezTo>
                      <a:pt x="854" y="119"/>
                      <a:pt x="837" y="94"/>
                      <a:pt x="812" y="86"/>
                    </a:cubicBezTo>
                    <a:cubicBezTo>
                      <a:pt x="801" y="83"/>
                      <a:pt x="790" y="82"/>
                      <a:pt x="779" y="82"/>
                    </a:cubicBezTo>
                    <a:cubicBezTo>
                      <a:pt x="757" y="82"/>
                      <a:pt x="735" y="86"/>
                      <a:pt x="713" y="86"/>
                    </a:cubicBezTo>
                    <a:lnTo>
                      <a:pt x="696" y="86"/>
                    </a:lnTo>
                    <a:cubicBezTo>
                      <a:pt x="688" y="94"/>
                      <a:pt x="671" y="94"/>
                      <a:pt x="655" y="94"/>
                    </a:cubicBezTo>
                    <a:cubicBezTo>
                      <a:pt x="597" y="94"/>
                      <a:pt x="564" y="86"/>
                      <a:pt x="506" y="69"/>
                    </a:cubicBezTo>
                    <a:cubicBezTo>
                      <a:pt x="373" y="44"/>
                      <a:pt x="240" y="20"/>
                      <a:pt x="100" y="3"/>
                    </a:cubicBezTo>
                    <a:cubicBezTo>
                      <a:pt x="94" y="2"/>
                      <a:pt x="88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9" name="Google Shape;4149;p10"/>
              <p:cNvSpPr/>
              <p:nvPr/>
            </p:nvSpPr>
            <p:spPr>
              <a:xfrm>
                <a:off x="2627450" y="4573375"/>
                <a:ext cx="13275" cy="50850"/>
              </a:xfrm>
              <a:custGeom>
                <a:rect b="b" l="l" r="r" t="t"/>
                <a:pathLst>
                  <a:path extrusionOk="0" h="2034" w="531">
                    <a:moveTo>
                      <a:pt x="418" y="1"/>
                    </a:moveTo>
                    <a:cubicBezTo>
                      <a:pt x="403" y="1"/>
                      <a:pt x="388" y="4"/>
                      <a:pt x="373" y="10"/>
                    </a:cubicBezTo>
                    <a:cubicBezTo>
                      <a:pt x="298" y="52"/>
                      <a:pt x="274" y="159"/>
                      <a:pt x="240" y="234"/>
                    </a:cubicBezTo>
                    <a:cubicBezTo>
                      <a:pt x="207" y="308"/>
                      <a:pt x="182" y="391"/>
                      <a:pt x="158" y="474"/>
                    </a:cubicBezTo>
                    <a:cubicBezTo>
                      <a:pt x="108" y="640"/>
                      <a:pt x="66" y="814"/>
                      <a:pt x="42" y="980"/>
                    </a:cubicBezTo>
                    <a:cubicBezTo>
                      <a:pt x="17" y="1154"/>
                      <a:pt x="0" y="1319"/>
                      <a:pt x="0" y="1493"/>
                    </a:cubicBezTo>
                    <a:cubicBezTo>
                      <a:pt x="8" y="1584"/>
                      <a:pt x="17" y="1676"/>
                      <a:pt x="25" y="1758"/>
                    </a:cubicBezTo>
                    <a:cubicBezTo>
                      <a:pt x="42" y="1841"/>
                      <a:pt x="50" y="1924"/>
                      <a:pt x="83" y="2007"/>
                    </a:cubicBezTo>
                    <a:cubicBezTo>
                      <a:pt x="94" y="2025"/>
                      <a:pt x="114" y="2034"/>
                      <a:pt x="134" y="2034"/>
                    </a:cubicBezTo>
                    <a:cubicBezTo>
                      <a:pt x="160" y="2034"/>
                      <a:pt x="186" y="2019"/>
                      <a:pt x="191" y="1990"/>
                    </a:cubicBezTo>
                    <a:cubicBezTo>
                      <a:pt x="207" y="1916"/>
                      <a:pt x="199" y="1833"/>
                      <a:pt x="199" y="1758"/>
                    </a:cubicBezTo>
                    <a:cubicBezTo>
                      <a:pt x="199" y="1676"/>
                      <a:pt x="199" y="1593"/>
                      <a:pt x="207" y="1502"/>
                    </a:cubicBezTo>
                    <a:cubicBezTo>
                      <a:pt x="216" y="1336"/>
                      <a:pt x="224" y="1170"/>
                      <a:pt x="249" y="1013"/>
                    </a:cubicBezTo>
                    <a:cubicBezTo>
                      <a:pt x="274" y="847"/>
                      <a:pt x="315" y="698"/>
                      <a:pt x="365" y="540"/>
                    </a:cubicBezTo>
                    <a:cubicBezTo>
                      <a:pt x="390" y="458"/>
                      <a:pt x="414" y="375"/>
                      <a:pt x="448" y="300"/>
                    </a:cubicBezTo>
                    <a:cubicBezTo>
                      <a:pt x="481" y="226"/>
                      <a:pt x="530" y="143"/>
                      <a:pt x="506" y="60"/>
                    </a:cubicBezTo>
                    <a:lnTo>
                      <a:pt x="506" y="60"/>
                    </a:lnTo>
                    <a:lnTo>
                      <a:pt x="506" y="68"/>
                    </a:lnTo>
                    <a:cubicBezTo>
                      <a:pt x="493" y="25"/>
                      <a:pt x="458" y="1"/>
                      <a:pt x="4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0" name="Google Shape;4150;p10"/>
              <p:cNvSpPr/>
              <p:nvPr/>
            </p:nvSpPr>
            <p:spPr>
              <a:xfrm>
                <a:off x="2635725" y="4589400"/>
                <a:ext cx="4800" cy="20025"/>
              </a:xfrm>
              <a:custGeom>
                <a:rect b="b" l="l" r="r" t="t"/>
                <a:pathLst>
                  <a:path extrusionOk="0" h="801" w="192">
                    <a:moveTo>
                      <a:pt x="145" y="0"/>
                    </a:moveTo>
                    <a:cubicBezTo>
                      <a:pt x="130" y="0"/>
                      <a:pt x="113" y="8"/>
                      <a:pt x="100" y="24"/>
                    </a:cubicBezTo>
                    <a:cubicBezTo>
                      <a:pt x="67" y="73"/>
                      <a:pt x="50" y="140"/>
                      <a:pt x="42" y="198"/>
                    </a:cubicBezTo>
                    <a:cubicBezTo>
                      <a:pt x="25" y="256"/>
                      <a:pt x="17" y="314"/>
                      <a:pt x="9" y="380"/>
                    </a:cubicBezTo>
                    <a:cubicBezTo>
                      <a:pt x="1" y="496"/>
                      <a:pt x="1" y="620"/>
                      <a:pt x="9" y="745"/>
                    </a:cubicBezTo>
                    <a:cubicBezTo>
                      <a:pt x="13" y="782"/>
                      <a:pt x="44" y="801"/>
                      <a:pt x="73" y="801"/>
                    </a:cubicBezTo>
                    <a:cubicBezTo>
                      <a:pt x="102" y="801"/>
                      <a:pt x="129" y="782"/>
                      <a:pt x="125" y="745"/>
                    </a:cubicBezTo>
                    <a:cubicBezTo>
                      <a:pt x="125" y="629"/>
                      <a:pt x="133" y="513"/>
                      <a:pt x="141" y="388"/>
                    </a:cubicBezTo>
                    <a:cubicBezTo>
                      <a:pt x="150" y="339"/>
                      <a:pt x="158" y="281"/>
                      <a:pt x="166" y="223"/>
                    </a:cubicBezTo>
                    <a:cubicBezTo>
                      <a:pt x="175" y="165"/>
                      <a:pt x="191" y="107"/>
                      <a:pt x="191" y="49"/>
                    </a:cubicBezTo>
                    <a:cubicBezTo>
                      <a:pt x="191" y="18"/>
                      <a:pt x="170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1" name="Google Shape;4151;p10"/>
              <p:cNvSpPr/>
              <p:nvPr/>
            </p:nvSpPr>
            <p:spPr>
              <a:xfrm>
                <a:off x="2636975" y="4558575"/>
                <a:ext cx="6025" cy="8850"/>
              </a:xfrm>
              <a:custGeom>
                <a:rect b="b" l="l" r="r" t="t"/>
                <a:pathLst>
                  <a:path extrusionOk="0" h="354" w="241">
                    <a:moveTo>
                      <a:pt x="187" y="0"/>
                    </a:moveTo>
                    <a:cubicBezTo>
                      <a:pt x="177" y="0"/>
                      <a:pt x="167" y="4"/>
                      <a:pt x="158" y="14"/>
                    </a:cubicBezTo>
                    <a:cubicBezTo>
                      <a:pt x="141" y="22"/>
                      <a:pt x="133" y="30"/>
                      <a:pt x="125" y="47"/>
                    </a:cubicBezTo>
                    <a:cubicBezTo>
                      <a:pt x="116" y="55"/>
                      <a:pt x="116" y="64"/>
                      <a:pt x="108" y="72"/>
                    </a:cubicBezTo>
                    <a:cubicBezTo>
                      <a:pt x="100" y="97"/>
                      <a:pt x="83" y="113"/>
                      <a:pt x="75" y="138"/>
                    </a:cubicBezTo>
                    <a:lnTo>
                      <a:pt x="9" y="262"/>
                    </a:lnTo>
                    <a:cubicBezTo>
                      <a:pt x="0" y="287"/>
                      <a:pt x="0" y="329"/>
                      <a:pt x="33" y="345"/>
                    </a:cubicBezTo>
                    <a:cubicBezTo>
                      <a:pt x="45" y="351"/>
                      <a:pt x="58" y="354"/>
                      <a:pt x="70" y="354"/>
                    </a:cubicBezTo>
                    <a:cubicBezTo>
                      <a:pt x="93" y="354"/>
                      <a:pt x="114" y="345"/>
                      <a:pt x="125" y="329"/>
                    </a:cubicBezTo>
                    <a:cubicBezTo>
                      <a:pt x="141" y="279"/>
                      <a:pt x="166" y="238"/>
                      <a:pt x="183" y="196"/>
                    </a:cubicBezTo>
                    <a:cubicBezTo>
                      <a:pt x="199" y="180"/>
                      <a:pt x="207" y="155"/>
                      <a:pt x="216" y="138"/>
                    </a:cubicBezTo>
                    <a:cubicBezTo>
                      <a:pt x="216" y="122"/>
                      <a:pt x="224" y="113"/>
                      <a:pt x="224" y="105"/>
                    </a:cubicBezTo>
                    <a:cubicBezTo>
                      <a:pt x="232" y="88"/>
                      <a:pt x="232" y="80"/>
                      <a:pt x="241" y="64"/>
                    </a:cubicBezTo>
                    <a:lnTo>
                      <a:pt x="241" y="47"/>
                    </a:lnTo>
                    <a:cubicBezTo>
                      <a:pt x="241" y="30"/>
                      <a:pt x="224" y="14"/>
                      <a:pt x="207" y="6"/>
                    </a:cubicBezTo>
                    <a:cubicBezTo>
                      <a:pt x="201" y="2"/>
                      <a:pt x="194" y="0"/>
                      <a:pt x="1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2" name="Google Shape;4152;p10"/>
              <p:cNvSpPr/>
              <p:nvPr/>
            </p:nvSpPr>
            <p:spPr>
              <a:xfrm>
                <a:off x="2802075" y="4569200"/>
                <a:ext cx="38750" cy="99650"/>
              </a:xfrm>
              <a:custGeom>
                <a:rect b="b" l="l" r="r" t="t"/>
                <a:pathLst>
                  <a:path extrusionOk="0" h="3986" w="1550">
                    <a:moveTo>
                      <a:pt x="809" y="0"/>
                    </a:moveTo>
                    <a:cubicBezTo>
                      <a:pt x="796" y="0"/>
                      <a:pt x="783" y="8"/>
                      <a:pt x="779" y="28"/>
                    </a:cubicBezTo>
                    <a:cubicBezTo>
                      <a:pt x="729" y="243"/>
                      <a:pt x="754" y="484"/>
                      <a:pt x="779" y="707"/>
                    </a:cubicBezTo>
                    <a:cubicBezTo>
                      <a:pt x="759" y="693"/>
                      <a:pt x="737" y="684"/>
                      <a:pt x="716" y="684"/>
                    </a:cubicBezTo>
                    <a:cubicBezTo>
                      <a:pt x="700" y="684"/>
                      <a:pt x="685" y="689"/>
                      <a:pt x="671" y="699"/>
                    </a:cubicBezTo>
                    <a:cubicBezTo>
                      <a:pt x="646" y="707"/>
                      <a:pt x="630" y="732"/>
                      <a:pt x="638" y="765"/>
                    </a:cubicBezTo>
                    <a:cubicBezTo>
                      <a:pt x="663" y="973"/>
                      <a:pt x="696" y="1171"/>
                      <a:pt x="737" y="1370"/>
                    </a:cubicBezTo>
                    <a:cubicBezTo>
                      <a:pt x="563" y="1055"/>
                      <a:pt x="348" y="765"/>
                      <a:pt x="124" y="492"/>
                    </a:cubicBezTo>
                    <a:cubicBezTo>
                      <a:pt x="111" y="477"/>
                      <a:pt x="96" y="471"/>
                      <a:pt x="81" y="471"/>
                    </a:cubicBezTo>
                    <a:cubicBezTo>
                      <a:pt x="39" y="471"/>
                      <a:pt x="0" y="521"/>
                      <a:pt x="25" y="558"/>
                    </a:cubicBezTo>
                    <a:cubicBezTo>
                      <a:pt x="248" y="881"/>
                      <a:pt x="431" y="1229"/>
                      <a:pt x="596" y="1577"/>
                    </a:cubicBezTo>
                    <a:cubicBezTo>
                      <a:pt x="770" y="1934"/>
                      <a:pt x="911" y="2298"/>
                      <a:pt x="1011" y="2671"/>
                    </a:cubicBezTo>
                    <a:cubicBezTo>
                      <a:pt x="1019" y="2679"/>
                      <a:pt x="1019" y="2688"/>
                      <a:pt x="1027" y="2704"/>
                    </a:cubicBezTo>
                    <a:cubicBezTo>
                      <a:pt x="1035" y="2754"/>
                      <a:pt x="1052" y="2812"/>
                      <a:pt x="1060" y="2862"/>
                    </a:cubicBezTo>
                    <a:cubicBezTo>
                      <a:pt x="1110" y="3218"/>
                      <a:pt x="1185" y="3574"/>
                      <a:pt x="1284" y="3914"/>
                    </a:cubicBezTo>
                    <a:cubicBezTo>
                      <a:pt x="1301" y="3964"/>
                      <a:pt x="1340" y="3986"/>
                      <a:pt x="1380" y="3986"/>
                    </a:cubicBezTo>
                    <a:cubicBezTo>
                      <a:pt x="1439" y="3986"/>
                      <a:pt x="1498" y="3938"/>
                      <a:pt x="1483" y="3864"/>
                    </a:cubicBezTo>
                    <a:cubicBezTo>
                      <a:pt x="1466" y="3790"/>
                      <a:pt x="1450" y="3715"/>
                      <a:pt x="1433" y="3641"/>
                    </a:cubicBezTo>
                    <a:cubicBezTo>
                      <a:pt x="1491" y="3632"/>
                      <a:pt x="1549" y="3574"/>
                      <a:pt x="1533" y="3508"/>
                    </a:cubicBezTo>
                    <a:cubicBezTo>
                      <a:pt x="1433" y="3143"/>
                      <a:pt x="1350" y="2779"/>
                      <a:pt x="1276" y="2414"/>
                    </a:cubicBezTo>
                    <a:cubicBezTo>
                      <a:pt x="1284" y="2398"/>
                      <a:pt x="1284" y="2381"/>
                      <a:pt x="1276" y="2356"/>
                    </a:cubicBezTo>
                    <a:cubicBezTo>
                      <a:pt x="1259" y="2290"/>
                      <a:pt x="1243" y="2232"/>
                      <a:pt x="1226" y="2166"/>
                    </a:cubicBezTo>
                    <a:cubicBezTo>
                      <a:pt x="1193" y="1959"/>
                      <a:pt x="1151" y="1743"/>
                      <a:pt x="1118" y="1536"/>
                    </a:cubicBezTo>
                    <a:cubicBezTo>
                      <a:pt x="1118" y="1503"/>
                      <a:pt x="1093" y="1478"/>
                      <a:pt x="1069" y="1478"/>
                    </a:cubicBezTo>
                    <a:cubicBezTo>
                      <a:pt x="1035" y="1329"/>
                      <a:pt x="1002" y="1180"/>
                      <a:pt x="961" y="1039"/>
                    </a:cubicBezTo>
                    <a:cubicBezTo>
                      <a:pt x="953" y="1022"/>
                      <a:pt x="953" y="1014"/>
                      <a:pt x="944" y="1006"/>
                    </a:cubicBezTo>
                    <a:cubicBezTo>
                      <a:pt x="936" y="915"/>
                      <a:pt x="919" y="832"/>
                      <a:pt x="911" y="749"/>
                    </a:cubicBezTo>
                    <a:cubicBezTo>
                      <a:pt x="903" y="625"/>
                      <a:pt x="895" y="500"/>
                      <a:pt x="886" y="376"/>
                    </a:cubicBezTo>
                    <a:cubicBezTo>
                      <a:pt x="878" y="260"/>
                      <a:pt x="870" y="136"/>
                      <a:pt x="845" y="28"/>
                    </a:cubicBezTo>
                    <a:cubicBezTo>
                      <a:pt x="841" y="11"/>
                      <a:pt x="825" y="0"/>
                      <a:pt x="80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3" name="Google Shape;4153;p10"/>
              <p:cNvSpPr/>
              <p:nvPr/>
            </p:nvSpPr>
            <p:spPr>
              <a:xfrm>
                <a:off x="2805000" y="4559925"/>
                <a:ext cx="11275" cy="25675"/>
              </a:xfrm>
              <a:custGeom>
                <a:rect b="b" l="l" r="r" t="t"/>
                <a:pathLst>
                  <a:path extrusionOk="0" h="1027" w="451">
                    <a:moveTo>
                      <a:pt x="41" y="1"/>
                    </a:moveTo>
                    <a:cubicBezTo>
                      <a:pt x="18" y="1"/>
                      <a:pt x="1" y="26"/>
                      <a:pt x="7" y="51"/>
                    </a:cubicBezTo>
                    <a:cubicBezTo>
                      <a:pt x="15" y="134"/>
                      <a:pt x="73" y="200"/>
                      <a:pt x="107" y="275"/>
                    </a:cubicBezTo>
                    <a:cubicBezTo>
                      <a:pt x="140" y="349"/>
                      <a:pt x="173" y="432"/>
                      <a:pt x="206" y="507"/>
                    </a:cubicBezTo>
                    <a:cubicBezTo>
                      <a:pt x="264" y="664"/>
                      <a:pt x="314" y="830"/>
                      <a:pt x="339" y="987"/>
                    </a:cubicBezTo>
                    <a:cubicBezTo>
                      <a:pt x="346" y="1014"/>
                      <a:pt x="372" y="1027"/>
                      <a:pt x="396" y="1027"/>
                    </a:cubicBezTo>
                    <a:cubicBezTo>
                      <a:pt x="424" y="1027"/>
                      <a:pt x="451" y="1010"/>
                      <a:pt x="446" y="979"/>
                    </a:cubicBezTo>
                    <a:cubicBezTo>
                      <a:pt x="421" y="797"/>
                      <a:pt x="380" y="623"/>
                      <a:pt x="322" y="457"/>
                    </a:cubicBezTo>
                    <a:cubicBezTo>
                      <a:pt x="289" y="374"/>
                      <a:pt x="256" y="291"/>
                      <a:pt x="214" y="217"/>
                    </a:cubicBezTo>
                    <a:cubicBezTo>
                      <a:pt x="173" y="142"/>
                      <a:pt x="131" y="59"/>
                      <a:pt x="65" y="10"/>
                    </a:cubicBezTo>
                    <a:cubicBezTo>
                      <a:pt x="57" y="4"/>
                      <a:pt x="49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4" name="Google Shape;4154;p10"/>
              <p:cNvSpPr/>
              <p:nvPr/>
            </p:nvSpPr>
            <p:spPr>
              <a:xfrm>
                <a:off x="2800050" y="4552600"/>
                <a:ext cx="4650" cy="10200"/>
              </a:xfrm>
              <a:custGeom>
                <a:rect b="b" l="l" r="r" t="t"/>
                <a:pathLst>
                  <a:path extrusionOk="0" h="408" w="186">
                    <a:moveTo>
                      <a:pt x="24" y="0"/>
                    </a:moveTo>
                    <a:cubicBezTo>
                      <a:pt x="13" y="0"/>
                      <a:pt x="1" y="13"/>
                      <a:pt x="6" y="29"/>
                    </a:cubicBezTo>
                    <a:cubicBezTo>
                      <a:pt x="39" y="145"/>
                      <a:pt x="81" y="261"/>
                      <a:pt x="106" y="377"/>
                    </a:cubicBezTo>
                    <a:cubicBezTo>
                      <a:pt x="113" y="398"/>
                      <a:pt x="128" y="407"/>
                      <a:pt x="144" y="407"/>
                    </a:cubicBezTo>
                    <a:cubicBezTo>
                      <a:pt x="165" y="407"/>
                      <a:pt x="185" y="390"/>
                      <a:pt x="180" y="361"/>
                    </a:cubicBezTo>
                    <a:cubicBezTo>
                      <a:pt x="147" y="236"/>
                      <a:pt x="106" y="120"/>
                      <a:pt x="39" y="13"/>
                    </a:cubicBezTo>
                    <a:cubicBezTo>
                      <a:pt x="36" y="4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5" name="Google Shape;4155;p10"/>
              <p:cNvSpPr/>
              <p:nvPr/>
            </p:nvSpPr>
            <p:spPr>
              <a:xfrm>
                <a:off x="2914325" y="4296900"/>
                <a:ext cx="6850" cy="30875"/>
              </a:xfrm>
              <a:custGeom>
                <a:rect b="b" l="l" r="r" t="t"/>
                <a:pathLst>
                  <a:path extrusionOk="0" h="1235" w="274">
                    <a:moveTo>
                      <a:pt x="160" y="1"/>
                    </a:moveTo>
                    <a:cubicBezTo>
                      <a:pt x="135" y="1"/>
                      <a:pt x="112" y="13"/>
                      <a:pt x="108" y="41"/>
                    </a:cubicBezTo>
                    <a:cubicBezTo>
                      <a:pt x="75" y="232"/>
                      <a:pt x="75" y="422"/>
                      <a:pt x="59" y="613"/>
                    </a:cubicBezTo>
                    <a:cubicBezTo>
                      <a:pt x="42" y="704"/>
                      <a:pt x="34" y="795"/>
                      <a:pt x="17" y="886"/>
                    </a:cubicBezTo>
                    <a:cubicBezTo>
                      <a:pt x="9" y="936"/>
                      <a:pt x="1" y="994"/>
                      <a:pt x="1" y="1044"/>
                    </a:cubicBezTo>
                    <a:cubicBezTo>
                      <a:pt x="9" y="1085"/>
                      <a:pt x="1" y="1143"/>
                      <a:pt x="17" y="1185"/>
                    </a:cubicBezTo>
                    <a:cubicBezTo>
                      <a:pt x="28" y="1217"/>
                      <a:pt x="52" y="1235"/>
                      <a:pt x="80" y="1235"/>
                    </a:cubicBezTo>
                    <a:cubicBezTo>
                      <a:pt x="94" y="1235"/>
                      <a:pt x="110" y="1229"/>
                      <a:pt x="125" y="1218"/>
                    </a:cubicBezTo>
                    <a:cubicBezTo>
                      <a:pt x="158" y="1185"/>
                      <a:pt x="166" y="1135"/>
                      <a:pt x="191" y="1093"/>
                    </a:cubicBezTo>
                    <a:cubicBezTo>
                      <a:pt x="208" y="1044"/>
                      <a:pt x="224" y="994"/>
                      <a:pt x="233" y="944"/>
                    </a:cubicBezTo>
                    <a:cubicBezTo>
                      <a:pt x="249" y="845"/>
                      <a:pt x="257" y="737"/>
                      <a:pt x="266" y="638"/>
                    </a:cubicBezTo>
                    <a:cubicBezTo>
                      <a:pt x="274" y="447"/>
                      <a:pt x="274" y="232"/>
                      <a:pt x="224" y="41"/>
                    </a:cubicBezTo>
                    <a:cubicBezTo>
                      <a:pt x="216" y="15"/>
                      <a:pt x="187" y="1"/>
                      <a:pt x="1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6" name="Google Shape;4156;p10"/>
              <p:cNvSpPr/>
              <p:nvPr/>
            </p:nvSpPr>
            <p:spPr>
              <a:xfrm>
                <a:off x="2909350" y="4331925"/>
                <a:ext cx="3975" cy="13325"/>
              </a:xfrm>
              <a:custGeom>
                <a:rect b="b" l="l" r="r" t="t"/>
                <a:pathLst>
                  <a:path extrusionOk="0" h="533" w="159">
                    <a:moveTo>
                      <a:pt x="105" y="1"/>
                    </a:moveTo>
                    <a:cubicBezTo>
                      <a:pt x="82" y="1"/>
                      <a:pt x="58" y="14"/>
                      <a:pt x="50" y="40"/>
                    </a:cubicBezTo>
                    <a:cubicBezTo>
                      <a:pt x="34" y="115"/>
                      <a:pt x="17" y="190"/>
                      <a:pt x="9" y="272"/>
                    </a:cubicBezTo>
                    <a:cubicBezTo>
                      <a:pt x="1" y="314"/>
                      <a:pt x="1" y="347"/>
                      <a:pt x="1" y="388"/>
                    </a:cubicBezTo>
                    <a:cubicBezTo>
                      <a:pt x="1" y="430"/>
                      <a:pt x="1" y="471"/>
                      <a:pt x="9" y="513"/>
                    </a:cubicBezTo>
                    <a:cubicBezTo>
                      <a:pt x="14" y="526"/>
                      <a:pt x="26" y="533"/>
                      <a:pt x="38" y="533"/>
                    </a:cubicBezTo>
                    <a:cubicBezTo>
                      <a:pt x="49" y="533"/>
                      <a:pt x="60" y="528"/>
                      <a:pt x="67" y="521"/>
                    </a:cubicBezTo>
                    <a:cubicBezTo>
                      <a:pt x="92" y="488"/>
                      <a:pt x="100" y="446"/>
                      <a:pt x="108" y="413"/>
                    </a:cubicBezTo>
                    <a:cubicBezTo>
                      <a:pt x="117" y="372"/>
                      <a:pt x="133" y="330"/>
                      <a:pt x="133" y="289"/>
                    </a:cubicBezTo>
                    <a:cubicBezTo>
                      <a:pt x="142" y="206"/>
                      <a:pt x="150" y="132"/>
                      <a:pt x="158" y="49"/>
                    </a:cubicBezTo>
                    <a:cubicBezTo>
                      <a:pt x="158" y="18"/>
                      <a:pt x="132" y="1"/>
                      <a:pt x="1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7" name="Google Shape;4157;p10"/>
              <p:cNvSpPr/>
              <p:nvPr/>
            </p:nvSpPr>
            <p:spPr>
              <a:xfrm>
                <a:off x="2912875" y="4349300"/>
                <a:ext cx="3950" cy="9300"/>
              </a:xfrm>
              <a:custGeom>
                <a:rect b="b" l="l" r="r" t="t"/>
                <a:pathLst>
                  <a:path extrusionOk="0" h="372" w="158">
                    <a:moveTo>
                      <a:pt x="117" y="0"/>
                    </a:moveTo>
                    <a:lnTo>
                      <a:pt x="117" y="8"/>
                    </a:lnTo>
                    <a:cubicBezTo>
                      <a:pt x="112" y="7"/>
                      <a:pt x="108" y="6"/>
                      <a:pt x="103" y="6"/>
                    </a:cubicBezTo>
                    <a:cubicBezTo>
                      <a:pt x="83" y="6"/>
                      <a:pt x="65" y="21"/>
                      <a:pt x="59" y="41"/>
                    </a:cubicBezTo>
                    <a:cubicBezTo>
                      <a:pt x="42" y="91"/>
                      <a:pt x="25" y="141"/>
                      <a:pt x="17" y="191"/>
                    </a:cubicBezTo>
                    <a:cubicBezTo>
                      <a:pt x="9" y="215"/>
                      <a:pt x="9" y="240"/>
                      <a:pt x="1" y="273"/>
                    </a:cubicBezTo>
                    <a:cubicBezTo>
                      <a:pt x="1" y="282"/>
                      <a:pt x="1" y="298"/>
                      <a:pt x="1" y="315"/>
                    </a:cubicBezTo>
                    <a:cubicBezTo>
                      <a:pt x="9" y="323"/>
                      <a:pt x="9" y="340"/>
                      <a:pt x="9" y="348"/>
                    </a:cubicBezTo>
                    <a:cubicBezTo>
                      <a:pt x="14" y="362"/>
                      <a:pt x="30" y="371"/>
                      <a:pt x="44" y="371"/>
                    </a:cubicBezTo>
                    <a:cubicBezTo>
                      <a:pt x="54" y="371"/>
                      <a:pt x="63" y="367"/>
                      <a:pt x="67" y="356"/>
                    </a:cubicBezTo>
                    <a:cubicBezTo>
                      <a:pt x="75" y="348"/>
                      <a:pt x="83" y="331"/>
                      <a:pt x="83" y="323"/>
                    </a:cubicBezTo>
                    <a:cubicBezTo>
                      <a:pt x="92" y="307"/>
                      <a:pt x="92" y="298"/>
                      <a:pt x="100" y="282"/>
                    </a:cubicBezTo>
                    <a:cubicBezTo>
                      <a:pt x="100" y="257"/>
                      <a:pt x="108" y="232"/>
                      <a:pt x="117" y="207"/>
                    </a:cubicBezTo>
                    <a:cubicBezTo>
                      <a:pt x="125" y="157"/>
                      <a:pt x="133" y="116"/>
                      <a:pt x="150" y="66"/>
                    </a:cubicBezTo>
                    <a:cubicBezTo>
                      <a:pt x="158" y="41"/>
                      <a:pt x="141" y="8"/>
                      <a:pt x="1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8" name="Google Shape;4158;p10"/>
              <p:cNvSpPr/>
              <p:nvPr/>
            </p:nvSpPr>
            <p:spPr>
              <a:xfrm>
                <a:off x="2923650" y="4312425"/>
                <a:ext cx="3125" cy="12350"/>
              </a:xfrm>
              <a:custGeom>
                <a:rect b="b" l="l" r="r" t="t"/>
                <a:pathLst>
                  <a:path extrusionOk="0" h="494" w="125">
                    <a:moveTo>
                      <a:pt x="58" y="0"/>
                    </a:moveTo>
                    <a:cubicBezTo>
                      <a:pt x="34" y="0"/>
                      <a:pt x="9" y="25"/>
                      <a:pt x="9" y="50"/>
                    </a:cubicBezTo>
                    <a:cubicBezTo>
                      <a:pt x="9" y="191"/>
                      <a:pt x="0" y="323"/>
                      <a:pt x="9" y="464"/>
                    </a:cubicBezTo>
                    <a:cubicBezTo>
                      <a:pt x="9" y="483"/>
                      <a:pt x="24" y="494"/>
                      <a:pt x="41" y="494"/>
                    </a:cubicBezTo>
                    <a:cubicBezTo>
                      <a:pt x="54" y="494"/>
                      <a:pt x="68" y="487"/>
                      <a:pt x="75" y="472"/>
                    </a:cubicBezTo>
                    <a:cubicBezTo>
                      <a:pt x="116" y="340"/>
                      <a:pt x="125" y="191"/>
                      <a:pt x="116" y="50"/>
                    </a:cubicBezTo>
                    <a:cubicBezTo>
                      <a:pt x="116" y="25"/>
                      <a:pt x="92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9" name="Google Shape;4159;p10"/>
              <p:cNvSpPr/>
              <p:nvPr/>
            </p:nvSpPr>
            <p:spPr>
              <a:xfrm>
                <a:off x="2923450" y="4344525"/>
                <a:ext cx="3750" cy="11525"/>
              </a:xfrm>
              <a:custGeom>
                <a:rect b="b" l="l" r="r" t="t"/>
                <a:pathLst>
                  <a:path extrusionOk="0" h="461" w="150">
                    <a:moveTo>
                      <a:pt x="108" y="0"/>
                    </a:moveTo>
                    <a:cubicBezTo>
                      <a:pt x="83" y="0"/>
                      <a:pt x="42" y="9"/>
                      <a:pt x="33" y="42"/>
                    </a:cubicBezTo>
                    <a:cubicBezTo>
                      <a:pt x="33" y="75"/>
                      <a:pt x="25" y="108"/>
                      <a:pt x="25" y="141"/>
                    </a:cubicBezTo>
                    <a:cubicBezTo>
                      <a:pt x="17" y="174"/>
                      <a:pt x="8" y="208"/>
                      <a:pt x="8" y="241"/>
                    </a:cubicBezTo>
                    <a:cubicBezTo>
                      <a:pt x="8" y="307"/>
                      <a:pt x="0" y="365"/>
                      <a:pt x="8" y="431"/>
                    </a:cubicBezTo>
                    <a:cubicBezTo>
                      <a:pt x="8" y="450"/>
                      <a:pt x="21" y="461"/>
                      <a:pt x="36" y="461"/>
                    </a:cubicBezTo>
                    <a:cubicBezTo>
                      <a:pt x="47" y="461"/>
                      <a:pt x="59" y="454"/>
                      <a:pt x="66" y="440"/>
                    </a:cubicBezTo>
                    <a:cubicBezTo>
                      <a:pt x="91" y="382"/>
                      <a:pt x="100" y="324"/>
                      <a:pt x="116" y="257"/>
                    </a:cubicBezTo>
                    <a:cubicBezTo>
                      <a:pt x="124" y="232"/>
                      <a:pt x="124" y="199"/>
                      <a:pt x="133" y="166"/>
                    </a:cubicBezTo>
                    <a:cubicBezTo>
                      <a:pt x="141" y="141"/>
                      <a:pt x="141" y="108"/>
                      <a:pt x="149" y="75"/>
                    </a:cubicBezTo>
                    <a:cubicBezTo>
                      <a:pt x="149" y="42"/>
                      <a:pt x="141" y="9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0" name="Google Shape;4160;p10"/>
              <p:cNvSpPr/>
              <p:nvPr/>
            </p:nvSpPr>
            <p:spPr>
              <a:xfrm>
                <a:off x="2898575" y="4284000"/>
                <a:ext cx="3150" cy="29075"/>
              </a:xfrm>
              <a:custGeom>
                <a:rect b="b" l="l" r="r" t="t"/>
                <a:pathLst>
                  <a:path extrusionOk="0" h="1163" w="126">
                    <a:moveTo>
                      <a:pt x="39" y="0"/>
                    </a:moveTo>
                    <a:cubicBezTo>
                      <a:pt x="19" y="0"/>
                      <a:pt x="1" y="15"/>
                      <a:pt x="1" y="44"/>
                    </a:cubicBezTo>
                    <a:cubicBezTo>
                      <a:pt x="1" y="226"/>
                      <a:pt x="1" y="408"/>
                      <a:pt x="1" y="599"/>
                    </a:cubicBezTo>
                    <a:cubicBezTo>
                      <a:pt x="1" y="690"/>
                      <a:pt x="1" y="781"/>
                      <a:pt x="1" y="872"/>
                    </a:cubicBezTo>
                    <a:cubicBezTo>
                      <a:pt x="1" y="963"/>
                      <a:pt x="1" y="1054"/>
                      <a:pt x="26" y="1137"/>
                    </a:cubicBezTo>
                    <a:cubicBezTo>
                      <a:pt x="30" y="1154"/>
                      <a:pt x="44" y="1162"/>
                      <a:pt x="59" y="1162"/>
                    </a:cubicBezTo>
                    <a:cubicBezTo>
                      <a:pt x="73" y="1162"/>
                      <a:pt x="88" y="1154"/>
                      <a:pt x="92" y="1137"/>
                    </a:cubicBezTo>
                    <a:cubicBezTo>
                      <a:pt x="125" y="1054"/>
                      <a:pt x="125" y="963"/>
                      <a:pt x="125" y="872"/>
                    </a:cubicBezTo>
                    <a:cubicBezTo>
                      <a:pt x="125" y="781"/>
                      <a:pt x="125" y="690"/>
                      <a:pt x="125" y="599"/>
                    </a:cubicBezTo>
                    <a:lnTo>
                      <a:pt x="117" y="599"/>
                    </a:lnTo>
                    <a:cubicBezTo>
                      <a:pt x="117" y="408"/>
                      <a:pt x="100" y="226"/>
                      <a:pt x="84" y="44"/>
                    </a:cubicBezTo>
                    <a:cubicBezTo>
                      <a:pt x="80" y="15"/>
                      <a:pt x="5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1" name="Google Shape;4161;p10"/>
              <p:cNvSpPr/>
              <p:nvPr/>
            </p:nvSpPr>
            <p:spPr>
              <a:xfrm>
                <a:off x="2976475" y="4020975"/>
                <a:ext cx="69850" cy="101400"/>
              </a:xfrm>
              <a:custGeom>
                <a:rect b="b" l="l" r="r" t="t"/>
                <a:pathLst>
                  <a:path extrusionOk="0" h="4056" w="2794">
                    <a:moveTo>
                      <a:pt x="1457" y="1475"/>
                    </a:moveTo>
                    <a:lnTo>
                      <a:pt x="1457" y="1475"/>
                    </a:lnTo>
                    <a:cubicBezTo>
                      <a:pt x="1459" y="1478"/>
                      <a:pt x="1461" y="1481"/>
                      <a:pt x="1463" y="1485"/>
                    </a:cubicBezTo>
                    <a:lnTo>
                      <a:pt x="1463" y="1485"/>
                    </a:lnTo>
                    <a:cubicBezTo>
                      <a:pt x="1461" y="1482"/>
                      <a:pt x="1459" y="1478"/>
                      <a:pt x="1457" y="1475"/>
                    </a:cubicBezTo>
                    <a:close/>
                    <a:moveTo>
                      <a:pt x="1562" y="1640"/>
                    </a:moveTo>
                    <a:lnTo>
                      <a:pt x="1562" y="1640"/>
                    </a:lnTo>
                    <a:cubicBezTo>
                      <a:pt x="1574" y="1657"/>
                      <a:pt x="1587" y="1674"/>
                      <a:pt x="1599" y="1691"/>
                    </a:cubicBezTo>
                    <a:cubicBezTo>
                      <a:pt x="1599" y="1691"/>
                      <a:pt x="1599" y="1699"/>
                      <a:pt x="1599" y="1699"/>
                    </a:cubicBezTo>
                    <a:cubicBezTo>
                      <a:pt x="1587" y="1679"/>
                      <a:pt x="1575" y="1659"/>
                      <a:pt x="1562" y="1640"/>
                    </a:cubicBezTo>
                    <a:close/>
                    <a:moveTo>
                      <a:pt x="1061" y="3522"/>
                    </a:moveTo>
                    <a:cubicBezTo>
                      <a:pt x="1069" y="3563"/>
                      <a:pt x="1077" y="3596"/>
                      <a:pt x="1086" y="3638"/>
                    </a:cubicBezTo>
                    <a:cubicBezTo>
                      <a:pt x="1077" y="3671"/>
                      <a:pt x="1061" y="3737"/>
                      <a:pt x="1028" y="3746"/>
                    </a:cubicBezTo>
                    <a:cubicBezTo>
                      <a:pt x="1011" y="3704"/>
                      <a:pt x="1003" y="3663"/>
                      <a:pt x="994" y="3630"/>
                    </a:cubicBezTo>
                    <a:cubicBezTo>
                      <a:pt x="986" y="3605"/>
                      <a:pt x="978" y="3580"/>
                      <a:pt x="978" y="3555"/>
                    </a:cubicBezTo>
                    <a:cubicBezTo>
                      <a:pt x="1003" y="3555"/>
                      <a:pt x="1036" y="3547"/>
                      <a:pt x="1061" y="3522"/>
                    </a:cubicBezTo>
                    <a:close/>
                    <a:moveTo>
                      <a:pt x="1146" y="0"/>
                    </a:moveTo>
                    <a:cubicBezTo>
                      <a:pt x="1132" y="0"/>
                      <a:pt x="1116" y="9"/>
                      <a:pt x="1110" y="25"/>
                    </a:cubicBezTo>
                    <a:cubicBezTo>
                      <a:pt x="1086" y="59"/>
                      <a:pt x="1102" y="100"/>
                      <a:pt x="1102" y="133"/>
                    </a:cubicBezTo>
                    <a:cubicBezTo>
                      <a:pt x="1110" y="175"/>
                      <a:pt x="1127" y="216"/>
                      <a:pt x="1135" y="249"/>
                    </a:cubicBezTo>
                    <a:cubicBezTo>
                      <a:pt x="1160" y="315"/>
                      <a:pt x="1177" y="390"/>
                      <a:pt x="1202" y="456"/>
                    </a:cubicBezTo>
                    <a:cubicBezTo>
                      <a:pt x="1208" y="482"/>
                      <a:pt x="1235" y="503"/>
                      <a:pt x="1262" y="503"/>
                    </a:cubicBezTo>
                    <a:cubicBezTo>
                      <a:pt x="1270" y="503"/>
                      <a:pt x="1277" y="501"/>
                      <a:pt x="1284" y="498"/>
                    </a:cubicBezTo>
                    <a:cubicBezTo>
                      <a:pt x="1309" y="489"/>
                      <a:pt x="1326" y="473"/>
                      <a:pt x="1334" y="448"/>
                    </a:cubicBezTo>
                    <a:cubicBezTo>
                      <a:pt x="1342" y="465"/>
                      <a:pt x="1351" y="481"/>
                      <a:pt x="1359" y="506"/>
                    </a:cubicBezTo>
                    <a:cubicBezTo>
                      <a:pt x="1359" y="572"/>
                      <a:pt x="1376" y="647"/>
                      <a:pt x="1392" y="713"/>
                    </a:cubicBezTo>
                    <a:cubicBezTo>
                      <a:pt x="1386" y="712"/>
                      <a:pt x="1380" y="711"/>
                      <a:pt x="1375" y="711"/>
                    </a:cubicBezTo>
                    <a:cubicBezTo>
                      <a:pt x="1312" y="711"/>
                      <a:pt x="1247" y="787"/>
                      <a:pt x="1284" y="862"/>
                    </a:cubicBezTo>
                    <a:cubicBezTo>
                      <a:pt x="1326" y="970"/>
                      <a:pt x="1376" y="1078"/>
                      <a:pt x="1425" y="1185"/>
                    </a:cubicBezTo>
                    <a:cubicBezTo>
                      <a:pt x="1413" y="1183"/>
                      <a:pt x="1400" y="1182"/>
                      <a:pt x="1388" y="1182"/>
                    </a:cubicBezTo>
                    <a:cubicBezTo>
                      <a:pt x="1351" y="1182"/>
                      <a:pt x="1316" y="1192"/>
                      <a:pt x="1284" y="1210"/>
                    </a:cubicBezTo>
                    <a:cubicBezTo>
                      <a:pt x="1259" y="1176"/>
                      <a:pt x="1225" y="1162"/>
                      <a:pt x="1192" y="1162"/>
                    </a:cubicBezTo>
                    <a:cubicBezTo>
                      <a:pt x="1128" y="1162"/>
                      <a:pt x="1069" y="1217"/>
                      <a:pt x="1086" y="1293"/>
                    </a:cubicBezTo>
                    <a:cubicBezTo>
                      <a:pt x="1102" y="1392"/>
                      <a:pt x="1119" y="1492"/>
                      <a:pt x="1144" y="1591"/>
                    </a:cubicBezTo>
                    <a:cubicBezTo>
                      <a:pt x="1110" y="1608"/>
                      <a:pt x="1094" y="1641"/>
                      <a:pt x="1119" y="1691"/>
                    </a:cubicBezTo>
                    <a:cubicBezTo>
                      <a:pt x="1119" y="1699"/>
                      <a:pt x="1127" y="1707"/>
                      <a:pt x="1127" y="1716"/>
                    </a:cubicBezTo>
                    <a:cubicBezTo>
                      <a:pt x="1152" y="1774"/>
                      <a:pt x="1177" y="1840"/>
                      <a:pt x="1210" y="1898"/>
                    </a:cubicBezTo>
                    <a:cubicBezTo>
                      <a:pt x="1226" y="1981"/>
                      <a:pt x="1243" y="2072"/>
                      <a:pt x="1268" y="2155"/>
                    </a:cubicBezTo>
                    <a:cubicBezTo>
                      <a:pt x="1210" y="2055"/>
                      <a:pt x="1152" y="1948"/>
                      <a:pt x="1102" y="1840"/>
                    </a:cubicBezTo>
                    <a:cubicBezTo>
                      <a:pt x="1083" y="1799"/>
                      <a:pt x="1052" y="1783"/>
                      <a:pt x="1019" y="1783"/>
                    </a:cubicBezTo>
                    <a:cubicBezTo>
                      <a:pt x="952" y="1783"/>
                      <a:pt x="878" y="1853"/>
                      <a:pt x="895" y="1931"/>
                    </a:cubicBezTo>
                    <a:cubicBezTo>
                      <a:pt x="903" y="1964"/>
                      <a:pt x="903" y="2006"/>
                      <a:pt x="912" y="2039"/>
                    </a:cubicBezTo>
                    <a:cubicBezTo>
                      <a:pt x="895" y="2026"/>
                      <a:pt x="875" y="2021"/>
                      <a:pt x="854" y="2021"/>
                    </a:cubicBezTo>
                    <a:cubicBezTo>
                      <a:pt x="794" y="2021"/>
                      <a:pt x="729" y="2070"/>
                      <a:pt x="729" y="2138"/>
                    </a:cubicBezTo>
                    <a:cubicBezTo>
                      <a:pt x="738" y="2254"/>
                      <a:pt x="738" y="2370"/>
                      <a:pt x="746" y="2494"/>
                    </a:cubicBezTo>
                    <a:cubicBezTo>
                      <a:pt x="738" y="2503"/>
                      <a:pt x="721" y="2511"/>
                      <a:pt x="713" y="2528"/>
                    </a:cubicBezTo>
                    <a:cubicBezTo>
                      <a:pt x="704" y="2486"/>
                      <a:pt x="688" y="2453"/>
                      <a:pt x="671" y="2412"/>
                    </a:cubicBezTo>
                    <a:cubicBezTo>
                      <a:pt x="646" y="2370"/>
                      <a:pt x="613" y="2329"/>
                      <a:pt x="555" y="2329"/>
                    </a:cubicBezTo>
                    <a:cubicBezTo>
                      <a:pt x="506" y="2329"/>
                      <a:pt x="448" y="2362"/>
                      <a:pt x="439" y="2412"/>
                    </a:cubicBezTo>
                    <a:cubicBezTo>
                      <a:pt x="423" y="2503"/>
                      <a:pt x="414" y="2594"/>
                      <a:pt x="406" y="2685"/>
                    </a:cubicBezTo>
                    <a:lnTo>
                      <a:pt x="398" y="2685"/>
                    </a:lnTo>
                    <a:cubicBezTo>
                      <a:pt x="370" y="2649"/>
                      <a:pt x="324" y="2629"/>
                      <a:pt x="281" y="2629"/>
                    </a:cubicBezTo>
                    <a:cubicBezTo>
                      <a:pt x="234" y="2629"/>
                      <a:pt x="191" y="2654"/>
                      <a:pt x="182" y="2710"/>
                    </a:cubicBezTo>
                    <a:cubicBezTo>
                      <a:pt x="168" y="2701"/>
                      <a:pt x="150" y="2696"/>
                      <a:pt x="132" y="2696"/>
                    </a:cubicBezTo>
                    <a:cubicBezTo>
                      <a:pt x="70" y="2696"/>
                      <a:pt x="0" y="2747"/>
                      <a:pt x="0" y="2818"/>
                    </a:cubicBezTo>
                    <a:cubicBezTo>
                      <a:pt x="8" y="3124"/>
                      <a:pt x="108" y="3414"/>
                      <a:pt x="282" y="3671"/>
                    </a:cubicBezTo>
                    <a:cubicBezTo>
                      <a:pt x="307" y="3737"/>
                      <a:pt x="340" y="3804"/>
                      <a:pt x="373" y="3878"/>
                    </a:cubicBezTo>
                    <a:cubicBezTo>
                      <a:pt x="390" y="3895"/>
                      <a:pt x="398" y="3911"/>
                      <a:pt x="414" y="3920"/>
                    </a:cubicBezTo>
                    <a:cubicBezTo>
                      <a:pt x="423" y="3944"/>
                      <a:pt x="439" y="3969"/>
                      <a:pt x="448" y="3994"/>
                    </a:cubicBezTo>
                    <a:cubicBezTo>
                      <a:pt x="466" y="4035"/>
                      <a:pt x="502" y="4054"/>
                      <a:pt x="540" y="4054"/>
                    </a:cubicBezTo>
                    <a:cubicBezTo>
                      <a:pt x="571" y="4054"/>
                      <a:pt x="604" y="4041"/>
                      <a:pt x="630" y="4019"/>
                    </a:cubicBezTo>
                    <a:cubicBezTo>
                      <a:pt x="644" y="4025"/>
                      <a:pt x="659" y="4028"/>
                      <a:pt x="675" y="4028"/>
                    </a:cubicBezTo>
                    <a:cubicBezTo>
                      <a:pt x="741" y="4028"/>
                      <a:pt x="807" y="3974"/>
                      <a:pt x="787" y="3886"/>
                    </a:cubicBezTo>
                    <a:cubicBezTo>
                      <a:pt x="779" y="3845"/>
                      <a:pt x="771" y="3804"/>
                      <a:pt x="762" y="3762"/>
                    </a:cubicBezTo>
                    <a:lnTo>
                      <a:pt x="762" y="3762"/>
                    </a:lnTo>
                    <a:cubicBezTo>
                      <a:pt x="787" y="3795"/>
                      <a:pt x="804" y="3837"/>
                      <a:pt x="829" y="3870"/>
                    </a:cubicBezTo>
                    <a:cubicBezTo>
                      <a:pt x="837" y="3886"/>
                      <a:pt x="854" y="3903"/>
                      <a:pt x="870" y="3920"/>
                    </a:cubicBezTo>
                    <a:cubicBezTo>
                      <a:pt x="895" y="3936"/>
                      <a:pt x="920" y="3961"/>
                      <a:pt x="961" y="3969"/>
                    </a:cubicBezTo>
                    <a:cubicBezTo>
                      <a:pt x="983" y="3976"/>
                      <a:pt x="1005" y="3979"/>
                      <a:pt x="1026" y="3979"/>
                    </a:cubicBezTo>
                    <a:cubicBezTo>
                      <a:pt x="1086" y="3979"/>
                      <a:pt x="1142" y="3954"/>
                      <a:pt x="1185" y="3911"/>
                    </a:cubicBezTo>
                    <a:cubicBezTo>
                      <a:pt x="1197" y="3915"/>
                      <a:pt x="1212" y="3917"/>
                      <a:pt x="1226" y="3917"/>
                    </a:cubicBezTo>
                    <a:cubicBezTo>
                      <a:pt x="1241" y="3917"/>
                      <a:pt x="1255" y="3915"/>
                      <a:pt x="1268" y="3911"/>
                    </a:cubicBezTo>
                    <a:cubicBezTo>
                      <a:pt x="1326" y="3895"/>
                      <a:pt x="1351" y="3837"/>
                      <a:pt x="1342" y="3779"/>
                    </a:cubicBezTo>
                    <a:cubicBezTo>
                      <a:pt x="1334" y="3737"/>
                      <a:pt x="1326" y="3696"/>
                      <a:pt x="1326" y="3654"/>
                    </a:cubicBezTo>
                    <a:cubicBezTo>
                      <a:pt x="1334" y="3621"/>
                      <a:pt x="1342" y="3580"/>
                      <a:pt x="1351" y="3547"/>
                    </a:cubicBezTo>
                    <a:cubicBezTo>
                      <a:pt x="1367" y="3621"/>
                      <a:pt x="1384" y="3688"/>
                      <a:pt x="1400" y="3762"/>
                    </a:cubicBezTo>
                    <a:cubicBezTo>
                      <a:pt x="1410" y="3815"/>
                      <a:pt x="1449" y="3837"/>
                      <a:pt x="1490" y="3837"/>
                    </a:cubicBezTo>
                    <a:cubicBezTo>
                      <a:pt x="1553" y="3837"/>
                      <a:pt x="1623" y="3784"/>
                      <a:pt x="1608" y="3704"/>
                    </a:cubicBezTo>
                    <a:cubicBezTo>
                      <a:pt x="1583" y="3588"/>
                      <a:pt x="1566" y="3480"/>
                      <a:pt x="1550" y="3373"/>
                    </a:cubicBezTo>
                    <a:lnTo>
                      <a:pt x="1550" y="3373"/>
                    </a:lnTo>
                    <a:cubicBezTo>
                      <a:pt x="1583" y="3447"/>
                      <a:pt x="1624" y="3530"/>
                      <a:pt x="1666" y="3605"/>
                    </a:cubicBezTo>
                    <a:cubicBezTo>
                      <a:pt x="1682" y="3641"/>
                      <a:pt x="1714" y="3657"/>
                      <a:pt x="1746" y="3657"/>
                    </a:cubicBezTo>
                    <a:cubicBezTo>
                      <a:pt x="1810" y="3657"/>
                      <a:pt x="1878" y="3598"/>
                      <a:pt x="1856" y="3522"/>
                    </a:cubicBezTo>
                    <a:cubicBezTo>
                      <a:pt x="1840" y="3472"/>
                      <a:pt x="1831" y="3422"/>
                      <a:pt x="1815" y="3373"/>
                    </a:cubicBezTo>
                    <a:lnTo>
                      <a:pt x="1815" y="3373"/>
                    </a:lnTo>
                    <a:cubicBezTo>
                      <a:pt x="1864" y="3480"/>
                      <a:pt x="1914" y="3588"/>
                      <a:pt x="1964" y="3696"/>
                    </a:cubicBezTo>
                    <a:cubicBezTo>
                      <a:pt x="1981" y="3733"/>
                      <a:pt x="2008" y="3748"/>
                      <a:pt x="2038" y="3748"/>
                    </a:cubicBezTo>
                    <a:cubicBezTo>
                      <a:pt x="2080" y="3748"/>
                      <a:pt x="2126" y="3715"/>
                      <a:pt x="2146" y="3671"/>
                    </a:cubicBezTo>
                    <a:cubicBezTo>
                      <a:pt x="2160" y="3680"/>
                      <a:pt x="2176" y="3684"/>
                      <a:pt x="2192" y="3684"/>
                    </a:cubicBezTo>
                    <a:cubicBezTo>
                      <a:pt x="2234" y="3684"/>
                      <a:pt x="2277" y="3657"/>
                      <a:pt x="2295" y="3621"/>
                    </a:cubicBezTo>
                    <a:lnTo>
                      <a:pt x="2370" y="3978"/>
                    </a:lnTo>
                    <a:cubicBezTo>
                      <a:pt x="2381" y="4032"/>
                      <a:pt x="2424" y="4056"/>
                      <a:pt x="2470" y="4056"/>
                    </a:cubicBezTo>
                    <a:cubicBezTo>
                      <a:pt x="2528" y="4056"/>
                      <a:pt x="2590" y="4015"/>
                      <a:pt x="2585" y="3944"/>
                    </a:cubicBezTo>
                    <a:lnTo>
                      <a:pt x="2577" y="3663"/>
                    </a:lnTo>
                    <a:lnTo>
                      <a:pt x="2577" y="3663"/>
                    </a:lnTo>
                    <a:cubicBezTo>
                      <a:pt x="2591" y="3668"/>
                      <a:pt x="2607" y="3670"/>
                      <a:pt x="2621" y="3670"/>
                    </a:cubicBezTo>
                    <a:cubicBezTo>
                      <a:pt x="2683" y="3670"/>
                      <a:pt x="2739" y="3630"/>
                      <a:pt x="2726" y="3563"/>
                    </a:cubicBezTo>
                    <a:cubicBezTo>
                      <a:pt x="2710" y="3389"/>
                      <a:pt x="2685" y="3215"/>
                      <a:pt x="2660" y="3041"/>
                    </a:cubicBezTo>
                    <a:cubicBezTo>
                      <a:pt x="2660" y="3041"/>
                      <a:pt x="2660" y="3033"/>
                      <a:pt x="2660" y="3025"/>
                    </a:cubicBezTo>
                    <a:cubicBezTo>
                      <a:pt x="2660" y="2813"/>
                      <a:pt x="2620" y="2609"/>
                      <a:pt x="2563" y="2413"/>
                    </a:cubicBezTo>
                    <a:lnTo>
                      <a:pt x="2563" y="2413"/>
                    </a:lnTo>
                    <a:cubicBezTo>
                      <a:pt x="2566" y="2418"/>
                      <a:pt x="2569" y="2423"/>
                      <a:pt x="2569" y="2428"/>
                    </a:cubicBezTo>
                    <a:cubicBezTo>
                      <a:pt x="2589" y="2467"/>
                      <a:pt x="2621" y="2483"/>
                      <a:pt x="2653" y="2483"/>
                    </a:cubicBezTo>
                    <a:cubicBezTo>
                      <a:pt x="2722" y="2483"/>
                      <a:pt x="2793" y="2406"/>
                      <a:pt x="2759" y="2320"/>
                    </a:cubicBezTo>
                    <a:cubicBezTo>
                      <a:pt x="2660" y="2113"/>
                      <a:pt x="2536" y="1906"/>
                      <a:pt x="2403" y="1716"/>
                    </a:cubicBezTo>
                    <a:cubicBezTo>
                      <a:pt x="2304" y="1566"/>
                      <a:pt x="2212" y="1417"/>
                      <a:pt x="2105" y="1268"/>
                    </a:cubicBezTo>
                    <a:cubicBezTo>
                      <a:pt x="1956" y="929"/>
                      <a:pt x="1782" y="597"/>
                      <a:pt x="1591" y="274"/>
                    </a:cubicBezTo>
                    <a:cubicBezTo>
                      <a:pt x="1567" y="240"/>
                      <a:pt x="1531" y="223"/>
                      <a:pt x="1498" y="223"/>
                    </a:cubicBezTo>
                    <a:cubicBezTo>
                      <a:pt x="1474" y="223"/>
                      <a:pt x="1451" y="232"/>
                      <a:pt x="1434" y="249"/>
                    </a:cubicBezTo>
                    <a:cubicBezTo>
                      <a:pt x="1428" y="248"/>
                      <a:pt x="1422" y="248"/>
                      <a:pt x="1416" y="248"/>
                    </a:cubicBezTo>
                    <a:cubicBezTo>
                      <a:pt x="1364" y="248"/>
                      <a:pt x="1316" y="279"/>
                      <a:pt x="1301" y="324"/>
                    </a:cubicBezTo>
                    <a:cubicBezTo>
                      <a:pt x="1293" y="291"/>
                      <a:pt x="1276" y="249"/>
                      <a:pt x="1268" y="216"/>
                    </a:cubicBezTo>
                    <a:cubicBezTo>
                      <a:pt x="1260" y="175"/>
                      <a:pt x="1251" y="133"/>
                      <a:pt x="1235" y="100"/>
                    </a:cubicBezTo>
                    <a:cubicBezTo>
                      <a:pt x="1226" y="83"/>
                      <a:pt x="1218" y="67"/>
                      <a:pt x="1210" y="50"/>
                    </a:cubicBezTo>
                    <a:cubicBezTo>
                      <a:pt x="1202" y="34"/>
                      <a:pt x="1185" y="17"/>
                      <a:pt x="1168" y="9"/>
                    </a:cubicBezTo>
                    <a:cubicBezTo>
                      <a:pt x="1163" y="3"/>
                      <a:pt x="1155" y="0"/>
                      <a:pt x="114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2" name="Google Shape;4162;p10"/>
              <p:cNvSpPr/>
              <p:nvPr/>
            </p:nvSpPr>
            <p:spPr>
              <a:xfrm>
                <a:off x="3003400" y="4013650"/>
                <a:ext cx="2500" cy="5475"/>
              </a:xfrm>
              <a:custGeom>
                <a:rect b="b" l="l" r="r" t="t"/>
                <a:pathLst>
                  <a:path extrusionOk="0" h="219" w="100">
                    <a:moveTo>
                      <a:pt x="38" y="0"/>
                    </a:moveTo>
                    <a:cubicBezTo>
                      <a:pt x="34" y="0"/>
                      <a:pt x="30" y="1"/>
                      <a:pt x="25" y="4"/>
                    </a:cubicBezTo>
                    <a:cubicBezTo>
                      <a:pt x="9" y="4"/>
                      <a:pt x="0" y="12"/>
                      <a:pt x="0" y="28"/>
                    </a:cubicBezTo>
                    <a:cubicBezTo>
                      <a:pt x="0" y="45"/>
                      <a:pt x="0" y="53"/>
                      <a:pt x="0" y="62"/>
                    </a:cubicBezTo>
                    <a:cubicBezTo>
                      <a:pt x="0" y="78"/>
                      <a:pt x="0" y="86"/>
                      <a:pt x="0" y="103"/>
                    </a:cubicBezTo>
                    <a:lnTo>
                      <a:pt x="9" y="169"/>
                    </a:lnTo>
                    <a:cubicBezTo>
                      <a:pt x="9" y="202"/>
                      <a:pt x="25" y="219"/>
                      <a:pt x="58" y="219"/>
                    </a:cubicBezTo>
                    <a:cubicBezTo>
                      <a:pt x="83" y="211"/>
                      <a:pt x="100" y="186"/>
                      <a:pt x="91" y="161"/>
                    </a:cubicBezTo>
                    <a:lnTo>
                      <a:pt x="100" y="161"/>
                    </a:lnTo>
                    <a:cubicBezTo>
                      <a:pt x="91" y="136"/>
                      <a:pt x="83" y="111"/>
                      <a:pt x="83" y="86"/>
                    </a:cubicBezTo>
                    <a:cubicBezTo>
                      <a:pt x="75" y="78"/>
                      <a:pt x="75" y="70"/>
                      <a:pt x="75" y="53"/>
                    </a:cubicBezTo>
                    <a:cubicBezTo>
                      <a:pt x="67" y="45"/>
                      <a:pt x="67" y="37"/>
                      <a:pt x="58" y="20"/>
                    </a:cubicBezTo>
                    <a:cubicBezTo>
                      <a:pt x="58" y="8"/>
                      <a:pt x="49" y="0"/>
                      <a:pt x="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3" name="Google Shape;4163;p10"/>
              <p:cNvSpPr/>
              <p:nvPr/>
            </p:nvSpPr>
            <p:spPr>
              <a:xfrm>
                <a:off x="2933600" y="3877875"/>
                <a:ext cx="54275" cy="77700"/>
              </a:xfrm>
              <a:custGeom>
                <a:rect b="b" l="l" r="r" t="t"/>
                <a:pathLst>
                  <a:path extrusionOk="0" h="3108" w="2171">
                    <a:moveTo>
                      <a:pt x="593" y="0"/>
                    </a:moveTo>
                    <a:cubicBezTo>
                      <a:pt x="579" y="0"/>
                      <a:pt x="565" y="7"/>
                      <a:pt x="555" y="24"/>
                    </a:cubicBezTo>
                    <a:cubicBezTo>
                      <a:pt x="547" y="32"/>
                      <a:pt x="547" y="32"/>
                      <a:pt x="547" y="41"/>
                    </a:cubicBezTo>
                    <a:cubicBezTo>
                      <a:pt x="539" y="41"/>
                      <a:pt x="522" y="49"/>
                      <a:pt x="514" y="66"/>
                    </a:cubicBezTo>
                    <a:cubicBezTo>
                      <a:pt x="340" y="215"/>
                      <a:pt x="257" y="430"/>
                      <a:pt x="199" y="637"/>
                    </a:cubicBezTo>
                    <a:cubicBezTo>
                      <a:pt x="141" y="869"/>
                      <a:pt x="100" y="1101"/>
                      <a:pt x="91" y="1333"/>
                    </a:cubicBezTo>
                    <a:cubicBezTo>
                      <a:pt x="91" y="1342"/>
                      <a:pt x="91" y="1358"/>
                      <a:pt x="91" y="1366"/>
                    </a:cubicBezTo>
                    <a:cubicBezTo>
                      <a:pt x="83" y="1383"/>
                      <a:pt x="83" y="1400"/>
                      <a:pt x="83" y="1416"/>
                    </a:cubicBezTo>
                    <a:cubicBezTo>
                      <a:pt x="42" y="1748"/>
                      <a:pt x="0" y="2178"/>
                      <a:pt x="224" y="2452"/>
                    </a:cubicBezTo>
                    <a:cubicBezTo>
                      <a:pt x="232" y="2477"/>
                      <a:pt x="240" y="2501"/>
                      <a:pt x="257" y="2535"/>
                    </a:cubicBezTo>
                    <a:cubicBezTo>
                      <a:pt x="216" y="2559"/>
                      <a:pt x="232" y="2617"/>
                      <a:pt x="282" y="2617"/>
                    </a:cubicBezTo>
                    <a:cubicBezTo>
                      <a:pt x="282" y="2617"/>
                      <a:pt x="290" y="2617"/>
                      <a:pt x="290" y="2626"/>
                    </a:cubicBezTo>
                    <a:cubicBezTo>
                      <a:pt x="307" y="2659"/>
                      <a:pt x="323" y="2684"/>
                      <a:pt x="340" y="2717"/>
                    </a:cubicBezTo>
                    <a:cubicBezTo>
                      <a:pt x="356" y="2742"/>
                      <a:pt x="381" y="2758"/>
                      <a:pt x="406" y="2758"/>
                    </a:cubicBezTo>
                    <a:cubicBezTo>
                      <a:pt x="464" y="2800"/>
                      <a:pt x="530" y="2816"/>
                      <a:pt x="597" y="2833"/>
                    </a:cubicBezTo>
                    <a:cubicBezTo>
                      <a:pt x="779" y="2883"/>
                      <a:pt x="961" y="2924"/>
                      <a:pt x="1135" y="2965"/>
                    </a:cubicBezTo>
                    <a:cubicBezTo>
                      <a:pt x="1309" y="3007"/>
                      <a:pt x="1483" y="3048"/>
                      <a:pt x="1657" y="3081"/>
                    </a:cubicBezTo>
                    <a:cubicBezTo>
                      <a:pt x="1729" y="3093"/>
                      <a:pt x="1817" y="3107"/>
                      <a:pt x="1901" y="3107"/>
                    </a:cubicBezTo>
                    <a:cubicBezTo>
                      <a:pt x="1991" y="3107"/>
                      <a:pt x="2078" y="3091"/>
                      <a:pt x="2138" y="3040"/>
                    </a:cubicBezTo>
                    <a:cubicBezTo>
                      <a:pt x="2171" y="3015"/>
                      <a:pt x="2154" y="2965"/>
                      <a:pt x="2121" y="2957"/>
                    </a:cubicBezTo>
                    <a:cubicBezTo>
                      <a:pt x="2047" y="2924"/>
                      <a:pt x="1947" y="2932"/>
                      <a:pt x="1864" y="2924"/>
                    </a:cubicBezTo>
                    <a:cubicBezTo>
                      <a:pt x="1806" y="2916"/>
                      <a:pt x="1748" y="2907"/>
                      <a:pt x="1690" y="2891"/>
                    </a:cubicBezTo>
                    <a:cubicBezTo>
                      <a:pt x="1740" y="2883"/>
                      <a:pt x="1781" y="2874"/>
                      <a:pt x="1831" y="2849"/>
                    </a:cubicBezTo>
                    <a:cubicBezTo>
                      <a:pt x="1939" y="2800"/>
                      <a:pt x="2030" y="2709"/>
                      <a:pt x="1989" y="2576"/>
                    </a:cubicBezTo>
                    <a:cubicBezTo>
                      <a:pt x="1964" y="2518"/>
                      <a:pt x="1922" y="2468"/>
                      <a:pt x="1889" y="2419"/>
                    </a:cubicBezTo>
                    <a:cubicBezTo>
                      <a:pt x="1848" y="2369"/>
                      <a:pt x="1815" y="2319"/>
                      <a:pt x="1773" y="2269"/>
                    </a:cubicBezTo>
                    <a:cubicBezTo>
                      <a:pt x="1682" y="2137"/>
                      <a:pt x="1583" y="2013"/>
                      <a:pt x="1491" y="1888"/>
                    </a:cubicBezTo>
                    <a:cubicBezTo>
                      <a:pt x="1475" y="1847"/>
                      <a:pt x="1458" y="1797"/>
                      <a:pt x="1450" y="1756"/>
                    </a:cubicBezTo>
                    <a:cubicBezTo>
                      <a:pt x="1445" y="1730"/>
                      <a:pt x="1427" y="1721"/>
                      <a:pt x="1409" y="1721"/>
                    </a:cubicBezTo>
                    <a:cubicBezTo>
                      <a:pt x="1397" y="1721"/>
                      <a:pt x="1385" y="1725"/>
                      <a:pt x="1375" y="1731"/>
                    </a:cubicBezTo>
                    <a:cubicBezTo>
                      <a:pt x="1359" y="1714"/>
                      <a:pt x="1351" y="1690"/>
                      <a:pt x="1334" y="1673"/>
                    </a:cubicBezTo>
                    <a:cubicBezTo>
                      <a:pt x="1218" y="1507"/>
                      <a:pt x="1110" y="1333"/>
                      <a:pt x="1019" y="1159"/>
                    </a:cubicBezTo>
                    <a:cubicBezTo>
                      <a:pt x="986" y="936"/>
                      <a:pt x="969" y="704"/>
                      <a:pt x="978" y="480"/>
                    </a:cubicBezTo>
                    <a:cubicBezTo>
                      <a:pt x="978" y="456"/>
                      <a:pt x="957" y="441"/>
                      <a:pt x="937" y="441"/>
                    </a:cubicBezTo>
                    <a:cubicBezTo>
                      <a:pt x="921" y="441"/>
                      <a:pt x="907" y="450"/>
                      <a:pt x="903" y="472"/>
                    </a:cubicBezTo>
                    <a:cubicBezTo>
                      <a:pt x="887" y="579"/>
                      <a:pt x="878" y="695"/>
                      <a:pt x="878" y="811"/>
                    </a:cubicBezTo>
                    <a:cubicBezTo>
                      <a:pt x="796" y="596"/>
                      <a:pt x="738" y="380"/>
                      <a:pt x="713" y="148"/>
                    </a:cubicBezTo>
                    <a:cubicBezTo>
                      <a:pt x="704" y="99"/>
                      <a:pt x="680" y="57"/>
                      <a:pt x="638" y="41"/>
                    </a:cubicBezTo>
                    <a:cubicBezTo>
                      <a:pt x="633" y="16"/>
                      <a:pt x="613" y="0"/>
                      <a:pt x="59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4" name="Google Shape;4164;p10"/>
              <p:cNvSpPr/>
              <p:nvPr/>
            </p:nvSpPr>
            <p:spPr>
              <a:xfrm>
                <a:off x="2814900" y="3911525"/>
                <a:ext cx="33175" cy="38300"/>
              </a:xfrm>
              <a:custGeom>
                <a:rect b="b" l="l" r="r" t="t"/>
                <a:pathLst>
                  <a:path extrusionOk="0" h="1532" w="1327">
                    <a:moveTo>
                      <a:pt x="252" y="0"/>
                    </a:moveTo>
                    <a:cubicBezTo>
                      <a:pt x="221" y="0"/>
                      <a:pt x="194" y="17"/>
                      <a:pt x="183" y="45"/>
                    </a:cubicBezTo>
                    <a:cubicBezTo>
                      <a:pt x="166" y="45"/>
                      <a:pt x="158" y="37"/>
                      <a:pt x="150" y="37"/>
                    </a:cubicBezTo>
                    <a:cubicBezTo>
                      <a:pt x="141" y="33"/>
                      <a:pt x="131" y="32"/>
                      <a:pt x="122" y="32"/>
                    </a:cubicBezTo>
                    <a:cubicBezTo>
                      <a:pt x="88" y="32"/>
                      <a:pt x="53" y="52"/>
                      <a:pt x="34" y="78"/>
                    </a:cubicBezTo>
                    <a:cubicBezTo>
                      <a:pt x="1" y="112"/>
                      <a:pt x="1" y="161"/>
                      <a:pt x="25" y="203"/>
                    </a:cubicBezTo>
                    <a:cubicBezTo>
                      <a:pt x="50" y="261"/>
                      <a:pt x="75" y="319"/>
                      <a:pt x="108" y="377"/>
                    </a:cubicBezTo>
                    <a:cubicBezTo>
                      <a:pt x="108" y="385"/>
                      <a:pt x="117" y="402"/>
                      <a:pt x="125" y="418"/>
                    </a:cubicBezTo>
                    <a:cubicBezTo>
                      <a:pt x="150" y="468"/>
                      <a:pt x="175" y="518"/>
                      <a:pt x="208" y="576"/>
                    </a:cubicBezTo>
                    <a:cubicBezTo>
                      <a:pt x="198" y="572"/>
                      <a:pt x="189" y="571"/>
                      <a:pt x="179" y="571"/>
                    </a:cubicBezTo>
                    <a:cubicBezTo>
                      <a:pt x="112" y="571"/>
                      <a:pt x="45" y="643"/>
                      <a:pt x="67" y="708"/>
                    </a:cubicBezTo>
                    <a:cubicBezTo>
                      <a:pt x="191" y="1048"/>
                      <a:pt x="423" y="1338"/>
                      <a:pt x="730" y="1512"/>
                    </a:cubicBezTo>
                    <a:cubicBezTo>
                      <a:pt x="745" y="1522"/>
                      <a:pt x="763" y="1527"/>
                      <a:pt x="781" y="1527"/>
                    </a:cubicBezTo>
                    <a:cubicBezTo>
                      <a:pt x="821" y="1527"/>
                      <a:pt x="862" y="1504"/>
                      <a:pt x="879" y="1470"/>
                    </a:cubicBezTo>
                    <a:cubicBezTo>
                      <a:pt x="920" y="1445"/>
                      <a:pt x="937" y="1396"/>
                      <a:pt x="928" y="1354"/>
                    </a:cubicBezTo>
                    <a:cubicBezTo>
                      <a:pt x="928" y="1329"/>
                      <a:pt x="928" y="1305"/>
                      <a:pt x="912" y="1280"/>
                    </a:cubicBezTo>
                    <a:cubicBezTo>
                      <a:pt x="904" y="1247"/>
                      <a:pt x="879" y="1205"/>
                      <a:pt x="862" y="1172"/>
                    </a:cubicBezTo>
                    <a:lnTo>
                      <a:pt x="862" y="1139"/>
                    </a:lnTo>
                    <a:cubicBezTo>
                      <a:pt x="879" y="1155"/>
                      <a:pt x="895" y="1172"/>
                      <a:pt x="920" y="1189"/>
                    </a:cubicBezTo>
                    <a:cubicBezTo>
                      <a:pt x="978" y="1271"/>
                      <a:pt x="1036" y="1354"/>
                      <a:pt x="1078" y="1445"/>
                    </a:cubicBezTo>
                    <a:cubicBezTo>
                      <a:pt x="1099" y="1495"/>
                      <a:pt x="1138" y="1532"/>
                      <a:pt x="1185" y="1532"/>
                    </a:cubicBezTo>
                    <a:cubicBezTo>
                      <a:pt x="1193" y="1532"/>
                      <a:pt x="1201" y="1531"/>
                      <a:pt x="1210" y="1528"/>
                    </a:cubicBezTo>
                    <a:cubicBezTo>
                      <a:pt x="1268" y="1512"/>
                      <a:pt x="1310" y="1445"/>
                      <a:pt x="1285" y="1387"/>
                    </a:cubicBezTo>
                    <a:cubicBezTo>
                      <a:pt x="1268" y="1346"/>
                      <a:pt x="1252" y="1296"/>
                      <a:pt x="1235" y="1247"/>
                    </a:cubicBezTo>
                    <a:cubicBezTo>
                      <a:pt x="1235" y="1247"/>
                      <a:pt x="1243" y="1238"/>
                      <a:pt x="1243" y="1222"/>
                    </a:cubicBezTo>
                    <a:cubicBezTo>
                      <a:pt x="1252" y="1172"/>
                      <a:pt x="1235" y="1122"/>
                      <a:pt x="1227" y="1073"/>
                    </a:cubicBezTo>
                    <a:lnTo>
                      <a:pt x="1227" y="1073"/>
                    </a:lnTo>
                    <a:cubicBezTo>
                      <a:pt x="1233" y="1085"/>
                      <a:pt x="1252" y="1092"/>
                      <a:pt x="1269" y="1092"/>
                    </a:cubicBezTo>
                    <a:cubicBezTo>
                      <a:pt x="1275" y="1092"/>
                      <a:pt x="1280" y="1091"/>
                      <a:pt x="1285" y="1089"/>
                    </a:cubicBezTo>
                    <a:cubicBezTo>
                      <a:pt x="1301" y="1081"/>
                      <a:pt x="1326" y="1048"/>
                      <a:pt x="1318" y="1023"/>
                    </a:cubicBezTo>
                    <a:cubicBezTo>
                      <a:pt x="1293" y="973"/>
                      <a:pt x="1276" y="932"/>
                      <a:pt x="1260" y="890"/>
                    </a:cubicBezTo>
                    <a:cubicBezTo>
                      <a:pt x="1252" y="874"/>
                      <a:pt x="1252" y="865"/>
                      <a:pt x="1243" y="857"/>
                    </a:cubicBezTo>
                    <a:cubicBezTo>
                      <a:pt x="1235" y="841"/>
                      <a:pt x="1235" y="832"/>
                      <a:pt x="1227" y="824"/>
                    </a:cubicBezTo>
                    <a:cubicBezTo>
                      <a:pt x="1218" y="816"/>
                      <a:pt x="1218" y="807"/>
                      <a:pt x="1210" y="791"/>
                    </a:cubicBezTo>
                    <a:cubicBezTo>
                      <a:pt x="1202" y="783"/>
                      <a:pt x="1194" y="774"/>
                      <a:pt x="1185" y="758"/>
                    </a:cubicBezTo>
                    <a:cubicBezTo>
                      <a:pt x="1177" y="750"/>
                      <a:pt x="1167" y="746"/>
                      <a:pt x="1156" y="746"/>
                    </a:cubicBezTo>
                    <a:cubicBezTo>
                      <a:pt x="1134" y="746"/>
                      <a:pt x="1111" y="763"/>
                      <a:pt x="1111" y="791"/>
                    </a:cubicBezTo>
                    <a:cubicBezTo>
                      <a:pt x="1111" y="807"/>
                      <a:pt x="1111" y="816"/>
                      <a:pt x="1119" y="832"/>
                    </a:cubicBezTo>
                    <a:cubicBezTo>
                      <a:pt x="1119" y="841"/>
                      <a:pt x="1127" y="849"/>
                      <a:pt x="1127" y="865"/>
                    </a:cubicBezTo>
                    <a:cubicBezTo>
                      <a:pt x="1136" y="874"/>
                      <a:pt x="1136" y="882"/>
                      <a:pt x="1136" y="890"/>
                    </a:cubicBezTo>
                    <a:cubicBezTo>
                      <a:pt x="1119" y="857"/>
                      <a:pt x="1102" y="824"/>
                      <a:pt x="1078" y="791"/>
                    </a:cubicBezTo>
                    <a:cubicBezTo>
                      <a:pt x="1003" y="683"/>
                      <a:pt x="912" y="584"/>
                      <a:pt x="812" y="501"/>
                    </a:cubicBezTo>
                    <a:cubicBezTo>
                      <a:pt x="680" y="302"/>
                      <a:pt x="506" y="128"/>
                      <a:pt x="299" y="12"/>
                    </a:cubicBezTo>
                    <a:cubicBezTo>
                      <a:pt x="283" y="4"/>
                      <a:pt x="267" y="0"/>
                      <a:pt x="2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5" name="Google Shape;4165;p10"/>
              <p:cNvSpPr/>
              <p:nvPr/>
            </p:nvSpPr>
            <p:spPr>
              <a:xfrm>
                <a:off x="2801425" y="4126625"/>
                <a:ext cx="25" cy="225"/>
              </a:xfrm>
              <a:custGeom>
                <a:rect b="b" l="l" r="r" t="t"/>
                <a:pathLst>
                  <a:path extrusionOk="0" h="9" w="1">
                    <a:moveTo>
                      <a:pt x="1" y="8"/>
                    </a:moveTo>
                    <a:cubicBezTo>
                      <a:pt x="1" y="8"/>
                      <a:pt x="1" y="0"/>
                      <a:pt x="1" y="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6" name="Google Shape;4166;p10"/>
              <p:cNvSpPr/>
              <p:nvPr/>
            </p:nvSpPr>
            <p:spPr>
              <a:xfrm>
                <a:off x="2791900" y="4093750"/>
                <a:ext cx="108150" cy="47800"/>
              </a:xfrm>
              <a:custGeom>
                <a:rect b="b" l="l" r="r" t="t"/>
                <a:pathLst>
                  <a:path extrusionOk="0" h="1912" w="4326">
                    <a:moveTo>
                      <a:pt x="2344" y="1367"/>
                    </a:moveTo>
                    <a:cubicBezTo>
                      <a:pt x="2314" y="1376"/>
                      <a:pt x="2284" y="1391"/>
                      <a:pt x="2246" y="1406"/>
                    </a:cubicBezTo>
                    <a:cubicBezTo>
                      <a:pt x="2196" y="1423"/>
                      <a:pt x="2138" y="1439"/>
                      <a:pt x="2080" y="1456"/>
                    </a:cubicBezTo>
                    <a:cubicBezTo>
                      <a:pt x="2080" y="1456"/>
                      <a:pt x="2080" y="1448"/>
                      <a:pt x="2080" y="1439"/>
                    </a:cubicBezTo>
                    <a:cubicBezTo>
                      <a:pt x="2168" y="1415"/>
                      <a:pt x="2256" y="1391"/>
                      <a:pt x="2344" y="1367"/>
                    </a:cubicBezTo>
                    <a:close/>
                    <a:moveTo>
                      <a:pt x="979" y="1489"/>
                    </a:moveTo>
                    <a:cubicBezTo>
                      <a:pt x="1003" y="1497"/>
                      <a:pt x="1028" y="1514"/>
                      <a:pt x="1053" y="1522"/>
                    </a:cubicBezTo>
                    <a:lnTo>
                      <a:pt x="921" y="1522"/>
                    </a:lnTo>
                    <a:cubicBezTo>
                      <a:pt x="929" y="1514"/>
                      <a:pt x="929" y="1514"/>
                      <a:pt x="937" y="1514"/>
                    </a:cubicBezTo>
                    <a:cubicBezTo>
                      <a:pt x="945" y="1506"/>
                      <a:pt x="962" y="1506"/>
                      <a:pt x="970" y="1497"/>
                    </a:cubicBezTo>
                    <a:cubicBezTo>
                      <a:pt x="970" y="1497"/>
                      <a:pt x="979" y="1489"/>
                      <a:pt x="979" y="1489"/>
                    </a:cubicBezTo>
                    <a:close/>
                    <a:moveTo>
                      <a:pt x="1262" y="0"/>
                    </a:moveTo>
                    <a:cubicBezTo>
                      <a:pt x="1245" y="0"/>
                      <a:pt x="1228" y="9"/>
                      <a:pt x="1219" y="31"/>
                    </a:cubicBezTo>
                    <a:cubicBezTo>
                      <a:pt x="1169" y="147"/>
                      <a:pt x="1128" y="263"/>
                      <a:pt x="1061" y="379"/>
                    </a:cubicBezTo>
                    <a:cubicBezTo>
                      <a:pt x="1003" y="487"/>
                      <a:pt x="921" y="586"/>
                      <a:pt x="887" y="710"/>
                    </a:cubicBezTo>
                    <a:cubicBezTo>
                      <a:pt x="879" y="735"/>
                      <a:pt x="871" y="760"/>
                      <a:pt x="871" y="785"/>
                    </a:cubicBezTo>
                    <a:cubicBezTo>
                      <a:pt x="864" y="784"/>
                      <a:pt x="856" y="783"/>
                      <a:pt x="849" y="783"/>
                    </a:cubicBezTo>
                    <a:cubicBezTo>
                      <a:pt x="797" y="783"/>
                      <a:pt x="743" y="810"/>
                      <a:pt x="722" y="868"/>
                    </a:cubicBezTo>
                    <a:cubicBezTo>
                      <a:pt x="722" y="876"/>
                      <a:pt x="722" y="884"/>
                      <a:pt x="713" y="893"/>
                    </a:cubicBezTo>
                    <a:lnTo>
                      <a:pt x="705" y="893"/>
                    </a:lnTo>
                    <a:cubicBezTo>
                      <a:pt x="655" y="926"/>
                      <a:pt x="631" y="975"/>
                      <a:pt x="622" y="1025"/>
                    </a:cubicBezTo>
                    <a:cubicBezTo>
                      <a:pt x="581" y="1083"/>
                      <a:pt x="573" y="1149"/>
                      <a:pt x="581" y="1216"/>
                    </a:cubicBezTo>
                    <a:cubicBezTo>
                      <a:pt x="556" y="1158"/>
                      <a:pt x="515" y="1108"/>
                      <a:pt x="465" y="1058"/>
                    </a:cubicBezTo>
                    <a:cubicBezTo>
                      <a:pt x="415" y="1017"/>
                      <a:pt x="357" y="975"/>
                      <a:pt x="291" y="951"/>
                    </a:cubicBezTo>
                    <a:cubicBezTo>
                      <a:pt x="258" y="934"/>
                      <a:pt x="225" y="917"/>
                      <a:pt x="183" y="909"/>
                    </a:cubicBezTo>
                    <a:lnTo>
                      <a:pt x="158" y="909"/>
                    </a:lnTo>
                    <a:cubicBezTo>
                      <a:pt x="150" y="909"/>
                      <a:pt x="142" y="901"/>
                      <a:pt x="133" y="901"/>
                    </a:cubicBezTo>
                    <a:lnTo>
                      <a:pt x="84" y="901"/>
                    </a:lnTo>
                    <a:cubicBezTo>
                      <a:pt x="77" y="899"/>
                      <a:pt x="71" y="898"/>
                      <a:pt x="65" y="898"/>
                    </a:cubicBezTo>
                    <a:cubicBezTo>
                      <a:pt x="47" y="898"/>
                      <a:pt x="30" y="907"/>
                      <a:pt x="17" y="926"/>
                    </a:cubicBezTo>
                    <a:cubicBezTo>
                      <a:pt x="1" y="951"/>
                      <a:pt x="1" y="984"/>
                      <a:pt x="26" y="1000"/>
                    </a:cubicBezTo>
                    <a:cubicBezTo>
                      <a:pt x="34" y="1009"/>
                      <a:pt x="51" y="1017"/>
                      <a:pt x="59" y="1033"/>
                    </a:cubicBezTo>
                    <a:cubicBezTo>
                      <a:pt x="67" y="1033"/>
                      <a:pt x="67" y="1042"/>
                      <a:pt x="75" y="1042"/>
                    </a:cubicBezTo>
                    <a:cubicBezTo>
                      <a:pt x="84" y="1050"/>
                      <a:pt x="84" y="1050"/>
                      <a:pt x="92" y="1058"/>
                    </a:cubicBezTo>
                    <a:cubicBezTo>
                      <a:pt x="100" y="1058"/>
                      <a:pt x="109" y="1067"/>
                      <a:pt x="109" y="1067"/>
                    </a:cubicBezTo>
                    <a:lnTo>
                      <a:pt x="133" y="1091"/>
                    </a:lnTo>
                    <a:cubicBezTo>
                      <a:pt x="150" y="1100"/>
                      <a:pt x="158" y="1108"/>
                      <a:pt x="175" y="1116"/>
                    </a:cubicBezTo>
                    <a:cubicBezTo>
                      <a:pt x="200" y="1133"/>
                      <a:pt x="225" y="1149"/>
                      <a:pt x="249" y="1166"/>
                    </a:cubicBezTo>
                    <a:cubicBezTo>
                      <a:pt x="258" y="1166"/>
                      <a:pt x="258" y="1174"/>
                      <a:pt x="266" y="1174"/>
                    </a:cubicBezTo>
                    <a:cubicBezTo>
                      <a:pt x="274" y="1183"/>
                      <a:pt x="291" y="1199"/>
                      <a:pt x="299" y="1207"/>
                    </a:cubicBezTo>
                    <a:cubicBezTo>
                      <a:pt x="307" y="1216"/>
                      <a:pt x="316" y="1224"/>
                      <a:pt x="324" y="1232"/>
                    </a:cubicBezTo>
                    <a:cubicBezTo>
                      <a:pt x="332" y="1241"/>
                      <a:pt x="332" y="1241"/>
                      <a:pt x="341" y="1249"/>
                    </a:cubicBezTo>
                    <a:cubicBezTo>
                      <a:pt x="349" y="1265"/>
                      <a:pt x="365" y="1290"/>
                      <a:pt x="382" y="1315"/>
                    </a:cubicBezTo>
                    <a:lnTo>
                      <a:pt x="387" y="1325"/>
                    </a:lnTo>
                    <a:lnTo>
                      <a:pt x="387" y="1325"/>
                    </a:lnTo>
                    <a:cubicBezTo>
                      <a:pt x="385" y="1323"/>
                      <a:pt x="382" y="1323"/>
                      <a:pt x="382" y="1323"/>
                    </a:cubicBezTo>
                    <a:lnTo>
                      <a:pt x="382" y="1323"/>
                    </a:lnTo>
                    <a:cubicBezTo>
                      <a:pt x="382" y="1323"/>
                      <a:pt x="390" y="1332"/>
                      <a:pt x="390" y="1332"/>
                    </a:cubicBezTo>
                    <a:cubicBezTo>
                      <a:pt x="390" y="1340"/>
                      <a:pt x="399" y="1348"/>
                      <a:pt x="399" y="1365"/>
                    </a:cubicBezTo>
                    <a:cubicBezTo>
                      <a:pt x="399" y="1365"/>
                      <a:pt x="399" y="1373"/>
                      <a:pt x="399" y="1381"/>
                    </a:cubicBezTo>
                    <a:cubicBezTo>
                      <a:pt x="399" y="1406"/>
                      <a:pt x="407" y="1439"/>
                      <a:pt x="423" y="1464"/>
                    </a:cubicBezTo>
                    <a:cubicBezTo>
                      <a:pt x="448" y="1497"/>
                      <a:pt x="473" y="1522"/>
                      <a:pt x="515" y="1522"/>
                    </a:cubicBezTo>
                    <a:cubicBezTo>
                      <a:pt x="556" y="1522"/>
                      <a:pt x="589" y="1497"/>
                      <a:pt x="614" y="1464"/>
                    </a:cubicBezTo>
                    <a:cubicBezTo>
                      <a:pt x="631" y="1439"/>
                      <a:pt x="631" y="1406"/>
                      <a:pt x="631" y="1373"/>
                    </a:cubicBezTo>
                    <a:cubicBezTo>
                      <a:pt x="655" y="1423"/>
                      <a:pt x="689" y="1464"/>
                      <a:pt x="730" y="1489"/>
                    </a:cubicBezTo>
                    <a:cubicBezTo>
                      <a:pt x="705" y="1497"/>
                      <a:pt x="672" y="1514"/>
                      <a:pt x="655" y="1547"/>
                    </a:cubicBezTo>
                    <a:cubicBezTo>
                      <a:pt x="622" y="1605"/>
                      <a:pt x="647" y="1663"/>
                      <a:pt x="697" y="1696"/>
                    </a:cubicBezTo>
                    <a:cubicBezTo>
                      <a:pt x="730" y="1729"/>
                      <a:pt x="763" y="1746"/>
                      <a:pt x="805" y="1763"/>
                    </a:cubicBezTo>
                    <a:cubicBezTo>
                      <a:pt x="945" y="1895"/>
                      <a:pt x="1169" y="1912"/>
                      <a:pt x="1360" y="1912"/>
                    </a:cubicBezTo>
                    <a:cubicBezTo>
                      <a:pt x="1641" y="1903"/>
                      <a:pt x="1931" y="1862"/>
                      <a:pt x="2196" y="1746"/>
                    </a:cubicBezTo>
                    <a:cubicBezTo>
                      <a:pt x="2246" y="1729"/>
                      <a:pt x="2288" y="1680"/>
                      <a:pt x="2271" y="1622"/>
                    </a:cubicBezTo>
                    <a:cubicBezTo>
                      <a:pt x="2354" y="1597"/>
                      <a:pt x="2428" y="1564"/>
                      <a:pt x="2503" y="1531"/>
                    </a:cubicBezTo>
                    <a:cubicBezTo>
                      <a:pt x="2619" y="1473"/>
                      <a:pt x="2727" y="1398"/>
                      <a:pt x="2843" y="1357"/>
                    </a:cubicBezTo>
                    <a:cubicBezTo>
                      <a:pt x="3050" y="1274"/>
                      <a:pt x="3282" y="1265"/>
                      <a:pt x="3497" y="1249"/>
                    </a:cubicBezTo>
                    <a:cubicBezTo>
                      <a:pt x="3696" y="1241"/>
                      <a:pt x="3895" y="1207"/>
                      <a:pt x="4077" y="1141"/>
                    </a:cubicBezTo>
                    <a:cubicBezTo>
                      <a:pt x="4135" y="1125"/>
                      <a:pt x="4185" y="1100"/>
                      <a:pt x="4235" y="1067"/>
                    </a:cubicBezTo>
                    <a:cubicBezTo>
                      <a:pt x="4326" y="1018"/>
                      <a:pt x="4269" y="886"/>
                      <a:pt x="4184" y="886"/>
                    </a:cubicBezTo>
                    <a:cubicBezTo>
                      <a:pt x="4169" y="886"/>
                      <a:pt x="4152" y="891"/>
                      <a:pt x="4135" y="901"/>
                    </a:cubicBezTo>
                    <a:cubicBezTo>
                      <a:pt x="4052" y="946"/>
                      <a:pt x="3964" y="960"/>
                      <a:pt x="3873" y="960"/>
                    </a:cubicBezTo>
                    <a:cubicBezTo>
                      <a:pt x="3746" y="960"/>
                      <a:pt x="3615" y="932"/>
                      <a:pt x="3489" y="917"/>
                    </a:cubicBezTo>
                    <a:cubicBezTo>
                      <a:pt x="3453" y="914"/>
                      <a:pt x="3418" y="912"/>
                      <a:pt x="3383" y="912"/>
                    </a:cubicBezTo>
                    <a:cubicBezTo>
                      <a:pt x="3184" y="912"/>
                      <a:pt x="2999" y="966"/>
                      <a:pt x="2801" y="1009"/>
                    </a:cubicBezTo>
                    <a:cubicBezTo>
                      <a:pt x="2553" y="1075"/>
                      <a:pt x="2304" y="1125"/>
                      <a:pt x="2056" y="1174"/>
                    </a:cubicBezTo>
                    <a:cubicBezTo>
                      <a:pt x="1926" y="1196"/>
                      <a:pt x="1773" y="1242"/>
                      <a:pt x="1628" y="1242"/>
                    </a:cubicBezTo>
                    <a:cubicBezTo>
                      <a:pt x="1551" y="1242"/>
                      <a:pt x="1476" y="1229"/>
                      <a:pt x="1409" y="1191"/>
                    </a:cubicBezTo>
                    <a:cubicBezTo>
                      <a:pt x="1244" y="1100"/>
                      <a:pt x="1161" y="909"/>
                      <a:pt x="1144" y="727"/>
                    </a:cubicBezTo>
                    <a:cubicBezTo>
                      <a:pt x="1144" y="710"/>
                      <a:pt x="1136" y="694"/>
                      <a:pt x="1119" y="677"/>
                    </a:cubicBezTo>
                    <a:cubicBezTo>
                      <a:pt x="1210" y="478"/>
                      <a:pt x="1335" y="288"/>
                      <a:pt x="1326" y="56"/>
                    </a:cubicBezTo>
                    <a:cubicBezTo>
                      <a:pt x="1321" y="25"/>
                      <a:pt x="1290" y="0"/>
                      <a:pt x="12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7" name="Google Shape;4167;p10"/>
              <p:cNvSpPr/>
              <p:nvPr/>
            </p:nvSpPr>
            <p:spPr>
              <a:xfrm>
                <a:off x="2702225" y="4349375"/>
                <a:ext cx="33675" cy="48075"/>
              </a:xfrm>
              <a:custGeom>
                <a:rect b="b" l="l" r="r" t="t"/>
                <a:pathLst>
                  <a:path extrusionOk="0" h="1923" w="1347">
                    <a:moveTo>
                      <a:pt x="1201" y="0"/>
                    </a:moveTo>
                    <a:cubicBezTo>
                      <a:pt x="1184" y="0"/>
                      <a:pt x="1167" y="4"/>
                      <a:pt x="1152" y="14"/>
                    </a:cubicBezTo>
                    <a:cubicBezTo>
                      <a:pt x="994" y="96"/>
                      <a:pt x="870" y="270"/>
                      <a:pt x="754" y="411"/>
                    </a:cubicBezTo>
                    <a:cubicBezTo>
                      <a:pt x="638" y="552"/>
                      <a:pt x="539" y="718"/>
                      <a:pt x="439" y="875"/>
                    </a:cubicBezTo>
                    <a:cubicBezTo>
                      <a:pt x="348" y="1033"/>
                      <a:pt x="257" y="1190"/>
                      <a:pt x="174" y="1356"/>
                    </a:cubicBezTo>
                    <a:cubicBezTo>
                      <a:pt x="100" y="1522"/>
                      <a:pt x="25" y="1687"/>
                      <a:pt x="0" y="1878"/>
                    </a:cubicBezTo>
                    <a:cubicBezTo>
                      <a:pt x="0" y="1905"/>
                      <a:pt x="26" y="1923"/>
                      <a:pt x="51" y="1923"/>
                    </a:cubicBezTo>
                    <a:cubicBezTo>
                      <a:pt x="72" y="1923"/>
                      <a:pt x="92" y="1912"/>
                      <a:pt x="100" y="1886"/>
                    </a:cubicBezTo>
                    <a:cubicBezTo>
                      <a:pt x="174" y="1538"/>
                      <a:pt x="431" y="1256"/>
                      <a:pt x="630" y="966"/>
                    </a:cubicBezTo>
                    <a:cubicBezTo>
                      <a:pt x="721" y="826"/>
                      <a:pt x="829" y="685"/>
                      <a:pt x="936" y="552"/>
                    </a:cubicBezTo>
                    <a:cubicBezTo>
                      <a:pt x="1052" y="420"/>
                      <a:pt x="1193" y="295"/>
                      <a:pt x="1293" y="154"/>
                    </a:cubicBezTo>
                    <a:cubicBezTo>
                      <a:pt x="1347" y="80"/>
                      <a:pt x="1274" y="0"/>
                      <a:pt x="12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8" name="Google Shape;4168;p10"/>
              <p:cNvSpPr/>
              <p:nvPr/>
            </p:nvSpPr>
            <p:spPr>
              <a:xfrm>
                <a:off x="2719825" y="4366400"/>
                <a:ext cx="12250" cy="16725"/>
              </a:xfrm>
              <a:custGeom>
                <a:rect b="b" l="l" r="r" t="t"/>
                <a:pathLst>
                  <a:path extrusionOk="0" h="669" w="490">
                    <a:moveTo>
                      <a:pt x="383" y="0"/>
                    </a:moveTo>
                    <a:cubicBezTo>
                      <a:pt x="365" y="0"/>
                      <a:pt x="347" y="5"/>
                      <a:pt x="332" y="12"/>
                    </a:cubicBezTo>
                    <a:cubicBezTo>
                      <a:pt x="282" y="45"/>
                      <a:pt x="249" y="95"/>
                      <a:pt x="216" y="145"/>
                    </a:cubicBezTo>
                    <a:cubicBezTo>
                      <a:pt x="174" y="186"/>
                      <a:pt x="141" y="236"/>
                      <a:pt x="108" y="285"/>
                    </a:cubicBezTo>
                    <a:cubicBezTo>
                      <a:pt x="50" y="377"/>
                      <a:pt x="9" y="493"/>
                      <a:pt x="0" y="609"/>
                    </a:cubicBezTo>
                    <a:cubicBezTo>
                      <a:pt x="0" y="633"/>
                      <a:pt x="25" y="658"/>
                      <a:pt x="50" y="667"/>
                    </a:cubicBezTo>
                    <a:cubicBezTo>
                      <a:pt x="56" y="668"/>
                      <a:pt x="62" y="669"/>
                      <a:pt x="68" y="669"/>
                    </a:cubicBezTo>
                    <a:cubicBezTo>
                      <a:pt x="92" y="669"/>
                      <a:pt x="111" y="655"/>
                      <a:pt x="125" y="642"/>
                    </a:cubicBezTo>
                    <a:cubicBezTo>
                      <a:pt x="183" y="559"/>
                      <a:pt x="232" y="468"/>
                      <a:pt x="282" y="385"/>
                    </a:cubicBezTo>
                    <a:cubicBezTo>
                      <a:pt x="290" y="360"/>
                      <a:pt x="307" y="343"/>
                      <a:pt x="324" y="327"/>
                    </a:cubicBezTo>
                    <a:cubicBezTo>
                      <a:pt x="332" y="310"/>
                      <a:pt x="340" y="302"/>
                      <a:pt x="348" y="294"/>
                    </a:cubicBezTo>
                    <a:cubicBezTo>
                      <a:pt x="348" y="294"/>
                      <a:pt x="348" y="285"/>
                      <a:pt x="348" y="285"/>
                    </a:cubicBezTo>
                    <a:cubicBezTo>
                      <a:pt x="348" y="285"/>
                      <a:pt x="357" y="285"/>
                      <a:pt x="357" y="277"/>
                    </a:cubicBezTo>
                    <a:cubicBezTo>
                      <a:pt x="382" y="244"/>
                      <a:pt x="423" y="211"/>
                      <a:pt x="448" y="169"/>
                    </a:cubicBezTo>
                    <a:cubicBezTo>
                      <a:pt x="456" y="161"/>
                      <a:pt x="464" y="161"/>
                      <a:pt x="464" y="153"/>
                    </a:cubicBezTo>
                    <a:cubicBezTo>
                      <a:pt x="464" y="153"/>
                      <a:pt x="464" y="153"/>
                      <a:pt x="464" y="145"/>
                    </a:cubicBezTo>
                    <a:cubicBezTo>
                      <a:pt x="473" y="145"/>
                      <a:pt x="473" y="136"/>
                      <a:pt x="481" y="128"/>
                    </a:cubicBezTo>
                    <a:cubicBezTo>
                      <a:pt x="489" y="87"/>
                      <a:pt x="473" y="45"/>
                      <a:pt x="440" y="20"/>
                    </a:cubicBezTo>
                    <a:cubicBezTo>
                      <a:pt x="426" y="7"/>
                      <a:pt x="405" y="0"/>
                      <a:pt x="3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9" name="Google Shape;4169;p10"/>
              <p:cNvSpPr/>
              <p:nvPr/>
            </p:nvSpPr>
            <p:spPr>
              <a:xfrm>
                <a:off x="2729550" y="4371275"/>
                <a:ext cx="5225" cy="7450"/>
              </a:xfrm>
              <a:custGeom>
                <a:rect b="b" l="l" r="r" t="t"/>
                <a:pathLst>
                  <a:path extrusionOk="0" h="298" w="209">
                    <a:moveTo>
                      <a:pt x="175" y="1"/>
                    </a:moveTo>
                    <a:cubicBezTo>
                      <a:pt x="169" y="1"/>
                      <a:pt x="163" y="3"/>
                      <a:pt x="158" y="8"/>
                    </a:cubicBezTo>
                    <a:cubicBezTo>
                      <a:pt x="150" y="16"/>
                      <a:pt x="142" y="24"/>
                      <a:pt x="133" y="32"/>
                    </a:cubicBezTo>
                    <a:cubicBezTo>
                      <a:pt x="117" y="41"/>
                      <a:pt x="117" y="49"/>
                      <a:pt x="109" y="57"/>
                    </a:cubicBezTo>
                    <a:cubicBezTo>
                      <a:pt x="100" y="74"/>
                      <a:pt x="84" y="90"/>
                      <a:pt x="75" y="107"/>
                    </a:cubicBezTo>
                    <a:cubicBezTo>
                      <a:pt x="51" y="140"/>
                      <a:pt x="34" y="182"/>
                      <a:pt x="9" y="215"/>
                    </a:cubicBezTo>
                    <a:cubicBezTo>
                      <a:pt x="1" y="240"/>
                      <a:pt x="9" y="273"/>
                      <a:pt x="34" y="289"/>
                    </a:cubicBezTo>
                    <a:cubicBezTo>
                      <a:pt x="43" y="295"/>
                      <a:pt x="53" y="298"/>
                      <a:pt x="62" y="298"/>
                    </a:cubicBezTo>
                    <a:cubicBezTo>
                      <a:pt x="79" y="298"/>
                      <a:pt x="95" y="289"/>
                      <a:pt x="100" y="273"/>
                    </a:cubicBezTo>
                    <a:cubicBezTo>
                      <a:pt x="125" y="231"/>
                      <a:pt x="142" y="198"/>
                      <a:pt x="167" y="165"/>
                    </a:cubicBezTo>
                    <a:cubicBezTo>
                      <a:pt x="175" y="140"/>
                      <a:pt x="183" y="124"/>
                      <a:pt x="191" y="107"/>
                    </a:cubicBezTo>
                    <a:cubicBezTo>
                      <a:pt x="191" y="90"/>
                      <a:pt x="200" y="82"/>
                      <a:pt x="200" y="74"/>
                    </a:cubicBezTo>
                    <a:cubicBezTo>
                      <a:pt x="208" y="57"/>
                      <a:pt x="208" y="49"/>
                      <a:pt x="208" y="32"/>
                    </a:cubicBezTo>
                    <a:cubicBezTo>
                      <a:pt x="208" y="15"/>
                      <a:pt x="191" y="1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0" name="Google Shape;4170;p10"/>
              <p:cNvSpPr/>
              <p:nvPr/>
            </p:nvSpPr>
            <p:spPr>
              <a:xfrm>
                <a:off x="2752275" y="4243400"/>
                <a:ext cx="41975" cy="77325"/>
              </a:xfrm>
              <a:custGeom>
                <a:rect b="b" l="l" r="r" t="t"/>
                <a:pathLst>
                  <a:path extrusionOk="0" h="3093" w="1679">
                    <a:moveTo>
                      <a:pt x="1574" y="1"/>
                    </a:moveTo>
                    <a:cubicBezTo>
                      <a:pt x="1561" y="1"/>
                      <a:pt x="1548" y="4"/>
                      <a:pt x="1536" y="10"/>
                    </a:cubicBezTo>
                    <a:cubicBezTo>
                      <a:pt x="1445" y="68"/>
                      <a:pt x="1379" y="168"/>
                      <a:pt x="1312" y="251"/>
                    </a:cubicBezTo>
                    <a:cubicBezTo>
                      <a:pt x="1246" y="342"/>
                      <a:pt x="1188" y="441"/>
                      <a:pt x="1130" y="541"/>
                    </a:cubicBezTo>
                    <a:cubicBezTo>
                      <a:pt x="1022" y="731"/>
                      <a:pt x="940" y="938"/>
                      <a:pt x="873" y="1154"/>
                    </a:cubicBezTo>
                    <a:cubicBezTo>
                      <a:pt x="840" y="1262"/>
                      <a:pt x="824" y="1369"/>
                      <a:pt x="790" y="1477"/>
                    </a:cubicBezTo>
                    <a:cubicBezTo>
                      <a:pt x="757" y="1585"/>
                      <a:pt x="699" y="1676"/>
                      <a:pt x="625" y="1759"/>
                    </a:cubicBezTo>
                    <a:cubicBezTo>
                      <a:pt x="476" y="1924"/>
                      <a:pt x="351" y="2107"/>
                      <a:pt x="260" y="2306"/>
                    </a:cubicBezTo>
                    <a:cubicBezTo>
                      <a:pt x="202" y="2421"/>
                      <a:pt x="152" y="2537"/>
                      <a:pt x="111" y="2662"/>
                    </a:cubicBezTo>
                    <a:cubicBezTo>
                      <a:pt x="70" y="2778"/>
                      <a:pt x="45" y="2902"/>
                      <a:pt x="12" y="3026"/>
                    </a:cubicBezTo>
                    <a:cubicBezTo>
                      <a:pt x="1" y="3065"/>
                      <a:pt x="33" y="3092"/>
                      <a:pt x="63" y="3092"/>
                    </a:cubicBezTo>
                    <a:cubicBezTo>
                      <a:pt x="79" y="3092"/>
                      <a:pt x="94" y="3085"/>
                      <a:pt x="103" y="3068"/>
                    </a:cubicBezTo>
                    <a:cubicBezTo>
                      <a:pt x="194" y="2869"/>
                      <a:pt x="285" y="2662"/>
                      <a:pt x="393" y="2471"/>
                    </a:cubicBezTo>
                    <a:cubicBezTo>
                      <a:pt x="492" y="2272"/>
                      <a:pt x="608" y="2090"/>
                      <a:pt x="757" y="1924"/>
                    </a:cubicBezTo>
                    <a:cubicBezTo>
                      <a:pt x="832" y="1850"/>
                      <a:pt x="898" y="1775"/>
                      <a:pt x="948" y="1676"/>
                    </a:cubicBezTo>
                    <a:cubicBezTo>
                      <a:pt x="989" y="1576"/>
                      <a:pt x="1014" y="1469"/>
                      <a:pt x="1047" y="1353"/>
                    </a:cubicBezTo>
                    <a:cubicBezTo>
                      <a:pt x="1097" y="1146"/>
                      <a:pt x="1172" y="930"/>
                      <a:pt x="1271" y="740"/>
                    </a:cubicBezTo>
                    <a:cubicBezTo>
                      <a:pt x="1321" y="624"/>
                      <a:pt x="1387" y="524"/>
                      <a:pt x="1453" y="416"/>
                    </a:cubicBezTo>
                    <a:cubicBezTo>
                      <a:pt x="1520" y="317"/>
                      <a:pt x="1611" y="218"/>
                      <a:pt x="1652" y="102"/>
                    </a:cubicBezTo>
                    <a:cubicBezTo>
                      <a:pt x="1679" y="49"/>
                      <a:pt x="1626" y="1"/>
                      <a:pt x="15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1" name="Google Shape;4171;p10"/>
              <p:cNvSpPr/>
              <p:nvPr/>
            </p:nvSpPr>
            <p:spPr>
              <a:xfrm>
                <a:off x="2781750" y="4257275"/>
                <a:ext cx="8725" cy="14225"/>
              </a:xfrm>
              <a:custGeom>
                <a:rect b="b" l="l" r="r" t="t"/>
                <a:pathLst>
                  <a:path extrusionOk="0" h="569" w="349">
                    <a:moveTo>
                      <a:pt x="288" y="0"/>
                    </a:moveTo>
                    <a:cubicBezTo>
                      <a:pt x="283" y="0"/>
                      <a:pt x="279" y="1"/>
                      <a:pt x="274" y="2"/>
                    </a:cubicBezTo>
                    <a:cubicBezTo>
                      <a:pt x="216" y="19"/>
                      <a:pt x="191" y="69"/>
                      <a:pt x="175" y="118"/>
                    </a:cubicBezTo>
                    <a:cubicBezTo>
                      <a:pt x="150" y="160"/>
                      <a:pt x="133" y="201"/>
                      <a:pt x="117" y="243"/>
                    </a:cubicBezTo>
                    <a:cubicBezTo>
                      <a:pt x="75" y="325"/>
                      <a:pt x="51" y="417"/>
                      <a:pt x="9" y="499"/>
                    </a:cubicBezTo>
                    <a:cubicBezTo>
                      <a:pt x="1" y="524"/>
                      <a:pt x="17" y="557"/>
                      <a:pt x="42" y="566"/>
                    </a:cubicBezTo>
                    <a:cubicBezTo>
                      <a:pt x="48" y="568"/>
                      <a:pt x="55" y="569"/>
                      <a:pt x="61" y="569"/>
                    </a:cubicBezTo>
                    <a:cubicBezTo>
                      <a:pt x="79" y="569"/>
                      <a:pt x="96" y="559"/>
                      <a:pt x="109" y="541"/>
                    </a:cubicBezTo>
                    <a:cubicBezTo>
                      <a:pt x="150" y="466"/>
                      <a:pt x="200" y="392"/>
                      <a:pt x="241" y="309"/>
                    </a:cubicBezTo>
                    <a:cubicBezTo>
                      <a:pt x="266" y="267"/>
                      <a:pt x="283" y="234"/>
                      <a:pt x="299" y="193"/>
                    </a:cubicBezTo>
                    <a:cubicBezTo>
                      <a:pt x="316" y="168"/>
                      <a:pt x="324" y="151"/>
                      <a:pt x="332" y="127"/>
                    </a:cubicBezTo>
                    <a:cubicBezTo>
                      <a:pt x="341" y="102"/>
                      <a:pt x="349" y="60"/>
                      <a:pt x="341" y="44"/>
                    </a:cubicBezTo>
                    <a:cubicBezTo>
                      <a:pt x="334" y="16"/>
                      <a:pt x="310" y="0"/>
                      <a:pt x="2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2" name="Google Shape;4172;p10"/>
              <p:cNvSpPr/>
              <p:nvPr/>
            </p:nvSpPr>
            <p:spPr>
              <a:xfrm>
                <a:off x="2787350" y="4263075"/>
                <a:ext cx="5625" cy="8550"/>
              </a:xfrm>
              <a:custGeom>
                <a:rect b="b" l="l" r="r" t="t"/>
                <a:pathLst>
                  <a:path extrusionOk="0" h="342" w="225">
                    <a:moveTo>
                      <a:pt x="170" y="1"/>
                    </a:moveTo>
                    <a:cubicBezTo>
                      <a:pt x="136" y="1"/>
                      <a:pt x="115" y="30"/>
                      <a:pt x="100" y="52"/>
                    </a:cubicBezTo>
                    <a:cubicBezTo>
                      <a:pt x="83" y="77"/>
                      <a:pt x="67" y="93"/>
                      <a:pt x="59" y="118"/>
                    </a:cubicBezTo>
                    <a:cubicBezTo>
                      <a:pt x="34" y="168"/>
                      <a:pt x="17" y="218"/>
                      <a:pt x="9" y="267"/>
                    </a:cubicBezTo>
                    <a:cubicBezTo>
                      <a:pt x="1" y="301"/>
                      <a:pt x="17" y="334"/>
                      <a:pt x="50" y="342"/>
                    </a:cubicBezTo>
                    <a:cubicBezTo>
                      <a:pt x="75" y="342"/>
                      <a:pt x="108" y="334"/>
                      <a:pt x="117" y="301"/>
                    </a:cubicBezTo>
                    <a:cubicBezTo>
                      <a:pt x="117" y="276"/>
                      <a:pt x="125" y="251"/>
                      <a:pt x="133" y="234"/>
                    </a:cubicBezTo>
                    <a:cubicBezTo>
                      <a:pt x="141" y="226"/>
                      <a:pt x="141" y="218"/>
                      <a:pt x="141" y="218"/>
                    </a:cubicBezTo>
                    <a:cubicBezTo>
                      <a:pt x="141" y="218"/>
                      <a:pt x="141" y="209"/>
                      <a:pt x="141" y="209"/>
                    </a:cubicBezTo>
                    <a:cubicBezTo>
                      <a:pt x="150" y="201"/>
                      <a:pt x="158" y="185"/>
                      <a:pt x="158" y="176"/>
                    </a:cubicBezTo>
                    <a:cubicBezTo>
                      <a:pt x="175" y="151"/>
                      <a:pt x="183" y="135"/>
                      <a:pt x="191" y="118"/>
                    </a:cubicBezTo>
                    <a:cubicBezTo>
                      <a:pt x="208" y="85"/>
                      <a:pt x="224" y="60"/>
                      <a:pt x="216" y="27"/>
                    </a:cubicBezTo>
                    <a:cubicBezTo>
                      <a:pt x="208" y="11"/>
                      <a:pt x="199" y="2"/>
                      <a:pt x="183" y="2"/>
                    </a:cubicBezTo>
                    <a:cubicBezTo>
                      <a:pt x="178" y="1"/>
                      <a:pt x="174" y="1"/>
                      <a:pt x="1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3" name="Google Shape;4173;p10"/>
              <p:cNvSpPr/>
              <p:nvPr/>
            </p:nvSpPr>
            <p:spPr>
              <a:xfrm>
                <a:off x="2801600" y="4196250"/>
                <a:ext cx="14350" cy="31275"/>
              </a:xfrm>
              <a:custGeom>
                <a:rect b="b" l="l" r="r" t="t"/>
                <a:pathLst>
                  <a:path extrusionOk="0" h="1251" w="574">
                    <a:moveTo>
                      <a:pt x="469" y="1"/>
                    </a:moveTo>
                    <a:cubicBezTo>
                      <a:pt x="433" y="1"/>
                      <a:pt x="400" y="18"/>
                      <a:pt x="375" y="49"/>
                    </a:cubicBezTo>
                    <a:cubicBezTo>
                      <a:pt x="317" y="132"/>
                      <a:pt x="284" y="239"/>
                      <a:pt x="251" y="339"/>
                    </a:cubicBezTo>
                    <a:cubicBezTo>
                      <a:pt x="209" y="422"/>
                      <a:pt x="176" y="513"/>
                      <a:pt x="143" y="604"/>
                    </a:cubicBezTo>
                    <a:cubicBezTo>
                      <a:pt x="85" y="786"/>
                      <a:pt x="52" y="985"/>
                      <a:pt x="11" y="1176"/>
                    </a:cubicBezTo>
                    <a:cubicBezTo>
                      <a:pt x="0" y="1221"/>
                      <a:pt x="36" y="1251"/>
                      <a:pt x="71" y="1251"/>
                    </a:cubicBezTo>
                    <a:cubicBezTo>
                      <a:pt x="94" y="1251"/>
                      <a:pt x="117" y="1238"/>
                      <a:pt x="127" y="1209"/>
                    </a:cubicBezTo>
                    <a:cubicBezTo>
                      <a:pt x="176" y="1018"/>
                      <a:pt x="259" y="844"/>
                      <a:pt x="334" y="662"/>
                    </a:cubicBezTo>
                    <a:cubicBezTo>
                      <a:pt x="367" y="579"/>
                      <a:pt x="400" y="488"/>
                      <a:pt x="441" y="405"/>
                    </a:cubicBezTo>
                    <a:cubicBezTo>
                      <a:pt x="475" y="314"/>
                      <a:pt x="533" y="223"/>
                      <a:pt x="566" y="132"/>
                    </a:cubicBezTo>
                    <a:cubicBezTo>
                      <a:pt x="574" y="82"/>
                      <a:pt x="549" y="24"/>
                      <a:pt x="508" y="7"/>
                    </a:cubicBezTo>
                    <a:cubicBezTo>
                      <a:pt x="495" y="3"/>
                      <a:pt x="482" y="1"/>
                      <a:pt x="4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4" name="Google Shape;4174;p10"/>
              <p:cNvSpPr/>
              <p:nvPr/>
            </p:nvSpPr>
            <p:spPr>
              <a:xfrm>
                <a:off x="2795850" y="3865325"/>
                <a:ext cx="33150" cy="23125"/>
              </a:xfrm>
              <a:custGeom>
                <a:rect b="b" l="l" r="r" t="t"/>
                <a:pathLst>
                  <a:path extrusionOk="0" h="925" w="1326">
                    <a:moveTo>
                      <a:pt x="171" y="1"/>
                    </a:moveTo>
                    <a:cubicBezTo>
                      <a:pt x="126" y="1"/>
                      <a:pt x="82" y="9"/>
                      <a:pt x="42" y="29"/>
                    </a:cubicBezTo>
                    <a:cubicBezTo>
                      <a:pt x="0" y="46"/>
                      <a:pt x="0" y="112"/>
                      <a:pt x="42" y="128"/>
                    </a:cubicBezTo>
                    <a:cubicBezTo>
                      <a:pt x="141" y="178"/>
                      <a:pt x="257" y="186"/>
                      <a:pt x="365" y="228"/>
                    </a:cubicBezTo>
                    <a:cubicBezTo>
                      <a:pt x="473" y="286"/>
                      <a:pt x="572" y="352"/>
                      <a:pt x="655" y="427"/>
                    </a:cubicBezTo>
                    <a:cubicBezTo>
                      <a:pt x="746" y="510"/>
                      <a:pt x="837" y="592"/>
                      <a:pt x="920" y="684"/>
                    </a:cubicBezTo>
                    <a:cubicBezTo>
                      <a:pt x="978" y="733"/>
                      <a:pt x="1028" y="783"/>
                      <a:pt x="1086" y="833"/>
                    </a:cubicBezTo>
                    <a:cubicBezTo>
                      <a:pt x="1132" y="871"/>
                      <a:pt x="1186" y="925"/>
                      <a:pt x="1254" y="925"/>
                    </a:cubicBezTo>
                    <a:cubicBezTo>
                      <a:pt x="1258" y="925"/>
                      <a:pt x="1263" y="924"/>
                      <a:pt x="1268" y="924"/>
                    </a:cubicBezTo>
                    <a:cubicBezTo>
                      <a:pt x="1293" y="924"/>
                      <a:pt x="1318" y="907"/>
                      <a:pt x="1318" y="874"/>
                    </a:cubicBezTo>
                    <a:cubicBezTo>
                      <a:pt x="1326" y="800"/>
                      <a:pt x="1268" y="742"/>
                      <a:pt x="1218" y="692"/>
                    </a:cubicBezTo>
                    <a:cubicBezTo>
                      <a:pt x="1168" y="634"/>
                      <a:pt x="1102" y="576"/>
                      <a:pt x="1044" y="518"/>
                    </a:cubicBezTo>
                    <a:cubicBezTo>
                      <a:pt x="953" y="427"/>
                      <a:pt x="854" y="336"/>
                      <a:pt x="746" y="253"/>
                    </a:cubicBezTo>
                    <a:cubicBezTo>
                      <a:pt x="638" y="178"/>
                      <a:pt x="531" y="112"/>
                      <a:pt x="415" y="62"/>
                    </a:cubicBezTo>
                    <a:cubicBezTo>
                      <a:pt x="344" y="30"/>
                      <a:pt x="256" y="1"/>
                      <a:pt x="1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5" name="Google Shape;4175;p10"/>
              <p:cNvSpPr/>
              <p:nvPr/>
            </p:nvSpPr>
            <p:spPr>
              <a:xfrm>
                <a:off x="2953400" y="3843900"/>
                <a:ext cx="16050" cy="33425"/>
              </a:xfrm>
              <a:custGeom>
                <a:rect b="b" l="l" r="r" t="t"/>
                <a:pathLst>
                  <a:path extrusionOk="0" h="1337" w="642">
                    <a:moveTo>
                      <a:pt x="64" y="0"/>
                    </a:moveTo>
                    <a:cubicBezTo>
                      <a:pt x="33" y="0"/>
                      <a:pt x="1" y="27"/>
                      <a:pt x="12" y="66"/>
                    </a:cubicBezTo>
                    <a:cubicBezTo>
                      <a:pt x="45" y="173"/>
                      <a:pt x="61" y="289"/>
                      <a:pt x="103" y="397"/>
                    </a:cubicBezTo>
                    <a:cubicBezTo>
                      <a:pt x="136" y="505"/>
                      <a:pt x="177" y="604"/>
                      <a:pt x="219" y="712"/>
                    </a:cubicBezTo>
                    <a:cubicBezTo>
                      <a:pt x="302" y="911"/>
                      <a:pt x="368" y="1118"/>
                      <a:pt x="459" y="1309"/>
                    </a:cubicBezTo>
                    <a:cubicBezTo>
                      <a:pt x="469" y="1329"/>
                      <a:pt x="485" y="1337"/>
                      <a:pt x="501" y="1337"/>
                    </a:cubicBezTo>
                    <a:cubicBezTo>
                      <a:pt x="524" y="1337"/>
                      <a:pt x="549" y="1320"/>
                      <a:pt x="559" y="1300"/>
                    </a:cubicBezTo>
                    <a:cubicBezTo>
                      <a:pt x="641" y="1085"/>
                      <a:pt x="501" y="853"/>
                      <a:pt x="418" y="654"/>
                    </a:cubicBezTo>
                    <a:cubicBezTo>
                      <a:pt x="376" y="555"/>
                      <a:pt x="327" y="447"/>
                      <a:pt x="285" y="347"/>
                    </a:cubicBezTo>
                    <a:cubicBezTo>
                      <a:pt x="227" y="231"/>
                      <a:pt x="161" y="132"/>
                      <a:pt x="103" y="24"/>
                    </a:cubicBezTo>
                    <a:cubicBezTo>
                      <a:pt x="94" y="7"/>
                      <a:pt x="79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6" name="Google Shape;4176;p10"/>
              <p:cNvSpPr/>
              <p:nvPr/>
            </p:nvSpPr>
            <p:spPr>
              <a:xfrm>
                <a:off x="2967775" y="3892825"/>
                <a:ext cx="3950" cy="8550"/>
              </a:xfrm>
              <a:custGeom>
                <a:rect b="b" l="l" r="r" t="t"/>
                <a:pathLst>
                  <a:path extrusionOk="0" h="342" w="158">
                    <a:moveTo>
                      <a:pt x="61" y="1"/>
                    </a:moveTo>
                    <a:cubicBezTo>
                      <a:pt x="53" y="1"/>
                      <a:pt x="44" y="3"/>
                      <a:pt x="33" y="6"/>
                    </a:cubicBezTo>
                    <a:cubicBezTo>
                      <a:pt x="25" y="14"/>
                      <a:pt x="8" y="23"/>
                      <a:pt x="8" y="39"/>
                    </a:cubicBezTo>
                    <a:cubicBezTo>
                      <a:pt x="0" y="56"/>
                      <a:pt x="0" y="72"/>
                      <a:pt x="8" y="97"/>
                    </a:cubicBezTo>
                    <a:cubicBezTo>
                      <a:pt x="8" y="97"/>
                      <a:pt x="8" y="97"/>
                      <a:pt x="8" y="106"/>
                    </a:cubicBezTo>
                    <a:cubicBezTo>
                      <a:pt x="8" y="106"/>
                      <a:pt x="17" y="114"/>
                      <a:pt x="17" y="114"/>
                    </a:cubicBezTo>
                    <a:cubicBezTo>
                      <a:pt x="17" y="122"/>
                      <a:pt x="25" y="130"/>
                      <a:pt x="25" y="147"/>
                    </a:cubicBezTo>
                    <a:cubicBezTo>
                      <a:pt x="33" y="164"/>
                      <a:pt x="33" y="188"/>
                      <a:pt x="42" y="205"/>
                    </a:cubicBezTo>
                    <a:cubicBezTo>
                      <a:pt x="50" y="222"/>
                      <a:pt x="50" y="246"/>
                      <a:pt x="58" y="263"/>
                    </a:cubicBezTo>
                    <a:cubicBezTo>
                      <a:pt x="58" y="288"/>
                      <a:pt x="66" y="304"/>
                      <a:pt x="75" y="329"/>
                    </a:cubicBezTo>
                    <a:cubicBezTo>
                      <a:pt x="83" y="338"/>
                      <a:pt x="93" y="342"/>
                      <a:pt x="104" y="342"/>
                    </a:cubicBezTo>
                    <a:cubicBezTo>
                      <a:pt x="114" y="342"/>
                      <a:pt x="124" y="338"/>
                      <a:pt x="133" y="329"/>
                    </a:cubicBezTo>
                    <a:cubicBezTo>
                      <a:pt x="149" y="304"/>
                      <a:pt x="149" y="280"/>
                      <a:pt x="149" y="255"/>
                    </a:cubicBezTo>
                    <a:cubicBezTo>
                      <a:pt x="158" y="230"/>
                      <a:pt x="158" y="205"/>
                      <a:pt x="158" y="188"/>
                    </a:cubicBezTo>
                    <a:cubicBezTo>
                      <a:pt x="158" y="139"/>
                      <a:pt x="141" y="89"/>
                      <a:pt x="116" y="48"/>
                    </a:cubicBezTo>
                    <a:cubicBezTo>
                      <a:pt x="116" y="31"/>
                      <a:pt x="108" y="23"/>
                      <a:pt x="91" y="14"/>
                    </a:cubicBezTo>
                    <a:cubicBezTo>
                      <a:pt x="82" y="5"/>
                      <a:pt x="72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7" name="Google Shape;4177;p10"/>
              <p:cNvSpPr/>
              <p:nvPr/>
            </p:nvSpPr>
            <p:spPr>
              <a:xfrm>
                <a:off x="2971500" y="3904150"/>
                <a:ext cx="2925" cy="7425"/>
              </a:xfrm>
              <a:custGeom>
                <a:rect b="b" l="l" r="r" t="t"/>
                <a:pathLst>
                  <a:path extrusionOk="0" h="297" w="117">
                    <a:moveTo>
                      <a:pt x="58" y="1"/>
                    </a:moveTo>
                    <a:cubicBezTo>
                      <a:pt x="25" y="1"/>
                      <a:pt x="0" y="25"/>
                      <a:pt x="0" y="59"/>
                    </a:cubicBezTo>
                    <a:lnTo>
                      <a:pt x="0" y="175"/>
                    </a:lnTo>
                    <a:cubicBezTo>
                      <a:pt x="0" y="183"/>
                      <a:pt x="0" y="199"/>
                      <a:pt x="0" y="208"/>
                    </a:cubicBezTo>
                    <a:cubicBezTo>
                      <a:pt x="9" y="216"/>
                      <a:pt x="9" y="224"/>
                      <a:pt x="9" y="233"/>
                    </a:cubicBezTo>
                    <a:cubicBezTo>
                      <a:pt x="17" y="257"/>
                      <a:pt x="25" y="282"/>
                      <a:pt x="42" y="291"/>
                    </a:cubicBezTo>
                    <a:cubicBezTo>
                      <a:pt x="46" y="295"/>
                      <a:pt x="52" y="297"/>
                      <a:pt x="57" y="297"/>
                    </a:cubicBezTo>
                    <a:cubicBezTo>
                      <a:pt x="62" y="297"/>
                      <a:pt x="67" y="295"/>
                      <a:pt x="67" y="291"/>
                    </a:cubicBezTo>
                    <a:cubicBezTo>
                      <a:pt x="91" y="282"/>
                      <a:pt x="100" y="257"/>
                      <a:pt x="100" y="233"/>
                    </a:cubicBezTo>
                    <a:cubicBezTo>
                      <a:pt x="108" y="224"/>
                      <a:pt x="108" y="216"/>
                      <a:pt x="108" y="208"/>
                    </a:cubicBezTo>
                    <a:cubicBezTo>
                      <a:pt x="116" y="199"/>
                      <a:pt x="116" y="183"/>
                      <a:pt x="116" y="175"/>
                    </a:cubicBezTo>
                    <a:lnTo>
                      <a:pt x="116" y="59"/>
                    </a:lnTo>
                    <a:cubicBezTo>
                      <a:pt x="116" y="34"/>
                      <a:pt x="91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8" name="Google Shape;4178;p10"/>
              <p:cNvSpPr/>
              <p:nvPr/>
            </p:nvSpPr>
            <p:spPr>
              <a:xfrm>
                <a:off x="2677775" y="4424525"/>
                <a:ext cx="20525" cy="36350"/>
              </a:xfrm>
              <a:custGeom>
                <a:rect b="b" l="l" r="r" t="t"/>
                <a:pathLst>
                  <a:path extrusionOk="0" h="1454" w="821">
                    <a:moveTo>
                      <a:pt x="722" y="0"/>
                    </a:moveTo>
                    <a:cubicBezTo>
                      <a:pt x="700" y="0"/>
                      <a:pt x="673" y="14"/>
                      <a:pt x="655" y="32"/>
                    </a:cubicBezTo>
                    <a:cubicBezTo>
                      <a:pt x="572" y="123"/>
                      <a:pt x="514" y="247"/>
                      <a:pt x="456" y="363"/>
                    </a:cubicBezTo>
                    <a:cubicBezTo>
                      <a:pt x="407" y="471"/>
                      <a:pt x="349" y="579"/>
                      <a:pt x="299" y="686"/>
                    </a:cubicBezTo>
                    <a:cubicBezTo>
                      <a:pt x="257" y="794"/>
                      <a:pt x="216" y="910"/>
                      <a:pt x="175" y="1026"/>
                    </a:cubicBezTo>
                    <a:cubicBezTo>
                      <a:pt x="133" y="1142"/>
                      <a:pt x="92" y="1258"/>
                      <a:pt x="25" y="1366"/>
                    </a:cubicBezTo>
                    <a:cubicBezTo>
                      <a:pt x="1" y="1403"/>
                      <a:pt x="40" y="1453"/>
                      <a:pt x="79" y="1453"/>
                    </a:cubicBezTo>
                    <a:cubicBezTo>
                      <a:pt x="92" y="1453"/>
                      <a:pt x="106" y="1447"/>
                      <a:pt x="117" y="1432"/>
                    </a:cubicBezTo>
                    <a:cubicBezTo>
                      <a:pt x="274" y="1250"/>
                      <a:pt x="357" y="1009"/>
                      <a:pt x="464" y="794"/>
                    </a:cubicBezTo>
                    <a:cubicBezTo>
                      <a:pt x="514" y="678"/>
                      <a:pt x="572" y="570"/>
                      <a:pt x="630" y="454"/>
                    </a:cubicBezTo>
                    <a:cubicBezTo>
                      <a:pt x="688" y="347"/>
                      <a:pt x="771" y="239"/>
                      <a:pt x="812" y="115"/>
                    </a:cubicBezTo>
                    <a:cubicBezTo>
                      <a:pt x="821" y="90"/>
                      <a:pt x="812" y="48"/>
                      <a:pt x="788" y="24"/>
                    </a:cubicBezTo>
                    <a:lnTo>
                      <a:pt x="788" y="32"/>
                    </a:lnTo>
                    <a:cubicBezTo>
                      <a:pt x="771" y="15"/>
                      <a:pt x="763" y="7"/>
                      <a:pt x="746" y="7"/>
                    </a:cubicBezTo>
                    <a:cubicBezTo>
                      <a:pt x="739" y="2"/>
                      <a:pt x="731" y="0"/>
                      <a:pt x="7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9" name="Google Shape;4179;p10"/>
              <p:cNvSpPr/>
              <p:nvPr/>
            </p:nvSpPr>
            <p:spPr>
              <a:xfrm>
                <a:off x="2690575" y="4437400"/>
                <a:ext cx="7250" cy="13825"/>
              </a:xfrm>
              <a:custGeom>
                <a:rect b="b" l="l" r="r" t="t"/>
                <a:pathLst>
                  <a:path extrusionOk="0" h="553" w="290">
                    <a:moveTo>
                      <a:pt x="244" y="0"/>
                    </a:moveTo>
                    <a:cubicBezTo>
                      <a:pt x="234" y="0"/>
                      <a:pt x="225" y="4"/>
                      <a:pt x="218" y="14"/>
                    </a:cubicBezTo>
                    <a:lnTo>
                      <a:pt x="218" y="6"/>
                    </a:lnTo>
                    <a:cubicBezTo>
                      <a:pt x="184" y="47"/>
                      <a:pt x="168" y="80"/>
                      <a:pt x="151" y="122"/>
                    </a:cubicBezTo>
                    <a:cubicBezTo>
                      <a:pt x="126" y="163"/>
                      <a:pt x="110" y="204"/>
                      <a:pt x="93" y="246"/>
                    </a:cubicBezTo>
                    <a:cubicBezTo>
                      <a:pt x="60" y="329"/>
                      <a:pt x="35" y="412"/>
                      <a:pt x="10" y="494"/>
                    </a:cubicBezTo>
                    <a:cubicBezTo>
                      <a:pt x="1" y="529"/>
                      <a:pt x="30" y="552"/>
                      <a:pt x="58" y="552"/>
                    </a:cubicBezTo>
                    <a:cubicBezTo>
                      <a:pt x="77" y="552"/>
                      <a:pt x="95" y="542"/>
                      <a:pt x="102" y="519"/>
                    </a:cubicBezTo>
                    <a:cubicBezTo>
                      <a:pt x="126" y="445"/>
                      <a:pt x="151" y="362"/>
                      <a:pt x="184" y="287"/>
                    </a:cubicBezTo>
                    <a:cubicBezTo>
                      <a:pt x="201" y="246"/>
                      <a:pt x="218" y="213"/>
                      <a:pt x="234" y="171"/>
                    </a:cubicBezTo>
                    <a:cubicBezTo>
                      <a:pt x="251" y="130"/>
                      <a:pt x="276" y="97"/>
                      <a:pt x="284" y="47"/>
                    </a:cubicBezTo>
                    <a:cubicBezTo>
                      <a:pt x="290" y="24"/>
                      <a:pt x="267" y="0"/>
                      <a:pt x="2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0" name="Google Shape;4180;p10"/>
              <p:cNvSpPr/>
              <p:nvPr/>
            </p:nvSpPr>
            <p:spPr>
              <a:xfrm>
                <a:off x="2699575" y="4432400"/>
                <a:ext cx="8600" cy="17400"/>
              </a:xfrm>
              <a:custGeom>
                <a:rect b="b" l="l" r="r" t="t"/>
                <a:pathLst>
                  <a:path extrusionOk="0" h="696" w="344">
                    <a:moveTo>
                      <a:pt x="310" y="1"/>
                    </a:moveTo>
                    <a:cubicBezTo>
                      <a:pt x="298" y="1"/>
                      <a:pt x="287" y="5"/>
                      <a:pt x="280" y="15"/>
                    </a:cubicBezTo>
                    <a:cubicBezTo>
                      <a:pt x="255" y="65"/>
                      <a:pt x="239" y="114"/>
                      <a:pt x="214" y="172"/>
                    </a:cubicBezTo>
                    <a:cubicBezTo>
                      <a:pt x="197" y="222"/>
                      <a:pt x="172" y="272"/>
                      <a:pt x="156" y="322"/>
                    </a:cubicBezTo>
                    <a:cubicBezTo>
                      <a:pt x="114" y="421"/>
                      <a:pt x="73" y="520"/>
                      <a:pt x="23" y="620"/>
                    </a:cubicBezTo>
                    <a:cubicBezTo>
                      <a:pt x="1" y="660"/>
                      <a:pt x="36" y="695"/>
                      <a:pt x="72" y="695"/>
                    </a:cubicBezTo>
                    <a:cubicBezTo>
                      <a:pt x="88" y="695"/>
                      <a:pt x="104" y="688"/>
                      <a:pt x="114" y="670"/>
                    </a:cubicBezTo>
                    <a:cubicBezTo>
                      <a:pt x="164" y="570"/>
                      <a:pt x="214" y="471"/>
                      <a:pt x="255" y="363"/>
                    </a:cubicBezTo>
                    <a:cubicBezTo>
                      <a:pt x="280" y="305"/>
                      <a:pt x="288" y="247"/>
                      <a:pt x="305" y="197"/>
                    </a:cubicBezTo>
                    <a:cubicBezTo>
                      <a:pt x="322" y="139"/>
                      <a:pt x="338" y="90"/>
                      <a:pt x="338" y="32"/>
                    </a:cubicBezTo>
                    <a:cubicBezTo>
                      <a:pt x="343" y="12"/>
                      <a:pt x="327" y="1"/>
                      <a:pt x="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1" name="Google Shape;4181;p10"/>
              <p:cNvSpPr/>
              <p:nvPr/>
            </p:nvSpPr>
            <p:spPr>
              <a:xfrm>
                <a:off x="2708650" y="4433500"/>
                <a:ext cx="7825" cy="14700"/>
              </a:xfrm>
              <a:custGeom>
                <a:rect b="b" l="l" r="r" t="t"/>
                <a:pathLst>
                  <a:path extrusionOk="0" h="588" w="313">
                    <a:moveTo>
                      <a:pt x="277" y="1"/>
                    </a:moveTo>
                    <a:cubicBezTo>
                      <a:pt x="267" y="1"/>
                      <a:pt x="257" y="4"/>
                      <a:pt x="249" y="12"/>
                    </a:cubicBezTo>
                    <a:cubicBezTo>
                      <a:pt x="199" y="87"/>
                      <a:pt x="166" y="178"/>
                      <a:pt x="124" y="261"/>
                    </a:cubicBezTo>
                    <a:cubicBezTo>
                      <a:pt x="83" y="344"/>
                      <a:pt x="50" y="435"/>
                      <a:pt x="8" y="518"/>
                    </a:cubicBezTo>
                    <a:cubicBezTo>
                      <a:pt x="0" y="543"/>
                      <a:pt x="0" y="568"/>
                      <a:pt x="25" y="584"/>
                    </a:cubicBezTo>
                    <a:cubicBezTo>
                      <a:pt x="32" y="586"/>
                      <a:pt x="39" y="587"/>
                      <a:pt x="46" y="587"/>
                    </a:cubicBezTo>
                    <a:cubicBezTo>
                      <a:pt x="66" y="587"/>
                      <a:pt x="85" y="580"/>
                      <a:pt x="91" y="568"/>
                    </a:cubicBezTo>
                    <a:cubicBezTo>
                      <a:pt x="133" y="476"/>
                      <a:pt x="166" y="394"/>
                      <a:pt x="207" y="302"/>
                    </a:cubicBezTo>
                    <a:cubicBezTo>
                      <a:pt x="240" y="220"/>
                      <a:pt x="290" y="128"/>
                      <a:pt x="307" y="37"/>
                    </a:cubicBezTo>
                    <a:cubicBezTo>
                      <a:pt x="312" y="15"/>
                      <a:pt x="296" y="1"/>
                      <a:pt x="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2" name="Google Shape;4182;p10"/>
              <p:cNvSpPr/>
              <p:nvPr/>
            </p:nvSpPr>
            <p:spPr>
              <a:xfrm>
                <a:off x="2634275" y="4658350"/>
                <a:ext cx="8925" cy="27850"/>
              </a:xfrm>
              <a:custGeom>
                <a:rect b="b" l="l" r="r" t="t"/>
                <a:pathLst>
                  <a:path extrusionOk="0" h="1114" w="357">
                    <a:moveTo>
                      <a:pt x="85" y="1"/>
                    </a:moveTo>
                    <a:cubicBezTo>
                      <a:pt x="63" y="1"/>
                      <a:pt x="42" y="13"/>
                      <a:pt x="34" y="41"/>
                    </a:cubicBezTo>
                    <a:cubicBezTo>
                      <a:pt x="1" y="141"/>
                      <a:pt x="9" y="249"/>
                      <a:pt x="9" y="356"/>
                    </a:cubicBezTo>
                    <a:cubicBezTo>
                      <a:pt x="17" y="464"/>
                      <a:pt x="25" y="580"/>
                      <a:pt x="34" y="688"/>
                    </a:cubicBezTo>
                    <a:cubicBezTo>
                      <a:pt x="42" y="779"/>
                      <a:pt x="50" y="878"/>
                      <a:pt x="83" y="961"/>
                    </a:cubicBezTo>
                    <a:cubicBezTo>
                      <a:pt x="110" y="1027"/>
                      <a:pt x="172" y="1113"/>
                      <a:pt x="247" y="1113"/>
                    </a:cubicBezTo>
                    <a:cubicBezTo>
                      <a:pt x="266" y="1113"/>
                      <a:pt x="287" y="1107"/>
                      <a:pt x="307" y="1094"/>
                    </a:cubicBezTo>
                    <a:cubicBezTo>
                      <a:pt x="340" y="1077"/>
                      <a:pt x="357" y="1036"/>
                      <a:pt x="349" y="1002"/>
                    </a:cubicBezTo>
                    <a:cubicBezTo>
                      <a:pt x="340" y="969"/>
                      <a:pt x="307" y="936"/>
                      <a:pt x="299" y="920"/>
                    </a:cubicBezTo>
                    <a:cubicBezTo>
                      <a:pt x="282" y="903"/>
                      <a:pt x="282" y="886"/>
                      <a:pt x="274" y="853"/>
                    </a:cubicBezTo>
                    <a:cubicBezTo>
                      <a:pt x="249" y="771"/>
                      <a:pt x="241" y="688"/>
                      <a:pt x="233" y="605"/>
                    </a:cubicBezTo>
                    <a:cubicBezTo>
                      <a:pt x="216" y="505"/>
                      <a:pt x="208" y="414"/>
                      <a:pt x="191" y="323"/>
                    </a:cubicBezTo>
                    <a:cubicBezTo>
                      <a:pt x="183" y="224"/>
                      <a:pt x="175" y="133"/>
                      <a:pt x="141" y="41"/>
                    </a:cubicBezTo>
                    <a:cubicBezTo>
                      <a:pt x="133" y="16"/>
                      <a:pt x="10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3" name="Google Shape;4183;p10"/>
              <p:cNvSpPr/>
              <p:nvPr/>
            </p:nvSpPr>
            <p:spPr>
              <a:xfrm>
                <a:off x="2642150" y="4660825"/>
                <a:ext cx="6025" cy="17300"/>
              </a:xfrm>
              <a:custGeom>
                <a:rect b="b" l="l" r="r" t="t"/>
                <a:pathLst>
                  <a:path extrusionOk="0" h="692" w="241">
                    <a:moveTo>
                      <a:pt x="67" y="0"/>
                    </a:moveTo>
                    <a:cubicBezTo>
                      <a:pt x="34" y="0"/>
                      <a:pt x="0" y="25"/>
                      <a:pt x="0" y="58"/>
                    </a:cubicBezTo>
                    <a:cubicBezTo>
                      <a:pt x="9" y="166"/>
                      <a:pt x="25" y="274"/>
                      <a:pt x="50" y="382"/>
                    </a:cubicBezTo>
                    <a:cubicBezTo>
                      <a:pt x="67" y="431"/>
                      <a:pt x="83" y="489"/>
                      <a:pt x="100" y="539"/>
                    </a:cubicBezTo>
                    <a:cubicBezTo>
                      <a:pt x="125" y="589"/>
                      <a:pt x="141" y="638"/>
                      <a:pt x="183" y="680"/>
                    </a:cubicBezTo>
                    <a:cubicBezTo>
                      <a:pt x="191" y="688"/>
                      <a:pt x="200" y="692"/>
                      <a:pt x="209" y="692"/>
                    </a:cubicBezTo>
                    <a:cubicBezTo>
                      <a:pt x="226" y="692"/>
                      <a:pt x="241" y="677"/>
                      <a:pt x="241" y="655"/>
                    </a:cubicBezTo>
                    <a:cubicBezTo>
                      <a:pt x="241" y="605"/>
                      <a:pt x="224" y="556"/>
                      <a:pt x="216" y="506"/>
                    </a:cubicBezTo>
                    <a:cubicBezTo>
                      <a:pt x="199" y="456"/>
                      <a:pt x="191" y="406"/>
                      <a:pt x="174" y="357"/>
                    </a:cubicBezTo>
                    <a:cubicBezTo>
                      <a:pt x="150" y="257"/>
                      <a:pt x="133" y="158"/>
                      <a:pt x="125" y="58"/>
                    </a:cubicBezTo>
                    <a:cubicBezTo>
                      <a:pt x="125" y="25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4" name="Google Shape;4184;p10"/>
              <p:cNvSpPr/>
              <p:nvPr/>
            </p:nvSpPr>
            <p:spPr>
              <a:xfrm>
                <a:off x="2951000" y="4020275"/>
                <a:ext cx="5200" cy="11325"/>
              </a:xfrm>
              <a:custGeom>
                <a:rect b="b" l="l" r="r" t="t"/>
                <a:pathLst>
                  <a:path extrusionOk="0" h="453" w="208">
                    <a:moveTo>
                      <a:pt x="48" y="0"/>
                    </a:moveTo>
                    <a:cubicBezTo>
                      <a:pt x="23" y="0"/>
                      <a:pt x="0" y="17"/>
                      <a:pt x="0" y="45"/>
                    </a:cubicBezTo>
                    <a:cubicBezTo>
                      <a:pt x="0" y="62"/>
                      <a:pt x="8" y="78"/>
                      <a:pt x="8" y="95"/>
                    </a:cubicBezTo>
                    <a:cubicBezTo>
                      <a:pt x="8" y="111"/>
                      <a:pt x="17" y="120"/>
                      <a:pt x="17" y="136"/>
                    </a:cubicBezTo>
                    <a:cubicBezTo>
                      <a:pt x="25" y="169"/>
                      <a:pt x="33" y="194"/>
                      <a:pt x="42" y="227"/>
                    </a:cubicBezTo>
                    <a:cubicBezTo>
                      <a:pt x="42" y="244"/>
                      <a:pt x="42" y="261"/>
                      <a:pt x="50" y="277"/>
                    </a:cubicBezTo>
                    <a:cubicBezTo>
                      <a:pt x="50" y="277"/>
                      <a:pt x="50" y="285"/>
                      <a:pt x="50" y="294"/>
                    </a:cubicBezTo>
                    <a:cubicBezTo>
                      <a:pt x="50" y="294"/>
                      <a:pt x="50" y="302"/>
                      <a:pt x="50" y="310"/>
                    </a:cubicBezTo>
                    <a:cubicBezTo>
                      <a:pt x="58" y="343"/>
                      <a:pt x="50" y="393"/>
                      <a:pt x="75" y="418"/>
                    </a:cubicBezTo>
                    <a:cubicBezTo>
                      <a:pt x="88" y="440"/>
                      <a:pt x="112" y="452"/>
                      <a:pt x="136" y="452"/>
                    </a:cubicBezTo>
                    <a:cubicBezTo>
                      <a:pt x="157" y="452"/>
                      <a:pt x="179" y="442"/>
                      <a:pt x="191" y="418"/>
                    </a:cubicBezTo>
                    <a:cubicBezTo>
                      <a:pt x="207" y="385"/>
                      <a:pt x="199" y="335"/>
                      <a:pt x="191" y="294"/>
                    </a:cubicBezTo>
                    <a:cubicBezTo>
                      <a:pt x="191" y="261"/>
                      <a:pt x="182" y="227"/>
                      <a:pt x="174" y="194"/>
                    </a:cubicBezTo>
                    <a:cubicBezTo>
                      <a:pt x="166" y="161"/>
                      <a:pt x="149" y="128"/>
                      <a:pt x="141" y="95"/>
                    </a:cubicBezTo>
                    <a:cubicBezTo>
                      <a:pt x="124" y="62"/>
                      <a:pt x="108" y="37"/>
                      <a:pt x="83" y="12"/>
                    </a:cubicBezTo>
                    <a:cubicBezTo>
                      <a:pt x="72" y="4"/>
                      <a:pt x="60" y="0"/>
                      <a:pt x="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5" name="Google Shape;4185;p10"/>
              <p:cNvSpPr/>
              <p:nvPr/>
            </p:nvSpPr>
            <p:spPr>
              <a:xfrm>
                <a:off x="2955950" y="4020925"/>
                <a:ext cx="2925" cy="7900"/>
              </a:xfrm>
              <a:custGeom>
                <a:rect b="b" l="l" r="r" t="t"/>
                <a:pathLst>
                  <a:path extrusionOk="0" h="316" w="117">
                    <a:moveTo>
                      <a:pt x="44" y="0"/>
                    </a:moveTo>
                    <a:cubicBezTo>
                      <a:pt x="40" y="0"/>
                      <a:pt x="37" y="1"/>
                      <a:pt x="34" y="3"/>
                    </a:cubicBezTo>
                    <a:cubicBezTo>
                      <a:pt x="9" y="11"/>
                      <a:pt x="1" y="36"/>
                      <a:pt x="1" y="61"/>
                    </a:cubicBezTo>
                    <a:lnTo>
                      <a:pt x="26" y="185"/>
                    </a:lnTo>
                    <a:cubicBezTo>
                      <a:pt x="26" y="210"/>
                      <a:pt x="26" y="226"/>
                      <a:pt x="34" y="251"/>
                    </a:cubicBezTo>
                    <a:cubicBezTo>
                      <a:pt x="42" y="276"/>
                      <a:pt x="51" y="301"/>
                      <a:pt x="75" y="309"/>
                    </a:cubicBezTo>
                    <a:cubicBezTo>
                      <a:pt x="80" y="313"/>
                      <a:pt x="84" y="315"/>
                      <a:pt x="88" y="315"/>
                    </a:cubicBezTo>
                    <a:cubicBezTo>
                      <a:pt x="92" y="315"/>
                      <a:pt x="96" y="313"/>
                      <a:pt x="100" y="309"/>
                    </a:cubicBezTo>
                    <a:cubicBezTo>
                      <a:pt x="117" y="301"/>
                      <a:pt x="117" y="284"/>
                      <a:pt x="117" y="268"/>
                    </a:cubicBezTo>
                    <a:lnTo>
                      <a:pt x="117" y="235"/>
                    </a:lnTo>
                    <a:cubicBezTo>
                      <a:pt x="117" y="218"/>
                      <a:pt x="109" y="193"/>
                      <a:pt x="109" y="168"/>
                    </a:cubicBezTo>
                    <a:cubicBezTo>
                      <a:pt x="100" y="119"/>
                      <a:pt x="92" y="77"/>
                      <a:pt x="84" y="36"/>
                    </a:cubicBezTo>
                    <a:cubicBezTo>
                      <a:pt x="77" y="15"/>
                      <a:pt x="59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6" name="Google Shape;4186;p10"/>
              <p:cNvSpPr/>
              <p:nvPr/>
            </p:nvSpPr>
            <p:spPr>
              <a:xfrm>
                <a:off x="2963825" y="4019275"/>
                <a:ext cx="3750" cy="7275"/>
              </a:xfrm>
              <a:custGeom>
                <a:rect b="b" l="l" r="r" t="t"/>
                <a:pathLst>
                  <a:path extrusionOk="0" h="291" w="150">
                    <a:moveTo>
                      <a:pt x="55" y="0"/>
                    </a:moveTo>
                    <a:cubicBezTo>
                      <a:pt x="51" y="0"/>
                      <a:pt x="47" y="1"/>
                      <a:pt x="42" y="2"/>
                    </a:cubicBezTo>
                    <a:cubicBezTo>
                      <a:pt x="17" y="11"/>
                      <a:pt x="1" y="35"/>
                      <a:pt x="9" y="60"/>
                    </a:cubicBezTo>
                    <a:cubicBezTo>
                      <a:pt x="17" y="102"/>
                      <a:pt x="34" y="135"/>
                      <a:pt x="42" y="168"/>
                    </a:cubicBezTo>
                    <a:cubicBezTo>
                      <a:pt x="50" y="185"/>
                      <a:pt x="50" y="201"/>
                      <a:pt x="59" y="218"/>
                    </a:cubicBezTo>
                    <a:cubicBezTo>
                      <a:pt x="67" y="226"/>
                      <a:pt x="67" y="243"/>
                      <a:pt x="75" y="251"/>
                    </a:cubicBezTo>
                    <a:cubicBezTo>
                      <a:pt x="75" y="259"/>
                      <a:pt x="84" y="267"/>
                      <a:pt x="84" y="276"/>
                    </a:cubicBezTo>
                    <a:cubicBezTo>
                      <a:pt x="90" y="285"/>
                      <a:pt x="102" y="290"/>
                      <a:pt x="114" y="290"/>
                    </a:cubicBezTo>
                    <a:cubicBezTo>
                      <a:pt x="132" y="290"/>
                      <a:pt x="150" y="279"/>
                      <a:pt x="150" y="259"/>
                    </a:cubicBezTo>
                    <a:cubicBezTo>
                      <a:pt x="150" y="243"/>
                      <a:pt x="150" y="234"/>
                      <a:pt x="150" y="226"/>
                    </a:cubicBezTo>
                    <a:cubicBezTo>
                      <a:pt x="150" y="218"/>
                      <a:pt x="142" y="209"/>
                      <a:pt x="142" y="193"/>
                    </a:cubicBezTo>
                    <a:cubicBezTo>
                      <a:pt x="133" y="176"/>
                      <a:pt x="133" y="160"/>
                      <a:pt x="125" y="143"/>
                    </a:cubicBezTo>
                    <a:cubicBezTo>
                      <a:pt x="117" y="110"/>
                      <a:pt x="108" y="77"/>
                      <a:pt x="100" y="35"/>
                    </a:cubicBezTo>
                    <a:cubicBezTo>
                      <a:pt x="93" y="15"/>
                      <a:pt x="75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7" name="Google Shape;4187;p10"/>
              <p:cNvSpPr/>
              <p:nvPr/>
            </p:nvSpPr>
            <p:spPr>
              <a:xfrm>
                <a:off x="3016850" y="4434275"/>
                <a:ext cx="17425" cy="46675"/>
              </a:xfrm>
              <a:custGeom>
                <a:rect b="b" l="l" r="r" t="t"/>
                <a:pathLst>
                  <a:path extrusionOk="0" h="1867" w="697">
                    <a:moveTo>
                      <a:pt x="573" y="0"/>
                    </a:moveTo>
                    <a:cubicBezTo>
                      <a:pt x="559" y="0"/>
                      <a:pt x="546" y="5"/>
                      <a:pt x="539" y="15"/>
                    </a:cubicBezTo>
                    <a:cubicBezTo>
                      <a:pt x="448" y="131"/>
                      <a:pt x="457" y="305"/>
                      <a:pt x="432" y="437"/>
                    </a:cubicBezTo>
                    <a:cubicBezTo>
                      <a:pt x="407" y="595"/>
                      <a:pt x="374" y="744"/>
                      <a:pt x="332" y="893"/>
                    </a:cubicBezTo>
                    <a:cubicBezTo>
                      <a:pt x="249" y="1191"/>
                      <a:pt x="150" y="1489"/>
                      <a:pt x="17" y="1779"/>
                    </a:cubicBezTo>
                    <a:cubicBezTo>
                      <a:pt x="0" y="1825"/>
                      <a:pt x="38" y="1867"/>
                      <a:pt x="74" y="1867"/>
                    </a:cubicBezTo>
                    <a:cubicBezTo>
                      <a:pt x="91" y="1867"/>
                      <a:pt x="107" y="1858"/>
                      <a:pt x="117" y="1837"/>
                    </a:cubicBezTo>
                    <a:cubicBezTo>
                      <a:pt x="283" y="1556"/>
                      <a:pt x="415" y="1266"/>
                      <a:pt x="506" y="959"/>
                    </a:cubicBezTo>
                    <a:cubicBezTo>
                      <a:pt x="556" y="802"/>
                      <a:pt x="589" y="644"/>
                      <a:pt x="614" y="487"/>
                    </a:cubicBezTo>
                    <a:cubicBezTo>
                      <a:pt x="639" y="354"/>
                      <a:pt x="697" y="164"/>
                      <a:pt x="631" y="31"/>
                    </a:cubicBezTo>
                    <a:cubicBezTo>
                      <a:pt x="621" y="11"/>
                      <a:pt x="595" y="0"/>
                      <a:pt x="5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8" name="Google Shape;4188;p10"/>
              <p:cNvSpPr/>
              <p:nvPr/>
            </p:nvSpPr>
            <p:spPr>
              <a:xfrm>
                <a:off x="3026225" y="4406100"/>
                <a:ext cx="29175" cy="63675"/>
              </a:xfrm>
              <a:custGeom>
                <a:rect b="b" l="l" r="r" t="t"/>
                <a:pathLst>
                  <a:path extrusionOk="0" h="2547" w="1167">
                    <a:moveTo>
                      <a:pt x="1066" y="0"/>
                    </a:moveTo>
                    <a:cubicBezTo>
                      <a:pt x="1046" y="0"/>
                      <a:pt x="1025" y="7"/>
                      <a:pt x="1010" y="23"/>
                    </a:cubicBezTo>
                    <a:cubicBezTo>
                      <a:pt x="960" y="73"/>
                      <a:pt x="943" y="139"/>
                      <a:pt x="927" y="214"/>
                    </a:cubicBezTo>
                    <a:cubicBezTo>
                      <a:pt x="902" y="288"/>
                      <a:pt x="877" y="363"/>
                      <a:pt x="860" y="437"/>
                    </a:cubicBezTo>
                    <a:cubicBezTo>
                      <a:pt x="811" y="578"/>
                      <a:pt x="761" y="718"/>
                      <a:pt x="712" y="859"/>
                    </a:cubicBezTo>
                    <a:lnTo>
                      <a:pt x="712" y="859"/>
                    </a:lnTo>
                    <a:cubicBezTo>
                      <a:pt x="713" y="836"/>
                      <a:pt x="721" y="807"/>
                      <a:pt x="728" y="785"/>
                    </a:cubicBezTo>
                    <a:cubicBezTo>
                      <a:pt x="744" y="703"/>
                      <a:pt x="761" y="611"/>
                      <a:pt x="720" y="529"/>
                    </a:cubicBezTo>
                    <a:cubicBezTo>
                      <a:pt x="710" y="505"/>
                      <a:pt x="685" y="495"/>
                      <a:pt x="659" y="495"/>
                    </a:cubicBezTo>
                    <a:cubicBezTo>
                      <a:pt x="639" y="495"/>
                      <a:pt x="618" y="501"/>
                      <a:pt x="604" y="512"/>
                    </a:cubicBezTo>
                    <a:cubicBezTo>
                      <a:pt x="537" y="570"/>
                      <a:pt x="521" y="661"/>
                      <a:pt x="504" y="736"/>
                    </a:cubicBezTo>
                    <a:cubicBezTo>
                      <a:pt x="488" y="819"/>
                      <a:pt x="471" y="901"/>
                      <a:pt x="454" y="976"/>
                    </a:cubicBezTo>
                    <a:cubicBezTo>
                      <a:pt x="421" y="1150"/>
                      <a:pt x="388" y="1316"/>
                      <a:pt x="338" y="1481"/>
                    </a:cubicBezTo>
                    <a:cubicBezTo>
                      <a:pt x="256" y="1813"/>
                      <a:pt x="164" y="2144"/>
                      <a:pt x="24" y="2451"/>
                    </a:cubicBezTo>
                    <a:cubicBezTo>
                      <a:pt x="1" y="2502"/>
                      <a:pt x="41" y="2546"/>
                      <a:pt x="82" y="2546"/>
                    </a:cubicBezTo>
                    <a:cubicBezTo>
                      <a:pt x="100" y="2546"/>
                      <a:pt x="119" y="2537"/>
                      <a:pt x="131" y="2517"/>
                    </a:cubicBezTo>
                    <a:cubicBezTo>
                      <a:pt x="222" y="2368"/>
                      <a:pt x="314" y="2210"/>
                      <a:pt x="380" y="2053"/>
                    </a:cubicBezTo>
                    <a:cubicBezTo>
                      <a:pt x="446" y="1904"/>
                      <a:pt x="496" y="1746"/>
                      <a:pt x="537" y="1589"/>
                    </a:cubicBezTo>
                    <a:cubicBezTo>
                      <a:pt x="662" y="1374"/>
                      <a:pt x="778" y="1158"/>
                      <a:pt x="885" y="934"/>
                    </a:cubicBezTo>
                    <a:cubicBezTo>
                      <a:pt x="943" y="794"/>
                      <a:pt x="993" y="653"/>
                      <a:pt x="1043" y="512"/>
                    </a:cubicBezTo>
                    <a:cubicBezTo>
                      <a:pt x="1068" y="437"/>
                      <a:pt x="1092" y="363"/>
                      <a:pt x="1117" y="288"/>
                    </a:cubicBezTo>
                    <a:cubicBezTo>
                      <a:pt x="1134" y="214"/>
                      <a:pt x="1167" y="139"/>
                      <a:pt x="1142" y="56"/>
                    </a:cubicBezTo>
                    <a:cubicBezTo>
                      <a:pt x="1132" y="20"/>
                      <a:pt x="1099" y="0"/>
                      <a:pt x="10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9" name="Google Shape;4189;p10"/>
              <p:cNvSpPr/>
              <p:nvPr/>
            </p:nvSpPr>
            <p:spPr>
              <a:xfrm>
                <a:off x="3044400" y="4389775"/>
                <a:ext cx="19700" cy="50400"/>
              </a:xfrm>
              <a:custGeom>
                <a:rect b="b" l="l" r="r" t="t"/>
                <a:pathLst>
                  <a:path extrusionOk="0" h="2016" w="788">
                    <a:moveTo>
                      <a:pt x="730" y="1"/>
                    </a:moveTo>
                    <a:cubicBezTo>
                      <a:pt x="703" y="1"/>
                      <a:pt x="675" y="15"/>
                      <a:pt x="664" y="46"/>
                    </a:cubicBezTo>
                    <a:lnTo>
                      <a:pt x="664" y="38"/>
                    </a:lnTo>
                    <a:cubicBezTo>
                      <a:pt x="556" y="361"/>
                      <a:pt x="490" y="684"/>
                      <a:pt x="382" y="1008"/>
                    </a:cubicBezTo>
                    <a:cubicBezTo>
                      <a:pt x="283" y="1322"/>
                      <a:pt x="158" y="1645"/>
                      <a:pt x="17" y="1952"/>
                    </a:cubicBezTo>
                    <a:cubicBezTo>
                      <a:pt x="0" y="1986"/>
                      <a:pt x="30" y="2016"/>
                      <a:pt x="58" y="2016"/>
                    </a:cubicBezTo>
                    <a:cubicBezTo>
                      <a:pt x="71" y="2016"/>
                      <a:pt x="84" y="2009"/>
                      <a:pt x="92" y="1993"/>
                    </a:cubicBezTo>
                    <a:cubicBezTo>
                      <a:pt x="266" y="1695"/>
                      <a:pt x="415" y="1389"/>
                      <a:pt x="539" y="1066"/>
                    </a:cubicBezTo>
                    <a:cubicBezTo>
                      <a:pt x="655" y="742"/>
                      <a:pt x="763" y="403"/>
                      <a:pt x="788" y="55"/>
                    </a:cubicBezTo>
                    <a:cubicBezTo>
                      <a:pt x="788" y="19"/>
                      <a:pt x="760" y="1"/>
                      <a:pt x="7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0" name="Google Shape;4190;p10"/>
              <p:cNvSpPr/>
              <p:nvPr/>
            </p:nvSpPr>
            <p:spPr>
              <a:xfrm>
                <a:off x="2946650" y="4369900"/>
                <a:ext cx="6025" cy="32875"/>
              </a:xfrm>
              <a:custGeom>
                <a:rect b="b" l="l" r="r" t="t"/>
                <a:pathLst>
                  <a:path extrusionOk="0" h="1315" w="241">
                    <a:moveTo>
                      <a:pt x="125" y="0"/>
                    </a:moveTo>
                    <a:cubicBezTo>
                      <a:pt x="96" y="0"/>
                      <a:pt x="68" y="14"/>
                      <a:pt x="50" y="46"/>
                    </a:cubicBezTo>
                    <a:cubicBezTo>
                      <a:pt x="0" y="137"/>
                      <a:pt x="17" y="270"/>
                      <a:pt x="17" y="369"/>
                    </a:cubicBezTo>
                    <a:cubicBezTo>
                      <a:pt x="17" y="469"/>
                      <a:pt x="17" y="568"/>
                      <a:pt x="25" y="667"/>
                    </a:cubicBezTo>
                    <a:cubicBezTo>
                      <a:pt x="25" y="875"/>
                      <a:pt x="66" y="1073"/>
                      <a:pt x="108" y="1272"/>
                    </a:cubicBezTo>
                    <a:cubicBezTo>
                      <a:pt x="111" y="1301"/>
                      <a:pt x="134" y="1314"/>
                      <a:pt x="159" y="1314"/>
                    </a:cubicBezTo>
                    <a:cubicBezTo>
                      <a:pt x="190" y="1314"/>
                      <a:pt x="224" y="1293"/>
                      <a:pt x="224" y="1256"/>
                    </a:cubicBezTo>
                    <a:cubicBezTo>
                      <a:pt x="216" y="1065"/>
                      <a:pt x="224" y="866"/>
                      <a:pt x="216" y="667"/>
                    </a:cubicBezTo>
                    <a:cubicBezTo>
                      <a:pt x="216" y="568"/>
                      <a:pt x="216" y="469"/>
                      <a:pt x="224" y="369"/>
                    </a:cubicBezTo>
                    <a:cubicBezTo>
                      <a:pt x="224" y="319"/>
                      <a:pt x="224" y="278"/>
                      <a:pt x="224" y="228"/>
                    </a:cubicBezTo>
                    <a:cubicBezTo>
                      <a:pt x="232" y="179"/>
                      <a:pt x="240" y="112"/>
                      <a:pt x="224" y="63"/>
                    </a:cubicBezTo>
                    <a:cubicBezTo>
                      <a:pt x="205" y="25"/>
                      <a:pt x="164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1" name="Google Shape;4191;p10"/>
              <p:cNvSpPr/>
              <p:nvPr/>
            </p:nvSpPr>
            <p:spPr>
              <a:xfrm>
                <a:off x="2952225" y="4381025"/>
                <a:ext cx="3975" cy="13650"/>
              </a:xfrm>
              <a:custGeom>
                <a:rect b="b" l="l" r="r" t="t"/>
                <a:pathLst>
                  <a:path extrusionOk="0" h="546" w="159">
                    <a:moveTo>
                      <a:pt x="108" y="1"/>
                    </a:moveTo>
                    <a:cubicBezTo>
                      <a:pt x="100" y="1"/>
                      <a:pt x="92" y="3"/>
                      <a:pt x="84" y="7"/>
                    </a:cubicBezTo>
                    <a:cubicBezTo>
                      <a:pt x="51" y="32"/>
                      <a:pt x="51" y="90"/>
                      <a:pt x="42" y="123"/>
                    </a:cubicBezTo>
                    <a:cubicBezTo>
                      <a:pt x="34" y="164"/>
                      <a:pt x="26" y="206"/>
                      <a:pt x="26" y="247"/>
                    </a:cubicBezTo>
                    <a:cubicBezTo>
                      <a:pt x="17" y="330"/>
                      <a:pt x="9" y="405"/>
                      <a:pt x="1" y="488"/>
                    </a:cubicBezTo>
                    <a:cubicBezTo>
                      <a:pt x="1" y="521"/>
                      <a:pt x="34" y="546"/>
                      <a:pt x="59" y="546"/>
                    </a:cubicBezTo>
                    <a:cubicBezTo>
                      <a:pt x="100" y="546"/>
                      <a:pt x="117" y="521"/>
                      <a:pt x="125" y="488"/>
                    </a:cubicBezTo>
                    <a:cubicBezTo>
                      <a:pt x="133" y="405"/>
                      <a:pt x="142" y="330"/>
                      <a:pt x="150" y="247"/>
                    </a:cubicBezTo>
                    <a:cubicBezTo>
                      <a:pt x="150" y="206"/>
                      <a:pt x="158" y="173"/>
                      <a:pt x="158" y="131"/>
                    </a:cubicBezTo>
                    <a:cubicBezTo>
                      <a:pt x="158" y="90"/>
                      <a:pt x="158" y="40"/>
                      <a:pt x="133" y="7"/>
                    </a:cubicBezTo>
                    <a:cubicBezTo>
                      <a:pt x="125" y="3"/>
                      <a:pt x="117" y="1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2" name="Google Shape;4192;p10"/>
              <p:cNvSpPr/>
              <p:nvPr/>
            </p:nvSpPr>
            <p:spPr>
              <a:xfrm>
                <a:off x="2958850" y="4389950"/>
                <a:ext cx="2925" cy="5350"/>
              </a:xfrm>
              <a:custGeom>
                <a:rect b="b" l="l" r="r" t="t"/>
                <a:pathLst>
                  <a:path extrusionOk="0" h="214" w="117">
                    <a:moveTo>
                      <a:pt x="91" y="0"/>
                    </a:moveTo>
                    <a:cubicBezTo>
                      <a:pt x="83" y="0"/>
                      <a:pt x="74" y="5"/>
                      <a:pt x="67" y="15"/>
                    </a:cubicBezTo>
                    <a:cubicBezTo>
                      <a:pt x="59" y="23"/>
                      <a:pt x="51" y="31"/>
                      <a:pt x="42" y="48"/>
                    </a:cubicBezTo>
                    <a:cubicBezTo>
                      <a:pt x="42" y="56"/>
                      <a:pt x="34" y="73"/>
                      <a:pt x="34" y="89"/>
                    </a:cubicBezTo>
                    <a:cubicBezTo>
                      <a:pt x="26" y="114"/>
                      <a:pt x="17" y="139"/>
                      <a:pt x="9" y="155"/>
                    </a:cubicBezTo>
                    <a:cubicBezTo>
                      <a:pt x="1" y="180"/>
                      <a:pt x="17" y="205"/>
                      <a:pt x="34" y="213"/>
                    </a:cubicBezTo>
                    <a:cubicBezTo>
                      <a:pt x="59" y="213"/>
                      <a:pt x="84" y="205"/>
                      <a:pt x="84" y="180"/>
                    </a:cubicBezTo>
                    <a:lnTo>
                      <a:pt x="109" y="106"/>
                    </a:lnTo>
                    <a:cubicBezTo>
                      <a:pt x="109" y="97"/>
                      <a:pt x="109" y="81"/>
                      <a:pt x="117" y="64"/>
                    </a:cubicBezTo>
                    <a:lnTo>
                      <a:pt x="117" y="31"/>
                    </a:lnTo>
                    <a:cubicBezTo>
                      <a:pt x="117" y="11"/>
                      <a:pt x="105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3" name="Google Shape;4193;p10"/>
              <p:cNvSpPr/>
              <p:nvPr/>
            </p:nvSpPr>
            <p:spPr>
              <a:xfrm>
                <a:off x="3022775" y="4189175"/>
                <a:ext cx="12950" cy="34425"/>
              </a:xfrm>
              <a:custGeom>
                <a:rect b="b" l="l" r="r" t="t"/>
                <a:pathLst>
                  <a:path extrusionOk="0" h="1377" w="518">
                    <a:moveTo>
                      <a:pt x="88" y="1"/>
                    </a:moveTo>
                    <a:cubicBezTo>
                      <a:pt x="43" y="1"/>
                      <a:pt x="0" y="48"/>
                      <a:pt x="29" y="100"/>
                    </a:cubicBezTo>
                    <a:cubicBezTo>
                      <a:pt x="87" y="191"/>
                      <a:pt x="120" y="282"/>
                      <a:pt x="153" y="381"/>
                    </a:cubicBezTo>
                    <a:cubicBezTo>
                      <a:pt x="186" y="489"/>
                      <a:pt x="220" y="589"/>
                      <a:pt x="244" y="688"/>
                    </a:cubicBezTo>
                    <a:cubicBezTo>
                      <a:pt x="261" y="787"/>
                      <a:pt x="278" y="887"/>
                      <a:pt x="278" y="995"/>
                    </a:cubicBezTo>
                    <a:cubicBezTo>
                      <a:pt x="286" y="1044"/>
                      <a:pt x="286" y="1094"/>
                      <a:pt x="278" y="1144"/>
                    </a:cubicBezTo>
                    <a:cubicBezTo>
                      <a:pt x="278" y="1202"/>
                      <a:pt x="269" y="1260"/>
                      <a:pt x="294" y="1318"/>
                    </a:cubicBezTo>
                    <a:cubicBezTo>
                      <a:pt x="308" y="1355"/>
                      <a:pt x="343" y="1377"/>
                      <a:pt x="378" y="1377"/>
                    </a:cubicBezTo>
                    <a:cubicBezTo>
                      <a:pt x="406" y="1377"/>
                      <a:pt x="433" y="1363"/>
                      <a:pt x="452" y="1334"/>
                    </a:cubicBezTo>
                    <a:cubicBezTo>
                      <a:pt x="518" y="1243"/>
                      <a:pt x="501" y="1094"/>
                      <a:pt x="493" y="995"/>
                    </a:cubicBezTo>
                    <a:cubicBezTo>
                      <a:pt x="493" y="879"/>
                      <a:pt x="468" y="763"/>
                      <a:pt x="443" y="647"/>
                    </a:cubicBezTo>
                    <a:cubicBezTo>
                      <a:pt x="418" y="539"/>
                      <a:pt x="385" y="431"/>
                      <a:pt x="336" y="323"/>
                    </a:cubicBezTo>
                    <a:cubicBezTo>
                      <a:pt x="286" y="224"/>
                      <a:pt x="220" y="125"/>
                      <a:pt x="145" y="33"/>
                    </a:cubicBezTo>
                    <a:cubicBezTo>
                      <a:pt x="130" y="10"/>
                      <a:pt x="109" y="1"/>
                      <a:pt x="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4" name="Google Shape;4194;p10"/>
              <p:cNvSpPr/>
              <p:nvPr/>
            </p:nvSpPr>
            <p:spPr>
              <a:xfrm>
                <a:off x="3032400" y="4193900"/>
                <a:ext cx="5000" cy="15225"/>
              </a:xfrm>
              <a:custGeom>
                <a:rect b="b" l="l" r="r" t="t"/>
                <a:pathLst>
                  <a:path extrusionOk="0" h="609" w="200">
                    <a:moveTo>
                      <a:pt x="55" y="0"/>
                    </a:moveTo>
                    <a:cubicBezTo>
                      <a:pt x="50" y="0"/>
                      <a:pt x="46" y="1"/>
                      <a:pt x="42" y="2"/>
                    </a:cubicBezTo>
                    <a:cubicBezTo>
                      <a:pt x="17" y="10"/>
                      <a:pt x="0" y="43"/>
                      <a:pt x="9" y="68"/>
                    </a:cubicBezTo>
                    <a:cubicBezTo>
                      <a:pt x="33" y="151"/>
                      <a:pt x="58" y="242"/>
                      <a:pt x="67" y="325"/>
                    </a:cubicBezTo>
                    <a:cubicBezTo>
                      <a:pt x="67" y="366"/>
                      <a:pt x="75" y="408"/>
                      <a:pt x="83" y="458"/>
                    </a:cubicBezTo>
                    <a:cubicBezTo>
                      <a:pt x="83" y="474"/>
                      <a:pt x="83" y="499"/>
                      <a:pt x="91" y="524"/>
                    </a:cubicBezTo>
                    <a:cubicBezTo>
                      <a:pt x="91" y="549"/>
                      <a:pt x="100" y="565"/>
                      <a:pt x="108" y="590"/>
                    </a:cubicBezTo>
                    <a:cubicBezTo>
                      <a:pt x="116" y="603"/>
                      <a:pt x="129" y="609"/>
                      <a:pt x="141" y="609"/>
                    </a:cubicBezTo>
                    <a:cubicBezTo>
                      <a:pt x="154" y="609"/>
                      <a:pt x="166" y="603"/>
                      <a:pt x="174" y="590"/>
                    </a:cubicBezTo>
                    <a:cubicBezTo>
                      <a:pt x="199" y="549"/>
                      <a:pt x="199" y="499"/>
                      <a:pt x="199" y="449"/>
                    </a:cubicBezTo>
                    <a:cubicBezTo>
                      <a:pt x="199" y="408"/>
                      <a:pt x="191" y="358"/>
                      <a:pt x="183" y="308"/>
                    </a:cubicBezTo>
                    <a:cubicBezTo>
                      <a:pt x="166" y="217"/>
                      <a:pt x="141" y="126"/>
                      <a:pt x="108" y="43"/>
                    </a:cubicBezTo>
                    <a:cubicBezTo>
                      <a:pt x="101" y="22"/>
                      <a:pt x="81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5" name="Google Shape;4195;p10"/>
              <p:cNvSpPr/>
              <p:nvPr/>
            </p:nvSpPr>
            <p:spPr>
              <a:xfrm>
                <a:off x="3037375" y="4191250"/>
                <a:ext cx="5200" cy="20975"/>
              </a:xfrm>
              <a:custGeom>
                <a:rect b="b" l="l" r="r" t="t"/>
                <a:pathLst>
                  <a:path extrusionOk="0" h="839" w="208">
                    <a:moveTo>
                      <a:pt x="66" y="0"/>
                    </a:moveTo>
                    <a:cubicBezTo>
                      <a:pt x="42" y="0"/>
                      <a:pt x="0" y="25"/>
                      <a:pt x="8" y="58"/>
                    </a:cubicBezTo>
                    <a:cubicBezTo>
                      <a:pt x="17" y="182"/>
                      <a:pt x="33" y="315"/>
                      <a:pt x="50" y="439"/>
                    </a:cubicBezTo>
                    <a:cubicBezTo>
                      <a:pt x="58" y="564"/>
                      <a:pt x="75" y="688"/>
                      <a:pt x="116" y="812"/>
                    </a:cubicBezTo>
                    <a:cubicBezTo>
                      <a:pt x="123" y="830"/>
                      <a:pt x="138" y="839"/>
                      <a:pt x="153" y="839"/>
                    </a:cubicBezTo>
                    <a:cubicBezTo>
                      <a:pt x="172" y="839"/>
                      <a:pt x="191" y="824"/>
                      <a:pt x="191" y="796"/>
                    </a:cubicBezTo>
                    <a:cubicBezTo>
                      <a:pt x="207" y="680"/>
                      <a:pt x="191" y="547"/>
                      <a:pt x="174" y="431"/>
                    </a:cubicBezTo>
                    <a:cubicBezTo>
                      <a:pt x="158" y="307"/>
                      <a:pt x="149" y="182"/>
                      <a:pt x="133" y="58"/>
                    </a:cubicBezTo>
                    <a:cubicBezTo>
                      <a:pt x="124" y="25"/>
                      <a:pt x="108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6" name="Google Shape;4196;p10"/>
              <p:cNvSpPr/>
              <p:nvPr/>
            </p:nvSpPr>
            <p:spPr>
              <a:xfrm>
                <a:off x="2953275" y="4201025"/>
                <a:ext cx="6450" cy="19175"/>
              </a:xfrm>
              <a:custGeom>
                <a:rect b="b" l="l" r="r" t="t"/>
                <a:pathLst>
                  <a:path extrusionOk="0" h="767" w="258">
                    <a:moveTo>
                      <a:pt x="66" y="1"/>
                    </a:moveTo>
                    <a:cubicBezTo>
                      <a:pt x="37" y="1"/>
                      <a:pt x="9" y="19"/>
                      <a:pt x="9" y="57"/>
                    </a:cubicBezTo>
                    <a:cubicBezTo>
                      <a:pt x="0" y="173"/>
                      <a:pt x="9" y="297"/>
                      <a:pt x="25" y="413"/>
                    </a:cubicBezTo>
                    <a:cubicBezTo>
                      <a:pt x="33" y="463"/>
                      <a:pt x="50" y="521"/>
                      <a:pt x="66" y="579"/>
                    </a:cubicBezTo>
                    <a:cubicBezTo>
                      <a:pt x="83" y="637"/>
                      <a:pt x="100" y="695"/>
                      <a:pt x="141" y="744"/>
                    </a:cubicBezTo>
                    <a:cubicBezTo>
                      <a:pt x="152" y="760"/>
                      <a:pt x="167" y="767"/>
                      <a:pt x="184" y="767"/>
                    </a:cubicBezTo>
                    <a:cubicBezTo>
                      <a:pt x="219" y="767"/>
                      <a:pt x="257" y="737"/>
                      <a:pt x="257" y="703"/>
                    </a:cubicBezTo>
                    <a:cubicBezTo>
                      <a:pt x="249" y="645"/>
                      <a:pt x="216" y="587"/>
                      <a:pt x="199" y="529"/>
                    </a:cubicBezTo>
                    <a:cubicBezTo>
                      <a:pt x="182" y="479"/>
                      <a:pt x="174" y="429"/>
                      <a:pt x="158" y="380"/>
                    </a:cubicBezTo>
                    <a:cubicBezTo>
                      <a:pt x="133" y="272"/>
                      <a:pt x="124" y="164"/>
                      <a:pt x="124" y="57"/>
                    </a:cubicBezTo>
                    <a:cubicBezTo>
                      <a:pt x="124" y="19"/>
                      <a:pt x="95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7" name="Google Shape;4197;p10"/>
              <p:cNvSpPr/>
              <p:nvPr/>
            </p:nvSpPr>
            <p:spPr>
              <a:xfrm>
                <a:off x="2959900" y="4202600"/>
                <a:ext cx="4175" cy="11450"/>
              </a:xfrm>
              <a:custGeom>
                <a:rect b="b" l="l" r="r" t="t"/>
                <a:pathLst>
                  <a:path extrusionOk="0" h="458" w="167">
                    <a:moveTo>
                      <a:pt x="77" y="1"/>
                    </a:moveTo>
                    <a:cubicBezTo>
                      <a:pt x="74" y="1"/>
                      <a:pt x="70" y="1"/>
                      <a:pt x="67" y="2"/>
                    </a:cubicBezTo>
                    <a:cubicBezTo>
                      <a:pt x="33" y="2"/>
                      <a:pt x="17" y="27"/>
                      <a:pt x="9" y="60"/>
                    </a:cubicBezTo>
                    <a:cubicBezTo>
                      <a:pt x="0" y="126"/>
                      <a:pt x="9" y="201"/>
                      <a:pt x="17" y="275"/>
                    </a:cubicBezTo>
                    <a:cubicBezTo>
                      <a:pt x="25" y="308"/>
                      <a:pt x="25" y="342"/>
                      <a:pt x="42" y="375"/>
                    </a:cubicBezTo>
                    <a:cubicBezTo>
                      <a:pt x="58" y="408"/>
                      <a:pt x="83" y="441"/>
                      <a:pt x="116" y="458"/>
                    </a:cubicBezTo>
                    <a:cubicBezTo>
                      <a:pt x="133" y="458"/>
                      <a:pt x="149" y="458"/>
                      <a:pt x="149" y="441"/>
                    </a:cubicBezTo>
                    <a:cubicBezTo>
                      <a:pt x="166" y="408"/>
                      <a:pt x="158" y="375"/>
                      <a:pt x="158" y="350"/>
                    </a:cubicBezTo>
                    <a:cubicBezTo>
                      <a:pt x="149" y="308"/>
                      <a:pt x="141" y="275"/>
                      <a:pt x="133" y="242"/>
                    </a:cubicBezTo>
                    <a:cubicBezTo>
                      <a:pt x="133" y="226"/>
                      <a:pt x="125" y="226"/>
                      <a:pt x="125" y="201"/>
                    </a:cubicBezTo>
                    <a:lnTo>
                      <a:pt x="125" y="159"/>
                    </a:lnTo>
                    <a:cubicBezTo>
                      <a:pt x="125" y="126"/>
                      <a:pt x="125" y="93"/>
                      <a:pt x="125" y="60"/>
                    </a:cubicBezTo>
                    <a:cubicBezTo>
                      <a:pt x="132" y="30"/>
                      <a:pt x="106" y="1"/>
                      <a:pt x="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8" name="Google Shape;4198;p10"/>
              <p:cNvSpPr/>
              <p:nvPr/>
            </p:nvSpPr>
            <p:spPr>
              <a:xfrm>
                <a:off x="2968175" y="4205700"/>
                <a:ext cx="4600" cy="14150"/>
              </a:xfrm>
              <a:custGeom>
                <a:rect b="b" l="l" r="r" t="t"/>
                <a:pathLst>
                  <a:path extrusionOk="0" h="566" w="184">
                    <a:moveTo>
                      <a:pt x="64" y="0"/>
                    </a:moveTo>
                    <a:cubicBezTo>
                      <a:pt x="59" y="0"/>
                      <a:pt x="55" y="1"/>
                      <a:pt x="50" y="2"/>
                    </a:cubicBezTo>
                    <a:cubicBezTo>
                      <a:pt x="17" y="10"/>
                      <a:pt x="1" y="44"/>
                      <a:pt x="9" y="68"/>
                    </a:cubicBezTo>
                    <a:cubicBezTo>
                      <a:pt x="17" y="151"/>
                      <a:pt x="34" y="234"/>
                      <a:pt x="50" y="309"/>
                    </a:cubicBezTo>
                    <a:cubicBezTo>
                      <a:pt x="67" y="392"/>
                      <a:pt x="75" y="474"/>
                      <a:pt x="108" y="549"/>
                    </a:cubicBezTo>
                    <a:cubicBezTo>
                      <a:pt x="117" y="557"/>
                      <a:pt x="133" y="566"/>
                      <a:pt x="150" y="566"/>
                    </a:cubicBezTo>
                    <a:cubicBezTo>
                      <a:pt x="166" y="557"/>
                      <a:pt x="175" y="541"/>
                      <a:pt x="175" y="532"/>
                    </a:cubicBezTo>
                    <a:cubicBezTo>
                      <a:pt x="183" y="450"/>
                      <a:pt x="166" y="367"/>
                      <a:pt x="158" y="284"/>
                    </a:cubicBezTo>
                    <a:cubicBezTo>
                      <a:pt x="142" y="201"/>
                      <a:pt x="133" y="126"/>
                      <a:pt x="117" y="44"/>
                    </a:cubicBezTo>
                    <a:cubicBezTo>
                      <a:pt x="110" y="16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9" name="Google Shape;4199;p10"/>
              <p:cNvSpPr/>
              <p:nvPr/>
            </p:nvSpPr>
            <p:spPr>
              <a:xfrm>
                <a:off x="3021075" y="4310450"/>
                <a:ext cx="6375" cy="42950"/>
              </a:xfrm>
              <a:custGeom>
                <a:rect b="b" l="l" r="r" t="t"/>
                <a:pathLst>
                  <a:path extrusionOk="0" h="1718" w="255">
                    <a:moveTo>
                      <a:pt x="140" y="1"/>
                    </a:moveTo>
                    <a:cubicBezTo>
                      <a:pt x="119" y="1"/>
                      <a:pt x="98" y="14"/>
                      <a:pt x="89" y="38"/>
                    </a:cubicBezTo>
                    <a:cubicBezTo>
                      <a:pt x="64" y="96"/>
                      <a:pt x="64" y="162"/>
                      <a:pt x="64" y="220"/>
                    </a:cubicBezTo>
                    <a:cubicBezTo>
                      <a:pt x="64" y="295"/>
                      <a:pt x="64" y="361"/>
                      <a:pt x="64" y="427"/>
                    </a:cubicBezTo>
                    <a:cubicBezTo>
                      <a:pt x="64" y="560"/>
                      <a:pt x="64" y="692"/>
                      <a:pt x="64" y="833"/>
                    </a:cubicBezTo>
                    <a:cubicBezTo>
                      <a:pt x="56" y="1107"/>
                      <a:pt x="47" y="1380"/>
                      <a:pt x="6" y="1653"/>
                    </a:cubicBezTo>
                    <a:cubicBezTo>
                      <a:pt x="1" y="1693"/>
                      <a:pt x="31" y="1717"/>
                      <a:pt x="59" y="1717"/>
                    </a:cubicBezTo>
                    <a:cubicBezTo>
                      <a:pt x="79" y="1717"/>
                      <a:pt x="98" y="1705"/>
                      <a:pt x="105" y="1678"/>
                    </a:cubicBezTo>
                    <a:cubicBezTo>
                      <a:pt x="172" y="1405"/>
                      <a:pt x="230" y="1131"/>
                      <a:pt x="246" y="850"/>
                    </a:cubicBezTo>
                    <a:cubicBezTo>
                      <a:pt x="254" y="709"/>
                      <a:pt x="254" y="568"/>
                      <a:pt x="254" y="427"/>
                    </a:cubicBezTo>
                    <a:cubicBezTo>
                      <a:pt x="246" y="361"/>
                      <a:pt x="246" y="295"/>
                      <a:pt x="230" y="228"/>
                    </a:cubicBezTo>
                    <a:cubicBezTo>
                      <a:pt x="221" y="162"/>
                      <a:pt x="213" y="87"/>
                      <a:pt x="180" y="21"/>
                    </a:cubicBezTo>
                    <a:cubicBezTo>
                      <a:pt x="169" y="7"/>
                      <a:pt x="155" y="1"/>
                      <a:pt x="1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0" name="Google Shape;4200;p10"/>
              <p:cNvSpPr/>
              <p:nvPr/>
            </p:nvSpPr>
            <p:spPr>
              <a:xfrm>
                <a:off x="3027525" y="4323150"/>
                <a:ext cx="4475" cy="17450"/>
              </a:xfrm>
              <a:custGeom>
                <a:rect b="b" l="l" r="r" t="t"/>
                <a:pathLst>
                  <a:path extrusionOk="0" h="698" w="179">
                    <a:moveTo>
                      <a:pt x="133" y="1"/>
                    </a:moveTo>
                    <a:cubicBezTo>
                      <a:pt x="121" y="1"/>
                      <a:pt x="108" y="7"/>
                      <a:pt x="104" y="19"/>
                    </a:cubicBezTo>
                    <a:cubicBezTo>
                      <a:pt x="79" y="60"/>
                      <a:pt x="71" y="110"/>
                      <a:pt x="63" y="168"/>
                    </a:cubicBezTo>
                    <a:cubicBezTo>
                      <a:pt x="54" y="217"/>
                      <a:pt x="46" y="275"/>
                      <a:pt x="38" y="333"/>
                    </a:cubicBezTo>
                    <a:cubicBezTo>
                      <a:pt x="30" y="433"/>
                      <a:pt x="21" y="541"/>
                      <a:pt x="5" y="648"/>
                    </a:cubicBezTo>
                    <a:cubicBezTo>
                      <a:pt x="0" y="681"/>
                      <a:pt x="29" y="698"/>
                      <a:pt x="57" y="698"/>
                    </a:cubicBezTo>
                    <a:cubicBezTo>
                      <a:pt x="79" y="698"/>
                      <a:pt x="100" y="687"/>
                      <a:pt x="104" y="665"/>
                    </a:cubicBezTo>
                    <a:cubicBezTo>
                      <a:pt x="112" y="557"/>
                      <a:pt x="129" y="449"/>
                      <a:pt x="146" y="342"/>
                    </a:cubicBezTo>
                    <a:cubicBezTo>
                      <a:pt x="154" y="292"/>
                      <a:pt x="162" y="242"/>
                      <a:pt x="170" y="184"/>
                    </a:cubicBezTo>
                    <a:cubicBezTo>
                      <a:pt x="170" y="126"/>
                      <a:pt x="179" y="77"/>
                      <a:pt x="170" y="27"/>
                    </a:cubicBezTo>
                    <a:lnTo>
                      <a:pt x="162" y="27"/>
                    </a:lnTo>
                    <a:cubicBezTo>
                      <a:pt x="162" y="9"/>
                      <a:pt x="148" y="1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1" name="Google Shape;4201;p10"/>
              <p:cNvSpPr/>
              <p:nvPr/>
            </p:nvSpPr>
            <p:spPr>
              <a:xfrm>
                <a:off x="3034150" y="4316975"/>
                <a:ext cx="6150" cy="19300"/>
              </a:xfrm>
              <a:custGeom>
                <a:rect b="b" l="l" r="r" t="t"/>
                <a:pathLst>
                  <a:path extrusionOk="0" h="772" w="246">
                    <a:moveTo>
                      <a:pt x="200" y="0"/>
                    </a:moveTo>
                    <a:cubicBezTo>
                      <a:pt x="193" y="0"/>
                      <a:pt x="185" y="3"/>
                      <a:pt x="179" y="9"/>
                    </a:cubicBezTo>
                    <a:cubicBezTo>
                      <a:pt x="137" y="50"/>
                      <a:pt x="121" y="116"/>
                      <a:pt x="104" y="166"/>
                    </a:cubicBezTo>
                    <a:cubicBezTo>
                      <a:pt x="79" y="224"/>
                      <a:pt x="71" y="290"/>
                      <a:pt x="63" y="348"/>
                    </a:cubicBezTo>
                    <a:cubicBezTo>
                      <a:pt x="38" y="464"/>
                      <a:pt x="21" y="589"/>
                      <a:pt x="5" y="713"/>
                    </a:cubicBezTo>
                    <a:cubicBezTo>
                      <a:pt x="0" y="750"/>
                      <a:pt x="37" y="772"/>
                      <a:pt x="72" y="772"/>
                    </a:cubicBezTo>
                    <a:cubicBezTo>
                      <a:pt x="100" y="772"/>
                      <a:pt x="125" y="759"/>
                      <a:pt x="129" y="730"/>
                    </a:cubicBezTo>
                    <a:cubicBezTo>
                      <a:pt x="146" y="605"/>
                      <a:pt x="162" y="489"/>
                      <a:pt x="187" y="373"/>
                    </a:cubicBezTo>
                    <a:cubicBezTo>
                      <a:pt x="204" y="315"/>
                      <a:pt x="212" y="257"/>
                      <a:pt x="220" y="199"/>
                    </a:cubicBezTo>
                    <a:cubicBezTo>
                      <a:pt x="229" y="141"/>
                      <a:pt x="245" y="83"/>
                      <a:pt x="229" y="25"/>
                    </a:cubicBezTo>
                    <a:cubicBezTo>
                      <a:pt x="229" y="9"/>
                      <a:pt x="215" y="0"/>
                      <a:pt x="2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2" name="Google Shape;4202;p10"/>
              <p:cNvSpPr/>
              <p:nvPr/>
            </p:nvSpPr>
            <p:spPr>
              <a:xfrm>
                <a:off x="2994650" y="4337450"/>
                <a:ext cx="6075" cy="15950"/>
              </a:xfrm>
              <a:custGeom>
                <a:rect b="b" l="l" r="r" t="t"/>
                <a:pathLst>
                  <a:path extrusionOk="0" h="638" w="243">
                    <a:moveTo>
                      <a:pt x="211" y="0"/>
                    </a:moveTo>
                    <a:cubicBezTo>
                      <a:pt x="201" y="0"/>
                      <a:pt x="191" y="6"/>
                      <a:pt x="185" y="18"/>
                    </a:cubicBezTo>
                    <a:cubicBezTo>
                      <a:pt x="151" y="109"/>
                      <a:pt x="127" y="201"/>
                      <a:pt x="102" y="292"/>
                    </a:cubicBezTo>
                    <a:cubicBezTo>
                      <a:pt x="77" y="391"/>
                      <a:pt x="44" y="482"/>
                      <a:pt x="11" y="573"/>
                    </a:cubicBezTo>
                    <a:cubicBezTo>
                      <a:pt x="1" y="613"/>
                      <a:pt x="31" y="637"/>
                      <a:pt x="63" y="637"/>
                    </a:cubicBezTo>
                    <a:cubicBezTo>
                      <a:pt x="85" y="637"/>
                      <a:pt x="108" y="625"/>
                      <a:pt x="118" y="598"/>
                    </a:cubicBezTo>
                    <a:cubicBezTo>
                      <a:pt x="151" y="507"/>
                      <a:pt x="176" y="416"/>
                      <a:pt x="201" y="325"/>
                    </a:cubicBezTo>
                    <a:cubicBezTo>
                      <a:pt x="209" y="275"/>
                      <a:pt x="218" y="225"/>
                      <a:pt x="226" y="184"/>
                    </a:cubicBezTo>
                    <a:cubicBezTo>
                      <a:pt x="234" y="134"/>
                      <a:pt x="243" y="85"/>
                      <a:pt x="243" y="35"/>
                    </a:cubicBezTo>
                    <a:cubicBezTo>
                      <a:pt x="243" y="14"/>
                      <a:pt x="227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3" name="Google Shape;4203;p10"/>
              <p:cNvSpPr/>
              <p:nvPr/>
            </p:nvSpPr>
            <p:spPr>
              <a:xfrm>
                <a:off x="2873100" y="4179000"/>
                <a:ext cx="7275" cy="23575"/>
              </a:xfrm>
              <a:custGeom>
                <a:rect b="b" l="l" r="r" t="t"/>
                <a:pathLst>
                  <a:path extrusionOk="0" h="943" w="291">
                    <a:moveTo>
                      <a:pt x="124" y="1"/>
                    </a:moveTo>
                    <a:cubicBezTo>
                      <a:pt x="99" y="1"/>
                      <a:pt x="74" y="14"/>
                      <a:pt x="67" y="43"/>
                    </a:cubicBezTo>
                    <a:cubicBezTo>
                      <a:pt x="26" y="192"/>
                      <a:pt x="1" y="333"/>
                      <a:pt x="17" y="482"/>
                    </a:cubicBezTo>
                    <a:cubicBezTo>
                      <a:pt x="17" y="556"/>
                      <a:pt x="34" y="639"/>
                      <a:pt x="50" y="714"/>
                    </a:cubicBezTo>
                    <a:cubicBezTo>
                      <a:pt x="67" y="788"/>
                      <a:pt x="92" y="863"/>
                      <a:pt x="150" y="921"/>
                    </a:cubicBezTo>
                    <a:cubicBezTo>
                      <a:pt x="168" y="936"/>
                      <a:pt x="187" y="943"/>
                      <a:pt x="205" y="943"/>
                    </a:cubicBezTo>
                    <a:cubicBezTo>
                      <a:pt x="247" y="943"/>
                      <a:pt x="282" y="909"/>
                      <a:pt x="282" y="863"/>
                    </a:cubicBezTo>
                    <a:cubicBezTo>
                      <a:pt x="291" y="797"/>
                      <a:pt x="266" y="730"/>
                      <a:pt x="249" y="656"/>
                    </a:cubicBezTo>
                    <a:cubicBezTo>
                      <a:pt x="233" y="590"/>
                      <a:pt x="216" y="523"/>
                      <a:pt x="208" y="457"/>
                    </a:cubicBezTo>
                    <a:cubicBezTo>
                      <a:pt x="183" y="324"/>
                      <a:pt x="175" y="192"/>
                      <a:pt x="183" y="59"/>
                    </a:cubicBezTo>
                    <a:cubicBezTo>
                      <a:pt x="188" y="22"/>
                      <a:pt x="156" y="1"/>
                      <a:pt x="1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4" name="Google Shape;4204;p10"/>
              <p:cNvSpPr/>
              <p:nvPr/>
            </p:nvSpPr>
            <p:spPr>
              <a:xfrm>
                <a:off x="2880525" y="4189150"/>
                <a:ext cx="7100" cy="23075"/>
              </a:xfrm>
              <a:custGeom>
                <a:rect b="b" l="l" r="r" t="t"/>
                <a:pathLst>
                  <a:path extrusionOk="0" h="923" w="284">
                    <a:moveTo>
                      <a:pt x="69" y="1"/>
                    </a:moveTo>
                    <a:cubicBezTo>
                      <a:pt x="36" y="1"/>
                      <a:pt x="0" y="31"/>
                      <a:pt x="10" y="76"/>
                    </a:cubicBezTo>
                    <a:cubicBezTo>
                      <a:pt x="35" y="217"/>
                      <a:pt x="60" y="358"/>
                      <a:pt x="93" y="498"/>
                    </a:cubicBezTo>
                    <a:cubicBezTo>
                      <a:pt x="118" y="631"/>
                      <a:pt x="143" y="772"/>
                      <a:pt x="201" y="904"/>
                    </a:cubicBezTo>
                    <a:cubicBezTo>
                      <a:pt x="207" y="917"/>
                      <a:pt x="219" y="922"/>
                      <a:pt x="231" y="922"/>
                    </a:cubicBezTo>
                    <a:cubicBezTo>
                      <a:pt x="252" y="922"/>
                      <a:pt x="275" y="906"/>
                      <a:pt x="275" y="880"/>
                    </a:cubicBezTo>
                    <a:cubicBezTo>
                      <a:pt x="284" y="739"/>
                      <a:pt x="242" y="598"/>
                      <a:pt x="209" y="465"/>
                    </a:cubicBezTo>
                    <a:cubicBezTo>
                      <a:pt x="184" y="324"/>
                      <a:pt x="151" y="184"/>
                      <a:pt x="118" y="43"/>
                    </a:cubicBezTo>
                    <a:cubicBezTo>
                      <a:pt x="111" y="13"/>
                      <a:pt x="91" y="1"/>
                      <a:pt x="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5" name="Google Shape;4205;p10"/>
              <p:cNvSpPr/>
              <p:nvPr/>
            </p:nvSpPr>
            <p:spPr>
              <a:xfrm>
                <a:off x="2822575" y="4022000"/>
                <a:ext cx="9125" cy="15400"/>
              </a:xfrm>
              <a:custGeom>
                <a:rect b="b" l="l" r="r" t="t"/>
                <a:pathLst>
                  <a:path extrusionOk="0" h="616" w="365">
                    <a:moveTo>
                      <a:pt x="168" y="1"/>
                    </a:moveTo>
                    <a:cubicBezTo>
                      <a:pt x="141" y="1"/>
                      <a:pt x="114" y="11"/>
                      <a:pt x="99" y="34"/>
                    </a:cubicBezTo>
                    <a:lnTo>
                      <a:pt x="91" y="51"/>
                    </a:lnTo>
                    <a:cubicBezTo>
                      <a:pt x="58" y="67"/>
                      <a:pt x="41" y="92"/>
                      <a:pt x="25" y="125"/>
                    </a:cubicBezTo>
                    <a:cubicBezTo>
                      <a:pt x="8" y="158"/>
                      <a:pt x="0" y="200"/>
                      <a:pt x="0" y="241"/>
                    </a:cubicBezTo>
                    <a:cubicBezTo>
                      <a:pt x="0" y="283"/>
                      <a:pt x="0" y="324"/>
                      <a:pt x="0" y="366"/>
                    </a:cubicBezTo>
                    <a:cubicBezTo>
                      <a:pt x="8" y="407"/>
                      <a:pt x="17" y="440"/>
                      <a:pt x="25" y="482"/>
                    </a:cubicBezTo>
                    <a:cubicBezTo>
                      <a:pt x="33" y="531"/>
                      <a:pt x="58" y="581"/>
                      <a:pt x="116" y="606"/>
                    </a:cubicBezTo>
                    <a:cubicBezTo>
                      <a:pt x="130" y="613"/>
                      <a:pt x="145" y="616"/>
                      <a:pt x="160" y="616"/>
                    </a:cubicBezTo>
                    <a:cubicBezTo>
                      <a:pt x="197" y="616"/>
                      <a:pt x="236" y="596"/>
                      <a:pt x="265" y="573"/>
                    </a:cubicBezTo>
                    <a:cubicBezTo>
                      <a:pt x="298" y="540"/>
                      <a:pt x="307" y="498"/>
                      <a:pt x="323" y="457"/>
                    </a:cubicBezTo>
                    <a:cubicBezTo>
                      <a:pt x="356" y="308"/>
                      <a:pt x="365" y="117"/>
                      <a:pt x="224" y="18"/>
                    </a:cubicBezTo>
                    <a:cubicBezTo>
                      <a:pt x="209" y="7"/>
                      <a:pt x="189" y="1"/>
                      <a:pt x="1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6" name="Google Shape;4206;p10"/>
              <p:cNvSpPr/>
              <p:nvPr/>
            </p:nvSpPr>
            <p:spPr>
              <a:xfrm>
                <a:off x="2879950" y="4020475"/>
                <a:ext cx="10575" cy="14200"/>
              </a:xfrm>
              <a:custGeom>
                <a:rect b="b" l="l" r="r" t="t"/>
                <a:pathLst>
                  <a:path extrusionOk="0" h="568" w="423">
                    <a:moveTo>
                      <a:pt x="238" y="1"/>
                    </a:moveTo>
                    <a:cubicBezTo>
                      <a:pt x="195" y="1"/>
                      <a:pt x="151" y="16"/>
                      <a:pt x="116" y="45"/>
                    </a:cubicBezTo>
                    <a:cubicBezTo>
                      <a:pt x="75" y="79"/>
                      <a:pt x="50" y="137"/>
                      <a:pt x="25" y="186"/>
                    </a:cubicBezTo>
                    <a:cubicBezTo>
                      <a:pt x="17" y="244"/>
                      <a:pt x="0" y="294"/>
                      <a:pt x="8" y="352"/>
                    </a:cubicBezTo>
                    <a:cubicBezTo>
                      <a:pt x="17" y="402"/>
                      <a:pt x="42" y="435"/>
                      <a:pt x="75" y="460"/>
                    </a:cubicBezTo>
                    <a:cubicBezTo>
                      <a:pt x="100" y="509"/>
                      <a:pt x="124" y="543"/>
                      <a:pt x="174" y="559"/>
                    </a:cubicBezTo>
                    <a:cubicBezTo>
                      <a:pt x="192" y="565"/>
                      <a:pt x="208" y="568"/>
                      <a:pt x="225" y="568"/>
                    </a:cubicBezTo>
                    <a:cubicBezTo>
                      <a:pt x="254" y="568"/>
                      <a:pt x="283" y="559"/>
                      <a:pt x="315" y="543"/>
                    </a:cubicBezTo>
                    <a:cubicBezTo>
                      <a:pt x="340" y="518"/>
                      <a:pt x="356" y="493"/>
                      <a:pt x="373" y="460"/>
                    </a:cubicBezTo>
                    <a:cubicBezTo>
                      <a:pt x="398" y="418"/>
                      <a:pt x="414" y="369"/>
                      <a:pt x="414" y="327"/>
                    </a:cubicBezTo>
                    <a:cubicBezTo>
                      <a:pt x="423" y="277"/>
                      <a:pt x="423" y="228"/>
                      <a:pt x="414" y="186"/>
                    </a:cubicBezTo>
                    <a:cubicBezTo>
                      <a:pt x="406" y="120"/>
                      <a:pt x="381" y="62"/>
                      <a:pt x="323" y="21"/>
                    </a:cubicBezTo>
                    <a:cubicBezTo>
                      <a:pt x="297" y="7"/>
                      <a:pt x="268" y="1"/>
                      <a:pt x="2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7" name="Google Shape;4207;p10"/>
              <p:cNvSpPr/>
              <p:nvPr/>
            </p:nvSpPr>
            <p:spPr>
              <a:xfrm>
                <a:off x="2866425" y="3994225"/>
                <a:ext cx="29075" cy="22000"/>
              </a:xfrm>
              <a:custGeom>
                <a:rect b="b" l="l" r="r" t="t"/>
                <a:pathLst>
                  <a:path extrusionOk="0" h="880" w="1163">
                    <a:moveTo>
                      <a:pt x="711" y="1"/>
                    </a:moveTo>
                    <a:cubicBezTo>
                      <a:pt x="707" y="1"/>
                      <a:pt x="703" y="1"/>
                      <a:pt x="699" y="2"/>
                    </a:cubicBezTo>
                    <a:cubicBezTo>
                      <a:pt x="649" y="2"/>
                      <a:pt x="616" y="27"/>
                      <a:pt x="574" y="43"/>
                    </a:cubicBezTo>
                    <a:cubicBezTo>
                      <a:pt x="533" y="68"/>
                      <a:pt x="491" y="93"/>
                      <a:pt x="458" y="126"/>
                    </a:cubicBezTo>
                    <a:cubicBezTo>
                      <a:pt x="384" y="184"/>
                      <a:pt x="326" y="259"/>
                      <a:pt x="268" y="325"/>
                    </a:cubicBezTo>
                    <a:cubicBezTo>
                      <a:pt x="143" y="474"/>
                      <a:pt x="61" y="631"/>
                      <a:pt x="11" y="814"/>
                    </a:cubicBezTo>
                    <a:cubicBezTo>
                      <a:pt x="1" y="854"/>
                      <a:pt x="37" y="879"/>
                      <a:pt x="73" y="879"/>
                    </a:cubicBezTo>
                    <a:cubicBezTo>
                      <a:pt x="95" y="879"/>
                      <a:pt x="117" y="869"/>
                      <a:pt x="127" y="847"/>
                    </a:cubicBezTo>
                    <a:cubicBezTo>
                      <a:pt x="160" y="772"/>
                      <a:pt x="193" y="706"/>
                      <a:pt x="235" y="640"/>
                    </a:cubicBezTo>
                    <a:cubicBezTo>
                      <a:pt x="246" y="647"/>
                      <a:pt x="255" y="651"/>
                      <a:pt x="265" y="651"/>
                    </a:cubicBezTo>
                    <a:cubicBezTo>
                      <a:pt x="276" y="651"/>
                      <a:pt x="287" y="645"/>
                      <a:pt x="301" y="631"/>
                    </a:cubicBezTo>
                    <a:cubicBezTo>
                      <a:pt x="417" y="524"/>
                      <a:pt x="549" y="424"/>
                      <a:pt x="690" y="358"/>
                    </a:cubicBezTo>
                    <a:cubicBezTo>
                      <a:pt x="765" y="317"/>
                      <a:pt x="831" y="283"/>
                      <a:pt x="906" y="259"/>
                    </a:cubicBezTo>
                    <a:lnTo>
                      <a:pt x="906" y="267"/>
                    </a:lnTo>
                    <a:cubicBezTo>
                      <a:pt x="947" y="250"/>
                      <a:pt x="980" y="242"/>
                      <a:pt x="1022" y="225"/>
                    </a:cubicBezTo>
                    <a:cubicBezTo>
                      <a:pt x="1055" y="209"/>
                      <a:pt x="1105" y="201"/>
                      <a:pt x="1138" y="176"/>
                    </a:cubicBezTo>
                    <a:cubicBezTo>
                      <a:pt x="1163" y="151"/>
                      <a:pt x="1154" y="101"/>
                      <a:pt x="1121" y="93"/>
                    </a:cubicBezTo>
                    <a:cubicBezTo>
                      <a:pt x="1104" y="86"/>
                      <a:pt x="1086" y="83"/>
                      <a:pt x="1069" y="83"/>
                    </a:cubicBezTo>
                    <a:cubicBezTo>
                      <a:pt x="1045" y="83"/>
                      <a:pt x="1021" y="88"/>
                      <a:pt x="997" y="93"/>
                    </a:cubicBezTo>
                    <a:cubicBezTo>
                      <a:pt x="955" y="93"/>
                      <a:pt x="906" y="101"/>
                      <a:pt x="864" y="118"/>
                    </a:cubicBezTo>
                    <a:cubicBezTo>
                      <a:pt x="781" y="143"/>
                      <a:pt x="699" y="176"/>
                      <a:pt x="624" y="217"/>
                    </a:cubicBezTo>
                    <a:cubicBezTo>
                      <a:pt x="599" y="234"/>
                      <a:pt x="574" y="250"/>
                      <a:pt x="549" y="267"/>
                    </a:cubicBezTo>
                    <a:lnTo>
                      <a:pt x="566" y="250"/>
                    </a:lnTo>
                    <a:cubicBezTo>
                      <a:pt x="599" y="225"/>
                      <a:pt x="632" y="201"/>
                      <a:pt x="657" y="167"/>
                    </a:cubicBezTo>
                    <a:cubicBezTo>
                      <a:pt x="690" y="134"/>
                      <a:pt x="723" y="109"/>
                      <a:pt x="748" y="76"/>
                    </a:cubicBezTo>
                    <a:cubicBezTo>
                      <a:pt x="771" y="38"/>
                      <a:pt x="752" y="1"/>
                      <a:pt x="7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8" name="Google Shape;4208;p10"/>
              <p:cNvSpPr/>
              <p:nvPr/>
            </p:nvSpPr>
            <p:spPr>
              <a:xfrm>
                <a:off x="2878025" y="3999925"/>
                <a:ext cx="23475" cy="8550"/>
              </a:xfrm>
              <a:custGeom>
                <a:rect b="b" l="l" r="r" t="t"/>
                <a:pathLst>
                  <a:path extrusionOk="0" h="342" w="939">
                    <a:moveTo>
                      <a:pt x="766" y="1"/>
                    </a:moveTo>
                    <a:cubicBezTo>
                      <a:pt x="738" y="1"/>
                      <a:pt x="709" y="3"/>
                      <a:pt x="682" y="6"/>
                    </a:cubicBezTo>
                    <a:cubicBezTo>
                      <a:pt x="607" y="22"/>
                      <a:pt x="533" y="39"/>
                      <a:pt x="467" y="55"/>
                    </a:cubicBezTo>
                    <a:cubicBezTo>
                      <a:pt x="317" y="105"/>
                      <a:pt x="177" y="163"/>
                      <a:pt x="44" y="238"/>
                    </a:cubicBezTo>
                    <a:cubicBezTo>
                      <a:pt x="0" y="267"/>
                      <a:pt x="34" y="341"/>
                      <a:pt x="82" y="341"/>
                    </a:cubicBezTo>
                    <a:cubicBezTo>
                      <a:pt x="88" y="341"/>
                      <a:pt x="95" y="340"/>
                      <a:pt x="102" y="337"/>
                    </a:cubicBezTo>
                    <a:cubicBezTo>
                      <a:pt x="235" y="279"/>
                      <a:pt x="367" y="229"/>
                      <a:pt x="500" y="188"/>
                    </a:cubicBezTo>
                    <a:cubicBezTo>
                      <a:pt x="566" y="171"/>
                      <a:pt x="632" y="155"/>
                      <a:pt x="707" y="147"/>
                    </a:cubicBezTo>
                    <a:cubicBezTo>
                      <a:pt x="773" y="130"/>
                      <a:pt x="848" y="122"/>
                      <a:pt x="906" y="89"/>
                    </a:cubicBezTo>
                    <a:cubicBezTo>
                      <a:pt x="939" y="72"/>
                      <a:pt x="939" y="31"/>
                      <a:pt x="906" y="22"/>
                    </a:cubicBezTo>
                    <a:cubicBezTo>
                      <a:pt x="864" y="7"/>
                      <a:pt x="815" y="1"/>
                      <a:pt x="7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9" name="Google Shape;4209;p10"/>
              <p:cNvSpPr/>
              <p:nvPr/>
            </p:nvSpPr>
            <p:spPr>
              <a:xfrm>
                <a:off x="2896375" y="4002750"/>
                <a:ext cx="19850" cy="6950"/>
              </a:xfrm>
              <a:custGeom>
                <a:rect b="b" l="l" r="r" t="t"/>
                <a:pathLst>
                  <a:path extrusionOk="0" h="278" w="794">
                    <a:moveTo>
                      <a:pt x="329" y="0"/>
                    </a:moveTo>
                    <a:cubicBezTo>
                      <a:pt x="230" y="17"/>
                      <a:pt x="139" y="42"/>
                      <a:pt x="47" y="75"/>
                    </a:cubicBezTo>
                    <a:cubicBezTo>
                      <a:pt x="0" y="91"/>
                      <a:pt x="20" y="158"/>
                      <a:pt x="65" y="158"/>
                    </a:cubicBezTo>
                    <a:cubicBezTo>
                      <a:pt x="67" y="158"/>
                      <a:pt x="70" y="158"/>
                      <a:pt x="72" y="158"/>
                    </a:cubicBezTo>
                    <a:cubicBezTo>
                      <a:pt x="155" y="150"/>
                      <a:pt x="246" y="141"/>
                      <a:pt x="337" y="133"/>
                    </a:cubicBezTo>
                    <a:cubicBezTo>
                      <a:pt x="371" y="133"/>
                      <a:pt x="412" y="133"/>
                      <a:pt x="453" y="141"/>
                    </a:cubicBezTo>
                    <a:cubicBezTo>
                      <a:pt x="478" y="141"/>
                      <a:pt x="503" y="150"/>
                      <a:pt x="511" y="150"/>
                    </a:cubicBezTo>
                    <a:cubicBezTo>
                      <a:pt x="503" y="158"/>
                      <a:pt x="495" y="166"/>
                      <a:pt x="487" y="183"/>
                    </a:cubicBezTo>
                    <a:cubicBezTo>
                      <a:pt x="487" y="199"/>
                      <a:pt x="495" y="224"/>
                      <a:pt x="511" y="232"/>
                    </a:cubicBezTo>
                    <a:cubicBezTo>
                      <a:pt x="561" y="249"/>
                      <a:pt x="603" y="257"/>
                      <a:pt x="644" y="266"/>
                    </a:cubicBezTo>
                    <a:cubicBezTo>
                      <a:pt x="661" y="274"/>
                      <a:pt x="685" y="274"/>
                      <a:pt x="702" y="274"/>
                    </a:cubicBezTo>
                    <a:lnTo>
                      <a:pt x="710" y="274"/>
                    </a:lnTo>
                    <a:cubicBezTo>
                      <a:pt x="716" y="274"/>
                      <a:pt x="725" y="278"/>
                      <a:pt x="733" y="278"/>
                    </a:cubicBezTo>
                    <a:cubicBezTo>
                      <a:pt x="737" y="278"/>
                      <a:pt x="741" y="277"/>
                      <a:pt x="743" y="274"/>
                    </a:cubicBezTo>
                    <a:cubicBezTo>
                      <a:pt x="760" y="274"/>
                      <a:pt x="768" y="266"/>
                      <a:pt x="777" y="257"/>
                    </a:cubicBezTo>
                    <a:cubicBezTo>
                      <a:pt x="793" y="249"/>
                      <a:pt x="793" y="232"/>
                      <a:pt x="785" y="216"/>
                    </a:cubicBezTo>
                    <a:cubicBezTo>
                      <a:pt x="777" y="208"/>
                      <a:pt x="768" y="199"/>
                      <a:pt x="752" y="191"/>
                    </a:cubicBezTo>
                    <a:cubicBezTo>
                      <a:pt x="743" y="191"/>
                      <a:pt x="727" y="191"/>
                      <a:pt x="719" y="183"/>
                    </a:cubicBezTo>
                    <a:lnTo>
                      <a:pt x="694" y="183"/>
                    </a:lnTo>
                    <a:cubicBezTo>
                      <a:pt x="685" y="174"/>
                      <a:pt x="669" y="174"/>
                      <a:pt x="661" y="166"/>
                    </a:cubicBezTo>
                    <a:cubicBezTo>
                      <a:pt x="636" y="166"/>
                      <a:pt x="611" y="158"/>
                      <a:pt x="586" y="158"/>
                    </a:cubicBezTo>
                    <a:cubicBezTo>
                      <a:pt x="627" y="150"/>
                      <a:pt x="644" y="108"/>
                      <a:pt x="619" y="75"/>
                    </a:cubicBezTo>
                    <a:cubicBezTo>
                      <a:pt x="603" y="50"/>
                      <a:pt x="578" y="42"/>
                      <a:pt x="561" y="34"/>
                    </a:cubicBezTo>
                    <a:cubicBezTo>
                      <a:pt x="536" y="17"/>
                      <a:pt x="511" y="9"/>
                      <a:pt x="478" y="9"/>
                    </a:cubicBezTo>
                    <a:cubicBezTo>
                      <a:pt x="429" y="0"/>
                      <a:pt x="379" y="0"/>
                      <a:pt x="3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0" name="Google Shape;4210;p10"/>
              <p:cNvSpPr/>
              <p:nvPr/>
            </p:nvSpPr>
            <p:spPr>
              <a:xfrm>
                <a:off x="2849700" y="4003800"/>
                <a:ext cx="11250" cy="30950"/>
              </a:xfrm>
              <a:custGeom>
                <a:rect b="b" l="l" r="r" t="t"/>
                <a:pathLst>
                  <a:path extrusionOk="0" h="1238" w="450">
                    <a:moveTo>
                      <a:pt x="395" y="1"/>
                    </a:moveTo>
                    <a:cubicBezTo>
                      <a:pt x="384" y="1"/>
                      <a:pt x="374" y="5"/>
                      <a:pt x="365" y="16"/>
                    </a:cubicBezTo>
                    <a:cubicBezTo>
                      <a:pt x="307" y="99"/>
                      <a:pt x="249" y="182"/>
                      <a:pt x="208" y="273"/>
                    </a:cubicBezTo>
                    <a:cubicBezTo>
                      <a:pt x="158" y="364"/>
                      <a:pt x="133" y="464"/>
                      <a:pt x="100" y="563"/>
                    </a:cubicBezTo>
                    <a:cubicBezTo>
                      <a:pt x="75" y="671"/>
                      <a:pt x="50" y="770"/>
                      <a:pt x="34" y="870"/>
                    </a:cubicBezTo>
                    <a:cubicBezTo>
                      <a:pt x="17" y="978"/>
                      <a:pt x="0" y="1085"/>
                      <a:pt x="25" y="1185"/>
                    </a:cubicBezTo>
                    <a:cubicBezTo>
                      <a:pt x="35" y="1218"/>
                      <a:pt x="63" y="1237"/>
                      <a:pt x="90" y="1237"/>
                    </a:cubicBezTo>
                    <a:cubicBezTo>
                      <a:pt x="111" y="1237"/>
                      <a:pt x="131" y="1226"/>
                      <a:pt x="141" y="1201"/>
                    </a:cubicBezTo>
                    <a:cubicBezTo>
                      <a:pt x="183" y="1110"/>
                      <a:pt x="191" y="1011"/>
                      <a:pt x="199" y="920"/>
                    </a:cubicBezTo>
                    <a:cubicBezTo>
                      <a:pt x="208" y="820"/>
                      <a:pt x="224" y="721"/>
                      <a:pt x="241" y="621"/>
                    </a:cubicBezTo>
                    <a:cubicBezTo>
                      <a:pt x="274" y="431"/>
                      <a:pt x="332" y="224"/>
                      <a:pt x="431" y="66"/>
                    </a:cubicBezTo>
                    <a:cubicBezTo>
                      <a:pt x="450" y="36"/>
                      <a:pt x="423" y="1"/>
                      <a:pt x="3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1" name="Google Shape;4211;p10"/>
              <p:cNvSpPr/>
              <p:nvPr/>
            </p:nvSpPr>
            <p:spPr>
              <a:xfrm>
                <a:off x="2854675" y="4035475"/>
                <a:ext cx="2925" cy="9025"/>
              </a:xfrm>
              <a:custGeom>
                <a:rect b="b" l="l" r="r" t="t"/>
                <a:pathLst>
                  <a:path extrusionOk="0" h="361" w="117">
                    <a:moveTo>
                      <a:pt x="58" y="1"/>
                    </a:moveTo>
                    <a:cubicBezTo>
                      <a:pt x="33" y="1"/>
                      <a:pt x="9" y="25"/>
                      <a:pt x="9" y="50"/>
                    </a:cubicBezTo>
                    <a:cubicBezTo>
                      <a:pt x="9" y="100"/>
                      <a:pt x="0" y="141"/>
                      <a:pt x="0" y="191"/>
                    </a:cubicBezTo>
                    <a:cubicBezTo>
                      <a:pt x="0" y="224"/>
                      <a:pt x="0" y="249"/>
                      <a:pt x="0" y="274"/>
                    </a:cubicBezTo>
                    <a:cubicBezTo>
                      <a:pt x="0" y="307"/>
                      <a:pt x="9" y="332"/>
                      <a:pt x="33" y="357"/>
                    </a:cubicBezTo>
                    <a:cubicBezTo>
                      <a:pt x="36" y="360"/>
                      <a:pt x="40" y="360"/>
                      <a:pt x="44" y="360"/>
                    </a:cubicBezTo>
                    <a:cubicBezTo>
                      <a:pt x="53" y="360"/>
                      <a:pt x="64" y="357"/>
                      <a:pt x="75" y="357"/>
                    </a:cubicBezTo>
                    <a:cubicBezTo>
                      <a:pt x="100" y="332"/>
                      <a:pt x="100" y="307"/>
                      <a:pt x="108" y="274"/>
                    </a:cubicBezTo>
                    <a:cubicBezTo>
                      <a:pt x="108" y="249"/>
                      <a:pt x="116" y="224"/>
                      <a:pt x="116" y="208"/>
                    </a:cubicBezTo>
                    <a:cubicBezTo>
                      <a:pt x="116" y="150"/>
                      <a:pt x="116" y="100"/>
                      <a:pt x="108" y="50"/>
                    </a:cubicBezTo>
                    <a:cubicBezTo>
                      <a:pt x="108" y="25"/>
                      <a:pt x="83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2" name="Google Shape;4212;p10"/>
              <p:cNvSpPr/>
              <p:nvPr/>
            </p:nvSpPr>
            <p:spPr>
              <a:xfrm>
                <a:off x="2822825" y="4084975"/>
                <a:ext cx="2250" cy="1700"/>
              </a:xfrm>
              <a:custGeom>
                <a:rect b="b" l="l" r="r" t="t"/>
                <a:pathLst>
                  <a:path extrusionOk="0" h="68" w="90">
                    <a:moveTo>
                      <a:pt x="40" y="1"/>
                    </a:moveTo>
                    <a:cubicBezTo>
                      <a:pt x="1" y="9"/>
                      <a:pt x="6" y="68"/>
                      <a:pt x="41" y="68"/>
                    </a:cubicBezTo>
                    <a:cubicBezTo>
                      <a:pt x="43" y="68"/>
                      <a:pt x="46" y="68"/>
                      <a:pt x="48" y="67"/>
                    </a:cubicBezTo>
                    <a:cubicBezTo>
                      <a:pt x="89" y="59"/>
                      <a:pt x="81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3" name="Google Shape;4213;p10"/>
              <p:cNvSpPr/>
              <p:nvPr/>
            </p:nvSpPr>
            <p:spPr>
              <a:xfrm>
                <a:off x="2825875" y="4084975"/>
                <a:ext cx="2925" cy="2925"/>
              </a:xfrm>
              <a:custGeom>
                <a:rect b="b" l="l" r="r" t="t"/>
                <a:pathLst>
                  <a:path extrusionOk="0" h="117" w="117">
                    <a:moveTo>
                      <a:pt x="83" y="1"/>
                    </a:moveTo>
                    <a:cubicBezTo>
                      <a:pt x="83" y="1"/>
                      <a:pt x="75" y="9"/>
                      <a:pt x="67" y="9"/>
                    </a:cubicBezTo>
                    <a:lnTo>
                      <a:pt x="50" y="26"/>
                    </a:lnTo>
                    <a:lnTo>
                      <a:pt x="17" y="50"/>
                    </a:lnTo>
                    <a:cubicBezTo>
                      <a:pt x="9" y="59"/>
                      <a:pt x="1" y="67"/>
                      <a:pt x="1" y="75"/>
                    </a:cubicBezTo>
                    <a:cubicBezTo>
                      <a:pt x="1" y="84"/>
                      <a:pt x="1" y="100"/>
                      <a:pt x="9" y="100"/>
                    </a:cubicBezTo>
                    <a:cubicBezTo>
                      <a:pt x="17" y="108"/>
                      <a:pt x="25" y="117"/>
                      <a:pt x="34" y="117"/>
                    </a:cubicBezTo>
                    <a:cubicBezTo>
                      <a:pt x="50" y="117"/>
                      <a:pt x="59" y="108"/>
                      <a:pt x="67" y="100"/>
                    </a:cubicBezTo>
                    <a:lnTo>
                      <a:pt x="92" y="67"/>
                    </a:lnTo>
                    <a:lnTo>
                      <a:pt x="100" y="50"/>
                    </a:lnTo>
                    <a:cubicBezTo>
                      <a:pt x="108" y="42"/>
                      <a:pt x="108" y="34"/>
                      <a:pt x="117" y="26"/>
                    </a:cubicBezTo>
                    <a:lnTo>
                      <a:pt x="117" y="17"/>
                    </a:lnTo>
                    <a:lnTo>
                      <a:pt x="10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4" name="Google Shape;4214;p10"/>
              <p:cNvSpPr/>
              <p:nvPr/>
            </p:nvSpPr>
            <p:spPr>
              <a:xfrm>
                <a:off x="2900650" y="4130275"/>
                <a:ext cx="11225" cy="5275"/>
              </a:xfrm>
              <a:custGeom>
                <a:rect b="b" l="l" r="r" t="t"/>
                <a:pathLst>
                  <a:path extrusionOk="0" h="211" w="449">
                    <a:moveTo>
                      <a:pt x="91" y="0"/>
                    </a:moveTo>
                    <a:cubicBezTo>
                      <a:pt x="72" y="0"/>
                      <a:pt x="52" y="1"/>
                      <a:pt x="34" y="3"/>
                    </a:cubicBezTo>
                    <a:cubicBezTo>
                      <a:pt x="1" y="12"/>
                      <a:pt x="1" y="70"/>
                      <a:pt x="34" y="78"/>
                    </a:cubicBezTo>
                    <a:cubicBezTo>
                      <a:pt x="100" y="78"/>
                      <a:pt x="166" y="94"/>
                      <a:pt x="224" y="119"/>
                    </a:cubicBezTo>
                    <a:cubicBezTo>
                      <a:pt x="258" y="128"/>
                      <a:pt x="282" y="144"/>
                      <a:pt x="316" y="161"/>
                    </a:cubicBezTo>
                    <a:cubicBezTo>
                      <a:pt x="324" y="169"/>
                      <a:pt x="340" y="177"/>
                      <a:pt x="357" y="186"/>
                    </a:cubicBezTo>
                    <a:cubicBezTo>
                      <a:pt x="365" y="194"/>
                      <a:pt x="374" y="194"/>
                      <a:pt x="382" y="202"/>
                    </a:cubicBezTo>
                    <a:cubicBezTo>
                      <a:pt x="390" y="202"/>
                      <a:pt x="398" y="202"/>
                      <a:pt x="407" y="210"/>
                    </a:cubicBezTo>
                    <a:cubicBezTo>
                      <a:pt x="432" y="210"/>
                      <a:pt x="448" y="186"/>
                      <a:pt x="440" y="169"/>
                    </a:cubicBezTo>
                    <a:cubicBezTo>
                      <a:pt x="432" y="144"/>
                      <a:pt x="423" y="128"/>
                      <a:pt x="407" y="111"/>
                    </a:cubicBezTo>
                    <a:lnTo>
                      <a:pt x="407" y="119"/>
                    </a:lnTo>
                    <a:cubicBezTo>
                      <a:pt x="390" y="103"/>
                      <a:pt x="382" y="94"/>
                      <a:pt x="365" y="78"/>
                    </a:cubicBezTo>
                    <a:cubicBezTo>
                      <a:pt x="332" y="61"/>
                      <a:pt x="299" y="45"/>
                      <a:pt x="258" y="28"/>
                    </a:cubicBezTo>
                    <a:cubicBezTo>
                      <a:pt x="208" y="9"/>
                      <a:pt x="149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5" name="Google Shape;4215;p10"/>
              <p:cNvSpPr/>
              <p:nvPr/>
            </p:nvSpPr>
            <p:spPr>
              <a:xfrm>
                <a:off x="2902100" y="4125675"/>
                <a:ext cx="24050" cy="12575"/>
              </a:xfrm>
              <a:custGeom>
                <a:rect b="b" l="l" r="r" t="t"/>
                <a:pathLst>
                  <a:path extrusionOk="0" h="503" w="962">
                    <a:moveTo>
                      <a:pt x="134" y="1"/>
                    </a:moveTo>
                    <a:cubicBezTo>
                      <a:pt x="103" y="1"/>
                      <a:pt x="73" y="2"/>
                      <a:pt x="42" y="5"/>
                    </a:cubicBezTo>
                    <a:cubicBezTo>
                      <a:pt x="1" y="13"/>
                      <a:pt x="1" y="88"/>
                      <a:pt x="42" y="88"/>
                    </a:cubicBezTo>
                    <a:cubicBezTo>
                      <a:pt x="208" y="96"/>
                      <a:pt x="382" y="138"/>
                      <a:pt x="531" y="212"/>
                    </a:cubicBezTo>
                    <a:cubicBezTo>
                      <a:pt x="606" y="245"/>
                      <a:pt x="672" y="295"/>
                      <a:pt x="730" y="345"/>
                    </a:cubicBezTo>
                    <a:cubicBezTo>
                      <a:pt x="763" y="370"/>
                      <a:pt x="796" y="403"/>
                      <a:pt x="829" y="428"/>
                    </a:cubicBezTo>
                    <a:cubicBezTo>
                      <a:pt x="862" y="461"/>
                      <a:pt x="879" y="486"/>
                      <a:pt x="929" y="502"/>
                    </a:cubicBezTo>
                    <a:cubicBezTo>
                      <a:pt x="945" y="502"/>
                      <a:pt x="962" y="486"/>
                      <a:pt x="962" y="469"/>
                    </a:cubicBezTo>
                    <a:cubicBezTo>
                      <a:pt x="962" y="428"/>
                      <a:pt x="937" y="394"/>
                      <a:pt x="904" y="353"/>
                    </a:cubicBezTo>
                    <a:cubicBezTo>
                      <a:pt x="879" y="320"/>
                      <a:pt x="846" y="287"/>
                      <a:pt x="813" y="254"/>
                    </a:cubicBezTo>
                    <a:cubicBezTo>
                      <a:pt x="746" y="196"/>
                      <a:pt x="664" y="146"/>
                      <a:pt x="581" y="104"/>
                    </a:cubicBezTo>
                    <a:cubicBezTo>
                      <a:pt x="443" y="35"/>
                      <a:pt x="287" y="1"/>
                      <a:pt x="1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6" name="Google Shape;4216;p10"/>
              <p:cNvSpPr/>
              <p:nvPr/>
            </p:nvSpPr>
            <p:spPr>
              <a:xfrm>
                <a:off x="2920125" y="4125500"/>
                <a:ext cx="12050" cy="11075"/>
              </a:xfrm>
              <a:custGeom>
                <a:rect b="b" l="l" r="r" t="t"/>
                <a:pathLst>
                  <a:path extrusionOk="0" h="443" w="482">
                    <a:moveTo>
                      <a:pt x="57" y="1"/>
                    </a:moveTo>
                    <a:cubicBezTo>
                      <a:pt x="38" y="1"/>
                      <a:pt x="21" y="10"/>
                      <a:pt x="9" y="29"/>
                    </a:cubicBezTo>
                    <a:cubicBezTo>
                      <a:pt x="1" y="53"/>
                      <a:pt x="17" y="78"/>
                      <a:pt x="42" y="87"/>
                    </a:cubicBezTo>
                    <a:cubicBezTo>
                      <a:pt x="75" y="103"/>
                      <a:pt x="108" y="128"/>
                      <a:pt x="141" y="153"/>
                    </a:cubicBezTo>
                    <a:cubicBezTo>
                      <a:pt x="158" y="169"/>
                      <a:pt x="175" y="178"/>
                      <a:pt x="191" y="194"/>
                    </a:cubicBezTo>
                    <a:cubicBezTo>
                      <a:pt x="199" y="203"/>
                      <a:pt x="208" y="211"/>
                      <a:pt x="216" y="211"/>
                    </a:cubicBezTo>
                    <a:lnTo>
                      <a:pt x="224" y="219"/>
                    </a:lnTo>
                    <a:lnTo>
                      <a:pt x="233" y="227"/>
                    </a:lnTo>
                    <a:cubicBezTo>
                      <a:pt x="266" y="261"/>
                      <a:pt x="291" y="294"/>
                      <a:pt x="315" y="327"/>
                    </a:cubicBezTo>
                    <a:cubicBezTo>
                      <a:pt x="340" y="368"/>
                      <a:pt x="365" y="410"/>
                      <a:pt x="398" y="435"/>
                    </a:cubicBezTo>
                    <a:cubicBezTo>
                      <a:pt x="409" y="440"/>
                      <a:pt x="419" y="443"/>
                      <a:pt x="428" y="443"/>
                    </a:cubicBezTo>
                    <a:cubicBezTo>
                      <a:pt x="446" y="443"/>
                      <a:pt x="459" y="432"/>
                      <a:pt x="465" y="410"/>
                    </a:cubicBezTo>
                    <a:cubicBezTo>
                      <a:pt x="481" y="352"/>
                      <a:pt x="448" y="302"/>
                      <a:pt x="423" y="252"/>
                    </a:cubicBezTo>
                    <a:cubicBezTo>
                      <a:pt x="390" y="211"/>
                      <a:pt x="357" y="178"/>
                      <a:pt x="324" y="145"/>
                    </a:cubicBezTo>
                    <a:cubicBezTo>
                      <a:pt x="249" y="78"/>
                      <a:pt x="166" y="29"/>
                      <a:pt x="75" y="4"/>
                    </a:cubicBezTo>
                    <a:cubicBezTo>
                      <a:pt x="69" y="2"/>
                      <a:pt x="63" y="1"/>
                      <a:pt x="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7" name="Google Shape;4217;p10"/>
              <p:cNvSpPr/>
              <p:nvPr/>
            </p:nvSpPr>
            <p:spPr>
              <a:xfrm>
                <a:off x="2928975" y="4125100"/>
                <a:ext cx="8150" cy="11650"/>
              </a:xfrm>
              <a:custGeom>
                <a:rect b="b" l="l" r="r" t="t"/>
                <a:pathLst>
                  <a:path extrusionOk="0" h="466" w="326">
                    <a:moveTo>
                      <a:pt x="53" y="1"/>
                    </a:moveTo>
                    <a:cubicBezTo>
                      <a:pt x="25" y="1"/>
                      <a:pt x="0" y="37"/>
                      <a:pt x="19" y="69"/>
                    </a:cubicBezTo>
                    <a:cubicBezTo>
                      <a:pt x="69" y="127"/>
                      <a:pt x="119" y="185"/>
                      <a:pt x="152" y="260"/>
                    </a:cubicBezTo>
                    <a:cubicBezTo>
                      <a:pt x="177" y="293"/>
                      <a:pt x="185" y="326"/>
                      <a:pt x="210" y="359"/>
                    </a:cubicBezTo>
                    <a:cubicBezTo>
                      <a:pt x="218" y="376"/>
                      <a:pt x="227" y="393"/>
                      <a:pt x="235" y="417"/>
                    </a:cubicBezTo>
                    <a:cubicBezTo>
                      <a:pt x="243" y="426"/>
                      <a:pt x="243" y="434"/>
                      <a:pt x="251" y="442"/>
                    </a:cubicBezTo>
                    <a:cubicBezTo>
                      <a:pt x="260" y="451"/>
                      <a:pt x="268" y="459"/>
                      <a:pt x="276" y="459"/>
                    </a:cubicBezTo>
                    <a:cubicBezTo>
                      <a:pt x="281" y="464"/>
                      <a:pt x="287" y="466"/>
                      <a:pt x="292" y="466"/>
                    </a:cubicBezTo>
                    <a:cubicBezTo>
                      <a:pt x="305" y="466"/>
                      <a:pt x="318" y="454"/>
                      <a:pt x="318" y="442"/>
                    </a:cubicBezTo>
                    <a:cubicBezTo>
                      <a:pt x="326" y="401"/>
                      <a:pt x="309" y="359"/>
                      <a:pt x="301" y="318"/>
                    </a:cubicBezTo>
                    <a:cubicBezTo>
                      <a:pt x="285" y="277"/>
                      <a:pt x="260" y="243"/>
                      <a:pt x="235" y="202"/>
                    </a:cubicBezTo>
                    <a:cubicBezTo>
                      <a:pt x="193" y="127"/>
                      <a:pt x="135" y="69"/>
                      <a:pt x="77" y="11"/>
                    </a:cubicBezTo>
                    <a:cubicBezTo>
                      <a:pt x="70" y="4"/>
                      <a:pt x="61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8" name="Google Shape;4218;p10"/>
              <p:cNvSpPr/>
              <p:nvPr/>
            </p:nvSpPr>
            <p:spPr>
              <a:xfrm>
                <a:off x="2847425" y="4037200"/>
                <a:ext cx="7675" cy="19800"/>
              </a:xfrm>
              <a:custGeom>
                <a:rect b="b" l="l" r="r" t="t"/>
                <a:pathLst>
                  <a:path extrusionOk="0" h="792" w="307">
                    <a:moveTo>
                      <a:pt x="66" y="1"/>
                    </a:moveTo>
                    <a:cubicBezTo>
                      <a:pt x="55" y="1"/>
                      <a:pt x="45" y="7"/>
                      <a:pt x="42" y="23"/>
                    </a:cubicBezTo>
                    <a:cubicBezTo>
                      <a:pt x="17" y="89"/>
                      <a:pt x="0" y="155"/>
                      <a:pt x="0" y="230"/>
                    </a:cubicBezTo>
                    <a:cubicBezTo>
                      <a:pt x="0" y="304"/>
                      <a:pt x="9" y="371"/>
                      <a:pt x="33" y="437"/>
                    </a:cubicBezTo>
                    <a:cubicBezTo>
                      <a:pt x="58" y="503"/>
                      <a:pt x="91" y="561"/>
                      <a:pt x="125" y="627"/>
                    </a:cubicBezTo>
                    <a:cubicBezTo>
                      <a:pt x="149" y="652"/>
                      <a:pt x="166" y="677"/>
                      <a:pt x="183" y="710"/>
                    </a:cubicBezTo>
                    <a:cubicBezTo>
                      <a:pt x="207" y="735"/>
                      <a:pt x="224" y="768"/>
                      <a:pt x="257" y="785"/>
                    </a:cubicBezTo>
                    <a:cubicBezTo>
                      <a:pt x="264" y="790"/>
                      <a:pt x="271" y="792"/>
                      <a:pt x="277" y="792"/>
                    </a:cubicBezTo>
                    <a:cubicBezTo>
                      <a:pt x="294" y="792"/>
                      <a:pt x="307" y="778"/>
                      <a:pt x="307" y="760"/>
                    </a:cubicBezTo>
                    <a:cubicBezTo>
                      <a:pt x="307" y="727"/>
                      <a:pt x="290" y="702"/>
                      <a:pt x="282" y="669"/>
                    </a:cubicBezTo>
                    <a:cubicBezTo>
                      <a:pt x="265" y="636"/>
                      <a:pt x="257" y="603"/>
                      <a:pt x="241" y="578"/>
                    </a:cubicBezTo>
                    <a:cubicBezTo>
                      <a:pt x="207" y="520"/>
                      <a:pt x="174" y="470"/>
                      <a:pt x="149" y="420"/>
                    </a:cubicBezTo>
                    <a:cubicBezTo>
                      <a:pt x="100" y="296"/>
                      <a:pt x="108" y="164"/>
                      <a:pt x="108" y="39"/>
                    </a:cubicBezTo>
                    <a:cubicBezTo>
                      <a:pt x="108" y="18"/>
                      <a:pt x="85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9" name="Google Shape;4219;p10"/>
              <p:cNvSpPr/>
              <p:nvPr/>
            </p:nvSpPr>
            <p:spPr>
              <a:xfrm>
                <a:off x="2857150" y="4062225"/>
                <a:ext cx="6600" cy="13425"/>
              </a:xfrm>
              <a:custGeom>
                <a:rect b="b" l="l" r="r" t="t"/>
                <a:pathLst>
                  <a:path extrusionOk="0" h="537" w="264">
                    <a:moveTo>
                      <a:pt x="54" y="1"/>
                    </a:moveTo>
                    <a:cubicBezTo>
                      <a:pt x="44" y="1"/>
                      <a:pt x="33" y="6"/>
                      <a:pt x="26" y="16"/>
                    </a:cubicBezTo>
                    <a:cubicBezTo>
                      <a:pt x="9" y="57"/>
                      <a:pt x="1" y="99"/>
                      <a:pt x="1" y="148"/>
                    </a:cubicBezTo>
                    <a:cubicBezTo>
                      <a:pt x="9" y="190"/>
                      <a:pt x="26" y="240"/>
                      <a:pt x="42" y="281"/>
                    </a:cubicBezTo>
                    <a:cubicBezTo>
                      <a:pt x="67" y="322"/>
                      <a:pt x="84" y="364"/>
                      <a:pt x="108" y="405"/>
                    </a:cubicBezTo>
                    <a:cubicBezTo>
                      <a:pt x="133" y="455"/>
                      <a:pt x="166" y="496"/>
                      <a:pt x="208" y="530"/>
                    </a:cubicBezTo>
                    <a:cubicBezTo>
                      <a:pt x="215" y="534"/>
                      <a:pt x="222" y="536"/>
                      <a:pt x="230" y="536"/>
                    </a:cubicBezTo>
                    <a:cubicBezTo>
                      <a:pt x="248" y="536"/>
                      <a:pt x="264" y="523"/>
                      <a:pt x="258" y="505"/>
                    </a:cubicBezTo>
                    <a:cubicBezTo>
                      <a:pt x="249" y="455"/>
                      <a:pt x="241" y="414"/>
                      <a:pt x="216" y="372"/>
                    </a:cubicBezTo>
                    <a:cubicBezTo>
                      <a:pt x="200" y="331"/>
                      <a:pt x="175" y="289"/>
                      <a:pt x="150" y="248"/>
                    </a:cubicBezTo>
                    <a:cubicBezTo>
                      <a:pt x="133" y="215"/>
                      <a:pt x="117" y="182"/>
                      <a:pt x="100" y="140"/>
                    </a:cubicBezTo>
                    <a:cubicBezTo>
                      <a:pt x="84" y="107"/>
                      <a:pt x="75" y="66"/>
                      <a:pt x="75" y="24"/>
                    </a:cubicBezTo>
                    <a:cubicBezTo>
                      <a:pt x="80" y="10"/>
                      <a:pt x="68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0" name="Google Shape;4220;p10"/>
              <p:cNvSpPr/>
              <p:nvPr/>
            </p:nvSpPr>
            <p:spPr>
              <a:xfrm>
                <a:off x="2856950" y="4077050"/>
                <a:ext cx="6650" cy="8175"/>
              </a:xfrm>
              <a:custGeom>
                <a:rect b="b" l="l" r="r" t="t"/>
                <a:pathLst>
                  <a:path extrusionOk="0" h="327" w="266">
                    <a:moveTo>
                      <a:pt x="51" y="1"/>
                    </a:moveTo>
                    <a:cubicBezTo>
                      <a:pt x="48" y="1"/>
                      <a:pt x="45" y="1"/>
                      <a:pt x="42" y="3"/>
                    </a:cubicBezTo>
                    <a:cubicBezTo>
                      <a:pt x="25" y="3"/>
                      <a:pt x="0" y="19"/>
                      <a:pt x="9" y="44"/>
                    </a:cubicBezTo>
                    <a:cubicBezTo>
                      <a:pt x="25" y="102"/>
                      <a:pt x="50" y="160"/>
                      <a:pt x="92" y="210"/>
                    </a:cubicBezTo>
                    <a:cubicBezTo>
                      <a:pt x="108" y="235"/>
                      <a:pt x="133" y="260"/>
                      <a:pt x="158" y="276"/>
                    </a:cubicBezTo>
                    <a:cubicBezTo>
                      <a:pt x="166" y="285"/>
                      <a:pt x="174" y="301"/>
                      <a:pt x="191" y="301"/>
                    </a:cubicBezTo>
                    <a:cubicBezTo>
                      <a:pt x="208" y="318"/>
                      <a:pt x="224" y="318"/>
                      <a:pt x="241" y="326"/>
                    </a:cubicBezTo>
                    <a:cubicBezTo>
                      <a:pt x="257" y="326"/>
                      <a:pt x="266" y="301"/>
                      <a:pt x="257" y="285"/>
                    </a:cubicBezTo>
                    <a:cubicBezTo>
                      <a:pt x="249" y="276"/>
                      <a:pt x="241" y="268"/>
                      <a:pt x="232" y="260"/>
                    </a:cubicBezTo>
                    <a:lnTo>
                      <a:pt x="199" y="235"/>
                    </a:lnTo>
                    <a:cubicBezTo>
                      <a:pt x="183" y="210"/>
                      <a:pt x="166" y="185"/>
                      <a:pt x="150" y="169"/>
                    </a:cubicBezTo>
                    <a:cubicBezTo>
                      <a:pt x="116" y="127"/>
                      <a:pt x="92" y="77"/>
                      <a:pt x="83" y="28"/>
                    </a:cubicBezTo>
                    <a:cubicBezTo>
                      <a:pt x="77" y="14"/>
                      <a:pt x="64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1" name="Google Shape;4221;p10"/>
              <p:cNvSpPr/>
              <p:nvPr/>
            </p:nvSpPr>
            <p:spPr>
              <a:xfrm>
                <a:off x="2858200" y="4089775"/>
                <a:ext cx="5600" cy="6625"/>
              </a:xfrm>
              <a:custGeom>
                <a:rect b="b" l="l" r="r" t="t"/>
                <a:pathLst>
                  <a:path extrusionOk="0" h="265" w="224">
                    <a:moveTo>
                      <a:pt x="46" y="1"/>
                    </a:moveTo>
                    <a:cubicBezTo>
                      <a:pt x="40" y="1"/>
                      <a:pt x="32" y="3"/>
                      <a:pt x="25" y="8"/>
                    </a:cubicBezTo>
                    <a:cubicBezTo>
                      <a:pt x="8" y="16"/>
                      <a:pt x="0" y="41"/>
                      <a:pt x="8" y="57"/>
                    </a:cubicBezTo>
                    <a:cubicBezTo>
                      <a:pt x="25" y="99"/>
                      <a:pt x="50" y="140"/>
                      <a:pt x="83" y="173"/>
                    </a:cubicBezTo>
                    <a:cubicBezTo>
                      <a:pt x="91" y="190"/>
                      <a:pt x="108" y="206"/>
                      <a:pt x="124" y="223"/>
                    </a:cubicBezTo>
                    <a:lnTo>
                      <a:pt x="149" y="248"/>
                    </a:lnTo>
                    <a:cubicBezTo>
                      <a:pt x="158" y="256"/>
                      <a:pt x="174" y="256"/>
                      <a:pt x="182" y="264"/>
                    </a:cubicBezTo>
                    <a:cubicBezTo>
                      <a:pt x="199" y="264"/>
                      <a:pt x="224" y="256"/>
                      <a:pt x="216" y="240"/>
                    </a:cubicBezTo>
                    <a:cubicBezTo>
                      <a:pt x="216" y="223"/>
                      <a:pt x="207" y="215"/>
                      <a:pt x="207" y="206"/>
                    </a:cubicBezTo>
                    <a:cubicBezTo>
                      <a:pt x="199" y="198"/>
                      <a:pt x="191" y="182"/>
                      <a:pt x="182" y="173"/>
                    </a:cubicBezTo>
                    <a:lnTo>
                      <a:pt x="182" y="182"/>
                    </a:lnTo>
                    <a:cubicBezTo>
                      <a:pt x="174" y="157"/>
                      <a:pt x="158" y="140"/>
                      <a:pt x="149" y="124"/>
                    </a:cubicBezTo>
                    <a:cubicBezTo>
                      <a:pt x="133" y="107"/>
                      <a:pt x="124" y="90"/>
                      <a:pt x="116" y="74"/>
                    </a:cubicBezTo>
                    <a:cubicBezTo>
                      <a:pt x="108" y="66"/>
                      <a:pt x="100" y="57"/>
                      <a:pt x="100" y="49"/>
                    </a:cubicBezTo>
                    <a:lnTo>
                      <a:pt x="91" y="49"/>
                    </a:lnTo>
                    <a:lnTo>
                      <a:pt x="91" y="41"/>
                    </a:lnTo>
                    <a:lnTo>
                      <a:pt x="83" y="24"/>
                    </a:lnTo>
                    <a:cubicBezTo>
                      <a:pt x="77" y="12"/>
                      <a:pt x="63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2" name="Google Shape;4222;p10"/>
              <p:cNvSpPr/>
              <p:nvPr/>
            </p:nvSpPr>
            <p:spPr>
              <a:xfrm>
                <a:off x="2821725" y="4114400"/>
                <a:ext cx="3150" cy="2500"/>
              </a:xfrm>
              <a:custGeom>
                <a:rect b="b" l="l" r="r" t="t"/>
                <a:pathLst>
                  <a:path extrusionOk="0" h="100" w="126">
                    <a:moveTo>
                      <a:pt x="51" y="0"/>
                    </a:moveTo>
                    <a:lnTo>
                      <a:pt x="42" y="9"/>
                    </a:lnTo>
                    <a:lnTo>
                      <a:pt x="26" y="9"/>
                    </a:lnTo>
                    <a:lnTo>
                      <a:pt x="9" y="25"/>
                    </a:lnTo>
                    <a:lnTo>
                      <a:pt x="1" y="42"/>
                    </a:lnTo>
                    <a:cubicBezTo>
                      <a:pt x="1" y="42"/>
                      <a:pt x="1" y="50"/>
                      <a:pt x="1" y="58"/>
                    </a:cubicBezTo>
                    <a:lnTo>
                      <a:pt x="9" y="67"/>
                    </a:lnTo>
                    <a:cubicBezTo>
                      <a:pt x="9" y="75"/>
                      <a:pt x="17" y="83"/>
                      <a:pt x="17" y="83"/>
                    </a:cubicBezTo>
                    <a:lnTo>
                      <a:pt x="34" y="91"/>
                    </a:lnTo>
                    <a:cubicBezTo>
                      <a:pt x="42" y="100"/>
                      <a:pt x="42" y="100"/>
                      <a:pt x="51" y="100"/>
                    </a:cubicBezTo>
                    <a:lnTo>
                      <a:pt x="67" y="100"/>
                    </a:lnTo>
                    <a:cubicBezTo>
                      <a:pt x="75" y="100"/>
                      <a:pt x="84" y="100"/>
                      <a:pt x="92" y="91"/>
                    </a:cubicBezTo>
                    <a:lnTo>
                      <a:pt x="100" y="83"/>
                    </a:lnTo>
                    <a:lnTo>
                      <a:pt x="117" y="75"/>
                    </a:lnTo>
                    <a:lnTo>
                      <a:pt x="117" y="58"/>
                    </a:lnTo>
                    <a:cubicBezTo>
                      <a:pt x="117" y="50"/>
                      <a:pt x="125" y="50"/>
                      <a:pt x="117" y="42"/>
                    </a:cubicBezTo>
                    <a:lnTo>
                      <a:pt x="117" y="25"/>
                    </a:lnTo>
                    <a:lnTo>
                      <a:pt x="109" y="17"/>
                    </a:lnTo>
                    <a:lnTo>
                      <a:pt x="117" y="17"/>
                    </a:lnTo>
                    <a:lnTo>
                      <a:pt x="100" y="9"/>
                    </a:lnTo>
                    <a:cubicBezTo>
                      <a:pt x="100" y="9"/>
                      <a:pt x="92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3" name="Google Shape;4223;p10"/>
              <p:cNvSpPr/>
              <p:nvPr/>
            </p:nvSpPr>
            <p:spPr>
              <a:xfrm>
                <a:off x="2830025" y="4110875"/>
                <a:ext cx="2925" cy="2725"/>
              </a:xfrm>
              <a:custGeom>
                <a:rect b="b" l="l" r="r" t="t"/>
                <a:pathLst>
                  <a:path extrusionOk="0" h="109" w="117">
                    <a:moveTo>
                      <a:pt x="50" y="0"/>
                    </a:moveTo>
                    <a:lnTo>
                      <a:pt x="33" y="9"/>
                    </a:lnTo>
                    <a:lnTo>
                      <a:pt x="25" y="17"/>
                    </a:lnTo>
                    <a:cubicBezTo>
                      <a:pt x="17" y="17"/>
                      <a:pt x="17" y="25"/>
                      <a:pt x="9" y="34"/>
                    </a:cubicBezTo>
                    <a:cubicBezTo>
                      <a:pt x="0" y="42"/>
                      <a:pt x="0" y="42"/>
                      <a:pt x="0" y="58"/>
                    </a:cubicBezTo>
                    <a:lnTo>
                      <a:pt x="0" y="67"/>
                    </a:lnTo>
                    <a:cubicBezTo>
                      <a:pt x="0" y="75"/>
                      <a:pt x="0" y="83"/>
                      <a:pt x="9" y="92"/>
                    </a:cubicBezTo>
                    <a:lnTo>
                      <a:pt x="25" y="108"/>
                    </a:lnTo>
                    <a:lnTo>
                      <a:pt x="58" y="108"/>
                    </a:lnTo>
                    <a:cubicBezTo>
                      <a:pt x="67" y="108"/>
                      <a:pt x="75" y="108"/>
                      <a:pt x="75" y="100"/>
                    </a:cubicBezTo>
                    <a:cubicBezTo>
                      <a:pt x="83" y="92"/>
                      <a:pt x="91" y="92"/>
                      <a:pt x="91" y="83"/>
                    </a:cubicBezTo>
                    <a:lnTo>
                      <a:pt x="100" y="67"/>
                    </a:lnTo>
                    <a:lnTo>
                      <a:pt x="100" y="58"/>
                    </a:lnTo>
                    <a:lnTo>
                      <a:pt x="108" y="58"/>
                    </a:lnTo>
                    <a:lnTo>
                      <a:pt x="116" y="42"/>
                    </a:lnTo>
                    <a:lnTo>
                      <a:pt x="108" y="50"/>
                    </a:lnTo>
                    <a:lnTo>
                      <a:pt x="108" y="50"/>
                    </a:lnTo>
                    <a:lnTo>
                      <a:pt x="116" y="34"/>
                    </a:lnTo>
                    <a:lnTo>
                      <a:pt x="116" y="25"/>
                    </a:lnTo>
                    <a:lnTo>
                      <a:pt x="116" y="17"/>
                    </a:lnTo>
                    <a:lnTo>
                      <a:pt x="108" y="9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4" name="Google Shape;4224;p10"/>
              <p:cNvSpPr/>
              <p:nvPr/>
            </p:nvSpPr>
            <p:spPr>
              <a:xfrm>
                <a:off x="2827525" y="4118125"/>
                <a:ext cx="2725" cy="1975"/>
              </a:xfrm>
              <a:custGeom>
                <a:rect b="b" l="l" r="r" t="t"/>
                <a:pathLst>
                  <a:path extrusionOk="0" h="79" w="109">
                    <a:moveTo>
                      <a:pt x="34" y="0"/>
                    </a:moveTo>
                    <a:lnTo>
                      <a:pt x="17" y="9"/>
                    </a:lnTo>
                    <a:lnTo>
                      <a:pt x="9" y="17"/>
                    </a:lnTo>
                    <a:lnTo>
                      <a:pt x="1" y="25"/>
                    </a:lnTo>
                    <a:lnTo>
                      <a:pt x="1" y="42"/>
                    </a:lnTo>
                    <a:lnTo>
                      <a:pt x="9" y="58"/>
                    </a:lnTo>
                    <a:cubicBezTo>
                      <a:pt x="9" y="58"/>
                      <a:pt x="9" y="67"/>
                      <a:pt x="17" y="67"/>
                    </a:cubicBezTo>
                    <a:cubicBezTo>
                      <a:pt x="23" y="73"/>
                      <a:pt x="29" y="78"/>
                      <a:pt x="38" y="78"/>
                    </a:cubicBezTo>
                    <a:cubicBezTo>
                      <a:pt x="42" y="78"/>
                      <a:pt x="46" y="77"/>
                      <a:pt x="51" y="75"/>
                    </a:cubicBezTo>
                    <a:lnTo>
                      <a:pt x="67" y="75"/>
                    </a:lnTo>
                    <a:cubicBezTo>
                      <a:pt x="75" y="75"/>
                      <a:pt x="84" y="67"/>
                      <a:pt x="92" y="67"/>
                    </a:cubicBezTo>
                    <a:lnTo>
                      <a:pt x="92" y="58"/>
                    </a:lnTo>
                    <a:lnTo>
                      <a:pt x="100" y="50"/>
                    </a:lnTo>
                    <a:lnTo>
                      <a:pt x="109" y="42"/>
                    </a:lnTo>
                    <a:lnTo>
                      <a:pt x="109" y="34"/>
                    </a:lnTo>
                    <a:cubicBezTo>
                      <a:pt x="109" y="25"/>
                      <a:pt x="100" y="17"/>
                      <a:pt x="100" y="9"/>
                    </a:cubicBezTo>
                    <a:lnTo>
                      <a:pt x="8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5" name="Google Shape;4225;p10"/>
              <p:cNvSpPr/>
              <p:nvPr/>
            </p:nvSpPr>
            <p:spPr>
              <a:xfrm>
                <a:off x="2835000" y="4117700"/>
                <a:ext cx="3550" cy="1900"/>
              </a:xfrm>
              <a:custGeom>
                <a:rect b="b" l="l" r="r" t="t"/>
                <a:pathLst>
                  <a:path extrusionOk="0" h="76" w="142">
                    <a:moveTo>
                      <a:pt x="42" y="1"/>
                    </a:moveTo>
                    <a:cubicBezTo>
                      <a:pt x="17" y="1"/>
                      <a:pt x="0" y="17"/>
                      <a:pt x="0" y="42"/>
                    </a:cubicBezTo>
                    <a:cubicBezTo>
                      <a:pt x="0" y="51"/>
                      <a:pt x="0" y="59"/>
                      <a:pt x="8" y="67"/>
                    </a:cubicBezTo>
                    <a:lnTo>
                      <a:pt x="25" y="75"/>
                    </a:lnTo>
                    <a:lnTo>
                      <a:pt x="116" y="75"/>
                    </a:lnTo>
                    <a:cubicBezTo>
                      <a:pt x="116" y="75"/>
                      <a:pt x="124" y="67"/>
                      <a:pt x="133" y="67"/>
                    </a:cubicBezTo>
                    <a:cubicBezTo>
                      <a:pt x="141" y="67"/>
                      <a:pt x="141" y="59"/>
                      <a:pt x="141" y="51"/>
                    </a:cubicBezTo>
                    <a:cubicBezTo>
                      <a:pt x="141" y="34"/>
                      <a:pt x="141" y="26"/>
                      <a:pt x="133" y="26"/>
                    </a:cubicBezTo>
                    <a:cubicBezTo>
                      <a:pt x="124" y="26"/>
                      <a:pt x="116" y="17"/>
                      <a:pt x="108" y="17"/>
                    </a:cubicBezTo>
                    <a:cubicBezTo>
                      <a:pt x="100" y="9"/>
                      <a:pt x="91" y="9"/>
                      <a:pt x="83" y="9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6" name="Google Shape;4226;p10"/>
              <p:cNvSpPr/>
              <p:nvPr/>
            </p:nvSpPr>
            <p:spPr>
              <a:xfrm>
                <a:off x="2797300" y="4122050"/>
                <a:ext cx="2500" cy="2100"/>
              </a:xfrm>
              <a:custGeom>
                <a:rect b="b" l="l" r="r" t="t"/>
                <a:pathLst>
                  <a:path extrusionOk="0" h="84" w="100">
                    <a:moveTo>
                      <a:pt x="42" y="1"/>
                    </a:moveTo>
                    <a:lnTo>
                      <a:pt x="25" y="9"/>
                    </a:lnTo>
                    <a:lnTo>
                      <a:pt x="17" y="9"/>
                    </a:lnTo>
                    <a:lnTo>
                      <a:pt x="9" y="26"/>
                    </a:lnTo>
                    <a:lnTo>
                      <a:pt x="0" y="34"/>
                    </a:lnTo>
                    <a:lnTo>
                      <a:pt x="0" y="42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9" y="67"/>
                    </a:lnTo>
                    <a:lnTo>
                      <a:pt x="17" y="75"/>
                    </a:lnTo>
                    <a:lnTo>
                      <a:pt x="25" y="84"/>
                    </a:lnTo>
                    <a:lnTo>
                      <a:pt x="58" y="84"/>
                    </a:lnTo>
                    <a:lnTo>
                      <a:pt x="75" y="75"/>
                    </a:lnTo>
                    <a:lnTo>
                      <a:pt x="83" y="67"/>
                    </a:lnTo>
                    <a:lnTo>
                      <a:pt x="91" y="51"/>
                    </a:lnTo>
                    <a:lnTo>
                      <a:pt x="100" y="51"/>
                    </a:lnTo>
                    <a:lnTo>
                      <a:pt x="100" y="34"/>
                    </a:lnTo>
                    <a:lnTo>
                      <a:pt x="100" y="26"/>
                    </a:lnTo>
                    <a:lnTo>
                      <a:pt x="91" y="9"/>
                    </a:lnTo>
                    <a:cubicBezTo>
                      <a:pt x="83" y="9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7" name="Google Shape;4227;p10"/>
              <p:cNvSpPr/>
              <p:nvPr/>
            </p:nvSpPr>
            <p:spPr>
              <a:xfrm>
                <a:off x="2799000" y="4125150"/>
                <a:ext cx="2600" cy="1925"/>
              </a:xfrm>
              <a:custGeom>
                <a:rect b="b" l="l" r="r" t="t"/>
                <a:pathLst>
                  <a:path extrusionOk="0" h="77" w="104">
                    <a:moveTo>
                      <a:pt x="56" y="0"/>
                    </a:moveTo>
                    <a:cubicBezTo>
                      <a:pt x="53" y="0"/>
                      <a:pt x="51" y="1"/>
                      <a:pt x="48" y="1"/>
                    </a:cubicBezTo>
                    <a:cubicBezTo>
                      <a:pt x="1" y="1"/>
                      <a:pt x="6" y="76"/>
                      <a:pt x="50" y="76"/>
                    </a:cubicBezTo>
                    <a:cubicBezTo>
                      <a:pt x="52" y="76"/>
                      <a:pt x="54" y="76"/>
                      <a:pt x="57" y="76"/>
                    </a:cubicBezTo>
                    <a:cubicBezTo>
                      <a:pt x="104" y="68"/>
                      <a:pt x="99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8" name="Google Shape;4228;p10"/>
              <p:cNvSpPr/>
              <p:nvPr/>
            </p:nvSpPr>
            <p:spPr>
              <a:xfrm>
                <a:off x="2831475" y="4027600"/>
                <a:ext cx="11000" cy="13950"/>
              </a:xfrm>
              <a:custGeom>
                <a:rect b="b" l="l" r="r" t="t"/>
                <a:pathLst>
                  <a:path extrusionOk="0" h="558" w="440">
                    <a:moveTo>
                      <a:pt x="390" y="1"/>
                    </a:moveTo>
                    <a:cubicBezTo>
                      <a:pt x="340" y="17"/>
                      <a:pt x="323" y="84"/>
                      <a:pt x="307" y="125"/>
                    </a:cubicBezTo>
                    <a:cubicBezTo>
                      <a:pt x="274" y="166"/>
                      <a:pt x="249" y="208"/>
                      <a:pt x="216" y="249"/>
                    </a:cubicBezTo>
                    <a:cubicBezTo>
                      <a:pt x="183" y="291"/>
                      <a:pt x="141" y="324"/>
                      <a:pt x="108" y="357"/>
                    </a:cubicBezTo>
                    <a:cubicBezTo>
                      <a:pt x="91" y="382"/>
                      <a:pt x="75" y="398"/>
                      <a:pt x="58" y="423"/>
                    </a:cubicBezTo>
                    <a:cubicBezTo>
                      <a:pt x="42" y="440"/>
                      <a:pt x="25" y="465"/>
                      <a:pt x="17" y="490"/>
                    </a:cubicBezTo>
                    <a:cubicBezTo>
                      <a:pt x="0" y="506"/>
                      <a:pt x="0" y="531"/>
                      <a:pt x="17" y="548"/>
                    </a:cubicBezTo>
                    <a:cubicBezTo>
                      <a:pt x="26" y="552"/>
                      <a:pt x="39" y="557"/>
                      <a:pt x="51" y="557"/>
                    </a:cubicBezTo>
                    <a:cubicBezTo>
                      <a:pt x="59" y="557"/>
                      <a:pt x="68" y="555"/>
                      <a:pt x="75" y="548"/>
                    </a:cubicBezTo>
                    <a:cubicBezTo>
                      <a:pt x="91" y="531"/>
                      <a:pt x="108" y="514"/>
                      <a:pt x="133" y="498"/>
                    </a:cubicBezTo>
                    <a:cubicBezTo>
                      <a:pt x="149" y="473"/>
                      <a:pt x="174" y="448"/>
                      <a:pt x="191" y="432"/>
                    </a:cubicBezTo>
                    <a:cubicBezTo>
                      <a:pt x="232" y="390"/>
                      <a:pt x="257" y="349"/>
                      <a:pt x="299" y="307"/>
                    </a:cubicBezTo>
                    <a:cubicBezTo>
                      <a:pt x="332" y="266"/>
                      <a:pt x="365" y="224"/>
                      <a:pt x="390" y="175"/>
                    </a:cubicBezTo>
                    <a:cubicBezTo>
                      <a:pt x="398" y="150"/>
                      <a:pt x="415" y="125"/>
                      <a:pt x="423" y="100"/>
                    </a:cubicBezTo>
                    <a:cubicBezTo>
                      <a:pt x="431" y="84"/>
                      <a:pt x="439" y="34"/>
                      <a:pt x="415" y="17"/>
                    </a:cubicBezTo>
                    <a:cubicBezTo>
                      <a:pt x="415" y="9"/>
                      <a:pt x="398" y="1"/>
                      <a:pt x="3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9" name="Google Shape;4229;p10"/>
              <p:cNvSpPr/>
              <p:nvPr/>
            </p:nvSpPr>
            <p:spPr>
              <a:xfrm>
                <a:off x="2842325" y="4014475"/>
                <a:ext cx="2850" cy="10150"/>
              </a:xfrm>
              <a:custGeom>
                <a:rect b="b" l="l" r="r" t="t"/>
                <a:pathLst>
                  <a:path extrusionOk="0" h="406" w="114">
                    <a:moveTo>
                      <a:pt x="83" y="0"/>
                    </a:moveTo>
                    <a:cubicBezTo>
                      <a:pt x="81" y="0"/>
                      <a:pt x="80" y="1"/>
                      <a:pt x="80" y="4"/>
                    </a:cubicBezTo>
                    <a:cubicBezTo>
                      <a:pt x="63" y="29"/>
                      <a:pt x="63" y="62"/>
                      <a:pt x="63" y="95"/>
                    </a:cubicBezTo>
                    <a:cubicBezTo>
                      <a:pt x="72" y="128"/>
                      <a:pt x="63" y="161"/>
                      <a:pt x="63" y="186"/>
                    </a:cubicBezTo>
                    <a:cubicBezTo>
                      <a:pt x="55" y="219"/>
                      <a:pt x="47" y="252"/>
                      <a:pt x="39" y="285"/>
                    </a:cubicBezTo>
                    <a:cubicBezTo>
                      <a:pt x="22" y="319"/>
                      <a:pt x="14" y="343"/>
                      <a:pt x="5" y="377"/>
                    </a:cubicBezTo>
                    <a:cubicBezTo>
                      <a:pt x="0" y="393"/>
                      <a:pt x="16" y="405"/>
                      <a:pt x="30" y="405"/>
                    </a:cubicBezTo>
                    <a:cubicBezTo>
                      <a:pt x="37" y="405"/>
                      <a:pt x="44" y="402"/>
                      <a:pt x="47" y="393"/>
                    </a:cubicBezTo>
                    <a:cubicBezTo>
                      <a:pt x="55" y="360"/>
                      <a:pt x="72" y="327"/>
                      <a:pt x="80" y="294"/>
                    </a:cubicBezTo>
                    <a:cubicBezTo>
                      <a:pt x="80" y="261"/>
                      <a:pt x="88" y="227"/>
                      <a:pt x="97" y="194"/>
                    </a:cubicBezTo>
                    <a:cubicBezTo>
                      <a:pt x="97" y="161"/>
                      <a:pt x="105" y="128"/>
                      <a:pt x="105" y="95"/>
                    </a:cubicBezTo>
                    <a:cubicBezTo>
                      <a:pt x="105" y="70"/>
                      <a:pt x="113" y="29"/>
                      <a:pt x="97" y="4"/>
                    </a:cubicBezTo>
                    <a:cubicBezTo>
                      <a:pt x="91" y="4"/>
                      <a:pt x="86" y="0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0" name="Google Shape;4230;p10"/>
              <p:cNvSpPr/>
              <p:nvPr/>
            </p:nvSpPr>
            <p:spPr>
              <a:xfrm>
                <a:off x="2843475" y="4004400"/>
                <a:ext cx="1900" cy="4575"/>
              </a:xfrm>
              <a:custGeom>
                <a:rect b="b" l="l" r="r" t="t"/>
                <a:pathLst>
                  <a:path extrusionOk="0" h="183" w="76">
                    <a:moveTo>
                      <a:pt x="9" y="1"/>
                    </a:moveTo>
                    <a:cubicBezTo>
                      <a:pt x="1" y="17"/>
                      <a:pt x="1" y="34"/>
                      <a:pt x="1" y="42"/>
                    </a:cubicBezTo>
                    <a:cubicBezTo>
                      <a:pt x="1" y="59"/>
                      <a:pt x="1" y="75"/>
                      <a:pt x="9" y="84"/>
                    </a:cubicBezTo>
                    <a:cubicBezTo>
                      <a:pt x="9" y="100"/>
                      <a:pt x="9" y="117"/>
                      <a:pt x="9" y="125"/>
                    </a:cubicBezTo>
                    <a:cubicBezTo>
                      <a:pt x="17" y="142"/>
                      <a:pt x="17" y="158"/>
                      <a:pt x="26" y="166"/>
                    </a:cubicBezTo>
                    <a:cubicBezTo>
                      <a:pt x="26" y="183"/>
                      <a:pt x="42" y="183"/>
                      <a:pt x="59" y="183"/>
                    </a:cubicBezTo>
                    <a:cubicBezTo>
                      <a:pt x="67" y="175"/>
                      <a:pt x="75" y="166"/>
                      <a:pt x="67" y="150"/>
                    </a:cubicBezTo>
                    <a:cubicBezTo>
                      <a:pt x="59" y="125"/>
                      <a:pt x="59" y="100"/>
                      <a:pt x="51" y="75"/>
                    </a:cubicBezTo>
                    <a:cubicBezTo>
                      <a:pt x="42" y="59"/>
                      <a:pt x="42" y="50"/>
                      <a:pt x="42" y="42"/>
                    </a:cubicBezTo>
                    <a:cubicBezTo>
                      <a:pt x="34" y="26"/>
                      <a:pt x="34" y="9"/>
                      <a:pt x="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1" name="Google Shape;4231;p10"/>
              <p:cNvSpPr/>
              <p:nvPr/>
            </p:nvSpPr>
            <p:spPr>
              <a:xfrm>
                <a:off x="2841200" y="3994750"/>
                <a:ext cx="2300" cy="6375"/>
              </a:xfrm>
              <a:custGeom>
                <a:rect b="b" l="l" r="r" t="t"/>
                <a:pathLst>
                  <a:path extrusionOk="0" h="255" w="92">
                    <a:moveTo>
                      <a:pt x="29" y="0"/>
                    </a:moveTo>
                    <a:cubicBezTo>
                      <a:pt x="22" y="0"/>
                      <a:pt x="14" y="4"/>
                      <a:pt x="9" y="14"/>
                    </a:cubicBezTo>
                    <a:cubicBezTo>
                      <a:pt x="9" y="22"/>
                      <a:pt x="9" y="30"/>
                      <a:pt x="9" y="39"/>
                    </a:cubicBezTo>
                    <a:cubicBezTo>
                      <a:pt x="9" y="47"/>
                      <a:pt x="9" y="47"/>
                      <a:pt x="1" y="55"/>
                    </a:cubicBezTo>
                    <a:cubicBezTo>
                      <a:pt x="1" y="64"/>
                      <a:pt x="1" y="80"/>
                      <a:pt x="1" y="97"/>
                    </a:cubicBezTo>
                    <a:cubicBezTo>
                      <a:pt x="1" y="105"/>
                      <a:pt x="1" y="113"/>
                      <a:pt x="1" y="122"/>
                    </a:cubicBezTo>
                    <a:cubicBezTo>
                      <a:pt x="1" y="138"/>
                      <a:pt x="9" y="155"/>
                      <a:pt x="9" y="171"/>
                    </a:cubicBezTo>
                    <a:lnTo>
                      <a:pt x="17" y="171"/>
                    </a:lnTo>
                    <a:cubicBezTo>
                      <a:pt x="17" y="188"/>
                      <a:pt x="17" y="204"/>
                      <a:pt x="26" y="221"/>
                    </a:cubicBezTo>
                    <a:cubicBezTo>
                      <a:pt x="26" y="238"/>
                      <a:pt x="42" y="254"/>
                      <a:pt x="59" y="254"/>
                    </a:cubicBezTo>
                    <a:cubicBezTo>
                      <a:pt x="84" y="246"/>
                      <a:pt x="92" y="229"/>
                      <a:pt x="92" y="213"/>
                    </a:cubicBezTo>
                    <a:lnTo>
                      <a:pt x="84" y="163"/>
                    </a:lnTo>
                    <a:cubicBezTo>
                      <a:pt x="84" y="146"/>
                      <a:pt x="84" y="122"/>
                      <a:pt x="84" y="105"/>
                    </a:cubicBezTo>
                    <a:cubicBezTo>
                      <a:pt x="75" y="88"/>
                      <a:pt x="75" y="64"/>
                      <a:pt x="67" y="47"/>
                    </a:cubicBezTo>
                    <a:cubicBezTo>
                      <a:pt x="59" y="47"/>
                      <a:pt x="59" y="39"/>
                      <a:pt x="59" y="30"/>
                    </a:cubicBezTo>
                    <a:cubicBezTo>
                      <a:pt x="50" y="22"/>
                      <a:pt x="50" y="14"/>
                      <a:pt x="42" y="6"/>
                    </a:cubicBezTo>
                    <a:cubicBezTo>
                      <a:pt x="39" y="2"/>
                      <a:pt x="34" y="0"/>
                      <a:pt x="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2" name="Google Shape;4232;p10"/>
              <p:cNvSpPr/>
              <p:nvPr/>
            </p:nvSpPr>
            <p:spPr>
              <a:xfrm>
                <a:off x="2840250" y="3973050"/>
                <a:ext cx="9475" cy="16800"/>
              </a:xfrm>
              <a:custGeom>
                <a:rect b="b" l="l" r="r" t="t"/>
                <a:pathLst>
                  <a:path extrusionOk="0" h="672" w="379">
                    <a:moveTo>
                      <a:pt x="351" y="0"/>
                    </a:moveTo>
                    <a:cubicBezTo>
                      <a:pt x="346" y="0"/>
                      <a:pt x="341" y="2"/>
                      <a:pt x="337" y="4"/>
                    </a:cubicBezTo>
                    <a:cubicBezTo>
                      <a:pt x="287" y="28"/>
                      <a:pt x="254" y="86"/>
                      <a:pt x="229" y="128"/>
                    </a:cubicBezTo>
                    <a:cubicBezTo>
                      <a:pt x="196" y="186"/>
                      <a:pt x="171" y="236"/>
                      <a:pt x="138" y="294"/>
                    </a:cubicBezTo>
                    <a:cubicBezTo>
                      <a:pt x="88" y="401"/>
                      <a:pt x="47" y="509"/>
                      <a:pt x="6" y="625"/>
                    </a:cubicBezTo>
                    <a:cubicBezTo>
                      <a:pt x="0" y="651"/>
                      <a:pt x="22" y="671"/>
                      <a:pt x="45" y="671"/>
                    </a:cubicBezTo>
                    <a:cubicBezTo>
                      <a:pt x="58" y="671"/>
                      <a:pt x="71" y="665"/>
                      <a:pt x="80" y="650"/>
                    </a:cubicBezTo>
                    <a:cubicBezTo>
                      <a:pt x="130" y="542"/>
                      <a:pt x="180" y="443"/>
                      <a:pt x="238" y="335"/>
                    </a:cubicBezTo>
                    <a:cubicBezTo>
                      <a:pt x="262" y="285"/>
                      <a:pt x="296" y="236"/>
                      <a:pt x="320" y="186"/>
                    </a:cubicBezTo>
                    <a:cubicBezTo>
                      <a:pt x="345" y="136"/>
                      <a:pt x="378" y="78"/>
                      <a:pt x="378" y="28"/>
                    </a:cubicBezTo>
                    <a:cubicBezTo>
                      <a:pt x="378" y="10"/>
                      <a:pt x="364" y="0"/>
                      <a:pt x="3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3" name="Google Shape;4233;p10"/>
              <p:cNvSpPr/>
              <p:nvPr/>
            </p:nvSpPr>
            <p:spPr>
              <a:xfrm>
                <a:off x="2858600" y="3975450"/>
                <a:ext cx="6650" cy="23650"/>
              </a:xfrm>
              <a:custGeom>
                <a:rect b="b" l="l" r="r" t="t"/>
                <a:pathLst>
                  <a:path extrusionOk="0" h="946" w="266">
                    <a:moveTo>
                      <a:pt x="195" y="1"/>
                    </a:moveTo>
                    <a:cubicBezTo>
                      <a:pt x="152" y="1"/>
                      <a:pt x="131" y="86"/>
                      <a:pt x="117" y="115"/>
                    </a:cubicBezTo>
                    <a:cubicBezTo>
                      <a:pt x="75" y="231"/>
                      <a:pt x="42" y="355"/>
                      <a:pt x="26" y="488"/>
                    </a:cubicBezTo>
                    <a:cubicBezTo>
                      <a:pt x="17" y="562"/>
                      <a:pt x="9" y="637"/>
                      <a:pt x="1" y="711"/>
                    </a:cubicBezTo>
                    <a:cubicBezTo>
                      <a:pt x="1" y="778"/>
                      <a:pt x="9" y="852"/>
                      <a:pt x="9" y="927"/>
                    </a:cubicBezTo>
                    <a:cubicBezTo>
                      <a:pt x="9" y="939"/>
                      <a:pt x="19" y="945"/>
                      <a:pt x="30" y="945"/>
                    </a:cubicBezTo>
                    <a:cubicBezTo>
                      <a:pt x="40" y="945"/>
                      <a:pt x="50" y="939"/>
                      <a:pt x="50" y="927"/>
                    </a:cubicBezTo>
                    <a:cubicBezTo>
                      <a:pt x="59" y="860"/>
                      <a:pt x="75" y="794"/>
                      <a:pt x="84" y="736"/>
                    </a:cubicBezTo>
                    <a:cubicBezTo>
                      <a:pt x="92" y="662"/>
                      <a:pt x="92" y="595"/>
                      <a:pt x="100" y="529"/>
                    </a:cubicBezTo>
                    <a:cubicBezTo>
                      <a:pt x="117" y="405"/>
                      <a:pt x="150" y="272"/>
                      <a:pt x="191" y="148"/>
                    </a:cubicBezTo>
                    <a:cubicBezTo>
                      <a:pt x="208" y="115"/>
                      <a:pt x="266" y="32"/>
                      <a:pt x="216" y="7"/>
                    </a:cubicBezTo>
                    <a:cubicBezTo>
                      <a:pt x="209" y="3"/>
                      <a:pt x="202" y="1"/>
                      <a:pt x="1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4" name="Google Shape;4234;p10"/>
              <p:cNvSpPr/>
              <p:nvPr/>
            </p:nvSpPr>
            <p:spPr>
              <a:xfrm>
                <a:off x="2865225" y="3966700"/>
                <a:ext cx="3350" cy="4175"/>
              </a:xfrm>
              <a:custGeom>
                <a:rect b="b" l="l" r="r" t="t"/>
                <a:pathLst>
                  <a:path extrusionOk="0" h="167" w="134">
                    <a:moveTo>
                      <a:pt x="100" y="1"/>
                    </a:moveTo>
                    <a:lnTo>
                      <a:pt x="92" y="9"/>
                    </a:lnTo>
                    <a:cubicBezTo>
                      <a:pt x="84" y="9"/>
                      <a:pt x="75" y="9"/>
                      <a:pt x="67" y="17"/>
                    </a:cubicBezTo>
                    <a:lnTo>
                      <a:pt x="59" y="34"/>
                    </a:lnTo>
                    <a:lnTo>
                      <a:pt x="51" y="42"/>
                    </a:lnTo>
                    <a:lnTo>
                      <a:pt x="42" y="59"/>
                    </a:lnTo>
                    <a:cubicBezTo>
                      <a:pt x="34" y="75"/>
                      <a:pt x="17" y="92"/>
                      <a:pt x="9" y="108"/>
                    </a:cubicBezTo>
                    <a:cubicBezTo>
                      <a:pt x="1" y="117"/>
                      <a:pt x="1" y="125"/>
                      <a:pt x="1" y="133"/>
                    </a:cubicBezTo>
                    <a:cubicBezTo>
                      <a:pt x="1" y="142"/>
                      <a:pt x="9" y="158"/>
                      <a:pt x="17" y="158"/>
                    </a:cubicBezTo>
                    <a:cubicBezTo>
                      <a:pt x="26" y="166"/>
                      <a:pt x="34" y="166"/>
                      <a:pt x="42" y="166"/>
                    </a:cubicBezTo>
                    <a:cubicBezTo>
                      <a:pt x="51" y="166"/>
                      <a:pt x="59" y="158"/>
                      <a:pt x="67" y="150"/>
                    </a:cubicBezTo>
                    <a:cubicBezTo>
                      <a:pt x="75" y="133"/>
                      <a:pt x="92" y="117"/>
                      <a:pt x="100" y="100"/>
                    </a:cubicBezTo>
                    <a:cubicBezTo>
                      <a:pt x="109" y="92"/>
                      <a:pt x="117" y="84"/>
                      <a:pt x="125" y="67"/>
                    </a:cubicBezTo>
                    <a:lnTo>
                      <a:pt x="125" y="59"/>
                    </a:lnTo>
                    <a:cubicBezTo>
                      <a:pt x="133" y="50"/>
                      <a:pt x="133" y="34"/>
                      <a:pt x="133" y="26"/>
                    </a:cubicBezTo>
                    <a:cubicBezTo>
                      <a:pt x="133" y="17"/>
                      <a:pt x="125" y="9"/>
                      <a:pt x="117" y="9"/>
                    </a:cubicBezTo>
                    <a:cubicBezTo>
                      <a:pt x="117" y="1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5" name="Google Shape;4235;p10"/>
              <p:cNvSpPr/>
              <p:nvPr/>
            </p:nvSpPr>
            <p:spPr>
              <a:xfrm>
                <a:off x="2858400" y="3955725"/>
                <a:ext cx="8725" cy="8750"/>
              </a:xfrm>
              <a:custGeom>
                <a:rect b="b" l="l" r="r" t="t"/>
                <a:pathLst>
                  <a:path extrusionOk="0" h="350" w="349">
                    <a:moveTo>
                      <a:pt x="307" y="1"/>
                    </a:moveTo>
                    <a:cubicBezTo>
                      <a:pt x="299" y="9"/>
                      <a:pt x="290" y="9"/>
                      <a:pt x="282" y="17"/>
                    </a:cubicBezTo>
                    <a:cubicBezTo>
                      <a:pt x="266" y="25"/>
                      <a:pt x="249" y="34"/>
                      <a:pt x="232" y="50"/>
                    </a:cubicBezTo>
                    <a:cubicBezTo>
                      <a:pt x="208" y="75"/>
                      <a:pt x="174" y="100"/>
                      <a:pt x="150" y="133"/>
                    </a:cubicBezTo>
                    <a:cubicBezTo>
                      <a:pt x="100" y="183"/>
                      <a:pt x="58" y="241"/>
                      <a:pt x="9" y="299"/>
                    </a:cubicBezTo>
                    <a:cubicBezTo>
                      <a:pt x="0" y="315"/>
                      <a:pt x="9" y="332"/>
                      <a:pt x="17" y="340"/>
                    </a:cubicBezTo>
                    <a:cubicBezTo>
                      <a:pt x="24" y="347"/>
                      <a:pt x="31" y="350"/>
                      <a:pt x="37" y="350"/>
                    </a:cubicBezTo>
                    <a:cubicBezTo>
                      <a:pt x="46" y="350"/>
                      <a:pt x="54" y="345"/>
                      <a:pt x="58" y="340"/>
                    </a:cubicBezTo>
                    <a:cubicBezTo>
                      <a:pt x="108" y="282"/>
                      <a:pt x="166" y="241"/>
                      <a:pt x="216" y="191"/>
                    </a:cubicBezTo>
                    <a:cubicBezTo>
                      <a:pt x="241" y="158"/>
                      <a:pt x="266" y="141"/>
                      <a:pt x="290" y="108"/>
                    </a:cubicBezTo>
                    <a:cubicBezTo>
                      <a:pt x="307" y="100"/>
                      <a:pt x="315" y="83"/>
                      <a:pt x="324" y="67"/>
                    </a:cubicBezTo>
                    <a:cubicBezTo>
                      <a:pt x="340" y="59"/>
                      <a:pt x="348" y="42"/>
                      <a:pt x="348" y="25"/>
                    </a:cubicBezTo>
                    <a:cubicBezTo>
                      <a:pt x="348" y="9"/>
                      <a:pt x="348" y="1"/>
                      <a:pt x="3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6" name="Google Shape;4236;p10"/>
              <p:cNvSpPr/>
              <p:nvPr/>
            </p:nvSpPr>
            <p:spPr>
              <a:xfrm>
                <a:off x="2867100" y="3959250"/>
                <a:ext cx="1900" cy="2725"/>
              </a:xfrm>
              <a:custGeom>
                <a:rect b="b" l="l" r="r" t="t"/>
                <a:pathLst>
                  <a:path extrusionOk="0" h="109" w="76">
                    <a:moveTo>
                      <a:pt x="42" y="0"/>
                    </a:moveTo>
                    <a:cubicBezTo>
                      <a:pt x="34" y="9"/>
                      <a:pt x="25" y="9"/>
                      <a:pt x="25" y="17"/>
                    </a:cubicBezTo>
                    <a:cubicBezTo>
                      <a:pt x="17" y="25"/>
                      <a:pt x="9" y="42"/>
                      <a:pt x="9" y="58"/>
                    </a:cubicBezTo>
                    <a:cubicBezTo>
                      <a:pt x="9" y="58"/>
                      <a:pt x="0" y="67"/>
                      <a:pt x="9" y="75"/>
                    </a:cubicBezTo>
                    <a:cubicBezTo>
                      <a:pt x="9" y="83"/>
                      <a:pt x="9" y="92"/>
                      <a:pt x="9" y="100"/>
                    </a:cubicBezTo>
                    <a:cubicBezTo>
                      <a:pt x="17" y="100"/>
                      <a:pt x="17" y="108"/>
                      <a:pt x="25" y="108"/>
                    </a:cubicBezTo>
                    <a:lnTo>
                      <a:pt x="42" y="100"/>
                    </a:lnTo>
                    <a:lnTo>
                      <a:pt x="42" y="83"/>
                    </a:lnTo>
                    <a:lnTo>
                      <a:pt x="50" y="75"/>
                    </a:lnTo>
                    <a:cubicBezTo>
                      <a:pt x="50" y="67"/>
                      <a:pt x="50" y="58"/>
                      <a:pt x="58" y="58"/>
                    </a:cubicBezTo>
                    <a:lnTo>
                      <a:pt x="67" y="42"/>
                    </a:lnTo>
                    <a:cubicBezTo>
                      <a:pt x="75" y="34"/>
                      <a:pt x="67" y="17"/>
                      <a:pt x="58" y="9"/>
                    </a:cubicBezTo>
                    <a:cubicBezTo>
                      <a:pt x="50" y="9"/>
                      <a:pt x="50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7" name="Google Shape;4237;p10"/>
              <p:cNvSpPr/>
              <p:nvPr/>
            </p:nvSpPr>
            <p:spPr>
              <a:xfrm>
                <a:off x="2936000" y="4113375"/>
                <a:ext cx="8800" cy="13925"/>
              </a:xfrm>
              <a:custGeom>
                <a:rect b="b" l="l" r="r" t="t"/>
                <a:pathLst>
                  <a:path extrusionOk="0" h="557" w="352">
                    <a:moveTo>
                      <a:pt x="63" y="1"/>
                    </a:moveTo>
                    <a:cubicBezTo>
                      <a:pt x="33" y="1"/>
                      <a:pt x="0" y="33"/>
                      <a:pt x="20" y="66"/>
                    </a:cubicBezTo>
                    <a:cubicBezTo>
                      <a:pt x="62" y="141"/>
                      <a:pt x="111" y="215"/>
                      <a:pt x="144" y="290"/>
                    </a:cubicBezTo>
                    <a:cubicBezTo>
                      <a:pt x="161" y="331"/>
                      <a:pt x="178" y="373"/>
                      <a:pt x="194" y="414"/>
                    </a:cubicBezTo>
                    <a:cubicBezTo>
                      <a:pt x="202" y="456"/>
                      <a:pt x="211" y="505"/>
                      <a:pt x="244" y="538"/>
                    </a:cubicBezTo>
                    <a:cubicBezTo>
                      <a:pt x="255" y="550"/>
                      <a:pt x="269" y="556"/>
                      <a:pt x="281" y="556"/>
                    </a:cubicBezTo>
                    <a:cubicBezTo>
                      <a:pt x="296" y="556"/>
                      <a:pt x="309" y="548"/>
                      <a:pt x="318" y="530"/>
                    </a:cubicBezTo>
                    <a:cubicBezTo>
                      <a:pt x="352" y="480"/>
                      <a:pt x="327" y="431"/>
                      <a:pt x="318" y="381"/>
                    </a:cubicBezTo>
                    <a:cubicBezTo>
                      <a:pt x="302" y="331"/>
                      <a:pt x="285" y="282"/>
                      <a:pt x="269" y="240"/>
                    </a:cubicBezTo>
                    <a:cubicBezTo>
                      <a:pt x="227" y="157"/>
                      <a:pt x="169" y="66"/>
                      <a:pt x="86" y="8"/>
                    </a:cubicBezTo>
                    <a:cubicBezTo>
                      <a:pt x="79" y="3"/>
                      <a:pt x="71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8" name="Google Shape;4238;p10"/>
              <p:cNvSpPr/>
              <p:nvPr/>
            </p:nvSpPr>
            <p:spPr>
              <a:xfrm>
                <a:off x="2941875" y="4109575"/>
                <a:ext cx="5400" cy="9500"/>
              </a:xfrm>
              <a:custGeom>
                <a:rect b="b" l="l" r="r" t="t"/>
                <a:pathLst>
                  <a:path extrusionOk="0" h="380" w="216">
                    <a:moveTo>
                      <a:pt x="44" y="1"/>
                    </a:moveTo>
                    <a:cubicBezTo>
                      <a:pt x="40" y="1"/>
                      <a:pt x="37" y="1"/>
                      <a:pt x="34" y="3"/>
                    </a:cubicBezTo>
                    <a:cubicBezTo>
                      <a:pt x="9" y="11"/>
                      <a:pt x="1" y="44"/>
                      <a:pt x="9" y="61"/>
                    </a:cubicBezTo>
                    <a:cubicBezTo>
                      <a:pt x="34" y="119"/>
                      <a:pt x="50" y="168"/>
                      <a:pt x="75" y="218"/>
                    </a:cubicBezTo>
                    <a:cubicBezTo>
                      <a:pt x="83" y="243"/>
                      <a:pt x="100" y="268"/>
                      <a:pt x="108" y="293"/>
                    </a:cubicBezTo>
                    <a:cubicBezTo>
                      <a:pt x="125" y="318"/>
                      <a:pt x="141" y="342"/>
                      <a:pt x="158" y="367"/>
                    </a:cubicBezTo>
                    <a:cubicBezTo>
                      <a:pt x="163" y="376"/>
                      <a:pt x="172" y="379"/>
                      <a:pt x="180" y="379"/>
                    </a:cubicBezTo>
                    <a:cubicBezTo>
                      <a:pt x="198" y="379"/>
                      <a:pt x="216" y="365"/>
                      <a:pt x="216" y="342"/>
                    </a:cubicBezTo>
                    <a:cubicBezTo>
                      <a:pt x="208" y="318"/>
                      <a:pt x="199" y="293"/>
                      <a:pt x="191" y="260"/>
                    </a:cubicBezTo>
                    <a:cubicBezTo>
                      <a:pt x="183" y="235"/>
                      <a:pt x="166" y="210"/>
                      <a:pt x="158" y="185"/>
                    </a:cubicBezTo>
                    <a:cubicBezTo>
                      <a:pt x="133" y="135"/>
                      <a:pt x="108" y="77"/>
                      <a:pt x="92" y="28"/>
                    </a:cubicBezTo>
                    <a:cubicBezTo>
                      <a:pt x="85" y="14"/>
                      <a:pt x="62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9" name="Google Shape;4239;p10"/>
              <p:cNvSpPr/>
              <p:nvPr/>
            </p:nvSpPr>
            <p:spPr>
              <a:xfrm>
                <a:off x="2947775" y="4106075"/>
                <a:ext cx="5250" cy="12025"/>
              </a:xfrm>
              <a:custGeom>
                <a:rect b="b" l="l" r="r" t="t"/>
                <a:pathLst>
                  <a:path extrusionOk="0" h="481" w="210">
                    <a:moveTo>
                      <a:pt x="44" y="0"/>
                    </a:moveTo>
                    <a:cubicBezTo>
                      <a:pt x="22" y="0"/>
                      <a:pt x="0" y="15"/>
                      <a:pt x="5" y="43"/>
                    </a:cubicBezTo>
                    <a:cubicBezTo>
                      <a:pt x="21" y="118"/>
                      <a:pt x="46" y="192"/>
                      <a:pt x="63" y="267"/>
                    </a:cubicBezTo>
                    <a:cubicBezTo>
                      <a:pt x="88" y="342"/>
                      <a:pt x="121" y="408"/>
                      <a:pt x="162" y="474"/>
                    </a:cubicBezTo>
                    <a:cubicBezTo>
                      <a:pt x="167" y="479"/>
                      <a:pt x="173" y="481"/>
                      <a:pt x="180" y="481"/>
                    </a:cubicBezTo>
                    <a:cubicBezTo>
                      <a:pt x="195" y="481"/>
                      <a:pt x="210" y="469"/>
                      <a:pt x="204" y="458"/>
                    </a:cubicBezTo>
                    <a:cubicBezTo>
                      <a:pt x="187" y="383"/>
                      <a:pt x="162" y="317"/>
                      <a:pt x="137" y="242"/>
                    </a:cubicBezTo>
                    <a:cubicBezTo>
                      <a:pt x="113" y="176"/>
                      <a:pt x="96" y="101"/>
                      <a:pt x="79" y="27"/>
                    </a:cubicBezTo>
                    <a:cubicBezTo>
                      <a:pt x="76" y="9"/>
                      <a:pt x="60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0" name="Google Shape;4240;p10"/>
              <p:cNvSpPr/>
              <p:nvPr/>
            </p:nvSpPr>
            <p:spPr>
              <a:xfrm>
                <a:off x="2949125" y="4097450"/>
                <a:ext cx="12100" cy="17375"/>
              </a:xfrm>
              <a:custGeom>
                <a:rect b="b" l="l" r="r" t="t"/>
                <a:pathLst>
                  <a:path extrusionOk="0" h="695" w="484">
                    <a:moveTo>
                      <a:pt x="65" y="0"/>
                    </a:moveTo>
                    <a:cubicBezTo>
                      <a:pt x="31" y="0"/>
                      <a:pt x="1" y="37"/>
                      <a:pt x="25" y="73"/>
                    </a:cubicBezTo>
                    <a:cubicBezTo>
                      <a:pt x="175" y="264"/>
                      <a:pt x="290" y="463"/>
                      <a:pt x="398" y="670"/>
                    </a:cubicBezTo>
                    <a:cubicBezTo>
                      <a:pt x="407" y="687"/>
                      <a:pt x="421" y="695"/>
                      <a:pt x="434" y="695"/>
                    </a:cubicBezTo>
                    <a:cubicBezTo>
                      <a:pt x="459" y="695"/>
                      <a:pt x="484" y="669"/>
                      <a:pt x="473" y="637"/>
                    </a:cubicBezTo>
                    <a:cubicBezTo>
                      <a:pt x="406" y="405"/>
                      <a:pt x="266" y="198"/>
                      <a:pt x="100" y="15"/>
                    </a:cubicBezTo>
                    <a:cubicBezTo>
                      <a:pt x="89" y="5"/>
                      <a:pt x="77" y="0"/>
                      <a:pt x="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1" name="Google Shape;4241;p10"/>
              <p:cNvSpPr/>
              <p:nvPr/>
            </p:nvSpPr>
            <p:spPr>
              <a:xfrm>
                <a:off x="2957625" y="4101575"/>
                <a:ext cx="14525" cy="28050"/>
              </a:xfrm>
              <a:custGeom>
                <a:rect b="b" l="l" r="r" t="t"/>
                <a:pathLst>
                  <a:path extrusionOk="0" h="1122" w="581">
                    <a:moveTo>
                      <a:pt x="64" y="1"/>
                    </a:moveTo>
                    <a:cubicBezTo>
                      <a:pt x="30" y="1"/>
                      <a:pt x="1" y="35"/>
                      <a:pt x="25" y="66"/>
                    </a:cubicBezTo>
                    <a:cubicBezTo>
                      <a:pt x="158" y="215"/>
                      <a:pt x="265" y="372"/>
                      <a:pt x="340" y="546"/>
                    </a:cubicBezTo>
                    <a:cubicBezTo>
                      <a:pt x="423" y="720"/>
                      <a:pt x="464" y="911"/>
                      <a:pt x="506" y="1093"/>
                    </a:cubicBezTo>
                    <a:cubicBezTo>
                      <a:pt x="514" y="1111"/>
                      <a:pt x="535" y="1121"/>
                      <a:pt x="552" y="1121"/>
                    </a:cubicBezTo>
                    <a:cubicBezTo>
                      <a:pt x="567" y="1121"/>
                      <a:pt x="580" y="1113"/>
                      <a:pt x="580" y="1093"/>
                    </a:cubicBezTo>
                    <a:cubicBezTo>
                      <a:pt x="580" y="894"/>
                      <a:pt x="522" y="696"/>
                      <a:pt x="439" y="513"/>
                    </a:cubicBezTo>
                    <a:cubicBezTo>
                      <a:pt x="356" y="331"/>
                      <a:pt x="240" y="165"/>
                      <a:pt x="100" y="16"/>
                    </a:cubicBezTo>
                    <a:cubicBezTo>
                      <a:pt x="89" y="5"/>
                      <a:pt x="76" y="1"/>
                      <a:pt x="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2" name="Google Shape;4242;p10"/>
              <p:cNvSpPr/>
              <p:nvPr/>
            </p:nvSpPr>
            <p:spPr>
              <a:xfrm>
                <a:off x="2971500" y="4102200"/>
                <a:ext cx="8150" cy="23775"/>
              </a:xfrm>
              <a:custGeom>
                <a:rect b="b" l="l" r="r" t="t"/>
                <a:pathLst>
                  <a:path extrusionOk="0" h="951" w="326">
                    <a:moveTo>
                      <a:pt x="44" y="1"/>
                    </a:moveTo>
                    <a:cubicBezTo>
                      <a:pt x="22" y="1"/>
                      <a:pt x="0" y="19"/>
                      <a:pt x="0" y="49"/>
                    </a:cubicBezTo>
                    <a:lnTo>
                      <a:pt x="9" y="49"/>
                    </a:lnTo>
                    <a:cubicBezTo>
                      <a:pt x="9" y="124"/>
                      <a:pt x="33" y="198"/>
                      <a:pt x="50" y="273"/>
                    </a:cubicBezTo>
                    <a:cubicBezTo>
                      <a:pt x="67" y="339"/>
                      <a:pt x="91" y="414"/>
                      <a:pt x="108" y="488"/>
                    </a:cubicBezTo>
                    <a:cubicBezTo>
                      <a:pt x="149" y="637"/>
                      <a:pt x="191" y="778"/>
                      <a:pt x="232" y="927"/>
                    </a:cubicBezTo>
                    <a:cubicBezTo>
                      <a:pt x="239" y="944"/>
                      <a:pt x="255" y="951"/>
                      <a:pt x="272" y="951"/>
                    </a:cubicBezTo>
                    <a:cubicBezTo>
                      <a:pt x="298" y="951"/>
                      <a:pt x="325" y="933"/>
                      <a:pt x="315" y="903"/>
                    </a:cubicBezTo>
                    <a:cubicBezTo>
                      <a:pt x="282" y="753"/>
                      <a:pt x="249" y="604"/>
                      <a:pt x="207" y="455"/>
                    </a:cubicBezTo>
                    <a:cubicBezTo>
                      <a:pt x="191" y="381"/>
                      <a:pt x="174" y="306"/>
                      <a:pt x="149" y="240"/>
                    </a:cubicBezTo>
                    <a:cubicBezTo>
                      <a:pt x="133" y="165"/>
                      <a:pt x="116" y="91"/>
                      <a:pt x="83" y="24"/>
                    </a:cubicBezTo>
                    <a:cubicBezTo>
                      <a:pt x="74" y="8"/>
                      <a:pt x="59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3" name="Google Shape;4243;p10"/>
              <p:cNvSpPr/>
              <p:nvPr/>
            </p:nvSpPr>
            <p:spPr>
              <a:xfrm>
                <a:off x="2979425" y="4094200"/>
                <a:ext cx="10325" cy="24150"/>
              </a:xfrm>
              <a:custGeom>
                <a:rect b="b" l="l" r="r" t="t"/>
                <a:pathLst>
                  <a:path extrusionOk="0" h="966" w="413">
                    <a:moveTo>
                      <a:pt x="34" y="1"/>
                    </a:moveTo>
                    <a:cubicBezTo>
                      <a:pt x="18" y="1"/>
                      <a:pt x="1" y="16"/>
                      <a:pt x="6" y="38"/>
                    </a:cubicBezTo>
                    <a:lnTo>
                      <a:pt x="6" y="29"/>
                    </a:lnTo>
                    <a:cubicBezTo>
                      <a:pt x="6" y="112"/>
                      <a:pt x="40" y="187"/>
                      <a:pt x="64" y="253"/>
                    </a:cubicBezTo>
                    <a:cubicBezTo>
                      <a:pt x="89" y="336"/>
                      <a:pt x="122" y="411"/>
                      <a:pt x="147" y="485"/>
                    </a:cubicBezTo>
                    <a:cubicBezTo>
                      <a:pt x="205" y="634"/>
                      <a:pt x="263" y="783"/>
                      <a:pt x="313" y="941"/>
                    </a:cubicBezTo>
                    <a:cubicBezTo>
                      <a:pt x="319" y="958"/>
                      <a:pt x="333" y="965"/>
                      <a:pt x="348" y="965"/>
                    </a:cubicBezTo>
                    <a:cubicBezTo>
                      <a:pt x="378" y="965"/>
                      <a:pt x="412" y="938"/>
                      <a:pt x="396" y="899"/>
                    </a:cubicBezTo>
                    <a:cubicBezTo>
                      <a:pt x="354" y="750"/>
                      <a:pt x="305" y="593"/>
                      <a:pt x="255" y="444"/>
                    </a:cubicBezTo>
                    <a:cubicBezTo>
                      <a:pt x="222" y="369"/>
                      <a:pt x="197" y="295"/>
                      <a:pt x="172" y="220"/>
                    </a:cubicBezTo>
                    <a:cubicBezTo>
                      <a:pt x="139" y="145"/>
                      <a:pt x="106" y="71"/>
                      <a:pt x="56" y="13"/>
                    </a:cubicBezTo>
                    <a:cubicBezTo>
                      <a:pt x="51" y="5"/>
                      <a:pt x="42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4" name="Google Shape;4244;p10"/>
              <p:cNvSpPr/>
              <p:nvPr/>
            </p:nvSpPr>
            <p:spPr>
              <a:xfrm>
                <a:off x="2986000" y="4096300"/>
                <a:ext cx="7675" cy="11050"/>
              </a:xfrm>
              <a:custGeom>
                <a:rect b="b" l="l" r="r" t="t"/>
                <a:pathLst>
                  <a:path extrusionOk="0" h="442" w="307">
                    <a:moveTo>
                      <a:pt x="44" y="0"/>
                    </a:moveTo>
                    <a:cubicBezTo>
                      <a:pt x="33" y="0"/>
                      <a:pt x="23" y="6"/>
                      <a:pt x="17" y="12"/>
                    </a:cubicBezTo>
                    <a:cubicBezTo>
                      <a:pt x="0" y="45"/>
                      <a:pt x="9" y="103"/>
                      <a:pt x="17" y="136"/>
                    </a:cubicBezTo>
                    <a:cubicBezTo>
                      <a:pt x="33" y="169"/>
                      <a:pt x="50" y="202"/>
                      <a:pt x="67" y="235"/>
                    </a:cubicBezTo>
                    <a:cubicBezTo>
                      <a:pt x="108" y="302"/>
                      <a:pt x="149" y="360"/>
                      <a:pt x="199" y="418"/>
                    </a:cubicBezTo>
                    <a:cubicBezTo>
                      <a:pt x="209" y="432"/>
                      <a:pt x="224" y="441"/>
                      <a:pt x="240" y="441"/>
                    </a:cubicBezTo>
                    <a:cubicBezTo>
                      <a:pt x="251" y="441"/>
                      <a:pt x="263" y="436"/>
                      <a:pt x="274" y="426"/>
                    </a:cubicBezTo>
                    <a:cubicBezTo>
                      <a:pt x="299" y="409"/>
                      <a:pt x="307" y="376"/>
                      <a:pt x="282" y="351"/>
                    </a:cubicBezTo>
                    <a:cubicBezTo>
                      <a:pt x="241" y="302"/>
                      <a:pt x="207" y="244"/>
                      <a:pt x="174" y="177"/>
                    </a:cubicBezTo>
                    <a:lnTo>
                      <a:pt x="174" y="186"/>
                    </a:lnTo>
                    <a:cubicBezTo>
                      <a:pt x="141" y="119"/>
                      <a:pt x="125" y="37"/>
                      <a:pt x="58" y="3"/>
                    </a:cubicBezTo>
                    <a:cubicBezTo>
                      <a:pt x="53" y="1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5" name="Google Shape;4245;p10"/>
              <p:cNvSpPr/>
              <p:nvPr/>
            </p:nvSpPr>
            <p:spPr>
              <a:xfrm>
                <a:off x="2996150" y="4095875"/>
                <a:ext cx="4775" cy="13400"/>
              </a:xfrm>
              <a:custGeom>
                <a:rect b="b" l="l" r="r" t="t"/>
                <a:pathLst>
                  <a:path extrusionOk="0" h="536" w="191">
                    <a:moveTo>
                      <a:pt x="29" y="1"/>
                    </a:moveTo>
                    <a:cubicBezTo>
                      <a:pt x="19" y="1"/>
                      <a:pt x="9" y="7"/>
                      <a:pt x="9" y="20"/>
                    </a:cubicBezTo>
                    <a:cubicBezTo>
                      <a:pt x="0" y="95"/>
                      <a:pt x="17" y="178"/>
                      <a:pt x="25" y="252"/>
                    </a:cubicBezTo>
                    <a:cubicBezTo>
                      <a:pt x="42" y="335"/>
                      <a:pt x="58" y="410"/>
                      <a:pt x="75" y="493"/>
                    </a:cubicBezTo>
                    <a:cubicBezTo>
                      <a:pt x="82" y="514"/>
                      <a:pt x="102" y="536"/>
                      <a:pt x="128" y="536"/>
                    </a:cubicBezTo>
                    <a:cubicBezTo>
                      <a:pt x="132" y="536"/>
                      <a:pt x="137" y="535"/>
                      <a:pt x="141" y="534"/>
                    </a:cubicBezTo>
                    <a:cubicBezTo>
                      <a:pt x="166" y="534"/>
                      <a:pt x="191" y="501"/>
                      <a:pt x="183" y="476"/>
                    </a:cubicBezTo>
                    <a:cubicBezTo>
                      <a:pt x="166" y="402"/>
                      <a:pt x="149" y="319"/>
                      <a:pt x="133" y="244"/>
                    </a:cubicBezTo>
                    <a:cubicBezTo>
                      <a:pt x="116" y="161"/>
                      <a:pt x="91" y="87"/>
                      <a:pt x="50" y="12"/>
                    </a:cubicBezTo>
                    <a:cubicBezTo>
                      <a:pt x="46" y="5"/>
                      <a:pt x="38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6" name="Google Shape;4246;p10"/>
              <p:cNvSpPr/>
              <p:nvPr/>
            </p:nvSpPr>
            <p:spPr>
              <a:xfrm>
                <a:off x="3001525" y="4082050"/>
                <a:ext cx="6650" cy="39225"/>
              </a:xfrm>
              <a:custGeom>
                <a:rect b="b" l="l" r="r" t="t"/>
                <a:pathLst>
                  <a:path extrusionOk="0" h="1569" w="266">
                    <a:moveTo>
                      <a:pt x="54" y="0"/>
                    </a:moveTo>
                    <a:cubicBezTo>
                      <a:pt x="27" y="0"/>
                      <a:pt x="1" y="15"/>
                      <a:pt x="1" y="43"/>
                    </a:cubicBezTo>
                    <a:cubicBezTo>
                      <a:pt x="1" y="167"/>
                      <a:pt x="26" y="283"/>
                      <a:pt x="42" y="408"/>
                    </a:cubicBezTo>
                    <a:cubicBezTo>
                      <a:pt x="50" y="532"/>
                      <a:pt x="75" y="656"/>
                      <a:pt x="84" y="781"/>
                    </a:cubicBezTo>
                    <a:lnTo>
                      <a:pt x="92" y="781"/>
                    </a:lnTo>
                    <a:cubicBezTo>
                      <a:pt x="117" y="1029"/>
                      <a:pt x="142" y="1278"/>
                      <a:pt x="166" y="1526"/>
                    </a:cubicBezTo>
                    <a:cubicBezTo>
                      <a:pt x="166" y="1555"/>
                      <a:pt x="186" y="1568"/>
                      <a:pt x="207" y="1568"/>
                    </a:cubicBezTo>
                    <a:cubicBezTo>
                      <a:pt x="235" y="1568"/>
                      <a:pt x="266" y="1547"/>
                      <a:pt x="266" y="1510"/>
                    </a:cubicBezTo>
                    <a:cubicBezTo>
                      <a:pt x="258" y="1261"/>
                      <a:pt x="241" y="1013"/>
                      <a:pt x="216" y="756"/>
                    </a:cubicBezTo>
                    <a:cubicBezTo>
                      <a:pt x="208" y="631"/>
                      <a:pt x="191" y="507"/>
                      <a:pt x="175" y="383"/>
                    </a:cubicBezTo>
                    <a:cubicBezTo>
                      <a:pt x="158" y="267"/>
                      <a:pt x="142" y="143"/>
                      <a:pt x="100" y="27"/>
                    </a:cubicBezTo>
                    <a:cubicBezTo>
                      <a:pt x="93" y="9"/>
                      <a:pt x="73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7" name="Google Shape;4247;p10"/>
              <p:cNvSpPr/>
              <p:nvPr/>
            </p:nvSpPr>
            <p:spPr>
              <a:xfrm>
                <a:off x="3008650" y="4078900"/>
                <a:ext cx="9050" cy="33925"/>
              </a:xfrm>
              <a:custGeom>
                <a:rect b="b" l="l" r="r" t="t"/>
                <a:pathLst>
                  <a:path extrusionOk="0" h="1357" w="362">
                    <a:moveTo>
                      <a:pt x="49" y="0"/>
                    </a:moveTo>
                    <a:cubicBezTo>
                      <a:pt x="25" y="0"/>
                      <a:pt x="0" y="17"/>
                      <a:pt x="6" y="45"/>
                    </a:cubicBezTo>
                    <a:cubicBezTo>
                      <a:pt x="64" y="252"/>
                      <a:pt x="147" y="443"/>
                      <a:pt x="188" y="658"/>
                    </a:cubicBezTo>
                    <a:cubicBezTo>
                      <a:pt x="238" y="865"/>
                      <a:pt x="246" y="1089"/>
                      <a:pt x="238" y="1304"/>
                    </a:cubicBezTo>
                    <a:cubicBezTo>
                      <a:pt x="238" y="1337"/>
                      <a:pt x="267" y="1357"/>
                      <a:pt x="294" y="1357"/>
                    </a:cubicBezTo>
                    <a:cubicBezTo>
                      <a:pt x="315" y="1357"/>
                      <a:pt x="334" y="1346"/>
                      <a:pt x="337" y="1321"/>
                    </a:cubicBezTo>
                    <a:cubicBezTo>
                      <a:pt x="362" y="1089"/>
                      <a:pt x="354" y="865"/>
                      <a:pt x="312" y="641"/>
                    </a:cubicBezTo>
                    <a:cubicBezTo>
                      <a:pt x="271" y="426"/>
                      <a:pt x="213" y="186"/>
                      <a:pt x="80" y="12"/>
                    </a:cubicBezTo>
                    <a:cubicBezTo>
                      <a:pt x="72" y="4"/>
                      <a:pt x="61" y="0"/>
                      <a:pt x="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8" name="Google Shape;4248;p10"/>
              <p:cNvSpPr/>
              <p:nvPr/>
            </p:nvSpPr>
            <p:spPr>
              <a:xfrm>
                <a:off x="3017075" y="4080300"/>
                <a:ext cx="6850" cy="31950"/>
              </a:xfrm>
              <a:custGeom>
                <a:rect b="b" l="l" r="r" t="t"/>
                <a:pathLst>
                  <a:path extrusionOk="0" h="1278" w="274">
                    <a:moveTo>
                      <a:pt x="53" y="1"/>
                    </a:moveTo>
                    <a:cubicBezTo>
                      <a:pt x="26" y="1"/>
                      <a:pt x="0" y="21"/>
                      <a:pt x="0" y="55"/>
                    </a:cubicBezTo>
                    <a:cubicBezTo>
                      <a:pt x="8" y="155"/>
                      <a:pt x="33" y="254"/>
                      <a:pt x="58" y="345"/>
                    </a:cubicBezTo>
                    <a:cubicBezTo>
                      <a:pt x="83" y="445"/>
                      <a:pt x="100" y="544"/>
                      <a:pt x="116" y="643"/>
                    </a:cubicBezTo>
                    <a:cubicBezTo>
                      <a:pt x="149" y="842"/>
                      <a:pt x="166" y="1033"/>
                      <a:pt x="174" y="1240"/>
                    </a:cubicBezTo>
                    <a:cubicBezTo>
                      <a:pt x="174" y="1265"/>
                      <a:pt x="197" y="1277"/>
                      <a:pt x="220" y="1277"/>
                    </a:cubicBezTo>
                    <a:cubicBezTo>
                      <a:pt x="242" y="1277"/>
                      <a:pt x="265" y="1265"/>
                      <a:pt x="265" y="1240"/>
                    </a:cubicBezTo>
                    <a:cubicBezTo>
                      <a:pt x="274" y="1033"/>
                      <a:pt x="265" y="826"/>
                      <a:pt x="240" y="627"/>
                    </a:cubicBezTo>
                    <a:cubicBezTo>
                      <a:pt x="216" y="428"/>
                      <a:pt x="191" y="204"/>
                      <a:pt x="100" y="30"/>
                    </a:cubicBezTo>
                    <a:cubicBezTo>
                      <a:pt x="89" y="10"/>
                      <a:pt x="71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9" name="Google Shape;4249;p10"/>
              <p:cNvSpPr/>
              <p:nvPr/>
            </p:nvSpPr>
            <p:spPr>
              <a:xfrm>
                <a:off x="3012550" y="4047250"/>
                <a:ext cx="25400" cy="36900"/>
              </a:xfrm>
              <a:custGeom>
                <a:rect b="b" l="l" r="r" t="t"/>
                <a:pathLst>
                  <a:path extrusionOk="0" h="1476" w="1016">
                    <a:moveTo>
                      <a:pt x="83" y="1"/>
                    </a:moveTo>
                    <a:cubicBezTo>
                      <a:pt x="40" y="1"/>
                      <a:pt x="1" y="49"/>
                      <a:pt x="32" y="93"/>
                    </a:cubicBezTo>
                    <a:cubicBezTo>
                      <a:pt x="214" y="300"/>
                      <a:pt x="380" y="515"/>
                      <a:pt x="529" y="747"/>
                    </a:cubicBezTo>
                    <a:cubicBezTo>
                      <a:pt x="604" y="863"/>
                      <a:pt x="678" y="988"/>
                      <a:pt x="745" y="1112"/>
                    </a:cubicBezTo>
                    <a:cubicBezTo>
                      <a:pt x="803" y="1228"/>
                      <a:pt x="861" y="1352"/>
                      <a:pt x="935" y="1460"/>
                    </a:cubicBezTo>
                    <a:cubicBezTo>
                      <a:pt x="943" y="1471"/>
                      <a:pt x="955" y="1476"/>
                      <a:pt x="967" y="1476"/>
                    </a:cubicBezTo>
                    <a:cubicBezTo>
                      <a:pt x="991" y="1476"/>
                      <a:pt x="1015" y="1457"/>
                      <a:pt x="1010" y="1435"/>
                    </a:cubicBezTo>
                    <a:cubicBezTo>
                      <a:pt x="985" y="1303"/>
                      <a:pt x="927" y="1178"/>
                      <a:pt x="861" y="1054"/>
                    </a:cubicBezTo>
                    <a:cubicBezTo>
                      <a:pt x="803" y="930"/>
                      <a:pt x="728" y="805"/>
                      <a:pt x="653" y="689"/>
                    </a:cubicBezTo>
                    <a:cubicBezTo>
                      <a:pt x="496" y="449"/>
                      <a:pt x="322" y="225"/>
                      <a:pt x="123" y="18"/>
                    </a:cubicBezTo>
                    <a:cubicBezTo>
                      <a:pt x="111" y="6"/>
                      <a:pt x="97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0" name="Google Shape;4250;p10"/>
              <p:cNvSpPr/>
              <p:nvPr/>
            </p:nvSpPr>
            <p:spPr>
              <a:xfrm>
                <a:off x="2965075" y="4042975"/>
                <a:ext cx="4575" cy="17000"/>
              </a:xfrm>
              <a:custGeom>
                <a:rect b="b" l="l" r="r" t="t"/>
                <a:pathLst>
                  <a:path extrusionOk="0" h="680" w="183">
                    <a:moveTo>
                      <a:pt x="73" y="0"/>
                    </a:moveTo>
                    <a:cubicBezTo>
                      <a:pt x="55" y="0"/>
                      <a:pt x="31" y="14"/>
                      <a:pt x="25" y="32"/>
                    </a:cubicBezTo>
                    <a:cubicBezTo>
                      <a:pt x="0" y="82"/>
                      <a:pt x="17" y="140"/>
                      <a:pt x="25" y="189"/>
                    </a:cubicBezTo>
                    <a:cubicBezTo>
                      <a:pt x="34" y="239"/>
                      <a:pt x="42" y="289"/>
                      <a:pt x="42" y="339"/>
                    </a:cubicBezTo>
                    <a:cubicBezTo>
                      <a:pt x="50" y="388"/>
                      <a:pt x="50" y="438"/>
                      <a:pt x="50" y="488"/>
                    </a:cubicBezTo>
                    <a:cubicBezTo>
                      <a:pt x="58" y="546"/>
                      <a:pt x="67" y="595"/>
                      <a:pt x="67" y="645"/>
                    </a:cubicBezTo>
                    <a:cubicBezTo>
                      <a:pt x="67" y="669"/>
                      <a:pt x="82" y="679"/>
                      <a:pt x="99" y="679"/>
                    </a:cubicBezTo>
                    <a:cubicBezTo>
                      <a:pt x="117" y="679"/>
                      <a:pt x="137" y="667"/>
                      <a:pt x="141" y="645"/>
                    </a:cubicBezTo>
                    <a:cubicBezTo>
                      <a:pt x="158" y="595"/>
                      <a:pt x="166" y="546"/>
                      <a:pt x="174" y="488"/>
                    </a:cubicBezTo>
                    <a:cubicBezTo>
                      <a:pt x="183" y="438"/>
                      <a:pt x="183" y="380"/>
                      <a:pt x="174" y="322"/>
                    </a:cubicBezTo>
                    <a:cubicBezTo>
                      <a:pt x="174" y="272"/>
                      <a:pt x="174" y="214"/>
                      <a:pt x="158" y="165"/>
                    </a:cubicBezTo>
                    <a:cubicBezTo>
                      <a:pt x="150" y="107"/>
                      <a:pt x="141" y="49"/>
                      <a:pt x="92" y="7"/>
                    </a:cubicBezTo>
                    <a:cubicBezTo>
                      <a:pt x="87" y="2"/>
                      <a:pt x="80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1" name="Google Shape;4251;p10"/>
              <p:cNvSpPr/>
              <p:nvPr/>
            </p:nvSpPr>
            <p:spPr>
              <a:xfrm>
                <a:off x="2970250" y="4042100"/>
                <a:ext cx="3350" cy="11500"/>
              </a:xfrm>
              <a:custGeom>
                <a:rect b="b" l="l" r="r" t="t"/>
                <a:pathLst>
                  <a:path extrusionOk="0" h="460" w="134">
                    <a:moveTo>
                      <a:pt x="56" y="0"/>
                    </a:moveTo>
                    <a:cubicBezTo>
                      <a:pt x="44" y="0"/>
                      <a:pt x="34" y="9"/>
                      <a:pt x="34" y="26"/>
                    </a:cubicBezTo>
                    <a:cubicBezTo>
                      <a:pt x="25" y="84"/>
                      <a:pt x="34" y="150"/>
                      <a:pt x="34" y="208"/>
                    </a:cubicBezTo>
                    <a:cubicBezTo>
                      <a:pt x="34" y="274"/>
                      <a:pt x="25" y="340"/>
                      <a:pt x="9" y="398"/>
                    </a:cubicBezTo>
                    <a:cubicBezTo>
                      <a:pt x="1" y="423"/>
                      <a:pt x="9" y="440"/>
                      <a:pt x="34" y="456"/>
                    </a:cubicBezTo>
                    <a:lnTo>
                      <a:pt x="25" y="456"/>
                    </a:lnTo>
                    <a:cubicBezTo>
                      <a:pt x="32" y="458"/>
                      <a:pt x="38" y="459"/>
                      <a:pt x="44" y="459"/>
                    </a:cubicBezTo>
                    <a:cubicBezTo>
                      <a:pt x="62" y="459"/>
                      <a:pt x="77" y="450"/>
                      <a:pt x="83" y="431"/>
                    </a:cubicBezTo>
                    <a:cubicBezTo>
                      <a:pt x="108" y="365"/>
                      <a:pt x="125" y="291"/>
                      <a:pt x="133" y="224"/>
                    </a:cubicBezTo>
                    <a:cubicBezTo>
                      <a:pt x="133" y="150"/>
                      <a:pt x="125" y="67"/>
                      <a:pt x="75" y="9"/>
                    </a:cubicBezTo>
                    <a:cubicBezTo>
                      <a:pt x="69" y="3"/>
                      <a:pt x="62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2" name="Google Shape;4252;p10"/>
              <p:cNvSpPr/>
              <p:nvPr/>
            </p:nvSpPr>
            <p:spPr>
              <a:xfrm>
                <a:off x="2973775" y="4039625"/>
                <a:ext cx="4175" cy="9550"/>
              </a:xfrm>
              <a:custGeom>
                <a:rect b="b" l="l" r="r" t="t"/>
                <a:pathLst>
                  <a:path extrusionOk="0" h="382" w="167">
                    <a:moveTo>
                      <a:pt x="75" y="0"/>
                    </a:moveTo>
                    <a:cubicBezTo>
                      <a:pt x="50" y="0"/>
                      <a:pt x="34" y="0"/>
                      <a:pt x="25" y="17"/>
                    </a:cubicBezTo>
                    <a:cubicBezTo>
                      <a:pt x="0" y="42"/>
                      <a:pt x="9" y="83"/>
                      <a:pt x="17" y="116"/>
                    </a:cubicBezTo>
                    <a:cubicBezTo>
                      <a:pt x="25" y="125"/>
                      <a:pt x="25" y="141"/>
                      <a:pt x="34" y="158"/>
                    </a:cubicBezTo>
                    <a:cubicBezTo>
                      <a:pt x="34" y="158"/>
                      <a:pt x="34" y="163"/>
                      <a:pt x="34" y="166"/>
                    </a:cubicBezTo>
                    <a:lnTo>
                      <a:pt x="42" y="183"/>
                    </a:lnTo>
                    <a:cubicBezTo>
                      <a:pt x="50" y="241"/>
                      <a:pt x="58" y="290"/>
                      <a:pt x="67" y="340"/>
                    </a:cubicBezTo>
                    <a:cubicBezTo>
                      <a:pt x="75" y="365"/>
                      <a:pt x="100" y="381"/>
                      <a:pt x="125" y="381"/>
                    </a:cubicBezTo>
                    <a:cubicBezTo>
                      <a:pt x="150" y="373"/>
                      <a:pt x="166" y="357"/>
                      <a:pt x="158" y="332"/>
                    </a:cubicBezTo>
                    <a:cubicBezTo>
                      <a:pt x="158" y="274"/>
                      <a:pt x="150" y="224"/>
                      <a:pt x="141" y="166"/>
                    </a:cubicBezTo>
                    <a:cubicBezTo>
                      <a:pt x="141" y="141"/>
                      <a:pt x="133" y="116"/>
                      <a:pt x="125" y="83"/>
                    </a:cubicBezTo>
                    <a:cubicBezTo>
                      <a:pt x="116" y="58"/>
                      <a:pt x="108" y="9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3" name="Google Shape;4253;p10"/>
              <p:cNvSpPr/>
              <p:nvPr/>
            </p:nvSpPr>
            <p:spPr>
              <a:xfrm>
                <a:off x="2944975" y="3932675"/>
                <a:ext cx="3150" cy="12400"/>
              </a:xfrm>
              <a:custGeom>
                <a:rect b="b" l="l" r="r" t="t"/>
                <a:pathLst>
                  <a:path extrusionOk="0" h="496" w="126">
                    <a:moveTo>
                      <a:pt x="52" y="1"/>
                    </a:moveTo>
                    <a:cubicBezTo>
                      <a:pt x="37" y="1"/>
                      <a:pt x="21" y="9"/>
                      <a:pt x="17" y="28"/>
                    </a:cubicBezTo>
                    <a:cubicBezTo>
                      <a:pt x="1" y="111"/>
                      <a:pt x="1" y="185"/>
                      <a:pt x="9" y="268"/>
                    </a:cubicBezTo>
                    <a:cubicBezTo>
                      <a:pt x="9" y="301"/>
                      <a:pt x="17" y="343"/>
                      <a:pt x="26" y="376"/>
                    </a:cubicBezTo>
                    <a:cubicBezTo>
                      <a:pt x="34" y="401"/>
                      <a:pt x="42" y="417"/>
                      <a:pt x="42" y="434"/>
                    </a:cubicBezTo>
                    <a:cubicBezTo>
                      <a:pt x="51" y="459"/>
                      <a:pt x="67" y="467"/>
                      <a:pt x="75" y="483"/>
                    </a:cubicBezTo>
                    <a:cubicBezTo>
                      <a:pt x="81" y="492"/>
                      <a:pt x="89" y="496"/>
                      <a:pt x="97" y="496"/>
                    </a:cubicBezTo>
                    <a:cubicBezTo>
                      <a:pt x="111" y="496"/>
                      <a:pt x="125" y="483"/>
                      <a:pt x="125" y="467"/>
                    </a:cubicBezTo>
                    <a:cubicBezTo>
                      <a:pt x="125" y="442"/>
                      <a:pt x="125" y="425"/>
                      <a:pt x="117" y="409"/>
                    </a:cubicBezTo>
                    <a:cubicBezTo>
                      <a:pt x="109" y="392"/>
                      <a:pt x="109" y="376"/>
                      <a:pt x="109" y="359"/>
                    </a:cubicBezTo>
                    <a:cubicBezTo>
                      <a:pt x="100" y="326"/>
                      <a:pt x="92" y="293"/>
                      <a:pt x="84" y="251"/>
                    </a:cubicBezTo>
                    <a:cubicBezTo>
                      <a:pt x="75" y="185"/>
                      <a:pt x="75" y="111"/>
                      <a:pt x="84" y="36"/>
                    </a:cubicBezTo>
                    <a:cubicBezTo>
                      <a:pt x="88" y="13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4" name="Google Shape;4254;p10"/>
              <p:cNvSpPr/>
              <p:nvPr/>
            </p:nvSpPr>
            <p:spPr>
              <a:xfrm>
                <a:off x="2950450" y="3937225"/>
                <a:ext cx="3475" cy="10200"/>
              </a:xfrm>
              <a:custGeom>
                <a:rect b="b" l="l" r="r" t="t"/>
                <a:pathLst>
                  <a:path extrusionOk="0" h="408" w="139">
                    <a:moveTo>
                      <a:pt x="49" y="0"/>
                    </a:moveTo>
                    <a:cubicBezTo>
                      <a:pt x="26" y="0"/>
                      <a:pt x="1" y="20"/>
                      <a:pt x="6" y="53"/>
                    </a:cubicBezTo>
                    <a:cubicBezTo>
                      <a:pt x="14" y="111"/>
                      <a:pt x="14" y="161"/>
                      <a:pt x="22" y="219"/>
                    </a:cubicBezTo>
                    <a:cubicBezTo>
                      <a:pt x="30" y="277"/>
                      <a:pt x="39" y="343"/>
                      <a:pt x="64" y="393"/>
                    </a:cubicBezTo>
                    <a:cubicBezTo>
                      <a:pt x="70" y="403"/>
                      <a:pt x="80" y="408"/>
                      <a:pt x="90" y="408"/>
                    </a:cubicBezTo>
                    <a:cubicBezTo>
                      <a:pt x="103" y="408"/>
                      <a:pt x="117" y="399"/>
                      <a:pt x="122" y="384"/>
                    </a:cubicBezTo>
                    <a:cubicBezTo>
                      <a:pt x="138" y="326"/>
                      <a:pt x="122" y="268"/>
                      <a:pt x="122" y="210"/>
                    </a:cubicBezTo>
                    <a:cubicBezTo>
                      <a:pt x="113" y="152"/>
                      <a:pt x="105" y="94"/>
                      <a:pt x="88" y="36"/>
                    </a:cubicBezTo>
                    <a:cubicBezTo>
                      <a:pt x="85" y="11"/>
                      <a:pt x="67" y="0"/>
                      <a:pt x="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5" name="Google Shape;4255;p10"/>
              <p:cNvSpPr/>
              <p:nvPr/>
            </p:nvSpPr>
            <p:spPr>
              <a:xfrm>
                <a:off x="2987250" y="3949525"/>
                <a:ext cx="3125" cy="13275"/>
              </a:xfrm>
              <a:custGeom>
                <a:rect b="b" l="l" r="r" t="t"/>
                <a:pathLst>
                  <a:path extrusionOk="0" h="531" w="125">
                    <a:moveTo>
                      <a:pt x="66" y="0"/>
                    </a:moveTo>
                    <a:cubicBezTo>
                      <a:pt x="50" y="0"/>
                      <a:pt x="25" y="8"/>
                      <a:pt x="25" y="25"/>
                    </a:cubicBezTo>
                    <a:cubicBezTo>
                      <a:pt x="0" y="99"/>
                      <a:pt x="8" y="182"/>
                      <a:pt x="8" y="257"/>
                    </a:cubicBezTo>
                    <a:cubicBezTo>
                      <a:pt x="8" y="331"/>
                      <a:pt x="17" y="414"/>
                      <a:pt x="25" y="489"/>
                    </a:cubicBezTo>
                    <a:cubicBezTo>
                      <a:pt x="33" y="514"/>
                      <a:pt x="58" y="530"/>
                      <a:pt x="83" y="530"/>
                    </a:cubicBezTo>
                    <a:cubicBezTo>
                      <a:pt x="108" y="522"/>
                      <a:pt x="124" y="497"/>
                      <a:pt x="124" y="472"/>
                    </a:cubicBezTo>
                    <a:cubicBezTo>
                      <a:pt x="124" y="398"/>
                      <a:pt x="124" y="323"/>
                      <a:pt x="116" y="249"/>
                    </a:cubicBezTo>
                    <a:cubicBezTo>
                      <a:pt x="116" y="182"/>
                      <a:pt x="116" y="108"/>
                      <a:pt x="99" y="33"/>
                    </a:cubicBezTo>
                    <a:cubicBezTo>
                      <a:pt x="99" y="17"/>
                      <a:pt x="83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6" name="Google Shape;4256;p10"/>
              <p:cNvSpPr/>
              <p:nvPr/>
            </p:nvSpPr>
            <p:spPr>
              <a:xfrm>
                <a:off x="2815500" y="3906200"/>
                <a:ext cx="24700" cy="30375"/>
              </a:xfrm>
              <a:custGeom>
                <a:rect b="b" l="l" r="r" t="t"/>
                <a:pathLst>
                  <a:path extrusionOk="0" h="1215" w="988">
                    <a:moveTo>
                      <a:pt x="60" y="1"/>
                    </a:moveTo>
                    <a:cubicBezTo>
                      <a:pt x="27" y="1"/>
                      <a:pt x="1" y="49"/>
                      <a:pt x="35" y="76"/>
                    </a:cubicBezTo>
                    <a:cubicBezTo>
                      <a:pt x="209" y="242"/>
                      <a:pt x="382" y="424"/>
                      <a:pt x="523" y="615"/>
                    </a:cubicBezTo>
                    <a:cubicBezTo>
                      <a:pt x="598" y="706"/>
                      <a:pt x="656" y="805"/>
                      <a:pt x="706" y="904"/>
                    </a:cubicBezTo>
                    <a:cubicBezTo>
                      <a:pt x="730" y="954"/>
                      <a:pt x="755" y="1012"/>
                      <a:pt x="780" y="1070"/>
                    </a:cubicBezTo>
                    <a:cubicBezTo>
                      <a:pt x="805" y="1112"/>
                      <a:pt x="838" y="1178"/>
                      <a:pt x="880" y="1203"/>
                    </a:cubicBezTo>
                    <a:cubicBezTo>
                      <a:pt x="892" y="1210"/>
                      <a:pt x="906" y="1214"/>
                      <a:pt x="919" y="1214"/>
                    </a:cubicBezTo>
                    <a:cubicBezTo>
                      <a:pt x="948" y="1214"/>
                      <a:pt x="973" y="1196"/>
                      <a:pt x="979" y="1161"/>
                    </a:cubicBezTo>
                    <a:cubicBezTo>
                      <a:pt x="987" y="1112"/>
                      <a:pt x="962" y="1037"/>
                      <a:pt x="938" y="987"/>
                    </a:cubicBezTo>
                    <a:cubicBezTo>
                      <a:pt x="921" y="929"/>
                      <a:pt x="888" y="880"/>
                      <a:pt x="863" y="822"/>
                    </a:cubicBezTo>
                    <a:cubicBezTo>
                      <a:pt x="805" y="714"/>
                      <a:pt x="722" y="615"/>
                      <a:pt x="639" y="523"/>
                    </a:cubicBezTo>
                    <a:cubicBezTo>
                      <a:pt x="474" y="333"/>
                      <a:pt x="283" y="167"/>
                      <a:pt x="84" y="10"/>
                    </a:cubicBezTo>
                    <a:cubicBezTo>
                      <a:pt x="76" y="3"/>
                      <a:pt x="68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7" name="Google Shape;4257;p10"/>
              <p:cNvSpPr/>
              <p:nvPr/>
            </p:nvSpPr>
            <p:spPr>
              <a:xfrm>
                <a:off x="2841000" y="3937950"/>
                <a:ext cx="3750" cy="6200"/>
              </a:xfrm>
              <a:custGeom>
                <a:rect b="b" l="l" r="r" t="t"/>
                <a:pathLst>
                  <a:path extrusionOk="0" h="248" w="150">
                    <a:moveTo>
                      <a:pt x="56" y="1"/>
                    </a:moveTo>
                    <a:cubicBezTo>
                      <a:pt x="48" y="1"/>
                      <a:pt x="41" y="3"/>
                      <a:pt x="34" y="7"/>
                    </a:cubicBezTo>
                    <a:cubicBezTo>
                      <a:pt x="9" y="16"/>
                      <a:pt x="0" y="40"/>
                      <a:pt x="9" y="65"/>
                    </a:cubicBezTo>
                    <a:lnTo>
                      <a:pt x="42" y="148"/>
                    </a:lnTo>
                    <a:cubicBezTo>
                      <a:pt x="42" y="173"/>
                      <a:pt x="50" y="190"/>
                      <a:pt x="67" y="206"/>
                    </a:cubicBezTo>
                    <a:lnTo>
                      <a:pt x="67" y="214"/>
                    </a:lnTo>
                    <a:cubicBezTo>
                      <a:pt x="75" y="223"/>
                      <a:pt x="83" y="223"/>
                      <a:pt x="83" y="231"/>
                    </a:cubicBezTo>
                    <a:cubicBezTo>
                      <a:pt x="92" y="248"/>
                      <a:pt x="108" y="248"/>
                      <a:pt x="125" y="248"/>
                    </a:cubicBezTo>
                    <a:cubicBezTo>
                      <a:pt x="133" y="239"/>
                      <a:pt x="150" y="231"/>
                      <a:pt x="150" y="214"/>
                    </a:cubicBezTo>
                    <a:lnTo>
                      <a:pt x="150" y="190"/>
                    </a:lnTo>
                    <a:lnTo>
                      <a:pt x="150" y="181"/>
                    </a:lnTo>
                    <a:lnTo>
                      <a:pt x="150" y="173"/>
                    </a:lnTo>
                    <a:cubicBezTo>
                      <a:pt x="150" y="156"/>
                      <a:pt x="141" y="132"/>
                      <a:pt x="133" y="115"/>
                    </a:cubicBezTo>
                    <a:cubicBezTo>
                      <a:pt x="125" y="82"/>
                      <a:pt x="108" y="57"/>
                      <a:pt x="100" y="32"/>
                    </a:cubicBezTo>
                    <a:cubicBezTo>
                      <a:pt x="94" y="14"/>
                      <a:pt x="75" y="1"/>
                      <a:pt x="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8" name="Google Shape;4258;p10"/>
              <p:cNvSpPr/>
              <p:nvPr/>
            </p:nvSpPr>
            <p:spPr>
              <a:xfrm>
                <a:off x="2824025" y="3905150"/>
                <a:ext cx="8600" cy="10050"/>
              </a:xfrm>
              <a:custGeom>
                <a:rect b="b" l="l" r="r" t="t"/>
                <a:pathLst>
                  <a:path extrusionOk="0" h="402" w="344">
                    <a:moveTo>
                      <a:pt x="40" y="1"/>
                    </a:moveTo>
                    <a:cubicBezTo>
                      <a:pt x="32" y="1"/>
                      <a:pt x="24" y="3"/>
                      <a:pt x="17" y="10"/>
                    </a:cubicBezTo>
                    <a:cubicBezTo>
                      <a:pt x="8" y="19"/>
                      <a:pt x="0" y="43"/>
                      <a:pt x="17" y="52"/>
                    </a:cubicBezTo>
                    <a:cubicBezTo>
                      <a:pt x="66" y="110"/>
                      <a:pt x="108" y="168"/>
                      <a:pt x="149" y="217"/>
                    </a:cubicBezTo>
                    <a:cubicBezTo>
                      <a:pt x="199" y="275"/>
                      <a:pt x="232" y="342"/>
                      <a:pt x="282" y="391"/>
                    </a:cubicBezTo>
                    <a:cubicBezTo>
                      <a:pt x="289" y="398"/>
                      <a:pt x="297" y="401"/>
                      <a:pt x="305" y="401"/>
                    </a:cubicBezTo>
                    <a:cubicBezTo>
                      <a:pt x="325" y="401"/>
                      <a:pt x="343" y="382"/>
                      <a:pt x="331" y="358"/>
                    </a:cubicBezTo>
                    <a:cubicBezTo>
                      <a:pt x="307" y="292"/>
                      <a:pt x="257" y="234"/>
                      <a:pt x="215" y="176"/>
                    </a:cubicBezTo>
                    <a:cubicBezTo>
                      <a:pt x="166" y="118"/>
                      <a:pt x="116" y="68"/>
                      <a:pt x="66" y="10"/>
                    </a:cubicBezTo>
                    <a:cubicBezTo>
                      <a:pt x="62" y="5"/>
                      <a:pt x="51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9" name="Google Shape;4259;p10"/>
              <p:cNvSpPr/>
              <p:nvPr/>
            </p:nvSpPr>
            <p:spPr>
              <a:xfrm>
                <a:off x="2815175" y="3931525"/>
                <a:ext cx="13825" cy="28275"/>
              </a:xfrm>
              <a:custGeom>
                <a:rect b="b" l="l" r="r" t="t"/>
                <a:pathLst>
                  <a:path extrusionOk="0" h="1131" w="553">
                    <a:moveTo>
                      <a:pt x="40" y="0"/>
                    </a:moveTo>
                    <a:cubicBezTo>
                      <a:pt x="21" y="0"/>
                      <a:pt x="1" y="19"/>
                      <a:pt x="6" y="41"/>
                    </a:cubicBezTo>
                    <a:cubicBezTo>
                      <a:pt x="56" y="231"/>
                      <a:pt x="114" y="422"/>
                      <a:pt x="188" y="604"/>
                    </a:cubicBezTo>
                    <a:cubicBezTo>
                      <a:pt x="230" y="695"/>
                      <a:pt x="263" y="786"/>
                      <a:pt x="304" y="869"/>
                    </a:cubicBezTo>
                    <a:cubicBezTo>
                      <a:pt x="329" y="911"/>
                      <a:pt x="354" y="952"/>
                      <a:pt x="371" y="1002"/>
                    </a:cubicBezTo>
                    <a:cubicBezTo>
                      <a:pt x="395" y="1043"/>
                      <a:pt x="412" y="1093"/>
                      <a:pt x="453" y="1118"/>
                    </a:cubicBezTo>
                    <a:cubicBezTo>
                      <a:pt x="467" y="1127"/>
                      <a:pt x="481" y="1131"/>
                      <a:pt x="493" y="1131"/>
                    </a:cubicBezTo>
                    <a:cubicBezTo>
                      <a:pt x="527" y="1131"/>
                      <a:pt x="553" y="1102"/>
                      <a:pt x="553" y="1060"/>
                    </a:cubicBezTo>
                    <a:cubicBezTo>
                      <a:pt x="553" y="1018"/>
                      <a:pt x="520" y="977"/>
                      <a:pt x="495" y="935"/>
                    </a:cubicBezTo>
                    <a:cubicBezTo>
                      <a:pt x="478" y="894"/>
                      <a:pt x="453" y="853"/>
                      <a:pt x="429" y="803"/>
                    </a:cubicBezTo>
                    <a:cubicBezTo>
                      <a:pt x="387" y="720"/>
                      <a:pt x="346" y="629"/>
                      <a:pt x="304" y="546"/>
                    </a:cubicBezTo>
                    <a:cubicBezTo>
                      <a:pt x="222" y="372"/>
                      <a:pt x="130" y="198"/>
                      <a:pt x="64" y="16"/>
                    </a:cubicBezTo>
                    <a:cubicBezTo>
                      <a:pt x="59" y="5"/>
                      <a:pt x="49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0" name="Google Shape;4260;p10"/>
              <p:cNvSpPr/>
              <p:nvPr/>
            </p:nvSpPr>
            <p:spPr>
              <a:xfrm>
                <a:off x="2828300" y="3951900"/>
                <a:ext cx="3000" cy="5800"/>
              </a:xfrm>
              <a:custGeom>
                <a:rect b="b" l="l" r="r" t="t"/>
                <a:pathLst>
                  <a:path extrusionOk="0" h="232" w="120">
                    <a:moveTo>
                      <a:pt x="29" y="1"/>
                    </a:moveTo>
                    <a:cubicBezTo>
                      <a:pt x="15" y="1"/>
                      <a:pt x="0" y="16"/>
                      <a:pt x="11" y="38"/>
                    </a:cubicBezTo>
                    <a:cubicBezTo>
                      <a:pt x="20" y="71"/>
                      <a:pt x="36" y="96"/>
                      <a:pt x="44" y="129"/>
                    </a:cubicBezTo>
                    <a:cubicBezTo>
                      <a:pt x="53" y="145"/>
                      <a:pt x="61" y="162"/>
                      <a:pt x="69" y="178"/>
                    </a:cubicBezTo>
                    <a:cubicBezTo>
                      <a:pt x="78" y="195"/>
                      <a:pt x="86" y="212"/>
                      <a:pt x="94" y="228"/>
                    </a:cubicBezTo>
                    <a:cubicBezTo>
                      <a:pt x="96" y="230"/>
                      <a:pt x="99" y="231"/>
                      <a:pt x="102" y="231"/>
                    </a:cubicBezTo>
                    <a:cubicBezTo>
                      <a:pt x="110" y="231"/>
                      <a:pt x="119" y="224"/>
                      <a:pt x="119" y="212"/>
                    </a:cubicBezTo>
                    <a:cubicBezTo>
                      <a:pt x="119" y="195"/>
                      <a:pt x="111" y="178"/>
                      <a:pt x="111" y="162"/>
                    </a:cubicBezTo>
                    <a:cubicBezTo>
                      <a:pt x="102" y="145"/>
                      <a:pt x="94" y="129"/>
                      <a:pt x="86" y="112"/>
                    </a:cubicBezTo>
                    <a:lnTo>
                      <a:pt x="44" y="13"/>
                    </a:lnTo>
                    <a:cubicBezTo>
                      <a:pt x="42" y="4"/>
                      <a:pt x="35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1" name="Google Shape;4261;p10"/>
              <p:cNvSpPr/>
              <p:nvPr/>
            </p:nvSpPr>
            <p:spPr>
              <a:xfrm>
                <a:off x="2977175" y="3929425"/>
                <a:ext cx="6150" cy="19850"/>
              </a:xfrm>
              <a:custGeom>
                <a:rect b="b" l="l" r="r" t="t"/>
                <a:pathLst>
                  <a:path extrusionOk="0" h="794" w="246">
                    <a:moveTo>
                      <a:pt x="43" y="0"/>
                    </a:moveTo>
                    <a:cubicBezTo>
                      <a:pt x="22" y="0"/>
                      <a:pt x="0" y="23"/>
                      <a:pt x="5" y="50"/>
                    </a:cubicBezTo>
                    <a:cubicBezTo>
                      <a:pt x="38" y="166"/>
                      <a:pt x="63" y="282"/>
                      <a:pt x="80" y="398"/>
                    </a:cubicBezTo>
                    <a:cubicBezTo>
                      <a:pt x="88" y="448"/>
                      <a:pt x="96" y="506"/>
                      <a:pt x="96" y="564"/>
                    </a:cubicBezTo>
                    <a:cubicBezTo>
                      <a:pt x="105" y="622"/>
                      <a:pt x="105" y="680"/>
                      <a:pt x="113" y="738"/>
                    </a:cubicBezTo>
                    <a:cubicBezTo>
                      <a:pt x="117" y="775"/>
                      <a:pt x="148" y="794"/>
                      <a:pt x="179" y="794"/>
                    </a:cubicBezTo>
                    <a:cubicBezTo>
                      <a:pt x="210" y="794"/>
                      <a:pt x="241" y="775"/>
                      <a:pt x="246" y="738"/>
                    </a:cubicBezTo>
                    <a:cubicBezTo>
                      <a:pt x="246" y="680"/>
                      <a:pt x="237" y="613"/>
                      <a:pt x="229" y="547"/>
                    </a:cubicBezTo>
                    <a:cubicBezTo>
                      <a:pt x="221" y="489"/>
                      <a:pt x="212" y="431"/>
                      <a:pt x="196" y="373"/>
                    </a:cubicBezTo>
                    <a:cubicBezTo>
                      <a:pt x="171" y="249"/>
                      <a:pt x="121" y="133"/>
                      <a:pt x="72" y="25"/>
                    </a:cubicBezTo>
                    <a:cubicBezTo>
                      <a:pt x="66" y="7"/>
                      <a:pt x="54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2" name="Google Shape;4262;p10"/>
              <p:cNvSpPr/>
              <p:nvPr/>
            </p:nvSpPr>
            <p:spPr>
              <a:xfrm>
                <a:off x="2971700" y="3915375"/>
                <a:ext cx="5425" cy="10525"/>
              </a:xfrm>
              <a:custGeom>
                <a:rect b="b" l="l" r="r" t="t"/>
                <a:pathLst>
                  <a:path extrusionOk="0" h="421" w="217">
                    <a:moveTo>
                      <a:pt x="42" y="1"/>
                    </a:moveTo>
                    <a:cubicBezTo>
                      <a:pt x="25" y="1"/>
                      <a:pt x="7" y="14"/>
                      <a:pt x="1" y="32"/>
                    </a:cubicBezTo>
                    <a:cubicBezTo>
                      <a:pt x="1" y="65"/>
                      <a:pt x="17" y="107"/>
                      <a:pt x="25" y="140"/>
                    </a:cubicBezTo>
                    <a:cubicBezTo>
                      <a:pt x="34" y="165"/>
                      <a:pt x="50" y="190"/>
                      <a:pt x="59" y="223"/>
                    </a:cubicBezTo>
                    <a:lnTo>
                      <a:pt x="133" y="397"/>
                    </a:lnTo>
                    <a:cubicBezTo>
                      <a:pt x="139" y="408"/>
                      <a:pt x="153" y="420"/>
                      <a:pt x="170" y="420"/>
                    </a:cubicBezTo>
                    <a:cubicBezTo>
                      <a:pt x="177" y="420"/>
                      <a:pt x="184" y="418"/>
                      <a:pt x="191" y="413"/>
                    </a:cubicBezTo>
                    <a:cubicBezTo>
                      <a:pt x="208" y="405"/>
                      <a:pt x="216" y="380"/>
                      <a:pt x="208" y="364"/>
                    </a:cubicBezTo>
                    <a:cubicBezTo>
                      <a:pt x="191" y="297"/>
                      <a:pt x="166" y="239"/>
                      <a:pt x="150" y="181"/>
                    </a:cubicBezTo>
                    <a:cubicBezTo>
                      <a:pt x="133" y="156"/>
                      <a:pt x="125" y="123"/>
                      <a:pt x="117" y="98"/>
                    </a:cubicBezTo>
                    <a:lnTo>
                      <a:pt x="92" y="57"/>
                    </a:lnTo>
                    <a:cubicBezTo>
                      <a:pt x="83" y="40"/>
                      <a:pt x="75" y="24"/>
                      <a:pt x="59" y="7"/>
                    </a:cubicBezTo>
                    <a:cubicBezTo>
                      <a:pt x="54" y="3"/>
                      <a:pt x="48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3" name="Google Shape;4263;p10"/>
              <p:cNvSpPr/>
              <p:nvPr/>
            </p:nvSpPr>
            <p:spPr>
              <a:xfrm>
                <a:off x="2965500" y="3900675"/>
                <a:ext cx="3325" cy="6475"/>
              </a:xfrm>
              <a:custGeom>
                <a:rect b="b" l="l" r="r" t="t"/>
                <a:pathLst>
                  <a:path extrusionOk="0" h="259" w="133">
                    <a:moveTo>
                      <a:pt x="23" y="0"/>
                    </a:moveTo>
                    <a:cubicBezTo>
                      <a:pt x="12" y="0"/>
                      <a:pt x="0" y="12"/>
                      <a:pt x="0" y="24"/>
                    </a:cubicBezTo>
                    <a:cubicBezTo>
                      <a:pt x="8" y="57"/>
                      <a:pt x="17" y="98"/>
                      <a:pt x="33" y="131"/>
                    </a:cubicBezTo>
                    <a:cubicBezTo>
                      <a:pt x="41" y="164"/>
                      <a:pt x="58" y="206"/>
                      <a:pt x="66" y="239"/>
                    </a:cubicBezTo>
                    <a:lnTo>
                      <a:pt x="75" y="239"/>
                    </a:lnTo>
                    <a:cubicBezTo>
                      <a:pt x="75" y="251"/>
                      <a:pt x="88" y="259"/>
                      <a:pt x="98" y="259"/>
                    </a:cubicBezTo>
                    <a:cubicBezTo>
                      <a:pt x="102" y="259"/>
                      <a:pt x="106" y="258"/>
                      <a:pt x="108" y="256"/>
                    </a:cubicBezTo>
                    <a:cubicBezTo>
                      <a:pt x="124" y="247"/>
                      <a:pt x="133" y="231"/>
                      <a:pt x="124" y="214"/>
                    </a:cubicBezTo>
                    <a:cubicBezTo>
                      <a:pt x="116" y="181"/>
                      <a:pt x="99" y="148"/>
                      <a:pt x="83" y="106"/>
                    </a:cubicBezTo>
                    <a:cubicBezTo>
                      <a:pt x="75" y="73"/>
                      <a:pt x="58" y="40"/>
                      <a:pt x="33" y="7"/>
                    </a:cubicBezTo>
                    <a:cubicBezTo>
                      <a:pt x="31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4" name="Google Shape;4264;p10"/>
              <p:cNvSpPr/>
              <p:nvPr/>
            </p:nvSpPr>
            <p:spPr>
              <a:xfrm>
                <a:off x="2945800" y="3881675"/>
                <a:ext cx="4525" cy="10300"/>
              </a:xfrm>
              <a:custGeom>
                <a:rect b="b" l="l" r="r" t="t"/>
                <a:pathLst>
                  <a:path extrusionOk="0" h="412" w="181">
                    <a:moveTo>
                      <a:pt x="154" y="1"/>
                    </a:moveTo>
                    <a:cubicBezTo>
                      <a:pt x="147" y="1"/>
                      <a:pt x="139" y="4"/>
                      <a:pt x="134" y="13"/>
                    </a:cubicBezTo>
                    <a:cubicBezTo>
                      <a:pt x="109" y="71"/>
                      <a:pt x="76" y="137"/>
                      <a:pt x="51" y="195"/>
                    </a:cubicBezTo>
                    <a:cubicBezTo>
                      <a:pt x="42" y="228"/>
                      <a:pt x="34" y="262"/>
                      <a:pt x="26" y="295"/>
                    </a:cubicBezTo>
                    <a:cubicBezTo>
                      <a:pt x="18" y="328"/>
                      <a:pt x="9" y="361"/>
                      <a:pt x="1" y="394"/>
                    </a:cubicBezTo>
                    <a:cubicBezTo>
                      <a:pt x="1" y="404"/>
                      <a:pt x="14" y="411"/>
                      <a:pt x="23" y="411"/>
                    </a:cubicBezTo>
                    <a:cubicBezTo>
                      <a:pt x="29" y="411"/>
                      <a:pt x="34" y="409"/>
                      <a:pt x="34" y="402"/>
                    </a:cubicBezTo>
                    <a:cubicBezTo>
                      <a:pt x="51" y="378"/>
                      <a:pt x="59" y="344"/>
                      <a:pt x="67" y="311"/>
                    </a:cubicBezTo>
                    <a:cubicBezTo>
                      <a:pt x="84" y="278"/>
                      <a:pt x="92" y="253"/>
                      <a:pt x="109" y="220"/>
                    </a:cubicBezTo>
                    <a:cubicBezTo>
                      <a:pt x="125" y="154"/>
                      <a:pt x="150" y="88"/>
                      <a:pt x="175" y="30"/>
                    </a:cubicBezTo>
                    <a:cubicBezTo>
                      <a:pt x="180" y="13"/>
                      <a:pt x="168" y="1"/>
                      <a:pt x="1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5" name="Google Shape;4265;p10"/>
              <p:cNvSpPr/>
              <p:nvPr/>
            </p:nvSpPr>
            <p:spPr>
              <a:xfrm>
                <a:off x="2958250" y="3944500"/>
                <a:ext cx="5200" cy="15800"/>
              </a:xfrm>
              <a:custGeom>
                <a:rect b="b" l="l" r="r" t="t"/>
                <a:pathLst>
                  <a:path extrusionOk="0" h="632" w="208">
                    <a:moveTo>
                      <a:pt x="50" y="0"/>
                    </a:moveTo>
                    <a:cubicBezTo>
                      <a:pt x="25" y="0"/>
                      <a:pt x="0" y="15"/>
                      <a:pt x="0" y="44"/>
                    </a:cubicBezTo>
                    <a:cubicBezTo>
                      <a:pt x="0" y="143"/>
                      <a:pt x="0" y="242"/>
                      <a:pt x="17" y="342"/>
                    </a:cubicBezTo>
                    <a:cubicBezTo>
                      <a:pt x="25" y="392"/>
                      <a:pt x="41" y="441"/>
                      <a:pt x="58" y="491"/>
                    </a:cubicBezTo>
                    <a:cubicBezTo>
                      <a:pt x="66" y="516"/>
                      <a:pt x="75" y="541"/>
                      <a:pt x="91" y="566"/>
                    </a:cubicBezTo>
                    <a:cubicBezTo>
                      <a:pt x="108" y="590"/>
                      <a:pt x="116" y="607"/>
                      <a:pt x="141" y="624"/>
                    </a:cubicBezTo>
                    <a:cubicBezTo>
                      <a:pt x="149" y="629"/>
                      <a:pt x="157" y="632"/>
                      <a:pt x="165" y="632"/>
                    </a:cubicBezTo>
                    <a:cubicBezTo>
                      <a:pt x="181" y="632"/>
                      <a:pt x="193" y="621"/>
                      <a:pt x="199" y="599"/>
                    </a:cubicBezTo>
                    <a:cubicBezTo>
                      <a:pt x="207" y="574"/>
                      <a:pt x="199" y="557"/>
                      <a:pt x="191" y="532"/>
                    </a:cubicBezTo>
                    <a:cubicBezTo>
                      <a:pt x="191" y="499"/>
                      <a:pt x="182" y="483"/>
                      <a:pt x="174" y="458"/>
                    </a:cubicBezTo>
                    <a:cubicBezTo>
                      <a:pt x="157" y="408"/>
                      <a:pt x="149" y="367"/>
                      <a:pt x="141" y="325"/>
                    </a:cubicBezTo>
                    <a:cubicBezTo>
                      <a:pt x="116" y="234"/>
                      <a:pt x="108" y="135"/>
                      <a:pt x="99" y="44"/>
                    </a:cubicBezTo>
                    <a:cubicBezTo>
                      <a:pt x="99" y="1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6" name="Google Shape;4266;p10"/>
              <p:cNvSpPr/>
              <p:nvPr/>
            </p:nvSpPr>
            <p:spPr>
              <a:xfrm>
                <a:off x="2962800" y="3945925"/>
                <a:ext cx="5400" cy="12650"/>
              </a:xfrm>
              <a:custGeom>
                <a:rect b="b" l="l" r="r" t="t"/>
                <a:pathLst>
                  <a:path extrusionOk="0" h="506" w="216">
                    <a:moveTo>
                      <a:pt x="53" y="0"/>
                    </a:moveTo>
                    <a:cubicBezTo>
                      <a:pt x="46" y="0"/>
                      <a:pt x="40" y="1"/>
                      <a:pt x="33" y="3"/>
                    </a:cubicBezTo>
                    <a:cubicBezTo>
                      <a:pt x="9" y="11"/>
                      <a:pt x="0" y="45"/>
                      <a:pt x="9" y="69"/>
                    </a:cubicBezTo>
                    <a:lnTo>
                      <a:pt x="75" y="285"/>
                    </a:lnTo>
                    <a:cubicBezTo>
                      <a:pt x="91" y="359"/>
                      <a:pt x="116" y="434"/>
                      <a:pt x="158" y="492"/>
                    </a:cubicBezTo>
                    <a:cubicBezTo>
                      <a:pt x="163" y="502"/>
                      <a:pt x="170" y="506"/>
                      <a:pt x="179" y="506"/>
                    </a:cubicBezTo>
                    <a:cubicBezTo>
                      <a:pt x="185" y="506"/>
                      <a:pt x="192" y="504"/>
                      <a:pt x="199" y="500"/>
                    </a:cubicBezTo>
                    <a:cubicBezTo>
                      <a:pt x="216" y="500"/>
                      <a:pt x="216" y="484"/>
                      <a:pt x="216" y="467"/>
                    </a:cubicBezTo>
                    <a:cubicBezTo>
                      <a:pt x="216" y="393"/>
                      <a:pt x="191" y="318"/>
                      <a:pt x="166" y="243"/>
                    </a:cubicBezTo>
                    <a:lnTo>
                      <a:pt x="100" y="28"/>
                    </a:lnTo>
                    <a:cubicBezTo>
                      <a:pt x="94" y="9"/>
                      <a:pt x="73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7" name="Google Shape;4267;p10"/>
              <p:cNvSpPr/>
              <p:nvPr/>
            </p:nvSpPr>
            <p:spPr>
              <a:xfrm>
                <a:off x="2928400" y="3900525"/>
                <a:ext cx="21125" cy="53150"/>
              </a:xfrm>
              <a:custGeom>
                <a:rect b="b" l="l" r="r" t="t"/>
                <a:pathLst>
                  <a:path extrusionOk="0" h="2126" w="845">
                    <a:moveTo>
                      <a:pt x="294" y="1"/>
                    </a:moveTo>
                    <a:cubicBezTo>
                      <a:pt x="274" y="1"/>
                      <a:pt x="254" y="13"/>
                      <a:pt x="250" y="38"/>
                    </a:cubicBezTo>
                    <a:cubicBezTo>
                      <a:pt x="225" y="394"/>
                      <a:pt x="225" y="750"/>
                      <a:pt x="258" y="1107"/>
                    </a:cubicBezTo>
                    <a:cubicBezTo>
                      <a:pt x="266" y="1181"/>
                      <a:pt x="274" y="1256"/>
                      <a:pt x="291" y="1330"/>
                    </a:cubicBezTo>
                    <a:cubicBezTo>
                      <a:pt x="208" y="1181"/>
                      <a:pt x="142" y="1016"/>
                      <a:pt x="100" y="850"/>
                    </a:cubicBezTo>
                    <a:cubicBezTo>
                      <a:pt x="93" y="823"/>
                      <a:pt x="69" y="810"/>
                      <a:pt x="47" y="810"/>
                    </a:cubicBezTo>
                    <a:cubicBezTo>
                      <a:pt x="22" y="810"/>
                      <a:pt x="0" y="827"/>
                      <a:pt x="9" y="858"/>
                    </a:cubicBezTo>
                    <a:cubicBezTo>
                      <a:pt x="59" y="1107"/>
                      <a:pt x="150" y="1339"/>
                      <a:pt x="283" y="1554"/>
                    </a:cubicBezTo>
                    <a:cubicBezTo>
                      <a:pt x="308" y="1595"/>
                      <a:pt x="332" y="1637"/>
                      <a:pt x="366" y="1678"/>
                    </a:cubicBezTo>
                    <a:cubicBezTo>
                      <a:pt x="407" y="1827"/>
                      <a:pt x="457" y="1993"/>
                      <a:pt x="556" y="2101"/>
                    </a:cubicBezTo>
                    <a:cubicBezTo>
                      <a:pt x="570" y="2118"/>
                      <a:pt x="589" y="2125"/>
                      <a:pt x="608" y="2125"/>
                    </a:cubicBezTo>
                    <a:cubicBezTo>
                      <a:pt x="643" y="2125"/>
                      <a:pt x="678" y="2098"/>
                      <a:pt x="672" y="2059"/>
                    </a:cubicBezTo>
                    <a:cubicBezTo>
                      <a:pt x="664" y="2043"/>
                      <a:pt x="664" y="2035"/>
                      <a:pt x="664" y="2018"/>
                    </a:cubicBezTo>
                    <a:lnTo>
                      <a:pt x="664" y="2018"/>
                    </a:lnTo>
                    <a:cubicBezTo>
                      <a:pt x="697" y="2051"/>
                      <a:pt x="738" y="2076"/>
                      <a:pt x="788" y="2093"/>
                    </a:cubicBezTo>
                    <a:cubicBezTo>
                      <a:pt x="791" y="2094"/>
                      <a:pt x="795" y="2094"/>
                      <a:pt x="798" y="2094"/>
                    </a:cubicBezTo>
                    <a:cubicBezTo>
                      <a:pt x="821" y="2094"/>
                      <a:pt x="845" y="2072"/>
                      <a:pt x="838" y="2043"/>
                    </a:cubicBezTo>
                    <a:cubicBezTo>
                      <a:pt x="788" y="1943"/>
                      <a:pt x="689" y="1869"/>
                      <a:pt x="614" y="1786"/>
                    </a:cubicBezTo>
                    <a:cubicBezTo>
                      <a:pt x="598" y="1769"/>
                      <a:pt x="581" y="1745"/>
                      <a:pt x="564" y="1728"/>
                    </a:cubicBezTo>
                    <a:cubicBezTo>
                      <a:pt x="548" y="1678"/>
                      <a:pt x="531" y="1637"/>
                      <a:pt x="515" y="1587"/>
                    </a:cubicBezTo>
                    <a:cubicBezTo>
                      <a:pt x="465" y="1421"/>
                      <a:pt x="424" y="1247"/>
                      <a:pt x="399" y="1074"/>
                    </a:cubicBezTo>
                    <a:cubicBezTo>
                      <a:pt x="349" y="726"/>
                      <a:pt x="332" y="378"/>
                      <a:pt x="332" y="38"/>
                    </a:cubicBezTo>
                    <a:cubicBezTo>
                      <a:pt x="332" y="13"/>
                      <a:pt x="314" y="1"/>
                      <a:pt x="2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8" name="Google Shape;4268;p10"/>
              <p:cNvSpPr/>
              <p:nvPr/>
            </p:nvSpPr>
            <p:spPr>
              <a:xfrm>
                <a:off x="3008500" y="4058600"/>
                <a:ext cx="14100" cy="19575"/>
              </a:xfrm>
              <a:custGeom>
                <a:rect b="b" l="l" r="r" t="t"/>
                <a:pathLst>
                  <a:path extrusionOk="0" h="783" w="564">
                    <a:moveTo>
                      <a:pt x="40" y="0"/>
                    </a:moveTo>
                    <a:cubicBezTo>
                      <a:pt x="14" y="0"/>
                      <a:pt x="1" y="40"/>
                      <a:pt x="37" y="61"/>
                    </a:cubicBezTo>
                    <a:cubicBezTo>
                      <a:pt x="161" y="128"/>
                      <a:pt x="252" y="235"/>
                      <a:pt x="327" y="360"/>
                    </a:cubicBezTo>
                    <a:cubicBezTo>
                      <a:pt x="360" y="426"/>
                      <a:pt x="393" y="492"/>
                      <a:pt x="426" y="567"/>
                    </a:cubicBezTo>
                    <a:cubicBezTo>
                      <a:pt x="451" y="641"/>
                      <a:pt x="484" y="716"/>
                      <a:pt x="525" y="774"/>
                    </a:cubicBezTo>
                    <a:cubicBezTo>
                      <a:pt x="531" y="780"/>
                      <a:pt x="538" y="783"/>
                      <a:pt x="544" y="783"/>
                    </a:cubicBezTo>
                    <a:cubicBezTo>
                      <a:pt x="555" y="783"/>
                      <a:pt x="564" y="774"/>
                      <a:pt x="559" y="757"/>
                    </a:cubicBezTo>
                    <a:cubicBezTo>
                      <a:pt x="559" y="675"/>
                      <a:pt x="525" y="592"/>
                      <a:pt x="501" y="517"/>
                    </a:cubicBezTo>
                    <a:cubicBezTo>
                      <a:pt x="467" y="443"/>
                      <a:pt x="426" y="360"/>
                      <a:pt x="385" y="293"/>
                    </a:cubicBezTo>
                    <a:cubicBezTo>
                      <a:pt x="302" y="169"/>
                      <a:pt x="194" y="61"/>
                      <a:pt x="53" y="3"/>
                    </a:cubicBezTo>
                    <a:cubicBezTo>
                      <a:pt x="49" y="1"/>
                      <a:pt x="44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9" name="Google Shape;4269;p10"/>
              <p:cNvSpPr/>
              <p:nvPr/>
            </p:nvSpPr>
            <p:spPr>
              <a:xfrm>
                <a:off x="3025975" y="4082225"/>
                <a:ext cx="6750" cy="9650"/>
              </a:xfrm>
              <a:custGeom>
                <a:rect b="b" l="l" r="r" t="t"/>
                <a:pathLst>
                  <a:path extrusionOk="0" h="386" w="270">
                    <a:moveTo>
                      <a:pt x="47" y="1"/>
                    </a:moveTo>
                    <a:cubicBezTo>
                      <a:pt x="43" y="1"/>
                      <a:pt x="38" y="2"/>
                      <a:pt x="34" y="3"/>
                    </a:cubicBezTo>
                    <a:cubicBezTo>
                      <a:pt x="17" y="11"/>
                      <a:pt x="0" y="44"/>
                      <a:pt x="17" y="61"/>
                    </a:cubicBezTo>
                    <a:cubicBezTo>
                      <a:pt x="42" y="111"/>
                      <a:pt x="75" y="169"/>
                      <a:pt x="108" y="218"/>
                    </a:cubicBezTo>
                    <a:cubicBezTo>
                      <a:pt x="141" y="276"/>
                      <a:pt x="174" y="326"/>
                      <a:pt x="216" y="376"/>
                    </a:cubicBezTo>
                    <a:cubicBezTo>
                      <a:pt x="221" y="383"/>
                      <a:pt x="227" y="386"/>
                      <a:pt x="234" y="386"/>
                    </a:cubicBezTo>
                    <a:cubicBezTo>
                      <a:pt x="251" y="386"/>
                      <a:pt x="269" y="366"/>
                      <a:pt x="257" y="343"/>
                    </a:cubicBezTo>
                    <a:cubicBezTo>
                      <a:pt x="241" y="293"/>
                      <a:pt x="216" y="235"/>
                      <a:pt x="183" y="185"/>
                    </a:cubicBezTo>
                    <a:cubicBezTo>
                      <a:pt x="150" y="136"/>
                      <a:pt x="125" y="78"/>
                      <a:pt x="92" y="28"/>
                    </a:cubicBezTo>
                    <a:cubicBezTo>
                      <a:pt x="85" y="14"/>
                      <a:pt x="67" y="1"/>
                      <a:pt x="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10"/>
              <p:cNvSpPr/>
              <p:nvPr/>
            </p:nvSpPr>
            <p:spPr>
              <a:xfrm>
                <a:off x="2831875" y="4177025"/>
                <a:ext cx="6550" cy="20750"/>
              </a:xfrm>
              <a:custGeom>
                <a:rect b="b" l="l" r="r" t="t"/>
                <a:pathLst>
                  <a:path extrusionOk="0" h="830" w="262">
                    <a:moveTo>
                      <a:pt x="210" y="1"/>
                    </a:moveTo>
                    <a:cubicBezTo>
                      <a:pt x="200" y="1"/>
                      <a:pt x="190" y="5"/>
                      <a:pt x="183" y="14"/>
                    </a:cubicBezTo>
                    <a:cubicBezTo>
                      <a:pt x="100" y="130"/>
                      <a:pt x="51" y="263"/>
                      <a:pt x="26" y="395"/>
                    </a:cubicBezTo>
                    <a:cubicBezTo>
                      <a:pt x="9" y="461"/>
                      <a:pt x="1" y="536"/>
                      <a:pt x="1" y="602"/>
                    </a:cubicBezTo>
                    <a:cubicBezTo>
                      <a:pt x="9" y="669"/>
                      <a:pt x="17" y="743"/>
                      <a:pt x="42" y="809"/>
                    </a:cubicBezTo>
                    <a:cubicBezTo>
                      <a:pt x="49" y="823"/>
                      <a:pt x="63" y="830"/>
                      <a:pt x="78" y="830"/>
                    </a:cubicBezTo>
                    <a:cubicBezTo>
                      <a:pt x="97" y="830"/>
                      <a:pt x="117" y="817"/>
                      <a:pt x="117" y="793"/>
                    </a:cubicBezTo>
                    <a:cubicBezTo>
                      <a:pt x="125" y="760"/>
                      <a:pt x="125" y="735"/>
                      <a:pt x="125" y="702"/>
                    </a:cubicBezTo>
                    <a:cubicBezTo>
                      <a:pt x="125" y="669"/>
                      <a:pt x="125" y="635"/>
                      <a:pt x="133" y="602"/>
                    </a:cubicBezTo>
                    <a:cubicBezTo>
                      <a:pt x="133" y="544"/>
                      <a:pt x="133" y="478"/>
                      <a:pt x="150" y="420"/>
                    </a:cubicBezTo>
                    <a:cubicBezTo>
                      <a:pt x="167" y="296"/>
                      <a:pt x="208" y="171"/>
                      <a:pt x="249" y="55"/>
                    </a:cubicBezTo>
                    <a:cubicBezTo>
                      <a:pt x="261" y="26"/>
                      <a:pt x="235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1" name="Google Shape;4271;p10"/>
              <p:cNvSpPr/>
              <p:nvPr/>
            </p:nvSpPr>
            <p:spPr>
              <a:xfrm>
                <a:off x="2838300" y="4186675"/>
                <a:ext cx="2725" cy="14175"/>
              </a:xfrm>
              <a:custGeom>
                <a:rect b="b" l="l" r="r" t="t"/>
                <a:pathLst>
                  <a:path extrusionOk="0" h="567" w="109">
                    <a:moveTo>
                      <a:pt x="67" y="1"/>
                    </a:moveTo>
                    <a:cubicBezTo>
                      <a:pt x="42" y="1"/>
                      <a:pt x="17" y="17"/>
                      <a:pt x="17" y="42"/>
                    </a:cubicBezTo>
                    <a:cubicBezTo>
                      <a:pt x="9" y="125"/>
                      <a:pt x="1" y="216"/>
                      <a:pt x="1" y="299"/>
                    </a:cubicBezTo>
                    <a:cubicBezTo>
                      <a:pt x="1" y="382"/>
                      <a:pt x="9" y="473"/>
                      <a:pt x="42" y="548"/>
                    </a:cubicBezTo>
                    <a:cubicBezTo>
                      <a:pt x="46" y="561"/>
                      <a:pt x="54" y="566"/>
                      <a:pt x="63" y="566"/>
                    </a:cubicBezTo>
                    <a:cubicBezTo>
                      <a:pt x="77" y="566"/>
                      <a:pt x="92" y="554"/>
                      <a:pt x="92" y="539"/>
                    </a:cubicBezTo>
                    <a:cubicBezTo>
                      <a:pt x="108" y="465"/>
                      <a:pt x="108" y="374"/>
                      <a:pt x="108" y="299"/>
                    </a:cubicBezTo>
                    <a:cubicBezTo>
                      <a:pt x="100" y="216"/>
                      <a:pt x="100" y="133"/>
                      <a:pt x="108" y="51"/>
                    </a:cubicBezTo>
                    <a:cubicBezTo>
                      <a:pt x="108" y="26"/>
                      <a:pt x="92" y="9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2" name="Google Shape;4272;p10"/>
              <p:cNvSpPr/>
              <p:nvPr/>
            </p:nvSpPr>
            <p:spPr>
              <a:xfrm>
                <a:off x="2843075" y="4192275"/>
                <a:ext cx="2100" cy="9150"/>
              </a:xfrm>
              <a:custGeom>
                <a:rect b="b" l="l" r="r" t="t"/>
                <a:pathLst>
                  <a:path extrusionOk="0" h="366" w="84">
                    <a:moveTo>
                      <a:pt x="42" y="1"/>
                    </a:moveTo>
                    <a:cubicBezTo>
                      <a:pt x="25" y="1"/>
                      <a:pt x="0" y="9"/>
                      <a:pt x="0" y="34"/>
                    </a:cubicBezTo>
                    <a:cubicBezTo>
                      <a:pt x="0" y="83"/>
                      <a:pt x="0" y="141"/>
                      <a:pt x="0" y="191"/>
                    </a:cubicBezTo>
                    <a:cubicBezTo>
                      <a:pt x="9" y="216"/>
                      <a:pt x="9" y="241"/>
                      <a:pt x="17" y="274"/>
                    </a:cubicBezTo>
                    <a:cubicBezTo>
                      <a:pt x="17" y="299"/>
                      <a:pt x="33" y="324"/>
                      <a:pt x="42" y="349"/>
                    </a:cubicBezTo>
                    <a:cubicBezTo>
                      <a:pt x="42" y="357"/>
                      <a:pt x="58" y="365"/>
                      <a:pt x="67" y="365"/>
                    </a:cubicBezTo>
                    <a:cubicBezTo>
                      <a:pt x="83" y="357"/>
                      <a:pt x="83" y="349"/>
                      <a:pt x="83" y="340"/>
                    </a:cubicBezTo>
                    <a:cubicBezTo>
                      <a:pt x="83" y="315"/>
                      <a:pt x="83" y="291"/>
                      <a:pt x="83" y="266"/>
                    </a:cubicBezTo>
                    <a:cubicBezTo>
                      <a:pt x="83" y="241"/>
                      <a:pt x="83" y="216"/>
                      <a:pt x="75" y="191"/>
                    </a:cubicBezTo>
                    <a:cubicBezTo>
                      <a:pt x="75" y="141"/>
                      <a:pt x="75" y="92"/>
                      <a:pt x="75" y="42"/>
                    </a:cubicBezTo>
                    <a:cubicBezTo>
                      <a:pt x="75" y="25"/>
                      <a:pt x="67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3" name="Google Shape;4273;p10"/>
              <p:cNvSpPr/>
              <p:nvPr/>
            </p:nvSpPr>
            <p:spPr>
              <a:xfrm>
                <a:off x="2925200" y="4197600"/>
                <a:ext cx="2825" cy="15125"/>
              </a:xfrm>
              <a:custGeom>
                <a:rect b="b" l="l" r="r" t="t"/>
                <a:pathLst>
                  <a:path extrusionOk="0" h="605" w="113">
                    <a:moveTo>
                      <a:pt x="32" y="1"/>
                    </a:moveTo>
                    <a:cubicBezTo>
                      <a:pt x="16" y="1"/>
                      <a:pt x="0" y="13"/>
                      <a:pt x="5" y="36"/>
                    </a:cubicBezTo>
                    <a:cubicBezTo>
                      <a:pt x="21" y="127"/>
                      <a:pt x="30" y="218"/>
                      <a:pt x="30" y="310"/>
                    </a:cubicBezTo>
                    <a:cubicBezTo>
                      <a:pt x="38" y="401"/>
                      <a:pt x="38" y="492"/>
                      <a:pt x="38" y="583"/>
                    </a:cubicBezTo>
                    <a:cubicBezTo>
                      <a:pt x="38" y="598"/>
                      <a:pt x="47" y="605"/>
                      <a:pt x="56" y="605"/>
                    </a:cubicBezTo>
                    <a:cubicBezTo>
                      <a:pt x="67" y="605"/>
                      <a:pt x="79" y="596"/>
                      <a:pt x="79" y="583"/>
                    </a:cubicBezTo>
                    <a:cubicBezTo>
                      <a:pt x="104" y="492"/>
                      <a:pt x="112" y="401"/>
                      <a:pt x="104" y="301"/>
                    </a:cubicBezTo>
                    <a:cubicBezTo>
                      <a:pt x="104" y="210"/>
                      <a:pt x="88" y="119"/>
                      <a:pt x="63" y="28"/>
                    </a:cubicBezTo>
                    <a:cubicBezTo>
                      <a:pt x="59" y="9"/>
                      <a:pt x="45" y="1"/>
                      <a:pt x="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10"/>
              <p:cNvSpPr/>
              <p:nvPr/>
            </p:nvSpPr>
            <p:spPr>
              <a:xfrm>
                <a:off x="2929025" y="4203875"/>
                <a:ext cx="3150" cy="9150"/>
              </a:xfrm>
              <a:custGeom>
                <a:rect b="b" l="l" r="r" t="t"/>
                <a:pathLst>
                  <a:path extrusionOk="0" h="366" w="126">
                    <a:moveTo>
                      <a:pt x="75" y="1"/>
                    </a:moveTo>
                    <a:cubicBezTo>
                      <a:pt x="51" y="1"/>
                      <a:pt x="17" y="17"/>
                      <a:pt x="17" y="50"/>
                    </a:cubicBezTo>
                    <a:cubicBezTo>
                      <a:pt x="17" y="100"/>
                      <a:pt x="9" y="141"/>
                      <a:pt x="9" y="191"/>
                    </a:cubicBezTo>
                    <a:cubicBezTo>
                      <a:pt x="1" y="216"/>
                      <a:pt x="1" y="241"/>
                      <a:pt x="1" y="257"/>
                    </a:cubicBezTo>
                    <a:cubicBezTo>
                      <a:pt x="1" y="274"/>
                      <a:pt x="1" y="291"/>
                      <a:pt x="1" y="307"/>
                    </a:cubicBezTo>
                    <a:cubicBezTo>
                      <a:pt x="1" y="315"/>
                      <a:pt x="9" y="332"/>
                      <a:pt x="9" y="349"/>
                    </a:cubicBezTo>
                    <a:cubicBezTo>
                      <a:pt x="17" y="357"/>
                      <a:pt x="34" y="365"/>
                      <a:pt x="42" y="365"/>
                    </a:cubicBezTo>
                    <a:cubicBezTo>
                      <a:pt x="59" y="365"/>
                      <a:pt x="67" y="357"/>
                      <a:pt x="75" y="349"/>
                    </a:cubicBezTo>
                    <a:cubicBezTo>
                      <a:pt x="84" y="324"/>
                      <a:pt x="92" y="299"/>
                      <a:pt x="100" y="274"/>
                    </a:cubicBezTo>
                    <a:cubicBezTo>
                      <a:pt x="100" y="249"/>
                      <a:pt x="109" y="224"/>
                      <a:pt x="109" y="199"/>
                    </a:cubicBezTo>
                    <a:cubicBezTo>
                      <a:pt x="117" y="158"/>
                      <a:pt x="117" y="108"/>
                      <a:pt x="125" y="67"/>
                    </a:cubicBezTo>
                    <a:cubicBezTo>
                      <a:pt x="125" y="34"/>
                      <a:pt x="109" y="9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5" name="Google Shape;4275;p10"/>
              <p:cNvSpPr/>
              <p:nvPr/>
            </p:nvSpPr>
            <p:spPr>
              <a:xfrm>
                <a:off x="2987550" y="4196625"/>
                <a:ext cx="4900" cy="14125"/>
              </a:xfrm>
              <a:custGeom>
                <a:rect b="b" l="l" r="r" t="t"/>
                <a:pathLst>
                  <a:path extrusionOk="0" h="565" w="196">
                    <a:moveTo>
                      <a:pt x="40" y="0"/>
                    </a:moveTo>
                    <a:cubicBezTo>
                      <a:pt x="20" y="0"/>
                      <a:pt x="0" y="15"/>
                      <a:pt x="5" y="42"/>
                    </a:cubicBezTo>
                    <a:cubicBezTo>
                      <a:pt x="21" y="133"/>
                      <a:pt x="38" y="216"/>
                      <a:pt x="54" y="307"/>
                    </a:cubicBezTo>
                    <a:cubicBezTo>
                      <a:pt x="63" y="349"/>
                      <a:pt x="71" y="390"/>
                      <a:pt x="79" y="431"/>
                    </a:cubicBezTo>
                    <a:cubicBezTo>
                      <a:pt x="87" y="456"/>
                      <a:pt x="87" y="481"/>
                      <a:pt x="96" y="498"/>
                    </a:cubicBezTo>
                    <a:cubicBezTo>
                      <a:pt x="104" y="523"/>
                      <a:pt x="112" y="539"/>
                      <a:pt x="129" y="556"/>
                    </a:cubicBezTo>
                    <a:cubicBezTo>
                      <a:pt x="135" y="562"/>
                      <a:pt x="143" y="565"/>
                      <a:pt x="150" y="565"/>
                    </a:cubicBezTo>
                    <a:cubicBezTo>
                      <a:pt x="162" y="565"/>
                      <a:pt x="173" y="558"/>
                      <a:pt x="179" y="547"/>
                    </a:cubicBezTo>
                    <a:cubicBezTo>
                      <a:pt x="195" y="506"/>
                      <a:pt x="179" y="456"/>
                      <a:pt x="170" y="423"/>
                    </a:cubicBezTo>
                    <a:cubicBezTo>
                      <a:pt x="162" y="373"/>
                      <a:pt x="154" y="332"/>
                      <a:pt x="145" y="291"/>
                    </a:cubicBezTo>
                    <a:cubicBezTo>
                      <a:pt x="121" y="208"/>
                      <a:pt x="104" y="117"/>
                      <a:pt x="79" y="34"/>
                    </a:cubicBezTo>
                    <a:cubicBezTo>
                      <a:pt x="75" y="11"/>
                      <a:pt x="58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6" name="Google Shape;4276;p10"/>
              <p:cNvSpPr/>
              <p:nvPr/>
            </p:nvSpPr>
            <p:spPr>
              <a:xfrm>
                <a:off x="2990425" y="4199600"/>
                <a:ext cx="4425" cy="9700"/>
              </a:xfrm>
              <a:custGeom>
                <a:rect b="b" l="l" r="r" t="t"/>
                <a:pathLst>
                  <a:path extrusionOk="0" h="388" w="177">
                    <a:moveTo>
                      <a:pt x="51" y="1"/>
                    </a:moveTo>
                    <a:cubicBezTo>
                      <a:pt x="27" y="1"/>
                      <a:pt x="1" y="18"/>
                      <a:pt x="6" y="47"/>
                    </a:cubicBezTo>
                    <a:cubicBezTo>
                      <a:pt x="14" y="105"/>
                      <a:pt x="30" y="163"/>
                      <a:pt x="47" y="221"/>
                    </a:cubicBezTo>
                    <a:cubicBezTo>
                      <a:pt x="64" y="279"/>
                      <a:pt x="88" y="329"/>
                      <a:pt x="130" y="379"/>
                    </a:cubicBezTo>
                    <a:cubicBezTo>
                      <a:pt x="136" y="385"/>
                      <a:pt x="144" y="387"/>
                      <a:pt x="151" y="387"/>
                    </a:cubicBezTo>
                    <a:cubicBezTo>
                      <a:pt x="165" y="387"/>
                      <a:pt x="177" y="378"/>
                      <a:pt x="171" y="362"/>
                    </a:cubicBezTo>
                    <a:cubicBezTo>
                      <a:pt x="163" y="329"/>
                      <a:pt x="155" y="304"/>
                      <a:pt x="146" y="271"/>
                    </a:cubicBezTo>
                    <a:cubicBezTo>
                      <a:pt x="138" y="246"/>
                      <a:pt x="130" y="221"/>
                      <a:pt x="122" y="196"/>
                    </a:cubicBezTo>
                    <a:cubicBezTo>
                      <a:pt x="105" y="138"/>
                      <a:pt x="97" y="89"/>
                      <a:pt x="88" y="31"/>
                    </a:cubicBezTo>
                    <a:cubicBezTo>
                      <a:pt x="85" y="10"/>
                      <a:pt x="68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10"/>
              <p:cNvSpPr/>
              <p:nvPr/>
            </p:nvSpPr>
            <p:spPr>
              <a:xfrm>
                <a:off x="2996150" y="4204500"/>
                <a:ext cx="3125" cy="7900"/>
              </a:xfrm>
              <a:custGeom>
                <a:rect b="b" l="l" r="r" t="t"/>
                <a:pathLst>
                  <a:path extrusionOk="0" h="316" w="125">
                    <a:moveTo>
                      <a:pt x="42" y="0"/>
                    </a:moveTo>
                    <a:cubicBezTo>
                      <a:pt x="17" y="9"/>
                      <a:pt x="0" y="25"/>
                      <a:pt x="0" y="50"/>
                    </a:cubicBezTo>
                    <a:lnTo>
                      <a:pt x="17" y="174"/>
                    </a:lnTo>
                    <a:cubicBezTo>
                      <a:pt x="25" y="191"/>
                      <a:pt x="25" y="208"/>
                      <a:pt x="33" y="232"/>
                    </a:cubicBezTo>
                    <a:lnTo>
                      <a:pt x="42" y="257"/>
                    </a:lnTo>
                    <a:cubicBezTo>
                      <a:pt x="42" y="274"/>
                      <a:pt x="42" y="282"/>
                      <a:pt x="50" y="299"/>
                    </a:cubicBezTo>
                    <a:cubicBezTo>
                      <a:pt x="57" y="310"/>
                      <a:pt x="69" y="316"/>
                      <a:pt x="81" y="316"/>
                    </a:cubicBezTo>
                    <a:cubicBezTo>
                      <a:pt x="96" y="316"/>
                      <a:pt x="112" y="306"/>
                      <a:pt x="116" y="282"/>
                    </a:cubicBezTo>
                    <a:cubicBezTo>
                      <a:pt x="116" y="274"/>
                      <a:pt x="125" y="266"/>
                      <a:pt x="116" y="249"/>
                    </a:cubicBezTo>
                    <a:cubicBezTo>
                      <a:pt x="116" y="241"/>
                      <a:pt x="116" y="232"/>
                      <a:pt x="116" y="216"/>
                    </a:cubicBezTo>
                    <a:cubicBezTo>
                      <a:pt x="116" y="199"/>
                      <a:pt x="116" y="183"/>
                      <a:pt x="116" y="158"/>
                    </a:cubicBezTo>
                    <a:lnTo>
                      <a:pt x="100" y="42"/>
                    </a:lnTo>
                    <a:cubicBezTo>
                      <a:pt x="91" y="17"/>
                      <a:pt x="67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8" name="Google Shape;4278;p10"/>
              <p:cNvSpPr/>
              <p:nvPr/>
            </p:nvSpPr>
            <p:spPr>
              <a:xfrm>
                <a:off x="3024400" y="4190325"/>
                <a:ext cx="9475" cy="14750"/>
              </a:xfrm>
              <a:custGeom>
                <a:rect b="b" l="l" r="r" t="t"/>
                <a:pathLst>
                  <a:path extrusionOk="0" h="590" w="379">
                    <a:moveTo>
                      <a:pt x="42" y="1"/>
                    </a:moveTo>
                    <a:cubicBezTo>
                      <a:pt x="16" y="1"/>
                      <a:pt x="1" y="41"/>
                      <a:pt x="22" y="62"/>
                    </a:cubicBezTo>
                    <a:cubicBezTo>
                      <a:pt x="113" y="112"/>
                      <a:pt x="179" y="195"/>
                      <a:pt x="229" y="286"/>
                    </a:cubicBezTo>
                    <a:cubicBezTo>
                      <a:pt x="246" y="327"/>
                      <a:pt x="271" y="377"/>
                      <a:pt x="279" y="427"/>
                    </a:cubicBezTo>
                    <a:cubicBezTo>
                      <a:pt x="287" y="476"/>
                      <a:pt x="295" y="526"/>
                      <a:pt x="312" y="576"/>
                    </a:cubicBezTo>
                    <a:cubicBezTo>
                      <a:pt x="317" y="585"/>
                      <a:pt x="325" y="589"/>
                      <a:pt x="332" y="589"/>
                    </a:cubicBezTo>
                    <a:cubicBezTo>
                      <a:pt x="337" y="589"/>
                      <a:pt x="342" y="587"/>
                      <a:pt x="345" y="584"/>
                    </a:cubicBezTo>
                    <a:cubicBezTo>
                      <a:pt x="378" y="526"/>
                      <a:pt x="378" y="468"/>
                      <a:pt x="370" y="410"/>
                    </a:cubicBezTo>
                    <a:cubicBezTo>
                      <a:pt x="353" y="352"/>
                      <a:pt x="337" y="294"/>
                      <a:pt x="304" y="244"/>
                    </a:cubicBezTo>
                    <a:cubicBezTo>
                      <a:pt x="246" y="145"/>
                      <a:pt x="163" y="62"/>
                      <a:pt x="55" y="4"/>
                    </a:cubicBezTo>
                    <a:cubicBezTo>
                      <a:pt x="51" y="2"/>
                      <a:pt x="46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9" name="Google Shape;4279;p10"/>
              <p:cNvSpPr/>
              <p:nvPr/>
            </p:nvSpPr>
            <p:spPr>
              <a:xfrm>
                <a:off x="3030525" y="4190950"/>
                <a:ext cx="6825" cy="9275"/>
              </a:xfrm>
              <a:custGeom>
                <a:rect b="b" l="l" r="r" t="t"/>
                <a:pathLst>
                  <a:path extrusionOk="0" h="371" w="273">
                    <a:moveTo>
                      <a:pt x="43" y="1"/>
                    </a:moveTo>
                    <a:cubicBezTo>
                      <a:pt x="34" y="1"/>
                      <a:pt x="25" y="5"/>
                      <a:pt x="17" y="12"/>
                    </a:cubicBezTo>
                    <a:cubicBezTo>
                      <a:pt x="1" y="29"/>
                      <a:pt x="1" y="45"/>
                      <a:pt x="9" y="70"/>
                    </a:cubicBezTo>
                    <a:cubicBezTo>
                      <a:pt x="42" y="120"/>
                      <a:pt x="75" y="170"/>
                      <a:pt x="100" y="219"/>
                    </a:cubicBezTo>
                    <a:lnTo>
                      <a:pt x="108" y="219"/>
                    </a:lnTo>
                    <a:cubicBezTo>
                      <a:pt x="133" y="269"/>
                      <a:pt x="166" y="327"/>
                      <a:pt x="216" y="368"/>
                    </a:cubicBezTo>
                    <a:cubicBezTo>
                      <a:pt x="219" y="370"/>
                      <a:pt x="223" y="371"/>
                      <a:pt x="227" y="371"/>
                    </a:cubicBezTo>
                    <a:cubicBezTo>
                      <a:pt x="246" y="371"/>
                      <a:pt x="273" y="356"/>
                      <a:pt x="266" y="335"/>
                    </a:cubicBezTo>
                    <a:cubicBezTo>
                      <a:pt x="249" y="277"/>
                      <a:pt x="208" y="219"/>
                      <a:pt x="175" y="170"/>
                    </a:cubicBezTo>
                    <a:cubicBezTo>
                      <a:pt x="142" y="120"/>
                      <a:pt x="108" y="70"/>
                      <a:pt x="75" y="20"/>
                    </a:cubicBezTo>
                    <a:cubicBezTo>
                      <a:pt x="66" y="7"/>
                      <a:pt x="55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10"/>
              <p:cNvSpPr/>
              <p:nvPr/>
            </p:nvSpPr>
            <p:spPr>
              <a:xfrm>
                <a:off x="3036950" y="4190325"/>
                <a:ext cx="6850" cy="8900"/>
              </a:xfrm>
              <a:custGeom>
                <a:rect b="b" l="l" r="r" t="t"/>
                <a:pathLst>
                  <a:path extrusionOk="0" h="356" w="274">
                    <a:moveTo>
                      <a:pt x="52" y="1"/>
                    </a:moveTo>
                    <a:cubicBezTo>
                      <a:pt x="46" y="1"/>
                      <a:pt x="40" y="2"/>
                      <a:pt x="34" y="4"/>
                    </a:cubicBezTo>
                    <a:cubicBezTo>
                      <a:pt x="9" y="21"/>
                      <a:pt x="1" y="45"/>
                      <a:pt x="9" y="70"/>
                    </a:cubicBezTo>
                    <a:cubicBezTo>
                      <a:pt x="34" y="128"/>
                      <a:pt x="59" y="178"/>
                      <a:pt x="92" y="228"/>
                    </a:cubicBezTo>
                    <a:cubicBezTo>
                      <a:pt x="133" y="277"/>
                      <a:pt x="183" y="327"/>
                      <a:pt x="233" y="352"/>
                    </a:cubicBezTo>
                    <a:cubicBezTo>
                      <a:pt x="235" y="354"/>
                      <a:pt x="238" y="355"/>
                      <a:pt x="242" y="355"/>
                    </a:cubicBezTo>
                    <a:cubicBezTo>
                      <a:pt x="250" y="355"/>
                      <a:pt x="260" y="350"/>
                      <a:pt x="266" y="344"/>
                    </a:cubicBezTo>
                    <a:cubicBezTo>
                      <a:pt x="274" y="335"/>
                      <a:pt x="274" y="319"/>
                      <a:pt x="266" y="311"/>
                    </a:cubicBezTo>
                    <a:cubicBezTo>
                      <a:pt x="249" y="286"/>
                      <a:pt x="241" y="261"/>
                      <a:pt x="224" y="244"/>
                    </a:cubicBezTo>
                    <a:lnTo>
                      <a:pt x="224" y="236"/>
                    </a:lnTo>
                    <a:cubicBezTo>
                      <a:pt x="199" y="219"/>
                      <a:pt x="191" y="195"/>
                      <a:pt x="175" y="170"/>
                    </a:cubicBezTo>
                    <a:cubicBezTo>
                      <a:pt x="166" y="161"/>
                      <a:pt x="158" y="145"/>
                      <a:pt x="150" y="137"/>
                    </a:cubicBezTo>
                    <a:lnTo>
                      <a:pt x="141" y="128"/>
                    </a:lnTo>
                    <a:cubicBezTo>
                      <a:pt x="141" y="120"/>
                      <a:pt x="133" y="112"/>
                      <a:pt x="133" y="103"/>
                    </a:cubicBezTo>
                    <a:cubicBezTo>
                      <a:pt x="117" y="79"/>
                      <a:pt x="108" y="54"/>
                      <a:pt x="92" y="29"/>
                    </a:cubicBezTo>
                    <a:cubicBezTo>
                      <a:pt x="85" y="10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1" name="Google Shape;4281;p10"/>
              <p:cNvSpPr/>
              <p:nvPr/>
            </p:nvSpPr>
            <p:spPr>
              <a:xfrm>
                <a:off x="3033425" y="4220875"/>
                <a:ext cx="6025" cy="25250"/>
              </a:xfrm>
              <a:custGeom>
                <a:rect b="b" l="l" r="r" t="t"/>
                <a:pathLst>
                  <a:path extrusionOk="0" h="1010" w="241">
                    <a:moveTo>
                      <a:pt x="47" y="0"/>
                    </a:moveTo>
                    <a:cubicBezTo>
                      <a:pt x="32" y="0"/>
                      <a:pt x="17" y="8"/>
                      <a:pt x="17" y="25"/>
                    </a:cubicBezTo>
                    <a:cubicBezTo>
                      <a:pt x="1" y="199"/>
                      <a:pt x="9" y="365"/>
                      <a:pt x="34" y="539"/>
                    </a:cubicBezTo>
                    <a:cubicBezTo>
                      <a:pt x="50" y="621"/>
                      <a:pt x="67" y="704"/>
                      <a:pt x="84" y="787"/>
                    </a:cubicBezTo>
                    <a:cubicBezTo>
                      <a:pt x="108" y="853"/>
                      <a:pt x="133" y="953"/>
                      <a:pt x="183" y="1003"/>
                    </a:cubicBezTo>
                    <a:cubicBezTo>
                      <a:pt x="188" y="1007"/>
                      <a:pt x="194" y="1009"/>
                      <a:pt x="200" y="1009"/>
                    </a:cubicBezTo>
                    <a:cubicBezTo>
                      <a:pt x="215" y="1009"/>
                      <a:pt x="233" y="996"/>
                      <a:pt x="233" y="978"/>
                    </a:cubicBezTo>
                    <a:cubicBezTo>
                      <a:pt x="241" y="936"/>
                      <a:pt x="233" y="903"/>
                      <a:pt x="216" y="870"/>
                    </a:cubicBezTo>
                    <a:cubicBezTo>
                      <a:pt x="208" y="820"/>
                      <a:pt x="200" y="787"/>
                      <a:pt x="191" y="746"/>
                    </a:cubicBezTo>
                    <a:cubicBezTo>
                      <a:pt x="166" y="663"/>
                      <a:pt x="150" y="588"/>
                      <a:pt x="142" y="514"/>
                    </a:cubicBezTo>
                    <a:cubicBezTo>
                      <a:pt x="108" y="348"/>
                      <a:pt x="92" y="191"/>
                      <a:pt x="84" y="25"/>
                    </a:cubicBezTo>
                    <a:cubicBezTo>
                      <a:pt x="79" y="8"/>
                      <a:pt x="63" y="0"/>
                      <a:pt x="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2" name="Google Shape;4282;p10"/>
              <p:cNvSpPr/>
              <p:nvPr/>
            </p:nvSpPr>
            <p:spPr>
              <a:xfrm>
                <a:off x="3037575" y="4228375"/>
                <a:ext cx="3750" cy="13075"/>
              </a:xfrm>
              <a:custGeom>
                <a:rect b="b" l="l" r="r" t="t"/>
                <a:pathLst>
                  <a:path extrusionOk="0" h="523" w="150">
                    <a:moveTo>
                      <a:pt x="34" y="0"/>
                    </a:moveTo>
                    <a:cubicBezTo>
                      <a:pt x="17" y="0"/>
                      <a:pt x="0" y="11"/>
                      <a:pt x="0" y="31"/>
                    </a:cubicBezTo>
                    <a:cubicBezTo>
                      <a:pt x="0" y="114"/>
                      <a:pt x="0" y="197"/>
                      <a:pt x="17" y="280"/>
                    </a:cubicBezTo>
                    <a:cubicBezTo>
                      <a:pt x="25" y="321"/>
                      <a:pt x="34" y="363"/>
                      <a:pt x="50" y="396"/>
                    </a:cubicBezTo>
                    <a:cubicBezTo>
                      <a:pt x="50" y="421"/>
                      <a:pt x="58" y="437"/>
                      <a:pt x="67" y="462"/>
                    </a:cubicBezTo>
                    <a:cubicBezTo>
                      <a:pt x="75" y="479"/>
                      <a:pt x="92" y="495"/>
                      <a:pt x="100" y="512"/>
                    </a:cubicBezTo>
                    <a:cubicBezTo>
                      <a:pt x="105" y="519"/>
                      <a:pt x="111" y="522"/>
                      <a:pt x="117" y="522"/>
                    </a:cubicBezTo>
                    <a:cubicBezTo>
                      <a:pt x="133" y="522"/>
                      <a:pt x="150" y="505"/>
                      <a:pt x="150" y="487"/>
                    </a:cubicBezTo>
                    <a:cubicBezTo>
                      <a:pt x="141" y="471"/>
                      <a:pt x="141" y="446"/>
                      <a:pt x="141" y="429"/>
                    </a:cubicBezTo>
                    <a:cubicBezTo>
                      <a:pt x="133" y="413"/>
                      <a:pt x="125" y="396"/>
                      <a:pt x="125" y="379"/>
                    </a:cubicBezTo>
                    <a:cubicBezTo>
                      <a:pt x="108" y="338"/>
                      <a:pt x="100" y="305"/>
                      <a:pt x="92" y="263"/>
                    </a:cubicBezTo>
                    <a:cubicBezTo>
                      <a:pt x="75" y="189"/>
                      <a:pt x="67" y="106"/>
                      <a:pt x="67" y="31"/>
                    </a:cubicBezTo>
                    <a:cubicBezTo>
                      <a:pt x="67" y="11"/>
                      <a:pt x="5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10"/>
              <p:cNvSpPr/>
              <p:nvPr/>
            </p:nvSpPr>
            <p:spPr>
              <a:xfrm>
                <a:off x="2955975" y="4261050"/>
                <a:ext cx="10375" cy="33400"/>
              </a:xfrm>
              <a:custGeom>
                <a:rect b="b" l="l" r="r" t="t"/>
                <a:pathLst>
                  <a:path extrusionOk="0" h="1336" w="415">
                    <a:moveTo>
                      <a:pt x="53" y="1"/>
                    </a:moveTo>
                    <a:cubicBezTo>
                      <a:pt x="26" y="1"/>
                      <a:pt x="0" y="26"/>
                      <a:pt x="16" y="58"/>
                    </a:cubicBezTo>
                    <a:cubicBezTo>
                      <a:pt x="91" y="266"/>
                      <a:pt x="132" y="481"/>
                      <a:pt x="174" y="705"/>
                    </a:cubicBezTo>
                    <a:cubicBezTo>
                      <a:pt x="190" y="812"/>
                      <a:pt x="199" y="920"/>
                      <a:pt x="207" y="1036"/>
                    </a:cubicBezTo>
                    <a:cubicBezTo>
                      <a:pt x="207" y="1127"/>
                      <a:pt x="190" y="1252"/>
                      <a:pt x="265" y="1326"/>
                    </a:cubicBezTo>
                    <a:cubicBezTo>
                      <a:pt x="272" y="1333"/>
                      <a:pt x="282" y="1336"/>
                      <a:pt x="292" y="1336"/>
                    </a:cubicBezTo>
                    <a:cubicBezTo>
                      <a:pt x="307" y="1336"/>
                      <a:pt x="322" y="1331"/>
                      <a:pt x="331" y="1326"/>
                    </a:cubicBezTo>
                    <a:cubicBezTo>
                      <a:pt x="414" y="1252"/>
                      <a:pt x="389" y="1111"/>
                      <a:pt x="381" y="1011"/>
                    </a:cubicBezTo>
                    <a:cubicBezTo>
                      <a:pt x="373" y="895"/>
                      <a:pt x="356" y="779"/>
                      <a:pt x="331" y="672"/>
                    </a:cubicBezTo>
                    <a:cubicBezTo>
                      <a:pt x="282" y="448"/>
                      <a:pt x="190" y="232"/>
                      <a:pt x="91" y="25"/>
                    </a:cubicBezTo>
                    <a:cubicBezTo>
                      <a:pt x="82" y="8"/>
                      <a:pt x="68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4" name="Google Shape;4284;p10"/>
              <p:cNvSpPr/>
              <p:nvPr/>
            </p:nvSpPr>
            <p:spPr>
              <a:xfrm>
                <a:off x="2967500" y="4280325"/>
                <a:ext cx="5275" cy="16375"/>
              </a:xfrm>
              <a:custGeom>
                <a:rect b="b" l="l" r="r" t="t"/>
                <a:pathLst>
                  <a:path extrusionOk="0" h="655" w="211">
                    <a:moveTo>
                      <a:pt x="56" y="0"/>
                    </a:moveTo>
                    <a:cubicBezTo>
                      <a:pt x="28" y="0"/>
                      <a:pt x="0" y="26"/>
                      <a:pt x="11" y="58"/>
                    </a:cubicBezTo>
                    <a:cubicBezTo>
                      <a:pt x="53" y="157"/>
                      <a:pt x="77" y="257"/>
                      <a:pt x="86" y="356"/>
                    </a:cubicBezTo>
                    <a:cubicBezTo>
                      <a:pt x="94" y="406"/>
                      <a:pt x="94" y="456"/>
                      <a:pt x="94" y="505"/>
                    </a:cubicBezTo>
                    <a:cubicBezTo>
                      <a:pt x="94" y="547"/>
                      <a:pt x="86" y="621"/>
                      <a:pt x="127" y="646"/>
                    </a:cubicBezTo>
                    <a:cubicBezTo>
                      <a:pt x="135" y="655"/>
                      <a:pt x="152" y="655"/>
                      <a:pt x="160" y="655"/>
                    </a:cubicBezTo>
                    <a:cubicBezTo>
                      <a:pt x="210" y="630"/>
                      <a:pt x="202" y="555"/>
                      <a:pt x="202" y="505"/>
                    </a:cubicBezTo>
                    <a:cubicBezTo>
                      <a:pt x="202" y="447"/>
                      <a:pt x="202" y="389"/>
                      <a:pt x="193" y="340"/>
                    </a:cubicBezTo>
                    <a:cubicBezTo>
                      <a:pt x="169" y="232"/>
                      <a:pt x="144" y="124"/>
                      <a:pt x="94" y="25"/>
                    </a:cubicBezTo>
                    <a:cubicBezTo>
                      <a:pt x="85" y="7"/>
                      <a:pt x="71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5" name="Google Shape;4285;p10"/>
              <p:cNvSpPr/>
              <p:nvPr/>
            </p:nvSpPr>
            <p:spPr>
              <a:xfrm>
                <a:off x="2972525" y="4287200"/>
                <a:ext cx="3550" cy="16875"/>
              </a:xfrm>
              <a:custGeom>
                <a:rect b="b" l="l" r="r" t="t"/>
                <a:pathLst>
                  <a:path extrusionOk="0" h="675" w="142">
                    <a:moveTo>
                      <a:pt x="43" y="0"/>
                    </a:moveTo>
                    <a:cubicBezTo>
                      <a:pt x="20" y="0"/>
                      <a:pt x="0" y="17"/>
                      <a:pt x="9" y="48"/>
                    </a:cubicBezTo>
                    <a:cubicBezTo>
                      <a:pt x="26" y="148"/>
                      <a:pt x="42" y="247"/>
                      <a:pt x="50" y="346"/>
                    </a:cubicBezTo>
                    <a:cubicBezTo>
                      <a:pt x="50" y="454"/>
                      <a:pt x="50" y="554"/>
                      <a:pt x="50" y="653"/>
                    </a:cubicBezTo>
                    <a:cubicBezTo>
                      <a:pt x="54" y="668"/>
                      <a:pt x="65" y="675"/>
                      <a:pt x="77" y="675"/>
                    </a:cubicBezTo>
                    <a:cubicBezTo>
                      <a:pt x="90" y="675"/>
                      <a:pt x="104" y="666"/>
                      <a:pt x="108" y="653"/>
                    </a:cubicBezTo>
                    <a:cubicBezTo>
                      <a:pt x="142" y="554"/>
                      <a:pt x="142" y="446"/>
                      <a:pt x="133" y="346"/>
                    </a:cubicBezTo>
                    <a:cubicBezTo>
                      <a:pt x="125" y="239"/>
                      <a:pt x="117" y="139"/>
                      <a:pt x="92" y="40"/>
                    </a:cubicBezTo>
                    <a:cubicBezTo>
                      <a:pt x="84" y="13"/>
                      <a:pt x="62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10"/>
              <p:cNvSpPr/>
              <p:nvPr/>
            </p:nvSpPr>
            <p:spPr>
              <a:xfrm>
                <a:off x="2894850" y="4229300"/>
                <a:ext cx="3900" cy="12400"/>
              </a:xfrm>
              <a:custGeom>
                <a:rect b="b" l="l" r="r" t="t"/>
                <a:pathLst>
                  <a:path extrusionOk="0" h="496" w="156">
                    <a:moveTo>
                      <a:pt x="50" y="1"/>
                    </a:moveTo>
                    <a:cubicBezTo>
                      <a:pt x="37" y="1"/>
                      <a:pt x="26" y="14"/>
                      <a:pt x="26" y="28"/>
                    </a:cubicBezTo>
                    <a:cubicBezTo>
                      <a:pt x="1" y="102"/>
                      <a:pt x="1" y="185"/>
                      <a:pt x="9" y="260"/>
                    </a:cubicBezTo>
                    <a:cubicBezTo>
                      <a:pt x="17" y="334"/>
                      <a:pt x="34" y="425"/>
                      <a:pt x="84" y="483"/>
                    </a:cubicBezTo>
                    <a:cubicBezTo>
                      <a:pt x="92" y="492"/>
                      <a:pt x="103" y="495"/>
                      <a:pt x="114" y="495"/>
                    </a:cubicBezTo>
                    <a:cubicBezTo>
                      <a:pt x="135" y="495"/>
                      <a:pt x="155" y="481"/>
                      <a:pt x="150" y="458"/>
                    </a:cubicBezTo>
                    <a:cubicBezTo>
                      <a:pt x="133" y="384"/>
                      <a:pt x="100" y="318"/>
                      <a:pt x="92" y="251"/>
                    </a:cubicBezTo>
                    <a:cubicBezTo>
                      <a:pt x="75" y="177"/>
                      <a:pt x="75" y="102"/>
                      <a:pt x="84" y="36"/>
                    </a:cubicBezTo>
                    <a:cubicBezTo>
                      <a:pt x="92" y="19"/>
                      <a:pt x="75" y="3"/>
                      <a:pt x="59" y="3"/>
                    </a:cubicBezTo>
                    <a:cubicBezTo>
                      <a:pt x="56" y="1"/>
                      <a:pt x="53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7" name="Google Shape;4287;p10"/>
              <p:cNvSpPr/>
              <p:nvPr/>
            </p:nvSpPr>
            <p:spPr>
              <a:xfrm>
                <a:off x="2899000" y="4233850"/>
                <a:ext cx="3900" cy="11775"/>
              </a:xfrm>
              <a:custGeom>
                <a:rect b="b" l="l" r="r" t="t"/>
                <a:pathLst>
                  <a:path extrusionOk="0" h="471" w="156">
                    <a:moveTo>
                      <a:pt x="45" y="1"/>
                    </a:moveTo>
                    <a:cubicBezTo>
                      <a:pt x="26" y="1"/>
                      <a:pt x="9" y="16"/>
                      <a:pt x="9" y="36"/>
                    </a:cubicBezTo>
                    <a:cubicBezTo>
                      <a:pt x="0" y="111"/>
                      <a:pt x="0" y="185"/>
                      <a:pt x="17" y="252"/>
                    </a:cubicBezTo>
                    <a:cubicBezTo>
                      <a:pt x="25" y="293"/>
                      <a:pt x="34" y="326"/>
                      <a:pt x="42" y="359"/>
                    </a:cubicBezTo>
                    <a:lnTo>
                      <a:pt x="42" y="368"/>
                    </a:lnTo>
                    <a:cubicBezTo>
                      <a:pt x="50" y="384"/>
                      <a:pt x="58" y="401"/>
                      <a:pt x="67" y="409"/>
                    </a:cubicBezTo>
                    <a:cubicBezTo>
                      <a:pt x="75" y="434"/>
                      <a:pt x="83" y="442"/>
                      <a:pt x="100" y="459"/>
                    </a:cubicBezTo>
                    <a:cubicBezTo>
                      <a:pt x="105" y="467"/>
                      <a:pt x="114" y="471"/>
                      <a:pt x="122" y="471"/>
                    </a:cubicBezTo>
                    <a:cubicBezTo>
                      <a:pt x="139" y="471"/>
                      <a:pt x="155" y="456"/>
                      <a:pt x="150" y="434"/>
                    </a:cubicBezTo>
                    <a:cubicBezTo>
                      <a:pt x="150" y="417"/>
                      <a:pt x="150" y="401"/>
                      <a:pt x="141" y="384"/>
                    </a:cubicBezTo>
                    <a:cubicBezTo>
                      <a:pt x="141" y="368"/>
                      <a:pt x="133" y="359"/>
                      <a:pt x="133" y="343"/>
                    </a:cubicBezTo>
                    <a:cubicBezTo>
                      <a:pt x="125" y="310"/>
                      <a:pt x="116" y="276"/>
                      <a:pt x="108" y="243"/>
                    </a:cubicBezTo>
                    <a:cubicBezTo>
                      <a:pt x="92" y="177"/>
                      <a:pt x="92" y="111"/>
                      <a:pt x="92" y="44"/>
                    </a:cubicBezTo>
                    <a:cubicBezTo>
                      <a:pt x="92" y="28"/>
                      <a:pt x="83" y="3"/>
                      <a:pt x="58" y="3"/>
                    </a:cubicBezTo>
                    <a:cubicBezTo>
                      <a:pt x="54" y="2"/>
                      <a:pt x="50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8" name="Google Shape;4288;p10"/>
              <p:cNvSpPr/>
              <p:nvPr/>
            </p:nvSpPr>
            <p:spPr>
              <a:xfrm>
                <a:off x="2990550" y="4123775"/>
                <a:ext cx="3350" cy="21125"/>
              </a:xfrm>
              <a:custGeom>
                <a:rect b="b" l="l" r="r" t="t"/>
                <a:pathLst>
                  <a:path extrusionOk="0" h="845" w="134">
                    <a:moveTo>
                      <a:pt x="54" y="0"/>
                    </a:moveTo>
                    <a:cubicBezTo>
                      <a:pt x="50" y="0"/>
                      <a:pt x="46" y="2"/>
                      <a:pt x="42" y="6"/>
                    </a:cubicBezTo>
                    <a:cubicBezTo>
                      <a:pt x="1" y="56"/>
                      <a:pt x="17" y="131"/>
                      <a:pt x="17" y="189"/>
                    </a:cubicBezTo>
                    <a:cubicBezTo>
                      <a:pt x="17" y="255"/>
                      <a:pt x="17" y="321"/>
                      <a:pt x="17" y="388"/>
                    </a:cubicBezTo>
                    <a:cubicBezTo>
                      <a:pt x="25" y="520"/>
                      <a:pt x="25" y="653"/>
                      <a:pt x="17" y="794"/>
                    </a:cubicBezTo>
                    <a:cubicBezTo>
                      <a:pt x="13" y="825"/>
                      <a:pt x="41" y="845"/>
                      <a:pt x="67" y="845"/>
                    </a:cubicBezTo>
                    <a:cubicBezTo>
                      <a:pt x="88" y="845"/>
                      <a:pt x="108" y="832"/>
                      <a:pt x="108" y="802"/>
                    </a:cubicBezTo>
                    <a:cubicBezTo>
                      <a:pt x="125" y="661"/>
                      <a:pt x="133" y="528"/>
                      <a:pt x="133" y="388"/>
                    </a:cubicBezTo>
                    <a:cubicBezTo>
                      <a:pt x="133" y="313"/>
                      <a:pt x="125" y="247"/>
                      <a:pt x="117" y="172"/>
                    </a:cubicBezTo>
                    <a:cubicBezTo>
                      <a:pt x="117" y="114"/>
                      <a:pt x="108" y="48"/>
                      <a:pt x="67" y="6"/>
                    </a:cubicBezTo>
                    <a:cubicBezTo>
                      <a:pt x="63" y="2"/>
                      <a:pt x="59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9" name="Google Shape;4289;p10"/>
              <p:cNvSpPr/>
              <p:nvPr/>
            </p:nvSpPr>
            <p:spPr>
              <a:xfrm>
                <a:off x="2995950" y="4125225"/>
                <a:ext cx="4150" cy="13900"/>
              </a:xfrm>
              <a:custGeom>
                <a:rect b="b" l="l" r="r" t="t"/>
                <a:pathLst>
                  <a:path extrusionOk="0" h="556" w="166">
                    <a:moveTo>
                      <a:pt x="108" y="0"/>
                    </a:moveTo>
                    <a:cubicBezTo>
                      <a:pt x="102" y="0"/>
                      <a:pt x="95" y="2"/>
                      <a:pt x="91" y="6"/>
                    </a:cubicBezTo>
                    <a:cubicBezTo>
                      <a:pt x="66" y="31"/>
                      <a:pt x="58" y="81"/>
                      <a:pt x="58" y="122"/>
                    </a:cubicBezTo>
                    <a:cubicBezTo>
                      <a:pt x="58" y="164"/>
                      <a:pt x="58" y="205"/>
                      <a:pt x="50" y="247"/>
                    </a:cubicBezTo>
                    <a:cubicBezTo>
                      <a:pt x="41" y="330"/>
                      <a:pt x="33" y="412"/>
                      <a:pt x="8" y="487"/>
                    </a:cubicBezTo>
                    <a:cubicBezTo>
                      <a:pt x="0" y="512"/>
                      <a:pt x="8" y="537"/>
                      <a:pt x="33" y="553"/>
                    </a:cubicBezTo>
                    <a:cubicBezTo>
                      <a:pt x="36" y="555"/>
                      <a:pt x="40" y="555"/>
                      <a:pt x="44" y="555"/>
                    </a:cubicBezTo>
                    <a:cubicBezTo>
                      <a:pt x="61" y="555"/>
                      <a:pt x="84" y="542"/>
                      <a:pt x="91" y="528"/>
                    </a:cubicBezTo>
                    <a:cubicBezTo>
                      <a:pt x="116" y="437"/>
                      <a:pt x="141" y="354"/>
                      <a:pt x="149" y="263"/>
                    </a:cubicBezTo>
                    <a:cubicBezTo>
                      <a:pt x="157" y="222"/>
                      <a:pt x="166" y="172"/>
                      <a:pt x="166" y="131"/>
                    </a:cubicBezTo>
                    <a:cubicBezTo>
                      <a:pt x="166" y="89"/>
                      <a:pt x="157" y="31"/>
                      <a:pt x="124" y="6"/>
                    </a:cubicBezTo>
                    <a:cubicBezTo>
                      <a:pt x="120" y="2"/>
                      <a:pt x="114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0" name="Google Shape;4290;p10"/>
              <p:cNvSpPr/>
              <p:nvPr/>
            </p:nvSpPr>
            <p:spPr>
              <a:xfrm>
                <a:off x="3015000" y="4120525"/>
                <a:ext cx="3125" cy="14275"/>
              </a:xfrm>
              <a:custGeom>
                <a:rect b="b" l="l" r="r" t="t"/>
                <a:pathLst>
                  <a:path extrusionOk="0" h="571" w="125">
                    <a:moveTo>
                      <a:pt x="44" y="1"/>
                    </a:moveTo>
                    <a:cubicBezTo>
                      <a:pt x="35" y="1"/>
                      <a:pt x="26" y="7"/>
                      <a:pt x="17" y="20"/>
                    </a:cubicBezTo>
                    <a:cubicBezTo>
                      <a:pt x="9" y="45"/>
                      <a:pt x="0" y="54"/>
                      <a:pt x="0" y="78"/>
                    </a:cubicBezTo>
                    <a:cubicBezTo>
                      <a:pt x="0" y="103"/>
                      <a:pt x="0" y="128"/>
                      <a:pt x="0" y="153"/>
                    </a:cubicBezTo>
                    <a:cubicBezTo>
                      <a:pt x="9" y="194"/>
                      <a:pt x="9" y="236"/>
                      <a:pt x="17" y="277"/>
                    </a:cubicBezTo>
                    <a:cubicBezTo>
                      <a:pt x="25" y="368"/>
                      <a:pt x="33" y="451"/>
                      <a:pt x="33" y="542"/>
                    </a:cubicBezTo>
                    <a:cubicBezTo>
                      <a:pt x="33" y="562"/>
                      <a:pt x="46" y="570"/>
                      <a:pt x="61" y="570"/>
                    </a:cubicBezTo>
                    <a:cubicBezTo>
                      <a:pt x="77" y="570"/>
                      <a:pt x="95" y="560"/>
                      <a:pt x="100" y="542"/>
                    </a:cubicBezTo>
                    <a:cubicBezTo>
                      <a:pt x="116" y="451"/>
                      <a:pt x="125" y="360"/>
                      <a:pt x="125" y="269"/>
                    </a:cubicBezTo>
                    <a:cubicBezTo>
                      <a:pt x="125" y="228"/>
                      <a:pt x="125" y="186"/>
                      <a:pt x="116" y="145"/>
                    </a:cubicBezTo>
                    <a:cubicBezTo>
                      <a:pt x="116" y="120"/>
                      <a:pt x="108" y="95"/>
                      <a:pt x="100" y="70"/>
                    </a:cubicBezTo>
                    <a:cubicBezTo>
                      <a:pt x="91" y="45"/>
                      <a:pt x="91" y="29"/>
                      <a:pt x="67" y="12"/>
                    </a:cubicBezTo>
                    <a:cubicBezTo>
                      <a:pt x="59" y="5"/>
                      <a:pt x="52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1" name="Google Shape;4291;p10"/>
              <p:cNvSpPr/>
              <p:nvPr/>
            </p:nvSpPr>
            <p:spPr>
              <a:xfrm>
                <a:off x="3033025" y="4113725"/>
                <a:ext cx="9550" cy="26425"/>
              </a:xfrm>
              <a:custGeom>
                <a:rect b="b" l="l" r="r" t="t"/>
                <a:pathLst>
                  <a:path extrusionOk="0" h="1057" w="382">
                    <a:moveTo>
                      <a:pt x="53" y="0"/>
                    </a:moveTo>
                    <a:cubicBezTo>
                      <a:pt x="29" y="0"/>
                      <a:pt x="4" y="15"/>
                      <a:pt x="0" y="44"/>
                    </a:cubicBezTo>
                    <a:cubicBezTo>
                      <a:pt x="0" y="185"/>
                      <a:pt x="8" y="334"/>
                      <a:pt x="33" y="475"/>
                    </a:cubicBezTo>
                    <a:cubicBezTo>
                      <a:pt x="42" y="549"/>
                      <a:pt x="58" y="616"/>
                      <a:pt x="83" y="690"/>
                    </a:cubicBezTo>
                    <a:cubicBezTo>
                      <a:pt x="100" y="748"/>
                      <a:pt x="116" y="831"/>
                      <a:pt x="166" y="881"/>
                    </a:cubicBezTo>
                    <a:cubicBezTo>
                      <a:pt x="172" y="885"/>
                      <a:pt x="180" y="887"/>
                      <a:pt x="188" y="887"/>
                    </a:cubicBezTo>
                    <a:cubicBezTo>
                      <a:pt x="210" y="887"/>
                      <a:pt x="232" y="872"/>
                      <a:pt x="232" y="848"/>
                    </a:cubicBezTo>
                    <a:lnTo>
                      <a:pt x="232" y="839"/>
                    </a:lnTo>
                    <a:cubicBezTo>
                      <a:pt x="257" y="914"/>
                      <a:pt x="282" y="980"/>
                      <a:pt x="323" y="1046"/>
                    </a:cubicBezTo>
                    <a:cubicBezTo>
                      <a:pt x="328" y="1054"/>
                      <a:pt x="335" y="1057"/>
                      <a:pt x="343" y="1057"/>
                    </a:cubicBezTo>
                    <a:cubicBezTo>
                      <a:pt x="361" y="1057"/>
                      <a:pt x="381" y="1039"/>
                      <a:pt x="381" y="1022"/>
                    </a:cubicBezTo>
                    <a:cubicBezTo>
                      <a:pt x="373" y="939"/>
                      <a:pt x="340" y="856"/>
                      <a:pt x="315" y="781"/>
                    </a:cubicBezTo>
                    <a:cubicBezTo>
                      <a:pt x="290" y="707"/>
                      <a:pt x="257" y="632"/>
                      <a:pt x="232" y="558"/>
                    </a:cubicBezTo>
                    <a:cubicBezTo>
                      <a:pt x="226" y="539"/>
                      <a:pt x="210" y="530"/>
                      <a:pt x="193" y="530"/>
                    </a:cubicBezTo>
                    <a:cubicBezTo>
                      <a:pt x="187" y="530"/>
                      <a:pt x="180" y="531"/>
                      <a:pt x="174" y="533"/>
                    </a:cubicBezTo>
                    <a:lnTo>
                      <a:pt x="166" y="533"/>
                    </a:lnTo>
                    <a:cubicBezTo>
                      <a:pt x="158" y="508"/>
                      <a:pt x="158" y="483"/>
                      <a:pt x="149" y="450"/>
                    </a:cubicBezTo>
                    <a:cubicBezTo>
                      <a:pt x="124" y="317"/>
                      <a:pt x="108" y="176"/>
                      <a:pt x="100" y="44"/>
                    </a:cubicBezTo>
                    <a:cubicBezTo>
                      <a:pt x="100" y="15"/>
                      <a:pt x="77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2" name="Google Shape;4292;p10"/>
              <p:cNvSpPr/>
              <p:nvPr/>
            </p:nvSpPr>
            <p:spPr>
              <a:xfrm>
                <a:off x="2617300" y="3834125"/>
                <a:ext cx="468350" cy="998025"/>
              </a:xfrm>
              <a:custGeom>
                <a:rect b="b" l="l" r="r" t="t"/>
                <a:pathLst>
                  <a:path extrusionOk="0" h="39921" w="18734">
                    <a:moveTo>
                      <a:pt x="6977" y="3373"/>
                    </a:moveTo>
                    <a:cubicBezTo>
                      <a:pt x="7010" y="3489"/>
                      <a:pt x="7043" y="3614"/>
                      <a:pt x="7076" y="3738"/>
                    </a:cubicBezTo>
                    <a:lnTo>
                      <a:pt x="7101" y="3812"/>
                    </a:lnTo>
                    <a:cubicBezTo>
                      <a:pt x="7084" y="3779"/>
                      <a:pt x="7059" y="3746"/>
                      <a:pt x="7043" y="3713"/>
                    </a:cubicBezTo>
                    <a:cubicBezTo>
                      <a:pt x="7001" y="3605"/>
                      <a:pt x="6952" y="3498"/>
                      <a:pt x="6977" y="3382"/>
                    </a:cubicBezTo>
                    <a:lnTo>
                      <a:pt x="6977" y="3373"/>
                    </a:lnTo>
                    <a:close/>
                    <a:moveTo>
                      <a:pt x="11070" y="3920"/>
                    </a:moveTo>
                    <a:cubicBezTo>
                      <a:pt x="11070" y="3920"/>
                      <a:pt x="11078" y="3928"/>
                      <a:pt x="11078" y="3928"/>
                    </a:cubicBezTo>
                    <a:cubicBezTo>
                      <a:pt x="11088" y="3939"/>
                      <a:pt x="11101" y="3946"/>
                      <a:pt x="11114" y="3946"/>
                    </a:cubicBezTo>
                    <a:cubicBezTo>
                      <a:pt x="11122" y="3946"/>
                      <a:pt x="11130" y="3943"/>
                      <a:pt x="11136" y="3937"/>
                    </a:cubicBezTo>
                    <a:cubicBezTo>
                      <a:pt x="11144" y="3945"/>
                      <a:pt x="11152" y="3945"/>
                      <a:pt x="11161" y="3953"/>
                    </a:cubicBezTo>
                    <a:cubicBezTo>
                      <a:pt x="11169" y="3953"/>
                      <a:pt x="11169" y="3961"/>
                      <a:pt x="11169" y="3961"/>
                    </a:cubicBezTo>
                    <a:cubicBezTo>
                      <a:pt x="11152" y="4019"/>
                      <a:pt x="11144" y="4077"/>
                      <a:pt x="11136" y="4144"/>
                    </a:cubicBezTo>
                    <a:cubicBezTo>
                      <a:pt x="11136" y="4151"/>
                      <a:pt x="11137" y="4159"/>
                      <a:pt x="11139" y="4166"/>
                    </a:cubicBezTo>
                    <a:lnTo>
                      <a:pt x="11139" y="4166"/>
                    </a:lnTo>
                    <a:cubicBezTo>
                      <a:pt x="11138" y="4164"/>
                      <a:pt x="11137" y="4162"/>
                      <a:pt x="11136" y="4160"/>
                    </a:cubicBezTo>
                    <a:cubicBezTo>
                      <a:pt x="11119" y="4135"/>
                      <a:pt x="11103" y="4102"/>
                      <a:pt x="11086" y="4069"/>
                    </a:cubicBezTo>
                    <a:cubicBezTo>
                      <a:pt x="11086" y="4061"/>
                      <a:pt x="11086" y="4061"/>
                      <a:pt x="11086" y="4053"/>
                    </a:cubicBezTo>
                    <a:cubicBezTo>
                      <a:pt x="11078" y="4044"/>
                      <a:pt x="11078" y="4028"/>
                      <a:pt x="11078" y="4019"/>
                    </a:cubicBezTo>
                    <a:lnTo>
                      <a:pt x="11070" y="4003"/>
                    </a:lnTo>
                    <a:cubicBezTo>
                      <a:pt x="11070" y="3995"/>
                      <a:pt x="11070" y="3986"/>
                      <a:pt x="11070" y="3978"/>
                    </a:cubicBezTo>
                    <a:lnTo>
                      <a:pt x="11070" y="3970"/>
                    </a:lnTo>
                    <a:lnTo>
                      <a:pt x="11070" y="3961"/>
                    </a:lnTo>
                    <a:cubicBezTo>
                      <a:pt x="11070" y="3953"/>
                      <a:pt x="11070" y="3937"/>
                      <a:pt x="11070" y="3928"/>
                    </a:cubicBezTo>
                    <a:lnTo>
                      <a:pt x="11070" y="3920"/>
                    </a:lnTo>
                    <a:close/>
                    <a:moveTo>
                      <a:pt x="7128" y="1222"/>
                    </a:moveTo>
                    <a:cubicBezTo>
                      <a:pt x="7231" y="1222"/>
                      <a:pt x="7343" y="1278"/>
                      <a:pt x="7424" y="1318"/>
                    </a:cubicBezTo>
                    <a:cubicBezTo>
                      <a:pt x="7557" y="1393"/>
                      <a:pt x="7673" y="1501"/>
                      <a:pt x="7780" y="1600"/>
                    </a:cubicBezTo>
                    <a:cubicBezTo>
                      <a:pt x="8070" y="1874"/>
                      <a:pt x="8319" y="2180"/>
                      <a:pt x="8634" y="2420"/>
                    </a:cubicBezTo>
                    <a:cubicBezTo>
                      <a:pt x="8716" y="2503"/>
                      <a:pt x="8791" y="2578"/>
                      <a:pt x="8866" y="2669"/>
                    </a:cubicBezTo>
                    <a:cubicBezTo>
                      <a:pt x="9064" y="2893"/>
                      <a:pt x="9205" y="3174"/>
                      <a:pt x="9238" y="3473"/>
                    </a:cubicBezTo>
                    <a:cubicBezTo>
                      <a:pt x="9243" y="3497"/>
                      <a:pt x="9265" y="3510"/>
                      <a:pt x="9286" y="3510"/>
                    </a:cubicBezTo>
                    <a:cubicBezTo>
                      <a:pt x="9300" y="3510"/>
                      <a:pt x="9314" y="3503"/>
                      <a:pt x="9321" y="3489"/>
                    </a:cubicBezTo>
                    <a:cubicBezTo>
                      <a:pt x="9346" y="3589"/>
                      <a:pt x="9371" y="3680"/>
                      <a:pt x="9388" y="3779"/>
                    </a:cubicBezTo>
                    <a:cubicBezTo>
                      <a:pt x="9391" y="3812"/>
                      <a:pt x="9416" y="3828"/>
                      <a:pt x="9442" y="3828"/>
                    </a:cubicBezTo>
                    <a:cubicBezTo>
                      <a:pt x="9475" y="3828"/>
                      <a:pt x="9508" y="3804"/>
                      <a:pt x="9504" y="3763"/>
                    </a:cubicBezTo>
                    <a:cubicBezTo>
                      <a:pt x="9487" y="3622"/>
                      <a:pt x="9462" y="3489"/>
                      <a:pt x="9437" y="3357"/>
                    </a:cubicBezTo>
                    <a:lnTo>
                      <a:pt x="9437" y="3357"/>
                    </a:lnTo>
                    <a:cubicBezTo>
                      <a:pt x="9454" y="3382"/>
                      <a:pt x="9479" y="3406"/>
                      <a:pt x="9495" y="3431"/>
                    </a:cubicBezTo>
                    <a:cubicBezTo>
                      <a:pt x="9520" y="3481"/>
                      <a:pt x="9537" y="3539"/>
                      <a:pt x="9553" y="3597"/>
                    </a:cubicBezTo>
                    <a:cubicBezTo>
                      <a:pt x="9628" y="3812"/>
                      <a:pt x="9669" y="4036"/>
                      <a:pt x="9702" y="4260"/>
                    </a:cubicBezTo>
                    <a:cubicBezTo>
                      <a:pt x="9707" y="4286"/>
                      <a:pt x="9733" y="4300"/>
                      <a:pt x="9758" y="4300"/>
                    </a:cubicBezTo>
                    <a:cubicBezTo>
                      <a:pt x="9781" y="4300"/>
                      <a:pt x="9802" y="4288"/>
                      <a:pt x="9802" y="4260"/>
                    </a:cubicBezTo>
                    <a:cubicBezTo>
                      <a:pt x="9802" y="4202"/>
                      <a:pt x="9802" y="4152"/>
                      <a:pt x="9794" y="4094"/>
                    </a:cubicBezTo>
                    <a:lnTo>
                      <a:pt x="9794" y="4094"/>
                    </a:lnTo>
                    <a:cubicBezTo>
                      <a:pt x="9818" y="4169"/>
                      <a:pt x="9835" y="4243"/>
                      <a:pt x="9852" y="4326"/>
                    </a:cubicBezTo>
                    <a:cubicBezTo>
                      <a:pt x="9852" y="4326"/>
                      <a:pt x="9852" y="4334"/>
                      <a:pt x="9860" y="4343"/>
                    </a:cubicBezTo>
                    <a:cubicBezTo>
                      <a:pt x="9843" y="4351"/>
                      <a:pt x="9827" y="4351"/>
                      <a:pt x="9810" y="4359"/>
                    </a:cubicBezTo>
                    <a:cubicBezTo>
                      <a:pt x="9744" y="4392"/>
                      <a:pt x="9678" y="4425"/>
                      <a:pt x="9611" y="4459"/>
                    </a:cubicBezTo>
                    <a:cubicBezTo>
                      <a:pt x="9479" y="4533"/>
                      <a:pt x="9346" y="4608"/>
                      <a:pt x="9222" y="4691"/>
                    </a:cubicBezTo>
                    <a:cubicBezTo>
                      <a:pt x="9131" y="4757"/>
                      <a:pt x="9040" y="4831"/>
                      <a:pt x="8965" y="4906"/>
                    </a:cubicBezTo>
                    <a:cubicBezTo>
                      <a:pt x="8932" y="4931"/>
                      <a:pt x="8907" y="4956"/>
                      <a:pt x="8882" y="4981"/>
                    </a:cubicBezTo>
                    <a:cubicBezTo>
                      <a:pt x="8808" y="5047"/>
                      <a:pt x="8741" y="5121"/>
                      <a:pt x="8667" y="5196"/>
                    </a:cubicBezTo>
                    <a:cubicBezTo>
                      <a:pt x="8526" y="5345"/>
                      <a:pt x="8410" y="5519"/>
                      <a:pt x="8302" y="5693"/>
                    </a:cubicBezTo>
                    <a:cubicBezTo>
                      <a:pt x="8112" y="6008"/>
                      <a:pt x="7996" y="6348"/>
                      <a:pt x="7929" y="6704"/>
                    </a:cubicBezTo>
                    <a:cubicBezTo>
                      <a:pt x="7913" y="6704"/>
                      <a:pt x="7896" y="6712"/>
                      <a:pt x="7880" y="6737"/>
                    </a:cubicBezTo>
                    <a:cubicBezTo>
                      <a:pt x="7871" y="6754"/>
                      <a:pt x="7871" y="6795"/>
                      <a:pt x="7896" y="6812"/>
                    </a:cubicBezTo>
                    <a:cubicBezTo>
                      <a:pt x="7905" y="6812"/>
                      <a:pt x="7905" y="6812"/>
                      <a:pt x="7913" y="6820"/>
                    </a:cubicBezTo>
                    <a:cubicBezTo>
                      <a:pt x="7896" y="6853"/>
                      <a:pt x="7880" y="6895"/>
                      <a:pt x="7871" y="6936"/>
                    </a:cubicBezTo>
                    <a:cubicBezTo>
                      <a:pt x="7863" y="6919"/>
                      <a:pt x="7855" y="6903"/>
                      <a:pt x="7847" y="6886"/>
                    </a:cubicBezTo>
                    <a:cubicBezTo>
                      <a:pt x="7838" y="6853"/>
                      <a:pt x="7830" y="6812"/>
                      <a:pt x="7822" y="6779"/>
                    </a:cubicBezTo>
                    <a:cubicBezTo>
                      <a:pt x="7805" y="6687"/>
                      <a:pt x="7797" y="6596"/>
                      <a:pt x="7789" y="6505"/>
                    </a:cubicBezTo>
                    <a:cubicBezTo>
                      <a:pt x="7764" y="6339"/>
                      <a:pt x="7739" y="6165"/>
                      <a:pt x="7706" y="6000"/>
                    </a:cubicBezTo>
                    <a:lnTo>
                      <a:pt x="7706" y="6000"/>
                    </a:lnTo>
                    <a:lnTo>
                      <a:pt x="7714" y="6008"/>
                    </a:lnTo>
                    <a:cubicBezTo>
                      <a:pt x="7723" y="6012"/>
                      <a:pt x="7732" y="6014"/>
                      <a:pt x="7740" y="6014"/>
                    </a:cubicBezTo>
                    <a:cubicBezTo>
                      <a:pt x="7765" y="6014"/>
                      <a:pt x="7786" y="5997"/>
                      <a:pt x="7780" y="5967"/>
                    </a:cubicBezTo>
                    <a:lnTo>
                      <a:pt x="7789" y="5967"/>
                    </a:lnTo>
                    <a:cubicBezTo>
                      <a:pt x="7780" y="5933"/>
                      <a:pt x="7772" y="5909"/>
                      <a:pt x="7755" y="5884"/>
                    </a:cubicBezTo>
                    <a:lnTo>
                      <a:pt x="7755" y="5884"/>
                    </a:lnTo>
                    <a:lnTo>
                      <a:pt x="7764" y="5892"/>
                    </a:lnTo>
                    <a:cubicBezTo>
                      <a:pt x="7772" y="5900"/>
                      <a:pt x="7782" y="5904"/>
                      <a:pt x="7793" y="5904"/>
                    </a:cubicBezTo>
                    <a:cubicBezTo>
                      <a:pt x="7815" y="5904"/>
                      <a:pt x="7838" y="5887"/>
                      <a:pt x="7838" y="5859"/>
                    </a:cubicBezTo>
                    <a:cubicBezTo>
                      <a:pt x="7830" y="5817"/>
                      <a:pt x="7813" y="5776"/>
                      <a:pt x="7805" y="5735"/>
                    </a:cubicBezTo>
                    <a:cubicBezTo>
                      <a:pt x="7797" y="5726"/>
                      <a:pt x="7797" y="5710"/>
                      <a:pt x="7789" y="5701"/>
                    </a:cubicBezTo>
                    <a:cubicBezTo>
                      <a:pt x="7772" y="5643"/>
                      <a:pt x="7747" y="5594"/>
                      <a:pt x="7731" y="5536"/>
                    </a:cubicBezTo>
                    <a:cubicBezTo>
                      <a:pt x="7714" y="5503"/>
                      <a:pt x="7706" y="5469"/>
                      <a:pt x="7689" y="5436"/>
                    </a:cubicBezTo>
                    <a:lnTo>
                      <a:pt x="7689" y="5428"/>
                    </a:lnTo>
                    <a:cubicBezTo>
                      <a:pt x="7692" y="5428"/>
                      <a:pt x="7695" y="5429"/>
                      <a:pt x="7698" y="5429"/>
                    </a:cubicBezTo>
                    <a:cubicBezTo>
                      <a:pt x="7766" y="5429"/>
                      <a:pt x="7787" y="5343"/>
                      <a:pt x="7755" y="5295"/>
                    </a:cubicBezTo>
                    <a:cubicBezTo>
                      <a:pt x="7706" y="5221"/>
                      <a:pt x="7681" y="5130"/>
                      <a:pt x="7639" y="5055"/>
                    </a:cubicBezTo>
                    <a:cubicBezTo>
                      <a:pt x="7623" y="5030"/>
                      <a:pt x="7615" y="5005"/>
                      <a:pt x="7598" y="4972"/>
                    </a:cubicBezTo>
                    <a:lnTo>
                      <a:pt x="7598" y="4972"/>
                    </a:lnTo>
                    <a:lnTo>
                      <a:pt x="7606" y="4981"/>
                    </a:lnTo>
                    <a:cubicBezTo>
                      <a:pt x="7611" y="4983"/>
                      <a:pt x="7615" y="4984"/>
                      <a:pt x="7619" y="4984"/>
                    </a:cubicBezTo>
                    <a:cubicBezTo>
                      <a:pt x="7631" y="4984"/>
                      <a:pt x="7642" y="4976"/>
                      <a:pt x="7648" y="4964"/>
                    </a:cubicBezTo>
                    <a:cubicBezTo>
                      <a:pt x="7673" y="5014"/>
                      <a:pt x="7689" y="5063"/>
                      <a:pt x="7714" y="5113"/>
                    </a:cubicBezTo>
                    <a:cubicBezTo>
                      <a:pt x="7725" y="5128"/>
                      <a:pt x="7743" y="5136"/>
                      <a:pt x="7760" y="5136"/>
                    </a:cubicBezTo>
                    <a:cubicBezTo>
                      <a:pt x="7781" y="5136"/>
                      <a:pt x="7801" y="5124"/>
                      <a:pt x="7805" y="5097"/>
                    </a:cubicBezTo>
                    <a:cubicBezTo>
                      <a:pt x="7822" y="4931"/>
                      <a:pt x="7722" y="4773"/>
                      <a:pt x="7615" y="4649"/>
                    </a:cubicBezTo>
                    <a:cubicBezTo>
                      <a:pt x="7565" y="4591"/>
                      <a:pt x="7515" y="4541"/>
                      <a:pt x="7457" y="4492"/>
                    </a:cubicBezTo>
                    <a:lnTo>
                      <a:pt x="7457" y="4492"/>
                    </a:lnTo>
                    <a:cubicBezTo>
                      <a:pt x="7490" y="4517"/>
                      <a:pt x="7523" y="4533"/>
                      <a:pt x="7565" y="4541"/>
                    </a:cubicBezTo>
                    <a:cubicBezTo>
                      <a:pt x="7598" y="4541"/>
                      <a:pt x="7615" y="4517"/>
                      <a:pt x="7606" y="4492"/>
                    </a:cubicBezTo>
                    <a:cubicBezTo>
                      <a:pt x="7573" y="4401"/>
                      <a:pt x="7474" y="4318"/>
                      <a:pt x="7407" y="4251"/>
                    </a:cubicBezTo>
                    <a:lnTo>
                      <a:pt x="7399" y="4243"/>
                    </a:lnTo>
                    <a:cubicBezTo>
                      <a:pt x="7341" y="3912"/>
                      <a:pt x="7233" y="3597"/>
                      <a:pt x="7151" y="3274"/>
                    </a:cubicBezTo>
                    <a:cubicBezTo>
                      <a:pt x="7059" y="2909"/>
                      <a:pt x="6960" y="2545"/>
                      <a:pt x="6902" y="2172"/>
                    </a:cubicBezTo>
                    <a:cubicBezTo>
                      <a:pt x="6869" y="1990"/>
                      <a:pt x="6852" y="1799"/>
                      <a:pt x="6861" y="1617"/>
                    </a:cubicBezTo>
                    <a:cubicBezTo>
                      <a:pt x="6869" y="1501"/>
                      <a:pt x="6894" y="1335"/>
                      <a:pt x="7001" y="1260"/>
                    </a:cubicBezTo>
                    <a:cubicBezTo>
                      <a:pt x="7039" y="1233"/>
                      <a:pt x="7083" y="1222"/>
                      <a:pt x="7128" y="1222"/>
                    </a:cubicBezTo>
                    <a:close/>
                    <a:moveTo>
                      <a:pt x="7714" y="10449"/>
                    </a:moveTo>
                    <a:cubicBezTo>
                      <a:pt x="7681" y="10474"/>
                      <a:pt x="7648" y="10490"/>
                      <a:pt x="7623" y="10515"/>
                    </a:cubicBezTo>
                    <a:cubicBezTo>
                      <a:pt x="7615" y="10524"/>
                      <a:pt x="7606" y="10532"/>
                      <a:pt x="7606" y="10532"/>
                    </a:cubicBezTo>
                    <a:cubicBezTo>
                      <a:pt x="7490" y="10548"/>
                      <a:pt x="7383" y="10565"/>
                      <a:pt x="7275" y="10582"/>
                    </a:cubicBezTo>
                    <a:cubicBezTo>
                      <a:pt x="7084" y="10615"/>
                      <a:pt x="6894" y="10648"/>
                      <a:pt x="6703" y="10681"/>
                    </a:cubicBezTo>
                    <a:lnTo>
                      <a:pt x="6695" y="10664"/>
                    </a:lnTo>
                    <a:cubicBezTo>
                      <a:pt x="6703" y="10664"/>
                      <a:pt x="6711" y="10664"/>
                      <a:pt x="6720" y="10656"/>
                    </a:cubicBezTo>
                    <a:cubicBezTo>
                      <a:pt x="6902" y="10582"/>
                      <a:pt x="7084" y="10524"/>
                      <a:pt x="7275" y="10490"/>
                    </a:cubicBezTo>
                    <a:cubicBezTo>
                      <a:pt x="7366" y="10474"/>
                      <a:pt x="7457" y="10457"/>
                      <a:pt x="7548" y="10457"/>
                    </a:cubicBezTo>
                    <a:cubicBezTo>
                      <a:pt x="7590" y="10449"/>
                      <a:pt x="7631" y="10449"/>
                      <a:pt x="7673" y="10449"/>
                    </a:cubicBezTo>
                    <a:close/>
                    <a:moveTo>
                      <a:pt x="7010" y="11253"/>
                    </a:moveTo>
                    <a:lnTo>
                      <a:pt x="7010" y="11253"/>
                    </a:lnTo>
                    <a:cubicBezTo>
                      <a:pt x="7051" y="11278"/>
                      <a:pt x="7093" y="11294"/>
                      <a:pt x="7126" y="11319"/>
                    </a:cubicBezTo>
                    <a:cubicBezTo>
                      <a:pt x="7184" y="11344"/>
                      <a:pt x="7242" y="11377"/>
                      <a:pt x="7300" y="11394"/>
                    </a:cubicBezTo>
                    <a:cubicBezTo>
                      <a:pt x="7333" y="11410"/>
                      <a:pt x="7366" y="11427"/>
                      <a:pt x="7391" y="11443"/>
                    </a:cubicBezTo>
                    <a:cubicBezTo>
                      <a:pt x="7399" y="11460"/>
                      <a:pt x="7416" y="11501"/>
                      <a:pt x="7424" y="11518"/>
                    </a:cubicBezTo>
                    <a:cubicBezTo>
                      <a:pt x="7432" y="11551"/>
                      <a:pt x="7449" y="11576"/>
                      <a:pt x="7465" y="11609"/>
                    </a:cubicBezTo>
                    <a:cubicBezTo>
                      <a:pt x="7486" y="11644"/>
                      <a:pt x="7513" y="11661"/>
                      <a:pt x="7540" y="11661"/>
                    </a:cubicBezTo>
                    <a:cubicBezTo>
                      <a:pt x="7545" y="11661"/>
                      <a:pt x="7551" y="11660"/>
                      <a:pt x="7557" y="11659"/>
                    </a:cubicBezTo>
                    <a:cubicBezTo>
                      <a:pt x="7573" y="11708"/>
                      <a:pt x="7581" y="11750"/>
                      <a:pt x="7590" y="11800"/>
                    </a:cubicBezTo>
                    <a:cubicBezTo>
                      <a:pt x="7581" y="11824"/>
                      <a:pt x="7565" y="11841"/>
                      <a:pt x="7540" y="11858"/>
                    </a:cubicBezTo>
                    <a:lnTo>
                      <a:pt x="7540" y="11866"/>
                    </a:lnTo>
                    <a:cubicBezTo>
                      <a:pt x="7508" y="11889"/>
                      <a:pt x="7474" y="11899"/>
                      <a:pt x="7441" y="11899"/>
                    </a:cubicBezTo>
                    <a:cubicBezTo>
                      <a:pt x="7378" y="11899"/>
                      <a:pt x="7318" y="11865"/>
                      <a:pt x="7275" y="11816"/>
                    </a:cubicBezTo>
                    <a:cubicBezTo>
                      <a:pt x="7200" y="11725"/>
                      <a:pt x="7167" y="11617"/>
                      <a:pt x="7126" y="11518"/>
                    </a:cubicBezTo>
                    <a:cubicBezTo>
                      <a:pt x="7084" y="11427"/>
                      <a:pt x="7051" y="11336"/>
                      <a:pt x="7010" y="11253"/>
                    </a:cubicBezTo>
                    <a:close/>
                    <a:moveTo>
                      <a:pt x="11840" y="35670"/>
                    </a:moveTo>
                    <a:cubicBezTo>
                      <a:pt x="11873" y="35761"/>
                      <a:pt x="11931" y="35844"/>
                      <a:pt x="11989" y="35902"/>
                    </a:cubicBezTo>
                    <a:lnTo>
                      <a:pt x="11998" y="35902"/>
                    </a:lnTo>
                    <a:cubicBezTo>
                      <a:pt x="12097" y="36018"/>
                      <a:pt x="12221" y="36084"/>
                      <a:pt x="12362" y="36142"/>
                    </a:cubicBezTo>
                    <a:cubicBezTo>
                      <a:pt x="12511" y="36209"/>
                      <a:pt x="12660" y="36250"/>
                      <a:pt x="12818" y="36291"/>
                    </a:cubicBezTo>
                    <a:cubicBezTo>
                      <a:pt x="12876" y="36308"/>
                      <a:pt x="12926" y="36325"/>
                      <a:pt x="12984" y="36333"/>
                    </a:cubicBezTo>
                    <a:lnTo>
                      <a:pt x="12984" y="36349"/>
                    </a:lnTo>
                    <a:cubicBezTo>
                      <a:pt x="12992" y="36383"/>
                      <a:pt x="13008" y="36399"/>
                      <a:pt x="13042" y="36399"/>
                    </a:cubicBezTo>
                    <a:cubicBezTo>
                      <a:pt x="13124" y="36407"/>
                      <a:pt x="13207" y="36416"/>
                      <a:pt x="13290" y="36416"/>
                    </a:cubicBezTo>
                    <a:lnTo>
                      <a:pt x="13505" y="36416"/>
                    </a:lnTo>
                    <a:cubicBezTo>
                      <a:pt x="13514" y="36416"/>
                      <a:pt x="13514" y="36416"/>
                      <a:pt x="13522" y="36424"/>
                    </a:cubicBezTo>
                    <a:lnTo>
                      <a:pt x="13530" y="36424"/>
                    </a:lnTo>
                    <a:lnTo>
                      <a:pt x="13539" y="36449"/>
                    </a:lnTo>
                    <a:lnTo>
                      <a:pt x="13547" y="36449"/>
                    </a:lnTo>
                    <a:lnTo>
                      <a:pt x="13547" y="36457"/>
                    </a:lnTo>
                    <a:cubicBezTo>
                      <a:pt x="13547" y="36465"/>
                      <a:pt x="13547" y="36474"/>
                      <a:pt x="13555" y="36482"/>
                    </a:cubicBezTo>
                    <a:cubicBezTo>
                      <a:pt x="13563" y="36499"/>
                      <a:pt x="13563" y="36515"/>
                      <a:pt x="13572" y="36540"/>
                    </a:cubicBezTo>
                    <a:cubicBezTo>
                      <a:pt x="13572" y="36557"/>
                      <a:pt x="13572" y="36565"/>
                      <a:pt x="13580" y="36581"/>
                    </a:cubicBezTo>
                    <a:cubicBezTo>
                      <a:pt x="13505" y="36565"/>
                      <a:pt x="13439" y="36557"/>
                      <a:pt x="13365" y="36548"/>
                    </a:cubicBezTo>
                    <a:cubicBezTo>
                      <a:pt x="13282" y="36540"/>
                      <a:pt x="13199" y="36532"/>
                      <a:pt x="13116" y="36523"/>
                    </a:cubicBezTo>
                    <a:cubicBezTo>
                      <a:pt x="13098" y="36523"/>
                      <a:pt x="13078" y="36523"/>
                      <a:pt x="13059" y="36523"/>
                    </a:cubicBezTo>
                    <a:cubicBezTo>
                      <a:pt x="12991" y="36523"/>
                      <a:pt x="12919" y="36528"/>
                      <a:pt x="12868" y="36573"/>
                    </a:cubicBezTo>
                    <a:cubicBezTo>
                      <a:pt x="12843" y="36590"/>
                      <a:pt x="12843" y="36631"/>
                      <a:pt x="12868" y="36648"/>
                    </a:cubicBezTo>
                    <a:cubicBezTo>
                      <a:pt x="12917" y="36697"/>
                      <a:pt x="13008" y="36706"/>
                      <a:pt x="13075" y="36714"/>
                    </a:cubicBezTo>
                    <a:cubicBezTo>
                      <a:pt x="13149" y="36722"/>
                      <a:pt x="13216" y="36739"/>
                      <a:pt x="13290" y="36747"/>
                    </a:cubicBezTo>
                    <a:cubicBezTo>
                      <a:pt x="13365" y="36764"/>
                      <a:pt x="13431" y="36772"/>
                      <a:pt x="13505" y="36789"/>
                    </a:cubicBezTo>
                    <a:cubicBezTo>
                      <a:pt x="13555" y="36797"/>
                      <a:pt x="13646" y="36813"/>
                      <a:pt x="13679" y="36838"/>
                    </a:cubicBezTo>
                    <a:cubicBezTo>
                      <a:pt x="13704" y="36863"/>
                      <a:pt x="13721" y="36896"/>
                      <a:pt x="13721" y="36946"/>
                    </a:cubicBezTo>
                    <a:cubicBezTo>
                      <a:pt x="13721" y="36945"/>
                      <a:pt x="13721" y="36945"/>
                      <a:pt x="13721" y="36945"/>
                    </a:cubicBezTo>
                    <a:cubicBezTo>
                      <a:pt x="13723" y="36945"/>
                      <a:pt x="13729" y="36972"/>
                      <a:pt x="13729" y="36979"/>
                    </a:cubicBezTo>
                    <a:lnTo>
                      <a:pt x="13729" y="37021"/>
                    </a:lnTo>
                    <a:cubicBezTo>
                      <a:pt x="13729" y="37062"/>
                      <a:pt x="13721" y="37095"/>
                      <a:pt x="13721" y="37128"/>
                    </a:cubicBezTo>
                    <a:cubicBezTo>
                      <a:pt x="13713" y="37161"/>
                      <a:pt x="13713" y="37195"/>
                      <a:pt x="13704" y="37219"/>
                    </a:cubicBezTo>
                    <a:cubicBezTo>
                      <a:pt x="13646" y="37161"/>
                      <a:pt x="13572" y="37120"/>
                      <a:pt x="13497" y="37079"/>
                    </a:cubicBezTo>
                    <a:cubicBezTo>
                      <a:pt x="13356" y="37012"/>
                      <a:pt x="13216" y="36963"/>
                      <a:pt x="13075" y="36896"/>
                    </a:cubicBezTo>
                    <a:cubicBezTo>
                      <a:pt x="13064" y="36892"/>
                      <a:pt x="13054" y="36890"/>
                      <a:pt x="13045" y="36890"/>
                    </a:cubicBezTo>
                    <a:cubicBezTo>
                      <a:pt x="12986" y="36890"/>
                      <a:pt x="12951" y="36969"/>
                      <a:pt x="13008" y="37012"/>
                    </a:cubicBezTo>
                    <a:cubicBezTo>
                      <a:pt x="13116" y="37079"/>
                      <a:pt x="13216" y="37153"/>
                      <a:pt x="13323" y="37219"/>
                    </a:cubicBezTo>
                    <a:cubicBezTo>
                      <a:pt x="13398" y="37269"/>
                      <a:pt x="13530" y="37302"/>
                      <a:pt x="13572" y="37385"/>
                    </a:cubicBezTo>
                    <a:cubicBezTo>
                      <a:pt x="13663" y="37559"/>
                      <a:pt x="13464" y="37708"/>
                      <a:pt x="13323" y="37733"/>
                    </a:cubicBezTo>
                    <a:cubicBezTo>
                      <a:pt x="13273" y="37743"/>
                      <a:pt x="13221" y="37747"/>
                      <a:pt x="13169" y="37747"/>
                    </a:cubicBezTo>
                    <a:cubicBezTo>
                      <a:pt x="13005" y="37747"/>
                      <a:pt x="12836" y="37706"/>
                      <a:pt x="12685" y="37675"/>
                    </a:cubicBezTo>
                    <a:cubicBezTo>
                      <a:pt x="12569" y="37650"/>
                      <a:pt x="12462" y="37634"/>
                      <a:pt x="12346" y="37609"/>
                    </a:cubicBezTo>
                    <a:cubicBezTo>
                      <a:pt x="12262" y="37586"/>
                      <a:pt x="12152" y="37550"/>
                      <a:pt x="12051" y="37550"/>
                    </a:cubicBezTo>
                    <a:cubicBezTo>
                      <a:pt x="12042" y="37550"/>
                      <a:pt x="12032" y="37550"/>
                      <a:pt x="12022" y="37551"/>
                    </a:cubicBezTo>
                    <a:cubicBezTo>
                      <a:pt x="12006" y="37501"/>
                      <a:pt x="11981" y="37451"/>
                      <a:pt x="11964" y="37402"/>
                    </a:cubicBezTo>
                    <a:cubicBezTo>
                      <a:pt x="11890" y="37178"/>
                      <a:pt x="11807" y="36963"/>
                      <a:pt x="11741" y="36739"/>
                    </a:cubicBezTo>
                    <a:cubicBezTo>
                      <a:pt x="11749" y="36731"/>
                      <a:pt x="11766" y="36714"/>
                      <a:pt x="11766" y="36697"/>
                    </a:cubicBezTo>
                    <a:cubicBezTo>
                      <a:pt x="11774" y="36573"/>
                      <a:pt x="11749" y="36441"/>
                      <a:pt x="11732" y="36308"/>
                    </a:cubicBezTo>
                    <a:cubicBezTo>
                      <a:pt x="11716" y="36184"/>
                      <a:pt x="11691" y="36051"/>
                      <a:pt x="11674" y="35927"/>
                    </a:cubicBezTo>
                    <a:cubicBezTo>
                      <a:pt x="11666" y="35894"/>
                      <a:pt x="11658" y="35861"/>
                      <a:pt x="11658" y="35827"/>
                    </a:cubicBezTo>
                    <a:cubicBezTo>
                      <a:pt x="11716" y="35786"/>
                      <a:pt x="11774" y="35736"/>
                      <a:pt x="11832" y="35678"/>
                    </a:cubicBezTo>
                    <a:lnTo>
                      <a:pt x="11840" y="35670"/>
                    </a:lnTo>
                    <a:close/>
                    <a:moveTo>
                      <a:pt x="13298" y="162"/>
                    </a:moveTo>
                    <a:cubicBezTo>
                      <a:pt x="13399" y="162"/>
                      <a:pt x="13458" y="246"/>
                      <a:pt x="13505" y="341"/>
                    </a:cubicBezTo>
                    <a:cubicBezTo>
                      <a:pt x="13762" y="888"/>
                      <a:pt x="13986" y="1451"/>
                      <a:pt x="14226" y="2014"/>
                    </a:cubicBezTo>
                    <a:cubicBezTo>
                      <a:pt x="14359" y="2338"/>
                      <a:pt x="14500" y="2652"/>
                      <a:pt x="14624" y="2984"/>
                    </a:cubicBezTo>
                    <a:cubicBezTo>
                      <a:pt x="14629" y="3003"/>
                      <a:pt x="14642" y="3011"/>
                      <a:pt x="14658" y="3011"/>
                    </a:cubicBezTo>
                    <a:cubicBezTo>
                      <a:pt x="14668" y="3011"/>
                      <a:pt x="14680" y="3007"/>
                      <a:pt x="14690" y="3000"/>
                    </a:cubicBezTo>
                    <a:cubicBezTo>
                      <a:pt x="14715" y="3000"/>
                      <a:pt x="14732" y="2984"/>
                      <a:pt x="14732" y="2951"/>
                    </a:cubicBezTo>
                    <a:lnTo>
                      <a:pt x="14732" y="2942"/>
                    </a:lnTo>
                    <a:cubicBezTo>
                      <a:pt x="14781" y="3075"/>
                      <a:pt x="14856" y="3199"/>
                      <a:pt x="14922" y="3332"/>
                    </a:cubicBezTo>
                    <a:cubicBezTo>
                      <a:pt x="14989" y="3456"/>
                      <a:pt x="15047" y="3589"/>
                      <a:pt x="15105" y="3721"/>
                    </a:cubicBezTo>
                    <a:cubicBezTo>
                      <a:pt x="15221" y="3986"/>
                      <a:pt x="15312" y="4268"/>
                      <a:pt x="15378" y="4558"/>
                    </a:cubicBezTo>
                    <a:cubicBezTo>
                      <a:pt x="15444" y="4840"/>
                      <a:pt x="15486" y="5130"/>
                      <a:pt x="15502" y="5420"/>
                    </a:cubicBezTo>
                    <a:cubicBezTo>
                      <a:pt x="15519" y="5569"/>
                      <a:pt x="15519" y="5718"/>
                      <a:pt x="15519" y="5867"/>
                    </a:cubicBezTo>
                    <a:cubicBezTo>
                      <a:pt x="15515" y="5865"/>
                      <a:pt x="15510" y="5864"/>
                      <a:pt x="15504" y="5864"/>
                    </a:cubicBezTo>
                    <a:cubicBezTo>
                      <a:pt x="15488" y="5864"/>
                      <a:pt x="15471" y="5873"/>
                      <a:pt x="15477" y="5892"/>
                    </a:cubicBezTo>
                    <a:cubicBezTo>
                      <a:pt x="15494" y="5933"/>
                      <a:pt x="15502" y="5983"/>
                      <a:pt x="15511" y="6025"/>
                    </a:cubicBezTo>
                    <a:cubicBezTo>
                      <a:pt x="15511" y="6124"/>
                      <a:pt x="15511" y="6223"/>
                      <a:pt x="15511" y="6315"/>
                    </a:cubicBezTo>
                    <a:cubicBezTo>
                      <a:pt x="15511" y="6348"/>
                      <a:pt x="15519" y="6364"/>
                      <a:pt x="15535" y="6373"/>
                    </a:cubicBezTo>
                    <a:cubicBezTo>
                      <a:pt x="15544" y="6406"/>
                      <a:pt x="15544" y="6447"/>
                      <a:pt x="15552" y="6480"/>
                    </a:cubicBezTo>
                    <a:cubicBezTo>
                      <a:pt x="15544" y="6480"/>
                      <a:pt x="15544" y="6472"/>
                      <a:pt x="15535" y="6472"/>
                    </a:cubicBezTo>
                    <a:cubicBezTo>
                      <a:pt x="15528" y="6468"/>
                      <a:pt x="15521" y="6467"/>
                      <a:pt x="15514" y="6467"/>
                    </a:cubicBezTo>
                    <a:cubicBezTo>
                      <a:pt x="15475" y="6467"/>
                      <a:pt x="15449" y="6520"/>
                      <a:pt x="15477" y="6555"/>
                    </a:cubicBezTo>
                    <a:cubicBezTo>
                      <a:pt x="15502" y="6605"/>
                      <a:pt x="15552" y="6638"/>
                      <a:pt x="15585" y="6679"/>
                    </a:cubicBezTo>
                    <a:lnTo>
                      <a:pt x="15593" y="6687"/>
                    </a:lnTo>
                    <a:cubicBezTo>
                      <a:pt x="15610" y="6729"/>
                      <a:pt x="15627" y="6779"/>
                      <a:pt x="15643" y="6820"/>
                    </a:cubicBezTo>
                    <a:cubicBezTo>
                      <a:pt x="15701" y="6986"/>
                      <a:pt x="15776" y="7160"/>
                      <a:pt x="15825" y="7334"/>
                    </a:cubicBezTo>
                    <a:cubicBezTo>
                      <a:pt x="15833" y="7348"/>
                      <a:pt x="15834" y="7363"/>
                      <a:pt x="15840" y="7372"/>
                    </a:cubicBezTo>
                    <a:lnTo>
                      <a:pt x="15840" y="7372"/>
                    </a:lnTo>
                    <a:cubicBezTo>
                      <a:pt x="15807" y="7332"/>
                      <a:pt x="15766" y="7300"/>
                      <a:pt x="15718" y="7292"/>
                    </a:cubicBezTo>
                    <a:cubicBezTo>
                      <a:pt x="15713" y="7291"/>
                      <a:pt x="15709" y="7290"/>
                      <a:pt x="15705" y="7290"/>
                    </a:cubicBezTo>
                    <a:cubicBezTo>
                      <a:pt x="15688" y="7290"/>
                      <a:pt x="15676" y="7305"/>
                      <a:pt x="15676" y="7325"/>
                    </a:cubicBezTo>
                    <a:cubicBezTo>
                      <a:pt x="15668" y="7417"/>
                      <a:pt x="15751" y="7516"/>
                      <a:pt x="15801" y="7591"/>
                    </a:cubicBezTo>
                    <a:cubicBezTo>
                      <a:pt x="15859" y="7682"/>
                      <a:pt x="15908" y="7773"/>
                      <a:pt x="15958" y="7864"/>
                    </a:cubicBezTo>
                    <a:cubicBezTo>
                      <a:pt x="15991" y="7939"/>
                      <a:pt x="16016" y="8013"/>
                      <a:pt x="16033" y="8088"/>
                    </a:cubicBezTo>
                    <a:cubicBezTo>
                      <a:pt x="16024" y="8079"/>
                      <a:pt x="16016" y="8071"/>
                      <a:pt x="16016" y="8063"/>
                    </a:cubicBezTo>
                    <a:cubicBezTo>
                      <a:pt x="15925" y="7963"/>
                      <a:pt x="15834" y="7814"/>
                      <a:pt x="15709" y="7765"/>
                    </a:cubicBezTo>
                    <a:cubicBezTo>
                      <a:pt x="15703" y="7762"/>
                      <a:pt x="15697" y="7760"/>
                      <a:pt x="15690" y="7760"/>
                    </a:cubicBezTo>
                    <a:cubicBezTo>
                      <a:pt x="15660" y="7760"/>
                      <a:pt x="15628" y="7789"/>
                      <a:pt x="15635" y="7823"/>
                    </a:cubicBezTo>
                    <a:cubicBezTo>
                      <a:pt x="15668" y="7955"/>
                      <a:pt x="15792" y="8071"/>
                      <a:pt x="15875" y="8171"/>
                    </a:cubicBezTo>
                    <a:cubicBezTo>
                      <a:pt x="15900" y="8195"/>
                      <a:pt x="15917" y="8220"/>
                      <a:pt x="15941" y="8245"/>
                    </a:cubicBezTo>
                    <a:cubicBezTo>
                      <a:pt x="15941" y="8253"/>
                      <a:pt x="15950" y="8262"/>
                      <a:pt x="15966" y="8270"/>
                    </a:cubicBezTo>
                    <a:cubicBezTo>
                      <a:pt x="15983" y="8295"/>
                      <a:pt x="16008" y="8320"/>
                      <a:pt x="16033" y="8353"/>
                    </a:cubicBezTo>
                    <a:cubicBezTo>
                      <a:pt x="16033" y="8361"/>
                      <a:pt x="16033" y="8378"/>
                      <a:pt x="16024" y="8394"/>
                    </a:cubicBezTo>
                    <a:cubicBezTo>
                      <a:pt x="16024" y="8403"/>
                      <a:pt x="16033" y="8419"/>
                      <a:pt x="16049" y="8419"/>
                    </a:cubicBezTo>
                    <a:cubicBezTo>
                      <a:pt x="16057" y="8419"/>
                      <a:pt x="16074" y="8411"/>
                      <a:pt x="16074" y="8403"/>
                    </a:cubicBezTo>
                    <a:cubicBezTo>
                      <a:pt x="16099" y="8427"/>
                      <a:pt x="16124" y="8461"/>
                      <a:pt x="16149" y="8485"/>
                    </a:cubicBezTo>
                    <a:cubicBezTo>
                      <a:pt x="16157" y="8494"/>
                      <a:pt x="16157" y="8502"/>
                      <a:pt x="16165" y="8510"/>
                    </a:cubicBezTo>
                    <a:cubicBezTo>
                      <a:pt x="16165" y="8519"/>
                      <a:pt x="16165" y="8535"/>
                      <a:pt x="16173" y="8552"/>
                    </a:cubicBezTo>
                    <a:cubicBezTo>
                      <a:pt x="16173" y="8560"/>
                      <a:pt x="16182" y="8560"/>
                      <a:pt x="16182" y="8568"/>
                    </a:cubicBezTo>
                    <a:cubicBezTo>
                      <a:pt x="16405" y="8833"/>
                      <a:pt x="16629" y="9082"/>
                      <a:pt x="16811" y="9372"/>
                    </a:cubicBezTo>
                    <a:cubicBezTo>
                      <a:pt x="16869" y="9471"/>
                      <a:pt x="16927" y="9579"/>
                      <a:pt x="16977" y="9687"/>
                    </a:cubicBezTo>
                    <a:cubicBezTo>
                      <a:pt x="16974" y="9686"/>
                      <a:pt x="16970" y="9686"/>
                      <a:pt x="16966" y="9686"/>
                    </a:cubicBezTo>
                    <a:cubicBezTo>
                      <a:pt x="16928" y="9686"/>
                      <a:pt x="16887" y="9724"/>
                      <a:pt x="16903" y="9770"/>
                    </a:cubicBezTo>
                    <a:cubicBezTo>
                      <a:pt x="16969" y="9952"/>
                      <a:pt x="17027" y="10142"/>
                      <a:pt x="17085" y="10333"/>
                    </a:cubicBezTo>
                    <a:cubicBezTo>
                      <a:pt x="17093" y="10358"/>
                      <a:pt x="17101" y="10391"/>
                      <a:pt x="17110" y="10424"/>
                    </a:cubicBezTo>
                    <a:cubicBezTo>
                      <a:pt x="17103" y="10420"/>
                      <a:pt x="17095" y="10418"/>
                      <a:pt x="17087" y="10418"/>
                    </a:cubicBezTo>
                    <a:cubicBezTo>
                      <a:pt x="17065" y="10418"/>
                      <a:pt x="17041" y="10433"/>
                      <a:pt x="17035" y="10457"/>
                    </a:cubicBezTo>
                    <a:cubicBezTo>
                      <a:pt x="17027" y="10438"/>
                      <a:pt x="17010" y="10430"/>
                      <a:pt x="16993" y="10430"/>
                    </a:cubicBezTo>
                    <a:cubicBezTo>
                      <a:pt x="16958" y="10430"/>
                      <a:pt x="16919" y="10463"/>
                      <a:pt x="16936" y="10507"/>
                    </a:cubicBezTo>
                    <a:cubicBezTo>
                      <a:pt x="16961" y="10573"/>
                      <a:pt x="16985" y="10648"/>
                      <a:pt x="17002" y="10714"/>
                    </a:cubicBezTo>
                    <a:cubicBezTo>
                      <a:pt x="17002" y="10722"/>
                      <a:pt x="17002" y="10731"/>
                      <a:pt x="17002" y="10739"/>
                    </a:cubicBezTo>
                    <a:cubicBezTo>
                      <a:pt x="17043" y="10913"/>
                      <a:pt x="17077" y="11095"/>
                      <a:pt x="17101" y="11278"/>
                    </a:cubicBezTo>
                    <a:cubicBezTo>
                      <a:pt x="17101" y="11286"/>
                      <a:pt x="17110" y="11294"/>
                      <a:pt x="17110" y="11302"/>
                    </a:cubicBezTo>
                    <a:cubicBezTo>
                      <a:pt x="17110" y="11319"/>
                      <a:pt x="17110" y="11344"/>
                      <a:pt x="17118" y="11360"/>
                    </a:cubicBezTo>
                    <a:lnTo>
                      <a:pt x="17085" y="11360"/>
                    </a:lnTo>
                    <a:cubicBezTo>
                      <a:pt x="17077" y="11344"/>
                      <a:pt x="17077" y="11336"/>
                      <a:pt x="17068" y="11319"/>
                    </a:cubicBezTo>
                    <a:lnTo>
                      <a:pt x="17068" y="11311"/>
                    </a:lnTo>
                    <a:cubicBezTo>
                      <a:pt x="17068" y="11286"/>
                      <a:pt x="17068" y="11269"/>
                      <a:pt x="17068" y="11244"/>
                    </a:cubicBezTo>
                    <a:cubicBezTo>
                      <a:pt x="17052" y="11170"/>
                      <a:pt x="17043" y="11087"/>
                      <a:pt x="17019" y="11012"/>
                    </a:cubicBezTo>
                    <a:cubicBezTo>
                      <a:pt x="17019" y="11004"/>
                      <a:pt x="17010" y="10996"/>
                      <a:pt x="17002" y="10979"/>
                    </a:cubicBezTo>
                    <a:cubicBezTo>
                      <a:pt x="16985" y="10896"/>
                      <a:pt x="16969" y="10814"/>
                      <a:pt x="16952" y="10722"/>
                    </a:cubicBezTo>
                    <a:cubicBezTo>
                      <a:pt x="16949" y="10698"/>
                      <a:pt x="16931" y="10686"/>
                      <a:pt x="16913" y="10686"/>
                    </a:cubicBezTo>
                    <a:cubicBezTo>
                      <a:pt x="16888" y="10686"/>
                      <a:pt x="16861" y="10706"/>
                      <a:pt x="16861" y="10739"/>
                    </a:cubicBezTo>
                    <a:cubicBezTo>
                      <a:pt x="16869" y="10805"/>
                      <a:pt x="16878" y="10872"/>
                      <a:pt x="16886" y="10946"/>
                    </a:cubicBezTo>
                    <a:cubicBezTo>
                      <a:pt x="16869" y="10963"/>
                      <a:pt x="16878" y="10988"/>
                      <a:pt x="16894" y="10996"/>
                    </a:cubicBezTo>
                    <a:cubicBezTo>
                      <a:pt x="16903" y="11054"/>
                      <a:pt x="16911" y="11120"/>
                      <a:pt x="16919" y="11178"/>
                    </a:cubicBezTo>
                    <a:cubicBezTo>
                      <a:pt x="16919" y="11228"/>
                      <a:pt x="16927" y="11286"/>
                      <a:pt x="16927" y="11336"/>
                    </a:cubicBezTo>
                    <a:cubicBezTo>
                      <a:pt x="16936" y="11402"/>
                      <a:pt x="16936" y="11460"/>
                      <a:pt x="16936" y="11518"/>
                    </a:cubicBezTo>
                    <a:cubicBezTo>
                      <a:pt x="16936" y="11551"/>
                      <a:pt x="16936" y="11584"/>
                      <a:pt x="16944" y="11617"/>
                    </a:cubicBezTo>
                    <a:cubicBezTo>
                      <a:pt x="16944" y="11650"/>
                      <a:pt x="16944" y="11675"/>
                      <a:pt x="16944" y="11708"/>
                    </a:cubicBezTo>
                    <a:cubicBezTo>
                      <a:pt x="16949" y="11735"/>
                      <a:pt x="16974" y="11751"/>
                      <a:pt x="16998" y="11751"/>
                    </a:cubicBezTo>
                    <a:cubicBezTo>
                      <a:pt x="17012" y="11751"/>
                      <a:pt x="17026" y="11745"/>
                      <a:pt x="17035" y="11733"/>
                    </a:cubicBezTo>
                    <a:cubicBezTo>
                      <a:pt x="17052" y="11800"/>
                      <a:pt x="17068" y="11858"/>
                      <a:pt x="17118" y="11899"/>
                    </a:cubicBezTo>
                    <a:cubicBezTo>
                      <a:pt x="17126" y="11907"/>
                      <a:pt x="17126" y="11907"/>
                      <a:pt x="17135" y="11907"/>
                    </a:cubicBezTo>
                    <a:cubicBezTo>
                      <a:pt x="17184" y="12065"/>
                      <a:pt x="17234" y="12214"/>
                      <a:pt x="17292" y="12355"/>
                    </a:cubicBezTo>
                    <a:cubicBezTo>
                      <a:pt x="17350" y="12479"/>
                      <a:pt x="17416" y="12603"/>
                      <a:pt x="17507" y="12711"/>
                    </a:cubicBezTo>
                    <a:cubicBezTo>
                      <a:pt x="17532" y="12736"/>
                      <a:pt x="17557" y="12769"/>
                      <a:pt x="17590" y="12786"/>
                    </a:cubicBezTo>
                    <a:cubicBezTo>
                      <a:pt x="17599" y="12802"/>
                      <a:pt x="17607" y="12819"/>
                      <a:pt x="17615" y="12835"/>
                    </a:cubicBezTo>
                    <a:cubicBezTo>
                      <a:pt x="17541" y="12752"/>
                      <a:pt x="17466" y="12678"/>
                      <a:pt x="17383" y="12603"/>
                    </a:cubicBezTo>
                    <a:cubicBezTo>
                      <a:pt x="17376" y="12594"/>
                      <a:pt x="17367" y="12590"/>
                      <a:pt x="17359" y="12590"/>
                    </a:cubicBezTo>
                    <a:cubicBezTo>
                      <a:pt x="17329" y="12590"/>
                      <a:pt x="17299" y="12637"/>
                      <a:pt x="17325" y="12670"/>
                    </a:cubicBezTo>
                    <a:cubicBezTo>
                      <a:pt x="17358" y="12719"/>
                      <a:pt x="17400" y="12769"/>
                      <a:pt x="17441" y="12819"/>
                    </a:cubicBezTo>
                    <a:cubicBezTo>
                      <a:pt x="17433" y="12835"/>
                      <a:pt x="17433" y="12844"/>
                      <a:pt x="17441" y="12860"/>
                    </a:cubicBezTo>
                    <a:cubicBezTo>
                      <a:pt x="17532" y="13051"/>
                      <a:pt x="17623" y="13250"/>
                      <a:pt x="17706" y="13457"/>
                    </a:cubicBezTo>
                    <a:cubicBezTo>
                      <a:pt x="17748" y="13548"/>
                      <a:pt x="17781" y="13639"/>
                      <a:pt x="17806" y="13747"/>
                    </a:cubicBezTo>
                    <a:cubicBezTo>
                      <a:pt x="17814" y="13788"/>
                      <a:pt x="17822" y="13838"/>
                      <a:pt x="17822" y="13887"/>
                    </a:cubicBezTo>
                    <a:cubicBezTo>
                      <a:pt x="17822" y="13937"/>
                      <a:pt x="17822" y="13987"/>
                      <a:pt x="17839" y="14037"/>
                    </a:cubicBezTo>
                    <a:cubicBezTo>
                      <a:pt x="17843" y="14054"/>
                      <a:pt x="17860" y="14063"/>
                      <a:pt x="17878" y="14063"/>
                    </a:cubicBezTo>
                    <a:cubicBezTo>
                      <a:pt x="17893" y="14063"/>
                      <a:pt x="17910" y="14056"/>
                      <a:pt x="17922" y="14045"/>
                    </a:cubicBezTo>
                    <a:cubicBezTo>
                      <a:pt x="17963" y="13995"/>
                      <a:pt x="17971" y="13929"/>
                      <a:pt x="17971" y="13863"/>
                    </a:cubicBezTo>
                    <a:cubicBezTo>
                      <a:pt x="18046" y="13979"/>
                      <a:pt x="18121" y="14095"/>
                      <a:pt x="18195" y="14211"/>
                    </a:cubicBezTo>
                    <a:cubicBezTo>
                      <a:pt x="18228" y="14277"/>
                      <a:pt x="18270" y="14335"/>
                      <a:pt x="18303" y="14393"/>
                    </a:cubicBezTo>
                    <a:cubicBezTo>
                      <a:pt x="18311" y="14434"/>
                      <a:pt x="18319" y="14467"/>
                      <a:pt x="18328" y="14509"/>
                    </a:cubicBezTo>
                    <a:cubicBezTo>
                      <a:pt x="18303" y="14476"/>
                      <a:pt x="18270" y="14451"/>
                      <a:pt x="18228" y="14426"/>
                    </a:cubicBezTo>
                    <a:cubicBezTo>
                      <a:pt x="18221" y="14422"/>
                      <a:pt x="18214" y="14420"/>
                      <a:pt x="18207" y="14420"/>
                    </a:cubicBezTo>
                    <a:cubicBezTo>
                      <a:pt x="18170" y="14420"/>
                      <a:pt x="18137" y="14466"/>
                      <a:pt x="18179" y="14501"/>
                    </a:cubicBezTo>
                    <a:cubicBezTo>
                      <a:pt x="18295" y="14583"/>
                      <a:pt x="18328" y="14733"/>
                      <a:pt x="18353" y="14865"/>
                    </a:cubicBezTo>
                    <a:cubicBezTo>
                      <a:pt x="18386" y="15031"/>
                      <a:pt x="18394" y="15188"/>
                      <a:pt x="18411" y="15354"/>
                    </a:cubicBezTo>
                    <a:cubicBezTo>
                      <a:pt x="18427" y="15478"/>
                      <a:pt x="18435" y="15594"/>
                      <a:pt x="18427" y="15719"/>
                    </a:cubicBezTo>
                    <a:cubicBezTo>
                      <a:pt x="18402" y="15636"/>
                      <a:pt x="18377" y="15561"/>
                      <a:pt x="18336" y="15478"/>
                    </a:cubicBezTo>
                    <a:cubicBezTo>
                      <a:pt x="18327" y="15455"/>
                      <a:pt x="18309" y="15445"/>
                      <a:pt x="18291" y="15445"/>
                    </a:cubicBezTo>
                    <a:cubicBezTo>
                      <a:pt x="18257" y="15445"/>
                      <a:pt x="18220" y="15480"/>
                      <a:pt x="18237" y="15528"/>
                    </a:cubicBezTo>
                    <a:cubicBezTo>
                      <a:pt x="18344" y="15876"/>
                      <a:pt x="18295" y="16232"/>
                      <a:pt x="18253" y="16589"/>
                    </a:cubicBezTo>
                    <a:cubicBezTo>
                      <a:pt x="18237" y="16746"/>
                      <a:pt x="18228" y="16895"/>
                      <a:pt x="18212" y="17053"/>
                    </a:cubicBezTo>
                    <a:cubicBezTo>
                      <a:pt x="18203" y="17061"/>
                      <a:pt x="18195" y="17069"/>
                      <a:pt x="18195" y="17077"/>
                    </a:cubicBezTo>
                    <a:cubicBezTo>
                      <a:pt x="18187" y="17268"/>
                      <a:pt x="18170" y="17442"/>
                      <a:pt x="18170" y="17624"/>
                    </a:cubicBezTo>
                    <a:cubicBezTo>
                      <a:pt x="18162" y="17815"/>
                      <a:pt x="18162" y="17997"/>
                      <a:pt x="18162" y="18188"/>
                    </a:cubicBezTo>
                    <a:cubicBezTo>
                      <a:pt x="18162" y="18370"/>
                      <a:pt x="18162" y="18552"/>
                      <a:pt x="18179" y="18726"/>
                    </a:cubicBezTo>
                    <a:cubicBezTo>
                      <a:pt x="18187" y="18768"/>
                      <a:pt x="18187" y="18809"/>
                      <a:pt x="18195" y="18850"/>
                    </a:cubicBezTo>
                    <a:cubicBezTo>
                      <a:pt x="18170" y="18834"/>
                      <a:pt x="18145" y="18809"/>
                      <a:pt x="18129" y="18784"/>
                    </a:cubicBezTo>
                    <a:cubicBezTo>
                      <a:pt x="17922" y="18552"/>
                      <a:pt x="17723" y="18312"/>
                      <a:pt x="17557" y="18055"/>
                    </a:cubicBezTo>
                    <a:cubicBezTo>
                      <a:pt x="17548" y="18043"/>
                      <a:pt x="17534" y="18038"/>
                      <a:pt x="17521" y="18038"/>
                    </a:cubicBezTo>
                    <a:cubicBezTo>
                      <a:pt x="17486" y="18038"/>
                      <a:pt x="17450" y="18071"/>
                      <a:pt x="17474" y="18113"/>
                    </a:cubicBezTo>
                    <a:cubicBezTo>
                      <a:pt x="17615" y="18370"/>
                      <a:pt x="17756" y="18619"/>
                      <a:pt x="17938" y="18850"/>
                    </a:cubicBezTo>
                    <a:cubicBezTo>
                      <a:pt x="18021" y="18966"/>
                      <a:pt x="18104" y="19074"/>
                      <a:pt x="18195" y="19182"/>
                    </a:cubicBezTo>
                    <a:cubicBezTo>
                      <a:pt x="18286" y="19281"/>
                      <a:pt x="18394" y="19397"/>
                      <a:pt x="18435" y="19530"/>
                    </a:cubicBezTo>
                    <a:cubicBezTo>
                      <a:pt x="18485" y="19671"/>
                      <a:pt x="18477" y="19836"/>
                      <a:pt x="18477" y="19986"/>
                    </a:cubicBezTo>
                    <a:lnTo>
                      <a:pt x="18493" y="20002"/>
                    </a:lnTo>
                    <a:cubicBezTo>
                      <a:pt x="18493" y="20077"/>
                      <a:pt x="18485" y="20160"/>
                      <a:pt x="18477" y="20242"/>
                    </a:cubicBezTo>
                    <a:cubicBezTo>
                      <a:pt x="18452" y="20118"/>
                      <a:pt x="18419" y="20002"/>
                      <a:pt x="18377" y="19878"/>
                    </a:cubicBezTo>
                    <a:cubicBezTo>
                      <a:pt x="18374" y="19863"/>
                      <a:pt x="18363" y="19857"/>
                      <a:pt x="18349" y="19857"/>
                    </a:cubicBezTo>
                    <a:cubicBezTo>
                      <a:pt x="18326" y="19857"/>
                      <a:pt x="18298" y="19876"/>
                      <a:pt x="18303" y="19903"/>
                    </a:cubicBezTo>
                    <a:cubicBezTo>
                      <a:pt x="18328" y="20110"/>
                      <a:pt x="18344" y="20317"/>
                      <a:pt x="18377" y="20516"/>
                    </a:cubicBezTo>
                    <a:cubicBezTo>
                      <a:pt x="18394" y="20648"/>
                      <a:pt x="18411" y="20773"/>
                      <a:pt x="18419" y="20897"/>
                    </a:cubicBezTo>
                    <a:cubicBezTo>
                      <a:pt x="18411" y="20963"/>
                      <a:pt x="18402" y="21030"/>
                      <a:pt x="18394" y="21088"/>
                    </a:cubicBezTo>
                    <a:cubicBezTo>
                      <a:pt x="18386" y="21162"/>
                      <a:pt x="18369" y="21245"/>
                      <a:pt x="18377" y="21320"/>
                    </a:cubicBezTo>
                    <a:cubicBezTo>
                      <a:pt x="18377" y="21344"/>
                      <a:pt x="18394" y="21361"/>
                      <a:pt x="18411" y="21369"/>
                    </a:cubicBezTo>
                    <a:cubicBezTo>
                      <a:pt x="18402" y="21469"/>
                      <a:pt x="18394" y="21568"/>
                      <a:pt x="18369" y="21659"/>
                    </a:cubicBezTo>
                    <a:cubicBezTo>
                      <a:pt x="18369" y="21674"/>
                      <a:pt x="18363" y="21688"/>
                      <a:pt x="18361" y="21708"/>
                    </a:cubicBezTo>
                    <a:lnTo>
                      <a:pt x="18361" y="21708"/>
                    </a:lnTo>
                    <a:cubicBezTo>
                      <a:pt x="18369" y="21513"/>
                      <a:pt x="18360" y="21325"/>
                      <a:pt x="18328" y="21137"/>
                    </a:cubicBezTo>
                    <a:cubicBezTo>
                      <a:pt x="18324" y="21110"/>
                      <a:pt x="18304" y="21098"/>
                      <a:pt x="18284" y="21098"/>
                    </a:cubicBezTo>
                    <a:cubicBezTo>
                      <a:pt x="18260" y="21098"/>
                      <a:pt x="18237" y="21115"/>
                      <a:pt x="18237" y="21146"/>
                    </a:cubicBezTo>
                    <a:cubicBezTo>
                      <a:pt x="18286" y="21634"/>
                      <a:pt x="18179" y="22140"/>
                      <a:pt x="17996" y="22587"/>
                    </a:cubicBezTo>
                    <a:cubicBezTo>
                      <a:pt x="17996" y="22603"/>
                      <a:pt x="17989" y="22611"/>
                      <a:pt x="17988" y="22619"/>
                    </a:cubicBezTo>
                    <a:lnTo>
                      <a:pt x="17988" y="22619"/>
                    </a:lnTo>
                    <a:cubicBezTo>
                      <a:pt x="17996" y="22495"/>
                      <a:pt x="18005" y="22371"/>
                      <a:pt x="18005" y="22239"/>
                    </a:cubicBezTo>
                    <a:cubicBezTo>
                      <a:pt x="18005" y="22216"/>
                      <a:pt x="17983" y="22200"/>
                      <a:pt x="17963" y="22200"/>
                    </a:cubicBezTo>
                    <a:cubicBezTo>
                      <a:pt x="17948" y="22200"/>
                      <a:pt x="17934" y="22209"/>
                      <a:pt x="17930" y="22231"/>
                    </a:cubicBezTo>
                    <a:cubicBezTo>
                      <a:pt x="17889" y="22546"/>
                      <a:pt x="17839" y="22861"/>
                      <a:pt x="17739" y="23167"/>
                    </a:cubicBezTo>
                    <a:cubicBezTo>
                      <a:pt x="17632" y="23366"/>
                      <a:pt x="17524" y="23565"/>
                      <a:pt x="17425" y="23772"/>
                    </a:cubicBezTo>
                    <a:cubicBezTo>
                      <a:pt x="17416" y="23780"/>
                      <a:pt x="17408" y="23789"/>
                      <a:pt x="17408" y="23797"/>
                    </a:cubicBezTo>
                    <a:cubicBezTo>
                      <a:pt x="17226" y="24029"/>
                      <a:pt x="17010" y="24228"/>
                      <a:pt x="16869" y="24485"/>
                    </a:cubicBezTo>
                    <a:cubicBezTo>
                      <a:pt x="16836" y="24551"/>
                      <a:pt x="16803" y="24617"/>
                      <a:pt x="16770" y="24692"/>
                    </a:cubicBezTo>
                    <a:cubicBezTo>
                      <a:pt x="16753" y="24592"/>
                      <a:pt x="16729" y="24493"/>
                      <a:pt x="16629" y="24435"/>
                    </a:cubicBezTo>
                    <a:cubicBezTo>
                      <a:pt x="16623" y="24431"/>
                      <a:pt x="16618" y="24430"/>
                      <a:pt x="16613" y="24430"/>
                    </a:cubicBezTo>
                    <a:cubicBezTo>
                      <a:pt x="16580" y="24430"/>
                      <a:pt x="16559" y="24489"/>
                      <a:pt x="16588" y="24518"/>
                    </a:cubicBezTo>
                    <a:cubicBezTo>
                      <a:pt x="16629" y="24551"/>
                      <a:pt x="16621" y="24625"/>
                      <a:pt x="16621" y="24667"/>
                    </a:cubicBezTo>
                    <a:cubicBezTo>
                      <a:pt x="16621" y="24733"/>
                      <a:pt x="16629" y="24791"/>
                      <a:pt x="16637" y="24849"/>
                    </a:cubicBezTo>
                    <a:cubicBezTo>
                      <a:pt x="16654" y="24973"/>
                      <a:pt x="16679" y="25089"/>
                      <a:pt x="16646" y="25205"/>
                    </a:cubicBezTo>
                    <a:cubicBezTo>
                      <a:pt x="16629" y="25288"/>
                      <a:pt x="16596" y="25363"/>
                      <a:pt x="16563" y="25437"/>
                    </a:cubicBezTo>
                    <a:cubicBezTo>
                      <a:pt x="16579" y="25330"/>
                      <a:pt x="16588" y="25214"/>
                      <a:pt x="16588" y="25098"/>
                    </a:cubicBezTo>
                    <a:cubicBezTo>
                      <a:pt x="16588" y="25051"/>
                      <a:pt x="16552" y="25023"/>
                      <a:pt x="16518" y="25023"/>
                    </a:cubicBezTo>
                    <a:cubicBezTo>
                      <a:pt x="16492" y="25023"/>
                      <a:pt x="16467" y="25041"/>
                      <a:pt x="16463" y="25081"/>
                    </a:cubicBezTo>
                    <a:cubicBezTo>
                      <a:pt x="16422" y="25346"/>
                      <a:pt x="16364" y="25611"/>
                      <a:pt x="16289" y="25877"/>
                    </a:cubicBezTo>
                    <a:cubicBezTo>
                      <a:pt x="16256" y="26001"/>
                      <a:pt x="16215" y="26125"/>
                      <a:pt x="16173" y="26258"/>
                    </a:cubicBezTo>
                    <a:cubicBezTo>
                      <a:pt x="16124" y="26382"/>
                      <a:pt x="16066" y="26506"/>
                      <a:pt x="16057" y="26639"/>
                    </a:cubicBezTo>
                    <a:cubicBezTo>
                      <a:pt x="16051" y="26676"/>
                      <a:pt x="16086" y="26712"/>
                      <a:pt x="16121" y="26712"/>
                    </a:cubicBezTo>
                    <a:cubicBezTo>
                      <a:pt x="16133" y="26712"/>
                      <a:pt x="16146" y="26708"/>
                      <a:pt x="16157" y="26697"/>
                    </a:cubicBezTo>
                    <a:cubicBezTo>
                      <a:pt x="16248" y="26606"/>
                      <a:pt x="16306" y="26473"/>
                      <a:pt x="16347" y="26349"/>
                    </a:cubicBezTo>
                    <a:lnTo>
                      <a:pt x="16347" y="26349"/>
                    </a:lnTo>
                    <a:cubicBezTo>
                      <a:pt x="16347" y="26390"/>
                      <a:pt x="16347" y="26440"/>
                      <a:pt x="16339" y="26481"/>
                    </a:cubicBezTo>
                    <a:cubicBezTo>
                      <a:pt x="16323" y="26647"/>
                      <a:pt x="16306" y="26805"/>
                      <a:pt x="16281" y="26970"/>
                    </a:cubicBezTo>
                    <a:cubicBezTo>
                      <a:pt x="16231" y="27302"/>
                      <a:pt x="16173" y="27633"/>
                      <a:pt x="16099" y="27956"/>
                    </a:cubicBezTo>
                    <a:cubicBezTo>
                      <a:pt x="15950" y="28627"/>
                      <a:pt x="15767" y="29282"/>
                      <a:pt x="15585" y="29936"/>
                    </a:cubicBezTo>
                    <a:cubicBezTo>
                      <a:pt x="15535" y="30127"/>
                      <a:pt x="15486" y="30309"/>
                      <a:pt x="15444" y="30500"/>
                    </a:cubicBezTo>
                    <a:cubicBezTo>
                      <a:pt x="15395" y="30699"/>
                      <a:pt x="15353" y="30898"/>
                      <a:pt x="15312" y="31105"/>
                    </a:cubicBezTo>
                    <a:cubicBezTo>
                      <a:pt x="15312" y="31121"/>
                      <a:pt x="15328" y="31138"/>
                      <a:pt x="15345" y="31146"/>
                    </a:cubicBezTo>
                    <a:cubicBezTo>
                      <a:pt x="15328" y="31254"/>
                      <a:pt x="15312" y="31362"/>
                      <a:pt x="15295" y="31469"/>
                    </a:cubicBezTo>
                    <a:cubicBezTo>
                      <a:pt x="15262" y="31768"/>
                      <a:pt x="15229" y="32066"/>
                      <a:pt x="15212" y="32364"/>
                    </a:cubicBezTo>
                    <a:cubicBezTo>
                      <a:pt x="15187" y="32662"/>
                      <a:pt x="15171" y="32961"/>
                      <a:pt x="15171" y="33259"/>
                    </a:cubicBezTo>
                    <a:cubicBezTo>
                      <a:pt x="15163" y="33400"/>
                      <a:pt x="15163" y="33541"/>
                      <a:pt x="15171" y="33682"/>
                    </a:cubicBezTo>
                    <a:cubicBezTo>
                      <a:pt x="15171" y="33839"/>
                      <a:pt x="15187" y="33996"/>
                      <a:pt x="15196" y="34154"/>
                    </a:cubicBezTo>
                    <a:cubicBezTo>
                      <a:pt x="15200" y="34174"/>
                      <a:pt x="15219" y="34185"/>
                      <a:pt x="15236" y="34185"/>
                    </a:cubicBezTo>
                    <a:cubicBezTo>
                      <a:pt x="15254" y="34185"/>
                      <a:pt x="15270" y="34174"/>
                      <a:pt x="15270" y="34154"/>
                    </a:cubicBezTo>
                    <a:cubicBezTo>
                      <a:pt x="15270" y="34112"/>
                      <a:pt x="15279" y="34071"/>
                      <a:pt x="15279" y="34029"/>
                    </a:cubicBezTo>
                    <a:cubicBezTo>
                      <a:pt x="15279" y="34046"/>
                      <a:pt x="15287" y="34054"/>
                      <a:pt x="15287" y="34071"/>
                    </a:cubicBezTo>
                    <a:cubicBezTo>
                      <a:pt x="15320" y="34203"/>
                      <a:pt x="15353" y="34336"/>
                      <a:pt x="15395" y="34477"/>
                    </a:cubicBezTo>
                    <a:cubicBezTo>
                      <a:pt x="15469" y="34750"/>
                      <a:pt x="15544" y="35032"/>
                      <a:pt x="15627" y="35305"/>
                    </a:cubicBezTo>
                    <a:cubicBezTo>
                      <a:pt x="15693" y="35562"/>
                      <a:pt x="15767" y="35819"/>
                      <a:pt x="15925" y="36035"/>
                    </a:cubicBezTo>
                    <a:cubicBezTo>
                      <a:pt x="16034" y="36173"/>
                      <a:pt x="16208" y="36325"/>
                      <a:pt x="16395" y="36325"/>
                    </a:cubicBezTo>
                    <a:cubicBezTo>
                      <a:pt x="16421" y="36325"/>
                      <a:pt x="16446" y="36322"/>
                      <a:pt x="16472" y="36316"/>
                    </a:cubicBezTo>
                    <a:cubicBezTo>
                      <a:pt x="16480" y="36325"/>
                      <a:pt x="16497" y="36333"/>
                      <a:pt x="16513" y="36333"/>
                    </a:cubicBezTo>
                    <a:cubicBezTo>
                      <a:pt x="16662" y="36391"/>
                      <a:pt x="16828" y="36432"/>
                      <a:pt x="16985" y="36482"/>
                    </a:cubicBezTo>
                    <a:cubicBezTo>
                      <a:pt x="17093" y="36515"/>
                      <a:pt x="17217" y="36548"/>
                      <a:pt x="17251" y="36673"/>
                    </a:cubicBezTo>
                    <a:cubicBezTo>
                      <a:pt x="17259" y="36722"/>
                      <a:pt x="17267" y="36772"/>
                      <a:pt x="17267" y="36822"/>
                    </a:cubicBezTo>
                    <a:cubicBezTo>
                      <a:pt x="17201" y="36780"/>
                      <a:pt x="17135" y="36739"/>
                      <a:pt x="17060" y="36697"/>
                    </a:cubicBezTo>
                    <a:cubicBezTo>
                      <a:pt x="16944" y="36639"/>
                      <a:pt x="16836" y="36590"/>
                      <a:pt x="16720" y="36540"/>
                    </a:cubicBezTo>
                    <a:cubicBezTo>
                      <a:pt x="16712" y="36537"/>
                      <a:pt x="16704" y="36535"/>
                      <a:pt x="16697" y="36535"/>
                    </a:cubicBezTo>
                    <a:cubicBezTo>
                      <a:pt x="16650" y="36535"/>
                      <a:pt x="16619" y="36595"/>
                      <a:pt x="16662" y="36631"/>
                    </a:cubicBezTo>
                    <a:cubicBezTo>
                      <a:pt x="16753" y="36706"/>
                      <a:pt x="16836" y="36772"/>
                      <a:pt x="16927" y="36838"/>
                    </a:cubicBezTo>
                    <a:cubicBezTo>
                      <a:pt x="17002" y="36896"/>
                      <a:pt x="17093" y="36946"/>
                      <a:pt x="17168" y="37004"/>
                    </a:cubicBezTo>
                    <a:cubicBezTo>
                      <a:pt x="17234" y="37054"/>
                      <a:pt x="17292" y="37112"/>
                      <a:pt x="17300" y="37195"/>
                    </a:cubicBezTo>
                    <a:cubicBezTo>
                      <a:pt x="17300" y="37269"/>
                      <a:pt x="17267" y="37352"/>
                      <a:pt x="17234" y="37418"/>
                    </a:cubicBezTo>
                    <a:cubicBezTo>
                      <a:pt x="17217" y="37435"/>
                      <a:pt x="17209" y="37460"/>
                      <a:pt x="17201" y="37476"/>
                    </a:cubicBezTo>
                    <a:cubicBezTo>
                      <a:pt x="17184" y="37493"/>
                      <a:pt x="17168" y="37509"/>
                      <a:pt x="17159" y="37534"/>
                    </a:cubicBezTo>
                    <a:cubicBezTo>
                      <a:pt x="17151" y="37518"/>
                      <a:pt x="17143" y="37509"/>
                      <a:pt x="17135" y="37501"/>
                    </a:cubicBezTo>
                    <a:cubicBezTo>
                      <a:pt x="17093" y="37443"/>
                      <a:pt x="17027" y="37393"/>
                      <a:pt x="16969" y="37352"/>
                    </a:cubicBezTo>
                    <a:cubicBezTo>
                      <a:pt x="16903" y="37302"/>
                      <a:pt x="16845" y="37253"/>
                      <a:pt x="16787" y="37203"/>
                    </a:cubicBezTo>
                    <a:cubicBezTo>
                      <a:pt x="16671" y="37095"/>
                      <a:pt x="16546" y="36996"/>
                      <a:pt x="16430" y="36880"/>
                    </a:cubicBezTo>
                    <a:cubicBezTo>
                      <a:pt x="16420" y="36871"/>
                      <a:pt x="16409" y="36868"/>
                      <a:pt x="16399" y="36868"/>
                    </a:cubicBezTo>
                    <a:cubicBezTo>
                      <a:pt x="16358" y="36868"/>
                      <a:pt x="16323" y="36923"/>
                      <a:pt x="16356" y="36963"/>
                    </a:cubicBezTo>
                    <a:cubicBezTo>
                      <a:pt x="16430" y="37070"/>
                      <a:pt x="16513" y="37178"/>
                      <a:pt x="16604" y="37269"/>
                    </a:cubicBezTo>
                    <a:cubicBezTo>
                      <a:pt x="16695" y="37369"/>
                      <a:pt x="16787" y="37460"/>
                      <a:pt x="16886" y="37551"/>
                    </a:cubicBezTo>
                    <a:cubicBezTo>
                      <a:pt x="16911" y="37576"/>
                      <a:pt x="16936" y="37592"/>
                      <a:pt x="16961" y="37609"/>
                    </a:cubicBezTo>
                    <a:lnTo>
                      <a:pt x="16969" y="37625"/>
                    </a:lnTo>
                    <a:cubicBezTo>
                      <a:pt x="16944" y="37659"/>
                      <a:pt x="16894" y="37692"/>
                      <a:pt x="16861" y="37717"/>
                    </a:cubicBezTo>
                    <a:cubicBezTo>
                      <a:pt x="16811" y="37750"/>
                      <a:pt x="16753" y="37791"/>
                      <a:pt x="16704" y="37824"/>
                    </a:cubicBezTo>
                    <a:cubicBezTo>
                      <a:pt x="16662" y="37849"/>
                      <a:pt x="16621" y="37874"/>
                      <a:pt x="16596" y="37899"/>
                    </a:cubicBezTo>
                    <a:cubicBezTo>
                      <a:pt x="16567" y="37905"/>
                      <a:pt x="16538" y="37907"/>
                      <a:pt x="16511" y="37907"/>
                    </a:cubicBezTo>
                    <a:cubicBezTo>
                      <a:pt x="16460" y="37907"/>
                      <a:pt x="16412" y="37898"/>
                      <a:pt x="16364" y="37882"/>
                    </a:cubicBezTo>
                    <a:cubicBezTo>
                      <a:pt x="16273" y="37857"/>
                      <a:pt x="16207" y="37791"/>
                      <a:pt x="16124" y="37741"/>
                    </a:cubicBezTo>
                    <a:cubicBezTo>
                      <a:pt x="16049" y="37692"/>
                      <a:pt x="15966" y="37659"/>
                      <a:pt x="15875" y="37625"/>
                    </a:cubicBezTo>
                    <a:cubicBezTo>
                      <a:pt x="15701" y="37567"/>
                      <a:pt x="15519" y="37518"/>
                      <a:pt x="15345" y="37476"/>
                    </a:cubicBezTo>
                    <a:cubicBezTo>
                      <a:pt x="15295" y="37435"/>
                      <a:pt x="15229" y="37418"/>
                      <a:pt x="15171" y="37393"/>
                    </a:cubicBezTo>
                    <a:cubicBezTo>
                      <a:pt x="15080" y="37360"/>
                      <a:pt x="14997" y="37311"/>
                      <a:pt x="14914" y="37261"/>
                    </a:cubicBezTo>
                    <a:cubicBezTo>
                      <a:pt x="14748" y="37161"/>
                      <a:pt x="14641" y="37037"/>
                      <a:pt x="14583" y="36855"/>
                    </a:cubicBezTo>
                    <a:cubicBezTo>
                      <a:pt x="14525" y="36681"/>
                      <a:pt x="14508" y="36490"/>
                      <a:pt x="14491" y="36308"/>
                    </a:cubicBezTo>
                    <a:cubicBezTo>
                      <a:pt x="14467" y="36159"/>
                      <a:pt x="14433" y="36018"/>
                      <a:pt x="14367" y="35885"/>
                    </a:cubicBezTo>
                    <a:cubicBezTo>
                      <a:pt x="14359" y="35819"/>
                      <a:pt x="14351" y="35761"/>
                      <a:pt x="14342" y="35703"/>
                    </a:cubicBezTo>
                    <a:cubicBezTo>
                      <a:pt x="14309" y="35513"/>
                      <a:pt x="14251" y="35314"/>
                      <a:pt x="14177" y="35131"/>
                    </a:cubicBezTo>
                    <a:cubicBezTo>
                      <a:pt x="14110" y="34966"/>
                      <a:pt x="14036" y="34783"/>
                      <a:pt x="13903" y="34651"/>
                    </a:cubicBezTo>
                    <a:cubicBezTo>
                      <a:pt x="13820" y="34568"/>
                      <a:pt x="13729" y="34493"/>
                      <a:pt x="13638" y="34427"/>
                    </a:cubicBezTo>
                    <a:cubicBezTo>
                      <a:pt x="13671" y="34402"/>
                      <a:pt x="13696" y="34369"/>
                      <a:pt x="13679" y="34328"/>
                    </a:cubicBezTo>
                    <a:cubicBezTo>
                      <a:pt x="13555" y="34087"/>
                      <a:pt x="13423" y="33864"/>
                      <a:pt x="13448" y="33582"/>
                    </a:cubicBezTo>
                    <a:cubicBezTo>
                      <a:pt x="13464" y="33309"/>
                      <a:pt x="13547" y="33044"/>
                      <a:pt x="13580" y="32770"/>
                    </a:cubicBezTo>
                    <a:cubicBezTo>
                      <a:pt x="13646" y="32207"/>
                      <a:pt x="13605" y="31635"/>
                      <a:pt x="13539" y="31072"/>
                    </a:cubicBezTo>
                    <a:cubicBezTo>
                      <a:pt x="13514" y="30873"/>
                      <a:pt x="13481" y="30674"/>
                      <a:pt x="13448" y="30483"/>
                    </a:cubicBezTo>
                    <a:cubicBezTo>
                      <a:pt x="13439" y="30268"/>
                      <a:pt x="13431" y="30052"/>
                      <a:pt x="13398" y="29845"/>
                    </a:cubicBezTo>
                    <a:cubicBezTo>
                      <a:pt x="13398" y="29829"/>
                      <a:pt x="13381" y="29812"/>
                      <a:pt x="13373" y="29812"/>
                    </a:cubicBezTo>
                    <a:cubicBezTo>
                      <a:pt x="13373" y="29729"/>
                      <a:pt x="13373" y="29638"/>
                      <a:pt x="13365" y="29555"/>
                    </a:cubicBezTo>
                    <a:cubicBezTo>
                      <a:pt x="13348" y="29257"/>
                      <a:pt x="13307" y="28959"/>
                      <a:pt x="13249" y="28661"/>
                    </a:cubicBezTo>
                    <a:cubicBezTo>
                      <a:pt x="13224" y="28511"/>
                      <a:pt x="13191" y="28362"/>
                      <a:pt x="13149" y="28221"/>
                    </a:cubicBezTo>
                    <a:cubicBezTo>
                      <a:pt x="13116" y="28064"/>
                      <a:pt x="13075" y="27907"/>
                      <a:pt x="13008" y="27774"/>
                    </a:cubicBezTo>
                    <a:cubicBezTo>
                      <a:pt x="13000" y="27754"/>
                      <a:pt x="12979" y="27744"/>
                      <a:pt x="12959" y="27744"/>
                    </a:cubicBezTo>
                    <a:cubicBezTo>
                      <a:pt x="12938" y="27744"/>
                      <a:pt x="12917" y="27756"/>
                      <a:pt x="12917" y="27782"/>
                    </a:cubicBezTo>
                    <a:cubicBezTo>
                      <a:pt x="12909" y="28089"/>
                      <a:pt x="13000" y="28395"/>
                      <a:pt x="13050" y="28694"/>
                    </a:cubicBezTo>
                    <a:cubicBezTo>
                      <a:pt x="13108" y="28984"/>
                      <a:pt x="13149" y="29282"/>
                      <a:pt x="13174" y="29588"/>
                    </a:cubicBezTo>
                    <a:cubicBezTo>
                      <a:pt x="13207" y="30011"/>
                      <a:pt x="13191" y="30434"/>
                      <a:pt x="13224" y="30856"/>
                    </a:cubicBezTo>
                    <a:cubicBezTo>
                      <a:pt x="13207" y="31121"/>
                      <a:pt x="13191" y="31386"/>
                      <a:pt x="13149" y="31660"/>
                    </a:cubicBezTo>
                    <a:cubicBezTo>
                      <a:pt x="13058" y="32190"/>
                      <a:pt x="12859" y="32712"/>
                      <a:pt x="12520" y="33135"/>
                    </a:cubicBezTo>
                    <a:cubicBezTo>
                      <a:pt x="12321" y="33392"/>
                      <a:pt x="12080" y="33624"/>
                      <a:pt x="11848" y="33847"/>
                    </a:cubicBezTo>
                    <a:cubicBezTo>
                      <a:pt x="11808" y="33888"/>
                      <a:pt x="11844" y="33950"/>
                      <a:pt x="11890" y="33950"/>
                    </a:cubicBezTo>
                    <a:cubicBezTo>
                      <a:pt x="11901" y="33950"/>
                      <a:pt x="11912" y="33946"/>
                      <a:pt x="11923" y="33938"/>
                    </a:cubicBezTo>
                    <a:cubicBezTo>
                      <a:pt x="12122" y="33764"/>
                      <a:pt x="12321" y="33599"/>
                      <a:pt x="12511" y="33408"/>
                    </a:cubicBezTo>
                    <a:lnTo>
                      <a:pt x="12511" y="33408"/>
                    </a:lnTo>
                    <a:cubicBezTo>
                      <a:pt x="12445" y="33566"/>
                      <a:pt x="12379" y="33731"/>
                      <a:pt x="12304" y="33880"/>
                    </a:cubicBezTo>
                    <a:cubicBezTo>
                      <a:pt x="12163" y="34203"/>
                      <a:pt x="11981" y="34502"/>
                      <a:pt x="11840" y="34817"/>
                    </a:cubicBezTo>
                    <a:cubicBezTo>
                      <a:pt x="11823" y="34863"/>
                      <a:pt x="11858" y="34893"/>
                      <a:pt x="11895" y="34893"/>
                    </a:cubicBezTo>
                    <a:cubicBezTo>
                      <a:pt x="11911" y="34893"/>
                      <a:pt x="11927" y="34887"/>
                      <a:pt x="11940" y="34875"/>
                    </a:cubicBezTo>
                    <a:cubicBezTo>
                      <a:pt x="12014" y="34783"/>
                      <a:pt x="12089" y="34692"/>
                      <a:pt x="12147" y="34593"/>
                    </a:cubicBezTo>
                    <a:lnTo>
                      <a:pt x="12147" y="34593"/>
                    </a:lnTo>
                    <a:cubicBezTo>
                      <a:pt x="12130" y="34825"/>
                      <a:pt x="12047" y="35049"/>
                      <a:pt x="11931" y="35239"/>
                    </a:cubicBezTo>
                    <a:cubicBezTo>
                      <a:pt x="11857" y="35347"/>
                      <a:pt x="11774" y="35446"/>
                      <a:pt x="11683" y="35529"/>
                    </a:cubicBezTo>
                    <a:cubicBezTo>
                      <a:pt x="11658" y="35546"/>
                      <a:pt x="11641" y="35571"/>
                      <a:pt x="11616" y="35587"/>
                    </a:cubicBezTo>
                    <a:cubicBezTo>
                      <a:pt x="11592" y="35438"/>
                      <a:pt x="11567" y="35289"/>
                      <a:pt x="11542" y="35140"/>
                    </a:cubicBezTo>
                    <a:cubicBezTo>
                      <a:pt x="11509" y="34883"/>
                      <a:pt x="11476" y="34626"/>
                      <a:pt x="11442" y="34361"/>
                    </a:cubicBezTo>
                    <a:cubicBezTo>
                      <a:pt x="11409" y="34096"/>
                      <a:pt x="11368" y="33831"/>
                      <a:pt x="11343" y="33557"/>
                    </a:cubicBezTo>
                    <a:cubicBezTo>
                      <a:pt x="11339" y="33535"/>
                      <a:pt x="11323" y="33525"/>
                      <a:pt x="11305" y="33525"/>
                    </a:cubicBezTo>
                    <a:cubicBezTo>
                      <a:pt x="11283" y="33525"/>
                      <a:pt x="11260" y="33541"/>
                      <a:pt x="11260" y="33574"/>
                    </a:cubicBezTo>
                    <a:cubicBezTo>
                      <a:pt x="11260" y="33839"/>
                      <a:pt x="11260" y="34104"/>
                      <a:pt x="11285" y="34369"/>
                    </a:cubicBezTo>
                    <a:cubicBezTo>
                      <a:pt x="11302" y="34634"/>
                      <a:pt x="11326" y="34899"/>
                      <a:pt x="11360" y="35165"/>
                    </a:cubicBezTo>
                    <a:cubicBezTo>
                      <a:pt x="11384" y="35421"/>
                      <a:pt x="11426" y="35678"/>
                      <a:pt x="11467" y="35935"/>
                    </a:cubicBezTo>
                    <a:cubicBezTo>
                      <a:pt x="11476" y="35993"/>
                      <a:pt x="11484" y="36051"/>
                      <a:pt x="11500" y="36109"/>
                    </a:cubicBezTo>
                    <a:cubicBezTo>
                      <a:pt x="11509" y="36341"/>
                      <a:pt x="11542" y="36573"/>
                      <a:pt x="11592" y="36797"/>
                    </a:cubicBezTo>
                    <a:cubicBezTo>
                      <a:pt x="11650" y="37037"/>
                      <a:pt x="11724" y="37269"/>
                      <a:pt x="11790" y="37509"/>
                    </a:cubicBezTo>
                    <a:cubicBezTo>
                      <a:pt x="11824" y="37609"/>
                      <a:pt x="11857" y="37708"/>
                      <a:pt x="11915" y="37808"/>
                    </a:cubicBezTo>
                    <a:cubicBezTo>
                      <a:pt x="11973" y="37891"/>
                      <a:pt x="12047" y="37965"/>
                      <a:pt x="12122" y="38031"/>
                    </a:cubicBezTo>
                    <a:cubicBezTo>
                      <a:pt x="12213" y="38114"/>
                      <a:pt x="12304" y="38189"/>
                      <a:pt x="12395" y="38272"/>
                    </a:cubicBezTo>
                    <a:cubicBezTo>
                      <a:pt x="12412" y="38288"/>
                      <a:pt x="12428" y="38297"/>
                      <a:pt x="12445" y="38313"/>
                    </a:cubicBezTo>
                    <a:cubicBezTo>
                      <a:pt x="12453" y="38321"/>
                      <a:pt x="12462" y="38338"/>
                      <a:pt x="12470" y="38346"/>
                    </a:cubicBezTo>
                    <a:cubicBezTo>
                      <a:pt x="12528" y="38421"/>
                      <a:pt x="12594" y="38495"/>
                      <a:pt x="12660" y="38570"/>
                    </a:cubicBezTo>
                    <a:cubicBezTo>
                      <a:pt x="12718" y="38636"/>
                      <a:pt x="12776" y="38711"/>
                      <a:pt x="12776" y="38802"/>
                    </a:cubicBezTo>
                    <a:cubicBezTo>
                      <a:pt x="12776" y="38835"/>
                      <a:pt x="12768" y="38868"/>
                      <a:pt x="12768" y="38901"/>
                    </a:cubicBezTo>
                    <a:cubicBezTo>
                      <a:pt x="12694" y="38835"/>
                      <a:pt x="12611" y="38777"/>
                      <a:pt x="12536" y="38719"/>
                    </a:cubicBezTo>
                    <a:cubicBezTo>
                      <a:pt x="12453" y="38661"/>
                      <a:pt x="12362" y="38587"/>
                      <a:pt x="12329" y="38487"/>
                    </a:cubicBezTo>
                    <a:cubicBezTo>
                      <a:pt x="12321" y="38446"/>
                      <a:pt x="12288" y="38426"/>
                      <a:pt x="12256" y="38426"/>
                    </a:cubicBezTo>
                    <a:cubicBezTo>
                      <a:pt x="12217" y="38426"/>
                      <a:pt x="12179" y="38454"/>
                      <a:pt x="12188" y="38504"/>
                    </a:cubicBezTo>
                    <a:cubicBezTo>
                      <a:pt x="12213" y="38744"/>
                      <a:pt x="12420" y="38876"/>
                      <a:pt x="12578" y="39034"/>
                    </a:cubicBezTo>
                    <a:cubicBezTo>
                      <a:pt x="12644" y="39100"/>
                      <a:pt x="12702" y="39175"/>
                      <a:pt x="12710" y="39258"/>
                    </a:cubicBezTo>
                    <a:cubicBezTo>
                      <a:pt x="12710" y="39332"/>
                      <a:pt x="12685" y="39390"/>
                      <a:pt x="12660" y="39448"/>
                    </a:cubicBezTo>
                    <a:cubicBezTo>
                      <a:pt x="12644" y="39498"/>
                      <a:pt x="12627" y="39556"/>
                      <a:pt x="12627" y="39606"/>
                    </a:cubicBezTo>
                    <a:cubicBezTo>
                      <a:pt x="12619" y="39614"/>
                      <a:pt x="12611" y="39614"/>
                      <a:pt x="12611" y="39622"/>
                    </a:cubicBezTo>
                    <a:lnTo>
                      <a:pt x="12602" y="39622"/>
                    </a:lnTo>
                    <a:lnTo>
                      <a:pt x="12578" y="39630"/>
                    </a:lnTo>
                    <a:lnTo>
                      <a:pt x="12569" y="39639"/>
                    </a:lnTo>
                    <a:lnTo>
                      <a:pt x="12561" y="39639"/>
                    </a:lnTo>
                    <a:lnTo>
                      <a:pt x="12528" y="39647"/>
                    </a:lnTo>
                    <a:cubicBezTo>
                      <a:pt x="12462" y="39655"/>
                      <a:pt x="12387" y="39664"/>
                      <a:pt x="12312" y="39672"/>
                    </a:cubicBezTo>
                    <a:cubicBezTo>
                      <a:pt x="12238" y="39688"/>
                      <a:pt x="12163" y="39688"/>
                      <a:pt x="12097" y="39705"/>
                    </a:cubicBezTo>
                    <a:lnTo>
                      <a:pt x="12080" y="39705"/>
                    </a:lnTo>
                    <a:cubicBezTo>
                      <a:pt x="12080" y="39572"/>
                      <a:pt x="12039" y="39432"/>
                      <a:pt x="11973" y="39324"/>
                    </a:cubicBezTo>
                    <a:cubicBezTo>
                      <a:pt x="11931" y="39249"/>
                      <a:pt x="11882" y="39191"/>
                      <a:pt x="11832" y="39133"/>
                    </a:cubicBezTo>
                    <a:cubicBezTo>
                      <a:pt x="11782" y="39084"/>
                      <a:pt x="11732" y="39034"/>
                      <a:pt x="11724" y="38959"/>
                    </a:cubicBezTo>
                    <a:cubicBezTo>
                      <a:pt x="11724" y="38918"/>
                      <a:pt x="11689" y="38897"/>
                      <a:pt x="11654" y="38897"/>
                    </a:cubicBezTo>
                    <a:cubicBezTo>
                      <a:pt x="11618" y="38897"/>
                      <a:pt x="11583" y="38918"/>
                      <a:pt x="11583" y="38959"/>
                    </a:cubicBezTo>
                    <a:cubicBezTo>
                      <a:pt x="11575" y="39100"/>
                      <a:pt x="11666" y="39200"/>
                      <a:pt x="11732" y="39316"/>
                    </a:cubicBezTo>
                    <a:cubicBezTo>
                      <a:pt x="11790" y="39423"/>
                      <a:pt x="11832" y="39548"/>
                      <a:pt x="11848" y="39664"/>
                    </a:cubicBezTo>
                    <a:lnTo>
                      <a:pt x="11848" y="39680"/>
                    </a:lnTo>
                    <a:cubicBezTo>
                      <a:pt x="11782" y="39664"/>
                      <a:pt x="11716" y="39647"/>
                      <a:pt x="11650" y="39622"/>
                    </a:cubicBezTo>
                    <a:cubicBezTo>
                      <a:pt x="11525" y="39572"/>
                      <a:pt x="11401" y="39523"/>
                      <a:pt x="11277" y="39481"/>
                    </a:cubicBezTo>
                    <a:cubicBezTo>
                      <a:pt x="11003" y="39382"/>
                      <a:pt x="10722" y="39307"/>
                      <a:pt x="10440" y="39274"/>
                    </a:cubicBezTo>
                    <a:lnTo>
                      <a:pt x="10415" y="39274"/>
                    </a:lnTo>
                    <a:cubicBezTo>
                      <a:pt x="10374" y="39249"/>
                      <a:pt x="10332" y="39224"/>
                      <a:pt x="10291" y="39200"/>
                    </a:cubicBezTo>
                    <a:cubicBezTo>
                      <a:pt x="10208" y="39150"/>
                      <a:pt x="10117" y="39100"/>
                      <a:pt x="10034" y="39050"/>
                    </a:cubicBezTo>
                    <a:cubicBezTo>
                      <a:pt x="9885" y="38968"/>
                      <a:pt x="9736" y="38876"/>
                      <a:pt x="9686" y="38703"/>
                    </a:cubicBezTo>
                    <a:cubicBezTo>
                      <a:pt x="9644" y="38520"/>
                      <a:pt x="9686" y="38321"/>
                      <a:pt x="9694" y="38139"/>
                    </a:cubicBezTo>
                    <a:cubicBezTo>
                      <a:pt x="9694" y="37949"/>
                      <a:pt x="9694" y="37733"/>
                      <a:pt x="9611" y="37559"/>
                    </a:cubicBezTo>
                    <a:cubicBezTo>
                      <a:pt x="9604" y="37537"/>
                      <a:pt x="9585" y="37526"/>
                      <a:pt x="9566" y="37526"/>
                    </a:cubicBezTo>
                    <a:cubicBezTo>
                      <a:pt x="9542" y="37526"/>
                      <a:pt x="9517" y="37543"/>
                      <a:pt x="9512" y="37576"/>
                    </a:cubicBezTo>
                    <a:cubicBezTo>
                      <a:pt x="9512" y="37592"/>
                      <a:pt x="9512" y="37601"/>
                      <a:pt x="9512" y="37617"/>
                    </a:cubicBezTo>
                    <a:cubicBezTo>
                      <a:pt x="9512" y="37617"/>
                      <a:pt x="9504" y="37609"/>
                      <a:pt x="9504" y="37609"/>
                    </a:cubicBezTo>
                    <a:cubicBezTo>
                      <a:pt x="9504" y="37601"/>
                      <a:pt x="9495" y="37584"/>
                      <a:pt x="9495" y="37576"/>
                    </a:cubicBezTo>
                    <a:cubicBezTo>
                      <a:pt x="9470" y="37493"/>
                      <a:pt x="9512" y="37402"/>
                      <a:pt x="9528" y="37327"/>
                    </a:cubicBezTo>
                    <a:cubicBezTo>
                      <a:pt x="9553" y="37228"/>
                      <a:pt x="9570" y="37120"/>
                      <a:pt x="9586" y="37021"/>
                    </a:cubicBezTo>
                    <a:cubicBezTo>
                      <a:pt x="9620" y="36789"/>
                      <a:pt x="9636" y="36557"/>
                      <a:pt x="9636" y="36325"/>
                    </a:cubicBezTo>
                    <a:cubicBezTo>
                      <a:pt x="9678" y="36225"/>
                      <a:pt x="9678" y="36109"/>
                      <a:pt x="9686" y="36018"/>
                    </a:cubicBezTo>
                    <a:cubicBezTo>
                      <a:pt x="9694" y="35852"/>
                      <a:pt x="9686" y="35695"/>
                      <a:pt x="9678" y="35537"/>
                    </a:cubicBezTo>
                    <a:cubicBezTo>
                      <a:pt x="9653" y="35231"/>
                      <a:pt x="9586" y="34924"/>
                      <a:pt x="9504" y="34626"/>
                    </a:cubicBezTo>
                    <a:cubicBezTo>
                      <a:pt x="9491" y="34607"/>
                      <a:pt x="9474" y="34598"/>
                      <a:pt x="9452" y="34598"/>
                    </a:cubicBezTo>
                    <a:cubicBezTo>
                      <a:pt x="9445" y="34598"/>
                      <a:pt x="9437" y="34599"/>
                      <a:pt x="9429" y="34601"/>
                    </a:cubicBezTo>
                    <a:lnTo>
                      <a:pt x="9487" y="33731"/>
                    </a:lnTo>
                    <a:cubicBezTo>
                      <a:pt x="9492" y="33690"/>
                      <a:pt x="9458" y="33666"/>
                      <a:pt x="9426" y="33666"/>
                    </a:cubicBezTo>
                    <a:cubicBezTo>
                      <a:pt x="9400" y="33666"/>
                      <a:pt x="9375" y="33681"/>
                      <a:pt x="9371" y="33715"/>
                    </a:cubicBezTo>
                    <a:lnTo>
                      <a:pt x="9338" y="33955"/>
                    </a:lnTo>
                    <a:cubicBezTo>
                      <a:pt x="9338" y="33855"/>
                      <a:pt x="9330" y="33756"/>
                      <a:pt x="9321" y="33665"/>
                    </a:cubicBezTo>
                    <a:cubicBezTo>
                      <a:pt x="9296" y="33474"/>
                      <a:pt x="9272" y="33292"/>
                      <a:pt x="9238" y="33110"/>
                    </a:cubicBezTo>
                    <a:cubicBezTo>
                      <a:pt x="9197" y="32928"/>
                      <a:pt x="9131" y="32745"/>
                      <a:pt x="9147" y="32555"/>
                    </a:cubicBezTo>
                    <a:cubicBezTo>
                      <a:pt x="9147" y="32522"/>
                      <a:pt x="9120" y="32502"/>
                      <a:pt x="9096" y="32502"/>
                    </a:cubicBezTo>
                    <a:cubicBezTo>
                      <a:pt x="9077" y="32502"/>
                      <a:pt x="9060" y="32513"/>
                      <a:pt x="9056" y="32538"/>
                    </a:cubicBezTo>
                    <a:cubicBezTo>
                      <a:pt x="9056" y="32571"/>
                      <a:pt x="9048" y="32596"/>
                      <a:pt x="9048" y="32621"/>
                    </a:cubicBezTo>
                    <a:cubicBezTo>
                      <a:pt x="9040" y="32555"/>
                      <a:pt x="9023" y="32488"/>
                      <a:pt x="9015" y="32414"/>
                    </a:cubicBezTo>
                    <a:cubicBezTo>
                      <a:pt x="8982" y="32157"/>
                      <a:pt x="8932" y="31892"/>
                      <a:pt x="8907" y="31627"/>
                    </a:cubicBezTo>
                    <a:cubicBezTo>
                      <a:pt x="8903" y="31598"/>
                      <a:pt x="8880" y="31583"/>
                      <a:pt x="8858" y="31583"/>
                    </a:cubicBezTo>
                    <a:cubicBezTo>
                      <a:pt x="8837" y="31583"/>
                      <a:pt x="8816" y="31598"/>
                      <a:pt x="8816" y="31627"/>
                    </a:cubicBezTo>
                    <a:cubicBezTo>
                      <a:pt x="8816" y="31652"/>
                      <a:pt x="8808" y="31676"/>
                      <a:pt x="8808" y="31701"/>
                    </a:cubicBezTo>
                    <a:cubicBezTo>
                      <a:pt x="8791" y="31569"/>
                      <a:pt x="8774" y="31436"/>
                      <a:pt x="8766" y="31304"/>
                    </a:cubicBezTo>
                    <a:cubicBezTo>
                      <a:pt x="8750" y="31121"/>
                      <a:pt x="8758" y="30947"/>
                      <a:pt x="8783" y="30765"/>
                    </a:cubicBezTo>
                    <a:cubicBezTo>
                      <a:pt x="8808" y="30591"/>
                      <a:pt x="8857" y="30409"/>
                      <a:pt x="8841" y="30235"/>
                    </a:cubicBezTo>
                    <a:cubicBezTo>
                      <a:pt x="8841" y="30203"/>
                      <a:pt x="8819" y="30189"/>
                      <a:pt x="8795" y="30189"/>
                    </a:cubicBezTo>
                    <a:cubicBezTo>
                      <a:pt x="8775" y="30189"/>
                      <a:pt x="8753" y="30199"/>
                      <a:pt x="8741" y="30218"/>
                    </a:cubicBezTo>
                    <a:cubicBezTo>
                      <a:pt x="8692" y="30334"/>
                      <a:pt x="8658" y="30475"/>
                      <a:pt x="8634" y="30599"/>
                    </a:cubicBezTo>
                    <a:cubicBezTo>
                      <a:pt x="8625" y="30458"/>
                      <a:pt x="8617" y="30326"/>
                      <a:pt x="8617" y="30185"/>
                    </a:cubicBezTo>
                    <a:cubicBezTo>
                      <a:pt x="8609" y="29878"/>
                      <a:pt x="8600" y="29572"/>
                      <a:pt x="8600" y="29274"/>
                    </a:cubicBezTo>
                    <a:cubicBezTo>
                      <a:pt x="8600" y="29241"/>
                      <a:pt x="8574" y="29221"/>
                      <a:pt x="8549" y="29221"/>
                    </a:cubicBezTo>
                    <a:cubicBezTo>
                      <a:pt x="8530" y="29221"/>
                      <a:pt x="8513" y="29232"/>
                      <a:pt x="8509" y="29257"/>
                    </a:cubicBezTo>
                    <a:cubicBezTo>
                      <a:pt x="8460" y="29564"/>
                      <a:pt x="8443" y="29870"/>
                      <a:pt x="8443" y="30185"/>
                    </a:cubicBezTo>
                    <a:cubicBezTo>
                      <a:pt x="8443" y="30334"/>
                      <a:pt x="8443" y="30475"/>
                      <a:pt x="8451" y="30624"/>
                    </a:cubicBezTo>
                    <a:cubicBezTo>
                      <a:pt x="8460" y="30773"/>
                      <a:pt x="8460" y="30947"/>
                      <a:pt x="8526" y="31080"/>
                    </a:cubicBezTo>
                    <a:cubicBezTo>
                      <a:pt x="8534" y="31105"/>
                      <a:pt x="8542" y="31113"/>
                      <a:pt x="8559" y="31113"/>
                    </a:cubicBezTo>
                    <a:cubicBezTo>
                      <a:pt x="8559" y="31179"/>
                      <a:pt x="8559" y="31237"/>
                      <a:pt x="8559" y="31304"/>
                    </a:cubicBezTo>
                    <a:cubicBezTo>
                      <a:pt x="8576" y="31494"/>
                      <a:pt x="8600" y="31685"/>
                      <a:pt x="8625" y="31875"/>
                    </a:cubicBezTo>
                    <a:cubicBezTo>
                      <a:pt x="8634" y="31966"/>
                      <a:pt x="8642" y="32066"/>
                      <a:pt x="8658" y="32157"/>
                    </a:cubicBezTo>
                    <a:cubicBezTo>
                      <a:pt x="8675" y="32248"/>
                      <a:pt x="8692" y="32348"/>
                      <a:pt x="8741" y="32422"/>
                    </a:cubicBezTo>
                    <a:cubicBezTo>
                      <a:pt x="8752" y="32432"/>
                      <a:pt x="8768" y="32439"/>
                      <a:pt x="8785" y="32439"/>
                    </a:cubicBezTo>
                    <a:cubicBezTo>
                      <a:pt x="8796" y="32439"/>
                      <a:pt x="8806" y="32437"/>
                      <a:pt x="8816" y="32430"/>
                    </a:cubicBezTo>
                    <a:cubicBezTo>
                      <a:pt x="8824" y="32563"/>
                      <a:pt x="8849" y="32687"/>
                      <a:pt x="8866" y="32820"/>
                    </a:cubicBezTo>
                    <a:cubicBezTo>
                      <a:pt x="8890" y="32952"/>
                      <a:pt x="8907" y="33093"/>
                      <a:pt x="8998" y="33193"/>
                    </a:cubicBezTo>
                    <a:cubicBezTo>
                      <a:pt x="9013" y="33207"/>
                      <a:pt x="9033" y="33216"/>
                      <a:pt x="9052" y="33216"/>
                    </a:cubicBezTo>
                    <a:cubicBezTo>
                      <a:pt x="9066" y="33216"/>
                      <a:pt x="9079" y="33211"/>
                      <a:pt x="9089" y="33201"/>
                    </a:cubicBezTo>
                    <a:cubicBezTo>
                      <a:pt x="9106" y="33350"/>
                      <a:pt x="9122" y="33491"/>
                      <a:pt x="9139" y="33640"/>
                    </a:cubicBezTo>
                    <a:cubicBezTo>
                      <a:pt x="9156" y="33831"/>
                      <a:pt x="9156" y="34021"/>
                      <a:pt x="9164" y="34212"/>
                    </a:cubicBezTo>
                    <a:cubicBezTo>
                      <a:pt x="9164" y="34311"/>
                      <a:pt x="9164" y="34402"/>
                      <a:pt x="9172" y="34502"/>
                    </a:cubicBezTo>
                    <a:cubicBezTo>
                      <a:pt x="9172" y="34593"/>
                      <a:pt x="9164" y="34684"/>
                      <a:pt x="9197" y="34775"/>
                    </a:cubicBezTo>
                    <a:cubicBezTo>
                      <a:pt x="9197" y="34800"/>
                      <a:pt x="9214" y="34808"/>
                      <a:pt x="9230" y="34808"/>
                    </a:cubicBezTo>
                    <a:cubicBezTo>
                      <a:pt x="9214" y="34949"/>
                      <a:pt x="9205" y="35090"/>
                      <a:pt x="9205" y="35231"/>
                    </a:cubicBezTo>
                    <a:cubicBezTo>
                      <a:pt x="9197" y="35380"/>
                      <a:pt x="9205" y="35546"/>
                      <a:pt x="9280" y="35678"/>
                    </a:cubicBezTo>
                    <a:cubicBezTo>
                      <a:pt x="9291" y="35693"/>
                      <a:pt x="9308" y="35699"/>
                      <a:pt x="9325" y="35699"/>
                    </a:cubicBezTo>
                    <a:cubicBezTo>
                      <a:pt x="9346" y="35699"/>
                      <a:pt x="9366" y="35689"/>
                      <a:pt x="9371" y="35670"/>
                    </a:cubicBezTo>
                    <a:cubicBezTo>
                      <a:pt x="9421" y="35521"/>
                      <a:pt x="9396" y="35347"/>
                      <a:pt x="9404" y="35189"/>
                    </a:cubicBezTo>
                    <a:cubicBezTo>
                      <a:pt x="9404" y="35065"/>
                      <a:pt x="9412" y="34933"/>
                      <a:pt x="9421" y="34800"/>
                    </a:cubicBezTo>
                    <a:cubicBezTo>
                      <a:pt x="9462" y="35049"/>
                      <a:pt x="9479" y="35297"/>
                      <a:pt x="9479" y="35546"/>
                    </a:cubicBezTo>
                    <a:cubicBezTo>
                      <a:pt x="9479" y="35695"/>
                      <a:pt x="9479" y="35836"/>
                      <a:pt x="9470" y="35985"/>
                    </a:cubicBezTo>
                    <a:cubicBezTo>
                      <a:pt x="9462" y="36109"/>
                      <a:pt x="9437" y="36267"/>
                      <a:pt x="9470" y="36391"/>
                    </a:cubicBezTo>
                    <a:cubicBezTo>
                      <a:pt x="9446" y="36615"/>
                      <a:pt x="9412" y="36838"/>
                      <a:pt x="9371" y="37054"/>
                    </a:cubicBezTo>
                    <a:cubicBezTo>
                      <a:pt x="9354" y="37112"/>
                      <a:pt x="9346" y="37170"/>
                      <a:pt x="9330" y="37228"/>
                    </a:cubicBezTo>
                    <a:cubicBezTo>
                      <a:pt x="9305" y="37186"/>
                      <a:pt x="9272" y="37137"/>
                      <a:pt x="9230" y="37103"/>
                    </a:cubicBezTo>
                    <a:cubicBezTo>
                      <a:pt x="9147" y="37035"/>
                      <a:pt x="9050" y="37013"/>
                      <a:pt x="8950" y="37013"/>
                    </a:cubicBezTo>
                    <a:cubicBezTo>
                      <a:pt x="8880" y="37013"/>
                      <a:pt x="8809" y="37024"/>
                      <a:pt x="8741" y="37037"/>
                    </a:cubicBezTo>
                    <a:cubicBezTo>
                      <a:pt x="8559" y="37079"/>
                      <a:pt x="8368" y="37095"/>
                      <a:pt x="8178" y="37095"/>
                    </a:cubicBezTo>
                    <a:cubicBezTo>
                      <a:pt x="8128" y="37087"/>
                      <a:pt x="8079" y="37087"/>
                      <a:pt x="8037" y="37079"/>
                    </a:cubicBezTo>
                    <a:cubicBezTo>
                      <a:pt x="7963" y="37037"/>
                      <a:pt x="7896" y="36987"/>
                      <a:pt x="7822" y="36946"/>
                    </a:cubicBezTo>
                    <a:cubicBezTo>
                      <a:pt x="7747" y="36896"/>
                      <a:pt x="7673" y="36855"/>
                      <a:pt x="7598" y="36805"/>
                    </a:cubicBezTo>
                    <a:cubicBezTo>
                      <a:pt x="7523" y="36764"/>
                      <a:pt x="7424" y="36722"/>
                      <a:pt x="7374" y="36656"/>
                    </a:cubicBezTo>
                    <a:cubicBezTo>
                      <a:pt x="7333" y="36606"/>
                      <a:pt x="7341" y="36507"/>
                      <a:pt x="7341" y="36441"/>
                    </a:cubicBezTo>
                    <a:lnTo>
                      <a:pt x="7341" y="36441"/>
                    </a:lnTo>
                    <a:cubicBezTo>
                      <a:pt x="7349" y="36444"/>
                      <a:pt x="7359" y="36446"/>
                      <a:pt x="7368" y="36446"/>
                    </a:cubicBezTo>
                    <a:cubicBezTo>
                      <a:pt x="7406" y="36446"/>
                      <a:pt x="7445" y="36419"/>
                      <a:pt x="7432" y="36366"/>
                    </a:cubicBezTo>
                    <a:cubicBezTo>
                      <a:pt x="7407" y="36267"/>
                      <a:pt x="7366" y="36175"/>
                      <a:pt x="7333" y="36084"/>
                    </a:cubicBezTo>
                    <a:cubicBezTo>
                      <a:pt x="7325" y="35910"/>
                      <a:pt x="7316" y="35745"/>
                      <a:pt x="7308" y="35579"/>
                    </a:cubicBezTo>
                    <a:cubicBezTo>
                      <a:pt x="7308" y="35562"/>
                      <a:pt x="7300" y="35562"/>
                      <a:pt x="7291" y="35554"/>
                    </a:cubicBezTo>
                    <a:cubicBezTo>
                      <a:pt x="7308" y="35479"/>
                      <a:pt x="7333" y="35397"/>
                      <a:pt x="7358" y="35322"/>
                    </a:cubicBezTo>
                    <a:cubicBezTo>
                      <a:pt x="7383" y="35297"/>
                      <a:pt x="7407" y="35272"/>
                      <a:pt x="7432" y="35247"/>
                    </a:cubicBezTo>
                    <a:cubicBezTo>
                      <a:pt x="7507" y="35173"/>
                      <a:pt x="7573" y="35090"/>
                      <a:pt x="7639" y="35015"/>
                    </a:cubicBezTo>
                    <a:cubicBezTo>
                      <a:pt x="7639" y="35043"/>
                      <a:pt x="7667" y="35070"/>
                      <a:pt x="7695" y="35070"/>
                    </a:cubicBezTo>
                    <a:cubicBezTo>
                      <a:pt x="7701" y="35070"/>
                      <a:pt x="7708" y="35068"/>
                      <a:pt x="7714" y="35065"/>
                    </a:cubicBezTo>
                    <a:cubicBezTo>
                      <a:pt x="7822" y="35015"/>
                      <a:pt x="7905" y="34924"/>
                      <a:pt x="7979" y="34841"/>
                    </a:cubicBezTo>
                    <a:cubicBezTo>
                      <a:pt x="8062" y="34759"/>
                      <a:pt x="8137" y="34659"/>
                      <a:pt x="8211" y="34560"/>
                    </a:cubicBezTo>
                    <a:cubicBezTo>
                      <a:pt x="8352" y="34361"/>
                      <a:pt x="8468" y="34145"/>
                      <a:pt x="8542" y="33913"/>
                    </a:cubicBezTo>
                    <a:cubicBezTo>
                      <a:pt x="8692" y="33458"/>
                      <a:pt x="8683" y="32952"/>
                      <a:pt x="8410" y="32555"/>
                    </a:cubicBezTo>
                    <a:cubicBezTo>
                      <a:pt x="8410" y="32323"/>
                      <a:pt x="8385" y="32099"/>
                      <a:pt x="8335" y="31875"/>
                    </a:cubicBezTo>
                    <a:cubicBezTo>
                      <a:pt x="8219" y="31386"/>
                      <a:pt x="8004" y="30914"/>
                      <a:pt x="7731" y="30500"/>
                    </a:cubicBezTo>
                    <a:cubicBezTo>
                      <a:pt x="7573" y="30268"/>
                      <a:pt x="7399" y="30052"/>
                      <a:pt x="7192" y="29854"/>
                    </a:cubicBezTo>
                    <a:cubicBezTo>
                      <a:pt x="7183" y="29847"/>
                      <a:pt x="7174" y="29844"/>
                      <a:pt x="7166" y="29844"/>
                    </a:cubicBezTo>
                    <a:cubicBezTo>
                      <a:pt x="7133" y="29844"/>
                      <a:pt x="7106" y="29887"/>
                      <a:pt x="7126" y="29920"/>
                    </a:cubicBezTo>
                    <a:cubicBezTo>
                      <a:pt x="7515" y="30400"/>
                      <a:pt x="7830" y="30914"/>
                      <a:pt x="8004" y="31502"/>
                    </a:cubicBezTo>
                    <a:cubicBezTo>
                      <a:pt x="8095" y="31784"/>
                      <a:pt x="8153" y="32091"/>
                      <a:pt x="8161" y="32381"/>
                    </a:cubicBezTo>
                    <a:cubicBezTo>
                      <a:pt x="8170" y="32530"/>
                      <a:pt x="8170" y="32679"/>
                      <a:pt x="8153" y="32828"/>
                    </a:cubicBezTo>
                    <a:cubicBezTo>
                      <a:pt x="8137" y="32977"/>
                      <a:pt x="8095" y="33118"/>
                      <a:pt x="8095" y="33267"/>
                    </a:cubicBezTo>
                    <a:cubicBezTo>
                      <a:pt x="8095" y="33311"/>
                      <a:pt x="8125" y="33341"/>
                      <a:pt x="8159" y="33341"/>
                    </a:cubicBezTo>
                    <a:cubicBezTo>
                      <a:pt x="8176" y="33341"/>
                      <a:pt x="8194" y="33334"/>
                      <a:pt x="8211" y="33317"/>
                    </a:cubicBezTo>
                    <a:cubicBezTo>
                      <a:pt x="8319" y="33193"/>
                      <a:pt x="8368" y="33019"/>
                      <a:pt x="8393" y="32845"/>
                    </a:cubicBezTo>
                    <a:lnTo>
                      <a:pt x="8393" y="32845"/>
                    </a:lnTo>
                    <a:cubicBezTo>
                      <a:pt x="8476" y="33184"/>
                      <a:pt x="8443" y="33549"/>
                      <a:pt x="8319" y="33880"/>
                    </a:cubicBezTo>
                    <a:cubicBezTo>
                      <a:pt x="8244" y="34079"/>
                      <a:pt x="8137" y="34270"/>
                      <a:pt x="8012" y="34444"/>
                    </a:cubicBezTo>
                    <a:cubicBezTo>
                      <a:pt x="7996" y="34477"/>
                      <a:pt x="7971" y="34510"/>
                      <a:pt x="7946" y="34543"/>
                    </a:cubicBezTo>
                    <a:cubicBezTo>
                      <a:pt x="7938" y="34536"/>
                      <a:pt x="7928" y="34532"/>
                      <a:pt x="7917" y="34532"/>
                    </a:cubicBezTo>
                    <a:cubicBezTo>
                      <a:pt x="7903" y="34532"/>
                      <a:pt x="7889" y="34538"/>
                      <a:pt x="7880" y="34551"/>
                    </a:cubicBezTo>
                    <a:cubicBezTo>
                      <a:pt x="7706" y="34759"/>
                      <a:pt x="7515" y="34957"/>
                      <a:pt x="7325" y="35156"/>
                    </a:cubicBezTo>
                    <a:cubicBezTo>
                      <a:pt x="7142" y="35347"/>
                      <a:pt x="6927" y="35521"/>
                      <a:pt x="6753" y="35728"/>
                    </a:cubicBezTo>
                    <a:cubicBezTo>
                      <a:pt x="6719" y="35762"/>
                      <a:pt x="6757" y="35801"/>
                      <a:pt x="6794" y="35801"/>
                    </a:cubicBezTo>
                    <a:cubicBezTo>
                      <a:pt x="6803" y="35801"/>
                      <a:pt x="6811" y="35799"/>
                      <a:pt x="6819" y="35794"/>
                    </a:cubicBezTo>
                    <a:cubicBezTo>
                      <a:pt x="6919" y="35736"/>
                      <a:pt x="7001" y="35670"/>
                      <a:pt x="7084" y="35595"/>
                    </a:cubicBezTo>
                    <a:lnTo>
                      <a:pt x="7084" y="35595"/>
                    </a:lnTo>
                    <a:cubicBezTo>
                      <a:pt x="7068" y="35670"/>
                      <a:pt x="7059" y="35745"/>
                      <a:pt x="7059" y="35819"/>
                    </a:cubicBezTo>
                    <a:cubicBezTo>
                      <a:pt x="7068" y="35919"/>
                      <a:pt x="7101" y="36026"/>
                      <a:pt x="7142" y="36117"/>
                    </a:cubicBezTo>
                    <a:cubicBezTo>
                      <a:pt x="7151" y="36151"/>
                      <a:pt x="7159" y="36175"/>
                      <a:pt x="7175" y="36200"/>
                    </a:cubicBezTo>
                    <a:cubicBezTo>
                      <a:pt x="7167" y="36300"/>
                      <a:pt x="7159" y="36399"/>
                      <a:pt x="7159" y="36499"/>
                    </a:cubicBezTo>
                    <a:cubicBezTo>
                      <a:pt x="7151" y="36590"/>
                      <a:pt x="7142" y="36689"/>
                      <a:pt x="7192" y="36764"/>
                    </a:cubicBezTo>
                    <a:cubicBezTo>
                      <a:pt x="7242" y="36838"/>
                      <a:pt x="7325" y="36888"/>
                      <a:pt x="7399" y="36938"/>
                    </a:cubicBezTo>
                    <a:cubicBezTo>
                      <a:pt x="7449" y="36971"/>
                      <a:pt x="7499" y="37004"/>
                      <a:pt x="7548" y="37037"/>
                    </a:cubicBezTo>
                    <a:cubicBezTo>
                      <a:pt x="7532" y="37054"/>
                      <a:pt x="7532" y="37095"/>
                      <a:pt x="7565" y="37112"/>
                    </a:cubicBezTo>
                    <a:cubicBezTo>
                      <a:pt x="7656" y="37161"/>
                      <a:pt x="7747" y="37195"/>
                      <a:pt x="7847" y="37219"/>
                    </a:cubicBezTo>
                    <a:cubicBezTo>
                      <a:pt x="7963" y="37277"/>
                      <a:pt x="8079" y="37335"/>
                      <a:pt x="8203" y="37369"/>
                    </a:cubicBezTo>
                    <a:cubicBezTo>
                      <a:pt x="8209" y="37370"/>
                      <a:pt x="8215" y="37371"/>
                      <a:pt x="8221" y="37371"/>
                    </a:cubicBezTo>
                    <a:cubicBezTo>
                      <a:pt x="8276" y="37371"/>
                      <a:pt x="8306" y="37306"/>
                      <a:pt x="8261" y="37261"/>
                    </a:cubicBezTo>
                    <a:cubicBezTo>
                      <a:pt x="8344" y="37261"/>
                      <a:pt x="8418" y="37253"/>
                      <a:pt x="8493" y="37253"/>
                    </a:cubicBezTo>
                    <a:cubicBezTo>
                      <a:pt x="8638" y="37237"/>
                      <a:pt x="8791" y="37194"/>
                      <a:pt x="8937" y="37194"/>
                    </a:cubicBezTo>
                    <a:cubicBezTo>
                      <a:pt x="8949" y="37194"/>
                      <a:pt x="8961" y="37194"/>
                      <a:pt x="8973" y="37195"/>
                    </a:cubicBezTo>
                    <a:cubicBezTo>
                      <a:pt x="9031" y="37195"/>
                      <a:pt x="9089" y="37219"/>
                      <a:pt x="9139" y="37261"/>
                    </a:cubicBezTo>
                    <a:cubicBezTo>
                      <a:pt x="9180" y="37311"/>
                      <a:pt x="9189" y="37360"/>
                      <a:pt x="9197" y="37418"/>
                    </a:cubicBezTo>
                    <a:cubicBezTo>
                      <a:pt x="9204" y="37447"/>
                      <a:pt x="9236" y="37470"/>
                      <a:pt x="9261" y="37470"/>
                    </a:cubicBezTo>
                    <a:cubicBezTo>
                      <a:pt x="9265" y="37470"/>
                      <a:pt x="9268" y="37469"/>
                      <a:pt x="9272" y="37468"/>
                    </a:cubicBezTo>
                    <a:cubicBezTo>
                      <a:pt x="9272" y="37485"/>
                      <a:pt x="9272" y="37501"/>
                      <a:pt x="9272" y="37518"/>
                    </a:cubicBezTo>
                    <a:cubicBezTo>
                      <a:pt x="9234" y="37509"/>
                      <a:pt x="9197" y="37505"/>
                      <a:pt x="9161" y="37505"/>
                    </a:cubicBezTo>
                    <a:cubicBezTo>
                      <a:pt x="9125" y="37505"/>
                      <a:pt x="9089" y="37509"/>
                      <a:pt x="9056" y="37518"/>
                    </a:cubicBezTo>
                    <a:cubicBezTo>
                      <a:pt x="8982" y="37534"/>
                      <a:pt x="8915" y="37567"/>
                      <a:pt x="8849" y="37609"/>
                    </a:cubicBezTo>
                    <a:cubicBezTo>
                      <a:pt x="8806" y="37630"/>
                      <a:pt x="8838" y="37696"/>
                      <a:pt x="8880" y="37696"/>
                    </a:cubicBezTo>
                    <a:cubicBezTo>
                      <a:pt x="8886" y="37696"/>
                      <a:pt x="8892" y="37695"/>
                      <a:pt x="8899" y="37692"/>
                    </a:cubicBezTo>
                    <a:cubicBezTo>
                      <a:pt x="8957" y="37669"/>
                      <a:pt x="9014" y="37662"/>
                      <a:pt x="9072" y="37662"/>
                    </a:cubicBezTo>
                    <a:cubicBezTo>
                      <a:pt x="9122" y="37662"/>
                      <a:pt x="9172" y="37667"/>
                      <a:pt x="9222" y="37675"/>
                    </a:cubicBezTo>
                    <a:cubicBezTo>
                      <a:pt x="9247" y="37683"/>
                      <a:pt x="9263" y="37683"/>
                      <a:pt x="9288" y="37692"/>
                    </a:cubicBezTo>
                    <a:cubicBezTo>
                      <a:pt x="9296" y="37692"/>
                      <a:pt x="9296" y="37700"/>
                      <a:pt x="9305" y="37700"/>
                    </a:cubicBezTo>
                    <a:cubicBezTo>
                      <a:pt x="9321" y="37733"/>
                      <a:pt x="9338" y="37758"/>
                      <a:pt x="9363" y="37783"/>
                    </a:cubicBezTo>
                    <a:cubicBezTo>
                      <a:pt x="9354" y="37808"/>
                      <a:pt x="9346" y="37833"/>
                      <a:pt x="9354" y="37857"/>
                    </a:cubicBezTo>
                    <a:lnTo>
                      <a:pt x="9354" y="37866"/>
                    </a:lnTo>
                    <a:cubicBezTo>
                      <a:pt x="9354" y="37874"/>
                      <a:pt x="9346" y="37891"/>
                      <a:pt x="9346" y="37899"/>
                    </a:cubicBezTo>
                    <a:lnTo>
                      <a:pt x="9346" y="37915"/>
                    </a:lnTo>
                    <a:cubicBezTo>
                      <a:pt x="9338" y="37932"/>
                      <a:pt x="9338" y="37940"/>
                      <a:pt x="9330" y="37957"/>
                    </a:cubicBezTo>
                    <a:cubicBezTo>
                      <a:pt x="9330" y="37965"/>
                      <a:pt x="9321" y="37965"/>
                      <a:pt x="9321" y="37973"/>
                    </a:cubicBezTo>
                    <a:lnTo>
                      <a:pt x="9305" y="38015"/>
                    </a:lnTo>
                    <a:cubicBezTo>
                      <a:pt x="9288" y="38048"/>
                      <a:pt x="9263" y="38073"/>
                      <a:pt x="9247" y="38106"/>
                    </a:cubicBezTo>
                    <a:cubicBezTo>
                      <a:pt x="9205" y="38114"/>
                      <a:pt x="9164" y="38131"/>
                      <a:pt x="9122" y="38156"/>
                    </a:cubicBezTo>
                    <a:cubicBezTo>
                      <a:pt x="9098" y="38164"/>
                      <a:pt x="9089" y="38189"/>
                      <a:pt x="9098" y="38214"/>
                    </a:cubicBezTo>
                    <a:cubicBezTo>
                      <a:pt x="9106" y="38239"/>
                      <a:pt x="9122" y="38247"/>
                      <a:pt x="9147" y="38247"/>
                    </a:cubicBezTo>
                    <a:cubicBezTo>
                      <a:pt x="9139" y="38255"/>
                      <a:pt x="9131" y="38263"/>
                      <a:pt x="9122" y="38272"/>
                    </a:cubicBezTo>
                    <a:cubicBezTo>
                      <a:pt x="9122" y="38280"/>
                      <a:pt x="9114" y="38288"/>
                      <a:pt x="9114" y="38297"/>
                    </a:cubicBezTo>
                    <a:cubicBezTo>
                      <a:pt x="9048" y="38330"/>
                      <a:pt x="8982" y="38346"/>
                      <a:pt x="8907" y="38363"/>
                    </a:cubicBezTo>
                    <a:cubicBezTo>
                      <a:pt x="8786" y="38385"/>
                      <a:pt x="8657" y="38389"/>
                      <a:pt x="8528" y="38389"/>
                    </a:cubicBezTo>
                    <a:cubicBezTo>
                      <a:pt x="8463" y="38389"/>
                      <a:pt x="8399" y="38388"/>
                      <a:pt x="8335" y="38388"/>
                    </a:cubicBezTo>
                    <a:cubicBezTo>
                      <a:pt x="8021" y="38379"/>
                      <a:pt x="7706" y="38346"/>
                      <a:pt x="7391" y="38305"/>
                    </a:cubicBezTo>
                    <a:cubicBezTo>
                      <a:pt x="7366" y="38305"/>
                      <a:pt x="7341" y="38297"/>
                      <a:pt x="7316" y="38297"/>
                    </a:cubicBezTo>
                    <a:cubicBezTo>
                      <a:pt x="7076" y="38247"/>
                      <a:pt x="6836" y="38197"/>
                      <a:pt x="6595" y="38164"/>
                    </a:cubicBezTo>
                    <a:cubicBezTo>
                      <a:pt x="6562" y="38164"/>
                      <a:pt x="6537" y="38181"/>
                      <a:pt x="6529" y="38205"/>
                    </a:cubicBezTo>
                    <a:cubicBezTo>
                      <a:pt x="5974" y="38147"/>
                      <a:pt x="5427" y="38023"/>
                      <a:pt x="4897" y="37849"/>
                    </a:cubicBezTo>
                    <a:cubicBezTo>
                      <a:pt x="4890" y="37847"/>
                      <a:pt x="4884" y="37846"/>
                      <a:pt x="4879" y="37846"/>
                    </a:cubicBezTo>
                    <a:cubicBezTo>
                      <a:pt x="4863" y="37846"/>
                      <a:pt x="4851" y="37854"/>
                      <a:pt x="4839" y="37866"/>
                    </a:cubicBezTo>
                    <a:cubicBezTo>
                      <a:pt x="4773" y="37849"/>
                      <a:pt x="4715" y="37833"/>
                      <a:pt x="4657" y="37808"/>
                    </a:cubicBezTo>
                    <a:cubicBezTo>
                      <a:pt x="4499" y="37766"/>
                      <a:pt x="4350" y="37717"/>
                      <a:pt x="4209" y="37659"/>
                    </a:cubicBezTo>
                    <a:cubicBezTo>
                      <a:pt x="4068" y="37601"/>
                      <a:pt x="3927" y="37534"/>
                      <a:pt x="3787" y="37460"/>
                    </a:cubicBezTo>
                    <a:cubicBezTo>
                      <a:pt x="3753" y="37443"/>
                      <a:pt x="3712" y="37427"/>
                      <a:pt x="3679" y="37402"/>
                    </a:cubicBezTo>
                    <a:cubicBezTo>
                      <a:pt x="3654" y="37393"/>
                      <a:pt x="3604" y="37369"/>
                      <a:pt x="3596" y="37344"/>
                    </a:cubicBezTo>
                    <a:cubicBezTo>
                      <a:pt x="3588" y="37335"/>
                      <a:pt x="3613" y="37335"/>
                      <a:pt x="3637" y="37319"/>
                    </a:cubicBezTo>
                    <a:cubicBezTo>
                      <a:pt x="3654" y="37311"/>
                      <a:pt x="3662" y="37311"/>
                      <a:pt x="3687" y="37302"/>
                    </a:cubicBezTo>
                    <a:cubicBezTo>
                      <a:pt x="3712" y="37304"/>
                      <a:pt x="3737" y="37304"/>
                      <a:pt x="3762" y="37304"/>
                    </a:cubicBezTo>
                    <a:cubicBezTo>
                      <a:pt x="3878" y="37304"/>
                      <a:pt x="3994" y="37290"/>
                      <a:pt x="4110" y="37269"/>
                    </a:cubicBezTo>
                    <a:cubicBezTo>
                      <a:pt x="4176" y="37253"/>
                      <a:pt x="4159" y="37170"/>
                      <a:pt x="4101" y="37170"/>
                    </a:cubicBezTo>
                    <a:cubicBezTo>
                      <a:pt x="4074" y="37171"/>
                      <a:pt x="4046" y="37171"/>
                      <a:pt x="4018" y="37171"/>
                    </a:cubicBezTo>
                    <a:cubicBezTo>
                      <a:pt x="3770" y="37171"/>
                      <a:pt x="3511" y="37138"/>
                      <a:pt x="3273" y="37079"/>
                    </a:cubicBezTo>
                    <a:cubicBezTo>
                      <a:pt x="3008" y="37004"/>
                      <a:pt x="2759" y="36880"/>
                      <a:pt x="2527" y="36731"/>
                    </a:cubicBezTo>
                    <a:cubicBezTo>
                      <a:pt x="2515" y="36722"/>
                      <a:pt x="2504" y="36718"/>
                      <a:pt x="2493" y="36718"/>
                    </a:cubicBezTo>
                    <a:cubicBezTo>
                      <a:pt x="2450" y="36718"/>
                      <a:pt x="2420" y="36774"/>
                      <a:pt x="2453" y="36813"/>
                    </a:cubicBezTo>
                    <a:cubicBezTo>
                      <a:pt x="2436" y="36805"/>
                      <a:pt x="2420" y="36797"/>
                      <a:pt x="2403" y="36797"/>
                    </a:cubicBezTo>
                    <a:cubicBezTo>
                      <a:pt x="2171" y="36706"/>
                      <a:pt x="1947" y="36606"/>
                      <a:pt x="1740" y="36482"/>
                    </a:cubicBezTo>
                    <a:cubicBezTo>
                      <a:pt x="1550" y="36366"/>
                      <a:pt x="1359" y="36225"/>
                      <a:pt x="1202" y="36068"/>
                    </a:cubicBezTo>
                    <a:cubicBezTo>
                      <a:pt x="1160" y="36026"/>
                      <a:pt x="1119" y="35985"/>
                      <a:pt x="1077" y="35935"/>
                    </a:cubicBezTo>
                    <a:lnTo>
                      <a:pt x="1077" y="35935"/>
                    </a:lnTo>
                    <a:cubicBezTo>
                      <a:pt x="1089" y="35941"/>
                      <a:pt x="1101" y="35947"/>
                      <a:pt x="1112" y="35947"/>
                    </a:cubicBezTo>
                    <a:cubicBezTo>
                      <a:pt x="1117" y="35947"/>
                      <a:pt x="1122" y="35946"/>
                      <a:pt x="1127" y="35943"/>
                    </a:cubicBezTo>
                    <a:cubicBezTo>
                      <a:pt x="1177" y="35927"/>
                      <a:pt x="1152" y="35869"/>
                      <a:pt x="1135" y="35836"/>
                    </a:cubicBezTo>
                    <a:cubicBezTo>
                      <a:pt x="1094" y="35761"/>
                      <a:pt x="1036" y="35695"/>
                      <a:pt x="978" y="35629"/>
                    </a:cubicBezTo>
                    <a:cubicBezTo>
                      <a:pt x="920" y="35562"/>
                      <a:pt x="862" y="35488"/>
                      <a:pt x="796" y="35421"/>
                    </a:cubicBezTo>
                    <a:cubicBezTo>
                      <a:pt x="786" y="35408"/>
                      <a:pt x="772" y="35402"/>
                      <a:pt x="757" y="35402"/>
                    </a:cubicBezTo>
                    <a:cubicBezTo>
                      <a:pt x="745" y="35402"/>
                      <a:pt x="732" y="35406"/>
                      <a:pt x="721" y="35413"/>
                    </a:cubicBezTo>
                    <a:cubicBezTo>
                      <a:pt x="688" y="35347"/>
                      <a:pt x="663" y="35289"/>
                      <a:pt x="638" y="35231"/>
                    </a:cubicBezTo>
                    <a:cubicBezTo>
                      <a:pt x="597" y="35107"/>
                      <a:pt x="572" y="34982"/>
                      <a:pt x="539" y="34858"/>
                    </a:cubicBezTo>
                    <a:cubicBezTo>
                      <a:pt x="514" y="34725"/>
                      <a:pt x="489" y="34585"/>
                      <a:pt x="489" y="34452"/>
                    </a:cubicBezTo>
                    <a:cubicBezTo>
                      <a:pt x="489" y="34419"/>
                      <a:pt x="472" y="34402"/>
                      <a:pt x="448" y="34394"/>
                    </a:cubicBezTo>
                    <a:cubicBezTo>
                      <a:pt x="439" y="34361"/>
                      <a:pt x="439" y="34328"/>
                      <a:pt x="431" y="34295"/>
                    </a:cubicBezTo>
                    <a:cubicBezTo>
                      <a:pt x="406" y="34029"/>
                      <a:pt x="390" y="33756"/>
                      <a:pt x="390" y="33491"/>
                    </a:cubicBezTo>
                    <a:cubicBezTo>
                      <a:pt x="373" y="32944"/>
                      <a:pt x="406" y="32389"/>
                      <a:pt x="481" y="31842"/>
                    </a:cubicBezTo>
                    <a:cubicBezTo>
                      <a:pt x="485" y="31803"/>
                      <a:pt x="457" y="31782"/>
                      <a:pt x="427" y="31782"/>
                    </a:cubicBezTo>
                    <a:cubicBezTo>
                      <a:pt x="401" y="31782"/>
                      <a:pt x="373" y="31799"/>
                      <a:pt x="365" y="31834"/>
                    </a:cubicBezTo>
                    <a:cubicBezTo>
                      <a:pt x="340" y="31950"/>
                      <a:pt x="315" y="32074"/>
                      <a:pt x="290" y="32190"/>
                    </a:cubicBezTo>
                    <a:cubicBezTo>
                      <a:pt x="290" y="32165"/>
                      <a:pt x="290" y="32140"/>
                      <a:pt x="282" y="32116"/>
                    </a:cubicBezTo>
                    <a:cubicBezTo>
                      <a:pt x="257" y="31884"/>
                      <a:pt x="240" y="31652"/>
                      <a:pt x="240" y="31411"/>
                    </a:cubicBezTo>
                    <a:cubicBezTo>
                      <a:pt x="249" y="30964"/>
                      <a:pt x="307" y="30475"/>
                      <a:pt x="481" y="30061"/>
                    </a:cubicBezTo>
                    <a:cubicBezTo>
                      <a:pt x="491" y="30024"/>
                      <a:pt x="466" y="30001"/>
                      <a:pt x="439" y="30001"/>
                    </a:cubicBezTo>
                    <a:cubicBezTo>
                      <a:pt x="423" y="30001"/>
                      <a:pt x="407" y="30009"/>
                      <a:pt x="398" y="30028"/>
                    </a:cubicBezTo>
                    <a:cubicBezTo>
                      <a:pt x="365" y="30086"/>
                      <a:pt x="340" y="30135"/>
                      <a:pt x="315" y="30193"/>
                    </a:cubicBezTo>
                    <a:cubicBezTo>
                      <a:pt x="365" y="29895"/>
                      <a:pt x="423" y="29605"/>
                      <a:pt x="522" y="29323"/>
                    </a:cubicBezTo>
                    <a:cubicBezTo>
                      <a:pt x="605" y="29066"/>
                      <a:pt x="721" y="28834"/>
                      <a:pt x="837" y="28594"/>
                    </a:cubicBezTo>
                    <a:cubicBezTo>
                      <a:pt x="841" y="28619"/>
                      <a:pt x="858" y="28632"/>
                      <a:pt x="875" y="28632"/>
                    </a:cubicBezTo>
                    <a:cubicBezTo>
                      <a:pt x="893" y="28632"/>
                      <a:pt x="912" y="28619"/>
                      <a:pt x="920" y="28594"/>
                    </a:cubicBezTo>
                    <a:cubicBezTo>
                      <a:pt x="945" y="28470"/>
                      <a:pt x="970" y="28346"/>
                      <a:pt x="1003" y="28221"/>
                    </a:cubicBezTo>
                    <a:cubicBezTo>
                      <a:pt x="1102" y="28006"/>
                      <a:pt x="1193" y="27782"/>
                      <a:pt x="1293" y="27567"/>
                    </a:cubicBezTo>
                    <a:cubicBezTo>
                      <a:pt x="1310" y="27533"/>
                      <a:pt x="1280" y="27507"/>
                      <a:pt x="1249" y="27507"/>
                    </a:cubicBezTo>
                    <a:cubicBezTo>
                      <a:pt x="1235" y="27507"/>
                      <a:pt x="1220" y="27512"/>
                      <a:pt x="1210" y="27525"/>
                    </a:cubicBezTo>
                    <a:cubicBezTo>
                      <a:pt x="1268" y="27385"/>
                      <a:pt x="1326" y="27235"/>
                      <a:pt x="1392" y="27095"/>
                    </a:cubicBezTo>
                    <a:cubicBezTo>
                      <a:pt x="1624" y="26589"/>
                      <a:pt x="1906" y="26109"/>
                      <a:pt x="2163" y="25611"/>
                    </a:cubicBezTo>
                    <a:cubicBezTo>
                      <a:pt x="2320" y="25305"/>
                      <a:pt x="2461" y="24990"/>
                      <a:pt x="2610" y="24683"/>
                    </a:cubicBezTo>
                    <a:cubicBezTo>
                      <a:pt x="2628" y="24648"/>
                      <a:pt x="2595" y="24617"/>
                      <a:pt x="2566" y="24617"/>
                    </a:cubicBezTo>
                    <a:cubicBezTo>
                      <a:pt x="2554" y="24617"/>
                      <a:pt x="2543" y="24622"/>
                      <a:pt x="2536" y="24634"/>
                    </a:cubicBezTo>
                    <a:lnTo>
                      <a:pt x="2353" y="24924"/>
                    </a:lnTo>
                    <a:cubicBezTo>
                      <a:pt x="2411" y="24808"/>
                      <a:pt x="2461" y="24700"/>
                      <a:pt x="2511" y="24584"/>
                    </a:cubicBezTo>
                    <a:cubicBezTo>
                      <a:pt x="2718" y="24128"/>
                      <a:pt x="2933" y="23673"/>
                      <a:pt x="3182" y="23234"/>
                    </a:cubicBezTo>
                    <a:cubicBezTo>
                      <a:pt x="3323" y="22985"/>
                      <a:pt x="3472" y="22736"/>
                      <a:pt x="3629" y="22504"/>
                    </a:cubicBezTo>
                    <a:cubicBezTo>
                      <a:pt x="3653" y="22463"/>
                      <a:pt x="3626" y="22426"/>
                      <a:pt x="3594" y="22426"/>
                    </a:cubicBezTo>
                    <a:cubicBezTo>
                      <a:pt x="3581" y="22426"/>
                      <a:pt x="3567" y="22432"/>
                      <a:pt x="3555" y="22446"/>
                    </a:cubicBezTo>
                    <a:cubicBezTo>
                      <a:pt x="3463" y="22546"/>
                      <a:pt x="3381" y="22645"/>
                      <a:pt x="3298" y="22753"/>
                    </a:cubicBezTo>
                    <a:cubicBezTo>
                      <a:pt x="3314" y="22720"/>
                      <a:pt x="3323" y="22678"/>
                      <a:pt x="3339" y="22645"/>
                    </a:cubicBezTo>
                    <a:cubicBezTo>
                      <a:pt x="3439" y="22347"/>
                      <a:pt x="3530" y="22040"/>
                      <a:pt x="3662" y="21750"/>
                    </a:cubicBezTo>
                    <a:cubicBezTo>
                      <a:pt x="3795" y="21469"/>
                      <a:pt x="3985" y="21212"/>
                      <a:pt x="4176" y="20972"/>
                    </a:cubicBezTo>
                    <a:cubicBezTo>
                      <a:pt x="4383" y="20706"/>
                      <a:pt x="4582" y="20450"/>
                      <a:pt x="4789" y="20193"/>
                    </a:cubicBezTo>
                    <a:cubicBezTo>
                      <a:pt x="4963" y="19977"/>
                      <a:pt x="5129" y="19762"/>
                      <a:pt x="5295" y="19538"/>
                    </a:cubicBezTo>
                    <a:cubicBezTo>
                      <a:pt x="5303" y="19555"/>
                      <a:pt x="5303" y="19571"/>
                      <a:pt x="5303" y="19588"/>
                    </a:cubicBezTo>
                    <a:cubicBezTo>
                      <a:pt x="5314" y="19620"/>
                      <a:pt x="5342" y="19642"/>
                      <a:pt x="5369" y="19642"/>
                    </a:cubicBezTo>
                    <a:cubicBezTo>
                      <a:pt x="5384" y="19642"/>
                      <a:pt x="5399" y="19636"/>
                      <a:pt x="5411" y="19621"/>
                    </a:cubicBezTo>
                    <a:cubicBezTo>
                      <a:pt x="5469" y="19538"/>
                      <a:pt x="5485" y="19430"/>
                      <a:pt x="5518" y="19339"/>
                    </a:cubicBezTo>
                    <a:cubicBezTo>
                      <a:pt x="5551" y="19240"/>
                      <a:pt x="5576" y="19140"/>
                      <a:pt x="5618" y="19041"/>
                    </a:cubicBezTo>
                    <a:cubicBezTo>
                      <a:pt x="5684" y="18850"/>
                      <a:pt x="5767" y="18660"/>
                      <a:pt x="5891" y="18494"/>
                    </a:cubicBezTo>
                    <a:cubicBezTo>
                      <a:pt x="5957" y="18395"/>
                      <a:pt x="6049" y="18304"/>
                      <a:pt x="6131" y="18221"/>
                    </a:cubicBezTo>
                    <a:cubicBezTo>
                      <a:pt x="6131" y="18262"/>
                      <a:pt x="6148" y="18304"/>
                      <a:pt x="6173" y="18329"/>
                    </a:cubicBezTo>
                    <a:cubicBezTo>
                      <a:pt x="6185" y="18341"/>
                      <a:pt x="6200" y="18347"/>
                      <a:pt x="6213" y="18347"/>
                    </a:cubicBezTo>
                    <a:cubicBezTo>
                      <a:pt x="6227" y="18347"/>
                      <a:pt x="6239" y="18341"/>
                      <a:pt x="6247" y="18329"/>
                    </a:cubicBezTo>
                    <a:cubicBezTo>
                      <a:pt x="6289" y="18287"/>
                      <a:pt x="6289" y="18221"/>
                      <a:pt x="6297" y="18163"/>
                    </a:cubicBezTo>
                    <a:cubicBezTo>
                      <a:pt x="6305" y="18113"/>
                      <a:pt x="6314" y="18055"/>
                      <a:pt x="6322" y="17997"/>
                    </a:cubicBezTo>
                    <a:cubicBezTo>
                      <a:pt x="6438" y="17831"/>
                      <a:pt x="6504" y="17649"/>
                      <a:pt x="6496" y="17450"/>
                    </a:cubicBezTo>
                    <a:cubicBezTo>
                      <a:pt x="6496" y="17409"/>
                      <a:pt x="6463" y="17392"/>
                      <a:pt x="6430" y="17392"/>
                    </a:cubicBezTo>
                    <a:cubicBezTo>
                      <a:pt x="6471" y="17235"/>
                      <a:pt x="6529" y="17086"/>
                      <a:pt x="6604" y="16937"/>
                    </a:cubicBezTo>
                    <a:cubicBezTo>
                      <a:pt x="6703" y="16721"/>
                      <a:pt x="6836" y="16514"/>
                      <a:pt x="6960" y="16307"/>
                    </a:cubicBezTo>
                    <a:cubicBezTo>
                      <a:pt x="6960" y="16307"/>
                      <a:pt x="6960" y="16307"/>
                      <a:pt x="6960" y="16299"/>
                    </a:cubicBezTo>
                    <a:cubicBezTo>
                      <a:pt x="6970" y="16302"/>
                      <a:pt x="6979" y="16304"/>
                      <a:pt x="6987" y="16304"/>
                    </a:cubicBezTo>
                    <a:cubicBezTo>
                      <a:pt x="6999" y="16304"/>
                      <a:pt x="7008" y="16300"/>
                      <a:pt x="7018" y="16290"/>
                    </a:cubicBezTo>
                    <a:cubicBezTo>
                      <a:pt x="7068" y="16207"/>
                      <a:pt x="7093" y="16116"/>
                      <a:pt x="7117" y="16033"/>
                    </a:cubicBezTo>
                    <a:cubicBezTo>
                      <a:pt x="7184" y="15909"/>
                      <a:pt x="7242" y="15793"/>
                      <a:pt x="7300" y="15661"/>
                    </a:cubicBezTo>
                    <a:cubicBezTo>
                      <a:pt x="7316" y="15627"/>
                      <a:pt x="7300" y="15603"/>
                      <a:pt x="7275" y="15594"/>
                    </a:cubicBezTo>
                    <a:cubicBezTo>
                      <a:pt x="7291" y="15594"/>
                      <a:pt x="7316" y="15594"/>
                      <a:pt x="7325" y="15569"/>
                    </a:cubicBezTo>
                    <a:cubicBezTo>
                      <a:pt x="7383" y="15503"/>
                      <a:pt x="7407" y="15420"/>
                      <a:pt x="7441" y="15337"/>
                    </a:cubicBezTo>
                    <a:cubicBezTo>
                      <a:pt x="7474" y="15255"/>
                      <a:pt x="7499" y="15163"/>
                      <a:pt x="7523" y="15081"/>
                    </a:cubicBezTo>
                    <a:cubicBezTo>
                      <a:pt x="7532" y="15064"/>
                      <a:pt x="7540" y="15039"/>
                      <a:pt x="7548" y="15023"/>
                    </a:cubicBezTo>
                    <a:cubicBezTo>
                      <a:pt x="7565" y="15006"/>
                      <a:pt x="7557" y="14989"/>
                      <a:pt x="7557" y="14973"/>
                    </a:cubicBezTo>
                    <a:cubicBezTo>
                      <a:pt x="7598" y="14824"/>
                      <a:pt x="7648" y="14666"/>
                      <a:pt x="7714" y="14525"/>
                    </a:cubicBezTo>
                    <a:cubicBezTo>
                      <a:pt x="7780" y="14401"/>
                      <a:pt x="7863" y="14285"/>
                      <a:pt x="7938" y="14169"/>
                    </a:cubicBezTo>
                    <a:cubicBezTo>
                      <a:pt x="7946" y="14177"/>
                      <a:pt x="7946" y="14194"/>
                      <a:pt x="7946" y="14202"/>
                    </a:cubicBezTo>
                    <a:cubicBezTo>
                      <a:pt x="7950" y="14211"/>
                      <a:pt x="7963" y="14218"/>
                      <a:pt x="7975" y="14218"/>
                    </a:cubicBezTo>
                    <a:cubicBezTo>
                      <a:pt x="7986" y="14218"/>
                      <a:pt x="7996" y="14214"/>
                      <a:pt x="8004" y="14202"/>
                    </a:cubicBezTo>
                    <a:cubicBezTo>
                      <a:pt x="8045" y="14136"/>
                      <a:pt x="8062" y="14037"/>
                      <a:pt x="8079" y="13954"/>
                    </a:cubicBezTo>
                    <a:cubicBezTo>
                      <a:pt x="8112" y="13904"/>
                      <a:pt x="8137" y="13846"/>
                      <a:pt x="8161" y="13788"/>
                    </a:cubicBezTo>
                    <a:lnTo>
                      <a:pt x="8161" y="13788"/>
                    </a:lnTo>
                    <a:cubicBezTo>
                      <a:pt x="8145" y="13846"/>
                      <a:pt x="8128" y="13904"/>
                      <a:pt x="8120" y="13962"/>
                    </a:cubicBezTo>
                    <a:cubicBezTo>
                      <a:pt x="8112" y="14028"/>
                      <a:pt x="8103" y="14095"/>
                      <a:pt x="8103" y="14161"/>
                    </a:cubicBezTo>
                    <a:cubicBezTo>
                      <a:pt x="8103" y="14227"/>
                      <a:pt x="8095" y="14302"/>
                      <a:pt x="8120" y="14368"/>
                    </a:cubicBezTo>
                    <a:cubicBezTo>
                      <a:pt x="8129" y="14381"/>
                      <a:pt x="8147" y="14390"/>
                      <a:pt x="8164" y="14390"/>
                    </a:cubicBezTo>
                    <a:cubicBezTo>
                      <a:pt x="8178" y="14390"/>
                      <a:pt x="8191" y="14383"/>
                      <a:pt x="8194" y="14368"/>
                    </a:cubicBezTo>
                    <a:cubicBezTo>
                      <a:pt x="8219" y="14302"/>
                      <a:pt x="8211" y="14235"/>
                      <a:pt x="8219" y="14169"/>
                    </a:cubicBezTo>
                    <a:cubicBezTo>
                      <a:pt x="8228" y="14103"/>
                      <a:pt x="8228" y="14045"/>
                      <a:pt x="8236" y="13979"/>
                    </a:cubicBezTo>
                    <a:cubicBezTo>
                      <a:pt x="8252" y="13854"/>
                      <a:pt x="8277" y="13722"/>
                      <a:pt x="8319" y="13598"/>
                    </a:cubicBezTo>
                    <a:cubicBezTo>
                      <a:pt x="8335" y="13561"/>
                      <a:pt x="8304" y="13534"/>
                      <a:pt x="8273" y="13534"/>
                    </a:cubicBezTo>
                    <a:cubicBezTo>
                      <a:pt x="8255" y="13534"/>
                      <a:pt x="8237" y="13543"/>
                      <a:pt x="8228" y="13564"/>
                    </a:cubicBezTo>
                    <a:cubicBezTo>
                      <a:pt x="8211" y="13606"/>
                      <a:pt x="8203" y="13647"/>
                      <a:pt x="8186" y="13689"/>
                    </a:cubicBezTo>
                    <a:cubicBezTo>
                      <a:pt x="8186" y="13672"/>
                      <a:pt x="8170" y="13656"/>
                      <a:pt x="8153" y="13639"/>
                    </a:cubicBezTo>
                    <a:cubicBezTo>
                      <a:pt x="8161" y="13598"/>
                      <a:pt x="8178" y="13556"/>
                      <a:pt x="8194" y="13506"/>
                    </a:cubicBezTo>
                    <a:cubicBezTo>
                      <a:pt x="8203" y="13482"/>
                      <a:pt x="8211" y="13448"/>
                      <a:pt x="8219" y="13415"/>
                    </a:cubicBezTo>
                    <a:cubicBezTo>
                      <a:pt x="8228" y="13419"/>
                      <a:pt x="8236" y="13421"/>
                      <a:pt x="8243" y="13421"/>
                    </a:cubicBezTo>
                    <a:cubicBezTo>
                      <a:pt x="8250" y="13421"/>
                      <a:pt x="8257" y="13419"/>
                      <a:pt x="8261" y="13415"/>
                    </a:cubicBezTo>
                    <a:cubicBezTo>
                      <a:pt x="8335" y="13357"/>
                      <a:pt x="8385" y="13274"/>
                      <a:pt x="8426" y="13200"/>
                    </a:cubicBezTo>
                    <a:cubicBezTo>
                      <a:pt x="8468" y="13117"/>
                      <a:pt x="8509" y="13026"/>
                      <a:pt x="8534" y="12935"/>
                    </a:cubicBezTo>
                    <a:cubicBezTo>
                      <a:pt x="8584" y="12802"/>
                      <a:pt x="8625" y="12636"/>
                      <a:pt x="8559" y="12504"/>
                    </a:cubicBezTo>
                    <a:lnTo>
                      <a:pt x="8675" y="12504"/>
                    </a:lnTo>
                    <a:cubicBezTo>
                      <a:pt x="8658" y="12512"/>
                      <a:pt x="8650" y="12520"/>
                      <a:pt x="8650" y="12537"/>
                    </a:cubicBezTo>
                    <a:cubicBezTo>
                      <a:pt x="8650" y="12587"/>
                      <a:pt x="8658" y="12645"/>
                      <a:pt x="8658" y="12694"/>
                    </a:cubicBezTo>
                    <a:cubicBezTo>
                      <a:pt x="8658" y="12744"/>
                      <a:pt x="8658" y="12786"/>
                      <a:pt x="8650" y="12835"/>
                    </a:cubicBezTo>
                    <a:cubicBezTo>
                      <a:pt x="8650" y="12885"/>
                      <a:pt x="8634" y="12935"/>
                      <a:pt x="8625" y="12984"/>
                    </a:cubicBezTo>
                    <a:cubicBezTo>
                      <a:pt x="8617" y="13026"/>
                      <a:pt x="8600" y="13076"/>
                      <a:pt x="8600" y="13125"/>
                    </a:cubicBezTo>
                    <a:cubicBezTo>
                      <a:pt x="8600" y="13144"/>
                      <a:pt x="8619" y="13153"/>
                      <a:pt x="8635" y="13153"/>
                    </a:cubicBezTo>
                    <a:cubicBezTo>
                      <a:pt x="8641" y="13153"/>
                      <a:pt x="8646" y="13152"/>
                      <a:pt x="8650" y="13150"/>
                    </a:cubicBezTo>
                    <a:cubicBezTo>
                      <a:pt x="8692" y="13117"/>
                      <a:pt x="8716" y="13059"/>
                      <a:pt x="8733" y="13018"/>
                    </a:cubicBezTo>
                    <a:cubicBezTo>
                      <a:pt x="8758" y="12960"/>
                      <a:pt x="8766" y="12902"/>
                      <a:pt x="8774" y="12852"/>
                    </a:cubicBezTo>
                    <a:cubicBezTo>
                      <a:pt x="8783" y="12744"/>
                      <a:pt x="8774" y="12620"/>
                      <a:pt x="8725" y="12529"/>
                    </a:cubicBezTo>
                    <a:cubicBezTo>
                      <a:pt x="8717" y="12521"/>
                      <a:pt x="8709" y="12513"/>
                      <a:pt x="8701" y="12512"/>
                    </a:cubicBezTo>
                    <a:lnTo>
                      <a:pt x="8701" y="12512"/>
                    </a:lnTo>
                    <a:cubicBezTo>
                      <a:pt x="8753" y="12514"/>
                      <a:pt x="8806" y="12515"/>
                      <a:pt x="8858" y="12515"/>
                    </a:cubicBezTo>
                    <a:cubicBezTo>
                      <a:pt x="9337" y="12515"/>
                      <a:pt x="9819" y="12447"/>
                      <a:pt x="10274" y="12305"/>
                    </a:cubicBezTo>
                    <a:cubicBezTo>
                      <a:pt x="10432" y="12255"/>
                      <a:pt x="10589" y="12206"/>
                      <a:pt x="10755" y="12164"/>
                    </a:cubicBezTo>
                    <a:cubicBezTo>
                      <a:pt x="10904" y="12131"/>
                      <a:pt x="11053" y="12098"/>
                      <a:pt x="11202" y="12056"/>
                    </a:cubicBezTo>
                    <a:cubicBezTo>
                      <a:pt x="11210" y="12056"/>
                      <a:pt x="11210" y="12048"/>
                      <a:pt x="11219" y="12040"/>
                    </a:cubicBezTo>
                    <a:cubicBezTo>
                      <a:pt x="11244" y="12036"/>
                      <a:pt x="11268" y="12034"/>
                      <a:pt x="11293" y="12034"/>
                    </a:cubicBezTo>
                    <a:cubicBezTo>
                      <a:pt x="11318" y="12034"/>
                      <a:pt x="11343" y="12036"/>
                      <a:pt x="11368" y="12040"/>
                    </a:cubicBezTo>
                    <a:cubicBezTo>
                      <a:pt x="11426" y="12048"/>
                      <a:pt x="11476" y="12073"/>
                      <a:pt x="11534" y="12090"/>
                    </a:cubicBezTo>
                    <a:cubicBezTo>
                      <a:pt x="11558" y="12098"/>
                      <a:pt x="11583" y="12106"/>
                      <a:pt x="11608" y="12114"/>
                    </a:cubicBezTo>
                    <a:cubicBezTo>
                      <a:pt x="11633" y="12123"/>
                      <a:pt x="11658" y="12131"/>
                      <a:pt x="11683" y="12131"/>
                    </a:cubicBezTo>
                    <a:cubicBezTo>
                      <a:pt x="11699" y="12131"/>
                      <a:pt x="11708" y="12114"/>
                      <a:pt x="11708" y="12098"/>
                    </a:cubicBezTo>
                    <a:cubicBezTo>
                      <a:pt x="11699" y="12040"/>
                      <a:pt x="11625" y="12007"/>
                      <a:pt x="11575" y="11990"/>
                    </a:cubicBezTo>
                    <a:cubicBezTo>
                      <a:pt x="11517" y="11965"/>
                      <a:pt x="11451" y="11940"/>
                      <a:pt x="11393" y="11932"/>
                    </a:cubicBezTo>
                    <a:cubicBezTo>
                      <a:pt x="11367" y="11926"/>
                      <a:pt x="11342" y="11923"/>
                      <a:pt x="11317" y="11923"/>
                    </a:cubicBezTo>
                    <a:cubicBezTo>
                      <a:pt x="11276" y="11923"/>
                      <a:pt x="11235" y="11930"/>
                      <a:pt x="11194" y="11940"/>
                    </a:cubicBezTo>
                    <a:cubicBezTo>
                      <a:pt x="11161" y="11949"/>
                      <a:pt x="11136" y="11957"/>
                      <a:pt x="11103" y="11974"/>
                    </a:cubicBezTo>
                    <a:cubicBezTo>
                      <a:pt x="10813" y="11974"/>
                      <a:pt x="10514" y="12090"/>
                      <a:pt x="10233" y="12164"/>
                    </a:cubicBezTo>
                    <a:cubicBezTo>
                      <a:pt x="9918" y="12239"/>
                      <a:pt x="9603" y="12305"/>
                      <a:pt x="9280" y="12330"/>
                    </a:cubicBezTo>
                    <a:cubicBezTo>
                      <a:pt x="9131" y="12345"/>
                      <a:pt x="8981" y="12354"/>
                      <a:pt x="8830" y="12354"/>
                    </a:cubicBezTo>
                    <a:cubicBezTo>
                      <a:pt x="8662" y="12354"/>
                      <a:pt x="8493" y="12343"/>
                      <a:pt x="8327" y="12322"/>
                    </a:cubicBezTo>
                    <a:cubicBezTo>
                      <a:pt x="8070" y="12297"/>
                      <a:pt x="7780" y="12189"/>
                      <a:pt x="7681" y="11940"/>
                    </a:cubicBezTo>
                    <a:lnTo>
                      <a:pt x="7681" y="11932"/>
                    </a:lnTo>
                    <a:cubicBezTo>
                      <a:pt x="7689" y="11940"/>
                      <a:pt x="7697" y="11940"/>
                      <a:pt x="7697" y="11949"/>
                    </a:cubicBezTo>
                    <a:cubicBezTo>
                      <a:pt x="7813" y="12015"/>
                      <a:pt x="7979" y="12032"/>
                      <a:pt x="8112" y="12040"/>
                    </a:cubicBezTo>
                    <a:cubicBezTo>
                      <a:pt x="8148" y="12042"/>
                      <a:pt x="8184" y="12043"/>
                      <a:pt x="8220" y="12043"/>
                    </a:cubicBezTo>
                    <a:cubicBezTo>
                      <a:pt x="8497" y="12043"/>
                      <a:pt x="8768" y="11989"/>
                      <a:pt x="9031" y="11916"/>
                    </a:cubicBezTo>
                    <a:cubicBezTo>
                      <a:pt x="9180" y="11874"/>
                      <a:pt x="9330" y="11833"/>
                      <a:pt x="9462" y="11750"/>
                    </a:cubicBezTo>
                    <a:cubicBezTo>
                      <a:pt x="9520" y="11717"/>
                      <a:pt x="9578" y="11675"/>
                      <a:pt x="9644" y="11650"/>
                    </a:cubicBezTo>
                    <a:cubicBezTo>
                      <a:pt x="9673" y="11646"/>
                      <a:pt x="9699" y="11641"/>
                      <a:pt x="9725" y="11641"/>
                    </a:cubicBezTo>
                    <a:cubicBezTo>
                      <a:pt x="9745" y="11641"/>
                      <a:pt x="9764" y="11643"/>
                      <a:pt x="9785" y="11650"/>
                    </a:cubicBezTo>
                    <a:cubicBezTo>
                      <a:pt x="9818" y="11659"/>
                      <a:pt x="9843" y="11675"/>
                      <a:pt x="9876" y="11675"/>
                    </a:cubicBezTo>
                    <a:cubicBezTo>
                      <a:pt x="9883" y="11676"/>
                      <a:pt x="9888" y="11677"/>
                      <a:pt x="9894" y="11677"/>
                    </a:cubicBezTo>
                    <a:cubicBezTo>
                      <a:pt x="9942" y="11677"/>
                      <a:pt x="9972" y="11647"/>
                      <a:pt x="10009" y="11617"/>
                    </a:cubicBezTo>
                    <a:cubicBezTo>
                      <a:pt x="10052" y="11579"/>
                      <a:pt x="10099" y="11563"/>
                      <a:pt x="10150" y="11563"/>
                    </a:cubicBezTo>
                    <a:cubicBezTo>
                      <a:pt x="10177" y="11563"/>
                      <a:pt x="10204" y="11567"/>
                      <a:pt x="10233" y="11576"/>
                    </a:cubicBezTo>
                    <a:cubicBezTo>
                      <a:pt x="10365" y="11609"/>
                      <a:pt x="10490" y="11667"/>
                      <a:pt x="10630" y="11675"/>
                    </a:cubicBezTo>
                    <a:cubicBezTo>
                      <a:pt x="10651" y="11677"/>
                      <a:pt x="10673" y="11678"/>
                      <a:pt x="10694" y="11678"/>
                    </a:cubicBezTo>
                    <a:cubicBezTo>
                      <a:pt x="10907" y="11678"/>
                      <a:pt x="11126" y="11602"/>
                      <a:pt x="11277" y="11443"/>
                    </a:cubicBezTo>
                    <a:lnTo>
                      <a:pt x="11293" y="11427"/>
                    </a:lnTo>
                    <a:lnTo>
                      <a:pt x="11302" y="11418"/>
                    </a:lnTo>
                    <a:lnTo>
                      <a:pt x="11310" y="11410"/>
                    </a:lnTo>
                    <a:cubicBezTo>
                      <a:pt x="11318" y="11402"/>
                      <a:pt x="11326" y="11394"/>
                      <a:pt x="11335" y="11385"/>
                    </a:cubicBezTo>
                    <a:lnTo>
                      <a:pt x="11343" y="11377"/>
                    </a:lnTo>
                    <a:cubicBezTo>
                      <a:pt x="11360" y="11360"/>
                      <a:pt x="11368" y="11352"/>
                      <a:pt x="11384" y="11344"/>
                    </a:cubicBezTo>
                    <a:cubicBezTo>
                      <a:pt x="11401" y="11319"/>
                      <a:pt x="11426" y="11294"/>
                      <a:pt x="11451" y="11269"/>
                    </a:cubicBezTo>
                    <a:cubicBezTo>
                      <a:pt x="11467" y="11261"/>
                      <a:pt x="11476" y="11253"/>
                      <a:pt x="11492" y="11236"/>
                    </a:cubicBezTo>
                    <a:cubicBezTo>
                      <a:pt x="11500" y="11236"/>
                      <a:pt x="11500" y="11228"/>
                      <a:pt x="11509" y="11220"/>
                    </a:cubicBezTo>
                    <a:cubicBezTo>
                      <a:pt x="11534" y="11203"/>
                      <a:pt x="11542" y="11186"/>
                      <a:pt x="11550" y="11153"/>
                    </a:cubicBezTo>
                    <a:cubicBezTo>
                      <a:pt x="11550" y="11145"/>
                      <a:pt x="11550" y="11137"/>
                      <a:pt x="11550" y="11128"/>
                    </a:cubicBezTo>
                    <a:cubicBezTo>
                      <a:pt x="11550" y="11137"/>
                      <a:pt x="11558" y="11145"/>
                      <a:pt x="11567" y="11145"/>
                    </a:cubicBezTo>
                    <a:lnTo>
                      <a:pt x="11567" y="11162"/>
                    </a:lnTo>
                    <a:cubicBezTo>
                      <a:pt x="11575" y="11170"/>
                      <a:pt x="11583" y="11178"/>
                      <a:pt x="11583" y="11186"/>
                    </a:cubicBezTo>
                    <a:lnTo>
                      <a:pt x="11583" y="11195"/>
                    </a:lnTo>
                    <a:cubicBezTo>
                      <a:pt x="11592" y="11211"/>
                      <a:pt x="11592" y="11228"/>
                      <a:pt x="11600" y="11244"/>
                    </a:cubicBezTo>
                    <a:cubicBezTo>
                      <a:pt x="11616" y="11267"/>
                      <a:pt x="11644" y="11285"/>
                      <a:pt x="11673" y="11285"/>
                    </a:cubicBezTo>
                    <a:cubicBezTo>
                      <a:pt x="11687" y="11285"/>
                      <a:pt x="11702" y="11280"/>
                      <a:pt x="11716" y="11269"/>
                    </a:cubicBezTo>
                    <a:cubicBezTo>
                      <a:pt x="11757" y="11228"/>
                      <a:pt x="11749" y="11153"/>
                      <a:pt x="11724" y="11104"/>
                    </a:cubicBezTo>
                    <a:cubicBezTo>
                      <a:pt x="11683" y="11021"/>
                      <a:pt x="11608" y="10971"/>
                      <a:pt x="11525" y="10938"/>
                    </a:cubicBezTo>
                    <a:cubicBezTo>
                      <a:pt x="11426" y="10905"/>
                      <a:pt x="11335" y="10888"/>
                      <a:pt x="11235" y="10880"/>
                    </a:cubicBezTo>
                    <a:cubicBezTo>
                      <a:pt x="11210" y="10880"/>
                      <a:pt x="11177" y="10896"/>
                      <a:pt x="11177" y="10930"/>
                    </a:cubicBezTo>
                    <a:cubicBezTo>
                      <a:pt x="11169" y="10963"/>
                      <a:pt x="11194" y="10979"/>
                      <a:pt x="11227" y="10988"/>
                    </a:cubicBezTo>
                    <a:cubicBezTo>
                      <a:pt x="11293" y="11004"/>
                      <a:pt x="11368" y="11037"/>
                      <a:pt x="11442" y="11062"/>
                    </a:cubicBezTo>
                    <a:cubicBezTo>
                      <a:pt x="11418" y="11070"/>
                      <a:pt x="11401" y="11087"/>
                      <a:pt x="11384" y="11104"/>
                    </a:cubicBezTo>
                    <a:cubicBezTo>
                      <a:pt x="11368" y="11120"/>
                      <a:pt x="11351" y="11137"/>
                      <a:pt x="11335" y="11153"/>
                    </a:cubicBezTo>
                    <a:cubicBezTo>
                      <a:pt x="11310" y="11178"/>
                      <a:pt x="11285" y="11203"/>
                      <a:pt x="11268" y="11228"/>
                    </a:cubicBezTo>
                    <a:lnTo>
                      <a:pt x="11260" y="11244"/>
                    </a:lnTo>
                    <a:cubicBezTo>
                      <a:pt x="11252" y="11244"/>
                      <a:pt x="11235" y="11253"/>
                      <a:pt x="11227" y="11261"/>
                    </a:cubicBezTo>
                    <a:cubicBezTo>
                      <a:pt x="11083" y="11413"/>
                      <a:pt x="10890" y="11495"/>
                      <a:pt x="10680" y="11495"/>
                    </a:cubicBezTo>
                    <a:cubicBezTo>
                      <a:pt x="10661" y="11495"/>
                      <a:pt x="10642" y="11494"/>
                      <a:pt x="10622" y="11493"/>
                    </a:cubicBezTo>
                    <a:cubicBezTo>
                      <a:pt x="10485" y="11488"/>
                      <a:pt x="10327" y="11418"/>
                      <a:pt x="10181" y="11418"/>
                    </a:cubicBezTo>
                    <a:cubicBezTo>
                      <a:pt x="10099" y="11418"/>
                      <a:pt x="10020" y="11441"/>
                      <a:pt x="9951" y="11510"/>
                    </a:cubicBezTo>
                    <a:cubicBezTo>
                      <a:pt x="9918" y="11534"/>
                      <a:pt x="9918" y="11551"/>
                      <a:pt x="9876" y="11559"/>
                    </a:cubicBezTo>
                    <a:cubicBezTo>
                      <a:pt x="9843" y="11559"/>
                      <a:pt x="9810" y="11543"/>
                      <a:pt x="9777" y="11543"/>
                    </a:cubicBezTo>
                    <a:cubicBezTo>
                      <a:pt x="9764" y="11540"/>
                      <a:pt x="9750" y="11539"/>
                      <a:pt x="9736" y="11539"/>
                    </a:cubicBezTo>
                    <a:cubicBezTo>
                      <a:pt x="9697" y="11539"/>
                      <a:pt x="9656" y="11547"/>
                      <a:pt x="9620" y="11559"/>
                    </a:cubicBezTo>
                    <a:cubicBezTo>
                      <a:pt x="9487" y="11609"/>
                      <a:pt x="9371" y="11692"/>
                      <a:pt x="9230" y="11725"/>
                    </a:cubicBezTo>
                    <a:cubicBezTo>
                      <a:pt x="8965" y="11791"/>
                      <a:pt x="8683" y="11849"/>
                      <a:pt x="8410" y="11874"/>
                    </a:cubicBezTo>
                    <a:cubicBezTo>
                      <a:pt x="8350" y="11880"/>
                      <a:pt x="8290" y="11883"/>
                      <a:pt x="8230" y="11883"/>
                    </a:cubicBezTo>
                    <a:cubicBezTo>
                      <a:pt x="8133" y="11883"/>
                      <a:pt x="8038" y="11876"/>
                      <a:pt x="7946" y="11866"/>
                    </a:cubicBezTo>
                    <a:cubicBezTo>
                      <a:pt x="7880" y="11849"/>
                      <a:pt x="7780" y="11849"/>
                      <a:pt x="7739" y="11783"/>
                    </a:cubicBezTo>
                    <a:cubicBezTo>
                      <a:pt x="7755" y="11675"/>
                      <a:pt x="7714" y="11559"/>
                      <a:pt x="7623" y="11493"/>
                    </a:cubicBezTo>
                    <a:cubicBezTo>
                      <a:pt x="7623" y="11485"/>
                      <a:pt x="7615" y="11468"/>
                      <a:pt x="7606" y="11452"/>
                    </a:cubicBezTo>
                    <a:cubicBezTo>
                      <a:pt x="7623" y="11435"/>
                      <a:pt x="7631" y="11418"/>
                      <a:pt x="7623" y="11394"/>
                    </a:cubicBezTo>
                    <a:cubicBezTo>
                      <a:pt x="7623" y="11369"/>
                      <a:pt x="7631" y="11352"/>
                      <a:pt x="7648" y="11327"/>
                    </a:cubicBezTo>
                    <a:cubicBezTo>
                      <a:pt x="7714" y="11286"/>
                      <a:pt x="7764" y="11220"/>
                      <a:pt x="7797" y="11153"/>
                    </a:cubicBezTo>
                    <a:lnTo>
                      <a:pt x="7805" y="11145"/>
                    </a:lnTo>
                    <a:cubicBezTo>
                      <a:pt x="7871" y="11054"/>
                      <a:pt x="7938" y="10971"/>
                      <a:pt x="7996" y="10880"/>
                    </a:cubicBezTo>
                    <a:cubicBezTo>
                      <a:pt x="8112" y="10689"/>
                      <a:pt x="8211" y="10499"/>
                      <a:pt x="8294" y="10292"/>
                    </a:cubicBezTo>
                    <a:cubicBezTo>
                      <a:pt x="8322" y="10228"/>
                      <a:pt x="8272" y="10170"/>
                      <a:pt x="8210" y="10170"/>
                    </a:cubicBezTo>
                    <a:cubicBezTo>
                      <a:pt x="8200" y="10170"/>
                      <a:pt x="8189" y="10172"/>
                      <a:pt x="8178" y="10176"/>
                    </a:cubicBezTo>
                    <a:cubicBezTo>
                      <a:pt x="8079" y="10217"/>
                      <a:pt x="7987" y="10250"/>
                      <a:pt x="7896" y="10300"/>
                    </a:cubicBezTo>
                    <a:cubicBezTo>
                      <a:pt x="7863" y="10283"/>
                      <a:pt x="7822" y="10275"/>
                      <a:pt x="7789" y="10267"/>
                    </a:cubicBezTo>
                    <a:cubicBezTo>
                      <a:pt x="7711" y="10257"/>
                      <a:pt x="7633" y="10253"/>
                      <a:pt x="7557" y="10253"/>
                    </a:cubicBezTo>
                    <a:cubicBezTo>
                      <a:pt x="7503" y="10253"/>
                      <a:pt x="7451" y="10255"/>
                      <a:pt x="7399" y="10258"/>
                    </a:cubicBezTo>
                    <a:cubicBezTo>
                      <a:pt x="7151" y="10267"/>
                      <a:pt x="6910" y="10316"/>
                      <a:pt x="6687" y="10408"/>
                    </a:cubicBezTo>
                    <a:cubicBezTo>
                      <a:pt x="6711" y="10350"/>
                      <a:pt x="6745" y="10300"/>
                      <a:pt x="6778" y="10250"/>
                    </a:cubicBezTo>
                    <a:cubicBezTo>
                      <a:pt x="6827" y="10159"/>
                      <a:pt x="6877" y="10076"/>
                      <a:pt x="6943" y="9993"/>
                    </a:cubicBezTo>
                    <a:cubicBezTo>
                      <a:pt x="7051" y="9844"/>
                      <a:pt x="7184" y="9703"/>
                      <a:pt x="7308" y="9562"/>
                    </a:cubicBezTo>
                    <a:cubicBezTo>
                      <a:pt x="7507" y="9347"/>
                      <a:pt x="7722" y="9148"/>
                      <a:pt x="7921" y="8933"/>
                    </a:cubicBezTo>
                    <a:cubicBezTo>
                      <a:pt x="7946" y="8933"/>
                      <a:pt x="7971" y="8924"/>
                      <a:pt x="7979" y="8900"/>
                    </a:cubicBezTo>
                    <a:cubicBezTo>
                      <a:pt x="7996" y="8875"/>
                      <a:pt x="8012" y="8850"/>
                      <a:pt x="8021" y="8825"/>
                    </a:cubicBezTo>
                    <a:cubicBezTo>
                      <a:pt x="8079" y="8759"/>
                      <a:pt x="8137" y="8693"/>
                      <a:pt x="8186" y="8626"/>
                    </a:cubicBezTo>
                    <a:cubicBezTo>
                      <a:pt x="8212" y="8593"/>
                      <a:pt x="8181" y="8550"/>
                      <a:pt x="8147" y="8550"/>
                    </a:cubicBezTo>
                    <a:cubicBezTo>
                      <a:pt x="8138" y="8550"/>
                      <a:pt x="8129" y="8553"/>
                      <a:pt x="8120" y="8560"/>
                    </a:cubicBezTo>
                    <a:cubicBezTo>
                      <a:pt x="8095" y="8577"/>
                      <a:pt x="8079" y="8593"/>
                      <a:pt x="8054" y="8610"/>
                    </a:cubicBezTo>
                    <a:cubicBezTo>
                      <a:pt x="8062" y="8593"/>
                      <a:pt x="8062" y="8585"/>
                      <a:pt x="8062" y="8568"/>
                    </a:cubicBezTo>
                    <a:cubicBezTo>
                      <a:pt x="8070" y="8452"/>
                      <a:pt x="8070" y="8336"/>
                      <a:pt x="8062" y="8229"/>
                    </a:cubicBezTo>
                    <a:cubicBezTo>
                      <a:pt x="8054" y="7997"/>
                      <a:pt x="8037" y="7765"/>
                      <a:pt x="8054" y="7533"/>
                    </a:cubicBezTo>
                    <a:cubicBezTo>
                      <a:pt x="8054" y="7507"/>
                      <a:pt x="8032" y="7488"/>
                      <a:pt x="8012" y="7488"/>
                    </a:cubicBezTo>
                    <a:cubicBezTo>
                      <a:pt x="7999" y="7488"/>
                      <a:pt x="7986" y="7496"/>
                      <a:pt x="7979" y="7516"/>
                    </a:cubicBezTo>
                    <a:lnTo>
                      <a:pt x="7971" y="7524"/>
                    </a:lnTo>
                    <a:cubicBezTo>
                      <a:pt x="7971" y="7392"/>
                      <a:pt x="7971" y="7259"/>
                      <a:pt x="7987" y="7127"/>
                    </a:cubicBezTo>
                    <a:cubicBezTo>
                      <a:pt x="7996" y="7102"/>
                      <a:pt x="7996" y="7069"/>
                      <a:pt x="8004" y="7044"/>
                    </a:cubicBezTo>
                    <a:lnTo>
                      <a:pt x="8029" y="7052"/>
                    </a:lnTo>
                    <a:cubicBezTo>
                      <a:pt x="8062" y="7060"/>
                      <a:pt x="8087" y="7085"/>
                      <a:pt x="8112" y="7102"/>
                    </a:cubicBezTo>
                    <a:cubicBezTo>
                      <a:pt x="8145" y="7127"/>
                      <a:pt x="8170" y="7151"/>
                      <a:pt x="8203" y="7168"/>
                    </a:cubicBezTo>
                    <a:cubicBezTo>
                      <a:pt x="8207" y="7173"/>
                      <a:pt x="8213" y="7175"/>
                      <a:pt x="8219" y="7175"/>
                    </a:cubicBezTo>
                    <a:cubicBezTo>
                      <a:pt x="8234" y="7175"/>
                      <a:pt x="8248" y="7161"/>
                      <a:pt x="8236" y="7143"/>
                    </a:cubicBezTo>
                    <a:cubicBezTo>
                      <a:pt x="8203" y="7060"/>
                      <a:pt x="8145" y="6986"/>
                      <a:pt x="8062" y="6953"/>
                    </a:cubicBezTo>
                    <a:cubicBezTo>
                      <a:pt x="8054" y="6953"/>
                      <a:pt x="8037" y="6944"/>
                      <a:pt x="8029" y="6944"/>
                    </a:cubicBezTo>
                    <a:cubicBezTo>
                      <a:pt x="8037" y="6928"/>
                      <a:pt x="8037" y="6911"/>
                      <a:pt x="8045" y="6895"/>
                    </a:cubicBezTo>
                    <a:cubicBezTo>
                      <a:pt x="8095" y="6928"/>
                      <a:pt x="8137" y="6961"/>
                      <a:pt x="8186" y="6994"/>
                    </a:cubicBezTo>
                    <a:cubicBezTo>
                      <a:pt x="8228" y="7035"/>
                      <a:pt x="8269" y="7069"/>
                      <a:pt x="8310" y="7110"/>
                    </a:cubicBezTo>
                    <a:lnTo>
                      <a:pt x="8319" y="7118"/>
                    </a:lnTo>
                    <a:lnTo>
                      <a:pt x="8335" y="7135"/>
                    </a:lnTo>
                    <a:cubicBezTo>
                      <a:pt x="8352" y="7143"/>
                      <a:pt x="8360" y="7160"/>
                      <a:pt x="8377" y="7168"/>
                    </a:cubicBezTo>
                    <a:cubicBezTo>
                      <a:pt x="8402" y="7193"/>
                      <a:pt x="8426" y="7209"/>
                      <a:pt x="8460" y="7226"/>
                    </a:cubicBezTo>
                    <a:cubicBezTo>
                      <a:pt x="8465" y="7227"/>
                      <a:pt x="8470" y="7228"/>
                      <a:pt x="8475" y="7228"/>
                    </a:cubicBezTo>
                    <a:cubicBezTo>
                      <a:pt x="8511" y="7228"/>
                      <a:pt x="8541" y="7203"/>
                      <a:pt x="8534" y="7160"/>
                    </a:cubicBezTo>
                    <a:cubicBezTo>
                      <a:pt x="8526" y="7093"/>
                      <a:pt x="8476" y="7044"/>
                      <a:pt x="8435" y="6994"/>
                    </a:cubicBezTo>
                    <a:cubicBezTo>
                      <a:pt x="8418" y="6977"/>
                      <a:pt x="8393" y="6961"/>
                      <a:pt x="8377" y="6944"/>
                    </a:cubicBezTo>
                    <a:lnTo>
                      <a:pt x="8377" y="6944"/>
                    </a:lnTo>
                    <a:lnTo>
                      <a:pt x="8393" y="6953"/>
                    </a:lnTo>
                    <a:lnTo>
                      <a:pt x="8418" y="6953"/>
                    </a:lnTo>
                    <a:lnTo>
                      <a:pt x="8426" y="6961"/>
                    </a:lnTo>
                    <a:lnTo>
                      <a:pt x="8443" y="6969"/>
                    </a:lnTo>
                    <a:cubicBezTo>
                      <a:pt x="8460" y="6977"/>
                      <a:pt x="8476" y="6994"/>
                      <a:pt x="8493" y="7011"/>
                    </a:cubicBezTo>
                    <a:lnTo>
                      <a:pt x="8501" y="7019"/>
                    </a:lnTo>
                    <a:lnTo>
                      <a:pt x="8509" y="7027"/>
                    </a:lnTo>
                    <a:cubicBezTo>
                      <a:pt x="8518" y="7035"/>
                      <a:pt x="8526" y="7044"/>
                      <a:pt x="8534" y="7052"/>
                    </a:cubicBezTo>
                    <a:cubicBezTo>
                      <a:pt x="8567" y="7085"/>
                      <a:pt x="8592" y="7127"/>
                      <a:pt x="8625" y="7168"/>
                    </a:cubicBezTo>
                    <a:lnTo>
                      <a:pt x="8625" y="7176"/>
                    </a:lnTo>
                    <a:lnTo>
                      <a:pt x="8634" y="7193"/>
                    </a:lnTo>
                    <a:cubicBezTo>
                      <a:pt x="8642" y="7201"/>
                      <a:pt x="8642" y="7209"/>
                      <a:pt x="8650" y="7226"/>
                    </a:cubicBezTo>
                    <a:cubicBezTo>
                      <a:pt x="8658" y="7243"/>
                      <a:pt x="8667" y="7267"/>
                      <a:pt x="8675" y="7292"/>
                    </a:cubicBezTo>
                    <a:cubicBezTo>
                      <a:pt x="8683" y="7317"/>
                      <a:pt x="8710" y="7330"/>
                      <a:pt x="8737" y="7330"/>
                    </a:cubicBezTo>
                    <a:cubicBezTo>
                      <a:pt x="8764" y="7330"/>
                      <a:pt x="8791" y="7317"/>
                      <a:pt x="8799" y="7292"/>
                    </a:cubicBezTo>
                    <a:lnTo>
                      <a:pt x="8799" y="7284"/>
                    </a:lnTo>
                    <a:lnTo>
                      <a:pt x="8808" y="7284"/>
                    </a:lnTo>
                    <a:cubicBezTo>
                      <a:pt x="8814" y="7290"/>
                      <a:pt x="8821" y="7293"/>
                      <a:pt x="8829" y="7293"/>
                    </a:cubicBezTo>
                    <a:cubicBezTo>
                      <a:pt x="8841" y="7293"/>
                      <a:pt x="8852" y="7286"/>
                      <a:pt x="8857" y="7276"/>
                    </a:cubicBezTo>
                    <a:cubicBezTo>
                      <a:pt x="8882" y="7251"/>
                      <a:pt x="8882" y="7209"/>
                      <a:pt x="8874" y="7176"/>
                    </a:cubicBezTo>
                    <a:cubicBezTo>
                      <a:pt x="8874" y="7143"/>
                      <a:pt x="8866" y="7110"/>
                      <a:pt x="8866" y="7085"/>
                    </a:cubicBezTo>
                    <a:cubicBezTo>
                      <a:pt x="8849" y="7019"/>
                      <a:pt x="8841" y="6961"/>
                      <a:pt x="8832" y="6903"/>
                    </a:cubicBezTo>
                    <a:cubicBezTo>
                      <a:pt x="8825" y="6874"/>
                      <a:pt x="8806" y="6852"/>
                      <a:pt x="8784" y="6852"/>
                    </a:cubicBezTo>
                    <a:cubicBezTo>
                      <a:pt x="8781" y="6852"/>
                      <a:pt x="8778" y="6852"/>
                      <a:pt x="8774" y="6853"/>
                    </a:cubicBezTo>
                    <a:cubicBezTo>
                      <a:pt x="8741" y="6861"/>
                      <a:pt x="8725" y="6886"/>
                      <a:pt x="8725" y="6911"/>
                    </a:cubicBezTo>
                    <a:cubicBezTo>
                      <a:pt x="8733" y="6944"/>
                      <a:pt x="8733" y="6977"/>
                      <a:pt x="8741" y="7011"/>
                    </a:cubicBezTo>
                    <a:cubicBezTo>
                      <a:pt x="8708" y="6977"/>
                      <a:pt x="8675" y="6944"/>
                      <a:pt x="8642" y="6911"/>
                    </a:cubicBezTo>
                    <a:cubicBezTo>
                      <a:pt x="8592" y="6861"/>
                      <a:pt x="8534" y="6820"/>
                      <a:pt x="8468" y="6803"/>
                    </a:cubicBezTo>
                    <a:cubicBezTo>
                      <a:pt x="8451" y="6799"/>
                      <a:pt x="8435" y="6797"/>
                      <a:pt x="8418" y="6797"/>
                    </a:cubicBezTo>
                    <a:cubicBezTo>
                      <a:pt x="8402" y="6797"/>
                      <a:pt x="8385" y="6799"/>
                      <a:pt x="8368" y="6803"/>
                    </a:cubicBezTo>
                    <a:cubicBezTo>
                      <a:pt x="8344" y="6812"/>
                      <a:pt x="8327" y="6820"/>
                      <a:pt x="8310" y="6837"/>
                    </a:cubicBezTo>
                    <a:cubicBezTo>
                      <a:pt x="8302" y="6845"/>
                      <a:pt x="8294" y="6861"/>
                      <a:pt x="8294" y="6878"/>
                    </a:cubicBezTo>
                    <a:lnTo>
                      <a:pt x="8277" y="6870"/>
                    </a:lnTo>
                    <a:cubicBezTo>
                      <a:pt x="8219" y="6828"/>
                      <a:pt x="8161" y="6787"/>
                      <a:pt x="8095" y="6754"/>
                    </a:cubicBezTo>
                    <a:cubicBezTo>
                      <a:pt x="8153" y="6629"/>
                      <a:pt x="8236" y="6513"/>
                      <a:pt x="8319" y="6414"/>
                    </a:cubicBezTo>
                    <a:cubicBezTo>
                      <a:pt x="8352" y="6380"/>
                      <a:pt x="8315" y="6330"/>
                      <a:pt x="8273" y="6330"/>
                    </a:cubicBezTo>
                    <a:cubicBezTo>
                      <a:pt x="8264" y="6330"/>
                      <a:pt x="8254" y="6333"/>
                      <a:pt x="8244" y="6339"/>
                    </a:cubicBezTo>
                    <a:cubicBezTo>
                      <a:pt x="8186" y="6397"/>
                      <a:pt x="8128" y="6455"/>
                      <a:pt x="8079" y="6513"/>
                    </a:cubicBezTo>
                    <a:cubicBezTo>
                      <a:pt x="8170" y="6248"/>
                      <a:pt x="8294" y="5991"/>
                      <a:pt x="8443" y="5759"/>
                    </a:cubicBezTo>
                    <a:cubicBezTo>
                      <a:pt x="8542" y="5594"/>
                      <a:pt x="8658" y="5445"/>
                      <a:pt x="8783" y="5295"/>
                    </a:cubicBezTo>
                    <a:cubicBezTo>
                      <a:pt x="8841" y="5221"/>
                      <a:pt x="8907" y="5155"/>
                      <a:pt x="8982" y="5088"/>
                    </a:cubicBezTo>
                    <a:cubicBezTo>
                      <a:pt x="9006" y="5063"/>
                      <a:pt x="9023" y="5047"/>
                      <a:pt x="9048" y="5022"/>
                    </a:cubicBezTo>
                    <a:cubicBezTo>
                      <a:pt x="9139" y="4956"/>
                      <a:pt x="9238" y="4889"/>
                      <a:pt x="9338" y="4831"/>
                    </a:cubicBezTo>
                    <a:cubicBezTo>
                      <a:pt x="9454" y="4757"/>
                      <a:pt x="9570" y="4682"/>
                      <a:pt x="9694" y="4616"/>
                    </a:cubicBezTo>
                    <a:cubicBezTo>
                      <a:pt x="9752" y="4583"/>
                      <a:pt x="9818" y="4541"/>
                      <a:pt x="9876" y="4508"/>
                    </a:cubicBezTo>
                    <a:cubicBezTo>
                      <a:pt x="9885" y="4508"/>
                      <a:pt x="9893" y="4500"/>
                      <a:pt x="9901" y="4500"/>
                    </a:cubicBezTo>
                    <a:cubicBezTo>
                      <a:pt x="9910" y="4503"/>
                      <a:pt x="9918" y="4505"/>
                      <a:pt x="9926" y="4505"/>
                    </a:cubicBezTo>
                    <a:cubicBezTo>
                      <a:pt x="9938" y="4505"/>
                      <a:pt x="9949" y="4499"/>
                      <a:pt x="9959" y="4483"/>
                    </a:cubicBezTo>
                    <a:cubicBezTo>
                      <a:pt x="9968" y="4467"/>
                      <a:pt x="9968" y="4459"/>
                      <a:pt x="9976" y="4442"/>
                    </a:cubicBezTo>
                    <a:cubicBezTo>
                      <a:pt x="9992" y="4425"/>
                      <a:pt x="10009" y="4409"/>
                      <a:pt x="10017" y="4384"/>
                    </a:cubicBezTo>
                    <a:cubicBezTo>
                      <a:pt x="10017" y="4367"/>
                      <a:pt x="10017" y="4351"/>
                      <a:pt x="10017" y="4343"/>
                    </a:cubicBezTo>
                    <a:cubicBezTo>
                      <a:pt x="10017" y="4334"/>
                      <a:pt x="10017" y="4334"/>
                      <a:pt x="10017" y="4326"/>
                    </a:cubicBezTo>
                    <a:lnTo>
                      <a:pt x="10026" y="4326"/>
                    </a:lnTo>
                    <a:cubicBezTo>
                      <a:pt x="10034" y="4326"/>
                      <a:pt x="10050" y="4318"/>
                      <a:pt x="10059" y="4309"/>
                    </a:cubicBezTo>
                    <a:cubicBezTo>
                      <a:pt x="10072" y="4327"/>
                      <a:pt x="10096" y="4338"/>
                      <a:pt x="10118" y="4338"/>
                    </a:cubicBezTo>
                    <a:cubicBezTo>
                      <a:pt x="10137" y="4338"/>
                      <a:pt x="10154" y="4329"/>
                      <a:pt x="10158" y="4309"/>
                    </a:cubicBezTo>
                    <a:cubicBezTo>
                      <a:pt x="10166" y="4276"/>
                      <a:pt x="10175" y="4251"/>
                      <a:pt x="10183" y="4227"/>
                    </a:cubicBezTo>
                    <a:cubicBezTo>
                      <a:pt x="10216" y="4160"/>
                      <a:pt x="10241" y="4086"/>
                      <a:pt x="10258" y="4011"/>
                    </a:cubicBezTo>
                    <a:lnTo>
                      <a:pt x="10258" y="4003"/>
                    </a:lnTo>
                    <a:cubicBezTo>
                      <a:pt x="10258" y="4011"/>
                      <a:pt x="10266" y="4019"/>
                      <a:pt x="10274" y="4028"/>
                    </a:cubicBezTo>
                    <a:lnTo>
                      <a:pt x="10274" y="4036"/>
                    </a:lnTo>
                    <a:lnTo>
                      <a:pt x="10282" y="4053"/>
                    </a:lnTo>
                    <a:cubicBezTo>
                      <a:pt x="10291" y="4061"/>
                      <a:pt x="10291" y="4069"/>
                      <a:pt x="10299" y="4086"/>
                    </a:cubicBezTo>
                    <a:cubicBezTo>
                      <a:pt x="10307" y="4094"/>
                      <a:pt x="10307" y="4111"/>
                      <a:pt x="10316" y="4119"/>
                    </a:cubicBezTo>
                    <a:lnTo>
                      <a:pt x="10316" y="4135"/>
                    </a:lnTo>
                    <a:cubicBezTo>
                      <a:pt x="10316" y="4135"/>
                      <a:pt x="10320" y="4149"/>
                      <a:pt x="10323" y="4149"/>
                    </a:cubicBezTo>
                    <a:cubicBezTo>
                      <a:pt x="10323" y="4149"/>
                      <a:pt x="10324" y="4148"/>
                      <a:pt x="10324" y="4144"/>
                    </a:cubicBezTo>
                    <a:cubicBezTo>
                      <a:pt x="10324" y="4160"/>
                      <a:pt x="10332" y="4177"/>
                      <a:pt x="10349" y="4185"/>
                    </a:cubicBezTo>
                    <a:cubicBezTo>
                      <a:pt x="10357" y="4193"/>
                      <a:pt x="10382" y="4202"/>
                      <a:pt x="10398" y="4202"/>
                    </a:cubicBezTo>
                    <a:cubicBezTo>
                      <a:pt x="10432" y="4193"/>
                      <a:pt x="10465" y="4160"/>
                      <a:pt x="10456" y="4119"/>
                    </a:cubicBezTo>
                    <a:cubicBezTo>
                      <a:pt x="10440" y="4077"/>
                      <a:pt x="10432" y="4036"/>
                      <a:pt x="10407" y="3995"/>
                    </a:cubicBezTo>
                    <a:lnTo>
                      <a:pt x="10407" y="3995"/>
                    </a:lnTo>
                    <a:lnTo>
                      <a:pt x="10415" y="4003"/>
                    </a:lnTo>
                    <a:cubicBezTo>
                      <a:pt x="10427" y="4015"/>
                      <a:pt x="10444" y="4023"/>
                      <a:pt x="10458" y="4023"/>
                    </a:cubicBezTo>
                    <a:cubicBezTo>
                      <a:pt x="10464" y="4023"/>
                      <a:pt x="10469" y="4022"/>
                      <a:pt x="10473" y="4019"/>
                    </a:cubicBezTo>
                    <a:cubicBezTo>
                      <a:pt x="10490" y="4094"/>
                      <a:pt x="10506" y="4169"/>
                      <a:pt x="10523" y="4243"/>
                    </a:cubicBezTo>
                    <a:cubicBezTo>
                      <a:pt x="10530" y="4278"/>
                      <a:pt x="10559" y="4294"/>
                      <a:pt x="10587" y="4294"/>
                    </a:cubicBezTo>
                    <a:cubicBezTo>
                      <a:pt x="10620" y="4294"/>
                      <a:pt x="10651" y="4271"/>
                      <a:pt x="10647" y="4227"/>
                    </a:cubicBezTo>
                    <a:cubicBezTo>
                      <a:pt x="10630" y="4152"/>
                      <a:pt x="10622" y="4086"/>
                      <a:pt x="10614" y="4011"/>
                    </a:cubicBezTo>
                    <a:lnTo>
                      <a:pt x="10614" y="4011"/>
                    </a:lnTo>
                    <a:cubicBezTo>
                      <a:pt x="10622" y="4053"/>
                      <a:pt x="10630" y="4102"/>
                      <a:pt x="10639" y="4144"/>
                    </a:cubicBezTo>
                    <a:cubicBezTo>
                      <a:pt x="10645" y="4169"/>
                      <a:pt x="10666" y="4180"/>
                      <a:pt x="10683" y="4180"/>
                    </a:cubicBezTo>
                    <a:cubicBezTo>
                      <a:pt x="10688" y="4180"/>
                      <a:pt x="10693" y="4179"/>
                      <a:pt x="10697" y="4177"/>
                    </a:cubicBezTo>
                    <a:cubicBezTo>
                      <a:pt x="10705" y="4202"/>
                      <a:pt x="10713" y="4218"/>
                      <a:pt x="10713" y="4235"/>
                    </a:cubicBezTo>
                    <a:cubicBezTo>
                      <a:pt x="10723" y="4260"/>
                      <a:pt x="10744" y="4271"/>
                      <a:pt x="10766" y="4271"/>
                    </a:cubicBezTo>
                    <a:cubicBezTo>
                      <a:pt x="10802" y="4271"/>
                      <a:pt x="10840" y="4243"/>
                      <a:pt x="10829" y="4202"/>
                    </a:cubicBezTo>
                    <a:cubicBezTo>
                      <a:pt x="10813" y="4144"/>
                      <a:pt x="10796" y="4077"/>
                      <a:pt x="10780" y="4011"/>
                    </a:cubicBezTo>
                    <a:cubicBezTo>
                      <a:pt x="10780" y="4007"/>
                      <a:pt x="10780" y="4003"/>
                      <a:pt x="10779" y="4000"/>
                    </a:cubicBezTo>
                    <a:lnTo>
                      <a:pt x="10779" y="4000"/>
                    </a:lnTo>
                    <a:cubicBezTo>
                      <a:pt x="10808" y="4053"/>
                      <a:pt x="10831" y="4107"/>
                      <a:pt x="10854" y="4160"/>
                    </a:cubicBezTo>
                    <a:cubicBezTo>
                      <a:pt x="10861" y="4183"/>
                      <a:pt x="10880" y="4193"/>
                      <a:pt x="10901" y="4193"/>
                    </a:cubicBezTo>
                    <a:cubicBezTo>
                      <a:pt x="10931" y="4193"/>
                      <a:pt x="10964" y="4170"/>
                      <a:pt x="10954" y="4135"/>
                    </a:cubicBezTo>
                    <a:cubicBezTo>
                      <a:pt x="10954" y="4129"/>
                      <a:pt x="10954" y="4118"/>
                      <a:pt x="10950" y="4109"/>
                    </a:cubicBezTo>
                    <a:lnTo>
                      <a:pt x="10950" y="4109"/>
                    </a:lnTo>
                    <a:lnTo>
                      <a:pt x="11028" y="4227"/>
                    </a:lnTo>
                    <a:cubicBezTo>
                      <a:pt x="11039" y="4243"/>
                      <a:pt x="11060" y="4252"/>
                      <a:pt x="11080" y="4252"/>
                    </a:cubicBezTo>
                    <a:cubicBezTo>
                      <a:pt x="11091" y="4252"/>
                      <a:pt x="11102" y="4249"/>
                      <a:pt x="11111" y="4243"/>
                    </a:cubicBezTo>
                    <a:cubicBezTo>
                      <a:pt x="11132" y="4229"/>
                      <a:pt x="11147" y="4203"/>
                      <a:pt x="11141" y="4175"/>
                    </a:cubicBezTo>
                    <a:lnTo>
                      <a:pt x="11141" y="4175"/>
                    </a:lnTo>
                    <a:cubicBezTo>
                      <a:pt x="11148" y="4195"/>
                      <a:pt x="11163" y="4210"/>
                      <a:pt x="11186" y="4210"/>
                    </a:cubicBezTo>
                    <a:lnTo>
                      <a:pt x="11186" y="4218"/>
                    </a:lnTo>
                    <a:cubicBezTo>
                      <a:pt x="11186" y="4247"/>
                      <a:pt x="11210" y="4262"/>
                      <a:pt x="11236" y="4262"/>
                    </a:cubicBezTo>
                    <a:cubicBezTo>
                      <a:pt x="11262" y="4262"/>
                      <a:pt x="11289" y="4247"/>
                      <a:pt x="11293" y="4218"/>
                    </a:cubicBezTo>
                    <a:cubicBezTo>
                      <a:pt x="11293" y="4177"/>
                      <a:pt x="11293" y="4135"/>
                      <a:pt x="11293" y="4086"/>
                    </a:cubicBezTo>
                    <a:cubicBezTo>
                      <a:pt x="11293" y="4086"/>
                      <a:pt x="11302" y="4086"/>
                      <a:pt x="11302" y="4077"/>
                    </a:cubicBezTo>
                    <a:cubicBezTo>
                      <a:pt x="11318" y="4094"/>
                      <a:pt x="11326" y="4111"/>
                      <a:pt x="11335" y="4127"/>
                    </a:cubicBezTo>
                    <a:cubicBezTo>
                      <a:pt x="11344" y="4141"/>
                      <a:pt x="11355" y="4147"/>
                      <a:pt x="11367" y="4147"/>
                    </a:cubicBezTo>
                    <a:cubicBezTo>
                      <a:pt x="11376" y="4147"/>
                      <a:pt x="11385" y="4143"/>
                      <a:pt x="11393" y="4135"/>
                    </a:cubicBezTo>
                    <a:cubicBezTo>
                      <a:pt x="11393" y="4152"/>
                      <a:pt x="11401" y="4160"/>
                      <a:pt x="11401" y="4177"/>
                    </a:cubicBezTo>
                    <a:cubicBezTo>
                      <a:pt x="11401" y="4202"/>
                      <a:pt x="11424" y="4214"/>
                      <a:pt x="11447" y="4214"/>
                    </a:cubicBezTo>
                    <a:cubicBezTo>
                      <a:pt x="11469" y="4214"/>
                      <a:pt x="11492" y="4202"/>
                      <a:pt x="11492" y="4177"/>
                    </a:cubicBezTo>
                    <a:cubicBezTo>
                      <a:pt x="11492" y="4135"/>
                      <a:pt x="11492" y="4086"/>
                      <a:pt x="11492" y="4044"/>
                    </a:cubicBezTo>
                    <a:cubicBezTo>
                      <a:pt x="11500" y="4069"/>
                      <a:pt x="11517" y="4094"/>
                      <a:pt x="11525" y="4119"/>
                    </a:cubicBezTo>
                    <a:cubicBezTo>
                      <a:pt x="11525" y="4152"/>
                      <a:pt x="11525" y="4177"/>
                      <a:pt x="11517" y="4210"/>
                    </a:cubicBezTo>
                    <a:cubicBezTo>
                      <a:pt x="11512" y="4241"/>
                      <a:pt x="11545" y="4266"/>
                      <a:pt x="11573" y="4266"/>
                    </a:cubicBezTo>
                    <a:cubicBezTo>
                      <a:pt x="11590" y="4266"/>
                      <a:pt x="11605" y="4257"/>
                      <a:pt x="11608" y="4235"/>
                    </a:cubicBezTo>
                    <a:cubicBezTo>
                      <a:pt x="11617" y="4239"/>
                      <a:pt x="11626" y="4241"/>
                      <a:pt x="11636" y="4241"/>
                    </a:cubicBezTo>
                    <a:cubicBezTo>
                      <a:pt x="11661" y="4241"/>
                      <a:pt x="11685" y="4226"/>
                      <a:pt x="11691" y="4202"/>
                    </a:cubicBezTo>
                    <a:cubicBezTo>
                      <a:pt x="11716" y="4202"/>
                      <a:pt x="11741" y="4177"/>
                      <a:pt x="11741" y="4144"/>
                    </a:cubicBezTo>
                    <a:cubicBezTo>
                      <a:pt x="11741" y="3920"/>
                      <a:pt x="11699" y="3705"/>
                      <a:pt x="11699" y="3473"/>
                    </a:cubicBezTo>
                    <a:cubicBezTo>
                      <a:pt x="11691" y="3249"/>
                      <a:pt x="11708" y="3025"/>
                      <a:pt x="11741" y="2793"/>
                    </a:cubicBezTo>
                    <a:cubicBezTo>
                      <a:pt x="11799" y="2346"/>
                      <a:pt x="11948" y="1915"/>
                      <a:pt x="12138" y="1509"/>
                    </a:cubicBezTo>
                    <a:cubicBezTo>
                      <a:pt x="12196" y="1385"/>
                      <a:pt x="12263" y="1260"/>
                      <a:pt x="12346" y="1144"/>
                    </a:cubicBezTo>
                    <a:cubicBezTo>
                      <a:pt x="12350" y="1149"/>
                      <a:pt x="12358" y="1154"/>
                      <a:pt x="12367" y="1154"/>
                    </a:cubicBezTo>
                    <a:cubicBezTo>
                      <a:pt x="12373" y="1154"/>
                      <a:pt x="12380" y="1151"/>
                      <a:pt x="12387" y="1144"/>
                    </a:cubicBezTo>
                    <a:cubicBezTo>
                      <a:pt x="12602" y="929"/>
                      <a:pt x="12776" y="689"/>
                      <a:pt x="12950" y="448"/>
                    </a:cubicBezTo>
                    <a:cubicBezTo>
                      <a:pt x="13025" y="349"/>
                      <a:pt x="13108" y="225"/>
                      <a:pt x="13224" y="175"/>
                    </a:cubicBezTo>
                    <a:cubicBezTo>
                      <a:pt x="13251" y="166"/>
                      <a:pt x="13275" y="162"/>
                      <a:pt x="13298" y="162"/>
                    </a:cubicBezTo>
                    <a:close/>
                    <a:moveTo>
                      <a:pt x="13304" y="0"/>
                    </a:moveTo>
                    <a:cubicBezTo>
                      <a:pt x="13297" y="0"/>
                      <a:pt x="13289" y="1"/>
                      <a:pt x="13282" y="1"/>
                    </a:cubicBezTo>
                    <a:cubicBezTo>
                      <a:pt x="13149" y="18"/>
                      <a:pt x="13033" y="100"/>
                      <a:pt x="12942" y="200"/>
                    </a:cubicBezTo>
                    <a:cubicBezTo>
                      <a:pt x="12826" y="332"/>
                      <a:pt x="12727" y="482"/>
                      <a:pt x="12627" y="622"/>
                    </a:cubicBezTo>
                    <a:cubicBezTo>
                      <a:pt x="12569" y="705"/>
                      <a:pt x="12520" y="780"/>
                      <a:pt x="12470" y="863"/>
                    </a:cubicBezTo>
                    <a:cubicBezTo>
                      <a:pt x="11898" y="1575"/>
                      <a:pt x="11542" y="2462"/>
                      <a:pt x="11525" y="3382"/>
                    </a:cubicBezTo>
                    <a:cubicBezTo>
                      <a:pt x="11525" y="3423"/>
                      <a:pt x="11525" y="3456"/>
                      <a:pt x="11525" y="3498"/>
                    </a:cubicBezTo>
                    <a:cubicBezTo>
                      <a:pt x="11509" y="3481"/>
                      <a:pt x="11500" y="3464"/>
                      <a:pt x="11484" y="3456"/>
                    </a:cubicBezTo>
                    <a:cubicBezTo>
                      <a:pt x="11477" y="3449"/>
                      <a:pt x="11469" y="3446"/>
                      <a:pt x="11462" y="3446"/>
                    </a:cubicBezTo>
                    <a:cubicBezTo>
                      <a:pt x="11443" y="3446"/>
                      <a:pt x="11426" y="3465"/>
                      <a:pt x="11426" y="3489"/>
                    </a:cubicBezTo>
                    <a:cubicBezTo>
                      <a:pt x="11426" y="3514"/>
                      <a:pt x="11442" y="3539"/>
                      <a:pt x="11442" y="3572"/>
                    </a:cubicBezTo>
                    <a:cubicBezTo>
                      <a:pt x="11451" y="3605"/>
                      <a:pt x="11459" y="3638"/>
                      <a:pt x="11467" y="3672"/>
                    </a:cubicBezTo>
                    <a:cubicBezTo>
                      <a:pt x="11476" y="3713"/>
                      <a:pt x="11492" y="3746"/>
                      <a:pt x="11500" y="3787"/>
                    </a:cubicBezTo>
                    <a:cubicBezTo>
                      <a:pt x="11484" y="3779"/>
                      <a:pt x="11467" y="3771"/>
                      <a:pt x="11451" y="3763"/>
                    </a:cubicBezTo>
                    <a:cubicBezTo>
                      <a:pt x="11434" y="3763"/>
                      <a:pt x="11426" y="3763"/>
                      <a:pt x="11409" y="3771"/>
                    </a:cubicBezTo>
                    <a:cubicBezTo>
                      <a:pt x="11401" y="3738"/>
                      <a:pt x="11401" y="3705"/>
                      <a:pt x="11384" y="3680"/>
                    </a:cubicBezTo>
                    <a:cubicBezTo>
                      <a:pt x="11376" y="3638"/>
                      <a:pt x="11368" y="3597"/>
                      <a:pt x="11326" y="3572"/>
                    </a:cubicBezTo>
                    <a:cubicBezTo>
                      <a:pt x="11310" y="3572"/>
                      <a:pt x="11293" y="3572"/>
                      <a:pt x="11277" y="3589"/>
                    </a:cubicBezTo>
                    <a:cubicBezTo>
                      <a:pt x="11277" y="3597"/>
                      <a:pt x="11268" y="3597"/>
                      <a:pt x="11268" y="3605"/>
                    </a:cubicBezTo>
                    <a:cubicBezTo>
                      <a:pt x="11260" y="3597"/>
                      <a:pt x="11244" y="3597"/>
                      <a:pt x="11235" y="3597"/>
                    </a:cubicBezTo>
                    <a:cubicBezTo>
                      <a:pt x="11210" y="3605"/>
                      <a:pt x="11177" y="3622"/>
                      <a:pt x="11177" y="3647"/>
                    </a:cubicBezTo>
                    <a:cubicBezTo>
                      <a:pt x="11177" y="3655"/>
                      <a:pt x="11177" y="3663"/>
                      <a:pt x="11169" y="3672"/>
                    </a:cubicBezTo>
                    <a:cubicBezTo>
                      <a:pt x="11169" y="3680"/>
                      <a:pt x="11169" y="3688"/>
                      <a:pt x="11169" y="3705"/>
                    </a:cubicBezTo>
                    <a:cubicBezTo>
                      <a:pt x="11161" y="3721"/>
                      <a:pt x="11161" y="3746"/>
                      <a:pt x="11161" y="3763"/>
                    </a:cubicBezTo>
                    <a:cubicBezTo>
                      <a:pt x="11161" y="3787"/>
                      <a:pt x="11161" y="3804"/>
                      <a:pt x="11161" y="3829"/>
                    </a:cubicBezTo>
                    <a:cubicBezTo>
                      <a:pt x="11128" y="3812"/>
                      <a:pt x="11103" y="3804"/>
                      <a:pt x="11070" y="3787"/>
                    </a:cubicBezTo>
                    <a:cubicBezTo>
                      <a:pt x="11061" y="3787"/>
                      <a:pt x="11061" y="3779"/>
                      <a:pt x="11053" y="3779"/>
                    </a:cubicBezTo>
                    <a:cubicBezTo>
                      <a:pt x="11048" y="3770"/>
                      <a:pt x="11038" y="3765"/>
                      <a:pt x="11026" y="3765"/>
                    </a:cubicBezTo>
                    <a:cubicBezTo>
                      <a:pt x="11018" y="3765"/>
                      <a:pt x="11010" y="3767"/>
                      <a:pt x="11003" y="3771"/>
                    </a:cubicBezTo>
                    <a:cubicBezTo>
                      <a:pt x="11003" y="3771"/>
                      <a:pt x="11003" y="3771"/>
                      <a:pt x="11003" y="3779"/>
                    </a:cubicBezTo>
                    <a:cubicBezTo>
                      <a:pt x="10987" y="3771"/>
                      <a:pt x="10978" y="3771"/>
                      <a:pt x="10970" y="3771"/>
                    </a:cubicBezTo>
                    <a:cubicBezTo>
                      <a:pt x="10945" y="3771"/>
                      <a:pt x="10929" y="3779"/>
                      <a:pt x="10920" y="3796"/>
                    </a:cubicBezTo>
                    <a:lnTo>
                      <a:pt x="10896" y="3796"/>
                    </a:lnTo>
                    <a:cubicBezTo>
                      <a:pt x="10896" y="3796"/>
                      <a:pt x="10887" y="3787"/>
                      <a:pt x="10887" y="3787"/>
                    </a:cubicBezTo>
                    <a:cubicBezTo>
                      <a:pt x="10878" y="3780"/>
                      <a:pt x="10868" y="3777"/>
                      <a:pt x="10858" y="3777"/>
                    </a:cubicBezTo>
                    <a:cubicBezTo>
                      <a:pt x="10834" y="3777"/>
                      <a:pt x="10813" y="3797"/>
                      <a:pt x="10813" y="3821"/>
                    </a:cubicBezTo>
                    <a:lnTo>
                      <a:pt x="10804" y="3812"/>
                    </a:lnTo>
                    <a:cubicBezTo>
                      <a:pt x="10796" y="3796"/>
                      <a:pt x="10780" y="3779"/>
                      <a:pt x="10763" y="3763"/>
                    </a:cubicBezTo>
                    <a:lnTo>
                      <a:pt x="10763" y="3754"/>
                    </a:lnTo>
                    <a:cubicBezTo>
                      <a:pt x="10763" y="3736"/>
                      <a:pt x="10749" y="3726"/>
                      <a:pt x="10735" y="3726"/>
                    </a:cubicBezTo>
                    <a:cubicBezTo>
                      <a:pt x="10730" y="3726"/>
                      <a:pt x="10726" y="3727"/>
                      <a:pt x="10722" y="3730"/>
                    </a:cubicBezTo>
                    <a:cubicBezTo>
                      <a:pt x="10705" y="3713"/>
                      <a:pt x="10680" y="3696"/>
                      <a:pt x="10655" y="3696"/>
                    </a:cubicBezTo>
                    <a:cubicBezTo>
                      <a:pt x="10647" y="3680"/>
                      <a:pt x="10639" y="3663"/>
                      <a:pt x="10630" y="3647"/>
                    </a:cubicBezTo>
                    <a:cubicBezTo>
                      <a:pt x="10621" y="3634"/>
                      <a:pt x="10608" y="3629"/>
                      <a:pt x="10594" y="3629"/>
                    </a:cubicBezTo>
                    <a:cubicBezTo>
                      <a:pt x="10570" y="3629"/>
                      <a:pt x="10545" y="3645"/>
                      <a:pt x="10539" y="3672"/>
                    </a:cubicBezTo>
                    <a:lnTo>
                      <a:pt x="10539" y="3688"/>
                    </a:lnTo>
                    <a:cubicBezTo>
                      <a:pt x="10531" y="3672"/>
                      <a:pt x="10523" y="3655"/>
                      <a:pt x="10498" y="3647"/>
                    </a:cubicBezTo>
                    <a:cubicBezTo>
                      <a:pt x="10493" y="3642"/>
                      <a:pt x="10487" y="3640"/>
                      <a:pt x="10481" y="3640"/>
                    </a:cubicBezTo>
                    <a:cubicBezTo>
                      <a:pt x="10467" y="3640"/>
                      <a:pt x="10454" y="3649"/>
                      <a:pt x="10448" y="3655"/>
                    </a:cubicBezTo>
                    <a:cubicBezTo>
                      <a:pt x="10423" y="3680"/>
                      <a:pt x="10432" y="3713"/>
                      <a:pt x="10432" y="3738"/>
                    </a:cubicBezTo>
                    <a:lnTo>
                      <a:pt x="10432" y="3746"/>
                    </a:lnTo>
                    <a:cubicBezTo>
                      <a:pt x="10423" y="3738"/>
                      <a:pt x="10407" y="3738"/>
                      <a:pt x="10398" y="3738"/>
                    </a:cubicBezTo>
                    <a:cubicBezTo>
                      <a:pt x="10382" y="3746"/>
                      <a:pt x="10374" y="3754"/>
                      <a:pt x="10357" y="3771"/>
                    </a:cubicBezTo>
                    <a:cubicBezTo>
                      <a:pt x="10349" y="3779"/>
                      <a:pt x="10349" y="3796"/>
                      <a:pt x="10340" y="3812"/>
                    </a:cubicBezTo>
                    <a:cubicBezTo>
                      <a:pt x="10340" y="3845"/>
                      <a:pt x="10349" y="3887"/>
                      <a:pt x="10357" y="3920"/>
                    </a:cubicBezTo>
                    <a:cubicBezTo>
                      <a:pt x="10349" y="3903"/>
                      <a:pt x="10332" y="3895"/>
                      <a:pt x="10324" y="3879"/>
                    </a:cubicBezTo>
                    <a:cubicBezTo>
                      <a:pt x="10316" y="3870"/>
                      <a:pt x="10299" y="3862"/>
                      <a:pt x="10282" y="3862"/>
                    </a:cubicBezTo>
                    <a:cubicBezTo>
                      <a:pt x="10274" y="3854"/>
                      <a:pt x="10266" y="3845"/>
                      <a:pt x="10249" y="3837"/>
                    </a:cubicBezTo>
                    <a:cubicBezTo>
                      <a:pt x="10241" y="3804"/>
                      <a:pt x="10224" y="3771"/>
                      <a:pt x="10200" y="3746"/>
                    </a:cubicBezTo>
                    <a:cubicBezTo>
                      <a:pt x="10195" y="3741"/>
                      <a:pt x="10184" y="3737"/>
                      <a:pt x="10175" y="3737"/>
                    </a:cubicBezTo>
                    <a:cubicBezTo>
                      <a:pt x="10168" y="3737"/>
                      <a:pt x="10162" y="3739"/>
                      <a:pt x="10158" y="3746"/>
                    </a:cubicBezTo>
                    <a:cubicBezTo>
                      <a:pt x="10158" y="3730"/>
                      <a:pt x="10150" y="3721"/>
                      <a:pt x="10142" y="3705"/>
                    </a:cubicBezTo>
                    <a:cubicBezTo>
                      <a:pt x="10135" y="3689"/>
                      <a:pt x="10122" y="3681"/>
                      <a:pt x="10109" y="3681"/>
                    </a:cubicBezTo>
                    <a:cubicBezTo>
                      <a:pt x="10089" y="3681"/>
                      <a:pt x="10067" y="3699"/>
                      <a:pt x="10067" y="3730"/>
                    </a:cubicBezTo>
                    <a:cubicBezTo>
                      <a:pt x="10067" y="3779"/>
                      <a:pt x="10067" y="3829"/>
                      <a:pt x="10067" y="3870"/>
                    </a:cubicBezTo>
                    <a:cubicBezTo>
                      <a:pt x="10075" y="3920"/>
                      <a:pt x="10075" y="3970"/>
                      <a:pt x="10075" y="4011"/>
                    </a:cubicBezTo>
                    <a:cubicBezTo>
                      <a:pt x="10075" y="4077"/>
                      <a:pt x="10075" y="4144"/>
                      <a:pt x="10067" y="4210"/>
                    </a:cubicBezTo>
                    <a:cubicBezTo>
                      <a:pt x="10067" y="4177"/>
                      <a:pt x="10059" y="4135"/>
                      <a:pt x="10059" y="4102"/>
                    </a:cubicBezTo>
                    <a:cubicBezTo>
                      <a:pt x="10050" y="4069"/>
                      <a:pt x="10042" y="4036"/>
                      <a:pt x="10034" y="4003"/>
                    </a:cubicBezTo>
                    <a:cubicBezTo>
                      <a:pt x="10026" y="3986"/>
                      <a:pt x="10026" y="3970"/>
                      <a:pt x="10017" y="3953"/>
                    </a:cubicBezTo>
                    <a:cubicBezTo>
                      <a:pt x="10009" y="3920"/>
                      <a:pt x="10009" y="3895"/>
                      <a:pt x="10001" y="3870"/>
                    </a:cubicBezTo>
                    <a:cubicBezTo>
                      <a:pt x="9992" y="3746"/>
                      <a:pt x="9976" y="3622"/>
                      <a:pt x="9951" y="3506"/>
                    </a:cubicBezTo>
                    <a:cubicBezTo>
                      <a:pt x="9934" y="3398"/>
                      <a:pt x="9910" y="3257"/>
                      <a:pt x="9843" y="3174"/>
                    </a:cubicBezTo>
                    <a:cubicBezTo>
                      <a:pt x="9832" y="3166"/>
                      <a:pt x="9820" y="3162"/>
                      <a:pt x="9809" y="3162"/>
                    </a:cubicBezTo>
                    <a:cubicBezTo>
                      <a:pt x="9786" y="3162"/>
                      <a:pt x="9766" y="3177"/>
                      <a:pt x="9760" y="3199"/>
                    </a:cubicBezTo>
                    <a:cubicBezTo>
                      <a:pt x="9736" y="3299"/>
                      <a:pt x="9777" y="3423"/>
                      <a:pt x="9802" y="3522"/>
                    </a:cubicBezTo>
                    <a:cubicBezTo>
                      <a:pt x="9810" y="3580"/>
                      <a:pt x="9818" y="3638"/>
                      <a:pt x="9827" y="3696"/>
                    </a:cubicBezTo>
                    <a:cubicBezTo>
                      <a:pt x="9818" y="3672"/>
                      <a:pt x="9818" y="3655"/>
                      <a:pt x="9810" y="3638"/>
                    </a:cubicBezTo>
                    <a:cubicBezTo>
                      <a:pt x="9760" y="3531"/>
                      <a:pt x="9702" y="3423"/>
                      <a:pt x="9620" y="3340"/>
                    </a:cubicBezTo>
                    <a:cubicBezTo>
                      <a:pt x="9595" y="3299"/>
                      <a:pt x="9570" y="3249"/>
                      <a:pt x="9537" y="3208"/>
                    </a:cubicBezTo>
                    <a:cubicBezTo>
                      <a:pt x="9495" y="3158"/>
                      <a:pt x="9429" y="3100"/>
                      <a:pt x="9354" y="3100"/>
                    </a:cubicBezTo>
                    <a:cubicBezTo>
                      <a:pt x="9346" y="3075"/>
                      <a:pt x="9338" y="3050"/>
                      <a:pt x="9330" y="3025"/>
                    </a:cubicBezTo>
                    <a:cubicBezTo>
                      <a:pt x="9288" y="2901"/>
                      <a:pt x="9238" y="2793"/>
                      <a:pt x="9180" y="2677"/>
                    </a:cubicBezTo>
                    <a:cubicBezTo>
                      <a:pt x="9131" y="2578"/>
                      <a:pt x="9073" y="2462"/>
                      <a:pt x="8982" y="2387"/>
                    </a:cubicBezTo>
                    <a:cubicBezTo>
                      <a:pt x="8975" y="2383"/>
                      <a:pt x="8968" y="2381"/>
                      <a:pt x="8961" y="2381"/>
                    </a:cubicBezTo>
                    <a:cubicBezTo>
                      <a:pt x="8941" y="2381"/>
                      <a:pt x="8924" y="2396"/>
                      <a:pt x="8924" y="2420"/>
                    </a:cubicBezTo>
                    <a:cubicBezTo>
                      <a:pt x="8932" y="2470"/>
                      <a:pt x="8957" y="2520"/>
                      <a:pt x="8973" y="2578"/>
                    </a:cubicBezTo>
                    <a:cubicBezTo>
                      <a:pt x="8890" y="2462"/>
                      <a:pt x="8783" y="2354"/>
                      <a:pt x="8675" y="2263"/>
                    </a:cubicBezTo>
                    <a:cubicBezTo>
                      <a:pt x="8642" y="2230"/>
                      <a:pt x="8609" y="2197"/>
                      <a:pt x="8576" y="2172"/>
                    </a:cubicBezTo>
                    <a:cubicBezTo>
                      <a:pt x="8377" y="1923"/>
                      <a:pt x="8153" y="1700"/>
                      <a:pt x="7938" y="1476"/>
                    </a:cubicBezTo>
                    <a:cubicBezTo>
                      <a:pt x="7738" y="1284"/>
                      <a:pt x="7447" y="1033"/>
                      <a:pt x="7152" y="1033"/>
                    </a:cubicBezTo>
                    <a:cubicBezTo>
                      <a:pt x="7115" y="1033"/>
                      <a:pt x="7079" y="1037"/>
                      <a:pt x="7043" y="1045"/>
                    </a:cubicBezTo>
                    <a:cubicBezTo>
                      <a:pt x="6687" y="1120"/>
                      <a:pt x="6662" y="1526"/>
                      <a:pt x="6670" y="1816"/>
                    </a:cubicBezTo>
                    <a:cubicBezTo>
                      <a:pt x="6687" y="2238"/>
                      <a:pt x="6794" y="2652"/>
                      <a:pt x="6894" y="3067"/>
                    </a:cubicBezTo>
                    <a:cubicBezTo>
                      <a:pt x="6919" y="3158"/>
                      <a:pt x="6943" y="3257"/>
                      <a:pt x="6968" y="3357"/>
                    </a:cubicBezTo>
                    <a:cubicBezTo>
                      <a:pt x="6959" y="3343"/>
                      <a:pt x="6941" y="3335"/>
                      <a:pt x="6925" y="3335"/>
                    </a:cubicBezTo>
                    <a:cubicBezTo>
                      <a:pt x="6910" y="3335"/>
                      <a:pt x="6898" y="3341"/>
                      <a:pt x="6894" y="3357"/>
                    </a:cubicBezTo>
                    <a:cubicBezTo>
                      <a:pt x="6819" y="3589"/>
                      <a:pt x="6952" y="3837"/>
                      <a:pt x="7068" y="4036"/>
                    </a:cubicBezTo>
                    <a:cubicBezTo>
                      <a:pt x="7126" y="4127"/>
                      <a:pt x="7192" y="4218"/>
                      <a:pt x="7258" y="4301"/>
                    </a:cubicBezTo>
                    <a:cubicBezTo>
                      <a:pt x="7275" y="4334"/>
                      <a:pt x="7283" y="4359"/>
                      <a:pt x="7300" y="4384"/>
                    </a:cubicBezTo>
                    <a:cubicBezTo>
                      <a:pt x="7291" y="4376"/>
                      <a:pt x="7275" y="4376"/>
                      <a:pt x="7267" y="4367"/>
                    </a:cubicBezTo>
                    <a:cubicBezTo>
                      <a:pt x="7142" y="4210"/>
                      <a:pt x="7018" y="4061"/>
                      <a:pt x="6894" y="3912"/>
                    </a:cubicBezTo>
                    <a:cubicBezTo>
                      <a:pt x="6884" y="3902"/>
                      <a:pt x="6872" y="3898"/>
                      <a:pt x="6860" y="3898"/>
                    </a:cubicBezTo>
                    <a:cubicBezTo>
                      <a:pt x="6823" y="3898"/>
                      <a:pt x="6788" y="3940"/>
                      <a:pt x="6819" y="3978"/>
                    </a:cubicBezTo>
                    <a:cubicBezTo>
                      <a:pt x="6919" y="4111"/>
                      <a:pt x="7018" y="4243"/>
                      <a:pt x="7117" y="4376"/>
                    </a:cubicBezTo>
                    <a:cubicBezTo>
                      <a:pt x="7109" y="4384"/>
                      <a:pt x="7117" y="4401"/>
                      <a:pt x="7117" y="4409"/>
                    </a:cubicBezTo>
                    <a:cubicBezTo>
                      <a:pt x="7217" y="4566"/>
                      <a:pt x="7300" y="4724"/>
                      <a:pt x="7383" y="4881"/>
                    </a:cubicBezTo>
                    <a:cubicBezTo>
                      <a:pt x="7424" y="4956"/>
                      <a:pt x="7457" y="5030"/>
                      <a:pt x="7499" y="5113"/>
                    </a:cubicBezTo>
                    <a:cubicBezTo>
                      <a:pt x="7515" y="5146"/>
                      <a:pt x="7532" y="5179"/>
                      <a:pt x="7548" y="5213"/>
                    </a:cubicBezTo>
                    <a:cubicBezTo>
                      <a:pt x="7532" y="5213"/>
                      <a:pt x="7515" y="5213"/>
                      <a:pt x="7499" y="5221"/>
                    </a:cubicBezTo>
                    <a:cubicBezTo>
                      <a:pt x="7449" y="5155"/>
                      <a:pt x="7399" y="5088"/>
                      <a:pt x="7341" y="5022"/>
                    </a:cubicBezTo>
                    <a:cubicBezTo>
                      <a:pt x="7330" y="5011"/>
                      <a:pt x="7318" y="5006"/>
                      <a:pt x="7306" y="5006"/>
                    </a:cubicBezTo>
                    <a:cubicBezTo>
                      <a:pt x="7275" y="5006"/>
                      <a:pt x="7248" y="5041"/>
                      <a:pt x="7267" y="5072"/>
                    </a:cubicBezTo>
                    <a:cubicBezTo>
                      <a:pt x="7349" y="5213"/>
                      <a:pt x="7441" y="5345"/>
                      <a:pt x="7515" y="5486"/>
                    </a:cubicBezTo>
                    <a:cubicBezTo>
                      <a:pt x="7548" y="5552"/>
                      <a:pt x="7590" y="5619"/>
                      <a:pt x="7623" y="5685"/>
                    </a:cubicBezTo>
                    <a:cubicBezTo>
                      <a:pt x="7623" y="5693"/>
                      <a:pt x="7631" y="5701"/>
                      <a:pt x="7631" y="5710"/>
                    </a:cubicBezTo>
                    <a:cubicBezTo>
                      <a:pt x="7615" y="5685"/>
                      <a:pt x="7590" y="5652"/>
                      <a:pt x="7565" y="5627"/>
                    </a:cubicBezTo>
                    <a:cubicBezTo>
                      <a:pt x="7482" y="5527"/>
                      <a:pt x="7383" y="5436"/>
                      <a:pt x="7283" y="5345"/>
                    </a:cubicBezTo>
                    <a:cubicBezTo>
                      <a:pt x="7277" y="5340"/>
                      <a:pt x="7270" y="5338"/>
                      <a:pt x="7263" y="5338"/>
                    </a:cubicBezTo>
                    <a:cubicBezTo>
                      <a:pt x="7234" y="5338"/>
                      <a:pt x="7206" y="5376"/>
                      <a:pt x="7233" y="5403"/>
                    </a:cubicBezTo>
                    <a:cubicBezTo>
                      <a:pt x="7316" y="5503"/>
                      <a:pt x="7391" y="5602"/>
                      <a:pt x="7465" y="5701"/>
                    </a:cubicBezTo>
                    <a:cubicBezTo>
                      <a:pt x="7482" y="5718"/>
                      <a:pt x="7490" y="5735"/>
                      <a:pt x="7499" y="5743"/>
                    </a:cubicBezTo>
                    <a:cubicBezTo>
                      <a:pt x="7507" y="5892"/>
                      <a:pt x="7532" y="6033"/>
                      <a:pt x="7557" y="6174"/>
                    </a:cubicBezTo>
                    <a:cubicBezTo>
                      <a:pt x="7573" y="6248"/>
                      <a:pt x="7590" y="6323"/>
                      <a:pt x="7606" y="6397"/>
                    </a:cubicBezTo>
                    <a:cubicBezTo>
                      <a:pt x="7606" y="6397"/>
                      <a:pt x="7606" y="6406"/>
                      <a:pt x="7615" y="6414"/>
                    </a:cubicBezTo>
                    <a:cubicBezTo>
                      <a:pt x="7615" y="6464"/>
                      <a:pt x="7623" y="6513"/>
                      <a:pt x="7623" y="6563"/>
                    </a:cubicBezTo>
                    <a:cubicBezTo>
                      <a:pt x="7639" y="6654"/>
                      <a:pt x="7648" y="6745"/>
                      <a:pt x="7664" y="6837"/>
                    </a:cubicBezTo>
                    <a:cubicBezTo>
                      <a:pt x="7681" y="6903"/>
                      <a:pt x="7697" y="6986"/>
                      <a:pt x="7739" y="7044"/>
                    </a:cubicBezTo>
                    <a:cubicBezTo>
                      <a:pt x="7739" y="7069"/>
                      <a:pt x="7755" y="7093"/>
                      <a:pt x="7780" y="7093"/>
                    </a:cubicBezTo>
                    <a:cubicBezTo>
                      <a:pt x="7789" y="7102"/>
                      <a:pt x="7805" y="7110"/>
                      <a:pt x="7813" y="7110"/>
                    </a:cubicBezTo>
                    <a:cubicBezTo>
                      <a:pt x="7789" y="7259"/>
                      <a:pt x="7789" y="7417"/>
                      <a:pt x="7789" y="7566"/>
                    </a:cubicBezTo>
                    <a:cubicBezTo>
                      <a:pt x="7797" y="7723"/>
                      <a:pt x="7797" y="7922"/>
                      <a:pt x="7871" y="8063"/>
                    </a:cubicBezTo>
                    <a:cubicBezTo>
                      <a:pt x="7871" y="8104"/>
                      <a:pt x="7871" y="8146"/>
                      <a:pt x="7871" y="8195"/>
                    </a:cubicBezTo>
                    <a:cubicBezTo>
                      <a:pt x="7863" y="8303"/>
                      <a:pt x="7863" y="8419"/>
                      <a:pt x="7855" y="8527"/>
                    </a:cubicBezTo>
                    <a:cubicBezTo>
                      <a:pt x="7847" y="8626"/>
                      <a:pt x="7822" y="8734"/>
                      <a:pt x="7830" y="8833"/>
                    </a:cubicBezTo>
                    <a:cubicBezTo>
                      <a:pt x="7747" y="8916"/>
                      <a:pt x="7664" y="9007"/>
                      <a:pt x="7581" y="9090"/>
                    </a:cubicBezTo>
                    <a:cubicBezTo>
                      <a:pt x="7424" y="9248"/>
                      <a:pt x="7267" y="9405"/>
                      <a:pt x="7117" y="9571"/>
                    </a:cubicBezTo>
                    <a:cubicBezTo>
                      <a:pt x="6968" y="9745"/>
                      <a:pt x="6827" y="9927"/>
                      <a:pt x="6687" y="10109"/>
                    </a:cubicBezTo>
                    <a:cubicBezTo>
                      <a:pt x="6562" y="10275"/>
                      <a:pt x="6430" y="10457"/>
                      <a:pt x="6504" y="10664"/>
                    </a:cubicBezTo>
                    <a:cubicBezTo>
                      <a:pt x="6513" y="10698"/>
                      <a:pt x="6529" y="10739"/>
                      <a:pt x="6546" y="10772"/>
                    </a:cubicBezTo>
                    <a:cubicBezTo>
                      <a:pt x="6537" y="10830"/>
                      <a:pt x="6562" y="10888"/>
                      <a:pt x="6612" y="10913"/>
                    </a:cubicBezTo>
                    <a:cubicBezTo>
                      <a:pt x="6629" y="10938"/>
                      <a:pt x="6645" y="10963"/>
                      <a:pt x="6662" y="10988"/>
                    </a:cubicBezTo>
                    <a:cubicBezTo>
                      <a:pt x="6728" y="11062"/>
                      <a:pt x="6803" y="11128"/>
                      <a:pt x="6894" y="11186"/>
                    </a:cubicBezTo>
                    <a:cubicBezTo>
                      <a:pt x="6910" y="11294"/>
                      <a:pt x="6943" y="11410"/>
                      <a:pt x="6985" y="11518"/>
                    </a:cubicBezTo>
                    <a:lnTo>
                      <a:pt x="6910" y="11518"/>
                    </a:lnTo>
                    <a:cubicBezTo>
                      <a:pt x="6894" y="11526"/>
                      <a:pt x="6885" y="11526"/>
                      <a:pt x="6877" y="11534"/>
                    </a:cubicBezTo>
                    <a:cubicBezTo>
                      <a:pt x="6844" y="11551"/>
                      <a:pt x="6811" y="11576"/>
                      <a:pt x="6819" y="11609"/>
                    </a:cubicBezTo>
                    <a:cubicBezTo>
                      <a:pt x="6827" y="11634"/>
                      <a:pt x="6852" y="11642"/>
                      <a:pt x="6877" y="11642"/>
                    </a:cubicBezTo>
                    <a:lnTo>
                      <a:pt x="6919" y="11642"/>
                    </a:lnTo>
                    <a:cubicBezTo>
                      <a:pt x="6927" y="11642"/>
                      <a:pt x="6935" y="11634"/>
                      <a:pt x="6943" y="11634"/>
                    </a:cubicBezTo>
                    <a:lnTo>
                      <a:pt x="6927" y="11642"/>
                    </a:lnTo>
                    <a:cubicBezTo>
                      <a:pt x="6952" y="11634"/>
                      <a:pt x="6977" y="11626"/>
                      <a:pt x="7001" y="11626"/>
                    </a:cubicBezTo>
                    <a:lnTo>
                      <a:pt x="7018" y="11626"/>
                    </a:lnTo>
                    <a:cubicBezTo>
                      <a:pt x="7026" y="11634"/>
                      <a:pt x="7026" y="11642"/>
                      <a:pt x="7035" y="11650"/>
                    </a:cubicBezTo>
                    <a:cubicBezTo>
                      <a:pt x="7001" y="11659"/>
                      <a:pt x="6968" y="11667"/>
                      <a:pt x="6943" y="11692"/>
                    </a:cubicBezTo>
                    <a:cubicBezTo>
                      <a:pt x="6927" y="11708"/>
                      <a:pt x="6902" y="11725"/>
                      <a:pt x="6894" y="11750"/>
                    </a:cubicBezTo>
                    <a:cubicBezTo>
                      <a:pt x="6885" y="11775"/>
                      <a:pt x="6885" y="11808"/>
                      <a:pt x="6902" y="11833"/>
                    </a:cubicBezTo>
                    <a:cubicBezTo>
                      <a:pt x="6908" y="11845"/>
                      <a:pt x="6923" y="11853"/>
                      <a:pt x="6934" y="11853"/>
                    </a:cubicBezTo>
                    <a:cubicBezTo>
                      <a:pt x="6938" y="11853"/>
                      <a:pt x="6941" y="11851"/>
                      <a:pt x="6943" y="11849"/>
                    </a:cubicBezTo>
                    <a:cubicBezTo>
                      <a:pt x="6960" y="11841"/>
                      <a:pt x="6968" y="11841"/>
                      <a:pt x="6968" y="11833"/>
                    </a:cubicBezTo>
                    <a:cubicBezTo>
                      <a:pt x="6985" y="11824"/>
                      <a:pt x="6993" y="11816"/>
                      <a:pt x="7001" y="11800"/>
                    </a:cubicBezTo>
                    <a:cubicBezTo>
                      <a:pt x="7010" y="11791"/>
                      <a:pt x="7018" y="11775"/>
                      <a:pt x="7026" y="11766"/>
                    </a:cubicBezTo>
                    <a:lnTo>
                      <a:pt x="7035" y="11758"/>
                    </a:lnTo>
                    <a:lnTo>
                      <a:pt x="7035" y="11758"/>
                    </a:lnTo>
                    <a:cubicBezTo>
                      <a:pt x="7043" y="11750"/>
                      <a:pt x="7051" y="11742"/>
                      <a:pt x="7059" y="11742"/>
                    </a:cubicBezTo>
                    <a:cubicBezTo>
                      <a:pt x="7084" y="11800"/>
                      <a:pt x="7117" y="11866"/>
                      <a:pt x="7167" y="11924"/>
                    </a:cubicBezTo>
                    <a:cubicBezTo>
                      <a:pt x="7159" y="11932"/>
                      <a:pt x="7151" y="11949"/>
                      <a:pt x="7142" y="11965"/>
                    </a:cubicBezTo>
                    <a:cubicBezTo>
                      <a:pt x="7134" y="11974"/>
                      <a:pt x="7134" y="11990"/>
                      <a:pt x="7126" y="12007"/>
                    </a:cubicBezTo>
                    <a:cubicBezTo>
                      <a:pt x="7126" y="12015"/>
                      <a:pt x="7126" y="12023"/>
                      <a:pt x="7126" y="12032"/>
                    </a:cubicBezTo>
                    <a:cubicBezTo>
                      <a:pt x="7126" y="12040"/>
                      <a:pt x="7126" y="12040"/>
                      <a:pt x="7126" y="12048"/>
                    </a:cubicBezTo>
                    <a:lnTo>
                      <a:pt x="7126" y="12065"/>
                    </a:lnTo>
                    <a:cubicBezTo>
                      <a:pt x="7130" y="12078"/>
                      <a:pt x="7142" y="12085"/>
                      <a:pt x="7154" y="12085"/>
                    </a:cubicBezTo>
                    <a:cubicBezTo>
                      <a:pt x="7163" y="12085"/>
                      <a:pt x="7172" y="12080"/>
                      <a:pt x="7175" y="12073"/>
                    </a:cubicBezTo>
                    <a:lnTo>
                      <a:pt x="7184" y="12065"/>
                    </a:lnTo>
                    <a:lnTo>
                      <a:pt x="7192" y="12056"/>
                    </a:lnTo>
                    <a:lnTo>
                      <a:pt x="7192" y="12048"/>
                    </a:lnTo>
                    <a:cubicBezTo>
                      <a:pt x="7192" y="12040"/>
                      <a:pt x="7192" y="12040"/>
                      <a:pt x="7200" y="12032"/>
                    </a:cubicBezTo>
                    <a:cubicBezTo>
                      <a:pt x="7200" y="12015"/>
                      <a:pt x="7209" y="12007"/>
                      <a:pt x="7217" y="11990"/>
                    </a:cubicBezTo>
                    <a:lnTo>
                      <a:pt x="7217" y="11982"/>
                    </a:lnTo>
                    <a:cubicBezTo>
                      <a:pt x="7250" y="12015"/>
                      <a:pt x="7291" y="12040"/>
                      <a:pt x="7341" y="12048"/>
                    </a:cubicBezTo>
                    <a:cubicBezTo>
                      <a:pt x="7368" y="12056"/>
                      <a:pt x="7395" y="12060"/>
                      <a:pt x="7423" y="12060"/>
                    </a:cubicBezTo>
                    <a:cubicBezTo>
                      <a:pt x="7481" y="12060"/>
                      <a:pt x="7539" y="12043"/>
                      <a:pt x="7590" y="12015"/>
                    </a:cubicBezTo>
                    <a:cubicBezTo>
                      <a:pt x="7639" y="12172"/>
                      <a:pt x="7755" y="12297"/>
                      <a:pt x="7905" y="12380"/>
                    </a:cubicBezTo>
                    <a:cubicBezTo>
                      <a:pt x="8054" y="12454"/>
                      <a:pt x="8228" y="12487"/>
                      <a:pt x="8393" y="12504"/>
                    </a:cubicBezTo>
                    <a:cubicBezTo>
                      <a:pt x="8393" y="12512"/>
                      <a:pt x="8402" y="12512"/>
                      <a:pt x="8402" y="12520"/>
                    </a:cubicBezTo>
                    <a:cubicBezTo>
                      <a:pt x="8460" y="12595"/>
                      <a:pt x="8451" y="12686"/>
                      <a:pt x="8418" y="12777"/>
                    </a:cubicBezTo>
                    <a:cubicBezTo>
                      <a:pt x="8410" y="12777"/>
                      <a:pt x="8402" y="12786"/>
                      <a:pt x="8393" y="12794"/>
                    </a:cubicBezTo>
                    <a:cubicBezTo>
                      <a:pt x="8252" y="13009"/>
                      <a:pt x="8137" y="13233"/>
                      <a:pt x="8054" y="13482"/>
                    </a:cubicBezTo>
                    <a:cubicBezTo>
                      <a:pt x="8012" y="13598"/>
                      <a:pt x="7979" y="13714"/>
                      <a:pt x="7946" y="13838"/>
                    </a:cubicBezTo>
                    <a:cubicBezTo>
                      <a:pt x="7946" y="13863"/>
                      <a:pt x="7938" y="13887"/>
                      <a:pt x="7938" y="13904"/>
                    </a:cubicBezTo>
                    <a:cubicBezTo>
                      <a:pt x="7797" y="14095"/>
                      <a:pt x="7623" y="14260"/>
                      <a:pt x="7515" y="14476"/>
                    </a:cubicBezTo>
                    <a:cubicBezTo>
                      <a:pt x="7432" y="14633"/>
                      <a:pt x="7374" y="14824"/>
                      <a:pt x="7325" y="14998"/>
                    </a:cubicBezTo>
                    <a:cubicBezTo>
                      <a:pt x="7291" y="15089"/>
                      <a:pt x="7267" y="15172"/>
                      <a:pt x="7242" y="15263"/>
                    </a:cubicBezTo>
                    <a:cubicBezTo>
                      <a:pt x="7242" y="15288"/>
                      <a:pt x="7233" y="15304"/>
                      <a:pt x="7233" y="15329"/>
                    </a:cubicBezTo>
                    <a:cubicBezTo>
                      <a:pt x="7184" y="15412"/>
                      <a:pt x="7134" y="15503"/>
                      <a:pt x="7101" y="15594"/>
                    </a:cubicBezTo>
                    <a:cubicBezTo>
                      <a:pt x="7051" y="15702"/>
                      <a:pt x="7010" y="15810"/>
                      <a:pt x="6968" y="15926"/>
                    </a:cubicBezTo>
                    <a:cubicBezTo>
                      <a:pt x="6960" y="15951"/>
                      <a:pt x="6952" y="15984"/>
                      <a:pt x="6943" y="16009"/>
                    </a:cubicBezTo>
                    <a:cubicBezTo>
                      <a:pt x="6753" y="16307"/>
                      <a:pt x="6546" y="16589"/>
                      <a:pt x="6388" y="16903"/>
                    </a:cubicBezTo>
                    <a:cubicBezTo>
                      <a:pt x="6281" y="17127"/>
                      <a:pt x="6198" y="17367"/>
                      <a:pt x="6148" y="17616"/>
                    </a:cubicBezTo>
                    <a:cubicBezTo>
                      <a:pt x="6131" y="17715"/>
                      <a:pt x="6115" y="17823"/>
                      <a:pt x="6107" y="17923"/>
                    </a:cubicBezTo>
                    <a:cubicBezTo>
                      <a:pt x="6090" y="17939"/>
                      <a:pt x="6073" y="17956"/>
                      <a:pt x="6057" y="17972"/>
                    </a:cubicBezTo>
                    <a:cubicBezTo>
                      <a:pt x="5908" y="18130"/>
                      <a:pt x="5750" y="18271"/>
                      <a:pt x="5634" y="18453"/>
                    </a:cubicBezTo>
                    <a:cubicBezTo>
                      <a:pt x="5527" y="18619"/>
                      <a:pt x="5444" y="18809"/>
                      <a:pt x="5386" y="18991"/>
                    </a:cubicBezTo>
                    <a:cubicBezTo>
                      <a:pt x="5361" y="19091"/>
                      <a:pt x="5336" y="19190"/>
                      <a:pt x="5319" y="19290"/>
                    </a:cubicBezTo>
                    <a:cubicBezTo>
                      <a:pt x="5311" y="19314"/>
                      <a:pt x="5303" y="19339"/>
                      <a:pt x="5303" y="19372"/>
                    </a:cubicBezTo>
                    <a:cubicBezTo>
                      <a:pt x="4880" y="19828"/>
                      <a:pt x="4483" y="20309"/>
                      <a:pt x="4085" y="20798"/>
                    </a:cubicBezTo>
                    <a:cubicBezTo>
                      <a:pt x="3886" y="21046"/>
                      <a:pt x="3679" y="21286"/>
                      <a:pt x="3530" y="21568"/>
                    </a:cubicBezTo>
                    <a:cubicBezTo>
                      <a:pt x="3381" y="21850"/>
                      <a:pt x="3281" y="22156"/>
                      <a:pt x="3173" y="22455"/>
                    </a:cubicBezTo>
                    <a:cubicBezTo>
                      <a:pt x="3107" y="22637"/>
                      <a:pt x="3057" y="22811"/>
                      <a:pt x="2999" y="22993"/>
                    </a:cubicBezTo>
                    <a:cubicBezTo>
                      <a:pt x="2966" y="23109"/>
                      <a:pt x="2925" y="23217"/>
                      <a:pt x="2900" y="23333"/>
                    </a:cubicBezTo>
                    <a:cubicBezTo>
                      <a:pt x="2569" y="23888"/>
                      <a:pt x="2312" y="24485"/>
                      <a:pt x="2038" y="25073"/>
                    </a:cubicBezTo>
                    <a:cubicBezTo>
                      <a:pt x="1980" y="25197"/>
                      <a:pt x="1922" y="25330"/>
                      <a:pt x="1864" y="25462"/>
                    </a:cubicBezTo>
                    <a:cubicBezTo>
                      <a:pt x="1806" y="25587"/>
                      <a:pt x="1732" y="25727"/>
                      <a:pt x="1715" y="25868"/>
                    </a:cubicBezTo>
                    <a:cubicBezTo>
                      <a:pt x="1707" y="25893"/>
                      <a:pt x="1724" y="25918"/>
                      <a:pt x="1748" y="25935"/>
                    </a:cubicBezTo>
                    <a:cubicBezTo>
                      <a:pt x="1690" y="26026"/>
                      <a:pt x="1632" y="26125"/>
                      <a:pt x="1583" y="26225"/>
                    </a:cubicBezTo>
                    <a:cubicBezTo>
                      <a:pt x="1318" y="26697"/>
                      <a:pt x="1061" y="27186"/>
                      <a:pt x="912" y="27708"/>
                    </a:cubicBezTo>
                    <a:cubicBezTo>
                      <a:pt x="862" y="27873"/>
                      <a:pt x="829" y="28039"/>
                      <a:pt x="812" y="28213"/>
                    </a:cubicBezTo>
                    <a:cubicBezTo>
                      <a:pt x="613" y="28553"/>
                      <a:pt x="431" y="28909"/>
                      <a:pt x="307" y="29282"/>
                    </a:cubicBezTo>
                    <a:cubicBezTo>
                      <a:pt x="207" y="29572"/>
                      <a:pt x="141" y="29870"/>
                      <a:pt x="91" y="30168"/>
                    </a:cubicBezTo>
                    <a:cubicBezTo>
                      <a:pt x="66" y="30326"/>
                      <a:pt x="42" y="30483"/>
                      <a:pt x="33" y="30641"/>
                    </a:cubicBezTo>
                    <a:cubicBezTo>
                      <a:pt x="17" y="30798"/>
                      <a:pt x="0" y="30964"/>
                      <a:pt x="33" y="31121"/>
                    </a:cubicBezTo>
                    <a:cubicBezTo>
                      <a:pt x="33" y="31138"/>
                      <a:pt x="42" y="31146"/>
                      <a:pt x="42" y="31154"/>
                    </a:cubicBezTo>
                    <a:cubicBezTo>
                      <a:pt x="42" y="31237"/>
                      <a:pt x="33" y="31312"/>
                      <a:pt x="33" y="31395"/>
                    </a:cubicBezTo>
                    <a:cubicBezTo>
                      <a:pt x="25" y="31635"/>
                      <a:pt x="42" y="31875"/>
                      <a:pt x="66" y="32107"/>
                    </a:cubicBezTo>
                    <a:cubicBezTo>
                      <a:pt x="83" y="32323"/>
                      <a:pt x="108" y="32563"/>
                      <a:pt x="199" y="32762"/>
                    </a:cubicBezTo>
                    <a:cubicBezTo>
                      <a:pt x="174" y="33010"/>
                      <a:pt x="158" y="33259"/>
                      <a:pt x="158" y="33516"/>
                    </a:cubicBezTo>
                    <a:cubicBezTo>
                      <a:pt x="158" y="33789"/>
                      <a:pt x="166" y="34071"/>
                      <a:pt x="199" y="34353"/>
                    </a:cubicBezTo>
                    <a:cubicBezTo>
                      <a:pt x="216" y="34485"/>
                      <a:pt x="232" y="34626"/>
                      <a:pt x="257" y="34767"/>
                    </a:cubicBezTo>
                    <a:cubicBezTo>
                      <a:pt x="282" y="34891"/>
                      <a:pt x="307" y="35015"/>
                      <a:pt x="373" y="35131"/>
                    </a:cubicBezTo>
                    <a:cubicBezTo>
                      <a:pt x="381" y="35189"/>
                      <a:pt x="398" y="35247"/>
                      <a:pt x="414" y="35297"/>
                    </a:cubicBezTo>
                    <a:cubicBezTo>
                      <a:pt x="456" y="35438"/>
                      <a:pt x="522" y="35562"/>
                      <a:pt x="588" y="35687"/>
                    </a:cubicBezTo>
                    <a:cubicBezTo>
                      <a:pt x="655" y="35794"/>
                      <a:pt x="746" y="35968"/>
                      <a:pt x="887" y="35977"/>
                    </a:cubicBezTo>
                    <a:cubicBezTo>
                      <a:pt x="1086" y="36242"/>
                      <a:pt x="1351" y="36465"/>
                      <a:pt x="1616" y="36631"/>
                    </a:cubicBezTo>
                    <a:cubicBezTo>
                      <a:pt x="1831" y="36772"/>
                      <a:pt x="2063" y="36880"/>
                      <a:pt x="2304" y="36971"/>
                    </a:cubicBezTo>
                    <a:cubicBezTo>
                      <a:pt x="2428" y="37012"/>
                      <a:pt x="2544" y="37054"/>
                      <a:pt x="2668" y="37087"/>
                    </a:cubicBezTo>
                    <a:cubicBezTo>
                      <a:pt x="2759" y="37103"/>
                      <a:pt x="2850" y="37137"/>
                      <a:pt x="2950" y="37145"/>
                    </a:cubicBezTo>
                    <a:cubicBezTo>
                      <a:pt x="3091" y="37203"/>
                      <a:pt x="3248" y="37253"/>
                      <a:pt x="3405" y="37277"/>
                    </a:cubicBezTo>
                    <a:cubicBezTo>
                      <a:pt x="3389" y="37319"/>
                      <a:pt x="3381" y="37369"/>
                      <a:pt x="3405" y="37427"/>
                    </a:cubicBezTo>
                    <a:cubicBezTo>
                      <a:pt x="3447" y="37518"/>
                      <a:pt x="3538" y="37559"/>
                      <a:pt x="3613" y="37601"/>
                    </a:cubicBezTo>
                    <a:cubicBezTo>
                      <a:pt x="3704" y="37650"/>
                      <a:pt x="3803" y="37700"/>
                      <a:pt x="3894" y="37750"/>
                    </a:cubicBezTo>
                    <a:cubicBezTo>
                      <a:pt x="4085" y="37833"/>
                      <a:pt x="4275" y="37907"/>
                      <a:pt x="4474" y="37965"/>
                    </a:cubicBezTo>
                    <a:cubicBezTo>
                      <a:pt x="4639" y="38008"/>
                      <a:pt x="4817" y="38051"/>
                      <a:pt x="4996" y="38051"/>
                    </a:cubicBezTo>
                    <a:cubicBezTo>
                      <a:pt x="5024" y="38051"/>
                      <a:pt x="5051" y="38050"/>
                      <a:pt x="5079" y="38048"/>
                    </a:cubicBezTo>
                    <a:lnTo>
                      <a:pt x="5096" y="38048"/>
                    </a:lnTo>
                    <a:cubicBezTo>
                      <a:pt x="5676" y="38247"/>
                      <a:pt x="6289" y="38355"/>
                      <a:pt x="6910" y="38363"/>
                    </a:cubicBezTo>
                    <a:cubicBezTo>
                      <a:pt x="7026" y="38388"/>
                      <a:pt x="7151" y="38413"/>
                      <a:pt x="7275" y="38437"/>
                    </a:cubicBezTo>
                    <a:cubicBezTo>
                      <a:pt x="7391" y="38462"/>
                      <a:pt x="7507" y="38487"/>
                      <a:pt x="7623" y="38512"/>
                    </a:cubicBezTo>
                    <a:cubicBezTo>
                      <a:pt x="7739" y="38537"/>
                      <a:pt x="7863" y="38570"/>
                      <a:pt x="7987" y="38570"/>
                    </a:cubicBezTo>
                    <a:cubicBezTo>
                      <a:pt x="7990" y="38571"/>
                      <a:pt x="7993" y="38571"/>
                      <a:pt x="7996" y="38571"/>
                    </a:cubicBezTo>
                    <a:cubicBezTo>
                      <a:pt x="8023" y="38571"/>
                      <a:pt x="8036" y="38535"/>
                      <a:pt x="8029" y="38512"/>
                    </a:cubicBezTo>
                    <a:lnTo>
                      <a:pt x="8029" y="38512"/>
                    </a:lnTo>
                    <a:cubicBezTo>
                      <a:pt x="8153" y="38520"/>
                      <a:pt x="8286" y="38529"/>
                      <a:pt x="8418" y="38537"/>
                    </a:cubicBezTo>
                    <a:cubicBezTo>
                      <a:pt x="8509" y="38541"/>
                      <a:pt x="8607" y="38547"/>
                      <a:pt x="8704" y="38547"/>
                    </a:cubicBezTo>
                    <a:cubicBezTo>
                      <a:pt x="8801" y="38547"/>
                      <a:pt x="8899" y="38541"/>
                      <a:pt x="8990" y="38520"/>
                    </a:cubicBezTo>
                    <a:cubicBezTo>
                      <a:pt x="9073" y="38504"/>
                      <a:pt x="9156" y="38479"/>
                      <a:pt x="9230" y="38437"/>
                    </a:cubicBezTo>
                    <a:cubicBezTo>
                      <a:pt x="9272" y="38421"/>
                      <a:pt x="9305" y="38396"/>
                      <a:pt x="9338" y="38363"/>
                    </a:cubicBezTo>
                    <a:cubicBezTo>
                      <a:pt x="9371" y="38330"/>
                      <a:pt x="9379" y="38297"/>
                      <a:pt x="9404" y="38255"/>
                    </a:cubicBezTo>
                    <a:cubicBezTo>
                      <a:pt x="9412" y="38230"/>
                      <a:pt x="9412" y="38222"/>
                      <a:pt x="9404" y="38205"/>
                    </a:cubicBezTo>
                    <a:cubicBezTo>
                      <a:pt x="9404" y="38205"/>
                      <a:pt x="9404" y="38197"/>
                      <a:pt x="9412" y="38197"/>
                    </a:cubicBezTo>
                    <a:cubicBezTo>
                      <a:pt x="9412" y="38197"/>
                      <a:pt x="9421" y="38189"/>
                      <a:pt x="9421" y="38181"/>
                    </a:cubicBezTo>
                    <a:cubicBezTo>
                      <a:pt x="9446" y="38147"/>
                      <a:pt x="9462" y="38114"/>
                      <a:pt x="9487" y="38073"/>
                    </a:cubicBezTo>
                    <a:lnTo>
                      <a:pt x="9487" y="38073"/>
                    </a:lnTo>
                    <a:cubicBezTo>
                      <a:pt x="9479" y="38123"/>
                      <a:pt x="9479" y="38164"/>
                      <a:pt x="9470" y="38205"/>
                    </a:cubicBezTo>
                    <a:cubicBezTo>
                      <a:pt x="9437" y="38413"/>
                      <a:pt x="9404" y="38636"/>
                      <a:pt x="9470" y="38835"/>
                    </a:cubicBezTo>
                    <a:cubicBezTo>
                      <a:pt x="9537" y="39026"/>
                      <a:pt x="9694" y="39142"/>
                      <a:pt x="9860" y="39233"/>
                    </a:cubicBezTo>
                    <a:cubicBezTo>
                      <a:pt x="9951" y="39291"/>
                      <a:pt x="10042" y="39340"/>
                      <a:pt x="10142" y="39382"/>
                    </a:cubicBezTo>
                    <a:cubicBezTo>
                      <a:pt x="10233" y="39432"/>
                      <a:pt x="10349" y="39498"/>
                      <a:pt x="10456" y="39498"/>
                    </a:cubicBezTo>
                    <a:cubicBezTo>
                      <a:pt x="10461" y="39499"/>
                      <a:pt x="10465" y="39499"/>
                      <a:pt x="10469" y="39499"/>
                    </a:cubicBezTo>
                    <a:cubicBezTo>
                      <a:pt x="10504" y="39499"/>
                      <a:pt x="10531" y="39469"/>
                      <a:pt x="10531" y="39432"/>
                    </a:cubicBezTo>
                    <a:cubicBezTo>
                      <a:pt x="10771" y="39514"/>
                      <a:pt x="11012" y="39597"/>
                      <a:pt x="11252" y="39697"/>
                    </a:cubicBezTo>
                    <a:cubicBezTo>
                      <a:pt x="11391" y="39752"/>
                      <a:pt x="11611" y="39878"/>
                      <a:pt x="11801" y="39878"/>
                    </a:cubicBezTo>
                    <a:cubicBezTo>
                      <a:pt x="11838" y="39878"/>
                      <a:pt x="11873" y="39873"/>
                      <a:pt x="11906" y="39862"/>
                    </a:cubicBezTo>
                    <a:lnTo>
                      <a:pt x="11923" y="39871"/>
                    </a:lnTo>
                    <a:cubicBezTo>
                      <a:pt x="11931" y="39879"/>
                      <a:pt x="11940" y="39879"/>
                      <a:pt x="11948" y="39879"/>
                    </a:cubicBezTo>
                    <a:cubicBezTo>
                      <a:pt x="11985" y="39916"/>
                      <a:pt x="12046" y="39921"/>
                      <a:pt x="12102" y="39921"/>
                    </a:cubicBezTo>
                    <a:cubicBezTo>
                      <a:pt x="12120" y="39921"/>
                      <a:pt x="12138" y="39920"/>
                      <a:pt x="12155" y="39920"/>
                    </a:cubicBezTo>
                    <a:cubicBezTo>
                      <a:pt x="12238" y="39920"/>
                      <a:pt x="12321" y="39912"/>
                      <a:pt x="12395" y="39904"/>
                    </a:cubicBezTo>
                    <a:cubicBezTo>
                      <a:pt x="12470" y="39896"/>
                      <a:pt x="12544" y="39887"/>
                      <a:pt x="12611" y="39871"/>
                    </a:cubicBezTo>
                    <a:cubicBezTo>
                      <a:pt x="12694" y="39846"/>
                      <a:pt x="12752" y="39804"/>
                      <a:pt x="12785" y="39730"/>
                    </a:cubicBezTo>
                    <a:cubicBezTo>
                      <a:pt x="12793" y="39713"/>
                      <a:pt x="12793" y="39697"/>
                      <a:pt x="12793" y="39680"/>
                    </a:cubicBezTo>
                    <a:cubicBezTo>
                      <a:pt x="12826" y="39647"/>
                      <a:pt x="12859" y="39606"/>
                      <a:pt x="12876" y="39564"/>
                    </a:cubicBezTo>
                    <a:cubicBezTo>
                      <a:pt x="12909" y="39490"/>
                      <a:pt x="12934" y="39407"/>
                      <a:pt x="12942" y="39324"/>
                    </a:cubicBezTo>
                    <a:cubicBezTo>
                      <a:pt x="12942" y="39282"/>
                      <a:pt x="12934" y="39241"/>
                      <a:pt x="12934" y="39200"/>
                    </a:cubicBezTo>
                    <a:cubicBezTo>
                      <a:pt x="12950" y="39150"/>
                      <a:pt x="12959" y="39084"/>
                      <a:pt x="12967" y="39034"/>
                    </a:cubicBezTo>
                    <a:cubicBezTo>
                      <a:pt x="12984" y="38951"/>
                      <a:pt x="12992" y="38876"/>
                      <a:pt x="12992" y="38794"/>
                    </a:cubicBezTo>
                    <a:cubicBezTo>
                      <a:pt x="12992" y="38678"/>
                      <a:pt x="12942" y="38570"/>
                      <a:pt x="12868" y="38471"/>
                    </a:cubicBezTo>
                    <a:cubicBezTo>
                      <a:pt x="12834" y="38437"/>
                      <a:pt x="12801" y="38396"/>
                      <a:pt x="12760" y="38363"/>
                    </a:cubicBezTo>
                    <a:cubicBezTo>
                      <a:pt x="12710" y="38255"/>
                      <a:pt x="12627" y="38181"/>
                      <a:pt x="12544" y="38106"/>
                    </a:cubicBezTo>
                    <a:cubicBezTo>
                      <a:pt x="12453" y="38031"/>
                      <a:pt x="12370" y="37957"/>
                      <a:pt x="12279" y="37882"/>
                    </a:cubicBezTo>
                    <a:cubicBezTo>
                      <a:pt x="12271" y="37874"/>
                      <a:pt x="12263" y="37866"/>
                      <a:pt x="12254" y="37857"/>
                    </a:cubicBezTo>
                    <a:cubicBezTo>
                      <a:pt x="12279" y="37857"/>
                      <a:pt x="12304" y="37866"/>
                      <a:pt x="12329" y="37866"/>
                    </a:cubicBezTo>
                    <a:cubicBezTo>
                      <a:pt x="12470" y="37899"/>
                      <a:pt x="12611" y="37924"/>
                      <a:pt x="12760" y="37949"/>
                    </a:cubicBezTo>
                    <a:cubicBezTo>
                      <a:pt x="12872" y="37967"/>
                      <a:pt x="12988" y="37982"/>
                      <a:pt x="13102" y="37982"/>
                    </a:cubicBezTo>
                    <a:cubicBezTo>
                      <a:pt x="13249" y="37982"/>
                      <a:pt x="13395" y="37957"/>
                      <a:pt x="13530" y="37882"/>
                    </a:cubicBezTo>
                    <a:cubicBezTo>
                      <a:pt x="13663" y="37816"/>
                      <a:pt x="13754" y="37683"/>
                      <a:pt x="13779" y="37551"/>
                    </a:cubicBezTo>
                    <a:lnTo>
                      <a:pt x="13787" y="37543"/>
                    </a:lnTo>
                    <a:cubicBezTo>
                      <a:pt x="13804" y="37526"/>
                      <a:pt x="13820" y="37509"/>
                      <a:pt x="13829" y="37485"/>
                    </a:cubicBezTo>
                    <a:cubicBezTo>
                      <a:pt x="13853" y="37451"/>
                      <a:pt x="13870" y="37418"/>
                      <a:pt x="13878" y="37385"/>
                    </a:cubicBezTo>
                    <a:cubicBezTo>
                      <a:pt x="13920" y="37302"/>
                      <a:pt x="13936" y="37219"/>
                      <a:pt x="13945" y="37128"/>
                    </a:cubicBezTo>
                    <a:cubicBezTo>
                      <a:pt x="13961" y="36987"/>
                      <a:pt x="13953" y="36805"/>
                      <a:pt x="13845" y="36689"/>
                    </a:cubicBezTo>
                    <a:cubicBezTo>
                      <a:pt x="13829" y="36673"/>
                      <a:pt x="13804" y="36656"/>
                      <a:pt x="13779" y="36639"/>
                    </a:cubicBezTo>
                    <a:lnTo>
                      <a:pt x="13779" y="36631"/>
                    </a:lnTo>
                    <a:cubicBezTo>
                      <a:pt x="13771" y="36581"/>
                      <a:pt x="13762" y="36532"/>
                      <a:pt x="13754" y="36474"/>
                    </a:cubicBezTo>
                    <a:cubicBezTo>
                      <a:pt x="13729" y="36383"/>
                      <a:pt x="13688" y="36283"/>
                      <a:pt x="13588" y="36242"/>
                    </a:cubicBezTo>
                    <a:cubicBezTo>
                      <a:pt x="13550" y="36222"/>
                      <a:pt x="13508" y="36216"/>
                      <a:pt x="13464" y="36216"/>
                    </a:cubicBezTo>
                    <a:cubicBezTo>
                      <a:pt x="13415" y="36216"/>
                      <a:pt x="13364" y="36225"/>
                      <a:pt x="13315" y="36233"/>
                    </a:cubicBezTo>
                    <a:cubicBezTo>
                      <a:pt x="13274" y="36233"/>
                      <a:pt x="13232" y="36242"/>
                      <a:pt x="13191" y="36250"/>
                    </a:cubicBezTo>
                    <a:cubicBezTo>
                      <a:pt x="13174" y="36242"/>
                      <a:pt x="13158" y="36233"/>
                      <a:pt x="13141" y="36225"/>
                    </a:cubicBezTo>
                    <a:cubicBezTo>
                      <a:pt x="13066" y="36200"/>
                      <a:pt x="12992" y="36167"/>
                      <a:pt x="12917" y="36142"/>
                    </a:cubicBezTo>
                    <a:cubicBezTo>
                      <a:pt x="12776" y="36093"/>
                      <a:pt x="12636" y="36043"/>
                      <a:pt x="12495" y="35993"/>
                    </a:cubicBezTo>
                    <a:cubicBezTo>
                      <a:pt x="12370" y="35952"/>
                      <a:pt x="12254" y="35894"/>
                      <a:pt x="12147" y="35811"/>
                    </a:cubicBezTo>
                    <a:cubicBezTo>
                      <a:pt x="12056" y="35736"/>
                      <a:pt x="12006" y="35645"/>
                      <a:pt x="11940" y="35546"/>
                    </a:cubicBezTo>
                    <a:cubicBezTo>
                      <a:pt x="11998" y="35479"/>
                      <a:pt x="12056" y="35405"/>
                      <a:pt x="12097" y="35330"/>
                    </a:cubicBezTo>
                    <a:cubicBezTo>
                      <a:pt x="12263" y="35057"/>
                      <a:pt x="12329" y="34742"/>
                      <a:pt x="12271" y="34419"/>
                    </a:cubicBezTo>
                    <a:cubicBezTo>
                      <a:pt x="12271" y="34411"/>
                      <a:pt x="12263" y="34394"/>
                      <a:pt x="12254" y="34386"/>
                    </a:cubicBezTo>
                    <a:cubicBezTo>
                      <a:pt x="12337" y="34245"/>
                      <a:pt x="12404" y="34096"/>
                      <a:pt x="12470" y="33947"/>
                    </a:cubicBezTo>
                    <a:cubicBezTo>
                      <a:pt x="12586" y="33673"/>
                      <a:pt x="12677" y="33392"/>
                      <a:pt x="12752" y="33102"/>
                    </a:cubicBezTo>
                    <a:cubicBezTo>
                      <a:pt x="12859" y="32961"/>
                      <a:pt x="12959" y="32803"/>
                      <a:pt x="13042" y="32638"/>
                    </a:cubicBezTo>
                    <a:cubicBezTo>
                      <a:pt x="13249" y="32198"/>
                      <a:pt x="13356" y="31718"/>
                      <a:pt x="13406" y="31237"/>
                    </a:cubicBezTo>
                    <a:cubicBezTo>
                      <a:pt x="13414" y="31453"/>
                      <a:pt x="13423" y="31660"/>
                      <a:pt x="13423" y="31875"/>
                    </a:cubicBezTo>
                    <a:cubicBezTo>
                      <a:pt x="13423" y="32174"/>
                      <a:pt x="13406" y="32464"/>
                      <a:pt x="13365" y="32754"/>
                    </a:cubicBezTo>
                    <a:cubicBezTo>
                      <a:pt x="13323" y="33035"/>
                      <a:pt x="13232" y="33317"/>
                      <a:pt x="13224" y="33599"/>
                    </a:cubicBezTo>
                    <a:cubicBezTo>
                      <a:pt x="13216" y="33831"/>
                      <a:pt x="13274" y="34063"/>
                      <a:pt x="13414" y="34253"/>
                    </a:cubicBezTo>
                    <a:cubicBezTo>
                      <a:pt x="13406" y="34250"/>
                      <a:pt x="13398" y="34248"/>
                      <a:pt x="13390" y="34248"/>
                    </a:cubicBezTo>
                    <a:cubicBezTo>
                      <a:pt x="13338" y="34248"/>
                      <a:pt x="13289" y="34310"/>
                      <a:pt x="13332" y="34353"/>
                    </a:cubicBezTo>
                    <a:cubicBezTo>
                      <a:pt x="13456" y="34493"/>
                      <a:pt x="13588" y="34618"/>
                      <a:pt x="13721" y="34750"/>
                    </a:cubicBezTo>
                    <a:cubicBezTo>
                      <a:pt x="13845" y="34883"/>
                      <a:pt x="13911" y="35049"/>
                      <a:pt x="13978" y="35214"/>
                    </a:cubicBezTo>
                    <a:cubicBezTo>
                      <a:pt x="14036" y="35388"/>
                      <a:pt x="14085" y="35562"/>
                      <a:pt x="14127" y="35745"/>
                    </a:cubicBezTo>
                    <a:cubicBezTo>
                      <a:pt x="14143" y="35836"/>
                      <a:pt x="14160" y="35927"/>
                      <a:pt x="14177" y="36010"/>
                    </a:cubicBezTo>
                    <a:cubicBezTo>
                      <a:pt x="14201" y="36101"/>
                      <a:pt x="14210" y="36200"/>
                      <a:pt x="14251" y="36275"/>
                    </a:cubicBezTo>
                    <a:cubicBezTo>
                      <a:pt x="14259" y="36291"/>
                      <a:pt x="14268" y="36300"/>
                      <a:pt x="14284" y="36300"/>
                    </a:cubicBezTo>
                    <a:cubicBezTo>
                      <a:pt x="14301" y="36557"/>
                      <a:pt x="14293" y="36813"/>
                      <a:pt x="14400" y="37054"/>
                    </a:cubicBezTo>
                    <a:cubicBezTo>
                      <a:pt x="14483" y="37244"/>
                      <a:pt x="14624" y="37377"/>
                      <a:pt x="14806" y="37476"/>
                    </a:cubicBezTo>
                    <a:cubicBezTo>
                      <a:pt x="14905" y="37533"/>
                      <a:pt x="15081" y="37655"/>
                      <a:pt x="15223" y="37655"/>
                    </a:cubicBezTo>
                    <a:cubicBezTo>
                      <a:pt x="15248" y="37655"/>
                      <a:pt x="15273" y="37651"/>
                      <a:pt x="15295" y="37642"/>
                    </a:cubicBezTo>
                    <a:cubicBezTo>
                      <a:pt x="15494" y="37717"/>
                      <a:pt x="15685" y="37766"/>
                      <a:pt x="15875" y="37857"/>
                    </a:cubicBezTo>
                    <a:cubicBezTo>
                      <a:pt x="16074" y="37940"/>
                      <a:pt x="16223" y="38106"/>
                      <a:pt x="16447" y="38114"/>
                    </a:cubicBezTo>
                    <a:cubicBezTo>
                      <a:pt x="16463" y="38116"/>
                      <a:pt x="16480" y="38116"/>
                      <a:pt x="16496" y="38116"/>
                    </a:cubicBezTo>
                    <a:cubicBezTo>
                      <a:pt x="16684" y="38116"/>
                      <a:pt x="16858" y="38030"/>
                      <a:pt x="17010" y="37915"/>
                    </a:cubicBezTo>
                    <a:cubicBezTo>
                      <a:pt x="17085" y="37857"/>
                      <a:pt x="17159" y="37791"/>
                      <a:pt x="17217" y="37717"/>
                    </a:cubicBezTo>
                    <a:cubicBezTo>
                      <a:pt x="17234" y="37692"/>
                      <a:pt x="17251" y="37659"/>
                      <a:pt x="17267" y="37625"/>
                    </a:cubicBezTo>
                    <a:lnTo>
                      <a:pt x="17275" y="37625"/>
                    </a:lnTo>
                    <a:cubicBezTo>
                      <a:pt x="17367" y="37601"/>
                      <a:pt x="17425" y="37485"/>
                      <a:pt x="17449" y="37402"/>
                    </a:cubicBezTo>
                    <a:cubicBezTo>
                      <a:pt x="17491" y="37311"/>
                      <a:pt x="17507" y="37211"/>
                      <a:pt x="17483" y="37120"/>
                    </a:cubicBezTo>
                    <a:cubicBezTo>
                      <a:pt x="17474" y="37079"/>
                      <a:pt x="17458" y="37054"/>
                      <a:pt x="17441" y="37021"/>
                    </a:cubicBezTo>
                    <a:cubicBezTo>
                      <a:pt x="17483" y="36905"/>
                      <a:pt x="17466" y="36747"/>
                      <a:pt x="17433" y="36631"/>
                    </a:cubicBezTo>
                    <a:cubicBezTo>
                      <a:pt x="17391" y="36482"/>
                      <a:pt x="17300" y="36391"/>
                      <a:pt x="17159" y="36333"/>
                    </a:cubicBezTo>
                    <a:cubicBezTo>
                      <a:pt x="17019" y="36283"/>
                      <a:pt x="16861" y="36242"/>
                      <a:pt x="16712" y="36200"/>
                    </a:cubicBezTo>
                    <a:cubicBezTo>
                      <a:pt x="16629" y="36184"/>
                      <a:pt x="16546" y="36159"/>
                      <a:pt x="16463" y="36142"/>
                    </a:cubicBezTo>
                    <a:cubicBezTo>
                      <a:pt x="16414" y="36134"/>
                      <a:pt x="16339" y="36117"/>
                      <a:pt x="16314" y="36068"/>
                    </a:cubicBezTo>
                    <a:cubicBezTo>
                      <a:pt x="16310" y="36051"/>
                      <a:pt x="16300" y="36045"/>
                      <a:pt x="16287" y="36045"/>
                    </a:cubicBezTo>
                    <a:cubicBezTo>
                      <a:pt x="16275" y="36045"/>
                      <a:pt x="16260" y="36051"/>
                      <a:pt x="16248" y="36059"/>
                    </a:cubicBezTo>
                    <a:lnTo>
                      <a:pt x="16240" y="36051"/>
                    </a:lnTo>
                    <a:cubicBezTo>
                      <a:pt x="16165" y="35993"/>
                      <a:pt x="16099" y="35919"/>
                      <a:pt x="16041" y="35844"/>
                    </a:cubicBezTo>
                    <a:cubicBezTo>
                      <a:pt x="15908" y="35629"/>
                      <a:pt x="15850" y="35372"/>
                      <a:pt x="15776" y="35131"/>
                    </a:cubicBezTo>
                    <a:cubicBezTo>
                      <a:pt x="15701" y="34875"/>
                      <a:pt x="15618" y="34618"/>
                      <a:pt x="15535" y="34361"/>
                    </a:cubicBezTo>
                    <a:cubicBezTo>
                      <a:pt x="15461" y="34129"/>
                      <a:pt x="15370" y="33905"/>
                      <a:pt x="15287" y="33673"/>
                    </a:cubicBezTo>
                    <a:lnTo>
                      <a:pt x="15303" y="33242"/>
                    </a:lnTo>
                    <a:cubicBezTo>
                      <a:pt x="15312" y="32952"/>
                      <a:pt x="15337" y="32654"/>
                      <a:pt x="15353" y="32364"/>
                    </a:cubicBezTo>
                    <a:cubicBezTo>
                      <a:pt x="15378" y="32074"/>
                      <a:pt x="15403" y="31776"/>
                      <a:pt x="15436" y="31486"/>
                    </a:cubicBezTo>
                    <a:cubicBezTo>
                      <a:pt x="15453" y="31345"/>
                      <a:pt x="15477" y="31196"/>
                      <a:pt x="15494" y="31047"/>
                    </a:cubicBezTo>
                    <a:cubicBezTo>
                      <a:pt x="15511" y="30931"/>
                      <a:pt x="15527" y="30798"/>
                      <a:pt x="15527" y="30674"/>
                    </a:cubicBezTo>
                    <a:cubicBezTo>
                      <a:pt x="15593" y="30483"/>
                      <a:pt x="15651" y="30293"/>
                      <a:pt x="15701" y="30094"/>
                    </a:cubicBezTo>
                    <a:cubicBezTo>
                      <a:pt x="15801" y="29762"/>
                      <a:pt x="15892" y="29423"/>
                      <a:pt x="15983" y="29083"/>
                    </a:cubicBezTo>
                    <a:cubicBezTo>
                      <a:pt x="16157" y="28429"/>
                      <a:pt x="16323" y="27774"/>
                      <a:pt x="16422" y="27103"/>
                    </a:cubicBezTo>
                    <a:cubicBezTo>
                      <a:pt x="16455" y="26921"/>
                      <a:pt x="16480" y="26730"/>
                      <a:pt x="16497" y="26548"/>
                    </a:cubicBezTo>
                    <a:cubicBezTo>
                      <a:pt x="16505" y="26457"/>
                      <a:pt x="16513" y="26365"/>
                      <a:pt x="16521" y="26274"/>
                    </a:cubicBezTo>
                    <a:cubicBezTo>
                      <a:pt x="16530" y="26175"/>
                      <a:pt x="16538" y="26075"/>
                      <a:pt x="16505" y="25993"/>
                    </a:cubicBezTo>
                    <a:cubicBezTo>
                      <a:pt x="16497" y="25976"/>
                      <a:pt x="16480" y="25959"/>
                      <a:pt x="16463" y="25959"/>
                    </a:cubicBezTo>
                    <a:cubicBezTo>
                      <a:pt x="16463" y="25951"/>
                      <a:pt x="16463" y="25951"/>
                      <a:pt x="16463" y="25943"/>
                    </a:cubicBezTo>
                    <a:cubicBezTo>
                      <a:pt x="16472" y="25943"/>
                      <a:pt x="16480" y="25935"/>
                      <a:pt x="16488" y="25926"/>
                    </a:cubicBezTo>
                    <a:cubicBezTo>
                      <a:pt x="16538" y="25877"/>
                      <a:pt x="16563" y="25810"/>
                      <a:pt x="16604" y="25744"/>
                    </a:cubicBezTo>
                    <a:cubicBezTo>
                      <a:pt x="16621" y="25727"/>
                      <a:pt x="16629" y="25703"/>
                      <a:pt x="16646" y="25678"/>
                    </a:cubicBezTo>
                    <a:lnTo>
                      <a:pt x="16646" y="25678"/>
                    </a:lnTo>
                    <a:cubicBezTo>
                      <a:pt x="16637" y="25694"/>
                      <a:pt x="16637" y="25719"/>
                      <a:pt x="16629" y="25744"/>
                    </a:cubicBezTo>
                    <a:cubicBezTo>
                      <a:pt x="16613" y="25819"/>
                      <a:pt x="16571" y="25943"/>
                      <a:pt x="16621" y="26017"/>
                    </a:cubicBezTo>
                    <a:cubicBezTo>
                      <a:pt x="16632" y="26040"/>
                      <a:pt x="16650" y="26051"/>
                      <a:pt x="16671" y="26051"/>
                    </a:cubicBezTo>
                    <a:cubicBezTo>
                      <a:pt x="16682" y="26051"/>
                      <a:pt x="16693" y="26048"/>
                      <a:pt x="16704" y="26042"/>
                    </a:cubicBezTo>
                    <a:cubicBezTo>
                      <a:pt x="16787" y="26001"/>
                      <a:pt x="16811" y="25860"/>
                      <a:pt x="16828" y="25777"/>
                    </a:cubicBezTo>
                    <a:cubicBezTo>
                      <a:pt x="16845" y="25686"/>
                      <a:pt x="16861" y="25587"/>
                      <a:pt x="16861" y="25495"/>
                    </a:cubicBezTo>
                    <a:cubicBezTo>
                      <a:pt x="16869" y="25388"/>
                      <a:pt x="16869" y="25280"/>
                      <a:pt x="16869" y="25172"/>
                    </a:cubicBezTo>
                    <a:cubicBezTo>
                      <a:pt x="16878" y="25139"/>
                      <a:pt x="16886" y="25098"/>
                      <a:pt x="16894" y="25065"/>
                    </a:cubicBezTo>
                    <a:cubicBezTo>
                      <a:pt x="16903" y="25056"/>
                      <a:pt x="16919" y="25048"/>
                      <a:pt x="16919" y="25031"/>
                    </a:cubicBezTo>
                    <a:cubicBezTo>
                      <a:pt x="16944" y="24949"/>
                      <a:pt x="16969" y="24857"/>
                      <a:pt x="16977" y="24775"/>
                    </a:cubicBezTo>
                    <a:cubicBezTo>
                      <a:pt x="17010" y="24692"/>
                      <a:pt x="17052" y="24609"/>
                      <a:pt x="17101" y="24526"/>
                    </a:cubicBezTo>
                    <a:cubicBezTo>
                      <a:pt x="17251" y="24277"/>
                      <a:pt x="17474" y="24079"/>
                      <a:pt x="17632" y="23838"/>
                    </a:cubicBezTo>
                    <a:cubicBezTo>
                      <a:pt x="17764" y="23648"/>
                      <a:pt x="17839" y="23441"/>
                      <a:pt x="17889" y="23225"/>
                    </a:cubicBezTo>
                    <a:cubicBezTo>
                      <a:pt x="17996" y="23026"/>
                      <a:pt x="18087" y="22819"/>
                      <a:pt x="18162" y="22612"/>
                    </a:cubicBezTo>
                    <a:cubicBezTo>
                      <a:pt x="18203" y="22496"/>
                      <a:pt x="18237" y="22372"/>
                      <a:pt x="18270" y="22248"/>
                    </a:cubicBezTo>
                    <a:cubicBezTo>
                      <a:pt x="18278" y="22248"/>
                      <a:pt x="18286" y="22248"/>
                      <a:pt x="18295" y="22239"/>
                    </a:cubicBezTo>
                    <a:cubicBezTo>
                      <a:pt x="18435" y="22123"/>
                      <a:pt x="18493" y="21908"/>
                      <a:pt x="18535" y="21742"/>
                    </a:cubicBezTo>
                    <a:cubicBezTo>
                      <a:pt x="18585" y="21552"/>
                      <a:pt x="18601" y="21353"/>
                      <a:pt x="18593" y="21162"/>
                    </a:cubicBezTo>
                    <a:cubicBezTo>
                      <a:pt x="18593" y="21137"/>
                      <a:pt x="18593" y="21112"/>
                      <a:pt x="18593" y="21088"/>
                    </a:cubicBezTo>
                    <a:cubicBezTo>
                      <a:pt x="18609" y="21021"/>
                      <a:pt x="18626" y="20963"/>
                      <a:pt x="18634" y="20905"/>
                    </a:cubicBezTo>
                    <a:cubicBezTo>
                      <a:pt x="18667" y="20756"/>
                      <a:pt x="18692" y="20607"/>
                      <a:pt x="18709" y="20458"/>
                    </a:cubicBezTo>
                    <a:cubicBezTo>
                      <a:pt x="18725" y="20292"/>
                      <a:pt x="18734" y="20135"/>
                      <a:pt x="18734" y="19969"/>
                    </a:cubicBezTo>
                    <a:cubicBezTo>
                      <a:pt x="18734" y="19812"/>
                      <a:pt x="18734" y="19654"/>
                      <a:pt x="18684" y="19505"/>
                    </a:cubicBezTo>
                    <a:lnTo>
                      <a:pt x="18701" y="19505"/>
                    </a:lnTo>
                    <a:cubicBezTo>
                      <a:pt x="18659" y="19364"/>
                      <a:pt x="18568" y="19248"/>
                      <a:pt x="18469" y="19132"/>
                    </a:cubicBezTo>
                    <a:cubicBezTo>
                      <a:pt x="18469" y="19091"/>
                      <a:pt x="18469" y="19041"/>
                      <a:pt x="18460" y="18991"/>
                    </a:cubicBezTo>
                    <a:cubicBezTo>
                      <a:pt x="18444" y="18900"/>
                      <a:pt x="18427" y="18817"/>
                      <a:pt x="18419" y="18726"/>
                    </a:cubicBezTo>
                    <a:cubicBezTo>
                      <a:pt x="18394" y="18544"/>
                      <a:pt x="18377" y="18362"/>
                      <a:pt x="18361" y="18179"/>
                    </a:cubicBezTo>
                    <a:cubicBezTo>
                      <a:pt x="18353" y="18030"/>
                      <a:pt x="18344" y="17873"/>
                      <a:pt x="18336" y="17724"/>
                    </a:cubicBezTo>
                    <a:lnTo>
                      <a:pt x="18344" y="17715"/>
                    </a:lnTo>
                    <a:cubicBezTo>
                      <a:pt x="18402" y="17533"/>
                      <a:pt x="18419" y="17334"/>
                      <a:pt x="18435" y="17152"/>
                    </a:cubicBezTo>
                    <a:cubicBezTo>
                      <a:pt x="18435" y="17086"/>
                      <a:pt x="18444" y="17028"/>
                      <a:pt x="18452" y="16970"/>
                    </a:cubicBezTo>
                    <a:lnTo>
                      <a:pt x="18477" y="17019"/>
                    </a:lnTo>
                    <a:cubicBezTo>
                      <a:pt x="18493" y="17069"/>
                      <a:pt x="18510" y="17102"/>
                      <a:pt x="18551" y="17119"/>
                    </a:cubicBezTo>
                    <a:cubicBezTo>
                      <a:pt x="18560" y="17125"/>
                      <a:pt x="18569" y="17127"/>
                      <a:pt x="18577" y="17127"/>
                    </a:cubicBezTo>
                    <a:cubicBezTo>
                      <a:pt x="18593" y="17127"/>
                      <a:pt x="18607" y="17118"/>
                      <a:pt x="18618" y="17102"/>
                    </a:cubicBezTo>
                    <a:cubicBezTo>
                      <a:pt x="18643" y="17069"/>
                      <a:pt x="18643" y="17028"/>
                      <a:pt x="18643" y="16986"/>
                    </a:cubicBezTo>
                    <a:cubicBezTo>
                      <a:pt x="18634" y="16945"/>
                      <a:pt x="18634" y="16895"/>
                      <a:pt x="18626" y="16854"/>
                    </a:cubicBezTo>
                    <a:cubicBezTo>
                      <a:pt x="18609" y="16771"/>
                      <a:pt x="18593" y="16688"/>
                      <a:pt x="18585" y="16605"/>
                    </a:cubicBezTo>
                    <a:cubicBezTo>
                      <a:pt x="18576" y="16514"/>
                      <a:pt x="18568" y="16431"/>
                      <a:pt x="18551" y="16340"/>
                    </a:cubicBezTo>
                    <a:cubicBezTo>
                      <a:pt x="18651" y="16125"/>
                      <a:pt x="18667" y="15868"/>
                      <a:pt x="18659" y="15619"/>
                    </a:cubicBezTo>
                    <a:cubicBezTo>
                      <a:pt x="18734" y="15487"/>
                      <a:pt x="18734" y="15329"/>
                      <a:pt x="18734" y="15188"/>
                    </a:cubicBezTo>
                    <a:cubicBezTo>
                      <a:pt x="18734" y="15039"/>
                      <a:pt x="18725" y="14890"/>
                      <a:pt x="18692" y="14741"/>
                    </a:cubicBezTo>
                    <a:cubicBezTo>
                      <a:pt x="18634" y="14484"/>
                      <a:pt x="18527" y="14244"/>
                      <a:pt x="18344" y="14053"/>
                    </a:cubicBezTo>
                    <a:cubicBezTo>
                      <a:pt x="18286" y="13962"/>
                      <a:pt x="18237" y="13863"/>
                      <a:pt x="18179" y="13771"/>
                    </a:cubicBezTo>
                    <a:cubicBezTo>
                      <a:pt x="18145" y="13705"/>
                      <a:pt x="18104" y="13647"/>
                      <a:pt x="18071" y="13581"/>
                    </a:cubicBezTo>
                    <a:cubicBezTo>
                      <a:pt x="18063" y="13564"/>
                      <a:pt x="18054" y="13556"/>
                      <a:pt x="18046" y="13540"/>
                    </a:cubicBezTo>
                    <a:cubicBezTo>
                      <a:pt x="18063" y="13374"/>
                      <a:pt x="17963" y="13183"/>
                      <a:pt x="17897" y="13042"/>
                    </a:cubicBezTo>
                    <a:cubicBezTo>
                      <a:pt x="17864" y="12984"/>
                      <a:pt x="17839" y="12926"/>
                      <a:pt x="17806" y="12868"/>
                    </a:cubicBezTo>
                    <a:lnTo>
                      <a:pt x="17839" y="12868"/>
                    </a:lnTo>
                    <a:cubicBezTo>
                      <a:pt x="17864" y="12860"/>
                      <a:pt x="17872" y="12810"/>
                      <a:pt x="17855" y="12794"/>
                    </a:cubicBezTo>
                    <a:cubicBezTo>
                      <a:pt x="17806" y="12728"/>
                      <a:pt x="17739" y="12686"/>
                      <a:pt x="17673" y="12628"/>
                    </a:cubicBezTo>
                    <a:cubicBezTo>
                      <a:pt x="17632" y="12562"/>
                      <a:pt x="17590" y="12496"/>
                      <a:pt x="17549" y="12429"/>
                    </a:cubicBezTo>
                    <a:cubicBezTo>
                      <a:pt x="17541" y="12404"/>
                      <a:pt x="17524" y="12404"/>
                      <a:pt x="17507" y="12404"/>
                    </a:cubicBezTo>
                    <a:cubicBezTo>
                      <a:pt x="17474" y="12346"/>
                      <a:pt x="17449" y="12288"/>
                      <a:pt x="17416" y="12222"/>
                    </a:cubicBezTo>
                    <a:cubicBezTo>
                      <a:pt x="17358" y="12090"/>
                      <a:pt x="17317" y="11940"/>
                      <a:pt x="17275" y="11800"/>
                    </a:cubicBezTo>
                    <a:cubicBezTo>
                      <a:pt x="17300" y="11742"/>
                      <a:pt x="17292" y="11675"/>
                      <a:pt x="17284" y="11609"/>
                    </a:cubicBezTo>
                    <a:cubicBezTo>
                      <a:pt x="17275" y="11568"/>
                      <a:pt x="17275" y="11518"/>
                      <a:pt x="17267" y="11476"/>
                    </a:cubicBezTo>
                    <a:cubicBezTo>
                      <a:pt x="17267" y="11402"/>
                      <a:pt x="17267" y="11327"/>
                      <a:pt x="17259" y="11261"/>
                    </a:cubicBezTo>
                    <a:cubicBezTo>
                      <a:pt x="17251" y="11186"/>
                      <a:pt x="17242" y="11112"/>
                      <a:pt x="17234" y="11037"/>
                    </a:cubicBezTo>
                    <a:lnTo>
                      <a:pt x="17234" y="11037"/>
                    </a:lnTo>
                    <a:cubicBezTo>
                      <a:pt x="17242" y="11070"/>
                      <a:pt x="17259" y="11112"/>
                      <a:pt x="17267" y="11145"/>
                    </a:cubicBezTo>
                    <a:cubicBezTo>
                      <a:pt x="17333" y="11352"/>
                      <a:pt x="17383" y="11559"/>
                      <a:pt x="17433" y="11766"/>
                    </a:cubicBezTo>
                    <a:cubicBezTo>
                      <a:pt x="17443" y="11813"/>
                      <a:pt x="17476" y="11833"/>
                      <a:pt x="17510" y="11833"/>
                    </a:cubicBezTo>
                    <a:cubicBezTo>
                      <a:pt x="17560" y="11833"/>
                      <a:pt x="17613" y="11789"/>
                      <a:pt x="17599" y="11725"/>
                    </a:cubicBezTo>
                    <a:cubicBezTo>
                      <a:pt x="17565" y="11501"/>
                      <a:pt x="17491" y="11286"/>
                      <a:pt x="17408" y="11079"/>
                    </a:cubicBezTo>
                    <a:cubicBezTo>
                      <a:pt x="17383" y="11012"/>
                      <a:pt x="17350" y="10946"/>
                      <a:pt x="17325" y="10880"/>
                    </a:cubicBezTo>
                    <a:cubicBezTo>
                      <a:pt x="17325" y="10872"/>
                      <a:pt x="17333" y="10872"/>
                      <a:pt x="17333" y="10863"/>
                    </a:cubicBezTo>
                    <a:cubicBezTo>
                      <a:pt x="17350" y="10888"/>
                      <a:pt x="17367" y="10905"/>
                      <a:pt x="17391" y="10921"/>
                    </a:cubicBezTo>
                    <a:cubicBezTo>
                      <a:pt x="17425" y="10988"/>
                      <a:pt x="17466" y="11054"/>
                      <a:pt x="17507" y="11112"/>
                    </a:cubicBezTo>
                    <a:cubicBezTo>
                      <a:pt x="17513" y="11127"/>
                      <a:pt x="17526" y="11133"/>
                      <a:pt x="17539" y="11133"/>
                    </a:cubicBezTo>
                    <a:cubicBezTo>
                      <a:pt x="17561" y="11133"/>
                      <a:pt x="17584" y="11113"/>
                      <a:pt x="17574" y="11087"/>
                    </a:cubicBezTo>
                    <a:cubicBezTo>
                      <a:pt x="17541" y="10996"/>
                      <a:pt x="17499" y="10905"/>
                      <a:pt x="17458" y="10814"/>
                    </a:cubicBezTo>
                    <a:cubicBezTo>
                      <a:pt x="17458" y="10772"/>
                      <a:pt x="17449" y="10739"/>
                      <a:pt x="17441" y="10706"/>
                    </a:cubicBezTo>
                    <a:cubicBezTo>
                      <a:pt x="17425" y="10656"/>
                      <a:pt x="17408" y="10606"/>
                      <a:pt x="17391" y="10548"/>
                    </a:cubicBezTo>
                    <a:cubicBezTo>
                      <a:pt x="17408" y="10540"/>
                      <a:pt x="17416" y="10524"/>
                      <a:pt x="17416" y="10507"/>
                    </a:cubicBezTo>
                    <a:cubicBezTo>
                      <a:pt x="17400" y="10408"/>
                      <a:pt x="17350" y="10333"/>
                      <a:pt x="17284" y="10267"/>
                    </a:cubicBezTo>
                    <a:cubicBezTo>
                      <a:pt x="17275" y="10242"/>
                      <a:pt x="17267" y="10217"/>
                      <a:pt x="17251" y="10192"/>
                    </a:cubicBezTo>
                    <a:cubicBezTo>
                      <a:pt x="17259" y="10151"/>
                      <a:pt x="17251" y="10101"/>
                      <a:pt x="17242" y="10060"/>
                    </a:cubicBezTo>
                    <a:lnTo>
                      <a:pt x="17242" y="10060"/>
                    </a:lnTo>
                    <a:cubicBezTo>
                      <a:pt x="17259" y="10093"/>
                      <a:pt x="17284" y="10126"/>
                      <a:pt x="17317" y="10159"/>
                    </a:cubicBezTo>
                    <a:cubicBezTo>
                      <a:pt x="17321" y="10163"/>
                      <a:pt x="17328" y="10166"/>
                      <a:pt x="17336" y="10166"/>
                    </a:cubicBezTo>
                    <a:cubicBezTo>
                      <a:pt x="17356" y="10166"/>
                      <a:pt x="17383" y="10150"/>
                      <a:pt x="17383" y="10126"/>
                    </a:cubicBezTo>
                    <a:cubicBezTo>
                      <a:pt x="17375" y="10018"/>
                      <a:pt x="17309" y="9910"/>
                      <a:pt x="17267" y="9811"/>
                    </a:cubicBezTo>
                    <a:cubicBezTo>
                      <a:pt x="17275" y="9803"/>
                      <a:pt x="17275" y="9786"/>
                      <a:pt x="17284" y="9778"/>
                    </a:cubicBezTo>
                    <a:cubicBezTo>
                      <a:pt x="17300" y="9706"/>
                      <a:pt x="17285" y="9627"/>
                      <a:pt x="17262" y="9554"/>
                    </a:cubicBezTo>
                    <a:lnTo>
                      <a:pt x="17262" y="9554"/>
                    </a:lnTo>
                    <a:cubicBezTo>
                      <a:pt x="17265" y="9559"/>
                      <a:pt x="17270" y="9562"/>
                      <a:pt x="17275" y="9562"/>
                    </a:cubicBezTo>
                    <a:cubicBezTo>
                      <a:pt x="17290" y="9573"/>
                      <a:pt x="17307" y="9579"/>
                      <a:pt x="17323" y="9579"/>
                    </a:cubicBezTo>
                    <a:cubicBezTo>
                      <a:pt x="17344" y="9579"/>
                      <a:pt x="17362" y="9569"/>
                      <a:pt x="17367" y="9546"/>
                    </a:cubicBezTo>
                    <a:cubicBezTo>
                      <a:pt x="17383" y="9463"/>
                      <a:pt x="17358" y="9380"/>
                      <a:pt x="17333" y="9306"/>
                    </a:cubicBezTo>
                    <a:cubicBezTo>
                      <a:pt x="17300" y="9223"/>
                      <a:pt x="17267" y="9148"/>
                      <a:pt x="17217" y="9074"/>
                    </a:cubicBezTo>
                    <a:cubicBezTo>
                      <a:pt x="17135" y="8924"/>
                      <a:pt x="17019" y="8792"/>
                      <a:pt x="16903" y="8668"/>
                    </a:cubicBezTo>
                    <a:cubicBezTo>
                      <a:pt x="16704" y="8469"/>
                      <a:pt x="16472" y="8320"/>
                      <a:pt x="16207" y="8229"/>
                    </a:cubicBezTo>
                    <a:cubicBezTo>
                      <a:pt x="16207" y="8195"/>
                      <a:pt x="16198" y="8154"/>
                      <a:pt x="16190" y="8121"/>
                    </a:cubicBezTo>
                    <a:cubicBezTo>
                      <a:pt x="16173" y="8038"/>
                      <a:pt x="16149" y="7947"/>
                      <a:pt x="16124" y="7864"/>
                    </a:cubicBezTo>
                    <a:cubicBezTo>
                      <a:pt x="16182" y="7715"/>
                      <a:pt x="16099" y="7508"/>
                      <a:pt x="16057" y="7367"/>
                    </a:cubicBezTo>
                    <a:cubicBezTo>
                      <a:pt x="16008" y="7193"/>
                      <a:pt x="15941" y="7019"/>
                      <a:pt x="15867" y="6853"/>
                    </a:cubicBezTo>
                    <a:cubicBezTo>
                      <a:pt x="15792" y="6687"/>
                      <a:pt x="15734" y="6530"/>
                      <a:pt x="15718" y="6356"/>
                    </a:cubicBezTo>
                    <a:cubicBezTo>
                      <a:pt x="15709" y="6273"/>
                      <a:pt x="15701" y="6190"/>
                      <a:pt x="15709" y="6107"/>
                    </a:cubicBezTo>
                    <a:cubicBezTo>
                      <a:pt x="15709" y="6025"/>
                      <a:pt x="15734" y="5933"/>
                      <a:pt x="15718" y="5851"/>
                    </a:cubicBezTo>
                    <a:cubicBezTo>
                      <a:pt x="15718" y="5826"/>
                      <a:pt x="15701" y="5817"/>
                      <a:pt x="15685" y="5809"/>
                    </a:cubicBezTo>
                    <a:cubicBezTo>
                      <a:pt x="15701" y="5511"/>
                      <a:pt x="15676" y="5213"/>
                      <a:pt x="15635" y="4923"/>
                    </a:cubicBezTo>
                    <a:cubicBezTo>
                      <a:pt x="15560" y="4450"/>
                      <a:pt x="15428" y="3978"/>
                      <a:pt x="15221" y="3539"/>
                    </a:cubicBezTo>
                    <a:cubicBezTo>
                      <a:pt x="15138" y="3365"/>
                      <a:pt x="15047" y="3158"/>
                      <a:pt x="14922" y="3000"/>
                    </a:cubicBezTo>
                    <a:cubicBezTo>
                      <a:pt x="14931" y="2926"/>
                      <a:pt x="14931" y="2843"/>
                      <a:pt x="14931" y="2768"/>
                    </a:cubicBezTo>
                    <a:cubicBezTo>
                      <a:pt x="14931" y="2710"/>
                      <a:pt x="14931" y="2652"/>
                      <a:pt x="14931" y="2594"/>
                    </a:cubicBezTo>
                    <a:cubicBezTo>
                      <a:pt x="14931" y="2570"/>
                      <a:pt x="14922" y="2536"/>
                      <a:pt x="14914" y="2512"/>
                    </a:cubicBezTo>
                    <a:cubicBezTo>
                      <a:pt x="14914" y="2487"/>
                      <a:pt x="14906" y="2462"/>
                      <a:pt x="14881" y="2445"/>
                    </a:cubicBezTo>
                    <a:cubicBezTo>
                      <a:pt x="14876" y="2440"/>
                      <a:pt x="14866" y="2436"/>
                      <a:pt x="14856" y="2436"/>
                    </a:cubicBezTo>
                    <a:cubicBezTo>
                      <a:pt x="14849" y="2436"/>
                      <a:pt x="14843" y="2438"/>
                      <a:pt x="14839" y="2445"/>
                    </a:cubicBezTo>
                    <a:cubicBezTo>
                      <a:pt x="14823" y="2462"/>
                      <a:pt x="14815" y="2487"/>
                      <a:pt x="14815" y="2512"/>
                    </a:cubicBezTo>
                    <a:cubicBezTo>
                      <a:pt x="14806" y="2536"/>
                      <a:pt x="14806" y="2570"/>
                      <a:pt x="14806" y="2594"/>
                    </a:cubicBezTo>
                    <a:lnTo>
                      <a:pt x="14806" y="2760"/>
                    </a:lnTo>
                    <a:lnTo>
                      <a:pt x="14806" y="2868"/>
                    </a:lnTo>
                    <a:cubicBezTo>
                      <a:pt x="14795" y="2860"/>
                      <a:pt x="14784" y="2856"/>
                      <a:pt x="14774" y="2856"/>
                    </a:cubicBezTo>
                    <a:cubicBezTo>
                      <a:pt x="14754" y="2856"/>
                      <a:pt x="14737" y="2871"/>
                      <a:pt x="14732" y="2893"/>
                    </a:cubicBezTo>
                    <a:cubicBezTo>
                      <a:pt x="14723" y="2793"/>
                      <a:pt x="14715" y="2702"/>
                      <a:pt x="14699" y="2603"/>
                    </a:cubicBezTo>
                    <a:cubicBezTo>
                      <a:pt x="14699" y="2545"/>
                      <a:pt x="14690" y="2487"/>
                      <a:pt x="14674" y="2429"/>
                    </a:cubicBezTo>
                    <a:cubicBezTo>
                      <a:pt x="14665" y="2371"/>
                      <a:pt x="14657" y="2304"/>
                      <a:pt x="14632" y="2255"/>
                    </a:cubicBezTo>
                    <a:cubicBezTo>
                      <a:pt x="14625" y="2236"/>
                      <a:pt x="14609" y="2227"/>
                      <a:pt x="14593" y="2227"/>
                    </a:cubicBezTo>
                    <a:cubicBezTo>
                      <a:pt x="14574" y="2227"/>
                      <a:pt x="14554" y="2240"/>
                      <a:pt x="14549" y="2263"/>
                    </a:cubicBezTo>
                    <a:cubicBezTo>
                      <a:pt x="14541" y="2313"/>
                      <a:pt x="14541" y="2371"/>
                      <a:pt x="14549" y="2420"/>
                    </a:cubicBezTo>
                    <a:cubicBezTo>
                      <a:pt x="14392" y="1956"/>
                      <a:pt x="14226" y="1492"/>
                      <a:pt x="14019" y="1045"/>
                    </a:cubicBezTo>
                    <a:cubicBezTo>
                      <a:pt x="13953" y="888"/>
                      <a:pt x="13878" y="730"/>
                      <a:pt x="13812" y="581"/>
                    </a:cubicBezTo>
                    <a:cubicBezTo>
                      <a:pt x="13746" y="440"/>
                      <a:pt x="13688" y="291"/>
                      <a:pt x="13605" y="167"/>
                    </a:cubicBezTo>
                    <a:cubicBezTo>
                      <a:pt x="13535" y="65"/>
                      <a:pt x="13427" y="0"/>
                      <a:pt x="133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3" name="Google Shape;4293;p10"/>
              <p:cNvSpPr/>
              <p:nvPr/>
            </p:nvSpPr>
            <p:spPr>
              <a:xfrm>
                <a:off x="2945200" y="4251175"/>
                <a:ext cx="6825" cy="21850"/>
              </a:xfrm>
              <a:custGeom>
                <a:rect b="b" l="l" r="r" t="t"/>
                <a:pathLst>
                  <a:path extrusionOk="0" h="874" w="273">
                    <a:moveTo>
                      <a:pt x="210" y="1"/>
                    </a:moveTo>
                    <a:cubicBezTo>
                      <a:pt x="192" y="1"/>
                      <a:pt x="175" y="10"/>
                      <a:pt x="166" y="31"/>
                    </a:cubicBezTo>
                    <a:cubicBezTo>
                      <a:pt x="100" y="155"/>
                      <a:pt x="58" y="288"/>
                      <a:pt x="33" y="429"/>
                    </a:cubicBezTo>
                    <a:cubicBezTo>
                      <a:pt x="17" y="495"/>
                      <a:pt x="8" y="561"/>
                      <a:pt x="8" y="627"/>
                    </a:cubicBezTo>
                    <a:cubicBezTo>
                      <a:pt x="8" y="694"/>
                      <a:pt x="0" y="777"/>
                      <a:pt x="33" y="843"/>
                    </a:cubicBezTo>
                    <a:cubicBezTo>
                      <a:pt x="42" y="864"/>
                      <a:pt x="62" y="874"/>
                      <a:pt x="83" y="874"/>
                    </a:cubicBezTo>
                    <a:cubicBezTo>
                      <a:pt x="104" y="874"/>
                      <a:pt x="124" y="864"/>
                      <a:pt x="133" y="843"/>
                    </a:cubicBezTo>
                    <a:cubicBezTo>
                      <a:pt x="158" y="777"/>
                      <a:pt x="149" y="710"/>
                      <a:pt x="158" y="644"/>
                    </a:cubicBezTo>
                    <a:cubicBezTo>
                      <a:pt x="158" y="578"/>
                      <a:pt x="166" y="511"/>
                      <a:pt x="174" y="453"/>
                    </a:cubicBezTo>
                    <a:cubicBezTo>
                      <a:pt x="191" y="321"/>
                      <a:pt x="216" y="197"/>
                      <a:pt x="257" y="72"/>
                    </a:cubicBezTo>
                    <a:cubicBezTo>
                      <a:pt x="273" y="30"/>
                      <a:pt x="241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4" name="Google Shape;4294;p10"/>
              <p:cNvSpPr/>
              <p:nvPr/>
            </p:nvSpPr>
            <p:spPr>
              <a:xfrm>
                <a:off x="2942500" y="4255200"/>
                <a:ext cx="2500" cy="15500"/>
              </a:xfrm>
              <a:custGeom>
                <a:rect b="b" l="l" r="r" t="t"/>
                <a:pathLst>
                  <a:path extrusionOk="0" h="620" w="100">
                    <a:moveTo>
                      <a:pt x="48" y="1"/>
                    </a:moveTo>
                    <a:cubicBezTo>
                      <a:pt x="27" y="1"/>
                      <a:pt x="8" y="22"/>
                      <a:pt x="0" y="44"/>
                    </a:cubicBezTo>
                    <a:cubicBezTo>
                      <a:pt x="0" y="218"/>
                      <a:pt x="0" y="400"/>
                      <a:pt x="0" y="582"/>
                    </a:cubicBezTo>
                    <a:cubicBezTo>
                      <a:pt x="0" y="607"/>
                      <a:pt x="23" y="620"/>
                      <a:pt x="46" y="620"/>
                    </a:cubicBezTo>
                    <a:cubicBezTo>
                      <a:pt x="69" y="620"/>
                      <a:pt x="92" y="607"/>
                      <a:pt x="92" y="582"/>
                    </a:cubicBezTo>
                    <a:lnTo>
                      <a:pt x="100" y="582"/>
                    </a:lnTo>
                    <a:cubicBezTo>
                      <a:pt x="100" y="408"/>
                      <a:pt x="100" y="226"/>
                      <a:pt x="100" y="52"/>
                    </a:cubicBezTo>
                    <a:cubicBezTo>
                      <a:pt x="100" y="27"/>
                      <a:pt x="83" y="2"/>
                      <a:pt x="58" y="2"/>
                    </a:cubicBezTo>
                    <a:cubicBezTo>
                      <a:pt x="55" y="1"/>
                      <a:pt x="52" y="1"/>
                      <a:pt x="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5" name="Google Shape;4295;p10"/>
              <p:cNvSpPr/>
              <p:nvPr/>
            </p:nvSpPr>
            <p:spPr>
              <a:xfrm>
                <a:off x="3045125" y="4255200"/>
                <a:ext cx="10425" cy="25900"/>
              </a:xfrm>
              <a:custGeom>
                <a:rect b="b" l="l" r="r" t="t"/>
                <a:pathLst>
                  <a:path extrusionOk="0" h="1036" w="417">
                    <a:moveTo>
                      <a:pt x="42" y="0"/>
                    </a:moveTo>
                    <a:cubicBezTo>
                      <a:pt x="21" y="0"/>
                      <a:pt x="0" y="13"/>
                      <a:pt x="5" y="36"/>
                    </a:cubicBezTo>
                    <a:cubicBezTo>
                      <a:pt x="30" y="218"/>
                      <a:pt x="71" y="384"/>
                      <a:pt x="129" y="549"/>
                    </a:cubicBezTo>
                    <a:cubicBezTo>
                      <a:pt x="179" y="723"/>
                      <a:pt x="245" y="881"/>
                      <a:pt x="353" y="1022"/>
                    </a:cubicBezTo>
                    <a:cubicBezTo>
                      <a:pt x="360" y="1031"/>
                      <a:pt x="369" y="1035"/>
                      <a:pt x="377" y="1035"/>
                    </a:cubicBezTo>
                    <a:cubicBezTo>
                      <a:pt x="398" y="1035"/>
                      <a:pt x="417" y="1012"/>
                      <a:pt x="411" y="988"/>
                    </a:cubicBezTo>
                    <a:cubicBezTo>
                      <a:pt x="361" y="831"/>
                      <a:pt x="287" y="674"/>
                      <a:pt x="229" y="516"/>
                    </a:cubicBezTo>
                    <a:cubicBezTo>
                      <a:pt x="171" y="359"/>
                      <a:pt x="121" y="193"/>
                      <a:pt x="80" y="27"/>
                    </a:cubicBezTo>
                    <a:cubicBezTo>
                      <a:pt x="76" y="9"/>
                      <a:pt x="59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6" name="Google Shape;4296;p10"/>
              <p:cNvSpPr/>
              <p:nvPr/>
            </p:nvSpPr>
            <p:spPr>
              <a:xfrm>
                <a:off x="3057225" y="4272200"/>
                <a:ext cx="6550" cy="13875"/>
              </a:xfrm>
              <a:custGeom>
                <a:rect b="b" l="l" r="r" t="t"/>
                <a:pathLst>
                  <a:path extrusionOk="0" h="555" w="262">
                    <a:moveTo>
                      <a:pt x="55" y="0"/>
                    </a:moveTo>
                    <a:cubicBezTo>
                      <a:pt x="27" y="0"/>
                      <a:pt x="1" y="20"/>
                      <a:pt x="10" y="52"/>
                    </a:cubicBezTo>
                    <a:cubicBezTo>
                      <a:pt x="26" y="143"/>
                      <a:pt x="43" y="226"/>
                      <a:pt x="76" y="308"/>
                    </a:cubicBezTo>
                    <a:cubicBezTo>
                      <a:pt x="101" y="391"/>
                      <a:pt x="134" y="474"/>
                      <a:pt x="192" y="540"/>
                    </a:cubicBezTo>
                    <a:cubicBezTo>
                      <a:pt x="199" y="550"/>
                      <a:pt x="209" y="554"/>
                      <a:pt x="218" y="554"/>
                    </a:cubicBezTo>
                    <a:cubicBezTo>
                      <a:pt x="240" y="554"/>
                      <a:pt x="262" y="531"/>
                      <a:pt x="250" y="507"/>
                    </a:cubicBezTo>
                    <a:cubicBezTo>
                      <a:pt x="234" y="424"/>
                      <a:pt x="200" y="350"/>
                      <a:pt x="167" y="275"/>
                    </a:cubicBezTo>
                    <a:cubicBezTo>
                      <a:pt x="142" y="201"/>
                      <a:pt x="126" y="118"/>
                      <a:pt x="109" y="43"/>
                    </a:cubicBezTo>
                    <a:cubicBezTo>
                      <a:pt x="102" y="13"/>
                      <a:pt x="77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7" name="Google Shape;4297;p10"/>
              <p:cNvSpPr/>
              <p:nvPr/>
            </p:nvSpPr>
            <p:spPr>
              <a:xfrm>
                <a:off x="2928000" y="4330800"/>
                <a:ext cx="25375" cy="43000"/>
              </a:xfrm>
              <a:custGeom>
                <a:rect b="b" l="l" r="r" t="t"/>
                <a:pathLst>
                  <a:path extrusionOk="0" h="1720" w="1015">
                    <a:moveTo>
                      <a:pt x="951" y="0"/>
                    </a:moveTo>
                    <a:cubicBezTo>
                      <a:pt x="946" y="0"/>
                      <a:pt x="942" y="1"/>
                      <a:pt x="937" y="3"/>
                    </a:cubicBezTo>
                    <a:cubicBezTo>
                      <a:pt x="638" y="127"/>
                      <a:pt x="431" y="392"/>
                      <a:pt x="282" y="674"/>
                    </a:cubicBezTo>
                    <a:cubicBezTo>
                      <a:pt x="208" y="831"/>
                      <a:pt x="133" y="989"/>
                      <a:pt x="92" y="1163"/>
                    </a:cubicBezTo>
                    <a:cubicBezTo>
                      <a:pt x="42" y="1328"/>
                      <a:pt x="0" y="1519"/>
                      <a:pt x="67" y="1693"/>
                    </a:cubicBezTo>
                    <a:cubicBezTo>
                      <a:pt x="70" y="1711"/>
                      <a:pt x="86" y="1719"/>
                      <a:pt x="103" y="1719"/>
                    </a:cubicBezTo>
                    <a:cubicBezTo>
                      <a:pt x="125" y="1719"/>
                      <a:pt x="150" y="1705"/>
                      <a:pt x="150" y="1676"/>
                    </a:cubicBezTo>
                    <a:lnTo>
                      <a:pt x="150" y="1685"/>
                    </a:lnTo>
                    <a:cubicBezTo>
                      <a:pt x="174" y="1519"/>
                      <a:pt x="183" y="1353"/>
                      <a:pt x="224" y="1187"/>
                    </a:cubicBezTo>
                    <a:cubicBezTo>
                      <a:pt x="274" y="1038"/>
                      <a:pt x="332" y="889"/>
                      <a:pt x="398" y="748"/>
                    </a:cubicBezTo>
                    <a:cubicBezTo>
                      <a:pt x="531" y="483"/>
                      <a:pt x="705" y="218"/>
                      <a:pt x="970" y="85"/>
                    </a:cubicBezTo>
                    <a:cubicBezTo>
                      <a:pt x="1015" y="63"/>
                      <a:pt x="992" y="0"/>
                      <a:pt x="9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8" name="Google Shape;4298;p10"/>
              <p:cNvSpPr/>
              <p:nvPr/>
            </p:nvSpPr>
            <p:spPr>
              <a:xfrm>
                <a:off x="2929650" y="4361025"/>
                <a:ext cx="9750" cy="30525"/>
              </a:xfrm>
              <a:custGeom>
                <a:rect b="b" l="l" r="r" t="t"/>
                <a:pathLst>
                  <a:path extrusionOk="0" h="1221" w="390">
                    <a:moveTo>
                      <a:pt x="324" y="0"/>
                    </a:moveTo>
                    <a:cubicBezTo>
                      <a:pt x="307" y="0"/>
                      <a:pt x="291" y="8"/>
                      <a:pt x="282" y="28"/>
                    </a:cubicBezTo>
                    <a:cubicBezTo>
                      <a:pt x="200" y="210"/>
                      <a:pt x="133" y="401"/>
                      <a:pt x="92" y="592"/>
                    </a:cubicBezTo>
                    <a:cubicBezTo>
                      <a:pt x="42" y="782"/>
                      <a:pt x="1" y="989"/>
                      <a:pt x="26" y="1180"/>
                    </a:cubicBezTo>
                    <a:cubicBezTo>
                      <a:pt x="30" y="1208"/>
                      <a:pt x="47" y="1220"/>
                      <a:pt x="66" y="1220"/>
                    </a:cubicBezTo>
                    <a:cubicBezTo>
                      <a:pt x="86" y="1220"/>
                      <a:pt x="108" y="1206"/>
                      <a:pt x="117" y="1180"/>
                    </a:cubicBezTo>
                    <a:cubicBezTo>
                      <a:pt x="142" y="1089"/>
                      <a:pt x="150" y="989"/>
                      <a:pt x="166" y="898"/>
                    </a:cubicBezTo>
                    <a:cubicBezTo>
                      <a:pt x="175" y="807"/>
                      <a:pt x="191" y="708"/>
                      <a:pt x="216" y="616"/>
                    </a:cubicBezTo>
                    <a:cubicBezTo>
                      <a:pt x="258" y="434"/>
                      <a:pt x="307" y="252"/>
                      <a:pt x="374" y="70"/>
                    </a:cubicBezTo>
                    <a:cubicBezTo>
                      <a:pt x="390" y="31"/>
                      <a:pt x="356" y="0"/>
                      <a:pt x="3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9" name="Google Shape;4299;p10"/>
              <p:cNvSpPr/>
              <p:nvPr/>
            </p:nvSpPr>
            <p:spPr>
              <a:xfrm>
                <a:off x="2932350" y="4382100"/>
                <a:ext cx="7475" cy="29375"/>
              </a:xfrm>
              <a:custGeom>
                <a:rect b="b" l="l" r="r" t="t"/>
                <a:pathLst>
                  <a:path extrusionOk="0" h="1175" w="299">
                    <a:moveTo>
                      <a:pt x="233" y="0"/>
                    </a:moveTo>
                    <a:cubicBezTo>
                      <a:pt x="214" y="0"/>
                      <a:pt x="195" y="9"/>
                      <a:pt x="183" y="30"/>
                    </a:cubicBezTo>
                    <a:cubicBezTo>
                      <a:pt x="58" y="320"/>
                      <a:pt x="0" y="635"/>
                      <a:pt x="58" y="950"/>
                    </a:cubicBezTo>
                    <a:cubicBezTo>
                      <a:pt x="75" y="1016"/>
                      <a:pt x="92" y="1116"/>
                      <a:pt x="150" y="1157"/>
                    </a:cubicBezTo>
                    <a:cubicBezTo>
                      <a:pt x="165" y="1167"/>
                      <a:pt x="180" y="1174"/>
                      <a:pt x="196" y="1174"/>
                    </a:cubicBezTo>
                    <a:cubicBezTo>
                      <a:pt x="205" y="1174"/>
                      <a:pt x="215" y="1172"/>
                      <a:pt x="224" y="1165"/>
                    </a:cubicBezTo>
                    <a:cubicBezTo>
                      <a:pt x="257" y="1141"/>
                      <a:pt x="249" y="1099"/>
                      <a:pt x="249" y="1066"/>
                    </a:cubicBezTo>
                    <a:cubicBezTo>
                      <a:pt x="249" y="909"/>
                      <a:pt x="216" y="759"/>
                      <a:pt x="216" y="610"/>
                    </a:cubicBezTo>
                    <a:cubicBezTo>
                      <a:pt x="224" y="428"/>
                      <a:pt x="232" y="246"/>
                      <a:pt x="282" y="72"/>
                    </a:cubicBezTo>
                    <a:cubicBezTo>
                      <a:pt x="298" y="29"/>
                      <a:pt x="266" y="0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0" name="Google Shape;4300;p10"/>
              <p:cNvSpPr/>
              <p:nvPr/>
            </p:nvSpPr>
            <p:spPr>
              <a:xfrm>
                <a:off x="2941250" y="4402325"/>
                <a:ext cx="3125" cy="21100"/>
              </a:xfrm>
              <a:custGeom>
                <a:rect b="b" l="l" r="r" t="t"/>
                <a:pathLst>
                  <a:path extrusionOk="0" h="844" w="125">
                    <a:moveTo>
                      <a:pt x="75" y="0"/>
                    </a:moveTo>
                    <a:cubicBezTo>
                      <a:pt x="42" y="8"/>
                      <a:pt x="34" y="33"/>
                      <a:pt x="34" y="58"/>
                    </a:cubicBezTo>
                    <a:cubicBezTo>
                      <a:pt x="34" y="182"/>
                      <a:pt x="34" y="315"/>
                      <a:pt x="26" y="448"/>
                    </a:cubicBezTo>
                    <a:cubicBezTo>
                      <a:pt x="17" y="572"/>
                      <a:pt x="1" y="696"/>
                      <a:pt x="17" y="820"/>
                    </a:cubicBezTo>
                    <a:cubicBezTo>
                      <a:pt x="17" y="835"/>
                      <a:pt x="31" y="844"/>
                      <a:pt x="45" y="844"/>
                    </a:cubicBezTo>
                    <a:cubicBezTo>
                      <a:pt x="54" y="844"/>
                      <a:pt x="63" y="839"/>
                      <a:pt x="67" y="829"/>
                    </a:cubicBezTo>
                    <a:cubicBezTo>
                      <a:pt x="108" y="704"/>
                      <a:pt x="117" y="572"/>
                      <a:pt x="125" y="439"/>
                    </a:cubicBezTo>
                    <a:cubicBezTo>
                      <a:pt x="125" y="307"/>
                      <a:pt x="125" y="174"/>
                      <a:pt x="125" y="42"/>
                    </a:cubicBezTo>
                    <a:cubicBezTo>
                      <a:pt x="125" y="17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1" name="Google Shape;4301;p10"/>
              <p:cNvSpPr/>
              <p:nvPr/>
            </p:nvSpPr>
            <p:spPr>
              <a:xfrm>
                <a:off x="3003675" y="4383350"/>
                <a:ext cx="6175" cy="26075"/>
              </a:xfrm>
              <a:custGeom>
                <a:rect b="b" l="l" r="r" t="t"/>
                <a:pathLst>
                  <a:path extrusionOk="0" h="1043" w="247">
                    <a:moveTo>
                      <a:pt x="155" y="1"/>
                    </a:moveTo>
                    <a:cubicBezTo>
                      <a:pt x="143" y="1"/>
                      <a:pt x="130" y="5"/>
                      <a:pt x="122" y="13"/>
                    </a:cubicBezTo>
                    <a:cubicBezTo>
                      <a:pt x="80" y="80"/>
                      <a:pt x="89" y="179"/>
                      <a:pt x="89" y="254"/>
                    </a:cubicBezTo>
                    <a:cubicBezTo>
                      <a:pt x="89" y="337"/>
                      <a:pt x="89" y="419"/>
                      <a:pt x="80" y="502"/>
                    </a:cubicBezTo>
                    <a:cubicBezTo>
                      <a:pt x="64" y="668"/>
                      <a:pt x="47" y="842"/>
                      <a:pt x="6" y="1008"/>
                    </a:cubicBezTo>
                    <a:cubicBezTo>
                      <a:pt x="1" y="1028"/>
                      <a:pt x="24" y="1042"/>
                      <a:pt x="47" y="1042"/>
                    </a:cubicBezTo>
                    <a:cubicBezTo>
                      <a:pt x="61" y="1042"/>
                      <a:pt x="74" y="1037"/>
                      <a:pt x="80" y="1024"/>
                    </a:cubicBezTo>
                    <a:cubicBezTo>
                      <a:pt x="138" y="859"/>
                      <a:pt x="196" y="701"/>
                      <a:pt x="221" y="527"/>
                    </a:cubicBezTo>
                    <a:cubicBezTo>
                      <a:pt x="230" y="436"/>
                      <a:pt x="238" y="353"/>
                      <a:pt x="238" y="262"/>
                    </a:cubicBezTo>
                    <a:lnTo>
                      <a:pt x="238" y="270"/>
                    </a:lnTo>
                    <a:cubicBezTo>
                      <a:pt x="238" y="187"/>
                      <a:pt x="246" y="71"/>
                      <a:pt x="188" y="13"/>
                    </a:cubicBezTo>
                    <a:cubicBezTo>
                      <a:pt x="180" y="5"/>
                      <a:pt x="167" y="1"/>
                      <a:pt x="1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2" name="Google Shape;4302;p10"/>
              <p:cNvSpPr/>
              <p:nvPr/>
            </p:nvSpPr>
            <p:spPr>
              <a:xfrm>
                <a:off x="3004425" y="4370825"/>
                <a:ext cx="2300" cy="5425"/>
              </a:xfrm>
              <a:custGeom>
                <a:rect b="b" l="l" r="r" t="t"/>
                <a:pathLst>
                  <a:path extrusionOk="0" h="217" w="92">
                    <a:moveTo>
                      <a:pt x="67" y="1"/>
                    </a:moveTo>
                    <a:cubicBezTo>
                      <a:pt x="59" y="1"/>
                      <a:pt x="50" y="1"/>
                      <a:pt x="42" y="17"/>
                    </a:cubicBezTo>
                    <a:cubicBezTo>
                      <a:pt x="42" y="26"/>
                      <a:pt x="34" y="42"/>
                      <a:pt x="26" y="50"/>
                    </a:cubicBezTo>
                    <a:cubicBezTo>
                      <a:pt x="17" y="67"/>
                      <a:pt x="17" y="84"/>
                      <a:pt x="17" y="100"/>
                    </a:cubicBezTo>
                    <a:cubicBezTo>
                      <a:pt x="9" y="125"/>
                      <a:pt x="9" y="150"/>
                      <a:pt x="1" y="175"/>
                    </a:cubicBezTo>
                    <a:cubicBezTo>
                      <a:pt x="1" y="191"/>
                      <a:pt x="17" y="216"/>
                      <a:pt x="34" y="216"/>
                    </a:cubicBezTo>
                    <a:cubicBezTo>
                      <a:pt x="50" y="216"/>
                      <a:pt x="75" y="208"/>
                      <a:pt x="75" y="183"/>
                    </a:cubicBezTo>
                    <a:cubicBezTo>
                      <a:pt x="75" y="158"/>
                      <a:pt x="84" y="133"/>
                      <a:pt x="84" y="108"/>
                    </a:cubicBezTo>
                    <a:cubicBezTo>
                      <a:pt x="92" y="92"/>
                      <a:pt x="92" y="75"/>
                      <a:pt x="92" y="59"/>
                    </a:cubicBezTo>
                    <a:cubicBezTo>
                      <a:pt x="92" y="50"/>
                      <a:pt x="92" y="34"/>
                      <a:pt x="92" y="17"/>
                    </a:cubicBezTo>
                    <a:cubicBezTo>
                      <a:pt x="92" y="9"/>
                      <a:pt x="75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3" name="Google Shape;4303;p10"/>
              <p:cNvSpPr/>
              <p:nvPr/>
            </p:nvSpPr>
            <p:spPr>
              <a:xfrm>
                <a:off x="3012300" y="4386000"/>
                <a:ext cx="3550" cy="13925"/>
              </a:xfrm>
              <a:custGeom>
                <a:rect b="b" l="l" r="r" t="t"/>
                <a:pathLst>
                  <a:path extrusionOk="0" h="557" w="142">
                    <a:moveTo>
                      <a:pt x="62" y="0"/>
                    </a:moveTo>
                    <a:cubicBezTo>
                      <a:pt x="41" y="0"/>
                      <a:pt x="22" y="13"/>
                      <a:pt x="17" y="40"/>
                    </a:cubicBezTo>
                    <a:cubicBezTo>
                      <a:pt x="1" y="123"/>
                      <a:pt x="25" y="206"/>
                      <a:pt x="25" y="280"/>
                    </a:cubicBezTo>
                    <a:cubicBezTo>
                      <a:pt x="25" y="363"/>
                      <a:pt x="34" y="446"/>
                      <a:pt x="25" y="521"/>
                    </a:cubicBezTo>
                    <a:cubicBezTo>
                      <a:pt x="21" y="543"/>
                      <a:pt x="39" y="556"/>
                      <a:pt x="57" y="556"/>
                    </a:cubicBezTo>
                    <a:cubicBezTo>
                      <a:pt x="72" y="556"/>
                      <a:pt x="88" y="547"/>
                      <a:pt x="92" y="529"/>
                    </a:cubicBezTo>
                    <a:cubicBezTo>
                      <a:pt x="108" y="446"/>
                      <a:pt x="133" y="363"/>
                      <a:pt x="133" y="280"/>
                    </a:cubicBezTo>
                    <a:cubicBezTo>
                      <a:pt x="141" y="197"/>
                      <a:pt x="141" y="106"/>
                      <a:pt x="108" y="23"/>
                    </a:cubicBezTo>
                    <a:cubicBezTo>
                      <a:pt x="97" y="9"/>
                      <a:pt x="79" y="0"/>
                      <a:pt x="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4" name="Google Shape;4304;p10"/>
              <p:cNvSpPr/>
              <p:nvPr/>
            </p:nvSpPr>
            <p:spPr>
              <a:xfrm>
                <a:off x="3016450" y="4384825"/>
                <a:ext cx="3750" cy="9425"/>
              </a:xfrm>
              <a:custGeom>
                <a:rect b="b" l="l" r="r" t="t"/>
                <a:pathLst>
                  <a:path extrusionOk="0" h="377" w="150">
                    <a:moveTo>
                      <a:pt x="96" y="1"/>
                    </a:moveTo>
                    <a:cubicBezTo>
                      <a:pt x="85" y="1"/>
                      <a:pt x="74" y="5"/>
                      <a:pt x="67" y="12"/>
                    </a:cubicBezTo>
                    <a:cubicBezTo>
                      <a:pt x="58" y="29"/>
                      <a:pt x="50" y="46"/>
                      <a:pt x="42" y="62"/>
                    </a:cubicBezTo>
                    <a:cubicBezTo>
                      <a:pt x="33" y="70"/>
                      <a:pt x="33" y="87"/>
                      <a:pt x="33" y="104"/>
                    </a:cubicBezTo>
                    <a:cubicBezTo>
                      <a:pt x="25" y="112"/>
                      <a:pt x="25" y="120"/>
                      <a:pt x="17" y="128"/>
                    </a:cubicBezTo>
                    <a:cubicBezTo>
                      <a:pt x="17" y="137"/>
                      <a:pt x="17" y="145"/>
                      <a:pt x="17" y="153"/>
                    </a:cubicBezTo>
                    <a:cubicBezTo>
                      <a:pt x="17" y="170"/>
                      <a:pt x="17" y="186"/>
                      <a:pt x="17" y="203"/>
                    </a:cubicBezTo>
                    <a:cubicBezTo>
                      <a:pt x="9" y="236"/>
                      <a:pt x="9" y="269"/>
                      <a:pt x="0" y="302"/>
                    </a:cubicBezTo>
                    <a:cubicBezTo>
                      <a:pt x="0" y="336"/>
                      <a:pt x="25" y="369"/>
                      <a:pt x="58" y="377"/>
                    </a:cubicBezTo>
                    <a:cubicBezTo>
                      <a:pt x="91" y="377"/>
                      <a:pt x="125" y="352"/>
                      <a:pt x="125" y="319"/>
                    </a:cubicBezTo>
                    <a:cubicBezTo>
                      <a:pt x="133" y="269"/>
                      <a:pt x="141" y="228"/>
                      <a:pt x="141" y="178"/>
                    </a:cubicBezTo>
                    <a:cubicBezTo>
                      <a:pt x="149" y="162"/>
                      <a:pt x="149" y="153"/>
                      <a:pt x="149" y="137"/>
                    </a:cubicBezTo>
                    <a:cubicBezTo>
                      <a:pt x="149" y="128"/>
                      <a:pt x="149" y="112"/>
                      <a:pt x="141" y="104"/>
                    </a:cubicBezTo>
                    <a:lnTo>
                      <a:pt x="141" y="95"/>
                    </a:lnTo>
                    <a:cubicBezTo>
                      <a:pt x="141" y="87"/>
                      <a:pt x="141" y="79"/>
                      <a:pt x="141" y="62"/>
                    </a:cubicBezTo>
                    <a:cubicBezTo>
                      <a:pt x="141" y="46"/>
                      <a:pt x="133" y="37"/>
                      <a:pt x="133" y="21"/>
                    </a:cubicBezTo>
                    <a:cubicBezTo>
                      <a:pt x="124" y="7"/>
                      <a:pt x="110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5" name="Google Shape;4305;p10"/>
              <p:cNvSpPr/>
              <p:nvPr/>
            </p:nvSpPr>
            <p:spPr>
              <a:xfrm>
                <a:off x="3065750" y="4354375"/>
                <a:ext cx="5200" cy="21200"/>
              </a:xfrm>
              <a:custGeom>
                <a:rect b="b" l="l" r="r" t="t"/>
                <a:pathLst>
                  <a:path extrusionOk="0" h="848" w="208">
                    <a:moveTo>
                      <a:pt x="84" y="1"/>
                    </a:moveTo>
                    <a:cubicBezTo>
                      <a:pt x="67" y="1"/>
                      <a:pt x="49" y="9"/>
                      <a:pt x="42" y="29"/>
                    </a:cubicBezTo>
                    <a:cubicBezTo>
                      <a:pt x="0" y="153"/>
                      <a:pt x="25" y="286"/>
                      <a:pt x="25" y="410"/>
                    </a:cubicBezTo>
                    <a:cubicBezTo>
                      <a:pt x="25" y="534"/>
                      <a:pt x="33" y="667"/>
                      <a:pt x="17" y="800"/>
                    </a:cubicBezTo>
                    <a:cubicBezTo>
                      <a:pt x="12" y="831"/>
                      <a:pt x="36" y="847"/>
                      <a:pt x="61" y="847"/>
                    </a:cubicBezTo>
                    <a:cubicBezTo>
                      <a:pt x="82" y="847"/>
                      <a:pt x="104" y="835"/>
                      <a:pt x="108" y="808"/>
                    </a:cubicBezTo>
                    <a:cubicBezTo>
                      <a:pt x="141" y="675"/>
                      <a:pt x="174" y="551"/>
                      <a:pt x="183" y="427"/>
                    </a:cubicBezTo>
                    <a:cubicBezTo>
                      <a:pt x="191" y="294"/>
                      <a:pt x="207" y="145"/>
                      <a:pt x="133" y="29"/>
                    </a:cubicBezTo>
                    <a:cubicBezTo>
                      <a:pt x="124" y="12"/>
                      <a:pt x="104" y="1"/>
                      <a:pt x="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6" name="Google Shape;4306;p10"/>
              <p:cNvSpPr/>
              <p:nvPr/>
            </p:nvSpPr>
            <p:spPr>
              <a:xfrm>
                <a:off x="3063875" y="4338425"/>
                <a:ext cx="2300" cy="6750"/>
              </a:xfrm>
              <a:custGeom>
                <a:rect b="b" l="l" r="r" t="t"/>
                <a:pathLst>
                  <a:path extrusionOk="0" h="270" w="92">
                    <a:moveTo>
                      <a:pt x="38" y="0"/>
                    </a:moveTo>
                    <a:cubicBezTo>
                      <a:pt x="30" y="0"/>
                      <a:pt x="21" y="4"/>
                      <a:pt x="17" y="12"/>
                    </a:cubicBezTo>
                    <a:cubicBezTo>
                      <a:pt x="9" y="21"/>
                      <a:pt x="1" y="29"/>
                      <a:pt x="1" y="37"/>
                    </a:cubicBezTo>
                    <a:cubicBezTo>
                      <a:pt x="1" y="54"/>
                      <a:pt x="1" y="62"/>
                      <a:pt x="1" y="79"/>
                    </a:cubicBezTo>
                    <a:lnTo>
                      <a:pt x="1" y="128"/>
                    </a:lnTo>
                    <a:cubicBezTo>
                      <a:pt x="1" y="162"/>
                      <a:pt x="1" y="195"/>
                      <a:pt x="9" y="236"/>
                    </a:cubicBezTo>
                    <a:cubicBezTo>
                      <a:pt x="9" y="253"/>
                      <a:pt x="34" y="269"/>
                      <a:pt x="50" y="269"/>
                    </a:cubicBezTo>
                    <a:cubicBezTo>
                      <a:pt x="75" y="261"/>
                      <a:pt x="92" y="244"/>
                      <a:pt x="92" y="220"/>
                    </a:cubicBezTo>
                    <a:cubicBezTo>
                      <a:pt x="84" y="186"/>
                      <a:pt x="84" y="153"/>
                      <a:pt x="84" y="120"/>
                    </a:cubicBezTo>
                    <a:cubicBezTo>
                      <a:pt x="84" y="104"/>
                      <a:pt x="84" y="87"/>
                      <a:pt x="75" y="62"/>
                    </a:cubicBezTo>
                    <a:lnTo>
                      <a:pt x="75" y="62"/>
                    </a:lnTo>
                    <a:lnTo>
                      <a:pt x="84" y="70"/>
                    </a:lnTo>
                    <a:cubicBezTo>
                      <a:pt x="84" y="62"/>
                      <a:pt x="84" y="46"/>
                      <a:pt x="75" y="37"/>
                    </a:cubicBezTo>
                    <a:cubicBezTo>
                      <a:pt x="75" y="29"/>
                      <a:pt x="67" y="21"/>
                      <a:pt x="59" y="12"/>
                    </a:cubicBezTo>
                    <a:cubicBezTo>
                      <a:pt x="55" y="4"/>
                      <a:pt x="46" y="0"/>
                      <a:pt x="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7" name="Google Shape;4307;p10"/>
              <p:cNvSpPr/>
              <p:nvPr/>
            </p:nvSpPr>
            <p:spPr>
              <a:xfrm>
                <a:off x="3059175" y="4329400"/>
                <a:ext cx="3625" cy="2725"/>
              </a:xfrm>
              <a:custGeom>
                <a:rect b="b" l="l" r="r" t="t"/>
                <a:pathLst>
                  <a:path extrusionOk="0" h="109" w="145">
                    <a:moveTo>
                      <a:pt x="80" y="0"/>
                    </a:moveTo>
                    <a:cubicBezTo>
                      <a:pt x="77" y="0"/>
                      <a:pt x="75" y="0"/>
                      <a:pt x="73" y="1"/>
                    </a:cubicBezTo>
                    <a:cubicBezTo>
                      <a:pt x="1" y="9"/>
                      <a:pt x="14" y="109"/>
                      <a:pt x="74" y="109"/>
                    </a:cubicBezTo>
                    <a:cubicBezTo>
                      <a:pt x="76" y="109"/>
                      <a:pt x="79" y="109"/>
                      <a:pt x="81" y="108"/>
                    </a:cubicBezTo>
                    <a:cubicBezTo>
                      <a:pt x="145" y="100"/>
                      <a:pt x="139" y="0"/>
                      <a:pt x="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8" name="Google Shape;4308;p10"/>
              <p:cNvSpPr/>
              <p:nvPr/>
            </p:nvSpPr>
            <p:spPr>
              <a:xfrm>
                <a:off x="2775550" y="4270475"/>
                <a:ext cx="12475" cy="27600"/>
              </a:xfrm>
              <a:custGeom>
                <a:rect b="b" l="l" r="r" t="t"/>
                <a:pathLst>
                  <a:path extrusionOk="0" h="1104" w="499">
                    <a:moveTo>
                      <a:pt x="428" y="1"/>
                    </a:moveTo>
                    <a:cubicBezTo>
                      <a:pt x="413" y="1"/>
                      <a:pt x="399" y="7"/>
                      <a:pt x="390" y="21"/>
                    </a:cubicBezTo>
                    <a:cubicBezTo>
                      <a:pt x="232" y="270"/>
                      <a:pt x="100" y="543"/>
                      <a:pt x="42" y="841"/>
                    </a:cubicBezTo>
                    <a:cubicBezTo>
                      <a:pt x="25" y="916"/>
                      <a:pt x="0" y="1015"/>
                      <a:pt x="58" y="1082"/>
                    </a:cubicBezTo>
                    <a:cubicBezTo>
                      <a:pt x="76" y="1097"/>
                      <a:pt x="92" y="1104"/>
                      <a:pt x="108" y="1104"/>
                    </a:cubicBezTo>
                    <a:cubicBezTo>
                      <a:pt x="161" y="1104"/>
                      <a:pt x="203" y="1033"/>
                      <a:pt x="216" y="982"/>
                    </a:cubicBezTo>
                    <a:cubicBezTo>
                      <a:pt x="241" y="833"/>
                      <a:pt x="257" y="684"/>
                      <a:pt x="299" y="543"/>
                    </a:cubicBezTo>
                    <a:cubicBezTo>
                      <a:pt x="340" y="377"/>
                      <a:pt x="398" y="220"/>
                      <a:pt x="481" y="71"/>
                    </a:cubicBezTo>
                    <a:cubicBezTo>
                      <a:pt x="498" y="36"/>
                      <a:pt x="462" y="1"/>
                      <a:pt x="4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9" name="Google Shape;4309;p10"/>
              <p:cNvSpPr/>
              <p:nvPr/>
            </p:nvSpPr>
            <p:spPr>
              <a:xfrm>
                <a:off x="2781550" y="4286525"/>
                <a:ext cx="4575" cy="13600"/>
              </a:xfrm>
              <a:custGeom>
                <a:rect b="b" l="l" r="r" t="t"/>
                <a:pathLst>
                  <a:path extrusionOk="0" h="544" w="183">
                    <a:moveTo>
                      <a:pt x="133" y="1"/>
                    </a:moveTo>
                    <a:cubicBezTo>
                      <a:pt x="108" y="1"/>
                      <a:pt x="83" y="25"/>
                      <a:pt x="75" y="50"/>
                    </a:cubicBezTo>
                    <a:cubicBezTo>
                      <a:pt x="59" y="125"/>
                      <a:pt x="42" y="199"/>
                      <a:pt x="34" y="282"/>
                    </a:cubicBezTo>
                    <a:cubicBezTo>
                      <a:pt x="25" y="315"/>
                      <a:pt x="17" y="349"/>
                      <a:pt x="17" y="390"/>
                    </a:cubicBezTo>
                    <a:cubicBezTo>
                      <a:pt x="9" y="431"/>
                      <a:pt x="1" y="473"/>
                      <a:pt x="17" y="514"/>
                    </a:cubicBezTo>
                    <a:cubicBezTo>
                      <a:pt x="17" y="530"/>
                      <a:pt x="35" y="543"/>
                      <a:pt x="52" y="543"/>
                    </a:cubicBezTo>
                    <a:cubicBezTo>
                      <a:pt x="61" y="543"/>
                      <a:pt x="69" y="539"/>
                      <a:pt x="75" y="531"/>
                    </a:cubicBezTo>
                    <a:cubicBezTo>
                      <a:pt x="83" y="514"/>
                      <a:pt x="100" y="498"/>
                      <a:pt x="100" y="473"/>
                    </a:cubicBezTo>
                    <a:cubicBezTo>
                      <a:pt x="108" y="456"/>
                      <a:pt x="108" y="431"/>
                      <a:pt x="117" y="415"/>
                    </a:cubicBezTo>
                    <a:cubicBezTo>
                      <a:pt x="125" y="373"/>
                      <a:pt x="133" y="340"/>
                      <a:pt x="141" y="299"/>
                    </a:cubicBezTo>
                    <a:cubicBezTo>
                      <a:pt x="158" y="224"/>
                      <a:pt x="166" y="141"/>
                      <a:pt x="183" y="67"/>
                    </a:cubicBezTo>
                    <a:cubicBezTo>
                      <a:pt x="183" y="34"/>
                      <a:pt x="158" y="9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0" name="Google Shape;4310;p10"/>
              <p:cNvSpPr/>
              <p:nvPr/>
            </p:nvSpPr>
            <p:spPr>
              <a:xfrm>
                <a:off x="2785075" y="4294750"/>
                <a:ext cx="4775" cy="14200"/>
              </a:xfrm>
              <a:custGeom>
                <a:rect b="b" l="l" r="r" t="t"/>
                <a:pathLst>
                  <a:path extrusionOk="0" h="568" w="191">
                    <a:moveTo>
                      <a:pt x="118" y="1"/>
                    </a:moveTo>
                    <a:cubicBezTo>
                      <a:pt x="94" y="1"/>
                      <a:pt x="65" y="16"/>
                      <a:pt x="58" y="36"/>
                    </a:cubicBezTo>
                    <a:cubicBezTo>
                      <a:pt x="34" y="119"/>
                      <a:pt x="17" y="202"/>
                      <a:pt x="0" y="285"/>
                    </a:cubicBezTo>
                    <a:cubicBezTo>
                      <a:pt x="0" y="318"/>
                      <a:pt x="0" y="359"/>
                      <a:pt x="0" y="401"/>
                    </a:cubicBezTo>
                    <a:lnTo>
                      <a:pt x="0" y="467"/>
                    </a:lnTo>
                    <a:cubicBezTo>
                      <a:pt x="0" y="492"/>
                      <a:pt x="0" y="508"/>
                      <a:pt x="9" y="533"/>
                    </a:cubicBezTo>
                    <a:cubicBezTo>
                      <a:pt x="17" y="555"/>
                      <a:pt x="42" y="567"/>
                      <a:pt x="66" y="567"/>
                    </a:cubicBezTo>
                    <a:cubicBezTo>
                      <a:pt x="87" y="567"/>
                      <a:pt x="108" y="557"/>
                      <a:pt x="116" y="533"/>
                    </a:cubicBezTo>
                    <a:cubicBezTo>
                      <a:pt x="125" y="517"/>
                      <a:pt x="125" y="492"/>
                      <a:pt x="125" y="475"/>
                    </a:cubicBezTo>
                    <a:cubicBezTo>
                      <a:pt x="125" y="459"/>
                      <a:pt x="133" y="434"/>
                      <a:pt x="133" y="417"/>
                    </a:cubicBezTo>
                    <a:cubicBezTo>
                      <a:pt x="133" y="376"/>
                      <a:pt x="141" y="343"/>
                      <a:pt x="141" y="301"/>
                    </a:cubicBezTo>
                    <a:cubicBezTo>
                      <a:pt x="150" y="227"/>
                      <a:pt x="166" y="152"/>
                      <a:pt x="183" y="78"/>
                    </a:cubicBezTo>
                    <a:cubicBezTo>
                      <a:pt x="191" y="44"/>
                      <a:pt x="166" y="11"/>
                      <a:pt x="133" y="3"/>
                    </a:cubicBezTo>
                    <a:cubicBezTo>
                      <a:pt x="129" y="1"/>
                      <a:pt x="124" y="1"/>
                      <a:pt x="1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1" name="Google Shape;4311;p10"/>
              <p:cNvSpPr/>
              <p:nvPr/>
            </p:nvSpPr>
            <p:spPr>
              <a:xfrm>
                <a:off x="2823175" y="4354500"/>
                <a:ext cx="7400" cy="33100"/>
              </a:xfrm>
              <a:custGeom>
                <a:rect b="b" l="l" r="r" t="t"/>
                <a:pathLst>
                  <a:path extrusionOk="0" h="1324" w="296">
                    <a:moveTo>
                      <a:pt x="251" y="1"/>
                    </a:moveTo>
                    <a:cubicBezTo>
                      <a:pt x="237" y="1"/>
                      <a:pt x="223" y="8"/>
                      <a:pt x="216" y="24"/>
                    </a:cubicBezTo>
                    <a:cubicBezTo>
                      <a:pt x="133" y="231"/>
                      <a:pt x="67" y="438"/>
                      <a:pt x="42" y="662"/>
                    </a:cubicBezTo>
                    <a:cubicBezTo>
                      <a:pt x="26" y="770"/>
                      <a:pt x="26" y="877"/>
                      <a:pt x="26" y="985"/>
                    </a:cubicBezTo>
                    <a:cubicBezTo>
                      <a:pt x="26" y="1085"/>
                      <a:pt x="1" y="1250"/>
                      <a:pt x="92" y="1308"/>
                    </a:cubicBezTo>
                    <a:cubicBezTo>
                      <a:pt x="106" y="1317"/>
                      <a:pt x="122" y="1324"/>
                      <a:pt x="138" y="1324"/>
                    </a:cubicBezTo>
                    <a:cubicBezTo>
                      <a:pt x="151" y="1324"/>
                      <a:pt x="164" y="1319"/>
                      <a:pt x="175" y="1308"/>
                    </a:cubicBezTo>
                    <a:cubicBezTo>
                      <a:pt x="249" y="1234"/>
                      <a:pt x="216" y="1101"/>
                      <a:pt x="216" y="1010"/>
                    </a:cubicBezTo>
                    <a:cubicBezTo>
                      <a:pt x="208" y="902"/>
                      <a:pt x="216" y="795"/>
                      <a:pt x="216" y="687"/>
                    </a:cubicBezTo>
                    <a:cubicBezTo>
                      <a:pt x="233" y="471"/>
                      <a:pt x="249" y="256"/>
                      <a:pt x="291" y="49"/>
                    </a:cubicBezTo>
                    <a:cubicBezTo>
                      <a:pt x="296" y="19"/>
                      <a:pt x="273" y="1"/>
                      <a:pt x="2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2" name="Google Shape;4312;p10"/>
              <p:cNvSpPr/>
              <p:nvPr/>
            </p:nvSpPr>
            <p:spPr>
              <a:xfrm>
                <a:off x="2829200" y="4372200"/>
                <a:ext cx="3950" cy="16675"/>
              </a:xfrm>
              <a:custGeom>
                <a:rect b="b" l="l" r="r" t="t"/>
                <a:pathLst>
                  <a:path extrusionOk="0" h="667" w="158">
                    <a:moveTo>
                      <a:pt x="101" y="1"/>
                    </a:moveTo>
                    <a:cubicBezTo>
                      <a:pt x="81" y="1"/>
                      <a:pt x="62" y="12"/>
                      <a:pt x="58" y="37"/>
                    </a:cubicBezTo>
                    <a:cubicBezTo>
                      <a:pt x="50" y="136"/>
                      <a:pt x="33" y="236"/>
                      <a:pt x="25" y="335"/>
                    </a:cubicBezTo>
                    <a:cubicBezTo>
                      <a:pt x="17" y="435"/>
                      <a:pt x="0" y="534"/>
                      <a:pt x="8" y="633"/>
                    </a:cubicBezTo>
                    <a:cubicBezTo>
                      <a:pt x="13" y="653"/>
                      <a:pt x="35" y="666"/>
                      <a:pt x="54" y="666"/>
                    </a:cubicBezTo>
                    <a:cubicBezTo>
                      <a:pt x="67" y="666"/>
                      <a:pt x="80" y="659"/>
                      <a:pt x="83" y="642"/>
                    </a:cubicBezTo>
                    <a:cubicBezTo>
                      <a:pt x="116" y="551"/>
                      <a:pt x="124" y="443"/>
                      <a:pt x="133" y="352"/>
                    </a:cubicBezTo>
                    <a:cubicBezTo>
                      <a:pt x="141" y="252"/>
                      <a:pt x="149" y="153"/>
                      <a:pt x="158" y="53"/>
                    </a:cubicBezTo>
                    <a:cubicBezTo>
                      <a:pt x="158" y="20"/>
                      <a:pt x="128" y="1"/>
                      <a:pt x="1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3" name="Google Shape;4313;p10"/>
              <p:cNvSpPr/>
              <p:nvPr/>
            </p:nvSpPr>
            <p:spPr>
              <a:xfrm>
                <a:off x="2829825" y="4397550"/>
                <a:ext cx="9750" cy="35625"/>
              </a:xfrm>
              <a:custGeom>
                <a:rect b="b" l="l" r="r" t="t"/>
                <a:pathLst>
                  <a:path extrusionOk="0" h="1425" w="390">
                    <a:moveTo>
                      <a:pt x="347" y="1"/>
                    </a:moveTo>
                    <a:cubicBezTo>
                      <a:pt x="334" y="1"/>
                      <a:pt x="319" y="9"/>
                      <a:pt x="315" y="25"/>
                    </a:cubicBezTo>
                    <a:cubicBezTo>
                      <a:pt x="298" y="257"/>
                      <a:pt x="240" y="489"/>
                      <a:pt x="191" y="713"/>
                    </a:cubicBezTo>
                    <a:cubicBezTo>
                      <a:pt x="166" y="829"/>
                      <a:pt x="133" y="937"/>
                      <a:pt x="99" y="1053"/>
                    </a:cubicBezTo>
                    <a:cubicBezTo>
                      <a:pt x="75" y="1144"/>
                      <a:pt x="0" y="1276"/>
                      <a:pt x="25" y="1376"/>
                    </a:cubicBezTo>
                    <a:cubicBezTo>
                      <a:pt x="31" y="1404"/>
                      <a:pt x="51" y="1424"/>
                      <a:pt x="77" y="1424"/>
                    </a:cubicBezTo>
                    <a:cubicBezTo>
                      <a:pt x="89" y="1424"/>
                      <a:pt x="103" y="1420"/>
                      <a:pt x="116" y="1409"/>
                    </a:cubicBezTo>
                    <a:cubicBezTo>
                      <a:pt x="207" y="1351"/>
                      <a:pt x="232" y="1194"/>
                      <a:pt x="265" y="1094"/>
                    </a:cubicBezTo>
                    <a:cubicBezTo>
                      <a:pt x="298" y="978"/>
                      <a:pt x="323" y="862"/>
                      <a:pt x="348" y="746"/>
                    </a:cubicBezTo>
                    <a:cubicBezTo>
                      <a:pt x="389" y="506"/>
                      <a:pt x="381" y="266"/>
                      <a:pt x="373" y="25"/>
                    </a:cubicBezTo>
                    <a:cubicBezTo>
                      <a:pt x="373" y="9"/>
                      <a:pt x="360" y="1"/>
                      <a:pt x="3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4" name="Google Shape;4314;p10"/>
              <p:cNvSpPr/>
              <p:nvPr/>
            </p:nvSpPr>
            <p:spPr>
              <a:xfrm>
                <a:off x="2836500" y="4417625"/>
                <a:ext cx="10100" cy="16425"/>
              </a:xfrm>
              <a:custGeom>
                <a:rect b="b" l="l" r="r" t="t"/>
                <a:pathLst>
                  <a:path extrusionOk="0" h="657" w="404">
                    <a:moveTo>
                      <a:pt x="335" y="0"/>
                    </a:moveTo>
                    <a:cubicBezTo>
                      <a:pt x="316" y="0"/>
                      <a:pt x="297" y="10"/>
                      <a:pt x="288" y="34"/>
                    </a:cubicBezTo>
                    <a:lnTo>
                      <a:pt x="296" y="34"/>
                    </a:lnTo>
                    <a:cubicBezTo>
                      <a:pt x="255" y="134"/>
                      <a:pt x="214" y="233"/>
                      <a:pt x="156" y="324"/>
                    </a:cubicBezTo>
                    <a:cubicBezTo>
                      <a:pt x="131" y="374"/>
                      <a:pt x="106" y="415"/>
                      <a:pt x="81" y="465"/>
                    </a:cubicBezTo>
                    <a:cubicBezTo>
                      <a:pt x="56" y="507"/>
                      <a:pt x="23" y="556"/>
                      <a:pt x="6" y="598"/>
                    </a:cubicBezTo>
                    <a:cubicBezTo>
                      <a:pt x="0" y="629"/>
                      <a:pt x="18" y="656"/>
                      <a:pt x="45" y="656"/>
                    </a:cubicBezTo>
                    <a:cubicBezTo>
                      <a:pt x="53" y="656"/>
                      <a:pt x="63" y="653"/>
                      <a:pt x="73" y="647"/>
                    </a:cubicBezTo>
                    <a:cubicBezTo>
                      <a:pt x="114" y="614"/>
                      <a:pt x="139" y="565"/>
                      <a:pt x="172" y="523"/>
                    </a:cubicBezTo>
                    <a:cubicBezTo>
                      <a:pt x="197" y="473"/>
                      <a:pt x="230" y="424"/>
                      <a:pt x="255" y="374"/>
                    </a:cubicBezTo>
                    <a:cubicBezTo>
                      <a:pt x="305" y="275"/>
                      <a:pt x="346" y="175"/>
                      <a:pt x="388" y="68"/>
                    </a:cubicBezTo>
                    <a:cubicBezTo>
                      <a:pt x="403" y="31"/>
                      <a:pt x="369" y="0"/>
                      <a:pt x="3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5" name="Google Shape;4315;p10"/>
              <p:cNvSpPr/>
              <p:nvPr/>
            </p:nvSpPr>
            <p:spPr>
              <a:xfrm>
                <a:off x="2828425" y="4441475"/>
                <a:ext cx="6500" cy="17300"/>
              </a:xfrm>
              <a:custGeom>
                <a:rect b="b" l="l" r="r" t="t"/>
                <a:pathLst>
                  <a:path extrusionOk="0" h="692" w="260">
                    <a:moveTo>
                      <a:pt x="213" y="1"/>
                    </a:moveTo>
                    <a:cubicBezTo>
                      <a:pt x="194" y="1"/>
                      <a:pt x="176" y="11"/>
                      <a:pt x="172" y="33"/>
                    </a:cubicBezTo>
                    <a:cubicBezTo>
                      <a:pt x="155" y="141"/>
                      <a:pt x="131" y="249"/>
                      <a:pt x="97" y="348"/>
                    </a:cubicBezTo>
                    <a:cubicBezTo>
                      <a:pt x="64" y="447"/>
                      <a:pt x="23" y="555"/>
                      <a:pt x="6" y="655"/>
                    </a:cubicBezTo>
                    <a:cubicBezTo>
                      <a:pt x="1" y="677"/>
                      <a:pt x="17" y="691"/>
                      <a:pt x="34" y="691"/>
                    </a:cubicBezTo>
                    <a:cubicBezTo>
                      <a:pt x="42" y="691"/>
                      <a:pt x="51" y="688"/>
                      <a:pt x="56" y="679"/>
                    </a:cubicBezTo>
                    <a:cubicBezTo>
                      <a:pt x="114" y="588"/>
                      <a:pt x="147" y="481"/>
                      <a:pt x="180" y="373"/>
                    </a:cubicBezTo>
                    <a:cubicBezTo>
                      <a:pt x="213" y="265"/>
                      <a:pt x="238" y="157"/>
                      <a:pt x="255" y="50"/>
                    </a:cubicBezTo>
                    <a:cubicBezTo>
                      <a:pt x="260" y="17"/>
                      <a:pt x="236" y="1"/>
                      <a:pt x="2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6" name="Google Shape;4316;p10"/>
              <p:cNvSpPr/>
              <p:nvPr/>
            </p:nvSpPr>
            <p:spPr>
              <a:xfrm>
                <a:off x="2791025" y="4361400"/>
                <a:ext cx="18525" cy="32650"/>
              </a:xfrm>
              <a:custGeom>
                <a:rect b="b" l="l" r="r" t="t"/>
                <a:pathLst>
                  <a:path extrusionOk="0" h="1306" w="741">
                    <a:moveTo>
                      <a:pt x="43" y="1"/>
                    </a:moveTo>
                    <a:cubicBezTo>
                      <a:pt x="21" y="1"/>
                      <a:pt x="0" y="22"/>
                      <a:pt x="11" y="55"/>
                    </a:cubicBezTo>
                    <a:cubicBezTo>
                      <a:pt x="52" y="179"/>
                      <a:pt x="86" y="303"/>
                      <a:pt x="135" y="427"/>
                    </a:cubicBezTo>
                    <a:cubicBezTo>
                      <a:pt x="177" y="535"/>
                      <a:pt x="218" y="651"/>
                      <a:pt x="260" y="759"/>
                    </a:cubicBezTo>
                    <a:cubicBezTo>
                      <a:pt x="309" y="858"/>
                      <a:pt x="367" y="966"/>
                      <a:pt x="425" y="1065"/>
                    </a:cubicBezTo>
                    <a:cubicBezTo>
                      <a:pt x="475" y="1157"/>
                      <a:pt x="550" y="1297"/>
                      <a:pt x="666" y="1306"/>
                    </a:cubicBezTo>
                    <a:cubicBezTo>
                      <a:pt x="699" y="1306"/>
                      <a:pt x="715" y="1289"/>
                      <a:pt x="724" y="1264"/>
                    </a:cubicBezTo>
                    <a:cubicBezTo>
                      <a:pt x="740" y="1157"/>
                      <a:pt x="649" y="1049"/>
                      <a:pt x="591" y="966"/>
                    </a:cubicBezTo>
                    <a:cubicBezTo>
                      <a:pt x="533" y="867"/>
                      <a:pt x="483" y="759"/>
                      <a:pt x="434" y="659"/>
                    </a:cubicBezTo>
                    <a:cubicBezTo>
                      <a:pt x="376" y="552"/>
                      <a:pt x="318" y="444"/>
                      <a:pt x="268" y="345"/>
                    </a:cubicBezTo>
                    <a:cubicBezTo>
                      <a:pt x="202" y="237"/>
                      <a:pt x="135" y="129"/>
                      <a:pt x="77" y="21"/>
                    </a:cubicBezTo>
                    <a:cubicBezTo>
                      <a:pt x="69" y="7"/>
                      <a:pt x="56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7" name="Google Shape;4317;p10"/>
              <p:cNvSpPr/>
              <p:nvPr/>
            </p:nvSpPr>
            <p:spPr>
              <a:xfrm>
                <a:off x="2794800" y="4383175"/>
                <a:ext cx="10975" cy="15275"/>
              </a:xfrm>
              <a:custGeom>
                <a:rect b="b" l="l" r="r" t="t"/>
                <a:pathLst>
                  <a:path extrusionOk="0" h="611" w="439">
                    <a:moveTo>
                      <a:pt x="45" y="1"/>
                    </a:moveTo>
                    <a:cubicBezTo>
                      <a:pt x="39" y="1"/>
                      <a:pt x="32" y="2"/>
                      <a:pt x="26" y="4"/>
                    </a:cubicBezTo>
                    <a:cubicBezTo>
                      <a:pt x="1" y="12"/>
                      <a:pt x="1" y="37"/>
                      <a:pt x="1" y="62"/>
                    </a:cubicBezTo>
                    <a:cubicBezTo>
                      <a:pt x="34" y="170"/>
                      <a:pt x="84" y="277"/>
                      <a:pt x="142" y="377"/>
                    </a:cubicBezTo>
                    <a:cubicBezTo>
                      <a:pt x="208" y="468"/>
                      <a:pt x="283" y="567"/>
                      <a:pt x="390" y="609"/>
                    </a:cubicBezTo>
                    <a:cubicBezTo>
                      <a:pt x="394" y="610"/>
                      <a:pt x="397" y="610"/>
                      <a:pt x="400" y="610"/>
                    </a:cubicBezTo>
                    <a:cubicBezTo>
                      <a:pt x="421" y="610"/>
                      <a:pt x="439" y="589"/>
                      <a:pt x="432" y="567"/>
                    </a:cubicBezTo>
                    <a:lnTo>
                      <a:pt x="432" y="567"/>
                    </a:lnTo>
                    <a:lnTo>
                      <a:pt x="432" y="576"/>
                    </a:lnTo>
                    <a:cubicBezTo>
                      <a:pt x="382" y="476"/>
                      <a:pt x="299" y="402"/>
                      <a:pt x="241" y="310"/>
                    </a:cubicBezTo>
                    <a:cubicBezTo>
                      <a:pt x="175" y="219"/>
                      <a:pt x="125" y="128"/>
                      <a:pt x="92" y="29"/>
                    </a:cubicBezTo>
                    <a:cubicBezTo>
                      <a:pt x="86" y="10"/>
                      <a:pt x="66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8" name="Google Shape;4318;p10"/>
              <p:cNvSpPr/>
              <p:nvPr/>
            </p:nvSpPr>
            <p:spPr>
              <a:xfrm>
                <a:off x="2801650" y="4398550"/>
                <a:ext cx="4775" cy="11925"/>
              </a:xfrm>
              <a:custGeom>
                <a:rect b="b" l="l" r="r" t="t"/>
                <a:pathLst>
                  <a:path extrusionOk="0" h="477" w="191">
                    <a:moveTo>
                      <a:pt x="52" y="0"/>
                    </a:moveTo>
                    <a:cubicBezTo>
                      <a:pt x="48" y="0"/>
                      <a:pt x="45" y="1"/>
                      <a:pt x="42" y="2"/>
                    </a:cubicBezTo>
                    <a:cubicBezTo>
                      <a:pt x="17" y="2"/>
                      <a:pt x="0" y="27"/>
                      <a:pt x="0" y="60"/>
                    </a:cubicBezTo>
                    <a:cubicBezTo>
                      <a:pt x="9" y="126"/>
                      <a:pt x="17" y="201"/>
                      <a:pt x="42" y="267"/>
                    </a:cubicBezTo>
                    <a:cubicBezTo>
                      <a:pt x="58" y="342"/>
                      <a:pt x="83" y="416"/>
                      <a:pt x="133" y="466"/>
                    </a:cubicBezTo>
                    <a:cubicBezTo>
                      <a:pt x="140" y="473"/>
                      <a:pt x="148" y="476"/>
                      <a:pt x="156" y="476"/>
                    </a:cubicBezTo>
                    <a:cubicBezTo>
                      <a:pt x="174" y="476"/>
                      <a:pt x="191" y="459"/>
                      <a:pt x="191" y="441"/>
                    </a:cubicBezTo>
                    <a:cubicBezTo>
                      <a:pt x="183" y="400"/>
                      <a:pt x="174" y="367"/>
                      <a:pt x="158" y="333"/>
                    </a:cubicBezTo>
                    <a:cubicBezTo>
                      <a:pt x="149" y="309"/>
                      <a:pt x="141" y="275"/>
                      <a:pt x="133" y="242"/>
                    </a:cubicBezTo>
                    <a:cubicBezTo>
                      <a:pt x="116" y="176"/>
                      <a:pt x="108" y="110"/>
                      <a:pt x="100" y="43"/>
                    </a:cubicBezTo>
                    <a:cubicBezTo>
                      <a:pt x="100" y="22"/>
                      <a:pt x="75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9" name="Google Shape;4319;p10"/>
              <p:cNvSpPr/>
              <p:nvPr/>
            </p:nvSpPr>
            <p:spPr>
              <a:xfrm>
                <a:off x="2933600" y="4432425"/>
                <a:ext cx="9800" cy="54475"/>
              </a:xfrm>
              <a:custGeom>
                <a:rect b="b" l="l" r="r" t="t"/>
                <a:pathLst>
                  <a:path extrusionOk="0" h="2179" w="392">
                    <a:moveTo>
                      <a:pt x="333" y="0"/>
                    </a:moveTo>
                    <a:cubicBezTo>
                      <a:pt x="316" y="0"/>
                      <a:pt x="299" y="9"/>
                      <a:pt x="290" y="31"/>
                    </a:cubicBezTo>
                    <a:lnTo>
                      <a:pt x="298" y="31"/>
                    </a:lnTo>
                    <a:cubicBezTo>
                      <a:pt x="158" y="362"/>
                      <a:pt x="75" y="718"/>
                      <a:pt x="42" y="1083"/>
                    </a:cubicBezTo>
                    <a:cubicBezTo>
                      <a:pt x="17" y="1265"/>
                      <a:pt x="8" y="1439"/>
                      <a:pt x="8" y="1621"/>
                    </a:cubicBezTo>
                    <a:cubicBezTo>
                      <a:pt x="0" y="1713"/>
                      <a:pt x="0" y="1804"/>
                      <a:pt x="8" y="1887"/>
                    </a:cubicBezTo>
                    <a:cubicBezTo>
                      <a:pt x="8" y="1978"/>
                      <a:pt x="8" y="2077"/>
                      <a:pt x="42" y="2160"/>
                    </a:cubicBezTo>
                    <a:cubicBezTo>
                      <a:pt x="46" y="2172"/>
                      <a:pt x="60" y="2179"/>
                      <a:pt x="75" y="2179"/>
                    </a:cubicBezTo>
                    <a:cubicBezTo>
                      <a:pt x="89" y="2179"/>
                      <a:pt x="104" y="2172"/>
                      <a:pt x="108" y="2160"/>
                    </a:cubicBezTo>
                    <a:cubicBezTo>
                      <a:pt x="166" y="2011"/>
                      <a:pt x="141" y="1812"/>
                      <a:pt x="141" y="1655"/>
                    </a:cubicBezTo>
                    <a:cubicBezTo>
                      <a:pt x="149" y="1472"/>
                      <a:pt x="158" y="1298"/>
                      <a:pt x="174" y="1116"/>
                    </a:cubicBezTo>
                    <a:cubicBezTo>
                      <a:pt x="207" y="760"/>
                      <a:pt x="265" y="403"/>
                      <a:pt x="381" y="64"/>
                    </a:cubicBezTo>
                    <a:cubicBezTo>
                      <a:pt x="392" y="27"/>
                      <a:pt x="362" y="0"/>
                      <a:pt x="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0" name="Google Shape;4320;p10"/>
              <p:cNvSpPr/>
              <p:nvPr/>
            </p:nvSpPr>
            <p:spPr>
              <a:xfrm>
                <a:off x="2937525" y="4469950"/>
                <a:ext cx="3875" cy="23125"/>
              </a:xfrm>
              <a:custGeom>
                <a:rect b="b" l="l" r="r" t="t"/>
                <a:pathLst>
                  <a:path extrusionOk="0" h="925" w="155">
                    <a:moveTo>
                      <a:pt x="112" y="1"/>
                    </a:moveTo>
                    <a:cubicBezTo>
                      <a:pt x="95" y="1"/>
                      <a:pt x="79" y="12"/>
                      <a:pt x="75" y="38"/>
                    </a:cubicBezTo>
                    <a:lnTo>
                      <a:pt x="75" y="29"/>
                    </a:lnTo>
                    <a:cubicBezTo>
                      <a:pt x="34" y="319"/>
                      <a:pt x="1" y="609"/>
                      <a:pt x="34" y="899"/>
                    </a:cubicBezTo>
                    <a:cubicBezTo>
                      <a:pt x="38" y="916"/>
                      <a:pt x="54" y="924"/>
                      <a:pt x="70" y="924"/>
                    </a:cubicBezTo>
                    <a:cubicBezTo>
                      <a:pt x="85" y="924"/>
                      <a:pt x="100" y="916"/>
                      <a:pt x="100" y="899"/>
                    </a:cubicBezTo>
                    <a:cubicBezTo>
                      <a:pt x="125" y="618"/>
                      <a:pt x="125" y="328"/>
                      <a:pt x="150" y="46"/>
                    </a:cubicBezTo>
                    <a:cubicBezTo>
                      <a:pt x="154" y="18"/>
                      <a:pt x="133" y="1"/>
                      <a:pt x="1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1" name="Google Shape;4321;p10"/>
              <p:cNvSpPr/>
              <p:nvPr/>
            </p:nvSpPr>
            <p:spPr>
              <a:xfrm>
                <a:off x="2943750" y="4484600"/>
                <a:ext cx="6425" cy="40725"/>
              </a:xfrm>
              <a:custGeom>
                <a:rect b="b" l="l" r="r" t="t"/>
                <a:pathLst>
                  <a:path extrusionOk="0" h="1629" w="257">
                    <a:moveTo>
                      <a:pt x="141" y="0"/>
                    </a:moveTo>
                    <a:cubicBezTo>
                      <a:pt x="121" y="0"/>
                      <a:pt x="99" y="13"/>
                      <a:pt x="91" y="40"/>
                    </a:cubicBezTo>
                    <a:cubicBezTo>
                      <a:pt x="33" y="305"/>
                      <a:pt x="0" y="570"/>
                      <a:pt x="17" y="844"/>
                    </a:cubicBezTo>
                    <a:cubicBezTo>
                      <a:pt x="17" y="976"/>
                      <a:pt x="33" y="1109"/>
                      <a:pt x="58" y="1241"/>
                    </a:cubicBezTo>
                    <a:cubicBezTo>
                      <a:pt x="83" y="1366"/>
                      <a:pt x="108" y="1506"/>
                      <a:pt x="182" y="1614"/>
                    </a:cubicBezTo>
                    <a:cubicBezTo>
                      <a:pt x="189" y="1624"/>
                      <a:pt x="201" y="1629"/>
                      <a:pt x="212" y="1629"/>
                    </a:cubicBezTo>
                    <a:cubicBezTo>
                      <a:pt x="230" y="1629"/>
                      <a:pt x="249" y="1618"/>
                      <a:pt x="249" y="1598"/>
                    </a:cubicBezTo>
                    <a:cubicBezTo>
                      <a:pt x="257" y="1473"/>
                      <a:pt x="224" y="1341"/>
                      <a:pt x="199" y="1225"/>
                    </a:cubicBezTo>
                    <a:cubicBezTo>
                      <a:pt x="182" y="1092"/>
                      <a:pt x="166" y="968"/>
                      <a:pt x="158" y="844"/>
                    </a:cubicBezTo>
                    <a:lnTo>
                      <a:pt x="158" y="835"/>
                    </a:lnTo>
                    <a:cubicBezTo>
                      <a:pt x="141" y="578"/>
                      <a:pt x="149" y="313"/>
                      <a:pt x="182" y="48"/>
                    </a:cubicBezTo>
                    <a:cubicBezTo>
                      <a:pt x="187" y="17"/>
                      <a:pt x="165" y="0"/>
                      <a:pt x="1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2" name="Google Shape;4322;p10"/>
              <p:cNvSpPr/>
              <p:nvPr/>
            </p:nvSpPr>
            <p:spPr>
              <a:xfrm>
                <a:off x="2953375" y="4503175"/>
                <a:ext cx="3025" cy="18250"/>
              </a:xfrm>
              <a:custGeom>
                <a:rect b="b" l="l" r="r" t="t"/>
                <a:pathLst>
                  <a:path extrusionOk="0" h="730" w="121">
                    <a:moveTo>
                      <a:pt x="40" y="1"/>
                    </a:moveTo>
                    <a:cubicBezTo>
                      <a:pt x="20" y="1"/>
                      <a:pt x="0" y="16"/>
                      <a:pt x="5" y="43"/>
                    </a:cubicBezTo>
                    <a:cubicBezTo>
                      <a:pt x="13" y="150"/>
                      <a:pt x="21" y="266"/>
                      <a:pt x="29" y="382"/>
                    </a:cubicBezTo>
                    <a:cubicBezTo>
                      <a:pt x="38" y="490"/>
                      <a:pt x="54" y="598"/>
                      <a:pt x="79" y="714"/>
                    </a:cubicBezTo>
                    <a:cubicBezTo>
                      <a:pt x="79" y="723"/>
                      <a:pt x="92" y="729"/>
                      <a:pt x="103" y="729"/>
                    </a:cubicBezTo>
                    <a:cubicBezTo>
                      <a:pt x="112" y="729"/>
                      <a:pt x="120" y="725"/>
                      <a:pt x="120" y="714"/>
                    </a:cubicBezTo>
                    <a:cubicBezTo>
                      <a:pt x="120" y="598"/>
                      <a:pt x="120" y="490"/>
                      <a:pt x="112" y="374"/>
                    </a:cubicBezTo>
                    <a:lnTo>
                      <a:pt x="79" y="34"/>
                    </a:lnTo>
                    <a:cubicBezTo>
                      <a:pt x="75" y="11"/>
                      <a:pt x="58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3" name="Google Shape;4323;p10"/>
              <p:cNvSpPr/>
              <p:nvPr/>
            </p:nvSpPr>
            <p:spPr>
              <a:xfrm>
                <a:off x="3008375" y="4488725"/>
                <a:ext cx="5400" cy="31525"/>
              </a:xfrm>
              <a:custGeom>
                <a:rect b="b" l="l" r="r" t="t"/>
                <a:pathLst>
                  <a:path extrusionOk="0" h="1261" w="216">
                    <a:moveTo>
                      <a:pt x="133" y="0"/>
                    </a:moveTo>
                    <a:cubicBezTo>
                      <a:pt x="114" y="0"/>
                      <a:pt x="95" y="8"/>
                      <a:pt x="83" y="24"/>
                    </a:cubicBezTo>
                    <a:cubicBezTo>
                      <a:pt x="33" y="99"/>
                      <a:pt x="25" y="223"/>
                      <a:pt x="17" y="306"/>
                    </a:cubicBezTo>
                    <a:cubicBezTo>
                      <a:pt x="8" y="405"/>
                      <a:pt x="0" y="513"/>
                      <a:pt x="0" y="612"/>
                    </a:cubicBezTo>
                    <a:cubicBezTo>
                      <a:pt x="0" y="819"/>
                      <a:pt x="25" y="1018"/>
                      <a:pt x="58" y="1217"/>
                    </a:cubicBezTo>
                    <a:cubicBezTo>
                      <a:pt x="62" y="1247"/>
                      <a:pt x="82" y="1260"/>
                      <a:pt x="103" y="1260"/>
                    </a:cubicBezTo>
                    <a:cubicBezTo>
                      <a:pt x="128" y="1260"/>
                      <a:pt x="154" y="1241"/>
                      <a:pt x="149" y="1209"/>
                    </a:cubicBezTo>
                    <a:cubicBezTo>
                      <a:pt x="149" y="1010"/>
                      <a:pt x="158" y="811"/>
                      <a:pt x="166" y="612"/>
                    </a:cubicBezTo>
                    <a:cubicBezTo>
                      <a:pt x="166" y="521"/>
                      <a:pt x="174" y="422"/>
                      <a:pt x="182" y="331"/>
                    </a:cubicBezTo>
                    <a:cubicBezTo>
                      <a:pt x="191" y="239"/>
                      <a:pt x="216" y="123"/>
                      <a:pt x="182" y="32"/>
                    </a:cubicBezTo>
                    <a:cubicBezTo>
                      <a:pt x="174" y="10"/>
                      <a:pt x="153" y="0"/>
                      <a:pt x="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4" name="Google Shape;4324;p10"/>
              <p:cNvSpPr/>
              <p:nvPr/>
            </p:nvSpPr>
            <p:spPr>
              <a:xfrm>
                <a:off x="3015100" y="4484575"/>
                <a:ext cx="2825" cy="10575"/>
              </a:xfrm>
              <a:custGeom>
                <a:rect b="b" l="l" r="r" t="t"/>
                <a:pathLst>
                  <a:path extrusionOk="0" h="423" w="113">
                    <a:moveTo>
                      <a:pt x="89" y="0"/>
                    </a:moveTo>
                    <a:cubicBezTo>
                      <a:pt x="79" y="0"/>
                      <a:pt x="71" y="5"/>
                      <a:pt x="71" y="16"/>
                    </a:cubicBezTo>
                    <a:cubicBezTo>
                      <a:pt x="29" y="132"/>
                      <a:pt x="21" y="256"/>
                      <a:pt x="5" y="381"/>
                    </a:cubicBezTo>
                    <a:cubicBezTo>
                      <a:pt x="0" y="407"/>
                      <a:pt x="17" y="422"/>
                      <a:pt x="36" y="422"/>
                    </a:cubicBezTo>
                    <a:cubicBezTo>
                      <a:pt x="51" y="422"/>
                      <a:pt x="67" y="412"/>
                      <a:pt x="71" y="389"/>
                    </a:cubicBezTo>
                    <a:cubicBezTo>
                      <a:pt x="79" y="331"/>
                      <a:pt x="96" y="265"/>
                      <a:pt x="96" y="207"/>
                    </a:cubicBezTo>
                    <a:cubicBezTo>
                      <a:pt x="104" y="173"/>
                      <a:pt x="104" y="140"/>
                      <a:pt x="104" y="115"/>
                    </a:cubicBezTo>
                    <a:cubicBezTo>
                      <a:pt x="112" y="82"/>
                      <a:pt x="112" y="49"/>
                      <a:pt x="112" y="16"/>
                    </a:cubicBezTo>
                    <a:cubicBezTo>
                      <a:pt x="112" y="7"/>
                      <a:pt x="100" y="0"/>
                      <a:pt x="8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5" name="Google Shape;4325;p10"/>
              <p:cNvSpPr/>
              <p:nvPr/>
            </p:nvSpPr>
            <p:spPr>
              <a:xfrm>
                <a:off x="3034875" y="4423225"/>
                <a:ext cx="3750" cy="15575"/>
              </a:xfrm>
              <a:custGeom>
                <a:rect b="b" l="l" r="r" t="t"/>
                <a:pathLst>
                  <a:path extrusionOk="0" h="623" w="150">
                    <a:moveTo>
                      <a:pt x="59" y="0"/>
                    </a:moveTo>
                    <a:cubicBezTo>
                      <a:pt x="1" y="0"/>
                      <a:pt x="1" y="86"/>
                      <a:pt x="1" y="125"/>
                    </a:cubicBezTo>
                    <a:cubicBezTo>
                      <a:pt x="1" y="183"/>
                      <a:pt x="9" y="233"/>
                      <a:pt x="9" y="283"/>
                    </a:cubicBezTo>
                    <a:cubicBezTo>
                      <a:pt x="9" y="324"/>
                      <a:pt x="9" y="374"/>
                      <a:pt x="17" y="423"/>
                    </a:cubicBezTo>
                    <a:cubicBezTo>
                      <a:pt x="17" y="473"/>
                      <a:pt x="26" y="515"/>
                      <a:pt x="26" y="564"/>
                    </a:cubicBezTo>
                    <a:cubicBezTo>
                      <a:pt x="26" y="597"/>
                      <a:pt x="34" y="622"/>
                      <a:pt x="67" y="622"/>
                    </a:cubicBezTo>
                    <a:cubicBezTo>
                      <a:pt x="92" y="622"/>
                      <a:pt x="117" y="606"/>
                      <a:pt x="117" y="581"/>
                    </a:cubicBezTo>
                    <a:cubicBezTo>
                      <a:pt x="125" y="531"/>
                      <a:pt x="142" y="481"/>
                      <a:pt x="142" y="432"/>
                    </a:cubicBezTo>
                    <a:cubicBezTo>
                      <a:pt x="150" y="382"/>
                      <a:pt x="150" y="341"/>
                      <a:pt x="150" y="291"/>
                    </a:cubicBezTo>
                    <a:cubicBezTo>
                      <a:pt x="150" y="241"/>
                      <a:pt x="142" y="183"/>
                      <a:pt x="142" y="134"/>
                    </a:cubicBezTo>
                    <a:cubicBezTo>
                      <a:pt x="133" y="109"/>
                      <a:pt x="125" y="84"/>
                      <a:pt x="125" y="59"/>
                    </a:cubicBezTo>
                    <a:cubicBezTo>
                      <a:pt x="117" y="34"/>
                      <a:pt x="100" y="1"/>
                      <a:pt x="67" y="1"/>
                    </a:cubicBezTo>
                    <a:cubicBezTo>
                      <a:pt x="64" y="1"/>
                      <a:pt x="61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6" name="Google Shape;4326;p10"/>
              <p:cNvSpPr/>
              <p:nvPr/>
            </p:nvSpPr>
            <p:spPr>
              <a:xfrm>
                <a:off x="3038400" y="4420250"/>
                <a:ext cx="4575" cy="10725"/>
              </a:xfrm>
              <a:custGeom>
                <a:rect b="b" l="l" r="r" t="t"/>
                <a:pathLst>
                  <a:path extrusionOk="0" h="429" w="183">
                    <a:moveTo>
                      <a:pt x="109" y="1"/>
                    </a:moveTo>
                    <a:cubicBezTo>
                      <a:pt x="95" y="1"/>
                      <a:pt x="81" y="6"/>
                      <a:pt x="75" y="12"/>
                    </a:cubicBezTo>
                    <a:cubicBezTo>
                      <a:pt x="67" y="37"/>
                      <a:pt x="59" y="54"/>
                      <a:pt x="59" y="79"/>
                    </a:cubicBezTo>
                    <a:cubicBezTo>
                      <a:pt x="59" y="87"/>
                      <a:pt x="59" y="103"/>
                      <a:pt x="59" y="112"/>
                    </a:cubicBezTo>
                    <a:lnTo>
                      <a:pt x="59" y="128"/>
                    </a:lnTo>
                    <a:lnTo>
                      <a:pt x="59" y="153"/>
                    </a:lnTo>
                    <a:cubicBezTo>
                      <a:pt x="59" y="161"/>
                      <a:pt x="59" y="178"/>
                      <a:pt x="59" y="195"/>
                    </a:cubicBezTo>
                    <a:cubicBezTo>
                      <a:pt x="59" y="203"/>
                      <a:pt x="50" y="219"/>
                      <a:pt x="50" y="236"/>
                    </a:cubicBezTo>
                    <a:cubicBezTo>
                      <a:pt x="50" y="236"/>
                      <a:pt x="50" y="244"/>
                      <a:pt x="50" y="253"/>
                    </a:cubicBezTo>
                    <a:lnTo>
                      <a:pt x="42" y="269"/>
                    </a:lnTo>
                    <a:cubicBezTo>
                      <a:pt x="34" y="294"/>
                      <a:pt x="25" y="319"/>
                      <a:pt x="17" y="344"/>
                    </a:cubicBezTo>
                    <a:cubicBezTo>
                      <a:pt x="1" y="377"/>
                      <a:pt x="17" y="410"/>
                      <a:pt x="42" y="426"/>
                    </a:cubicBezTo>
                    <a:cubicBezTo>
                      <a:pt x="48" y="428"/>
                      <a:pt x="54" y="429"/>
                      <a:pt x="59" y="429"/>
                    </a:cubicBezTo>
                    <a:cubicBezTo>
                      <a:pt x="86" y="429"/>
                      <a:pt x="111" y="414"/>
                      <a:pt x="125" y="393"/>
                    </a:cubicBezTo>
                    <a:cubicBezTo>
                      <a:pt x="150" y="335"/>
                      <a:pt x="175" y="269"/>
                      <a:pt x="175" y="203"/>
                    </a:cubicBezTo>
                    <a:cubicBezTo>
                      <a:pt x="183" y="170"/>
                      <a:pt x="183" y="137"/>
                      <a:pt x="175" y="103"/>
                    </a:cubicBezTo>
                    <a:cubicBezTo>
                      <a:pt x="175" y="87"/>
                      <a:pt x="175" y="79"/>
                      <a:pt x="166" y="62"/>
                    </a:cubicBezTo>
                    <a:cubicBezTo>
                      <a:pt x="166" y="29"/>
                      <a:pt x="150" y="12"/>
                      <a:pt x="125" y="4"/>
                    </a:cubicBezTo>
                    <a:cubicBezTo>
                      <a:pt x="120" y="2"/>
                      <a:pt x="114" y="1"/>
                      <a:pt x="1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7" name="Google Shape;4327;p10"/>
              <p:cNvSpPr/>
              <p:nvPr/>
            </p:nvSpPr>
            <p:spPr>
              <a:xfrm>
                <a:off x="3052700" y="4401775"/>
                <a:ext cx="3750" cy="15750"/>
              </a:xfrm>
              <a:custGeom>
                <a:rect b="b" l="l" r="r" t="t"/>
                <a:pathLst>
                  <a:path extrusionOk="0" h="630" w="150">
                    <a:moveTo>
                      <a:pt x="73" y="0"/>
                    </a:moveTo>
                    <a:cubicBezTo>
                      <a:pt x="58" y="0"/>
                      <a:pt x="46" y="7"/>
                      <a:pt x="42" y="22"/>
                    </a:cubicBezTo>
                    <a:cubicBezTo>
                      <a:pt x="25" y="72"/>
                      <a:pt x="33" y="122"/>
                      <a:pt x="25" y="163"/>
                    </a:cubicBezTo>
                    <a:cubicBezTo>
                      <a:pt x="25" y="213"/>
                      <a:pt x="33" y="254"/>
                      <a:pt x="25" y="304"/>
                    </a:cubicBezTo>
                    <a:cubicBezTo>
                      <a:pt x="25" y="395"/>
                      <a:pt x="17" y="486"/>
                      <a:pt x="9" y="577"/>
                    </a:cubicBezTo>
                    <a:cubicBezTo>
                      <a:pt x="0" y="602"/>
                      <a:pt x="17" y="627"/>
                      <a:pt x="42" y="627"/>
                    </a:cubicBezTo>
                    <a:cubicBezTo>
                      <a:pt x="46" y="628"/>
                      <a:pt x="50" y="629"/>
                      <a:pt x="55" y="629"/>
                    </a:cubicBezTo>
                    <a:cubicBezTo>
                      <a:pt x="75" y="629"/>
                      <a:pt x="91" y="614"/>
                      <a:pt x="91" y="594"/>
                    </a:cubicBezTo>
                    <a:cubicBezTo>
                      <a:pt x="116" y="503"/>
                      <a:pt x="133" y="403"/>
                      <a:pt x="141" y="312"/>
                    </a:cubicBezTo>
                    <a:cubicBezTo>
                      <a:pt x="141" y="262"/>
                      <a:pt x="149" y="213"/>
                      <a:pt x="141" y="163"/>
                    </a:cubicBezTo>
                    <a:cubicBezTo>
                      <a:pt x="133" y="113"/>
                      <a:pt x="133" y="64"/>
                      <a:pt x="116" y="22"/>
                    </a:cubicBezTo>
                    <a:cubicBezTo>
                      <a:pt x="107" y="9"/>
                      <a:pt x="89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8" name="Google Shape;4328;p10"/>
              <p:cNvSpPr/>
              <p:nvPr/>
            </p:nvSpPr>
            <p:spPr>
              <a:xfrm>
                <a:off x="2985175" y="4322975"/>
                <a:ext cx="3550" cy="7500"/>
              </a:xfrm>
              <a:custGeom>
                <a:rect b="b" l="l" r="r" t="t"/>
                <a:pathLst>
                  <a:path extrusionOk="0" h="300" w="142">
                    <a:moveTo>
                      <a:pt x="108" y="1"/>
                    </a:moveTo>
                    <a:cubicBezTo>
                      <a:pt x="83" y="1"/>
                      <a:pt x="66" y="17"/>
                      <a:pt x="66" y="34"/>
                    </a:cubicBezTo>
                    <a:cubicBezTo>
                      <a:pt x="58" y="84"/>
                      <a:pt x="50" y="108"/>
                      <a:pt x="33" y="150"/>
                    </a:cubicBezTo>
                    <a:cubicBezTo>
                      <a:pt x="33" y="166"/>
                      <a:pt x="25" y="183"/>
                      <a:pt x="17" y="200"/>
                    </a:cubicBezTo>
                    <a:cubicBezTo>
                      <a:pt x="8" y="224"/>
                      <a:pt x="8" y="249"/>
                      <a:pt x="0" y="266"/>
                    </a:cubicBezTo>
                    <a:cubicBezTo>
                      <a:pt x="0" y="274"/>
                      <a:pt x="8" y="291"/>
                      <a:pt x="17" y="299"/>
                    </a:cubicBezTo>
                    <a:cubicBezTo>
                      <a:pt x="25" y="299"/>
                      <a:pt x="42" y="299"/>
                      <a:pt x="50" y="291"/>
                    </a:cubicBezTo>
                    <a:cubicBezTo>
                      <a:pt x="66" y="274"/>
                      <a:pt x="75" y="249"/>
                      <a:pt x="83" y="233"/>
                    </a:cubicBezTo>
                    <a:cubicBezTo>
                      <a:pt x="91" y="216"/>
                      <a:pt x="100" y="191"/>
                      <a:pt x="108" y="175"/>
                    </a:cubicBezTo>
                    <a:cubicBezTo>
                      <a:pt x="124" y="133"/>
                      <a:pt x="133" y="92"/>
                      <a:pt x="141" y="50"/>
                    </a:cubicBezTo>
                    <a:cubicBezTo>
                      <a:pt x="141" y="26"/>
                      <a:pt x="124" y="9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9" name="Google Shape;4329;p10"/>
              <p:cNvSpPr/>
              <p:nvPr/>
            </p:nvSpPr>
            <p:spPr>
              <a:xfrm>
                <a:off x="2986825" y="4305750"/>
                <a:ext cx="3125" cy="10875"/>
              </a:xfrm>
              <a:custGeom>
                <a:rect b="b" l="l" r="r" t="t"/>
                <a:pathLst>
                  <a:path extrusionOk="0" h="435" w="125">
                    <a:moveTo>
                      <a:pt x="71" y="0"/>
                    </a:moveTo>
                    <a:cubicBezTo>
                      <a:pt x="46" y="0"/>
                      <a:pt x="32" y="22"/>
                      <a:pt x="25" y="43"/>
                    </a:cubicBezTo>
                    <a:cubicBezTo>
                      <a:pt x="9" y="101"/>
                      <a:pt x="0" y="168"/>
                      <a:pt x="0" y="226"/>
                    </a:cubicBezTo>
                    <a:cubicBezTo>
                      <a:pt x="0" y="259"/>
                      <a:pt x="9" y="292"/>
                      <a:pt x="17" y="325"/>
                    </a:cubicBezTo>
                    <a:cubicBezTo>
                      <a:pt x="17" y="342"/>
                      <a:pt x="17" y="358"/>
                      <a:pt x="25" y="367"/>
                    </a:cubicBezTo>
                    <a:cubicBezTo>
                      <a:pt x="34" y="383"/>
                      <a:pt x="42" y="400"/>
                      <a:pt x="42" y="416"/>
                    </a:cubicBezTo>
                    <a:cubicBezTo>
                      <a:pt x="50" y="428"/>
                      <a:pt x="63" y="434"/>
                      <a:pt x="74" y="434"/>
                    </a:cubicBezTo>
                    <a:cubicBezTo>
                      <a:pt x="88" y="434"/>
                      <a:pt x="100" y="426"/>
                      <a:pt x="100" y="408"/>
                    </a:cubicBezTo>
                    <a:cubicBezTo>
                      <a:pt x="100" y="391"/>
                      <a:pt x="108" y="375"/>
                      <a:pt x="108" y="367"/>
                    </a:cubicBezTo>
                    <a:cubicBezTo>
                      <a:pt x="108" y="350"/>
                      <a:pt x="108" y="325"/>
                      <a:pt x="108" y="309"/>
                    </a:cubicBezTo>
                    <a:cubicBezTo>
                      <a:pt x="108" y="284"/>
                      <a:pt x="108" y="259"/>
                      <a:pt x="108" y="226"/>
                    </a:cubicBezTo>
                    <a:cubicBezTo>
                      <a:pt x="108" y="168"/>
                      <a:pt x="116" y="110"/>
                      <a:pt x="125" y="52"/>
                    </a:cubicBezTo>
                    <a:cubicBezTo>
                      <a:pt x="125" y="27"/>
                      <a:pt x="108" y="2"/>
                      <a:pt x="83" y="2"/>
                    </a:cubicBezTo>
                    <a:cubicBezTo>
                      <a:pt x="79" y="1"/>
                      <a:pt x="75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0" name="Google Shape;4330;p10"/>
              <p:cNvSpPr/>
              <p:nvPr/>
            </p:nvSpPr>
            <p:spPr>
              <a:xfrm>
                <a:off x="3064500" y="4260525"/>
                <a:ext cx="3350" cy="15325"/>
              </a:xfrm>
              <a:custGeom>
                <a:rect b="b" l="l" r="r" t="t"/>
                <a:pathLst>
                  <a:path extrusionOk="0" h="613" w="134">
                    <a:moveTo>
                      <a:pt x="85" y="0"/>
                    </a:moveTo>
                    <a:cubicBezTo>
                      <a:pt x="71" y="0"/>
                      <a:pt x="58" y="7"/>
                      <a:pt x="50" y="21"/>
                    </a:cubicBezTo>
                    <a:cubicBezTo>
                      <a:pt x="42" y="63"/>
                      <a:pt x="34" y="104"/>
                      <a:pt x="25" y="154"/>
                    </a:cubicBezTo>
                    <a:cubicBezTo>
                      <a:pt x="17" y="195"/>
                      <a:pt x="17" y="245"/>
                      <a:pt x="17" y="295"/>
                    </a:cubicBezTo>
                    <a:cubicBezTo>
                      <a:pt x="9" y="386"/>
                      <a:pt x="9" y="485"/>
                      <a:pt x="1" y="577"/>
                    </a:cubicBezTo>
                    <a:cubicBezTo>
                      <a:pt x="1" y="599"/>
                      <a:pt x="18" y="612"/>
                      <a:pt x="35" y="612"/>
                    </a:cubicBezTo>
                    <a:cubicBezTo>
                      <a:pt x="49" y="612"/>
                      <a:pt x="63" y="603"/>
                      <a:pt x="67" y="585"/>
                    </a:cubicBezTo>
                    <a:cubicBezTo>
                      <a:pt x="83" y="494"/>
                      <a:pt x="92" y="394"/>
                      <a:pt x="108" y="303"/>
                    </a:cubicBezTo>
                    <a:cubicBezTo>
                      <a:pt x="117" y="212"/>
                      <a:pt x="133" y="121"/>
                      <a:pt x="125" y="30"/>
                    </a:cubicBezTo>
                    <a:cubicBezTo>
                      <a:pt x="120" y="11"/>
                      <a:pt x="102" y="0"/>
                      <a:pt x="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1" name="Google Shape;4331;p10"/>
              <p:cNvSpPr/>
              <p:nvPr/>
            </p:nvSpPr>
            <p:spPr>
              <a:xfrm>
                <a:off x="2948100" y="4441100"/>
                <a:ext cx="5200" cy="20100"/>
              </a:xfrm>
              <a:custGeom>
                <a:rect b="b" l="l" r="r" t="t"/>
                <a:pathLst>
                  <a:path extrusionOk="0" h="804" w="208">
                    <a:moveTo>
                      <a:pt x="132" y="0"/>
                    </a:moveTo>
                    <a:cubicBezTo>
                      <a:pt x="111" y="0"/>
                      <a:pt x="90" y="8"/>
                      <a:pt x="75" y="23"/>
                    </a:cubicBezTo>
                    <a:cubicBezTo>
                      <a:pt x="42" y="73"/>
                      <a:pt x="42" y="156"/>
                      <a:pt x="33" y="206"/>
                    </a:cubicBezTo>
                    <a:cubicBezTo>
                      <a:pt x="25" y="272"/>
                      <a:pt x="17" y="338"/>
                      <a:pt x="8" y="396"/>
                    </a:cubicBezTo>
                    <a:cubicBezTo>
                      <a:pt x="0" y="520"/>
                      <a:pt x="8" y="645"/>
                      <a:pt x="17" y="769"/>
                    </a:cubicBezTo>
                    <a:cubicBezTo>
                      <a:pt x="17" y="793"/>
                      <a:pt x="32" y="803"/>
                      <a:pt x="48" y="803"/>
                    </a:cubicBezTo>
                    <a:cubicBezTo>
                      <a:pt x="67" y="803"/>
                      <a:pt x="87" y="791"/>
                      <a:pt x="91" y="769"/>
                    </a:cubicBezTo>
                    <a:cubicBezTo>
                      <a:pt x="100" y="653"/>
                      <a:pt x="124" y="529"/>
                      <a:pt x="141" y="404"/>
                    </a:cubicBezTo>
                    <a:cubicBezTo>
                      <a:pt x="149" y="346"/>
                      <a:pt x="166" y="288"/>
                      <a:pt x="174" y="230"/>
                    </a:cubicBezTo>
                    <a:cubicBezTo>
                      <a:pt x="182" y="164"/>
                      <a:pt x="207" y="98"/>
                      <a:pt x="191" y="40"/>
                    </a:cubicBezTo>
                    <a:cubicBezTo>
                      <a:pt x="182" y="13"/>
                      <a:pt x="157" y="0"/>
                      <a:pt x="1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2" name="Google Shape;4332;p10"/>
              <p:cNvSpPr/>
              <p:nvPr/>
            </p:nvSpPr>
            <p:spPr>
              <a:xfrm>
                <a:off x="2954100" y="4447550"/>
                <a:ext cx="2925" cy="10100"/>
              </a:xfrm>
              <a:custGeom>
                <a:rect b="b" l="l" r="r" t="t"/>
                <a:pathLst>
                  <a:path extrusionOk="0" h="404" w="117">
                    <a:moveTo>
                      <a:pt x="88" y="0"/>
                    </a:moveTo>
                    <a:cubicBezTo>
                      <a:pt x="75" y="0"/>
                      <a:pt x="62" y="7"/>
                      <a:pt x="58" y="22"/>
                    </a:cubicBezTo>
                    <a:cubicBezTo>
                      <a:pt x="42" y="72"/>
                      <a:pt x="25" y="130"/>
                      <a:pt x="25" y="188"/>
                    </a:cubicBezTo>
                    <a:cubicBezTo>
                      <a:pt x="17" y="238"/>
                      <a:pt x="9" y="296"/>
                      <a:pt x="0" y="354"/>
                    </a:cubicBezTo>
                    <a:cubicBezTo>
                      <a:pt x="0" y="378"/>
                      <a:pt x="17" y="403"/>
                      <a:pt x="42" y="403"/>
                    </a:cubicBezTo>
                    <a:cubicBezTo>
                      <a:pt x="67" y="403"/>
                      <a:pt x="91" y="387"/>
                      <a:pt x="91" y="362"/>
                    </a:cubicBezTo>
                    <a:cubicBezTo>
                      <a:pt x="100" y="304"/>
                      <a:pt x="108" y="254"/>
                      <a:pt x="116" y="196"/>
                    </a:cubicBezTo>
                    <a:cubicBezTo>
                      <a:pt x="116" y="138"/>
                      <a:pt x="116" y="80"/>
                      <a:pt x="116" y="22"/>
                    </a:cubicBezTo>
                    <a:cubicBezTo>
                      <a:pt x="116" y="9"/>
                      <a:pt x="102" y="0"/>
                      <a:pt x="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3" name="Google Shape;4333;p10"/>
              <p:cNvSpPr/>
              <p:nvPr/>
            </p:nvSpPr>
            <p:spPr>
              <a:xfrm>
                <a:off x="2962900" y="4509800"/>
                <a:ext cx="3450" cy="23925"/>
              </a:xfrm>
              <a:custGeom>
                <a:rect b="b" l="l" r="r" t="t"/>
                <a:pathLst>
                  <a:path extrusionOk="0" h="957" w="138">
                    <a:moveTo>
                      <a:pt x="70" y="1"/>
                    </a:moveTo>
                    <a:cubicBezTo>
                      <a:pt x="59" y="1"/>
                      <a:pt x="46" y="8"/>
                      <a:pt x="46" y="18"/>
                    </a:cubicBezTo>
                    <a:cubicBezTo>
                      <a:pt x="21" y="167"/>
                      <a:pt x="38" y="316"/>
                      <a:pt x="38" y="465"/>
                    </a:cubicBezTo>
                    <a:cubicBezTo>
                      <a:pt x="29" y="614"/>
                      <a:pt x="21" y="772"/>
                      <a:pt x="5" y="921"/>
                    </a:cubicBezTo>
                    <a:cubicBezTo>
                      <a:pt x="0" y="944"/>
                      <a:pt x="18" y="956"/>
                      <a:pt x="37" y="956"/>
                    </a:cubicBezTo>
                    <a:cubicBezTo>
                      <a:pt x="52" y="956"/>
                      <a:pt x="67" y="948"/>
                      <a:pt x="71" y="929"/>
                    </a:cubicBezTo>
                    <a:cubicBezTo>
                      <a:pt x="104" y="772"/>
                      <a:pt x="129" y="623"/>
                      <a:pt x="137" y="465"/>
                    </a:cubicBezTo>
                    <a:cubicBezTo>
                      <a:pt x="137" y="308"/>
                      <a:pt x="137" y="159"/>
                      <a:pt x="87" y="10"/>
                    </a:cubicBezTo>
                    <a:cubicBezTo>
                      <a:pt x="84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4" name="Google Shape;4334;p10"/>
              <p:cNvSpPr/>
              <p:nvPr/>
            </p:nvSpPr>
            <p:spPr>
              <a:xfrm>
                <a:off x="2967975" y="4508450"/>
                <a:ext cx="3350" cy="16700"/>
              </a:xfrm>
              <a:custGeom>
                <a:rect b="b" l="l" r="r" t="t"/>
                <a:pathLst>
                  <a:path extrusionOk="0" h="668" w="134">
                    <a:moveTo>
                      <a:pt x="102" y="0"/>
                    </a:moveTo>
                    <a:cubicBezTo>
                      <a:pt x="88" y="0"/>
                      <a:pt x="71" y="9"/>
                      <a:pt x="67" y="22"/>
                    </a:cubicBezTo>
                    <a:cubicBezTo>
                      <a:pt x="25" y="221"/>
                      <a:pt x="17" y="420"/>
                      <a:pt x="0" y="619"/>
                    </a:cubicBezTo>
                    <a:cubicBezTo>
                      <a:pt x="0" y="651"/>
                      <a:pt x="24" y="668"/>
                      <a:pt x="46" y="668"/>
                    </a:cubicBezTo>
                    <a:cubicBezTo>
                      <a:pt x="63" y="668"/>
                      <a:pt x="80" y="657"/>
                      <a:pt x="83" y="635"/>
                    </a:cubicBezTo>
                    <a:cubicBezTo>
                      <a:pt x="100" y="428"/>
                      <a:pt x="133" y="229"/>
                      <a:pt x="125" y="22"/>
                    </a:cubicBezTo>
                    <a:cubicBezTo>
                      <a:pt x="125" y="7"/>
                      <a:pt x="114" y="0"/>
                      <a:pt x="1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5" name="Google Shape;4335;p10"/>
              <p:cNvSpPr/>
              <p:nvPr/>
            </p:nvSpPr>
            <p:spPr>
              <a:xfrm>
                <a:off x="2987350" y="4503875"/>
                <a:ext cx="19800" cy="40775"/>
              </a:xfrm>
              <a:custGeom>
                <a:rect b="b" l="l" r="r" t="t"/>
                <a:pathLst>
                  <a:path extrusionOk="0" h="1631" w="792">
                    <a:moveTo>
                      <a:pt x="608" y="1"/>
                    </a:moveTo>
                    <a:cubicBezTo>
                      <a:pt x="579" y="1"/>
                      <a:pt x="552" y="28"/>
                      <a:pt x="568" y="64"/>
                    </a:cubicBezTo>
                    <a:cubicBezTo>
                      <a:pt x="601" y="197"/>
                      <a:pt x="559" y="338"/>
                      <a:pt x="518" y="462"/>
                    </a:cubicBezTo>
                    <a:cubicBezTo>
                      <a:pt x="468" y="586"/>
                      <a:pt x="410" y="702"/>
                      <a:pt x="361" y="827"/>
                    </a:cubicBezTo>
                    <a:cubicBezTo>
                      <a:pt x="245" y="1067"/>
                      <a:pt x="95" y="1299"/>
                      <a:pt x="13" y="1556"/>
                    </a:cubicBezTo>
                    <a:cubicBezTo>
                      <a:pt x="1" y="1597"/>
                      <a:pt x="36" y="1630"/>
                      <a:pt x="72" y="1630"/>
                    </a:cubicBezTo>
                    <a:cubicBezTo>
                      <a:pt x="86" y="1630"/>
                      <a:pt x="100" y="1625"/>
                      <a:pt x="112" y="1614"/>
                    </a:cubicBezTo>
                    <a:cubicBezTo>
                      <a:pt x="303" y="1390"/>
                      <a:pt x="427" y="1100"/>
                      <a:pt x="551" y="835"/>
                    </a:cubicBezTo>
                    <a:cubicBezTo>
                      <a:pt x="659" y="578"/>
                      <a:pt x="791" y="296"/>
                      <a:pt x="659" y="31"/>
                    </a:cubicBezTo>
                    <a:lnTo>
                      <a:pt x="651" y="31"/>
                    </a:lnTo>
                    <a:cubicBezTo>
                      <a:pt x="641" y="10"/>
                      <a:pt x="625" y="1"/>
                      <a:pt x="6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6" name="Google Shape;4336;p10"/>
              <p:cNvSpPr/>
              <p:nvPr/>
            </p:nvSpPr>
            <p:spPr>
              <a:xfrm>
                <a:off x="2974600" y="4538025"/>
                <a:ext cx="6150" cy="19500"/>
              </a:xfrm>
              <a:custGeom>
                <a:rect b="b" l="l" r="r" t="t"/>
                <a:pathLst>
                  <a:path extrusionOk="0" h="780" w="246">
                    <a:moveTo>
                      <a:pt x="200" y="1"/>
                    </a:moveTo>
                    <a:cubicBezTo>
                      <a:pt x="179" y="1"/>
                      <a:pt x="157" y="14"/>
                      <a:pt x="150" y="41"/>
                    </a:cubicBezTo>
                    <a:cubicBezTo>
                      <a:pt x="125" y="157"/>
                      <a:pt x="92" y="273"/>
                      <a:pt x="67" y="397"/>
                    </a:cubicBezTo>
                    <a:cubicBezTo>
                      <a:pt x="50" y="455"/>
                      <a:pt x="42" y="513"/>
                      <a:pt x="25" y="571"/>
                    </a:cubicBezTo>
                    <a:cubicBezTo>
                      <a:pt x="17" y="629"/>
                      <a:pt x="1" y="687"/>
                      <a:pt x="9" y="753"/>
                    </a:cubicBezTo>
                    <a:cubicBezTo>
                      <a:pt x="9" y="771"/>
                      <a:pt x="23" y="779"/>
                      <a:pt x="39" y="779"/>
                    </a:cubicBezTo>
                    <a:cubicBezTo>
                      <a:pt x="53" y="779"/>
                      <a:pt x="67" y="773"/>
                      <a:pt x="75" y="761"/>
                    </a:cubicBezTo>
                    <a:cubicBezTo>
                      <a:pt x="100" y="703"/>
                      <a:pt x="117" y="645"/>
                      <a:pt x="125" y="587"/>
                    </a:cubicBezTo>
                    <a:cubicBezTo>
                      <a:pt x="141" y="529"/>
                      <a:pt x="150" y="463"/>
                      <a:pt x="166" y="405"/>
                    </a:cubicBezTo>
                    <a:cubicBezTo>
                      <a:pt x="191" y="289"/>
                      <a:pt x="216" y="173"/>
                      <a:pt x="241" y="49"/>
                    </a:cubicBezTo>
                    <a:cubicBezTo>
                      <a:pt x="245" y="18"/>
                      <a:pt x="224" y="1"/>
                      <a:pt x="2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7" name="Google Shape;4337;p10"/>
              <p:cNvSpPr/>
              <p:nvPr/>
            </p:nvSpPr>
            <p:spPr>
              <a:xfrm>
                <a:off x="2805375" y="4479675"/>
                <a:ext cx="11175" cy="41650"/>
              </a:xfrm>
              <a:custGeom>
                <a:rect b="b" l="l" r="r" t="t"/>
                <a:pathLst>
                  <a:path extrusionOk="0" h="1666" w="447">
                    <a:moveTo>
                      <a:pt x="396" y="0"/>
                    </a:moveTo>
                    <a:cubicBezTo>
                      <a:pt x="391" y="0"/>
                      <a:pt x="386" y="2"/>
                      <a:pt x="382" y="5"/>
                    </a:cubicBezTo>
                    <a:cubicBezTo>
                      <a:pt x="266" y="63"/>
                      <a:pt x="199" y="204"/>
                      <a:pt x="141" y="311"/>
                    </a:cubicBezTo>
                    <a:cubicBezTo>
                      <a:pt x="83" y="444"/>
                      <a:pt x="50" y="593"/>
                      <a:pt x="25" y="734"/>
                    </a:cubicBezTo>
                    <a:cubicBezTo>
                      <a:pt x="0" y="891"/>
                      <a:pt x="0" y="1049"/>
                      <a:pt x="9" y="1215"/>
                    </a:cubicBezTo>
                    <a:cubicBezTo>
                      <a:pt x="17" y="1347"/>
                      <a:pt x="34" y="1554"/>
                      <a:pt x="141" y="1654"/>
                    </a:cubicBezTo>
                    <a:cubicBezTo>
                      <a:pt x="150" y="1662"/>
                      <a:pt x="160" y="1666"/>
                      <a:pt x="169" y="1666"/>
                    </a:cubicBezTo>
                    <a:cubicBezTo>
                      <a:pt x="187" y="1666"/>
                      <a:pt x="205" y="1653"/>
                      <a:pt x="216" y="1637"/>
                    </a:cubicBezTo>
                    <a:cubicBezTo>
                      <a:pt x="241" y="1579"/>
                      <a:pt x="241" y="1496"/>
                      <a:pt x="232" y="1430"/>
                    </a:cubicBezTo>
                    <a:cubicBezTo>
                      <a:pt x="232" y="1355"/>
                      <a:pt x="224" y="1281"/>
                      <a:pt x="216" y="1198"/>
                    </a:cubicBezTo>
                    <a:cubicBezTo>
                      <a:pt x="208" y="1057"/>
                      <a:pt x="199" y="916"/>
                      <a:pt x="216" y="767"/>
                    </a:cubicBezTo>
                    <a:cubicBezTo>
                      <a:pt x="232" y="643"/>
                      <a:pt x="266" y="527"/>
                      <a:pt x="299" y="403"/>
                    </a:cubicBezTo>
                    <a:cubicBezTo>
                      <a:pt x="324" y="345"/>
                      <a:pt x="348" y="278"/>
                      <a:pt x="373" y="220"/>
                    </a:cubicBezTo>
                    <a:cubicBezTo>
                      <a:pt x="398" y="171"/>
                      <a:pt x="431" y="113"/>
                      <a:pt x="440" y="55"/>
                    </a:cubicBezTo>
                    <a:cubicBezTo>
                      <a:pt x="446" y="28"/>
                      <a:pt x="420" y="0"/>
                      <a:pt x="3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8" name="Google Shape;4338;p10"/>
              <p:cNvSpPr/>
              <p:nvPr/>
            </p:nvSpPr>
            <p:spPr>
              <a:xfrm>
                <a:off x="2812825" y="4499850"/>
                <a:ext cx="3750" cy="20675"/>
              </a:xfrm>
              <a:custGeom>
                <a:rect b="b" l="l" r="r" t="t"/>
                <a:pathLst>
                  <a:path extrusionOk="0" h="827" w="150">
                    <a:moveTo>
                      <a:pt x="59" y="1"/>
                    </a:moveTo>
                    <a:cubicBezTo>
                      <a:pt x="35" y="1"/>
                      <a:pt x="13" y="14"/>
                      <a:pt x="9" y="43"/>
                    </a:cubicBezTo>
                    <a:cubicBezTo>
                      <a:pt x="1" y="176"/>
                      <a:pt x="1" y="308"/>
                      <a:pt x="1" y="432"/>
                    </a:cubicBezTo>
                    <a:cubicBezTo>
                      <a:pt x="9" y="499"/>
                      <a:pt x="17" y="557"/>
                      <a:pt x="26" y="615"/>
                    </a:cubicBezTo>
                    <a:cubicBezTo>
                      <a:pt x="34" y="681"/>
                      <a:pt x="42" y="747"/>
                      <a:pt x="75" y="805"/>
                    </a:cubicBezTo>
                    <a:cubicBezTo>
                      <a:pt x="82" y="820"/>
                      <a:pt x="95" y="826"/>
                      <a:pt x="106" y="826"/>
                    </a:cubicBezTo>
                    <a:cubicBezTo>
                      <a:pt x="122" y="826"/>
                      <a:pt x="137" y="816"/>
                      <a:pt x="142" y="797"/>
                    </a:cubicBezTo>
                    <a:cubicBezTo>
                      <a:pt x="150" y="739"/>
                      <a:pt x="142" y="681"/>
                      <a:pt x="142" y="615"/>
                    </a:cubicBezTo>
                    <a:cubicBezTo>
                      <a:pt x="133" y="557"/>
                      <a:pt x="133" y="490"/>
                      <a:pt x="125" y="432"/>
                    </a:cubicBezTo>
                    <a:cubicBezTo>
                      <a:pt x="117" y="308"/>
                      <a:pt x="117" y="184"/>
                      <a:pt x="117" y="60"/>
                    </a:cubicBezTo>
                    <a:cubicBezTo>
                      <a:pt x="121" y="22"/>
                      <a:pt x="89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9" name="Google Shape;4339;p10"/>
              <p:cNvSpPr/>
              <p:nvPr/>
            </p:nvSpPr>
            <p:spPr>
              <a:xfrm>
                <a:off x="2897950" y="4492075"/>
                <a:ext cx="8325" cy="42275"/>
              </a:xfrm>
              <a:custGeom>
                <a:rect b="b" l="l" r="r" t="t"/>
                <a:pathLst>
                  <a:path extrusionOk="0" h="1691" w="333">
                    <a:moveTo>
                      <a:pt x="243" y="1"/>
                    </a:moveTo>
                    <a:cubicBezTo>
                      <a:pt x="232" y="1"/>
                      <a:pt x="221" y="5"/>
                      <a:pt x="216" y="14"/>
                    </a:cubicBezTo>
                    <a:cubicBezTo>
                      <a:pt x="167" y="81"/>
                      <a:pt x="192" y="197"/>
                      <a:pt x="192" y="271"/>
                    </a:cubicBezTo>
                    <a:cubicBezTo>
                      <a:pt x="192" y="346"/>
                      <a:pt x="192" y="429"/>
                      <a:pt x="183" y="503"/>
                    </a:cubicBezTo>
                    <a:cubicBezTo>
                      <a:pt x="175" y="487"/>
                      <a:pt x="175" y="462"/>
                      <a:pt x="158" y="445"/>
                    </a:cubicBezTo>
                    <a:cubicBezTo>
                      <a:pt x="154" y="433"/>
                      <a:pt x="144" y="426"/>
                      <a:pt x="133" y="426"/>
                    </a:cubicBezTo>
                    <a:cubicBezTo>
                      <a:pt x="121" y="426"/>
                      <a:pt x="109" y="433"/>
                      <a:pt x="100" y="445"/>
                    </a:cubicBezTo>
                    <a:cubicBezTo>
                      <a:pt x="84" y="487"/>
                      <a:pt x="84" y="536"/>
                      <a:pt x="84" y="586"/>
                    </a:cubicBezTo>
                    <a:cubicBezTo>
                      <a:pt x="76" y="636"/>
                      <a:pt x="76" y="685"/>
                      <a:pt x="76" y="743"/>
                    </a:cubicBezTo>
                    <a:cubicBezTo>
                      <a:pt x="76" y="843"/>
                      <a:pt x="67" y="942"/>
                      <a:pt x="59" y="1042"/>
                    </a:cubicBezTo>
                    <a:cubicBezTo>
                      <a:pt x="42" y="1249"/>
                      <a:pt x="34" y="1456"/>
                      <a:pt x="1" y="1655"/>
                    </a:cubicBezTo>
                    <a:cubicBezTo>
                      <a:pt x="1" y="1678"/>
                      <a:pt x="19" y="1690"/>
                      <a:pt x="36" y="1690"/>
                    </a:cubicBezTo>
                    <a:cubicBezTo>
                      <a:pt x="50" y="1690"/>
                      <a:pt x="64" y="1682"/>
                      <a:pt x="67" y="1663"/>
                    </a:cubicBezTo>
                    <a:cubicBezTo>
                      <a:pt x="109" y="1497"/>
                      <a:pt x="142" y="1332"/>
                      <a:pt x="167" y="1166"/>
                    </a:cubicBezTo>
                    <a:cubicBezTo>
                      <a:pt x="183" y="1166"/>
                      <a:pt x="208" y="1158"/>
                      <a:pt x="216" y="1133"/>
                    </a:cubicBezTo>
                    <a:cubicBezTo>
                      <a:pt x="250" y="934"/>
                      <a:pt x="283" y="743"/>
                      <a:pt x="308" y="545"/>
                    </a:cubicBezTo>
                    <a:cubicBezTo>
                      <a:pt x="316" y="445"/>
                      <a:pt x="324" y="354"/>
                      <a:pt x="324" y="255"/>
                    </a:cubicBezTo>
                    <a:cubicBezTo>
                      <a:pt x="324" y="180"/>
                      <a:pt x="332" y="56"/>
                      <a:pt x="266" y="6"/>
                    </a:cubicBezTo>
                    <a:cubicBezTo>
                      <a:pt x="259" y="3"/>
                      <a:pt x="251" y="1"/>
                      <a:pt x="2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0" name="Google Shape;4340;p10"/>
              <p:cNvSpPr/>
              <p:nvPr/>
            </p:nvSpPr>
            <p:spPr>
              <a:xfrm>
                <a:off x="2900450" y="4467900"/>
                <a:ext cx="3325" cy="12125"/>
              </a:xfrm>
              <a:custGeom>
                <a:rect b="b" l="l" r="r" t="t"/>
                <a:pathLst>
                  <a:path extrusionOk="0" h="485" w="133">
                    <a:moveTo>
                      <a:pt x="52" y="0"/>
                    </a:moveTo>
                    <a:cubicBezTo>
                      <a:pt x="41" y="0"/>
                      <a:pt x="31" y="6"/>
                      <a:pt x="25" y="12"/>
                    </a:cubicBezTo>
                    <a:cubicBezTo>
                      <a:pt x="0" y="37"/>
                      <a:pt x="0" y="86"/>
                      <a:pt x="0" y="120"/>
                    </a:cubicBezTo>
                    <a:cubicBezTo>
                      <a:pt x="0" y="153"/>
                      <a:pt x="9" y="194"/>
                      <a:pt x="9" y="227"/>
                    </a:cubicBezTo>
                    <a:cubicBezTo>
                      <a:pt x="17" y="302"/>
                      <a:pt x="25" y="368"/>
                      <a:pt x="34" y="443"/>
                    </a:cubicBezTo>
                    <a:cubicBezTo>
                      <a:pt x="34" y="468"/>
                      <a:pt x="58" y="484"/>
                      <a:pt x="92" y="484"/>
                    </a:cubicBezTo>
                    <a:cubicBezTo>
                      <a:pt x="116" y="476"/>
                      <a:pt x="133" y="451"/>
                      <a:pt x="133" y="426"/>
                    </a:cubicBezTo>
                    <a:cubicBezTo>
                      <a:pt x="125" y="352"/>
                      <a:pt x="116" y="285"/>
                      <a:pt x="116" y="211"/>
                    </a:cubicBezTo>
                    <a:cubicBezTo>
                      <a:pt x="116" y="178"/>
                      <a:pt x="108" y="144"/>
                      <a:pt x="100" y="111"/>
                    </a:cubicBezTo>
                    <a:cubicBezTo>
                      <a:pt x="100" y="78"/>
                      <a:pt x="92" y="28"/>
                      <a:pt x="67" y="4"/>
                    </a:cubicBezTo>
                    <a:cubicBezTo>
                      <a:pt x="62" y="1"/>
                      <a:pt x="57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1" name="Google Shape;4341;p10"/>
              <p:cNvSpPr/>
              <p:nvPr/>
            </p:nvSpPr>
            <p:spPr>
              <a:xfrm>
                <a:off x="2898375" y="4448575"/>
                <a:ext cx="3450" cy="11225"/>
              </a:xfrm>
              <a:custGeom>
                <a:rect b="b" l="l" r="r" t="t"/>
                <a:pathLst>
                  <a:path extrusionOk="0" h="449" w="138">
                    <a:moveTo>
                      <a:pt x="34" y="1"/>
                    </a:moveTo>
                    <a:cubicBezTo>
                      <a:pt x="24" y="1"/>
                      <a:pt x="14" y="5"/>
                      <a:pt x="9" y="14"/>
                    </a:cubicBezTo>
                    <a:cubicBezTo>
                      <a:pt x="1" y="47"/>
                      <a:pt x="9" y="81"/>
                      <a:pt x="9" y="114"/>
                    </a:cubicBezTo>
                    <a:cubicBezTo>
                      <a:pt x="9" y="147"/>
                      <a:pt x="9" y="180"/>
                      <a:pt x="9" y="213"/>
                    </a:cubicBezTo>
                    <a:cubicBezTo>
                      <a:pt x="17" y="279"/>
                      <a:pt x="34" y="346"/>
                      <a:pt x="42" y="412"/>
                    </a:cubicBezTo>
                    <a:cubicBezTo>
                      <a:pt x="46" y="437"/>
                      <a:pt x="64" y="448"/>
                      <a:pt x="84" y="448"/>
                    </a:cubicBezTo>
                    <a:cubicBezTo>
                      <a:pt x="110" y="448"/>
                      <a:pt x="138" y="429"/>
                      <a:pt x="133" y="395"/>
                    </a:cubicBezTo>
                    <a:cubicBezTo>
                      <a:pt x="125" y="329"/>
                      <a:pt x="117" y="263"/>
                      <a:pt x="108" y="197"/>
                    </a:cubicBezTo>
                    <a:cubicBezTo>
                      <a:pt x="100" y="163"/>
                      <a:pt x="92" y="130"/>
                      <a:pt x="83" y="97"/>
                    </a:cubicBezTo>
                    <a:cubicBezTo>
                      <a:pt x="75" y="72"/>
                      <a:pt x="67" y="31"/>
                      <a:pt x="50" y="6"/>
                    </a:cubicBezTo>
                    <a:cubicBezTo>
                      <a:pt x="47" y="3"/>
                      <a:pt x="41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2" name="Google Shape;4342;p10"/>
              <p:cNvSpPr/>
              <p:nvPr/>
            </p:nvSpPr>
            <p:spPr>
              <a:xfrm>
                <a:off x="2901700" y="4425400"/>
                <a:ext cx="2925" cy="8050"/>
              </a:xfrm>
              <a:custGeom>
                <a:rect b="b" l="l" r="r" t="t"/>
                <a:pathLst>
                  <a:path extrusionOk="0" h="322" w="117">
                    <a:moveTo>
                      <a:pt x="46" y="1"/>
                    </a:moveTo>
                    <a:cubicBezTo>
                      <a:pt x="37" y="1"/>
                      <a:pt x="29" y="5"/>
                      <a:pt x="25" y="13"/>
                    </a:cubicBezTo>
                    <a:cubicBezTo>
                      <a:pt x="17" y="22"/>
                      <a:pt x="8" y="38"/>
                      <a:pt x="8" y="47"/>
                    </a:cubicBezTo>
                    <a:lnTo>
                      <a:pt x="8" y="63"/>
                    </a:lnTo>
                    <a:cubicBezTo>
                      <a:pt x="8" y="63"/>
                      <a:pt x="3" y="74"/>
                      <a:pt x="5" y="74"/>
                    </a:cubicBezTo>
                    <a:cubicBezTo>
                      <a:pt x="6" y="74"/>
                      <a:pt x="7" y="73"/>
                      <a:pt x="8" y="71"/>
                    </a:cubicBezTo>
                    <a:lnTo>
                      <a:pt x="8" y="71"/>
                    </a:lnTo>
                    <a:cubicBezTo>
                      <a:pt x="0" y="80"/>
                      <a:pt x="0" y="96"/>
                      <a:pt x="0" y="104"/>
                    </a:cubicBezTo>
                    <a:lnTo>
                      <a:pt x="0" y="138"/>
                    </a:lnTo>
                    <a:cubicBezTo>
                      <a:pt x="0" y="179"/>
                      <a:pt x="0" y="229"/>
                      <a:pt x="0" y="270"/>
                    </a:cubicBezTo>
                    <a:cubicBezTo>
                      <a:pt x="0" y="299"/>
                      <a:pt x="25" y="322"/>
                      <a:pt x="53" y="322"/>
                    </a:cubicBezTo>
                    <a:cubicBezTo>
                      <a:pt x="58" y="322"/>
                      <a:pt x="62" y="321"/>
                      <a:pt x="66" y="320"/>
                    </a:cubicBezTo>
                    <a:cubicBezTo>
                      <a:pt x="91" y="312"/>
                      <a:pt x="116" y="287"/>
                      <a:pt x="108" y="262"/>
                    </a:cubicBezTo>
                    <a:cubicBezTo>
                      <a:pt x="108" y="220"/>
                      <a:pt x="108" y="179"/>
                      <a:pt x="108" y="138"/>
                    </a:cubicBezTo>
                    <a:cubicBezTo>
                      <a:pt x="108" y="129"/>
                      <a:pt x="100" y="113"/>
                      <a:pt x="100" y="104"/>
                    </a:cubicBezTo>
                    <a:cubicBezTo>
                      <a:pt x="100" y="96"/>
                      <a:pt x="91" y="80"/>
                      <a:pt x="91" y="71"/>
                    </a:cubicBezTo>
                    <a:cubicBezTo>
                      <a:pt x="83" y="47"/>
                      <a:pt x="83" y="30"/>
                      <a:pt x="66" y="13"/>
                    </a:cubicBezTo>
                    <a:cubicBezTo>
                      <a:pt x="62" y="5"/>
                      <a:pt x="54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3" name="Google Shape;4343;p10"/>
              <p:cNvSpPr/>
              <p:nvPr/>
            </p:nvSpPr>
            <p:spPr>
              <a:xfrm>
                <a:off x="2729350" y="4363500"/>
                <a:ext cx="5325" cy="28525"/>
              </a:xfrm>
              <a:custGeom>
                <a:rect b="b" l="l" r="r" t="t"/>
                <a:pathLst>
                  <a:path extrusionOk="0" h="1141" w="213">
                    <a:moveTo>
                      <a:pt x="163" y="1"/>
                    </a:moveTo>
                    <a:cubicBezTo>
                      <a:pt x="147" y="1"/>
                      <a:pt x="131" y="9"/>
                      <a:pt x="125" y="29"/>
                    </a:cubicBezTo>
                    <a:cubicBezTo>
                      <a:pt x="67" y="203"/>
                      <a:pt x="17" y="377"/>
                      <a:pt x="1" y="559"/>
                    </a:cubicBezTo>
                    <a:cubicBezTo>
                      <a:pt x="1" y="658"/>
                      <a:pt x="1" y="749"/>
                      <a:pt x="1" y="841"/>
                    </a:cubicBezTo>
                    <a:cubicBezTo>
                      <a:pt x="9" y="882"/>
                      <a:pt x="9" y="932"/>
                      <a:pt x="17" y="973"/>
                    </a:cubicBezTo>
                    <a:cubicBezTo>
                      <a:pt x="17" y="1023"/>
                      <a:pt x="25" y="1073"/>
                      <a:pt x="59" y="1114"/>
                    </a:cubicBezTo>
                    <a:cubicBezTo>
                      <a:pt x="73" y="1132"/>
                      <a:pt x="95" y="1140"/>
                      <a:pt x="117" y="1140"/>
                    </a:cubicBezTo>
                    <a:cubicBezTo>
                      <a:pt x="145" y="1140"/>
                      <a:pt x="173" y="1126"/>
                      <a:pt x="183" y="1097"/>
                    </a:cubicBezTo>
                    <a:cubicBezTo>
                      <a:pt x="199" y="1056"/>
                      <a:pt x="191" y="1015"/>
                      <a:pt x="183" y="965"/>
                    </a:cubicBezTo>
                    <a:cubicBezTo>
                      <a:pt x="183" y="923"/>
                      <a:pt x="175" y="882"/>
                      <a:pt x="175" y="841"/>
                    </a:cubicBezTo>
                    <a:cubicBezTo>
                      <a:pt x="166" y="749"/>
                      <a:pt x="158" y="658"/>
                      <a:pt x="166" y="575"/>
                    </a:cubicBezTo>
                    <a:cubicBezTo>
                      <a:pt x="166" y="401"/>
                      <a:pt x="175" y="219"/>
                      <a:pt x="208" y="45"/>
                    </a:cubicBezTo>
                    <a:cubicBezTo>
                      <a:pt x="213" y="20"/>
                      <a:pt x="187" y="1"/>
                      <a:pt x="1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4" name="Google Shape;4344;p10"/>
              <p:cNvSpPr/>
              <p:nvPr/>
            </p:nvSpPr>
            <p:spPr>
              <a:xfrm>
                <a:off x="2735150" y="4371250"/>
                <a:ext cx="2525" cy="10450"/>
              </a:xfrm>
              <a:custGeom>
                <a:rect b="b" l="l" r="r" t="t"/>
                <a:pathLst>
                  <a:path extrusionOk="0" h="418" w="101">
                    <a:moveTo>
                      <a:pt x="67" y="0"/>
                    </a:moveTo>
                    <a:lnTo>
                      <a:pt x="67" y="9"/>
                    </a:lnTo>
                    <a:cubicBezTo>
                      <a:pt x="64" y="7"/>
                      <a:pt x="61" y="6"/>
                      <a:pt x="58" y="6"/>
                    </a:cubicBezTo>
                    <a:cubicBezTo>
                      <a:pt x="45" y="6"/>
                      <a:pt x="34" y="20"/>
                      <a:pt x="34" y="33"/>
                    </a:cubicBezTo>
                    <a:cubicBezTo>
                      <a:pt x="17" y="91"/>
                      <a:pt x="1" y="158"/>
                      <a:pt x="1" y="216"/>
                    </a:cubicBezTo>
                    <a:cubicBezTo>
                      <a:pt x="1" y="249"/>
                      <a:pt x="1" y="282"/>
                      <a:pt x="9" y="315"/>
                    </a:cubicBezTo>
                    <a:cubicBezTo>
                      <a:pt x="9" y="332"/>
                      <a:pt x="9" y="340"/>
                      <a:pt x="9" y="357"/>
                    </a:cubicBezTo>
                    <a:cubicBezTo>
                      <a:pt x="9" y="373"/>
                      <a:pt x="17" y="390"/>
                      <a:pt x="25" y="406"/>
                    </a:cubicBezTo>
                    <a:cubicBezTo>
                      <a:pt x="29" y="414"/>
                      <a:pt x="38" y="418"/>
                      <a:pt x="46" y="418"/>
                    </a:cubicBezTo>
                    <a:cubicBezTo>
                      <a:pt x="57" y="418"/>
                      <a:pt x="67" y="412"/>
                      <a:pt x="67" y="398"/>
                    </a:cubicBezTo>
                    <a:cubicBezTo>
                      <a:pt x="75" y="381"/>
                      <a:pt x="75" y="365"/>
                      <a:pt x="75" y="348"/>
                    </a:cubicBezTo>
                    <a:cubicBezTo>
                      <a:pt x="75" y="340"/>
                      <a:pt x="75" y="323"/>
                      <a:pt x="75" y="307"/>
                    </a:cubicBezTo>
                    <a:cubicBezTo>
                      <a:pt x="75" y="274"/>
                      <a:pt x="75" y="249"/>
                      <a:pt x="75" y="224"/>
                    </a:cubicBezTo>
                    <a:cubicBezTo>
                      <a:pt x="75" y="158"/>
                      <a:pt x="83" y="100"/>
                      <a:pt x="92" y="42"/>
                    </a:cubicBezTo>
                    <a:cubicBezTo>
                      <a:pt x="100" y="25"/>
                      <a:pt x="83" y="9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5" name="Google Shape;4345;p10"/>
              <p:cNvSpPr/>
              <p:nvPr/>
            </p:nvSpPr>
            <p:spPr>
              <a:xfrm>
                <a:off x="2686900" y="4441750"/>
                <a:ext cx="8725" cy="17650"/>
              </a:xfrm>
              <a:custGeom>
                <a:rect b="b" l="l" r="r" t="t"/>
                <a:pathLst>
                  <a:path extrusionOk="0" h="706" w="349">
                    <a:moveTo>
                      <a:pt x="291" y="0"/>
                    </a:moveTo>
                    <a:cubicBezTo>
                      <a:pt x="279" y="0"/>
                      <a:pt x="267" y="4"/>
                      <a:pt x="257" y="14"/>
                    </a:cubicBezTo>
                    <a:cubicBezTo>
                      <a:pt x="215" y="55"/>
                      <a:pt x="182" y="113"/>
                      <a:pt x="157" y="163"/>
                    </a:cubicBezTo>
                    <a:cubicBezTo>
                      <a:pt x="133" y="221"/>
                      <a:pt x="108" y="271"/>
                      <a:pt x="83" y="329"/>
                    </a:cubicBezTo>
                    <a:cubicBezTo>
                      <a:pt x="58" y="378"/>
                      <a:pt x="42" y="436"/>
                      <a:pt x="33" y="494"/>
                    </a:cubicBezTo>
                    <a:cubicBezTo>
                      <a:pt x="17" y="552"/>
                      <a:pt x="8" y="610"/>
                      <a:pt x="0" y="677"/>
                    </a:cubicBezTo>
                    <a:cubicBezTo>
                      <a:pt x="0" y="693"/>
                      <a:pt x="21" y="706"/>
                      <a:pt x="38" y="706"/>
                    </a:cubicBezTo>
                    <a:cubicBezTo>
                      <a:pt x="47" y="706"/>
                      <a:pt x="55" y="702"/>
                      <a:pt x="58" y="693"/>
                    </a:cubicBezTo>
                    <a:cubicBezTo>
                      <a:pt x="75" y="635"/>
                      <a:pt x="99" y="586"/>
                      <a:pt x="116" y="536"/>
                    </a:cubicBezTo>
                    <a:cubicBezTo>
                      <a:pt x="141" y="486"/>
                      <a:pt x="166" y="428"/>
                      <a:pt x="182" y="378"/>
                    </a:cubicBezTo>
                    <a:cubicBezTo>
                      <a:pt x="207" y="320"/>
                      <a:pt x="232" y="271"/>
                      <a:pt x="265" y="221"/>
                    </a:cubicBezTo>
                    <a:cubicBezTo>
                      <a:pt x="290" y="171"/>
                      <a:pt x="323" y="130"/>
                      <a:pt x="348" y="72"/>
                    </a:cubicBezTo>
                    <a:cubicBezTo>
                      <a:pt x="348" y="55"/>
                      <a:pt x="348" y="30"/>
                      <a:pt x="340" y="22"/>
                    </a:cubicBezTo>
                    <a:cubicBezTo>
                      <a:pt x="331" y="14"/>
                      <a:pt x="323" y="6"/>
                      <a:pt x="315" y="6"/>
                    </a:cubicBezTo>
                    <a:cubicBezTo>
                      <a:pt x="308" y="2"/>
                      <a:pt x="300" y="0"/>
                      <a:pt x="2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6" name="Google Shape;4346;p10"/>
              <p:cNvSpPr/>
              <p:nvPr/>
            </p:nvSpPr>
            <p:spPr>
              <a:xfrm>
                <a:off x="2694350" y="4447275"/>
                <a:ext cx="3325" cy="6925"/>
              </a:xfrm>
              <a:custGeom>
                <a:rect b="b" l="l" r="r" t="t"/>
                <a:pathLst>
                  <a:path extrusionOk="0" h="277" w="133">
                    <a:moveTo>
                      <a:pt x="125" y="0"/>
                    </a:moveTo>
                    <a:cubicBezTo>
                      <a:pt x="116" y="0"/>
                      <a:pt x="108" y="0"/>
                      <a:pt x="108" y="8"/>
                    </a:cubicBezTo>
                    <a:cubicBezTo>
                      <a:pt x="83" y="41"/>
                      <a:pt x="67" y="83"/>
                      <a:pt x="50" y="124"/>
                    </a:cubicBezTo>
                    <a:cubicBezTo>
                      <a:pt x="33" y="157"/>
                      <a:pt x="17" y="199"/>
                      <a:pt x="9" y="232"/>
                    </a:cubicBezTo>
                    <a:cubicBezTo>
                      <a:pt x="0" y="249"/>
                      <a:pt x="9" y="265"/>
                      <a:pt x="17" y="273"/>
                    </a:cubicBezTo>
                    <a:cubicBezTo>
                      <a:pt x="21" y="276"/>
                      <a:pt x="26" y="277"/>
                      <a:pt x="30" y="277"/>
                    </a:cubicBezTo>
                    <a:cubicBezTo>
                      <a:pt x="42" y="277"/>
                      <a:pt x="52" y="269"/>
                      <a:pt x="58" y="257"/>
                    </a:cubicBezTo>
                    <a:cubicBezTo>
                      <a:pt x="75" y="215"/>
                      <a:pt x="91" y="182"/>
                      <a:pt x="100" y="141"/>
                    </a:cubicBezTo>
                    <a:cubicBezTo>
                      <a:pt x="108" y="99"/>
                      <a:pt x="125" y="58"/>
                      <a:pt x="133" y="17"/>
                    </a:cubicBezTo>
                    <a:cubicBezTo>
                      <a:pt x="133" y="8"/>
                      <a:pt x="125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7" name="Google Shape;4347;p10"/>
              <p:cNvSpPr/>
              <p:nvPr/>
            </p:nvSpPr>
            <p:spPr>
              <a:xfrm>
                <a:off x="2704900" y="4438775"/>
                <a:ext cx="2925" cy="10150"/>
              </a:xfrm>
              <a:custGeom>
                <a:rect b="b" l="l" r="r" t="t"/>
                <a:pathLst>
                  <a:path extrusionOk="0" h="406" w="117">
                    <a:moveTo>
                      <a:pt x="67" y="0"/>
                    </a:moveTo>
                    <a:cubicBezTo>
                      <a:pt x="42" y="0"/>
                      <a:pt x="17" y="17"/>
                      <a:pt x="9" y="42"/>
                    </a:cubicBezTo>
                    <a:cubicBezTo>
                      <a:pt x="1" y="100"/>
                      <a:pt x="1" y="158"/>
                      <a:pt x="1" y="216"/>
                    </a:cubicBezTo>
                    <a:cubicBezTo>
                      <a:pt x="1" y="241"/>
                      <a:pt x="9" y="274"/>
                      <a:pt x="9" y="299"/>
                    </a:cubicBezTo>
                    <a:cubicBezTo>
                      <a:pt x="17" y="323"/>
                      <a:pt x="17" y="357"/>
                      <a:pt x="34" y="381"/>
                    </a:cubicBezTo>
                    <a:cubicBezTo>
                      <a:pt x="42" y="397"/>
                      <a:pt x="57" y="405"/>
                      <a:pt x="72" y="405"/>
                    </a:cubicBezTo>
                    <a:cubicBezTo>
                      <a:pt x="88" y="405"/>
                      <a:pt x="104" y="395"/>
                      <a:pt x="109" y="373"/>
                    </a:cubicBezTo>
                    <a:cubicBezTo>
                      <a:pt x="117" y="348"/>
                      <a:pt x="109" y="315"/>
                      <a:pt x="109" y="290"/>
                    </a:cubicBezTo>
                    <a:cubicBezTo>
                      <a:pt x="109" y="257"/>
                      <a:pt x="109" y="232"/>
                      <a:pt x="109" y="207"/>
                    </a:cubicBezTo>
                    <a:cubicBezTo>
                      <a:pt x="100" y="158"/>
                      <a:pt x="109" y="108"/>
                      <a:pt x="109" y="58"/>
                    </a:cubicBezTo>
                    <a:cubicBezTo>
                      <a:pt x="109" y="33"/>
                      <a:pt x="92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8" name="Google Shape;4348;p10"/>
              <p:cNvSpPr/>
              <p:nvPr/>
            </p:nvSpPr>
            <p:spPr>
              <a:xfrm>
                <a:off x="2794775" y="4228125"/>
                <a:ext cx="8350" cy="15350"/>
              </a:xfrm>
              <a:custGeom>
                <a:rect b="b" l="l" r="r" t="t"/>
                <a:pathLst>
                  <a:path extrusionOk="0" h="614" w="334">
                    <a:moveTo>
                      <a:pt x="273" y="0"/>
                    </a:moveTo>
                    <a:cubicBezTo>
                      <a:pt x="261" y="0"/>
                      <a:pt x="250" y="3"/>
                      <a:pt x="242" y="8"/>
                    </a:cubicBezTo>
                    <a:cubicBezTo>
                      <a:pt x="250" y="8"/>
                      <a:pt x="234" y="17"/>
                      <a:pt x="234" y="17"/>
                    </a:cubicBezTo>
                    <a:cubicBezTo>
                      <a:pt x="226" y="25"/>
                      <a:pt x="217" y="33"/>
                      <a:pt x="217" y="41"/>
                    </a:cubicBezTo>
                    <a:cubicBezTo>
                      <a:pt x="209" y="50"/>
                      <a:pt x="201" y="66"/>
                      <a:pt x="201" y="83"/>
                    </a:cubicBezTo>
                    <a:cubicBezTo>
                      <a:pt x="192" y="99"/>
                      <a:pt x="184" y="124"/>
                      <a:pt x="176" y="149"/>
                    </a:cubicBezTo>
                    <a:cubicBezTo>
                      <a:pt x="159" y="199"/>
                      <a:pt x="143" y="240"/>
                      <a:pt x="126" y="282"/>
                    </a:cubicBezTo>
                    <a:cubicBezTo>
                      <a:pt x="93" y="373"/>
                      <a:pt x="52" y="464"/>
                      <a:pt x="18" y="547"/>
                    </a:cubicBezTo>
                    <a:cubicBezTo>
                      <a:pt x="1" y="582"/>
                      <a:pt x="33" y="614"/>
                      <a:pt x="63" y="614"/>
                    </a:cubicBezTo>
                    <a:cubicBezTo>
                      <a:pt x="75" y="614"/>
                      <a:pt x="86" y="608"/>
                      <a:pt x="93" y="597"/>
                    </a:cubicBezTo>
                    <a:cubicBezTo>
                      <a:pt x="151" y="514"/>
                      <a:pt x="209" y="431"/>
                      <a:pt x="250" y="331"/>
                    </a:cubicBezTo>
                    <a:cubicBezTo>
                      <a:pt x="267" y="290"/>
                      <a:pt x="284" y="249"/>
                      <a:pt x="300" y="199"/>
                    </a:cubicBezTo>
                    <a:cubicBezTo>
                      <a:pt x="308" y="174"/>
                      <a:pt x="317" y="157"/>
                      <a:pt x="325" y="133"/>
                    </a:cubicBezTo>
                    <a:cubicBezTo>
                      <a:pt x="333" y="116"/>
                      <a:pt x="333" y="99"/>
                      <a:pt x="333" y="83"/>
                    </a:cubicBezTo>
                    <a:cubicBezTo>
                      <a:pt x="333" y="66"/>
                      <a:pt x="333" y="58"/>
                      <a:pt x="333" y="50"/>
                    </a:cubicBezTo>
                    <a:lnTo>
                      <a:pt x="325" y="33"/>
                    </a:lnTo>
                    <a:cubicBezTo>
                      <a:pt x="319" y="11"/>
                      <a:pt x="295" y="0"/>
                      <a:pt x="2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9" name="Google Shape;4349;p10"/>
              <p:cNvSpPr/>
              <p:nvPr/>
            </p:nvSpPr>
            <p:spPr>
              <a:xfrm>
                <a:off x="2802475" y="4236250"/>
                <a:ext cx="2725" cy="7475"/>
              </a:xfrm>
              <a:custGeom>
                <a:rect b="b" l="l" r="r" t="t"/>
                <a:pathLst>
                  <a:path extrusionOk="0" h="299" w="109">
                    <a:moveTo>
                      <a:pt x="67" y="1"/>
                    </a:moveTo>
                    <a:cubicBezTo>
                      <a:pt x="60" y="1"/>
                      <a:pt x="54" y="3"/>
                      <a:pt x="50" y="6"/>
                    </a:cubicBezTo>
                    <a:cubicBezTo>
                      <a:pt x="42" y="15"/>
                      <a:pt x="34" y="31"/>
                      <a:pt x="34" y="40"/>
                    </a:cubicBezTo>
                    <a:lnTo>
                      <a:pt x="25" y="48"/>
                    </a:lnTo>
                    <a:cubicBezTo>
                      <a:pt x="17" y="56"/>
                      <a:pt x="17" y="64"/>
                      <a:pt x="17" y="73"/>
                    </a:cubicBezTo>
                    <a:lnTo>
                      <a:pt x="17" y="139"/>
                    </a:lnTo>
                    <a:cubicBezTo>
                      <a:pt x="9" y="180"/>
                      <a:pt x="9" y="222"/>
                      <a:pt x="0" y="263"/>
                    </a:cubicBezTo>
                    <a:cubicBezTo>
                      <a:pt x="0" y="280"/>
                      <a:pt x="9" y="296"/>
                      <a:pt x="34" y="296"/>
                    </a:cubicBezTo>
                    <a:cubicBezTo>
                      <a:pt x="37" y="298"/>
                      <a:pt x="40" y="299"/>
                      <a:pt x="43" y="299"/>
                    </a:cubicBezTo>
                    <a:cubicBezTo>
                      <a:pt x="56" y="299"/>
                      <a:pt x="67" y="285"/>
                      <a:pt x="67" y="272"/>
                    </a:cubicBezTo>
                    <a:cubicBezTo>
                      <a:pt x="75" y="230"/>
                      <a:pt x="83" y="189"/>
                      <a:pt x="92" y="147"/>
                    </a:cubicBezTo>
                    <a:cubicBezTo>
                      <a:pt x="100" y="122"/>
                      <a:pt x="100" y="106"/>
                      <a:pt x="100" y="89"/>
                    </a:cubicBezTo>
                    <a:cubicBezTo>
                      <a:pt x="108" y="81"/>
                      <a:pt x="108" y="73"/>
                      <a:pt x="108" y="64"/>
                    </a:cubicBezTo>
                    <a:cubicBezTo>
                      <a:pt x="104" y="60"/>
                      <a:pt x="102" y="56"/>
                      <a:pt x="100" y="53"/>
                    </a:cubicBezTo>
                    <a:lnTo>
                      <a:pt x="100" y="53"/>
                    </a:lnTo>
                    <a:cubicBezTo>
                      <a:pt x="100" y="52"/>
                      <a:pt x="100" y="50"/>
                      <a:pt x="100" y="48"/>
                    </a:cubicBezTo>
                    <a:cubicBezTo>
                      <a:pt x="100" y="40"/>
                      <a:pt x="92" y="23"/>
                      <a:pt x="92" y="15"/>
                    </a:cubicBezTo>
                    <a:cubicBezTo>
                      <a:pt x="87" y="5"/>
                      <a:pt x="76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0" name="Google Shape;4350;p10"/>
              <p:cNvSpPr/>
              <p:nvPr/>
            </p:nvSpPr>
            <p:spPr>
              <a:xfrm>
                <a:off x="2888225" y="4213875"/>
                <a:ext cx="4575" cy="7300"/>
              </a:xfrm>
              <a:custGeom>
                <a:rect b="b" l="l" r="r" t="t"/>
                <a:pathLst>
                  <a:path extrusionOk="0" h="292" w="183">
                    <a:moveTo>
                      <a:pt x="159" y="0"/>
                    </a:moveTo>
                    <a:cubicBezTo>
                      <a:pt x="154" y="0"/>
                      <a:pt x="150" y="2"/>
                      <a:pt x="150" y="7"/>
                    </a:cubicBezTo>
                    <a:cubicBezTo>
                      <a:pt x="133" y="31"/>
                      <a:pt x="117" y="40"/>
                      <a:pt x="100" y="65"/>
                    </a:cubicBezTo>
                    <a:cubicBezTo>
                      <a:pt x="92" y="81"/>
                      <a:pt x="75" y="98"/>
                      <a:pt x="67" y="123"/>
                    </a:cubicBezTo>
                    <a:cubicBezTo>
                      <a:pt x="59" y="139"/>
                      <a:pt x="42" y="164"/>
                      <a:pt x="34" y="181"/>
                    </a:cubicBezTo>
                    <a:cubicBezTo>
                      <a:pt x="25" y="205"/>
                      <a:pt x="17" y="222"/>
                      <a:pt x="9" y="247"/>
                    </a:cubicBezTo>
                    <a:cubicBezTo>
                      <a:pt x="1" y="263"/>
                      <a:pt x="9" y="288"/>
                      <a:pt x="34" y="288"/>
                    </a:cubicBezTo>
                    <a:cubicBezTo>
                      <a:pt x="38" y="291"/>
                      <a:pt x="43" y="292"/>
                      <a:pt x="47" y="292"/>
                    </a:cubicBezTo>
                    <a:cubicBezTo>
                      <a:pt x="59" y="292"/>
                      <a:pt x="69" y="284"/>
                      <a:pt x="75" y="272"/>
                    </a:cubicBezTo>
                    <a:cubicBezTo>
                      <a:pt x="92" y="230"/>
                      <a:pt x="108" y="189"/>
                      <a:pt x="125" y="147"/>
                    </a:cubicBezTo>
                    <a:cubicBezTo>
                      <a:pt x="133" y="131"/>
                      <a:pt x="141" y="106"/>
                      <a:pt x="158" y="89"/>
                    </a:cubicBezTo>
                    <a:cubicBezTo>
                      <a:pt x="166" y="73"/>
                      <a:pt x="175" y="48"/>
                      <a:pt x="183" y="31"/>
                    </a:cubicBezTo>
                    <a:cubicBezTo>
                      <a:pt x="183" y="23"/>
                      <a:pt x="183" y="7"/>
                      <a:pt x="175" y="7"/>
                    </a:cubicBezTo>
                    <a:cubicBezTo>
                      <a:pt x="170" y="2"/>
                      <a:pt x="164" y="0"/>
                      <a:pt x="1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1" name="Google Shape;4351;p10"/>
              <p:cNvSpPr/>
              <p:nvPr/>
            </p:nvSpPr>
            <p:spPr>
              <a:xfrm>
                <a:off x="2979925" y="4136225"/>
                <a:ext cx="6100" cy="21550"/>
              </a:xfrm>
              <a:custGeom>
                <a:rect b="b" l="l" r="r" t="t"/>
                <a:pathLst>
                  <a:path extrusionOk="0" h="862" w="244">
                    <a:moveTo>
                      <a:pt x="41" y="1"/>
                    </a:moveTo>
                    <a:cubicBezTo>
                      <a:pt x="21" y="1"/>
                      <a:pt x="1" y="21"/>
                      <a:pt x="11" y="47"/>
                    </a:cubicBezTo>
                    <a:cubicBezTo>
                      <a:pt x="53" y="180"/>
                      <a:pt x="86" y="312"/>
                      <a:pt x="111" y="453"/>
                    </a:cubicBezTo>
                    <a:cubicBezTo>
                      <a:pt x="119" y="511"/>
                      <a:pt x="127" y="577"/>
                      <a:pt x="136" y="644"/>
                    </a:cubicBezTo>
                    <a:cubicBezTo>
                      <a:pt x="144" y="710"/>
                      <a:pt x="152" y="776"/>
                      <a:pt x="177" y="842"/>
                    </a:cubicBezTo>
                    <a:cubicBezTo>
                      <a:pt x="181" y="855"/>
                      <a:pt x="192" y="861"/>
                      <a:pt x="202" y="861"/>
                    </a:cubicBezTo>
                    <a:cubicBezTo>
                      <a:pt x="212" y="861"/>
                      <a:pt x="223" y="855"/>
                      <a:pt x="227" y="842"/>
                    </a:cubicBezTo>
                    <a:cubicBezTo>
                      <a:pt x="243" y="776"/>
                      <a:pt x="243" y="710"/>
                      <a:pt x="235" y="644"/>
                    </a:cubicBezTo>
                    <a:cubicBezTo>
                      <a:pt x="235" y="569"/>
                      <a:pt x="227" y="503"/>
                      <a:pt x="210" y="428"/>
                    </a:cubicBezTo>
                    <a:cubicBezTo>
                      <a:pt x="177" y="287"/>
                      <a:pt x="136" y="155"/>
                      <a:pt x="69" y="22"/>
                    </a:cubicBezTo>
                    <a:cubicBezTo>
                      <a:pt x="63" y="7"/>
                      <a:pt x="52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2" name="Google Shape;4352;p10"/>
              <p:cNvSpPr/>
              <p:nvPr/>
            </p:nvSpPr>
            <p:spPr>
              <a:xfrm>
                <a:off x="2987850" y="4154100"/>
                <a:ext cx="3350" cy="9350"/>
              </a:xfrm>
              <a:custGeom>
                <a:rect b="b" l="l" r="r" t="t"/>
                <a:pathLst>
                  <a:path extrusionOk="0" h="374" w="134">
                    <a:moveTo>
                      <a:pt x="55" y="1"/>
                    </a:moveTo>
                    <a:cubicBezTo>
                      <a:pt x="51" y="1"/>
                      <a:pt x="47" y="2"/>
                      <a:pt x="42" y="3"/>
                    </a:cubicBezTo>
                    <a:cubicBezTo>
                      <a:pt x="17" y="3"/>
                      <a:pt x="1" y="28"/>
                      <a:pt x="9" y="53"/>
                    </a:cubicBezTo>
                    <a:lnTo>
                      <a:pt x="9" y="45"/>
                    </a:lnTo>
                    <a:cubicBezTo>
                      <a:pt x="9" y="103"/>
                      <a:pt x="17" y="152"/>
                      <a:pt x="26" y="202"/>
                    </a:cubicBezTo>
                    <a:cubicBezTo>
                      <a:pt x="26" y="227"/>
                      <a:pt x="34" y="252"/>
                      <a:pt x="42" y="277"/>
                    </a:cubicBezTo>
                    <a:cubicBezTo>
                      <a:pt x="42" y="301"/>
                      <a:pt x="51" y="335"/>
                      <a:pt x="59" y="359"/>
                    </a:cubicBezTo>
                    <a:cubicBezTo>
                      <a:pt x="65" y="369"/>
                      <a:pt x="76" y="374"/>
                      <a:pt x="87" y="374"/>
                    </a:cubicBezTo>
                    <a:cubicBezTo>
                      <a:pt x="103" y="374"/>
                      <a:pt x="120" y="363"/>
                      <a:pt x="125" y="343"/>
                    </a:cubicBezTo>
                    <a:cubicBezTo>
                      <a:pt x="133" y="318"/>
                      <a:pt x="125" y="293"/>
                      <a:pt x="125" y="268"/>
                    </a:cubicBezTo>
                    <a:cubicBezTo>
                      <a:pt x="125" y="243"/>
                      <a:pt x="125" y="210"/>
                      <a:pt x="117" y="185"/>
                    </a:cubicBezTo>
                    <a:cubicBezTo>
                      <a:pt x="109" y="136"/>
                      <a:pt x="100" y="86"/>
                      <a:pt x="92" y="36"/>
                    </a:cubicBezTo>
                    <a:cubicBezTo>
                      <a:pt x="92" y="16"/>
                      <a:pt x="75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3" name="Google Shape;4353;p10"/>
              <p:cNvSpPr/>
              <p:nvPr/>
            </p:nvSpPr>
            <p:spPr>
              <a:xfrm>
                <a:off x="2992625" y="4153650"/>
                <a:ext cx="3125" cy="12525"/>
              </a:xfrm>
              <a:custGeom>
                <a:rect b="b" l="l" r="r" t="t"/>
                <a:pathLst>
                  <a:path extrusionOk="0" h="501" w="125">
                    <a:moveTo>
                      <a:pt x="61" y="0"/>
                    </a:moveTo>
                    <a:cubicBezTo>
                      <a:pt x="37" y="0"/>
                      <a:pt x="13" y="15"/>
                      <a:pt x="9" y="46"/>
                    </a:cubicBezTo>
                    <a:cubicBezTo>
                      <a:pt x="0" y="121"/>
                      <a:pt x="0" y="195"/>
                      <a:pt x="0" y="270"/>
                    </a:cubicBezTo>
                    <a:cubicBezTo>
                      <a:pt x="9" y="295"/>
                      <a:pt x="9" y="311"/>
                      <a:pt x="17" y="328"/>
                    </a:cubicBezTo>
                    <a:cubicBezTo>
                      <a:pt x="17" y="344"/>
                      <a:pt x="17" y="361"/>
                      <a:pt x="25" y="386"/>
                    </a:cubicBezTo>
                    <a:cubicBezTo>
                      <a:pt x="34" y="419"/>
                      <a:pt x="42" y="452"/>
                      <a:pt x="67" y="485"/>
                    </a:cubicBezTo>
                    <a:cubicBezTo>
                      <a:pt x="70" y="495"/>
                      <a:pt x="79" y="500"/>
                      <a:pt x="89" y="500"/>
                    </a:cubicBezTo>
                    <a:cubicBezTo>
                      <a:pt x="102" y="500"/>
                      <a:pt x="116" y="491"/>
                      <a:pt x="116" y="477"/>
                    </a:cubicBezTo>
                    <a:cubicBezTo>
                      <a:pt x="125" y="435"/>
                      <a:pt x="116" y="402"/>
                      <a:pt x="116" y="369"/>
                    </a:cubicBezTo>
                    <a:cubicBezTo>
                      <a:pt x="108" y="353"/>
                      <a:pt x="108" y="336"/>
                      <a:pt x="108" y="311"/>
                    </a:cubicBezTo>
                    <a:cubicBezTo>
                      <a:pt x="108" y="295"/>
                      <a:pt x="108" y="278"/>
                      <a:pt x="108" y="261"/>
                    </a:cubicBezTo>
                    <a:cubicBezTo>
                      <a:pt x="108" y="195"/>
                      <a:pt x="108" y="129"/>
                      <a:pt x="116" y="54"/>
                    </a:cubicBezTo>
                    <a:cubicBezTo>
                      <a:pt x="116" y="19"/>
                      <a:pt x="88" y="0"/>
                      <a:pt x="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4" name="Google Shape;4354;p10"/>
              <p:cNvSpPr/>
              <p:nvPr/>
            </p:nvSpPr>
            <p:spPr>
              <a:xfrm>
                <a:off x="2814475" y="4521925"/>
                <a:ext cx="7750" cy="32850"/>
              </a:xfrm>
              <a:custGeom>
                <a:rect b="b" l="l" r="r" t="t"/>
                <a:pathLst>
                  <a:path extrusionOk="0" h="1314" w="310">
                    <a:moveTo>
                      <a:pt x="253" y="1"/>
                    </a:moveTo>
                    <a:cubicBezTo>
                      <a:pt x="234" y="1"/>
                      <a:pt x="215" y="10"/>
                      <a:pt x="208" y="30"/>
                    </a:cubicBezTo>
                    <a:cubicBezTo>
                      <a:pt x="175" y="121"/>
                      <a:pt x="134" y="221"/>
                      <a:pt x="109" y="312"/>
                    </a:cubicBezTo>
                    <a:cubicBezTo>
                      <a:pt x="84" y="419"/>
                      <a:pt x="67" y="519"/>
                      <a:pt x="51" y="627"/>
                    </a:cubicBezTo>
                    <a:cubicBezTo>
                      <a:pt x="34" y="726"/>
                      <a:pt x="26" y="825"/>
                      <a:pt x="18" y="933"/>
                    </a:cubicBezTo>
                    <a:cubicBezTo>
                      <a:pt x="9" y="1033"/>
                      <a:pt x="1" y="1140"/>
                      <a:pt x="26" y="1248"/>
                    </a:cubicBezTo>
                    <a:cubicBezTo>
                      <a:pt x="39" y="1290"/>
                      <a:pt x="75" y="1313"/>
                      <a:pt x="110" y="1313"/>
                    </a:cubicBezTo>
                    <a:cubicBezTo>
                      <a:pt x="143" y="1313"/>
                      <a:pt x="175" y="1292"/>
                      <a:pt x="183" y="1248"/>
                    </a:cubicBezTo>
                    <a:cubicBezTo>
                      <a:pt x="200" y="1149"/>
                      <a:pt x="192" y="1041"/>
                      <a:pt x="200" y="941"/>
                    </a:cubicBezTo>
                    <a:cubicBezTo>
                      <a:pt x="200" y="842"/>
                      <a:pt x="208" y="743"/>
                      <a:pt x="225" y="651"/>
                    </a:cubicBezTo>
                    <a:cubicBezTo>
                      <a:pt x="233" y="552"/>
                      <a:pt x="241" y="453"/>
                      <a:pt x="258" y="353"/>
                    </a:cubicBezTo>
                    <a:cubicBezTo>
                      <a:pt x="274" y="254"/>
                      <a:pt x="283" y="154"/>
                      <a:pt x="299" y="55"/>
                    </a:cubicBezTo>
                    <a:cubicBezTo>
                      <a:pt x="309" y="20"/>
                      <a:pt x="281" y="1"/>
                      <a:pt x="2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5" name="Google Shape;4355;p10"/>
              <p:cNvSpPr/>
              <p:nvPr/>
            </p:nvSpPr>
            <p:spPr>
              <a:xfrm>
                <a:off x="2821525" y="4543725"/>
                <a:ext cx="3250" cy="19475"/>
              </a:xfrm>
              <a:custGeom>
                <a:rect b="b" l="l" r="r" t="t"/>
                <a:pathLst>
                  <a:path extrusionOk="0" h="779" w="130">
                    <a:moveTo>
                      <a:pt x="81" y="0"/>
                    </a:moveTo>
                    <a:cubicBezTo>
                      <a:pt x="63" y="0"/>
                      <a:pt x="46" y="11"/>
                      <a:pt x="42" y="36"/>
                    </a:cubicBezTo>
                    <a:cubicBezTo>
                      <a:pt x="17" y="161"/>
                      <a:pt x="9" y="285"/>
                      <a:pt x="1" y="409"/>
                    </a:cubicBezTo>
                    <a:cubicBezTo>
                      <a:pt x="1" y="467"/>
                      <a:pt x="1" y="533"/>
                      <a:pt x="1" y="591"/>
                    </a:cubicBezTo>
                    <a:cubicBezTo>
                      <a:pt x="1" y="649"/>
                      <a:pt x="1" y="707"/>
                      <a:pt x="34" y="765"/>
                    </a:cubicBezTo>
                    <a:cubicBezTo>
                      <a:pt x="40" y="774"/>
                      <a:pt x="48" y="778"/>
                      <a:pt x="57" y="778"/>
                    </a:cubicBezTo>
                    <a:cubicBezTo>
                      <a:pt x="71" y="778"/>
                      <a:pt x="87" y="768"/>
                      <a:pt x="92" y="757"/>
                    </a:cubicBezTo>
                    <a:cubicBezTo>
                      <a:pt x="117" y="699"/>
                      <a:pt x="100" y="633"/>
                      <a:pt x="108" y="575"/>
                    </a:cubicBezTo>
                    <a:cubicBezTo>
                      <a:pt x="108" y="517"/>
                      <a:pt x="108" y="467"/>
                      <a:pt x="108" y="409"/>
                    </a:cubicBezTo>
                    <a:cubicBezTo>
                      <a:pt x="108" y="285"/>
                      <a:pt x="117" y="169"/>
                      <a:pt x="125" y="53"/>
                    </a:cubicBezTo>
                    <a:cubicBezTo>
                      <a:pt x="130" y="20"/>
                      <a:pt x="105" y="0"/>
                      <a:pt x="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6" name="Google Shape;4356;p10"/>
              <p:cNvSpPr/>
              <p:nvPr/>
            </p:nvSpPr>
            <p:spPr>
              <a:xfrm>
                <a:off x="2824625" y="4563050"/>
                <a:ext cx="1275" cy="2525"/>
              </a:xfrm>
              <a:custGeom>
                <a:rect b="b" l="l" r="r" t="t"/>
                <a:pathLst>
                  <a:path extrusionOk="0" h="101" w="51">
                    <a:moveTo>
                      <a:pt x="34" y="1"/>
                    </a:moveTo>
                    <a:cubicBezTo>
                      <a:pt x="26" y="1"/>
                      <a:pt x="9" y="9"/>
                      <a:pt x="9" y="25"/>
                    </a:cubicBezTo>
                    <a:cubicBezTo>
                      <a:pt x="9" y="42"/>
                      <a:pt x="1" y="59"/>
                      <a:pt x="1" y="75"/>
                    </a:cubicBezTo>
                    <a:lnTo>
                      <a:pt x="1" y="92"/>
                    </a:lnTo>
                    <a:lnTo>
                      <a:pt x="17" y="100"/>
                    </a:lnTo>
                    <a:cubicBezTo>
                      <a:pt x="34" y="100"/>
                      <a:pt x="42" y="92"/>
                      <a:pt x="42" y="83"/>
                    </a:cubicBezTo>
                    <a:cubicBezTo>
                      <a:pt x="51" y="59"/>
                      <a:pt x="51" y="42"/>
                      <a:pt x="51" y="25"/>
                    </a:cubicBezTo>
                    <a:lnTo>
                      <a:pt x="51" y="9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7" name="Google Shape;4357;p10"/>
              <p:cNvSpPr/>
              <p:nvPr/>
            </p:nvSpPr>
            <p:spPr>
              <a:xfrm>
                <a:off x="2897950" y="4571025"/>
                <a:ext cx="8525" cy="108775"/>
              </a:xfrm>
              <a:custGeom>
                <a:rect b="b" l="l" r="r" t="t"/>
                <a:pathLst>
                  <a:path extrusionOk="0" h="4351" w="341">
                    <a:moveTo>
                      <a:pt x="106" y="0"/>
                    </a:moveTo>
                    <a:cubicBezTo>
                      <a:pt x="82" y="0"/>
                      <a:pt x="56" y="20"/>
                      <a:pt x="51" y="46"/>
                    </a:cubicBezTo>
                    <a:cubicBezTo>
                      <a:pt x="34" y="137"/>
                      <a:pt x="59" y="237"/>
                      <a:pt x="76" y="336"/>
                    </a:cubicBezTo>
                    <a:cubicBezTo>
                      <a:pt x="84" y="436"/>
                      <a:pt x="100" y="543"/>
                      <a:pt x="109" y="643"/>
                    </a:cubicBezTo>
                    <a:cubicBezTo>
                      <a:pt x="142" y="850"/>
                      <a:pt x="158" y="1065"/>
                      <a:pt x="175" y="1272"/>
                    </a:cubicBezTo>
                    <a:cubicBezTo>
                      <a:pt x="192" y="1579"/>
                      <a:pt x="192" y="1894"/>
                      <a:pt x="167" y="2200"/>
                    </a:cubicBezTo>
                    <a:cubicBezTo>
                      <a:pt x="167" y="2192"/>
                      <a:pt x="167" y="2184"/>
                      <a:pt x="167" y="2167"/>
                    </a:cubicBezTo>
                    <a:cubicBezTo>
                      <a:pt x="158" y="1935"/>
                      <a:pt x="158" y="1687"/>
                      <a:pt x="100" y="1455"/>
                    </a:cubicBezTo>
                    <a:cubicBezTo>
                      <a:pt x="96" y="1438"/>
                      <a:pt x="82" y="1430"/>
                      <a:pt x="68" y="1430"/>
                    </a:cubicBezTo>
                    <a:cubicBezTo>
                      <a:pt x="55" y="1430"/>
                      <a:pt x="42" y="1438"/>
                      <a:pt x="42" y="1455"/>
                    </a:cubicBezTo>
                    <a:cubicBezTo>
                      <a:pt x="1" y="1687"/>
                      <a:pt x="18" y="1927"/>
                      <a:pt x="34" y="2159"/>
                    </a:cubicBezTo>
                    <a:cubicBezTo>
                      <a:pt x="42" y="2399"/>
                      <a:pt x="51" y="2640"/>
                      <a:pt x="67" y="2880"/>
                    </a:cubicBezTo>
                    <a:cubicBezTo>
                      <a:pt x="84" y="3360"/>
                      <a:pt x="100" y="3833"/>
                      <a:pt x="150" y="4313"/>
                    </a:cubicBezTo>
                    <a:cubicBezTo>
                      <a:pt x="150" y="4338"/>
                      <a:pt x="171" y="4350"/>
                      <a:pt x="192" y="4350"/>
                    </a:cubicBezTo>
                    <a:cubicBezTo>
                      <a:pt x="212" y="4350"/>
                      <a:pt x="233" y="4338"/>
                      <a:pt x="233" y="4313"/>
                    </a:cubicBezTo>
                    <a:cubicBezTo>
                      <a:pt x="241" y="3841"/>
                      <a:pt x="216" y="3369"/>
                      <a:pt x="200" y="2888"/>
                    </a:cubicBezTo>
                    <a:cubicBezTo>
                      <a:pt x="192" y="2789"/>
                      <a:pt x="192" y="2689"/>
                      <a:pt x="183" y="2590"/>
                    </a:cubicBezTo>
                    <a:cubicBezTo>
                      <a:pt x="200" y="2582"/>
                      <a:pt x="216" y="2573"/>
                      <a:pt x="216" y="2557"/>
                    </a:cubicBezTo>
                    <a:cubicBezTo>
                      <a:pt x="291" y="2126"/>
                      <a:pt x="341" y="1703"/>
                      <a:pt x="332" y="1264"/>
                    </a:cubicBezTo>
                    <a:cubicBezTo>
                      <a:pt x="332" y="1057"/>
                      <a:pt x="316" y="842"/>
                      <a:pt x="291" y="634"/>
                    </a:cubicBezTo>
                    <a:cubicBezTo>
                      <a:pt x="283" y="527"/>
                      <a:pt x="266" y="419"/>
                      <a:pt x="241" y="311"/>
                    </a:cubicBezTo>
                    <a:lnTo>
                      <a:pt x="233" y="311"/>
                    </a:lnTo>
                    <a:cubicBezTo>
                      <a:pt x="216" y="212"/>
                      <a:pt x="192" y="104"/>
                      <a:pt x="142" y="21"/>
                    </a:cubicBezTo>
                    <a:cubicBezTo>
                      <a:pt x="133" y="6"/>
                      <a:pt x="120" y="0"/>
                      <a:pt x="1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8" name="Google Shape;4358;p10"/>
              <p:cNvSpPr/>
              <p:nvPr/>
            </p:nvSpPr>
            <p:spPr>
              <a:xfrm>
                <a:off x="2899100" y="4538225"/>
                <a:ext cx="5925" cy="27500"/>
              </a:xfrm>
              <a:custGeom>
                <a:rect b="b" l="l" r="r" t="t"/>
                <a:pathLst>
                  <a:path extrusionOk="0" h="1100" w="237">
                    <a:moveTo>
                      <a:pt x="181" y="1"/>
                    </a:moveTo>
                    <a:cubicBezTo>
                      <a:pt x="171" y="1"/>
                      <a:pt x="161" y="6"/>
                      <a:pt x="154" y="16"/>
                    </a:cubicBezTo>
                    <a:cubicBezTo>
                      <a:pt x="146" y="33"/>
                      <a:pt x="137" y="49"/>
                      <a:pt x="137" y="74"/>
                    </a:cubicBezTo>
                    <a:cubicBezTo>
                      <a:pt x="129" y="91"/>
                      <a:pt x="129" y="115"/>
                      <a:pt x="129" y="132"/>
                    </a:cubicBezTo>
                    <a:cubicBezTo>
                      <a:pt x="121" y="173"/>
                      <a:pt x="121" y="207"/>
                      <a:pt x="112" y="248"/>
                    </a:cubicBezTo>
                    <a:cubicBezTo>
                      <a:pt x="112" y="289"/>
                      <a:pt x="112" y="331"/>
                      <a:pt x="104" y="364"/>
                    </a:cubicBezTo>
                    <a:cubicBezTo>
                      <a:pt x="88" y="364"/>
                      <a:pt x="63" y="381"/>
                      <a:pt x="63" y="397"/>
                    </a:cubicBezTo>
                    <a:cubicBezTo>
                      <a:pt x="63" y="455"/>
                      <a:pt x="54" y="513"/>
                      <a:pt x="54" y="563"/>
                    </a:cubicBezTo>
                    <a:cubicBezTo>
                      <a:pt x="54" y="621"/>
                      <a:pt x="54" y="670"/>
                      <a:pt x="46" y="720"/>
                    </a:cubicBezTo>
                    <a:cubicBezTo>
                      <a:pt x="38" y="836"/>
                      <a:pt x="30" y="944"/>
                      <a:pt x="5" y="1052"/>
                    </a:cubicBezTo>
                    <a:cubicBezTo>
                      <a:pt x="0" y="1083"/>
                      <a:pt x="24" y="1099"/>
                      <a:pt x="50" y="1099"/>
                    </a:cubicBezTo>
                    <a:cubicBezTo>
                      <a:pt x="73" y="1099"/>
                      <a:pt x="96" y="1087"/>
                      <a:pt x="104" y="1060"/>
                    </a:cubicBezTo>
                    <a:cubicBezTo>
                      <a:pt x="121" y="952"/>
                      <a:pt x="137" y="844"/>
                      <a:pt x="154" y="728"/>
                    </a:cubicBezTo>
                    <a:cubicBezTo>
                      <a:pt x="154" y="679"/>
                      <a:pt x="154" y="621"/>
                      <a:pt x="154" y="563"/>
                    </a:cubicBezTo>
                    <a:cubicBezTo>
                      <a:pt x="154" y="555"/>
                      <a:pt x="154" y="538"/>
                      <a:pt x="154" y="521"/>
                    </a:cubicBezTo>
                    <a:cubicBezTo>
                      <a:pt x="170" y="521"/>
                      <a:pt x="187" y="505"/>
                      <a:pt x="187" y="488"/>
                    </a:cubicBezTo>
                    <a:cubicBezTo>
                      <a:pt x="204" y="414"/>
                      <a:pt x="212" y="339"/>
                      <a:pt x="220" y="256"/>
                    </a:cubicBezTo>
                    <a:cubicBezTo>
                      <a:pt x="228" y="223"/>
                      <a:pt x="228" y="182"/>
                      <a:pt x="228" y="149"/>
                    </a:cubicBezTo>
                    <a:cubicBezTo>
                      <a:pt x="228" y="99"/>
                      <a:pt x="237" y="66"/>
                      <a:pt x="220" y="24"/>
                    </a:cubicBezTo>
                    <a:cubicBezTo>
                      <a:pt x="210" y="10"/>
                      <a:pt x="195" y="1"/>
                      <a:pt x="1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9" name="Google Shape;4359;p10"/>
              <p:cNvSpPr/>
              <p:nvPr/>
            </p:nvSpPr>
            <p:spPr>
              <a:xfrm>
                <a:off x="2897350" y="4732425"/>
                <a:ext cx="4975" cy="23350"/>
              </a:xfrm>
              <a:custGeom>
                <a:rect b="b" l="l" r="r" t="t"/>
                <a:pathLst>
                  <a:path extrusionOk="0" h="934" w="199">
                    <a:moveTo>
                      <a:pt x="91" y="0"/>
                    </a:moveTo>
                    <a:cubicBezTo>
                      <a:pt x="64" y="0"/>
                      <a:pt x="38" y="20"/>
                      <a:pt x="33" y="53"/>
                    </a:cubicBezTo>
                    <a:lnTo>
                      <a:pt x="33" y="45"/>
                    </a:lnTo>
                    <a:lnTo>
                      <a:pt x="33" y="45"/>
                    </a:lnTo>
                    <a:cubicBezTo>
                      <a:pt x="0" y="185"/>
                      <a:pt x="33" y="343"/>
                      <a:pt x="50" y="484"/>
                    </a:cubicBezTo>
                    <a:cubicBezTo>
                      <a:pt x="66" y="633"/>
                      <a:pt x="108" y="774"/>
                      <a:pt x="133" y="915"/>
                    </a:cubicBezTo>
                    <a:cubicBezTo>
                      <a:pt x="133" y="927"/>
                      <a:pt x="143" y="933"/>
                      <a:pt x="153" y="933"/>
                    </a:cubicBezTo>
                    <a:cubicBezTo>
                      <a:pt x="164" y="933"/>
                      <a:pt x="174" y="927"/>
                      <a:pt x="174" y="915"/>
                    </a:cubicBezTo>
                    <a:cubicBezTo>
                      <a:pt x="174" y="765"/>
                      <a:pt x="199" y="625"/>
                      <a:pt x="191" y="475"/>
                    </a:cubicBezTo>
                    <a:cubicBezTo>
                      <a:pt x="191" y="326"/>
                      <a:pt x="199" y="169"/>
                      <a:pt x="141" y="36"/>
                    </a:cubicBezTo>
                    <a:cubicBezTo>
                      <a:pt x="130" y="11"/>
                      <a:pt x="110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0" name="Google Shape;4360;p10"/>
              <p:cNvSpPr/>
              <p:nvPr/>
            </p:nvSpPr>
            <p:spPr>
              <a:xfrm>
                <a:off x="2896725" y="4718400"/>
                <a:ext cx="2100" cy="7700"/>
              </a:xfrm>
              <a:custGeom>
                <a:rect b="b" l="l" r="r" t="t"/>
                <a:pathLst>
                  <a:path extrusionOk="0" h="308" w="84">
                    <a:moveTo>
                      <a:pt x="42" y="1"/>
                    </a:moveTo>
                    <a:cubicBezTo>
                      <a:pt x="9" y="1"/>
                      <a:pt x="0" y="50"/>
                      <a:pt x="0" y="75"/>
                    </a:cubicBezTo>
                    <a:cubicBezTo>
                      <a:pt x="0" y="100"/>
                      <a:pt x="0" y="117"/>
                      <a:pt x="0" y="142"/>
                    </a:cubicBezTo>
                    <a:cubicBezTo>
                      <a:pt x="0" y="191"/>
                      <a:pt x="9" y="233"/>
                      <a:pt x="9" y="274"/>
                    </a:cubicBezTo>
                    <a:cubicBezTo>
                      <a:pt x="9" y="291"/>
                      <a:pt x="25" y="307"/>
                      <a:pt x="42" y="307"/>
                    </a:cubicBezTo>
                    <a:cubicBezTo>
                      <a:pt x="58" y="307"/>
                      <a:pt x="75" y="291"/>
                      <a:pt x="75" y="274"/>
                    </a:cubicBezTo>
                    <a:cubicBezTo>
                      <a:pt x="83" y="233"/>
                      <a:pt x="83" y="191"/>
                      <a:pt x="83" y="150"/>
                    </a:cubicBezTo>
                    <a:cubicBezTo>
                      <a:pt x="83" y="125"/>
                      <a:pt x="83" y="100"/>
                      <a:pt x="83" y="84"/>
                    </a:cubicBezTo>
                    <a:cubicBezTo>
                      <a:pt x="83" y="67"/>
                      <a:pt x="83" y="59"/>
                      <a:pt x="83" y="42"/>
                    </a:cubicBezTo>
                    <a:cubicBezTo>
                      <a:pt x="83" y="17"/>
                      <a:pt x="67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1" name="Google Shape;4361;p10"/>
              <p:cNvSpPr/>
              <p:nvPr/>
            </p:nvSpPr>
            <p:spPr>
              <a:xfrm>
                <a:off x="2892775" y="4735175"/>
                <a:ext cx="2725" cy="12000"/>
              </a:xfrm>
              <a:custGeom>
                <a:rect b="b" l="l" r="r" t="t"/>
                <a:pathLst>
                  <a:path extrusionOk="0" h="480" w="109">
                    <a:moveTo>
                      <a:pt x="52" y="0"/>
                    </a:moveTo>
                    <a:cubicBezTo>
                      <a:pt x="42" y="0"/>
                      <a:pt x="31" y="7"/>
                      <a:pt x="26" y="17"/>
                    </a:cubicBezTo>
                    <a:cubicBezTo>
                      <a:pt x="9" y="51"/>
                      <a:pt x="9" y="84"/>
                      <a:pt x="9" y="117"/>
                    </a:cubicBezTo>
                    <a:cubicBezTo>
                      <a:pt x="1" y="158"/>
                      <a:pt x="9" y="200"/>
                      <a:pt x="9" y="233"/>
                    </a:cubicBezTo>
                    <a:cubicBezTo>
                      <a:pt x="17" y="307"/>
                      <a:pt x="26" y="382"/>
                      <a:pt x="34" y="448"/>
                    </a:cubicBezTo>
                    <a:cubicBezTo>
                      <a:pt x="34" y="469"/>
                      <a:pt x="51" y="479"/>
                      <a:pt x="67" y="479"/>
                    </a:cubicBezTo>
                    <a:cubicBezTo>
                      <a:pt x="84" y="479"/>
                      <a:pt x="100" y="469"/>
                      <a:pt x="100" y="448"/>
                    </a:cubicBezTo>
                    <a:cubicBezTo>
                      <a:pt x="100" y="382"/>
                      <a:pt x="100" y="307"/>
                      <a:pt x="100" y="233"/>
                    </a:cubicBezTo>
                    <a:cubicBezTo>
                      <a:pt x="100" y="191"/>
                      <a:pt x="109" y="150"/>
                      <a:pt x="100" y="117"/>
                    </a:cubicBezTo>
                    <a:cubicBezTo>
                      <a:pt x="92" y="84"/>
                      <a:pt x="92" y="42"/>
                      <a:pt x="75" y="9"/>
                    </a:cubicBezTo>
                    <a:lnTo>
                      <a:pt x="67" y="9"/>
                    </a:lnTo>
                    <a:cubicBezTo>
                      <a:pt x="64" y="3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2" name="Google Shape;4362;p10"/>
              <p:cNvSpPr/>
              <p:nvPr/>
            </p:nvSpPr>
            <p:spPr>
              <a:xfrm>
                <a:off x="2997875" y="4581850"/>
                <a:ext cx="5950" cy="17525"/>
              </a:xfrm>
              <a:custGeom>
                <a:rect b="b" l="l" r="r" t="t"/>
                <a:pathLst>
                  <a:path extrusionOk="0" h="701" w="238">
                    <a:moveTo>
                      <a:pt x="171" y="1"/>
                    </a:moveTo>
                    <a:cubicBezTo>
                      <a:pt x="154" y="1"/>
                      <a:pt x="137" y="10"/>
                      <a:pt x="130" y="27"/>
                    </a:cubicBezTo>
                    <a:cubicBezTo>
                      <a:pt x="89" y="127"/>
                      <a:pt x="80" y="235"/>
                      <a:pt x="64" y="342"/>
                    </a:cubicBezTo>
                    <a:cubicBezTo>
                      <a:pt x="47" y="442"/>
                      <a:pt x="31" y="549"/>
                      <a:pt x="6" y="649"/>
                    </a:cubicBezTo>
                    <a:cubicBezTo>
                      <a:pt x="1" y="680"/>
                      <a:pt x="30" y="701"/>
                      <a:pt x="58" y="701"/>
                    </a:cubicBezTo>
                    <a:cubicBezTo>
                      <a:pt x="75" y="701"/>
                      <a:pt x="91" y="693"/>
                      <a:pt x="97" y="674"/>
                    </a:cubicBezTo>
                    <a:cubicBezTo>
                      <a:pt x="130" y="574"/>
                      <a:pt x="163" y="467"/>
                      <a:pt x="188" y="359"/>
                    </a:cubicBezTo>
                    <a:cubicBezTo>
                      <a:pt x="213" y="259"/>
                      <a:pt x="238" y="152"/>
                      <a:pt x="221" y="44"/>
                    </a:cubicBezTo>
                    <a:cubicBezTo>
                      <a:pt x="217" y="16"/>
                      <a:pt x="193" y="1"/>
                      <a:pt x="1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3" name="Google Shape;4363;p10"/>
              <p:cNvSpPr/>
              <p:nvPr/>
            </p:nvSpPr>
            <p:spPr>
              <a:xfrm>
                <a:off x="3002575" y="4560975"/>
                <a:ext cx="4150" cy="9850"/>
              </a:xfrm>
              <a:custGeom>
                <a:rect b="b" l="l" r="r" t="t"/>
                <a:pathLst>
                  <a:path extrusionOk="0" h="394" w="166">
                    <a:moveTo>
                      <a:pt x="116" y="1"/>
                    </a:moveTo>
                    <a:cubicBezTo>
                      <a:pt x="108" y="1"/>
                      <a:pt x="91" y="9"/>
                      <a:pt x="91" y="17"/>
                    </a:cubicBezTo>
                    <a:cubicBezTo>
                      <a:pt x="66" y="75"/>
                      <a:pt x="58" y="125"/>
                      <a:pt x="50" y="183"/>
                    </a:cubicBezTo>
                    <a:cubicBezTo>
                      <a:pt x="42" y="233"/>
                      <a:pt x="25" y="282"/>
                      <a:pt x="8" y="332"/>
                    </a:cubicBezTo>
                    <a:cubicBezTo>
                      <a:pt x="0" y="357"/>
                      <a:pt x="8" y="382"/>
                      <a:pt x="33" y="390"/>
                    </a:cubicBezTo>
                    <a:cubicBezTo>
                      <a:pt x="40" y="392"/>
                      <a:pt x="46" y="393"/>
                      <a:pt x="52" y="393"/>
                    </a:cubicBezTo>
                    <a:cubicBezTo>
                      <a:pt x="70" y="393"/>
                      <a:pt x="85" y="384"/>
                      <a:pt x="91" y="365"/>
                    </a:cubicBezTo>
                    <a:cubicBezTo>
                      <a:pt x="116" y="316"/>
                      <a:pt x="133" y="258"/>
                      <a:pt x="149" y="200"/>
                    </a:cubicBezTo>
                    <a:cubicBezTo>
                      <a:pt x="158" y="142"/>
                      <a:pt x="166" y="84"/>
                      <a:pt x="149" y="26"/>
                    </a:cubicBezTo>
                    <a:cubicBezTo>
                      <a:pt x="141" y="9"/>
                      <a:pt x="133" y="1"/>
                      <a:pt x="1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4" name="Google Shape;4364;p10"/>
              <p:cNvSpPr/>
              <p:nvPr/>
            </p:nvSpPr>
            <p:spPr>
              <a:xfrm>
                <a:off x="2991800" y="4666825"/>
                <a:ext cx="3550" cy="16175"/>
              </a:xfrm>
              <a:custGeom>
                <a:rect b="b" l="l" r="r" t="t"/>
                <a:pathLst>
                  <a:path extrusionOk="0" h="647" w="142">
                    <a:moveTo>
                      <a:pt x="62" y="1"/>
                    </a:moveTo>
                    <a:cubicBezTo>
                      <a:pt x="46" y="1"/>
                      <a:pt x="29" y="9"/>
                      <a:pt x="17" y="26"/>
                    </a:cubicBezTo>
                    <a:cubicBezTo>
                      <a:pt x="17" y="42"/>
                      <a:pt x="9" y="50"/>
                      <a:pt x="9" y="67"/>
                    </a:cubicBezTo>
                    <a:cubicBezTo>
                      <a:pt x="9" y="75"/>
                      <a:pt x="0" y="92"/>
                      <a:pt x="0" y="100"/>
                    </a:cubicBezTo>
                    <a:cubicBezTo>
                      <a:pt x="0" y="125"/>
                      <a:pt x="0" y="150"/>
                      <a:pt x="0" y="166"/>
                    </a:cubicBezTo>
                    <a:cubicBezTo>
                      <a:pt x="0" y="216"/>
                      <a:pt x="0" y="266"/>
                      <a:pt x="0" y="316"/>
                    </a:cubicBezTo>
                    <a:cubicBezTo>
                      <a:pt x="9" y="415"/>
                      <a:pt x="17" y="506"/>
                      <a:pt x="25" y="597"/>
                    </a:cubicBezTo>
                    <a:cubicBezTo>
                      <a:pt x="29" y="630"/>
                      <a:pt x="56" y="647"/>
                      <a:pt x="82" y="647"/>
                    </a:cubicBezTo>
                    <a:cubicBezTo>
                      <a:pt x="108" y="647"/>
                      <a:pt x="133" y="630"/>
                      <a:pt x="133" y="597"/>
                    </a:cubicBezTo>
                    <a:cubicBezTo>
                      <a:pt x="141" y="506"/>
                      <a:pt x="141" y="407"/>
                      <a:pt x="141" y="316"/>
                    </a:cubicBezTo>
                    <a:cubicBezTo>
                      <a:pt x="141" y="266"/>
                      <a:pt x="141" y="216"/>
                      <a:pt x="141" y="166"/>
                    </a:cubicBezTo>
                    <a:cubicBezTo>
                      <a:pt x="141" y="150"/>
                      <a:pt x="133" y="125"/>
                      <a:pt x="133" y="108"/>
                    </a:cubicBezTo>
                    <a:lnTo>
                      <a:pt x="133" y="100"/>
                    </a:lnTo>
                    <a:cubicBezTo>
                      <a:pt x="133" y="92"/>
                      <a:pt x="125" y="84"/>
                      <a:pt x="125" y="75"/>
                    </a:cubicBezTo>
                    <a:cubicBezTo>
                      <a:pt x="116" y="59"/>
                      <a:pt x="116" y="42"/>
                      <a:pt x="108" y="26"/>
                    </a:cubicBezTo>
                    <a:cubicBezTo>
                      <a:pt x="96" y="9"/>
                      <a:pt x="79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5" name="Google Shape;4365;p10"/>
              <p:cNvSpPr/>
              <p:nvPr/>
            </p:nvSpPr>
            <p:spPr>
              <a:xfrm>
                <a:off x="2983925" y="4667925"/>
                <a:ext cx="1900" cy="8500"/>
              </a:xfrm>
              <a:custGeom>
                <a:rect b="b" l="l" r="r" t="t"/>
                <a:pathLst>
                  <a:path extrusionOk="0" h="340" w="76">
                    <a:moveTo>
                      <a:pt x="34" y="0"/>
                    </a:moveTo>
                    <a:cubicBezTo>
                      <a:pt x="27" y="0"/>
                      <a:pt x="21" y="2"/>
                      <a:pt x="17" y="6"/>
                    </a:cubicBezTo>
                    <a:cubicBezTo>
                      <a:pt x="0" y="31"/>
                      <a:pt x="0" y="64"/>
                      <a:pt x="0" y="89"/>
                    </a:cubicBezTo>
                    <a:cubicBezTo>
                      <a:pt x="0" y="114"/>
                      <a:pt x="0" y="139"/>
                      <a:pt x="0" y="164"/>
                    </a:cubicBezTo>
                    <a:cubicBezTo>
                      <a:pt x="9" y="214"/>
                      <a:pt x="9" y="263"/>
                      <a:pt x="9" y="313"/>
                    </a:cubicBezTo>
                    <a:cubicBezTo>
                      <a:pt x="9" y="326"/>
                      <a:pt x="25" y="340"/>
                      <a:pt x="40" y="340"/>
                    </a:cubicBezTo>
                    <a:cubicBezTo>
                      <a:pt x="44" y="340"/>
                      <a:pt x="47" y="339"/>
                      <a:pt x="50" y="338"/>
                    </a:cubicBezTo>
                    <a:cubicBezTo>
                      <a:pt x="67" y="338"/>
                      <a:pt x="75" y="321"/>
                      <a:pt x="75" y="305"/>
                    </a:cubicBezTo>
                    <a:cubicBezTo>
                      <a:pt x="75" y="255"/>
                      <a:pt x="75" y="205"/>
                      <a:pt x="75" y="156"/>
                    </a:cubicBezTo>
                    <a:lnTo>
                      <a:pt x="75" y="81"/>
                    </a:lnTo>
                    <a:cubicBezTo>
                      <a:pt x="75" y="56"/>
                      <a:pt x="75" y="31"/>
                      <a:pt x="50" y="6"/>
                    </a:cubicBezTo>
                    <a:cubicBezTo>
                      <a:pt x="46" y="2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6" name="Google Shape;4366;p10"/>
              <p:cNvSpPr/>
              <p:nvPr/>
            </p:nvSpPr>
            <p:spPr>
              <a:xfrm>
                <a:off x="2981225" y="4669000"/>
                <a:ext cx="2225" cy="8525"/>
              </a:xfrm>
              <a:custGeom>
                <a:rect b="b" l="l" r="r" t="t"/>
                <a:pathLst>
                  <a:path extrusionOk="0" h="341" w="89">
                    <a:moveTo>
                      <a:pt x="14" y="1"/>
                    </a:moveTo>
                    <a:cubicBezTo>
                      <a:pt x="7" y="1"/>
                      <a:pt x="1" y="5"/>
                      <a:pt x="1" y="13"/>
                    </a:cubicBezTo>
                    <a:cubicBezTo>
                      <a:pt x="1" y="113"/>
                      <a:pt x="17" y="220"/>
                      <a:pt x="34" y="320"/>
                    </a:cubicBezTo>
                    <a:cubicBezTo>
                      <a:pt x="34" y="334"/>
                      <a:pt x="45" y="341"/>
                      <a:pt x="57" y="341"/>
                    </a:cubicBezTo>
                    <a:cubicBezTo>
                      <a:pt x="72" y="341"/>
                      <a:pt x="88" y="330"/>
                      <a:pt x="84" y="311"/>
                    </a:cubicBezTo>
                    <a:cubicBezTo>
                      <a:pt x="67" y="212"/>
                      <a:pt x="59" y="104"/>
                      <a:pt x="34" y="13"/>
                    </a:cubicBezTo>
                    <a:cubicBezTo>
                      <a:pt x="30" y="5"/>
                      <a:pt x="21" y="1"/>
                      <a:pt x="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7" name="Google Shape;4367;p10"/>
              <p:cNvSpPr/>
              <p:nvPr/>
            </p:nvSpPr>
            <p:spPr>
              <a:xfrm>
                <a:off x="2974600" y="4662625"/>
                <a:ext cx="2300" cy="10925"/>
              </a:xfrm>
              <a:custGeom>
                <a:rect b="b" l="l" r="r" t="t"/>
                <a:pathLst>
                  <a:path extrusionOk="0" h="437" w="92">
                    <a:moveTo>
                      <a:pt x="25" y="1"/>
                    </a:moveTo>
                    <a:cubicBezTo>
                      <a:pt x="17" y="1"/>
                      <a:pt x="9" y="7"/>
                      <a:pt x="9" y="20"/>
                    </a:cubicBezTo>
                    <a:cubicBezTo>
                      <a:pt x="1" y="144"/>
                      <a:pt x="17" y="276"/>
                      <a:pt x="34" y="409"/>
                    </a:cubicBezTo>
                    <a:cubicBezTo>
                      <a:pt x="34" y="428"/>
                      <a:pt x="46" y="436"/>
                      <a:pt x="58" y="436"/>
                    </a:cubicBezTo>
                    <a:cubicBezTo>
                      <a:pt x="74" y="436"/>
                      <a:pt x="92" y="423"/>
                      <a:pt x="92" y="401"/>
                    </a:cubicBezTo>
                    <a:cubicBezTo>
                      <a:pt x="83" y="268"/>
                      <a:pt x="75" y="144"/>
                      <a:pt x="42" y="20"/>
                    </a:cubicBezTo>
                    <a:cubicBezTo>
                      <a:pt x="42" y="7"/>
                      <a:pt x="34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8" name="Google Shape;4368;p10"/>
              <p:cNvSpPr/>
              <p:nvPr/>
            </p:nvSpPr>
            <p:spPr>
              <a:xfrm>
                <a:off x="2967350" y="4655600"/>
                <a:ext cx="3175" cy="12125"/>
              </a:xfrm>
              <a:custGeom>
                <a:rect b="b" l="l" r="r" t="t"/>
                <a:pathLst>
                  <a:path extrusionOk="0" h="485" w="127">
                    <a:moveTo>
                      <a:pt x="69" y="0"/>
                    </a:moveTo>
                    <a:cubicBezTo>
                      <a:pt x="61" y="0"/>
                      <a:pt x="54" y="6"/>
                      <a:pt x="50" y="19"/>
                    </a:cubicBezTo>
                    <a:cubicBezTo>
                      <a:pt x="1" y="160"/>
                      <a:pt x="17" y="317"/>
                      <a:pt x="50" y="458"/>
                    </a:cubicBezTo>
                    <a:cubicBezTo>
                      <a:pt x="54" y="476"/>
                      <a:pt x="70" y="484"/>
                      <a:pt x="86" y="484"/>
                    </a:cubicBezTo>
                    <a:cubicBezTo>
                      <a:pt x="106" y="484"/>
                      <a:pt x="126" y="470"/>
                      <a:pt x="117" y="441"/>
                    </a:cubicBezTo>
                    <a:cubicBezTo>
                      <a:pt x="92" y="309"/>
                      <a:pt x="92" y="168"/>
                      <a:pt x="92" y="27"/>
                    </a:cubicBezTo>
                    <a:cubicBezTo>
                      <a:pt x="92" y="12"/>
                      <a:pt x="80" y="0"/>
                      <a:pt x="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9" name="Google Shape;4369;p10"/>
              <p:cNvSpPr/>
              <p:nvPr/>
            </p:nvSpPr>
            <p:spPr>
              <a:xfrm>
                <a:off x="2932550" y="4321875"/>
                <a:ext cx="9550" cy="14775"/>
              </a:xfrm>
              <a:custGeom>
                <a:rect b="b" l="l" r="r" t="t"/>
                <a:pathLst>
                  <a:path extrusionOk="0" h="591" w="382">
                    <a:moveTo>
                      <a:pt x="333" y="0"/>
                    </a:moveTo>
                    <a:cubicBezTo>
                      <a:pt x="324" y="0"/>
                      <a:pt x="315" y="4"/>
                      <a:pt x="307" y="12"/>
                    </a:cubicBezTo>
                    <a:cubicBezTo>
                      <a:pt x="282" y="28"/>
                      <a:pt x="274" y="45"/>
                      <a:pt x="266" y="70"/>
                    </a:cubicBezTo>
                    <a:cubicBezTo>
                      <a:pt x="258" y="78"/>
                      <a:pt x="249" y="86"/>
                      <a:pt x="241" y="103"/>
                    </a:cubicBezTo>
                    <a:cubicBezTo>
                      <a:pt x="241" y="111"/>
                      <a:pt x="233" y="119"/>
                      <a:pt x="233" y="128"/>
                    </a:cubicBezTo>
                    <a:cubicBezTo>
                      <a:pt x="224" y="152"/>
                      <a:pt x="216" y="169"/>
                      <a:pt x="208" y="186"/>
                    </a:cubicBezTo>
                    <a:cubicBezTo>
                      <a:pt x="200" y="227"/>
                      <a:pt x="183" y="268"/>
                      <a:pt x="158" y="302"/>
                    </a:cubicBezTo>
                    <a:cubicBezTo>
                      <a:pt x="125" y="368"/>
                      <a:pt x="84" y="434"/>
                      <a:pt x="26" y="492"/>
                    </a:cubicBezTo>
                    <a:cubicBezTo>
                      <a:pt x="9" y="517"/>
                      <a:pt x="1" y="542"/>
                      <a:pt x="17" y="567"/>
                    </a:cubicBezTo>
                    <a:cubicBezTo>
                      <a:pt x="27" y="581"/>
                      <a:pt x="45" y="590"/>
                      <a:pt x="62" y="590"/>
                    </a:cubicBezTo>
                    <a:cubicBezTo>
                      <a:pt x="74" y="590"/>
                      <a:pt x="85" y="585"/>
                      <a:pt x="92" y="575"/>
                    </a:cubicBezTo>
                    <a:lnTo>
                      <a:pt x="100" y="575"/>
                    </a:lnTo>
                    <a:cubicBezTo>
                      <a:pt x="133" y="550"/>
                      <a:pt x="166" y="517"/>
                      <a:pt x="200" y="484"/>
                    </a:cubicBezTo>
                    <a:cubicBezTo>
                      <a:pt x="224" y="451"/>
                      <a:pt x="258" y="418"/>
                      <a:pt x="282" y="376"/>
                    </a:cubicBezTo>
                    <a:cubicBezTo>
                      <a:pt x="307" y="335"/>
                      <a:pt x="332" y="293"/>
                      <a:pt x="349" y="252"/>
                    </a:cubicBezTo>
                    <a:cubicBezTo>
                      <a:pt x="357" y="227"/>
                      <a:pt x="365" y="210"/>
                      <a:pt x="374" y="186"/>
                    </a:cubicBezTo>
                    <a:cubicBezTo>
                      <a:pt x="374" y="177"/>
                      <a:pt x="382" y="161"/>
                      <a:pt x="382" y="144"/>
                    </a:cubicBezTo>
                    <a:cubicBezTo>
                      <a:pt x="382" y="136"/>
                      <a:pt x="382" y="128"/>
                      <a:pt x="382" y="119"/>
                    </a:cubicBezTo>
                    <a:cubicBezTo>
                      <a:pt x="382" y="111"/>
                      <a:pt x="382" y="103"/>
                      <a:pt x="382" y="94"/>
                    </a:cubicBezTo>
                    <a:cubicBezTo>
                      <a:pt x="382" y="70"/>
                      <a:pt x="382" y="45"/>
                      <a:pt x="365" y="20"/>
                    </a:cubicBezTo>
                    <a:cubicBezTo>
                      <a:pt x="356" y="6"/>
                      <a:pt x="344" y="0"/>
                      <a:pt x="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0" name="Google Shape;4370;p10"/>
              <p:cNvSpPr/>
              <p:nvPr/>
            </p:nvSpPr>
            <p:spPr>
              <a:xfrm>
                <a:off x="2941675" y="4341175"/>
                <a:ext cx="5000" cy="9850"/>
              </a:xfrm>
              <a:custGeom>
                <a:rect b="b" l="l" r="r" t="t"/>
                <a:pathLst>
                  <a:path extrusionOk="0" h="394" w="200">
                    <a:moveTo>
                      <a:pt x="145" y="0"/>
                    </a:moveTo>
                    <a:cubicBezTo>
                      <a:pt x="134" y="0"/>
                      <a:pt x="123" y="6"/>
                      <a:pt x="116" y="18"/>
                    </a:cubicBezTo>
                    <a:cubicBezTo>
                      <a:pt x="108" y="35"/>
                      <a:pt x="100" y="43"/>
                      <a:pt x="91" y="60"/>
                    </a:cubicBezTo>
                    <a:cubicBezTo>
                      <a:pt x="91" y="76"/>
                      <a:pt x="83" y="85"/>
                      <a:pt x="83" y="101"/>
                    </a:cubicBezTo>
                    <a:cubicBezTo>
                      <a:pt x="75" y="118"/>
                      <a:pt x="75" y="126"/>
                      <a:pt x="67" y="143"/>
                    </a:cubicBezTo>
                    <a:lnTo>
                      <a:pt x="67" y="151"/>
                    </a:lnTo>
                    <a:cubicBezTo>
                      <a:pt x="67" y="159"/>
                      <a:pt x="58" y="168"/>
                      <a:pt x="58" y="176"/>
                    </a:cubicBezTo>
                    <a:cubicBezTo>
                      <a:pt x="42" y="226"/>
                      <a:pt x="25" y="275"/>
                      <a:pt x="9" y="325"/>
                    </a:cubicBezTo>
                    <a:cubicBezTo>
                      <a:pt x="0" y="350"/>
                      <a:pt x="9" y="383"/>
                      <a:pt x="33" y="391"/>
                    </a:cubicBezTo>
                    <a:cubicBezTo>
                      <a:pt x="38" y="393"/>
                      <a:pt x="42" y="393"/>
                      <a:pt x="46" y="393"/>
                    </a:cubicBezTo>
                    <a:cubicBezTo>
                      <a:pt x="67" y="393"/>
                      <a:pt x="85" y="379"/>
                      <a:pt x="91" y="358"/>
                    </a:cubicBezTo>
                    <a:cubicBezTo>
                      <a:pt x="116" y="308"/>
                      <a:pt x="141" y="259"/>
                      <a:pt x="158" y="209"/>
                    </a:cubicBezTo>
                    <a:cubicBezTo>
                      <a:pt x="174" y="159"/>
                      <a:pt x="199" y="93"/>
                      <a:pt x="183" y="35"/>
                    </a:cubicBezTo>
                    <a:cubicBezTo>
                      <a:pt x="183" y="15"/>
                      <a:pt x="164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1" name="Google Shape;4371;p10"/>
              <p:cNvSpPr/>
              <p:nvPr/>
            </p:nvSpPr>
            <p:spPr>
              <a:xfrm>
                <a:off x="2943525" y="4353225"/>
                <a:ext cx="4600" cy="6525"/>
              </a:xfrm>
              <a:custGeom>
                <a:rect b="b" l="l" r="r" t="t"/>
                <a:pathLst>
                  <a:path extrusionOk="0" h="261" w="184">
                    <a:moveTo>
                      <a:pt x="133" y="0"/>
                    </a:moveTo>
                    <a:cubicBezTo>
                      <a:pt x="117" y="0"/>
                      <a:pt x="109" y="9"/>
                      <a:pt x="100" y="17"/>
                    </a:cubicBezTo>
                    <a:cubicBezTo>
                      <a:pt x="100" y="17"/>
                      <a:pt x="92" y="25"/>
                      <a:pt x="84" y="34"/>
                    </a:cubicBezTo>
                    <a:cubicBezTo>
                      <a:pt x="84" y="42"/>
                      <a:pt x="75" y="42"/>
                      <a:pt x="75" y="50"/>
                    </a:cubicBezTo>
                    <a:cubicBezTo>
                      <a:pt x="67" y="67"/>
                      <a:pt x="59" y="83"/>
                      <a:pt x="51" y="100"/>
                    </a:cubicBezTo>
                    <a:cubicBezTo>
                      <a:pt x="34" y="125"/>
                      <a:pt x="17" y="158"/>
                      <a:pt x="9" y="183"/>
                    </a:cubicBezTo>
                    <a:cubicBezTo>
                      <a:pt x="1" y="199"/>
                      <a:pt x="1" y="216"/>
                      <a:pt x="9" y="224"/>
                    </a:cubicBezTo>
                    <a:cubicBezTo>
                      <a:pt x="9" y="241"/>
                      <a:pt x="26" y="257"/>
                      <a:pt x="42" y="257"/>
                    </a:cubicBezTo>
                    <a:cubicBezTo>
                      <a:pt x="48" y="259"/>
                      <a:pt x="54" y="260"/>
                      <a:pt x="61" y="260"/>
                    </a:cubicBezTo>
                    <a:cubicBezTo>
                      <a:pt x="82" y="260"/>
                      <a:pt x="104" y="249"/>
                      <a:pt x="117" y="224"/>
                    </a:cubicBezTo>
                    <a:lnTo>
                      <a:pt x="109" y="224"/>
                    </a:lnTo>
                    <a:cubicBezTo>
                      <a:pt x="125" y="199"/>
                      <a:pt x="142" y="174"/>
                      <a:pt x="150" y="141"/>
                    </a:cubicBezTo>
                    <a:cubicBezTo>
                      <a:pt x="158" y="133"/>
                      <a:pt x="167" y="116"/>
                      <a:pt x="167" y="100"/>
                    </a:cubicBezTo>
                    <a:cubicBezTo>
                      <a:pt x="175" y="92"/>
                      <a:pt x="175" y="83"/>
                      <a:pt x="175" y="67"/>
                    </a:cubicBezTo>
                    <a:cubicBezTo>
                      <a:pt x="183" y="58"/>
                      <a:pt x="183" y="58"/>
                      <a:pt x="183" y="50"/>
                    </a:cubicBezTo>
                    <a:cubicBezTo>
                      <a:pt x="183" y="25"/>
                      <a:pt x="175" y="9"/>
                      <a:pt x="1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2" name="Google Shape;4372;p10"/>
              <p:cNvSpPr/>
              <p:nvPr/>
            </p:nvSpPr>
            <p:spPr>
              <a:xfrm>
                <a:off x="2831475" y="4220775"/>
                <a:ext cx="6025" cy="16175"/>
              </a:xfrm>
              <a:custGeom>
                <a:rect b="b" l="l" r="r" t="t"/>
                <a:pathLst>
                  <a:path extrusionOk="0" h="647" w="241">
                    <a:moveTo>
                      <a:pt x="99" y="0"/>
                    </a:moveTo>
                    <a:cubicBezTo>
                      <a:pt x="80" y="0"/>
                      <a:pt x="62" y="11"/>
                      <a:pt x="58" y="37"/>
                    </a:cubicBezTo>
                    <a:cubicBezTo>
                      <a:pt x="42" y="103"/>
                      <a:pt x="33" y="170"/>
                      <a:pt x="25" y="236"/>
                    </a:cubicBezTo>
                    <a:cubicBezTo>
                      <a:pt x="17" y="311"/>
                      <a:pt x="0" y="393"/>
                      <a:pt x="42" y="460"/>
                    </a:cubicBezTo>
                    <a:cubicBezTo>
                      <a:pt x="50" y="472"/>
                      <a:pt x="65" y="478"/>
                      <a:pt x="79" y="478"/>
                    </a:cubicBezTo>
                    <a:cubicBezTo>
                      <a:pt x="94" y="478"/>
                      <a:pt x="108" y="472"/>
                      <a:pt x="116" y="460"/>
                    </a:cubicBezTo>
                    <a:lnTo>
                      <a:pt x="125" y="443"/>
                    </a:lnTo>
                    <a:cubicBezTo>
                      <a:pt x="125" y="493"/>
                      <a:pt x="133" y="551"/>
                      <a:pt x="133" y="609"/>
                    </a:cubicBezTo>
                    <a:cubicBezTo>
                      <a:pt x="137" y="634"/>
                      <a:pt x="158" y="646"/>
                      <a:pt x="178" y="646"/>
                    </a:cubicBezTo>
                    <a:cubicBezTo>
                      <a:pt x="199" y="646"/>
                      <a:pt x="220" y="634"/>
                      <a:pt x="224" y="609"/>
                    </a:cubicBezTo>
                    <a:cubicBezTo>
                      <a:pt x="241" y="493"/>
                      <a:pt x="224" y="377"/>
                      <a:pt x="191" y="261"/>
                    </a:cubicBezTo>
                    <a:cubicBezTo>
                      <a:pt x="191" y="240"/>
                      <a:pt x="174" y="226"/>
                      <a:pt x="154" y="226"/>
                    </a:cubicBezTo>
                    <a:cubicBezTo>
                      <a:pt x="150" y="226"/>
                      <a:pt x="146" y="226"/>
                      <a:pt x="141" y="228"/>
                    </a:cubicBezTo>
                    <a:cubicBezTo>
                      <a:pt x="141" y="170"/>
                      <a:pt x="141" y="103"/>
                      <a:pt x="141" y="45"/>
                    </a:cubicBezTo>
                    <a:cubicBezTo>
                      <a:pt x="146" y="18"/>
                      <a:pt x="122" y="0"/>
                      <a:pt x="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3" name="Google Shape;4373;p10"/>
              <p:cNvSpPr/>
              <p:nvPr/>
            </p:nvSpPr>
            <p:spPr>
              <a:xfrm>
                <a:off x="2869575" y="4210925"/>
                <a:ext cx="6675" cy="9275"/>
              </a:xfrm>
              <a:custGeom>
                <a:rect b="b" l="l" r="r" t="t"/>
                <a:pathLst>
                  <a:path extrusionOk="0" h="371" w="267">
                    <a:moveTo>
                      <a:pt x="233" y="0"/>
                    </a:moveTo>
                    <a:cubicBezTo>
                      <a:pt x="208" y="0"/>
                      <a:pt x="183" y="0"/>
                      <a:pt x="175" y="17"/>
                    </a:cubicBezTo>
                    <a:cubicBezTo>
                      <a:pt x="167" y="33"/>
                      <a:pt x="158" y="50"/>
                      <a:pt x="150" y="58"/>
                    </a:cubicBezTo>
                    <a:lnTo>
                      <a:pt x="142" y="67"/>
                    </a:lnTo>
                    <a:lnTo>
                      <a:pt x="142" y="75"/>
                    </a:lnTo>
                    <a:lnTo>
                      <a:pt x="133" y="91"/>
                    </a:lnTo>
                    <a:cubicBezTo>
                      <a:pt x="117" y="116"/>
                      <a:pt x="109" y="141"/>
                      <a:pt x="92" y="166"/>
                    </a:cubicBezTo>
                    <a:cubicBezTo>
                      <a:pt x="92" y="183"/>
                      <a:pt x="84" y="191"/>
                      <a:pt x="75" y="207"/>
                    </a:cubicBezTo>
                    <a:lnTo>
                      <a:pt x="67" y="216"/>
                    </a:lnTo>
                    <a:lnTo>
                      <a:pt x="67" y="224"/>
                    </a:lnTo>
                    <a:lnTo>
                      <a:pt x="67" y="232"/>
                    </a:lnTo>
                    <a:cubicBezTo>
                      <a:pt x="51" y="257"/>
                      <a:pt x="34" y="274"/>
                      <a:pt x="17" y="299"/>
                    </a:cubicBezTo>
                    <a:cubicBezTo>
                      <a:pt x="1" y="315"/>
                      <a:pt x="9" y="348"/>
                      <a:pt x="26" y="365"/>
                    </a:cubicBezTo>
                    <a:cubicBezTo>
                      <a:pt x="36" y="368"/>
                      <a:pt x="46" y="370"/>
                      <a:pt x="56" y="370"/>
                    </a:cubicBezTo>
                    <a:cubicBezTo>
                      <a:pt x="70" y="370"/>
                      <a:pt x="82" y="366"/>
                      <a:pt x="92" y="357"/>
                    </a:cubicBezTo>
                    <a:cubicBezTo>
                      <a:pt x="125" y="315"/>
                      <a:pt x="158" y="265"/>
                      <a:pt x="191" y="224"/>
                    </a:cubicBezTo>
                    <a:cubicBezTo>
                      <a:pt x="200" y="216"/>
                      <a:pt x="208" y="199"/>
                      <a:pt x="208" y="191"/>
                    </a:cubicBezTo>
                    <a:cubicBezTo>
                      <a:pt x="216" y="174"/>
                      <a:pt x="233" y="166"/>
                      <a:pt x="233" y="149"/>
                    </a:cubicBezTo>
                    <a:cubicBezTo>
                      <a:pt x="249" y="116"/>
                      <a:pt x="258" y="83"/>
                      <a:pt x="258" y="58"/>
                    </a:cubicBezTo>
                    <a:cubicBezTo>
                      <a:pt x="266" y="33"/>
                      <a:pt x="249" y="9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4" name="Google Shape;4374;p10"/>
              <p:cNvSpPr/>
              <p:nvPr/>
            </p:nvSpPr>
            <p:spPr>
              <a:xfrm>
                <a:off x="2873525" y="4217675"/>
                <a:ext cx="3950" cy="6125"/>
              </a:xfrm>
              <a:custGeom>
                <a:rect b="b" l="l" r="r" t="t"/>
                <a:pathLst>
                  <a:path extrusionOk="0" h="245" w="158">
                    <a:moveTo>
                      <a:pt x="129" y="0"/>
                    </a:moveTo>
                    <a:cubicBezTo>
                      <a:pt x="120" y="0"/>
                      <a:pt x="114" y="6"/>
                      <a:pt x="108" y="12"/>
                    </a:cubicBezTo>
                    <a:cubicBezTo>
                      <a:pt x="100" y="20"/>
                      <a:pt x="100" y="29"/>
                      <a:pt x="91" y="37"/>
                    </a:cubicBezTo>
                    <a:cubicBezTo>
                      <a:pt x="83" y="45"/>
                      <a:pt x="83" y="53"/>
                      <a:pt x="75" y="62"/>
                    </a:cubicBezTo>
                    <a:cubicBezTo>
                      <a:pt x="67" y="78"/>
                      <a:pt x="67" y="87"/>
                      <a:pt x="58" y="103"/>
                    </a:cubicBezTo>
                    <a:lnTo>
                      <a:pt x="9" y="194"/>
                    </a:lnTo>
                    <a:cubicBezTo>
                      <a:pt x="0" y="211"/>
                      <a:pt x="9" y="236"/>
                      <a:pt x="25" y="244"/>
                    </a:cubicBezTo>
                    <a:cubicBezTo>
                      <a:pt x="42" y="244"/>
                      <a:pt x="67" y="244"/>
                      <a:pt x="67" y="219"/>
                    </a:cubicBezTo>
                    <a:cubicBezTo>
                      <a:pt x="83" y="194"/>
                      <a:pt x="100" y="161"/>
                      <a:pt x="116" y="128"/>
                    </a:cubicBezTo>
                    <a:cubicBezTo>
                      <a:pt x="125" y="111"/>
                      <a:pt x="133" y="95"/>
                      <a:pt x="133" y="87"/>
                    </a:cubicBezTo>
                    <a:cubicBezTo>
                      <a:pt x="141" y="78"/>
                      <a:pt x="141" y="62"/>
                      <a:pt x="149" y="62"/>
                    </a:cubicBezTo>
                    <a:cubicBezTo>
                      <a:pt x="149" y="45"/>
                      <a:pt x="149" y="37"/>
                      <a:pt x="158" y="29"/>
                    </a:cubicBezTo>
                    <a:cubicBezTo>
                      <a:pt x="158" y="20"/>
                      <a:pt x="149" y="4"/>
                      <a:pt x="141" y="4"/>
                    </a:cubicBezTo>
                    <a:cubicBezTo>
                      <a:pt x="136" y="1"/>
                      <a:pt x="132" y="0"/>
                      <a:pt x="1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5" name="Google Shape;4375;p10"/>
              <p:cNvSpPr/>
              <p:nvPr/>
            </p:nvSpPr>
            <p:spPr>
              <a:xfrm>
                <a:off x="2953225" y="4129675"/>
                <a:ext cx="13325" cy="19925"/>
              </a:xfrm>
              <a:custGeom>
                <a:rect b="b" l="l" r="r" t="t"/>
                <a:pathLst>
                  <a:path extrusionOk="0" h="797" w="533">
                    <a:moveTo>
                      <a:pt x="59" y="1"/>
                    </a:moveTo>
                    <a:cubicBezTo>
                      <a:pt x="26" y="1"/>
                      <a:pt x="1" y="43"/>
                      <a:pt x="27" y="69"/>
                    </a:cubicBezTo>
                    <a:cubicBezTo>
                      <a:pt x="110" y="168"/>
                      <a:pt x="184" y="284"/>
                      <a:pt x="242" y="408"/>
                    </a:cubicBezTo>
                    <a:cubicBezTo>
                      <a:pt x="267" y="466"/>
                      <a:pt x="284" y="533"/>
                      <a:pt x="309" y="591"/>
                    </a:cubicBezTo>
                    <a:cubicBezTo>
                      <a:pt x="325" y="665"/>
                      <a:pt x="325" y="748"/>
                      <a:pt x="392" y="790"/>
                    </a:cubicBezTo>
                    <a:cubicBezTo>
                      <a:pt x="401" y="794"/>
                      <a:pt x="410" y="796"/>
                      <a:pt x="419" y="796"/>
                    </a:cubicBezTo>
                    <a:cubicBezTo>
                      <a:pt x="442" y="796"/>
                      <a:pt x="463" y="783"/>
                      <a:pt x="474" y="765"/>
                    </a:cubicBezTo>
                    <a:cubicBezTo>
                      <a:pt x="532" y="707"/>
                      <a:pt x="483" y="599"/>
                      <a:pt x="458" y="533"/>
                    </a:cubicBezTo>
                    <a:cubicBezTo>
                      <a:pt x="433" y="466"/>
                      <a:pt x="400" y="400"/>
                      <a:pt x="367" y="334"/>
                    </a:cubicBezTo>
                    <a:cubicBezTo>
                      <a:pt x="292" y="210"/>
                      <a:pt x="201" y="102"/>
                      <a:pt x="85" y="11"/>
                    </a:cubicBezTo>
                    <a:cubicBezTo>
                      <a:pt x="76" y="4"/>
                      <a:pt x="67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6" name="Google Shape;4376;p10"/>
              <p:cNvSpPr/>
              <p:nvPr/>
            </p:nvSpPr>
            <p:spPr>
              <a:xfrm>
                <a:off x="2952650" y="4138575"/>
                <a:ext cx="3950" cy="6775"/>
              </a:xfrm>
              <a:custGeom>
                <a:rect b="b" l="l" r="r" t="t"/>
                <a:pathLst>
                  <a:path extrusionOk="0" h="271" w="158">
                    <a:moveTo>
                      <a:pt x="39" y="0"/>
                    </a:moveTo>
                    <a:cubicBezTo>
                      <a:pt x="34" y="0"/>
                      <a:pt x="30" y="1"/>
                      <a:pt x="25" y="3"/>
                    </a:cubicBezTo>
                    <a:cubicBezTo>
                      <a:pt x="9" y="19"/>
                      <a:pt x="0" y="44"/>
                      <a:pt x="9" y="61"/>
                    </a:cubicBezTo>
                    <a:cubicBezTo>
                      <a:pt x="17" y="94"/>
                      <a:pt x="34" y="135"/>
                      <a:pt x="42" y="168"/>
                    </a:cubicBezTo>
                    <a:cubicBezTo>
                      <a:pt x="50" y="185"/>
                      <a:pt x="58" y="202"/>
                      <a:pt x="67" y="210"/>
                    </a:cubicBezTo>
                    <a:cubicBezTo>
                      <a:pt x="75" y="226"/>
                      <a:pt x="75" y="235"/>
                      <a:pt x="91" y="251"/>
                    </a:cubicBezTo>
                    <a:lnTo>
                      <a:pt x="108" y="268"/>
                    </a:lnTo>
                    <a:cubicBezTo>
                      <a:pt x="112" y="270"/>
                      <a:pt x="117" y="271"/>
                      <a:pt x="122" y="271"/>
                    </a:cubicBezTo>
                    <a:cubicBezTo>
                      <a:pt x="136" y="271"/>
                      <a:pt x="149" y="262"/>
                      <a:pt x="149" y="243"/>
                    </a:cubicBezTo>
                    <a:cubicBezTo>
                      <a:pt x="149" y="235"/>
                      <a:pt x="158" y="226"/>
                      <a:pt x="158" y="218"/>
                    </a:cubicBezTo>
                    <a:cubicBezTo>
                      <a:pt x="158" y="202"/>
                      <a:pt x="149" y="193"/>
                      <a:pt x="141" y="177"/>
                    </a:cubicBezTo>
                    <a:cubicBezTo>
                      <a:pt x="141" y="160"/>
                      <a:pt x="133" y="144"/>
                      <a:pt x="125" y="127"/>
                    </a:cubicBezTo>
                    <a:cubicBezTo>
                      <a:pt x="116" y="94"/>
                      <a:pt x="100" y="61"/>
                      <a:pt x="83" y="28"/>
                    </a:cubicBezTo>
                    <a:cubicBezTo>
                      <a:pt x="76" y="14"/>
                      <a:pt x="5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7" name="Google Shape;4377;p10"/>
              <p:cNvSpPr/>
              <p:nvPr/>
            </p:nvSpPr>
            <p:spPr>
              <a:xfrm>
                <a:off x="3021000" y="4137750"/>
                <a:ext cx="4575" cy="10250"/>
              </a:xfrm>
              <a:custGeom>
                <a:rect b="b" l="l" r="r" t="t"/>
                <a:pathLst>
                  <a:path extrusionOk="0" h="410" w="183">
                    <a:moveTo>
                      <a:pt x="63" y="1"/>
                    </a:moveTo>
                    <a:cubicBezTo>
                      <a:pt x="59" y="1"/>
                      <a:pt x="55" y="1"/>
                      <a:pt x="50" y="3"/>
                    </a:cubicBezTo>
                    <a:cubicBezTo>
                      <a:pt x="25" y="3"/>
                      <a:pt x="1" y="27"/>
                      <a:pt x="9" y="61"/>
                    </a:cubicBezTo>
                    <a:cubicBezTo>
                      <a:pt x="25" y="119"/>
                      <a:pt x="34" y="185"/>
                      <a:pt x="50" y="243"/>
                    </a:cubicBezTo>
                    <a:cubicBezTo>
                      <a:pt x="59" y="276"/>
                      <a:pt x="59" y="309"/>
                      <a:pt x="75" y="342"/>
                    </a:cubicBezTo>
                    <a:cubicBezTo>
                      <a:pt x="83" y="372"/>
                      <a:pt x="97" y="410"/>
                      <a:pt x="131" y="410"/>
                    </a:cubicBezTo>
                    <a:cubicBezTo>
                      <a:pt x="134" y="410"/>
                      <a:pt x="138" y="409"/>
                      <a:pt x="141" y="409"/>
                    </a:cubicBezTo>
                    <a:cubicBezTo>
                      <a:pt x="183" y="409"/>
                      <a:pt x="183" y="351"/>
                      <a:pt x="175" y="317"/>
                    </a:cubicBezTo>
                    <a:lnTo>
                      <a:pt x="175" y="317"/>
                    </a:lnTo>
                    <a:lnTo>
                      <a:pt x="175" y="326"/>
                    </a:lnTo>
                    <a:cubicBezTo>
                      <a:pt x="175" y="293"/>
                      <a:pt x="166" y="259"/>
                      <a:pt x="158" y="235"/>
                    </a:cubicBezTo>
                    <a:cubicBezTo>
                      <a:pt x="141" y="168"/>
                      <a:pt x="125" y="102"/>
                      <a:pt x="108" y="44"/>
                    </a:cubicBezTo>
                    <a:cubicBezTo>
                      <a:pt x="101" y="22"/>
                      <a:pt x="88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8" name="Google Shape;4378;p10"/>
              <p:cNvSpPr/>
              <p:nvPr/>
            </p:nvSpPr>
            <p:spPr>
              <a:xfrm>
                <a:off x="2808375" y="4622075"/>
                <a:ext cx="5300" cy="21275"/>
              </a:xfrm>
              <a:custGeom>
                <a:rect b="b" l="l" r="r" t="t"/>
                <a:pathLst>
                  <a:path extrusionOk="0" h="851" w="212">
                    <a:moveTo>
                      <a:pt x="45" y="1"/>
                    </a:moveTo>
                    <a:cubicBezTo>
                      <a:pt x="22" y="1"/>
                      <a:pt x="0" y="16"/>
                      <a:pt x="5" y="42"/>
                    </a:cubicBezTo>
                    <a:cubicBezTo>
                      <a:pt x="30" y="175"/>
                      <a:pt x="54" y="308"/>
                      <a:pt x="71" y="440"/>
                    </a:cubicBezTo>
                    <a:cubicBezTo>
                      <a:pt x="79" y="506"/>
                      <a:pt x="96" y="573"/>
                      <a:pt x="104" y="639"/>
                    </a:cubicBezTo>
                    <a:cubicBezTo>
                      <a:pt x="112" y="705"/>
                      <a:pt x="112" y="772"/>
                      <a:pt x="137" y="830"/>
                    </a:cubicBezTo>
                    <a:cubicBezTo>
                      <a:pt x="144" y="844"/>
                      <a:pt x="157" y="851"/>
                      <a:pt x="168" y="851"/>
                    </a:cubicBezTo>
                    <a:cubicBezTo>
                      <a:pt x="184" y="851"/>
                      <a:pt x="199" y="840"/>
                      <a:pt x="204" y="821"/>
                    </a:cubicBezTo>
                    <a:cubicBezTo>
                      <a:pt x="212" y="755"/>
                      <a:pt x="204" y="697"/>
                      <a:pt x="195" y="631"/>
                    </a:cubicBezTo>
                    <a:cubicBezTo>
                      <a:pt x="187" y="564"/>
                      <a:pt x="179" y="498"/>
                      <a:pt x="170" y="432"/>
                    </a:cubicBezTo>
                    <a:cubicBezTo>
                      <a:pt x="146" y="299"/>
                      <a:pt x="121" y="167"/>
                      <a:pt x="88" y="34"/>
                    </a:cubicBezTo>
                    <a:cubicBezTo>
                      <a:pt x="84" y="11"/>
                      <a:pt x="64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9" name="Google Shape;4379;p10"/>
              <p:cNvSpPr/>
              <p:nvPr/>
            </p:nvSpPr>
            <p:spPr>
              <a:xfrm>
                <a:off x="2809925" y="4689125"/>
                <a:ext cx="7475" cy="11500"/>
              </a:xfrm>
              <a:custGeom>
                <a:rect b="b" l="l" r="r" t="t"/>
                <a:pathLst>
                  <a:path extrusionOk="0" h="460" w="299">
                    <a:moveTo>
                      <a:pt x="241" y="0"/>
                    </a:moveTo>
                    <a:cubicBezTo>
                      <a:pt x="218" y="0"/>
                      <a:pt x="197" y="10"/>
                      <a:pt x="191" y="28"/>
                    </a:cubicBezTo>
                    <a:cubicBezTo>
                      <a:pt x="166" y="95"/>
                      <a:pt x="133" y="153"/>
                      <a:pt x="100" y="219"/>
                    </a:cubicBezTo>
                    <a:cubicBezTo>
                      <a:pt x="92" y="227"/>
                      <a:pt x="84" y="244"/>
                      <a:pt x="75" y="260"/>
                    </a:cubicBezTo>
                    <a:lnTo>
                      <a:pt x="67" y="269"/>
                    </a:lnTo>
                    <a:cubicBezTo>
                      <a:pt x="67" y="285"/>
                      <a:pt x="59" y="293"/>
                      <a:pt x="50" y="302"/>
                    </a:cubicBezTo>
                    <a:cubicBezTo>
                      <a:pt x="34" y="335"/>
                      <a:pt x="26" y="368"/>
                      <a:pt x="9" y="401"/>
                    </a:cubicBezTo>
                    <a:cubicBezTo>
                      <a:pt x="1" y="418"/>
                      <a:pt x="9" y="443"/>
                      <a:pt x="26" y="451"/>
                    </a:cubicBezTo>
                    <a:cubicBezTo>
                      <a:pt x="35" y="457"/>
                      <a:pt x="45" y="460"/>
                      <a:pt x="54" y="460"/>
                    </a:cubicBezTo>
                    <a:cubicBezTo>
                      <a:pt x="68" y="460"/>
                      <a:pt x="82" y="453"/>
                      <a:pt x="92" y="443"/>
                    </a:cubicBezTo>
                    <a:cubicBezTo>
                      <a:pt x="108" y="418"/>
                      <a:pt x="133" y="393"/>
                      <a:pt x="150" y="360"/>
                    </a:cubicBezTo>
                    <a:cubicBezTo>
                      <a:pt x="175" y="327"/>
                      <a:pt x="191" y="293"/>
                      <a:pt x="208" y="260"/>
                    </a:cubicBezTo>
                    <a:cubicBezTo>
                      <a:pt x="233" y="202"/>
                      <a:pt x="266" y="136"/>
                      <a:pt x="291" y="70"/>
                    </a:cubicBezTo>
                    <a:cubicBezTo>
                      <a:pt x="299" y="45"/>
                      <a:pt x="291" y="12"/>
                      <a:pt x="266" y="3"/>
                    </a:cubicBezTo>
                    <a:cubicBezTo>
                      <a:pt x="258" y="1"/>
                      <a:pt x="249" y="0"/>
                      <a:pt x="2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0" name="Google Shape;4380;p10"/>
              <p:cNvSpPr/>
              <p:nvPr/>
            </p:nvSpPr>
            <p:spPr>
              <a:xfrm>
                <a:off x="2638775" y="4718225"/>
                <a:ext cx="38700" cy="30500"/>
              </a:xfrm>
              <a:custGeom>
                <a:rect b="b" l="l" r="r" t="t"/>
                <a:pathLst>
                  <a:path extrusionOk="0" h="1220" w="1548">
                    <a:moveTo>
                      <a:pt x="96" y="1"/>
                    </a:moveTo>
                    <a:cubicBezTo>
                      <a:pt x="48" y="1"/>
                      <a:pt x="0" y="44"/>
                      <a:pt x="28" y="99"/>
                    </a:cubicBezTo>
                    <a:cubicBezTo>
                      <a:pt x="160" y="372"/>
                      <a:pt x="417" y="579"/>
                      <a:pt x="657" y="762"/>
                    </a:cubicBezTo>
                    <a:cubicBezTo>
                      <a:pt x="782" y="853"/>
                      <a:pt x="906" y="944"/>
                      <a:pt x="1039" y="1019"/>
                    </a:cubicBezTo>
                    <a:cubicBezTo>
                      <a:pt x="1171" y="1101"/>
                      <a:pt x="1312" y="1184"/>
                      <a:pt x="1461" y="1217"/>
                    </a:cubicBezTo>
                    <a:cubicBezTo>
                      <a:pt x="1466" y="1219"/>
                      <a:pt x="1471" y="1220"/>
                      <a:pt x="1476" y="1220"/>
                    </a:cubicBezTo>
                    <a:cubicBezTo>
                      <a:pt x="1524" y="1220"/>
                      <a:pt x="1548" y="1148"/>
                      <a:pt x="1503" y="1118"/>
                    </a:cubicBezTo>
                    <a:cubicBezTo>
                      <a:pt x="1445" y="1068"/>
                      <a:pt x="1387" y="1043"/>
                      <a:pt x="1320" y="1002"/>
                    </a:cubicBezTo>
                    <a:cubicBezTo>
                      <a:pt x="1254" y="969"/>
                      <a:pt x="1196" y="927"/>
                      <a:pt x="1130" y="886"/>
                    </a:cubicBezTo>
                    <a:cubicBezTo>
                      <a:pt x="1005" y="820"/>
                      <a:pt x="881" y="737"/>
                      <a:pt x="765" y="654"/>
                    </a:cubicBezTo>
                    <a:cubicBezTo>
                      <a:pt x="541" y="480"/>
                      <a:pt x="285" y="298"/>
                      <a:pt x="160" y="41"/>
                    </a:cubicBezTo>
                    <a:cubicBezTo>
                      <a:pt x="146" y="13"/>
                      <a:pt x="121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1" name="Google Shape;4381;p10"/>
              <p:cNvSpPr/>
              <p:nvPr/>
            </p:nvSpPr>
            <p:spPr>
              <a:xfrm>
                <a:off x="2803575" y="4697475"/>
                <a:ext cx="3900" cy="9250"/>
              </a:xfrm>
              <a:custGeom>
                <a:rect b="b" l="l" r="r" t="t"/>
                <a:pathLst>
                  <a:path extrusionOk="0" h="370" w="156">
                    <a:moveTo>
                      <a:pt x="121" y="1"/>
                    </a:moveTo>
                    <a:cubicBezTo>
                      <a:pt x="108" y="1"/>
                      <a:pt x="93" y="9"/>
                      <a:pt x="89" y="26"/>
                    </a:cubicBezTo>
                    <a:cubicBezTo>
                      <a:pt x="89" y="34"/>
                      <a:pt x="89" y="51"/>
                      <a:pt x="81" y="59"/>
                    </a:cubicBezTo>
                    <a:cubicBezTo>
                      <a:pt x="81" y="75"/>
                      <a:pt x="72" y="84"/>
                      <a:pt x="72" y="100"/>
                    </a:cubicBezTo>
                    <a:cubicBezTo>
                      <a:pt x="64" y="125"/>
                      <a:pt x="56" y="150"/>
                      <a:pt x="48" y="175"/>
                    </a:cubicBezTo>
                    <a:lnTo>
                      <a:pt x="39" y="216"/>
                    </a:lnTo>
                    <a:cubicBezTo>
                      <a:pt x="31" y="233"/>
                      <a:pt x="23" y="241"/>
                      <a:pt x="23" y="258"/>
                    </a:cubicBezTo>
                    <a:cubicBezTo>
                      <a:pt x="23" y="266"/>
                      <a:pt x="23" y="283"/>
                      <a:pt x="23" y="291"/>
                    </a:cubicBezTo>
                    <a:cubicBezTo>
                      <a:pt x="14" y="307"/>
                      <a:pt x="14" y="324"/>
                      <a:pt x="6" y="341"/>
                    </a:cubicBezTo>
                    <a:cubicBezTo>
                      <a:pt x="1" y="357"/>
                      <a:pt x="16" y="369"/>
                      <a:pt x="35" y="369"/>
                    </a:cubicBezTo>
                    <a:cubicBezTo>
                      <a:pt x="45" y="369"/>
                      <a:pt x="55" y="366"/>
                      <a:pt x="64" y="357"/>
                    </a:cubicBezTo>
                    <a:cubicBezTo>
                      <a:pt x="72" y="349"/>
                      <a:pt x="81" y="332"/>
                      <a:pt x="81" y="324"/>
                    </a:cubicBezTo>
                    <a:cubicBezTo>
                      <a:pt x="89" y="316"/>
                      <a:pt x="89" y="307"/>
                      <a:pt x="97" y="299"/>
                    </a:cubicBezTo>
                    <a:lnTo>
                      <a:pt x="106" y="291"/>
                    </a:lnTo>
                    <a:cubicBezTo>
                      <a:pt x="114" y="274"/>
                      <a:pt x="122" y="258"/>
                      <a:pt x="122" y="249"/>
                    </a:cubicBezTo>
                    <a:cubicBezTo>
                      <a:pt x="130" y="233"/>
                      <a:pt x="139" y="216"/>
                      <a:pt x="139" y="200"/>
                    </a:cubicBezTo>
                    <a:cubicBezTo>
                      <a:pt x="147" y="167"/>
                      <a:pt x="155" y="142"/>
                      <a:pt x="155" y="117"/>
                    </a:cubicBezTo>
                    <a:cubicBezTo>
                      <a:pt x="155" y="100"/>
                      <a:pt x="155" y="84"/>
                      <a:pt x="147" y="67"/>
                    </a:cubicBezTo>
                    <a:cubicBezTo>
                      <a:pt x="147" y="51"/>
                      <a:pt x="147" y="34"/>
                      <a:pt x="147" y="26"/>
                    </a:cubicBezTo>
                    <a:cubicBezTo>
                      <a:pt x="147" y="9"/>
                      <a:pt x="135" y="1"/>
                      <a:pt x="1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2" name="Google Shape;4382;p10"/>
              <p:cNvSpPr/>
              <p:nvPr/>
            </p:nvSpPr>
            <p:spPr>
              <a:xfrm>
                <a:off x="2802475" y="4726975"/>
                <a:ext cx="6650" cy="8725"/>
              </a:xfrm>
              <a:custGeom>
                <a:rect b="b" l="l" r="r" t="t"/>
                <a:pathLst>
                  <a:path extrusionOk="0" h="349" w="266">
                    <a:moveTo>
                      <a:pt x="220" y="0"/>
                    </a:moveTo>
                    <a:cubicBezTo>
                      <a:pt x="210" y="0"/>
                      <a:pt x="201" y="4"/>
                      <a:pt x="191" y="14"/>
                    </a:cubicBezTo>
                    <a:cubicBezTo>
                      <a:pt x="158" y="55"/>
                      <a:pt x="133" y="97"/>
                      <a:pt x="100" y="138"/>
                    </a:cubicBezTo>
                    <a:cubicBezTo>
                      <a:pt x="67" y="180"/>
                      <a:pt x="42" y="229"/>
                      <a:pt x="17" y="271"/>
                    </a:cubicBezTo>
                    <a:cubicBezTo>
                      <a:pt x="0" y="287"/>
                      <a:pt x="0" y="321"/>
                      <a:pt x="25" y="337"/>
                    </a:cubicBezTo>
                    <a:cubicBezTo>
                      <a:pt x="36" y="345"/>
                      <a:pt x="49" y="349"/>
                      <a:pt x="61" y="349"/>
                    </a:cubicBezTo>
                    <a:cubicBezTo>
                      <a:pt x="75" y="349"/>
                      <a:pt x="87" y="343"/>
                      <a:pt x="92" y="329"/>
                    </a:cubicBezTo>
                    <a:cubicBezTo>
                      <a:pt x="125" y="279"/>
                      <a:pt x="158" y="238"/>
                      <a:pt x="183" y="188"/>
                    </a:cubicBezTo>
                    <a:cubicBezTo>
                      <a:pt x="208" y="147"/>
                      <a:pt x="232" y="97"/>
                      <a:pt x="257" y="55"/>
                    </a:cubicBezTo>
                    <a:cubicBezTo>
                      <a:pt x="266" y="39"/>
                      <a:pt x="257" y="14"/>
                      <a:pt x="241" y="6"/>
                    </a:cubicBezTo>
                    <a:cubicBezTo>
                      <a:pt x="234" y="2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3" name="Google Shape;4383;p10"/>
              <p:cNvSpPr/>
              <p:nvPr/>
            </p:nvSpPr>
            <p:spPr>
              <a:xfrm>
                <a:off x="2818225" y="4715225"/>
                <a:ext cx="4975" cy="7600"/>
              </a:xfrm>
              <a:custGeom>
                <a:rect b="b" l="l" r="r" t="t"/>
                <a:pathLst>
                  <a:path extrusionOk="0" h="304" w="199">
                    <a:moveTo>
                      <a:pt x="152" y="0"/>
                    </a:moveTo>
                    <a:cubicBezTo>
                      <a:pt x="138" y="0"/>
                      <a:pt x="122" y="10"/>
                      <a:pt x="116" y="28"/>
                    </a:cubicBezTo>
                    <a:cubicBezTo>
                      <a:pt x="83" y="95"/>
                      <a:pt x="42" y="169"/>
                      <a:pt x="8" y="244"/>
                    </a:cubicBezTo>
                    <a:cubicBezTo>
                      <a:pt x="0" y="260"/>
                      <a:pt x="8" y="293"/>
                      <a:pt x="33" y="302"/>
                    </a:cubicBezTo>
                    <a:cubicBezTo>
                      <a:pt x="38" y="303"/>
                      <a:pt x="42" y="304"/>
                      <a:pt x="47" y="304"/>
                    </a:cubicBezTo>
                    <a:cubicBezTo>
                      <a:pt x="67" y="304"/>
                      <a:pt x="84" y="290"/>
                      <a:pt x="91" y="277"/>
                    </a:cubicBezTo>
                    <a:cubicBezTo>
                      <a:pt x="124" y="202"/>
                      <a:pt x="157" y="128"/>
                      <a:pt x="191" y="53"/>
                    </a:cubicBezTo>
                    <a:cubicBezTo>
                      <a:pt x="199" y="37"/>
                      <a:pt x="191" y="12"/>
                      <a:pt x="174" y="3"/>
                    </a:cubicBezTo>
                    <a:lnTo>
                      <a:pt x="166" y="3"/>
                    </a:lnTo>
                    <a:cubicBezTo>
                      <a:pt x="162" y="1"/>
                      <a:pt x="157" y="0"/>
                      <a:pt x="1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4" name="Google Shape;4384;p10"/>
              <p:cNvSpPr/>
              <p:nvPr/>
            </p:nvSpPr>
            <p:spPr>
              <a:xfrm>
                <a:off x="2789825" y="4589150"/>
                <a:ext cx="11625" cy="18500"/>
              </a:xfrm>
              <a:custGeom>
                <a:rect b="b" l="l" r="r" t="t"/>
                <a:pathLst>
                  <a:path extrusionOk="0" h="740" w="465">
                    <a:moveTo>
                      <a:pt x="89" y="1"/>
                    </a:moveTo>
                    <a:cubicBezTo>
                      <a:pt x="49" y="1"/>
                      <a:pt x="9" y="30"/>
                      <a:pt x="9" y="75"/>
                    </a:cubicBezTo>
                    <a:cubicBezTo>
                      <a:pt x="1" y="150"/>
                      <a:pt x="42" y="208"/>
                      <a:pt x="84" y="266"/>
                    </a:cubicBezTo>
                    <a:cubicBezTo>
                      <a:pt x="117" y="324"/>
                      <a:pt x="150" y="373"/>
                      <a:pt x="192" y="423"/>
                    </a:cubicBezTo>
                    <a:cubicBezTo>
                      <a:pt x="225" y="473"/>
                      <a:pt x="258" y="514"/>
                      <a:pt x="291" y="564"/>
                    </a:cubicBezTo>
                    <a:cubicBezTo>
                      <a:pt x="324" y="605"/>
                      <a:pt x="357" y="647"/>
                      <a:pt x="366" y="705"/>
                    </a:cubicBezTo>
                    <a:cubicBezTo>
                      <a:pt x="369" y="729"/>
                      <a:pt x="387" y="739"/>
                      <a:pt x="404" y="739"/>
                    </a:cubicBezTo>
                    <a:cubicBezTo>
                      <a:pt x="424" y="739"/>
                      <a:pt x="444" y="727"/>
                      <a:pt x="448" y="705"/>
                    </a:cubicBezTo>
                    <a:cubicBezTo>
                      <a:pt x="457" y="647"/>
                      <a:pt x="465" y="581"/>
                      <a:pt x="448" y="523"/>
                    </a:cubicBezTo>
                    <a:cubicBezTo>
                      <a:pt x="432" y="465"/>
                      <a:pt x="399" y="407"/>
                      <a:pt x="374" y="349"/>
                    </a:cubicBezTo>
                    <a:cubicBezTo>
                      <a:pt x="341" y="282"/>
                      <a:pt x="308" y="224"/>
                      <a:pt x="266" y="166"/>
                    </a:cubicBezTo>
                    <a:cubicBezTo>
                      <a:pt x="233" y="100"/>
                      <a:pt x="192" y="34"/>
                      <a:pt x="125" y="9"/>
                    </a:cubicBezTo>
                    <a:cubicBezTo>
                      <a:pt x="114" y="3"/>
                      <a:pt x="102" y="1"/>
                      <a:pt x="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5" name="Google Shape;4385;p10"/>
              <p:cNvSpPr/>
              <p:nvPr/>
            </p:nvSpPr>
            <p:spPr>
              <a:xfrm>
                <a:off x="2783050" y="4576975"/>
                <a:ext cx="2875" cy="4325"/>
              </a:xfrm>
              <a:custGeom>
                <a:rect b="b" l="l" r="r" t="t"/>
                <a:pathLst>
                  <a:path extrusionOk="0" h="173" w="115">
                    <a:moveTo>
                      <a:pt x="24" y="0"/>
                    </a:moveTo>
                    <a:cubicBezTo>
                      <a:pt x="12" y="0"/>
                      <a:pt x="1" y="12"/>
                      <a:pt x="7" y="24"/>
                    </a:cubicBezTo>
                    <a:cubicBezTo>
                      <a:pt x="7" y="32"/>
                      <a:pt x="7" y="48"/>
                      <a:pt x="7" y="57"/>
                    </a:cubicBezTo>
                    <a:cubicBezTo>
                      <a:pt x="7" y="65"/>
                      <a:pt x="15" y="82"/>
                      <a:pt x="15" y="90"/>
                    </a:cubicBezTo>
                    <a:cubicBezTo>
                      <a:pt x="23" y="106"/>
                      <a:pt x="32" y="131"/>
                      <a:pt x="32" y="148"/>
                    </a:cubicBezTo>
                    <a:cubicBezTo>
                      <a:pt x="40" y="156"/>
                      <a:pt x="48" y="164"/>
                      <a:pt x="57" y="173"/>
                    </a:cubicBezTo>
                    <a:lnTo>
                      <a:pt x="98" y="173"/>
                    </a:lnTo>
                    <a:cubicBezTo>
                      <a:pt x="106" y="164"/>
                      <a:pt x="106" y="156"/>
                      <a:pt x="115" y="148"/>
                    </a:cubicBezTo>
                    <a:lnTo>
                      <a:pt x="115" y="123"/>
                    </a:lnTo>
                    <a:cubicBezTo>
                      <a:pt x="115" y="123"/>
                      <a:pt x="115" y="115"/>
                      <a:pt x="106" y="106"/>
                    </a:cubicBezTo>
                    <a:lnTo>
                      <a:pt x="73" y="57"/>
                    </a:lnTo>
                    <a:cubicBezTo>
                      <a:pt x="73" y="48"/>
                      <a:pt x="65" y="40"/>
                      <a:pt x="57" y="32"/>
                    </a:cubicBezTo>
                    <a:cubicBezTo>
                      <a:pt x="57" y="24"/>
                      <a:pt x="48" y="15"/>
                      <a:pt x="40" y="7"/>
                    </a:cubicBezTo>
                    <a:cubicBezTo>
                      <a:pt x="35" y="2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6" name="Google Shape;4386;p10"/>
              <p:cNvSpPr/>
              <p:nvPr/>
            </p:nvSpPr>
            <p:spPr>
              <a:xfrm>
                <a:off x="2829200" y="4508375"/>
                <a:ext cx="3950" cy="13575"/>
              </a:xfrm>
              <a:custGeom>
                <a:rect b="b" l="l" r="r" t="t"/>
                <a:pathLst>
                  <a:path extrusionOk="0" h="543" w="158">
                    <a:moveTo>
                      <a:pt x="75" y="0"/>
                    </a:moveTo>
                    <a:cubicBezTo>
                      <a:pt x="50" y="0"/>
                      <a:pt x="33" y="17"/>
                      <a:pt x="25" y="42"/>
                    </a:cubicBezTo>
                    <a:cubicBezTo>
                      <a:pt x="8" y="125"/>
                      <a:pt x="0" y="207"/>
                      <a:pt x="8" y="290"/>
                    </a:cubicBezTo>
                    <a:cubicBezTo>
                      <a:pt x="17" y="373"/>
                      <a:pt x="42" y="464"/>
                      <a:pt x="91" y="531"/>
                    </a:cubicBezTo>
                    <a:cubicBezTo>
                      <a:pt x="100" y="539"/>
                      <a:pt x="110" y="543"/>
                      <a:pt x="120" y="543"/>
                    </a:cubicBezTo>
                    <a:cubicBezTo>
                      <a:pt x="139" y="543"/>
                      <a:pt x="158" y="528"/>
                      <a:pt x="158" y="506"/>
                    </a:cubicBezTo>
                    <a:cubicBezTo>
                      <a:pt x="141" y="431"/>
                      <a:pt x="116" y="357"/>
                      <a:pt x="108" y="282"/>
                    </a:cubicBezTo>
                    <a:cubicBezTo>
                      <a:pt x="100" y="199"/>
                      <a:pt x="100" y="125"/>
                      <a:pt x="116" y="50"/>
                    </a:cubicBezTo>
                    <a:cubicBezTo>
                      <a:pt x="116" y="25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7" name="Google Shape;4387;p10"/>
              <p:cNvSpPr/>
              <p:nvPr/>
            </p:nvSpPr>
            <p:spPr>
              <a:xfrm>
                <a:off x="2836650" y="4515575"/>
                <a:ext cx="3125" cy="11400"/>
              </a:xfrm>
              <a:custGeom>
                <a:rect b="b" l="l" r="r" t="t"/>
                <a:pathLst>
                  <a:path extrusionOk="0" h="456" w="125">
                    <a:moveTo>
                      <a:pt x="62" y="1"/>
                    </a:moveTo>
                    <a:cubicBezTo>
                      <a:pt x="36" y="1"/>
                      <a:pt x="17" y="22"/>
                      <a:pt x="17" y="44"/>
                    </a:cubicBezTo>
                    <a:cubicBezTo>
                      <a:pt x="0" y="110"/>
                      <a:pt x="0" y="185"/>
                      <a:pt x="0" y="251"/>
                    </a:cubicBezTo>
                    <a:cubicBezTo>
                      <a:pt x="9" y="284"/>
                      <a:pt x="17" y="317"/>
                      <a:pt x="17" y="350"/>
                    </a:cubicBezTo>
                    <a:cubicBezTo>
                      <a:pt x="34" y="383"/>
                      <a:pt x="42" y="417"/>
                      <a:pt x="67" y="441"/>
                    </a:cubicBezTo>
                    <a:cubicBezTo>
                      <a:pt x="73" y="451"/>
                      <a:pt x="82" y="456"/>
                      <a:pt x="91" y="456"/>
                    </a:cubicBezTo>
                    <a:cubicBezTo>
                      <a:pt x="104" y="456"/>
                      <a:pt x="116" y="445"/>
                      <a:pt x="116" y="425"/>
                    </a:cubicBezTo>
                    <a:cubicBezTo>
                      <a:pt x="125" y="392"/>
                      <a:pt x="125" y="359"/>
                      <a:pt x="116" y="325"/>
                    </a:cubicBezTo>
                    <a:cubicBezTo>
                      <a:pt x="116" y="317"/>
                      <a:pt x="116" y="301"/>
                      <a:pt x="116" y="284"/>
                    </a:cubicBezTo>
                    <a:lnTo>
                      <a:pt x="116" y="251"/>
                    </a:lnTo>
                    <a:cubicBezTo>
                      <a:pt x="116" y="218"/>
                      <a:pt x="116" y="185"/>
                      <a:pt x="116" y="160"/>
                    </a:cubicBezTo>
                    <a:cubicBezTo>
                      <a:pt x="116" y="127"/>
                      <a:pt x="116" y="93"/>
                      <a:pt x="125" y="60"/>
                    </a:cubicBezTo>
                    <a:cubicBezTo>
                      <a:pt x="125" y="35"/>
                      <a:pt x="100" y="2"/>
                      <a:pt x="75" y="2"/>
                    </a:cubicBezTo>
                    <a:cubicBezTo>
                      <a:pt x="71" y="1"/>
                      <a:pt x="66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8" name="Google Shape;4388;p10"/>
              <p:cNvSpPr/>
              <p:nvPr/>
            </p:nvSpPr>
            <p:spPr>
              <a:xfrm>
                <a:off x="2867300" y="4525975"/>
                <a:ext cx="3750" cy="6100"/>
              </a:xfrm>
              <a:custGeom>
                <a:rect b="b" l="l" r="r" t="t"/>
                <a:pathLst>
                  <a:path extrusionOk="0" h="244" w="150">
                    <a:moveTo>
                      <a:pt x="125" y="1"/>
                    </a:moveTo>
                    <a:cubicBezTo>
                      <a:pt x="125" y="1"/>
                      <a:pt x="125" y="1"/>
                      <a:pt x="125" y="1"/>
                    </a:cubicBezTo>
                    <a:lnTo>
                      <a:pt x="125" y="1"/>
                    </a:lnTo>
                    <a:cubicBezTo>
                      <a:pt x="128" y="1"/>
                      <a:pt x="131" y="1"/>
                      <a:pt x="133" y="1"/>
                    </a:cubicBezTo>
                    <a:close/>
                    <a:moveTo>
                      <a:pt x="125" y="1"/>
                    </a:moveTo>
                    <a:cubicBezTo>
                      <a:pt x="112" y="1"/>
                      <a:pt x="99" y="3"/>
                      <a:pt x="92" y="17"/>
                    </a:cubicBezTo>
                    <a:cubicBezTo>
                      <a:pt x="75" y="25"/>
                      <a:pt x="67" y="42"/>
                      <a:pt x="59" y="59"/>
                    </a:cubicBezTo>
                    <a:cubicBezTo>
                      <a:pt x="59" y="75"/>
                      <a:pt x="50" y="83"/>
                      <a:pt x="42" y="100"/>
                    </a:cubicBezTo>
                    <a:cubicBezTo>
                      <a:pt x="34" y="125"/>
                      <a:pt x="17" y="150"/>
                      <a:pt x="9" y="183"/>
                    </a:cubicBezTo>
                    <a:cubicBezTo>
                      <a:pt x="1" y="199"/>
                      <a:pt x="9" y="233"/>
                      <a:pt x="34" y="241"/>
                    </a:cubicBezTo>
                    <a:cubicBezTo>
                      <a:pt x="40" y="243"/>
                      <a:pt x="47" y="244"/>
                      <a:pt x="54" y="244"/>
                    </a:cubicBezTo>
                    <a:cubicBezTo>
                      <a:pt x="74" y="244"/>
                      <a:pt x="94" y="235"/>
                      <a:pt x="100" y="216"/>
                    </a:cubicBezTo>
                    <a:cubicBezTo>
                      <a:pt x="108" y="191"/>
                      <a:pt x="117" y="158"/>
                      <a:pt x="125" y="133"/>
                    </a:cubicBezTo>
                    <a:cubicBezTo>
                      <a:pt x="133" y="117"/>
                      <a:pt x="133" y="108"/>
                      <a:pt x="142" y="92"/>
                    </a:cubicBezTo>
                    <a:cubicBezTo>
                      <a:pt x="142" y="83"/>
                      <a:pt x="150" y="75"/>
                      <a:pt x="150" y="67"/>
                    </a:cubicBezTo>
                    <a:cubicBezTo>
                      <a:pt x="150" y="59"/>
                      <a:pt x="150" y="50"/>
                      <a:pt x="150" y="42"/>
                    </a:cubicBezTo>
                    <a:cubicBezTo>
                      <a:pt x="150" y="25"/>
                      <a:pt x="142" y="9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9" name="Google Shape;4389;p10"/>
              <p:cNvSpPr/>
              <p:nvPr/>
            </p:nvSpPr>
            <p:spPr>
              <a:xfrm>
                <a:off x="2879950" y="4529050"/>
                <a:ext cx="1675" cy="1300"/>
              </a:xfrm>
              <a:custGeom>
                <a:rect b="b" l="l" r="r" t="t"/>
                <a:pathLst>
                  <a:path extrusionOk="0" h="52" w="67">
                    <a:moveTo>
                      <a:pt x="40" y="1"/>
                    </a:moveTo>
                    <a:cubicBezTo>
                      <a:pt x="38" y="1"/>
                      <a:pt x="36" y="1"/>
                      <a:pt x="33" y="2"/>
                    </a:cubicBezTo>
                    <a:cubicBezTo>
                      <a:pt x="0" y="2"/>
                      <a:pt x="0" y="52"/>
                      <a:pt x="33" y="52"/>
                    </a:cubicBezTo>
                    <a:cubicBezTo>
                      <a:pt x="64" y="44"/>
                      <a:pt x="66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0" name="Google Shape;4390;p10"/>
              <p:cNvSpPr/>
              <p:nvPr/>
            </p:nvSpPr>
            <p:spPr>
              <a:xfrm>
                <a:off x="2882625" y="4530950"/>
                <a:ext cx="3750" cy="6450"/>
              </a:xfrm>
              <a:custGeom>
                <a:rect b="b" l="l" r="r" t="t"/>
                <a:pathLst>
                  <a:path extrusionOk="0" h="258" w="150">
                    <a:moveTo>
                      <a:pt x="100" y="0"/>
                    </a:moveTo>
                    <a:cubicBezTo>
                      <a:pt x="92" y="0"/>
                      <a:pt x="75" y="9"/>
                      <a:pt x="75" y="17"/>
                    </a:cubicBezTo>
                    <a:cubicBezTo>
                      <a:pt x="67" y="34"/>
                      <a:pt x="59" y="42"/>
                      <a:pt x="51" y="58"/>
                    </a:cubicBezTo>
                    <a:cubicBezTo>
                      <a:pt x="51" y="75"/>
                      <a:pt x="42" y="83"/>
                      <a:pt x="34" y="100"/>
                    </a:cubicBezTo>
                    <a:cubicBezTo>
                      <a:pt x="26" y="125"/>
                      <a:pt x="17" y="150"/>
                      <a:pt x="9" y="183"/>
                    </a:cubicBezTo>
                    <a:cubicBezTo>
                      <a:pt x="1" y="208"/>
                      <a:pt x="17" y="241"/>
                      <a:pt x="51" y="257"/>
                    </a:cubicBezTo>
                    <a:cubicBezTo>
                      <a:pt x="59" y="257"/>
                      <a:pt x="75" y="257"/>
                      <a:pt x="92" y="249"/>
                    </a:cubicBezTo>
                    <a:cubicBezTo>
                      <a:pt x="109" y="241"/>
                      <a:pt x="117" y="224"/>
                      <a:pt x="117" y="208"/>
                    </a:cubicBezTo>
                    <a:cubicBezTo>
                      <a:pt x="125" y="183"/>
                      <a:pt x="133" y="158"/>
                      <a:pt x="133" y="125"/>
                    </a:cubicBezTo>
                    <a:lnTo>
                      <a:pt x="142" y="92"/>
                    </a:lnTo>
                    <a:cubicBezTo>
                      <a:pt x="150" y="83"/>
                      <a:pt x="150" y="75"/>
                      <a:pt x="150" y="67"/>
                    </a:cubicBezTo>
                    <a:lnTo>
                      <a:pt x="150" y="50"/>
                    </a:lnTo>
                    <a:cubicBezTo>
                      <a:pt x="150" y="34"/>
                      <a:pt x="150" y="25"/>
                      <a:pt x="142" y="17"/>
                    </a:cubicBezTo>
                    <a:cubicBezTo>
                      <a:pt x="142" y="9"/>
                      <a:pt x="133" y="9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1" name="Google Shape;4391;p10"/>
              <p:cNvSpPr/>
              <p:nvPr/>
            </p:nvSpPr>
            <p:spPr>
              <a:xfrm>
                <a:off x="2992000" y="4463525"/>
                <a:ext cx="3550" cy="9250"/>
              </a:xfrm>
              <a:custGeom>
                <a:rect b="b" l="l" r="r" t="t"/>
                <a:pathLst>
                  <a:path extrusionOk="0" h="370" w="142">
                    <a:moveTo>
                      <a:pt x="71" y="0"/>
                    </a:moveTo>
                    <a:cubicBezTo>
                      <a:pt x="59" y="0"/>
                      <a:pt x="46" y="5"/>
                      <a:pt x="34" y="13"/>
                    </a:cubicBezTo>
                    <a:cubicBezTo>
                      <a:pt x="1" y="38"/>
                      <a:pt x="9" y="79"/>
                      <a:pt x="9" y="112"/>
                    </a:cubicBezTo>
                    <a:lnTo>
                      <a:pt x="17" y="187"/>
                    </a:lnTo>
                    <a:lnTo>
                      <a:pt x="25" y="328"/>
                    </a:lnTo>
                    <a:cubicBezTo>
                      <a:pt x="25" y="353"/>
                      <a:pt x="50" y="369"/>
                      <a:pt x="75" y="369"/>
                    </a:cubicBezTo>
                    <a:cubicBezTo>
                      <a:pt x="100" y="369"/>
                      <a:pt x="125" y="353"/>
                      <a:pt x="125" y="328"/>
                    </a:cubicBezTo>
                    <a:cubicBezTo>
                      <a:pt x="125" y="278"/>
                      <a:pt x="125" y="228"/>
                      <a:pt x="133" y="187"/>
                    </a:cubicBezTo>
                    <a:cubicBezTo>
                      <a:pt x="133" y="162"/>
                      <a:pt x="133" y="137"/>
                      <a:pt x="133" y="121"/>
                    </a:cubicBezTo>
                    <a:cubicBezTo>
                      <a:pt x="133" y="79"/>
                      <a:pt x="141" y="38"/>
                      <a:pt x="108" y="13"/>
                    </a:cubicBezTo>
                    <a:cubicBezTo>
                      <a:pt x="96" y="5"/>
                      <a:pt x="83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2" name="Google Shape;4392;p10"/>
              <p:cNvSpPr/>
              <p:nvPr/>
            </p:nvSpPr>
            <p:spPr>
              <a:xfrm>
                <a:off x="2995100" y="4467250"/>
                <a:ext cx="3350" cy="8450"/>
              </a:xfrm>
              <a:custGeom>
                <a:rect b="b" l="l" r="r" t="t"/>
                <a:pathLst>
                  <a:path extrusionOk="0" h="338" w="134">
                    <a:moveTo>
                      <a:pt x="98" y="0"/>
                    </a:moveTo>
                    <a:cubicBezTo>
                      <a:pt x="90" y="0"/>
                      <a:pt x="82" y="4"/>
                      <a:pt x="75" y="13"/>
                    </a:cubicBezTo>
                    <a:cubicBezTo>
                      <a:pt x="67" y="30"/>
                      <a:pt x="59" y="54"/>
                      <a:pt x="51" y="71"/>
                    </a:cubicBezTo>
                    <a:cubicBezTo>
                      <a:pt x="42" y="88"/>
                      <a:pt x="34" y="104"/>
                      <a:pt x="34" y="112"/>
                    </a:cubicBezTo>
                    <a:cubicBezTo>
                      <a:pt x="34" y="129"/>
                      <a:pt x="26" y="137"/>
                      <a:pt x="26" y="146"/>
                    </a:cubicBezTo>
                    <a:cubicBezTo>
                      <a:pt x="17" y="195"/>
                      <a:pt x="9" y="237"/>
                      <a:pt x="1" y="286"/>
                    </a:cubicBezTo>
                    <a:cubicBezTo>
                      <a:pt x="1" y="311"/>
                      <a:pt x="17" y="336"/>
                      <a:pt x="42" y="336"/>
                    </a:cubicBezTo>
                    <a:cubicBezTo>
                      <a:pt x="47" y="337"/>
                      <a:pt x="51" y="338"/>
                      <a:pt x="55" y="338"/>
                    </a:cubicBezTo>
                    <a:cubicBezTo>
                      <a:pt x="80" y="338"/>
                      <a:pt x="93" y="316"/>
                      <a:pt x="100" y="295"/>
                    </a:cubicBezTo>
                    <a:cubicBezTo>
                      <a:pt x="109" y="253"/>
                      <a:pt x="117" y="212"/>
                      <a:pt x="125" y="162"/>
                    </a:cubicBezTo>
                    <a:cubicBezTo>
                      <a:pt x="125" y="154"/>
                      <a:pt x="133" y="137"/>
                      <a:pt x="133" y="129"/>
                    </a:cubicBezTo>
                    <a:cubicBezTo>
                      <a:pt x="133" y="121"/>
                      <a:pt x="133" y="104"/>
                      <a:pt x="133" y="88"/>
                    </a:cubicBezTo>
                    <a:cubicBezTo>
                      <a:pt x="133" y="71"/>
                      <a:pt x="133" y="46"/>
                      <a:pt x="125" y="21"/>
                    </a:cubicBezTo>
                    <a:cubicBezTo>
                      <a:pt x="125" y="11"/>
                      <a:pt x="112" y="0"/>
                      <a:pt x="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3" name="Google Shape;4393;p10"/>
              <p:cNvSpPr/>
              <p:nvPr/>
            </p:nvSpPr>
            <p:spPr>
              <a:xfrm>
                <a:off x="2648975" y="4692775"/>
                <a:ext cx="3975" cy="6600"/>
              </a:xfrm>
              <a:custGeom>
                <a:rect b="b" l="l" r="r" t="t"/>
                <a:pathLst>
                  <a:path extrusionOk="0" h="264" w="159">
                    <a:moveTo>
                      <a:pt x="58" y="0"/>
                    </a:moveTo>
                    <a:cubicBezTo>
                      <a:pt x="51" y="0"/>
                      <a:pt x="42" y="2"/>
                      <a:pt x="34" y="7"/>
                    </a:cubicBezTo>
                    <a:cubicBezTo>
                      <a:pt x="9" y="15"/>
                      <a:pt x="1" y="31"/>
                      <a:pt x="9" y="56"/>
                    </a:cubicBezTo>
                    <a:lnTo>
                      <a:pt x="34" y="222"/>
                    </a:lnTo>
                    <a:cubicBezTo>
                      <a:pt x="34" y="239"/>
                      <a:pt x="51" y="247"/>
                      <a:pt x="59" y="255"/>
                    </a:cubicBezTo>
                    <a:cubicBezTo>
                      <a:pt x="75" y="263"/>
                      <a:pt x="92" y="263"/>
                      <a:pt x="109" y="263"/>
                    </a:cubicBezTo>
                    <a:cubicBezTo>
                      <a:pt x="125" y="255"/>
                      <a:pt x="133" y="247"/>
                      <a:pt x="142" y="239"/>
                    </a:cubicBezTo>
                    <a:cubicBezTo>
                      <a:pt x="150" y="222"/>
                      <a:pt x="158" y="205"/>
                      <a:pt x="150" y="189"/>
                    </a:cubicBezTo>
                    <a:cubicBezTo>
                      <a:pt x="133" y="139"/>
                      <a:pt x="117" y="89"/>
                      <a:pt x="92" y="31"/>
                    </a:cubicBezTo>
                    <a:cubicBezTo>
                      <a:pt x="92" y="23"/>
                      <a:pt x="84" y="15"/>
                      <a:pt x="75" y="7"/>
                    </a:cubicBezTo>
                    <a:cubicBezTo>
                      <a:pt x="71" y="2"/>
                      <a:pt x="65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4" name="Google Shape;4394;p10"/>
              <p:cNvSpPr/>
              <p:nvPr/>
            </p:nvSpPr>
            <p:spPr>
              <a:xfrm>
                <a:off x="2983500" y="4026675"/>
                <a:ext cx="8325" cy="11100"/>
              </a:xfrm>
              <a:custGeom>
                <a:rect b="b" l="l" r="r" t="t"/>
                <a:pathLst>
                  <a:path extrusionOk="0" h="444" w="333">
                    <a:moveTo>
                      <a:pt x="75" y="0"/>
                    </a:moveTo>
                    <a:cubicBezTo>
                      <a:pt x="61" y="0"/>
                      <a:pt x="46" y="5"/>
                      <a:pt x="34" y="13"/>
                    </a:cubicBezTo>
                    <a:cubicBezTo>
                      <a:pt x="9" y="29"/>
                      <a:pt x="1" y="63"/>
                      <a:pt x="17" y="87"/>
                    </a:cubicBezTo>
                    <a:cubicBezTo>
                      <a:pt x="59" y="137"/>
                      <a:pt x="100" y="195"/>
                      <a:pt x="125" y="261"/>
                    </a:cubicBezTo>
                    <a:cubicBezTo>
                      <a:pt x="142" y="295"/>
                      <a:pt x="158" y="319"/>
                      <a:pt x="175" y="353"/>
                    </a:cubicBezTo>
                    <a:cubicBezTo>
                      <a:pt x="183" y="361"/>
                      <a:pt x="183" y="369"/>
                      <a:pt x="191" y="377"/>
                    </a:cubicBezTo>
                    <a:lnTo>
                      <a:pt x="200" y="386"/>
                    </a:lnTo>
                    <a:lnTo>
                      <a:pt x="208" y="394"/>
                    </a:lnTo>
                    <a:cubicBezTo>
                      <a:pt x="208" y="394"/>
                      <a:pt x="216" y="402"/>
                      <a:pt x="216" y="411"/>
                    </a:cubicBezTo>
                    <a:cubicBezTo>
                      <a:pt x="233" y="427"/>
                      <a:pt x="241" y="435"/>
                      <a:pt x="258" y="444"/>
                    </a:cubicBezTo>
                    <a:cubicBezTo>
                      <a:pt x="283" y="444"/>
                      <a:pt x="307" y="435"/>
                      <a:pt x="316" y="419"/>
                    </a:cubicBezTo>
                    <a:cubicBezTo>
                      <a:pt x="324" y="402"/>
                      <a:pt x="332" y="386"/>
                      <a:pt x="324" y="377"/>
                    </a:cubicBezTo>
                    <a:cubicBezTo>
                      <a:pt x="324" y="361"/>
                      <a:pt x="324" y="353"/>
                      <a:pt x="324" y="344"/>
                    </a:cubicBezTo>
                    <a:cubicBezTo>
                      <a:pt x="316" y="319"/>
                      <a:pt x="316" y="303"/>
                      <a:pt x="307" y="286"/>
                    </a:cubicBezTo>
                    <a:cubicBezTo>
                      <a:pt x="291" y="253"/>
                      <a:pt x="266" y="220"/>
                      <a:pt x="249" y="187"/>
                    </a:cubicBezTo>
                    <a:cubicBezTo>
                      <a:pt x="208" y="129"/>
                      <a:pt x="167" y="71"/>
                      <a:pt x="117" y="13"/>
                    </a:cubicBezTo>
                    <a:cubicBezTo>
                      <a:pt x="104" y="5"/>
                      <a:pt x="9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5" name="Google Shape;4395;p10"/>
              <p:cNvSpPr/>
              <p:nvPr/>
            </p:nvSpPr>
            <p:spPr>
              <a:xfrm>
                <a:off x="2992825" y="4024650"/>
                <a:ext cx="3975" cy="8825"/>
              </a:xfrm>
              <a:custGeom>
                <a:rect b="b" l="l" r="r" t="t"/>
                <a:pathLst>
                  <a:path extrusionOk="0" h="353" w="159">
                    <a:moveTo>
                      <a:pt x="55" y="1"/>
                    </a:moveTo>
                    <a:cubicBezTo>
                      <a:pt x="51" y="1"/>
                      <a:pt x="47" y="1"/>
                      <a:pt x="42" y="3"/>
                    </a:cubicBezTo>
                    <a:cubicBezTo>
                      <a:pt x="17" y="11"/>
                      <a:pt x="1" y="36"/>
                      <a:pt x="9" y="61"/>
                    </a:cubicBezTo>
                    <a:cubicBezTo>
                      <a:pt x="17" y="102"/>
                      <a:pt x="34" y="152"/>
                      <a:pt x="42" y="193"/>
                    </a:cubicBezTo>
                    <a:lnTo>
                      <a:pt x="42" y="202"/>
                    </a:lnTo>
                    <a:cubicBezTo>
                      <a:pt x="50" y="218"/>
                      <a:pt x="59" y="243"/>
                      <a:pt x="67" y="268"/>
                    </a:cubicBezTo>
                    <a:cubicBezTo>
                      <a:pt x="67" y="276"/>
                      <a:pt x="67" y="284"/>
                      <a:pt x="75" y="301"/>
                    </a:cubicBezTo>
                    <a:cubicBezTo>
                      <a:pt x="75" y="309"/>
                      <a:pt x="84" y="326"/>
                      <a:pt x="92" y="334"/>
                    </a:cubicBezTo>
                    <a:cubicBezTo>
                      <a:pt x="98" y="347"/>
                      <a:pt x="109" y="352"/>
                      <a:pt x="121" y="352"/>
                    </a:cubicBezTo>
                    <a:cubicBezTo>
                      <a:pt x="139" y="352"/>
                      <a:pt x="158" y="338"/>
                      <a:pt x="158" y="318"/>
                    </a:cubicBezTo>
                    <a:cubicBezTo>
                      <a:pt x="158" y="301"/>
                      <a:pt x="158" y="284"/>
                      <a:pt x="158" y="276"/>
                    </a:cubicBezTo>
                    <a:cubicBezTo>
                      <a:pt x="158" y="260"/>
                      <a:pt x="150" y="251"/>
                      <a:pt x="150" y="243"/>
                    </a:cubicBezTo>
                    <a:cubicBezTo>
                      <a:pt x="142" y="218"/>
                      <a:pt x="142" y="193"/>
                      <a:pt x="133" y="168"/>
                    </a:cubicBezTo>
                    <a:cubicBezTo>
                      <a:pt x="125" y="127"/>
                      <a:pt x="108" y="77"/>
                      <a:pt x="100" y="36"/>
                    </a:cubicBezTo>
                    <a:cubicBezTo>
                      <a:pt x="93" y="15"/>
                      <a:pt x="75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396" name="Google Shape;4396;p10"/>
          <p:cNvGrpSpPr/>
          <p:nvPr/>
        </p:nvGrpSpPr>
        <p:grpSpPr>
          <a:xfrm>
            <a:off x="279648" y="3842322"/>
            <a:ext cx="1203317" cy="1085405"/>
            <a:chOff x="618234" y="2296066"/>
            <a:chExt cx="2372938" cy="2140415"/>
          </a:xfrm>
        </p:grpSpPr>
        <p:sp>
          <p:nvSpPr>
            <p:cNvPr id="4397" name="Google Shape;4397;p10"/>
            <p:cNvSpPr/>
            <p:nvPr/>
          </p:nvSpPr>
          <p:spPr>
            <a:xfrm>
              <a:off x="1940059" y="4069881"/>
              <a:ext cx="366600" cy="3666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8" name="Google Shape;4398;p10"/>
            <p:cNvSpPr/>
            <p:nvPr/>
          </p:nvSpPr>
          <p:spPr>
            <a:xfrm>
              <a:off x="2255851" y="4231937"/>
              <a:ext cx="0" cy="24"/>
            </a:xfrm>
            <a:custGeom>
              <a:rect b="b" l="l" r="r" t="t"/>
              <a:pathLst>
                <a:path extrusionOk="0" h="1" w="120000">
                  <a:moveTo>
                    <a:pt x="0" y="0"/>
                  </a:moveTo>
                  <a:close/>
                </a:path>
              </a:pathLst>
            </a:custGeom>
            <a:solidFill>
              <a:srgbClr val="6D8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9" name="Google Shape;4399;p10"/>
            <p:cNvSpPr/>
            <p:nvPr/>
          </p:nvSpPr>
          <p:spPr>
            <a:xfrm>
              <a:off x="618234" y="2296066"/>
              <a:ext cx="2351401" cy="2079495"/>
            </a:xfrm>
            <a:custGeom>
              <a:rect b="b" l="l" r="r" t="t"/>
              <a:pathLst>
                <a:path extrusionOk="0" h="33987" w="38431">
                  <a:moveTo>
                    <a:pt x="8001" y="0"/>
                  </a:moveTo>
                  <a:cubicBezTo>
                    <a:pt x="5965" y="0"/>
                    <a:pt x="4112" y="1694"/>
                    <a:pt x="4223" y="2326"/>
                  </a:cubicBezTo>
                  <a:cubicBezTo>
                    <a:pt x="4295" y="2744"/>
                    <a:pt x="5078" y="2811"/>
                    <a:pt x="5969" y="2811"/>
                  </a:cubicBezTo>
                  <a:cubicBezTo>
                    <a:pt x="6390" y="2811"/>
                    <a:pt x="6835" y="2796"/>
                    <a:pt x="7241" y="2796"/>
                  </a:cubicBezTo>
                  <a:cubicBezTo>
                    <a:pt x="8074" y="2796"/>
                    <a:pt x="8740" y="2860"/>
                    <a:pt x="8686" y="3246"/>
                  </a:cubicBezTo>
                  <a:cubicBezTo>
                    <a:pt x="8365" y="5534"/>
                    <a:pt x="0" y="10571"/>
                    <a:pt x="1246" y="15284"/>
                  </a:cubicBezTo>
                  <a:cubicBezTo>
                    <a:pt x="1345" y="15666"/>
                    <a:pt x="1490" y="16039"/>
                    <a:pt x="1675" y="16391"/>
                  </a:cubicBezTo>
                  <a:cubicBezTo>
                    <a:pt x="1792" y="16687"/>
                    <a:pt x="1962" y="17057"/>
                    <a:pt x="2175" y="17190"/>
                  </a:cubicBezTo>
                  <a:lnTo>
                    <a:pt x="2193" y="17177"/>
                  </a:lnTo>
                  <a:cubicBezTo>
                    <a:pt x="2366" y="17390"/>
                    <a:pt x="2554" y="17587"/>
                    <a:pt x="2758" y="17773"/>
                  </a:cubicBezTo>
                  <a:cubicBezTo>
                    <a:pt x="2761" y="17779"/>
                    <a:pt x="2767" y="17788"/>
                    <a:pt x="2770" y="17794"/>
                  </a:cubicBezTo>
                  <a:cubicBezTo>
                    <a:pt x="2924" y="18013"/>
                    <a:pt x="3319" y="18251"/>
                    <a:pt x="3609" y="18405"/>
                  </a:cubicBezTo>
                  <a:cubicBezTo>
                    <a:pt x="3902" y="18587"/>
                    <a:pt x="4210" y="18747"/>
                    <a:pt x="4525" y="18883"/>
                  </a:cubicBezTo>
                  <a:cubicBezTo>
                    <a:pt x="4528" y="18892"/>
                    <a:pt x="4534" y="18901"/>
                    <a:pt x="4540" y="18911"/>
                  </a:cubicBezTo>
                  <a:cubicBezTo>
                    <a:pt x="4821" y="19256"/>
                    <a:pt x="6129" y="19410"/>
                    <a:pt x="6129" y="19410"/>
                  </a:cubicBezTo>
                  <a:lnTo>
                    <a:pt x="6129" y="19407"/>
                  </a:lnTo>
                  <a:cubicBezTo>
                    <a:pt x="6780" y="19555"/>
                    <a:pt x="7443" y="19651"/>
                    <a:pt x="8109" y="19691"/>
                  </a:cubicBezTo>
                  <a:cubicBezTo>
                    <a:pt x="8026" y="22778"/>
                    <a:pt x="8242" y="25055"/>
                    <a:pt x="8242" y="25055"/>
                  </a:cubicBezTo>
                  <a:cubicBezTo>
                    <a:pt x="8242" y="25055"/>
                    <a:pt x="4824" y="27994"/>
                    <a:pt x="3914" y="28931"/>
                  </a:cubicBezTo>
                  <a:cubicBezTo>
                    <a:pt x="3721" y="29134"/>
                    <a:pt x="3889" y="29215"/>
                    <a:pt x="4287" y="29215"/>
                  </a:cubicBezTo>
                  <a:cubicBezTo>
                    <a:pt x="4294" y="29215"/>
                    <a:pt x="4302" y="29215"/>
                    <a:pt x="4309" y="29215"/>
                  </a:cubicBezTo>
                  <a:cubicBezTo>
                    <a:pt x="4312" y="29252"/>
                    <a:pt x="4337" y="29283"/>
                    <a:pt x="4374" y="29295"/>
                  </a:cubicBezTo>
                  <a:lnTo>
                    <a:pt x="4396" y="29295"/>
                  </a:lnTo>
                  <a:cubicBezTo>
                    <a:pt x="4436" y="29295"/>
                    <a:pt x="4470" y="29268"/>
                    <a:pt x="4479" y="29231"/>
                  </a:cubicBezTo>
                  <a:cubicBezTo>
                    <a:pt x="4479" y="29221"/>
                    <a:pt x="4482" y="29215"/>
                    <a:pt x="4488" y="29209"/>
                  </a:cubicBezTo>
                  <a:cubicBezTo>
                    <a:pt x="6113" y="29123"/>
                    <a:pt x="10274" y="28105"/>
                    <a:pt x="11058" y="27781"/>
                  </a:cubicBezTo>
                  <a:cubicBezTo>
                    <a:pt x="11326" y="27670"/>
                    <a:pt x="12819" y="27596"/>
                    <a:pt x="14876" y="27544"/>
                  </a:cubicBezTo>
                  <a:cubicBezTo>
                    <a:pt x="14888" y="28083"/>
                    <a:pt x="14944" y="28651"/>
                    <a:pt x="15076" y="29147"/>
                  </a:cubicBezTo>
                  <a:cubicBezTo>
                    <a:pt x="15086" y="29184"/>
                    <a:pt x="15120" y="29212"/>
                    <a:pt x="15160" y="29212"/>
                  </a:cubicBezTo>
                  <a:lnTo>
                    <a:pt x="15172" y="29212"/>
                  </a:lnTo>
                  <a:cubicBezTo>
                    <a:pt x="15610" y="30831"/>
                    <a:pt x="16776" y="32525"/>
                    <a:pt x="19539" y="33456"/>
                  </a:cubicBezTo>
                  <a:cubicBezTo>
                    <a:pt x="20039" y="33623"/>
                    <a:pt x="20443" y="33749"/>
                    <a:pt x="20767" y="33839"/>
                  </a:cubicBezTo>
                  <a:cubicBezTo>
                    <a:pt x="20773" y="33845"/>
                    <a:pt x="20776" y="33851"/>
                    <a:pt x="20779" y="33857"/>
                  </a:cubicBezTo>
                  <a:cubicBezTo>
                    <a:pt x="20795" y="33885"/>
                    <a:pt x="20822" y="33903"/>
                    <a:pt x="20856" y="33903"/>
                  </a:cubicBezTo>
                  <a:cubicBezTo>
                    <a:pt x="20869" y="33903"/>
                    <a:pt x="20884" y="33903"/>
                    <a:pt x="20896" y="33897"/>
                  </a:cubicBezTo>
                  <a:cubicBezTo>
                    <a:pt x="20906" y="33891"/>
                    <a:pt x="20915" y="33885"/>
                    <a:pt x="20921" y="33876"/>
                  </a:cubicBezTo>
                  <a:cubicBezTo>
                    <a:pt x="21219" y="33950"/>
                    <a:pt x="21439" y="33986"/>
                    <a:pt x="21593" y="33986"/>
                  </a:cubicBezTo>
                  <a:cubicBezTo>
                    <a:pt x="22929" y="33986"/>
                    <a:pt x="19302" y="31273"/>
                    <a:pt x="18688" y="27476"/>
                  </a:cubicBezTo>
                  <a:cubicBezTo>
                    <a:pt x="18929" y="27473"/>
                    <a:pt x="19169" y="27470"/>
                    <a:pt x="19413" y="27470"/>
                  </a:cubicBezTo>
                  <a:cubicBezTo>
                    <a:pt x="21063" y="28160"/>
                    <a:pt x="22855" y="28657"/>
                    <a:pt x="24554" y="28669"/>
                  </a:cubicBezTo>
                  <a:cubicBezTo>
                    <a:pt x="24594" y="28670"/>
                    <a:pt x="24633" y="28670"/>
                    <a:pt x="24672" y="28670"/>
                  </a:cubicBezTo>
                  <a:cubicBezTo>
                    <a:pt x="25891" y="28670"/>
                    <a:pt x="26969" y="28484"/>
                    <a:pt x="27922" y="28176"/>
                  </a:cubicBezTo>
                  <a:lnTo>
                    <a:pt x="27922" y="28176"/>
                  </a:lnTo>
                  <a:cubicBezTo>
                    <a:pt x="27907" y="30301"/>
                    <a:pt x="27839" y="32762"/>
                    <a:pt x="27611" y="33385"/>
                  </a:cubicBezTo>
                  <a:cubicBezTo>
                    <a:pt x="27549" y="33552"/>
                    <a:pt x="27580" y="33657"/>
                    <a:pt x="27682" y="33700"/>
                  </a:cubicBezTo>
                  <a:cubicBezTo>
                    <a:pt x="27685" y="33752"/>
                    <a:pt x="27726" y="33780"/>
                    <a:pt x="27767" y="33780"/>
                  </a:cubicBezTo>
                  <a:cubicBezTo>
                    <a:pt x="27801" y="33780"/>
                    <a:pt x="27836" y="33760"/>
                    <a:pt x="27848" y="33718"/>
                  </a:cubicBezTo>
                  <a:cubicBezTo>
                    <a:pt x="28570" y="33660"/>
                    <a:pt x="30541" y="32185"/>
                    <a:pt x="31099" y="29046"/>
                  </a:cubicBezTo>
                  <a:lnTo>
                    <a:pt x="31118" y="29046"/>
                  </a:lnTo>
                  <a:cubicBezTo>
                    <a:pt x="31158" y="29046"/>
                    <a:pt x="31195" y="29018"/>
                    <a:pt x="31204" y="28978"/>
                  </a:cubicBezTo>
                  <a:cubicBezTo>
                    <a:pt x="31300" y="28478"/>
                    <a:pt x="31328" y="27935"/>
                    <a:pt x="31328" y="27454"/>
                  </a:cubicBezTo>
                  <a:cubicBezTo>
                    <a:pt x="31887" y="27560"/>
                    <a:pt x="35152" y="28171"/>
                    <a:pt x="36953" y="28171"/>
                  </a:cubicBezTo>
                  <a:cubicBezTo>
                    <a:pt x="37457" y="28171"/>
                    <a:pt x="37846" y="28123"/>
                    <a:pt x="38030" y="28003"/>
                  </a:cubicBezTo>
                  <a:cubicBezTo>
                    <a:pt x="38045" y="28022"/>
                    <a:pt x="38070" y="28031"/>
                    <a:pt x="38094" y="28031"/>
                  </a:cubicBezTo>
                  <a:cubicBezTo>
                    <a:pt x="38098" y="28032"/>
                    <a:pt x="38100" y="28033"/>
                    <a:pt x="38102" y="28033"/>
                  </a:cubicBezTo>
                  <a:cubicBezTo>
                    <a:pt x="38104" y="28033"/>
                    <a:pt x="38107" y="28032"/>
                    <a:pt x="38110" y="28031"/>
                  </a:cubicBezTo>
                  <a:cubicBezTo>
                    <a:pt x="38156" y="28025"/>
                    <a:pt x="38187" y="27982"/>
                    <a:pt x="38178" y="27932"/>
                  </a:cubicBezTo>
                  <a:cubicBezTo>
                    <a:pt x="38175" y="27904"/>
                    <a:pt x="38165" y="27874"/>
                    <a:pt x="38153" y="27846"/>
                  </a:cubicBezTo>
                  <a:cubicBezTo>
                    <a:pt x="38431" y="27032"/>
                    <a:pt x="34387" y="25554"/>
                    <a:pt x="33002" y="24647"/>
                  </a:cubicBezTo>
                  <a:cubicBezTo>
                    <a:pt x="32956" y="24610"/>
                    <a:pt x="32913" y="24567"/>
                    <a:pt x="32882" y="24515"/>
                  </a:cubicBezTo>
                  <a:lnTo>
                    <a:pt x="32894" y="24496"/>
                  </a:lnTo>
                  <a:lnTo>
                    <a:pt x="35596" y="24012"/>
                  </a:lnTo>
                  <a:cubicBezTo>
                    <a:pt x="35704" y="23994"/>
                    <a:pt x="35682" y="23841"/>
                    <a:pt x="35585" y="23841"/>
                  </a:cubicBezTo>
                  <a:cubicBezTo>
                    <a:pt x="35580" y="23841"/>
                    <a:pt x="35574" y="23841"/>
                    <a:pt x="35568" y="23842"/>
                  </a:cubicBezTo>
                  <a:lnTo>
                    <a:pt x="33033" y="24299"/>
                  </a:lnTo>
                  <a:cubicBezTo>
                    <a:pt x="33277" y="23938"/>
                    <a:pt x="33496" y="23562"/>
                    <a:pt x="33684" y="23170"/>
                  </a:cubicBezTo>
                  <a:lnTo>
                    <a:pt x="34733" y="22778"/>
                  </a:lnTo>
                  <a:cubicBezTo>
                    <a:pt x="34827" y="22742"/>
                    <a:pt x="34789" y="22612"/>
                    <a:pt x="34705" y="22612"/>
                  </a:cubicBezTo>
                  <a:cubicBezTo>
                    <a:pt x="34695" y="22612"/>
                    <a:pt x="34685" y="22614"/>
                    <a:pt x="34674" y="22618"/>
                  </a:cubicBezTo>
                  <a:lnTo>
                    <a:pt x="33789" y="22951"/>
                  </a:lnTo>
                  <a:cubicBezTo>
                    <a:pt x="33934" y="22615"/>
                    <a:pt x="33995" y="22377"/>
                    <a:pt x="33983" y="22297"/>
                  </a:cubicBezTo>
                  <a:cubicBezTo>
                    <a:pt x="33958" y="22195"/>
                    <a:pt x="33921" y="22094"/>
                    <a:pt x="33875" y="21998"/>
                  </a:cubicBezTo>
                  <a:lnTo>
                    <a:pt x="33875" y="21998"/>
                  </a:lnTo>
                  <a:cubicBezTo>
                    <a:pt x="33943" y="22054"/>
                    <a:pt x="34005" y="22115"/>
                    <a:pt x="34060" y="22180"/>
                  </a:cubicBezTo>
                  <a:cubicBezTo>
                    <a:pt x="34060" y="22180"/>
                    <a:pt x="34036" y="19685"/>
                    <a:pt x="32459" y="16354"/>
                  </a:cubicBezTo>
                  <a:lnTo>
                    <a:pt x="32459" y="16354"/>
                  </a:lnTo>
                  <a:cubicBezTo>
                    <a:pt x="32474" y="16365"/>
                    <a:pt x="32491" y="16370"/>
                    <a:pt x="32509" y="16370"/>
                  </a:cubicBezTo>
                  <a:cubicBezTo>
                    <a:pt x="32521" y="16370"/>
                    <a:pt x="32533" y="16368"/>
                    <a:pt x="32546" y="16363"/>
                  </a:cubicBezTo>
                  <a:cubicBezTo>
                    <a:pt x="32589" y="16345"/>
                    <a:pt x="32607" y="16295"/>
                    <a:pt x="32589" y="16252"/>
                  </a:cubicBezTo>
                  <a:cubicBezTo>
                    <a:pt x="32333" y="15580"/>
                    <a:pt x="30760" y="13026"/>
                    <a:pt x="30495" y="12933"/>
                  </a:cubicBezTo>
                  <a:cubicBezTo>
                    <a:pt x="30488" y="12931"/>
                    <a:pt x="30480" y="12928"/>
                    <a:pt x="30469" y="12928"/>
                  </a:cubicBezTo>
                  <a:cubicBezTo>
                    <a:pt x="30426" y="12928"/>
                    <a:pt x="30334" y="12968"/>
                    <a:pt x="30075" y="13217"/>
                  </a:cubicBezTo>
                  <a:cubicBezTo>
                    <a:pt x="28289" y="8538"/>
                    <a:pt x="25039" y="4014"/>
                    <a:pt x="18605" y="3144"/>
                  </a:cubicBezTo>
                  <a:cubicBezTo>
                    <a:pt x="18167" y="3085"/>
                    <a:pt x="17747" y="3056"/>
                    <a:pt x="17344" y="3056"/>
                  </a:cubicBezTo>
                  <a:cubicBezTo>
                    <a:pt x="10868" y="3056"/>
                    <a:pt x="8842" y="10445"/>
                    <a:pt x="8282" y="16656"/>
                  </a:cubicBezTo>
                  <a:cubicBezTo>
                    <a:pt x="7994" y="16677"/>
                    <a:pt x="7668" y="16692"/>
                    <a:pt x="7325" y="16692"/>
                  </a:cubicBezTo>
                  <a:cubicBezTo>
                    <a:pt x="5265" y="16692"/>
                    <a:pt x="2596" y="16145"/>
                    <a:pt x="3924" y="13057"/>
                  </a:cubicBezTo>
                  <a:cubicBezTo>
                    <a:pt x="4306" y="12168"/>
                    <a:pt x="5361" y="11064"/>
                    <a:pt x="6573" y="9880"/>
                  </a:cubicBezTo>
                  <a:cubicBezTo>
                    <a:pt x="6712" y="9846"/>
                    <a:pt x="7144" y="9393"/>
                    <a:pt x="7434" y="9050"/>
                  </a:cubicBezTo>
                  <a:lnTo>
                    <a:pt x="7813" y="8683"/>
                  </a:lnTo>
                  <a:cubicBezTo>
                    <a:pt x="7813" y="8689"/>
                    <a:pt x="7816" y="8699"/>
                    <a:pt x="7819" y="8705"/>
                  </a:cubicBezTo>
                  <a:cubicBezTo>
                    <a:pt x="7819" y="8705"/>
                    <a:pt x="8858" y="7891"/>
                    <a:pt x="8883" y="7631"/>
                  </a:cubicBezTo>
                  <a:cubicBezTo>
                    <a:pt x="8979" y="7536"/>
                    <a:pt x="9074" y="7437"/>
                    <a:pt x="9170" y="7342"/>
                  </a:cubicBezTo>
                  <a:lnTo>
                    <a:pt x="9173" y="7348"/>
                  </a:lnTo>
                  <a:cubicBezTo>
                    <a:pt x="9466" y="7348"/>
                    <a:pt x="10135" y="6425"/>
                    <a:pt x="10135" y="6425"/>
                  </a:cubicBezTo>
                  <a:cubicBezTo>
                    <a:pt x="10123" y="6395"/>
                    <a:pt x="10111" y="6367"/>
                    <a:pt x="10095" y="6336"/>
                  </a:cubicBezTo>
                  <a:cubicBezTo>
                    <a:pt x="11314" y="4927"/>
                    <a:pt x="12069" y="3594"/>
                    <a:pt x="11548" y="2564"/>
                  </a:cubicBezTo>
                  <a:cubicBezTo>
                    <a:pt x="10573" y="641"/>
                    <a:pt x="9252" y="0"/>
                    <a:pt x="8001" y="0"/>
                  </a:cubicBezTo>
                  <a:close/>
                </a:path>
              </a:pathLst>
            </a:custGeom>
            <a:solidFill>
              <a:srgbClr val="261D2A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0" name="Google Shape;4400;p10"/>
            <p:cNvSpPr/>
            <p:nvPr/>
          </p:nvSpPr>
          <p:spPr>
            <a:xfrm>
              <a:off x="1970509" y="4098600"/>
              <a:ext cx="315225" cy="315042"/>
            </a:xfrm>
            <a:custGeom>
              <a:rect b="b" l="l" r="r" t="t"/>
              <a:pathLst>
                <a:path extrusionOk="0" h="5149" w="5152">
                  <a:moveTo>
                    <a:pt x="2576" y="1"/>
                  </a:moveTo>
                  <a:cubicBezTo>
                    <a:pt x="1154" y="1"/>
                    <a:pt x="0" y="1154"/>
                    <a:pt x="0" y="2576"/>
                  </a:cubicBezTo>
                  <a:cubicBezTo>
                    <a:pt x="0" y="3998"/>
                    <a:pt x="1154" y="5149"/>
                    <a:pt x="2576" y="5149"/>
                  </a:cubicBezTo>
                  <a:cubicBezTo>
                    <a:pt x="3998" y="5149"/>
                    <a:pt x="5151" y="3998"/>
                    <a:pt x="5151" y="2576"/>
                  </a:cubicBezTo>
                  <a:cubicBezTo>
                    <a:pt x="5151" y="1154"/>
                    <a:pt x="3998" y="1"/>
                    <a:pt x="2576" y="1"/>
                  </a:cubicBezTo>
                  <a:close/>
                </a:path>
              </a:pathLst>
            </a:custGeom>
            <a:solidFill>
              <a:srgbClr val="FFE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1" name="Google Shape;4401;p10"/>
            <p:cNvSpPr/>
            <p:nvPr/>
          </p:nvSpPr>
          <p:spPr>
            <a:xfrm>
              <a:off x="2149716" y="4117261"/>
              <a:ext cx="131854" cy="171624"/>
            </a:xfrm>
            <a:custGeom>
              <a:rect b="b" l="l" r="r" t="t"/>
              <a:pathLst>
                <a:path extrusionOk="0" h="2805" w="2155">
                  <a:moveTo>
                    <a:pt x="120" y="1"/>
                  </a:moveTo>
                  <a:cubicBezTo>
                    <a:pt x="61" y="1"/>
                    <a:pt x="0" y="62"/>
                    <a:pt x="42" y="131"/>
                  </a:cubicBezTo>
                  <a:cubicBezTo>
                    <a:pt x="79" y="205"/>
                    <a:pt x="973" y="1886"/>
                    <a:pt x="2003" y="2783"/>
                  </a:cubicBezTo>
                  <a:cubicBezTo>
                    <a:pt x="2019" y="2796"/>
                    <a:pt x="2037" y="2805"/>
                    <a:pt x="2059" y="2805"/>
                  </a:cubicBezTo>
                  <a:cubicBezTo>
                    <a:pt x="2083" y="2805"/>
                    <a:pt x="2108" y="2793"/>
                    <a:pt x="2123" y="2774"/>
                  </a:cubicBezTo>
                  <a:cubicBezTo>
                    <a:pt x="2154" y="2740"/>
                    <a:pt x="2151" y="2685"/>
                    <a:pt x="2114" y="2654"/>
                  </a:cubicBezTo>
                  <a:cubicBezTo>
                    <a:pt x="1112" y="1778"/>
                    <a:pt x="202" y="69"/>
                    <a:pt x="193" y="51"/>
                  </a:cubicBezTo>
                  <a:cubicBezTo>
                    <a:pt x="177" y="15"/>
                    <a:pt x="148" y="1"/>
                    <a:pt x="12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2" name="Google Shape;4402;p10"/>
            <p:cNvSpPr/>
            <p:nvPr/>
          </p:nvSpPr>
          <p:spPr>
            <a:xfrm>
              <a:off x="2096792" y="4100252"/>
              <a:ext cx="176641" cy="226017"/>
            </a:xfrm>
            <a:custGeom>
              <a:rect b="b" l="l" r="r" t="t"/>
              <a:pathLst>
                <a:path extrusionOk="0" h="3694" w="2887">
                  <a:moveTo>
                    <a:pt x="112" y="0"/>
                  </a:moveTo>
                  <a:cubicBezTo>
                    <a:pt x="56" y="0"/>
                    <a:pt x="0" y="53"/>
                    <a:pt x="34" y="122"/>
                  </a:cubicBezTo>
                  <a:cubicBezTo>
                    <a:pt x="77" y="230"/>
                    <a:pt x="1172" y="2802"/>
                    <a:pt x="2726" y="3684"/>
                  </a:cubicBezTo>
                  <a:cubicBezTo>
                    <a:pt x="2742" y="3691"/>
                    <a:pt x="2754" y="3694"/>
                    <a:pt x="2769" y="3694"/>
                  </a:cubicBezTo>
                  <a:cubicBezTo>
                    <a:pt x="2856" y="3694"/>
                    <a:pt x="2887" y="3579"/>
                    <a:pt x="2813" y="3536"/>
                  </a:cubicBezTo>
                  <a:cubicBezTo>
                    <a:pt x="1308" y="2682"/>
                    <a:pt x="200" y="82"/>
                    <a:pt x="191" y="57"/>
                  </a:cubicBezTo>
                  <a:cubicBezTo>
                    <a:pt x="175" y="17"/>
                    <a:pt x="144" y="0"/>
                    <a:pt x="11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3" name="Google Shape;4403;p10"/>
            <p:cNvSpPr/>
            <p:nvPr/>
          </p:nvSpPr>
          <p:spPr>
            <a:xfrm>
              <a:off x="2035792" y="4136779"/>
              <a:ext cx="188939" cy="234033"/>
            </a:xfrm>
            <a:custGeom>
              <a:rect b="b" l="l" r="r" t="t"/>
              <a:pathLst>
                <a:path extrusionOk="0" h="3825" w="3088">
                  <a:moveTo>
                    <a:pt x="106" y="0"/>
                  </a:moveTo>
                  <a:cubicBezTo>
                    <a:pt x="54" y="0"/>
                    <a:pt x="0" y="44"/>
                    <a:pt x="19" y="111"/>
                  </a:cubicBezTo>
                  <a:cubicBezTo>
                    <a:pt x="53" y="225"/>
                    <a:pt x="852" y="2927"/>
                    <a:pt x="2934" y="3818"/>
                  </a:cubicBezTo>
                  <a:cubicBezTo>
                    <a:pt x="2946" y="3821"/>
                    <a:pt x="2955" y="3824"/>
                    <a:pt x="2968" y="3824"/>
                  </a:cubicBezTo>
                  <a:cubicBezTo>
                    <a:pt x="3063" y="3824"/>
                    <a:pt x="3088" y="3698"/>
                    <a:pt x="3002" y="3661"/>
                  </a:cubicBezTo>
                  <a:cubicBezTo>
                    <a:pt x="994" y="2801"/>
                    <a:pt x="195" y="89"/>
                    <a:pt x="186" y="62"/>
                  </a:cubicBezTo>
                  <a:cubicBezTo>
                    <a:pt x="173" y="19"/>
                    <a:pt x="140" y="0"/>
                    <a:pt x="10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4" name="Google Shape;4404;p10"/>
            <p:cNvSpPr/>
            <p:nvPr/>
          </p:nvSpPr>
          <p:spPr>
            <a:xfrm>
              <a:off x="1989170" y="4266672"/>
              <a:ext cx="118577" cy="67915"/>
            </a:xfrm>
            <a:custGeom>
              <a:rect b="b" l="l" r="r" t="t"/>
              <a:pathLst>
                <a:path extrusionOk="0" h="1110" w="1938">
                  <a:moveTo>
                    <a:pt x="1821" y="0"/>
                  </a:moveTo>
                  <a:cubicBezTo>
                    <a:pt x="1799" y="0"/>
                    <a:pt x="1777" y="9"/>
                    <a:pt x="1759" y="30"/>
                  </a:cubicBezTo>
                  <a:cubicBezTo>
                    <a:pt x="1432" y="443"/>
                    <a:pt x="106" y="937"/>
                    <a:pt x="93" y="943"/>
                  </a:cubicBezTo>
                  <a:cubicBezTo>
                    <a:pt x="1" y="974"/>
                    <a:pt x="25" y="1109"/>
                    <a:pt x="124" y="1109"/>
                  </a:cubicBezTo>
                  <a:cubicBezTo>
                    <a:pt x="133" y="1109"/>
                    <a:pt x="143" y="1106"/>
                    <a:pt x="152" y="1103"/>
                  </a:cubicBezTo>
                  <a:cubicBezTo>
                    <a:pt x="207" y="1082"/>
                    <a:pt x="1537" y="588"/>
                    <a:pt x="1895" y="135"/>
                  </a:cubicBezTo>
                  <a:cubicBezTo>
                    <a:pt x="1938" y="71"/>
                    <a:pt x="1882" y="0"/>
                    <a:pt x="182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5" name="Google Shape;4405;p10"/>
            <p:cNvSpPr/>
            <p:nvPr/>
          </p:nvSpPr>
          <p:spPr>
            <a:xfrm>
              <a:off x="1967756" y="4219866"/>
              <a:ext cx="117659" cy="66569"/>
            </a:xfrm>
            <a:custGeom>
              <a:rect b="b" l="l" r="r" t="t"/>
              <a:pathLst>
                <a:path extrusionOk="0" h="1088" w="1923">
                  <a:moveTo>
                    <a:pt x="1795" y="1"/>
                  </a:moveTo>
                  <a:cubicBezTo>
                    <a:pt x="1779" y="1"/>
                    <a:pt x="1762" y="6"/>
                    <a:pt x="1745" y="18"/>
                  </a:cubicBezTo>
                  <a:cubicBezTo>
                    <a:pt x="1736" y="27"/>
                    <a:pt x="650" y="804"/>
                    <a:pt x="101" y="918"/>
                  </a:cubicBezTo>
                  <a:cubicBezTo>
                    <a:pt x="0" y="940"/>
                    <a:pt x="14" y="1088"/>
                    <a:pt x="116" y="1088"/>
                  </a:cubicBezTo>
                  <a:cubicBezTo>
                    <a:pt x="117" y="1088"/>
                    <a:pt x="118" y="1088"/>
                    <a:pt x="119" y="1088"/>
                  </a:cubicBezTo>
                  <a:lnTo>
                    <a:pt x="138" y="1088"/>
                  </a:lnTo>
                  <a:cubicBezTo>
                    <a:pt x="721" y="961"/>
                    <a:pt x="1800" y="190"/>
                    <a:pt x="1847" y="159"/>
                  </a:cubicBezTo>
                  <a:cubicBezTo>
                    <a:pt x="1922" y="104"/>
                    <a:pt x="1868" y="1"/>
                    <a:pt x="179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6" name="Google Shape;4406;p10"/>
            <p:cNvSpPr/>
            <p:nvPr/>
          </p:nvSpPr>
          <p:spPr>
            <a:xfrm>
              <a:off x="1965431" y="4175141"/>
              <a:ext cx="98385" cy="49254"/>
            </a:xfrm>
            <a:custGeom>
              <a:rect b="b" l="l" r="r" t="t"/>
              <a:pathLst>
                <a:path extrusionOk="0" h="805" w="1608">
                  <a:moveTo>
                    <a:pt x="1483" y="1"/>
                  </a:moveTo>
                  <a:cubicBezTo>
                    <a:pt x="1470" y="1"/>
                    <a:pt x="1455" y="4"/>
                    <a:pt x="1440" y="11"/>
                  </a:cubicBezTo>
                  <a:cubicBezTo>
                    <a:pt x="1431" y="15"/>
                    <a:pt x="318" y="567"/>
                    <a:pt x="93" y="638"/>
                  </a:cubicBezTo>
                  <a:cubicBezTo>
                    <a:pt x="0" y="668"/>
                    <a:pt x="22" y="804"/>
                    <a:pt x="117" y="804"/>
                  </a:cubicBezTo>
                  <a:cubicBezTo>
                    <a:pt x="127" y="804"/>
                    <a:pt x="136" y="804"/>
                    <a:pt x="145" y="801"/>
                  </a:cubicBezTo>
                  <a:cubicBezTo>
                    <a:pt x="386" y="724"/>
                    <a:pt x="1471" y="187"/>
                    <a:pt x="1518" y="166"/>
                  </a:cubicBezTo>
                  <a:cubicBezTo>
                    <a:pt x="1608" y="121"/>
                    <a:pt x="1564" y="1"/>
                    <a:pt x="148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7" name="Google Shape;4407;p10"/>
            <p:cNvSpPr/>
            <p:nvPr/>
          </p:nvSpPr>
          <p:spPr>
            <a:xfrm>
              <a:off x="2045276" y="4303872"/>
              <a:ext cx="114783" cy="33713"/>
            </a:xfrm>
            <a:custGeom>
              <a:rect b="b" l="l" r="r" t="t"/>
              <a:pathLst>
                <a:path extrusionOk="0" h="551" w="1876">
                  <a:moveTo>
                    <a:pt x="123" y="1"/>
                  </a:moveTo>
                  <a:cubicBezTo>
                    <a:pt x="59" y="1"/>
                    <a:pt x="0" y="77"/>
                    <a:pt x="55" y="144"/>
                  </a:cubicBezTo>
                  <a:cubicBezTo>
                    <a:pt x="71" y="162"/>
                    <a:pt x="401" y="551"/>
                    <a:pt x="1249" y="551"/>
                  </a:cubicBezTo>
                  <a:cubicBezTo>
                    <a:pt x="1425" y="551"/>
                    <a:pt x="1597" y="535"/>
                    <a:pt x="1770" y="507"/>
                  </a:cubicBezTo>
                  <a:cubicBezTo>
                    <a:pt x="1875" y="490"/>
                    <a:pt x="1856" y="336"/>
                    <a:pt x="1759" y="336"/>
                  </a:cubicBezTo>
                  <a:cubicBezTo>
                    <a:pt x="1754" y="336"/>
                    <a:pt x="1748" y="337"/>
                    <a:pt x="1742" y="338"/>
                  </a:cubicBezTo>
                  <a:cubicBezTo>
                    <a:pt x="1563" y="367"/>
                    <a:pt x="1402" y="379"/>
                    <a:pt x="1257" y="379"/>
                  </a:cubicBezTo>
                  <a:cubicBezTo>
                    <a:pt x="490" y="379"/>
                    <a:pt x="191" y="38"/>
                    <a:pt x="188" y="33"/>
                  </a:cubicBezTo>
                  <a:cubicBezTo>
                    <a:pt x="169" y="10"/>
                    <a:pt x="146" y="1"/>
                    <a:pt x="1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8" name="Google Shape;4408;p10"/>
            <p:cNvSpPr/>
            <p:nvPr/>
          </p:nvSpPr>
          <p:spPr>
            <a:xfrm>
              <a:off x="2005200" y="4327427"/>
              <a:ext cx="180129" cy="52619"/>
            </a:xfrm>
            <a:custGeom>
              <a:rect b="b" l="l" r="r" t="t"/>
              <a:pathLst>
                <a:path extrusionOk="0" h="860" w="2944">
                  <a:moveTo>
                    <a:pt x="95" y="1"/>
                  </a:moveTo>
                  <a:cubicBezTo>
                    <a:pt x="60" y="1"/>
                    <a:pt x="29" y="23"/>
                    <a:pt x="16" y="58"/>
                  </a:cubicBezTo>
                  <a:cubicBezTo>
                    <a:pt x="1" y="101"/>
                    <a:pt x="23" y="150"/>
                    <a:pt x="66" y="166"/>
                  </a:cubicBezTo>
                  <a:cubicBezTo>
                    <a:pt x="103" y="190"/>
                    <a:pt x="140" y="215"/>
                    <a:pt x="174" y="243"/>
                  </a:cubicBezTo>
                  <a:cubicBezTo>
                    <a:pt x="430" y="434"/>
                    <a:pt x="994" y="860"/>
                    <a:pt x="1842" y="860"/>
                  </a:cubicBezTo>
                  <a:cubicBezTo>
                    <a:pt x="2185" y="860"/>
                    <a:pt x="2527" y="795"/>
                    <a:pt x="2848" y="671"/>
                  </a:cubicBezTo>
                  <a:cubicBezTo>
                    <a:pt x="2943" y="636"/>
                    <a:pt x="2908" y="504"/>
                    <a:pt x="2824" y="504"/>
                  </a:cubicBezTo>
                  <a:cubicBezTo>
                    <a:pt x="2813" y="504"/>
                    <a:pt x="2802" y="506"/>
                    <a:pt x="2789" y="511"/>
                  </a:cubicBezTo>
                  <a:cubicBezTo>
                    <a:pt x="2444" y="639"/>
                    <a:pt x="2129" y="689"/>
                    <a:pt x="1848" y="689"/>
                  </a:cubicBezTo>
                  <a:cubicBezTo>
                    <a:pt x="1052" y="689"/>
                    <a:pt x="517" y="287"/>
                    <a:pt x="275" y="107"/>
                  </a:cubicBezTo>
                  <a:cubicBezTo>
                    <a:pt x="229" y="67"/>
                    <a:pt x="177" y="33"/>
                    <a:pt x="121" y="5"/>
                  </a:cubicBezTo>
                  <a:cubicBezTo>
                    <a:pt x="112" y="2"/>
                    <a:pt x="104" y="1"/>
                    <a:pt x="9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9" name="Google Shape;4409;p10"/>
            <p:cNvSpPr/>
            <p:nvPr/>
          </p:nvSpPr>
          <p:spPr>
            <a:xfrm>
              <a:off x="2205821" y="4166575"/>
              <a:ext cx="58370" cy="41912"/>
            </a:xfrm>
            <a:custGeom>
              <a:rect b="b" l="l" r="r" t="t"/>
              <a:pathLst>
                <a:path extrusionOk="0" h="685" w="954">
                  <a:moveTo>
                    <a:pt x="830" y="1"/>
                  </a:moveTo>
                  <a:cubicBezTo>
                    <a:pt x="816" y="1"/>
                    <a:pt x="800" y="5"/>
                    <a:pt x="784" y="16"/>
                  </a:cubicBezTo>
                  <a:cubicBezTo>
                    <a:pt x="759" y="31"/>
                    <a:pt x="195" y="380"/>
                    <a:pt x="31" y="537"/>
                  </a:cubicBezTo>
                  <a:cubicBezTo>
                    <a:pt x="1" y="571"/>
                    <a:pt x="1" y="623"/>
                    <a:pt x="31" y="657"/>
                  </a:cubicBezTo>
                  <a:cubicBezTo>
                    <a:pt x="50" y="676"/>
                    <a:pt x="71" y="685"/>
                    <a:pt x="93" y="685"/>
                  </a:cubicBezTo>
                  <a:cubicBezTo>
                    <a:pt x="115" y="685"/>
                    <a:pt x="136" y="676"/>
                    <a:pt x="152" y="660"/>
                  </a:cubicBezTo>
                  <a:cubicBezTo>
                    <a:pt x="303" y="515"/>
                    <a:pt x="867" y="164"/>
                    <a:pt x="873" y="161"/>
                  </a:cubicBezTo>
                  <a:cubicBezTo>
                    <a:pt x="953" y="112"/>
                    <a:pt x="904" y="1"/>
                    <a:pt x="83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0" name="Google Shape;4410;p10"/>
            <p:cNvSpPr/>
            <p:nvPr/>
          </p:nvSpPr>
          <p:spPr>
            <a:xfrm>
              <a:off x="2227724" y="4201817"/>
              <a:ext cx="58493" cy="37262"/>
            </a:xfrm>
            <a:custGeom>
              <a:rect b="b" l="l" r="r" t="t"/>
              <a:pathLst>
                <a:path extrusionOk="0" h="609" w="956">
                  <a:moveTo>
                    <a:pt x="830" y="0"/>
                  </a:moveTo>
                  <a:cubicBezTo>
                    <a:pt x="815" y="0"/>
                    <a:pt x="800" y="4"/>
                    <a:pt x="784" y="13"/>
                  </a:cubicBezTo>
                  <a:cubicBezTo>
                    <a:pt x="762" y="26"/>
                    <a:pt x="201" y="350"/>
                    <a:pt x="68" y="454"/>
                  </a:cubicBezTo>
                  <a:cubicBezTo>
                    <a:pt x="0" y="504"/>
                    <a:pt x="37" y="609"/>
                    <a:pt x="121" y="609"/>
                  </a:cubicBezTo>
                  <a:cubicBezTo>
                    <a:pt x="139" y="606"/>
                    <a:pt x="158" y="599"/>
                    <a:pt x="173" y="587"/>
                  </a:cubicBezTo>
                  <a:cubicBezTo>
                    <a:pt x="272" y="510"/>
                    <a:pt x="673" y="276"/>
                    <a:pt x="870" y="161"/>
                  </a:cubicBezTo>
                  <a:cubicBezTo>
                    <a:pt x="956" y="115"/>
                    <a:pt x="908" y="0"/>
                    <a:pt x="83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1" name="Google Shape;4411;p10"/>
            <p:cNvSpPr/>
            <p:nvPr/>
          </p:nvSpPr>
          <p:spPr>
            <a:xfrm>
              <a:off x="2182204" y="4136106"/>
              <a:ext cx="58615" cy="37139"/>
            </a:xfrm>
            <a:custGeom>
              <a:rect b="b" l="l" r="r" t="t"/>
              <a:pathLst>
                <a:path extrusionOk="0" h="607" w="958">
                  <a:moveTo>
                    <a:pt x="835" y="0"/>
                  </a:moveTo>
                  <a:cubicBezTo>
                    <a:pt x="822" y="0"/>
                    <a:pt x="808" y="4"/>
                    <a:pt x="794" y="11"/>
                  </a:cubicBezTo>
                  <a:cubicBezTo>
                    <a:pt x="686" y="60"/>
                    <a:pt x="143" y="329"/>
                    <a:pt x="32" y="464"/>
                  </a:cubicBezTo>
                  <a:cubicBezTo>
                    <a:pt x="1" y="501"/>
                    <a:pt x="7" y="557"/>
                    <a:pt x="44" y="585"/>
                  </a:cubicBezTo>
                  <a:cubicBezTo>
                    <a:pt x="60" y="597"/>
                    <a:pt x="78" y="606"/>
                    <a:pt x="97" y="606"/>
                  </a:cubicBezTo>
                  <a:cubicBezTo>
                    <a:pt x="124" y="603"/>
                    <a:pt x="146" y="594"/>
                    <a:pt x="164" y="572"/>
                  </a:cubicBezTo>
                  <a:cubicBezTo>
                    <a:pt x="229" y="495"/>
                    <a:pt x="615" y="285"/>
                    <a:pt x="868" y="165"/>
                  </a:cubicBezTo>
                  <a:cubicBezTo>
                    <a:pt x="958" y="120"/>
                    <a:pt x="914" y="0"/>
                    <a:pt x="8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2" name="Google Shape;4412;p10"/>
            <p:cNvSpPr/>
            <p:nvPr/>
          </p:nvSpPr>
          <p:spPr>
            <a:xfrm>
              <a:off x="2069321" y="4104596"/>
              <a:ext cx="187532" cy="250185"/>
            </a:xfrm>
            <a:custGeom>
              <a:rect b="b" l="l" r="r" t="t"/>
              <a:pathLst>
                <a:path extrusionOk="0" h="4089" w="3065">
                  <a:moveTo>
                    <a:pt x="96" y="0"/>
                  </a:moveTo>
                  <a:cubicBezTo>
                    <a:pt x="48" y="0"/>
                    <a:pt x="0" y="38"/>
                    <a:pt x="11" y="100"/>
                  </a:cubicBezTo>
                  <a:cubicBezTo>
                    <a:pt x="14" y="125"/>
                    <a:pt x="569" y="2759"/>
                    <a:pt x="2904" y="4076"/>
                  </a:cubicBezTo>
                  <a:cubicBezTo>
                    <a:pt x="2916" y="4085"/>
                    <a:pt x="2932" y="4088"/>
                    <a:pt x="2947" y="4088"/>
                  </a:cubicBezTo>
                  <a:cubicBezTo>
                    <a:pt x="3033" y="4088"/>
                    <a:pt x="3064" y="3971"/>
                    <a:pt x="2987" y="3928"/>
                  </a:cubicBezTo>
                  <a:cubicBezTo>
                    <a:pt x="723" y="2648"/>
                    <a:pt x="184" y="91"/>
                    <a:pt x="177" y="66"/>
                  </a:cubicBezTo>
                  <a:cubicBezTo>
                    <a:pt x="166" y="21"/>
                    <a:pt x="131" y="0"/>
                    <a:pt x="9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3" name="Google Shape;4413;p10"/>
            <p:cNvSpPr/>
            <p:nvPr/>
          </p:nvSpPr>
          <p:spPr>
            <a:xfrm>
              <a:off x="618234" y="2304556"/>
              <a:ext cx="2372938" cy="2079556"/>
            </a:xfrm>
            <a:custGeom>
              <a:rect b="b" l="l" r="r" t="t"/>
              <a:pathLst>
                <a:path extrusionOk="0" h="33988" w="38783">
                  <a:moveTo>
                    <a:pt x="7997" y="1"/>
                  </a:moveTo>
                  <a:cubicBezTo>
                    <a:pt x="5962" y="1"/>
                    <a:pt x="4109" y="1693"/>
                    <a:pt x="4220" y="2325"/>
                  </a:cubicBezTo>
                  <a:cubicBezTo>
                    <a:pt x="4292" y="2746"/>
                    <a:pt x="5081" y="2813"/>
                    <a:pt x="5976" y="2813"/>
                  </a:cubicBezTo>
                  <a:cubicBezTo>
                    <a:pt x="6393" y="2813"/>
                    <a:pt x="6834" y="2798"/>
                    <a:pt x="7236" y="2798"/>
                  </a:cubicBezTo>
                  <a:cubicBezTo>
                    <a:pt x="8071" y="2798"/>
                    <a:pt x="8740" y="2861"/>
                    <a:pt x="8686" y="3248"/>
                  </a:cubicBezTo>
                  <a:cubicBezTo>
                    <a:pt x="8365" y="5536"/>
                    <a:pt x="0" y="10573"/>
                    <a:pt x="1246" y="15286"/>
                  </a:cubicBezTo>
                  <a:cubicBezTo>
                    <a:pt x="2206" y="18919"/>
                    <a:pt x="6289" y="19579"/>
                    <a:pt x="8109" y="19690"/>
                  </a:cubicBezTo>
                  <a:cubicBezTo>
                    <a:pt x="8026" y="22780"/>
                    <a:pt x="8239" y="25053"/>
                    <a:pt x="8239" y="25053"/>
                  </a:cubicBezTo>
                  <a:cubicBezTo>
                    <a:pt x="8239" y="25053"/>
                    <a:pt x="4824" y="27996"/>
                    <a:pt x="3914" y="28933"/>
                  </a:cubicBezTo>
                  <a:cubicBezTo>
                    <a:pt x="3719" y="29135"/>
                    <a:pt x="3888" y="29216"/>
                    <a:pt x="4285" y="29216"/>
                  </a:cubicBezTo>
                  <a:cubicBezTo>
                    <a:pt x="5738" y="29216"/>
                    <a:pt x="10241" y="28120"/>
                    <a:pt x="11058" y="27786"/>
                  </a:cubicBezTo>
                  <a:cubicBezTo>
                    <a:pt x="11329" y="27672"/>
                    <a:pt x="12853" y="27595"/>
                    <a:pt x="14947" y="27542"/>
                  </a:cubicBezTo>
                  <a:cubicBezTo>
                    <a:pt x="14978" y="29529"/>
                    <a:pt x="15792" y="32194"/>
                    <a:pt x="19539" y="33455"/>
                  </a:cubicBezTo>
                  <a:cubicBezTo>
                    <a:pt x="20616" y="33818"/>
                    <a:pt x="21259" y="33988"/>
                    <a:pt x="21592" y="33988"/>
                  </a:cubicBezTo>
                  <a:cubicBezTo>
                    <a:pt x="22930" y="33988"/>
                    <a:pt x="19303" y="31274"/>
                    <a:pt x="18688" y="27478"/>
                  </a:cubicBezTo>
                  <a:cubicBezTo>
                    <a:pt x="21511" y="27445"/>
                    <a:pt x="24601" y="27434"/>
                    <a:pt x="27010" y="27434"/>
                  </a:cubicBezTo>
                  <a:cubicBezTo>
                    <a:pt x="27328" y="27434"/>
                    <a:pt x="27634" y="27434"/>
                    <a:pt x="27926" y="27435"/>
                  </a:cubicBezTo>
                  <a:cubicBezTo>
                    <a:pt x="27919" y="29686"/>
                    <a:pt x="27864" y="32690"/>
                    <a:pt x="27608" y="33384"/>
                  </a:cubicBezTo>
                  <a:cubicBezTo>
                    <a:pt x="27526" y="33607"/>
                    <a:pt x="27612" y="33721"/>
                    <a:pt x="27803" y="33721"/>
                  </a:cubicBezTo>
                  <a:cubicBezTo>
                    <a:pt x="28593" y="33721"/>
                    <a:pt x="31192" y="31765"/>
                    <a:pt x="31244" y="27441"/>
                  </a:cubicBezTo>
                  <a:cubicBezTo>
                    <a:pt x="31244" y="27441"/>
                    <a:pt x="34975" y="28173"/>
                    <a:pt x="36950" y="28173"/>
                  </a:cubicBezTo>
                  <a:cubicBezTo>
                    <a:pt x="37526" y="28173"/>
                    <a:pt x="37953" y="28110"/>
                    <a:pt x="38094" y="27950"/>
                  </a:cubicBezTo>
                  <a:cubicBezTo>
                    <a:pt x="38782" y="27160"/>
                    <a:pt x="34446" y="25593"/>
                    <a:pt x="33002" y="24646"/>
                  </a:cubicBezTo>
                  <a:cubicBezTo>
                    <a:pt x="31562" y="23699"/>
                    <a:pt x="32407" y="5015"/>
                    <a:pt x="18602" y="3146"/>
                  </a:cubicBezTo>
                  <a:cubicBezTo>
                    <a:pt x="18164" y="3087"/>
                    <a:pt x="17743" y="3058"/>
                    <a:pt x="17340" y="3058"/>
                  </a:cubicBezTo>
                  <a:cubicBezTo>
                    <a:pt x="10865" y="3058"/>
                    <a:pt x="8839" y="10444"/>
                    <a:pt x="8279" y="16658"/>
                  </a:cubicBezTo>
                  <a:cubicBezTo>
                    <a:pt x="7991" y="16679"/>
                    <a:pt x="7665" y="16694"/>
                    <a:pt x="7322" y="16694"/>
                  </a:cubicBezTo>
                  <a:cubicBezTo>
                    <a:pt x="5262" y="16694"/>
                    <a:pt x="2593" y="16147"/>
                    <a:pt x="3921" y="13059"/>
                  </a:cubicBezTo>
                  <a:cubicBezTo>
                    <a:pt x="5120" y="10267"/>
                    <a:pt x="12948" y="5339"/>
                    <a:pt x="11545" y="2563"/>
                  </a:cubicBezTo>
                  <a:cubicBezTo>
                    <a:pt x="10570" y="641"/>
                    <a:pt x="9249" y="1"/>
                    <a:pt x="7997" y="1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4" name="Google Shape;4414;p10"/>
            <p:cNvSpPr/>
            <p:nvPr/>
          </p:nvSpPr>
          <p:spPr>
            <a:xfrm>
              <a:off x="1860502" y="4267406"/>
              <a:ext cx="64795" cy="103036"/>
            </a:xfrm>
            <a:custGeom>
              <a:rect b="b" l="l" r="r" t="t"/>
              <a:pathLst>
                <a:path extrusionOk="0" h="1684" w="1059">
                  <a:moveTo>
                    <a:pt x="127" y="0"/>
                  </a:moveTo>
                  <a:cubicBezTo>
                    <a:pt x="57" y="0"/>
                    <a:pt x="0" y="99"/>
                    <a:pt x="77" y="157"/>
                  </a:cubicBezTo>
                  <a:cubicBezTo>
                    <a:pt x="808" y="780"/>
                    <a:pt x="842" y="1144"/>
                    <a:pt x="885" y="1606"/>
                  </a:cubicBezTo>
                  <a:cubicBezTo>
                    <a:pt x="889" y="1649"/>
                    <a:pt x="926" y="1683"/>
                    <a:pt x="972" y="1683"/>
                  </a:cubicBezTo>
                  <a:lnTo>
                    <a:pt x="978" y="1683"/>
                  </a:lnTo>
                  <a:cubicBezTo>
                    <a:pt x="1024" y="1680"/>
                    <a:pt x="1058" y="1637"/>
                    <a:pt x="1055" y="1591"/>
                  </a:cubicBezTo>
                  <a:cubicBezTo>
                    <a:pt x="1009" y="1110"/>
                    <a:pt x="969" y="693"/>
                    <a:pt x="188" y="27"/>
                  </a:cubicBezTo>
                  <a:cubicBezTo>
                    <a:pt x="169" y="8"/>
                    <a:pt x="147" y="0"/>
                    <a:pt x="1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5" name="Google Shape;4415;p10"/>
            <p:cNvSpPr/>
            <p:nvPr/>
          </p:nvSpPr>
          <p:spPr>
            <a:xfrm>
              <a:off x="1799441" y="4298365"/>
              <a:ext cx="100955" cy="72076"/>
            </a:xfrm>
            <a:custGeom>
              <a:rect b="b" l="l" r="r" t="t"/>
              <a:pathLst>
                <a:path extrusionOk="0" h="1178" w="1650">
                  <a:moveTo>
                    <a:pt x="121" y="1"/>
                  </a:moveTo>
                  <a:cubicBezTo>
                    <a:pt x="34" y="1"/>
                    <a:pt x="0" y="138"/>
                    <a:pt x="101" y="169"/>
                  </a:cubicBezTo>
                  <a:cubicBezTo>
                    <a:pt x="110" y="172"/>
                    <a:pt x="1159" y="502"/>
                    <a:pt x="1473" y="1131"/>
                  </a:cubicBezTo>
                  <a:cubicBezTo>
                    <a:pt x="1489" y="1159"/>
                    <a:pt x="1516" y="1177"/>
                    <a:pt x="1550" y="1177"/>
                  </a:cubicBezTo>
                  <a:cubicBezTo>
                    <a:pt x="1563" y="1177"/>
                    <a:pt x="1575" y="1174"/>
                    <a:pt x="1587" y="1171"/>
                  </a:cubicBezTo>
                  <a:cubicBezTo>
                    <a:pt x="1631" y="1150"/>
                    <a:pt x="1649" y="1097"/>
                    <a:pt x="1627" y="1054"/>
                  </a:cubicBezTo>
                  <a:cubicBezTo>
                    <a:pt x="1279" y="360"/>
                    <a:pt x="196" y="21"/>
                    <a:pt x="150" y="5"/>
                  </a:cubicBezTo>
                  <a:cubicBezTo>
                    <a:pt x="140" y="2"/>
                    <a:pt x="130" y="1"/>
                    <a:pt x="1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6" name="Google Shape;4416;p10"/>
            <p:cNvSpPr/>
            <p:nvPr/>
          </p:nvSpPr>
          <p:spPr>
            <a:xfrm>
              <a:off x="2334551" y="4234061"/>
              <a:ext cx="67059" cy="110684"/>
            </a:xfrm>
            <a:custGeom>
              <a:rect b="b" l="l" r="r" t="t"/>
              <a:pathLst>
                <a:path extrusionOk="0" h="1809" w="1096">
                  <a:moveTo>
                    <a:pt x="971" y="1"/>
                  </a:moveTo>
                  <a:cubicBezTo>
                    <a:pt x="948" y="1"/>
                    <a:pt x="923" y="11"/>
                    <a:pt x="904" y="35"/>
                  </a:cubicBezTo>
                  <a:cubicBezTo>
                    <a:pt x="867" y="82"/>
                    <a:pt x="0" y="1164"/>
                    <a:pt x="133" y="1744"/>
                  </a:cubicBezTo>
                  <a:cubicBezTo>
                    <a:pt x="142" y="1781"/>
                    <a:pt x="179" y="1809"/>
                    <a:pt x="219" y="1809"/>
                  </a:cubicBezTo>
                  <a:cubicBezTo>
                    <a:pt x="271" y="1809"/>
                    <a:pt x="315" y="1760"/>
                    <a:pt x="302" y="1704"/>
                  </a:cubicBezTo>
                  <a:cubicBezTo>
                    <a:pt x="207" y="1291"/>
                    <a:pt x="802" y="439"/>
                    <a:pt x="1039" y="143"/>
                  </a:cubicBezTo>
                  <a:cubicBezTo>
                    <a:pt x="1096" y="78"/>
                    <a:pt x="1036" y="1"/>
                    <a:pt x="97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7" name="Google Shape;4417;p10"/>
            <p:cNvSpPr/>
            <p:nvPr/>
          </p:nvSpPr>
          <p:spPr>
            <a:xfrm>
              <a:off x="2311852" y="4234489"/>
              <a:ext cx="44971" cy="128183"/>
            </a:xfrm>
            <a:custGeom>
              <a:rect b="b" l="l" r="r" t="t"/>
              <a:pathLst>
                <a:path extrusionOk="0" h="2095" w="735">
                  <a:moveTo>
                    <a:pt x="627" y="0"/>
                  </a:moveTo>
                  <a:cubicBezTo>
                    <a:pt x="598" y="0"/>
                    <a:pt x="569" y="15"/>
                    <a:pt x="553" y="50"/>
                  </a:cubicBezTo>
                  <a:cubicBezTo>
                    <a:pt x="528" y="106"/>
                    <a:pt x="1" y="1373"/>
                    <a:pt x="1" y="2012"/>
                  </a:cubicBezTo>
                  <a:cubicBezTo>
                    <a:pt x="1" y="2058"/>
                    <a:pt x="38" y="2095"/>
                    <a:pt x="87" y="2095"/>
                  </a:cubicBezTo>
                  <a:cubicBezTo>
                    <a:pt x="134" y="2095"/>
                    <a:pt x="171" y="2058"/>
                    <a:pt x="171" y="2012"/>
                  </a:cubicBezTo>
                  <a:cubicBezTo>
                    <a:pt x="171" y="1407"/>
                    <a:pt x="704" y="130"/>
                    <a:pt x="710" y="118"/>
                  </a:cubicBezTo>
                  <a:cubicBezTo>
                    <a:pt x="734" y="50"/>
                    <a:pt x="681" y="0"/>
                    <a:pt x="627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8" name="Google Shape;4418;p10"/>
            <p:cNvSpPr/>
            <p:nvPr/>
          </p:nvSpPr>
          <p:spPr>
            <a:xfrm>
              <a:off x="881262" y="4029218"/>
              <a:ext cx="116374" cy="59288"/>
            </a:xfrm>
            <a:custGeom>
              <a:rect b="b" l="l" r="r" t="t"/>
              <a:pathLst>
                <a:path extrusionOk="0" h="969" w="1902">
                  <a:moveTo>
                    <a:pt x="1779" y="0"/>
                  </a:moveTo>
                  <a:cubicBezTo>
                    <a:pt x="1769" y="0"/>
                    <a:pt x="1758" y="2"/>
                    <a:pt x="1747" y="6"/>
                  </a:cubicBezTo>
                  <a:cubicBezTo>
                    <a:pt x="1475" y="86"/>
                    <a:pt x="106" y="500"/>
                    <a:pt x="13" y="864"/>
                  </a:cubicBezTo>
                  <a:cubicBezTo>
                    <a:pt x="1" y="910"/>
                    <a:pt x="29" y="956"/>
                    <a:pt x="75" y="968"/>
                  </a:cubicBezTo>
                  <a:lnTo>
                    <a:pt x="97" y="968"/>
                  </a:lnTo>
                  <a:cubicBezTo>
                    <a:pt x="137" y="968"/>
                    <a:pt x="171" y="941"/>
                    <a:pt x="180" y="904"/>
                  </a:cubicBezTo>
                  <a:cubicBezTo>
                    <a:pt x="223" y="728"/>
                    <a:pt x="1053" y="385"/>
                    <a:pt x="1796" y="170"/>
                  </a:cubicBezTo>
                  <a:cubicBezTo>
                    <a:pt x="1901" y="145"/>
                    <a:pt x="1870" y="0"/>
                    <a:pt x="17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9" name="Google Shape;4419;p10"/>
            <p:cNvSpPr/>
            <p:nvPr/>
          </p:nvSpPr>
          <p:spPr>
            <a:xfrm>
              <a:off x="866027" y="3988286"/>
              <a:ext cx="103219" cy="90003"/>
            </a:xfrm>
            <a:custGeom>
              <a:rect b="b" l="l" r="r" t="t"/>
              <a:pathLst>
                <a:path extrusionOk="0" h="1471" w="1687">
                  <a:moveTo>
                    <a:pt x="1562" y="0"/>
                  </a:moveTo>
                  <a:cubicBezTo>
                    <a:pt x="1547" y="0"/>
                    <a:pt x="1531" y="5"/>
                    <a:pt x="1514" y="15"/>
                  </a:cubicBezTo>
                  <a:cubicBezTo>
                    <a:pt x="1370" y="108"/>
                    <a:pt x="99" y="925"/>
                    <a:pt x="9" y="1369"/>
                  </a:cubicBezTo>
                  <a:cubicBezTo>
                    <a:pt x="0" y="1415"/>
                    <a:pt x="31" y="1459"/>
                    <a:pt x="77" y="1468"/>
                  </a:cubicBezTo>
                  <a:cubicBezTo>
                    <a:pt x="83" y="1471"/>
                    <a:pt x="90" y="1471"/>
                    <a:pt x="93" y="1471"/>
                  </a:cubicBezTo>
                  <a:cubicBezTo>
                    <a:pt x="136" y="1471"/>
                    <a:pt x="170" y="1443"/>
                    <a:pt x="179" y="1403"/>
                  </a:cubicBezTo>
                  <a:cubicBezTo>
                    <a:pt x="231" y="1122"/>
                    <a:pt x="1083" y="493"/>
                    <a:pt x="1607" y="160"/>
                  </a:cubicBezTo>
                  <a:cubicBezTo>
                    <a:pt x="1686" y="109"/>
                    <a:pt x="1636" y="0"/>
                    <a:pt x="156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0" name="Google Shape;4420;p10"/>
            <p:cNvSpPr/>
            <p:nvPr/>
          </p:nvSpPr>
          <p:spPr>
            <a:xfrm>
              <a:off x="2822121" y="3975560"/>
              <a:ext cx="99181" cy="41239"/>
            </a:xfrm>
            <a:custGeom>
              <a:rect b="b" l="l" r="r" t="t"/>
              <a:pathLst>
                <a:path extrusionOk="0" h="674" w="1621">
                  <a:moveTo>
                    <a:pt x="119" y="0"/>
                  </a:moveTo>
                  <a:cubicBezTo>
                    <a:pt x="29" y="0"/>
                    <a:pt x="1" y="142"/>
                    <a:pt x="103" y="168"/>
                  </a:cubicBezTo>
                  <a:cubicBezTo>
                    <a:pt x="112" y="171"/>
                    <a:pt x="1179" y="461"/>
                    <a:pt x="1457" y="658"/>
                  </a:cubicBezTo>
                  <a:cubicBezTo>
                    <a:pt x="1469" y="667"/>
                    <a:pt x="1487" y="673"/>
                    <a:pt x="1506" y="673"/>
                  </a:cubicBezTo>
                  <a:cubicBezTo>
                    <a:pt x="1586" y="670"/>
                    <a:pt x="1620" y="569"/>
                    <a:pt x="1555" y="519"/>
                  </a:cubicBezTo>
                  <a:cubicBezTo>
                    <a:pt x="1253" y="303"/>
                    <a:pt x="192" y="13"/>
                    <a:pt x="146" y="4"/>
                  </a:cubicBezTo>
                  <a:cubicBezTo>
                    <a:pt x="136" y="2"/>
                    <a:pt x="128" y="0"/>
                    <a:pt x="1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1" name="Google Shape;4421;p10"/>
            <p:cNvSpPr/>
            <p:nvPr/>
          </p:nvSpPr>
          <p:spPr>
            <a:xfrm>
              <a:off x="2842740" y="3947354"/>
              <a:ext cx="111907" cy="63938"/>
            </a:xfrm>
            <a:custGeom>
              <a:rect b="b" l="l" r="r" t="t"/>
              <a:pathLst>
                <a:path extrusionOk="0" h="1045" w="1829">
                  <a:moveTo>
                    <a:pt x="117" y="1"/>
                  </a:moveTo>
                  <a:cubicBezTo>
                    <a:pt x="21" y="1"/>
                    <a:pt x="0" y="152"/>
                    <a:pt x="105" y="169"/>
                  </a:cubicBezTo>
                  <a:cubicBezTo>
                    <a:pt x="509" y="243"/>
                    <a:pt x="1573" y="533"/>
                    <a:pt x="1650" y="974"/>
                  </a:cubicBezTo>
                  <a:cubicBezTo>
                    <a:pt x="1659" y="1014"/>
                    <a:pt x="1693" y="1045"/>
                    <a:pt x="1736" y="1045"/>
                  </a:cubicBezTo>
                  <a:cubicBezTo>
                    <a:pt x="1740" y="1045"/>
                    <a:pt x="1746" y="1042"/>
                    <a:pt x="1752" y="1042"/>
                  </a:cubicBezTo>
                  <a:cubicBezTo>
                    <a:pt x="1798" y="1036"/>
                    <a:pt x="1829" y="989"/>
                    <a:pt x="1820" y="943"/>
                  </a:cubicBezTo>
                  <a:cubicBezTo>
                    <a:pt x="1709" y="311"/>
                    <a:pt x="299" y="30"/>
                    <a:pt x="136" y="2"/>
                  </a:cubicBezTo>
                  <a:cubicBezTo>
                    <a:pt x="129" y="1"/>
                    <a:pt x="123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2" name="Google Shape;4422;p10"/>
            <p:cNvSpPr/>
            <p:nvPr/>
          </p:nvSpPr>
          <p:spPr>
            <a:xfrm>
              <a:off x="1514938" y="3839732"/>
              <a:ext cx="36527" cy="243700"/>
            </a:xfrm>
            <a:custGeom>
              <a:rect b="b" l="l" r="r" t="t"/>
              <a:pathLst>
                <a:path extrusionOk="0" h="3983" w="597">
                  <a:moveTo>
                    <a:pt x="460" y="1"/>
                  </a:moveTo>
                  <a:cubicBezTo>
                    <a:pt x="423" y="1"/>
                    <a:pt x="385" y="23"/>
                    <a:pt x="377" y="71"/>
                  </a:cubicBezTo>
                  <a:cubicBezTo>
                    <a:pt x="362" y="164"/>
                    <a:pt x="1" y="2369"/>
                    <a:pt x="420" y="3920"/>
                  </a:cubicBezTo>
                  <a:cubicBezTo>
                    <a:pt x="430" y="3957"/>
                    <a:pt x="464" y="3982"/>
                    <a:pt x="504" y="3982"/>
                  </a:cubicBezTo>
                  <a:cubicBezTo>
                    <a:pt x="510" y="3982"/>
                    <a:pt x="519" y="3982"/>
                    <a:pt x="525" y="3979"/>
                  </a:cubicBezTo>
                  <a:cubicBezTo>
                    <a:pt x="572" y="3967"/>
                    <a:pt x="596" y="3920"/>
                    <a:pt x="584" y="3874"/>
                  </a:cubicBezTo>
                  <a:cubicBezTo>
                    <a:pt x="177" y="2360"/>
                    <a:pt x="544" y="121"/>
                    <a:pt x="547" y="99"/>
                  </a:cubicBezTo>
                  <a:cubicBezTo>
                    <a:pt x="557" y="37"/>
                    <a:pt x="508" y="1"/>
                    <a:pt x="46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3" name="Google Shape;4423;p10"/>
            <p:cNvSpPr/>
            <p:nvPr/>
          </p:nvSpPr>
          <p:spPr>
            <a:xfrm>
              <a:off x="2516449" y="3885925"/>
              <a:ext cx="26248" cy="187287"/>
            </a:xfrm>
            <a:custGeom>
              <a:rect b="b" l="l" r="r" t="t"/>
              <a:pathLst>
                <a:path extrusionOk="0" h="3061" w="429">
                  <a:moveTo>
                    <a:pt x="135" y="0"/>
                  </a:moveTo>
                  <a:cubicBezTo>
                    <a:pt x="131" y="0"/>
                    <a:pt x="127" y="0"/>
                    <a:pt x="124" y="1"/>
                  </a:cubicBezTo>
                  <a:cubicBezTo>
                    <a:pt x="77" y="7"/>
                    <a:pt x="43" y="50"/>
                    <a:pt x="50" y="97"/>
                  </a:cubicBezTo>
                  <a:cubicBezTo>
                    <a:pt x="53" y="112"/>
                    <a:pt x="256" y="1691"/>
                    <a:pt x="10" y="2959"/>
                  </a:cubicBezTo>
                  <a:cubicBezTo>
                    <a:pt x="0" y="3005"/>
                    <a:pt x="31" y="3051"/>
                    <a:pt x="77" y="3061"/>
                  </a:cubicBezTo>
                  <a:lnTo>
                    <a:pt x="93" y="3061"/>
                  </a:lnTo>
                  <a:cubicBezTo>
                    <a:pt x="133" y="3061"/>
                    <a:pt x="170" y="3033"/>
                    <a:pt x="176" y="2993"/>
                  </a:cubicBezTo>
                  <a:cubicBezTo>
                    <a:pt x="429" y="1694"/>
                    <a:pt x="222" y="90"/>
                    <a:pt x="219" y="75"/>
                  </a:cubicBezTo>
                  <a:cubicBezTo>
                    <a:pt x="214" y="32"/>
                    <a:pt x="176" y="0"/>
                    <a:pt x="1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4" name="Google Shape;4424;p10"/>
            <p:cNvSpPr/>
            <p:nvPr/>
          </p:nvSpPr>
          <p:spPr>
            <a:xfrm>
              <a:off x="1415699" y="3082094"/>
              <a:ext cx="1285742" cy="968130"/>
            </a:xfrm>
            <a:custGeom>
              <a:rect b="b" l="l" r="r" t="t"/>
              <a:pathLst>
                <a:path extrusionOk="0" h="15823" w="21014">
                  <a:moveTo>
                    <a:pt x="2456" y="1"/>
                  </a:moveTo>
                  <a:cubicBezTo>
                    <a:pt x="2409" y="1"/>
                    <a:pt x="2383" y="20"/>
                    <a:pt x="2382" y="62"/>
                  </a:cubicBezTo>
                  <a:cubicBezTo>
                    <a:pt x="2369" y="632"/>
                    <a:pt x="2132" y="4525"/>
                    <a:pt x="2132" y="4525"/>
                  </a:cubicBezTo>
                  <a:cubicBezTo>
                    <a:pt x="2132" y="4525"/>
                    <a:pt x="96" y="9564"/>
                    <a:pt x="50" y="10298"/>
                  </a:cubicBezTo>
                  <a:cubicBezTo>
                    <a:pt x="1" y="11029"/>
                    <a:pt x="6200" y="15776"/>
                    <a:pt x="11520" y="15822"/>
                  </a:cubicBezTo>
                  <a:cubicBezTo>
                    <a:pt x="11556" y="15823"/>
                    <a:pt x="11592" y="15823"/>
                    <a:pt x="11628" y="15823"/>
                  </a:cubicBezTo>
                  <a:cubicBezTo>
                    <a:pt x="18514" y="15823"/>
                    <a:pt x="21014" y="9920"/>
                    <a:pt x="20946" y="9450"/>
                  </a:cubicBezTo>
                  <a:cubicBezTo>
                    <a:pt x="20881" y="8978"/>
                    <a:pt x="18392" y="4478"/>
                    <a:pt x="18241" y="4386"/>
                  </a:cubicBezTo>
                  <a:cubicBezTo>
                    <a:pt x="18087" y="4296"/>
                    <a:pt x="16520" y="1314"/>
                    <a:pt x="16520" y="1314"/>
                  </a:cubicBezTo>
                  <a:cubicBezTo>
                    <a:pt x="16520" y="1314"/>
                    <a:pt x="14608" y="3594"/>
                    <a:pt x="14415" y="3594"/>
                  </a:cubicBezTo>
                  <a:cubicBezTo>
                    <a:pt x="14413" y="3594"/>
                    <a:pt x="14412" y="3593"/>
                    <a:pt x="14410" y="3593"/>
                  </a:cubicBezTo>
                  <a:cubicBezTo>
                    <a:pt x="14247" y="3556"/>
                    <a:pt x="7579" y="3448"/>
                    <a:pt x="7384" y="3291"/>
                  </a:cubicBezTo>
                  <a:cubicBezTo>
                    <a:pt x="7204" y="3142"/>
                    <a:pt x="3066" y="1"/>
                    <a:pt x="2456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5" name="Google Shape;4425;p10"/>
            <p:cNvSpPr/>
            <p:nvPr/>
          </p:nvSpPr>
          <p:spPr>
            <a:xfrm>
              <a:off x="2106398" y="3092250"/>
              <a:ext cx="595820" cy="635039"/>
            </a:xfrm>
            <a:custGeom>
              <a:rect b="b" l="l" r="r" t="t"/>
              <a:pathLst>
                <a:path extrusionOk="0" h="10379" w="9738">
                  <a:moveTo>
                    <a:pt x="6138" y="1"/>
                  </a:moveTo>
                  <a:lnTo>
                    <a:pt x="3621" y="2903"/>
                  </a:lnTo>
                  <a:lnTo>
                    <a:pt x="0" y="3156"/>
                  </a:lnTo>
                  <a:cubicBezTo>
                    <a:pt x="0" y="3156"/>
                    <a:pt x="191" y="7304"/>
                    <a:pt x="1413" y="8905"/>
                  </a:cubicBezTo>
                  <a:cubicBezTo>
                    <a:pt x="2253" y="10005"/>
                    <a:pt x="3117" y="10379"/>
                    <a:pt x="3966" y="10379"/>
                  </a:cubicBezTo>
                  <a:cubicBezTo>
                    <a:pt x="5762" y="10379"/>
                    <a:pt x="7488" y="8708"/>
                    <a:pt x="8774" y="8708"/>
                  </a:cubicBezTo>
                  <a:cubicBezTo>
                    <a:pt x="9132" y="8708"/>
                    <a:pt x="9456" y="8837"/>
                    <a:pt x="9737" y="9167"/>
                  </a:cubicBezTo>
                  <a:cubicBezTo>
                    <a:pt x="9737" y="9167"/>
                    <a:pt x="9694" y="4852"/>
                    <a:pt x="6138" y="1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6" name="Google Shape;4426;p10"/>
            <p:cNvSpPr/>
            <p:nvPr/>
          </p:nvSpPr>
          <p:spPr>
            <a:xfrm>
              <a:off x="1416066" y="3048932"/>
              <a:ext cx="635651" cy="703811"/>
            </a:xfrm>
            <a:custGeom>
              <a:rect b="b" l="l" r="r" t="t"/>
              <a:pathLst>
                <a:path extrusionOk="0" h="11503" w="10389">
                  <a:moveTo>
                    <a:pt x="2441" y="0"/>
                  </a:moveTo>
                  <a:cubicBezTo>
                    <a:pt x="2097" y="0"/>
                    <a:pt x="2245" y="2330"/>
                    <a:pt x="1216" y="5471"/>
                  </a:cubicBezTo>
                  <a:cubicBezTo>
                    <a:pt x="608" y="7327"/>
                    <a:pt x="1" y="10924"/>
                    <a:pt x="1" y="10924"/>
                  </a:cubicBezTo>
                  <a:cubicBezTo>
                    <a:pt x="486" y="10058"/>
                    <a:pt x="1234" y="9753"/>
                    <a:pt x="2097" y="9753"/>
                  </a:cubicBezTo>
                  <a:cubicBezTo>
                    <a:pt x="4165" y="9753"/>
                    <a:pt x="6899" y="11502"/>
                    <a:pt x="8310" y="11502"/>
                  </a:cubicBezTo>
                  <a:cubicBezTo>
                    <a:pt x="8492" y="11502"/>
                    <a:pt x="8651" y="11473"/>
                    <a:pt x="8785" y="11408"/>
                  </a:cubicBezTo>
                  <a:cubicBezTo>
                    <a:pt x="10389" y="10621"/>
                    <a:pt x="9827" y="3888"/>
                    <a:pt x="9827" y="3888"/>
                  </a:cubicBezTo>
                  <a:lnTo>
                    <a:pt x="6977" y="3389"/>
                  </a:lnTo>
                  <a:cubicBezTo>
                    <a:pt x="6977" y="3389"/>
                    <a:pt x="2959" y="357"/>
                    <a:pt x="2514" y="30"/>
                  </a:cubicBezTo>
                  <a:cubicBezTo>
                    <a:pt x="2488" y="10"/>
                    <a:pt x="2463" y="0"/>
                    <a:pt x="2441" y="0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7" name="Google Shape;4427;p10"/>
            <p:cNvSpPr/>
            <p:nvPr/>
          </p:nvSpPr>
          <p:spPr>
            <a:xfrm>
              <a:off x="2036649" y="3689281"/>
              <a:ext cx="176396" cy="187287"/>
            </a:xfrm>
            <a:custGeom>
              <a:rect b="b" l="l" r="r" t="t"/>
              <a:pathLst>
                <a:path extrusionOk="0" h="3061" w="2883">
                  <a:moveTo>
                    <a:pt x="1538" y="1"/>
                  </a:moveTo>
                  <a:cubicBezTo>
                    <a:pt x="1494" y="1"/>
                    <a:pt x="1454" y="31"/>
                    <a:pt x="1449" y="78"/>
                  </a:cubicBezTo>
                  <a:lnTo>
                    <a:pt x="1106" y="2839"/>
                  </a:lnTo>
                  <a:cubicBezTo>
                    <a:pt x="588" y="2555"/>
                    <a:pt x="264" y="1275"/>
                    <a:pt x="181" y="775"/>
                  </a:cubicBezTo>
                  <a:cubicBezTo>
                    <a:pt x="173" y="727"/>
                    <a:pt x="136" y="705"/>
                    <a:pt x="98" y="705"/>
                  </a:cubicBezTo>
                  <a:cubicBezTo>
                    <a:pt x="50" y="705"/>
                    <a:pt x="1" y="741"/>
                    <a:pt x="11" y="803"/>
                  </a:cubicBezTo>
                  <a:cubicBezTo>
                    <a:pt x="27" y="886"/>
                    <a:pt x="360" y="2805"/>
                    <a:pt x="1149" y="3039"/>
                  </a:cubicBezTo>
                  <a:lnTo>
                    <a:pt x="1152" y="3039"/>
                  </a:lnTo>
                  <a:cubicBezTo>
                    <a:pt x="1199" y="3055"/>
                    <a:pt x="1251" y="3061"/>
                    <a:pt x="1300" y="3061"/>
                  </a:cubicBezTo>
                  <a:cubicBezTo>
                    <a:pt x="2068" y="3061"/>
                    <a:pt x="2830" y="1438"/>
                    <a:pt x="2864" y="1364"/>
                  </a:cubicBezTo>
                  <a:cubicBezTo>
                    <a:pt x="2883" y="1324"/>
                    <a:pt x="2864" y="1275"/>
                    <a:pt x="2824" y="1256"/>
                  </a:cubicBezTo>
                  <a:cubicBezTo>
                    <a:pt x="2812" y="1250"/>
                    <a:pt x="2799" y="1247"/>
                    <a:pt x="2786" y="1247"/>
                  </a:cubicBezTo>
                  <a:cubicBezTo>
                    <a:pt x="2754" y="1247"/>
                    <a:pt x="2723" y="1266"/>
                    <a:pt x="2710" y="1297"/>
                  </a:cubicBezTo>
                  <a:cubicBezTo>
                    <a:pt x="2492" y="1763"/>
                    <a:pt x="1843" y="2892"/>
                    <a:pt x="1303" y="2892"/>
                  </a:cubicBezTo>
                  <a:cubicBezTo>
                    <a:pt x="1293" y="2892"/>
                    <a:pt x="1283" y="2892"/>
                    <a:pt x="1273" y="2891"/>
                  </a:cubicBezTo>
                  <a:lnTo>
                    <a:pt x="1618" y="97"/>
                  </a:lnTo>
                  <a:cubicBezTo>
                    <a:pt x="1624" y="51"/>
                    <a:pt x="1590" y="7"/>
                    <a:pt x="1544" y="1"/>
                  </a:cubicBezTo>
                  <a:cubicBezTo>
                    <a:pt x="1542" y="1"/>
                    <a:pt x="1540" y="1"/>
                    <a:pt x="153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8" name="Google Shape;4428;p10"/>
            <p:cNvSpPr/>
            <p:nvPr/>
          </p:nvSpPr>
          <p:spPr>
            <a:xfrm>
              <a:off x="2083943" y="3647125"/>
              <a:ext cx="99854" cy="46868"/>
            </a:xfrm>
            <a:custGeom>
              <a:rect b="b" l="l" r="r" t="t"/>
              <a:pathLst>
                <a:path extrusionOk="0" h="766" w="1632">
                  <a:moveTo>
                    <a:pt x="747" y="1"/>
                  </a:moveTo>
                  <a:cubicBezTo>
                    <a:pt x="339" y="1"/>
                    <a:pt x="0" y="120"/>
                    <a:pt x="0" y="120"/>
                  </a:cubicBezTo>
                  <a:cubicBezTo>
                    <a:pt x="0" y="120"/>
                    <a:pt x="716" y="730"/>
                    <a:pt x="820" y="764"/>
                  </a:cubicBezTo>
                  <a:cubicBezTo>
                    <a:pt x="824" y="765"/>
                    <a:pt x="828" y="766"/>
                    <a:pt x="832" y="766"/>
                  </a:cubicBezTo>
                  <a:cubicBezTo>
                    <a:pt x="969" y="766"/>
                    <a:pt x="1632" y="274"/>
                    <a:pt x="1632" y="274"/>
                  </a:cubicBezTo>
                  <a:cubicBezTo>
                    <a:pt x="1368" y="62"/>
                    <a:pt x="1040" y="1"/>
                    <a:pt x="747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9" name="Google Shape;4429;p10"/>
            <p:cNvSpPr/>
            <p:nvPr/>
          </p:nvSpPr>
          <p:spPr>
            <a:xfrm>
              <a:off x="1775212" y="3549721"/>
              <a:ext cx="161406" cy="138706"/>
            </a:xfrm>
            <a:custGeom>
              <a:rect b="b" l="l" r="r" t="t"/>
              <a:pathLst>
                <a:path extrusionOk="0" h="2267" w="2638">
                  <a:moveTo>
                    <a:pt x="117" y="1"/>
                  </a:moveTo>
                  <a:cubicBezTo>
                    <a:pt x="22" y="1"/>
                    <a:pt x="1" y="152"/>
                    <a:pt x="105" y="173"/>
                  </a:cubicBezTo>
                  <a:cubicBezTo>
                    <a:pt x="130" y="176"/>
                    <a:pt x="2446" y="601"/>
                    <a:pt x="2258" y="2174"/>
                  </a:cubicBezTo>
                  <a:cubicBezTo>
                    <a:pt x="2255" y="2220"/>
                    <a:pt x="2286" y="2264"/>
                    <a:pt x="2335" y="2267"/>
                  </a:cubicBezTo>
                  <a:lnTo>
                    <a:pt x="2344" y="2267"/>
                  </a:lnTo>
                  <a:cubicBezTo>
                    <a:pt x="2387" y="2267"/>
                    <a:pt x="2424" y="2236"/>
                    <a:pt x="2428" y="2193"/>
                  </a:cubicBezTo>
                  <a:cubicBezTo>
                    <a:pt x="2637" y="462"/>
                    <a:pt x="161" y="6"/>
                    <a:pt x="136" y="3"/>
                  </a:cubicBezTo>
                  <a:cubicBezTo>
                    <a:pt x="129" y="2"/>
                    <a:pt x="123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0" name="Google Shape;4430;p10"/>
            <p:cNvSpPr/>
            <p:nvPr/>
          </p:nvSpPr>
          <p:spPr>
            <a:xfrm>
              <a:off x="2299064" y="3555962"/>
              <a:ext cx="162874" cy="125858"/>
            </a:xfrm>
            <a:custGeom>
              <a:rect b="b" l="l" r="r" t="t"/>
              <a:pathLst>
                <a:path extrusionOk="0" h="2057" w="2662">
                  <a:moveTo>
                    <a:pt x="1605" y="1"/>
                  </a:moveTo>
                  <a:cubicBezTo>
                    <a:pt x="1522" y="1"/>
                    <a:pt x="1436" y="11"/>
                    <a:pt x="1348" y="34"/>
                  </a:cubicBezTo>
                  <a:cubicBezTo>
                    <a:pt x="774" y="182"/>
                    <a:pt x="327" y="826"/>
                    <a:pt x="16" y="1946"/>
                  </a:cubicBezTo>
                  <a:cubicBezTo>
                    <a:pt x="0" y="1992"/>
                    <a:pt x="28" y="2038"/>
                    <a:pt x="74" y="2054"/>
                  </a:cubicBezTo>
                  <a:cubicBezTo>
                    <a:pt x="80" y="2054"/>
                    <a:pt x="90" y="2054"/>
                    <a:pt x="96" y="2057"/>
                  </a:cubicBezTo>
                  <a:cubicBezTo>
                    <a:pt x="136" y="2054"/>
                    <a:pt x="170" y="2029"/>
                    <a:pt x="179" y="1992"/>
                  </a:cubicBezTo>
                  <a:cubicBezTo>
                    <a:pt x="472" y="934"/>
                    <a:pt x="879" y="333"/>
                    <a:pt x="1388" y="200"/>
                  </a:cubicBezTo>
                  <a:cubicBezTo>
                    <a:pt x="1460" y="181"/>
                    <a:pt x="1531" y="173"/>
                    <a:pt x="1600" y="173"/>
                  </a:cubicBezTo>
                  <a:cubicBezTo>
                    <a:pt x="2078" y="173"/>
                    <a:pt x="2471" y="565"/>
                    <a:pt x="2477" y="570"/>
                  </a:cubicBezTo>
                  <a:cubicBezTo>
                    <a:pt x="2495" y="589"/>
                    <a:pt x="2516" y="597"/>
                    <a:pt x="2537" y="597"/>
                  </a:cubicBezTo>
                  <a:cubicBezTo>
                    <a:pt x="2603" y="597"/>
                    <a:pt x="2662" y="511"/>
                    <a:pt x="2600" y="450"/>
                  </a:cubicBezTo>
                  <a:cubicBezTo>
                    <a:pt x="2579" y="428"/>
                    <a:pt x="2151" y="1"/>
                    <a:pt x="160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1" name="Google Shape;4431;p10"/>
            <p:cNvSpPr/>
            <p:nvPr/>
          </p:nvSpPr>
          <p:spPr>
            <a:xfrm>
              <a:off x="1595516" y="3127614"/>
              <a:ext cx="125368" cy="134056"/>
            </a:xfrm>
            <a:custGeom>
              <a:rect b="b" l="l" r="r" t="t"/>
              <a:pathLst>
                <a:path extrusionOk="0" h="2191" w="2049">
                  <a:moveTo>
                    <a:pt x="175" y="0"/>
                  </a:moveTo>
                  <a:cubicBezTo>
                    <a:pt x="165" y="0"/>
                    <a:pt x="160" y="5"/>
                    <a:pt x="158" y="15"/>
                  </a:cubicBezTo>
                  <a:cubicBezTo>
                    <a:pt x="130" y="221"/>
                    <a:pt x="1" y="1979"/>
                    <a:pt x="16" y="2152"/>
                  </a:cubicBezTo>
                  <a:cubicBezTo>
                    <a:pt x="19" y="2179"/>
                    <a:pt x="70" y="2190"/>
                    <a:pt x="155" y="2190"/>
                  </a:cubicBezTo>
                  <a:cubicBezTo>
                    <a:pt x="613" y="2190"/>
                    <a:pt x="2049" y="1856"/>
                    <a:pt x="2049" y="1856"/>
                  </a:cubicBezTo>
                  <a:cubicBezTo>
                    <a:pt x="2049" y="1856"/>
                    <a:pt x="363" y="0"/>
                    <a:pt x="175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2" name="Google Shape;4432;p10"/>
            <p:cNvSpPr/>
            <p:nvPr/>
          </p:nvSpPr>
          <p:spPr>
            <a:xfrm>
              <a:off x="1400036" y="3051012"/>
              <a:ext cx="1213788" cy="657066"/>
            </a:xfrm>
            <a:custGeom>
              <a:rect b="b" l="l" r="r" t="t"/>
              <a:pathLst>
                <a:path extrusionOk="0" h="10739" w="19838">
                  <a:moveTo>
                    <a:pt x="3110" y="1"/>
                  </a:moveTo>
                  <a:cubicBezTo>
                    <a:pt x="3103" y="1"/>
                    <a:pt x="3097" y="1"/>
                    <a:pt x="3091" y="2"/>
                  </a:cubicBezTo>
                  <a:cubicBezTo>
                    <a:pt x="2644" y="67"/>
                    <a:pt x="2184" y="3302"/>
                    <a:pt x="2008" y="4703"/>
                  </a:cubicBezTo>
                  <a:cubicBezTo>
                    <a:pt x="1885" y="5026"/>
                    <a:pt x="10" y="10017"/>
                    <a:pt x="1" y="10652"/>
                  </a:cubicBezTo>
                  <a:cubicBezTo>
                    <a:pt x="1" y="10698"/>
                    <a:pt x="38" y="10739"/>
                    <a:pt x="87" y="10739"/>
                  </a:cubicBezTo>
                  <a:cubicBezTo>
                    <a:pt x="89" y="10739"/>
                    <a:pt x="90" y="10739"/>
                    <a:pt x="92" y="10739"/>
                  </a:cubicBezTo>
                  <a:cubicBezTo>
                    <a:pt x="136" y="10739"/>
                    <a:pt x="173" y="10700"/>
                    <a:pt x="173" y="10652"/>
                  </a:cubicBezTo>
                  <a:cubicBezTo>
                    <a:pt x="180" y="10165"/>
                    <a:pt x="1484" y="6578"/>
                    <a:pt x="2175" y="4752"/>
                  </a:cubicBezTo>
                  <a:cubicBezTo>
                    <a:pt x="2178" y="4746"/>
                    <a:pt x="2178" y="4740"/>
                    <a:pt x="2178" y="4733"/>
                  </a:cubicBezTo>
                  <a:cubicBezTo>
                    <a:pt x="2453" y="2571"/>
                    <a:pt x="2881" y="274"/>
                    <a:pt x="3119" y="172"/>
                  </a:cubicBezTo>
                  <a:lnTo>
                    <a:pt x="3125" y="172"/>
                  </a:lnTo>
                  <a:cubicBezTo>
                    <a:pt x="3412" y="172"/>
                    <a:pt x="5370" y="1797"/>
                    <a:pt x="6422" y="2673"/>
                  </a:cubicBezTo>
                  <a:cubicBezTo>
                    <a:pt x="7091" y="3228"/>
                    <a:pt x="7625" y="3669"/>
                    <a:pt x="7785" y="3768"/>
                  </a:cubicBezTo>
                  <a:cubicBezTo>
                    <a:pt x="8059" y="3932"/>
                    <a:pt x="10127" y="3969"/>
                    <a:pt x="11956" y="3969"/>
                  </a:cubicBezTo>
                  <a:cubicBezTo>
                    <a:pt x="13297" y="3969"/>
                    <a:pt x="14510" y="3949"/>
                    <a:pt x="14793" y="3944"/>
                  </a:cubicBezTo>
                  <a:cubicBezTo>
                    <a:pt x="14818" y="3944"/>
                    <a:pt x="14842" y="3935"/>
                    <a:pt x="14858" y="3913"/>
                  </a:cubicBezTo>
                  <a:cubicBezTo>
                    <a:pt x="15808" y="2763"/>
                    <a:pt x="17387" y="924"/>
                    <a:pt x="17670" y="767"/>
                  </a:cubicBezTo>
                  <a:cubicBezTo>
                    <a:pt x="17939" y="995"/>
                    <a:pt x="19382" y="3281"/>
                    <a:pt x="19651" y="3975"/>
                  </a:cubicBezTo>
                  <a:cubicBezTo>
                    <a:pt x="19664" y="4014"/>
                    <a:pt x="19695" y="4031"/>
                    <a:pt x="19727" y="4031"/>
                  </a:cubicBezTo>
                  <a:cubicBezTo>
                    <a:pt x="19781" y="4031"/>
                    <a:pt x="19837" y="3981"/>
                    <a:pt x="19808" y="3913"/>
                  </a:cubicBezTo>
                  <a:cubicBezTo>
                    <a:pt x="19552" y="3241"/>
                    <a:pt x="17979" y="687"/>
                    <a:pt x="17717" y="594"/>
                  </a:cubicBezTo>
                  <a:cubicBezTo>
                    <a:pt x="17709" y="592"/>
                    <a:pt x="17701" y="589"/>
                    <a:pt x="17689" y="589"/>
                  </a:cubicBezTo>
                  <a:cubicBezTo>
                    <a:pt x="17581" y="589"/>
                    <a:pt x="17186" y="826"/>
                    <a:pt x="14747" y="3774"/>
                  </a:cubicBezTo>
                  <a:cubicBezTo>
                    <a:pt x="13931" y="3789"/>
                    <a:pt x="12982" y="3798"/>
                    <a:pt x="12055" y="3798"/>
                  </a:cubicBezTo>
                  <a:cubicBezTo>
                    <a:pt x="10026" y="3798"/>
                    <a:pt x="8096" y="3753"/>
                    <a:pt x="7872" y="3620"/>
                  </a:cubicBezTo>
                  <a:cubicBezTo>
                    <a:pt x="7721" y="3531"/>
                    <a:pt x="7168" y="3071"/>
                    <a:pt x="6530" y="2540"/>
                  </a:cubicBezTo>
                  <a:cubicBezTo>
                    <a:pt x="4466" y="826"/>
                    <a:pt x="3414" y="1"/>
                    <a:pt x="311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3" name="Google Shape;4433;p10"/>
            <p:cNvSpPr/>
            <p:nvPr/>
          </p:nvSpPr>
          <p:spPr>
            <a:xfrm>
              <a:off x="2398854" y="3167690"/>
              <a:ext cx="122064" cy="123349"/>
            </a:xfrm>
            <a:custGeom>
              <a:rect b="b" l="l" r="r" t="t"/>
              <a:pathLst>
                <a:path extrusionOk="0" h="2016" w="1995">
                  <a:moveTo>
                    <a:pt x="1171" y="0"/>
                  </a:moveTo>
                  <a:cubicBezTo>
                    <a:pt x="822" y="0"/>
                    <a:pt x="1" y="1839"/>
                    <a:pt x="1" y="1839"/>
                  </a:cubicBezTo>
                  <a:cubicBezTo>
                    <a:pt x="1" y="1839"/>
                    <a:pt x="1589" y="1984"/>
                    <a:pt x="1796" y="2015"/>
                  </a:cubicBezTo>
                  <a:cubicBezTo>
                    <a:pt x="1798" y="2016"/>
                    <a:pt x="1799" y="2016"/>
                    <a:pt x="1801" y="2016"/>
                  </a:cubicBezTo>
                  <a:cubicBezTo>
                    <a:pt x="1994" y="2016"/>
                    <a:pt x="1531" y="322"/>
                    <a:pt x="1238" y="29"/>
                  </a:cubicBezTo>
                  <a:cubicBezTo>
                    <a:pt x="1218" y="10"/>
                    <a:pt x="1196" y="0"/>
                    <a:pt x="1171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4" name="Google Shape;4434;p10"/>
            <p:cNvSpPr/>
            <p:nvPr/>
          </p:nvSpPr>
          <p:spPr>
            <a:xfrm>
              <a:off x="2454898" y="3679492"/>
              <a:ext cx="294116" cy="115028"/>
            </a:xfrm>
            <a:custGeom>
              <a:rect b="b" l="l" r="r" t="t"/>
              <a:pathLst>
                <a:path extrusionOk="0" h="1880" w="4807">
                  <a:moveTo>
                    <a:pt x="4688" y="0"/>
                  </a:moveTo>
                  <a:cubicBezTo>
                    <a:pt x="4678" y="0"/>
                    <a:pt x="4667" y="2"/>
                    <a:pt x="4655" y="7"/>
                  </a:cubicBezTo>
                  <a:lnTo>
                    <a:pt x="90" y="1713"/>
                  </a:lnTo>
                  <a:cubicBezTo>
                    <a:pt x="1" y="1746"/>
                    <a:pt x="22" y="1879"/>
                    <a:pt x="118" y="1879"/>
                  </a:cubicBezTo>
                  <a:cubicBezTo>
                    <a:pt x="130" y="1879"/>
                    <a:pt x="140" y="1876"/>
                    <a:pt x="149" y="1873"/>
                  </a:cubicBezTo>
                  <a:lnTo>
                    <a:pt x="4714" y="167"/>
                  </a:lnTo>
                  <a:cubicBezTo>
                    <a:pt x="4807" y="129"/>
                    <a:pt x="4771" y="0"/>
                    <a:pt x="468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5" name="Google Shape;4435;p10"/>
            <p:cNvSpPr/>
            <p:nvPr/>
          </p:nvSpPr>
          <p:spPr>
            <a:xfrm>
              <a:off x="2469093" y="3754686"/>
              <a:ext cx="333642" cy="67732"/>
            </a:xfrm>
            <a:custGeom>
              <a:rect b="b" l="l" r="r" t="t"/>
              <a:pathLst>
                <a:path extrusionOk="0" h="1107" w="5453">
                  <a:moveTo>
                    <a:pt x="5334" y="1"/>
                  </a:moveTo>
                  <a:cubicBezTo>
                    <a:pt x="5328" y="1"/>
                    <a:pt x="5321" y="1"/>
                    <a:pt x="5314" y="2"/>
                  </a:cubicBezTo>
                  <a:lnTo>
                    <a:pt x="102" y="937"/>
                  </a:lnTo>
                  <a:cubicBezTo>
                    <a:pt x="0" y="955"/>
                    <a:pt x="12" y="1107"/>
                    <a:pt x="117" y="1107"/>
                  </a:cubicBezTo>
                  <a:lnTo>
                    <a:pt x="130" y="1107"/>
                  </a:lnTo>
                  <a:lnTo>
                    <a:pt x="5345" y="172"/>
                  </a:lnTo>
                  <a:cubicBezTo>
                    <a:pt x="5452" y="152"/>
                    <a:pt x="5432" y="1"/>
                    <a:pt x="533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6" name="Google Shape;4436;p10"/>
            <p:cNvSpPr/>
            <p:nvPr/>
          </p:nvSpPr>
          <p:spPr>
            <a:xfrm>
              <a:off x="2473009" y="3848481"/>
              <a:ext cx="280900" cy="54699"/>
            </a:xfrm>
            <a:custGeom>
              <a:rect b="b" l="l" r="r" t="t"/>
              <a:pathLst>
                <a:path extrusionOk="0" h="894" w="4591">
                  <a:moveTo>
                    <a:pt x="89" y="1"/>
                  </a:moveTo>
                  <a:cubicBezTo>
                    <a:pt x="50" y="1"/>
                    <a:pt x="15" y="30"/>
                    <a:pt x="7" y="73"/>
                  </a:cubicBezTo>
                  <a:cubicBezTo>
                    <a:pt x="1" y="119"/>
                    <a:pt x="32" y="163"/>
                    <a:pt x="78" y="172"/>
                  </a:cubicBezTo>
                  <a:lnTo>
                    <a:pt x="4461" y="894"/>
                  </a:lnTo>
                  <a:lnTo>
                    <a:pt x="4473" y="894"/>
                  </a:lnTo>
                  <a:cubicBezTo>
                    <a:pt x="4578" y="894"/>
                    <a:pt x="4590" y="743"/>
                    <a:pt x="4489" y="724"/>
                  </a:cubicBezTo>
                  <a:lnTo>
                    <a:pt x="106" y="2"/>
                  </a:lnTo>
                  <a:cubicBezTo>
                    <a:pt x="100" y="1"/>
                    <a:pt x="95" y="1"/>
                    <a:pt x="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7" name="Google Shape;4437;p10"/>
            <p:cNvSpPr/>
            <p:nvPr/>
          </p:nvSpPr>
          <p:spPr>
            <a:xfrm>
              <a:off x="1512919" y="3670130"/>
              <a:ext cx="336273" cy="150576"/>
            </a:xfrm>
            <a:custGeom>
              <a:rect b="b" l="l" r="r" t="t"/>
              <a:pathLst>
                <a:path extrusionOk="0" h="2461" w="5496">
                  <a:moveTo>
                    <a:pt x="123" y="0"/>
                  </a:moveTo>
                  <a:cubicBezTo>
                    <a:pt x="41" y="0"/>
                    <a:pt x="1" y="126"/>
                    <a:pt x="93" y="166"/>
                  </a:cubicBezTo>
                  <a:lnTo>
                    <a:pt x="5345" y="2455"/>
                  </a:lnTo>
                  <a:cubicBezTo>
                    <a:pt x="5354" y="2458"/>
                    <a:pt x="5366" y="2461"/>
                    <a:pt x="5378" y="2461"/>
                  </a:cubicBezTo>
                  <a:lnTo>
                    <a:pt x="5378" y="2461"/>
                  </a:lnTo>
                  <a:cubicBezTo>
                    <a:pt x="5472" y="2459"/>
                    <a:pt x="5496" y="2331"/>
                    <a:pt x="5413" y="2297"/>
                  </a:cubicBezTo>
                  <a:lnTo>
                    <a:pt x="160" y="9"/>
                  </a:lnTo>
                  <a:cubicBezTo>
                    <a:pt x="147" y="3"/>
                    <a:pt x="135" y="0"/>
                    <a:pt x="123" y="0"/>
                  </a:cubicBezTo>
                  <a:close/>
                  <a:moveTo>
                    <a:pt x="5378" y="2461"/>
                  </a:moveTo>
                  <a:cubicBezTo>
                    <a:pt x="5377" y="2461"/>
                    <a:pt x="5376" y="2461"/>
                    <a:pt x="5376" y="2461"/>
                  </a:cubicBezTo>
                  <a:lnTo>
                    <a:pt x="5379" y="2461"/>
                  </a:lnTo>
                  <a:cubicBezTo>
                    <a:pt x="5379" y="2461"/>
                    <a:pt x="5378" y="2461"/>
                    <a:pt x="5378" y="246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8" name="Google Shape;4438;p10"/>
            <p:cNvSpPr/>
            <p:nvPr/>
          </p:nvSpPr>
          <p:spPr>
            <a:xfrm>
              <a:off x="1456202" y="3757684"/>
              <a:ext cx="376410" cy="89269"/>
            </a:xfrm>
            <a:custGeom>
              <a:rect b="b" l="l" r="r" t="t"/>
              <a:pathLst>
                <a:path extrusionOk="0" h="1459" w="6152">
                  <a:moveTo>
                    <a:pt x="119" y="0"/>
                  </a:moveTo>
                  <a:cubicBezTo>
                    <a:pt x="25" y="0"/>
                    <a:pt x="0" y="149"/>
                    <a:pt x="107" y="172"/>
                  </a:cubicBezTo>
                  <a:lnTo>
                    <a:pt x="6013" y="1455"/>
                  </a:lnTo>
                  <a:lnTo>
                    <a:pt x="6032" y="1455"/>
                  </a:lnTo>
                  <a:lnTo>
                    <a:pt x="6032" y="1459"/>
                  </a:lnTo>
                  <a:cubicBezTo>
                    <a:pt x="6133" y="1459"/>
                    <a:pt x="6152" y="1310"/>
                    <a:pt x="6050" y="1289"/>
                  </a:cubicBezTo>
                  <a:lnTo>
                    <a:pt x="141" y="3"/>
                  </a:lnTo>
                  <a:cubicBezTo>
                    <a:pt x="133" y="1"/>
                    <a:pt x="126" y="0"/>
                    <a:pt x="1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9" name="Google Shape;4439;p10"/>
            <p:cNvSpPr/>
            <p:nvPr/>
          </p:nvSpPr>
          <p:spPr>
            <a:xfrm>
              <a:off x="1467582" y="3861758"/>
              <a:ext cx="361297" cy="32367"/>
            </a:xfrm>
            <a:custGeom>
              <a:rect b="b" l="l" r="r" t="t"/>
              <a:pathLst>
                <a:path extrusionOk="0" h="529" w="5905">
                  <a:moveTo>
                    <a:pt x="5789" y="1"/>
                  </a:moveTo>
                  <a:cubicBezTo>
                    <a:pt x="5787" y="1"/>
                    <a:pt x="5784" y="1"/>
                    <a:pt x="5781" y="1"/>
                  </a:cubicBezTo>
                  <a:lnTo>
                    <a:pt x="99" y="359"/>
                  </a:lnTo>
                  <a:cubicBezTo>
                    <a:pt x="1" y="374"/>
                    <a:pt x="4" y="519"/>
                    <a:pt x="106" y="529"/>
                  </a:cubicBezTo>
                  <a:lnTo>
                    <a:pt x="112" y="529"/>
                  </a:lnTo>
                  <a:lnTo>
                    <a:pt x="5793" y="171"/>
                  </a:lnTo>
                  <a:cubicBezTo>
                    <a:pt x="5904" y="165"/>
                    <a:pt x="5895" y="1"/>
                    <a:pt x="57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0" name="Google Shape;4440;p10"/>
            <p:cNvSpPr/>
            <p:nvPr/>
          </p:nvSpPr>
          <p:spPr>
            <a:xfrm>
              <a:off x="1522525" y="3410405"/>
              <a:ext cx="26615" cy="41422"/>
            </a:xfrm>
            <a:custGeom>
              <a:rect b="b" l="l" r="r" t="t"/>
              <a:pathLst>
                <a:path extrusionOk="0" h="677" w="435">
                  <a:moveTo>
                    <a:pt x="313" y="0"/>
                  </a:moveTo>
                  <a:cubicBezTo>
                    <a:pt x="292" y="0"/>
                    <a:pt x="269" y="9"/>
                    <a:pt x="250" y="31"/>
                  </a:cubicBezTo>
                  <a:cubicBezTo>
                    <a:pt x="238" y="44"/>
                    <a:pt x="0" y="324"/>
                    <a:pt x="50" y="605"/>
                  </a:cubicBezTo>
                  <a:cubicBezTo>
                    <a:pt x="59" y="645"/>
                    <a:pt x="93" y="676"/>
                    <a:pt x="136" y="676"/>
                  </a:cubicBezTo>
                  <a:lnTo>
                    <a:pt x="151" y="676"/>
                  </a:lnTo>
                  <a:cubicBezTo>
                    <a:pt x="198" y="667"/>
                    <a:pt x="229" y="621"/>
                    <a:pt x="219" y="574"/>
                  </a:cubicBezTo>
                  <a:cubicBezTo>
                    <a:pt x="182" y="374"/>
                    <a:pt x="380" y="146"/>
                    <a:pt x="380" y="142"/>
                  </a:cubicBezTo>
                  <a:cubicBezTo>
                    <a:pt x="435" y="78"/>
                    <a:pt x="377" y="0"/>
                    <a:pt x="313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1" name="Google Shape;4441;p10"/>
            <p:cNvSpPr/>
            <p:nvPr/>
          </p:nvSpPr>
          <p:spPr>
            <a:xfrm>
              <a:off x="1540819" y="3453173"/>
              <a:ext cx="26615" cy="41483"/>
            </a:xfrm>
            <a:custGeom>
              <a:rect b="b" l="l" r="r" t="t"/>
              <a:pathLst>
                <a:path extrusionOk="0" h="678" w="435">
                  <a:moveTo>
                    <a:pt x="314" y="0"/>
                  </a:moveTo>
                  <a:cubicBezTo>
                    <a:pt x="292" y="0"/>
                    <a:pt x="269" y="10"/>
                    <a:pt x="250" y="33"/>
                  </a:cubicBezTo>
                  <a:cubicBezTo>
                    <a:pt x="241" y="42"/>
                    <a:pt x="0" y="326"/>
                    <a:pt x="53" y="606"/>
                  </a:cubicBezTo>
                  <a:cubicBezTo>
                    <a:pt x="59" y="646"/>
                    <a:pt x="96" y="674"/>
                    <a:pt x="136" y="677"/>
                  </a:cubicBezTo>
                  <a:cubicBezTo>
                    <a:pt x="142" y="674"/>
                    <a:pt x="145" y="674"/>
                    <a:pt x="152" y="674"/>
                  </a:cubicBezTo>
                  <a:cubicBezTo>
                    <a:pt x="198" y="665"/>
                    <a:pt x="229" y="622"/>
                    <a:pt x="219" y="575"/>
                  </a:cubicBezTo>
                  <a:cubicBezTo>
                    <a:pt x="186" y="375"/>
                    <a:pt x="380" y="147"/>
                    <a:pt x="380" y="144"/>
                  </a:cubicBezTo>
                  <a:cubicBezTo>
                    <a:pt x="435" y="79"/>
                    <a:pt x="378" y="0"/>
                    <a:pt x="3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2" name="Google Shape;4442;p10"/>
            <p:cNvSpPr/>
            <p:nvPr/>
          </p:nvSpPr>
          <p:spPr>
            <a:xfrm>
              <a:off x="2609386" y="3425946"/>
              <a:ext cx="29002" cy="39464"/>
            </a:xfrm>
            <a:custGeom>
              <a:rect b="b" l="l" r="r" t="t"/>
              <a:pathLst>
                <a:path extrusionOk="0" h="645" w="474">
                  <a:moveTo>
                    <a:pt x="128" y="0"/>
                  </a:moveTo>
                  <a:cubicBezTo>
                    <a:pt x="52" y="0"/>
                    <a:pt x="0" y="111"/>
                    <a:pt x="85" y="160"/>
                  </a:cubicBezTo>
                  <a:cubicBezTo>
                    <a:pt x="258" y="268"/>
                    <a:pt x="298" y="567"/>
                    <a:pt x="298" y="570"/>
                  </a:cubicBezTo>
                  <a:cubicBezTo>
                    <a:pt x="301" y="613"/>
                    <a:pt x="338" y="644"/>
                    <a:pt x="381" y="644"/>
                  </a:cubicBezTo>
                  <a:lnTo>
                    <a:pt x="394" y="644"/>
                  </a:lnTo>
                  <a:cubicBezTo>
                    <a:pt x="440" y="638"/>
                    <a:pt x="474" y="595"/>
                    <a:pt x="468" y="549"/>
                  </a:cubicBezTo>
                  <a:cubicBezTo>
                    <a:pt x="464" y="533"/>
                    <a:pt x="418" y="166"/>
                    <a:pt x="175" y="15"/>
                  </a:cubicBezTo>
                  <a:cubicBezTo>
                    <a:pt x="159" y="5"/>
                    <a:pt x="143" y="0"/>
                    <a:pt x="12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3" name="Google Shape;4443;p10"/>
            <p:cNvSpPr/>
            <p:nvPr/>
          </p:nvSpPr>
          <p:spPr>
            <a:xfrm>
              <a:off x="2596905" y="3462167"/>
              <a:ext cx="28879" cy="39464"/>
            </a:xfrm>
            <a:custGeom>
              <a:rect b="b" l="l" r="r" t="t"/>
              <a:pathLst>
                <a:path extrusionOk="0" h="645" w="472">
                  <a:moveTo>
                    <a:pt x="127" y="0"/>
                  </a:moveTo>
                  <a:cubicBezTo>
                    <a:pt x="51" y="0"/>
                    <a:pt x="0" y="111"/>
                    <a:pt x="82" y="160"/>
                  </a:cubicBezTo>
                  <a:cubicBezTo>
                    <a:pt x="258" y="268"/>
                    <a:pt x="295" y="567"/>
                    <a:pt x="295" y="570"/>
                  </a:cubicBezTo>
                  <a:cubicBezTo>
                    <a:pt x="301" y="610"/>
                    <a:pt x="338" y="644"/>
                    <a:pt x="382" y="644"/>
                  </a:cubicBezTo>
                  <a:lnTo>
                    <a:pt x="391" y="644"/>
                  </a:lnTo>
                  <a:cubicBezTo>
                    <a:pt x="440" y="638"/>
                    <a:pt x="471" y="595"/>
                    <a:pt x="465" y="549"/>
                  </a:cubicBezTo>
                  <a:cubicBezTo>
                    <a:pt x="465" y="533"/>
                    <a:pt x="416" y="166"/>
                    <a:pt x="175" y="15"/>
                  </a:cubicBezTo>
                  <a:cubicBezTo>
                    <a:pt x="158" y="5"/>
                    <a:pt x="142" y="0"/>
                    <a:pt x="1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4" name="Google Shape;4444;p10"/>
            <p:cNvSpPr/>
            <p:nvPr/>
          </p:nvSpPr>
          <p:spPr>
            <a:xfrm>
              <a:off x="2635818" y="3481317"/>
              <a:ext cx="28818" cy="39526"/>
            </a:xfrm>
            <a:custGeom>
              <a:rect b="b" l="l" r="r" t="t"/>
              <a:pathLst>
                <a:path extrusionOk="0" h="646" w="471">
                  <a:moveTo>
                    <a:pt x="125" y="1"/>
                  </a:moveTo>
                  <a:cubicBezTo>
                    <a:pt x="49" y="1"/>
                    <a:pt x="0" y="111"/>
                    <a:pt x="82" y="162"/>
                  </a:cubicBezTo>
                  <a:cubicBezTo>
                    <a:pt x="258" y="270"/>
                    <a:pt x="295" y="566"/>
                    <a:pt x="295" y="569"/>
                  </a:cubicBezTo>
                  <a:cubicBezTo>
                    <a:pt x="301" y="612"/>
                    <a:pt x="338" y="646"/>
                    <a:pt x="381" y="646"/>
                  </a:cubicBezTo>
                  <a:lnTo>
                    <a:pt x="390" y="646"/>
                  </a:lnTo>
                  <a:cubicBezTo>
                    <a:pt x="436" y="640"/>
                    <a:pt x="470" y="597"/>
                    <a:pt x="464" y="550"/>
                  </a:cubicBezTo>
                  <a:cubicBezTo>
                    <a:pt x="464" y="535"/>
                    <a:pt x="415" y="168"/>
                    <a:pt x="174" y="17"/>
                  </a:cubicBezTo>
                  <a:cubicBezTo>
                    <a:pt x="157" y="5"/>
                    <a:pt x="140" y="1"/>
                    <a:pt x="12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5" name="Google Shape;4445;p10"/>
            <p:cNvSpPr/>
            <p:nvPr/>
          </p:nvSpPr>
          <p:spPr>
            <a:xfrm>
              <a:off x="2610916" y="3521148"/>
              <a:ext cx="28818" cy="39526"/>
            </a:xfrm>
            <a:custGeom>
              <a:rect b="b" l="l" r="r" t="t"/>
              <a:pathLst>
                <a:path extrusionOk="0" h="646" w="471">
                  <a:moveTo>
                    <a:pt x="126" y="0"/>
                  </a:moveTo>
                  <a:cubicBezTo>
                    <a:pt x="51" y="0"/>
                    <a:pt x="1" y="110"/>
                    <a:pt x="85" y="161"/>
                  </a:cubicBezTo>
                  <a:cubicBezTo>
                    <a:pt x="257" y="269"/>
                    <a:pt x="298" y="565"/>
                    <a:pt x="298" y="569"/>
                  </a:cubicBezTo>
                  <a:cubicBezTo>
                    <a:pt x="301" y="612"/>
                    <a:pt x="338" y="643"/>
                    <a:pt x="381" y="646"/>
                  </a:cubicBezTo>
                  <a:lnTo>
                    <a:pt x="390" y="643"/>
                  </a:lnTo>
                  <a:cubicBezTo>
                    <a:pt x="439" y="636"/>
                    <a:pt x="470" y="596"/>
                    <a:pt x="467" y="547"/>
                  </a:cubicBezTo>
                  <a:cubicBezTo>
                    <a:pt x="464" y="532"/>
                    <a:pt x="418" y="168"/>
                    <a:pt x="174" y="16"/>
                  </a:cubicBezTo>
                  <a:cubicBezTo>
                    <a:pt x="158" y="5"/>
                    <a:pt x="141" y="0"/>
                    <a:pt x="12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6" name="Google Shape;4446;p10"/>
            <p:cNvSpPr/>
            <p:nvPr/>
          </p:nvSpPr>
          <p:spPr>
            <a:xfrm>
              <a:off x="2647320" y="3545499"/>
              <a:ext cx="28818" cy="39342"/>
            </a:xfrm>
            <a:custGeom>
              <a:rect b="b" l="l" r="r" t="t"/>
              <a:pathLst>
                <a:path extrusionOk="0" h="643" w="471">
                  <a:moveTo>
                    <a:pt x="125" y="0"/>
                  </a:moveTo>
                  <a:cubicBezTo>
                    <a:pt x="49" y="0"/>
                    <a:pt x="0" y="110"/>
                    <a:pt x="82" y="161"/>
                  </a:cubicBezTo>
                  <a:cubicBezTo>
                    <a:pt x="258" y="269"/>
                    <a:pt x="295" y="565"/>
                    <a:pt x="295" y="568"/>
                  </a:cubicBezTo>
                  <a:cubicBezTo>
                    <a:pt x="301" y="612"/>
                    <a:pt x="338" y="642"/>
                    <a:pt x="381" y="642"/>
                  </a:cubicBezTo>
                  <a:lnTo>
                    <a:pt x="390" y="642"/>
                  </a:lnTo>
                  <a:cubicBezTo>
                    <a:pt x="437" y="636"/>
                    <a:pt x="471" y="593"/>
                    <a:pt x="464" y="547"/>
                  </a:cubicBezTo>
                  <a:cubicBezTo>
                    <a:pt x="464" y="531"/>
                    <a:pt x="415" y="167"/>
                    <a:pt x="174" y="16"/>
                  </a:cubicBezTo>
                  <a:cubicBezTo>
                    <a:pt x="157" y="5"/>
                    <a:pt x="140" y="0"/>
                    <a:pt x="12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7" name="Google Shape;4447;p10"/>
            <p:cNvSpPr/>
            <p:nvPr/>
          </p:nvSpPr>
          <p:spPr>
            <a:xfrm>
              <a:off x="1500070" y="3475689"/>
              <a:ext cx="26677" cy="41422"/>
            </a:xfrm>
            <a:custGeom>
              <a:rect b="b" l="l" r="r" t="t"/>
              <a:pathLst>
                <a:path extrusionOk="0" h="677" w="436">
                  <a:moveTo>
                    <a:pt x="312" y="1"/>
                  </a:moveTo>
                  <a:cubicBezTo>
                    <a:pt x="291" y="1"/>
                    <a:pt x="269" y="10"/>
                    <a:pt x="250" y="32"/>
                  </a:cubicBezTo>
                  <a:cubicBezTo>
                    <a:pt x="238" y="44"/>
                    <a:pt x="0" y="325"/>
                    <a:pt x="50" y="608"/>
                  </a:cubicBezTo>
                  <a:cubicBezTo>
                    <a:pt x="59" y="648"/>
                    <a:pt x="93" y="676"/>
                    <a:pt x="136" y="676"/>
                  </a:cubicBezTo>
                  <a:lnTo>
                    <a:pt x="151" y="676"/>
                  </a:lnTo>
                  <a:cubicBezTo>
                    <a:pt x="198" y="667"/>
                    <a:pt x="229" y="624"/>
                    <a:pt x="219" y="578"/>
                  </a:cubicBezTo>
                  <a:cubicBezTo>
                    <a:pt x="182" y="377"/>
                    <a:pt x="377" y="146"/>
                    <a:pt x="380" y="146"/>
                  </a:cubicBezTo>
                  <a:cubicBezTo>
                    <a:pt x="435" y="81"/>
                    <a:pt x="376" y="1"/>
                    <a:pt x="3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8" name="Google Shape;4448;p10"/>
            <p:cNvSpPr/>
            <p:nvPr/>
          </p:nvSpPr>
          <p:spPr>
            <a:xfrm>
              <a:off x="1519710" y="3510869"/>
              <a:ext cx="26738" cy="41483"/>
            </a:xfrm>
            <a:custGeom>
              <a:rect b="b" l="l" r="r" t="t"/>
              <a:pathLst>
                <a:path extrusionOk="0" h="678" w="437">
                  <a:moveTo>
                    <a:pt x="314" y="1"/>
                  </a:moveTo>
                  <a:cubicBezTo>
                    <a:pt x="292" y="1"/>
                    <a:pt x="269" y="10"/>
                    <a:pt x="250" y="33"/>
                  </a:cubicBezTo>
                  <a:cubicBezTo>
                    <a:pt x="238" y="46"/>
                    <a:pt x="0" y="326"/>
                    <a:pt x="49" y="607"/>
                  </a:cubicBezTo>
                  <a:cubicBezTo>
                    <a:pt x="59" y="647"/>
                    <a:pt x="93" y="678"/>
                    <a:pt x="136" y="678"/>
                  </a:cubicBezTo>
                  <a:lnTo>
                    <a:pt x="151" y="678"/>
                  </a:lnTo>
                  <a:cubicBezTo>
                    <a:pt x="197" y="669"/>
                    <a:pt x="228" y="622"/>
                    <a:pt x="219" y="576"/>
                  </a:cubicBezTo>
                  <a:cubicBezTo>
                    <a:pt x="182" y="376"/>
                    <a:pt x="379" y="147"/>
                    <a:pt x="379" y="144"/>
                  </a:cubicBezTo>
                  <a:cubicBezTo>
                    <a:pt x="437" y="80"/>
                    <a:pt x="378" y="1"/>
                    <a:pt x="3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9" name="Google Shape;4449;p10"/>
            <p:cNvSpPr/>
            <p:nvPr/>
          </p:nvSpPr>
          <p:spPr>
            <a:xfrm>
              <a:off x="1486855" y="3530754"/>
              <a:ext cx="26615" cy="41422"/>
            </a:xfrm>
            <a:custGeom>
              <a:rect b="b" l="l" r="r" t="t"/>
              <a:pathLst>
                <a:path extrusionOk="0" h="677" w="435">
                  <a:moveTo>
                    <a:pt x="313" y="1"/>
                  </a:moveTo>
                  <a:cubicBezTo>
                    <a:pt x="292" y="1"/>
                    <a:pt x="269" y="10"/>
                    <a:pt x="250" y="32"/>
                  </a:cubicBezTo>
                  <a:cubicBezTo>
                    <a:pt x="241" y="45"/>
                    <a:pt x="0" y="325"/>
                    <a:pt x="53" y="606"/>
                  </a:cubicBezTo>
                  <a:cubicBezTo>
                    <a:pt x="59" y="649"/>
                    <a:pt x="93" y="677"/>
                    <a:pt x="136" y="677"/>
                  </a:cubicBezTo>
                  <a:lnTo>
                    <a:pt x="152" y="677"/>
                  </a:lnTo>
                  <a:cubicBezTo>
                    <a:pt x="198" y="668"/>
                    <a:pt x="229" y="624"/>
                    <a:pt x="219" y="578"/>
                  </a:cubicBezTo>
                  <a:cubicBezTo>
                    <a:pt x="182" y="375"/>
                    <a:pt x="377" y="146"/>
                    <a:pt x="380" y="143"/>
                  </a:cubicBezTo>
                  <a:cubicBezTo>
                    <a:pt x="435" y="79"/>
                    <a:pt x="377" y="1"/>
                    <a:pt x="31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0" name="Google Shape;4450;p10"/>
            <p:cNvSpPr/>
            <p:nvPr/>
          </p:nvSpPr>
          <p:spPr>
            <a:xfrm>
              <a:off x="1663675" y="2783578"/>
              <a:ext cx="609403" cy="269459"/>
            </a:xfrm>
            <a:custGeom>
              <a:rect b="b" l="l" r="r" t="t"/>
              <a:pathLst>
                <a:path extrusionOk="0" h="4404" w="9960">
                  <a:moveTo>
                    <a:pt x="4435" y="1"/>
                  </a:moveTo>
                  <a:cubicBezTo>
                    <a:pt x="3955" y="1"/>
                    <a:pt x="3478" y="90"/>
                    <a:pt x="3017" y="299"/>
                  </a:cubicBezTo>
                  <a:cubicBezTo>
                    <a:pt x="1401" y="1036"/>
                    <a:pt x="0" y="4404"/>
                    <a:pt x="0" y="4404"/>
                  </a:cubicBezTo>
                  <a:cubicBezTo>
                    <a:pt x="2099" y="2411"/>
                    <a:pt x="4212" y="1838"/>
                    <a:pt x="5948" y="1838"/>
                  </a:cubicBezTo>
                  <a:cubicBezTo>
                    <a:pt x="8299" y="1838"/>
                    <a:pt x="9960" y="2890"/>
                    <a:pt x="9960" y="2890"/>
                  </a:cubicBezTo>
                  <a:cubicBezTo>
                    <a:pt x="9960" y="2890"/>
                    <a:pt x="7169" y="1"/>
                    <a:pt x="4435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1" name="Google Shape;4451;p10"/>
            <p:cNvSpPr/>
            <p:nvPr/>
          </p:nvSpPr>
          <p:spPr>
            <a:xfrm>
              <a:off x="1472783" y="2625908"/>
              <a:ext cx="729142" cy="319814"/>
            </a:xfrm>
            <a:custGeom>
              <a:rect b="b" l="l" r="r" t="t"/>
              <a:pathLst>
                <a:path extrusionOk="0" h="5227" w="11917">
                  <a:moveTo>
                    <a:pt x="5406" y="1"/>
                  </a:moveTo>
                  <a:cubicBezTo>
                    <a:pt x="5227" y="1"/>
                    <a:pt x="5051" y="10"/>
                    <a:pt x="4878" y="29"/>
                  </a:cubicBezTo>
                  <a:cubicBezTo>
                    <a:pt x="1911" y="360"/>
                    <a:pt x="0" y="5227"/>
                    <a:pt x="335" y="5227"/>
                  </a:cubicBezTo>
                  <a:cubicBezTo>
                    <a:pt x="341" y="5227"/>
                    <a:pt x="347" y="5226"/>
                    <a:pt x="354" y="5223"/>
                  </a:cubicBezTo>
                  <a:cubicBezTo>
                    <a:pt x="773" y="5056"/>
                    <a:pt x="3453" y="2123"/>
                    <a:pt x="5298" y="1620"/>
                  </a:cubicBezTo>
                  <a:cubicBezTo>
                    <a:pt x="5588" y="1541"/>
                    <a:pt x="5952" y="1508"/>
                    <a:pt x="6359" y="1508"/>
                  </a:cubicBezTo>
                  <a:cubicBezTo>
                    <a:pt x="8528" y="1508"/>
                    <a:pt x="11917" y="2459"/>
                    <a:pt x="11917" y="2459"/>
                  </a:cubicBezTo>
                  <a:cubicBezTo>
                    <a:pt x="11917" y="2459"/>
                    <a:pt x="8342" y="1"/>
                    <a:pt x="5406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2" name="Google Shape;4452;p10"/>
            <p:cNvSpPr/>
            <p:nvPr/>
          </p:nvSpPr>
          <p:spPr>
            <a:xfrm>
              <a:off x="1093996" y="2610122"/>
              <a:ext cx="144213" cy="135525"/>
            </a:xfrm>
            <a:custGeom>
              <a:rect b="b" l="l" r="r" t="t"/>
              <a:pathLst>
                <a:path extrusionOk="0" h="2215" w="2357">
                  <a:moveTo>
                    <a:pt x="519" y="0"/>
                  </a:moveTo>
                  <a:cubicBezTo>
                    <a:pt x="197" y="0"/>
                    <a:pt x="0" y="88"/>
                    <a:pt x="96" y="120"/>
                  </a:cubicBezTo>
                  <a:cubicBezTo>
                    <a:pt x="348" y="204"/>
                    <a:pt x="1394" y="2215"/>
                    <a:pt x="1394" y="2215"/>
                  </a:cubicBezTo>
                  <a:cubicBezTo>
                    <a:pt x="1687" y="2215"/>
                    <a:pt x="2356" y="1292"/>
                    <a:pt x="2356" y="1292"/>
                  </a:cubicBezTo>
                  <a:cubicBezTo>
                    <a:pt x="1891" y="230"/>
                    <a:pt x="1040" y="0"/>
                    <a:pt x="519" y="0"/>
                  </a:cubicBezTo>
                  <a:close/>
                </a:path>
              </a:pathLst>
            </a:custGeom>
            <a:solidFill>
              <a:srgbClr val="000000">
                <a:alpha val="90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3" name="Google Shape;4453;p10"/>
            <p:cNvSpPr/>
            <p:nvPr/>
          </p:nvSpPr>
          <p:spPr>
            <a:xfrm>
              <a:off x="1002099" y="2684032"/>
              <a:ext cx="164404" cy="144641"/>
            </a:xfrm>
            <a:custGeom>
              <a:rect b="b" l="l" r="r" t="t"/>
              <a:pathLst>
                <a:path extrusionOk="0" h="2364" w="2687">
                  <a:moveTo>
                    <a:pt x="610" y="0"/>
                  </a:moveTo>
                  <a:cubicBezTo>
                    <a:pt x="0" y="0"/>
                    <a:pt x="1417" y="1618"/>
                    <a:pt x="1542" y="2364"/>
                  </a:cubicBezTo>
                  <a:cubicBezTo>
                    <a:pt x="1542" y="2364"/>
                    <a:pt x="2686" y="1466"/>
                    <a:pt x="2603" y="1257"/>
                  </a:cubicBezTo>
                  <a:cubicBezTo>
                    <a:pt x="2603" y="1257"/>
                    <a:pt x="1305" y="41"/>
                    <a:pt x="635" y="1"/>
                  </a:cubicBezTo>
                  <a:cubicBezTo>
                    <a:pt x="627" y="1"/>
                    <a:pt x="618" y="0"/>
                    <a:pt x="610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4" name="Google Shape;4454;p10"/>
            <p:cNvSpPr/>
            <p:nvPr/>
          </p:nvSpPr>
          <p:spPr>
            <a:xfrm>
              <a:off x="954804" y="2760818"/>
              <a:ext cx="129773" cy="139869"/>
            </a:xfrm>
            <a:custGeom>
              <a:rect b="b" l="l" r="r" t="t"/>
              <a:pathLst>
                <a:path extrusionOk="0" h="2286" w="2121">
                  <a:moveTo>
                    <a:pt x="226" y="1"/>
                  </a:moveTo>
                  <a:cubicBezTo>
                    <a:pt x="1" y="1"/>
                    <a:pt x="919" y="2241"/>
                    <a:pt x="1044" y="2284"/>
                  </a:cubicBezTo>
                  <a:cubicBezTo>
                    <a:pt x="1047" y="2285"/>
                    <a:pt x="1051" y="2285"/>
                    <a:pt x="1055" y="2285"/>
                  </a:cubicBezTo>
                  <a:cubicBezTo>
                    <a:pt x="1203" y="2285"/>
                    <a:pt x="1874" y="1544"/>
                    <a:pt x="2121" y="1217"/>
                  </a:cubicBezTo>
                  <a:cubicBezTo>
                    <a:pt x="2121" y="1217"/>
                    <a:pt x="486" y="45"/>
                    <a:pt x="233" y="2"/>
                  </a:cubicBezTo>
                  <a:cubicBezTo>
                    <a:pt x="231" y="1"/>
                    <a:pt x="229" y="1"/>
                    <a:pt x="226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5" name="Google Shape;4455;p10"/>
            <p:cNvSpPr/>
            <p:nvPr/>
          </p:nvSpPr>
          <p:spPr>
            <a:xfrm>
              <a:off x="884504" y="3345122"/>
              <a:ext cx="112886" cy="138584"/>
            </a:xfrm>
            <a:custGeom>
              <a:rect b="b" l="l" r="r" t="t"/>
              <a:pathLst>
                <a:path extrusionOk="0" h="2265" w="1845">
                  <a:moveTo>
                    <a:pt x="1552" y="0"/>
                  </a:moveTo>
                  <a:cubicBezTo>
                    <a:pt x="1259" y="0"/>
                    <a:pt x="0" y="1533"/>
                    <a:pt x="188" y="1765"/>
                  </a:cubicBezTo>
                  <a:cubicBezTo>
                    <a:pt x="469" y="2110"/>
                    <a:pt x="1777" y="2264"/>
                    <a:pt x="1777" y="2264"/>
                  </a:cubicBezTo>
                  <a:cubicBezTo>
                    <a:pt x="1777" y="2264"/>
                    <a:pt x="1845" y="0"/>
                    <a:pt x="1552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6" name="Google Shape;4456;p10"/>
            <p:cNvSpPr/>
            <p:nvPr/>
          </p:nvSpPr>
          <p:spPr>
            <a:xfrm>
              <a:off x="775170" y="3316917"/>
              <a:ext cx="122248" cy="115456"/>
            </a:xfrm>
            <a:custGeom>
              <a:rect b="b" l="l" r="r" t="t"/>
              <a:pathLst>
                <a:path extrusionOk="0" h="1887" w="1998">
                  <a:moveTo>
                    <a:pt x="1770" y="0"/>
                  </a:moveTo>
                  <a:cubicBezTo>
                    <a:pt x="1501" y="0"/>
                    <a:pt x="0" y="823"/>
                    <a:pt x="205" y="1109"/>
                  </a:cubicBezTo>
                  <a:cubicBezTo>
                    <a:pt x="461" y="1467"/>
                    <a:pt x="1371" y="1886"/>
                    <a:pt x="1371" y="1886"/>
                  </a:cubicBezTo>
                  <a:cubicBezTo>
                    <a:pt x="1371" y="1886"/>
                    <a:pt x="1997" y="45"/>
                    <a:pt x="1787" y="2"/>
                  </a:cubicBezTo>
                  <a:cubicBezTo>
                    <a:pt x="1782" y="1"/>
                    <a:pt x="1776" y="0"/>
                    <a:pt x="1770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7" name="Google Shape;4457;p10"/>
            <p:cNvSpPr/>
            <p:nvPr/>
          </p:nvSpPr>
          <p:spPr>
            <a:xfrm>
              <a:off x="708541" y="3267480"/>
              <a:ext cx="142806" cy="80336"/>
            </a:xfrm>
            <a:custGeom>
              <a:rect b="b" l="l" r="r" t="t"/>
              <a:pathLst>
                <a:path extrusionOk="0" h="1313" w="2334">
                  <a:moveTo>
                    <a:pt x="1068" y="0"/>
                  </a:moveTo>
                  <a:cubicBezTo>
                    <a:pt x="538" y="0"/>
                    <a:pt x="0" y="39"/>
                    <a:pt x="48" y="134"/>
                  </a:cubicBezTo>
                  <a:cubicBezTo>
                    <a:pt x="134" y="301"/>
                    <a:pt x="366" y="1103"/>
                    <a:pt x="699" y="1313"/>
                  </a:cubicBezTo>
                  <a:cubicBezTo>
                    <a:pt x="699" y="1313"/>
                    <a:pt x="2334" y="141"/>
                    <a:pt x="1997" y="57"/>
                  </a:cubicBezTo>
                  <a:cubicBezTo>
                    <a:pt x="1855" y="22"/>
                    <a:pt x="1464" y="0"/>
                    <a:pt x="1068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8" name="Google Shape;4458;p10"/>
            <p:cNvSpPr/>
            <p:nvPr/>
          </p:nvSpPr>
          <p:spPr>
            <a:xfrm>
              <a:off x="1763465" y="2946510"/>
              <a:ext cx="605242" cy="214821"/>
            </a:xfrm>
            <a:custGeom>
              <a:rect b="b" l="l" r="r" t="t"/>
              <a:pathLst>
                <a:path extrusionOk="0" h="3511" w="9892">
                  <a:moveTo>
                    <a:pt x="4794" y="1"/>
                  </a:moveTo>
                  <a:cubicBezTo>
                    <a:pt x="4432" y="1"/>
                    <a:pt x="4050" y="35"/>
                    <a:pt x="3647" y="109"/>
                  </a:cubicBezTo>
                  <a:cubicBezTo>
                    <a:pt x="1386" y="529"/>
                    <a:pt x="44" y="3459"/>
                    <a:pt x="44" y="3459"/>
                  </a:cubicBezTo>
                  <a:cubicBezTo>
                    <a:pt x="9" y="3494"/>
                    <a:pt x="0" y="3510"/>
                    <a:pt x="14" y="3510"/>
                  </a:cubicBezTo>
                  <a:cubicBezTo>
                    <a:pt x="169" y="3510"/>
                    <a:pt x="3078" y="1582"/>
                    <a:pt x="4486" y="1531"/>
                  </a:cubicBezTo>
                  <a:cubicBezTo>
                    <a:pt x="4540" y="1529"/>
                    <a:pt x="4594" y="1528"/>
                    <a:pt x="4649" y="1528"/>
                  </a:cubicBezTo>
                  <a:cubicBezTo>
                    <a:pt x="6865" y="1528"/>
                    <a:pt x="9725" y="3051"/>
                    <a:pt x="9883" y="3051"/>
                  </a:cubicBezTo>
                  <a:cubicBezTo>
                    <a:pt x="9891" y="3051"/>
                    <a:pt x="9892" y="3047"/>
                    <a:pt x="9886" y="3039"/>
                  </a:cubicBezTo>
                  <a:cubicBezTo>
                    <a:pt x="9775" y="2889"/>
                    <a:pt x="8146" y="1"/>
                    <a:pt x="4794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9" name="Google Shape;4459;p10"/>
            <p:cNvSpPr/>
            <p:nvPr/>
          </p:nvSpPr>
          <p:spPr>
            <a:xfrm>
              <a:off x="1183018" y="3046852"/>
              <a:ext cx="28573" cy="51701"/>
            </a:xfrm>
            <a:custGeom>
              <a:rect b="b" l="l" r="r" t="t"/>
              <a:pathLst>
                <a:path extrusionOk="0" h="845" w="467">
                  <a:moveTo>
                    <a:pt x="343" y="1"/>
                  </a:moveTo>
                  <a:cubicBezTo>
                    <a:pt x="323" y="1"/>
                    <a:pt x="303" y="9"/>
                    <a:pt x="284" y="27"/>
                  </a:cubicBezTo>
                  <a:cubicBezTo>
                    <a:pt x="272" y="39"/>
                    <a:pt x="1" y="314"/>
                    <a:pt x="118" y="780"/>
                  </a:cubicBezTo>
                  <a:cubicBezTo>
                    <a:pt x="127" y="817"/>
                    <a:pt x="161" y="844"/>
                    <a:pt x="201" y="844"/>
                  </a:cubicBezTo>
                  <a:cubicBezTo>
                    <a:pt x="207" y="844"/>
                    <a:pt x="217" y="844"/>
                    <a:pt x="223" y="841"/>
                  </a:cubicBezTo>
                  <a:cubicBezTo>
                    <a:pt x="269" y="829"/>
                    <a:pt x="297" y="783"/>
                    <a:pt x="284" y="736"/>
                  </a:cubicBezTo>
                  <a:cubicBezTo>
                    <a:pt x="192" y="369"/>
                    <a:pt x="395" y="160"/>
                    <a:pt x="405" y="150"/>
                  </a:cubicBezTo>
                  <a:cubicBezTo>
                    <a:pt x="467" y="88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0" name="Google Shape;4460;p10"/>
            <p:cNvSpPr/>
            <p:nvPr/>
          </p:nvSpPr>
          <p:spPr>
            <a:xfrm>
              <a:off x="1200394" y="2977700"/>
              <a:ext cx="28941" cy="51885"/>
            </a:xfrm>
            <a:custGeom>
              <a:rect b="b" l="l" r="r" t="t"/>
              <a:pathLst>
                <a:path extrusionOk="0" h="848" w="473">
                  <a:moveTo>
                    <a:pt x="347" y="0"/>
                  </a:moveTo>
                  <a:cubicBezTo>
                    <a:pt x="325" y="0"/>
                    <a:pt x="303" y="9"/>
                    <a:pt x="284" y="30"/>
                  </a:cubicBezTo>
                  <a:cubicBezTo>
                    <a:pt x="272" y="43"/>
                    <a:pt x="0" y="317"/>
                    <a:pt x="118" y="783"/>
                  </a:cubicBezTo>
                  <a:cubicBezTo>
                    <a:pt x="130" y="820"/>
                    <a:pt x="164" y="848"/>
                    <a:pt x="201" y="848"/>
                  </a:cubicBezTo>
                  <a:cubicBezTo>
                    <a:pt x="210" y="848"/>
                    <a:pt x="216" y="845"/>
                    <a:pt x="223" y="845"/>
                  </a:cubicBezTo>
                  <a:cubicBezTo>
                    <a:pt x="269" y="832"/>
                    <a:pt x="297" y="786"/>
                    <a:pt x="284" y="740"/>
                  </a:cubicBezTo>
                  <a:cubicBezTo>
                    <a:pt x="192" y="373"/>
                    <a:pt x="395" y="160"/>
                    <a:pt x="404" y="151"/>
                  </a:cubicBezTo>
                  <a:cubicBezTo>
                    <a:pt x="473" y="90"/>
                    <a:pt x="414" y="0"/>
                    <a:pt x="34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1" name="Google Shape;4461;p10"/>
            <p:cNvSpPr/>
            <p:nvPr/>
          </p:nvSpPr>
          <p:spPr>
            <a:xfrm>
              <a:off x="1237594" y="2962832"/>
              <a:ext cx="28696" cy="51640"/>
            </a:xfrm>
            <a:custGeom>
              <a:rect b="b" l="l" r="r" t="t"/>
              <a:pathLst>
                <a:path extrusionOk="0" h="844" w="469">
                  <a:moveTo>
                    <a:pt x="345" y="0"/>
                  </a:moveTo>
                  <a:cubicBezTo>
                    <a:pt x="324" y="0"/>
                    <a:pt x="303" y="8"/>
                    <a:pt x="284" y="27"/>
                  </a:cubicBezTo>
                  <a:cubicBezTo>
                    <a:pt x="275" y="39"/>
                    <a:pt x="0" y="313"/>
                    <a:pt x="120" y="779"/>
                  </a:cubicBezTo>
                  <a:cubicBezTo>
                    <a:pt x="130" y="816"/>
                    <a:pt x="164" y="844"/>
                    <a:pt x="204" y="844"/>
                  </a:cubicBezTo>
                  <a:cubicBezTo>
                    <a:pt x="210" y="844"/>
                    <a:pt x="216" y="841"/>
                    <a:pt x="222" y="841"/>
                  </a:cubicBezTo>
                  <a:cubicBezTo>
                    <a:pt x="268" y="828"/>
                    <a:pt x="296" y="782"/>
                    <a:pt x="284" y="736"/>
                  </a:cubicBezTo>
                  <a:cubicBezTo>
                    <a:pt x="191" y="369"/>
                    <a:pt x="398" y="156"/>
                    <a:pt x="407" y="150"/>
                  </a:cubicBezTo>
                  <a:cubicBezTo>
                    <a:pt x="469" y="86"/>
                    <a:pt x="412" y="0"/>
                    <a:pt x="34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2" name="Google Shape;4462;p10"/>
            <p:cNvSpPr/>
            <p:nvPr/>
          </p:nvSpPr>
          <p:spPr>
            <a:xfrm>
              <a:off x="1227927" y="2915353"/>
              <a:ext cx="33162" cy="47602"/>
            </a:xfrm>
            <a:custGeom>
              <a:rect b="b" l="l" r="r" t="t"/>
              <a:pathLst>
                <a:path extrusionOk="0" h="778" w="542">
                  <a:moveTo>
                    <a:pt x="418" y="1"/>
                  </a:moveTo>
                  <a:cubicBezTo>
                    <a:pt x="404" y="1"/>
                    <a:pt x="389" y="5"/>
                    <a:pt x="374" y="13"/>
                  </a:cubicBezTo>
                  <a:cubicBezTo>
                    <a:pt x="362" y="19"/>
                    <a:pt x="22" y="210"/>
                    <a:pt x="4" y="688"/>
                  </a:cubicBezTo>
                  <a:cubicBezTo>
                    <a:pt x="1" y="738"/>
                    <a:pt x="38" y="775"/>
                    <a:pt x="87" y="778"/>
                  </a:cubicBezTo>
                  <a:lnTo>
                    <a:pt x="90" y="778"/>
                  </a:lnTo>
                  <a:cubicBezTo>
                    <a:pt x="136" y="778"/>
                    <a:pt x="173" y="741"/>
                    <a:pt x="173" y="695"/>
                  </a:cubicBezTo>
                  <a:cubicBezTo>
                    <a:pt x="186" y="318"/>
                    <a:pt x="445" y="170"/>
                    <a:pt x="457" y="164"/>
                  </a:cubicBezTo>
                  <a:cubicBezTo>
                    <a:pt x="541" y="117"/>
                    <a:pt x="496" y="1"/>
                    <a:pt x="41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3" name="Google Shape;4463;p10"/>
            <p:cNvSpPr/>
            <p:nvPr/>
          </p:nvSpPr>
          <p:spPr>
            <a:xfrm>
              <a:off x="1811616" y="2544947"/>
              <a:ext cx="56902" cy="16092"/>
            </a:xfrm>
            <a:custGeom>
              <a:rect b="b" l="l" r="r" t="t"/>
              <a:pathLst>
                <a:path extrusionOk="0" h="263" w="930">
                  <a:moveTo>
                    <a:pt x="481" y="1"/>
                  </a:moveTo>
                  <a:cubicBezTo>
                    <a:pt x="365" y="1"/>
                    <a:pt x="228" y="26"/>
                    <a:pt x="81" y="102"/>
                  </a:cubicBezTo>
                  <a:cubicBezTo>
                    <a:pt x="0" y="142"/>
                    <a:pt x="28" y="262"/>
                    <a:pt x="121" y="262"/>
                  </a:cubicBezTo>
                  <a:cubicBezTo>
                    <a:pt x="133" y="262"/>
                    <a:pt x="145" y="259"/>
                    <a:pt x="158" y="253"/>
                  </a:cubicBezTo>
                  <a:cubicBezTo>
                    <a:pt x="278" y="192"/>
                    <a:pt x="387" y="172"/>
                    <a:pt x="479" y="172"/>
                  </a:cubicBezTo>
                  <a:cubicBezTo>
                    <a:pt x="645" y="172"/>
                    <a:pt x="754" y="237"/>
                    <a:pt x="762" y="241"/>
                  </a:cubicBezTo>
                  <a:cubicBezTo>
                    <a:pt x="777" y="250"/>
                    <a:pt x="792" y="253"/>
                    <a:pt x="806" y="253"/>
                  </a:cubicBezTo>
                  <a:cubicBezTo>
                    <a:pt x="881" y="253"/>
                    <a:pt x="930" y="145"/>
                    <a:pt x="852" y="96"/>
                  </a:cubicBezTo>
                  <a:cubicBezTo>
                    <a:pt x="844" y="90"/>
                    <a:pt x="699" y="1"/>
                    <a:pt x="48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4" name="Google Shape;4464;p10"/>
            <p:cNvSpPr/>
            <p:nvPr/>
          </p:nvSpPr>
          <p:spPr>
            <a:xfrm>
              <a:off x="1891583" y="2558591"/>
              <a:ext cx="55189" cy="21292"/>
            </a:xfrm>
            <a:custGeom>
              <a:rect b="b" l="l" r="r" t="t"/>
              <a:pathLst>
                <a:path extrusionOk="0" h="348" w="902">
                  <a:moveTo>
                    <a:pt x="317" y="1"/>
                  </a:moveTo>
                  <a:cubicBezTo>
                    <a:pt x="251" y="1"/>
                    <a:pt x="178" y="8"/>
                    <a:pt x="100" y="27"/>
                  </a:cubicBezTo>
                  <a:cubicBezTo>
                    <a:pt x="1" y="56"/>
                    <a:pt x="26" y="195"/>
                    <a:pt x="119" y="195"/>
                  </a:cubicBezTo>
                  <a:cubicBezTo>
                    <a:pt x="125" y="195"/>
                    <a:pt x="131" y="195"/>
                    <a:pt x="137" y="194"/>
                  </a:cubicBezTo>
                  <a:cubicBezTo>
                    <a:pt x="202" y="178"/>
                    <a:pt x="262" y="171"/>
                    <a:pt x="317" y="171"/>
                  </a:cubicBezTo>
                  <a:cubicBezTo>
                    <a:pt x="572" y="171"/>
                    <a:pt x="716" y="313"/>
                    <a:pt x="726" y="323"/>
                  </a:cubicBezTo>
                  <a:cubicBezTo>
                    <a:pt x="741" y="339"/>
                    <a:pt x="763" y="348"/>
                    <a:pt x="788" y="348"/>
                  </a:cubicBezTo>
                  <a:cubicBezTo>
                    <a:pt x="865" y="348"/>
                    <a:pt x="902" y="255"/>
                    <a:pt x="849" y="203"/>
                  </a:cubicBezTo>
                  <a:cubicBezTo>
                    <a:pt x="839" y="193"/>
                    <a:pt x="649" y="1"/>
                    <a:pt x="3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5" name="Google Shape;4465;p10"/>
            <p:cNvSpPr/>
            <p:nvPr/>
          </p:nvSpPr>
          <p:spPr>
            <a:xfrm>
              <a:off x="1752758" y="2570583"/>
              <a:ext cx="56963" cy="16092"/>
            </a:xfrm>
            <a:custGeom>
              <a:rect b="b" l="l" r="r" t="t"/>
              <a:pathLst>
                <a:path extrusionOk="0" h="263" w="931">
                  <a:moveTo>
                    <a:pt x="477" y="0"/>
                  </a:moveTo>
                  <a:cubicBezTo>
                    <a:pt x="362" y="0"/>
                    <a:pt x="227" y="25"/>
                    <a:pt x="80" y="99"/>
                  </a:cubicBezTo>
                  <a:cubicBezTo>
                    <a:pt x="0" y="139"/>
                    <a:pt x="28" y="263"/>
                    <a:pt x="117" y="263"/>
                  </a:cubicBezTo>
                  <a:cubicBezTo>
                    <a:pt x="133" y="263"/>
                    <a:pt x="145" y="260"/>
                    <a:pt x="157" y="254"/>
                  </a:cubicBezTo>
                  <a:cubicBezTo>
                    <a:pt x="279" y="191"/>
                    <a:pt x="390" y="171"/>
                    <a:pt x="482" y="171"/>
                  </a:cubicBezTo>
                  <a:cubicBezTo>
                    <a:pt x="646" y="171"/>
                    <a:pt x="753" y="234"/>
                    <a:pt x="759" y="238"/>
                  </a:cubicBezTo>
                  <a:cubicBezTo>
                    <a:pt x="776" y="249"/>
                    <a:pt x="792" y="253"/>
                    <a:pt x="807" y="253"/>
                  </a:cubicBezTo>
                  <a:cubicBezTo>
                    <a:pt x="883" y="253"/>
                    <a:pt x="931" y="144"/>
                    <a:pt x="851" y="93"/>
                  </a:cubicBezTo>
                  <a:cubicBezTo>
                    <a:pt x="841" y="89"/>
                    <a:pt x="696" y="0"/>
                    <a:pt x="47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6" name="Google Shape;4466;p10"/>
            <p:cNvSpPr/>
            <p:nvPr/>
          </p:nvSpPr>
          <p:spPr>
            <a:xfrm>
              <a:off x="1729508" y="2521881"/>
              <a:ext cx="57208" cy="16153"/>
            </a:xfrm>
            <a:custGeom>
              <a:rect b="b" l="l" r="r" t="t"/>
              <a:pathLst>
                <a:path extrusionOk="0" h="264" w="935">
                  <a:moveTo>
                    <a:pt x="480" y="1"/>
                  </a:moveTo>
                  <a:cubicBezTo>
                    <a:pt x="365" y="1"/>
                    <a:pt x="229" y="25"/>
                    <a:pt x="81" y="100"/>
                  </a:cubicBezTo>
                  <a:cubicBezTo>
                    <a:pt x="1" y="140"/>
                    <a:pt x="32" y="263"/>
                    <a:pt x="121" y="263"/>
                  </a:cubicBezTo>
                  <a:cubicBezTo>
                    <a:pt x="133" y="263"/>
                    <a:pt x="149" y="260"/>
                    <a:pt x="161" y="254"/>
                  </a:cubicBezTo>
                  <a:cubicBezTo>
                    <a:pt x="283" y="191"/>
                    <a:pt x="393" y="171"/>
                    <a:pt x="485" y="171"/>
                  </a:cubicBezTo>
                  <a:cubicBezTo>
                    <a:pt x="649" y="171"/>
                    <a:pt x="755" y="234"/>
                    <a:pt x="763" y="238"/>
                  </a:cubicBezTo>
                  <a:cubicBezTo>
                    <a:pt x="779" y="249"/>
                    <a:pt x="795" y="253"/>
                    <a:pt x="810" y="253"/>
                  </a:cubicBezTo>
                  <a:cubicBezTo>
                    <a:pt x="884" y="253"/>
                    <a:pt x="934" y="145"/>
                    <a:pt x="852" y="93"/>
                  </a:cubicBezTo>
                  <a:cubicBezTo>
                    <a:pt x="844" y="89"/>
                    <a:pt x="699" y="1"/>
                    <a:pt x="48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7" name="Google Shape;4467;p10"/>
            <p:cNvSpPr/>
            <p:nvPr/>
          </p:nvSpPr>
          <p:spPr>
            <a:xfrm>
              <a:off x="1698794" y="2547394"/>
              <a:ext cx="57024" cy="16275"/>
            </a:xfrm>
            <a:custGeom>
              <a:rect b="b" l="l" r="r" t="t"/>
              <a:pathLst>
                <a:path extrusionOk="0" h="266" w="932">
                  <a:moveTo>
                    <a:pt x="482" y="1"/>
                  </a:moveTo>
                  <a:cubicBezTo>
                    <a:pt x="366" y="1"/>
                    <a:pt x="229" y="26"/>
                    <a:pt x="80" y="102"/>
                  </a:cubicBezTo>
                  <a:cubicBezTo>
                    <a:pt x="0" y="142"/>
                    <a:pt x="31" y="266"/>
                    <a:pt x="120" y="266"/>
                  </a:cubicBezTo>
                  <a:cubicBezTo>
                    <a:pt x="133" y="266"/>
                    <a:pt x="148" y="262"/>
                    <a:pt x="160" y="256"/>
                  </a:cubicBezTo>
                  <a:cubicBezTo>
                    <a:pt x="282" y="194"/>
                    <a:pt x="392" y="174"/>
                    <a:pt x="485" y="174"/>
                  </a:cubicBezTo>
                  <a:cubicBezTo>
                    <a:pt x="648" y="174"/>
                    <a:pt x="754" y="237"/>
                    <a:pt x="762" y="241"/>
                  </a:cubicBezTo>
                  <a:cubicBezTo>
                    <a:pt x="778" y="251"/>
                    <a:pt x="793" y="255"/>
                    <a:pt x="808" y="255"/>
                  </a:cubicBezTo>
                  <a:cubicBezTo>
                    <a:pt x="882" y="255"/>
                    <a:pt x="931" y="147"/>
                    <a:pt x="851" y="96"/>
                  </a:cubicBezTo>
                  <a:cubicBezTo>
                    <a:pt x="843" y="90"/>
                    <a:pt x="700" y="1"/>
                    <a:pt x="48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8" name="Google Shape;4468;p10"/>
            <p:cNvSpPr/>
            <p:nvPr/>
          </p:nvSpPr>
          <p:spPr>
            <a:xfrm>
              <a:off x="1847470" y="2578170"/>
              <a:ext cx="57024" cy="16275"/>
            </a:xfrm>
            <a:custGeom>
              <a:rect b="b" l="l" r="r" t="t"/>
              <a:pathLst>
                <a:path extrusionOk="0" h="266" w="932">
                  <a:moveTo>
                    <a:pt x="481" y="1"/>
                  </a:moveTo>
                  <a:cubicBezTo>
                    <a:pt x="365" y="1"/>
                    <a:pt x="228" y="26"/>
                    <a:pt x="81" y="102"/>
                  </a:cubicBezTo>
                  <a:cubicBezTo>
                    <a:pt x="0" y="142"/>
                    <a:pt x="28" y="262"/>
                    <a:pt x="121" y="265"/>
                  </a:cubicBezTo>
                  <a:cubicBezTo>
                    <a:pt x="133" y="262"/>
                    <a:pt x="145" y="259"/>
                    <a:pt x="158" y="256"/>
                  </a:cubicBezTo>
                  <a:cubicBezTo>
                    <a:pt x="280" y="194"/>
                    <a:pt x="391" y="174"/>
                    <a:pt x="484" y="174"/>
                  </a:cubicBezTo>
                  <a:cubicBezTo>
                    <a:pt x="648" y="174"/>
                    <a:pt x="754" y="237"/>
                    <a:pt x="762" y="241"/>
                  </a:cubicBezTo>
                  <a:cubicBezTo>
                    <a:pt x="778" y="251"/>
                    <a:pt x="794" y="256"/>
                    <a:pt x="809" y="256"/>
                  </a:cubicBezTo>
                  <a:cubicBezTo>
                    <a:pt x="883" y="256"/>
                    <a:pt x="931" y="147"/>
                    <a:pt x="852" y="96"/>
                  </a:cubicBezTo>
                  <a:cubicBezTo>
                    <a:pt x="844" y="90"/>
                    <a:pt x="699" y="1"/>
                    <a:pt x="48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9" name="Google Shape;4469;p10"/>
            <p:cNvSpPr/>
            <p:nvPr/>
          </p:nvSpPr>
          <p:spPr>
            <a:xfrm>
              <a:off x="1228906" y="3025131"/>
              <a:ext cx="28941" cy="51885"/>
            </a:xfrm>
            <a:custGeom>
              <a:rect b="b" l="l" r="r" t="t"/>
              <a:pathLst>
                <a:path extrusionOk="0" h="848" w="473">
                  <a:moveTo>
                    <a:pt x="345" y="1"/>
                  </a:moveTo>
                  <a:cubicBezTo>
                    <a:pt x="324" y="1"/>
                    <a:pt x="303" y="9"/>
                    <a:pt x="284" y="30"/>
                  </a:cubicBezTo>
                  <a:cubicBezTo>
                    <a:pt x="272" y="43"/>
                    <a:pt x="0" y="317"/>
                    <a:pt x="117" y="783"/>
                  </a:cubicBezTo>
                  <a:cubicBezTo>
                    <a:pt x="127" y="820"/>
                    <a:pt x="161" y="848"/>
                    <a:pt x="201" y="848"/>
                  </a:cubicBezTo>
                  <a:cubicBezTo>
                    <a:pt x="207" y="848"/>
                    <a:pt x="216" y="848"/>
                    <a:pt x="222" y="845"/>
                  </a:cubicBezTo>
                  <a:cubicBezTo>
                    <a:pt x="268" y="832"/>
                    <a:pt x="296" y="786"/>
                    <a:pt x="284" y="740"/>
                  </a:cubicBezTo>
                  <a:cubicBezTo>
                    <a:pt x="191" y="376"/>
                    <a:pt x="395" y="163"/>
                    <a:pt x="404" y="154"/>
                  </a:cubicBezTo>
                  <a:cubicBezTo>
                    <a:pt x="473" y="92"/>
                    <a:pt x="413" y="1"/>
                    <a:pt x="34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0" name="Google Shape;4470;p10"/>
            <p:cNvSpPr/>
            <p:nvPr/>
          </p:nvSpPr>
          <p:spPr>
            <a:xfrm>
              <a:off x="1202658" y="3096533"/>
              <a:ext cx="28573" cy="51640"/>
            </a:xfrm>
            <a:custGeom>
              <a:rect b="b" l="l" r="r" t="t"/>
              <a:pathLst>
                <a:path extrusionOk="0" h="844" w="467">
                  <a:moveTo>
                    <a:pt x="343" y="0"/>
                  </a:moveTo>
                  <a:cubicBezTo>
                    <a:pt x="323" y="0"/>
                    <a:pt x="303" y="8"/>
                    <a:pt x="284" y="26"/>
                  </a:cubicBezTo>
                  <a:cubicBezTo>
                    <a:pt x="272" y="38"/>
                    <a:pt x="0" y="313"/>
                    <a:pt x="118" y="779"/>
                  </a:cubicBezTo>
                  <a:cubicBezTo>
                    <a:pt x="127" y="816"/>
                    <a:pt x="161" y="843"/>
                    <a:pt x="201" y="843"/>
                  </a:cubicBezTo>
                  <a:cubicBezTo>
                    <a:pt x="207" y="843"/>
                    <a:pt x="213" y="840"/>
                    <a:pt x="223" y="840"/>
                  </a:cubicBezTo>
                  <a:cubicBezTo>
                    <a:pt x="269" y="828"/>
                    <a:pt x="293" y="782"/>
                    <a:pt x="284" y="735"/>
                  </a:cubicBezTo>
                  <a:cubicBezTo>
                    <a:pt x="192" y="368"/>
                    <a:pt x="395" y="156"/>
                    <a:pt x="404" y="149"/>
                  </a:cubicBezTo>
                  <a:cubicBezTo>
                    <a:pt x="466" y="88"/>
                    <a:pt x="409" y="0"/>
                    <a:pt x="34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1" name="Google Shape;4471;p10"/>
            <p:cNvSpPr/>
            <p:nvPr/>
          </p:nvSpPr>
          <p:spPr>
            <a:xfrm>
              <a:off x="1170965" y="3136792"/>
              <a:ext cx="24780" cy="52497"/>
            </a:xfrm>
            <a:custGeom>
              <a:rect b="b" l="l" r="r" t="t"/>
              <a:pathLst>
                <a:path extrusionOk="0" h="858" w="405">
                  <a:moveTo>
                    <a:pt x="287" y="1"/>
                  </a:moveTo>
                  <a:cubicBezTo>
                    <a:pt x="262" y="1"/>
                    <a:pt x="237" y="12"/>
                    <a:pt x="219" y="40"/>
                  </a:cubicBezTo>
                  <a:cubicBezTo>
                    <a:pt x="210" y="56"/>
                    <a:pt x="0" y="380"/>
                    <a:pt x="210" y="812"/>
                  </a:cubicBezTo>
                  <a:cubicBezTo>
                    <a:pt x="225" y="839"/>
                    <a:pt x="256" y="858"/>
                    <a:pt x="287" y="858"/>
                  </a:cubicBezTo>
                  <a:cubicBezTo>
                    <a:pt x="352" y="858"/>
                    <a:pt x="392" y="790"/>
                    <a:pt x="364" y="734"/>
                  </a:cubicBezTo>
                  <a:cubicBezTo>
                    <a:pt x="198" y="395"/>
                    <a:pt x="355" y="145"/>
                    <a:pt x="361" y="136"/>
                  </a:cubicBezTo>
                  <a:cubicBezTo>
                    <a:pt x="405" y="68"/>
                    <a:pt x="347" y="1"/>
                    <a:pt x="28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2" name="Google Shape;4472;p10"/>
            <p:cNvSpPr/>
            <p:nvPr/>
          </p:nvSpPr>
          <p:spPr>
            <a:xfrm>
              <a:off x="1615462" y="3189899"/>
              <a:ext cx="69751" cy="71892"/>
            </a:xfrm>
            <a:custGeom>
              <a:rect b="b" l="l" r="r" t="t"/>
              <a:pathLst>
                <a:path extrusionOk="0" h="1175" w="1140">
                  <a:moveTo>
                    <a:pt x="708" y="0"/>
                  </a:moveTo>
                  <a:cubicBezTo>
                    <a:pt x="655" y="0"/>
                    <a:pt x="600" y="49"/>
                    <a:pt x="625" y="116"/>
                  </a:cubicBezTo>
                  <a:cubicBezTo>
                    <a:pt x="727" y="385"/>
                    <a:pt x="813" y="659"/>
                    <a:pt x="881" y="940"/>
                  </a:cubicBezTo>
                  <a:cubicBezTo>
                    <a:pt x="727" y="804"/>
                    <a:pt x="431" y="489"/>
                    <a:pt x="184" y="203"/>
                  </a:cubicBezTo>
                  <a:cubicBezTo>
                    <a:pt x="165" y="183"/>
                    <a:pt x="143" y="174"/>
                    <a:pt x="122" y="174"/>
                  </a:cubicBezTo>
                  <a:cubicBezTo>
                    <a:pt x="58" y="174"/>
                    <a:pt x="1" y="251"/>
                    <a:pt x="54" y="314"/>
                  </a:cubicBezTo>
                  <a:cubicBezTo>
                    <a:pt x="267" y="560"/>
                    <a:pt x="779" y="1134"/>
                    <a:pt x="927" y="1171"/>
                  </a:cubicBezTo>
                  <a:cubicBezTo>
                    <a:pt x="936" y="1174"/>
                    <a:pt x="946" y="1174"/>
                    <a:pt x="955" y="1174"/>
                  </a:cubicBezTo>
                  <a:cubicBezTo>
                    <a:pt x="983" y="1174"/>
                    <a:pt x="1010" y="1162"/>
                    <a:pt x="1032" y="1140"/>
                  </a:cubicBezTo>
                  <a:cubicBezTo>
                    <a:pt x="1063" y="1103"/>
                    <a:pt x="1140" y="1020"/>
                    <a:pt x="785" y="58"/>
                  </a:cubicBezTo>
                  <a:cubicBezTo>
                    <a:pt x="771" y="17"/>
                    <a:pt x="740" y="0"/>
                    <a:pt x="70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3" name="Google Shape;4473;p10"/>
            <p:cNvSpPr/>
            <p:nvPr/>
          </p:nvSpPr>
          <p:spPr>
            <a:xfrm>
              <a:off x="2436421" y="3208744"/>
              <a:ext cx="55617" cy="87005"/>
            </a:xfrm>
            <a:custGeom>
              <a:rect b="b" l="l" r="r" t="t"/>
              <a:pathLst>
                <a:path extrusionOk="0" h="1422" w="909">
                  <a:moveTo>
                    <a:pt x="421" y="1"/>
                  </a:moveTo>
                  <a:cubicBezTo>
                    <a:pt x="387" y="1"/>
                    <a:pt x="355" y="19"/>
                    <a:pt x="343" y="61"/>
                  </a:cubicBezTo>
                  <a:cubicBezTo>
                    <a:pt x="207" y="481"/>
                    <a:pt x="1" y="1205"/>
                    <a:pt x="139" y="1372"/>
                  </a:cubicBezTo>
                  <a:cubicBezTo>
                    <a:pt x="164" y="1403"/>
                    <a:pt x="201" y="1421"/>
                    <a:pt x="241" y="1421"/>
                  </a:cubicBezTo>
                  <a:cubicBezTo>
                    <a:pt x="247" y="1421"/>
                    <a:pt x="257" y="1418"/>
                    <a:pt x="263" y="1418"/>
                  </a:cubicBezTo>
                  <a:cubicBezTo>
                    <a:pt x="531" y="1381"/>
                    <a:pt x="787" y="638"/>
                    <a:pt x="886" y="320"/>
                  </a:cubicBezTo>
                  <a:cubicBezTo>
                    <a:pt x="908" y="253"/>
                    <a:pt x="854" y="207"/>
                    <a:pt x="802" y="207"/>
                  </a:cubicBezTo>
                  <a:cubicBezTo>
                    <a:pt x="768" y="207"/>
                    <a:pt x="734" y="226"/>
                    <a:pt x="722" y="271"/>
                  </a:cubicBezTo>
                  <a:cubicBezTo>
                    <a:pt x="577" y="740"/>
                    <a:pt x="371" y="1168"/>
                    <a:pt x="263" y="1239"/>
                  </a:cubicBezTo>
                  <a:cubicBezTo>
                    <a:pt x="235" y="1098"/>
                    <a:pt x="358" y="564"/>
                    <a:pt x="506" y="117"/>
                  </a:cubicBezTo>
                  <a:cubicBezTo>
                    <a:pt x="531" y="48"/>
                    <a:pt x="475" y="1"/>
                    <a:pt x="4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4" name="Google Shape;4474;p10"/>
            <p:cNvSpPr/>
            <p:nvPr/>
          </p:nvSpPr>
          <p:spPr>
            <a:xfrm>
              <a:off x="1196111" y="2365679"/>
              <a:ext cx="46256" cy="30042"/>
            </a:xfrm>
            <a:custGeom>
              <a:rect b="b" l="l" r="r" t="t"/>
              <a:pathLst>
                <a:path extrusionOk="0" h="491" w="756">
                  <a:moveTo>
                    <a:pt x="175" y="0"/>
                  </a:moveTo>
                  <a:cubicBezTo>
                    <a:pt x="152" y="0"/>
                    <a:pt x="130" y="1"/>
                    <a:pt x="111" y="3"/>
                  </a:cubicBezTo>
                  <a:cubicBezTo>
                    <a:pt x="0" y="12"/>
                    <a:pt x="11" y="173"/>
                    <a:pt x="115" y="173"/>
                  </a:cubicBezTo>
                  <a:cubicBezTo>
                    <a:pt x="118" y="173"/>
                    <a:pt x="122" y="173"/>
                    <a:pt x="126" y="173"/>
                  </a:cubicBezTo>
                  <a:cubicBezTo>
                    <a:pt x="127" y="173"/>
                    <a:pt x="142" y="172"/>
                    <a:pt x="165" y="172"/>
                  </a:cubicBezTo>
                  <a:cubicBezTo>
                    <a:pt x="264" y="172"/>
                    <a:pt x="519" y="194"/>
                    <a:pt x="576" y="426"/>
                  </a:cubicBezTo>
                  <a:cubicBezTo>
                    <a:pt x="586" y="463"/>
                    <a:pt x="623" y="491"/>
                    <a:pt x="660" y="491"/>
                  </a:cubicBezTo>
                  <a:cubicBezTo>
                    <a:pt x="669" y="491"/>
                    <a:pt x="675" y="487"/>
                    <a:pt x="681" y="487"/>
                  </a:cubicBezTo>
                  <a:cubicBezTo>
                    <a:pt x="727" y="475"/>
                    <a:pt x="755" y="429"/>
                    <a:pt x="743" y="383"/>
                  </a:cubicBezTo>
                  <a:cubicBezTo>
                    <a:pt x="666" y="77"/>
                    <a:pt x="368" y="0"/>
                    <a:pt x="17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5" name="Google Shape;4475;p10"/>
            <p:cNvSpPr/>
            <p:nvPr/>
          </p:nvSpPr>
          <p:spPr>
            <a:xfrm>
              <a:off x="1224194" y="2406488"/>
              <a:ext cx="36833" cy="42462"/>
            </a:xfrm>
            <a:custGeom>
              <a:rect b="b" l="l" r="r" t="t"/>
              <a:pathLst>
                <a:path extrusionOk="0" h="694" w="602">
                  <a:moveTo>
                    <a:pt x="97" y="1"/>
                  </a:moveTo>
                  <a:cubicBezTo>
                    <a:pt x="62" y="1"/>
                    <a:pt x="28" y="21"/>
                    <a:pt x="15" y="55"/>
                  </a:cubicBezTo>
                  <a:cubicBezTo>
                    <a:pt x="0" y="101"/>
                    <a:pt x="22" y="150"/>
                    <a:pt x="65" y="166"/>
                  </a:cubicBezTo>
                  <a:cubicBezTo>
                    <a:pt x="80" y="169"/>
                    <a:pt x="420" y="305"/>
                    <a:pt x="358" y="592"/>
                  </a:cubicBezTo>
                  <a:cubicBezTo>
                    <a:pt x="349" y="635"/>
                    <a:pt x="376" y="681"/>
                    <a:pt x="423" y="693"/>
                  </a:cubicBezTo>
                  <a:lnTo>
                    <a:pt x="441" y="693"/>
                  </a:lnTo>
                  <a:cubicBezTo>
                    <a:pt x="481" y="693"/>
                    <a:pt x="515" y="666"/>
                    <a:pt x="524" y="629"/>
                  </a:cubicBezTo>
                  <a:cubicBezTo>
                    <a:pt x="601" y="283"/>
                    <a:pt x="296" y="70"/>
                    <a:pt x="127" y="6"/>
                  </a:cubicBezTo>
                  <a:cubicBezTo>
                    <a:pt x="117" y="2"/>
                    <a:pt x="107" y="1"/>
                    <a:pt x="9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6" name="Google Shape;4476;p10"/>
            <p:cNvSpPr/>
            <p:nvPr/>
          </p:nvSpPr>
          <p:spPr>
            <a:xfrm>
              <a:off x="1136641" y="2333741"/>
              <a:ext cx="46256" cy="30103"/>
            </a:xfrm>
            <a:custGeom>
              <a:rect b="b" l="l" r="r" t="t"/>
              <a:pathLst>
                <a:path extrusionOk="0" h="492" w="756">
                  <a:moveTo>
                    <a:pt x="174" y="1"/>
                  </a:moveTo>
                  <a:cubicBezTo>
                    <a:pt x="151" y="1"/>
                    <a:pt x="130" y="2"/>
                    <a:pt x="111" y="4"/>
                  </a:cubicBezTo>
                  <a:cubicBezTo>
                    <a:pt x="1" y="16"/>
                    <a:pt x="14" y="174"/>
                    <a:pt x="118" y="174"/>
                  </a:cubicBezTo>
                  <a:cubicBezTo>
                    <a:pt x="122" y="174"/>
                    <a:pt x="125" y="174"/>
                    <a:pt x="129" y="174"/>
                  </a:cubicBezTo>
                  <a:cubicBezTo>
                    <a:pt x="130" y="174"/>
                    <a:pt x="144" y="172"/>
                    <a:pt x="167" y="172"/>
                  </a:cubicBezTo>
                  <a:cubicBezTo>
                    <a:pt x="264" y="172"/>
                    <a:pt x="520" y="195"/>
                    <a:pt x="580" y="427"/>
                  </a:cubicBezTo>
                  <a:cubicBezTo>
                    <a:pt x="589" y="464"/>
                    <a:pt x="623" y="491"/>
                    <a:pt x="660" y="491"/>
                  </a:cubicBezTo>
                  <a:cubicBezTo>
                    <a:pt x="669" y="491"/>
                    <a:pt x="675" y="491"/>
                    <a:pt x="682" y="488"/>
                  </a:cubicBezTo>
                  <a:cubicBezTo>
                    <a:pt x="728" y="476"/>
                    <a:pt x="756" y="430"/>
                    <a:pt x="743" y="383"/>
                  </a:cubicBezTo>
                  <a:cubicBezTo>
                    <a:pt x="669" y="80"/>
                    <a:pt x="367" y="1"/>
                    <a:pt x="17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7" name="Google Shape;4477;p10"/>
            <p:cNvSpPr/>
            <p:nvPr/>
          </p:nvSpPr>
          <p:spPr>
            <a:xfrm>
              <a:off x="1140802" y="2378099"/>
              <a:ext cx="46256" cy="30103"/>
            </a:xfrm>
            <a:custGeom>
              <a:rect b="b" l="l" r="r" t="t"/>
              <a:pathLst>
                <a:path extrusionOk="0" h="492" w="756">
                  <a:moveTo>
                    <a:pt x="176" y="1"/>
                  </a:moveTo>
                  <a:cubicBezTo>
                    <a:pt x="152" y="1"/>
                    <a:pt x="131" y="2"/>
                    <a:pt x="111" y="4"/>
                  </a:cubicBezTo>
                  <a:cubicBezTo>
                    <a:pt x="1" y="13"/>
                    <a:pt x="11" y="174"/>
                    <a:pt x="115" y="174"/>
                  </a:cubicBezTo>
                  <a:cubicBezTo>
                    <a:pt x="119" y="174"/>
                    <a:pt x="122" y="174"/>
                    <a:pt x="126" y="173"/>
                  </a:cubicBezTo>
                  <a:cubicBezTo>
                    <a:pt x="127" y="173"/>
                    <a:pt x="141" y="172"/>
                    <a:pt x="164" y="172"/>
                  </a:cubicBezTo>
                  <a:cubicBezTo>
                    <a:pt x="262" y="172"/>
                    <a:pt x="519" y="194"/>
                    <a:pt x="577" y="426"/>
                  </a:cubicBezTo>
                  <a:cubicBezTo>
                    <a:pt x="586" y="463"/>
                    <a:pt x="620" y="491"/>
                    <a:pt x="660" y="491"/>
                  </a:cubicBezTo>
                  <a:cubicBezTo>
                    <a:pt x="666" y="488"/>
                    <a:pt x="675" y="488"/>
                    <a:pt x="681" y="488"/>
                  </a:cubicBezTo>
                  <a:cubicBezTo>
                    <a:pt x="728" y="476"/>
                    <a:pt x="755" y="429"/>
                    <a:pt x="743" y="383"/>
                  </a:cubicBezTo>
                  <a:cubicBezTo>
                    <a:pt x="666" y="78"/>
                    <a:pt x="368" y="1"/>
                    <a:pt x="17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8" name="Google Shape;4478;p10"/>
            <p:cNvSpPr/>
            <p:nvPr/>
          </p:nvSpPr>
          <p:spPr>
            <a:xfrm>
              <a:off x="1088245" y="2345978"/>
              <a:ext cx="51824" cy="21048"/>
            </a:xfrm>
            <a:custGeom>
              <a:rect b="b" l="l" r="r" t="t"/>
              <a:pathLst>
                <a:path extrusionOk="0" h="344" w="847">
                  <a:moveTo>
                    <a:pt x="412" y="1"/>
                  </a:moveTo>
                  <a:cubicBezTo>
                    <a:pt x="286" y="1"/>
                    <a:pt x="167" y="38"/>
                    <a:pt x="91" y="75"/>
                  </a:cubicBezTo>
                  <a:cubicBezTo>
                    <a:pt x="1" y="120"/>
                    <a:pt x="45" y="240"/>
                    <a:pt x="125" y="240"/>
                  </a:cubicBezTo>
                  <a:cubicBezTo>
                    <a:pt x="139" y="240"/>
                    <a:pt x="153" y="237"/>
                    <a:pt x="168" y="230"/>
                  </a:cubicBezTo>
                  <a:cubicBezTo>
                    <a:pt x="170" y="230"/>
                    <a:pt x="284" y="173"/>
                    <a:pt x="412" y="173"/>
                  </a:cubicBezTo>
                  <a:cubicBezTo>
                    <a:pt x="505" y="173"/>
                    <a:pt x="606" y="203"/>
                    <a:pt x="677" y="304"/>
                  </a:cubicBezTo>
                  <a:cubicBezTo>
                    <a:pt x="692" y="328"/>
                    <a:pt x="720" y="341"/>
                    <a:pt x="748" y="344"/>
                  </a:cubicBezTo>
                  <a:cubicBezTo>
                    <a:pt x="766" y="341"/>
                    <a:pt x="782" y="334"/>
                    <a:pt x="797" y="322"/>
                  </a:cubicBezTo>
                  <a:cubicBezTo>
                    <a:pt x="837" y="294"/>
                    <a:pt x="846" y="242"/>
                    <a:pt x="819" y="205"/>
                  </a:cubicBezTo>
                  <a:cubicBezTo>
                    <a:pt x="710" y="50"/>
                    <a:pt x="556" y="1"/>
                    <a:pt x="4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479" name="Google Shape;4479;p10"/>
          <p:cNvSpPr txBox="1"/>
          <p:nvPr/>
        </p:nvSpPr>
        <p:spPr>
          <a:xfrm>
            <a:off x="3557524" y="1936425"/>
            <a:ext cx="3717495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Szűrés: faj, nem, kor, méret</a:t>
            </a:r>
            <a:endParaRPr/>
          </a:p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Legördülő szűrők</a:t>
            </a:r>
            <a:endParaRPr/>
          </a:p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Találatok száma</a:t>
            </a:r>
            <a:endParaRPr/>
          </a:p>
        </p:txBody>
      </p:sp>
      <p:pic>
        <p:nvPicPr>
          <p:cNvPr id="4480" name="Google Shape;4480;p10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485587" y="1363143"/>
            <a:ext cx="1779641" cy="293484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484" name="Shape 4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5" name="Google Shape;4485;p11"/>
          <p:cNvSpPr txBox="1"/>
          <p:nvPr>
            <p:ph type="title"/>
          </p:nvPr>
        </p:nvSpPr>
        <p:spPr>
          <a:xfrm>
            <a:off x="2024365" y="408504"/>
            <a:ext cx="48807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Felhasználó kezelés</a:t>
            </a:r>
            <a:endParaRPr/>
          </a:p>
        </p:txBody>
      </p:sp>
      <p:grpSp>
        <p:nvGrpSpPr>
          <p:cNvPr id="4486" name="Google Shape;4486;p11"/>
          <p:cNvGrpSpPr/>
          <p:nvPr/>
        </p:nvGrpSpPr>
        <p:grpSpPr>
          <a:xfrm flipH="1">
            <a:off x="240610" y="3589487"/>
            <a:ext cx="1194510" cy="1287210"/>
            <a:chOff x="1569600" y="1600550"/>
            <a:chExt cx="744800" cy="802600"/>
          </a:xfrm>
        </p:grpSpPr>
        <p:sp>
          <p:nvSpPr>
            <p:cNvPr id="4487" name="Google Shape;4487;p11"/>
            <p:cNvSpPr/>
            <p:nvPr/>
          </p:nvSpPr>
          <p:spPr>
            <a:xfrm>
              <a:off x="1572375" y="1600550"/>
              <a:ext cx="742025" cy="802600"/>
            </a:xfrm>
            <a:custGeom>
              <a:rect b="b" l="l" r="r" t="t"/>
              <a:pathLst>
                <a:path extrusionOk="0" h="32104" w="29681">
                  <a:moveTo>
                    <a:pt x="19913" y="0"/>
                  </a:moveTo>
                  <a:cubicBezTo>
                    <a:pt x="17010" y="0"/>
                    <a:pt x="13726" y="2733"/>
                    <a:pt x="13726" y="2733"/>
                  </a:cubicBezTo>
                  <a:cubicBezTo>
                    <a:pt x="13433" y="3029"/>
                    <a:pt x="13195" y="3411"/>
                    <a:pt x="13013" y="3856"/>
                  </a:cubicBezTo>
                  <a:lnTo>
                    <a:pt x="12001" y="2468"/>
                  </a:lnTo>
                  <a:cubicBezTo>
                    <a:pt x="11986" y="2448"/>
                    <a:pt x="11966" y="2440"/>
                    <a:pt x="11947" y="2440"/>
                  </a:cubicBezTo>
                  <a:cubicBezTo>
                    <a:pt x="11898" y="2440"/>
                    <a:pt x="11852" y="2495"/>
                    <a:pt x="11887" y="2551"/>
                  </a:cubicBezTo>
                  <a:lnTo>
                    <a:pt x="12862" y="3886"/>
                  </a:lnTo>
                  <a:cubicBezTo>
                    <a:pt x="12862" y="3902"/>
                    <a:pt x="12868" y="3917"/>
                    <a:pt x="12877" y="3930"/>
                  </a:cubicBezTo>
                  <a:lnTo>
                    <a:pt x="12948" y="4025"/>
                  </a:lnTo>
                  <a:cubicBezTo>
                    <a:pt x="12874" y="4238"/>
                    <a:pt x="12810" y="4457"/>
                    <a:pt x="12763" y="4679"/>
                  </a:cubicBezTo>
                  <a:cubicBezTo>
                    <a:pt x="12757" y="4673"/>
                    <a:pt x="12751" y="4670"/>
                    <a:pt x="12745" y="4667"/>
                  </a:cubicBezTo>
                  <a:lnTo>
                    <a:pt x="10191" y="2353"/>
                  </a:lnTo>
                  <a:cubicBezTo>
                    <a:pt x="10175" y="2339"/>
                    <a:pt x="10158" y="2333"/>
                    <a:pt x="10142" y="2333"/>
                  </a:cubicBezTo>
                  <a:cubicBezTo>
                    <a:pt x="10086" y="2333"/>
                    <a:pt x="10040" y="2407"/>
                    <a:pt x="10095" y="2455"/>
                  </a:cubicBezTo>
                  <a:lnTo>
                    <a:pt x="12729" y="4846"/>
                  </a:lnTo>
                  <a:cubicBezTo>
                    <a:pt x="12689" y="5071"/>
                    <a:pt x="12661" y="5296"/>
                    <a:pt x="12643" y="5521"/>
                  </a:cubicBezTo>
                  <a:lnTo>
                    <a:pt x="9855" y="4142"/>
                  </a:lnTo>
                  <a:lnTo>
                    <a:pt x="9849" y="4139"/>
                  </a:lnTo>
                  <a:cubicBezTo>
                    <a:pt x="9838" y="4135"/>
                    <a:pt x="9827" y="4133"/>
                    <a:pt x="9818" y="4133"/>
                  </a:cubicBezTo>
                  <a:cubicBezTo>
                    <a:pt x="9748" y="4133"/>
                    <a:pt x="9717" y="4236"/>
                    <a:pt x="9793" y="4269"/>
                  </a:cubicBezTo>
                  <a:lnTo>
                    <a:pt x="12591" y="5654"/>
                  </a:lnTo>
                  <a:cubicBezTo>
                    <a:pt x="12597" y="5666"/>
                    <a:pt x="12609" y="5675"/>
                    <a:pt x="12621" y="5681"/>
                  </a:cubicBezTo>
                  <a:lnTo>
                    <a:pt x="12634" y="5688"/>
                  </a:lnTo>
                  <a:cubicBezTo>
                    <a:pt x="12594" y="6542"/>
                    <a:pt x="12705" y="7393"/>
                    <a:pt x="12958" y="8207"/>
                  </a:cubicBezTo>
                  <a:cubicBezTo>
                    <a:pt x="12930" y="8932"/>
                    <a:pt x="13448" y="10305"/>
                    <a:pt x="14629" y="10989"/>
                  </a:cubicBezTo>
                  <a:cubicBezTo>
                    <a:pt x="15306" y="11384"/>
                    <a:pt x="16060" y="11628"/>
                    <a:pt x="16476" y="11628"/>
                  </a:cubicBezTo>
                  <a:cubicBezTo>
                    <a:pt x="16542" y="11628"/>
                    <a:pt x="16599" y="11622"/>
                    <a:pt x="16646" y="11609"/>
                  </a:cubicBezTo>
                  <a:cubicBezTo>
                    <a:pt x="16677" y="11616"/>
                    <a:pt x="16708" y="11622"/>
                    <a:pt x="16739" y="11625"/>
                  </a:cubicBezTo>
                  <a:lnTo>
                    <a:pt x="16751" y="11625"/>
                  </a:lnTo>
                  <a:cubicBezTo>
                    <a:pt x="16779" y="11625"/>
                    <a:pt x="16807" y="11606"/>
                    <a:pt x="16816" y="11579"/>
                  </a:cubicBezTo>
                  <a:cubicBezTo>
                    <a:pt x="17072" y="11631"/>
                    <a:pt x="17331" y="11671"/>
                    <a:pt x="17599" y="11708"/>
                  </a:cubicBezTo>
                  <a:cubicBezTo>
                    <a:pt x="17603" y="11730"/>
                    <a:pt x="17615" y="11748"/>
                    <a:pt x="17636" y="11761"/>
                  </a:cubicBezTo>
                  <a:cubicBezTo>
                    <a:pt x="17646" y="11798"/>
                    <a:pt x="17658" y="11835"/>
                    <a:pt x="17667" y="11875"/>
                  </a:cubicBezTo>
                  <a:cubicBezTo>
                    <a:pt x="18534" y="14718"/>
                    <a:pt x="17371" y="16128"/>
                    <a:pt x="15823" y="17349"/>
                  </a:cubicBezTo>
                  <a:cubicBezTo>
                    <a:pt x="15147" y="17750"/>
                    <a:pt x="14404" y="18234"/>
                    <a:pt x="13599" y="18814"/>
                  </a:cubicBezTo>
                  <a:cubicBezTo>
                    <a:pt x="13568" y="18836"/>
                    <a:pt x="13562" y="18879"/>
                    <a:pt x="13584" y="18913"/>
                  </a:cubicBezTo>
                  <a:cubicBezTo>
                    <a:pt x="13596" y="18928"/>
                    <a:pt x="13618" y="18941"/>
                    <a:pt x="13639" y="18941"/>
                  </a:cubicBezTo>
                  <a:cubicBezTo>
                    <a:pt x="13655" y="18941"/>
                    <a:pt x="13670" y="18938"/>
                    <a:pt x="13682" y="18928"/>
                  </a:cubicBezTo>
                  <a:cubicBezTo>
                    <a:pt x="13834" y="18820"/>
                    <a:pt x="13982" y="18716"/>
                    <a:pt x="14127" y="18614"/>
                  </a:cubicBezTo>
                  <a:lnTo>
                    <a:pt x="14127" y="18614"/>
                  </a:lnTo>
                  <a:cubicBezTo>
                    <a:pt x="12618" y="19770"/>
                    <a:pt x="11277" y="21143"/>
                    <a:pt x="11449" y="23746"/>
                  </a:cubicBezTo>
                  <a:cubicBezTo>
                    <a:pt x="11811" y="29146"/>
                    <a:pt x="13493" y="29554"/>
                    <a:pt x="13995" y="29554"/>
                  </a:cubicBezTo>
                  <a:cubicBezTo>
                    <a:pt x="14084" y="29554"/>
                    <a:pt x="14136" y="29541"/>
                    <a:pt x="14136" y="29541"/>
                  </a:cubicBezTo>
                  <a:lnTo>
                    <a:pt x="14136" y="29541"/>
                  </a:lnTo>
                  <a:cubicBezTo>
                    <a:pt x="14136" y="29541"/>
                    <a:pt x="14022" y="29610"/>
                    <a:pt x="13541" y="29610"/>
                  </a:cubicBezTo>
                  <a:cubicBezTo>
                    <a:pt x="12821" y="29610"/>
                    <a:pt x="11277" y="29457"/>
                    <a:pt x="8057" y="28693"/>
                  </a:cubicBezTo>
                  <a:cubicBezTo>
                    <a:pt x="1697" y="27188"/>
                    <a:pt x="10179" y="21343"/>
                    <a:pt x="10179" y="16819"/>
                  </a:cubicBezTo>
                  <a:cubicBezTo>
                    <a:pt x="10179" y="12494"/>
                    <a:pt x="6563" y="9592"/>
                    <a:pt x="3526" y="9592"/>
                  </a:cubicBezTo>
                  <a:cubicBezTo>
                    <a:pt x="3386" y="9592"/>
                    <a:pt x="3247" y="9598"/>
                    <a:pt x="3109" y="9611"/>
                  </a:cubicBezTo>
                  <a:cubicBezTo>
                    <a:pt x="0" y="9891"/>
                    <a:pt x="3251" y="10317"/>
                    <a:pt x="5373" y="15548"/>
                  </a:cubicBezTo>
                  <a:cubicBezTo>
                    <a:pt x="7492" y="20779"/>
                    <a:pt x="426" y="25584"/>
                    <a:pt x="5515" y="29400"/>
                  </a:cubicBezTo>
                  <a:cubicBezTo>
                    <a:pt x="8089" y="31331"/>
                    <a:pt x="12072" y="32104"/>
                    <a:pt x="15929" y="32104"/>
                  </a:cubicBezTo>
                  <a:cubicBezTo>
                    <a:pt x="19699" y="32104"/>
                    <a:pt x="23348" y="31365"/>
                    <a:pt x="25443" y="30248"/>
                  </a:cubicBezTo>
                  <a:cubicBezTo>
                    <a:pt x="29681" y="27987"/>
                    <a:pt x="24595" y="9895"/>
                    <a:pt x="24595" y="9895"/>
                  </a:cubicBezTo>
                  <a:lnTo>
                    <a:pt x="24539" y="9867"/>
                  </a:lnTo>
                  <a:cubicBezTo>
                    <a:pt x="25153" y="7532"/>
                    <a:pt x="24965" y="2899"/>
                    <a:pt x="24730" y="2662"/>
                  </a:cubicBezTo>
                  <a:cubicBezTo>
                    <a:pt x="24707" y="2639"/>
                    <a:pt x="24672" y="2628"/>
                    <a:pt x="24627" y="2628"/>
                  </a:cubicBezTo>
                  <a:cubicBezTo>
                    <a:pt x="24131" y="2628"/>
                    <a:pt x="22409" y="3895"/>
                    <a:pt x="21852" y="3895"/>
                  </a:cubicBezTo>
                  <a:cubicBezTo>
                    <a:pt x="21826" y="3895"/>
                    <a:pt x="21802" y="3892"/>
                    <a:pt x="21782" y="3886"/>
                  </a:cubicBezTo>
                  <a:cubicBezTo>
                    <a:pt x="21279" y="3741"/>
                    <a:pt x="18617" y="2014"/>
                    <a:pt x="18617" y="2014"/>
                  </a:cubicBezTo>
                  <a:cubicBezTo>
                    <a:pt x="18617" y="2014"/>
                    <a:pt x="20270" y="0"/>
                    <a:pt x="19913" y="0"/>
                  </a:cubicBezTo>
                  <a:close/>
                </a:path>
              </a:pathLst>
            </a:custGeom>
            <a:solidFill>
              <a:srgbClr val="261D2A"/>
            </a:solidFill>
            <a:ln cap="flat" cmpd="sng" w="985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73869" rotWithShape="0" algn="bl" dir="5400000" dist="24623">
                <a:srgbClr val="000000">
                  <a:alpha val="50196"/>
                </a:srgbClr>
              </a:outerShdw>
            </a:effectLst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8" name="Google Shape;4488;p11"/>
            <p:cNvSpPr/>
            <p:nvPr/>
          </p:nvSpPr>
          <p:spPr>
            <a:xfrm>
              <a:off x="1816575" y="2156300"/>
              <a:ext cx="700" cy="475"/>
            </a:xfrm>
            <a:custGeom>
              <a:rect b="b" l="l" r="r" t="t"/>
              <a:pathLst>
                <a:path extrusionOk="0" h="19" w="28">
                  <a:moveTo>
                    <a:pt x="9" y="0"/>
                  </a:moveTo>
                  <a:cubicBezTo>
                    <a:pt x="5" y="0"/>
                    <a:pt x="0" y="5"/>
                    <a:pt x="0" y="18"/>
                  </a:cubicBezTo>
                  <a:cubicBezTo>
                    <a:pt x="27" y="18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9" name="Google Shape;4489;p11"/>
            <p:cNvSpPr/>
            <p:nvPr/>
          </p:nvSpPr>
          <p:spPr>
            <a:xfrm>
              <a:off x="2302350" y="1606800"/>
              <a:ext cx="7500" cy="4575"/>
            </a:xfrm>
            <a:custGeom>
              <a:rect b="b" l="l" r="r" t="t"/>
              <a:pathLst>
                <a:path extrusionOk="0" h="183" w="300">
                  <a:moveTo>
                    <a:pt x="0" y="1"/>
                  </a:moveTo>
                  <a:lnTo>
                    <a:pt x="300" y="183"/>
                  </a:lnTo>
                  <a:cubicBezTo>
                    <a:pt x="263" y="57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0" name="Google Shape;4490;p11"/>
            <p:cNvSpPr/>
            <p:nvPr/>
          </p:nvSpPr>
          <p:spPr>
            <a:xfrm>
              <a:off x="1569600" y="1600575"/>
              <a:ext cx="742025" cy="802575"/>
            </a:xfrm>
            <a:custGeom>
              <a:rect b="b" l="l" r="r" t="t"/>
              <a:pathLst>
                <a:path extrusionOk="0" h="32103" w="29681">
                  <a:moveTo>
                    <a:pt x="19913" y="0"/>
                  </a:moveTo>
                  <a:cubicBezTo>
                    <a:pt x="17010" y="0"/>
                    <a:pt x="13726" y="2736"/>
                    <a:pt x="13726" y="2736"/>
                  </a:cubicBezTo>
                  <a:cubicBezTo>
                    <a:pt x="12298" y="4170"/>
                    <a:pt x="12143" y="7699"/>
                    <a:pt x="13941" y="10215"/>
                  </a:cubicBezTo>
                  <a:cubicBezTo>
                    <a:pt x="14509" y="11011"/>
                    <a:pt x="15974" y="11492"/>
                    <a:pt x="17621" y="11711"/>
                  </a:cubicBezTo>
                  <a:cubicBezTo>
                    <a:pt x="17636" y="11764"/>
                    <a:pt x="17652" y="11819"/>
                    <a:pt x="17667" y="11872"/>
                  </a:cubicBezTo>
                  <a:cubicBezTo>
                    <a:pt x="19647" y="18376"/>
                    <a:pt x="11027" y="17386"/>
                    <a:pt x="11449" y="23746"/>
                  </a:cubicBezTo>
                  <a:cubicBezTo>
                    <a:pt x="11811" y="29146"/>
                    <a:pt x="13493" y="29554"/>
                    <a:pt x="13995" y="29554"/>
                  </a:cubicBezTo>
                  <a:cubicBezTo>
                    <a:pt x="14084" y="29554"/>
                    <a:pt x="14136" y="29541"/>
                    <a:pt x="14136" y="29541"/>
                  </a:cubicBezTo>
                  <a:lnTo>
                    <a:pt x="14136" y="29541"/>
                  </a:lnTo>
                  <a:cubicBezTo>
                    <a:pt x="14136" y="29541"/>
                    <a:pt x="14022" y="29610"/>
                    <a:pt x="13541" y="29610"/>
                  </a:cubicBezTo>
                  <a:cubicBezTo>
                    <a:pt x="12821" y="29610"/>
                    <a:pt x="11277" y="29457"/>
                    <a:pt x="8057" y="28693"/>
                  </a:cubicBezTo>
                  <a:cubicBezTo>
                    <a:pt x="1697" y="27188"/>
                    <a:pt x="10179" y="21343"/>
                    <a:pt x="10179" y="16819"/>
                  </a:cubicBezTo>
                  <a:cubicBezTo>
                    <a:pt x="10179" y="12492"/>
                    <a:pt x="6560" y="9592"/>
                    <a:pt x="3522" y="9592"/>
                  </a:cubicBezTo>
                  <a:cubicBezTo>
                    <a:pt x="3383" y="9592"/>
                    <a:pt x="3246" y="9599"/>
                    <a:pt x="3109" y="9611"/>
                  </a:cubicBezTo>
                  <a:cubicBezTo>
                    <a:pt x="0" y="9891"/>
                    <a:pt x="3251" y="10317"/>
                    <a:pt x="5373" y="15548"/>
                  </a:cubicBezTo>
                  <a:cubicBezTo>
                    <a:pt x="7492" y="20779"/>
                    <a:pt x="426" y="25584"/>
                    <a:pt x="5515" y="29400"/>
                  </a:cubicBezTo>
                  <a:cubicBezTo>
                    <a:pt x="8088" y="31329"/>
                    <a:pt x="12073" y="32102"/>
                    <a:pt x="15931" y="32102"/>
                  </a:cubicBezTo>
                  <a:cubicBezTo>
                    <a:pt x="19700" y="32102"/>
                    <a:pt x="23349" y="31365"/>
                    <a:pt x="25443" y="30248"/>
                  </a:cubicBezTo>
                  <a:cubicBezTo>
                    <a:pt x="29681" y="27987"/>
                    <a:pt x="24595" y="9895"/>
                    <a:pt x="24595" y="9895"/>
                  </a:cubicBezTo>
                  <a:lnTo>
                    <a:pt x="24539" y="9870"/>
                  </a:lnTo>
                  <a:cubicBezTo>
                    <a:pt x="25153" y="7532"/>
                    <a:pt x="24965" y="2899"/>
                    <a:pt x="24730" y="2662"/>
                  </a:cubicBezTo>
                  <a:cubicBezTo>
                    <a:pt x="24707" y="2639"/>
                    <a:pt x="24672" y="2628"/>
                    <a:pt x="24627" y="2628"/>
                  </a:cubicBezTo>
                  <a:cubicBezTo>
                    <a:pt x="24131" y="2628"/>
                    <a:pt x="22409" y="3895"/>
                    <a:pt x="21852" y="3895"/>
                  </a:cubicBezTo>
                  <a:cubicBezTo>
                    <a:pt x="21826" y="3895"/>
                    <a:pt x="21802" y="3892"/>
                    <a:pt x="21782" y="3886"/>
                  </a:cubicBezTo>
                  <a:cubicBezTo>
                    <a:pt x="21279" y="3741"/>
                    <a:pt x="18617" y="2014"/>
                    <a:pt x="18617" y="2014"/>
                  </a:cubicBezTo>
                  <a:cubicBezTo>
                    <a:pt x="18617" y="2014"/>
                    <a:pt x="20270" y="0"/>
                    <a:pt x="1991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1" name="Google Shape;4491;p11"/>
            <p:cNvSpPr/>
            <p:nvPr/>
          </p:nvSpPr>
          <p:spPr>
            <a:xfrm>
              <a:off x="1886750" y="1756500"/>
              <a:ext cx="107800" cy="134825"/>
            </a:xfrm>
            <a:custGeom>
              <a:rect b="b" l="l" r="r" t="t"/>
              <a:pathLst>
                <a:path extrusionOk="0" h="5393" w="4312">
                  <a:moveTo>
                    <a:pt x="3063" y="0"/>
                  </a:moveTo>
                  <a:cubicBezTo>
                    <a:pt x="1994" y="0"/>
                    <a:pt x="426" y="1539"/>
                    <a:pt x="426" y="1539"/>
                  </a:cubicBezTo>
                  <a:cubicBezTo>
                    <a:pt x="0" y="1856"/>
                    <a:pt x="426" y="3870"/>
                    <a:pt x="1943" y="4756"/>
                  </a:cubicBezTo>
                  <a:cubicBezTo>
                    <a:pt x="2620" y="5149"/>
                    <a:pt x="3375" y="5393"/>
                    <a:pt x="3793" y="5393"/>
                  </a:cubicBezTo>
                  <a:cubicBezTo>
                    <a:pt x="4161" y="5393"/>
                    <a:pt x="4265" y="5202"/>
                    <a:pt x="3819" y="4756"/>
                  </a:cubicBezTo>
                  <a:cubicBezTo>
                    <a:pt x="2862" y="3799"/>
                    <a:pt x="4312" y="231"/>
                    <a:pt x="3251" y="18"/>
                  </a:cubicBezTo>
                  <a:cubicBezTo>
                    <a:pt x="3190" y="6"/>
                    <a:pt x="3127" y="0"/>
                    <a:pt x="3063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2" name="Google Shape;4492;p11"/>
            <p:cNvSpPr/>
            <p:nvPr/>
          </p:nvSpPr>
          <p:spPr>
            <a:xfrm>
              <a:off x="1942175" y="1680875"/>
              <a:ext cx="23400" cy="68150"/>
            </a:xfrm>
            <a:custGeom>
              <a:rect b="b" l="l" r="r" t="t"/>
              <a:pathLst>
                <a:path extrusionOk="0" h="2726" w="936">
                  <a:moveTo>
                    <a:pt x="223" y="1"/>
                  </a:moveTo>
                  <a:cubicBezTo>
                    <a:pt x="173" y="1"/>
                    <a:pt x="123" y="57"/>
                    <a:pt x="164" y="113"/>
                  </a:cubicBezTo>
                  <a:cubicBezTo>
                    <a:pt x="170" y="122"/>
                    <a:pt x="772" y="1072"/>
                    <a:pt x="16" y="2624"/>
                  </a:cubicBezTo>
                  <a:cubicBezTo>
                    <a:pt x="1" y="2658"/>
                    <a:pt x="13" y="2701"/>
                    <a:pt x="50" y="2719"/>
                  </a:cubicBezTo>
                  <a:cubicBezTo>
                    <a:pt x="59" y="2722"/>
                    <a:pt x="69" y="2725"/>
                    <a:pt x="81" y="2725"/>
                  </a:cubicBezTo>
                  <a:cubicBezTo>
                    <a:pt x="106" y="2725"/>
                    <a:pt x="133" y="2710"/>
                    <a:pt x="143" y="2685"/>
                  </a:cubicBezTo>
                  <a:cubicBezTo>
                    <a:pt x="935" y="1063"/>
                    <a:pt x="309" y="79"/>
                    <a:pt x="281" y="36"/>
                  </a:cubicBezTo>
                  <a:cubicBezTo>
                    <a:pt x="267" y="11"/>
                    <a:pt x="245" y="1"/>
                    <a:pt x="22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3" name="Google Shape;4493;p11"/>
            <p:cNvSpPr/>
            <p:nvPr/>
          </p:nvSpPr>
          <p:spPr>
            <a:xfrm>
              <a:off x="1918050" y="1769875"/>
              <a:ext cx="50675" cy="66425"/>
            </a:xfrm>
            <a:custGeom>
              <a:rect b="b" l="l" r="r" t="t"/>
              <a:pathLst>
                <a:path extrusionOk="0" h="2657" w="2027">
                  <a:moveTo>
                    <a:pt x="1042" y="0"/>
                  </a:moveTo>
                  <a:cubicBezTo>
                    <a:pt x="805" y="0"/>
                    <a:pt x="620" y="51"/>
                    <a:pt x="620" y="51"/>
                  </a:cubicBezTo>
                  <a:cubicBezTo>
                    <a:pt x="620" y="51"/>
                    <a:pt x="935" y="362"/>
                    <a:pt x="1092" y="492"/>
                  </a:cubicBezTo>
                  <a:cubicBezTo>
                    <a:pt x="1074" y="501"/>
                    <a:pt x="1061" y="519"/>
                    <a:pt x="1058" y="541"/>
                  </a:cubicBezTo>
                  <a:lnTo>
                    <a:pt x="676" y="2462"/>
                  </a:lnTo>
                  <a:cubicBezTo>
                    <a:pt x="333" y="2225"/>
                    <a:pt x="176" y="1321"/>
                    <a:pt x="142" y="970"/>
                  </a:cubicBezTo>
                  <a:cubicBezTo>
                    <a:pt x="137" y="928"/>
                    <a:pt x="105" y="908"/>
                    <a:pt x="73" y="908"/>
                  </a:cubicBezTo>
                  <a:cubicBezTo>
                    <a:pt x="36" y="908"/>
                    <a:pt x="0" y="934"/>
                    <a:pt x="3" y="982"/>
                  </a:cubicBezTo>
                  <a:cubicBezTo>
                    <a:pt x="10" y="1041"/>
                    <a:pt x="142" y="2419"/>
                    <a:pt x="697" y="2632"/>
                  </a:cubicBezTo>
                  <a:cubicBezTo>
                    <a:pt x="744" y="2651"/>
                    <a:pt x="790" y="2657"/>
                    <a:pt x="836" y="2657"/>
                  </a:cubicBezTo>
                  <a:cubicBezTo>
                    <a:pt x="1367" y="2657"/>
                    <a:pt x="1940" y="1654"/>
                    <a:pt x="2008" y="1531"/>
                  </a:cubicBezTo>
                  <a:cubicBezTo>
                    <a:pt x="2027" y="1500"/>
                    <a:pt x="2018" y="1457"/>
                    <a:pt x="1987" y="1439"/>
                  </a:cubicBezTo>
                  <a:cubicBezTo>
                    <a:pt x="1976" y="1433"/>
                    <a:pt x="1964" y="1430"/>
                    <a:pt x="1953" y="1430"/>
                  </a:cubicBezTo>
                  <a:cubicBezTo>
                    <a:pt x="1928" y="1430"/>
                    <a:pt x="1904" y="1443"/>
                    <a:pt x="1891" y="1466"/>
                  </a:cubicBezTo>
                  <a:cubicBezTo>
                    <a:pt x="1717" y="1775"/>
                    <a:pt x="1218" y="2517"/>
                    <a:pt x="844" y="2517"/>
                  </a:cubicBezTo>
                  <a:cubicBezTo>
                    <a:pt x="833" y="2517"/>
                    <a:pt x="822" y="2516"/>
                    <a:pt x="812" y="2515"/>
                  </a:cubicBezTo>
                  <a:lnTo>
                    <a:pt x="1197" y="566"/>
                  </a:lnTo>
                  <a:cubicBezTo>
                    <a:pt x="1197" y="559"/>
                    <a:pt x="1197" y="553"/>
                    <a:pt x="1197" y="547"/>
                  </a:cubicBezTo>
                  <a:cubicBezTo>
                    <a:pt x="1327" y="522"/>
                    <a:pt x="1768" y="242"/>
                    <a:pt x="1768" y="242"/>
                  </a:cubicBezTo>
                  <a:cubicBezTo>
                    <a:pt x="1560" y="49"/>
                    <a:pt x="1276" y="0"/>
                    <a:pt x="1042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4" name="Google Shape;4494;p11"/>
            <p:cNvSpPr/>
            <p:nvPr/>
          </p:nvSpPr>
          <p:spPr>
            <a:xfrm>
              <a:off x="2013350" y="1759525"/>
              <a:ext cx="86025" cy="24800"/>
            </a:xfrm>
            <a:custGeom>
              <a:rect b="b" l="l" r="r" t="t"/>
              <a:pathLst>
                <a:path extrusionOk="0" h="992" w="3441">
                  <a:moveTo>
                    <a:pt x="2211" y="0"/>
                  </a:moveTo>
                  <a:cubicBezTo>
                    <a:pt x="1208" y="0"/>
                    <a:pt x="103" y="826"/>
                    <a:pt x="53" y="866"/>
                  </a:cubicBezTo>
                  <a:cubicBezTo>
                    <a:pt x="1" y="906"/>
                    <a:pt x="28" y="992"/>
                    <a:pt x="96" y="992"/>
                  </a:cubicBezTo>
                  <a:cubicBezTo>
                    <a:pt x="112" y="992"/>
                    <a:pt x="127" y="989"/>
                    <a:pt x="139" y="977"/>
                  </a:cubicBezTo>
                  <a:cubicBezTo>
                    <a:pt x="151" y="971"/>
                    <a:pt x="1255" y="142"/>
                    <a:pt x="2214" y="142"/>
                  </a:cubicBezTo>
                  <a:cubicBezTo>
                    <a:pt x="2310" y="142"/>
                    <a:pt x="2404" y="150"/>
                    <a:pt x="2496" y="168"/>
                  </a:cubicBezTo>
                  <a:cubicBezTo>
                    <a:pt x="2832" y="233"/>
                    <a:pt x="3097" y="428"/>
                    <a:pt x="3285" y="745"/>
                  </a:cubicBezTo>
                  <a:cubicBezTo>
                    <a:pt x="3301" y="771"/>
                    <a:pt x="3323" y="782"/>
                    <a:pt x="3345" y="782"/>
                  </a:cubicBezTo>
                  <a:cubicBezTo>
                    <a:pt x="3393" y="782"/>
                    <a:pt x="3441" y="730"/>
                    <a:pt x="3409" y="674"/>
                  </a:cubicBezTo>
                  <a:cubicBezTo>
                    <a:pt x="3199" y="320"/>
                    <a:pt x="2900" y="104"/>
                    <a:pt x="2524" y="30"/>
                  </a:cubicBezTo>
                  <a:cubicBezTo>
                    <a:pt x="2421" y="9"/>
                    <a:pt x="2317" y="0"/>
                    <a:pt x="221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5" name="Google Shape;4495;p11"/>
            <p:cNvSpPr/>
            <p:nvPr/>
          </p:nvSpPr>
          <p:spPr>
            <a:xfrm>
              <a:off x="1908575" y="1985700"/>
              <a:ext cx="167275" cy="88400"/>
            </a:xfrm>
            <a:custGeom>
              <a:rect b="b" l="l" r="r" t="t"/>
              <a:pathLst>
                <a:path extrusionOk="0" h="3536" w="6691">
                  <a:moveTo>
                    <a:pt x="6592" y="1"/>
                  </a:moveTo>
                  <a:cubicBezTo>
                    <a:pt x="6585" y="1"/>
                    <a:pt x="6578" y="2"/>
                    <a:pt x="6570" y="4"/>
                  </a:cubicBezTo>
                  <a:cubicBezTo>
                    <a:pt x="6545" y="10"/>
                    <a:pt x="4034" y="535"/>
                    <a:pt x="40" y="3409"/>
                  </a:cubicBezTo>
                  <a:cubicBezTo>
                    <a:pt x="9" y="3431"/>
                    <a:pt x="0" y="3477"/>
                    <a:pt x="25" y="3508"/>
                  </a:cubicBezTo>
                  <a:cubicBezTo>
                    <a:pt x="37" y="3526"/>
                    <a:pt x="59" y="3536"/>
                    <a:pt x="80" y="3536"/>
                  </a:cubicBezTo>
                  <a:cubicBezTo>
                    <a:pt x="96" y="3536"/>
                    <a:pt x="111" y="3533"/>
                    <a:pt x="123" y="3523"/>
                  </a:cubicBezTo>
                  <a:cubicBezTo>
                    <a:pt x="4090" y="670"/>
                    <a:pt x="6573" y="149"/>
                    <a:pt x="6597" y="143"/>
                  </a:cubicBezTo>
                  <a:cubicBezTo>
                    <a:pt x="6691" y="132"/>
                    <a:pt x="6672" y="1"/>
                    <a:pt x="659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6" name="Google Shape;4496;p11"/>
            <p:cNvSpPr/>
            <p:nvPr/>
          </p:nvSpPr>
          <p:spPr>
            <a:xfrm>
              <a:off x="1865775" y="1661475"/>
              <a:ext cx="52450" cy="69050"/>
            </a:xfrm>
            <a:custGeom>
              <a:rect b="b" l="l" r="r" t="t"/>
              <a:pathLst>
                <a:path extrusionOk="0" h="2762" w="2098">
                  <a:moveTo>
                    <a:pt x="101" y="1"/>
                  </a:moveTo>
                  <a:cubicBezTo>
                    <a:pt x="50" y="1"/>
                    <a:pt x="0" y="59"/>
                    <a:pt x="40" y="115"/>
                  </a:cubicBezTo>
                  <a:lnTo>
                    <a:pt x="1950" y="2730"/>
                  </a:lnTo>
                  <a:cubicBezTo>
                    <a:pt x="1962" y="2749"/>
                    <a:pt x="1983" y="2758"/>
                    <a:pt x="2005" y="2761"/>
                  </a:cubicBezTo>
                  <a:lnTo>
                    <a:pt x="2008" y="2761"/>
                  </a:lnTo>
                  <a:cubicBezTo>
                    <a:pt x="2064" y="2761"/>
                    <a:pt x="2098" y="2693"/>
                    <a:pt x="2064" y="2647"/>
                  </a:cubicBezTo>
                  <a:lnTo>
                    <a:pt x="158" y="32"/>
                  </a:lnTo>
                  <a:cubicBezTo>
                    <a:pt x="142" y="10"/>
                    <a:pt x="121" y="1"/>
                    <a:pt x="10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7" name="Google Shape;4497;p11"/>
            <p:cNvSpPr/>
            <p:nvPr/>
          </p:nvSpPr>
          <p:spPr>
            <a:xfrm>
              <a:off x="1820575" y="1658850"/>
              <a:ext cx="90625" cy="81325"/>
            </a:xfrm>
            <a:custGeom>
              <a:rect b="b" l="l" r="r" t="t"/>
              <a:pathLst>
                <a:path extrusionOk="0" h="3253" w="3625">
                  <a:moveTo>
                    <a:pt x="105" y="1"/>
                  </a:moveTo>
                  <a:cubicBezTo>
                    <a:pt x="48" y="1"/>
                    <a:pt x="1" y="76"/>
                    <a:pt x="56" y="124"/>
                  </a:cubicBezTo>
                  <a:lnTo>
                    <a:pt x="3483" y="3236"/>
                  </a:lnTo>
                  <a:cubicBezTo>
                    <a:pt x="3494" y="3244"/>
                    <a:pt x="3509" y="3252"/>
                    <a:pt x="3525" y="3252"/>
                  </a:cubicBezTo>
                  <a:cubicBezTo>
                    <a:pt x="3527" y="3252"/>
                    <a:pt x="3530" y="3252"/>
                    <a:pt x="3532" y="3252"/>
                  </a:cubicBezTo>
                  <a:cubicBezTo>
                    <a:pt x="3534" y="3252"/>
                    <a:pt x="3535" y="3252"/>
                    <a:pt x="3536" y="3252"/>
                  </a:cubicBezTo>
                  <a:cubicBezTo>
                    <a:pt x="3595" y="3252"/>
                    <a:pt x="3624" y="3174"/>
                    <a:pt x="3579" y="3131"/>
                  </a:cubicBezTo>
                  <a:lnTo>
                    <a:pt x="152" y="19"/>
                  </a:lnTo>
                  <a:cubicBezTo>
                    <a:pt x="137" y="6"/>
                    <a:pt x="120" y="1"/>
                    <a:pt x="10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8" name="Google Shape;4498;p11"/>
            <p:cNvSpPr/>
            <p:nvPr/>
          </p:nvSpPr>
          <p:spPr>
            <a:xfrm>
              <a:off x="1812450" y="1703850"/>
              <a:ext cx="94450" cy="47875"/>
            </a:xfrm>
            <a:custGeom>
              <a:rect b="b" l="l" r="r" t="t"/>
              <a:pathLst>
                <a:path extrusionOk="0" h="1915" w="3778">
                  <a:moveTo>
                    <a:pt x="104" y="1"/>
                  </a:moveTo>
                  <a:cubicBezTo>
                    <a:pt x="38" y="1"/>
                    <a:pt x="0" y="106"/>
                    <a:pt x="79" y="138"/>
                  </a:cubicBezTo>
                  <a:lnTo>
                    <a:pt x="3648" y="1905"/>
                  </a:lnTo>
                  <a:cubicBezTo>
                    <a:pt x="3657" y="1911"/>
                    <a:pt x="3669" y="1914"/>
                    <a:pt x="3678" y="1914"/>
                  </a:cubicBezTo>
                  <a:cubicBezTo>
                    <a:pt x="3752" y="1911"/>
                    <a:pt x="3777" y="1813"/>
                    <a:pt x="3709" y="1779"/>
                  </a:cubicBezTo>
                  <a:lnTo>
                    <a:pt x="141" y="11"/>
                  </a:lnTo>
                  <a:cubicBezTo>
                    <a:pt x="128" y="4"/>
                    <a:pt x="116" y="1"/>
                    <a:pt x="1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9" name="Google Shape;4499;p11"/>
            <p:cNvSpPr/>
            <p:nvPr/>
          </p:nvSpPr>
          <p:spPr>
            <a:xfrm>
              <a:off x="2023100" y="1802900"/>
              <a:ext cx="73775" cy="12425"/>
            </a:xfrm>
            <a:custGeom>
              <a:rect b="b" l="l" r="r" t="t"/>
              <a:pathLst>
                <a:path extrusionOk="0" h="497" w="2951">
                  <a:moveTo>
                    <a:pt x="101" y="0"/>
                  </a:moveTo>
                  <a:cubicBezTo>
                    <a:pt x="14" y="0"/>
                    <a:pt x="0" y="124"/>
                    <a:pt x="86" y="142"/>
                  </a:cubicBezTo>
                  <a:lnTo>
                    <a:pt x="2843" y="494"/>
                  </a:lnTo>
                  <a:lnTo>
                    <a:pt x="2852" y="494"/>
                  </a:lnTo>
                  <a:lnTo>
                    <a:pt x="2852" y="497"/>
                  </a:lnTo>
                  <a:cubicBezTo>
                    <a:pt x="2942" y="497"/>
                    <a:pt x="2951" y="364"/>
                    <a:pt x="2858" y="355"/>
                  </a:cubicBezTo>
                  <a:lnTo>
                    <a:pt x="104" y="0"/>
                  </a:lnTo>
                  <a:cubicBezTo>
                    <a:pt x="103" y="0"/>
                    <a:pt x="102" y="0"/>
                    <a:pt x="10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0" name="Google Shape;4500;p11"/>
            <p:cNvSpPr/>
            <p:nvPr/>
          </p:nvSpPr>
          <p:spPr>
            <a:xfrm>
              <a:off x="2019400" y="1812625"/>
              <a:ext cx="87175" cy="23850"/>
            </a:xfrm>
            <a:custGeom>
              <a:rect b="b" l="l" r="r" t="t"/>
              <a:pathLst>
                <a:path extrusionOk="0" h="954" w="3487">
                  <a:moveTo>
                    <a:pt x="98" y="0"/>
                  </a:moveTo>
                  <a:cubicBezTo>
                    <a:pt x="22" y="0"/>
                    <a:pt x="0" y="119"/>
                    <a:pt x="85" y="139"/>
                  </a:cubicBezTo>
                  <a:lnTo>
                    <a:pt x="3373" y="953"/>
                  </a:lnTo>
                  <a:lnTo>
                    <a:pt x="3389" y="953"/>
                  </a:lnTo>
                  <a:cubicBezTo>
                    <a:pt x="3390" y="953"/>
                    <a:pt x="3391" y="953"/>
                    <a:pt x="3392" y="953"/>
                  </a:cubicBezTo>
                  <a:cubicBezTo>
                    <a:pt x="3472" y="953"/>
                    <a:pt x="3486" y="835"/>
                    <a:pt x="3407" y="814"/>
                  </a:cubicBezTo>
                  <a:lnTo>
                    <a:pt x="119" y="3"/>
                  </a:lnTo>
                  <a:cubicBezTo>
                    <a:pt x="112" y="1"/>
                    <a:pt x="105" y="0"/>
                    <a:pt x="98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1" name="Google Shape;4501;p11"/>
            <p:cNvSpPr/>
            <p:nvPr/>
          </p:nvSpPr>
          <p:spPr>
            <a:xfrm>
              <a:off x="2015850" y="1825800"/>
              <a:ext cx="60675" cy="45125"/>
            </a:xfrm>
            <a:custGeom>
              <a:rect b="b" l="l" r="r" t="t"/>
              <a:pathLst>
                <a:path extrusionOk="0" h="1805" w="2427">
                  <a:moveTo>
                    <a:pt x="103" y="1"/>
                  </a:moveTo>
                  <a:cubicBezTo>
                    <a:pt x="45" y="1"/>
                    <a:pt x="1" y="85"/>
                    <a:pt x="61" y="130"/>
                  </a:cubicBezTo>
                  <a:lnTo>
                    <a:pt x="2285" y="1792"/>
                  </a:lnTo>
                  <a:cubicBezTo>
                    <a:pt x="2297" y="1802"/>
                    <a:pt x="2312" y="1805"/>
                    <a:pt x="2328" y="1805"/>
                  </a:cubicBezTo>
                  <a:lnTo>
                    <a:pt x="2331" y="1805"/>
                  </a:lnTo>
                  <a:cubicBezTo>
                    <a:pt x="2399" y="1805"/>
                    <a:pt x="2427" y="1718"/>
                    <a:pt x="2371" y="1678"/>
                  </a:cubicBezTo>
                  <a:lnTo>
                    <a:pt x="144" y="16"/>
                  </a:lnTo>
                  <a:cubicBezTo>
                    <a:pt x="130" y="5"/>
                    <a:pt x="116" y="1"/>
                    <a:pt x="10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2" name="Google Shape;4502;p11"/>
            <p:cNvSpPr/>
            <p:nvPr/>
          </p:nvSpPr>
          <p:spPr>
            <a:xfrm>
              <a:off x="1891900" y="1797550"/>
              <a:ext cx="98925" cy="93725"/>
            </a:xfrm>
            <a:custGeom>
              <a:rect b="b" l="l" r="r" t="t"/>
              <a:pathLst>
                <a:path extrusionOk="0" h="3749" w="3957">
                  <a:moveTo>
                    <a:pt x="77" y="1"/>
                  </a:moveTo>
                  <a:cubicBezTo>
                    <a:pt x="73" y="1"/>
                    <a:pt x="69" y="1"/>
                    <a:pt x="66" y="1"/>
                  </a:cubicBezTo>
                  <a:cubicBezTo>
                    <a:pt x="25" y="11"/>
                    <a:pt x="1" y="48"/>
                    <a:pt x="7" y="85"/>
                  </a:cubicBezTo>
                  <a:cubicBezTo>
                    <a:pt x="13" y="119"/>
                    <a:pt x="621" y="3215"/>
                    <a:pt x="3847" y="3749"/>
                  </a:cubicBezTo>
                  <a:lnTo>
                    <a:pt x="3859" y="3749"/>
                  </a:lnTo>
                  <a:lnTo>
                    <a:pt x="3859" y="3746"/>
                  </a:lnTo>
                  <a:cubicBezTo>
                    <a:pt x="3860" y="3746"/>
                    <a:pt x="3861" y="3746"/>
                    <a:pt x="3862" y="3746"/>
                  </a:cubicBezTo>
                  <a:cubicBezTo>
                    <a:pt x="3946" y="3746"/>
                    <a:pt x="3957" y="3619"/>
                    <a:pt x="3869" y="3607"/>
                  </a:cubicBezTo>
                  <a:cubicBezTo>
                    <a:pt x="741" y="3092"/>
                    <a:pt x="152" y="88"/>
                    <a:pt x="146" y="60"/>
                  </a:cubicBezTo>
                  <a:cubicBezTo>
                    <a:pt x="140" y="24"/>
                    <a:pt x="110" y="1"/>
                    <a:pt x="7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3" name="Google Shape;4503;p11"/>
            <p:cNvSpPr/>
            <p:nvPr/>
          </p:nvSpPr>
          <p:spPr>
            <a:xfrm>
              <a:off x="2008725" y="1860325"/>
              <a:ext cx="121725" cy="38600"/>
            </a:xfrm>
            <a:custGeom>
              <a:rect b="b" l="l" r="r" t="t"/>
              <a:pathLst>
                <a:path extrusionOk="0" h="1544" w="4869">
                  <a:moveTo>
                    <a:pt x="4767" y="0"/>
                  </a:moveTo>
                  <a:cubicBezTo>
                    <a:pt x="4751" y="0"/>
                    <a:pt x="4735" y="6"/>
                    <a:pt x="4719" y="20"/>
                  </a:cubicBezTo>
                  <a:cubicBezTo>
                    <a:pt x="3491" y="1151"/>
                    <a:pt x="2212" y="1404"/>
                    <a:pt x="1317" y="1404"/>
                  </a:cubicBezTo>
                  <a:cubicBezTo>
                    <a:pt x="607" y="1404"/>
                    <a:pt x="138" y="1245"/>
                    <a:pt x="127" y="1241"/>
                  </a:cubicBezTo>
                  <a:cubicBezTo>
                    <a:pt x="118" y="1238"/>
                    <a:pt x="109" y="1236"/>
                    <a:pt x="101" y="1236"/>
                  </a:cubicBezTo>
                  <a:cubicBezTo>
                    <a:pt x="29" y="1236"/>
                    <a:pt x="0" y="1346"/>
                    <a:pt x="81" y="1374"/>
                  </a:cubicBezTo>
                  <a:cubicBezTo>
                    <a:pt x="90" y="1380"/>
                    <a:pt x="580" y="1543"/>
                    <a:pt x="1317" y="1543"/>
                  </a:cubicBezTo>
                  <a:cubicBezTo>
                    <a:pt x="2243" y="1543"/>
                    <a:pt x="3557" y="1284"/>
                    <a:pt x="4815" y="121"/>
                  </a:cubicBezTo>
                  <a:cubicBezTo>
                    <a:pt x="4868" y="73"/>
                    <a:pt x="4823" y="0"/>
                    <a:pt x="4767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4" name="Google Shape;4504;p11"/>
            <p:cNvSpPr/>
            <p:nvPr/>
          </p:nvSpPr>
          <p:spPr>
            <a:xfrm>
              <a:off x="1883300" y="1739275"/>
              <a:ext cx="23600" cy="12450"/>
            </a:xfrm>
            <a:custGeom>
              <a:rect b="b" l="l" r="r" t="t"/>
              <a:pathLst>
                <a:path extrusionOk="0" h="498" w="944">
                  <a:moveTo>
                    <a:pt x="104" y="0"/>
                  </a:moveTo>
                  <a:cubicBezTo>
                    <a:pt x="36" y="0"/>
                    <a:pt x="1" y="99"/>
                    <a:pt x="73" y="136"/>
                  </a:cubicBezTo>
                  <a:lnTo>
                    <a:pt x="814" y="488"/>
                  </a:lnTo>
                  <a:cubicBezTo>
                    <a:pt x="823" y="494"/>
                    <a:pt x="835" y="494"/>
                    <a:pt x="844" y="497"/>
                  </a:cubicBezTo>
                  <a:cubicBezTo>
                    <a:pt x="918" y="494"/>
                    <a:pt x="943" y="396"/>
                    <a:pt x="875" y="362"/>
                  </a:cubicBezTo>
                  <a:lnTo>
                    <a:pt x="135" y="7"/>
                  </a:lnTo>
                  <a:cubicBezTo>
                    <a:pt x="124" y="2"/>
                    <a:pt x="113" y="0"/>
                    <a:pt x="10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5" name="Google Shape;4505;p11"/>
            <p:cNvSpPr/>
            <p:nvPr/>
          </p:nvSpPr>
          <p:spPr>
            <a:xfrm>
              <a:off x="1885050" y="1717150"/>
              <a:ext cx="26150" cy="23025"/>
            </a:xfrm>
            <a:custGeom>
              <a:rect b="b" l="l" r="r" t="t"/>
              <a:pathLst>
                <a:path extrusionOk="0" h="921" w="1046">
                  <a:moveTo>
                    <a:pt x="102" y="1"/>
                  </a:moveTo>
                  <a:cubicBezTo>
                    <a:pt x="46" y="1"/>
                    <a:pt x="1" y="76"/>
                    <a:pt x="56" y="124"/>
                  </a:cubicBezTo>
                  <a:lnTo>
                    <a:pt x="904" y="901"/>
                  </a:lnTo>
                  <a:cubicBezTo>
                    <a:pt x="915" y="912"/>
                    <a:pt x="930" y="920"/>
                    <a:pt x="946" y="920"/>
                  </a:cubicBezTo>
                  <a:cubicBezTo>
                    <a:pt x="948" y="920"/>
                    <a:pt x="951" y="920"/>
                    <a:pt x="953" y="920"/>
                  </a:cubicBezTo>
                  <a:lnTo>
                    <a:pt x="953" y="920"/>
                  </a:lnTo>
                  <a:cubicBezTo>
                    <a:pt x="953" y="920"/>
                    <a:pt x="954" y="920"/>
                    <a:pt x="954" y="920"/>
                  </a:cubicBezTo>
                  <a:cubicBezTo>
                    <a:pt x="1016" y="920"/>
                    <a:pt x="1045" y="842"/>
                    <a:pt x="1000" y="799"/>
                  </a:cubicBezTo>
                  <a:lnTo>
                    <a:pt x="151" y="22"/>
                  </a:lnTo>
                  <a:cubicBezTo>
                    <a:pt x="135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6" name="Google Shape;4506;p11"/>
            <p:cNvSpPr/>
            <p:nvPr/>
          </p:nvSpPr>
          <p:spPr>
            <a:xfrm>
              <a:off x="1890525" y="1696000"/>
              <a:ext cx="27400" cy="34525"/>
            </a:xfrm>
            <a:custGeom>
              <a:rect b="b" l="l" r="r" t="t"/>
              <a:pathLst>
                <a:path extrusionOk="0" h="1381" w="1096">
                  <a:moveTo>
                    <a:pt x="99" y="0"/>
                  </a:moveTo>
                  <a:cubicBezTo>
                    <a:pt x="47" y="0"/>
                    <a:pt x="0" y="59"/>
                    <a:pt x="40" y="113"/>
                  </a:cubicBezTo>
                  <a:lnTo>
                    <a:pt x="960" y="1349"/>
                  </a:lnTo>
                  <a:cubicBezTo>
                    <a:pt x="972" y="1368"/>
                    <a:pt x="993" y="1380"/>
                    <a:pt x="1015" y="1380"/>
                  </a:cubicBezTo>
                  <a:cubicBezTo>
                    <a:pt x="1030" y="1380"/>
                    <a:pt x="1046" y="1374"/>
                    <a:pt x="1058" y="1365"/>
                  </a:cubicBezTo>
                  <a:cubicBezTo>
                    <a:pt x="1089" y="1340"/>
                    <a:pt x="1095" y="1297"/>
                    <a:pt x="1074" y="1266"/>
                  </a:cubicBezTo>
                  <a:lnTo>
                    <a:pt x="155" y="29"/>
                  </a:lnTo>
                  <a:cubicBezTo>
                    <a:pt x="138" y="9"/>
                    <a:pt x="118" y="0"/>
                    <a:pt x="9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7" name="Google Shape;4507;p11"/>
            <p:cNvSpPr/>
            <p:nvPr/>
          </p:nvSpPr>
          <p:spPr>
            <a:xfrm>
              <a:off x="2134100" y="1687475"/>
              <a:ext cx="49525" cy="53675"/>
            </a:xfrm>
            <a:custGeom>
              <a:rect b="b" l="l" r="r" t="t"/>
              <a:pathLst>
                <a:path extrusionOk="0" h="2147" w="1981">
                  <a:moveTo>
                    <a:pt x="1818" y="0"/>
                  </a:moveTo>
                  <a:cubicBezTo>
                    <a:pt x="1499" y="0"/>
                    <a:pt x="1" y="1049"/>
                    <a:pt x="1" y="1049"/>
                  </a:cubicBezTo>
                  <a:cubicBezTo>
                    <a:pt x="1" y="1049"/>
                    <a:pt x="1264" y="2147"/>
                    <a:pt x="1437" y="2147"/>
                  </a:cubicBezTo>
                  <a:cubicBezTo>
                    <a:pt x="1443" y="2147"/>
                    <a:pt x="1447" y="2146"/>
                    <a:pt x="1450" y="2144"/>
                  </a:cubicBezTo>
                  <a:cubicBezTo>
                    <a:pt x="1555" y="2073"/>
                    <a:pt x="1981" y="235"/>
                    <a:pt x="1873" y="25"/>
                  </a:cubicBezTo>
                  <a:cubicBezTo>
                    <a:pt x="1864" y="8"/>
                    <a:pt x="1846" y="0"/>
                    <a:pt x="1818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8" name="Google Shape;4508;p11"/>
            <p:cNvSpPr/>
            <p:nvPr/>
          </p:nvSpPr>
          <p:spPr>
            <a:xfrm>
              <a:off x="1996300" y="1617375"/>
              <a:ext cx="51225" cy="26550"/>
            </a:xfrm>
            <a:custGeom>
              <a:rect b="b" l="l" r="r" t="t"/>
              <a:pathLst>
                <a:path extrusionOk="0" h="1062" w="2049">
                  <a:moveTo>
                    <a:pt x="1839" y="1"/>
                  </a:moveTo>
                  <a:cubicBezTo>
                    <a:pt x="1626" y="1"/>
                    <a:pt x="1" y="247"/>
                    <a:pt x="106" y="460"/>
                  </a:cubicBezTo>
                  <a:cubicBezTo>
                    <a:pt x="214" y="673"/>
                    <a:pt x="991" y="1062"/>
                    <a:pt x="991" y="1062"/>
                  </a:cubicBezTo>
                  <a:cubicBezTo>
                    <a:pt x="991" y="1062"/>
                    <a:pt x="2049" y="1"/>
                    <a:pt x="1839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9" name="Google Shape;4509;p11"/>
            <p:cNvSpPr/>
            <p:nvPr/>
          </p:nvSpPr>
          <p:spPr>
            <a:xfrm>
              <a:off x="1778350" y="1941625"/>
              <a:ext cx="16200" cy="19450"/>
            </a:xfrm>
            <a:custGeom>
              <a:rect b="b" l="l" r="r" t="t"/>
              <a:pathLst>
                <a:path extrusionOk="0" h="778" w="648">
                  <a:moveTo>
                    <a:pt x="101" y="1"/>
                  </a:moveTo>
                  <a:cubicBezTo>
                    <a:pt x="23" y="1"/>
                    <a:pt x="0" y="119"/>
                    <a:pt x="83" y="142"/>
                  </a:cubicBezTo>
                  <a:cubicBezTo>
                    <a:pt x="101" y="145"/>
                    <a:pt x="478" y="244"/>
                    <a:pt x="379" y="694"/>
                  </a:cubicBezTo>
                  <a:cubicBezTo>
                    <a:pt x="370" y="731"/>
                    <a:pt x="394" y="768"/>
                    <a:pt x="435" y="777"/>
                  </a:cubicBezTo>
                  <a:lnTo>
                    <a:pt x="450" y="777"/>
                  </a:lnTo>
                  <a:cubicBezTo>
                    <a:pt x="481" y="777"/>
                    <a:pt x="509" y="756"/>
                    <a:pt x="518" y="725"/>
                  </a:cubicBezTo>
                  <a:cubicBezTo>
                    <a:pt x="647" y="142"/>
                    <a:pt x="123" y="3"/>
                    <a:pt x="120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0" name="Google Shape;4510;p11"/>
            <p:cNvSpPr/>
            <p:nvPr/>
          </p:nvSpPr>
          <p:spPr>
            <a:xfrm>
              <a:off x="1752550" y="1935775"/>
              <a:ext cx="16100" cy="19400"/>
            </a:xfrm>
            <a:custGeom>
              <a:rect b="b" l="l" r="r" t="t"/>
              <a:pathLst>
                <a:path extrusionOk="0" h="776" w="644">
                  <a:moveTo>
                    <a:pt x="96" y="1"/>
                  </a:moveTo>
                  <a:cubicBezTo>
                    <a:pt x="23" y="1"/>
                    <a:pt x="1" y="112"/>
                    <a:pt x="79" y="138"/>
                  </a:cubicBezTo>
                  <a:cubicBezTo>
                    <a:pt x="119" y="148"/>
                    <a:pt x="470" y="252"/>
                    <a:pt x="375" y="690"/>
                  </a:cubicBezTo>
                  <a:cubicBezTo>
                    <a:pt x="365" y="727"/>
                    <a:pt x="390" y="768"/>
                    <a:pt x="427" y="774"/>
                  </a:cubicBezTo>
                  <a:cubicBezTo>
                    <a:pt x="430" y="775"/>
                    <a:pt x="433" y="776"/>
                    <a:pt x="436" y="776"/>
                  </a:cubicBezTo>
                  <a:cubicBezTo>
                    <a:pt x="439" y="776"/>
                    <a:pt x="441" y="775"/>
                    <a:pt x="443" y="774"/>
                  </a:cubicBezTo>
                  <a:cubicBezTo>
                    <a:pt x="476" y="774"/>
                    <a:pt x="504" y="752"/>
                    <a:pt x="513" y="721"/>
                  </a:cubicBezTo>
                  <a:cubicBezTo>
                    <a:pt x="643" y="141"/>
                    <a:pt x="119" y="3"/>
                    <a:pt x="113" y="3"/>
                  </a:cubicBezTo>
                  <a:cubicBezTo>
                    <a:pt x="107" y="1"/>
                    <a:pt x="101" y="1"/>
                    <a:pt x="9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1" name="Google Shape;4511;p11"/>
            <p:cNvSpPr/>
            <p:nvPr/>
          </p:nvSpPr>
          <p:spPr>
            <a:xfrm>
              <a:off x="1766550" y="1912175"/>
              <a:ext cx="16200" cy="19425"/>
            </a:xfrm>
            <a:custGeom>
              <a:rect b="b" l="l" r="r" t="t"/>
              <a:pathLst>
                <a:path extrusionOk="0" h="777" w="648">
                  <a:moveTo>
                    <a:pt x="101" y="1"/>
                  </a:moveTo>
                  <a:cubicBezTo>
                    <a:pt x="23" y="1"/>
                    <a:pt x="0" y="119"/>
                    <a:pt x="86" y="142"/>
                  </a:cubicBezTo>
                  <a:cubicBezTo>
                    <a:pt x="102" y="145"/>
                    <a:pt x="481" y="243"/>
                    <a:pt x="379" y="694"/>
                  </a:cubicBezTo>
                  <a:cubicBezTo>
                    <a:pt x="373" y="731"/>
                    <a:pt x="395" y="768"/>
                    <a:pt x="435" y="777"/>
                  </a:cubicBezTo>
                  <a:lnTo>
                    <a:pt x="450" y="777"/>
                  </a:lnTo>
                  <a:cubicBezTo>
                    <a:pt x="481" y="777"/>
                    <a:pt x="509" y="755"/>
                    <a:pt x="518" y="725"/>
                  </a:cubicBezTo>
                  <a:cubicBezTo>
                    <a:pt x="647" y="142"/>
                    <a:pt x="126" y="3"/>
                    <a:pt x="120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2" name="Google Shape;4512;p11"/>
            <p:cNvSpPr/>
            <p:nvPr/>
          </p:nvSpPr>
          <p:spPr>
            <a:xfrm>
              <a:off x="1957525" y="2058525"/>
              <a:ext cx="21500" cy="11025"/>
            </a:xfrm>
            <a:custGeom>
              <a:rect b="b" l="l" r="r" t="t"/>
              <a:pathLst>
                <a:path extrusionOk="0" h="441" w="860">
                  <a:moveTo>
                    <a:pt x="526" y="0"/>
                  </a:moveTo>
                  <a:cubicBezTo>
                    <a:pt x="161" y="0"/>
                    <a:pt x="16" y="340"/>
                    <a:pt x="16" y="342"/>
                  </a:cubicBezTo>
                  <a:cubicBezTo>
                    <a:pt x="1" y="379"/>
                    <a:pt x="19" y="419"/>
                    <a:pt x="53" y="435"/>
                  </a:cubicBezTo>
                  <a:cubicBezTo>
                    <a:pt x="62" y="438"/>
                    <a:pt x="71" y="441"/>
                    <a:pt x="81" y="441"/>
                  </a:cubicBezTo>
                  <a:cubicBezTo>
                    <a:pt x="108" y="441"/>
                    <a:pt x="136" y="422"/>
                    <a:pt x="149" y="398"/>
                  </a:cubicBezTo>
                  <a:cubicBezTo>
                    <a:pt x="161" y="365"/>
                    <a:pt x="264" y="141"/>
                    <a:pt x="523" y="141"/>
                  </a:cubicBezTo>
                  <a:cubicBezTo>
                    <a:pt x="585" y="141"/>
                    <a:pt x="655" y="154"/>
                    <a:pt x="735" y="185"/>
                  </a:cubicBezTo>
                  <a:cubicBezTo>
                    <a:pt x="743" y="187"/>
                    <a:pt x="750" y="188"/>
                    <a:pt x="757" y="188"/>
                  </a:cubicBezTo>
                  <a:cubicBezTo>
                    <a:pt x="828" y="188"/>
                    <a:pt x="860" y="86"/>
                    <a:pt x="787" y="52"/>
                  </a:cubicBezTo>
                  <a:cubicBezTo>
                    <a:pt x="690" y="16"/>
                    <a:pt x="603" y="0"/>
                    <a:pt x="52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3" name="Google Shape;4513;p11"/>
            <p:cNvSpPr/>
            <p:nvPr/>
          </p:nvSpPr>
          <p:spPr>
            <a:xfrm>
              <a:off x="1946875" y="2083275"/>
              <a:ext cx="21525" cy="11025"/>
            </a:xfrm>
            <a:custGeom>
              <a:rect b="b" l="l" r="r" t="t"/>
              <a:pathLst>
                <a:path extrusionOk="0" h="441" w="861">
                  <a:moveTo>
                    <a:pt x="526" y="0"/>
                  </a:moveTo>
                  <a:cubicBezTo>
                    <a:pt x="163" y="0"/>
                    <a:pt x="16" y="337"/>
                    <a:pt x="16" y="342"/>
                  </a:cubicBezTo>
                  <a:cubicBezTo>
                    <a:pt x="1" y="379"/>
                    <a:pt x="19" y="419"/>
                    <a:pt x="56" y="435"/>
                  </a:cubicBezTo>
                  <a:cubicBezTo>
                    <a:pt x="66" y="438"/>
                    <a:pt x="72" y="441"/>
                    <a:pt x="84" y="441"/>
                  </a:cubicBezTo>
                  <a:cubicBezTo>
                    <a:pt x="112" y="441"/>
                    <a:pt x="137" y="422"/>
                    <a:pt x="149" y="398"/>
                  </a:cubicBezTo>
                  <a:cubicBezTo>
                    <a:pt x="161" y="365"/>
                    <a:pt x="265" y="141"/>
                    <a:pt x="525" y="141"/>
                  </a:cubicBezTo>
                  <a:cubicBezTo>
                    <a:pt x="587" y="141"/>
                    <a:pt x="658" y="154"/>
                    <a:pt x="738" y="185"/>
                  </a:cubicBezTo>
                  <a:cubicBezTo>
                    <a:pt x="746" y="187"/>
                    <a:pt x="753" y="188"/>
                    <a:pt x="760" y="188"/>
                  </a:cubicBezTo>
                  <a:cubicBezTo>
                    <a:pt x="829" y="188"/>
                    <a:pt x="860" y="86"/>
                    <a:pt x="787" y="52"/>
                  </a:cubicBezTo>
                  <a:cubicBezTo>
                    <a:pt x="690" y="15"/>
                    <a:pt x="603" y="0"/>
                    <a:pt x="52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4" name="Google Shape;4514;p11"/>
            <p:cNvSpPr/>
            <p:nvPr/>
          </p:nvSpPr>
          <p:spPr>
            <a:xfrm>
              <a:off x="1968775" y="2067625"/>
              <a:ext cx="21625" cy="11025"/>
            </a:xfrm>
            <a:custGeom>
              <a:rect b="b" l="l" r="r" t="t"/>
              <a:pathLst>
                <a:path extrusionOk="0" h="441" w="865">
                  <a:moveTo>
                    <a:pt x="526" y="0"/>
                  </a:moveTo>
                  <a:cubicBezTo>
                    <a:pt x="161" y="0"/>
                    <a:pt x="16" y="339"/>
                    <a:pt x="16" y="342"/>
                  </a:cubicBezTo>
                  <a:cubicBezTo>
                    <a:pt x="1" y="379"/>
                    <a:pt x="16" y="419"/>
                    <a:pt x="53" y="435"/>
                  </a:cubicBezTo>
                  <a:cubicBezTo>
                    <a:pt x="63" y="438"/>
                    <a:pt x="72" y="441"/>
                    <a:pt x="81" y="441"/>
                  </a:cubicBezTo>
                  <a:cubicBezTo>
                    <a:pt x="109" y="441"/>
                    <a:pt x="137" y="425"/>
                    <a:pt x="146" y="398"/>
                  </a:cubicBezTo>
                  <a:cubicBezTo>
                    <a:pt x="161" y="365"/>
                    <a:pt x="262" y="141"/>
                    <a:pt x="522" y="141"/>
                  </a:cubicBezTo>
                  <a:cubicBezTo>
                    <a:pt x="584" y="141"/>
                    <a:pt x="654" y="154"/>
                    <a:pt x="735" y="185"/>
                  </a:cubicBezTo>
                  <a:cubicBezTo>
                    <a:pt x="745" y="188"/>
                    <a:pt x="754" y="190"/>
                    <a:pt x="763" y="190"/>
                  </a:cubicBezTo>
                  <a:cubicBezTo>
                    <a:pt x="834" y="190"/>
                    <a:pt x="864" y="82"/>
                    <a:pt x="787" y="52"/>
                  </a:cubicBezTo>
                  <a:cubicBezTo>
                    <a:pt x="690" y="16"/>
                    <a:pt x="603" y="0"/>
                    <a:pt x="52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5" name="Google Shape;4515;p11"/>
            <p:cNvSpPr/>
            <p:nvPr/>
          </p:nvSpPr>
          <p:spPr>
            <a:xfrm>
              <a:off x="2164950" y="2333150"/>
              <a:ext cx="18625" cy="14000"/>
            </a:xfrm>
            <a:custGeom>
              <a:rect b="b" l="l" r="r" t="t"/>
              <a:pathLst>
                <a:path extrusionOk="0" h="560" w="745">
                  <a:moveTo>
                    <a:pt x="666" y="0"/>
                  </a:moveTo>
                  <a:cubicBezTo>
                    <a:pt x="635" y="0"/>
                    <a:pt x="604" y="20"/>
                    <a:pt x="599" y="63"/>
                  </a:cubicBezTo>
                  <a:cubicBezTo>
                    <a:pt x="593" y="103"/>
                    <a:pt x="533" y="419"/>
                    <a:pt x="162" y="419"/>
                  </a:cubicBezTo>
                  <a:cubicBezTo>
                    <a:pt x="136" y="419"/>
                    <a:pt x="109" y="417"/>
                    <a:pt x="80" y="414"/>
                  </a:cubicBezTo>
                  <a:cubicBezTo>
                    <a:pt x="78" y="414"/>
                    <a:pt x="76" y="414"/>
                    <a:pt x="74" y="414"/>
                  </a:cubicBezTo>
                  <a:cubicBezTo>
                    <a:pt x="37" y="414"/>
                    <a:pt x="6" y="441"/>
                    <a:pt x="3" y="476"/>
                  </a:cubicBezTo>
                  <a:cubicBezTo>
                    <a:pt x="0" y="513"/>
                    <a:pt x="28" y="547"/>
                    <a:pt x="65" y="553"/>
                  </a:cubicBezTo>
                  <a:cubicBezTo>
                    <a:pt x="99" y="556"/>
                    <a:pt x="130" y="559"/>
                    <a:pt x="164" y="559"/>
                  </a:cubicBezTo>
                  <a:cubicBezTo>
                    <a:pt x="666" y="559"/>
                    <a:pt x="737" y="84"/>
                    <a:pt x="737" y="81"/>
                  </a:cubicBezTo>
                  <a:cubicBezTo>
                    <a:pt x="744" y="30"/>
                    <a:pt x="705" y="0"/>
                    <a:pt x="66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6" name="Google Shape;4516;p11"/>
            <p:cNvSpPr/>
            <p:nvPr/>
          </p:nvSpPr>
          <p:spPr>
            <a:xfrm>
              <a:off x="2192325" y="2318175"/>
              <a:ext cx="18625" cy="14000"/>
            </a:xfrm>
            <a:custGeom>
              <a:rect b="b" l="l" r="r" t="t"/>
              <a:pathLst>
                <a:path extrusionOk="0" h="560" w="745">
                  <a:moveTo>
                    <a:pt x="665" y="1"/>
                  </a:moveTo>
                  <a:cubicBezTo>
                    <a:pt x="634" y="1"/>
                    <a:pt x="604" y="19"/>
                    <a:pt x="599" y="60"/>
                  </a:cubicBezTo>
                  <a:cubicBezTo>
                    <a:pt x="593" y="100"/>
                    <a:pt x="536" y="417"/>
                    <a:pt x="166" y="417"/>
                  </a:cubicBezTo>
                  <a:cubicBezTo>
                    <a:pt x="139" y="417"/>
                    <a:pt x="111" y="415"/>
                    <a:pt x="80" y="412"/>
                  </a:cubicBezTo>
                  <a:cubicBezTo>
                    <a:pt x="79" y="412"/>
                    <a:pt x="77" y="412"/>
                    <a:pt x="75" y="412"/>
                  </a:cubicBezTo>
                  <a:cubicBezTo>
                    <a:pt x="40" y="412"/>
                    <a:pt x="9" y="438"/>
                    <a:pt x="3" y="477"/>
                  </a:cubicBezTo>
                  <a:cubicBezTo>
                    <a:pt x="0" y="514"/>
                    <a:pt x="28" y="547"/>
                    <a:pt x="65" y="554"/>
                  </a:cubicBezTo>
                  <a:cubicBezTo>
                    <a:pt x="99" y="557"/>
                    <a:pt x="133" y="557"/>
                    <a:pt x="164" y="560"/>
                  </a:cubicBezTo>
                  <a:cubicBezTo>
                    <a:pt x="666" y="560"/>
                    <a:pt x="737" y="85"/>
                    <a:pt x="737" y="82"/>
                  </a:cubicBezTo>
                  <a:cubicBezTo>
                    <a:pt x="744" y="30"/>
                    <a:pt x="704" y="1"/>
                    <a:pt x="665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7" name="Google Shape;4517;p11"/>
            <p:cNvSpPr/>
            <p:nvPr/>
          </p:nvSpPr>
          <p:spPr>
            <a:xfrm>
              <a:off x="2197900" y="229585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622" y="0"/>
                  </a:moveTo>
                  <a:cubicBezTo>
                    <a:pt x="582" y="0"/>
                    <a:pt x="551" y="34"/>
                    <a:pt x="551" y="71"/>
                  </a:cubicBezTo>
                  <a:cubicBezTo>
                    <a:pt x="551" y="90"/>
                    <a:pt x="551" y="481"/>
                    <a:pt x="92" y="500"/>
                  </a:cubicBezTo>
                  <a:cubicBezTo>
                    <a:pt x="0" y="500"/>
                    <a:pt x="2" y="639"/>
                    <a:pt x="92" y="639"/>
                  </a:cubicBezTo>
                  <a:cubicBezTo>
                    <a:pt x="93" y="639"/>
                    <a:pt x="94" y="639"/>
                    <a:pt x="95" y="639"/>
                  </a:cubicBezTo>
                  <a:lnTo>
                    <a:pt x="98" y="639"/>
                  </a:lnTo>
                  <a:cubicBezTo>
                    <a:pt x="693" y="617"/>
                    <a:pt x="693" y="74"/>
                    <a:pt x="693" y="71"/>
                  </a:cubicBezTo>
                  <a:cubicBezTo>
                    <a:pt x="690" y="31"/>
                    <a:pt x="659" y="0"/>
                    <a:pt x="62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8" name="Google Shape;4518;p11"/>
            <p:cNvSpPr/>
            <p:nvPr/>
          </p:nvSpPr>
          <p:spPr>
            <a:xfrm>
              <a:off x="2192700" y="2278250"/>
              <a:ext cx="17225" cy="16000"/>
            </a:xfrm>
            <a:custGeom>
              <a:rect b="b" l="l" r="r" t="t"/>
              <a:pathLst>
                <a:path extrusionOk="0" h="640" w="689">
                  <a:moveTo>
                    <a:pt x="617" y="1"/>
                  </a:moveTo>
                  <a:cubicBezTo>
                    <a:pt x="577" y="1"/>
                    <a:pt x="547" y="32"/>
                    <a:pt x="547" y="72"/>
                  </a:cubicBezTo>
                  <a:cubicBezTo>
                    <a:pt x="547" y="87"/>
                    <a:pt x="547" y="476"/>
                    <a:pt x="90" y="494"/>
                  </a:cubicBezTo>
                  <a:cubicBezTo>
                    <a:pt x="1" y="504"/>
                    <a:pt x="4" y="633"/>
                    <a:pt x="93" y="636"/>
                  </a:cubicBezTo>
                  <a:lnTo>
                    <a:pt x="93" y="639"/>
                  </a:lnTo>
                  <a:cubicBezTo>
                    <a:pt x="688" y="615"/>
                    <a:pt x="688" y="75"/>
                    <a:pt x="688" y="69"/>
                  </a:cubicBezTo>
                  <a:cubicBezTo>
                    <a:pt x="688" y="32"/>
                    <a:pt x="654" y="1"/>
                    <a:pt x="617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9" name="Google Shape;4519;p11"/>
            <p:cNvSpPr/>
            <p:nvPr/>
          </p:nvSpPr>
          <p:spPr>
            <a:xfrm>
              <a:off x="2221375" y="2266025"/>
              <a:ext cx="15850" cy="20975"/>
            </a:xfrm>
            <a:custGeom>
              <a:rect b="b" l="l" r="r" t="t"/>
              <a:pathLst>
                <a:path extrusionOk="0" h="839" w="634">
                  <a:moveTo>
                    <a:pt x="290" y="0"/>
                  </a:moveTo>
                  <a:cubicBezTo>
                    <a:pt x="277" y="0"/>
                    <a:pt x="263" y="4"/>
                    <a:pt x="251" y="12"/>
                  </a:cubicBezTo>
                  <a:cubicBezTo>
                    <a:pt x="220" y="30"/>
                    <a:pt x="208" y="77"/>
                    <a:pt x="229" y="107"/>
                  </a:cubicBezTo>
                  <a:cubicBezTo>
                    <a:pt x="238" y="123"/>
                    <a:pt x="442" y="456"/>
                    <a:pt x="60" y="709"/>
                  </a:cubicBezTo>
                  <a:cubicBezTo>
                    <a:pt x="1" y="749"/>
                    <a:pt x="26" y="838"/>
                    <a:pt x="97" y="838"/>
                  </a:cubicBezTo>
                  <a:cubicBezTo>
                    <a:pt x="112" y="838"/>
                    <a:pt x="124" y="835"/>
                    <a:pt x="137" y="829"/>
                  </a:cubicBezTo>
                  <a:cubicBezTo>
                    <a:pt x="633" y="499"/>
                    <a:pt x="353" y="40"/>
                    <a:pt x="349" y="33"/>
                  </a:cubicBezTo>
                  <a:cubicBezTo>
                    <a:pt x="336" y="12"/>
                    <a:pt x="313" y="0"/>
                    <a:pt x="29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0" name="Google Shape;4520;p11"/>
            <p:cNvSpPr/>
            <p:nvPr/>
          </p:nvSpPr>
          <p:spPr>
            <a:xfrm>
              <a:off x="2217850" y="2293350"/>
              <a:ext cx="15825" cy="21100"/>
            </a:xfrm>
            <a:custGeom>
              <a:rect b="b" l="l" r="r" t="t"/>
              <a:pathLst>
                <a:path extrusionOk="0" h="844" w="633">
                  <a:moveTo>
                    <a:pt x="291" y="1"/>
                  </a:moveTo>
                  <a:cubicBezTo>
                    <a:pt x="242" y="1"/>
                    <a:pt x="194" y="54"/>
                    <a:pt x="228" y="109"/>
                  </a:cubicBezTo>
                  <a:cubicBezTo>
                    <a:pt x="238" y="125"/>
                    <a:pt x="441" y="461"/>
                    <a:pt x="59" y="714"/>
                  </a:cubicBezTo>
                  <a:cubicBezTo>
                    <a:pt x="0" y="751"/>
                    <a:pt x="28" y="840"/>
                    <a:pt x="96" y="843"/>
                  </a:cubicBezTo>
                  <a:cubicBezTo>
                    <a:pt x="111" y="843"/>
                    <a:pt x="123" y="837"/>
                    <a:pt x="136" y="831"/>
                  </a:cubicBezTo>
                  <a:cubicBezTo>
                    <a:pt x="632" y="504"/>
                    <a:pt x="352" y="42"/>
                    <a:pt x="349" y="35"/>
                  </a:cubicBezTo>
                  <a:cubicBezTo>
                    <a:pt x="334" y="11"/>
                    <a:pt x="312" y="1"/>
                    <a:pt x="29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1" name="Google Shape;4521;p11"/>
            <p:cNvSpPr/>
            <p:nvPr/>
          </p:nvSpPr>
          <p:spPr>
            <a:xfrm>
              <a:off x="2169475" y="2310150"/>
              <a:ext cx="19425" cy="14025"/>
            </a:xfrm>
            <a:custGeom>
              <a:rect b="b" l="l" r="r" t="t"/>
              <a:pathLst>
                <a:path extrusionOk="0" h="561" w="777">
                  <a:moveTo>
                    <a:pt x="697" y="1"/>
                  </a:moveTo>
                  <a:cubicBezTo>
                    <a:pt x="666" y="1"/>
                    <a:pt x="636" y="19"/>
                    <a:pt x="630" y="60"/>
                  </a:cubicBezTo>
                  <a:cubicBezTo>
                    <a:pt x="625" y="101"/>
                    <a:pt x="568" y="417"/>
                    <a:pt x="198" y="417"/>
                  </a:cubicBezTo>
                  <a:cubicBezTo>
                    <a:pt x="171" y="417"/>
                    <a:pt x="142" y="416"/>
                    <a:pt x="112" y="412"/>
                  </a:cubicBezTo>
                  <a:cubicBezTo>
                    <a:pt x="107" y="411"/>
                    <a:pt x="103" y="411"/>
                    <a:pt x="98" y="411"/>
                  </a:cubicBezTo>
                  <a:cubicBezTo>
                    <a:pt x="12" y="411"/>
                    <a:pt x="0" y="548"/>
                    <a:pt x="97" y="554"/>
                  </a:cubicBezTo>
                  <a:cubicBezTo>
                    <a:pt x="128" y="557"/>
                    <a:pt x="162" y="560"/>
                    <a:pt x="196" y="560"/>
                  </a:cubicBezTo>
                  <a:cubicBezTo>
                    <a:pt x="695" y="560"/>
                    <a:pt x="769" y="88"/>
                    <a:pt x="769" y="82"/>
                  </a:cubicBezTo>
                  <a:cubicBezTo>
                    <a:pt x="776" y="30"/>
                    <a:pt x="736" y="1"/>
                    <a:pt x="697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2" name="Google Shape;4522;p11"/>
            <p:cNvSpPr/>
            <p:nvPr/>
          </p:nvSpPr>
          <p:spPr>
            <a:xfrm>
              <a:off x="1898625" y="2092125"/>
              <a:ext cx="18225" cy="14975"/>
            </a:xfrm>
            <a:custGeom>
              <a:rect b="b" l="l" r="r" t="t"/>
              <a:pathLst>
                <a:path extrusionOk="0" h="599" w="729">
                  <a:moveTo>
                    <a:pt x="605" y="0"/>
                  </a:moveTo>
                  <a:cubicBezTo>
                    <a:pt x="43" y="0"/>
                    <a:pt x="3" y="519"/>
                    <a:pt x="3" y="525"/>
                  </a:cubicBezTo>
                  <a:cubicBezTo>
                    <a:pt x="0" y="565"/>
                    <a:pt x="31" y="599"/>
                    <a:pt x="68" y="599"/>
                  </a:cubicBezTo>
                  <a:lnTo>
                    <a:pt x="74" y="599"/>
                  </a:lnTo>
                  <a:cubicBezTo>
                    <a:pt x="111" y="599"/>
                    <a:pt x="142" y="571"/>
                    <a:pt x="145" y="534"/>
                  </a:cubicBezTo>
                  <a:cubicBezTo>
                    <a:pt x="145" y="516"/>
                    <a:pt x="180" y="142"/>
                    <a:pt x="602" y="142"/>
                  </a:cubicBezTo>
                  <a:cubicBezTo>
                    <a:pt x="612" y="142"/>
                    <a:pt x="622" y="142"/>
                    <a:pt x="632" y="142"/>
                  </a:cubicBezTo>
                  <a:lnTo>
                    <a:pt x="636" y="142"/>
                  </a:lnTo>
                  <a:cubicBezTo>
                    <a:pt x="725" y="139"/>
                    <a:pt x="728" y="10"/>
                    <a:pt x="63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3" name="Google Shape;4523;p11"/>
            <p:cNvSpPr/>
            <p:nvPr/>
          </p:nvSpPr>
          <p:spPr>
            <a:xfrm>
              <a:off x="1928000" y="2073825"/>
              <a:ext cx="21075" cy="11075"/>
            </a:xfrm>
            <a:custGeom>
              <a:rect b="b" l="l" r="r" t="t"/>
              <a:pathLst>
                <a:path extrusionOk="0" h="443" w="843">
                  <a:moveTo>
                    <a:pt x="524" y="1"/>
                  </a:moveTo>
                  <a:cubicBezTo>
                    <a:pt x="162" y="1"/>
                    <a:pt x="16" y="339"/>
                    <a:pt x="16" y="344"/>
                  </a:cubicBezTo>
                  <a:cubicBezTo>
                    <a:pt x="0" y="381"/>
                    <a:pt x="19" y="421"/>
                    <a:pt x="56" y="436"/>
                  </a:cubicBezTo>
                  <a:cubicBezTo>
                    <a:pt x="65" y="439"/>
                    <a:pt x="74" y="439"/>
                    <a:pt x="84" y="443"/>
                  </a:cubicBezTo>
                  <a:cubicBezTo>
                    <a:pt x="111" y="443"/>
                    <a:pt x="136" y="424"/>
                    <a:pt x="148" y="396"/>
                  </a:cubicBezTo>
                  <a:cubicBezTo>
                    <a:pt x="161" y="366"/>
                    <a:pt x="265" y="141"/>
                    <a:pt x="527" y="141"/>
                  </a:cubicBezTo>
                  <a:cubicBezTo>
                    <a:pt x="588" y="141"/>
                    <a:pt x="658" y="154"/>
                    <a:pt x="737" y="183"/>
                  </a:cubicBezTo>
                  <a:cubicBezTo>
                    <a:pt x="746" y="187"/>
                    <a:pt x="755" y="189"/>
                    <a:pt x="764" y="189"/>
                  </a:cubicBezTo>
                  <a:cubicBezTo>
                    <a:pt x="792" y="189"/>
                    <a:pt x="818" y="171"/>
                    <a:pt x="830" y="143"/>
                  </a:cubicBezTo>
                  <a:cubicBezTo>
                    <a:pt x="842" y="106"/>
                    <a:pt x="824" y="66"/>
                    <a:pt x="787" y="54"/>
                  </a:cubicBezTo>
                  <a:cubicBezTo>
                    <a:pt x="689" y="16"/>
                    <a:pt x="602" y="1"/>
                    <a:pt x="52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4" name="Google Shape;4524;p11"/>
            <p:cNvSpPr/>
            <p:nvPr/>
          </p:nvSpPr>
          <p:spPr>
            <a:xfrm>
              <a:off x="1921600" y="2094750"/>
              <a:ext cx="18150" cy="15125"/>
            </a:xfrm>
            <a:custGeom>
              <a:rect b="b" l="l" r="r" t="t"/>
              <a:pathLst>
                <a:path extrusionOk="0" h="605" w="726">
                  <a:moveTo>
                    <a:pt x="617" y="0"/>
                  </a:moveTo>
                  <a:cubicBezTo>
                    <a:pt x="40" y="0"/>
                    <a:pt x="3" y="525"/>
                    <a:pt x="3" y="531"/>
                  </a:cubicBezTo>
                  <a:cubicBezTo>
                    <a:pt x="0" y="568"/>
                    <a:pt x="31" y="602"/>
                    <a:pt x="68" y="605"/>
                  </a:cubicBezTo>
                  <a:lnTo>
                    <a:pt x="71" y="605"/>
                  </a:lnTo>
                  <a:cubicBezTo>
                    <a:pt x="111" y="605"/>
                    <a:pt x="142" y="577"/>
                    <a:pt x="145" y="537"/>
                  </a:cubicBezTo>
                  <a:cubicBezTo>
                    <a:pt x="148" y="497"/>
                    <a:pt x="182" y="142"/>
                    <a:pt x="611" y="142"/>
                  </a:cubicBezTo>
                  <a:lnTo>
                    <a:pt x="633" y="142"/>
                  </a:lnTo>
                  <a:cubicBezTo>
                    <a:pt x="725" y="142"/>
                    <a:pt x="725" y="0"/>
                    <a:pt x="633" y="0"/>
                  </a:cubicBezTo>
                  <a:cubicBezTo>
                    <a:pt x="627" y="0"/>
                    <a:pt x="622" y="0"/>
                    <a:pt x="617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5" name="Google Shape;4525;p11"/>
            <p:cNvSpPr/>
            <p:nvPr/>
          </p:nvSpPr>
          <p:spPr>
            <a:xfrm>
              <a:off x="1898925" y="2111700"/>
              <a:ext cx="17375" cy="17625"/>
            </a:xfrm>
            <a:custGeom>
              <a:rect b="b" l="l" r="r" t="t"/>
              <a:pathLst>
                <a:path extrusionOk="0" h="705" w="695">
                  <a:moveTo>
                    <a:pt x="595" y="0"/>
                  </a:moveTo>
                  <a:cubicBezTo>
                    <a:pt x="593" y="0"/>
                    <a:pt x="590" y="1"/>
                    <a:pt x="586" y="1"/>
                  </a:cubicBezTo>
                  <a:cubicBezTo>
                    <a:pt x="0" y="106"/>
                    <a:pt x="74" y="639"/>
                    <a:pt x="74" y="645"/>
                  </a:cubicBezTo>
                  <a:cubicBezTo>
                    <a:pt x="78" y="679"/>
                    <a:pt x="108" y="704"/>
                    <a:pt x="142" y="704"/>
                  </a:cubicBezTo>
                  <a:lnTo>
                    <a:pt x="152" y="704"/>
                  </a:lnTo>
                  <a:cubicBezTo>
                    <a:pt x="192" y="698"/>
                    <a:pt x="219" y="661"/>
                    <a:pt x="213" y="624"/>
                  </a:cubicBezTo>
                  <a:cubicBezTo>
                    <a:pt x="207" y="584"/>
                    <a:pt x="170" y="217"/>
                    <a:pt x="611" y="140"/>
                  </a:cubicBezTo>
                  <a:cubicBezTo>
                    <a:pt x="695" y="122"/>
                    <a:pt x="677" y="0"/>
                    <a:pt x="595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6" name="Google Shape;4526;p11"/>
            <p:cNvSpPr/>
            <p:nvPr/>
          </p:nvSpPr>
          <p:spPr>
            <a:xfrm>
              <a:off x="1746500" y="1912175"/>
              <a:ext cx="16200" cy="19425"/>
            </a:xfrm>
            <a:custGeom>
              <a:rect b="b" l="l" r="r" t="t"/>
              <a:pathLst>
                <a:path extrusionOk="0" h="777" w="648">
                  <a:moveTo>
                    <a:pt x="101" y="1"/>
                  </a:moveTo>
                  <a:cubicBezTo>
                    <a:pt x="23" y="1"/>
                    <a:pt x="0" y="119"/>
                    <a:pt x="86" y="142"/>
                  </a:cubicBezTo>
                  <a:cubicBezTo>
                    <a:pt x="102" y="145"/>
                    <a:pt x="481" y="243"/>
                    <a:pt x="382" y="694"/>
                  </a:cubicBezTo>
                  <a:cubicBezTo>
                    <a:pt x="373" y="731"/>
                    <a:pt x="398" y="768"/>
                    <a:pt x="435" y="777"/>
                  </a:cubicBezTo>
                  <a:lnTo>
                    <a:pt x="450" y="777"/>
                  </a:lnTo>
                  <a:cubicBezTo>
                    <a:pt x="484" y="777"/>
                    <a:pt x="512" y="755"/>
                    <a:pt x="518" y="725"/>
                  </a:cubicBezTo>
                  <a:cubicBezTo>
                    <a:pt x="648" y="142"/>
                    <a:pt x="126" y="3"/>
                    <a:pt x="120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7" name="Google Shape;4527;p11"/>
            <p:cNvSpPr/>
            <p:nvPr/>
          </p:nvSpPr>
          <p:spPr>
            <a:xfrm>
              <a:off x="1743050" y="1886250"/>
              <a:ext cx="16175" cy="19450"/>
            </a:xfrm>
            <a:custGeom>
              <a:rect b="b" l="l" r="r" t="t"/>
              <a:pathLst>
                <a:path extrusionOk="0" h="778" w="647">
                  <a:moveTo>
                    <a:pt x="98" y="1"/>
                  </a:moveTo>
                  <a:cubicBezTo>
                    <a:pt x="22" y="1"/>
                    <a:pt x="0" y="119"/>
                    <a:pt x="82" y="139"/>
                  </a:cubicBezTo>
                  <a:cubicBezTo>
                    <a:pt x="101" y="145"/>
                    <a:pt x="477" y="244"/>
                    <a:pt x="378" y="691"/>
                  </a:cubicBezTo>
                  <a:cubicBezTo>
                    <a:pt x="369" y="731"/>
                    <a:pt x="394" y="768"/>
                    <a:pt x="434" y="778"/>
                  </a:cubicBezTo>
                  <a:lnTo>
                    <a:pt x="449" y="778"/>
                  </a:lnTo>
                  <a:cubicBezTo>
                    <a:pt x="480" y="778"/>
                    <a:pt x="508" y="756"/>
                    <a:pt x="517" y="722"/>
                  </a:cubicBezTo>
                  <a:cubicBezTo>
                    <a:pt x="647" y="142"/>
                    <a:pt x="122" y="4"/>
                    <a:pt x="119" y="4"/>
                  </a:cubicBezTo>
                  <a:cubicBezTo>
                    <a:pt x="112" y="2"/>
                    <a:pt x="105" y="1"/>
                    <a:pt x="98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8" name="Google Shape;4528;p11"/>
            <p:cNvSpPr/>
            <p:nvPr/>
          </p:nvSpPr>
          <p:spPr>
            <a:xfrm>
              <a:off x="1724250" y="1886300"/>
              <a:ext cx="16100" cy="19400"/>
            </a:xfrm>
            <a:custGeom>
              <a:rect b="b" l="l" r="r" t="t"/>
              <a:pathLst>
                <a:path extrusionOk="0" h="776" w="644">
                  <a:moveTo>
                    <a:pt x="101" y="0"/>
                  </a:moveTo>
                  <a:cubicBezTo>
                    <a:pt x="26" y="0"/>
                    <a:pt x="0" y="114"/>
                    <a:pt x="82" y="137"/>
                  </a:cubicBezTo>
                  <a:cubicBezTo>
                    <a:pt x="122" y="150"/>
                    <a:pt x="473" y="254"/>
                    <a:pt x="375" y="689"/>
                  </a:cubicBezTo>
                  <a:cubicBezTo>
                    <a:pt x="369" y="729"/>
                    <a:pt x="390" y="766"/>
                    <a:pt x="430" y="776"/>
                  </a:cubicBezTo>
                  <a:lnTo>
                    <a:pt x="446" y="776"/>
                  </a:lnTo>
                  <a:cubicBezTo>
                    <a:pt x="477" y="776"/>
                    <a:pt x="507" y="754"/>
                    <a:pt x="514" y="720"/>
                  </a:cubicBezTo>
                  <a:cubicBezTo>
                    <a:pt x="643" y="140"/>
                    <a:pt x="122" y="2"/>
                    <a:pt x="116" y="2"/>
                  </a:cubicBezTo>
                  <a:cubicBezTo>
                    <a:pt x="111" y="1"/>
                    <a:pt x="106" y="0"/>
                    <a:pt x="10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9" name="Google Shape;4529;p11"/>
            <p:cNvSpPr/>
            <p:nvPr/>
          </p:nvSpPr>
          <p:spPr>
            <a:xfrm>
              <a:off x="1777075" y="1963475"/>
              <a:ext cx="15775" cy="20425"/>
            </a:xfrm>
            <a:custGeom>
              <a:rect b="b" l="l" r="r" t="t"/>
              <a:pathLst>
                <a:path extrusionOk="0" h="817" w="631">
                  <a:moveTo>
                    <a:pt x="100" y="1"/>
                  </a:moveTo>
                  <a:cubicBezTo>
                    <a:pt x="30" y="1"/>
                    <a:pt x="0" y="104"/>
                    <a:pt x="72" y="138"/>
                  </a:cubicBezTo>
                  <a:cubicBezTo>
                    <a:pt x="88" y="144"/>
                    <a:pt x="452" y="289"/>
                    <a:pt x="297" y="721"/>
                  </a:cubicBezTo>
                  <a:cubicBezTo>
                    <a:pt x="285" y="758"/>
                    <a:pt x="304" y="798"/>
                    <a:pt x="341" y="813"/>
                  </a:cubicBezTo>
                  <a:cubicBezTo>
                    <a:pt x="350" y="813"/>
                    <a:pt x="356" y="816"/>
                    <a:pt x="365" y="816"/>
                  </a:cubicBezTo>
                  <a:cubicBezTo>
                    <a:pt x="396" y="816"/>
                    <a:pt x="421" y="798"/>
                    <a:pt x="433" y="770"/>
                  </a:cubicBezTo>
                  <a:cubicBezTo>
                    <a:pt x="630" y="209"/>
                    <a:pt x="128" y="5"/>
                    <a:pt x="125" y="5"/>
                  </a:cubicBezTo>
                  <a:cubicBezTo>
                    <a:pt x="116" y="2"/>
                    <a:pt x="108" y="1"/>
                    <a:pt x="10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0" name="Google Shape;4530;p11"/>
            <p:cNvSpPr/>
            <p:nvPr/>
          </p:nvSpPr>
          <p:spPr>
            <a:xfrm>
              <a:off x="2148200" y="1704125"/>
              <a:ext cx="26325" cy="25475"/>
            </a:xfrm>
            <a:custGeom>
              <a:rect b="b" l="l" r="r" t="t"/>
              <a:pathLst>
                <a:path extrusionOk="0" h="1019" w="1053">
                  <a:moveTo>
                    <a:pt x="485" y="0"/>
                  </a:moveTo>
                  <a:cubicBezTo>
                    <a:pt x="461" y="0"/>
                    <a:pt x="437" y="13"/>
                    <a:pt x="424" y="44"/>
                  </a:cubicBezTo>
                  <a:cubicBezTo>
                    <a:pt x="1" y="842"/>
                    <a:pt x="44" y="938"/>
                    <a:pt x="56" y="969"/>
                  </a:cubicBezTo>
                  <a:cubicBezTo>
                    <a:pt x="69" y="990"/>
                    <a:pt x="90" y="1009"/>
                    <a:pt x="115" y="1015"/>
                  </a:cubicBezTo>
                  <a:cubicBezTo>
                    <a:pt x="121" y="1018"/>
                    <a:pt x="127" y="1018"/>
                    <a:pt x="134" y="1018"/>
                  </a:cubicBezTo>
                  <a:cubicBezTo>
                    <a:pt x="189" y="1018"/>
                    <a:pt x="346" y="960"/>
                    <a:pt x="1003" y="389"/>
                  </a:cubicBezTo>
                  <a:cubicBezTo>
                    <a:pt x="1053" y="337"/>
                    <a:pt x="1008" y="266"/>
                    <a:pt x="953" y="266"/>
                  </a:cubicBezTo>
                  <a:cubicBezTo>
                    <a:pt x="939" y="266"/>
                    <a:pt x="925" y="270"/>
                    <a:pt x="911" y="281"/>
                  </a:cubicBezTo>
                  <a:cubicBezTo>
                    <a:pt x="655" y="503"/>
                    <a:pt x="356" y="744"/>
                    <a:pt x="208" y="839"/>
                  </a:cubicBezTo>
                  <a:cubicBezTo>
                    <a:pt x="260" y="688"/>
                    <a:pt x="408" y="374"/>
                    <a:pt x="547" y="108"/>
                  </a:cubicBezTo>
                  <a:cubicBezTo>
                    <a:pt x="582" y="51"/>
                    <a:pt x="533" y="0"/>
                    <a:pt x="48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1" name="Google Shape;4531;p11"/>
            <p:cNvSpPr/>
            <p:nvPr/>
          </p:nvSpPr>
          <p:spPr>
            <a:xfrm>
              <a:off x="2009575" y="1623575"/>
              <a:ext cx="17300" cy="15650"/>
            </a:xfrm>
            <a:custGeom>
              <a:rect b="b" l="l" r="r" t="t"/>
              <a:pathLst>
                <a:path extrusionOk="0" h="626" w="692">
                  <a:moveTo>
                    <a:pt x="277" y="1"/>
                  </a:moveTo>
                  <a:cubicBezTo>
                    <a:pt x="256" y="1"/>
                    <a:pt x="235" y="10"/>
                    <a:pt x="219" y="33"/>
                  </a:cubicBezTo>
                  <a:cubicBezTo>
                    <a:pt x="170" y="126"/>
                    <a:pt x="0" y="434"/>
                    <a:pt x="0" y="539"/>
                  </a:cubicBezTo>
                  <a:cubicBezTo>
                    <a:pt x="0" y="573"/>
                    <a:pt x="19" y="601"/>
                    <a:pt x="47" y="616"/>
                  </a:cubicBezTo>
                  <a:cubicBezTo>
                    <a:pt x="56" y="622"/>
                    <a:pt x="68" y="625"/>
                    <a:pt x="78" y="625"/>
                  </a:cubicBezTo>
                  <a:cubicBezTo>
                    <a:pt x="130" y="625"/>
                    <a:pt x="250" y="564"/>
                    <a:pt x="660" y="166"/>
                  </a:cubicBezTo>
                  <a:cubicBezTo>
                    <a:pt x="688" y="141"/>
                    <a:pt x="691" y="95"/>
                    <a:pt x="664" y="67"/>
                  </a:cubicBezTo>
                  <a:cubicBezTo>
                    <a:pt x="649" y="53"/>
                    <a:pt x="630" y="46"/>
                    <a:pt x="611" y="46"/>
                  </a:cubicBezTo>
                  <a:cubicBezTo>
                    <a:pt x="593" y="46"/>
                    <a:pt x="575" y="52"/>
                    <a:pt x="562" y="64"/>
                  </a:cubicBezTo>
                  <a:cubicBezTo>
                    <a:pt x="438" y="184"/>
                    <a:pt x="297" y="311"/>
                    <a:pt x="195" y="394"/>
                  </a:cubicBezTo>
                  <a:cubicBezTo>
                    <a:pt x="235" y="308"/>
                    <a:pt x="290" y="200"/>
                    <a:pt x="343" y="104"/>
                  </a:cubicBezTo>
                  <a:cubicBezTo>
                    <a:pt x="370" y="49"/>
                    <a:pt x="325" y="1"/>
                    <a:pt x="27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2" name="Google Shape;4532;p11"/>
            <p:cNvSpPr/>
            <p:nvPr/>
          </p:nvSpPr>
          <p:spPr>
            <a:xfrm>
              <a:off x="2031175" y="1667800"/>
              <a:ext cx="14275" cy="12900"/>
            </a:xfrm>
            <a:custGeom>
              <a:rect b="b" l="l" r="r" t="t"/>
              <a:pathLst>
                <a:path extrusionOk="0" h="516" w="571">
                  <a:moveTo>
                    <a:pt x="478" y="1"/>
                  </a:moveTo>
                  <a:cubicBezTo>
                    <a:pt x="342" y="1"/>
                    <a:pt x="74" y="90"/>
                    <a:pt x="9" y="432"/>
                  </a:cubicBezTo>
                  <a:cubicBezTo>
                    <a:pt x="0" y="473"/>
                    <a:pt x="28" y="510"/>
                    <a:pt x="65" y="516"/>
                  </a:cubicBezTo>
                  <a:lnTo>
                    <a:pt x="77" y="516"/>
                  </a:lnTo>
                  <a:cubicBezTo>
                    <a:pt x="111" y="516"/>
                    <a:pt x="139" y="491"/>
                    <a:pt x="148" y="460"/>
                  </a:cubicBezTo>
                  <a:cubicBezTo>
                    <a:pt x="207" y="149"/>
                    <a:pt x="466" y="139"/>
                    <a:pt x="478" y="139"/>
                  </a:cubicBezTo>
                  <a:cubicBezTo>
                    <a:pt x="571" y="139"/>
                    <a:pt x="571" y="1"/>
                    <a:pt x="478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3" name="Google Shape;4533;p11"/>
            <p:cNvSpPr/>
            <p:nvPr/>
          </p:nvSpPr>
          <p:spPr>
            <a:xfrm>
              <a:off x="2036475" y="1681925"/>
              <a:ext cx="14150" cy="12900"/>
            </a:xfrm>
            <a:custGeom>
              <a:rect b="b" l="l" r="r" t="t"/>
              <a:pathLst>
                <a:path extrusionOk="0" h="516" w="566">
                  <a:moveTo>
                    <a:pt x="479" y="0"/>
                  </a:moveTo>
                  <a:cubicBezTo>
                    <a:pt x="343" y="0"/>
                    <a:pt x="72" y="90"/>
                    <a:pt x="7" y="435"/>
                  </a:cubicBezTo>
                  <a:cubicBezTo>
                    <a:pt x="1" y="472"/>
                    <a:pt x="26" y="509"/>
                    <a:pt x="66" y="515"/>
                  </a:cubicBezTo>
                  <a:lnTo>
                    <a:pt x="78" y="515"/>
                  </a:lnTo>
                  <a:cubicBezTo>
                    <a:pt x="112" y="515"/>
                    <a:pt x="140" y="494"/>
                    <a:pt x="146" y="460"/>
                  </a:cubicBezTo>
                  <a:cubicBezTo>
                    <a:pt x="204" y="148"/>
                    <a:pt x="467" y="142"/>
                    <a:pt x="479" y="142"/>
                  </a:cubicBezTo>
                  <a:cubicBezTo>
                    <a:pt x="565" y="136"/>
                    <a:pt x="565" y="6"/>
                    <a:pt x="47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4" name="Google Shape;4534;p11"/>
            <p:cNvSpPr/>
            <p:nvPr/>
          </p:nvSpPr>
          <p:spPr>
            <a:xfrm>
              <a:off x="2056525" y="1680675"/>
              <a:ext cx="14400" cy="12975"/>
            </a:xfrm>
            <a:custGeom>
              <a:rect b="b" l="l" r="r" t="t"/>
              <a:pathLst>
                <a:path extrusionOk="0" h="519" w="576">
                  <a:moveTo>
                    <a:pt x="482" y="1"/>
                  </a:moveTo>
                  <a:cubicBezTo>
                    <a:pt x="480" y="1"/>
                    <a:pt x="478" y="1"/>
                    <a:pt x="476" y="1"/>
                  </a:cubicBezTo>
                  <a:cubicBezTo>
                    <a:pt x="343" y="1"/>
                    <a:pt x="72" y="93"/>
                    <a:pt x="7" y="436"/>
                  </a:cubicBezTo>
                  <a:cubicBezTo>
                    <a:pt x="1" y="476"/>
                    <a:pt x="25" y="513"/>
                    <a:pt x="62" y="519"/>
                  </a:cubicBezTo>
                  <a:lnTo>
                    <a:pt x="78" y="519"/>
                  </a:lnTo>
                  <a:cubicBezTo>
                    <a:pt x="109" y="519"/>
                    <a:pt x="140" y="494"/>
                    <a:pt x="146" y="463"/>
                  </a:cubicBezTo>
                  <a:cubicBezTo>
                    <a:pt x="204" y="152"/>
                    <a:pt x="466" y="143"/>
                    <a:pt x="476" y="143"/>
                  </a:cubicBezTo>
                  <a:cubicBezTo>
                    <a:pt x="479" y="143"/>
                    <a:pt x="481" y="143"/>
                    <a:pt x="484" y="143"/>
                  </a:cubicBezTo>
                  <a:cubicBezTo>
                    <a:pt x="576" y="143"/>
                    <a:pt x="575" y="1"/>
                    <a:pt x="48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5" name="Google Shape;4535;p11"/>
            <p:cNvSpPr/>
            <p:nvPr/>
          </p:nvSpPr>
          <p:spPr>
            <a:xfrm>
              <a:off x="2037650" y="1698425"/>
              <a:ext cx="14125" cy="12900"/>
            </a:xfrm>
            <a:custGeom>
              <a:rect b="b" l="l" r="r" t="t"/>
              <a:pathLst>
                <a:path extrusionOk="0" h="516" w="565">
                  <a:moveTo>
                    <a:pt x="478" y="0"/>
                  </a:moveTo>
                  <a:cubicBezTo>
                    <a:pt x="342" y="0"/>
                    <a:pt x="74" y="90"/>
                    <a:pt x="9" y="435"/>
                  </a:cubicBezTo>
                  <a:cubicBezTo>
                    <a:pt x="0" y="472"/>
                    <a:pt x="28" y="509"/>
                    <a:pt x="65" y="515"/>
                  </a:cubicBezTo>
                  <a:lnTo>
                    <a:pt x="77" y="515"/>
                  </a:lnTo>
                  <a:cubicBezTo>
                    <a:pt x="111" y="515"/>
                    <a:pt x="139" y="491"/>
                    <a:pt x="148" y="460"/>
                  </a:cubicBezTo>
                  <a:cubicBezTo>
                    <a:pt x="207" y="148"/>
                    <a:pt x="466" y="142"/>
                    <a:pt x="478" y="142"/>
                  </a:cubicBezTo>
                  <a:cubicBezTo>
                    <a:pt x="565" y="133"/>
                    <a:pt x="565" y="6"/>
                    <a:pt x="478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6" name="Google Shape;4536;p11"/>
            <p:cNvSpPr/>
            <p:nvPr/>
          </p:nvSpPr>
          <p:spPr>
            <a:xfrm>
              <a:off x="2057075" y="1693625"/>
              <a:ext cx="14475" cy="13000"/>
            </a:xfrm>
            <a:custGeom>
              <a:rect b="b" l="l" r="r" t="t"/>
              <a:pathLst>
                <a:path extrusionOk="0" h="520" w="579">
                  <a:moveTo>
                    <a:pt x="484" y="1"/>
                  </a:moveTo>
                  <a:cubicBezTo>
                    <a:pt x="482" y="1"/>
                    <a:pt x="480" y="1"/>
                    <a:pt x="478" y="1"/>
                  </a:cubicBezTo>
                  <a:cubicBezTo>
                    <a:pt x="346" y="1"/>
                    <a:pt x="74" y="93"/>
                    <a:pt x="10" y="436"/>
                  </a:cubicBezTo>
                  <a:cubicBezTo>
                    <a:pt x="0" y="476"/>
                    <a:pt x="28" y="513"/>
                    <a:pt x="65" y="519"/>
                  </a:cubicBezTo>
                  <a:lnTo>
                    <a:pt x="77" y="519"/>
                  </a:lnTo>
                  <a:cubicBezTo>
                    <a:pt x="111" y="519"/>
                    <a:pt x="139" y="494"/>
                    <a:pt x="148" y="464"/>
                  </a:cubicBezTo>
                  <a:cubicBezTo>
                    <a:pt x="207" y="152"/>
                    <a:pt x="466" y="143"/>
                    <a:pt x="478" y="143"/>
                  </a:cubicBezTo>
                  <a:cubicBezTo>
                    <a:pt x="481" y="143"/>
                    <a:pt x="484" y="143"/>
                    <a:pt x="487" y="143"/>
                  </a:cubicBezTo>
                  <a:cubicBezTo>
                    <a:pt x="578" y="143"/>
                    <a:pt x="577" y="1"/>
                    <a:pt x="48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7" name="Google Shape;4537;p11"/>
            <p:cNvSpPr/>
            <p:nvPr/>
          </p:nvSpPr>
          <p:spPr>
            <a:xfrm>
              <a:off x="2185750" y="1945375"/>
              <a:ext cx="11150" cy="16000"/>
            </a:xfrm>
            <a:custGeom>
              <a:rect b="b" l="l" r="r" t="t"/>
              <a:pathLst>
                <a:path extrusionOk="0" h="640" w="446">
                  <a:moveTo>
                    <a:pt x="101" y="0"/>
                  </a:moveTo>
                  <a:cubicBezTo>
                    <a:pt x="39" y="0"/>
                    <a:pt x="1" y="95"/>
                    <a:pt x="69" y="134"/>
                  </a:cubicBezTo>
                  <a:cubicBezTo>
                    <a:pt x="346" y="285"/>
                    <a:pt x="272" y="535"/>
                    <a:pt x="269" y="547"/>
                  </a:cubicBezTo>
                  <a:cubicBezTo>
                    <a:pt x="257" y="584"/>
                    <a:pt x="276" y="624"/>
                    <a:pt x="313" y="636"/>
                  </a:cubicBezTo>
                  <a:cubicBezTo>
                    <a:pt x="322" y="640"/>
                    <a:pt x="328" y="640"/>
                    <a:pt x="337" y="640"/>
                  </a:cubicBezTo>
                  <a:cubicBezTo>
                    <a:pt x="368" y="640"/>
                    <a:pt x="393" y="621"/>
                    <a:pt x="402" y="593"/>
                  </a:cubicBezTo>
                  <a:cubicBezTo>
                    <a:pt x="445" y="464"/>
                    <a:pt x="445" y="177"/>
                    <a:pt x="137" y="10"/>
                  </a:cubicBezTo>
                  <a:cubicBezTo>
                    <a:pt x="124" y="3"/>
                    <a:pt x="112" y="0"/>
                    <a:pt x="10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8" name="Google Shape;4538;p11"/>
            <p:cNvSpPr/>
            <p:nvPr/>
          </p:nvSpPr>
          <p:spPr>
            <a:xfrm>
              <a:off x="2177900" y="1960275"/>
              <a:ext cx="10200" cy="16900"/>
            </a:xfrm>
            <a:custGeom>
              <a:rect b="b" l="l" r="r" t="t"/>
              <a:pathLst>
                <a:path extrusionOk="0" h="676" w="408">
                  <a:moveTo>
                    <a:pt x="100" y="1"/>
                  </a:moveTo>
                  <a:cubicBezTo>
                    <a:pt x="46" y="1"/>
                    <a:pt x="1" y="71"/>
                    <a:pt x="50" y="121"/>
                  </a:cubicBezTo>
                  <a:cubicBezTo>
                    <a:pt x="287" y="330"/>
                    <a:pt x="164" y="559"/>
                    <a:pt x="158" y="571"/>
                  </a:cubicBezTo>
                  <a:cubicBezTo>
                    <a:pt x="136" y="602"/>
                    <a:pt x="148" y="645"/>
                    <a:pt x="182" y="667"/>
                  </a:cubicBezTo>
                  <a:cubicBezTo>
                    <a:pt x="192" y="673"/>
                    <a:pt x="204" y="676"/>
                    <a:pt x="216" y="676"/>
                  </a:cubicBezTo>
                  <a:cubicBezTo>
                    <a:pt x="241" y="676"/>
                    <a:pt x="266" y="663"/>
                    <a:pt x="278" y="642"/>
                  </a:cubicBezTo>
                  <a:cubicBezTo>
                    <a:pt x="346" y="525"/>
                    <a:pt x="408" y="247"/>
                    <a:pt x="142" y="16"/>
                  </a:cubicBezTo>
                  <a:cubicBezTo>
                    <a:pt x="129" y="5"/>
                    <a:pt x="114" y="1"/>
                    <a:pt x="10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9" name="Google Shape;4539;p11"/>
            <p:cNvSpPr/>
            <p:nvPr/>
          </p:nvSpPr>
          <p:spPr>
            <a:xfrm>
              <a:off x="2197150" y="1970750"/>
              <a:ext cx="10375" cy="17075"/>
            </a:xfrm>
            <a:custGeom>
              <a:rect b="b" l="l" r="r" t="t"/>
              <a:pathLst>
                <a:path extrusionOk="0" h="683" w="415">
                  <a:moveTo>
                    <a:pt x="104" y="1"/>
                  </a:moveTo>
                  <a:cubicBezTo>
                    <a:pt x="47" y="1"/>
                    <a:pt x="1" y="79"/>
                    <a:pt x="57" y="127"/>
                  </a:cubicBezTo>
                  <a:cubicBezTo>
                    <a:pt x="295" y="337"/>
                    <a:pt x="168" y="565"/>
                    <a:pt x="162" y="574"/>
                  </a:cubicBezTo>
                  <a:cubicBezTo>
                    <a:pt x="143" y="608"/>
                    <a:pt x="156" y="652"/>
                    <a:pt x="190" y="670"/>
                  </a:cubicBezTo>
                  <a:cubicBezTo>
                    <a:pt x="199" y="676"/>
                    <a:pt x="211" y="682"/>
                    <a:pt x="224" y="682"/>
                  </a:cubicBezTo>
                  <a:cubicBezTo>
                    <a:pt x="248" y="682"/>
                    <a:pt x="273" y="667"/>
                    <a:pt x="285" y="645"/>
                  </a:cubicBezTo>
                  <a:cubicBezTo>
                    <a:pt x="353" y="531"/>
                    <a:pt x="415" y="251"/>
                    <a:pt x="150" y="19"/>
                  </a:cubicBezTo>
                  <a:cubicBezTo>
                    <a:pt x="135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0" name="Google Shape;4540;p11"/>
            <p:cNvSpPr/>
            <p:nvPr/>
          </p:nvSpPr>
          <p:spPr>
            <a:xfrm>
              <a:off x="2202050" y="1995025"/>
              <a:ext cx="10175" cy="16925"/>
            </a:xfrm>
            <a:custGeom>
              <a:rect b="b" l="l" r="r" t="t"/>
              <a:pathLst>
                <a:path extrusionOk="0" h="677" w="407">
                  <a:moveTo>
                    <a:pt x="100" y="0"/>
                  </a:moveTo>
                  <a:cubicBezTo>
                    <a:pt x="44" y="0"/>
                    <a:pt x="0" y="73"/>
                    <a:pt x="49" y="122"/>
                  </a:cubicBezTo>
                  <a:cubicBezTo>
                    <a:pt x="290" y="331"/>
                    <a:pt x="160" y="560"/>
                    <a:pt x="157" y="569"/>
                  </a:cubicBezTo>
                  <a:cubicBezTo>
                    <a:pt x="129" y="615"/>
                    <a:pt x="163" y="677"/>
                    <a:pt x="216" y="677"/>
                  </a:cubicBezTo>
                  <a:cubicBezTo>
                    <a:pt x="240" y="677"/>
                    <a:pt x="265" y="661"/>
                    <a:pt x="277" y="640"/>
                  </a:cubicBezTo>
                  <a:cubicBezTo>
                    <a:pt x="345" y="526"/>
                    <a:pt x="407" y="248"/>
                    <a:pt x="145" y="17"/>
                  </a:cubicBezTo>
                  <a:cubicBezTo>
                    <a:pt x="130" y="5"/>
                    <a:pt x="115" y="0"/>
                    <a:pt x="10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1" name="Google Shape;4541;p11"/>
            <p:cNvSpPr/>
            <p:nvPr/>
          </p:nvSpPr>
          <p:spPr>
            <a:xfrm>
              <a:off x="2194075" y="2007175"/>
              <a:ext cx="10450" cy="17125"/>
            </a:xfrm>
            <a:custGeom>
              <a:rect b="b" l="l" r="r" t="t"/>
              <a:pathLst>
                <a:path extrusionOk="0" h="685" w="418">
                  <a:moveTo>
                    <a:pt x="105" y="1"/>
                  </a:moveTo>
                  <a:cubicBezTo>
                    <a:pt x="48" y="1"/>
                    <a:pt x="1" y="81"/>
                    <a:pt x="63" y="129"/>
                  </a:cubicBezTo>
                  <a:cubicBezTo>
                    <a:pt x="300" y="339"/>
                    <a:pt x="174" y="567"/>
                    <a:pt x="168" y="579"/>
                  </a:cubicBezTo>
                  <a:cubicBezTo>
                    <a:pt x="149" y="610"/>
                    <a:pt x="162" y="653"/>
                    <a:pt x="192" y="675"/>
                  </a:cubicBezTo>
                  <a:cubicBezTo>
                    <a:pt x="205" y="681"/>
                    <a:pt x="217" y="684"/>
                    <a:pt x="229" y="684"/>
                  </a:cubicBezTo>
                  <a:cubicBezTo>
                    <a:pt x="254" y="684"/>
                    <a:pt x="279" y="672"/>
                    <a:pt x="291" y="650"/>
                  </a:cubicBezTo>
                  <a:cubicBezTo>
                    <a:pt x="359" y="533"/>
                    <a:pt x="418" y="256"/>
                    <a:pt x="155" y="24"/>
                  </a:cubicBezTo>
                  <a:cubicBezTo>
                    <a:pt x="139" y="7"/>
                    <a:pt x="122" y="1"/>
                    <a:pt x="105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2" name="Google Shape;4542;p11"/>
            <p:cNvSpPr/>
            <p:nvPr/>
          </p:nvSpPr>
          <p:spPr>
            <a:xfrm>
              <a:off x="2183050" y="1987875"/>
              <a:ext cx="10300" cy="17000"/>
            </a:xfrm>
            <a:custGeom>
              <a:rect b="b" l="l" r="r" t="t"/>
              <a:pathLst>
                <a:path extrusionOk="0" h="680" w="412">
                  <a:moveTo>
                    <a:pt x="102" y="0"/>
                  </a:moveTo>
                  <a:cubicBezTo>
                    <a:pt x="46" y="0"/>
                    <a:pt x="1" y="75"/>
                    <a:pt x="57" y="124"/>
                  </a:cubicBezTo>
                  <a:cubicBezTo>
                    <a:pt x="294" y="334"/>
                    <a:pt x="168" y="562"/>
                    <a:pt x="161" y="574"/>
                  </a:cubicBezTo>
                  <a:cubicBezTo>
                    <a:pt x="143" y="605"/>
                    <a:pt x="152" y="648"/>
                    <a:pt x="186" y="670"/>
                  </a:cubicBezTo>
                  <a:cubicBezTo>
                    <a:pt x="198" y="676"/>
                    <a:pt x="211" y="679"/>
                    <a:pt x="223" y="679"/>
                  </a:cubicBezTo>
                  <a:cubicBezTo>
                    <a:pt x="248" y="679"/>
                    <a:pt x="272" y="667"/>
                    <a:pt x="285" y="645"/>
                  </a:cubicBezTo>
                  <a:cubicBezTo>
                    <a:pt x="353" y="528"/>
                    <a:pt x="411" y="250"/>
                    <a:pt x="149" y="19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3" name="Google Shape;4543;p11"/>
            <p:cNvSpPr/>
            <p:nvPr/>
          </p:nvSpPr>
          <p:spPr>
            <a:xfrm>
              <a:off x="2021600" y="1687050"/>
              <a:ext cx="11275" cy="16700"/>
            </a:xfrm>
            <a:custGeom>
              <a:rect b="b" l="l" r="r" t="t"/>
              <a:pathLst>
                <a:path extrusionOk="0" h="668" w="451">
                  <a:moveTo>
                    <a:pt x="349" y="1"/>
                  </a:moveTo>
                  <a:cubicBezTo>
                    <a:pt x="337" y="1"/>
                    <a:pt x="325" y="4"/>
                    <a:pt x="312" y="11"/>
                  </a:cubicBezTo>
                  <a:cubicBezTo>
                    <a:pt x="195" y="76"/>
                    <a:pt x="1" y="285"/>
                    <a:pt x="112" y="619"/>
                  </a:cubicBezTo>
                  <a:cubicBezTo>
                    <a:pt x="121" y="646"/>
                    <a:pt x="149" y="668"/>
                    <a:pt x="179" y="668"/>
                  </a:cubicBezTo>
                  <a:cubicBezTo>
                    <a:pt x="186" y="668"/>
                    <a:pt x="192" y="665"/>
                    <a:pt x="201" y="662"/>
                  </a:cubicBezTo>
                  <a:cubicBezTo>
                    <a:pt x="238" y="649"/>
                    <a:pt x="257" y="609"/>
                    <a:pt x="244" y="572"/>
                  </a:cubicBezTo>
                  <a:cubicBezTo>
                    <a:pt x="146" y="273"/>
                    <a:pt x="371" y="141"/>
                    <a:pt x="380" y="134"/>
                  </a:cubicBezTo>
                  <a:cubicBezTo>
                    <a:pt x="450" y="95"/>
                    <a:pt x="413" y="1"/>
                    <a:pt x="34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4544" name="Google Shape;4544;p11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613445" y="1342511"/>
            <a:ext cx="2658674" cy="3474439"/>
          </a:xfrm>
          <a:prstGeom prst="rect">
            <a:avLst/>
          </a:prstGeom>
          <a:noFill/>
          <a:ln>
            <a:noFill/>
          </a:ln>
        </p:spPr>
      </p:pic>
      <p:pic>
        <p:nvPicPr>
          <p:cNvPr id="4545" name="Google Shape;4545;p11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4674633" y="1339402"/>
            <a:ext cx="2658674" cy="34775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49" name="Shape 4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0" name="Google Shape;4550;p12"/>
          <p:cNvSpPr txBox="1"/>
          <p:nvPr>
            <p:ph type="title"/>
          </p:nvPr>
        </p:nvSpPr>
        <p:spPr>
          <a:xfrm>
            <a:off x="2367265" y="427040"/>
            <a:ext cx="4699165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Felhasználói menü</a:t>
            </a:r>
            <a:endParaRPr/>
          </a:p>
        </p:txBody>
      </p:sp>
      <p:grpSp>
        <p:nvGrpSpPr>
          <p:cNvPr id="4551" name="Google Shape;4551;p12"/>
          <p:cNvGrpSpPr/>
          <p:nvPr/>
        </p:nvGrpSpPr>
        <p:grpSpPr>
          <a:xfrm flipH="1">
            <a:off x="284742" y="3345928"/>
            <a:ext cx="1116533" cy="1565883"/>
            <a:chOff x="5798182" y="537107"/>
            <a:chExt cx="2901593" cy="4069343"/>
          </a:xfrm>
        </p:grpSpPr>
        <p:sp>
          <p:nvSpPr>
            <p:cNvPr id="4552" name="Google Shape;4552;p12"/>
            <p:cNvSpPr/>
            <p:nvPr/>
          </p:nvSpPr>
          <p:spPr>
            <a:xfrm flipH="1">
              <a:off x="6064875" y="4223050"/>
              <a:ext cx="2634900" cy="3834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553" name="Google Shape;4553;p12"/>
            <p:cNvGrpSpPr/>
            <p:nvPr/>
          </p:nvGrpSpPr>
          <p:grpSpPr>
            <a:xfrm flipH="1">
              <a:off x="5798182" y="537107"/>
              <a:ext cx="2634882" cy="3959330"/>
              <a:chOff x="4583450" y="3797400"/>
              <a:chExt cx="634575" cy="953550"/>
            </a:xfrm>
          </p:grpSpPr>
          <p:sp>
            <p:nvSpPr>
              <p:cNvPr id="4554" name="Google Shape;4554;p12"/>
              <p:cNvSpPr/>
              <p:nvPr/>
            </p:nvSpPr>
            <p:spPr>
              <a:xfrm>
                <a:off x="5175650" y="3948275"/>
                <a:ext cx="26750" cy="4275"/>
              </a:xfrm>
              <a:custGeom>
                <a:rect b="b" l="l" r="r" t="t"/>
                <a:pathLst>
                  <a:path extrusionOk="0" h="171" w="1070">
                    <a:moveTo>
                      <a:pt x="622" y="0"/>
                    </a:moveTo>
                    <a:lnTo>
                      <a:pt x="622" y="9"/>
                    </a:lnTo>
                    <a:cubicBezTo>
                      <a:pt x="448" y="9"/>
                      <a:pt x="274" y="42"/>
                      <a:pt x="108" y="91"/>
                    </a:cubicBezTo>
                    <a:cubicBezTo>
                      <a:pt x="75" y="100"/>
                      <a:pt x="33" y="108"/>
                      <a:pt x="0" y="116"/>
                    </a:cubicBezTo>
                    <a:cubicBezTo>
                      <a:pt x="17" y="125"/>
                      <a:pt x="25" y="133"/>
                      <a:pt x="42" y="141"/>
                    </a:cubicBezTo>
                    <a:cubicBezTo>
                      <a:pt x="100" y="141"/>
                      <a:pt x="158" y="149"/>
                      <a:pt x="224" y="166"/>
                    </a:cubicBezTo>
                    <a:cubicBezTo>
                      <a:pt x="327" y="169"/>
                      <a:pt x="430" y="171"/>
                      <a:pt x="533" y="171"/>
                    </a:cubicBezTo>
                    <a:cubicBezTo>
                      <a:pt x="712" y="171"/>
                      <a:pt x="890" y="165"/>
                      <a:pt x="1069" y="149"/>
                    </a:cubicBezTo>
                    <a:cubicBezTo>
                      <a:pt x="1003" y="17"/>
                      <a:pt x="754" y="0"/>
                      <a:pt x="6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55" name="Google Shape;4555;p12"/>
              <p:cNvSpPr/>
              <p:nvPr/>
            </p:nvSpPr>
            <p:spPr>
              <a:xfrm>
                <a:off x="4865775" y="3822550"/>
                <a:ext cx="54900" cy="37700"/>
              </a:xfrm>
              <a:custGeom>
                <a:rect b="b" l="l" r="r" t="t"/>
                <a:pathLst>
                  <a:path extrusionOk="0" h="1508" w="2196">
                    <a:moveTo>
                      <a:pt x="2196" y="0"/>
                    </a:moveTo>
                    <a:lnTo>
                      <a:pt x="2196" y="0"/>
                    </a:lnTo>
                    <a:cubicBezTo>
                      <a:pt x="1773" y="282"/>
                      <a:pt x="1301" y="505"/>
                      <a:pt x="787" y="530"/>
                    </a:cubicBezTo>
                    <a:cubicBezTo>
                      <a:pt x="655" y="539"/>
                      <a:pt x="514" y="530"/>
                      <a:pt x="381" y="572"/>
                    </a:cubicBezTo>
                    <a:cubicBezTo>
                      <a:pt x="265" y="605"/>
                      <a:pt x="182" y="688"/>
                      <a:pt x="124" y="787"/>
                    </a:cubicBezTo>
                    <a:cubicBezTo>
                      <a:pt x="0" y="1011"/>
                      <a:pt x="25" y="1268"/>
                      <a:pt x="83" y="1508"/>
                    </a:cubicBezTo>
                    <a:cubicBezTo>
                      <a:pt x="530" y="1384"/>
                      <a:pt x="936" y="1152"/>
                      <a:pt x="1293" y="862"/>
                    </a:cubicBezTo>
                    <a:cubicBezTo>
                      <a:pt x="1624" y="605"/>
                      <a:pt x="1914" y="307"/>
                      <a:pt x="21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56" name="Google Shape;4556;p12"/>
              <p:cNvSpPr/>
              <p:nvPr/>
            </p:nvSpPr>
            <p:spPr>
              <a:xfrm>
                <a:off x="4866800" y="4011025"/>
                <a:ext cx="37525" cy="12050"/>
              </a:xfrm>
              <a:custGeom>
                <a:rect b="b" l="l" r="r" t="t"/>
                <a:pathLst>
                  <a:path extrusionOk="0" h="482" w="1501">
                    <a:moveTo>
                      <a:pt x="1500" y="1"/>
                    </a:moveTo>
                    <a:lnTo>
                      <a:pt x="1500" y="1"/>
                    </a:lnTo>
                    <a:cubicBezTo>
                      <a:pt x="1376" y="42"/>
                      <a:pt x="1252" y="67"/>
                      <a:pt x="1127" y="92"/>
                    </a:cubicBezTo>
                    <a:cubicBezTo>
                      <a:pt x="854" y="150"/>
                      <a:pt x="581" y="216"/>
                      <a:pt x="315" y="291"/>
                    </a:cubicBezTo>
                    <a:cubicBezTo>
                      <a:pt x="208" y="316"/>
                      <a:pt x="92" y="349"/>
                      <a:pt x="25" y="440"/>
                    </a:cubicBezTo>
                    <a:cubicBezTo>
                      <a:pt x="17" y="448"/>
                      <a:pt x="9" y="465"/>
                      <a:pt x="1" y="481"/>
                    </a:cubicBezTo>
                    <a:cubicBezTo>
                      <a:pt x="67" y="423"/>
                      <a:pt x="150" y="382"/>
                      <a:pt x="241" y="349"/>
                    </a:cubicBezTo>
                    <a:cubicBezTo>
                      <a:pt x="373" y="299"/>
                      <a:pt x="514" y="258"/>
                      <a:pt x="655" y="225"/>
                    </a:cubicBezTo>
                    <a:cubicBezTo>
                      <a:pt x="796" y="191"/>
                      <a:pt x="937" y="158"/>
                      <a:pt x="1086" y="142"/>
                    </a:cubicBezTo>
                    <a:cubicBezTo>
                      <a:pt x="1162" y="130"/>
                      <a:pt x="1242" y="118"/>
                      <a:pt x="1324" y="118"/>
                    </a:cubicBezTo>
                    <a:cubicBezTo>
                      <a:pt x="1358" y="118"/>
                      <a:pt x="1392" y="120"/>
                      <a:pt x="1426" y="125"/>
                    </a:cubicBezTo>
                    <a:cubicBezTo>
                      <a:pt x="1442" y="100"/>
                      <a:pt x="1451" y="75"/>
                      <a:pt x="1467" y="59"/>
                    </a:cubicBezTo>
                    <a:cubicBezTo>
                      <a:pt x="1475" y="51"/>
                      <a:pt x="1475" y="42"/>
                      <a:pt x="1484" y="34"/>
                    </a:cubicBezTo>
                    <a:cubicBezTo>
                      <a:pt x="1492" y="26"/>
                      <a:pt x="1500" y="17"/>
                      <a:pt x="15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57" name="Google Shape;4557;p12"/>
              <p:cNvSpPr/>
              <p:nvPr/>
            </p:nvSpPr>
            <p:spPr>
              <a:xfrm>
                <a:off x="4688050" y="4030800"/>
                <a:ext cx="87625" cy="134150"/>
              </a:xfrm>
              <a:custGeom>
                <a:rect b="b" l="l" r="r" t="t"/>
                <a:pathLst>
                  <a:path extrusionOk="0" h="5366" w="3505">
                    <a:moveTo>
                      <a:pt x="43" y="0"/>
                    </a:moveTo>
                    <a:cubicBezTo>
                      <a:pt x="28" y="0"/>
                      <a:pt x="14" y="2"/>
                      <a:pt x="0" y="5"/>
                    </a:cubicBezTo>
                    <a:cubicBezTo>
                      <a:pt x="141" y="146"/>
                      <a:pt x="282" y="295"/>
                      <a:pt x="423" y="428"/>
                    </a:cubicBezTo>
                    <a:cubicBezTo>
                      <a:pt x="580" y="585"/>
                      <a:pt x="721" y="751"/>
                      <a:pt x="845" y="925"/>
                    </a:cubicBezTo>
                    <a:cubicBezTo>
                      <a:pt x="1309" y="1555"/>
                      <a:pt x="1574" y="2300"/>
                      <a:pt x="1757" y="3046"/>
                    </a:cubicBezTo>
                    <a:cubicBezTo>
                      <a:pt x="1815" y="3261"/>
                      <a:pt x="1881" y="3460"/>
                      <a:pt x="1989" y="3651"/>
                    </a:cubicBezTo>
                    <a:cubicBezTo>
                      <a:pt x="2105" y="3833"/>
                      <a:pt x="2221" y="4015"/>
                      <a:pt x="2320" y="4198"/>
                    </a:cubicBezTo>
                    <a:cubicBezTo>
                      <a:pt x="2428" y="4388"/>
                      <a:pt x="2536" y="4579"/>
                      <a:pt x="2618" y="4769"/>
                    </a:cubicBezTo>
                    <a:cubicBezTo>
                      <a:pt x="2710" y="4977"/>
                      <a:pt x="2817" y="5167"/>
                      <a:pt x="2908" y="5366"/>
                    </a:cubicBezTo>
                    <a:cubicBezTo>
                      <a:pt x="3016" y="5300"/>
                      <a:pt x="3124" y="5225"/>
                      <a:pt x="3215" y="5134"/>
                    </a:cubicBezTo>
                    <a:cubicBezTo>
                      <a:pt x="3273" y="5043"/>
                      <a:pt x="3356" y="4960"/>
                      <a:pt x="3439" y="4902"/>
                    </a:cubicBezTo>
                    <a:cubicBezTo>
                      <a:pt x="3455" y="4877"/>
                      <a:pt x="3480" y="4861"/>
                      <a:pt x="3505" y="4844"/>
                    </a:cubicBezTo>
                    <a:cubicBezTo>
                      <a:pt x="3497" y="4836"/>
                      <a:pt x="3488" y="4819"/>
                      <a:pt x="3480" y="4803"/>
                    </a:cubicBezTo>
                    <a:cubicBezTo>
                      <a:pt x="3331" y="4388"/>
                      <a:pt x="3033" y="4032"/>
                      <a:pt x="2784" y="3676"/>
                    </a:cubicBezTo>
                    <a:cubicBezTo>
                      <a:pt x="2552" y="3328"/>
                      <a:pt x="2378" y="2971"/>
                      <a:pt x="2254" y="2574"/>
                    </a:cubicBezTo>
                    <a:cubicBezTo>
                      <a:pt x="2121" y="2184"/>
                      <a:pt x="2022" y="1778"/>
                      <a:pt x="1840" y="1405"/>
                    </a:cubicBezTo>
                    <a:cubicBezTo>
                      <a:pt x="1748" y="1223"/>
                      <a:pt x="1649" y="1049"/>
                      <a:pt x="1516" y="900"/>
                    </a:cubicBezTo>
                    <a:cubicBezTo>
                      <a:pt x="1376" y="743"/>
                      <a:pt x="1210" y="618"/>
                      <a:pt x="1028" y="502"/>
                    </a:cubicBezTo>
                    <a:cubicBezTo>
                      <a:pt x="837" y="386"/>
                      <a:pt x="646" y="287"/>
                      <a:pt x="448" y="179"/>
                    </a:cubicBezTo>
                    <a:cubicBezTo>
                      <a:pt x="358" y="127"/>
                      <a:pt x="181" y="0"/>
                      <a:pt x="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58" name="Google Shape;4558;p12"/>
              <p:cNvSpPr/>
              <p:nvPr/>
            </p:nvSpPr>
            <p:spPr>
              <a:xfrm>
                <a:off x="4847950" y="4605100"/>
                <a:ext cx="19500" cy="50350"/>
              </a:xfrm>
              <a:custGeom>
                <a:rect b="b" l="l" r="r" t="t"/>
                <a:pathLst>
                  <a:path extrusionOk="0" h="2014" w="780">
                    <a:moveTo>
                      <a:pt x="357" y="1"/>
                    </a:moveTo>
                    <a:cubicBezTo>
                      <a:pt x="324" y="100"/>
                      <a:pt x="282" y="199"/>
                      <a:pt x="224" y="291"/>
                    </a:cubicBezTo>
                    <a:cubicBezTo>
                      <a:pt x="166" y="373"/>
                      <a:pt x="100" y="465"/>
                      <a:pt x="50" y="564"/>
                    </a:cubicBezTo>
                    <a:cubicBezTo>
                      <a:pt x="1" y="672"/>
                      <a:pt x="9" y="755"/>
                      <a:pt x="67" y="862"/>
                    </a:cubicBezTo>
                    <a:cubicBezTo>
                      <a:pt x="208" y="1103"/>
                      <a:pt x="357" y="1335"/>
                      <a:pt x="506" y="1567"/>
                    </a:cubicBezTo>
                    <a:cubicBezTo>
                      <a:pt x="581" y="1683"/>
                      <a:pt x="647" y="1799"/>
                      <a:pt x="721" y="1923"/>
                    </a:cubicBezTo>
                    <a:cubicBezTo>
                      <a:pt x="738" y="1956"/>
                      <a:pt x="755" y="1981"/>
                      <a:pt x="779" y="2014"/>
                    </a:cubicBezTo>
                    <a:cubicBezTo>
                      <a:pt x="763" y="1807"/>
                      <a:pt x="738" y="1600"/>
                      <a:pt x="713" y="1393"/>
                    </a:cubicBezTo>
                    <a:cubicBezTo>
                      <a:pt x="697" y="1252"/>
                      <a:pt x="680" y="1111"/>
                      <a:pt x="655" y="978"/>
                    </a:cubicBezTo>
                    <a:lnTo>
                      <a:pt x="663" y="970"/>
                    </a:lnTo>
                    <a:cubicBezTo>
                      <a:pt x="647" y="854"/>
                      <a:pt x="639" y="721"/>
                      <a:pt x="597" y="605"/>
                    </a:cubicBezTo>
                    <a:cubicBezTo>
                      <a:pt x="556" y="489"/>
                      <a:pt x="473" y="398"/>
                      <a:pt x="431" y="291"/>
                    </a:cubicBezTo>
                    <a:cubicBezTo>
                      <a:pt x="390" y="199"/>
                      <a:pt x="365" y="100"/>
                      <a:pt x="35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59" name="Google Shape;4559;p12"/>
              <p:cNvSpPr/>
              <p:nvPr/>
            </p:nvSpPr>
            <p:spPr>
              <a:xfrm>
                <a:off x="4894350" y="4420325"/>
                <a:ext cx="35250" cy="131575"/>
              </a:xfrm>
              <a:custGeom>
                <a:rect b="b" l="l" r="r" t="t"/>
                <a:pathLst>
                  <a:path extrusionOk="0" h="5263" w="1410">
                    <a:moveTo>
                      <a:pt x="1368" y="1"/>
                    </a:moveTo>
                    <a:cubicBezTo>
                      <a:pt x="1343" y="1"/>
                      <a:pt x="1318" y="9"/>
                      <a:pt x="1301" y="9"/>
                    </a:cubicBezTo>
                    <a:cubicBezTo>
                      <a:pt x="1078" y="18"/>
                      <a:pt x="854" y="34"/>
                      <a:pt x="630" y="42"/>
                    </a:cubicBezTo>
                    <a:cubicBezTo>
                      <a:pt x="514" y="51"/>
                      <a:pt x="398" y="51"/>
                      <a:pt x="282" y="59"/>
                    </a:cubicBezTo>
                    <a:cubicBezTo>
                      <a:pt x="233" y="59"/>
                      <a:pt x="187" y="63"/>
                      <a:pt x="142" y="63"/>
                    </a:cubicBezTo>
                    <a:cubicBezTo>
                      <a:pt x="119" y="63"/>
                      <a:pt x="97" y="62"/>
                      <a:pt x="75" y="59"/>
                    </a:cubicBezTo>
                    <a:cubicBezTo>
                      <a:pt x="59" y="332"/>
                      <a:pt x="50" y="606"/>
                      <a:pt x="42" y="887"/>
                    </a:cubicBezTo>
                    <a:cubicBezTo>
                      <a:pt x="25" y="1368"/>
                      <a:pt x="1" y="1849"/>
                      <a:pt x="9" y="2329"/>
                    </a:cubicBezTo>
                    <a:cubicBezTo>
                      <a:pt x="17" y="2810"/>
                      <a:pt x="42" y="3290"/>
                      <a:pt x="117" y="3763"/>
                    </a:cubicBezTo>
                    <a:cubicBezTo>
                      <a:pt x="150" y="4003"/>
                      <a:pt x="191" y="4243"/>
                      <a:pt x="249" y="4475"/>
                    </a:cubicBezTo>
                    <a:cubicBezTo>
                      <a:pt x="291" y="4641"/>
                      <a:pt x="349" y="4798"/>
                      <a:pt x="398" y="4956"/>
                    </a:cubicBezTo>
                    <a:cubicBezTo>
                      <a:pt x="440" y="5030"/>
                      <a:pt x="465" y="5121"/>
                      <a:pt x="506" y="5196"/>
                    </a:cubicBezTo>
                    <a:cubicBezTo>
                      <a:pt x="514" y="5221"/>
                      <a:pt x="531" y="5237"/>
                      <a:pt x="539" y="5262"/>
                    </a:cubicBezTo>
                    <a:cubicBezTo>
                      <a:pt x="655" y="4947"/>
                      <a:pt x="755" y="4633"/>
                      <a:pt x="871" y="4318"/>
                    </a:cubicBezTo>
                    <a:cubicBezTo>
                      <a:pt x="929" y="4152"/>
                      <a:pt x="995" y="3995"/>
                      <a:pt x="1061" y="3829"/>
                    </a:cubicBezTo>
                    <a:cubicBezTo>
                      <a:pt x="1094" y="3738"/>
                      <a:pt x="1127" y="3605"/>
                      <a:pt x="1219" y="3555"/>
                    </a:cubicBezTo>
                    <a:cubicBezTo>
                      <a:pt x="1252" y="3265"/>
                      <a:pt x="1227" y="2984"/>
                      <a:pt x="1161" y="2694"/>
                    </a:cubicBezTo>
                    <a:cubicBezTo>
                      <a:pt x="1127" y="2553"/>
                      <a:pt x="1111" y="2412"/>
                      <a:pt x="1136" y="2271"/>
                    </a:cubicBezTo>
                    <a:cubicBezTo>
                      <a:pt x="1152" y="2122"/>
                      <a:pt x="1202" y="1981"/>
                      <a:pt x="1235" y="1840"/>
                    </a:cubicBezTo>
                    <a:cubicBezTo>
                      <a:pt x="1368" y="1252"/>
                      <a:pt x="1409" y="639"/>
                      <a:pt x="1359" y="34"/>
                    </a:cubicBezTo>
                    <a:cubicBezTo>
                      <a:pt x="1359" y="26"/>
                      <a:pt x="1359" y="18"/>
                      <a:pt x="13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0" name="Google Shape;4560;p12"/>
              <p:cNvSpPr/>
              <p:nvPr/>
            </p:nvSpPr>
            <p:spPr>
              <a:xfrm>
                <a:off x="4588400" y="4087250"/>
                <a:ext cx="537750" cy="658325"/>
              </a:xfrm>
              <a:custGeom>
                <a:rect b="b" l="l" r="r" t="t"/>
                <a:pathLst>
                  <a:path extrusionOk="0" h="26333" w="21510">
                    <a:moveTo>
                      <a:pt x="9123" y="11690"/>
                    </a:moveTo>
                    <a:lnTo>
                      <a:pt x="9123" y="11690"/>
                    </a:lnTo>
                    <a:cubicBezTo>
                      <a:pt x="9123" y="11690"/>
                      <a:pt x="9123" y="11691"/>
                      <a:pt x="9123" y="11692"/>
                    </a:cubicBezTo>
                    <a:cubicBezTo>
                      <a:pt x="9123" y="11691"/>
                      <a:pt x="9123" y="11690"/>
                      <a:pt x="9123" y="11690"/>
                    </a:cubicBezTo>
                    <a:close/>
                    <a:moveTo>
                      <a:pt x="11045" y="1"/>
                    </a:moveTo>
                    <a:cubicBezTo>
                      <a:pt x="10855" y="200"/>
                      <a:pt x="10673" y="399"/>
                      <a:pt x="10532" y="631"/>
                    </a:cubicBezTo>
                    <a:cubicBezTo>
                      <a:pt x="10383" y="854"/>
                      <a:pt x="10283" y="1111"/>
                      <a:pt x="10076" y="1293"/>
                    </a:cubicBezTo>
                    <a:cubicBezTo>
                      <a:pt x="9894" y="1451"/>
                      <a:pt x="9670" y="1534"/>
                      <a:pt x="9455" y="1625"/>
                    </a:cubicBezTo>
                    <a:cubicBezTo>
                      <a:pt x="9198" y="1724"/>
                      <a:pt x="8974" y="1865"/>
                      <a:pt x="8750" y="2014"/>
                    </a:cubicBezTo>
                    <a:cubicBezTo>
                      <a:pt x="8643" y="2105"/>
                      <a:pt x="8527" y="2180"/>
                      <a:pt x="8402" y="2246"/>
                    </a:cubicBezTo>
                    <a:cubicBezTo>
                      <a:pt x="8253" y="2329"/>
                      <a:pt x="8096" y="2395"/>
                      <a:pt x="7947" y="2478"/>
                    </a:cubicBezTo>
                    <a:cubicBezTo>
                      <a:pt x="7806" y="2545"/>
                      <a:pt x="7665" y="2627"/>
                      <a:pt x="7532" y="2727"/>
                    </a:cubicBezTo>
                    <a:cubicBezTo>
                      <a:pt x="7408" y="2818"/>
                      <a:pt x="7309" y="2942"/>
                      <a:pt x="7184" y="3042"/>
                    </a:cubicBezTo>
                    <a:cubicBezTo>
                      <a:pt x="7180" y="3046"/>
                      <a:pt x="7174" y="3048"/>
                      <a:pt x="7168" y="3048"/>
                    </a:cubicBezTo>
                    <a:cubicBezTo>
                      <a:pt x="7162" y="3048"/>
                      <a:pt x="7155" y="3046"/>
                      <a:pt x="7151" y="3042"/>
                    </a:cubicBezTo>
                    <a:cubicBezTo>
                      <a:pt x="6986" y="3199"/>
                      <a:pt x="6778" y="3307"/>
                      <a:pt x="6571" y="3423"/>
                    </a:cubicBezTo>
                    <a:cubicBezTo>
                      <a:pt x="6422" y="3514"/>
                      <a:pt x="6281" y="3613"/>
                      <a:pt x="6157" y="3729"/>
                    </a:cubicBezTo>
                    <a:cubicBezTo>
                      <a:pt x="6091" y="3787"/>
                      <a:pt x="6024" y="3845"/>
                      <a:pt x="5966" y="3903"/>
                    </a:cubicBezTo>
                    <a:cubicBezTo>
                      <a:pt x="5908" y="3961"/>
                      <a:pt x="5859" y="4028"/>
                      <a:pt x="5784" y="4069"/>
                    </a:cubicBezTo>
                    <a:cubicBezTo>
                      <a:pt x="5779" y="4071"/>
                      <a:pt x="5774" y="4072"/>
                      <a:pt x="5770" y="4072"/>
                    </a:cubicBezTo>
                    <a:cubicBezTo>
                      <a:pt x="5758" y="4072"/>
                      <a:pt x="5746" y="4067"/>
                      <a:pt x="5734" y="4061"/>
                    </a:cubicBezTo>
                    <a:cubicBezTo>
                      <a:pt x="5676" y="4119"/>
                      <a:pt x="5627" y="4177"/>
                      <a:pt x="5569" y="4235"/>
                    </a:cubicBezTo>
                    <a:cubicBezTo>
                      <a:pt x="5403" y="4417"/>
                      <a:pt x="5262" y="4624"/>
                      <a:pt x="5154" y="4848"/>
                    </a:cubicBezTo>
                    <a:cubicBezTo>
                      <a:pt x="5030" y="5063"/>
                      <a:pt x="4939" y="5295"/>
                      <a:pt x="4856" y="5536"/>
                    </a:cubicBezTo>
                    <a:cubicBezTo>
                      <a:pt x="4782" y="5759"/>
                      <a:pt x="4724" y="6008"/>
                      <a:pt x="4591" y="6207"/>
                    </a:cubicBezTo>
                    <a:cubicBezTo>
                      <a:pt x="4467" y="6505"/>
                      <a:pt x="4326" y="6803"/>
                      <a:pt x="4185" y="7102"/>
                    </a:cubicBezTo>
                    <a:cubicBezTo>
                      <a:pt x="3870" y="7789"/>
                      <a:pt x="3555" y="8477"/>
                      <a:pt x="3323" y="9198"/>
                    </a:cubicBezTo>
                    <a:cubicBezTo>
                      <a:pt x="3216" y="9562"/>
                      <a:pt x="3133" y="9927"/>
                      <a:pt x="3075" y="10291"/>
                    </a:cubicBezTo>
                    <a:cubicBezTo>
                      <a:pt x="3025" y="10664"/>
                      <a:pt x="3009" y="11045"/>
                      <a:pt x="2967" y="11427"/>
                    </a:cubicBezTo>
                    <a:cubicBezTo>
                      <a:pt x="2967" y="11459"/>
                      <a:pt x="2936" y="11481"/>
                      <a:pt x="2907" y="11481"/>
                    </a:cubicBezTo>
                    <a:cubicBezTo>
                      <a:pt x="2891" y="11481"/>
                      <a:pt x="2876" y="11474"/>
                      <a:pt x="2868" y="11460"/>
                    </a:cubicBezTo>
                    <a:cubicBezTo>
                      <a:pt x="2818" y="11667"/>
                      <a:pt x="2785" y="11874"/>
                      <a:pt x="2752" y="12089"/>
                    </a:cubicBezTo>
                    <a:cubicBezTo>
                      <a:pt x="2727" y="12288"/>
                      <a:pt x="2702" y="12495"/>
                      <a:pt x="2685" y="12703"/>
                    </a:cubicBezTo>
                    <a:cubicBezTo>
                      <a:pt x="2677" y="12802"/>
                      <a:pt x="2677" y="12901"/>
                      <a:pt x="2661" y="13009"/>
                    </a:cubicBezTo>
                    <a:cubicBezTo>
                      <a:pt x="2652" y="13084"/>
                      <a:pt x="2652" y="13191"/>
                      <a:pt x="2603" y="13249"/>
                    </a:cubicBezTo>
                    <a:cubicBezTo>
                      <a:pt x="2594" y="13258"/>
                      <a:pt x="2586" y="13266"/>
                      <a:pt x="2578" y="13266"/>
                    </a:cubicBezTo>
                    <a:cubicBezTo>
                      <a:pt x="2545" y="13481"/>
                      <a:pt x="2503" y="13697"/>
                      <a:pt x="2470" y="13912"/>
                    </a:cubicBezTo>
                    <a:cubicBezTo>
                      <a:pt x="2395" y="14517"/>
                      <a:pt x="2379" y="15122"/>
                      <a:pt x="2412" y="15727"/>
                    </a:cubicBezTo>
                    <a:cubicBezTo>
                      <a:pt x="2429" y="16025"/>
                      <a:pt x="2453" y="16323"/>
                      <a:pt x="2495" y="16622"/>
                    </a:cubicBezTo>
                    <a:cubicBezTo>
                      <a:pt x="2520" y="16762"/>
                      <a:pt x="2545" y="16912"/>
                      <a:pt x="2569" y="17061"/>
                    </a:cubicBezTo>
                    <a:cubicBezTo>
                      <a:pt x="2603" y="17210"/>
                      <a:pt x="2627" y="17351"/>
                      <a:pt x="2627" y="17508"/>
                    </a:cubicBezTo>
                    <a:cubicBezTo>
                      <a:pt x="2627" y="17555"/>
                      <a:pt x="2581" y="17589"/>
                      <a:pt x="2537" y="17589"/>
                    </a:cubicBezTo>
                    <a:cubicBezTo>
                      <a:pt x="2511" y="17589"/>
                      <a:pt x="2485" y="17577"/>
                      <a:pt x="2470" y="17550"/>
                    </a:cubicBezTo>
                    <a:cubicBezTo>
                      <a:pt x="2437" y="17475"/>
                      <a:pt x="2412" y="17400"/>
                      <a:pt x="2387" y="17326"/>
                    </a:cubicBezTo>
                    <a:cubicBezTo>
                      <a:pt x="2329" y="17558"/>
                      <a:pt x="2271" y="17782"/>
                      <a:pt x="2205" y="18014"/>
                    </a:cubicBezTo>
                    <a:cubicBezTo>
                      <a:pt x="2122" y="18295"/>
                      <a:pt x="2031" y="18577"/>
                      <a:pt x="1965" y="18867"/>
                    </a:cubicBezTo>
                    <a:cubicBezTo>
                      <a:pt x="1890" y="19149"/>
                      <a:pt x="1890" y="19430"/>
                      <a:pt x="1865" y="19720"/>
                    </a:cubicBezTo>
                    <a:cubicBezTo>
                      <a:pt x="1849" y="20019"/>
                      <a:pt x="1782" y="20309"/>
                      <a:pt x="1716" y="20590"/>
                    </a:cubicBezTo>
                    <a:cubicBezTo>
                      <a:pt x="1683" y="20739"/>
                      <a:pt x="1658" y="20880"/>
                      <a:pt x="1617" y="21021"/>
                    </a:cubicBezTo>
                    <a:cubicBezTo>
                      <a:pt x="1600" y="21112"/>
                      <a:pt x="1583" y="21212"/>
                      <a:pt x="1525" y="21278"/>
                    </a:cubicBezTo>
                    <a:cubicBezTo>
                      <a:pt x="1476" y="21518"/>
                      <a:pt x="1393" y="21759"/>
                      <a:pt x="1293" y="21991"/>
                    </a:cubicBezTo>
                    <a:cubicBezTo>
                      <a:pt x="1061" y="22529"/>
                      <a:pt x="755" y="23035"/>
                      <a:pt x="374" y="23490"/>
                    </a:cubicBezTo>
                    <a:cubicBezTo>
                      <a:pt x="216" y="23681"/>
                      <a:pt x="1" y="23921"/>
                      <a:pt x="67" y="24194"/>
                    </a:cubicBezTo>
                    <a:cubicBezTo>
                      <a:pt x="100" y="24319"/>
                      <a:pt x="183" y="24385"/>
                      <a:pt x="299" y="24435"/>
                    </a:cubicBezTo>
                    <a:cubicBezTo>
                      <a:pt x="332" y="24460"/>
                      <a:pt x="365" y="24476"/>
                      <a:pt x="407" y="24493"/>
                    </a:cubicBezTo>
                    <a:cubicBezTo>
                      <a:pt x="432" y="24294"/>
                      <a:pt x="515" y="24103"/>
                      <a:pt x="573" y="23904"/>
                    </a:cubicBezTo>
                    <a:cubicBezTo>
                      <a:pt x="579" y="23881"/>
                      <a:pt x="596" y="23871"/>
                      <a:pt x="613" y="23871"/>
                    </a:cubicBezTo>
                    <a:cubicBezTo>
                      <a:pt x="639" y="23871"/>
                      <a:pt x="665" y="23894"/>
                      <a:pt x="655" y="23929"/>
                    </a:cubicBezTo>
                    <a:cubicBezTo>
                      <a:pt x="639" y="24054"/>
                      <a:pt x="622" y="24186"/>
                      <a:pt x="597" y="24310"/>
                    </a:cubicBezTo>
                    <a:cubicBezTo>
                      <a:pt x="581" y="24402"/>
                      <a:pt x="548" y="24518"/>
                      <a:pt x="589" y="24617"/>
                    </a:cubicBezTo>
                    <a:cubicBezTo>
                      <a:pt x="705" y="24683"/>
                      <a:pt x="805" y="24733"/>
                      <a:pt x="937" y="24766"/>
                    </a:cubicBezTo>
                    <a:cubicBezTo>
                      <a:pt x="999" y="24779"/>
                      <a:pt x="1063" y="24785"/>
                      <a:pt x="1128" y="24785"/>
                    </a:cubicBezTo>
                    <a:cubicBezTo>
                      <a:pt x="1192" y="24785"/>
                      <a:pt x="1256" y="24779"/>
                      <a:pt x="1318" y="24766"/>
                    </a:cubicBezTo>
                    <a:cubicBezTo>
                      <a:pt x="1376" y="24758"/>
                      <a:pt x="1451" y="24741"/>
                      <a:pt x="1501" y="24700"/>
                    </a:cubicBezTo>
                    <a:cubicBezTo>
                      <a:pt x="1550" y="24667"/>
                      <a:pt x="1567" y="24609"/>
                      <a:pt x="1575" y="24559"/>
                    </a:cubicBezTo>
                    <a:cubicBezTo>
                      <a:pt x="1600" y="24410"/>
                      <a:pt x="1608" y="24244"/>
                      <a:pt x="1675" y="24112"/>
                    </a:cubicBezTo>
                    <a:cubicBezTo>
                      <a:pt x="1682" y="24094"/>
                      <a:pt x="1696" y="24087"/>
                      <a:pt x="1711" y="24087"/>
                    </a:cubicBezTo>
                    <a:cubicBezTo>
                      <a:pt x="1731" y="24087"/>
                      <a:pt x="1753" y="24101"/>
                      <a:pt x="1757" y="24120"/>
                    </a:cubicBezTo>
                    <a:cubicBezTo>
                      <a:pt x="1791" y="24236"/>
                      <a:pt x="1791" y="24368"/>
                      <a:pt x="1791" y="24484"/>
                    </a:cubicBezTo>
                    <a:cubicBezTo>
                      <a:pt x="1791" y="24584"/>
                      <a:pt x="1782" y="24683"/>
                      <a:pt x="1733" y="24774"/>
                    </a:cubicBezTo>
                    <a:cubicBezTo>
                      <a:pt x="1716" y="24816"/>
                      <a:pt x="1683" y="24849"/>
                      <a:pt x="1650" y="24874"/>
                    </a:cubicBezTo>
                    <a:cubicBezTo>
                      <a:pt x="1683" y="24874"/>
                      <a:pt x="1724" y="24866"/>
                      <a:pt x="1766" y="24857"/>
                    </a:cubicBezTo>
                    <a:cubicBezTo>
                      <a:pt x="1832" y="24849"/>
                      <a:pt x="1898" y="24841"/>
                      <a:pt x="1973" y="24832"/>
                    </a:cubicBezTo>
                    <a:cubicBezTo>
                      <a:pt x="2105" y="24808"/>
                      <a:pt x="2246" y="24783"/>
                      <a:pt x="2371" y="24725"/>
                    </a:cubicBezTo>
                    <a:cubicBezTo>
                      <a:pt x="2420" y="24700"/>
                      <a:pt x="2437" y="24675"/>
                      <a:pt x="2437" y="24617"/>
                    </a:cubicBezTo>
                    <a:cubicBezTo>
                      <a:pt x="2437" y="24534"/>
                      <a:pt x="2437" y="24460"/>
                      <a:pt x="2437" y="24385"/>
                    </a:cubicBezTo>
                    <a:cubicBezTo>
                      <a:pt x="2437" y="24310"/>
                      <a:pt x="2437" y="24236"/>
                      <a:pt x="2437" y="24153"/>
                    </a:cubicBezTo>
                    <a:cubicBezTo>
                      <a:pt x="2437" y="24087"/>
                      <a:pt x="2437" y="24004"/>
                      <a:pt x="2453" y="23938"/>
                    </a:cubicBezTo>
                    <a:cubicBezTo>
                      <a:pt x="2458" y="23919"/>
                      <a:pt x="2476" y="23908"/>
                      <a:pt x="2493" y="23908"/>
                    </a:cubicBezTo>
                    <a:cubicBezTo>
                      <a:pt x="2507" y="23908"/>
                      <a:pt x="2521" y="23915"/>
                      <a:pt x="2528" y="23929"/>
                    </a:cubicBezTo>
                    <a:cubicBezTo>
                      <a:pt x="2569" y="23996"/>
                      <a:pt x="2586" y="24095"/>
                      <a:pt x="2603" y="24178"/>
                    </a:cubicBezTo>
                    <a:cubicBezTo>
                      <a:pt x="2619" y="24261"/>
                      <a:pt x="2627" y="24352"/>
                      <a:pt x="2636" y="24435"/>
                    </a:cubicBezTo>
                    <a:cubicBezTo>
                      <a:pt x="2636" y="24476"/>
                      <a:pt x="2644" y="24526"/>
                      <a:pt x="2644" y="24567"/>
                    </a:cubicBezTo>
                    <a:cubicBezTo>
                      <a:pt x="2752" y="24484"/>
                      <a:pt x="2851" y="24393"/>
                      <a:pt x="2893" y="24269"/>
                    </a:cubicBezTo>
                    <a:cubicBezTo>
                      <a:pt x="2942" y="24145"/>
                      <a:pt x="2909" y="24012"/>
                      <a:pt x="2893" y="23888"/>
                    </a:cubicBezTo>
                    <a:cubicBezTo>
                      <a:pt x="2876" y="23755"/>
                      <a:pt x="2859" y="23623"/>
                      <a:pt x="2843" y="23490"/>
                    </a:cubicBezTo>
                    <a:cubicBezTo>
                      <a:pt x="2826" y="23233"/>
                      <a:pt x="2818" y="22977"/>
                      <a:pt x="2818" y="22711"/>
                    </a:cubicBezTo>
                    <a:cubicBezTo>
                      <a:pt x="2826" y="22455"/>
                      <a:pt x="2851" y="22198"/>
                      <a:pt x="2893" y="21941"/>
                    </a:cubicBezTo>
                    <a:cubicBezTo>
                      <a:pt x="2917" y="21808"/>
                      <a:pt x="2942" y="21684"/>
                      <a:pt x="2975" y="21560"/>
                    </a:cubicBezTo>
                    <a:cubicBezTo>
                      <a:pt x="3000" y="21444"/>
                      <a:pt x="3017" y="21286"/>
                      <a:pt x="3116" y="21220"/>
                    </a:cubicBezTo>
                    <a:cubicBezTo>
                      <a:pt x="3125" y="21220"/>
                      <a:pt x="3125" y="21220"/>
                      <a:pt x="3133" y="21212"/>
                    </a:cubicBezTo>
                    <a:cubicBezTo>
                      <a:pt x="3216" y="20971"/>
                      <a:pt x="3307" y="20731"/>
                      <a:pt x="3390" y="20491"/>
                    </a:cubicBezTo>
                    <a:cubicBezTo>
                      <a:pt x="3597" y="19911"/>
                      <a:pt x="3779" y="19323"/>
                      <a:pt x="3878" y="18709"/>
                    </a:cubicBezTo>
                    <a:cubicBezTo>
                      <a:pt x="3936" y="18411"/>
                      <a:pt x="3978" y="18105"/>
                      <a:pt x="3994" y="17790"/>
                    </a:cubicBezTo>
                    <a:cubicBezTo>
                      <a:pt x="4003" y="17574"/>
                      <a:pt x="4003" y="17359"/>
                      <a:pt x="4019" y="17152"/>
                    </a:cubicBezTo>
                    <a:lnTo>
                      <a:pt x="4019" y="17152"/>
                    </a:lnTo>
                    <a:cubicBezTo>
                      <a:pt x="4009" y="17162"/>
                      <a:pt x="3996" y="17167"/>
                      <a:pt x="3983" y="17167"/>
                    </a:cubicBezTo>
                    <a:cubicBezTo>
                      <a:pt x="3946" y="17167"/>
                      <a:pt x="3910" y="17129"/>
                      <a:pt x="3928" y="17086"/>
                    </a:cubicBezTo>
                    <a:cubicBezTo>
                      <a:pt x="3970" y="17011"/>
                      <a:pt x="4003" y="16945"/>
                      <a:pt x="4044" y="16870"/>
                    </a:cubicBezTo>
                    <a:cubicBezTo>
                      <a:pt x="4044" y="16862"/>
                      <a:pt x="4044" y="16854"/>
                      <a:pt x="4044" y="16845"/>
                    </a:cubicBezTo>
                    <a:cubicBezTo>
                      <a:pt x="4052" y="16820"/>
                      <a:pt x="4061" y="16812"/>
                      <a:pt x="4077" y="16804"/>
                    </a:cubicBezTo>
                    <a:cubicBezTo>
                      <a:pt x="4160" y="16638"/>
                      <a:pt x="4235" y="16464"/>
                      <a:pt x="4309" y="16290"/>
                    </a:cubicBezTo>
                    <a:cubicBezTo>
                      <a:pt x="4434" y="16017"/>
                      <a:pt x="4541" y="15743"/>
                      <a:pt x="4641" y="15462"/>
                    </a:cubicBezTo>
                    <a:cubicBezTo>
                      <a:pt x="4740" y="15188"/>
                      <a:pt x="4823" y="14906"/>
                      <a:pt x="4906" y="14625"/>
                    </a:cubicBezTo>
                    <a:cubicBezTo>
                      <a:pt x="4980" y="14351"/>
                      <a:pt x="5022" y="14061"/>
                      <a:pt x="5138" y="13796"/>
                    </a:cubicBezTo>
                    <a:cubicBezTo>
                      <a:pt x="5147" y="13781"/>
                      <a:pt x="5160" y="13775"/>
                      <a:pt x="5174" y="13775"/>
                    </a:cubicBezTo>
                    <a:cubicBezTo>
                      <a:pt x="5198" y="13775"/>
                      <a:pt x="5224" y="13795"/>
                      <a:pt x="5229" y="13821"/>
                    </a:cubicBezTo>
                    <a:lnTo>
                      <a:pt x="5229" y="13879"/>
                    </a:lnTo>
                    <a:cubicBezTo>
                      <a:pt x="5287" y="13813"/>
                      <a:pt x="5345" y="13746"/>
                      <a:pt x="5411" y="13680"/>
                    </a:cubicBezTo>
                    <a:cubicBezTo>
                      <a:pt x="5527" y="13564"/>
                      <a:pt x="5643" y="13457"/>
                      <a:pt x="5759" y="13349"/>
                    </a:cubicBezTo>
                    <a:cubicBezTo>
                      <a:pt x="6140" y="12993"/>
                      <a:pt x="6555" y="12653"/>
                      <a:pt x="6870" y="12239"/>
                    </a:cubicBezTo>
                    <a:cubicBezTo>
                      <a:pt x="7126" y="11907"/>
                      <a:pt x="7309" y="11435"/>
                      <a:pt x="7715" y="11261"/>
                    </a:cubicBezTo>
                    <a:cubicBezTo>
                      <a:pt x="7720" y="11259"/>
                      <a:pt x="7725" y="11258"/>
                      <a:pt x="7729" y="11258"/>
                    </a:cubicBezTo>
                    <a:cubicBezTo>
                      <a:pt x="7761" y="11258"/>
                      <a:pt x="7778" y="11305"/>
                      <a:pt x="7756" y="11327"/>
                    </a:cubicBezTo>
                    <a:cubicBezTo>
                      <a:pt x="7673" y="11418"/>
                      <a:pt x="7599" y="11518"/>
                      <a:pt x="7524" y="11617"/>
                    </a:cubicBezTo>
                    <a:lnTo>
                      <a:pt x="7532" y="11617"/>
                    </a:lnTo>
                    <a:cubicBezTo>
                      <a:pt x="7721" y="11556"/>
                      <a:pt x="7911" y="11536"/>
                      <a:pt x="8103" y="11536"/>
                    </a:cubicBezTo>
                    <a:cubicBezTo>
                      <a:pt x="8172" y="11536"/>
                      <a:pt x="8241" y="11538"/>
                      <a:pt x="8311" y="11543"/>
                    </a:cubicBezTo>
                    <a:cubicBezTo>
                      <a:pt x="8444" y="11551"/>
                      <a:pt x="8576" y="11567"/>
                      <a:pt x="8701" y="11584"/>
                    </a:cubicBezTo>
                    <a:cubicBezTo>
                      <a:pt x="8767" y="11592"/>
                      <a:pt x="8841" y="11601"/>
                      <a:pt x="8908" y="11617"/>
                    </a:cubicBezTo>
                    <a:cubicBezTo>
                      <a:pt x="8974" y="11625"/>
                      <a:pt x="9040" y="11634"/>
                      <a:pt x="9098" y="11667"/>
                    </a:cubicBezTo>
                    <a:cubicBezTo>
                      <a:pt x="9106" y="11674"/>
                      <a:pt x="9120" y="11682"/>
                      <a:pt x="9123" y="11690"/>
                    </a:cubicBezTo>
                    <a:lnTo>
                      <a:pt x="9123" y="11690"/>
                    </a:lnTo>
                    <a:cubicBezTo>
                      <a:pt x="9073" y="11392"/>
                      <a:pt x="9040" y="11086"/>
                      <a:pt x="9057" y="10780"/>
                    </a:cubicBezTo>
                    <a:cubicBezTo>
                      <a:pt x="9057" y="10731"/>
                      <a:pt x="9057" y="10681"/>
                      <a:pt x="9065" y="10631"/>
                    </a:cubicBezTo>
                    <a:lnTo>
                      <a:pt x="9065" y="10631"/>
                    </a:lnTo>
                    <a:cubicBezTo>
                      <a:pt x="9047" y="10650"/>
                      <a:pt x="9028" y="10659"/>
                      <a:pt x="9006" y="10659"/>
                    </a:cubicBezTo>
                    <a:cubicBezTo>
                      <a:pt x="8998" y="10659"/>
                      <a:pt x="8991" y="10658"/>
                      <a:pt x="8982" y="10656"/>
                    </a:cubicBezTo>
                    <a:cubicBezTo>
                      <a:pt x="8933" y="10639"/>
                      <a:pt x="8899" y="10598"/>
                      <a:pt x="8866" y="10565"/>
                    </a:cubicBezTo>
                    <a:cubicBezTo>
                      <a:pt x="8833" y="10540"/>
                      <a:pt x="8800" y="10507"/>
                      <a:pt x="8767" y="10474"/>
                    </a:cubicBezTo>
                    <a:cubicBezTo>
                      <a:pt x="8709" y="10416"/>
                      <a:pt x="8651" y="10358"/>
                      <a:pt x="8593" y="10291"/>
                    </a:cubicBezTo>
                    <a:cubicBezTo>
                      <a:pt x="8477" y="10159"/>
                      <a:pt x="8378" y="10018"/>
                      <a:pt x="8278" y="9877"/>
                    </a:cubicBezTo>
                    <a:cubicBezTo>
                      <a:pt x="8247" y="9839"/>
                      <a:pt x="8287" y="9797"/>
                      <a:pt x="8323" y="9797"/>
                    </a:cubicBezTo>
                    <a:cubicBezTo>
                      <a:pt x="8334" y="9797"/>
                      <a:pt x="8345" y="9801"/>
                      <a:pt x="8353" y="9811"/>
                    </a:cubicBezTo>
                    <a:cubicBezTo>
                      <a:pt x="8469" y="9943"/>
                      <a:pt x="8593" y="10059"/>
                      <a:pt x="8709" y="10175"/>
                    </a:cubicBezTo>
                    <a:cubicBezTo>
                      <a:pt x="8767" y="10233"/>
                      <a:pt x="8833" y="10291"/>
                      <a:pt x="8891" y="10349"/>
                    </a:cubicBezTo>
                    <a:cubicBezTo>
                      <a:pt x="8924" y="10374"/>
                      <a:pt x="8957" y="10407"/>
                      <a:pt x="8982" y="10432"/>
                    </a:cubicBezTo>
                    <a:cubicBezTo>
                      <a:pt x="9015" y="10457"/>
                      <a:pt x="9049" y="10482"/>
                      <a:pt x="9065" y="10515"/>
                    </a:cubicBezTo>
                    <a:cubicBezTo>
                      <a:pt x="9073" y="10407"/>
                      <a:pt x="9082" y="10300"/>
                      <a:pt x="9082" y="10192"/>
                    </a:cubicBezTo>
                    <a:cubicBezTo>
                      <a:pt x="9082" y="9985"/>
                      <a:pt x="9057" y="9786"/>
                      <a:pt x="9032" y="9579"/>
                    </a:cubicBezTo>
                    <a:cubicBezTo>
                      <a:pt x="8949" y="8783"/>
                      <a:pt x="8883" y="7988"/>
                      <a:pt x="8825" y="7184"/>
                    </a:cubicBezTo>
                    <a:cubicBezTo>
                      <a:pt x="8825" y="7166"/>
                      <a:pt x="8841" y="7155"/>
                      <a:pt x="8856" y="7155"/>
                    </a:cubicBezTo>
                    <a:cubicBezTo>
                      <a:pt x="8868" y="7155"/>
                      <a:pt x="8879" y="7162"/>
                      <a:pt x="8883" y="7176"/>
                    </a:cubicBezTo>
                    <a:cubicBezTo>
                      <a:pt x="8949" y="7615"/>
                      <a:pt x="9015" y="8063"/>
                      <a:pt x="9082" y="8510"/>
                    </a:cubicBezTo>
                    <a:cubicBezTo>
                      <a:pt x="9140" y="8908"/>
                      <a:pt x="9189" y="9305"/>
                      <a:pt x="9239" y="9711"/>
                    </a:cubicBezTo>
                    <a:cubicBezTo>
                      <a:pt x="9264" y="9902"/>
                      <a:pt x="9281" y="10093"/>
                      <a:pt x="9272" y="10283"/>
                    </a:cubicBezTo>
                    <a:cubicBezTo>
                      <a:pt x="9264" y="10482"/>
                      <a:pt x="9239" y="10673"/>
                      <a:pt x="9239" y="10871"/>
                    </a:cubicBezTo>
                    <a:cubicBezTo>
                      <a:pt x="9231" y="11253"/>
                      <a:pt x="9297" y="11634"/>
                      <a:pt x="9380" y="12007"/>
                    </a:cubicBezTo>
                    <a:cubicBezTo>
                      <a:pt x="9471" y="12379"/>
                      <a:pt x="9604" y="12744"/>
                      <a:pt x="9703" y="13117"/>
                    </a:cubicBezTo>
                    <a:cubicBezTo>
                      <a:pt x="9720" y="13167"/>
                      <a:pt x="9687" y="13208"/>
                      <a:pt x="9645" y="13216"/>
                    </a:cubicBezTo>
                    <a:cubicBezTo>
                      <a:pt x="9695" y="13498"/>
                      <a:pt x="9736" y="13788"/>
                      <a:pt x="9786" y="14078"/>
                    </a:cubicBezTo>
                    <a:cubicBezTo>
                      <a:pt x="9902" y="14757"/>
                      <a:pt x="10035" y="15437"/>
                      <a:pt x="10192" y="16116"/>
                    </a:cubicBezTo>
                    <a:cubicBezTo>
                      <a:pt x="10275" y="16448"/>
                      <a:pt x="10358" y="16787"/>
                      <a:pt x="10449" y="17119"/>
                    </a:cubicBezTo>
                    <a:cubicBezTo>
                      <a:pt x="10499" y="17284"/>
                      <a:pt x="10548" y="17442"/>
                      <a:pt x="10590" y="17608"/>
                    </a:cubicBezTo>
                    <a:cubicBezTo>
                      <a:pt x="10631" y="17732"/>
                      <a:pt x="10673" y="17914"/>
                      <a:pt x="10565" y="18014"/>
                    </a:cubicBezTo>
                    <a:cubicBezTo>
                      <a:pt x="10557" y="18022"/>
                      <a:pt x="10557" y="18022"/>
                      <a:pt x="10557" y="18022"/>
                    </a:cubicBezTo>
                    <a:cubicBezTo>
                      <a:pt x="10615" y="18453"/>
                      <a:pt x="10747" y="18883"/>
                      <a:pt x="10838" y="19314"/>
                    </a:cubicBezTo>
                    <a:cubicBezTo>
                      <a:pt x="10888" y="19546"/>
                      <a:pt x="10921" y="19787"/>
                      <a:pt x="10929" y="20027"/>
                    </a:cubicBezTo>
                    <a:cubicBezTo>
                      <a:pt x="10938" y="20259"/>
                      <a:pt x="10896" y="20499"/>
                      <a:pt x="10929" y="20731"/>
                    </a:cubicBezTo>
                    <a:cubicBezTo>
                      <a:pt x="10946" y="20847"/>
                      <a:pt x="10987" y="20947"/>
                      <a:pt x="11054" y="21046"/>
                    </a:cubicBezTo>
                    <a:cubicBezTo>
                      <a:pt x="11120" y="21145"/>
                      <a:pt x="11178" y="21245"/>
                      <a:pt x="11203" y="21369"/>
                    </a:cubicBezTo>
                    <a:cubicBezTo>
                      <a:pt x="11253" y="21618"/>
                      <a:pt x="11269" y="21875"/>
                      <a:pt x="11294" y="22131"/>
                    </a:cubicBezTo>
                    <a:cubicBezTo>
                      <a:pt x="11352" y="22662"/>
                      <a:pt x="11402" y="23192"/>
                      <a:pt x="11402" y="23730"/>
                    </a:cubicBezTo>
                    <a:cubicBezTo>
                      <a:pt x="11402" y="23929"/>
                      <a:pt x="11393" y="24145"/>
                      <a:pt x="11460" y="24344"/>
                    </a:cubicBezTo>
                    <a:cubicBezTo>
                      <a:pt x="11526" y="24551"/>
                      <a:pt x="11700" y="24650"/>
                      <a:pt x="11891" y="24716"/>
                    </a:cubicBezTo>
                    <a:cubicBezTo>
                      <a:pt x="11915" y="24600"/>
                      <a:pt x="11957" y="24484"/>
                      <a:pt x="11957" y="24377"/>
                    </a:cubicBezTo>
                    <a:cubicBezTo>
                      <a:pt x="11957" y="24344"/>
                      <a:pt x="11980" y="24328"/>
                      <a:pt x="12003" y="24328"/>
                    </a:cubicBezTo>
                    <a:cubicBezTo>
                      <a:pt x="12022" y="24328"/>
                      <a:pt x="12041" y="24338"/>
                      <a:pt x="12048" y="24360"/>
                    </a:cubicBezTo>
                    <a:cubicBezTo>
                      <a:pt x="12098" y="24509"/>
                      <a:pt x="12056" y="24625"/>
                      <a:pt x="12056" y="24774"/>
                    </a:cubicBezTo>
                    <a:cubicBezTo>
                      <a:pt x="12048" y="24899"/>
                      <a:pt x="12081" y="24990"/>
                      <a:pt x="12205" y="25048"/>
                    </a:cubicBezTo>
                    <a:cubicBezTo>
                      <a:pt x="12413" y="25147"/>
                      <a:pt x="12645" y="25189"/>
                      <a:pt x="12877" y="25197"/>
                    </a:cubicBezTo>
                    <a:cubicBezTo>
                      <a:pt x="13100" y="25197"/>
                      <a:pt x="13357" y="25164"/>
                      <a:pt x="13556" y="25064"/>
                    </a:cubicBezTo>
                    <a:cubicBezTo>
                      <a:pt x="13647" y="25015"/>
                      <a:pt x="13622" y="24915"/>
                      <a:pt x="13597" y="24832"/>
                    </a:cubicBezTo>
                    <a:cubicBezTo>
                      <a:pt x="13564" y="24708"/>
                      <a:pt x="13531" y="24584"/>
                      <a:pt x="13490" y="24468"/>
                    </a:cubicBezTo>
                    <a:cubicBezTo>
                      <a:pt x="13457" y="24344"/>
                      <a:pt x="13415" y="24211"/>
                      <a:pt x="13374" y="24087"/>
                    </a:cubicBezTo>
                    <a:cubicBezTo>
                      <a:pt x="13341" y="23971"/>
                      <a:pt x="13307" y="23838"/>
                      <a:pt x="13307" y="23714"/>
                    </a:cubicBezTo>
                    <a:cubicBezTo>
                      <a:pt x="13307" y="23674"/>
                      <a:pt x="13337" y="23655"/>
                      <a:pt x="13368" y="23655"/>
                    </a:cubicBezTo>
                    <a:cubicBezTo>
                      <a:pt x="13389" y="23655"/>
                      <a:pt x="13410" y="23664"/>
                      <a:pt x="13423" y="23681"/>
                    </a:cubicBezTo>
                    <a:cubicBezTo>
                      <a:pt x="13515" y="23822"/>
                      <a:pt x="13564" y="24012"/>
                      <a:pt x="13614" y="24170"/>
                    </a:cubicBezTo>
                    <a:lnTo>
                      <a:pt x="13771" y="24683"/>
                    </a:lnTo>
                    <a:cubicBezTo>
                      <a:pt x="13805" y="24799"/>
                      <a:pt x="13846" y="24924"/>
                      <a:pt x="13821" y="25048"/>
                    </a:cubicBezTo>
                    <a:cubicBezTo>
                      <a:pt x="13813" y="25064"/>
                      <a:pt x="13813" y="25073"/>
                      <a:pt x="13805" y="25089"/>
                    </a:cubicBezTo>
                    <a:cubicBezTo>
                      <a:pt x="13854" y="25064"/>
                      <a:pt x="13896" y="25048"/>
                      <a:pt x="13945" y="25023"/>
                    </a:cubicBezTo>
                    <a:cubicBezTo>
                      <a:pt x="14012" y="24990"/>
                      <a:pt x="14086" y="24957"/>
                      <a:pt x="14152" y="24924"/>
                    </a:cubicBezTo>
                    <a:cubicBezTo>
                      <a:pt x="14210" y="24890"/>
                      <a:pt x="14310" y="24857"/>
                      <a:pt x="14343" y="24799"/>
                    </a:cubicBezTo>
                    <a:cubicBezTo>
                      <a:pt x="14368" y="24750"/>
                      <a:pt x="14351" y="24683"/>
                      <a:pt x="14335" y="24642"/>
                    </a:cubicBezTo>
                    <a:cubicBezTo>
                      <a:pt x="14302" y="24484"/>
                      <a:pt x="14227" y="24327"/>
                      <a:pt x="14161" y="24178"/>
                    </a:cubicBezTo>
                    <a:cubicBezTo>
                      <a:pt x="14136" y="24095"/>
                      <a:pt x="14103" y="24020"/>
                      <a:pt x="14070" y="23938"/>
                    </a:cubicBezTo>
                    <a:cubicBezTo>
                      <a:pt x="14045" y="23863"/>
                      <a:pt x="14012" y="23780"/>
                      <a:pt x="14020" y="23697"/>
                    </a:cubicBezTo>
                    <a:cubicBezTo>
                      <a:pt x="14020" y="23669"/>
                      <a:pt x="14039" y="23653"/>
                      <a:pt x="14062" y="23653"/>
                    </a:cubicBezTo>
                    <a:cubicBezTo>
                      <a:pt x="14072" y="23653"/>
                      <a:pt x="14084" y="23656"/>
                      <a:pt x="14095" y="23664"/>
                    </a:cubicBezTo>
                    <a:cubicBezTo>
                      <a:pt x="14161" y="23730"/>
                      <a:pt x="14202" y="23838"/>
                      <a:pt x="14235" y="23929"/>
                    </a:cubicBezTo>
                    <a:cubicBezTo>
                      <a:pt x="14277" y="24020"/>
                      <a:pt x="14310" y="24120"/>
                      <a:pt x="14351" y="24219"/>
                    </a:cubicBezTo>
                    <a:cubicBezTo>
                      <a:pt x="14409" y="24368"/>
                      <a:pt x="14500" y="24526"/>
                      <a:pt x="14517" y="24692"/>
                    </a:cubicBezTo>
                    <a:cubicBezTo>
                      <a:pt x="14558" y="24658"/>
                      <a:pt x="14592" y="24617"/>
                      <a:pt x="14616" y="24576"/>
                    </a:cubicBezTo>
                    <a:cubicBezTo>
                      <a:pt x="14674" y="24476"/>
                      <a:pt x="14683" y="24377"/>
                      <a:pt x="14650" y="24277"/>
                    </a:cubicBezTo>
                    <a:cubicBezTo>
                      <a:pt x="14600" y="24145"/>
                      <a:pt x="14509" y="24029"/>
                      <a:pt x="14434" y="23913"/>
                    </a:cubicBezTo>
                    <a:cubicBezTo>
                      <a:pt x="14393" y="23855"/>
                      <a:pt x="14360" y="23797"/>
                      <a:pt x="14318" y="23739"/>
                    </a:cubicBezTo>
                    <a:cubicBezTo>
                      <a:pt x="14194" y="23648"/>
                      <a:pt x="14086" y="23540"/>
                      <a:pt x="13995" y="23424"/>
                    </a:cubicBezTo>
                    <a:cubicBezTo>
                      <a:pt x="13863" y="23258"/>
                      <a:pt x="13780" y="23084"/>
                      <a:pt x="13747" y="22877"/>
                    </a:cubicBezTo>
                    <a:cubicBezTo>
                      <a:pt x="13730" y="22769"/>
                      <a:pt x="13722" y="22662"/>
                      <a:pt x="13689" y="22554"/>
                    </a:cubicBezTo>
                    <a:cubicBezTo>
                      <a:pt x="13664" y="22463"/>
                      <a:pt x="13622" y="22380"/>
                      <a:pt x="13581" y="22297"/>
                    </a:cubicBezTo>
                    <a:cubicBezTo>
                      <a:pt x="13490" y="22123"/>
                      <a:pt x="13399" y="21949"/>
                      <a:pt x="13324" y="21767"/>
                    </a:cubicBezTo>
                    <a:cubicBezTo>
                      <a:pt x="13183" y="21386"/>
                      <a:pt x="13109" y="20980"/>
                      <a:pt x="13051" y="20582"/>
                    </a:cubicBezTo>
                    <a:cubicBezTo>
                      <a:pt x="12984" y="20151"/>
                      <a:pt x="12935" y="19720"/>
                      <a:pt x="12852" y="19298"/>
                    </a:cubicBezTo>
                    <a:cubicBezTo>
                      <a:pt x="12810" y="19099"/>
                      <a:pt x="12736" y="18925"/>
                      <a:pt x="12636" y="18759"/>
                    </a:cubicBezTo>
                    <a:cubicBezTo>
                      <a:pt x="12553" y="18610"/>
                      <a:pt x="12421" y="18436"/>
                      <a:pt x="12462" y="18262"/>
                    </a:cubicBezTo>
                    <a:cubicBezTo>
                      <a:pt x="12471" y="18246"/>
                      <a:pt x="12479" y="18237"/>
                      <a:pt x="12479" y="18229"/>
                    </a:cubicBezTo>
                    <a:cubicBezTo>
                      <a:pt x="12429" y="18080"/>
                      <a:pt x="12379" y="17931"/>
                      <a:pt x="12338" y="17773"/>
                    </a:cubicBezTo>
                    <a:cubicBezTo>
                      <a:pt x="12272" y="17516"/>
                      <a:pt x="12214" y="17251"/>
                      <a:pt x="12172" y="16978"/>
                    </a:cubicBezTo>
                    <a:cubicBezTo>
                      <a:pt x="12023" y="16008"/>
                      <a:pt x="12048" y="15031"/>
                      <a:pt x="12106" y="14053"/>
                    </a:cubicBezTo>
                    <a:cubicBezTo>
                      <a:pt x="12131" y="13523"/>
                      <a:pt x="12164" y="12993"/>
                      <a:pt x="12181" y="12462"/>
                    </a:cubicBezTo>
                    <a:cubicBezTo>
                      <a:pt x="12197" y="12197"/>
                      <a:pt x="12205" y="11932"/>
                      <a:pt x="12222" y="11667"/>
                    </a:cubicBezTo>
                    <a:cubicBezTo>
                      <a:pt x="12230" y="11402"/>
                      <a:pt x="12222" y="11128"/>
                      <a:pt x="12288" y="10880"/>
                    </a:cubicBezTo>
                    <a:cubicBezTo>
                      <a:pt x="12293" y="10854"/>
                      <a:pt x="12319" y="10839"/>
                      <a:pt x="12345" y="10839"/>
                    </a:cubicBezTo>
                    <a:cubicBezTo>
                      <a:pt x="12369" y="10839"/>
                      <a:pt x="12392" y="10852"/>
                      <a:pt x="12396" y="10880"/>
                    </a:cubicBezTo>
                    <a:cubicBezTo>
                      <a:pt x="12437" y="11161"/>
                      <a:pt x="12404" y="11468"/>
                      <a:pt x="12388" y="11758"/>
                    </a:cubicBezTo>
                    <a:cubicBezTo>
                      <a:pt x="12371" y="12056"/>
                      <a:pt x="12355" y="12363"/>
                      <a:pt x="12338" y="12661"/>
                    </a:cubicBezTo>
                    <a:cubicBezTo>
                      <a:pt x="12330" y="12860"/>
                      <a:pt x="12321" y="13051"/>
                      <a:pt x="12305" y="13249"/>
                    </a:cubicBezTo>
                    <a:cubicBezTo>
                      <a:pt x="12396" y="13241"/>
                      <a:pt x="12479" y="13241"/>
                      <a:pt x="12562" y="13241"/>
                    </a:cubicBezTo>
                    <a:cubicBezTo>
                      <a:pt x="12678" y="13233"/>
                      <a:pt x="12794" y="13225"/>
                      <a:pt x="12910" y="13225"/>
                    </a:cubicBezTo>
                    <a:cubicBezTo>
                      <a:pt x="13133" y="13208"/>
                      <a:pt x="13365" y="13191"/>
                      <a:pt x="13597" y="13175"/>
                    </a:cubicBezTo>
                    <a:lnTo>
                      <a:pt x="13639" y="13175"/>
                    </a:lnTo>
                    <a:cubicBezTo>
                      <a:pt x="13854" y="13158"/>
                      <a:pt x="14070" y="13142"/>
                      <a:pt x="14277" y="13117"/>
                    </a:cubicBezTo>
                    <a:cubicBezTo>
                      <a:pt x="14484" y="13092"/>
                      <a:pt x="14699" y="13075"/>
                      <a:pt x="14906" y="13042"/>
                    </a:cubicBezTo>
                    <a:cubicBezTo>
                      <a:pt x="15097" y="13009"/>
                      <a:pt x="15271" y="12926"/>
                      <a:pt x="15453" y="12843"/>
                    </a:cubicBezTo>
                    <a:cubicBezTo>
                      <a:pt x="15627" y="12752"/>
                      <a:pt x="15801" y="12703"/>
                      <a:pt x="16000" y="12694"/>
                    </a:cubicBezTo>
                    <a:cubicBezTo>
                      <a:pt x="16182" y="12694"/>
                      <a:pt x="16340" y="12678"/>
                      <a:pt x="16506" y="12611"/>
                    </a:cubicBezTo>
                    <a:cubicBezTo>
                      <a:pt x="16655" y="12553"/>
                      <a:pt x="16787" y="12471"/>
                      <a:pt x="16903" y="12363"/>
                    </a:cubicBezTo>
                    <a:cubicBezTo>
                      <a:pt x="17019" y="12255"/>
                      <a:pt x="17127" y="12131"/>
                      <a:pt x="17218" y="11990"/>
                    </a:cubicBezTo>
                    <a:cubicBezTo>
                      <a:pt x="17309" y="11857"/>
                      <a:pt x="17367" y="11700"/>
                      <a:pt x="17475" y="11576"/>
                    </a:cubicBezTo>
                    <a:cubicBezTo>
                      <a:pt x="17485" y="11563"/>
                      <a:pt x="17500" y="11557"/>
                      <a:pt x="17516" y="11557"/>
                    </a:cubicBezTo>
                    <a:cubicBezTo>
                      <a:pt x="17552" y="11557"/>
                      <a:pt x="17591" y="11585"/>
                      <a:pt x="17591" y="11625"/>
                    </a:cubicBezTo>
                    <a:cubicBezTo>
                      <a:pt x="17574" y="11808"/>
                      <a:pt x="17458" y="11990"/>
                      <a:pt x="17351" y="12139"/>
                    </a:cubicBezTo>
                    <a:cubicBezTo>
                      <a:pt x="17293" y="12222"/>
                      <a:pt x="17226" y="12297"/>
                      <a:pt x="17160" y="12371"/>
                    </a:cubicBezTo>
                    <a:cubicBezTo>
                      <a:pt x="17160" y="12388"/>
                      <a:pt x="17152" y="12404"/>
                      <a:pt x="17152" y="12421"/>
                    </a:cubicBezTo>
                    <a:cubicBezTo>
                      <a:pt x="17127" y="12512"/>
                      <a:pt x="17110" y="12611"/>
                      <a:pt x="17094" y="12703"/>
                    </a:cubicBezTo>
                    <a:cubicBezTo>
                      <a:pt x="17077" y="12794"/>
                      <a:pt x="17061" y="12885"/>
                      <a:pt x="17061" y="12984"/>
                    </a:cubicBezTo>
                    <a:lnTo>
                      <a:pt x="17061" y="13017"/>
                    </a:lnTo>
                    <a:cubicBezTo>
                      <a:pt x="17069" y="13009"/>
                      <a:pt x="17069" y="13001"/>
                      <a:pt x="17077" y="12984"/>
                    </a:cubicBezTo>
                    <a:cubicBezTo>
                      <a:pt x="17085" y="12974"/>
                      <a:pt x="17096" y="12969"/>
                      <a:pt x="17106" y="12969"/>
                    </a:cubicBezTo>
                    <a:cubicBezTo>
                      <a:pt x="17128" y="12969"/>
                      <a:pt x="17149" y="12989"/>
                      <a:pt x="17144" y="13017"/>
                    </a:cubicBezTo>
                    <a:cubicBezTo>
                      <a:pt x="17110" y="13183"/>
                      <a:pt x="17044" y="13332"/>
                      <a:pt x="16986" y="13490"/>
                    </a:cubicBezTo>
                    <a:cubicBezTo>
                      <a:pt x="16928" y="13639"/>
                      <a:pt x="16870" y="13796"/>
                      <a:pt x="16820" y="13945"/>
                    </a:cubicBezTo>
                    <a:cubicBezTo>
                      <a:pt x="16721" y="14252"/>
                      <a:pt x="16630" y="14567"/>
                      <a:pt x="16572" y="14890"/>
                    </a:cubicBezTo>
                    <a:cubicBezTo>
                      <a:pt x="16522" y="15180"/>
                      <a:pt x="16506" y="15470"/>
                      <a:pt x="16514" y="15760"/>
                    </a:cubicBezTo>
                    <a:cubicBezTo>
                      <a:pt x="16530" y="16066"/>
                      <a:pt x="16572" y="16365"/>
                      <a:pt x="16588" y="16671"/>
                    </a:cubicBezTo>
                    <a:cubicBezTo>
                      <a:pt x="16622" y="17293"/>
                      <a:pt x="16605" y="17922"/>
                      <a:pt x="16597" y="18544"/>
                    </a:cubicBezTo>
                    <a:cubicBezTo>
                      <a:pt x="16580" y="19149"/>
                      <a:pt x="16588" y="19762"/>
                      <a:pt x="16555" y="20367"/>
                    </a:cubicBezTo>
                    <a:cubicBezTo>
                      <a:pt x="16539" y="20657"/>
                      <a:pt x="16514" y="20947"/>
                      <a:pt x="16423" y="21220"/>
                    </a:cubicBezTo>
                    <a:cubicBezTo>
                      <a:pt x="16373" y="21344"/>
                      <a:pt x="16298" y="21477"/>
                      <a:pt x="16340" y="21609"/>
                    </a:cubicBezTo>
                    <a:cubicBezTo>
                      <a:pt x="16373" y="21725"/>
                      <a:pt x="16472" y="21817"/>
                      <a:pt x="16555" y="21891"/>
                    </a:cubicBezTo>
                    <a:cubicBezTo>
                      <a:pt x="16626" y="21961"/>
                      <a:pt x="16559" y="22068"/>
                      <a:pt x="16481" y="22068"/>
                    </a:cubicBezTo>
                    <a:cubicBezTo>
                      <a:pt x="16467" y="22068"/>
                      <a:pt x="16453" y="22064"/>
                      <a:pt x="16439" y="22057"/>
                    </a:cubicBezTo>
                    <a:lnTo>
                      <a:pt x="16439" y="22057"/>
                    </a:lnTo>
                    <a:cubicBezTo>
                      <a:pt x="16489" y="22521"/>
                      <a:pt x="16431" y="23001"/>
                      <a:pt x="16356" y="23449"/>
                    </a:cubicBezTo>
                    <a:cubicBezTo>
                      <a:pt x="16332" y="23581"/>
                      <a:pt x="16307" y="23714"/>
                      <a:pt x="16274" y="23846"/>
                    </a:cubicBezTo>
                    <a:cubicBezTo>
                      <a:pt x="16249" y="23979"/>
                      <a:pt x="16207" y="24112"/>
                      <a:pt x="16191" y="24252"/>
                    </a:cubicBezTo>
                    <a:cubicBezTo>
                      <a:pt x="16174" y="24460"/>
                      <a:pt x="16265" y="24675"/>
                      <a:pt x="16431" y="24808"/>
                    </a:cubicBezTo>
                    <a:cubicBezTo>
                      <a:pt x="16448" y="24716"/>
                      <a:pt x="16472" y="24625"/>
                      <a:pt x="16497" y="24534"/>
                    </a:cubicBezTo>
                    <a:cubicBezTo>
                      <a:pt x="16501" y="24516"/>
                      <a:pt x="16517" y="24507"/>
                      <a:pt x="16532" y="24507"/>
                    </a:cubicBezTo>
                    <a:cubicBezTo>
                      <a:pt x="16552" y="24507"/>
                      <a:pt x="16572" y="24520"/>
                      <a:pt x="16572" y="24542"/>
                    </a:cubicBezTo>
                    <a:cubicBezTo>
                      <a:pt x="16564" y="24849"/>
                      <a:pt x="16539" y="25156"/>
                      <a:pt x="16497" y="25462"/>
                    </a:cubicBezTo>
                    <a:cubicBezTo>
                      <a:pt x="16481" y="25595"/>
                      <a:pt x="16456" y="25744"/>
                      <a:pt x="16555" y="25852"/>
                    </a:cubicBezTo>
                    <a:cubicBezTo>
                      <a:pt x="16638" y="25943"/>
                      <a:pt x="16771" y="26001"/>
                      <a:pt x="16878" y="26059"/>
                    </a:cubicBezTo>
                    <a:cubicBezTo>
                      <a:pt x="17003" y="26117"/>
                      <a:pt x="17135" y="26166"/>
                      <a:pt x="17276" y="26200"/>
                    </a:cubicBezTo>
                    <a:cubicBezTo>
                      <a:pt x="17345" y="26217"/>
                      <a:pt x="17445" y="26246"/>
                      <a:pt x="17533" y="26246"/>
                    </a:cubicBezTo>
                    <a:cubicBezTo>
                      <a:pt x="17573" y="26246"/>
                      <a:pt x="17610" y="26240"/>
                      <a:pt x="17641" y="26224"/>
                    </a:cubicBezTo>
                    <a:cubicBezTo>
                      <a:pt x="17732" y="26175"/>
                      <a:pt x="17740" y="26001"/>
                      <a:pt x="17757" y="25910"/>
                    </a:cubicBezTo>
                    <a:cubicBezTo>
                      <a:pt x="17782" y="25760"/>
                      <a:pt x="17765" y="25603"/>
                      <a:pt x="17757" y="25454"/>
                    </a:cubicBezTo>
                    <a:cubicBezTo>
                      <a:pt x="17752" y="25409"/>
                      <a:pt x="17784" y="25386"/>
                      <a:pt x="17818" y="25386"/>
                    </a:cubicBezTo>
                    <a:cubicBezTo>
                      <a:pt x="17847" y="25386"/>
                      <a:pt x="17878" y="25403"/>
                      <a:pt x="17889" y="25437"/>
                    </a:cubicBezTo>
                    <a:cubicBezTo>
                      <a:pt x="17947" y="25586"/>
                      <a:pt x="17964" y="25744"/>
                      <a:pt x="17964" y="25910"/>
                    </a:cubicBezTo>
                    <a:cubicBezTo>
                      <a:pt x="17964" y="26042"/>
                      <a:pt x="17947" y="26200"/>
                      <a:pt x="17873" y="26316"/>
                    </a:cubicBezTo>
                    <a:cubicBezTo>
                      <a:pt x="17939" y="26316"/>
                      <a:pt x="18005" y="26324"/>
                      <a:pt x="18063" y="26324"/>
                    </a:cubicBezTo>
                    <a:cubicBezTo>
                      <a:pt x="18171" y="26332"/>
                      <a:pt x="18279" y="26332"/>
                      <a:pt x="18386" y="26332"/>
                    </a:cubicBezTo>
                    <a:cubicBezTo>
                      <a:pt x="18478" y="26332"/>
                      <a:pt x="18577" y="26332"/>
                      <a:pt x="18676" y="26324"/>
                    </a:cubicBezTo>
                    <a:cubicBezTo>
                      <a:pt x="18743" y="26316"/>
                      <a:pt x="18817" y="26307"/>
                      <a:pt x="18867" y="26258"/>
                    </a:cubicBezTo>
                    <a:cubicBezTo>
                      <a:pt x="19008" y="26133"/>
                      <a:pt x="18908" y="25893"/>
                      <a:pt x="18867" y="25752"/>
                    </a:cubicBezTo>
                    <a:cubicBezTo>
                      <a:pt x="18834" y="25644"/>
                      <a:pt x="18801" y="25545"/>
                      <a:pt x="18768" y="25437"/>
                    </a:cubicBezTo>
                    <a:cubicBezTo>
                      <a:pt x="18734" y="25346"/>
                      <a:pt x="18701" y="25238"/>
                      <a:pt x="18718" y="25139"/>
                    </a:cubicBezTo>
                    <a:cubicBezTo>
                      <a:pt x="18718" y="25113"/>
                      <a:pt x="18744" y="25097"/>
                      <a:pt x="18770" y="25097"/>
                    </a:cubicBezTo>
                    <a:cubicBezTo>
                      <a:pt x="18785" y="25097"/>
                      <a:pt x="18800" y="25102"/>
                      <a:pt x="18809" y="25114"/>
                    </a:cubicBezTo>
                    <a:cubicBezTo>
                      <a:pt x="18900" y="25197"/>
                      <a:pt x="18925" y="25330"/>
                      <a:pt x="18966" y="25437"/>
                    </a:cubicBezTo>
                    <a:cubicBezTo>
                      <a:pt x="19008" y="25553"/>
                      <a:pt x="19049" y="25669"/>
                      <a:pt x="19091" y="25794"/>
                    </a:cubicBezTo>
                    <a:cubicBezTo>
                      <a:pt x="19132" y="25918"/>
                      <a:pt x="19157" y="26059"/>
                      <a:pt x="19132" y="26191"/>
                    </a:cubicBezTo>
                    <a:cubicBezTo>
                      <a:pt x="19140" y="26191"/>
                      <a:pt x="19140" y="26191"/>
                      <a:pt x="19149" y="26183"/>
                    </a:cubicBezTo>
                    <a:cubicBezTo>
                      <a:pt x="19223" y="26158"/>
                      <a:pt x="19298" y="26125"/>
                      <a:pt x="19356" y="26075"/>
                    </a:cubicBezTo>
                    <a:cubicBezTo>
                      <a:pt x="19480" y="25976"/>
                      <a:pt x="19530" y="25835"/>
                      <a:pt x="19463" y="25694"/>
                    </a:cubicBezTo>
                    <a:cubicBezTo>
                      <a:pt x="19389" y="25528"/>
                      <a:pt x="19290" y="25379"/>
                      <a:pt x="19207" y="25222"/>
                    </a:cubicBezTo>
                    <a:cubicBezTo>
                      <a:pt x="19157" y="25139"/>
                      <a:pt x="19116" y="25056"/>
                      <a:pt x="19074" y="24982"/>
                    </a:cubicBezTo>
                    <a:cubicBezTo>
                      <a:pt x="19041" y="24907"/>
                      <a:pt x="18991" y="24824"/>
                      <a:pt x="18983" y="24741"/>
                    </a:cubicBezTo>
                    <a:cubicBezTo>
                      <a:pt x="18975" y="24708"/>
                      <a:pt x="19000" y="24683"/>
                      <a:pt x="19024" y="24675"/>
                    </a:cubicBezTo>
                    <a:cubicBezTo>
                      <a:pt x="18958" y="24476"/>
                      <a:pt x="18892" y="24277"/>
                      <a:pt x="18826" y="24078"/>
                    </a:cubicBezTo>
                    <a:cubicBezTo>
                      <a:pt x="18743" y="23822"/>
                      <a:pt x="18660" y="23557"/>
                      <a:pt x="18577" y="23300"/>
                    </a:cubicBezTo>
                    <a:cubicBezTo>
                      <a:pt x="18502" y="23051"/>
                      <a:pt x="18411" y="22803"/>
                      <a:pt x="18362" y="22546"/>
                    </a:cubicBezTo>
                    <a:cubicBezTo>
                      <a:pt x="18304" y="22289"/>
                      <a:pt x="18279" y="22024"/>
                      <a:pt x="18270" y="21759"/>
                    </a:cubicBezTo>
                    <a:cubicBezTo>
                      <a:pt x="18262" y="21551"/>
                      <a:pt x="18262" y="21328"/>
                      <a:pt x="18295" y="21112"/>
                    </a:cubicBezTo>
                    <a:cubicBezTo>
                      <a:pt x="18304" y="21071"/>
                      <a:pt x="18312" y="21021"/>
                      <a:pt x="18328" y="20980"/>
                    </a:cubicBezTo>
                    <a:cubicBezTo>
                      <a:pt x="18328" y="20959"/>
                      <a:pt x="18351" y="20944"/>
                      <a:pt x="18373" y="20944"/>
                    </a:cubicBezTo>
                    <a:cubicBezTo>
                      <a:pt x="18377" y="20944"/>
                      <a:pt x="18382" y="20945"/>
                      <a:pt x="18386" y="20947"/>
                    </a:cubicBezTo>
                    <a:cubicBezTo>
                      <a:pt x="18411" y="20723"/>
                      <a:pt x="18436" y="20491"/>
                      <a:pt x="18469" y="20267"/>
                    </a:cubicBezTo>
                    <a:cubicBezTo>
                      <a:pt x="18560" y="19563"/>
                      <a:pt x="18668" y="18867"/>
                      <a:pt x="18776" y="18171"/>
                    </a:cubicBezTo>
                    <a:cubicBezTo>
                      <a:pt x="18834" y="17823"/>
                      <a:pt x="18908" y="17483"/>
                      <a:pt x="18991" y="17144"/>
                    </a:cubicBezTo>
                    <a:cubicBezTo>
                      <a:pt x="19033" y="16978"/>
                      <a:pt x="19082" y="16820"/>
                      <a:pt x="19132" y="16655"/>
                    </a:cubicBezTo>
                    <a:cubicBezTo>
                      <a:pt x="19182" y="16497"/>
                      <a:pt x="19215" y="16307"/>
                      <a:pt x="19306" y="16166"/>
                    </a:cubicBezTo>
                    <a:cubicBezTo>
                      <a:pt x="19322" y="16150"/>
                      <a:pt x="19345" y="16141"/>
                      <a:pt x="19366" y="16141"/>
                    </a:cubicBezTo>
                    <a:cubicBezTo>
                      <a:pt x="19378" y="16141"/>
                      <a:pt x="19388" y="16143"/>
                      <a:pt x="19397" y="16149"/>
                    </a:cubicBezTo>
                    <a:cubicBezTo>
                      <a:pt x="19422" y="16100"/>
                      <a:pt x="19439" y="16058"/>
                      <a:pt x="19463" y="16008"/>
                    </a:cubicBezTo>
                    <a:cubicBezTo>
                      <a:pt x="19604" y="15669"/>
                      <a:pt x="19679" y="15288"/>
                      <a:pt x="19737" y="14923"/>
                    </a:cubicBezTo>
                    <a:cubicBezTo>
                      <a:pt x="19803" y="14534"/>
                      <a:pt x="19853" y="14136"/>
                      <a:pt x="19894" y="13746"/>
                    </a:cubicBezTo>
                    <a:cubicBezTo>
                      <a:pt x="19969" y="12951"/>
                      <a:pt x="19985" y="12156"/>
                      <a:pt x="19944" y="11360"/>
                    </a:cubicBezTo>
                    <a:cubicBezTo>
                      <a:pt x="19940" y="11294"/>
                      <a:pt x="19988" y="11261"/>
                      <a:pt x="20037" y="11261"/>
                    </a:cubicBezTo>
                    <a:cubicBezTo>
                      <a:pt x="20087" y="11261"/>
                      <a:pt x="20139" y="11294"/>
                      <a:pt x="20143" y="11360"/>
                    </a:cubicBezTo>
                    <a:cubicBezTo>
                      <a:pt x="20151" y="11435"/>
                      <a:pt x="20151" y="11509"/>
                      <a:pt x="20159" y="11584"/>
                    </a:cubicBezTo>
                    <a:cubicBezTo>
                      <a:pt x="20358" y="11004"/>
                      <a:pt x="20657" y="10465"/>
                      <a:pt x="20864" y="9894"/>
                    </a:cubicBezTo>
                    <a:cubicBezTo>
                      <a:pt x="21361" y="8518"/>
                      <a:pt x="21510" y="7044"/>
                      <a:pt x="21427" y="5585"/>
                    </a:cubicBezTo>
                    <a:cubicBezTo>
                      <a:pt x="21394" y="4997"/>
                      <a:pt x="21319" y="4409"/>
                      <a:pt x="21212" y="3829"/>
                    </a:cubicBezTo>
                    <a:cubicBezTo>
                      <a:pt x="21179" y="3663"/>
                      <a:pt x="21145" y="3489"/>
                      <a:pt x="21112" y="3323"/>
                    </a:cubicBezTo>
                    <a:cubicBezTo>
                      <a:pt x="21029" y="2959"/>
                      <a:pt x="20947" y="2594"/>
                      <a:pt x="20847" y="2230"/>
                    </a:cubicBezTo>
                    <a:cubicBezTo>
                      <a:pt x="20764" y="1907"/>
                      <a:pt x="20673" y="1575"/>
                      <a:pt x="20474" y="1302"/>
                    </a:cubicBezTo>
                    <a:cubicBezTo>
                      <a:pt x="20383" y="1426"/>
                      <a:pt x="20275" y="1517"/>
                      <a:pt x="20143" y="1592"/>
                    </a:cubicBezTo>
                    <a:cubicBezTo>
                      <a:pt x="20060" y="1633"/>
                      <a:pt x="19969" y="1666"/>
                      <a:pt x="19878" y="1699"/>
                    </a:cubicBezTo>
                    <a:cubicBezTo>
                      <a:pt x="19596" y="1791"/>
                      <a:pt x="19314" y="1849"/>
                      <a:pt x="19033" y="1898"/>
                    </a:cubicBezTo>
                    <a:cubicBezTo>
                      <a:pt x="18486" y="1994"/>
                      <a:pt x="17929" y="2037"/>
                      <a:pt x="17371" y="2037"/>
                    </a:cubicBezTo>
                    <a:cubicBezTo>
                      <a:pt x="16814" y="2037"/>
                      <a:pt x="16257" y="1994"/>
                      <a:pt x="15710" y="1915"/>
                    </a:cubicBezTo>
                    <a:cubicBezTo>
                      <a:pt x="14716" y="1774"/>
                      <a:pt x="13747" y="1501"/>
                      <a:pt x="12827" y="1103"/>
                    </a:cubicBezTo>
                    <a:cubicBezTo>
                      <a:pt x="12736" y="1061"/>
                      <a:pt x="12645" y="1020"/>
                      <a:pt x="12545" y="970"/>
                    </a:cubicBezTo>
                    <a:cubicBezTo>
                      <a:pt x="12081" y="755"/>
                      <a:pt x="11634" y="498"/>
                      <a:pt x="11236" y="175"/>
                    </a:cubicBezTo>
                    <a:cubicBezTo>
                      <a:pt x="11170" y="117"/>
                      <a:pt x="11103" y="59"/>
                      <a:pt x="110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1" name="Google Shape;4561;p12"/>
              <p:cNvSpPr/>
              <p:nvPr/>
            </p:nvSpPr>
            <p:spPr>
              <a:xfrm>
                <a:off x="4857900" y="4035050"/>
                <a:ext cx="247350" cy="98200"/>
              </a:xfrm>
              <a:custGeom>
                <a:rect b="b" l="l" r="r" t="t"/>
                <a:pathLst>
                  <a:path extrusionOk="0" h="3928" w="9894">
                    <a:moveTo>
                      <a:pt x="9263" y="3514"/>
                    </a:moveTo>
                    <a:cubicBezTo>
                      <a:pt x="9262" y="3514"/>
                      <a:pt x="9260" y="3514"/>
                      <a:pt x="9259" y="3515"/>
                    </a:cubicBezTo>
                    <a:lnTo>
                      <a:pt x="9259" y="3515"/>
                    </a:lnTo>
                    <a:cubicBezTo>
                      <a:pt x="9260" y="3515"/>
                      <a:pt x="9262" y="3514"/>
                      <a:pt x="9263" y="3514"/>
                    </a:cubicBezTo>
                    <a:close/>
                    <a:moveTo>
                      <a:pt x="224" y="1"/>
                    </a:moveTo>
                    <a:cubicBezTo>
                      <a:pt x="174" y="216"/>
                      <a:pt x="133" y="432"/>
                      <a:pt x="100" y="647"/>
                    </a:cubicBezTo>
                    <a:cubicBezTo>
                      <a:pt x="75" y="780"/>
                      <a:pt x="50" y="912"/>
                      <a:pt x="33" y="1053"/>
                    </a:cubicBezTo>
                    <a:cubicBezTo>
                      <a:pt x="17" y="1136"/>
                      <a:pt x="0" y="1227"/>
                      <a:pt x="9" y="1318"/>
                    </a:cubicBezTo>
                    <a:cubicBezTo>
                      <a:pt x="133" y="1467"/>
                      <a:pt x="274" y="1600"/>
                      <a:pt x="423" y="1724"/>
                    </a:cubicBezTo>
                    <a:cubicBezTo>
                      <a:pt x="514" y="1799"/>
                      <a:pt x="613" y="1857"/>
                      <a:pt x="713" y="1923"/>
                    </a:cubicBezTo>
                    <a:cubicBezTo>
                      <a:pt x="754" y="1956"/>
                      <a:pt x="804" y="1981"/>
                      <a:pt x="854" y="2014"/>
                    </a:cubicBezTo>
                    <a:cubicBezTo>
                      <a:pt x="903" y="2039"/>
                      <a:pt x="961" y="2064"/>
                      <a:pt x="995" y="2105"/>
                    </a:cubicBezTo>
                    <a:cubicBezTo>
                      <a:pt x="1011" y="2130"/>
                      <a:pt x="1003" y="2163"/>
                      <a:pt x="970" y="2163"/>
                    </a:cubicBezTo>
                    <a:cubicBezTo>
                      <a:pt x="912" y="2163"/>
                      <a:pt x="854" y="2130"/>
                      <a:pt x="804" y="2114"/>
                    </a:cubicBezTo>
                    <a:cubicBezTo>
                      <a:pt x="746" y="2081"/>
                      <a:pt x="696" y="2056"/>
                      <a:pt x="638" y="2023"/>
                    </a:cubicBezTo>
                    <a:cubicBezTo>
                      <a:pt x="539" y="1956"/>
                      <a:pt x="448" y="1890"/>
                      <a:pt x="357" y="1815"/>
                    </a:cubicBezTo>
                    <a:cubicBezTo>
                      <a:pt x="232" y="1708"/>
                      <a:pt x="125" y="1600"/>
                      <a:pt x="25" y="1476"/>
                    </a:cubicBezTo>
                    <a:lnTo>
                      <a:pt x="25" y="1476"/>
                    </a:lnTo>
                    <a:cubicBezTo>
                      <a:pt x="67" y="1575"/>
                      <a:pt x="141" y="1666"/>
                      <a:pt x="216" y="1741"/>
                    </a:cubicBezTo>
                    <a:cubicBezTo>
                      <a:pt x="299" y="1832"/>
                      <a:pt x="390" y="1915"/>
                      <a:pt x="481" y="1998"/>
                    </a:cubicBezTo>
                    <a:cubicBezTo>
                      <a:pt x="655" y="2163"/>
                      <a:pt x="845" y="2304"/>
                      <a:pt x="1053" y="2429"/>
                    </a:cubicBezTo>
                    <a:cubicBezTo>
                      <a:pt x="1459" y="2694"/>
                      <a:pt x="1906" y="2909"/>
                      <a:pt x="2353" y="3091"/>
                    </a:cubicBezTo>
                    <a:cubicBezTo>
                      <a:pt x="3315" y="3481"/>
                      <a:pt x="4334" y="3738"/>
                      <a:pt x="5369" y="3854"/>
                    </a:cubicBezTo>
                    <a:cubicBezTo>
                      <a:pt x="5790" y="3901"/>
                      <a:pt x="6217" y="3927"/>
                      <a:pt x="6645" y="3927"/>
                    </a:cubicBezTo>
                    <a:cubicBezTo>
                      <a:pt x="7270" y="3927"/>
                      <a:pt x="7896" y="3871"/>
                      <a:pt x="8501" y="3738"/>
                    </a:cubicBezTo>
                    <a:cubicBezTo>
                      <a:pt x="8750" y="3688"/>
                      <a:pt x="9015" y="3630"/>
                      <a:pt x="9247" y="3522"/>
                    </a:cubicBezTo>
                    <a:cubicBezTo>
                      <a:pt x="9253" y="3522"/>
                      <a:pt x="9255" y="3517"/>
                      <a:pt x="9259" y="3515"/>
                    </a:cubicBezTo>
                    <a:lnTo>
                      <a:pt x="9259" y="3515"/>
                    </a:lnTo>
                    <a:cubicBezTo>
                      <a:pt x="9128" y="3548"/>
                      <a:pt x="8988" y="3572"/>
                      <a:pt x="8849" y="3597"/>
                    </a:cubicBezTo>
                    <a:cubicBezTo>
                      <a:pt x="8484" y="3662"/>
                      <a:pt x="8114" y="3707"/>
                      <a:pt x="7743" y="3707"/>
                    </a:cubicBezTo>
                    <a:cubicBezTo>
                      <a:pt x="7643" y="3707"/>
                      <a:pt x="7542" y="3703"/>
                      <a:pt x="7441" y="3696"/>
                    </a:cubicBezTo>
                    <a:cubicBezTo>
                      <a:pt x="7408" y="3688"/>
                      <a:pt x="7408" y="3638"/>
                      <a:pt x="7441" y="3638"/>
                    </a:cubicBezTo>
                    <a:cubicBezTo>
                      <a:pt x="7476" y="3640"/>
                      <a:pt x="7510" y="3640"/>
                      <a:pt x="7545" y="3640"/>
                    </a:cubicBezTo>
                    <a:cubicBezTo>
                      <a:pt x="7946" y="3640"/>
                      <a:pt x="8328" y="3555"/>
                      <a:pt x="8717" y="3456"/>
                    </a:cubicBezTo>
                    <a:cubicBezTo>
                      <a:pt x="8915" y="3415"/>
                      <a:pt x="9114" y="3348"/>
                      <a:pt x="9305" y="3282"/>
                    </a:cubicBezTo>
                    <a:cubicBezTo>
                      <a:pt x="9396" y="3257"/>
                      <a:pt x="9479" y="3216"/>
                      <a:pt x="9545" y="3158"/>
                    </a:cubicBezTo>
                    <a:cubicBezTo>
                      <a:pt x="9611" y="3100"/>
                      <a:pt x="9645" y="3033"/>
                      <a:pt x="9686" y="2967"/>
                    </a:cubicBezTo>
                    <a:cubicBezTo>
                      <a:pt x="9694" y="2959"/>
                      <a:pt x="9703" y="2951"/>
                      <a:pt x="9711" y="2942"/>
                    </a:cubicBezTo>
                    <a:cubicBezTo>
                      <a:pt x="9852" y="2553"/>
                      <a:pt x="9893" y="2139"/>
                      <a:pt x="9860" y="1733"/>
                    </a:cubicBezTo>
                    <a:lnTo>
                      <a:pt x="9860" y="1733"/>
                    </a:lnTo>
                    <a:cubicBezTo>
                      <a:pt x="9736" y="1898"/>
                      <a:pt x="9545" y="2023"/>
                      <a:pt x="9363" y="2122"/>
                    </a:cubicBezTo>
                    <a:cubicBezTo>
                      <a:pt x="9031" y="2304"/>
                      <a:pt x="8675" y="2404"/>
                      <a:pt x="8311" y="2445"/>
                    </a:cubicBezTo>
                    <a:cubicBezTo>
                      <a:pt x="8105" y="2470"/>
                      <a:pt x="7899" y="2477"/>
                      <a:pt x="7695" y="2477"/>
                    </a:cubicBezTo>
                    <a:cubicBezTo>
                      <a:pt x="7554" y="2477"/>
                      <a:pt x="7414" y="2473"/>
                      <a:pt x="7275" y="2470"/>
                    </a:cubicBezTo>
                    <a:cubicBezTo>
                      <a:pt x="6935" y="2462"/>
                      <a:pt x="6587" y="2445"/>
                      <a:pt x="6248" y="2429"/>
                    </a:cubicBezTo>
                    <a:cubicBezTo>
                      <a:pt x="5560" y="2379"/>
                      <a:pt x="4864" y="2304"/>
                      <a:pt x="4201" y="2105"/>
                    </a:cubicBezTo>
                    <a:cubicBezTo>
                      <a:pt x="3870" y="2006"/>
                      <a:pt x="3546" y="1873"/>
                      <a:pt x="3223" y="1741"/>
                    </a:cubicBezTo>
                    <a:cubicBezTo>
                      <a:pt x="2942" y="1625"/>
                      <a:pt x="2660" y="1517"/>
                      <a:pt x="2387" y="1385"/>
                    </a:cubicBezTo>
                    <a:cubicBezTo>
                      <a:pt x="2121" y="1252"/>
                      <a:pt x="1856" y="1111"/>
                      <a:pt x="1616" y="945"/>
                    </a:cubicBezTo>
                    <a:cubicBezTo>
                      <a:pt x="1525" y="879"/>
                      <a:pt x="1425" y="805"/>
                      <a:pt x="1334" y="730"/>
                    </a:cubicBezTo>
                    <a:cubicBezTo>
                      <a:pt x="1317" y="743"/>
                      <a:pt x="1296" y="752"/>
                      <a:pt x="1275" y="752"/>
                    </a:cubicBezTo>
                    <a:cubicBezTo>
                      <a:pt x="1257" y="752"/>
                      <a:pt x="1238" y="745"/>
                      <a:pt x="1218" y="730"/>
                    </a:cubicBezTo>
                    <a:cubicBezTo>
                      <a:pt x="1077" y="631"/>
                      <a:pt x="928" y="523"/>
                      <a:pt x="796" y="407"/>
                    </a:cubicBezTo>
                    <a:cubicBezTo>
                      <a:pt x="763" y="399"/>
                      <a:pt x="738" y="374"/>
                      <a:pt x="713" y="357"/>
                    </a:cubicBezTo>
                    <a:cubicBezTo>
                      <a:pt x="688" y="341"/>
                      <a:pt x="663" y="332"/>
                      <a:pt x="647" y="316"/>
                    </a:cubicBezTo>
                    <a:cubicBezTo>
                      <a:pt x="605" y="291"/>
                      <a:pt x="564" y="266"/>
                      <a:pt x="522" y="233"/>
                    </a:cubicBezTo>
                    <a:cubicBezTo>
                      <a:pt x="473" y="208"/>
                      <a:pt x="423" y="192"/>
                      <a:pt x="381" y="167"/>
                    </a:cubicBezTo>
                    <a:cubicBezTo>
                      <a:pt x="307" y="125"/>
                      <a:pt x="257" y="67"/>
                      <a:pt x="2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2" name="Google Shape;4562;p12"/>
              <p:cNvSpPr/>
              <p:nvPr/>
            </p:nvSpPr>
            <p:spPr>
              <a:xfrm>
                <a:off x="4884625" y="3801275"/>
                <a:ext cx="313425" cy="290625"/>
              </a:xfrm>
              <a:custGeom>
                <a:rect b="b" l="l" r="r" t="t"/>
                <a:pathLst>
                  <a:path extrusionOk="0" h="11625" w="12537">
                    <a:moveTo>
                      <a:pt x="0" y="2243"/>
                    </a:moveTo>
                    <a:lnTo>
                      <a:pt x="0" y="2251"/>
                    </a:lnTo>
                    <a:cubicBezTo>
                      <a:pt x="4" y="2249"/>
                      <a:pt x="7" y="2247"/>
                      <a:pt x="11" y="2245"/>
                    </a:cubicBezTo>
                    <a:lnTo>
                      <a:pt x="11" y="2245"/>
                    </a:lnTo>
                    <a:cubicBezTo>
                      <a:pt x="7" y="2245"/>
                      <a:pt x="4" y="2244"/>
                      <a:pt x="0" y="2243"/>
                    </a:cubicBezTo>
                    <a:close/>
                    <a:moveTo>
                      <a:pt x="11736" y="5086"/>
                    </a:moveTo>
                    <a:cubicBezTo>
                      <a:pt x="11738" y="5089"/>
                      <a:pt x="11739" y="5091"/>
                      <a:pt x="11741" y="5093"/>
                    </a:cubicBezTo>
                    <a:cubicBezTo>
                      <a:pt x="11741" y="5089"/>
                      <a:pt x="11739" y="5087"/>
                      <a:pt x="11736" y="5086"/>
                    </a:cubicBezTo>
                    <a:close/>
                    <a:moveTo>
                      <a:pt x="3263" y="1"/>
                    </a:moveTo>
                    <a:cubicBezTo>
                      <a:pt x="3208" y="1"/>
                      <a:pt x="3153" y="3"/>
                      <a:pt x="3099" y="6"/>
                    </a:cubicBezTo>
                    <a:lnTo>
                      <a:pt x="3107" y="6"/>
                    </a:lnTo>
                    <a:cubicBezTo>
                      <a:pt x="3314" y="39"/>
                      <a:pt x="3513" y="105"/>
                      <a:pt x="3695" y="196"/>
                    </a:cubicBezTo>
                    <a:cubicBezTo>
                      <a:pt x="3886" y="296"/>
                      <a:pt x="4060" y="412"/>
                      <a:pt x="4234" y="544"/>
                    </a:cubicBezTo>
                    <a:cubicBezTo>
                      <a:pt x="4400" y="677"/>
                      <a:pt x="4565" y="826"/>
                      <a:pt x="4739" y="942"/>
                    </a:cubicBezTo>
                    <a:cubicBezTo>
                      <a:pt x="4769" y="964"/>
                      <a:pt x="4752" y="993"/>
                      <a:pt x="4725" y="993"/>
                    </a:cubicBezTo>
                    <a:cubicBezTo>
                      <a:pt x="4722" y="993"/>
                      <a:pt x="4718" y="993"/>
                      <a:pt x="4715" y="992"/>
                    </a:cubicBezTo>
                    <a:cubicBezTo>
                      <a:pt x="4532" y="892"/>
                      <a:pt x="4350" y="801"/>
                      <a:pt x="4176" y="694"/>
                    </a:cubicBezTo>
                    <a:cubicBezTo>
                      <a:pt x="4010" y="594"/>
                      <a:pt x="3845" y="486"/>
                      <a:pt x="3679" y="395"/>
                    </a:cubicBezTo>
                    <a:cubicBezTo>
                      <a:pt x="3505" y="304"/>
                      <a:pt x="3323" y="230"/>
                      <a:pt x="3132" y="196"/>
                    </a:cubicBezTo>
                    <a:cubicBezTo>
                      <a:pt x="3037" y="180"/>
                      <a:pt x="2944" y="178"/>
                      <a:pt x="2850" y="178"/>
                    </a:cubicBezTo>
                    <a:cubicBezTo>
                      <a:pt x="2819" y="178"/>
                      <a:pt x="2788" y="178"/>
                      <a:pt x="2757" y="178"/>
                    </a:cubicBezTo>
                    <a:cubicBezTo>
                      <a:pt x="2695" y="178"/>
                      <a:pt x="2632" y="177"/>
                      <a:pt x="2569" y="172"/>
                    </a:cubicBezTo>
                    <a:cubicBezTo>
                      <a:pt x="2544" y="172"/>
                      <a:pt x="2535" y="155"/>
                      <a:pt x="2527" y="138"/>
                    </a:cubicBezTo>
                    <a:cubicBezTo>
                      <a:pt x="2428" y="188"/>
                      <a:pt x="2337" y="238"/>
                      <a:pt x="2237" y="296"/>
                    </a:cubicBezTo>
                    <a:cubicBezTo>
                      <a:pt x="1906" y="528"/>
                      <a:pt x="1632" y="851"/>
                      <a:pt x="1351" y="1141"/>
                    </a:cubicBezTo>
                    <a:cubicBezTo>
                      <a:pt x="956" y="1561"/>
                      <a:pt x="520" y="1964"/>
                      <a:pt x="11" y="2245"/>
                    </a:cubicBezTo>
                    <a:lnTo>
                      <a:pt x="11" y="2245"/>
                    </a:lnTo>
                    <a:cubicBezTo>
                      <a:pt x="219" y="2290"/>
                      <a:pt x="428" y="2327"/>
                      <a:pt x="636" y="2327"/>
                    </a:cubicBezTo>
                    <a:cubicBezTo>
                      <a:pt x="656" y="2327"/>
                      <a:pt x="676" y="2327"/>
                      <a:pt x="696" y="2326"/>
                    </a:cubicBezTo>
                    <a:cubicBezTo>
                      <a:pt x="820" y="2326"/>
                      <a:pt x="953" y="2309"/>
                      <a:pt x="1069" y="2251"/>
                    </a:cubicBezTo>
                    <a:cubicBezTo>
                      <a:pt x="1177" y="2185"/>
                      <a:pt x="1260" y="2102"/>
                      <a:pt x="1326" y="1994"/>
                    </a:cubicBezTo>
                    <a:cubicBezTo>
                      <a:pt x="1458" y="1779"/>
                      <a:pt x="1525" y="1539"/>
                      <a:pt x="1674" y="1340"/>
                    </a:cubicBezTo>
                    <a:cubicBezTo>
                      <a:pt x="1740" y="1240"/>
                      <a:pt x="1823" y="1149"/>
                      <a:pt x="1906" y="1075"/>
                    </a:cubicBezTo>
                    <a:cubicBezTo>
                      <a:pt x="1974" y="1014"/>
                      <a:pt x="2076" y="940"/>
                      <a:pt x="2176" y="940"/>
                    </a:cubicBezTo>
                    <a:cubicBezTo>
                      <a:pt x="2185" y="940"/>
                      <a:pt x="2195" y="941"/>
                      <a:pt x="2204" y="942"/>
                    </a:cubicBezTo>
                    <a:cubicBezTo>
                      <a:pt x="2229" y="942"/>
                      <a:pt x="2246" y="975"/>
                      <a:pt x="2229" y="1000"/>
                    </a:cubicBezTo>
                    <a:cubicBezTo>
                      <a:pt x="2188" y="1042"/>
                      <a:pt x="2130" y="1075"/>
                      <a:pt x="2088" y="1116"/>
                    </a:cubicBezTo>
                    <a:cubicBezTo>
                      <a:pt x="2038" y="1158"/>
                      <a:pt x="1989" y="1199"/>
                      <a:pt x="1947" y="1240"/>
                    </a:cubicBezTo>
                    <a:cubicBezTo>
                      <a:pt x="1881" y="1323"/>
                      <a:pt x="1831" y="1414"/>
                      <a:pt x="1782" y="1506"/>
                    </a:cubicBezTo>
                    <a:cubicBezTo>
                      <a:pt x="1840" y="1456"/>
                      <a:pt x="1898" y="1406"/>
                      <a:pt x="1964" y="1356"/>
                    </a:cubicBezTo>
                    <a:cubicBezTo>
                      <a:pt x="2063" y="1290"/>
                      <a:pt x="2179" y="1224"/>
                      <a:pt x="2303" y="1191"/>
                    </a:cubicBezTo>
                    <a:cubicBezTo>
                      <a:pt x="2367" y="1169"/>
                      <a:pt x="2459" y="1138"/>
                      <a:pt x="2538" y="1138"/>
                    </a:cubicBezTo>
                    <a:cubicBezTo>
                      <a:pt x="2582" y="1138"/>
                      <a:pt x="2622" y="1148"/>
                      <a:pt x="2651" y="1174"/>
                    </a:cubicBezTo>
                    <a:cubicBezTo>
                      <a:pt x="2668" y="1191"/>
                      <a:pt x="2676" y="1216"/>
                      <a:pt x="2660" y="1232"/>
                    </a:cubicBezTo>
                    <a:cubicBezTo>
                      <a:pt x="2635" y="1282"/>
                      <a:pt x="2569" y="1298"/>
                      <a:pt x="2519" y="1323"/>
                    </a:cubicBezTo>
                    <a:cubicBezTo>
                      <a:pt x="2469" y="1340"/>
                      <a:pt x="2411" y="1356"/>
                      <a:pt x="2361" y="1381"/>
                    </a:cubicBezTo>
                    <a:cubicBezTo>
                      <a:pt x="2254" y="1423"/>
                      <a:pt x="2146" y="1472"/>
                      <a:pt x="2055" y="1539"/>
                    </a:cubicBezTo>
                    <a:cubicBezTo>
                      <a:pt x="1989" y="1580"/>
                      <a:pt x="1931" y="1630"/>
                      <a:pt x="1873" y="1680"/>
                    </a:cubicBezTo>
                    <a:cubicBezTo>
                      <a:pt x="1922" y="1704"/>
                      <a:pt x="1956" y="1738"/>
                      <a:pt x="1989" y="1787"/>
                    </a:cubicBezTo>
                    <a:cubicBezTo>
                      <a:pt x="2047" y="1870"/>
                      <a:pt x="2072" y="1970"/>
                      <a:pt x="2088" y="2069"/>
                    </a:cubicBezTo>
                    <a:cubicBezTo>
                      <a:pt x="2113" y="2276"/>
                      <a:pt x="2163" y="2458"/>
                      <a:pt x="2303" y="2616"/>
                    </a:cubicBezTo>
                    <a:cubicBezTo>
                      <a:pt x="2453" y="2773"/>
                      <a:pt x="2660" y="2848"/>
                      <a:pt x="2809" y="2989"/>
                    </a:cubicBezTo>
                    <a:cubicBezTo>
                      <a:pt x="2941" y="3105"/>
                      <a:pt x="3066" y="3328"/>
                      <a:pt x="2950" y="3494"/>
                    </a:cubicBezTo>
                    <a:cubicBezTo>
                      <a:pt x="2939" y="3509"/>
                      <a:pt x="2921" y="3517"/>
                      <a:pt x="2903" y="3517"/>
                    </a:cubicBezTo>
                    <a:cubicBezTo>
                      <a:pt x="2881" y="3517"/>
                      <a:pt x="2859" y="3505"/>
                      <a:pt x="2850" y="3478"/>
                    </a:cubicBezTo>
                    <a:cubicBezTo>
                      <a:pt x="2825" y="3395"/>
                      <a:pt x="2809" y="3320"/>
                      <a:pt x="2759" y="3246"/>
                    </a:cubicBezTo>
                    <a:cubicBezTo>
                      <a:pt x="2701" y="3171"/>
                      <a:pt x="2627" y="3113"/>
                      <a:pt x="2552" y="3055"/>
                    </a:cubicBezTo>
                    <a:cubicBezTo>
                      <a:pt x="2502" y="3030"/>
                      <a:pt x="2461" y="2997"/>
                      <a:pt x="2419" y="2972"/>
                    </a:cubicBezTo>
                    <a:lnTo>
                      <a:pt x="2419" y="2972"/>
                    </a:lnTo>
                    <a:cubicBezTo>
                      <a:pt x="2419" y="3005"/>
                      <a:pt x="2428" y="3038"/>
                      <a:pt x="2428" y="3080"/>
                    </a:cubicBezTo>
                    <a:cubicBezTo>
                      <a:pt x="2436" y="3204"/>
                      <a:pt x="2419" y="3328"/>
                      <a:pt x="2436" y="3453"/>
                    </a:cubicBezTo>
                    <a:cubicBezTo>
                      <a:pt x="2453" y="3660"/>
                      <a:pt x="2585" y="3826"/>
                      <a:pt x="2701" y="3991"/>
                    </a:cubicBezTo>
                    <a:cubicBezTo>
                      <a:pt x="2776" y="4091"/>
                      <a:pt x="2825" y="4182"/>
                      <a:pt x="2875" y="4281"/>
                    </a:cubicBezTo>
                    <a:cubicBezTo>
                      <a:pt x="2908" y="4099"/>
                      <a:pt x="2966" y="3917"/>
                      <a:pt x="3033" y="3743"/>
                    </a:cubicBezTo>
                    <a:cubicBezTo>
                      <a:pt x="3043" y="3722"/>
                      <a:pt x="3061" y="3713"/>
                      <a:pt x="3077" y="3713"/>
                    </a:cubicBezTo>
                    <a:cubicBezTo>
                      <a:pt x="3100" y="3713"/>
                      <a:pt x="3120" y="3730"/>
                      <a:pt x="3115" y="3759"/>
                    </a:cubicBezTo>
                    <a:cubicBezTo>
                      <a:pt x="3041" y="4149"/>
                      <a:pt x="2941" y="4571"/>
                      <a:pt x="3066" y="4961"/>
                    </a:cubicBezTo>
                    <a:cubicBezTo>
                      <a:pt x="3132" y="5151"/>
                      <a:pt x="3265" y="5309"/>
                      <a:pt x="3339" y="5491"/>
                    </a:cubicBezTo>
                    <a:cubicBezTo>
                      <a:pt x="3414" y="5665"/>
                      <a:pt x="3447" y="5905"/>
                      <a:pt x="3414" y="6096"/>
                    </a:cubicBezTo>
                    <a:cubicBezTo>
                      <a:pt x="3406" y="6153"/>
                      <a:pt x="3358" y="6180"/>
                      <a:pt x="3308" y="6180"/>
                    </a:cubicBezTo>
                    <a:cubicBezTo>
                      <a:pt x="3256" y="6180"/>
                      <a:pt x="3203" y="6151"/>
                      <a:pt x="3190" y="6096"/>
                    </a:cubicBezTo>
                    <a:cubicBezTo>
                      <a:pt x="3165" y="5996"/>
                      <a:pt x="3182" y="5880"/>
                      <a:pt x="3165" y="5781"/>
                    </a:cubicBezTo>
                    <a:cubicBezTo>
                      <a:pt x="3149" y="5673"/>
                      <a:pt x="3115" y="5574"/>
                      <a:pt x="3066" y="5483"/>
                    </a:cubicBezTo>
                    <a:cubicBezTo>
                      <a:pt x="3024" y="5391"/>
                      <a:pt x="2975" y="5300"/>
                      <a:pt x="2933" y="5209"/>
                    </a:cubicBezTo>
                    <a:cubicBezTo>
                      <a:pt x="2859" y="5110"/>
                      <a:pt x="2825" y="4986"/>
                      <a:pt x="2801" y="4861"/>
                    </a:cubicBezTo>
                    <a:cubicBezTo>
                      <a:pt x="2743" y="4994"/>
                      <a:pt x="2668" y="5110"/>
                      <a:pt x="2593" y="5217"/>
                    </a:cubicBezTo>
                    <a:cubicBezTo>
                      <a:pt x="2436" y="5458"/>
                      <a:pt x="2262" y="5690"/>
                      <a:pt x="2121" y="5938"/>
                    </a:cubicBezTo>
                    <a:cubicBezTo>
                      <a:pt x="1964" y="6203"/>
                      <a:pt x="1840" y="6469"/>
                      <a:pt x="1715" y="6742"/>
                    </a:cubicBezTo>
                    <a:cubicBezTo>
                      <a:pt x="1666" y="6875"/>
                      <a:pt x="1608" y="7015"/>
                      <a:pt x="1558" y="7148"/>
                    </a:cubicBezTo>
                    <a:lnTo>
                      <a:pt x="1475" y="7363"/>
                    </a:lnTo>
                    <a:cubicBezTo>
                      <a:pt x="1450" y="7430"/>
                      <a:pt x="1434" y="7504"/>
                      <a:pt x="1392" y="7562"/>
                    </a:cubicBezTo>
                    <a:cubicBezTo>
                      <a:pt x="1383" y="7576"/>
                      <a:pt x="1369" y="7582"/>
                      <a:pt x="1354" y="7582"/>
                    </a:cubicBezTo>
                    <a:cubicBezTo>
                      <a:pt x="1342" y="7582"/>
                      <a:pt x="1329" y="7578"/>
                      <a:pt x="1318" y="7571"/>
                    </a:cubicBezTo>
                    <a:cubicBezTo>
                      <a:pt x="1235" y="7803"/>
                      <a:pt x="1144" y="8026"/>
                      <a:pt x="1052" y="8258"/>
                    </a:cubicBezTo>
                    <a:cubicBezTo>
                      <a:pt x="970" y="8465"/>
                      <a:pt x="887" y="8673"/>
                      <a:pt x="796" y="8880"/>
                    </a:cubicBezTo>
                    <a:cubicBezTo>
                      <a:pt x="754" y="8987"/>
                      <a:pt x="713" y="9087"/>
                      <a:pt x="663" y="9186"/>
                    </a:cubicBezTo>
                    <a:cubicBezTo>
                      <a:pt x="622" y="9286"/>
                      <a:pt x="580" y="9385"/>
                      <a:pt x="506" y="9460"/>
                    </a:cubicBezTo>
                    <a:cubicBezTo>
                      <a:pt x="495" y="9470"/>
                      <a:pt x="482" y="9475"/>
                      <a:pt x="469" y="9475"/>
                    </a:cubicBezTo>
                    <a:cubicBezTo>
                      <a:pt x="442" y="9475"/>
                      <a:pt x="417" y="9455"/>
                      <a:pt x="423" y="9427"/>
                    </a:cubicBezTo>
                    <a:cubicBezTo>
                      <a:pt x="423" y="9327"/>
                      <a:pt x="456" y="9228"/>
                      <a:pt x="489" y="9137"/>
                    </a:cubicBezTo>
                    <a:lnTo>
                      <a:pt x="489" y="9137"/>
                    </a:lnTo>
                    <a:cubicBezTo>
                      <a:pt x="423" y="9228"/>
                      <a:pt x="348" y="9327"/>
                      <a:pt x="265" y="9418"/>
                    </a:cubicBezTo>
                    <a:cubicBezTo>
                      <a:pt x="199" y="9493"/>
                      <a:pt x="149" y="9567"/>
                      <a:pt x="124" y="9675"/>
                    </a:cubicBezTo>
                    <a:cubicBezTo>
                      <a:pt x="124" y="9692"/>
                      <a:pt x="116" y="9708"/>
                      <a:pt x="108" y="9717"/>
                    </a:cubicBezTo>
                    <a:cubicBezTo>
                      <a:pt x="191" y="9799"/>
                      <a:pt x="274" y="9882"/>
                      <a:pt x="365" y="9957"/>
                    </a:cubicBezTo>
                    <a:cubicBezTo>
                      <a:pt x="489" y="10056"/>
                      <a:pt x="613" y="10147"/>
                      <a:pt x="746" y="10230"/>
                    </a:cubicBezTo>
                    <a:cubicBezTo>
                      <a:pt x="1011" y="10396"/>
                      <a:pt x="1301" y="10537"/>
                      <a:pt x="1591" y="10661"/>
                    </a:cubicBezTo>
                    <a:cubicBezTo>
                      <a:pt x="2154" y="10910"/>
                      <a:pt x="2743" y="11150"/>
                      <a:pt x="3347" y="11316"/>
                    </a:cubicBezTo>
                    <a:cubicBezTo>
                      <a:pt x="3977" y="11481"/>
                      <a:pt x="4632" y="11548"/>
                      <a:pt x="5286" y="11581"/>
                    </a:cubicBezTo>
                    <a:cubicBezTo>
                      <a:pt x="5609" y="11597"/>
                      <a:pt x="5941" y="11606"/>
                      <a:pt x="6264" y="11614"/>
                    </a:cubicBezTo>
                    <a:cubicBezTo>
                      <a:pt x="6401" y="11621"/>
                      <a:pt x="6539" y="11625"/>
                      <a:pt x="6675" y="11625"/>
                    </a:cubicBezTo>
                    <a:cubicBezTo>
                      <a:pt x="6869" y="11625"/>
                      <a:pt x="7061" y="11617"/>
                      <a:pt x="7250" y="11597"/>
                    </a:cubicBezTo>
                    <a:cubicBezTo>
                      <a:pt x="7565" y="11556"/>
                      <a:pt x="7871" y="11465"/>
                      <a:pt x="8153" y="11316"/>
                    </a:cubicBezTo>
                    <a:cubicBezTo>
                      <a:pt x="8178" y="11307"/>
                      <a:pt x="8211" y="11291"/>
                      <a:pt x="8236" y="11274"/>
                    </a:cubicBezTo>
                    <a:cubicBezTo>
                      <a:pt x="8261" y="11258"/>
                      <a:pt x="8286" y="11241"/>
                      <a:pt x="8310" y="11216"/>
                    </a:cubicBezTo>
                    <a:cubicBezTo>
                      <a:pt x="8368" y="11175"/>
                      <a:pt x="8418" y="11117"/>
                      <a:pt x="8460" y="11067"/>
                    </a:cubicBezTo>
                    <a:lnTo>
                      <a:pt x="8460" y="11067"/>
                    </a:lnTo>
                    <a:cubicBezTo>
                      <a:pt x="8352" y="11150"/>
                      <a:pt x="8219" y="11200"/>
                      <a:pt x="8095" y="11258"/>
                    </a:cubicBezTo>
                    <a:cubicBezTo>
                      <a:pt x="7938" y="11324"/>
                      <a:pt x="7772" y="11398"/>
                      <a:pt x="7598" y="11423"/>
                    </a:cubicBezTo>
                    <a:cubicBezTo>
                      <a:pt x="7593" y="11425"/>
                      <a:pt x="7588" y="11425"/>
                      <a:pt x="7583" y="11425"/>
                    </a:cubicBezTo>
                    <a:cubicBezTo>
                      <a:pt x="7535" y="11425"/>
                      <a:pt x="7511" y="11355"/>
                      <a:pt x="7557" y="11332"/>
                    </a:cubicBezTo>
                    <a:cubicBezTo>
                      <a:pt x="7830" y="11166"/>
                      <a:pt x="8161" y="11108"/>
                      <a:pt x="8402" y="10893"/>
                    </a:cubicBezTo>
                    <a:cubicBezTo>
                      <a:pt x="8509" y="10794"/>
                      <a:pt x="8567" y="10661"/>
                      <a:pt x="8642" y="10537"/>
                    </a:cubicBezTo>
                    <a:cubicBezTo>
                      <a:pt x="8700" y="10446"/>
                      <a:pt x="8758" y="10371"/>
                      <a:pt x="8824" y="10296"/>
                    </a:cubicBezTo>
                    <a:lnTo>
                      <a:pt x="8824" y="10296"/>
                    </a:lnTo>
                    <a:cubicBezTo>
                      <a:pt x="8774" y="10313"/>
                      <a:pt x="8716" y="10321"/>
                      <a:pt x="8658" y="10330"/>
                    </a:cubicBezTo>
                    <a:cubicBezTo>
                      <a:pt x="8561" y="10341"/>
                      <a:pt x="8462" y="10346"/>
                      <a:pt x="8362" y="10346"/>
                    </a:cubicBezTo>
                    <a:cubicBezTo>
                      <a:pt x="8173" y="10346"/>
                      <a:pt x="7981" y="10329"/>
                      <a:pt x="7797" y="10313"/>
                    </a:cubicBezTo>
                    <a:cubicBezTo>
                      <a:pt x="7490" y="10280"/>
                      <a:pt x="7209" y="10230"/>
                      <a:pt x="6919" y="10122"/>
                    </a:cubicBezTo>
                    <a:cubicBezTo>
                      <a:pt x="6882" y="10108"/>
                      <a:pt x="6891" y="10054"/>
                      <a:pt x="6928" y="10054"/>
                    </a:cubicBezTo>
                    <a:cubicBezTo>
                      <a:pt x="6933" y="10054"/>
                      <a:pt x="6938" y="10054"/>
                      <a:pt x="6943" y="10056"/>
                    </a:cubicBezTo>
                    <a:cubicBezTo>
                      <a:pt x="7267" y="10139"/>
                      <a:pt x="7614" y="10180"/>
                      <a:pt x="7946" y="10197"/>
                    </a:cubicBezTo>
                    <a:cubicBezTo>
                      <a:pt x="8075" y="10205"/>
                      <a:pt x="8207" y="10213"/>
                      <a:pt x="8340" y="10213"/>
                    </a:cubicBezTo>
                    <a:cubicBezTo>
                      <a:pt x="8489" y="10213"/>
                      <a:pt x="8638" y="10203"/>
                      <a:pt x="8783" y="10172"/>
                    </a:cubicBezTo>
                    <a:cubicBezTo>
                      <a:pt x="9023" y="10122"/>
                      <a:pt x="9230" y="9998"/>
                      <a:pt x="9412" y="9841"/>
                    </a:cubicBezTo>
                    <a:cubicBezTo>
                      <a:pt x="9462" y="9791"/>
                      <a:pt x="9512" y="9750"/>
                      <a:pt x="9562" y="9700"/>
                    </a:cubicBezTo>
                    <a:lnTo>
                      <a:pt x="9562" y="9700"/>
                    </a:lnTo>
                    <a:cubicBezTo>
                      <a:pt x="9479" y="9741"/>
                      <a:pt x="9396" y="9775"/>
                      <a:pt x="9313" y="9799"/>
                    </a:cubicBezTo>
                    <a:cubicBezTo>
                      <a:pt x="9138" y="9853"/>
                      <a:pt x="8960" y="9873"/>
                      <a:pt x="8780" y="9873"/>
                    </a:cubicBezTo>
                    <a:cubicBezTo>
                      <a:pt x="8517" y="9873"/>
                      <a:pt x="8252" y="9830"/>
                      <a:pt x="7996" y="9791"/>
                    </a:cubicBezTo>
                    <a:lnTo>
                      <a:pt x="7308" y="9692"/>
                    </a:lnTo>
                    <a:cubicBezTo>
                      <a:pt x="7101" y="9667"/>
                      <a:pt x="6885" y="9642"/>
                      <a:pt x="6687" y="9584"/>
                    </a:cubicBezTo>
                    <a:lnTo>
                      <a:pt x="6687" y="9601"/>
                    </a:lnTo>
                    <a:cubicBezTo>
                      <a:pt x="6687" y="9601"/>
                      <a:pt x="6687" y="9609"/>
                      <a:pt x="6678" y="9609"/>
                    </a:cubicBezTo>
                    <a:cubicBezTo>
                      <a:pt x="6678" y="9617"/>
                      <a:pt x="6678" y="9625"/>
                      <a:pt x="6678" y="9625"/>
                    </a:cubicBezTo>
                    <a:cubicBezTo>
                      <a:pt x="6678" y="9625"/>
                      <a:pt x="6678" y="9634"/>
                      <a:pt x="6678" y="9642"/>
                    </a:cubicBezTo>
                    <a:cubicBezTo>
                      <a:pt x="6678" y="9667"/>
                      <a:pt x="6678" y="9692"/>
                      <a:pt x="6678" y="9717"/>
                    </a:cubicBezTo>
                    <a:cubicBezTo>
                      <a:pt x="6678" y="9725"/>
                      <a:pt x="6678" y="9741"/>
                      <a:pt x="6678" y="9750"/>
                    </a:cubicBezTo>
                    <a:cubicBezTo>
                      <a:pt x="6678" y="9758"/>
                      <a:pt x="6678" y="9766"/>
                      <a:pt x="6678" y="9766"/>
                    </a:cubicBezTo>
                    <a:cubicBezTo>
                      <a:pt x="6695" y="9824"/>
                      <a:pt x="6720" y="9891"/>
                      <a:pt x="6703" y="9940"/>
                    </a:cubicBezTo>
                    <a:cubicBezTo>
                      <a:pt x="6689" y="9975"/>
                      <a:pt x="6664" y="9992"/>
                      <a:pt x="6632" y="9992"/>
                    </a:cubicBezTo>
                    <a:cubicBezTo>
                      <a:pt x="6626" y="9992"/>
                      <a:pt x="6619" y="9991"/>
                      <a:pt x="6612" y="9990"/>
                    </a:cubicBezTo>
                    <a:cubicBezTo>
                      <a:pt x="6529" y="9973"/>
                      <a:pt x="6496" y="9882"/>
                      <a:pt x="6488" y="9816"/>
                    </a:cubicBezTo>
                    <a:cubicBezTo>
                      <a:pt x="6471" y="9750"/>
                      <a:pt x="6471" y="9675"/>
                      <a:pt x="6488" y="9609"/>
                    </a:cubicBezTo>
                    <a:cubicBezTo>
                      <a:pt x="6496" y="9551"/>
                      <a:pt x="6521" y="9493"/>
                      <a:pt x="6554" y="9443"/>
                    </a:cubicBezTo>
                    <a:cubicBezTo>
                      <a:pt x="6595" y="9385"/>
                      <a:pt x="6645" y="9344"/>
                      <a:pt x="6695" y="9311"/>
                    </a:cubicBezTo>
                    <a:cubicBezTo>
                      <a:pt x="6704" y="9305"/>
                      <a:pt x="6713" y="9302"/>
                      <a:pt x="6723" y="9302"/>
                    </a:cubicBezTo>
                    <a:cubicBezTo>
                      <a:pt x="6741" y="9302"/>
                      <a:pt x="6759" y="9311"/>
                      <a:pt x="6769" y="9327"/>
                    </a:cubicBezTo>
                    <a:cubicBezTo>
                      <a:pt x="6786" y="9344"/>
                      <a:pt x="6778" y="9377"/>
                      <a:pt x="6761" y="9393"/>
                    </a:cubicBezTo>
                    <a:cubicBezTo>
                      <a:pt x="6745" y="9418"/>
                      <a:pt x="6736" y="9435"/>
                      <a:pt x="6728" y="9460"/>
                    </a:cubicBezTo>
                    <a:cubicBezTo>
                      <a:pt x="6728" y="9460"/>
                      <a:pt x="6728" y="9460"/>
                      <a:pt x="6728" y="9468"/>
                    </a:cubicBezTo>
                    <a:cubicBezTo>
                      <a:pt x="6720" y="9468"/>
                      <a:pt x="6720" y="9476"/>
                      <a:pt x="6720" y="9485"/>
                    </a:cubicBezTo>
                    <a:cubicBezTo>
                      <a:pt x="6736" y="9484"/>
                      <a:pt x="6752" y="9484"/>
                      <a:pt x="6768" y="9484"/>
                    </a:cubicBezTo>
                    <a:cubicBezTo>
                      <a:pt x="6968" y="9484"/>
                      <a:pt x="7167" y="9528"/>
                      <a:pt x="7366" y="9551"/>
                    </a:cubicBezTo>
                    <a:cubicBezTo>
                      <a:pt x="7606" y="9584"/>
                      <a:pt x="7838" y="9617"/>
                      <a:pt x="8078" y="9650"/>
                    </a:cubicBezTo>
                    <a:cubicBezTo>
                      <a:pt x="8303" y="9681"/>
                      <a:pt x="8530" y="9710"/>
                      <a:pt x="8756" y="9710"/>
                    </a:cubicBezTo>
                    <a:cubicBezTo>
                      <a:pt x="8955" y="9710"/>
                      <a:pt x="9152" y="9687"/>
                      <a:pt x="9346" y="9625"/>
                    </a:cubicBezTo>
                    <a:cubicBezTo>
                      <a:pt x="9537" y="9559"/>
                      <a:pt x="9711" y="9468"/>
                      <a:pt x="9868" y="9344"/>
                    </a:cubicBezTo>
                    <a:cubicBezTo>
                      <a:pt x="9951" y="9277"/>
                      <a:pt x="10026" y="9211"/>
                      <a:pt x="10108" y="9145"/>
                    </a:cubicBezTo>
                    <a:cubicBezTo>
                      <a:pt x="10175" y="9087"/>
                      <a:pt x="10258" y="9037"/>
                      <a:pt x="10340" y="9004"/>
                    </a:cubicBezTo>
                    <a:cubicBezTo>
                      <a:pt x="10514" y="8921"/>
                      <a:pt x="10705" y="8855"/>
                      <a:pt x="10879" y="8780"/>
                    </a:cubicBezTo>
                    <a:cubicBezTo>
                      <a:pt x="11070" y="8697"/>
                      <a:pt x="11260" y="8598"/>
                      <a:pt x="11442" y="8499"/>
                    </a:cubicBezTo>
                    <a:cubicBezTo>
                      <a:pt x="11616" y="8407"/>
                      <a:pt x="11815" y="8308"/>
                      <a:pt x="11956" y="8167"/>
                    </a:cubicBezTo>
                    <a:cubicBezTo>
                      <a:pt x="12097" y="8035"/>
                      <a:pt x="12122" y="7844"/>
                      <a:pt x="12138" y="7670"/>
                    </a:cubicBezTo>
                    <a:cubicBezTo>
                      <a:pt x="12138" y="7645"/>
                      <a:pt x="12147" y="7629"/>
                      <a:pt x="12155" y="7612"/>
                    </a:cubicBezTo>
                    <a:cubicBezTo>
                      <a:pt x="12097" y="7579"/>
                      <a:pt x="12056" y="7521"/>
                      <a:pt x="12031" y="7463"/>
                    </a:cubicBezTo>
                    <a:cubicBezTo>
                      <a:pt x="11981" y="7363"/>
                      <a:pt x="11931" y="7264"/>
                      <a:pt x="11848" y="7181"/>
                    </a:cubicBezTo>
                    <a:cubicBezTo>
                      <a:pt x="11774" y="7098"/>
                      <a:pt x="11683" y="7065"/>
                      <a:pt x="11583" y="7032"/>
                    </a:cubicBezTo>
                    <a:cubicBezTo>
                      <a:pt x="11393" y="6966"/>
                      <a:pt x="11194" y="6875"/>
                      <a:pt x="11152" y="6659"/>
                    </a:cubicBezTo>
                    <a:cubicBezTo>
                      <a:pt x="11152" y="6643"/>
                      <a:pt x="11152" y="6634"/>
                      <a:pt x="11161" y="6618"/>
                    </a:cubicBezTo>
                    <a:cubicBezTo>
                      <a:pt x="11028" y="6593"/>
                      <a:pt x="10896" y="6527"/>
                      <a:pt x="10788" y="6460"/>
                    </a:cubicBezTo>
                    <a:cubicBezTo>
                      <a:pt x="10746" y="6435"/>
                      <a:pt x="10763" y="6361"/>
                      <a:pt x="10813" y="6361"/>
                    </a:cubicBezTo>
                    <a:cubicBezTo>
                      <a:pt x="10697" y="6303"/>
                      <a:pt x="10614" y="6195"/>
                      <a:pt x="10589" y="6071"/>
                    </a:cubicBezTo>
                    <a:cubicBezTo>
                      <a:pt x="10566" y="5955"/>
                      <a:pt x="10622" y="5854"/>
                      <a:pt x="10743" y="5854"/>
                    </a:cubicBezTo>
                    <a:cubicBezTo>
                      <a:pt x="10752" y="5854"/>
                      <a:pt x="10762" y="5854"/>
                      <a:pt x="10771" y="5855"/>
                    </a:cubicBezTo>
                    <a:cubicBezTo>
                      <a:pt x="10838" y="5872"/>
                      <a:pt x="10904" y="5889"/>
                      <a:pt x="10970" y="5889"/>
                    </a:cubicBezTo>
                    <a:cubicBezTo>
                      <a:pt x="11007" y="5893"/>
                      <a:pt x="11043" y="5895"/>
                      <a:pt x="11078" y="5895"/>
                    </a:cubicBezTo>
                    <a:cubicBezTo>
                      <a:pt x="11113" y="5895"/>
                      <a:pt x="11148" y="5893"/>
                      <a:pt x="11186" y="5889"/>
                    </a:cubicBezTo>
                    <a:cubicBezTo>
                      <a:pt x="11545" y="5855"/>
                      <a:pt x="11910" y="5699"/>
                      <a:pt x="12271" y="5699"/>
                    </a:cubicBezTo>
                    <a:cubicBezTo>
                      <a:pt x="12360" y="5699"/>
                      <a:pt x="12448" y="5708"/>
                      <a:pt x="12536" y="5731"/>
                    </a:cubicBezTo>
                    <a:cubicBezTo>
                      <a:pt x="12503" y="5681"/>
                      <a:pt x="12462" y="5648"/>
                      <a:pt x="12420" y="5607"/>
                    </a:cubicBezTo>
                    <a:cubicBezTo>
                      <a:pt x="12329" y="5516"/>
                      <a:pt x="12213" y="5433"/>
                      <a:pt x="12097" y="5367"/>
                    </a:cubicBezTo>
                    <a:cubicBezTo>
                      <a:pt x="11948" y="5292"/>
                      <a:pt x="11799" y="5234"/>
                      <a:pt x="11641" y="5176"/>
                    </a:cubicBezTo>
                    <a:cubicBezTo>
                      <a:pt x="11492" y="5118"/>
                      <a:pt x="11343" y="5052"/>
                      <a:pt x="11194" y="4994"/>
                    </a:cubicBezTo>
                    <a:cubicBezTo>
                      <a:pt x="11172" y="4986"/>
                      <a:pt x="11176" y="4959"/>
                      <a:pt x="11195" y="4959"/>
                    </a:cubicBezTo>
                    <a:cubicBezTo>
                      <a:pt x="11197" y="4959"/>
                      <a:pt x="11199" y="4960"/>
                      <a:pt x="11202" y="4961"/>
                    </a:cubicBezTo>
                    <a:cubicBezTo>
                      <a:pt x="11376" y="5010"/>
                      <a:pt x="11550" y="5035"/>
                      <a:pt x="11724" y="5085"/>
                    </a:cubicBezTo>
                    <a:cubicBezTo>
                      <a:pt x="11729" y="5085"/>
                      <a:pt x="11733" y="5085"/>
                      <a:pt x="11736" y="5086"/>
                    </a:cubicBezTo>
                    <a:lnTo>
                      <a:pt x="11736" y="5086"/>
                    </a:lnTo>
                    <a:cubicBezTo>
                      <a:pt x="11723" y="5064"/>
                      <a:pt x="11717" y="5040"/>
                      <a:pt x="11724" y="5002"/>
                    </a:cubicBezTo>
                    <a:cubicBezTo>
                      <a:pt x="11815" y="4629"/>
                      <a:pt x="11890" y="4223"/>
                      <a:pt x="11832" y="3834"/>
                    </a:cubicBezTo>
                    <a:cubicBezTo>
                      <a:pt x="11807" y="3676"/>
                      <a:pt x="11757" y="3502"/>
                      <a:pt x="11666" y="3370"/>
                    </a:cubicBezTo>
                    <a:cubicBezTo>
                      <a:pt x="11567" y="3229"/>
                      <a:pt x="11426" y="3138"/>
                      <a:pt x="11293" y="3038"/>
                    </a:cubicBezTo>
                    <a:cubicBezTo>
                      <a:pt x="11169" y="2939"/>
                      <a:pt x="11053" y="2823"/>
                      <a:pt x="10970" y="2682"/>
                    </a:cubicBezTo>
                    <a:cubicBezTo>
                      <a:pt x="10887" y="2541"/>
                      <a:pt x="10871" y="2359"/>
                      <a:pt x="10788" y="2218"/>
                    </a:cubicBezTo>
                    <a:cubicBezTo>
                      <a:pt x="10622" y="1928"/>
                      <a:pt x="10316" y="1762"/>
                      <a:pt x="10034" y="1605"/>
                    </a:cubicBezTo>
                    <a:cubicBezTo>
                      <a:pt x="9876" y="1514"/>
                      <a:pt x="9727" y="1423"/>
                      <a:pt x="9586" y="1307"/>
                    </a:cubicBezTo>
                    <a:cubicBezTo>
                      <a:pt x="9446" y="1199"/>
                      <a:pt x="9321" y="1083"/>
                      <a:pt x="9205" y="950"/>
                    </a:cubicBezTo>
                    <a:cubicBezTo>
                      <a:pt x="9179" y="924"/>
                      <a:pt x="9199" y="883"/>
                      <a:pt x="9230" y="883"/>
                    </a:cubicBezTo>
                    <a:cubicBezTo>
                      <a:pt x="9238" y="883"/>
                      <a:pt x="9246" y="886"/>
                      <a:pt x="9255" y="892"/>
                    </a:cubicBezTo>
                    <a:cubicBezTo>
                      <a:pt x="9421" y="1017"/>
                      <a:pt x="9603" y="1133"/>
                      <a:pt x="9785" y="1240"/>
                    </a:cubicBezTo>
                    <a:cubicBezTo>
                      <a:pt x="9959" y="1356"/>
                      <a:pt x="10142" y="1448"/>
                      <a:pt x="10316" y="1555"/>
                    </a:cubicBezTo>
                    <a:cubicBezTo>
                      <a:pt x="10581" y="1713"/>
                      <a:pt x="10838" y="1903"/>
                      <a:pt x="10978" y="2185"/>
                    </a:cubicBezTo>
                    <a:cubicBezTo>
                      <a:pt x="10962" y="2094"/>
                      <a:pt x="10937" y="2003"/>
                      <a:pt x="10871" y="1928"/>
                    </a:cubicBezTo>
                    <a:cubicBezTo>
                      <a:pt x="10862" y="1920"/>
                      <a:pt x="10854" y="1903"/>
                      <a:pt x="10854" y="1887"/>
                    </a:cubicBezTo>
                    <a:cubicBezTo>
                      <a:pt x="10838" y="1878"/>
                      <a:pt x="10821" y="1862"/>
                      <a:pt x="10804" y="1845"/>
                    </a:cubicBezTo>
                    <a:cubicBezTo>
                      <a:pt x="10788" y="1837"/>
                      <a:pt x="10788" y="1812"/>
                      <a:pt x="10796" y="1796"/>
                    </a:cubicBezTo>
                    <a:cubicBezTo>
                      <a:pt x="10746" y="1779"/>
                      <a:pt x="10697" y="1762"/>
                      <a:pt x="10655" y="1746"/>
                    </a:cubicBezTo>
                    <a:cubicBezTo>
                      <a:pt x="10577" y="1722"/>
                      <a:pt x="10580" y="1587"/>
                      <a:pt x="10658" y="1587"/>
                    </a:cubicBezTo>
                    <a:cubicBezTo>
                      <a:pt x="10663" y="1587"/>
                      <a:pt x="10667" y="1588"/>
                      <a:pt x="10672" y="1588"/>
                    </a:cubicBezTo>
                    <a:lnTo>
                      <a:pt x="10697" y="1588"/>
                    </a:lnTo>
                    <a:cubicBezTo>
                      <a:pt x="10738" y="1597"/>
                      <a:pt x="10771" y="1605"/>
                      <a:pt x="10804" y="1622"/>
                    </a:cubicBezTo>
                    <a:cubicBezTo>
                      <a:pt x="10813" y="1630"/>
                      <a:pt x="10829" y="1630"/>
                      <a:pt x="10838" y="1638"/>
                    </a:cubicBezTo>
                    <a:cubicBezTo>
                      <a:pt x="10860" y="1644"/>
                      <a:pt x="10910" y="1657"/>
                      <a:pt x="10934" y="1657"/>
                    </a:cubicBezTo>
                    <a:cubicBezTo>
                      <a:pt x="10945" y="1657"/>
                      <a:pt x="10951" y="1654"/>
                      <a:pt x="10945" y="1646"/>
                    </a:cubicBezTo>
                    <a:cubicBezTo>
                      <a:pt x="10912" y="1597"/>
                      <a:pt x="10945" y="1555"/>
                      <a:pt x="10987" y="1539"/>
                    </a:cubicBezTo>
                    <a:cubicBezTo>
                      <a:pt x="10962" y="1464"/>
                      <a:pt x="10945" y="1390"/>
                      <a:pt x="10912" y="1315"/>
                    </a:cubicBezTo>
                    <a:cubicBezTo>
                      <a:pt x="10862" y="1174"/>
                      <a:pt x="10829" y="1025"/>
                      <a:pt x="10672" y="959"/>
                    </a:cubicBezTo>
                    <a:cubicBezTo>
                      <a:pt x="10506" y="892"/>
                      <a:pt x="10316" y="884"/>
                      <a:pt x="10142" y="884"/>
                    </a:cubicBezTo>
                    <a:cubicBezTo>
                      <a:pt x="10088" y="882"/>
                      <a:pt x="10034" y="881"/>
                      <a:pt x="9979" y="881"/>
                    </a:cubicBezTo>
                    <a:cubicBezTo>
                      <a:pt x="9848" y="881"/>
                      <a:pt x="9713" y="887"/>
                      <a:pt x="9578" y="892"/>
                    </a:cubicBezTo>
                    <a:cubicBezTo>
                      <a:pt x="9576" y="893"/>
                      <a:pt x="9573" y="893"/>
                      <a:pt x="9571" y="893"/>
                    </a:cubicBezTo>
                    <a:cubicBezTo>
                      <a:pt x="9529" y="893"/>
                      <a:pt x="9531" y="826"/>
                      <a:pt x="9570" y="818"/>
                    </a:cubicBezTo>
                    <a:cubicBezTo>
                      <a:pt x="9777" y="752"/>
                      <a:pt x="9992" y="727"/>
                      <a:pt x="10216" y="727"/>
                    </a:cubicBezTo>
                    <a:cubicBezTo>
                      <a:pt x="10398" y="727"/>
                      <a:pt x="10630" y="727"/>
                      <a:pt x="10796" y="810"/>
                    </a:cubicBezTo>
                    <a:cubicBezTo>
                      <a:pt x="10970" y="884"/>
                      <a:pt x="11053" y="1042"/>
                      <a:pt x="11103" y="1216"/>
                    </a:cubicBezTo>
                    <a:cubicBezTo>
                      <a:pt x="11144" y="1307"/>
                      <a:pt x="11186" y="1406"/>
                      <a:pt x="11219" y="1506"/>
                    </a:cubicBezTo>
                    <a:cubicBezTo>
                      <a:pt x="11227" y="1547"/>
                      <a:pt x="11235" y="1597"/>
                      <a:pt x="11244" y="1638"/>
                    </a:cubicBezTo>
                    <a:cubicBezTo>
                      <a:pt x="11401" y="1746"/>
                      <a:pt x="11525" y="1912"/>
                      <a:pt x="11666" y="2036"/>
                    </a:cubicBezTo>
                    <a:cubicBezTo>
                      <a:pt x="11805" y="2159"/>
                      <a:pt x="11973" y="2261"/>
                      <a:pt x="12156" y="2261"/>
                    </a:cubicBezTo>
                    <a:cubicBezTo>
                      <a:pt x="12169" y="2261"/>
                      <a:pt x="12183" y="2261"/>
                      <a:pt x="12196" y="2260"/>
                    </a:cubicBezTo>
                    <a:cubicBezTo>
                      <a:pt x="12238" y="2260"/>
                      <a:pt x="12288" y="2251"/>
                      <a:pt x="12329" y="2235"/>
                    </a:cubicBezTo>
                    <a:cubicBezTo>
                      <a:pt x="12362" y="2226"/>
                      <a:pt x="12387" y="2202"/>
                      <a:pt x="12412" y="2193"/>
                    </a:cubicBezTo>
                    <a:cubicBezTo>
                      <a:pt x="12395" y="2168"/>
                      <a:pt x="12370" y="2144"/>
                      <a:pt x="12370" y="2135"/>
                    </a:cubicBezTo>
                    <a:cubicBezTo>
                      <a:pt x="12337" y="2094"/>
                      <a:pt x="12304" y="2052"/>
                      <a:pt x="12271" y="2011"/>
                    </a:cubicBezTo>
                    <a:cubicBezTo>
                      <a:pt x="12130" y="1854"/>
                      <a:pt x="11998" y="1688"/>
                      <a:pt x="11865" y="1522"/>
                    </a:cubicBezTo>
                    <a:cubicBezTo>
                      <a:pt x="11600" y="1199"/>
                      <a:pt x="11335" y="859"/>
                      <a:pt x="11028" y="561"/>
                    </a:cubicBezTo>
                    <a:cubicBezTo>
                      <a:pt x="10738" y="271"/>
                      <a:pt x="10340" y="205"/>
                      <a:pt x="9943" y="205"/>
                    </a:cubicBezTo>
                    <a:cubicBezTo>
                      <a:pt x="9870" y="205"/>
                      <a:pt x="9790" y="201"/>
                      <a:pt x="9710" y="201"/>
                    </a:cubicBezTo>
                    <a:cubicBezTo>
                      <a:pt x="9591" y="201"/>
                      <a:pt x="9470" y="210"/>
                      <a:pt x="9371" y="254"/>
                    </a:cubicBezTo>
                    <a:cubicBezTo>
                      <a:pt x="9205" y="321"/>
                      <a:pt x="9064" y="470"/>
                      <a:pt x="8973" y="619"/>
                    </a:cubicBezTo>
                    <a:cubicBezTo>
                      <a:pt x="8966" y="631"/>
                      <a:pt x="8955" y="636"/>
                      <a:pt x="8943" y="636"/>
                    </a:cubicBezTo>
                    <a:cubicBezTo>
                      <a:pt x="8914" y="636"/>
                      <a:pt x="8881" y="605"/>
                      <a:pt x="8899" y="569"/>
                    </a:cubicBezTo>
                    <a:cubicBezTo>
                      <a:pt x="8940" y="495"/>
                      <a:pt x="8973" y="428"/>
                      <a:pt x="9023" y="362"/>
                    </a:cubicBezTo>
                    <a:lnTo>
                      <a:pt x="8973" y="362"/>
                    </a:lnTo>
                    <a:cubicBezTo>
                      <a:pt x="8890" y="379"/>
                      <a:pt x="8816" y="387"/>
                      <a:pt x="8733" y="412"/>
                    </a:cubicBezTo>
                    <a:cubicBezTo>
                      <a:pt x="8584" y="445"/>
                      <a:pt x="8460" y="553"/>
                      <a:pt x="8327" y="636"/>
                    </a:cubicBezTo>
                    <a:cubicBezTo>
                      <a:pt x="8194" y="727"/>
                      <a:pt x="8037" y="793"/>
                      <a:pt x="7880" y="826"/>
                    </a:cubicBezTo>
                    <a:cubicBezTo>
                      <a:pt x="7830" y="834"/>
                      <a:pt x="7788" y="843"/>
                      <a:pt x="7739" y="851"/>
                    </a:cubicBezTo>
                    <a:cubicBezTo>
                      <a:pt x="7672" y="868"/>
                      <a:pt x="7606" y="868"/>
                      <a:pt x="7540" y="868"/>
                    </a:cubicBezTo>
                    <a:cubicBezTo>
                      <a:pt x="7407" y="859"/>
                      <a:pt x="7283" y="826"/>
                      <a:pt x="7167" y="760"/>
                    </a:cubicBezTo>
                    <a:cubicBezTo>
                      <a:pt x="7109" y="727"/>
                      <a:pt x="7059" y="685"/>
                      <a:pt x="6993" y="677"/>
                    </a:cubicBezTo>
                    <a:cubicBezTo>
                      <a:pt x="6968" y="672"/>
                      <a:pt x="6942" y="670"/>
                      <a:pt x="6916" y="670"/>
                    </a:cubicBezTo>
                    <a:cubicBezTo>
                      <a:pt x="6864" y="670"/>
                      <a:pt x="6811" y="677"/>
                      <a:pt x="6761" y="677"/>
                    </a:cubicBezTo>
                    <a:cubicBezTo>
                      <a:pt x="6678" y="677"/>
                      <a:pt x="6595" y="685"/>
                      <a:pt x="6521" y="685"/>
                    </a:cubicBezTo>
                    <a:cubicBezTo>
                      <a:pt x="6513" y="710"/>
                      <a:pt x="6496" y="727"/>
                      <a:pt x="6471" y="735"/>
                    </a:cubicBezTo>
                    <a:cubicBezTo>
                      <a:pt x="6463" y="736"/>
                      <a:pt x="6455" y="736"/>
                      <a:pt x="6446" y="736"/>
                    </a:cubicBezTo>
                    <a:cubicBezTo>
                      <a:pt x="6328" y="736"/>
                      <a:pt x="6198" y="684"/>
                      <a:pt x="6090" y="660"/>
                    </a:cubicBezTo>
                    <a:cubicBezTo>
                      <a:pt x="5974" y="627"/>
                      <a:pt x="5850" y="602"/>
                      <a:pt x="5725" y="586"/>
                    </a:cubicBezTo>
                    <a:cubicBezTo>
                      <a:pt x="5638" y="572"/>
                      <a:pt x="5550" y="567"/>
                      <a:pt x="5462" y="567"/>
                    </a:cubicBezTo>
                    <a:cubicBezTo>
                      <a:pt x="5342" y="567"/>
                      <a:pt x="5220" y="576"/>
                      <a:pt x="5096" y="586"/>
                    </a:cubicBezTo>
                    <a:cubicBezTo>
                      <a:pt x="5090" y="598"/>
                      <a:pt x="5076" y="609"/>
                      <a:pt x="5059" y="609"/>
                    </a:cubicBezTo>
                    <a:cubicBezTo>
                      <a:pt x="5052" y="609"/>
                      <a:pt x="5045" y="607"/>
                      <a:pt x="5038" y="602"/>
                    </a:cubicBezTo>
                    <a:cubicBezTo>
                      <a:pt x="5038" y="602"/>
                      <a:pt x="5029" y="602"/>
                      <a:pt x="5021" y="594"/>
                    </a:cubicBezTo>
                    <a:cubicBezTo>
                      <a:pt x="5005" y="602"/>
                      <a:pt x="4980" y="602"/>
                      <a:pt x="4963" y="602"/>
                    </a:cubicBezTo>
                    <a:cubicBezTo>
                      <a:pt x="4960" y="603"/>
                      <a:pt x="4956" y="604"/>
                      <a:pt x="4953" y="604"/>
                    </a:cubicBezTo>
                    <a:cubicBezTo>
                      <a:pt x="4927" y="604"/>
                      <a:pt x="4913" y="574"/>
                      <a:pt x="4913" y="544"/>
                    </a:cubicBezTo>
                    <a:cubicBezTo>
                      <a:pt x="4715" y="453"/>
                      <a:pt x="4516" y="346"/>
                      <a:pt x="4309" y="254"/>
                    </a:cubicBezTo>
                    <a:cubicBezTo>
                      <a:pt x="4060" y="155"/>
                      <a:pt x="3811" y="64"/>
                      <a:pt x="3546" y="23"/>
                    </a:cubicBezTo>
                    <a:cubicBezTo>
                      <a:pt x="3452" y="7"/>
                      <a:pt x="3357" y="1"/>
                      <a:pt x="32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3" name="Google Shape;4563;p12"/>
              <p:cNvSpPr/>
              <p:nvPr/>
            </p:nvSpPr>
            <p:spPr>
              <a:xfrm>
                <a:off x="5154300" y="3953025"/>
                <a:ext cx="2100" cy="1700"/>
              </a:xfrm>
              <a:custGeom>
                <a:rect b="b" l="l" r="r" t="t"/>
                <a:pathLst>
                  <a:path extrusionOk="0" h="68" w="84">
                    <a:moveTo>
                      <a:pt x="1" y="1"/>
                    </a:moveTo>
                    <a:cubicBezTo>
                      <a:pt x="17" y="26"/>
                      <a:pt x="34" y="51"/>
                      <a:pt x="51" y="67"/>
                    </a:cubicBezTo>
                    <a:lnTo>
                      <a:pt x="75" y="67"/>
                    </a:lnTo>
                    <a:cubicBezTo>
                      <a:pt x="75" y="59"/>
                      <a:pt x="84" y="51"/>
                      <a:pt x="84" y="42"/>
                    </a:cubicBezTo>
                    <a:cubicBezTo>
                      <a:pt x="67" y="34"/>
                      <a:pt x="51" y="26"/>
                      <a:pt x="42" y="9"/>
                    </a:cubicBezTo>
                    <a:cubicBezTo>
                      <a:pt x="34" y="9"/>
                      <a:pt x="17" y="1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4" name="Google Shape;4564;p12"/>
              <p:cNvSpPr/>
              <p:nvPr/>
            </p:nvSpPr>
            <p:spPr>
              <a:xfrm>
                <a:off x="5137525" y="4044800"/>
                <a:ext cx="43725" cy="15000"/>
              </a:xfrm>
              <a:custGeom>
                <a:rect b="b" l="l" r="r" t="t"/>
                <a:pathLst>
                  <a:path extrusionOk="0" h="600" w="1749">
                    <a:moveTo>
                      <a:pt x="1625" y="0"/>
                    </a:moveTo>
                    <a:cubicBezTo>
                      <a:pt x="1459" y="158"/>
                      <a:pt x="1235" y="266"/>
                      <a:pt x="1012" y="307"/>
                    </a:cubicBezTo>
                    <a:cubicBezTo>
                      <a:pt x="933" y="324"/>
                      <a:pt x="854" y="331"/>
                      <a:pt x="775" y="331"/>
                    </a:cubicBezTo>
                    <a:cubicBezTo>
                      <a:pt x="580" y="331"/>
                      <a:pt x="386" y="288"/>
                      <a:pt x="191" y="241"/>
                    </a:cubicBezTo>
                    <a:cubicBezTo>
                      <a:pt x="133" y="232"/>
                      <a:pt x="67" y="216"/>
                      <a:pt x="1" y="208"/>
                    </a:cubicBezTo>
                    <a:lnTo>
                      <a:pt x="1" y="208"/>
                    </a:lnTo>
                    <a:cubicBezTo>
                      <a:pt x="133" y="315"/>
                      <a:pt x="282" y="398"/>
                      <a:pt x="432" y="464"/>
                    </a:cubicBezTo>
                    <a:cubicBezTo>
                      <a:pt x="580" y="532"/>
                      <a:pt x="735" y="600"/>
                      <a:pt x="895" y="600"/>
                    </a:cubicBezTo>
                    <a:cubicBezTo>
                      <a:pt x="931" y="600"/>
                      <a:pt x="967" y="596"/>
                      <a:pt x="1003" y="589"/>
                    </a:cubicBezTo>
                    <a:cubicBezTo>
                      <a:pt x="1111" y="572"/>
                      <a:pt x="1210" y="531"/>
                      <a:pt x="1310" y="489"/>
                    </a:cubicBezTo>
                    <a:cubicBezTo>
                      <a:pt x="1393" y="448"/>
                      <a:pt x="1484" y="406"/>
                      <a:pt x="1567" y="357"/>
                    </a:cubicBezTo>
                    <a:cubicBezTo>
                      <a:pt x="1666" y="282"/>
                      <a:pt x="1716" y="191"/>
                      <a:pt x="1749" y="83"/>
                    </a:cubicBezTo>
                    <a:cubicBezTo>
                      <a:pt x="1708" y="67"/>
                      <a:pt x="1666" y="50"/>
                      <a:pt x="1633" y="9"/>
                    </a:cubicBezTo>
                    <a:cubicBezTo>
                      <a:pt x="1625" y="9"/>
                      <a:pt x="1625" y="0"/>
                      <a:pt x="16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5" name="Google Shape;4565;p12"/>
              <p:cNvSpPr/>
              <p:nvPr/>
            </p:nvSpPr>
            <p:spPr>
              <a:xfrm>
                <a:off x="5123450" y="4019350"/>
                <a:ext cx="60500" cy="29825"/>
              </a:xfrm>
              <a:custGeom>
                <a:rect b="b" l="l" r="r" t="t"/>
                <a:pathLst>
                  <a:path extrusionOk="0" h="1193" w="2420">
                    <a:moveTo>
                      <a:pt x="2175" y="0"/>
                    </a:moveTo>
                    <a:cubicBezTo>
                      <a:pt x="2148" y="0"/>
                      <a:pt x="2119" y="8"/>
                      <a:pt x="2097" y="8"/>
                    </a:cubicBezTo>
                    <a:cubicBezTo>
                      <a:pt x="2047" y="24"/>
                      <a:pt x="1997" y="32"/>
                      <a:pt x="1947" y="41"/>
                    </a:cubicBezTo>
                    <a:cubicBezTo>
                      <a:pt x="1840" y="57"/>
                      <a:pt x="1732" y="66"/>
                      <a:pt x="1633" y="99"/>
                    </a:cubicBezTo>
                    <a:lnTo>
                      <a:pt x="1599" y="99"/>
                    </a:lnTo>
                    <a:cubicBezTo>
                      <a:pt x="1525" y="132"/>
                      <a:pt x="1442" y="173"/>
                      <a:pt x="1359" y="206"/>
                    </a:cubicBezTo>
                    <a:cubicBezTo>
                      <a:pt x="1202" y="273"/>
                      <a:pt x="1036" y="314"/>
                      <a:pt x="879" y="389"/>
                    </a:cubicBezTo>
                    <a:cubicBezTo>
                      <a:pt x="671" y="538"/>
                      <a:pt x="464" y="679"/>
                      <a:pt x="282" y="861"/>
                    </a:cubicBezTo>
                    <a:cubicBezTo>
                      <a:pt x="191" y="960"/>
                      <a:pt x="100" y="1060"/>
                      <a:pt x="0" y="1151"/>
                    </a:cubicBezTo>
                    <a:cubicBezTo>
                      <a:pt x="115" y="1103"/>
                      <a:pt x="240" y="1086"/>
                      <a:pt x="366" y="1086"/>
                    </a:cubicBezTo>
                    <a:cubicBezTo>
                      <a:pt x="460" y="1086"/>
                      <a:pt x="555" y="1095"/>
                      <a:pt x="647" y="1110"/>
                    </a:cubicBezTo>
                    <a:cubicBezTo>
                      <a:pt x="865" y="1137"/>
                      <a:pt x="1090" y="1192"/>
                      <a:pt x="1320" y="1192"/>
                    </a:cubicBezTo>
                    <a:cubicBezTo>
                      <a:pt x="1368" y="1192"/>
                      <a:pt x="1418" y="1190"/>
                      <a:pt x="1467" y="1184"/>
                    </a:cubicBezTo>
                    <a:cubicBezTo>
                      <a:pt x="1691" y="1159"/>
                      <a:pt x="1881" y="1060"/>
                      <a:pt x="2063" y="936"/>
                    </a:cubicBezTo>
                    <a:cubicBezTo>
                      <a:pt x="2213" y="828"/>
                      <a:pt x="2337" y="712"/>
                      <a:pt x="2420" y="554"/>
                    </a:cubicBezTo>
                    <a:cubicBezTo>
                      <a:pt x="2411" y="538"/>
                      <a:pt x="2403" y="530"/>
                      <a:pt x="2395" y="505"/>
                    </a:cubicBezTo>
                    <a:cubicBezTo>
                      <a:pt x="2378" y="397"/>
                      <a:pt x="2353" y="298"/>
                      <a:pt x="2320" y="190"/>
                    </a:cubicBezTo>
                    <a:cubicBezTo>
                      <a:pt x="2304" y="140"/>
                      <a:pt x="2271" y="24"/>
                      <a:pt x="2213" y="8"/>
                    </a:cubicBezTo>
                    <a:cubicBezTo>
                      <a:pt x="2201" y="2"/>
                      <a:pt x="2189" y="0"/>
                      <a:pt x="217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6" name="Google Shape;4566;p12"/>
              <p:cNvSpPr/>
              <p:nvPr/>
            </p:nvSpPr>
            <p:spPr>
              <a:xfrm>
                <a:off x="5184350" y="3983075"/>
                <a:ext cx="19700" cy="60500"/>
              </a:xfrm>
              <a:custGeom>
                <a:rect b="b" l="l" r="r" t="t"/>
                <a:pathLst>
                  <a:path extrusionOk="0" h="2420" w="788">
                    <a:moveTo>
                      <a:pt x="688" y="0"/>
                    </a:moveTo>
                    <a:cubicBezTo>
                      <a:pt x="647" y="33"/>
                      <a:pt x="613" y="75"/>
                      <a:pt x="572" y="108"/>
                    </a:cubicBezTo>
                    <a:cubicBezTo>
                      <a:pt x="539" y="141"/>
                      <a:pt x="506" y="174"/>
                      <a:pt x="481" y="207"/>
                    </a:cubicBezTo>
                    <a:cubicBezTo>
                      <a:pt x="431" y="257"/>
                      <a:pt x="390" y="323"/>
                      <a:pt x="323" y="348"/>
                    </a:cubicBezTo>
                    <a:cubicBezTo>
                      <a:pt x="332" y="365"/>
                      <a:pt x="340" y="390"/>
                      <a:pt x="340" y="423"/>
                    </a:cubicBezTo>
                    <a:cubicBezTo>
                      <a:pt x="307" y="622"/>
                      <a:pt x="257" y="837"/>
                      <a:pt x="108" y="995"/>
                    </a:cubicBezTo>
                    <a:cubicBezTo>
                      <a:pt x="91" y="1011"/>
                      <a:pt x="67" y="1028"/>
                      <a:pt x="50" y="1044"/>
                    </a:cubicBezTo>
                    <a:cubicBezTo>
                      <a:pt x="199" y="1210"/>
                      <a:pt x="381" y="1409"/>
                      <a:pt x="373" y="1649"/>
                    </a:cubicBezTo>
                    <a:cubicBezTo>
                      <a:pt x="365" y="1782"/>
                      <a:pt x="307" y="1889"/>
                      <a:pt x="249" y="2005"/>
                    </a:cubicBezTo>
                    <a:cubicBezTo>
                      <a:pt x="216" y="2055"/>
                      <a:pt x="191" y="2105"/>
                      <a:pt x="158" y="2163"/>
                    </a:cubicBezTo>
                    <a:cubicBezTo>
                      <a:pt x="125" y="2213"/>
                      <a:pt x="91" y="2271"/>
                      <a:pt x="25" y="2295"/>
                    </a:cubicBezTo>
                    <a:cubicBezTo>
                      <a:pt x="17" y="2304"/>
                      <a:pt x="9" y="2312"/>
                      <a:pt x="0" y="2329"/>
                    </a:cubicBezTo>
                    <a:cubicBezTo>
                      <a:pt x="9" y="2329"/>
                      <a:pt x="17" y="2345"/>
                      <a:pt x="25" y="2362"/>
                    </a:cubicBezTo>
                    <a:cubicBezTo>
                      <a:pt x="25" y="2378"/>
                      <a:pt x="33" y="2395"/>
                      <a:pt x="33" y="2420"/>
                    </a:cubicBezTo>
                    <a:cubicBezTo>
                      <a:pt x="183" y="2411"/>
                      <a:pt x="332" y="2271"/>
                      <a:pt x="431" y="2179"/>
                    </a:cubicBezTo>
                    <a:cubicBezTo>
                      <a:pt x="514" y="2097"/>
                      <a:pt x="597" y="2014"/>
                      <a:pt x="663" y="1914"/>
                    </a:cubicBezTo>
                    <a:cubicBezTo>
                      <a:pt x="746" y="1798"/>
                      <a:pt x="754" y="1674"/>
                      <a:pt x="763" y="1533"/>
                    </a:cubicBezTo>
                    <a:cubicBezTo>
                      <a:pt x="787" y="1028"/>
                      <a:pt x="754" y="506"/>
                      <a:pt x="68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7" name="Google Shape;4567;p12"/>
              <p:cNvSpPr/>
              <p:nvPr/>
            </p:nvSpPr>
            <p:spPr>
              <a:xfrm>
                <a:off x="4904925" y="3935100"/>
                <a:ext cx="205300" cy="159250"/>
              </a:xfrm>
              <a:custGeom>
                <a:rect b="b" l="l" r="r" t="t"/>
                <a:pathLst>
                  <a:path extrusionOk="0" h="6370" w="8212">
                    <a:moveTo>
                      <a:pt x="2027" y="1"/>
                    </a:moveTo>
                    <a:cubicBezTo>
                      <a:pt x="1868" y="1"/>
                      <a:pt x="1722" y="126"/>
                      <a:pt x="1624" y="246"/>
                    </a:cubicBezTo>
                    <a:cubicBezTo>
                      <a:pt x="1475" y="436"/>
                      <a:pt x="1384" y="676"/>
                      <a:pt x="1276" y="892"/>
                    </a:cubicBezTo>
                    <a:cubicBezTo>
                      <a:pt x="1036" y="1381"/>
                      <a:pt x="787" y="1870"/>
                      <a:pt x="547" y="2358"/>
                    </a:cubicBezTo>
                    <a:cubicBezTo>
                      <a:pt x="439" y="2582"/>
                      <a:pt x="348" y="2798"/>
                      <a:pt x="373" y="3054"/>
                    </a:cubicBezTo>
                    <a:cubicBezTo>
                      <a:pt x="406" y="3286"/>
                      <a:pt x="481" y="3502"/>
                      <a:pt x="439" y="3742"/>
                    </a:cubicBezTo>
                    <a:cubicBezTo>
                      <a:pt x="439" y="3767"/>
                      <a:pt x="431" y="3792"/>
                      <a:pt x="423" y="3817"/>
                    </a:cubicBezTo>
                    <a:lnTo>
                      <a:pt x="373" y="3734"/>
                    </a:lnTo>
                    <a:cubicBezTo>
                      <a:pt x="332" y="3659"/>
                      <a:pt x="282" y="3568"/>
                      <a:pt x="207" y="3527"/>
                    </a:cubicBezTo>
                    <a:cubicBezTo>
                      <a:pt x="197" y="3521"/>
                      <a:pt x="187" y="3518"/>
                      <a:pt x="177" y="3518"/>
                    </a:cubicBezTo>
                    <a:cubicBezTo>
                      <a:pt x="144" y="3518"/>
                      <a:pt x="114" y="3545"/>
                      <a:pt x="108" y="3576"/>
                    </a:cubicBezTo>
                    <a:cubicBezTo>
                      <a:pt x="100" y="3668"/>
                      <a:pt x="158" y="3759"/>
                      <a:pt x="191" y="3842"/>
                    </a:cubicBezTo>
                    <a:cubicBezTo>
                      <a:pt x="232" y="3916"/>
                      <a:pt x="274" y="3999"/>
                      <a:pt x="315" y="4074"/>
                    </a:cubicBezTo>
                    <a:cubicBezTo>
                      <a:pt x="323" y="4090"/>
                      <a:pt x="332" y="4098"/>
                      <a:pt x="340" y="4115"/>
                    </a:cubicBezTo>
                    <a:cubicBezTo>
                      <a:pt x="298" y="4231"/>
                      <a:pt x="257" y="4347"/>
                      <a:pt x="232" y="4463"/>
                    </a:cubicBezTo>
                    <a:cubicBezTo>
                      <a:pt x="199" y="4413"/>
                      <a:pt x="166" y="4364"/>
                      <a:pt x="133" y="4306"/>
                    </a:cubicBezTo>
                    <a:cubicBezTo>
                      <a:pt x="122" y="4283"/>
                      <a:pt x="100" y="4272"/>
                      <a:pt x="76" y="4272"/>
                    </a:cubicBezTo>
                    <a:cubicBezTo>
                      <a:pt x="65" y="4272"/>
                      <a:pt x="53" y="4275"/>
                      <a:pt x="42" y="4281"/>
                    </a:cubicBezTo>
                    <a:cubicBezTo>
                      <a:pt x="8" y="4306"/>
                      <a:pt x="0" y="4339"/>
                      <a:pt x="17" y="4372"/>
                    </a:cubicBezTo>
                    <a:cubicBezTo>
                      <a:pt x="58" y="4446"/>
                      <a:pt x="100" y="4521"/>
                      <a:pt x="141" y="4587"/>
                    </a:cubicBezTo>
                    <a:lnTo>
                      <a:pt x="191" y="4670"/>
                    </a:lnTo>
                    <a:cubicBezTo>
                      <a:pt x="182" y="4753"/>
                      <a:pt x="182" y="4836"/>
                      <a:pt x="199" y="4919"/>
                    </a:cubicBezTo>
                    <a:lnTo>
                      <a:pt x="207" y="4952"/>
                    </a:lnTo>
                    <a:cubicBezTo>
                      <a:pt x="124" y="4960"/>
                      <a:pt x="58" y="5043"/>
                      <a:pt x="108" y="5134"/>
                    </a:cubicBezTo>
                    <a:cubicBezTo>
                      <a:pt x="191" y="5267"/>
                      <a:pt x="307" y="5341"/>
                      <a:pt x="448" y="5399"/>
                    </a:cubicBezTo>
                    <a:cubicBezTo>
                      <a:pt x="588" y="5457"/>
                      <a:pt x="738" y="5515"/>
                      <a:pt x="887" y="5573"/>
                    </a:cubicBezTo>
                    <a:cubicBezTo>
                      <a:pt x="1193" y="5689"/>
                      <a:pt x="1508" y="5797"/>
                      <a:pt x="1831" y="5888"/>
                    </a:cubicBezTo>
                    <a:cubicBezTo>
                      <a:pt x="2461" y="6079"/>
                      <a:pt x="3107" y="6203"/>
                      <a:pt x="3770" y="6286"/>
                    </a:cubicBezTo>
                    <a:cubicBezTo>
                      <a:pt x="4255" y="6342"/>
                      <a:pt x="4744" y="6370"/>
                      <a:pt x="5235" y="6370"/>
                    </a:cubicBezTo>
                    <a:cubicBezTo>
                      <a:pt x="5398" y="6370"/>
                      <a:pt x="5562" y="6367"/>
                      <a:pt x="5725" y="6360"/>
                    </a:cubicBezTo>
                    <a:cubicBezTo>
                      <a:pt x="6305" y="6335"/>
                      <a:pt x="6952" y="6311"/>
                      <a:pt x="7374" y="5855"/>
                    </a:cubicBezTo>
                    <a:cubicBezTo>
                      <a:pt x="7490" y="5731"/>
                      <a:pt x="7590" y="5598"/>
                      <a:pt x="7714" y="5474"/>
                    </a:cubicBezTo>
                    <a:cubicBezTo>
                      <a:pt x="7830" y="5358"/>
                      <a:pt x="7962" y="5267"/>
                      <a:pt x="8070" y="5142"/>
                    </a:cubicBezTo>
                    <a:cubicBezTo>
                      <a:pt x="8128" y="5068"/>
                      <a:pt x="8178" y="4977"/>
                      <a:pt x="8211" y="4885"/>
                    </a:cubicBezTo>
                    <a:lnTo>
                      <a:pt x="8211" y="4885"/>
                    </a:lnTo>
                    <a:cubicBezTo>
                      <a:pt x="8153" y="4902"/>
                      <a:pt x="8103" y="4910"/>
                      <a:pt x="8045" y="4910"/>
                    </a:cubicBezTo>
                    <a:cubicBezTo>
                      <a:pt x="8021" y="4912"/>
                      <a:pt x="7997" y="4913"/>
                      <a:pt x="7973" y="4913"/>
                    </a:cubicBezTo>
                    <a:cubicBezTo>
                      <a:pt x="7907" y="4913"/>
                      <a:pt x="7844" y="4908"/>
                      <a:pt x="7778" y="4908"/>
                    </a:cubicBezTo>
                    <a:cubicBezTo>
                      <a:pt x="7754" y="4908"/>
                      <a:pt x="7730" y="4909"/>
                      <a:pt x="7706" y="4910"/>
                    </a:cubicBezTo>
                    <a:lnTo>
                      <a:pt x="7225" y="4910"/>
                    </a:lnTo>
                    <a:cubicBezTo>
                      <a:pt x="6902" y="4902"/>
                      <a:pt x="6579" y="4861"/>
                      <a:pt x="6264" y="4778"/>
                    </a:cubicBezTo>
                    <a:cubicBezTo>
                      <a:pt x="6107" y="4728"/>
                      <a:pt x="5957" y="4678"/>
                      <a:pt x="5808" y="4612"/>
                    </a:cubicBezTo>
                    <a:cubicBezTo>
                      <a:pt x="5792" y="4612"/>
                      <a:pt x="5783" y="4604"/>
                      <a:pt x="5767" y="4604"/>
                    </a:cubicBezTo>
                    <a:cubicBezTo>
                      <a:pt x="5742" y="4604"/>
                      <a:pt x="5725" y="4596"/>
                      <a:pt x="5701" y="4596"/>
                    </a:cubicBezTo>
                    <a:cubicBezTo>
                      <a:pt x="5435" y="4587"/>
                      <a:pt x="5179" y="4554"/>
                      <a:pt x="4922" y="4480"/>
                    </a:cubicBezTo>
                    <a:cubicBezTo>
                      <a:pt x="4698" y="4422"/>
                      <a:pt x="4474" y="4339"/>
                      <a:pt x="4259" y="4248"/>
                    </a:cubicBezTo>
                    <a:cubicBezTo>
                      <a:pt x="4027" y="4148"/>
                      <a:pt x="3811" y="4040"/>
                      <a:pt x="3596" y="3908"/>
                    </a:cubicBezTo>
                    <a:cubicBezTo>
                      <a:pt x="3173" y="3659"/>
                      <a:pt x="2776" y="3353"/>
                      <a:pt x="2486" y="2947"/>
                    </a:cubicBezTo>
                    <a:cubicBezTo>
                      <a:pt x="2345" y="2756"/>
                      <a:pt x="2229" y="2541"/>
                      <a:pt x="2163" y="2309"/>
                    </a:cubicBezTo>
                    <a:cubicBezTo>
                      <a:pt x="2063" y="2019"/>
                      <a:pt x="2030" y="1704"/>
                      <a:pt x="2022" y="1397"/>
                    </a:cubicBezTo>
                    <a:cubicBezTo>
                      <a:pt x="2013" y="942"/>
                      <a:pt x="2071" y="486"/>
                      <a:pt x="2154" y="30"/>
                    </a:cubicBezTo>
                    <a:cubicBezTo>
                      <a:pt x="2138" y="22"/>
                      <a:pt x="2129" y="22"/>
                      <a:pt x="2113" y="14"/>
                    </a:cubicBezTo>
                    <a:cubicBezTo>
                      <a:pt x="2084" y="5"/>
                      <a:pt x="2055" y="1"/>
                      <a:pt x="202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8" name="Google Shape;4568;p12"/>
              <p:cNvSpPr/>
              <p:nvPr/>
            </p:nvSpPr>
            <p:spPr>
              <a:xfrm>
                <a:off x="5037275" y="3953825"/>
                <a:ext cx="170300" cy="100200"/>
              </a:xfrm>
              <a:custGeom>
                <a:rect b="b" l="l" r="r" t="t"/>
                <a:pathLst>
                  <a:path extrusionOk="0" h="4008" w="6812">
                    <a:moveTo>
                      <a:pt x="672" y="3341"/>
                    </a:moveTo>
                    <a:cubicBezTo>
                      <a:pt x="713" y="3349"/>
                      <a:pt x="755" y="3358"/>
                      <a:pt x="796" y="3366"/>
                    </a:cubicBezTo>
                    <a:cubicBezTo>
                      <a:pt x="755" y="3383"/>
                      <a:pt x="738" y="3424"/>
                      <a:pt x="738" y="3465"/>
                    </a:cubicBezTo>
                    <a:cubicBezTo>
                      <a:pt x="721" y="3457"/>
                      <a:pt x="705" y="3457"/>
                      <a:pt x="697" y="3457"/>
                    </a:cubicBezTo>
                    <a:cubicBezTo>
                      <a:pt x="672" y="3449"/>
                      <a:pt x="622" y="3432"/>
                      <a:pt x="647" y="3407"/>
                    </a:cubicBezTo>
                    <a:cubicBezTo>
                      <a:pt x="672" y="3391"/>
                      <a:pt x="672" y="3366"/>
                      <a:pt x="672" y="3341"/>
                    </a:cubicBezTo>
                    <a:close/>
                    <a:moveTo>
                      <a:pt x="4656" y="0"/>
                    </a:moveTo>
                    <a:cubicBezTo>
                      <a:pt x="4610" y="0"/>
                      <a:pt x="4564" y="28"/>
                      <a:pt x="4541" y="68"/>
                    </a:cubicBezTo>
                    <a:cubicBezTo>
                      <a:pt x="4533" y="85"/>
                      <a:pt x="4524" y="101"/>
                      <a:pt x="4524" y="118"/>
                    </a:cubicBezTo>
                    <a:cubicBezTo>
                      <a:pt x="4466" y="201"/>
                      <a:pt x="4442" y="284"/>
                      <a:pt x="4442" y="391"/>
                    </a:cubicBezTo>
                    <a:cubicBezTo>
                      <a:pt x="4442" y="507"/>
                      <a:pt x="4483" y="623"/>
                      <a:pt x="4558" y="723"/>
                    </a:cubicBezTo>
                    <a:cubicBezTo>
                      <a:pt x="4698" y="922"/>
                      <a:pt x="4897" y="1063"/>
                      <a:pt x="4955" y="1311"/>
                    </a:cubicBezTo>
                    <a:cubicBezTo>
                      <a:pt x="5030" y="1634"/>
                      <a:pt x="4939" y="1916"/>
                      <a:pt x="4756" y="2165"/>
                    </a:cubicBezTo>
                    <a:cubicBezTo>
                      <a:pt x="4500" y="2297"/>
                      <a:pt x="4259" y="2463"/>
                      <a:pt x="4011" y="2620"/>
                    </a:cubicBezTo>
                    <a:cubicBezTo>
                      <a:pt x="3878" y="2703"/>
                      <a:pt x="3746" y="2786"/>
                      <a:pt x="3588" y="2827"/>
                    </a:cubicBezTo>
                    <a:cubicBezTo>
                      <a:pt x="3431" y="2869"/>
                      <a:pt x="3265" y="2885"/>
                      <a:pt x="3099" y="2910"/>
                    </a:cubicBezTo>
                    <a:cubicBezTo>
                      <a:pt x="2760" y="2943"/>
                      <a:pt x="2412" y="2960"/>
                      <a:pt x="2064" y="2960"/>
                    </a:cubicBezTo>
                    <a:cubicBezTo>
                      <a:pt x="2033" y="2961"/>
                      <a:pt x="2002" y="2961"/>
                      <a:pt x="1971" y="2961"/>
                    </a:cubicBezTo>
                    <a:cubicBezTo>
                      <a:pt x="1661" y="2961"/>
                      <a:pt x="1345" y="2927"/>
                      <a:pt x="1036" y="2927"/>
                    </a:cubicBezTo>
                    <a:cubicBezTo>
                      <a:pt x="1015" y="2926"/>
                      <a:pt x="995" y="2926"/>
                      <a:pt x="974" y="2926"/>
                    </a:cubicBezTo>
                    <a:cubicBezTo>
                      <a:pt x="646" y="2926"/>
                      <a:pt x="316" y="2990"/>
                      <a:pt x="59" y="3200"/>
                    </a:cubicBezTo>
                    <a:cubicBezTo>
                      <a:pt x="1" y="3242"/>
                      <a:pt x="9" y="3308"/>
                      <a:pt x="42" y="3358"/>
                    </a:cubicBezTo>
                    <a:cubicBezTo>
                      <a:pt x="34" y="3366"/>
                      <a:pt x="25" y="3383"/>
                      <a:pt x="25" y="3399"/>
                    </a:cubicBezTo>
                    <a:cubicBezTo>
                      <a:pt x="7" y="3430"/>
                      <a:pt x="29" y="3464"/>
                      <a:pt x="58" y="3464"/>
                    </a:cubicBezTo>
                    <a:cubicBezTo>
                      <a:pt x="69" y="3464"/>
                      <a:pt x="81" y="3460"/>
                      <a:pt x="92" y="3449"/>
                    </a:cubicBezTo>
                    <a:cubicBezTo>
                      <a:pt x="100" y="3441"/>
                      <a:pt x="117" y="3424"/>
                      <a:pt x="125" y="3416"/>
                    </a:cubicBezTo>
                    <a:cubicBezTo>
                      <a:pt x="130" y="3418"/>
                      <a:pt x="136" y="3419"/>
                      <a:pt x="142" y="3419"/>
                    </a:cubicBezTo>
                    <a:cubicBezTo>
                      <a:pt x="153" y="3419"/>
                      <a:pt x="166" y="3416"/>
                      <a:pt x="183" y="3416"/>
                    </a:cubicBezTo>
                    <a:cubicBezTo>
                      <a:pt x="274" y="3374"/>
                      <a:pt x="382" y="3349"/>
                      <a:pt x="481" y="3333"/>
                    </a:cubicBezTo>
                    <a:lnTo>
                      <a:pt x="481" y="3333"/>
                    </a:lnTo>
                    <a:cubicBezTo>
                      <a:pt x="456" y="3366"/>
                      <a:pt x="448" y="3416"/>
                      <a:pt x="448" y="3465"/>
                    </a:cubicBezTo>
                    <a:cubicBezTo>
                      <a:pt x="465" y="3573"/>
                      <a:pt x="547" y="3648"/>
                      <a:pt x="639" y="3681"/>
                    </a:cubicBezTo>
                    <a:cubicBezTo>
                      <a:pt x="871" y="3772"/>
                      <a:pt x="1127" y="3830"/>
                      <a:pt x="1359" y="3880"/>
                    </a:cubicBezTo>
                    <a:cubicBezTo>
                      <a:pt x="1681" y="3956"/>
                      <a:pt x="2007" y="4007"/>
                      <a:pt x="2332" y="4007"/>
                    </a:cubicBezTo>
                    <a:cubicBezTo>
                      <a:pt x="2500" y="4007"/>
                      <a:pt x="2667" y="3994"/>
                      <a:pt x="2834" y="3962"/>
                    </a:cubicBezTo>
                    <a:cubicBezTo>
                      <a:pt x="3099" y="3921"/>
                      <a:pt x="3356" y="3822"/>
                      <a:pt x="3588" y="3681"/>
                    </a:cubicBezTo>
                    <a:cubicBezTo>
                      <a:pt x="3696" y="3615"/>
                      <a:pt x="3646" y="3457"/>
                      <a:pt x="3538" y="3449"/>
                    </a:cubicBezTo>
                    <a:cubicBezTo>
                      <a:pt x="3580" y="3432"/>
                      <a:pt x="3613" y="3416"/>
                      <a:pt x="3646" y="3399"/>
                    </a:cubicBezTo>
                    <a:cubicBezTo>
                      <a:pt x="3754" y="3341"/>
                      <a:pt x="3878" y="3275"/>
                      <a:pt x="3953" y="3167"/>
                    </a:cubicBezTo>
                    <a:cubicBezTo>
                      <a:pt x="4019" y="3134"/>
                      <a:pt x="4085" y="3101"/>
                      <a:pt x="4143" y="3068"/>
                    </a:cubicBezTo>
                    <a:cubicBezTo>
                      <a:pt x="4400" y="2985"/>
                      <a:pt x="4640" y="2902"/>
                      <a:pt x="4881" y="2786"/>
                    </a:cubicBezTo>
                    <a:cubicBezTo>
                      <a:pt x="4997" y="2736"/>
                      <a:pt x="5113" y="2678"/>
                      <a:pt x="5220" y="2612"/>
                    </a:cubicBezTo>
                    <a:cubicBezTo>
                      <a:pt x="5270" y="2587"/>
                      <a:pt x="5312" y="2554"/>
                      <a:pt x="5361" y="2521"/>
                    </a:cubicBezTo>
                    <a:cubicBezTo>
                      <a:pt x="5461" y="2479"/>
                      <a:pt x="5568" y="2421"/>
                      <a:pt x="5660" y="2372"/>
                    </a:cubicBezTo>
                    <a:cubicBezTo>
                      <a:pt x="5701" y="2347"/>
                      <a:pt x="5742" y="2322"/>
                      <a:pt x="5776" y="2305"/>
                    </a:cubicBezTo>
                    <a:cubicBezTo>
                      <a:pt x="5858" y="2397"/>
                      <a:pt x="5925" y="2496"/>
                      <a:pt x="5974" y="2620"/>
                    </a:cubicBezTo>
                    <a:cubicBezTo>
                      <a:pt x="6016" y="2736"/>
                      <a:pt x="6041" y="2852"/>
                      <a:pt x="6041" y="2977"/>
                    </a:cubicBezTo>
                    <a:cubicBezTo>
                      <a:pt x="6032" y="2993"/>
                      <a:pt x="6016" y="3010"/>
                      <a:pt x="6016" y="3035"/>
                    </a:cubicBezTo>
                    <a:cubicBezTo>
                      <a:pt x="6008" y="3084"/>
                      <a:pt x="6008" y="3134"/>
                      <a:pt x="5999" y="3175"/>
                    </a:cubicBezTo>
                    <a:cubicBezTo>
                      <a:pt x="5999" y="3209"/>
                      <a:pt x="5991" y="3233"/>
                      <a:pt x="5991" y="3267"/>
                    </a:cubicBezTo>
                    <a:cubicBezTo>
                      <a:pt x="5958" y="3291"/>
                      <a:pt x="5925" y="3316"/>
                      <a:pt x="5908" y="3349"/>
                    </a:cubicBezTo>
                    <a:cubicBezTo>
                      <a:pt x="5892" y="3391"/>
                      <a:pt x="5883" y="3432"/>
                      <a:pt x="5900" y="3465"/>
                    </a:cubicBezTo>
                    <a:cubicBezTo>
                      <a:pt x="5875" y="3523"/>
                      <a:pt x="5916" y="3598"/>
                      <a:pt x="5974" y="3615"/>
                    </a:cubicBezTo>
                    <a:cubicBezTo>
                      <a:pt x="5993" y="3618"/>
                      <a:pt x="6011" y="3620"/>
                      <a:pt x="6028" y="3620"/>
                    </a:cubicBezTo>
                    <a:cubicBezTo>
                      <a:pt x="6119" y="3620"/>
                      <a:pt x="6195" y="3569"/>
                      <a:pt x="6264" y="3507"/>
                    </a:cubicBezTo>
                    <a:cubicBezTo>
                      <a:pt x="6322" y="3457"/>
                      <a:pt x="6380" y="3399"/>
                      <a:pt x="6430" y="3341"/>
                    </a:cubicBezTo>
                    <a:cubicBezTo>
                      <a:pt x="6447" y="3316"/>
                      <a:pt x="6463" y="3291"/>
                      <a:pt x="6480" y="3275"/>
                    </a:cubicBezTo>
                    <a:cubicBezTo>
                      <a:pt x="6488" y="3267"/>
                      <a:pt x="6496" y="3258"/>
                      <a:pt x="6505" y="3250"/>
                    </a:cubicBezTo>
                    <a:cubicBezTo>
                      <a:pt x="6571" y="3184"/>
                      <a:pt x="6629" y="3117"/>
                      <a:pt x="6687" y="3043"/>
                    </a:cubicBezTo>
                    <a:cubicBezTo>
                      <a:pt x="6695" y="3035"/>
                      <a:pt x="6695" y="3018"/>
                      <a:pt x="6695" y="3001"/>
                    </a:cubicBezTo>
                    <a:cubicBezTo>
                      <a:pt x="6737" y="2960"/>
                      <a:pt x="6770" y="2910"/>
                      <a:pt x="6778" y="2852"/>
                    </a:cubicBezTo>
                    <a:cubicBezTo>
                      <a:pt x="6811" y="2711"/>
                      <a:pt x="6803" y="2562"/>
                      <a:pt x="6795" y="2421"/>
                    </a:cubicBezTo>
                    <a:cubicBezTo>
                      <a:pt x="6795" y="2272"/>
                      <a:pt x="6786" y="2131"/>
                      <a:pt x="6778" y="1982"/>
                    </a:cubicBezTo>
                    <a:cubicBezTo>
                      <a:pt x="6778" y="1833"/>
                      <a:pt x="6770" y="1676"/>
                      <a:pt x="6761" y="1527"/>
                    </a:cubicBezTo>
                    <a:cubicBezTo>
                      <a:pt x="6761" y="1394"/>
                      <a:pt x="6761" y="1245"/>
                      <a:pt x="6720" y="1112"/>
                    </a:cubicBezTo>
                    <a:cubicBezTo>
                      <a:pt x="6687" y="1020"/>
                      <a:pt x="6623" y="963"/>
                      <a:pt x="6547" y="963"/>
                    </a:cubicBezTo>
                    <a:cubicBezTo>
                      <a:pt x="6507" y="963"/>
                      <a:pt x="6465" y="979"/>
                      <a:pt x="6422" y="1013"/>
                    </a:cubicBezTo>
                    <a:cubicBezTo>
                      <a:pt x="6347" y="1071"/>
                      <a:pt x="6306" y="1154"/>
                      <a:pt x="6273" y="1228"/>
                    </a:cubicBezTo>
                    <a:cubicBezTo>
                      <a:pt x="6273" y="1228"/>
                      <a:pt x="6264" y="1220"/>
                      <a:pt x="6264" y="1212"/>
                    </a:cubicBezTo>
                    <a:cubicBezTo>
                      <a:pt x="6223" y="1079"/>
                      <a:pt x="6115" y="971"/>
                      <a:pt x="6008" y="880"/>
                    </a:cubicBezTo>
                    <a:cubicBezTo>
                      <a:pt x="5883" y="773"/>
                      <a:pt x="5759" y="681"/>
                      <a:pt x="5618" y="599"/>
                    </a:cubicBezTo>
                    <a:cubicBezTo>
                      <a:pt x="5320" y="400"/>
                      <a:pt x="5005" y="234"/>
                      <a:pt x="4715" y="19"/>
                    </a:cubicBezTo>
                    <a:cubicBezTo>
                      <a:pt x="4697" y="6"/>
                      <a:pt x="4677" y="0"/>
                      <a:pt x="465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9" name="Google Shape;4569;p12"/>
              <p:cNvSpPr/>
              <p:nvPr/>
            </p:nvSpPr>
            <p:spPr>
              <a:xfrm>
                <a:off x="4855825" y="4033825"/>
                <a:ext cx="105450" cy="94775"/>
              </a:xfrm>
              <a:custGeom>
                <a:rect b="b" l="l" r="r" t="t"/>
                <a:pathLst>
                  <a:path extrusionOk="0" h="3791" w="4218">
                    <a:moveTo>
                      <a:pt x="380" y="0"/>
                    </a:moveTo>
                    <a:cubicBezTo>
                      <a:pt x="325" y="0"/>
                      <a:pt x="269" y="37"/>
                      <a:pt x="257" y="91"/>
                    </a:cubicBezTo>
                    <a:cubicBezTo>
                      <a:pt x="191" y="456"/>
                      <a:pt x="116" y="820"/>
                      <a:pt x="50" y="1185"/>
                    </a:cubicBezTo>
                    <a:cubicBezTo>
                      <a:pt x="17" y="1342"/>
                      <a:pt x="0" y="1508"/>
                      <a:pt x="34" y="1674"/>
                    </a:cubicBezTo>
                    <a:cubicBezTo>
                      <a:pt x="67" y="1831"/>
                      <a:pt x="166" y="1956"/>
                      <a:pt x="282" y="2063"/>
                    </a:cubicBezTo>
                    <a:cubicBezTo>
                      <a:pt x="531" y="2270"/>
                      <a:pt x="821" y="2453"/>
                      <a:pt x="1102" y="2610"/>
                    </a:cubicBezTo>
                    <a:cubicBezTo>
                      <a:pt x="1384" y="2784"/>
                      <a:pt x="1682" y="2933"/>
                      <a:pt x="1981" y="3058"/>
                    </a:cubicBezTo>
                    <a:cubicBezTo>
                      <a:pt x="2246" y="3174"/>
                      <a:pt x="2519" y="3273"/>
                      <a:pt x="2801" y="3364"/>
                    </a:cubicBezTo>
                    <a:cubicBezTo>
                      <a:pt x="2826" y="3381"/>
                      <a:pt x="2859" y="3406"/>
                      <a:pt x="2884" y="3422"/>
                    </a:cubicBezTo>
                    <a:cubicBezTo>
                      <a:pt x="3074" y="3546"/>
                      <a:pt x="3298" y="3629"/>
                      <a:pt x="3513" y="3687"/>
                    </a:cubicBezTo>
                    <a:cubicBezTo>
                      <a:pt x="3621" y="3720"/>
                      <a:pt x="3729" y="3745"/>
                      <a:pt x="3828" y="3762"/>
                    </a:cubicBezTo>
                    <a:cubicBezTo>
                      <a:pt x="3895" y="3776"/>
                      <a:pt x="3962" y="3791"/>
                      <a:pt x="4028" y="3791"/>
                    </a:cubicBezTo>
                    <a:cubicBezTo>
                      <a:pt x="4076" y="3791"/>
                      <a:pt x="4123" y="3783"/>
                      <a:pt x="4168" y="3762"/>
                    </a:cubicBezTo>
                    <a:cubicBezTo>
                      <a:pt x="4218" y="3737"/>
                      <a:pt x="4218" y="3671"/>
                      <a:pt x="4185" y="3638"/>
                    </a:cubicBezTo>
                    <a:lnTo>
                      <a:pt x="4185" y="3638"/>
                    </a:lnTo>
                    <a:lnTo>
                      <a:pt x="4185" y="3646"/>
                    </a:lnTo>
                    <a:cubicBezTo>
                      <a:pt x="4110" y="3563"/>
                      <a:pt x="4002" y="3546"/>
                      <a:pt x="3895" y="3530"/>
                    </a:cubicBezTo>
                    <a:cubicBezTo>
                      <a:pt x="3795" y="3505"/>
                      <a:pt x="3687" y="3480"/>
                      <a:pt x="3580" y="3455"/>
                    </a:cubicBezTo>
                    <a:cubicBezTo>
                      <a:pt x="3447" y="3422"/>
                      <a:pt x="3323" y="3381"/>
                      <a:pt x="3199" y="3331"/>
                    </a:cubicBezTo>
                    <a:cubicBezTo>
                      <a:pt x="3199" y="3290"/>
                      <a:pt x="3182" y="3248"/>
                      <a:pt x="3141" y="3223"/>
                    </a:cubicBezTo>
                    <a:cubicBezTo>
                      <a:pt x="2876" y="3049"/>
                      <a:pt x="2677" y="2759"/>
                      <a:pt x="2594" y="2444"/>
                    </a:cubicBezTo>
                    <a:cubicBezTo>
                      <a:pt x="2536" y="2254"/>
                      <a:pt x="2536" y="2055"/>
                      <a:pt x="2577" y="1864"/>
                    </a:cubicBezTo>
                    <a:lnTo>
                      <a:pt x="2577" y="1864"/>
                    </a:lnTo>
                    <a:cubicBezTo>
                      <a:pt x="2801" y="2022"/>
                      <a:pt x="3058" y="2163"/>
                      <a:pt x="3323" y="2229"/>
                    </a:cubicBezTo>
                    <a:cubicBezTo>
                      <a:pt x="3326" y="2230"/>
                      <a:pt x="3329" y="2230"/>
                      <a:pt x="3331" y="2230"/>
                    </a:cubicBezTo>
                    <a:cubicBezTo>
                      <a:pt x="3376" y="2230"/>
                      <a:pt x="3403" y="2170"/>
                      <a:pt x="3356" y="2146"/>
                    </a:cubicBezTo>
                    <a:cubicBezTo>
                      <a:pt x="3166" y="2030"/>
                      <a:pt x="2967" y="1931"/>
                      <a:pt x="2776" y="1815"/>
                    </a:cubicBezTo>
                    <a:cubicBezTo>
                      <a:pt x="2718" y="1782"/>
                      <a:pt x="2668" y="1748"/>
                      <a:pt x="2610" y="1715"/>
                    </a:cubicBezTo>
                    <a:cubicBezTo>
                      <a:pt x="2619" y="1699"/>
                      <a:pt x="2627" y="1682"/>
                      <a:pt x="2627" y="1666"/>
                    </a:cubicBezTo>
                    <a:cubicBezTo>
                      <a:pt x="2660" y="1682"/>
                      <a:pt x="2693" y="1699"/>
                      <a:pt x="2718" y="1715"/>
                    </a:cubicBezTo>
                    <a:cubicBezTo>
                      <a:pt x="2859" y="1782"/>
                      <a:pt x="2992" y="1856"/>
                      <a:pt x="3132" y="1931"/>
                    </a:cubicBezTo>
                    <a:cubicBezTo>
                      <a:pt x="3282" y="2005"/>
                      <a:pt x="3414" y="2080"/>
                      <a:pt x="3580" y="2121"/>
                    </a:cubicBezTo>
                    <a:cubicBezTo>
                      <a:pt x="3585" y="2122"/>
                      <a:pt x="3591" y="2123"/>
                      <a:pt x="3597" y="2123"/>
                    </a:cubicBezTo>
                    <a:cubicBezTo>
                      <a:pt x="3681" y="2123"/>
                      <a:pt x="3757" y="2010"/>
                      <a:pt x="3679" y="1947"/>
                    </a:cubicBezTo>
                    <a:cubicBezTo>
                      <a:pt x="3547" y="1848"/>
                      <a:pt x="3406" y="1782"/>
                      <a:pt x="3265" y="1707"/>
                    </a:cubicBezTo>
                    <a:cubicBezTo>
                      <a:pt x="3132" y="1641"/>
                      <a:pt x="2992" y="1566"/>
                      <a:pt x="2859" y="1500"/>
                    </a:cubicBezTo>
                    <a:lnTo>
                      <a:pt x="2693" y="1409"/>
                    </a:lnTo>
                    <a:cubicBezTo>
                      <a:pt x="2677" y="1384"/>
                      <a:pt x="2652" y="1376"/>
                      <a:pt x="2627" y="1376"/>
                    </a:cubicBezTo>
                    <a:cubicBezTo>
                      <a:pt x="2428" y="1268"/>
                      <a:pt x="2221" y="1152"/>
                      <a:pt x="2030" y="1036"/>
                    </a:cubicBezTo>
                    <a:cubicBezTo>
                      <a:pt x="1484" y="721"/>
                      <a:pt x="953" y="381"/>
                      <a:pt x="440" y="17"/>
                    </a:cubicBezTo>
                    <a:cubicBezTo>
                      <a:pt x="422" y="6"/>
                      <a:pt x="401" y="0"/>
                      <a:pt x="380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0" name="Google Shape;4570;p12"/>
              <p:cNvSpPr/>
              <p:nvPr/>
            </p:nvSpPr>
            <p:spPr>
              <a:xfrm>
                <a:off x="5027600" y="4078075"/>
                <a:ext cx="81625" cy="58575"/>
              </a:xfrm>
              <a:custGeom>
                <a:rect b="b" l="l" r="r" t="t"/>
                <a:pathLst>
                  <a:path extrusionOk="0" h="2343" w="3265">
                    <a:moveTo>
                      <a:pt x="3124" y="1"/>
                    </a:moveTo>
                    <a:cubicBezTo>
                      <a:pt x="3096" y="1"/>
                      <a:pt x="3066" y="12"/>
                      <a:pt x="3039" y="36"/>
                    </a:cubicBezTo>
                    <a:cubicBezTo>
                      <a:pt x="2865" y="202"/>
                      <a:pt x="2674" y="351"/>
                      <a:pt x="2467" y="459"/>
                    </a:cubicBezTo>
                    <a:cubicBezTo>
                      <a:pt x="2409" y="492"/>
                      <a:pt x="2359" y="517"/>
                      <a:pt x="2301" y="542"/>
                    </a:cubicBezTo>
                    <a:cubicBezTo>
                      <a:pt x="2252" y="550"/>
                      <a:pt x="2194" y="550"/>
                      <a:pt x="2144" y="558"/>
                    </a:cubicBezTo>
                    <a:cubicBezTo>
                      <a:pt x="1879" y="575"/>
                      <a:pt x="1606" y="583"/>
                      <a:pt x="1349" y="658"/>
                    </a:cubicBezTo>
                    <a:cubicBezTo>
                      <a:pt x="1266" y="683"/>
                      <a:pt x="1224" y="832"/>
                      <a:pt x="1324" y="873"/>
                    </a:cubicBezTo>
                    <a:lnTo>
                      <a:pt x="1556" y="981"/>
                    </a:lnTo>
                    <a:cubicBezTo>
                      <a:pt x="1581" y="998"/>
                      <a:pt x="1614" y="1006"/>
                      <a:pt x="1639" y="1022"/>
                    </a:cubicBezTo>
                    <a:cubicBezTo>
                      <a:pt x="1655" y="1022"/>
                      <a:pt x="1705" y="1047"/>
                      <a:pt x="1713" y="1056"/>
                    </a:cubicBezTo>
                    <a:cubicBezTo>
                      <a:pt x="1730" y="1080"/>
                      <a:pt x="1697" y="1188"/>
                      <a:pt x="1688" y="1221"/>
                    </a:cubicBezTo>
                    <a:cubicBezTo>
                      <a:pt x="1680" y="1246"/>
                      <a:pt x="1672" y="1279"/>
                      <a:pt x="1672" y="1304"/>
                    </a:cubicBezTo>
                    <a:cubicBezTo>
                      <a:pt x="1647" y="1304"/>
                      <a:pt x="1622" y="1312"/>
                      <a:pt x="1597" y="1312"/>
                    </a:cubicBezTo>
                    <a:cubicBezTo>
                      <a:pt x="1233" y="1346"/>
                      <a:pt x="868" y="1387"/>
                      <a:pt x="504" y="1428"/>
                    </a:cubicBezTo>
                    <a:cubicBezTo>
                      <a:pt x="404" y="1445"/>
                      <a:pt x="396" y="1586"/>
                      <a:pt x="504" y="1586"/>
                    </a:cubicBezTo>
                    <a:cubicBezTo>
                      <a:pt x="868" y="1578"/>
                      <a:pt x="1233" y="1569"/>
                      <a:pt x="1597" y="1544"/>
                    </a:cubicBezTo>
                    <a:lnTo>
                      <a:pt x="1597" y="1544"/>
                    </a:lnTo>
                    <a:cubicBezTo>
                      <a:pt x="1581" y="1586"/>
                      <a:pt x="1564" y="1619"/>
                      <a:pt x="1548" y="1660"/>
                    </a:cubicBezTo>
                    <a:cubicBezTo>
                      <a:pt x="1473" y="1669"/>
                      <a:pt x="1398" y="1685"/>
                      <a:pt x="1324" y="1685"/>
                    </a:cubicBezTo>
                    <a:cubicBezTo>
                      <a:pt x="1117" y="1710"/>
                      <a:pt x="901" y="1735"/>
                      <a:pt x="694" y="1735"/>
                    </a:cubicBezTo>
                    <a:cubicBezTo>
                      <a:pt x="568" y="1740"/>
                      <a:pt x="436" y="1748"/>
                      <a:pt x="306" y="1748"/>
                    </a:cubicBezTo>
                    <a:cubicBezTo>
                      <a:pt x="221" y="1748"/>
                      <a:pt x="137" y="1745"/>
                      <a:pt x="56" y="1735"/>
                    </a:cubicBezTo>
                    <a:cubicBezTo>
                      <a:pt x="54" y="1735"/>
                      <a:pt x="52" y="1734"/>
                      <a:pt x="49" y="1734"/>
                    </a:cubicBezTo>
                    <a:cubicBezTo>
                      <a:pt x="6" y="1734"/>
                      <a:pt x="0" y="1810"/>
                      <a:pt x="48" y="1826"/>
                    </a:cubicBezTo>
                    <a:cubicBezTo>
                      <a:pt x="247" y="1892"/>
                      <a:pt x="462" y="1901"/>
                      <a:pt x="678" y="1901"/>
                    </a:cubicBezTo>
                    <a:cubicBezTo>
                      <a:pt x="893" y="1901"/>
                      <a:pt x="1108" y="1884"/>
                      <a:pt x="1324" y="1868"/>
                    </a:cubicBezTo>
                    <a:cubicBezTo>
                      <a:pt x="1374" y="1859"/>
                      <a:pt x="1415" y="1851"/>
                      <a:pt x="1456" y="1851"/>
                    </a:cubicBezTo>
                    <a:cubicBezTo>
                      <a:pt x="1448" y="1859"/>
                      <a:pt x="1440" y="1868"/>
                      <a:pt x="1440" y="1884"/>
                    </a:cubicBezTo>
                    <a:cubicBezTo>
                      <a:pt x="1332" y="1901"/>
                      <a:pt x="1224" y="1909"/>
                      <a:pt x="1117" y="1926"/>
                    </a:cubicBezTo>
                    <a:cubicBezTo>
                      <a:pt x="818" y="1967"/>
                      <a:pt x="520" y="2000"/>
                      <a:pt x="222" y="2050"/>
                    </a:cubicBezTo>
                    <a:cubicBezTo>
                      <a:pt x="106" y="2075"/>
                      <a:pt x="106" y="2274"/>
                      <a:pt x="222" y="2298"/>
                    </a:cubicBezTo>
                    <a:cubicBezTo>
                      <a:pt x="368" y="2328"/>
                      <a:pt x="512" y="2342"/>
                      <a:pt x="654" y="2342"/>
                    </a:cubicBezTo>
                    <a:cubicBezTo>
                      <a:pt x="866" y="2342"/>
                      <a:pt x="1074" y="2311"/>
                      <a:pt x="1282" y="2257"/>
                    </a:cubicBezTo>
                    <a:cubicBezTo>
                      <a:pt x="1291" y="2274"/>
                      <a:pt x="1299" y="2282"/>
                      <a:pt x="1316" y="2290"/>
                    </a:cubicBezTo>
                    <a:cubicBezTo>
                      <a:pt x="1334" y="2301"/>
                      <a:pt x="1353" y="2305"/>
                      <a:pt x="1371" y="2305"/>
                    </a:cubicBezTo>
                    <a:cubicBezTo>
                      <a:pt x="1412" y="2305"/>
                      <a:pt x="1450" y="2283"/>
                      <a:pt x="1473" y="2249"/>
                    </a:cubicBezTo>
                    <a:cubicBezTo>
                      <a:pt x="1490" y="2232"/>
                      <a:pt x="1506" y="2207"/>
                      <a:pt x="1514" y="2191"/>
                    </a:cubicBezTo>
                    <a:cubicBezTo>
                      <a:pt x="1630" y="2149"/>
                      <a:pt x="1738" y="2108"/>
                      <a:pt x="1854" y="2066"/>
                    </a:cubicBezTo>
                    <a:cubicBezTo>
                      <a:pt x="1862" y="2066"/>
                      <a:pt x="1862" y="2058"/>
                      <a:pt x="1871" y="2058"/>
                    </a:cubicBezTo>
                    <a:cubicBezTo>
                      <a:pt x="1887" y="2050"/>
                      <a:pt x="1912" y="2050"/>
                      <a:pt x="1929" y="2042"/>
                    </a:cubicBezTo>
                    <a:cubicBezTo>
                      <a:pt x="2185" y="1984"/>
                      <a:pt x="2451" y="1892"/>
                      <a:pt x="2683" y="1743"/>
                    </a:cubicBezTo>
                    <a:cubicBezTo>
                      <a:pt x="2906" y="1602"/>
                      <a:pt x="3039" y="1379"/>
                      <a:pt x="3097" y="1122"/>
                    </a:cubicBezTo>
                    <a:cubicBezTo>
                      <a:pt x="3171" y="807"/>
                      <a:pt x="3205" y="476"/>
                      <a:pt x="3246" y="161"/>
                    </a:cubicBezTo>
                    <a:cubicBezTo>
                      <a:pt x="3264" y="76"/>
                      <a:pt x="3199" y="1"/>
                      <a:pt x="3124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1" name="Google Shape;4571;p12"/>
              <p:cNvSpPr/>
              <p:nvPr/>
            </p:nvSpPr>
            <p:spPr>
              <a:xfrm>
                <a:off x="4881925" y="3799050"/>
                <a:ext cx="131150" cy="117725"/>
              </a:xfrm>
              <a:custGeom>
                <a:rect b="b" l="l" r="r" t="t"/>
                <a:pathLst>
                  <a:path extrusionOk="0" h="4709" w="5246">
                    <a:moveTo>
                      <a:pt x="2987" y="0"/>
                    </a:moveTo>
                    <a:cubicBezTo>
                      <a:pt x="2869" y="0"/>
                      <a:pt x="2751" y="17"/>
                      <a:pt x="2635" y="54"/>
                    </a:cubicBezTo>
                    <a:cubicBezTo>
                      <a:pt x="2312" y="161"/>
                      <a:pt x="2055" y="385"/>
                      <a:pt x="1832" y="633"/>
                    </a:cubicBezTo>
                    <a:cubicBezTo>
                      <a:pt x="1566" y="940"/>
                      <a:pt x="1343" y="1280"/>
                      <a:pt x="1044" y="1561"/>
                    </a:cubicBezTo>
                    <a:cubicBezTo>
                      <a:pt x="754" y="1827"/>
                      <a:pt x="431" y="2042"/>
                      <a:pt x="67" y="2199"/>
                    </a:cubicBezTo>
                    <a:cubicBezTo>
                      <a:pt x="0" y="2224"/>
                      <a:pt x="17" y="2307"/>
                      <a:pt x="50" y="2357"/>
                    </a:cubicBezTo>
                    <a:cubicBezTo>
                      <a:pt x="181" y="2518"/>
                      <a:pt x="381" y="2584"/>
                      <a:pt x="582" y="2584"/>
                    </a:cubicBezTo>
                    <a:cubicBezTo>
                      <a:pt x="660" y="2584"/>
                      <a:pt x="738" y="2574"/>
                      <a:pt x="812" y="2556"/>
                    </a:cubicBezTo>
                    <a:cubicBezTo>
                      <a:pt x="1136" y="2465"/>
                      <a:pt x="1376" y="2208"/>
                      <a:pt x="1600" y="1976"/>
                    </a:cubicBezTo>
                    <a:cubicBezTo>
                      <a:pt x="1649" y="1926"/>
                      <a:pt x="1707" y="1851"/>
                      <a:pt x="1774" y="1827"/>
                    </a:cubicBezTo>
                    <a:cubicBezTo>
                      <a:pt x="1782" y="1824"/>
                      <a:pt x="1790" y="1823"/>
                      <a:pt x="1798" y="1823"/>
                    </a:cubicBezTo>
                    <a:cubicBezTo>
                      <a:pt x="1866" y="1823"/>
                      <a:pt x="1909" y="1915"/>
                      <a:pt x="1939" y="1967"/>
                    </a:cubicBezTo>
                    <a:cubicBezTo>
                      <a:pt x="2039" y="2108"/>
                      <a:pt x="2138" y="2257"/>
                      <a:pt x="2221" y="2415"/>
                    </a:cubicBezTo>
                    <a:cubicBezTo>
                      <a:pt x="2296" y="2564"/>
                      <a:pt x="2362" y="2730"/>
                      <a:pt x="2378" y="2904"/>
                    </a:cubicBezTo>
                    <a:cubicBezTo>
                      <a:pt x="2395" y="3103"/>
                      <a:pt x="2362" y="3293"/>
                      <a:pt x="2395" y="3492"/>
                    </a:cubicBezTo>
                    <a:cubicBezTo>
                      <a:pt x="2420" y="3699"/>
                      <a:pt x="2519" y="3881"/>
                      <a:pt x="2619" y="4055"/>
                    </a:cubicBezTo>
                    <a:cubicBezTo>
                      <a:pt x="2726" y="4254"/>
                      <a:pt x="2842" y="4453"/>
                      <a:pt x="2958" y="4652"/>
                    </a:cubicBezTo>
                    <a:cubicBezTo>
                      <a:pt x="2982" y="4690"/>
                      <a:pt x="3022" y="4709"/>
                      <a:pt x="3063" y="4709"/>
                    </a:cubicBezTo>
                    <a:cubicBezTo>
                      <a:pt x="3093" y="4709"/>
                      <a:pt x="3124" y="4698"/>
                      <a:pt x="3149" y="4677"/>
                    </a:cubicBezTo>
                    <a:cubicBezTo>
                      <a:pt x="3331" y="4519"/>
                      <a:pt x="3373" y="4271"/>
                      <a:pt x="3373" y="4039"/>
                    </a:cubicBezTo>
                    <a:cubicBezTo>
                      <a:pt x="3364" y="3741"/>
                      <a:pt x="3356" y="3442"/>
                      <a:pt x="3381" y="3144"/>
                    </a:cubicBezTo>
                    <a:cubicBezTo>
                      <a:pt x="3406" y="2862"/>
                      <a:pt x="3439" y="2547"/>
                      <a:pt x="3563" y="2291"/>
                    </a:cubicBezTo>
                    <a:cubicBezTo>
                      <a:pt x="3638" y="2141"/>
                      <a:pt x="3745" y="2034"/>
                      <a:pt x="3878" y="1943"/>
                    </a:cubicBezTo>
                    <a:cubicBezTo>
                      <a:pt x="3944" y="1909"/>
                      <a:pt x="4011" y="1868"/>
                      <a:pt x="4077" y="1827"/>
                    </a:cubicBezTo>
                    <a:cubicBezTo>
                      <a:pt x="4102" y="1818"/>
                      <a:pt x="4127" y="1802"/>
                      <a:pt x="4151" y="1793"/>
                    </a:cubicBezTo>
                    <a:cubicBezTo>
                      <a:pt x="4458" y="1653"/>
                      <a:pt x="4781" y="1545"/>
                      <a:pt x="5113" y="1470"/>
                    </a:cubicBezTo>
                    <a:cubicBezTo>
                      <a:pt x="5204" y="1445"/>
                      <a:pt x="5245" y="1313"/>
                      <a:pt x="5171" y="1255"/>
                    </a:cubicBezTo>
                    <a:lnTo>
                      <a:pt x="5179" y="1247"/>
                    </a:lnTo>
                    <a:cubicBezTo>
                      <a:pt x="4889" y="998"/>
                      <a:pt x="4599" y="749"/>
                      <a:pt x="4276" y="551"/>
                    </a:cubicBezTo>
                    <a:cubicBezTo>
                      <a:pt x="4243" y="534"/>
                      <a:pt x="4218" y="517"/>
                      <a:pt x="4193" y="501"/>
                    </a:cubicBezTo>
                    <a:cubicBezTo>
                      <a:pt x="4027" y="368"/>
                      <a:pt x="3853" y="252"/>
                      <a:pt x="3663" y="161"/>
                    </a:cubicBezTo>
                    <a:cubicBezTo>
                      <a:pt x="3449" y="63"/>
                      <a:pt x="3218" y="0"/>
                      <a:pt x="2987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2" name="Google Shape;4572;p12"/>
              <p:cNvSpPr/>
              <p:nvPr/>
            </p:nvSpPr>
            <p:spPr>
              <a:xfrm>
                <a:off x="5105000" y="3858350"/>
                <a:ext cx="37900" cy="63325"/>
              </a:xfrm>
              <a:custGeom>
                <a:rect b="b" l="l" r="r" t="t"/>
                <a:pathLst>
                  <a:path extrusionOk="0" h="2533" w="1516">
                    <a:moveTo>
                      <a:pt x="77" y="0"/>
                    </a:moveTo>
                    <a:cubicBezTo>
                      <a:pt x="41" y="0"/>
                      <a:pt x="1" y="47"/>
                      <a:pt x="26" y="84"/>
                    </a:cubicBezTo>
                    <a:cubicBezTo>
                      <a:pt x="158" y="300"/>
                      <a:pt x="266" y="548"/>
                      <a:pt x="341" y="789"/>
                    </a:cubicBezTo>
                    <a:cubicBezTo>
                      <a:pt x="415" y="1012"/>
                      <a:pt x="457" y="1244"/>
                      <a:pt x="523" y="1468"/>
                    </a:cubicBezTo>
                    <a:cubicBezTo>
                      <a:pt x="581" y="1683"/>
                      <a:pt x="655" y="1899"/>
                      <a:pt x="796" y="2073"/>
                    </a:cubicBezTo>
                    <a:cubicBezTo>
                      <a:pt x="871" y="2164"/>
                      <a:pt x="945" y="2230"/>
                      <a:pt x="1037" y="2297"/>
                    </a:cubicBezTo>
                    <a:cubicBezTo>
                      <a:pt x="1136" y="2371"/>
                      <a:pt x="1227" y="2437"/>
                      <a:pt x="1327" y="2512"/>
                    </a:cubicBezTo>
                    <a:cubicBezTo>
                      <a:pt x="1345" y="2527"/>
                      <a:pt x="1363" y="2533"/>
                      <a:pt x="1381" y="2533"/>
                    </a:cubicBezTo>
                    <a:cubicBezTo>
                      <a:pt x="1454" y="2533"/>
                      <a:pt x="1516" y="2428"/>
                      <a:pt x="1476" y="2355"/>
                    </a:cubicBezTo>
                    <a:cubicBezTo>
                      <a:pt x="1376" y="2156"/>
                      <a:pt x="1119" y="2081"/>
                      <a:pt x="987" y="1899"/>
                    </a:cubicBezTo>
                    <a:cubicBezTo>
                      <a:pt x="863" y="1733"/>
                      <a:pt x="796" y="1518"/>
                      <a:pt x="738" y="1319"/>
                    </a:cubicBezTo>
                    <a:cubicBezTo>
                      <a:pt x="680" y="1095"/>
                      <a:pt x="622" y="871"/>
                      <a:pt x="523" y="656"/>
                    </a:cubicBezTo>
                    <a:cubicBezTo>
                      <a:pt x="473" y="540"/>
                      <a:pt x="415" y="432"/>
                      <a:pt x="349" y="325"/>
                    </a:cubicBezTo>
                    <a:cubicBezTo>
                      <a:pt x="274" y="217"/>
                      <a:pt x="191" y="117"/>
                      <a:pt x="109" y="18"/>
                    </a:cubicBezTo>
                    <a:cubicBezTo>
                      <a:pt x="100" y="6"/>
                      <a:pt x="89" y="0"/>
                      <a:pt x="77" y="0"/>
                    </a:cubicBezTo>
                    <a:close/>
                  </a:path>
                </a:pathLst>
              </a:custGeom>
              <a:solidFill>
                <a:srgbClr val="FFF9E0">
                  <a:alpha val="2156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3" name="Google Shape;4573;p12"/>
              <p:cNvSpPr/>
              <p:nvPr/>
            </p:nvSpPr>
            <p:spPr>
              <a:xfrm>
                <a:off x="5149325" y="3923575"/>
                <a:ext cx="7875" cy="7425"/>
              </a:xfrm>
              <a:custGeom>
                <a:rect b="b" l="l" r="r" t="t"/>
                <a:pathLst>
                  <a:path extrusionOk="0" h="297" w="315">
                    <a:moveTo>
                      <a:pt x="76" y="0"/>
                    </a:moveTo>
                    <a:cubicBezTo>
                      <a:pt x="57" y="0"/>
                      <a:pt x="38" y="7"/>
                      <a:pt x="26" y="19"/>
                    </a:cubicBezTo>
                    <a:cubicBezTo>
                      <a:pt x="1" y="52"/>
                      <a:pt x="1" y="94"/>
                      <a:pt x="26" y="118"/>
                    </a:cubicBezTo>
                    <a:lnTo>
                      <a:pt x="76" y="168"/>
                    </a:lnTo>
                    <a:cubicBezTo>
                      <a:pt x="92" y="185"/>
                      <a:pt x="100" y="201"/>
                      <a:pt x="117" y="209"/>
                    </a:cubicBezTo>
                    <a:cubicBezTo>
                      <a:pt x="134" y="226"/>
                      <a:pt x="150" y="243"/>
                      <a:pt x="167" y="251"/>
                    </a:cubicBezTo>
                    <a:cubicBezTo>
                      <a:pt x="183" y="259"/>
                      <a:pt x="192" y="267"/>
                      <a:pt x="200" y="276"/>
                    </a:cubicBezTo>
                    <a:cubicBezTo>
                      <a:pt x="216" y="284"/>
                      <a:pt x="225" y="292"/>
                      <a:pt x="241" y="292"/>
                    </a:cubicBezTo>
                    <a:cubicBezTo>
                      <a:pt x="246" y="295"/>
                      <a:pt x="252" y="296"/>
                      <a:pt x="257" y="296"/>
                    </a:cubicBezTo>
                    <a:cubicBezTo>
                      <a:pt x="286" y="296"/>
                      <a:pt x="315" y="262"/>
                      <a:pt x="308" y="234"/>
                    </a:cubicBezTo>
                    <a:cubicBezTo>
                      <a:pt x="299" y="218"/>
                      <a:pt x="299" y="209"/>
                      <a:pt x="291" y="201"/>
                    </a:cubicBezTo>
                    <a:cubicBezTo>
                      <a:pt x="283" y="185"/>
                      <a:pt x="274" y="176"/>
                      <a:pt x="266" y="160"/>
                    </a:cubicBezTo>
                    <a:cubicBezTo>
                      <a:pt x="250" y="143"/>
                      <a:pt x="233" y="127"/>
                      <a:pt x="216" y="110"/>
                    </a:cubicBezTo>
                    <a:cubicBezTo>
                      <a:pt x="208" y="94"/>
                      <a:pt x="192" y="85"/>
                      <a:pt x="175" y="69"/>
                    </a:cubicBezTo>
                    <a:lnTo>
                      <a:pt x="125" y="19"/>
                    </a:lnTo>
                    <a:cubicBezTo>
                      <a:pt x="113" y="7"/>
                      <a:pt x="94" y="0"/>
                      <a:pt x="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4" name="Google Shape;4574;p12"/>
              <p:cNvSpPr/>
              <p:nvPr/>
            </p:nvSpPr>
            <p:spPr>
              <a:xfrm>
                <a:off x="5050750" y="3890650"/>
                <a:ext cx="29025" cy="17275"/>
              </a:xfrm>
              <a:custGeom>
                <a:rect b="b" l="l" r="r" t="t"/>
                <a:pathLst>
                  <a:path extrusionOk="0" h="691" w="1161">
                    <a:moveTo>
                      <a:pt x="855" y="1"/>
                    </a:moveTo>
                    <a:cubicBezTo>
                      <a:pt x="740" y="1"/>
                      <a:pt x="628" y="26"/>
                      <a:pt x="522" y="68"/>
                    </a:cubicBezTo>
                    <a:cubicBezTo>
                      <a:pt x="489" y="68"/>
                      <a:pt x="456" y="68"/>
                      <a:pt x="423" y="77"/>
                    </a:cubicBezTo>
                    <a:cubicBezTo>
                      <a:pt x="265" y="110"/>
                      <a:pt x="124" y="201"/>
                      <a:pt x="42" y="342"/>
                    </a:cubicBezTo>
                    <a:cubicBezTo>
                      <a:pt x="17" y="391"/>
                      <a:pt x="25" y="441"/>
                      <a:pt x="58" y="474"/>
                    </a:cubicBezTo>
                    <a:cubicBezTo>
                      <a:pt x="58" y="483"/>
                      <a:pt x="50" y="483"/>
                      <a:pt x="50" y="483"/>
                    </a:cubicBezTo>
                    <a:cubicBezTo>
                      <a:pt x="8" y="532"/>
                      <a:pt x="0" y="590"/>
                      <a:pt x="42" y="640"/>
                    </a:cubicBezTo>
                    <a:cubicBezTo>
                      <a:pt x="63" y="672"/>
                      <a:pt x="102" y="690"/>
                      <a:pt x="140" y="690"/>
                    </a:cubicBezTo>
                    <a:cubicBezTo>
                      <a:pt x="161" y="690"/>
                      <a:pt x="181" y="685"/>
                      <a:pt x="199" y="673"/>
                    </a:cubicBezTo>
                    <a:cubicBezTo>
                      <a:pt x="216" y="665"/>
                      <a:pt x="232" y="648"/>
                      <a:pt x="240" y="640"/>
                    </a:cubicBezTo>
                    <a:cubicBezTo>
                      <a:pt x="257" y="640"/>
                      <a:pt x="274" y="640"/>
                      <a:pt x="290" y="632"/>
                    </a:cubicBezTo>
                    <a:cubicBezTo>
                      <a:pt x="472" y="590"/>
                      <a:pt x="655" y="541"/>
                      <a:pt x="845" y="491"/>
                    </a:cubicBezTo>
                    <a:cubicBezTo>
                      <a:pt x="895" y="491"/>
                      <a:pt x="945" y="499"/>
                      <a:pt x="994" y="507"/>
                    </a:cubicBezTo>
                    <a:cubicBezTo>
                      <a:pt x="1001" y="508"/>
                      <a:pt x="1009" y="509"/>
                      <a:pt x="1016" y="509"/>
                    </a:cubicBezTo>
                    <a:cubicBezTo>
                      <a:pt x="1068" y="509"/>
                      <a:pt x="1121" y="483"/>
                      <a:pt x="1135" y="425"/>
                    </a:cubicBezTo>
                    <a:cubicBezTo>
                      <a:pt x="1143" y="408"/>
                      <a:pt x="1143" y="391"/>
                      <a:pt x="1135" y="375"/>
                    </a:cubicBezTo>
                    <a:cubicBezTo>
                      <a:pt x="1160" y="325"/>
                      <a:pt x="1160" y="267"/>
                      <a:pt x="1119" y="226"/>
                    </a:cubicBezTo>
                    <a:cubicBezTo>
                      <a:pt x="1119" y="226"/>
                      <a:pt x="1110" y="226"/>
                      <a:pt x="1110" y="217"/>
                    </a:cubicBezTo>
                    <a:cubicBezTo>
                      <a:pt x="1160" y="159"/>
                      <a:pt x="1135" y="52"/>
                      <a:pt x="1052" y="27"/>
                    </a:cubicBezTo>
                    <a:cubicBezTo>
                      <a:pt x="986" y="9"/>
                      <a:pt x="920" y="1"/>
                      <a:pt x="85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5" name="Google Shape;4575;p12"/>
              <p:cNvSpPr/>
              <p:nvPr/>
            </p:nvSpPr>
            <p:spPr>
              <a:xfrm>
                <a:off x="5153900" y="3890850"/>
                <a:ext cx="27150" cy="15875"/>
              </a:xfrm>
              <a:custGeom>
                <a:rect b="b" l="l" r="r" t="t"/>
                <a:pathLst>
                  <a:path extrusionOk="0" h="635" w="1086">
                    <a:moveTo>
                      <a:pt x="238" y="0"/>
                    </a:moveTo>
                    <a:cubicBezTo>
                      <a:pt x="188" y="0"/>
                      <a:pt x="137" y="21"/>
                      <a:pt x="116" y="77"/>
                    </a:cubicBezTo>
                    <a:cubicBezTo>
                      <a:pt x="108" y="102"/>
                      <a:pt x="108" y="127"/>
                      <a:pt x="108" y="151"/>
                    </a:cubicBezTo>
                    <a:lnTo>
                      <a:pt x="91" y="151"/>
                    </a:lnTo>
                    <a:cubicBezTo>
                      <a:pt x="0" y="176"/>
                      <a:pt x="25" y="309"/>
                      <a:pt x="116" y="317"/>
                    </a:cubicBezTo>
                    <a:cubicBezTo>
                      <a:pt x="199" y="317"/>
                      <a:pt x="282" y="334"/>
                      <a:pt x="365" y="350"/>
                    </a:cubicBezTo>
                    <a:cubicBezTo>
                      <a:pt x="439" y="383"/>
                      <a:pt x="506" y="425"/>
                      <a:pt x="580" y="466"/>
                    </a:cubicBezTo>
                    <a:cubicBezTo>
                      <a:pt x="655" y="508"/>
                      <a:pt x="729" y="557"/>
                      <a:pt x="812" y="599"/>
                    </a:cubicBezTo>
                    <a:cubicBezTo>
                      <a:pt x="821" y="607"/>
                      <a:pt x="829" y="615"/>
                      <a:pt x="845" y="615"/>
                    </a:cubicBezTo>
                    <a:cubicBezTo>
                      <a:pt x="867" y="628"/>
                      <a:pt x="891" y="634"/>
                      <a:pt x="914" y="634"/>
                    </a:cubicBezTo>
                    <a:cubicBezTo>
                      <a:pt x="954" y="634"/>
                      <a:pt x="993" y="616"/>
                      <a:pt x="1019" y="574"/>
                    </a:cubicBezTo>
                    <a:cubicBezTo>
                      <a:pt x="1028" y="549"/>
                      <a:pt x="1036" y="524"/>
                      <a:pt x="1028" y="499"/>
                    </a:cubicBezTo>
                    <a:cubicBezTo>
                      <a:pt x="1077" y="450"/>
                      <a:pt x="1086" y="359"/>
                      <a:pt x="1011" y="301"/>
                    </a:cubicBezTo>
                    <a:cubicBezTo>
                      <a:pt x="787" y="151"/>
                      <a:pt x="531" y="44"/>
                      <a:pt x="265" y="2"/>
                    </a:cubicBezTo>
                    <a:cubicBezTo>
                      <a:pt x="256" y="1"/>
                      <a:pt x="247" y="0"/>
                      <a:pt x="238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6" name="Google Shape;4576;p12"/>
              <p:cNvSpPr/>
              <p:nvPr/>
            </p:nvSpPr>
            <p:spPr>
              <a:xfrm>
                <a:off x="5107900" y="3804300"/>
                <a:ext cx="91800" cy="61350"/>
              </a:xfrm>
              <a:custGeom>
                <a:rect b="b" l="l" r="r" t="t"/>
                <a:pathLst>
                  <a:path extrusionOk="0" h="2454" w="3672">
                    <a:moveTo>
                      <a:pt x="1062" y="0"/>
                    </a:moveTo>
                    <a:cubicBezTo>
                      <a:pt x="915" y="0"/>
                      <a:pt x="767" y="19"/>
                      <a:pt x="622" y="51"/>
                    </a:cubicBezTo>
                    <a:cubicBezTo>
                      <a:pt x="515" y="75"/>
                      <a:pt x="407" y="117"/>
                      <a:pt x="307" y="158"/>
                    </a:cubicBezTo>
                    <a:cubicBezTo>
                      <a:pt x="266" y="183"/>
                      <a:pt x="216" y="200"/>
                      <a:pt x="175" y="225"/>
                    </a:cubicBezTo>
                    <a:cubicBezTo>
                      <a:pt x="170" y="193"/>
                      <a:pt x="141" y="173"/>
                      <a:pt x="112" y="173"/>
                    </a:cubicBezTo>
                    <a:cubicBezTo>
                      <a:pt x="89" y="173"/>
                      <a:pt x="66" y="186"/>
                      <a:pt x="59" y="216"/>
                    </a:cubicBezTo>
                    <a:cubicBezTo>
                      <a:pt x="51" y="266"/>
                      <a:pt x="51" y="299"/>
                      <a:pt x="51" y="341"/>
                    </a:cubicBezTo>
                    <a:cubicBezTo>
                      <a:pt x="42" y="357"/>
                      <a:pt x="34" y="374"/>
                      <a:pt x="34" y="390"/>
                    </a:cubicBezTo>
                    <a:cubicBezTo>
                      <a:pt x="1" y="506"/>
                      <a:pt x="75" y="631"/>
                      <a:pt x="142" y="722"/>
                    </a:cubicBezTo>
                    <a:cubicBezTo>
                      <a:pt x="175" y="771"/>
                      <a:pt x="216" y="813"/>
                      <a:pt x="258" y="863"/>
                    </a:cubicBezTo>
                    <a:cubicBezTo>
                      <a:pt x="291" y="912"/>
                      <a:pt x="341" y="954"/>
                      <a:pt x="382" y="995"/>
                    </a:cubicBezTo>
                    <a:cubicBezTo>
                      <a:pt x="481" y="1078"/>
                      <a:pt x="581" y="1144"/>
                      <a:pt x="697" y="1202"/>
                    </a:cubicBezTo>
                    <a:cubicBezTo>
                      <a:pt x="763" y="1252"/>
                      <a:pt x="838" y="1293"/>
                      <a:pt x="904" y="1335"/>
                    </a:cubicBezTo>
                    <a:cubicBezTo>
                      <a:pt x="1128" y="1459"/>
                      <a:pt x="1343" y="1592"/>
                      <a:pt x="1534" y="1757"/>
                    </a:cubicBezTo>
                    <a:cubicBezTo>
                      <a:pt x="1749" y="1948"/>
                      <a:pt x="1915" y="2163"/>
                      <a:pt x="2064" y="2395"/>
                    </a:cubicBezTo>
                    <a:cubicBezTo>
                      <a:pt x="2092" y="2437"/>
                      <a:pt x="2131" y="2454"/>
                      <a:pt x="2168" y="2454"/>
                    </a:cubicBezTo>
                    <a:cubicBezTo>
                      <a:pt x="2252" y="2454"/>
                      <a:pt x="2331" y="2368"/>
                      <a:pt x="2279" y="2271"/>
                    </a:cubicBezTo>
                    <a:cubicBezTo>
                      <a:pt x="2197" y="2114"/>
                      <a:pt x="2089" y="1965"/>
                      <a:pt x="1965" y="1824"/>
                    </a:cubicBezTo>
                    <a:cubicBezTo>
                      <a:pt x="1981" y="1807"/>
                      <a:pt x="2006" y="1791"/>
                      <a:pt x="2023" y="1766"/>
                    </a:cubicBezTo>
                    <a:cubicBezTo>
                      <a:pt x="2071" y="1721"/>
                      <a:pt x="2132" y="1705"/>
                      <a:pt x="2195" y="1705"/>
                    </a:cubicBezTo>
                    <a:cubicBezTo>
                      <a:pt x="2249" y="1705"/>
                      <a:pt x="2304" y="1717"/>
                      <a:pt x="2354" y="1733"/>
                    </a:cubicBezTo>
                    <a:cubicBezTo>
                      <a:pt x="2495" y="1791"/>
                      <a:pt x="2603" y="1907"/>
                      <a:pt x="2710" y="2006"/>
                    </a:cubicBezTo>
                    <a:cubicBezTo>
                      <a:pt x="2843" y="2114"/>
                      <a:pt x="2984" y="2221"/>
                      <a:pt x="3158" y="2263"/>
                    </a:cubicBezTo>
                    <a:cubicBezTo>
                      <a:pt x="3202" y="2272"/>
                      <a:pt x="3246" y="2276"/>
                      <a:pt x="3289" y="2276"/>
                    </a:cubicBezTo>
                    <a:cubicBezTo>
                      <a:pt x="3409" y="2276"/>
                      <a:pt x="3524" y="2240"/>
                      <a:pt x="3622" y="2155"/>
                    </a:cubicBezTo>
                    <a:cubicBezTo>
                      <a:pt x="3671" y="2114"/>
                      <a:pt x="3663" y="2031"/>
                      <a:pt x="3622" y="1989"/>
                    </a:cubicBezTo>
                    <a:cubicBezTo>
                      <a:pt x="3249" y="1559"/>
                      <a:pt x="2893" y="1111"/>
                      <a:pt x="2511" y="680"/>
                    </a:cubicBezTo>
                    <a:cubicBezTo>
                      <a:pt x="2346" y="498"/>
                      <a:pt x="2163" y="332"/>
                      <a:pt x="1948" y="216"/>
                    </a:cubicBezTo>
                    <a:cubicBezTo>
                      <a:pt x="1741" y="109"/>
                      <a:pt x="1525" y="42"/>
                      <a:pt x="1302" y="17"/>
                    </a:cubicBezTo>
                    <a:cubicBezTo>
                      <a:pt x="1222" y="6"/>
                      <a:pt x="1142" y="0"/>
                      <a:pt x="10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7" name="Google Shape;4577;p12"/>
              <p:cNvSpPr/>
              <p:nvPr/>
            </p:nvSpPr>
            <p:spPr>
              <a:xfrm>
                <a:off x="4960475" y="3923200"/>
                <a:ext cx="70625" cy="111325"/>
              </a:xfrm>
              <a:custGeom>
                <a:rect b="b" l="l" r="r" t="t"/>
                <a:pathLst>
                  <a:path extrusionOk="0" h="4453" w="2825">
                    <a:moveTo>
                      <a:pt x="134" y="0"/>
                    </a:moveTo>
                    <a:cubicBezTo>
                      <a:pt x="86" y="0"/>
                      <a:pt x="44" y="28"/>
                      <a:pt x="23" y="84"/>
                    </a:cubicBezTo>
                    <a:cubicBezTo>
                      <a:pt x="0" y="145"/>
                      <a:pt x="56" y="192"/>
                      <a:pt x="110" y="192"/>
                    </a:cubicBezTo>
                    <a:cubicBezTo>
                      <a:pt x="114" y="192"/>
                      <a:pt x="119" y="192"/>
                      <a:pt x="123" y="191"/>
                    </a:cubicBezTo>
                    <a:cubicBezTo>
                      <a:pt x="123" y="200"/>
                      <a:pt x="123" y="200"/>
                      <a:pt x="123" y="200"/>
                    </a:cubicBezTo>
                    <a:cubicBezTo>
                      <a:pt x="123" y="200"/>
                      <a:pt x="123" y="208"/>
                      <a:pt x="115" y="208"/>
                    </a:cubicBezTo>
                    <a:cubicBezTo>
                      <a:pt x="73" y="241"/>
                      <a:pt x="48" y="316"/>
                      <a:pt x="81" y="374"/>
                    </a:cubicBezTo>
                    <a:cubicBezTo>
                      <a:pt x="123" y="423"/>
                      <a:pt x="164" y="481"/>
                      <a:pt x="197" y="539"/>
                    </a:cubicBezTo>
                    <a:cubicBezTo>
                      <a:pt x="206" y="606"/>
                      <a:pt x="214" y="672"/>
                      <a:pt x="222" y="738"/>
                    </a:cubicBezTo>
                    <a:cubicBezTo>
                      <a:pt x="247" y="945"/>
                      <a:pt x="247" y="1161"/>
                      <a:pt x="255" y="1368"/>
                    </a:cubicBezTo>
                    <a:cubicBezTo>
                      <a:pt x="272" y="1757"/>
                      <a:pt x="305" y="2155"/>
                      <a:pt x="429" y="2528"/>
                    </a:cubicBezTo>
                    <a:cubicBezTo>
                      <a:pt x="637" y="3141"/>
                      <a:pt x="1059" y="3680"/>
                      <a:pt x="1606" y="4036"/>
                    </a:cubicBezTo>
                    <a:cubicBezTo>
                      <a:pt x="1714" y="4110"/>
                      <a:pt x="1830" y="4177"/>
                      <a:pt x="1954" y="4235"/>
                    </a:cubicBezTo>
                    <a:cubicBezTo>
                      <a:pt x="2029" y="4293"/>
                      <a:pt x="2111" y="4359"/>
                      <a:pt x="2194" y="4409"/>
                    </a:cubicBezTo>
                    <a:cubicBezTo>
                      <a:pt x="2210" y="4419"/>
                      <a:pt x="2226" y="4424"/>
                      <a:pt x="2242" y="4424"/>
                    </a:cubicBezTo>
                    <a:cubicBezTo>
                      <a:pt x="2274" y="4424"/>
                      <a:pt x="2302" y="4404"/>
                      <a:pt x="2319" y="4376"/>
                    </a:cubicBezTo>
                    <a:cubicBezTo>
                      <a:pt x="2418" y="4409"/>
                      <a:pt x="2517" y="4434"/>
                      <a:pt x="2617" y="4450"/>
                    </a:cubicBezTo>
                    <a:cubicBezTo>
                      <a:pt x="2626" y="4452"/>
                      <a:pt x="2635" y="4452"/>
                      <a:pt x="2644" y="4452"/>
                    </a:cubicBezTo>
                    <a:cubicBezTo>
                      <a:pt x="2767" y="4452"/>
                      <a:pt x="2824" y="4296"/>
                      <a:pt x="2708" y="4218"/>
                    </a:cubicBezTo>
                    <a:cubicBezTo>
                      <a:pt x="2368" y="3986"/>
                      <a:pt x="2020" y="3746"/>
                      <a:pt x="1730" y="3448"/>
                    </a:cubicBezTo>
                    <a:cubicBezTo>
                      <a:pt x="1631" y="3290"/>
                      <a:pt x="1531" y="3133"/>
                      <a:pt x="1449" y="2959"/>
                    </a:cubicBezTo>
                    <a:cubicBezTo>
                      <a:pt x="1291" y="2660"/>
                      <a:pt x="1167" y="2346"/>
                      <a:pt x="1051" y="2031"/>
                    </a:cubicBezTo>
                    <a:cubicBezTo>
                      <a:pt x="1051" y="1998"/>
                      <a:pt x="1051" y="1956"/>
                      <a:pt x="1059" y="1915"/>
                    </a:cubicBezTo>
                    <a:cubicBezTo>
                      <a:pt x="1067" y="1732"/>
                      <a:pt x="1117" y="1550"/>
                      <a:pt x="1101" y="1368"/>
                    </a:cubicBezTo>
                    <a:cubicBezTo>
                      <a:pt x="1092" y="1219"/>
                      <a:pt x="1051" y="1070"/>
                      <a:pt x="976" y="937"/>
                    </a:cubicBezTo>
                    <a:cubicBezTo>
                      <a:pt x="827" y="664"/>
                      <a:pt x="587" y="456"/>
                      <a:pt x="347" y="266"/>
                    </a:cubicBezTo>
                    <a:cubicBezTo>
                      <a:pt x="330" y="183"/>
                      <a:pt x="297" y="84"/>
                      <a:pt x="231" y="34"/>
                    </a:cubicBezTo>
                    <a:cubicBezTo>
                      <a:pt x="198" y="11"/>
                      <a:pt x="165" y="0"/>
                      <a:pt x="134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8" name="Google Shape;4578;p12"/>
              <p:cNvSpPr/>
              <p:nvPr/>
            </p:nvSpPr>
            <p:spPr>
              <a:xfrm>
                <a:off x="5123325" y="4018925"/>
                <a:ext cx="64775" cy="31225"/>
              </a:xfrm>
              <a:custGeom>
                <a:rect b="b" l="l" r="r" t="t"/>
                <a:pathLst>
                  <a:path extrusionOk="0" h="1249" w="2591">
                    <a:moveTo>
                      <a:pt x="2015" y="1"/>
                    </a:moveTo>
                    <a:cubicBezTo>
                      <a:pt x="1924" y="1"/>
                      <a:pt x="1831" y="16"/>
                      <a:pt x="1745" y="33"/>
                    </a:cubicBezTo>
                    <a:cubicBezTo>
                      <a:pt x="1546" y="66"/>
                      <a:pt x="1364" y="132"/>
                      <a:pt x="1190" y="215"/>
                    </a:cubicBezTo>
                    <a:cubicBezTo>
                      <a:pt x="1049" y="273"/>
                      <a:pt x="925" y="356"/>
                      <a:pt x="801" y="447"/>
                    </a:cubicBezTo>
                    <a:cubicBezTo>
                      <a:pt x="660" y="489"/>
                      <a:pt x="527" y="555"/>
                      <a:pt x="420" y="654"/>
                    </a:cubicBezTo>
                    <a:cubicBezTo>
                      <a:pt x="246" y="754"/>
                      <a:pt x="88" y="895"/>
                      <a:pt x="30" y="1093"/>
                    </a:cubicBezTo>
                    <a:cubicBezTo>
                      <a:pt x="1" y="1188"/>
                      <a:pt x="72" y="1249"/>
                      <a:pt x="152" y="1249"/>
                    </a:cubicBezTo>
                    <a:cubicBezTo>
                      <a:pt x="184" y="1249"/>
                      <a:pt x="217" y="1239"/>
                      <a:pt x="246" y="1218"/>
                    </a:cubicBezTo>
                    <a:cubicBezTo>
                      <a:pt x="444" y="1052"/>
                      <a:pt x="643" y="878"/>
                      <a:pt x="859" y="721"/>
                    </a:cubicBezTo>
                    <a:cubicBezTo>
                      <a:pt x="950" y="671"/>
                      <a:pt x="1049" y="638"/>
                      <a:pt x="1149" y="596"/>
                    </a:cubicBezTo>
                    <a:cubicBezTo>
                      <a:pt x="1149" y="596"/>
                      <a:pt x="1157" y="588"/>
                      <a:pt x="1165" y="588"/>
                    </a:cubicBezTo>
                    <a:cubicBezTo>
                      <a:pt x="1273" y="571"/>
                      <a:pt x="1381" y="555"/>
                      <a:pt x="1497" y="538"/>
                    </a:cubicBezTo>
                    <a:cubicBezTo>
                      <a:pt x="1546" y="532"/>
                      <a:pt x="1603" y="526"/>
                      <a:pt x="1658" y="526"/>
                    </a:cubicBezTo>
                    <a:cubicBezTo>
                      <a:pt x="1762" y="526"/>
                      <a:pt x="1863" y="549"/>
                      <a:pt x="1911" y="646"/>
                    </a:cubicBezTo>
                    <a:cubicBezTo>
                      <a:pt x="1952" y="721"/>
                      <a:pt x="1944" y="828"/>
                      <a:pt x="2002" y="886"/>
                    </a:cubicBezTo>
                    <a:cubicBezTo>
                      <a:pt x="2036" y="925"/>
                      <a:pt x="2090" y="941"/>
                      <a:pt x="2144" y="941"/>
                    </a:cubicBezTo>
                    <a:cubicBezTo>
                      <a:pt x="2182" y="941"/>
                      <a:pt x="2220" y="933"/>
                      <a:pt x="2251" y="919"/>
                    </a:cubicBezTo>
                    <a:cubicBezTo>
                      <a:pt x="2590" y="795"/>
                      <a:pt x="2557" y="199"/>
                      <a:pt x="2259" y="49"/>
                    </a:cubicBezTo>
                    <a:cubicBezTo>
                      <a:pt x="2183" y="14"/>
                      <a:pt x="2100" y="1"/>
                      <a:pt x="201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9" name="Google Shape;4579;p12"/>
              <p:cNvSpPr/>
              <p:nvPr/>
            </p:nvSpPr>
            <p:spPr>
              <a:xfrm>
                <a:off x="4907200" y="4114800"/>
                <a:ext cx="196375" cy="302050"/>
              </a:xfrm>
              <a:custGeom>
                <a:rect b="b" l="l" r="r" t="t"/>
                <a:pathLst>
                  <a:path extrusionOk="0" h="12082" w="7855">
                    <a:moveTo>
                      <a:pt x="83" y="1"/>
                    </a:moveTo>
                    <a:cubicBezTo>
                      <a:pt x="58" y="42"/>
                      <a:pt x="42" y="92"/>
                      <a:pt x="33" y="150"/>
                    </a:cubicBezTo>
                    <a:cubicBezTo>
                      <a:pt x="17" y="291"/>
                      <a:pt x="83" y="432"/>
                      <a:pt x="149" y="548"/>
                    </a:cubicBezTo>
                    <a:cubicBezTo>
                      <a:pt x="406" y="995"/>
                      <a:pt x="862" y="1492"/>
                      <a:pt x="597" y="2031"/>
                    </a:cubicBezTo>
                    <a:cubicBezTo>
                      <a:pt x="489" y="2255"/>
                      <a:pt x="323" y="2445"/>
                      <a:pt x="207" y="2669"/>
                    </a:cubicBezTo>
                    <a:cubicBezTo>
                      <a:pt x="91" y="2884"/>
                      <a:pt x="42" y="3124"/>
                      <a:pt x="100" y="3365"/>
                    </a:cubicBezTo>
                    <a:cubicBezTo>
                      <a:pt x="216" y="3829"/>
                      <a:pt x="630" y="4135"/>
                      <a:pt x="879" y="4516"/>
                    </a:cubicBezTo>
                    <a:cubicBezTo>
                      <a:pt x="1036" y="4757"/>
                      <a:pt x="1094" y="5030"/>
                      <a:pt x="1069" y="5320"/>
                    </a:cubicBezTo>
                    <a:cubicBezTo>
                      <a:pt x="1044" y="5618"/>
                      <a:pt x="937" y="5917"/>
                      <a:pt x="821" y="6198"/>
                    </a:cubicBezTo>
                    <a:cubicBezTo>
                      <a:pt x="696" y="6488"/>
                      <a:pt x="555" y="6778"/>
                      <a:pt x="464" y="7085"/>
                    </a:cubicBezTo>
                    <a:cubicBezTo>
                      <a:pt x="365" y="7392"/>
                      <a:pt x="348" y="7698"/>
                      <a:pt x="381" y="8013"/>
                    </a:cubicBezTo>
                    <a:cubicBezTo>
                      <a:pt x="406" y="8179"/>
                      <a:pt x="423" y="8344"/>
                      <a:pt x="381" y="8502"/>
                    </a:cubicBezTo>
                    <a:cubicBezTo>
                      <a:pt x="348" y="8634"/>
                      <a:pt x="299" y="8767"/>
                      <a:pt x="241" y="8883"/>
                    </a:cubicBezTo>
                    <a:cubicBezTo>
                      <a:pt x="133" y="9123"/>
                      <a:pt x="0" y="9372"/>
                      <a:pt x="25" y="9645"/>
                    </a:cubicBezTo>
                    <a:cubicBezTo>
                      <a:pt x="42" y="9919"/>
                      <a:pt x="191" y="10142"/>
                      <a:pt x="357" y="10358"/>
                    </a:cubicBezTo>
                    <a:cubicBezTo>
                      <a:pt x="531" y="10590"/>
                      <a:pt x="680" y="10805"/>
                      <a:pt x="738" y="11095"/>
                    </a:cubicBezTo>
                    <a:cubicBezTo>
                      <a:pt x="763" y="11236"/>
                      <a:pt x="763" y="11393"/>
                      <a:pt x="738" y="11543"/>
                    </a:cubicBezTo>
                    <a:cubicBezTo>
                      <a:pt x="713" y="11683"/>
                      <a:pt x="688" y="11833"/>
                      <a:pt x="754" y="11965"/>
                    </a:cubicBezTo>
                    <a:cubicBezTo>
                      <a:pt x="779" y="12007"/>
                      <a:pt x="812" y="12048"/>
                      <a:pt x="845" y="12081"/>
                    </a:cubicBezTo>
                    <a:cubicBezTo>
                      <a:pt x="862" y="12081"/>
                      <a:pt x="879" y="12073"/>
                      <a:pt x="895" y="12073"/>
                    </a:cubicBezTo>
                    <a:cubicBezTo>
                      <a:pt x="1111" y="12056"/>
                      <a:pt x="1318" y="12040"/>
                      <a:pt x="1533" y="12015"/>
                    </a:cubicBezTo>
                    <a:cubicBezTo>
                      <a:pt x="1740" y="11990"/>
                      <a:pt x="1947" y="11982"/>
                      <a:pt x="2154" y="11940"/>
                    </a:cubicBezTo>
                    <a:cubicBezTo>
                      <a:pt x="2353" y="11907"/>
                      <a:pt x="2527" y="11833"/>
                      <a:pt x="2710" y="11741"/>
                    </a:cubicBezTo>
                    <a:cubicBezTo>
                      <a:pt x="2884" y="11650"/>
                      <a:pt x="3058" y="11601"/>
                      <a:pt x="3256" y="11601"/>
                    </a:cubicBezTo>
                    <a:cubicBezTo>
                      <a:pt x="3430" y="11592"/>
                      <a:pt x="3596" y="11576"/>
                      <a:pt x="3762" y="11509"/>
                    </a:cubicBezTo>
                    <a:cubicBezTo>
                      <a:pt x="3903" y="11451"/>
                      <a:pt x="4044" y="11369"/>
                      <a:pt x="4151" y="11261"/>
                    </a:cubicBezTo>
                    <a:cubicBezTo>
                      <a:pt x="4276" y="11153"/>
                      <a:pt x="4383" y="11029"/>
                      <a:pt x="4474" y="10896"/>
                    </a:cubicBezTo>
                    <a:cubicBezTo>
                      <a:pt x="4566" y="10755"/>
                      <a:pt x="4624" y="10598"/>
                      <a:pt x="4731" y="10482"/>
                    </a:cubicBezTo>
                    <a:cubicBezTo>
                      <a:pt x="4742" y="10469"/>
                      <a:pt x="4757" y="10463"/>
                      <a:pt x="4773" y="10463"/>
                    </a:cubicBezTo>
                    <a:cubicBezTo>
                      <a:pt x="4808" y="10463"/>
                      <a:pt x="4845" y="10489"/>
                      <a:pt x="4839" y="10523"/>
                    </a:cubicBezTo>
                    <a:cubicBezTo>
                      <a:pt x="4831" y="10714"/>
                      <a:pt x="4706" y="10896"/>
                      <a:pt x="4607" y="11037"/>
                    </a:cubicBezTo>
                    <a:cubicBezTo>
                      <a:pt x="4549" y="11120"/>
                      <a:pt x="4483" y="11203"/>
                      <a:pt x="4416" y="11269"/>
                    </a:cubicBezTo>
                    <a:cubicBezTo>
                      <a:pt x="4408" y="11286"/>
                      <a:pt x="4408" y="11302"/>
                      <a:pt x="4408" y="11319"/>
                    </a:cubicBezTo>
                    <a:cubicBezTo>
                      <a:pt x="4532" y="11219"/>
                      <a:pt x="4648" y="11103"/>
                      <a:pt x="4748" y="10971"/>
                    </a:cubicBezTo>
                    <a:cubicBezTo>
                      <a:pt x="4947" y="10722"/>
                      <a:pt x="5079" y="10424"/>
                      <a:pt x="5228" y="10134"/>
                    </a:cubicBezTo>
                    <a:cubicBezTo>
                      <a:pt x="5378" y="9844"/>
                      <a:pt x="5527" y="9562"/>
                      <a:pt x="5668" y="9264"/>
                    </a:cubicBezTo>
                    <a:cubicBezTo>
                      <a:pt x="6256" y="8087"/>
                      <a:pt x="6803" y="6878"/>
                      <a:pt x="7151" y="5610"/>
                    </a:cubicBezTo>
                    <a:cubicBezTo>
                      <a:pt x="7325" y="4956"/>
                      <a:pt x="7457" y="4293"/>
                      <a:pt x="7557" y="3630"/>
                    </a:cubicBezTo>
                    <a:cubicBezTo>
                      <a:pt x="7664" y="2975"/>
                      <a:pt x="7755" y="2313"/>
                      <a:pt x="7830" y="1650"/>
                    </a:cubicBezTo>
                    <a:cubicBezTo>
                      <a:pt x="7855" y="1385"/>
                      <a:pt x="7855" y="1111"/>
                      <a:pt x="7747" y="863"/>
                    </a:cubicBezTo>
                    <a:cubicBezTo>
                      <a:pt x="7689" y="747"/>
                      <a:pt x="7606" y="639"/>
                      <a:pt x="7507" y="564"/>
                    </a:cubicBezTo>
                    <a:cubicBezTo>
                      <a:pt x="7465" y="539"/>
                      <a:pt x="7432" y="515"/>
                      <a:pt x="7391" y="490"/>
                    </a:cubicBezTo>
                    <a:cubicBezTo>
                      <a:pt x="7308" y="531"/>
                      <a:pt x="7217" y="573"/>
                      <a:pt x="7126" y="597"/>
                    </a:cubicBezTo>
                    <a:cubicBezTo>
                      <a:pt x="6852" y="689"/>
                      <a:pt x="6571" y="755"/>
                      <a:pt x="6289" y="805"/>
                    </a:cubicBezTo>
                    <a:cubicBezTo>
                      <a:pt x="5742" y="900"/>
                      <a:pt x="5185" y="943"/>
                      <a:pt x="4628" y="943"/>
                    </a:cubicBezTo>
                    <a:cubicBezTo>
                      <a:pt x="4070" y="943"/>
                      <a:pt x="3513" y="900"/>
                      <a:pt x="2966" y="821"/>
                    </a:cubicBezTo>
                    <a:cubicBezTo>
                      <a:pt x="1972" y="672"/>
                      <a:pt x="1003" y="399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0" name="Google Shape;4580;p12"/>
              <p:cNvSpPr/>
              <p:nvPr/>
            </p:nvSpPr>
            <p:spPr>
              <a:xfrm>
                <a:off x="4583850" y="4665950"/>
                <a:ext cx="79350" cy="44050"/>
              </a:xfrm>
              <a:custGeom>
                <a:rect b="b" l="l" r="r" t="t"/>
                <a:pathLst>
                  <a:path extrusionOk="0" h="1762" w="3174">
                    <a:moveTo>
                      <a:pt x="1561" y="0"/>
                    </a:moveTo>
                    <a:cubicBezTo>
                      <a:pt x="1489" y="0"/>
                      <a:pt x="1420" y="41"/>
                      <a:pt x="1359" y="77"/>
                    </a:cubicBezTo>
                    <a:cubicBezTo>
                      <a:pt x="1268" y="127"/>
                      <a:pt x="1185" y="193"/>
                      <a:pt x="1094" y="235"/>
                    </a:cubicBezTo>
                    <a:cubicBezTo>
                      <a:pt x="1004" y="286"/>
                      <a:pt x="911" y="296"/>
                      <a:pt x="816" y="296"/>
                    </a:cubicBezTo>
                    <a:cubicBezTo>
                      <a:pt x="755" y="296"/>
                      <a:pt x="692" y="291"/>
                      <a:pt x="628" y="291"/>
                    </a:cubicBezTo>
                    <a:cubicBezTo>
                      <a:pt x="582" y="291"/>
                      <a:pt x="536" y="294"/>
                      <a:pt x="489" y="301"/>
                    </a:cubicBezTo>
                    <a:cubicBezTo>
                      <a:pt x="299" y="334"/>
                      <a:pt x="141" y="475"/>
                      <a:pt x="100" y="665"/>
                    </a:cubicBezTo>
                    <a:cubicBezTo>
                      <a:pt x="1" y="1080"/>
                      <a:pt x="365" y="1436"/>
                      <a:pt x="713" y="1602"/>
                    </a:cubicBezTo>
                    <a:cubicBezTo>
                      <a:pt x="904" y="1684"/>
                      <a:pt x="1111" y="1742"/>
                      <a:pt x="1318" y="1742"/>
                    </a:cubicBezTo>
                    <a:cubicBezTo>
                      <a:pt x="1426" y="1742"/>
                      <a:pt x="1525" y="1726"/>
                      <a:pt x="1625" y="1709"/>
                    </a:cubicBezTo>
                    <a:cubicBezTo>
                      <a:pt x="1666" y="1703"/>
                      <a:pt x="1707" y="1698"/>
                      <a:pt x="1748" y="1698"/>
                    </a:cubicBezTo>
                    <a:cubicBezTo>
                      <a:pt x="1765" y="1698"/>
                      <a:pt x="1782" y="1699"/>
                      <a:pt x="1799" y="1701"/>
                    </a:cubicBezTo>
                    <a:cubicBezTo>
                      <a:pt x="1865" y="1701"/>
                      <a:pt x="1923" y="1726"/>
                      <a:pt x="1989" y="1742"/>
                    </a:cubicBezTo>
                    <a:cubicBezTo>
                      <a:pt x="2040" y="1756"/>
                      <a:pt x="2091" y="1762"/>
                      <a:pt x="2141" y="1762"/>
                    </a:cubicBezTo>
                    <a:cubicBezTo>
                      <a:pt x="2313" y="1762"/>
                      <a:pt x="2482" y="1693"/>
                      <a:pt x="2635" y="1610"/>
                    </a:cubicBezTo>
                    <a:cubicBezTo>
                      <a:pt x="2801" y="1519"/>
                      <a:pt x="2959" y="1403"/>
                      <a:pt x="3050" y="1237"/>
                    </a:cubicBezTo>
                    <a:cubicBezTo>
                      <a:pt x="3149" y="1088"/>
                      <a:pt x="3174" y="897"/>
                      <a:pt x="3124" y="723"/>
                    </a:cubicBezTo>
                    <a:cubicBezTo>
                      <a:pt x="3087" y="598"/>
                      <a:pt x="2958" y="399"/>
                      <a:pt x="2807" y="399"/>
                    </a:cubicBezTo>
                    <a:cubicBezTo>
                      <a:pt x="2789" y="399"/>
                      <a:pt x="2770" y="402"/>
                      <a:pt x="2751" y="409"/>
                    </a:cubicBezTo>
                    <a:cubicBezTo>
                      <a:pt x="2718" y="417"/>
                      <a:pt x="2693" y="433"/>
                      <a:pt x="2669" y="458"/>
                    </a:cubicBezTo>
                    <a:cubicBezTo>
                      <a:pt x="2602" y="458"/>
                      <a:pt x="2536" y="483"/>
                      <a:pt x="2478" y="508"/>
                    </a:cubicBezTo>
                    <a:cubicBezTo>
                      <a:pt x="2370" y="558"/>
                      <a:pt x="2271" y="607"/>
                      <a:pt x="2155" y="640"/>
                    </a:cubicBezTo>
                    <a:cubicBezTo>
                      <a:pt x="2080" y="661"/>
                      <a:pt x="1994" y="676"/>
                      <a:pt x="1910" y="676"/>
                    </a:cubicBezTo>
                    <a:cubicBezTo>
                      <a:pt x="1892" y="676"/>
                      <a:pt x="1874" y="675"/>
                      <a:pt x="1857" y="674"/>
                    </a:cubicBezTo>
                    <a:cubicBezTo>
                      <a:pt x="1757" y="657"/>
                      <a:pt x="1732" y="616"/>
                      <a:pt x="1732" y="516"/>
                    </a:cubicBezTo>
                    <a:cubicBezTo>
                      <a:pt x="1741" y="367"/>
                      <a:pt x="1815" y="119"/>
                      <a:pt x="1641" y="19"/>
                    </a:cubicBezTo>
                    <a:cubicBezTo>
                      <a:pt x="1614" y="6"/>
                      <a:pt x="1587" y="0"/>
                      <a:pt x="15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1" name="Google Shape;4581;p12"/>
              <p:cNvSpPr/>
              <p:nvPr/>
            </p:nvSpPr>
            <p:spPr>
              <a:xfrm>
                <a:off x="4869300" y="4669100"/>
                <a:ext cx="86600" cy="47250"/>
              </a:xfrm>
              <a:custGeom>
                <a:rect b="b" l="l" r="r" t="t"/>
                <a:pathLst>
                  <a:path extrusionOk="0" h="1890" w="3464">
                    <a:moveTo>
                      <a:pt x="2505" y="1"/>
                    </a:moveTo>
                    <a:cubicBezTo>
                      <a:pt x="2462" y="1"/>
                      <a:pt x="2419" y="23"/>
                      <a:pt x="2403" y="67"/>
                    </a:cubicBezTo>
                    <a:cubicBezTo>
                      <a:pt x="2403" y="67"/>
                      <a:pt x="2395" y="75"/>
                      <a:pt x="2386" y="84"/>
                    </a:cubicBezTo>
                    <a:cubicBezTo>
                      <a:pt x="2353" y="142"/>
                      <a:pt x="2353" y="208"/>
                      <a:pt x="2345" y="266"/>
                    </a:cubicBezTo>
                    <a:cubicBezTo>
                      <a:pt x="2345" y="349"/>
                      <a:pt x="2328" y="432"/>
                      <a:pt x="2303" y="514"/>
                    </a:cubicBezTo>
                    <a:cubicBezTo>
                      <a:pt x="2262" y="597"/>
                      <a:pt x="2212" y="680"/>
                      <a:pt x="2146" y="746"/>
                    </a:cubicBezTo>
                    <a:cubicBezTo>
                      <a:pt x="2088" y="771"/>
                      <a:pt x="2022" y="788"/>
                      <a:pt x="1955" y="813"/>
                    </a:cubicBezTo>
                    <a:cubicBezTo>
                      <a:pt x="1815" y="862"/>
                      <a:pt x="1682" y="912"/>
                      <a:pt x="1541" y="962"/>
                    </a:cubicBezTo>
                    <a:cubicBezTo>
                      <a:pt x="1533" y="962"/>
                      <a:pt x="1525" y="970"/>
                      <a:pt x="1525" y="970"/>
                    </a:cubicBezTo>
                    <a:cubicBezTo>
                      <a:pt x="1359" y="945"/>
                      <a:pt x="1309" y="829"/>
                      <a:pt x="1243" y="688"/>
                    </a:cubicBezTo>
                    <a:cubicBezTo>
                      <a:pt x="1193" y="572"/>
                      <a:pt x="1127" y="448"/>
                      <a:pt x="986" y="407"/>
                    </a:cubicBezTo>
                    <a:cubicBezTo>
                      <a:pt x="956" y="397"/>
                      <a:pt x="928" y="393"/>
                      <a:pt x="901" y="393"/>
                    </a:cubicBezTo>
                    <a:cubicBezTo>
                      <a:pt x="762" y="393"/>
                      <a:pt x="651" y="499"/>
                      <a:pt x="505" y="506"/>
                    </a:cubicBezTo>
                    <a:cubicBezTo>
                      <a:pt x="497" y="508"/>
                      <a:pt x="488" y="508"/>
                      <a:pt x="480" y="508"/>
                    </a:cubicBezTo>
                    <a:cubicBezTo>
                      <a:pt x="441" y="508"/>
                      <a:pt x="405" y="494"/>
                      <a:pt x="365" y="473"/>
                    </a:cubicBezTo>
                    <a:lnTo>
                      <a:pt x="365" y="465"/>
                    </a:lnTo>
                    <a:cubicBezTo>
                      <a:pt x="356" y="407"/>
                      <a:pt x="315" y="382"/>
                      <a:pt x="265" y="382"/>
                    </a:cubicBezTo>
                    <a:cubicBezTo>
                      <a:pt x="215" y="324"/>
                      <a:pt x="174" y="258"/>
                      <a:pt x="133" y="208"/>
                    </a:cubicBezTo>
                    <a:cubicBezTo>
                      <a:pt x="124" y="193"/>
                      <a:pt x="109" y="187"/>
                      <a:pt x="94" y="187"/>
                    </a:cubicBezTo>
                    <a:cubicBezTo>
                      <a:pt x="67" y="187"/>
                      <a:pt x="39" y="209"/>
                      <a:pt x="50" y="241"/>
                    </a:cubicBezTo>
                    <a:cubicBezTo>
                      <a:pt x="75" y="316"/>
                      <a:pt x="99" y="382"/>
                      <a:pt x="141" y="448"/>
                    </a:cubicBezTo>
                    <a:cubicBezTo>
                      <a:pt x="141" y="456"/>
                      <a:pt x="133" y="456"/>
                      <a:pt x="133" y="465"/>
                    </a:cubicBezTo>
                    <a:cubicBezTo>
                      <a:pt x="0" y="829"/>
                      <a:pt x="157" y="1252"/>
                      <a:pt x="472" y="1459"/>
                    </a:cubicBezTo>
                    <a:cubicBezTo>
                      <a:pt x="488" y="1472"/>
                      <a:pt x="508" y="1477"/>
                      <a:pt x="527" y="1477"/>
                    </a:cubicBezTo>
                    <a:cubicBezTo>
                      <a:pt x="560" y="1477"/>
                      <a:pt x="593" y="1463"/>
                      <a:pt x="613" y="1442"/>
                    </a:cubicBezTo>
                    <a:cubicBezTo>
                      <a:pt x="638" y="1418"/>
                      <a:pt x="663" y="1393"/>
                      <a:pt x="679" y="1368"/>
                    </a:cubicBezTo>
                    <a:cubicBezTo>
                      <a:pt x="688" y="1376"/>
                      <a:pt x="696" y="1393"/>
                      <a:pt x="696" y="1401"/>
                    </a:cubicBezTo>
                    <a:cubicBezTo>
                      <a:pt x="721" y="1476"/>
                      <a:pt x="746" y="1558"/>
                      <a:pt x="787" y="1616"/>
                    </a:cubicBezTo>
                    <a:cubicBezTo>
                      <a:pt x="862" y="1741"/>
                      <a:pt x="986" y="1815"/>
                      <a:pt x="1127" y="1848"/>
                    </a:cubicBezTo>
                    <a:cubicBezTo>
                      <a:pt x="1268" y="1890"/>
                      <a:pt x="1417" y="1890"/>
                      <a:pt x="1558" y="1890"/>
                    </a:cubicBezTo>
                    <a:cubicBezTo>
                      <a:pt x="1757" y="1890"/>
                      <a:pt x="1964" y="1890"/>
                      <a:pt x="2171" y="1882"/>
                    </a:cubicBezTo>
                    <a:cubicBezTo>
                      <a:pt x="2195" y="1882"/>
                      <a:pt x="2220" y="1882"/>
                      <a:pt x="2245" y="1882"/>
                    </a:cubicBezTo>
                    <a:cubicBezTo>
                      <a:pt x="2532" y="1882"/>
                      <a:pt x="2846" y="1875"/>
                      <a:pt x="3082" y="1699"/>
                    </a:cubicBezTo>
                    <a:cubicBezTo>
                      <a:pt x="3157" y="1650"/>
                      <a:pt x="3215" y="1592"/>
                      <a:pt x="3256" y="1517"/>
                    </a:cubicBezTo>
                    <a:cubicBezTo>
                      <a:pt x="3298" y="1517"/>
                      <a:pt x="3339" y="1500"/>
                      <a:pt x="3364" y="1459"/>
                    </a:cubicBezTo>
                    <a:cubicBezTo>
                      <a:pt x="3463" y="1326"/>
                      <a:pt x="3447" y="1161"/>
                      <a:pt x="3380" y="1012"/>
                    </a:cubicBezTo>
                    <a:cubicBezTo>
                      <a:pt x="3380" y="970"/>
                      <a:pt x="3372" y="920"/>
                      <a:pt x="3356" y="879"/>
                    </a:cubicBezTo>
                    <a:cubicBezTo>
                      <a:pt x="3281" y="556"/>
                      <a:pt x="3032" y="316"/>
                      <a:pt x="2767" y="125"/>
                    </a:cubicBezTo>
                    <a:cubicBezTo>
                      <a:pt x="2718" y="92"/>
                      <a:pt x="2643" y="34"/>
                      <a:pt x="2569" y="17"/>
                    </a:cubicBezTo>
                    <a:cubicBezTo>
                      <a:pt x="2549" y="6"/>
                      <a:pt x="2527" y="1"/>
                      <a:pt x="25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2" name="Google Shape;4582;p12"/>
              <p:cNvSpPr/>
              <p:nvPr/>
            </p:nvSpPr>
            <p:spPr>
              <a:xfrm>
                <a:off x="4845475" y="4614175"/>
                <a:ext cx="24050" cy="39075"/>
              </a:xfrm>
              <a:custGeom>
                <a:rect b="b" l="l" r="r" t="t"/>
                <a:pathLst>
                  <a:path extrusionOk="0" h="1563" w="962">
                    <a:moveTo>
                      <a:pt x="369" y="0"/>
                    </a:moveTo>
                    <a:cubicBezTo>
                      <a:pt x="295" y="0"/>
                      <a:pt x="216" y="30"/>
                      <a:pt x="166" y="85"/>
                    </a:cubicBezTo>
                    <a:cubicBezTo>
                      <a:pt x="0" y="267"/>
                      <a:pt x="75" y="508"/>
                      <a:pt x="166" y="706"/>
                    </a:cubicBezTo>
                    <a:cubicBezTo>
                      <a:pt x="265" y="897"/>
                      <a:pt x="390" y="1079"/>
                      <a:pt x="539" y="1245"/>
                    </a:cubicBezTo>
                    <a:cubicBezTo>
                      <a:pt x="572" y="1336"/>
                      <a:pt x="605" y="1427"/>
                      <a:pt x="646" y="1518"/>
                    </a:cubicBezTo>
                    <a:cubicBezTo>
                      <a:pt x="662" y="1549"/>
                      <a:pt x="688" y="1562"/>
                      <a:pt x="716" y="1562"/>
                    </a:cubicBezTo>
                    <a:cubicBezTo>
                      <a:pt x="748" y="1562"/>
                      <a:pt x="782" y="1545"/>
                      <a:pt x="804" y="1518"/>
                    </a:cubicBezTo>
                    <a:cubicBezTo>
                      <a:pt x="811" y="1521"/>
                      <a:pt x="817" y="1522"/>
                      <a:pt x="824" y="1522"/>
                    </a:cubicBezTo>
                    <a:cubicBezTo>
                      <a:pt x="843" y="1522"/>
                      <a:pt x="862" y="1514"/>
                      <a:pt x="887" y="1502"/>
                    </a:cubicBezTo>
                    <a:cubicBezTo>
                      <a:pt x="928" y="1469"/>
                      <a:pt x="961" y="1402"/>
                      <a:pt x="928" y="1344"/>
                    </a:cubicBezTo>
                    <a:lnTo>
                      <a:pt x="920" y="1344"/>
                    </a:lnTo>
                    <a:cubicBezTo>
                      <a:pt x="920" y="1344"/>
                      <a:pt x="920" y="1344"/>
                      <a:pt x="920" y="1336"/>
                    </a:cubicBezTo>
                    <a:cubicBezTo>
                      <a:pt x="903" y="1320"/>
                      <a:pt x="887" y="1303"/>
                      <a:pt x="862" y="1295"/>
                    </a:cubicBezTo>
                    <a:cubicBezTo>
                      <a:pt x="845" y="1278"/>
                      <a:pt x="837" y="1253"/>
                      <a:pt x="820" y="1237"/>
                    </a:cubicBezTo>
                    <a:cubicBezTo>
                      <a:pt x="812" y="955"/>
                      <a:pt x="762" y="665"/>
                      <a:pt x="721" y="392"/>
                    </a:cubicBezTo>
                    <a:cubicBezTo>
                      <a:pt x="713" y="358"/>
                      <a:pt x="688" y="334"/>
                      <a:pt x="655" y="325"/>
                    </a:cubicBezTo>
                    <a:cubicBezTo>
                      <a:pt x="671" y="234"/>
                      <a:pt x="663" y="135"/>
                      <a:pt x="580" y="85"/>
                    </a:cubicBezTo>
                    <a:cubicBezTo>
                      <a:pt x="564" y="77"/>
                      <a:pt x="547" y="68"/>
                      <a:pt x="522" y="60"/>
                    </a:cubicBezTo>
                    <a:cubicBezTo>
                      <a:pt x="485" y="19"/>
                      <a:pt x="428" y="0"/>
                      <a:pt x="36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3" name="Google Shape;4583;p12"/>
              <p:cNvSpPr/>
              <p:nvPr/>
            </p:nvSpPr>
            <p:spPr>
              <a:xfrm>
                <a:off x="4991700" y="4676275"/>
                <a:ext cx="83725" cy="71000"/>
              </a:xfrm>
              <a:custGeom>
                <a:rect b="b" l="l" r="r" t="t"/>
                <a:pathLst>
                  <a:path extrusionOk="0" h="2840" w="3349">
                    <a:moveTo>
                      <a:pt x="144" y="0"/>
                    </a:moveTo>
                    <a:cubicBezTo>
                      <a:pt x="103" y="0"/>
                      <a:pt x="59" y="38"/>
                      <a:pt x="75" y="87"/>
                    </a:cubicBezTo>
                    <a:cubicBezTo>
                      <a:pt x="75" y="111"/>
                      <a:pt x="84" y="128"/>
                      <a:pt x="92" y="153"/>
                    </a:cubicBezTo>
                    <a:cubicBezTo>
                      <a:pt x="75" y="161"/>
                      <a:pt x="67" y="186"/>
                      <a:pt x="67" y="211"/>
                    </a:cubicBezTo>
                    <a:cubicBezTo>
                      <a:pt x="9" y="451"/>
                      <a:pt x="1" y="700"/>
                      <a:pt x="42" y="948"/>
                    </a:cubicBezTo>
                    <a:cubicBezTo>
                      <a:pt x="59" y="1073"/>
                      <a:pt x="92" y="1197"/>
                      <a:pt x="133" y="1321"/>
                    </a:cubicBezTo>
                    <a:cubicBezTo>
                      <a:pt x="175" y="1437"/>
                      <a:pt x="224" y="1545"/>
                      <a:pt x="224" y="1669"/>
                    </a:cubicBezTo>
                    <a:cubicBezTo>
                      <a:pt x="233" y="1893"/>
                      <a:pt x="183" y="2125"/>
                      <a:pt x="307" y="2324"/>
                    </a:cubicBezTo>
                    <a:cubicBezTo>
                      <a:pt x="423" y="2498"/>
                      <a:pt x="614" y="2589"/>
                      <a:pt x="804" y="2672"/>
                    </a:cubicBezTo>
                    <a:cubicBezTo>
                      <a:pt x="1001" y="2749"/>
                      <a:pt x="1197" y="2820"/>
                      <a:pt x="1408" y="2820"/>
                    </a:cubicBezTo>
                    <a:cubicBezTo>
                      <a:pt x="1447" y="2820"/>
                      <a:pt x="1486" y="2818"/>
                      <a:pt x="1525" y="2813"/>
                    </a:cubicBezTo>
                    <a:cubicBezTo>
                      <a:pt x="1650" y="2804"/>
                      <a:pt x="1782" y="2771"/>
                      <a:pt x="1906" y="2771"/>
                    </a:cubicBezTo>
                    <a:cubicBezTo>
                      <a:pt x="2039" y="2771"/>
                      <a:pt x="2163" y="2796"/>
                      <a:pt x="2288" y="2813"/>
                    </a:cubicBezTo>
                    <a:cubicBezTo>
                      <a:pt x="2391" y="2828"/>
                      <a:pt x="2493" y="2840"/>
                      <a:pt x="2594" y="2840"/>
                    </a:cubicBezTo>
                    <a:cubicBezTo>
                      <a:pt x="2711" y="2840"/>
                      <a:pt x="2826" y="2824"/>
                      <a:pt x="2942" y="2779"/>
                    </a:cubicBezTo>
                    <a:cubicBezTo>
                      <a:pt x="3108" y="2705"/>
                      <a:pt x="3274" y="2572"/>
                      <a:pt x="3315" y="2382"/>
                    </a:cubicBezTo>
                    <a:cubicBezTo>
                      <a:pt x="3348" y="2257"/>
                      <a:pt x="3315" y="2125"/>
                      <a:pt x="3274" y="2001"/>
                    </a:cubicBezTo>
                    <a:cubicBezTo>
                      <a:pt x="3216" y="1860"/>
                      <a:pt x="3166" y="1727"/>
                      <a:pt x="3116" y="1586"/>
                    </a:cubicBezTo>
                    <a:cubicBezTo>
                      <a:pt x="3000" y="1296"/>
                      <a:pt x="2892" y="1015"/>
                      <a:pt x="2785" y="725"/>
                    </a:cubicBezTo>
                    <a:cubicBezTo>
                      <a:pt x="2765" y="676"/>
                      <a:pt x="2714" y="642"/>
                      <a:pt x="2666" y="642"/>
                    </a:cubicBezTo>
                    <a:cubicBezTo>
                      <a:pt x="2631" y="642"/>
                      <a:pt x="2598" y="659"/>
                      <a:pt x="2578" y="700"/>
                    </a:cubicBezTo>
                    <a:cubicBezTo>
                      <a:pt x="2395" y="1073"/>
                      <a:pt x="1964" y="1222"/>
                      <a:pt x="1567" y="1238"/>
                    </a:cubicBezTo>
                    <a:cubicBezTo>
                      <a:pt x="1542" y="1239"/>
                      <a:pt x="1517" y="1240"/>
                      <a:pt x="1491" y="1240"/>
                    </a:cubicBezTo>
                    <a:cubicBezTo>
                      <a:pt x="1278" y="1240"/>
                      <a:pt x="1044" y="1204"/>
                      <a:pt x="896" y="1056"/>
                    </a:cubicBezTo>
                    <a:cubicBezTo>
                      <a:pt x="821" y="981"/>
                      <a:pt x="763" y="874"/>
                      <a:pt x="771" y="766"/>
                    </a:cubicBezTo>
                    <a:cubicBezTo>
                      <a:pt x="780" y="650"/>
                      <a:pt x="854" y="551"/>
                      <a:pt x="780" y="435"/>
                    </a:cubicBezTo>
                    <a:cubicBezTo>
                      <a:pt x="705" y="327"/>
                      <a:pt x="564" y="335"/>
                      <a:pt x="456" y="294"/>
                    </a:cubicBezTo>
                    <a:cubicBezTo>
                      <a:pt x="340" y="244"/>
                      <a:pt x="258" y="145"/>
                      <a:pt x="200" y="37"/>
                    </a:cubicBezTo>
                    <a:cubicBezTo>
                      <a:pt x="188" y="11"/>
                      <a:pt x="166" y="0"/>
                      <a:pt x="1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4" name="Google Shape;4584;p12"/>
              <p:cNvSpPr/>
              <p:nvPr/>
            </p:nvSpPr>
            <p:spPr>
              <a:xfrm>
                <a:off x="4998225" y="4659975"/>
                <a:ext cx="5925" cy="17450"/>
              </a:xfrm>
              <a:custGeom>
                <a:rect b="b" l="l" r="r" t="t"/>
                <a:pathLst>
                  <a:path extrusionOk="0" h="698" w="237">
                    <a:moveTo>
                      <a:pt x="133" y="0"/>
                    </a:moveTo>
                    <a:cubicBezTo>
                      <a:pt x="82" y="0"/>
                      <a:pt x="46" y="47"/>
                      <a:pt x="38" y="101"/>
                    </a:cubicBezTo>
                    <a:cubicBezTo>
                      <a:pt x="30" y="184"/>
                      <a:pt x="30" y="275"/>
                      <a:pt x="21" y="366"/>
                    </a:cubicBezTo>
                    <a:cubicBezTo>
                      <a:pt x="13" y="457"/>
                      <a:pt x="13" y="548"/>
                      <a:pt x="5" y="639"/>
                    </a:cubicBezTo>
                    <a:cubicBezTo>
                      <a:pt x="0" y="676"/>
                      <a:pt x="32" y="698"/>
                      <a:pt x="64" y="698"/>
                    </a:cubicBezTo>
                    <a:cubicBezTo>
                      <a:pt x="89" y="698"/>
                      <a:pt x="114" y="685"/>
                      <a:pt x="121" y="656"/>
                    </a:cubicBezTo>
                    <a:cubicBezTo>
                      <a:pt x="137" y="565"/>
                      <a:pt x="162" y="474"/>
                      <a:pt x="179" y="391"/>
                    </a:cubicBezTo>
                    <a:cubicBezTo>
                      <a:pt x="187" y="300"/>
                      <a:pt x="212" y="208"/>
                      <a:pt x="220" y="126"/>
                    </a:cubicBezTo>
                    <a:cubicBezTo>
                      <a:pt x="237" y="68"/>
                      <a:pt x="204" y="10"/>
                      <a:pt x="146" y="1"/>
                    </a:cubicBezTo>
                    <a:cubicBezTo>
                      <a:pt x="141" y="1"/>
                      <a:pt x="137" y="0"/>
                      <a:pt x="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5" name="Google Shape;4585;p12"/>
              <p:cNvSpPr/>
              <p:nvPr/>
            </p:nvSpPr>
            <p:spPr>
              <a:xfrm>
                <a:off x="5002900" y="4656050"/>
                <a:ext cx="4975" cy="3975"/>
              </a:xfrm>
              <a:custGeom>
                <a:rect b="b" l="l" r="r" t="t"/>
                <a:pathLst>
                  <a:path extrusionOk="0" h="159" w="199">
                    <a:moveTo>
                      <a:pt x="100" y="1"/>
                    </a:moveTo>
                    <a:cubicBezTo>
                      <a:pt x="0" y="1"/>
                      <a:pt x="0" y="158"/>
                      <a:pt x="100" y="158"/>
                    </a:cubicBezTo>
                    <a:cubicBezTo>
                      <a:pt x="199" y="158"/>
                      <a:pt x="199" y="1"/>
                      <a:pt x="1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6" name="Google Shape;4586;p12"/>
              <p:cNvSpPr/>
              <p:nvPr/>
            </p:nvSpPr>
            <p:spPr>
              <a:xfrm>
                <a:off x="4902500" y="4134425"/>
                <a:ext cx="12375" cy="24775"/>
              </a:xfrm>
              <a:custGeom>
                <a:rect b="b" l="l" r="r" t="t"/>
                <a:pathLst>
                  <a:path extrusionOk="0" h="991" w="495">
                    <a:moveTo>
                      <a:pt x="82" y="1"/>
                    </a:moveTo>
                    <a:cubicBezTo>
                      <a:pt x="37" y="1"/>
                      <a:pt x="0" y="45"/>
                      <a:pt x="31" y="94"/>
                    </a:cubicBezTo>
                    <a:cubicBezTo>
                      <a:pt x="56" y="152"/>
                      <a:pt x="81" y="218"/>
                      <a:pt x="105" y="276"/>
                    </a:cubicBezTo>
                    <a:cubicBezTo>
                      <a:pt x="130" y="343"/>
                      <a:pt x="163" y="401"/>
                      <a:pt x="180" y="467"/>
                    </a:cubicBezTo>
                    <a:cubicBezTo>
                      <a:pt x="188" y="500"/>
                      <a:pt x="197" y="533"/>
                      <a:pt x="205" y="566"/>
                    </a:cubicBezTo>
                    <a:cubicBezTo>
                      <a:pt x="213" y="591"/>
                      <a:pt x="221" y="641"/>
                      <a:pt x="230" y="658"/>
                    </a:cubicBezTo>
                    <a:cubicBezTo>
                      <a:pt x="230" y="666"/>
                      <a:pt x="230" y="707"/>
                      <a:pt x="230" y="732"/>
                    </a:cubicBezTo>
                    <a:cubicBezTo>
                      <a:pt x="230" y="749"/>
                      <a:pt x="230" y="757"/>
                      <a:pt x="230" y="774"/>
                    </a:cubicBezTo>
                    <a:cubicBezTo>
                      <a:pt x="230" y="774"/>
                      <a:pt x="221" y="798"/>
                      <a:pt x="221" y="798"/>
                    </a:cubicBezTo>
                    <a:cubicBezTo>
                      <a:pt x="213" y="832"/>
                      <a:pt x="205" y="865"/>
                      <a:pt x="205" y="890"/>
                    </a:cubicBezTo>
                    <a:cubicBezTo>
                      <a:pt x="205" y="948"/>
                      <a:pt x="238" y="981"/>
                      <a:pt x="288" y="989"/>
                    </a:cubicBezTo>
                    <a:cubicBezTo>
                      <a:pt x="294" y="990"/>
                      <a:pt x="301" y="991"/>
                      <a:pt x="308" y="991"/>
                    </a:cubicBezTo>
                    <a:cubicBezTo>
                      <a:pt x="388" y="991"/>
                      <a:pt x="446" y="901"/>
                      <a:pt x="462" y="832"/>
                    </a:cubicBezTo>
                    <a:cubicBezTo>
                      <a:pt x="495" y="699"/>
                      <a:pt x="462" y="542"/>
                      <a:pt x="412" y="417"/>
                    </a:cubicBezTo>
                    <a:cubicBezTo>
                      <a:pt x="379" y="343"/>
                      <a:pt x="354" y="260"/>
                      <a:pt x="304" y="194"/>
                    </a:cubicBezTo>
                    <a:cubicBezTo>
                      <a:pt x="279" y="160"/>
                      <a:pt x="255" y="127"/>
                      <a:pt x="221" y="94"/>
                    </a:cubicBezTo>
                    <a:cubicBezTo>
                      <a:pt x="197" y="61"/>
                      <a:pt x="163" y="44"/>
                      <a:pt x="130" y="20"/>
                    </a:cubicBezTo>
                    <a:cubicBezTo>
                      <a:pt x="115" y="6"/>
                      <a:pt x="98" y="1"/>
                      <a:pt x="8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7" name="Google Shape;4587;p12"/>
              <p:cNvSpPr/>
              <p:nvPr/>
            </p:nvSpPr>
            <p:spPr>
              <a:xfrm>
                <a:off x="4904500" y="4163700"/>
                <a:ext cx="4175" cy="3325"/>
              </a:xfrm>
              <a:custGeom>
                <a:rect b="b" l="l" r="r" t="t"/>
                <a:pathLst>
                  <a:path extrusionOk="0" h="133" w="167">
                    <a:moveTo>
                      <a:pt x="83" y="0"/>
                    </a:moveTo>
                    <a:cubicBezTo>
                      <a:pt x="1" y="0"/>
                      <a:pt x="1" y="133"/>
                      <a:pt x="83" y="133"/>
                    </a:cubicBezTo>
                    <a:cubicBezTo>
                      <a:pt x="166" y="133"/>
                      <a:pt x="166" y="0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8" name="Google Shape;4588;p12"/>
              <p:cNvSpPr/>
              <p:nvPr/>
            </p:nvSpPr>
            <p:spPr>
              <a:xfrm>
                <a:off x="5084300" y="4240975"/>
                <a:ext cx="11000" cy="27000"/>
              </a:xfrm>
              <a:custGeom>
                <a:rect b="b" l="l" r="r" t="t"/>
                <a:pathLst>
                  <a:path extrusionOk="0" h="1080" w="440">
                    <a:moveTo>
                      <a:pt x="350" y="0"/>
                    </a:moveTo>
                    <a:cubicBezTo>
                      <a:pt x="328" y="0"/>
                      <a:pt x="305" y="11"/>
                      <a:pt x="290" y="33"/>
                    </a:cubicBezTo>
                    <a:cubicBezTo>
                      <a:pt x="241" y="99"/>
                      <a:pt x="232" y="190"/>
                      <a:pt x="216" y="273"/>
                    </a:cubicBezTo>
                    <a:cubicBezTo>
                      <a:pt x="199" y="356"/>
                      <a:pt x="174" y="439"/>
                      <a:pt x="158" y="513"/>
                    </a:cubicBezTo>
                    <a:cubicBezTo>
                      <a:pt x="108" y="679"/>
                      <a:pt x="67" y="845"/>
                      <a:pt x="17" y="1002"/>
                    </a:cubicBezTo>
                    <a:cubicBezTo>
                      <a:pt x="0" y="1046"/>
                      <a:pt x="39" y="1080"/>
                      <a:pt x="76" y="1080"/>
                    </a:cubicBezTo>
                    <a:cubicBezTo>
                      <a:pt x="95" y="1080"/>
                      <a:pt x="114" y="1071"/>
                      <a:pt x="125" y="1052"/>
                    </a:cubicBezTo>
                    <a:cubicBezTo>
                      <a:pt x="207" y="895"/>
                      <a:pt x="282" y="737"/>
                      <a:pt x="332" y="563"/>
                    </a:cubicBezTo>
                    <a:cubicBezTo>
                      <a:pt x="357" y="489"/>
                      <a:pt x="373" y="406"/>
                      <a:pt x="390" y="323"/>
                    </a:cubicBezTo>
                    <a:cubicBezTo>
                      <a:pt x="415" y="232"/>
                      <a:pt x="439" y="132"/>
                      <a:pt x="415" y="49"/>
                    </a:cubicBezTo>
                    <a:cubicBezTo>
                      <a:pt x="405" y="17"/>
                      <a:pt x="378" y="0"/>
                      <a:pt x="3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9" name="Google Shape;4589;p12"/>
              <p:cNvSpPr/>
              <p:nvPr/>
            </p:nvSpPr>
            <p:spPr>
              <a:xfrm>
                <a:off x="5093400" y="4226675"/>
                <a:ext cx="3775" cy="7100"/>
              </a:xfrm>
              <a:custGeom>
                <a:rect b="b" l="l" r="r" t="t"/>
                <a:pathLst>
                  <a:path extrusionOk="0" h="284" w="151">
                    <a:moveTo>
                      <a:pt x="109" y="0"/>
                    </a:moveTo>
                    <a:cubicBezTo>
                      <a:pt x="92" y="0"/>
                      <a:pt x="75" y="8"/>
                      <a:pt x="59" y="17"/>
                    </a:cubicBezTo>
                    <a:cubicBezTo>
                      <a:pt x="51" y="25"/>
                      <a:pt x="42" y="41"/>
                      <a:pt x="34" y="58"/>
                    </a:cubicBezTo>
                    <a:cubicBezTo>
                      <a:pt x="34" y="75"/>
                      <a:pt x="26" y="83"/>
                      <a:pt x="26" y="99"/>
                    </a:cubicBezTo>
                    <a:cubicBezTo>
                      <a:pt x="9" y="133"/>
                      <a:pt x="9" y="174"/>
                      <a:pt x="1" y="207"/>
                    </a:cubicBezTo>
                    <a:cubicBezTo>
                      <a:pt x="1" y="224"/>
                      <a:pt x="1" y="240"/>
                      <a:pt x="9" y="257"/>
                    </a:cubicBezTo>
                    <a:cubicBezTo>
                      <a:pt x="17" y="265"/>
                      <a:pt x="26" y="282"/>
                      <a:pt x="42" y="282"/>
                    </a:cubicBezTo>
                    <a:cubicBezTo>
                      <a:pt x="48" y="283"/>
                      <a:pt x="54" y="284"/>
                      <a:pt x="60" y="284"/>
                    </a:cubicBezTo>
                    <a:cubicBezTo>
                      <a:pt x="89" y="284"/>
                      <a:pt x="118" y="268"/>
                      <a:pt x="125" y="240"/>
                    </a:cubicBezTo>
                    <a:cubicBezTo>
                      <a:pt x="133" y="199"/>
                      <a:pt x="142" y="166"/>
                      <a:pt x="142" y="124"/>
                    </a:cubicBezTo>
                    <a:cubicBezTo>
                      <a:pt x="150" y="108"/>
                      <a:pt x="150" y="91"/>
                      <a:pt x="150" y="75"/>
                    </a:cubicBezTo>
                    <a:cubicBezTo>
                      <a:pt x="150" y="41"/>
                      <a:pt x="133" y="8"/>
                      <a:pt x="1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0" name="Google Shape;4590;p12"/>
              <p:cNvSpPr/>
              <p:nvPr/>
            </p:nvSpPr>
            <p:spPr>
              <a:xfrm>
                <a:off x="4924600" y="4245850"/>
                <a:ext cx="7475" cy="18675"/>
              </a:xfrm>
              <a:custGeom>
                <a:rect b="b" l="l" r="r" t="t"/>
                <a:pathLst>
                  <a:path extrusionOk="0" h="747" w="299">
                    <a:moveTo>
                      <a:pt x="243" y="0"/>
                    </a:moveTo>
                    <a:cubicBezTo>
                      <a:pt x="217" y="0"/>
                      <a:pt x="191" y="19"/>
                      <a:pt x="191" y="53"/>
                    </a:cubicBezTo>
                    <a:cubicBezTo>
                      <a:pt x="183" y="78"/>
                      <a:pt x="183" y="103"/>
                      <a:pt x="174" y="128"/>
                    </a:cubicBezTo>
                    <a:cubicBezTo>
                      <a:pt x="174" y="153"/>
                      <a:pt x="166" y="178"/>
                      <a:pt x="158" y="202"/>
                    </a:cubicBezTo>
                    <a:cubicBezTo>
                      <a:pt x="141" y="260"/>
                      <a:pt x="125" y="310"/>
                      <a:pt x="108" y="368"/>
                    </a:cubicBezTo>
                    <a:cubicBezTo>
                      <a:pt x="91" y="418"/>
                      <a:pt x="75" y="468"/>
                      <a:pt x="58" y="517"/>
                    </a:cubicBezTo>
                    <a:cubicBezTo>
                      <a:pt x="42" y="567"/>
                      <a:pt x="0" y="642"/>
                      <a:pt x="17" y="691"/>
                    </a:cubicBezTo>
                    <a:cubicBezTo>
                      <a:pt x="30" y="724"/>
                      <a:pt x="53" y="746"/>
                      <a:pt x="83" y="746"/>
                    </a:cubicBezTo>
                    <a:cubicBezTo>
                      <a:pt x="91" y="746"/>
                      <a:pt x="99" y="745"/>
                      <a:pt x="108" y="741"/>
                    </a:cubicBezTo>
                    <a:cubicBezTo>
                      <a:pt x="174" y="724"/>
                      <a:pt x="207" y="642"/>
                      <a:pt x="224" y="584"/>
                    </a:cubicBezTo>
                    <a:cubicBezTo>
                      <a:pt x="249" y="526"/>
                      <a:pt x="265" y="468"/>
                      <a:pt x="282" y="410"/>
                    </a:cubicBezTo>
                    <a:cubicBezTo>
                      <a:pt x="290" y="352"/>
                      <a:pt x="299" y="294"/>
                      <a:pt x="299" y="227"/>
                    </a:cubicBezTo>
                    <a:cubicBezTo>
                      <a:pt x="299" y="202"/>
                      <a:pt x="299" y="178"/>
                      <a:pt x="299" y="144"/>
                    </a:cubicBezTo>
                    <a:cubicBezTo>
                      <a:pt x="290" y="111"/>
                      <a:pt x="290" y="78"/>
                      <a:pt x="290" y="53"/>
                    </a:cubicBezTo>
                    <a:cubicBezTo>
                      <a:pt x="290" y="17"/>
                      <a:pt x="267" y="0"/>
                      <a:pt x="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1" name="Google Shape;4591;p12"/>
              <p:cNvSpPr/>
              <p:nvPr/>
            </p:nvSpPr>
            <p:spPr>
              <a:xfrm>
                <a:off x="4919000" y="4276575"/>
                <a:ext cx="3125" cy="5375"/>
              </a:xfrm>
              <a:custGeom>
                <a:rect b="b" l="l" r="r" t="t"/>
                <a:pathLst>
                  <a:path extrusionOk="0" h="215" w="125">
                    <a:moveTo>
                      <a:pt x="67" y="1"/>
                    </a:moveTo>
                    <a:cubicBezTo>
                      <a:pt x="50" y="1"/>
                      <a:pt x="34" y="9"/>
                      <a:pt x="25" y="17"/>
                    </a:cubicBezTo>
                    <a:cubicBezTo>
                      <a:pt x="17" y="34"/>
                      <a:pt x="9" y="51"/>
                      <a:pt x="9" y="59"/>
                    </a:cubicBezTo>
                    <a:cubicBezTo>
                      <a:pt x="9" y="75"/>
                      <a:pt x="9" y="92"/>
                      <a:pt x="9" y="109"/>
                    </a:cubicBezTo>
                    <a:cubicBezTo>
                      <a:pt x="9" y="117"/>
                      <a:pt x="9" y="117"/>
                      <a:pt x="9" y="125"/>
                    </a:cubicBezTo>
                    <a:cubicBezTo>
                      <a:pt x="1" y="133"/>
                      <a:pt x="1" y="150"/>
                      <a:pt x="1" y="158"/>
                    </a:cubicBezTo>
                    <a:cubicBezTo>
                      <a:pt x="1" y="164"/>
                      <a:pt x="1" y="169"/>
                      <a:pt x="1" y="175"/>
                    </a:cubicBezTo>
                    <a:cubicBezTo>
                      <a:pt x="1" y="191"/>
                      <a:pt x="9" y="200"/>
                      <a:pt x="17" y="208"/>
                    </a:cubicBezTo>
                    <a:cubicBezTo>
                      <a:pt x="21" y="212"/>
                      <a:pt x="27" y="214"/>
                      <a:pt x="34" y="214"/>
                    </a:cubicBezTo>
                    <a:cubicBezTo>
                      <a:pt x="40" y="214"/>
                      <a:pt x="46" y="212"/>
                      <a:pt x="50" y="208"/>
                    </a:cubicBezTo>
                    <a:cubicBezTo>
                      <a:pt x="59" y="200"/>
                      <a:pt x="75" y="191"/>
                      <a:pt x="83" y="183"/>
                    </a:cubicBezTo>
                    <a:cubicBezTo>
                      <a:pt x="83" y="175"/>
                      <a:pt x="92" y="167"/>
                      <a:pt x="100" y="158"/>
                    </a:cubicBezTo>
                    <a:cubicBezTo>
                      <a:pt x="100" y="150"/>
                      <a:pt x="100" y="142"/>
                      <a:pt x="108" y="133"/>
                    </a:cubicBezTo>
                    <a:cubicBezTo>
                      <a:pt x="117" y="109"/>
                      <a:pt x="125" y="84"/>
                      <a:pt x="125" y="59"/>
                    </a:cubicBezTo>
                    <a:cubicBezTo>
                      <a:pt x="125" y="51"/>
                      <a:pt x="117" y="34"/>
                      <a:pt x="108" y="17"/>
                    </a:cubicBezTo>
                    <a:cubicBezTo>
                      <a:pt x="100" y="9"/>
                      <a:pt x="83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2" name="Google Shape;4592;p12"/>
              <p:cNvSpPr/>
              <p:nvPr/>
            </p:nvSpPr>
            <p:spPr>
              <a:xfrm>
                <a:off x="4649725" y="4219750"/>
                <a:ext cx="171325" cy="452075"/>
              </a:xfrm>
              <a:custGeom>
                <a:rect b="b" l="l" r="r" t="t"/>
                <a:pathLst>
                  <a:path extrusionOk="0" h="18083" w="6853">
                    <a:moveTo>
                      <a:pt x="5742" y="3633"/>
                    </a:moveTo>
                    <a:cubicBezTo>
                      <a:pt x="5775" y="3649"/>
                      <a:pt x="5800" y="3657"/>
                      <a:pt x="5833" y="3657"/>
                    </a:cubicBezTo>
                    <a:cubicBezTo>
                      <a:pt x="5817" y="3666"/>
                      <a:pt x="5800" y="3666"/>
                      <a:pt x="5784" y="3674"/>
                    </a:cubicBezTo>
                    <a:cubicBezTo>
                      <a:pt x="5767" y="3657"/>
                      <a:pt x="5759" y="3649"/>
                      <a:pt x="5742" y="3633"/>
                    </a:cubicBezTo>
                    <a:close/>
                    <a:moveTo>
                      <a:pt x="6547" y="0"/>
                    </a:moveTo>
                    <a:cubicBezTo>
                      <a:pt x="6501" y="0"/>
                      <a:pt x="6453" y="26"/>
                      <a:pt x="6430" y="86"/>
                    </a:cubicBezTo>
                    <a:cubicBezTo>
                      <a:pt x="6032" y="1097"/>
                      <a:pt x="5900" y="2174"/>
                      <a:pt x="6082" y="3243"/>
                    </a:cubicBezTo>
                    <a:cubicBezTo>
                      <a:pt x="6090" y="3310"/>
                      <a:pt x="6107" y="3376"/>
                      <a:pt x="6115" y="3442"/>
                    </a:cubicBezTo>
                    <a:cubicBezTo>
                      <a:pt x="5991" y="3434"/>
                      <a:pt x="5867" y="3417"/>
                      <a:pt x="5742" y="3376"/>
                    </a:cubicBezTo>
                    <a:cubicBezTo>
                      <a:pt x="5601" y="3326"/>
                      <a:pt x="5494" y="3235"/>
                      <a:pt x="5403" y="3127"/>
                    </a:cubicBezTo>
                    <a:cubicBezTo>
                      <a:pt x="5378" y="3094"/>
                      <a:pt x="5353" y="3053"/>
                      <a:pt x="5328" y="3011"/>
                    </a:cubicBezTo>
                    <a:cubicBezTo>
                      <a:pt x="4997" y="2506"/>
                      <a:pt x="4615" y="2000"/>
                      <a:pt x="4458" y="1404"/>
                    </a:cubicBezTo>
                    <a:cubicBezTo>
                      <a:pt x="4451" y="1349"/>
                      <a:pt x="4399" y="1317"/>
                      <a:pt x="4353" y="1317"/>
                    </a:cubicBezTo>
                    <a:cubicBezTo>
                      <a:pt x="4343" y="1317"/>
                      <a:pt x="4334" y="1318"/>
                      <a:pt x="4325" y="1321"/>
                    </a:cubicBezTo>
                    <a:cubicBezTo>
                      <a:pt x="4259" y="1338"/>
                      <a:pt x="4234" y="1404"/>
                      <a:pt x="4243" y="1462"/>
                    </a:cubicBezTo>
                    <a:cubicBezTo>
                      <a:pt x="4251" y="1487"/>
                      <a:pt x="4251" y="1512"/>
                      <a:pt x="4259" y="1545"/>
                    </a:cubicBezTo>
                    <a:cubicBezTo>
                      <a:pt x="4234" y="1553"/>
                      <a:pt x="4226" y="1570"/>
                      <a:pt x="4234" y="1603"/>
                    </a:cubicBezTo>
                    <a:cubicBezTo>
                      <a:pt x="4342" y="1876"/>
                      <a:pt x="4441" y="2158"/>
                      <a:pt x="4557" y="2423"/>
                    </a:cubicBezTo>
                    <a:cubicBezTo>
                      <a:pt x="4682" y="2696"/>
                      <a:pt x="4814" y="2970"/>
                      <a:pt x="4955" y="3235"/>
                    </a:cubicBezTo>
                    <a:cubicBezTo>
                      <a:pt x="5104" y="3500"/>
                      <a:pt x="5287" y="3865"/>
                      <a:pt x="5552" y="4047"/>
                    </a:cubicBezTo>
                    <a:cubicBezTo>
                      <a:pt x="5618" y="4138"/>
                      <a:pt x="5676" y="4229"/>
                      <a:pt x="5734" y="4320"/>
                    </a:cubicBezTo>
                    <a:cubicBezTo>
                      <a:pt x="5759" y="4353"/>
                      <a:pt x="5784" y="4395"/>
                      <a:pt x="5809" y="4428"/>
                    </a:cubicBezTo>
                    <a:cubicBezTo>
                      <a:pt x="5809" y="4436"/>
                      <a:pt x="5809" y="4436"/>
                      <a:pt x="5809" y="4436"/>
                    </a:cubicBezTo>
                    <a:cubicBezTo>
                      <a:pt x="5800" y="4428"/>
                      <a:pt x="5784" y="4420"/>
                      <a:pt x="5775" y="4411"/>
                    </a:cubicBezTo>
                    <a:cubicBezTo>
                      <a:pt x="5461" y="4121"/>
                      <a:pt x="5179" y="3782"/>
                      <a:pt x="4930" y="3434"/>
                    </a:cubicBezTo>
                    <a:cubicBezTo>
                      <a:pt x="4906" y="3400"/>
                      <a:pt x="4863" y="3383"/>
                      <a:pt x="4821" y="3383"/>
                    </a:cubicBezTo>
                    <a:cubicBezTo>
                      <a:pt x="4760" y="3383"/>
                      <a:pt x="4702" y="3418"/>
                      <a:pt x="4707" y="3492"/>
                    </a:cubicBezTo>
                    <a:cubicBezTo>
                      <a:pt x="4748" y="3881"/>
                      <a:pt x="4649" y="4271"/>
                      <a:pt x="4425" y="4602"/>
                    </a:cubicBezTo>
                    <a:cubicBezTo>
                      <a:pt x="4209" y="4909"/>
                      <a:pt x="3870" y="5083"/>
                      <a:pt x="3613" y="5356"/>
                    </a:cubicBezTo>
                    <a:cubicBezTo>
                      <a:pt x="3480" y="5505"/>
                      <a:pt x="3389" y="5679"/>
                      <a:pt x="3331" y="5878"/>
                    </a:cubicBezTo>
                    <a:cubicBezTo>
                      <a:pt x="3281" y="6069"/>
                      <a:pt x="3257" y="6267"/>
                      <a:pt x="3174" y="6450"/>
                    </a:cubicBezTo>
                    <a:cubicBezTo>
                      <a:pt x="3083" y="6640"/>
                      <a:pt x="2958" y="6814"/>
                      <a:pt x="2817" y="6963"/>
                    </a:cubicBezTo>
                    <a:cubicBezTo>
                      <a:pt x="2685" y="7113"/>
                      <a:pt x="2544" y="7270"/>
                      <a:pt x="2494" y="7477"/>
                    </a:cubicBezTo>
                    <a:cubicBezTo>
                      <a:pt x="2428" y="7751"/>
                      <a:pt x="2519" y="8024"/>
                      <a:pt x="2561" y="8297"/>
                    </a:cubicBezTo>
                    <a:cubicBezTo>
                      <a:pt x="2536" y="8471"/>
                      <a:pt x="2469" y="8645"/>
                      <a:pt x="2420" y="8803"/>
                    </a:cubicBezTo>
                    <a:cubicBezTo>
                      <a:pt x="2345" y="9051"/>
                      <a:pt x="2262" y="9300"/>
                      <a:pt x="2179" y="9548"/>
                    </a:cubicBezTo>
                    <a:cubicBezTo>
                      <a:pt x="2080" y="9830"/>
                      <a:pt x="1981" y="10095"/>
                      <a:pt x="1873" y="10369"/>
                    </a:cubicBezTo>
                    <a:cubicBezTo>
                      <a:pt x="1857" y="10320"/>
                      <a:pt x="1806" y="10289"/>
                      <a:pt x="1754" y="10289"/>
                    </a:cubicBezTo>
                    <a:cubicBezTo>
                      <a:pt x="1726" y="10289"/>
                      <a:pt x="1697" y="10299"/>
                      <a:pt x="1674" y="10319"/>
                    </a:cubicBezTo>
                    <a:cubicBezTo>
                      <a:pt x="1661" y="10306"/>
                      <a:pt x="1642" y="10300"/>
                      <a:pt x="1623" y="10300"/>
                    </a:cubicBezTo>
                    <a:cubicBezTo>
                      <a:pt x="1592" y="10300"/>
                      <a:pt x="1560" y="10316"/>
                      <a:pt x="1550" y="10352"/>
                    </a:cubicBezTo>
                    <a:cubicBezTo>
                      <a:pt x="1483" y="10559"/>
                      <a:pt x="1425" y="10775"/>
                      <a:pt x="1384" y="10990"/>
                    </a:cubicBezTo>
                    <a:cubicBezTo>
                      <a:pt x="1351" y="11214"/>
                      <a:pt x="1326" y="11429"/>
                      <a:pt x="1301" y="11653"/>
                    </a:cubicBezTo>
                    <a:cubicBezTo>
                      <a:pt x="1301" y="11661"/>
                      <a:pt x="1301" y="11678"/>
                      <a:pt x="1301" y="11686"/>
                    </a:cubicBezTo>
                    <a:cubicBezTo>
                      <a:pt x="1293" y="11694"/>
                      <a:pt x="1293" y="11711"/>
                      <a:pt x="1285" y="11728"/>
                    </a:cubicBezTo>
                    <a:cubicBezTo>
                      <a:pt x="1260" y="11628"/>
                      <a:pt x="1227" y="11529"/>
                      <a:pt x="1193" y="11429"/>
                    </a:cubicBezTo>
                    <a:cubicBezTo>
                      <a:pt x="1177" y="11392"/>
                      <a:pt x="1146" y="11376"/>
                      <a:pt x="1117" y="11376"/>
                    </a:cubicBezTo>
                    <a:cubicBezTo>
                      <a:pt x="1075" y="11376"/>
                      <a:pt x="1034" y="11412"/>
                      <a:pt x="1044" y="11471"/>
                    </a:cubicBezTo>
                    <a:cubicBezTo>
                      <a:pt x="1069" y="11628"/>
                      <a:pt x="1094" y="11794"/>
                      <a:pt x="1111" y="11951"/>
                    </a:cubicBezTo>
                    <a:cubicBezTo>
                      <a:pt x="1102" y="11976"/>
                      <a:pt x="1102" y="12001"/>
                      <a:pt x="1102" y="12026"/>
                    </a:cubicBezTo>
                    <a:cubicBezTo>
                      <a:pt x="1119" y="12117"/>
                      <a:pt x="1135" y="12208"/>
                      <a:pt x="1152" y="12299"/>
                    </a:cubicBezTo>
                    <a:cubicBezTo>
                      <a:pt x="1160" y="12424"/>
                      <a:pt x="1160" y="12556"/>
                      <a:pt x="1160" y="12680"/>
                    </a:cubicBezTo>
                    <a:cubicBezTo>
                      <a:pt x="1160" y="12722"/>
                      <a:pt x="1169" y="12755"/>
                      <a:pt x="1169" y="12788"/>
                    </a:cubicBezTo>
                    <a:cubicBezTo>
                      <a:pt x="1111" y="13095"/>
                      <a:pt x="1069" y="13401"/>
                      <a:pt x="1028" y="13708"/>
                    </a:cubicBezTo>
                    <a:cubicBezTo>
                      <a:pt x="978" y="14089"/>
                      <a:pt x="937" y="14478"/>
                      <a:pt x="862" y="14851"/>
                    </a:cubicBezTo>
                    <a:cubicBezTo>
                      <a:pt x="796" y="15191"/>
                      <a:pt x="688" y="15522"/>
                      <a:pt x="481" y="15804"/>
                    </a:cubicBezTo>
                    <a:cubicBezTo>
                      <a:pt x="390" y="15928"/>
                      <a:pt x="282" y="16028"/>
                      <a:pt x="158" y="16119"/>
                    </a:cubicBezTo>
                    <a:cubicBezTo>
                      <a:pt x="0" y="16227"/>
                      <a:pt x="50" y="16434"/>
                      <a:pt x="67" y="16599"/>
                    </a:cubicBezTo>
                    <a:cubicBezTo>
                      <a:pt x="108" y="17055"/>
                      <a:pt x="141" y="17503"/>
                      <a:pt x="183" y="17958"/>
                    </a:cubicBezTo>
                    <a:cubicBezTo>
                      <a:pt x="191" y="18041"/>
                      <a:pt x="249" y="18083"/>
                      <a:pt x="308" y="18083"/>
                    </a:cubicBezTo>
                    <a:cubicBezTo>
                      <a:pt x="367" y="18083"/>
                      <a:pt x="427" y="18041"/>
                      <a:pt x="440" y="17958"/>
                    </a:cubicBezTo>
                    <a:cubicBezTo>
                      <a:pt x="489" y="17503"/>
                      <a:pt x="522" y="17039"/>
                      <a:pt x="539" y="16575"/>
                    </a:cubicBezTo>
                    <a:cubicBezTo>
                      <a:pt x="605" y="16459"/>
                      <a:pt x="655" y="16334"/>
                      <a:pt x="688" y="16202"/>
                    </a:cubicBezTo>
                    <a:cubicBezTo>
                      <a:pt x="763" y="16119"/>
                      <a:pt x="796" y="15986"/>
                      <a:pt x="846" y="15895"/>
                    </a:cubicBezTo>
                    <a:cubicBezTo>
                      <a:pt x="904" y="15763"/>
                      <a:pt x="953" y="15630"/>
                      <a:pt x="1011" y="15497"/>
                    </a:cubicBezTo>
                    <a:cubicBezTo>
                      <a:pt x="1111" y="15224"/>
                      <a:pt x="1193" y="14951"/>
                      <a:pt x="1268" y="14669"/>
                    </a:cubicBezTo>
                    <a:cubicBezTo>
                      <a:pt x="1326" y="14404"/>
                      <a:pt x="1376" y="14139"/>
                      <a:pt x="1409" y="13865"/>
                    </a:cubicBezTo>
                    <a:cubicBezTo>
                      <a:pt x="1500" y="13650"/>
                      <a:pt x="1541" y="13426"/>
                      <a:pt x="1575" y="13186"/>
                    </a:cubicBezTo>
                    <a:cubicBezTo>
                      <a:pt x="1608" y="12879"/>
                      <a:pt x="1616" y="12573"/>
                      <a:pt x="1599" y="12258"/>
                    </a:cubicBezTo>
                    <a:cubicBezTo>
                      <a:pt x="1591" y="12026"/>
                      <a:pt x="1575" y="11786"/>
                      <a:pt x="1583" y="11554"/>
                    </a:cubicBezTo>
                    <a:cubicBezTo>
                      <a:pt x="1591" y="11529"/>
                      <a:pt x="1599" y="11504"/>
                      <a:pt x="1608" y="11479"/>
                    </a:cubicBezTo>
                    <a:cubicBezTo>
                      <a:pt x="1666" y="11380"/>
                      <a:pt x="1715" y="11272"/>
                      <a:pt x="1765" y="11172"/>
                    </a:cubicBezTo>
                    <a:cubicBezTo>
                      <a:pt x="1881" y="10924"/>
                      <a:pt x="1997" y="10675"/>
                      <a:pt x="2097" y="10427"/>
                    </a:cubicBezTo>
                    <a:cubicBezTo>
                      <a:pt x="2312" y="9930"/>
                      <a:pt x="2494" y="9416"/>
                      <a:pt x="2660" y="8902"/>
                    </a:cubicBezTo>
                    <a:cubicBezTo>
                      <a:pt x="2660" y="8894"/>
                      <a:pt x="2660" y="8894"/>
                      <a:pt x="2660" y="8886"/>
                    </a:cubicBezTo>
                    <a:lnTo>
                      <a:pt x="2668" y="8886"/>
                    </a:lnTo>
                    <a:cubicBezTo>
                      <a:pt x="3248" y="8538"/>
                      <a:pt x="3721" y="8057"/>
                      <a:pt x="4102" y="7502"/>
                    </a:cubicBezTo>
                    <a:cubicBezTo>
                      <a:pt x="4267" y="7262"/>
                      <a:pt x="4425" y="7005"/>
                      <a:pt x="4640" y="6806"/>
                    </a:cubicBezTo>
                    <a:cubicBezTo>
                      <a:pt x="4731" y="6715"/>
                      <a:pt x="4839" y="6632"/>
                      <a:pt x="4963" y="6574"/>
                    </a:cubicBezTo>
                    <a:cubicBezTo>
                      <a:pt x="5121" y="6499"/>
                      <a:pt x="5311" y="6483"/>
                      <a:pt x="5485" y="6466"/>
                    </a:cubicBezTo>
                    <a:lnTo>
                      <a:pt x="6148" y="6392"/>
                    </a:lnTo>
                    <a:cubicBezTo>
                      <a:pt x="6239" y="6375"/>
                      <a:pt x="6331" y="6359"/>
                      <a:pt x="6422" y="6359"/>
                    </a:cubicBezTo>
                    <a:cubicBezTo>
                      <a:pt x="6455" y="6359"/>
                      <a:pt x="6480" y="6375"/>
                      <a:pt x="6504" y="6375"/>
                    </a:cubicBezTo>
                    <a:lnTo>
                      <a:pt x="6513" y="6375"/>
                    </a:lnTo>
                    <a:lnTo>
                      <a:pt x="6513" y="6383"/>
                    </a:lnTo>
                    <a:cubicBezTo>
                      <a:pt x="6521" y="6465"/>
                      <a:pt x="6578" y="6505"/>
                      <a:pt x="6635" y="6505"/>
                    </a:cubicBezTo>
                    <a:cubicBezTo>
                      <a:pt x="6694" y="6505"/>
                      <a:pt x="6753" y="6463"/>
                      <a:pt x="6761" y="6383"/>
                    </a:cubicBezTo>
                    <a:cubicBezTo>
                      <a:pt x="6761" y="6359"/>
                      <a:pt x="6761" y="6334"/>
                      <a:pt x="6753" y="6309"/>
                    </a:cubicBezTo>
                    <a:cubicBezTo>
                      <a:pt x="6703" y="5646"/>
                      <a:pt x="6728" y="4975"/>
                      <a:pt x="6844" y="4320"/>
                    </a:cubicBezTo>
                    <a:cubicBezTo>
                      <a:pt x="6852" y="4262"/>
                      <a:pt x="6836" y="4204"/>
                      <a:pt x="6786" y="4179"/>
                    </a:cubicBezTo>
                    <a:cubicBezTo>
                      <a:pt x="6778" y="4171"/>
                      <a:pt x="6761" y="4163"/>
                      <a:pt x="6736" y="4163"/>
                    </a:cubicBezTo>
                    <a:cubicBezTo>
                      <a:pt x="6736" y="4130"/>
                      <a:pt x="6712" y="4097"/>
                      <a:pt x="6687" y="4072"/>
                    </a:cubicBezTo>
                    <a:cubicBezTo>
                      <a:pt x="6670" y="3881"/>
                      <a:pt x="6645" y="3682"/>
                      <a:pt x="6612" y="3492"/>
                    </a:cubicBezTo>
                    <a:cubicBezTo>
                      <a:pt x="6579" y="3227"/>
                      <a:pt x="6554" y="2962"/>
                      <a:pt x="6538" y="2688"/>
                    </a:cubicBezTo>
                    <a:cubicBezTo>
                      <a:pt x="6496" y="2150"/>
                      <a:pt x="6496" y="1603"/>
                      <a:pt x="6546" y="1064"/>
                    </a:cubicBezTo>
                    <a:cubicBezTo>
                      <a:pt x="6571" y="758"/>
                      <a:pt x="6620" y="459"/>
                      <a:pt x="6670" y="153"/>
                    </a:cubicBezTo>
                    <a:cubicBezTo>
                      <a:pt x="6685" y="59"/>
                      <a:pt x="6617" y="0"/>
                      <a:pt x="6547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3" name="Google Shape;4593;p12"/>
              <p:cNvSpPr/>
              <p:nvPr/>
            </p:nvSpPr>
            <p:spPr>
              <a:xfrm>
                <a:off x="4872600" y="4352425"/>
                <a:ext cx="65900" cy="318025"/>
              </a:xfrm>
              <a:custGeom>
                <a:rect b="b" l="l" r="r" t="t"/>
                <a:pathLst>
                  <a:path extrusionOk="0" h="12721" w="2636">
                    <a:moveTo>
                      <a:pt x="823" y="0"/>
                    </a:moveTo>
                    <a:cubicBezTo>
                      <a:pt x="765" y="0"/>
                      <a:pt x="709" y="38"/>
                      <a:pt x="705" y="115"/>
                    </a:cubicBezTo>
                    <a:cubicBezTo>
                      <a:pt x="705" y="165"/>
                      <a:pt x="705" y="206"/>
                      <a:pt x="705" y="256"/>
                    </a:cubicBezTo>
                    <a:cubicBezTo>
                      <a:pt x="697" y="198"/>
                      <a:pt x="680" y="148"/>
                      <a:pt x="672" y="90"/>
                    </a:cubicBezTo>
                    <a:cubicBezTo>
                      <a:pt x="664" y="31"/>
                      <a:pt x="617" y="3"/>
                      <a:pt x="568" y="3"/>
                    </a:cubicBezTo>
                    <a:cubicBezTo>
                      <a:pt x="516" y="3"/>
                      <a:pt x="461" y="35"/>
                      <a:pt x="448" y="90"/>
                    </a:cubicBezTo>
                    <a:cubicBezTo>
                      <a:pt x="233" y="902"/>
                      <a:pt x="199" y="1756"/>
                      <a:pt x="141" y="2593"/>
                    </a:cubicBezTo>
                    <a:cubicBezTo>
                      <a:pt x="108" y="3015"/>
                      <a:pt x="75" y="3438"/>
                      <a:pt x="50" y="3860"/>
                    </a:cubicBezTo>
                    <a:cubicBezTo>
                      <a:pt x="17" y="4283"/>
                      <a:pt x="1" y="4705"/>
                      <a:pt x="50" y="5128"/>
                    </a:cubicBezTo>
                    <a:cubicBezTo>
                      <a:pt x="125" y="5923"/>
                      <a:pt x="365" y="6702"/>
                      <a:pt x="630" y="7456"/>
                    </a:cubicBezTo>
                    <a:cubicBezTo>
                      <a:pt x="763" y="7837"/>
                      <a:pt x="912" y="8218"/>
                      <a:pt x="1053" y="8600"/>
                    </a:cubicBezTo>
                    <a:cubicBezTo>
                      <a:pt x="1194" y="8989"/>
                      <a:pt x="1326" y="9378"/>
                      <a:pt x="1401" y="9784"/>
                    </a:cubicBezTo>
                    <a:cubicBezTo>
                      <a:pt x="1492" y="10240"/>
                      <a:pt x="1517" y="10704"/>
                      <a:pt x="1525" y="11168"/>
                    </a:cubicBezTo>
                    <a:cubicBezTo>
                      <a:pt x="1533" y="11400"/>
                      <a:pt x="1542" y="11640"/>
                      <a:pt x="1533" y="11864"/>
                    </a:cubicBezTo>
                    <a:cubicBezTo>
                      <a:pt x="1525" y="11980"/>
                      <a:pt x="1492" y="12113"/>
                      <a:pt x="1417" y="12204"/>
                    </a:cubicBezTo>
                    <a:cubicBezTo>
                      <a:pt x="1389" y="12175"/>
                      <a:pt x="1350" y="12159"/>
                      <a:pt x="1313" y="12159"/>
                    </a:cubicBezTo>
                    <a:cubicBezTo>
                      <a:pt x="1264" y="12159"/>
                      <a:pt x="1220" y="12187"/>
                      <a:pt x="1210" y="12254"/>
                    </a:cubicBezTo>
                    <a:cubicBezTo>
                      <a:pt x="1210" y="12262"/>
                      <a:pt x="1202" y="12278"/>
                      <a:pt x="1202" y="12287"/>
                    </a:cubicBezTo>
                    <a:cubicBezTo>
                      <a:pt x="1144" y="12312"/>
                      <a:pt x="1136" y="12386"/>
                      <a:pt x="1177" y="12428"/>
                    </a:cubicBezTo>
                    <a:lnTo>
                      <a:pt x="1161" y="12519"/>
                    </a:lnTo>
                    <a:cubicBezTo>
                      <a:pt x="1144" y="12577"/>
                      <a:pt x="1177" y="12668"/>
                      <a:pt x="1252" y="12676"/>
                    </a:cubicBezTo>
                    <a:cubicBezTo>
                      <a:pt x="1399" y="12700"/>
                      <a:pt x="1559" y="12721"/>
                      <a:pt x="1717" y="12721"/>
                    </a:cubicBezTo>
                    <a:cubicBezTo>
                      <a:pt x="1993" y="12721"/>
                      <a:pt x="2263" y="12657"/>
                      <a:pt x="2453" y="12436"/>
                    </a:cubicBezTo>
                    <a:cubicBezTo>
                      <a:pt x="2586" y="12278"/>
                      <a:pt x="2635" y="12080"/>
                      <a:pt x="2602" y="11881"/>
                    </a:cubicBezTo>
                    <a:cubicBezTo>
                      <a:pt x="2561" y="11682"/>
                      <a:pt x="2453" y="11491"/>
                      <a:pt x="2337" y="11326"/>
                    </a:cubicBezTo>
                    <a:cubicBezTo>
                      <a:pt x="2221" y="11143"/>
                      <a:pt x="2105" y="10969"/>
                      <a:pt x="2022" y="10770"/>
                    </a:cubicBezTo>
                    <a:cubicBezTo>
                      <a:pt x="1939" y="10596"/>
                      <a:pt x="1881" y="10406"/>
                      <a:pt x="1832" y="10215"/>
                    </a:cubicBezTo>
                    <a:cubicBezTo>
                      <a:pt x="1732" y="9818"/>
                      <a:pt x="1683" y="9420"/>
                      <a:pt x="1625" y="9022"/>
                    </a:cubicBezTo>
                    <a:cubicBezTo>
                      <a:pt x="1575" y="8600"/>
                      <a:pt x="1517" y="8185"/>
                      <a:pt x="1409" y="7779"/>
                    </a:cubicBezTo>
                    <a:cubicBezTo>
                      <a:pt x="1285" y="7340"/>
                      <a:pt x="1094" y="6918"/>
                      <a:pt x="1045" y="6462"/>
                    </a:cubicBezTo>
                    <a:cubicBezTo>
                      <a:pt x="987" y="5965"/>
                      <a:pt x="987" y="5468"/>
                      <a:pt x="970" y="4971"/>
                    </a:cubicBezTo>
                    <a:cubicBezTo>
                      <a:pt x="953" y="4482"/>
                      <a:pt x="937" y="3985"/>
                      <a:pt x="929" y="3496"/>
                    </a:cubicBezTo>
                    <a:cubicBezTo>
                      <a:pt x="920" y="2783"/>
                      <a:pt x="920" y="2079"/>
                      <a:pt x="929" y="1375"/>
                    </a:cubicBezTo>
                    <a:cubicBezTo>
                      <a:pt x="970" y="960"/>
                      <a:pt x="978" y="538"/>
                      <a:pt x="945" y="115"/>
                    </a:cubicBezTo>
                    <a:cubicBezTo>
                      <a:pt x="941" y="40"/>
                      <a:pt x="881" y="0"/>
                      <a:pt x="823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4" name="Google Shape;4594;p12"/>
              <p:cNvSpPr/>
              <p:nvPr/>
            </p:nvSpPr>
            <p:spPr>
              <a:xfrm>
                <a:off x="4867850" y="4390250"/>
                <a:ext cx="6025" cy="25575"/>
              </a:xfrm>
              <a:custGeom>
                <a:rect b="b" l="l" r="r" t="t"/>
                <a:pathLst>
                  <a:path extrusionOk="0" h="1023" w="241">
                    <a:moveTo>
                      <a:pt x="128" y="0"/>
                    </a:moveTo>
                    <a:cubicBezTo>
                      <a:pt x="112" y="0"/>
                      <a:pt x="95" y="7"/>
                      <a:pt x="83" y="19"/>
                    </a:cubicBezTo>
                    <a:cubicBezTo>
                      <a:pt x="50" y="52"/>
                      <a:pt x="41" y="85"/>
                      <a:pt x="33" y="127"/>
                    </a:cubicBezTo>
                    <a:cubicBezTo>
                      <a:pt x="33" y="168"/>
                      <a:pt x="17" y="210"/>
                      <a:pt x="17" y="259"/>
                    </a:cubicBezTo>
                    <a:cubicBezTo>
                      <a:pt x="17" y="334"/>
                      <a:pt x="17" y="417"/>
                      <a:pt x="17" y="491"/>
                    </a:cubicBezTo>
                    <a:cubicBezTo>
                      <a:pt x="17" y="566"/>
                      <a:pt x="8" y="641"/>
                      <a:pt x="8" y="723"/>
                    </a:cubicBezTo>
                    <a:cubicBezTo>
                      <a:pt x="8" y="765"/>
                      <a:pt x="0" y="806"/>
                      <a:pt x="0" y="839"/>
                    </a:cubicBezTo>
                    <a:cubicBezTo>
                      <a:pt x="0" y="881"/>
                      <a:pt x="8" y="922"/>
                      <a:pt x="8" y="964"/>
                    </a:cubicBezTo>
                    <a:cubicBezTo>
                      <a:pt x="8" y="1001"/>
                      <a:pt x="37" y="1022"/>
                      <a:pt x="65" y="1022"/>
                    </a:cubicBezTo>
                    <a:cubicBezTo>
                      <a:pt x="87" y="1022"/>
                      <a:pt x="109" y="1009"/>
                      <a:pt x="116" y="980"/>
                    </a:cubicBezTo>
                    <a:cubicBezTo>
                      <a:pt x="133" y="939"/>
                      <a:pt x="149" y="906"/>
                      <a:pt x="166" y="864"/>
                    </a:cubicBezTo>
                    <a:cubicBezTo>
                      <a:pt x="174" y="823"/>
                      <a:pt x="182" y="781"/>
                      <a:pt x="182" y="740"/>
                    </a:cubicBezTo>
                    <a:cubicBezTo>
                      <a:pt x="199" y="665"/>
                      <a:pt x="215" y="583"/>
                      <a:pt x="215" y="500"/>
                    </a:cubicBezTo>
                    <a:cubicBezTo>
                      <a:pt x="224" y="417"/>
                      <a:pt x="240" y="342"/>
                      <a:pt x="232" y="259"/>
                    </a:cubicBezTo>
                    <a:cubicBezTo>
                      <a:pt x="232" y="210"/>
                      <a:pt x="224" y="168"/>
                      <a:pt x="215" y="127"/>
                    </a:cubicBezTo>
                    <a:cubicBezTo>
                      <a:pt x="207" y="85"/>
                      <a:pt x="207" y="44"/>
                      <a:pt x="174" y="19"/>
                    </a:cubicBezTo>
                    <a:cubicBezTo>
                      <a:pt x="162" y="7"/>
                      <a:pt x="145" y="0"/>
                      <a:pt x="1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5" name="Google Shape;4595;p12"/>
              <p:cNvSpPr/>
              <p:nvPr/>
            </p:nvSpPr>
            <p:spPr>
              <a:xfrm>
                <a:off x="4869700" y="4368350"/>
                <a:ext cx="3750" cy="10250"/>
              </a:xfrm>
              <a:custGeom>
                <a:rect b="b" l="l" r="r" t="t"/>
                <a:pathLst>
                  <a:path extrusionOk="0" h="410" w="150">
                    <a:moveTo>
                      <a:pt x="125" y="0"/>
                    </a:moveTo>
                    <a:cubicBezTo>
                      <a:pt x="108" y="0"/>
                      <a:pt x="92" y="9"/>
                      <a:pt x="83" y="17"/>
                    </a:cubicBezTo>
                    <a:cubicBezTo>
                      <a:pt x="59" y="75"/>
                      <a:pt x="50" y="133"/>
                      <a:pt x="42" y="183"/>
                    </a:cubicBezTo>
                    <a:cubicBezTo>
                      <a:pt x="25" y="241"/>
                      <a:pt x="17" y="299"/>
                      <a:pt x="9" y="357"/>
                    </a:cubicBezTo>
                    <a:cubicBezTo>
                      <a:pt x="1" y="381"/>
                      <a:pt x="17" y="406"/>
                      <a:pt x="42" y="406"/>
                    </a:cubicBezTo>
                    <a:cubicBezTo>
                      <a:pt x="46" y="408"/>
                      <a:pt x="51" y="409"/>
                      <a:pt x="57" y="409"/>
                    </a:cubicBezTo>
                    <a:cubicBezTo>
                      <a:pt x="73" y="409"/>
                      <a:pt x="92" y="400"/>
                      <a:pt x="92" y="381"/>
                    </a:cubicBezTo>
                    <a:cubicBezTo>
                      <a:pt x="108" y="323"/>
                      <a:pt x="117" y="265"/>
                      <a:pt x="125" y="207"/>
                    </a:cubicBezTo>
                    <a:cubicBezTo>
                      <a:pt x="133" y="183"/>
                      <a:pt x="133" y="149"/>
                      <a:pt x="141" y="125"/>
                    </a:cubicBezTo>
                    <a:cubicBezTo>
                      <a:pt x="141" y="91"/>
                      <a:pt x="150" y="67"/>
                      <a:pt x="150" y="33"/>
                    </a:cubicBezTo>
                    <a:cubicBezTo>
                      <a:pt x="150" y="25"/>
                      <a:pt x="133" y="9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6" name="Google Shape;4596;p12"/>
              <p:cNvSpPr/>
              <p:nvPr/>
            </p:nvSpPr>
            <p:spPr>
              <a:xfrm>
                <a:off x="4896225" y="4590425"/>
                <a:ext cx="8725" cy="26950"/>
              </a:xfrm>
              <a:custGeom>
                <a:rect b="b" l="l" r="r" t="t"/>
                <a:pathLst>
                  <a:path extrusionOk="0" h="1078" w="349">
                    <a:moveTo>
                      <a:pt x="99" y="1"/>
                    </a:moveTo>
                    <a:cubicBezTo>
                      <a:pt x="73" y="1"/>
                      <a:pt x="48" y="19"/>
                      <a:pt x="33" y="49"/>
                    </a:cubicBezTo>
                    <a:cubicBezTo>
                      <a:pt x="0" y="132"/>
                      <a:pt x="25" y="223"/>
                      <a:pt x="42" y="306"/>
                    </a:cubicBezTo>
                    <a:cubicBezTo>
                      <a:pt x="66" y="380"/>
                      <a:pt x="91" y="463"/>
                      <a:pt x="108" y="546"/>
                    </a:cubicBezTo>
                    <a:cubicBezTo>
                      <a:pt x="133" y="621"/>
                      <a:pt x="149" y="704"/>
                      <a:pt x="174" y="778"/>
                    </a:cubicBezTo>
                    <a:cubicBezTo>
                      <a:pt x="182" y="820"/>
                      <a:pt x="199" y="853"/>
                      <a:pt x="207" y="894"/>
                    </a:cubicBezTo>
                    <a:cubicBezTo>
                      <a:pt x="207" y="936"/>
                      <a:pt x="207" y="977"/>
                      <a:pt x="216" y="1018"/>
                    </a:cubicBezTo>
                    <a:cubicBezTo>
                      <a:pt x="216" y="1059"/>
                      <a:pt x="241" y="1078"/>
                      <a:pt x="268" y="1078"/>
                    </a:cubicBezTo>
                    <a:cubicBezTo>
                      <a:pt x="297" y="1078"/>
                      <a:pt x="327" y="1057"/>
                      <a:pt x="332" y="1018"/>
                    </a:cubicBezTo>
                    <a:cubicBezTo>
                      <a:pt x="340" y="936"/>
                      <a:pt x="348" y="844"/>
                      <a:pt x="348" y="762"/>
                    </a:cubicBezTo>
                    <a:cubicBezTo>
                      <a:pt x="348" y="679"/>
                      <a:pt x="323" y="588"/>
                      <a:pt x="315" y="505"/>
                    </a:cubicBezTo>
                    <a:lnTo>
                      <a:pt x="315" y="513"/>
                    </a:lnTo>
                    <a:cubicBezTo>
                      <a:pt x="298" y="430"/>
                      <a:pt x="282" y="347"/>
                      <a:pt x="257" y="264"/>
                    </a:cubicBezTo>
                    <a:cubicBezTo>
                      <a:pt x="240" y="173"/>
                      <a:pt x="224" y="82"/>
                      <a:pt x="149" y="24"/>
                    </a:cubicBezTo>
                    <a:cubicBezTo>
                      <a:pt x="133" y="8"/>
                      <a:pt x="116" y="1"/>
                      <a:pt x="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7" name="Google Shape;4597;p12"/>
              <p:cNvSpPr/>
              <p:nvPr/>
            </p:nvSpPr>
            <p:spPr>
              <a:xfrm>
                <a:off x="4895375" y="4618325"/>
                <a:ext cx="3775" cy="9175"/>
              </a:xfrm>
              <a:custGeom>
                <a:rect b="b" l="l" r="r" t="t"/>
                <a:pathLst>
                  <a:path extrusionOk="0" h="367" w="151">
                    <a:moveTo>
                      <a:pt x="56" y="0"/>
                    </a:moveTo>
                    <a:cubicBezTo>
                      <a:pt x="51" y="0"/>
                      <a:pt x="47" y="1"/>
                      <a:pt x="42" y="2"/>
                    </a:cubicBezTo>
                    <a:cubicBezTo>
                      <a:pt x="18" y="18"/>
                      <a:pt x="1" y="43"/>
                      <a:pt x="9" y="76"/>
                    </a:cubicBezTo>
                    <a:cubicBezTo>
                      <a:pt x="9" y="85"/>
                      <a:pt x="9" y="93"/>
                      <a:pt x="9" y="110"/>
                    </a:cubicBezTo>
                    <a:cubicBezTo>
                      <a:pt x="9" y="110"/>
                      <a:pt x="18" y="118"/>
                      <a:pt x="18" y="118"/>
                    </a:cubicBezTo>
                    <a:lnTo>
                      <a:pt x="18" y="126"/>
                    </a:lnTo>
                    <a:cubicBezTo>
                      <a:pt x="18" y="143"/>
                      <a:pt x="18" y="159"/>
                      <a:pt x="18" y="184"/>
                    </a:cubicBezTo>
                    <a:cubicBezTo>
                      <a:pt x="18" y="201"/>
                      <a:pt x="18" y="217"/>
                      <a:pt x="18" y="242"/>
                    </a:cubicBezTo>
                    <a:cubicBezTo>
                      <a:pt x="18" y="259"/>
                      <a:pt x="18" y="284"/>
                      <a:pt x="18" y="300"/>
                    </a:cubicBezTo>
                    <a:cubicBezTo>
                      <a:pt x="18" y="333"/>
                      <a:pt x="51" y="366"/>
                      <a:pt x="84" y="366"/>
                    </a:cubicBezTo>
                    <a:cubicBezTo>
                      <a:pt x="117" y="366"/>
                      <a:pt x="142" y="342"/>
                      <a:pt x="150" y="300"/>
                    </a:cubicBezTo>
                    <a:cubicBezTo>
                      <a:pt x="150" y="285"/>
                      <a:pt x="150" y="264"/>
                      <a:pt x="150" y="242"/>
                    </a:cubicBezTo>
                    <a:cubicBezTo>
                      <a:pt x="150" y="226"/>
                      <a:pt x="150" y="217"/>
                      <a:pt x="150" y="201"/>
                    </a:cubicBezTo>
                    <a:cubicBezTo>
                      <a:pt x="150" y="201"/>
                      <a:pt x="150" y="192"/>
                      <a:pt x="142" y="192"/>
                    </a:cubicBezTo>
                    <a:cubicBezTo>
                      <a:pt x="142" y="184"/>
                      <a:pt x="142" y="176"/>
                      <a:pt x="142" y="168"/>
                    </a:cubicBezTo>
                    <a:cubicBezTo>
                      <a:pt x="134" y="126"/>
                      <a:pt x="125" y="85"/>
                      <a:pt x="117" y="43"/>
                    </a:cubicBezTo>
                    <a:cubicBezTo>
                      <a:pt x="110" y="22"/>
                      <a:pt x="84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8" name="Google Shape;4598;p12"/>
              <p:cNvSpPr/>
              <p:nvPr/>
            </p:nvSpPr>
            <p:spPr>
              <a:xfrm>
                <a:off x="4884625" y="4567400"/>
                <a:ext cx="3525" cy="2525"/>
              </a:xfrm>
              <a:custGeom>
                <a:rect b="b" l="l" r="r" t="t"/>
                <a:pathLst>
                  <a:path extrusionOk="0" h="101" w="141">
                    <a:moveTo>
                      <a:pt x="75" y="1"/>
                    </a:moveTo>
                    <a:cubicBezTo>
                      <a:pt x="0" y="1"/>
                      <a:pt x="0" y="100"/>
                      <a:pt x="75" y="100"/>
                    </a:cubicBezTo>
                    <a:cubicBezTo>
                      <a:pt x="141" y="100"/>
                      <a:pt x="141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9" name="Google Shape;4599;p12"/>
              <p:cNvSpPr/>
              <p:nvPr/>
            </p:nvSpPr>
            <p:spPr>
              <a:xfrm>
                <a:off x="5036250" y="4183175"/>
                <a:ext cx="90125" cy="431900"/>
              </a:xfrm>
              <a:custGeom>
                <a:rect b="b" l="l" r="r" t="t"/>
                <a:pathLst>
                  <a:path extrusionOk="0" h="17276" w="3605">
                    <a:moveTo>
                      <a:pt x="3306" y="0"/>
                    </a:moveTo>
                    <a:cubicBezTo>
                      <a:pt x="3066" y="166"/>
                      <a:pt x="3008" y="472"/>
                      <a:pt x="2999" y="754"/>
                    </a:cubicBezTo>
                    <a:cubicBezTo>
                      <a:pt x="2991" y="1085"/>
                      <a:pt x="2991" y="1425"/>
                      <a:pt x="2966" y="1757"/>
                    </a:cubicBezTo>
                    <a:cubicBezTo>
                      <a:pt x="2933" y="2105"/>
                      <a:pt x="2892" y="2444"/>
                      <a:pt x="2825" y="2784"/>
                    </a:cubicBezTo>
                    <a:cubicBezTo>
                      <a:pt x="2693" y="3455"/>
                      <a:pt x="2494" y="4110"/>
                      <a:pt x="2221" y="4731"/>
                    </a:cubicBezTo>
                    <a:cubicBezTo>
                      <a:pt x="2088" y="5046"/>
                      <a:pt x="1931" y="5352"/>
                      <a:pt x="1765" y="5651"/>
                    </a:cubicBezTo>
                    <a:cubicBezTo>
                      <a:pt x="1607" y="5932"/>
                      <a:pt x="1359" y="6214"/>
                      <a:pt x="1351" y="6546"/>
                    </a:cubicBezTo>
                    <a:cubicBezTo>
                      <a:pt x="1342" y="6720"/>
                      <a:pt x="1409" y="6885"/>
                      <a:pt x="1417" y="7059"/>
                    </a:cubicBezTo>
                    <a:cubicBezTo>
                      <a:pt x="1434" y="7208"/>
                      <a:pt x="1376" y="7349"/>
                      <a:pt x="1301" y="7474"/>
                    </a:cubicBezTo>
                    <a:cubicBezTo>
                      <a:pt x="1135" y="7739"/>
                      <a:pt x="953" y="7971"/>
                      <a:pt x="878" y="8277"/>
                    </a:cubicBezTo>
                    <a:cubicBezTo>
                      <a:pt x="721" y="8924"/>
                      <a:pt x="936" y="9578"/>
                      <a:pt x="912" y="10224"/>
                    </a:cubicBezTo>
                    <a:cubicBezTo>
                      <a:pt x="878" y="10920"/>
                      <a:pt x="489" y="11525"/>
                      <a:pt x="282" y="12171"/>
                    </a:cubicBezTo>
                    <a:cubicBezTo>
                      <a:pt x="75" y="12834"/>
                      <a:pt x="0" y="13539"/>
                      <a:pt x="8" y="14235"/>
                    </a:cubicBezTo>
                    <a:cubicBezTo>
                      <a:pt x="17" y="14939"/>
                      <a:pt x="108" y="15643"/>
                      <a:pt x="224" y="16347"/>
                    </a:cubicBezTo>
                    <a:cubicBezTo>
                      <a:pt x="274" y="16654"/>
                      <a:pt x="323" y="16969"/>
                      <a:pt x="381" y="17275"/>
                    </a:cubicBezTo>
                    <a:cubicBezTo>
                      <a:pt x="390" y="17234"/>
                      <a:pt x="398" y="17184"/>
                      <a:pt x="414" y="17143"/>
                    </a:cubicBezTo>
                    <a:cubicBezTo>
                      <a:pt x="414" y="17122"/>
                      <a:pt x="437" y="17107"/>
                      <a:pt x="459" y="17107"/>
                    </a:cubicBezTo>
                    <a:cubicBezTo>
                      <a:pt x="463" y="17107"/>
                      <a:pt x="468" y="17108"/>
                      <a:pt x="472" y="17110"/>
                    </a:cubicBezTo>
                    <a:cubicBezTo>
                      <a:pt x="497" y="16886"/>
                      <a:pt x="522" y="16654"/>
                      <a:pt x="555" y="16430"/>
                    </a:cubicBezTo>
                    <a:cubicBezTo>
                      <a:pt x="646" y="15726"/>
                      <a:pt x="754" y="15030"/>
                      <a:pt x="862" y="14334"/>
                    </a:cubicBezTo>
                    <a:cubicBezTo>
                      <a:pt x="920" y="13986"/>
                      <a:pt x="994" y="13646"/>
                      <a:pt x="1077" y="13307"/>
                    </a:cubicBezTo>
                    <a:cubicBezTo>
                      <a:pt x="1119" y="13141"/>
                      <a:pt x="1168" y="12983"/>
                      <a:pt x="1218" y="12818"/>
                    </a:cubicBezTo>
                    <a:cubicBezTo>
                      <a:pt x="1268" y="12660"/>
                      <a:pt x="1301" y="12470"/>
                      <a:pt x="1392" y="12329"/>
                    </a:cubicBezTo>
                    <a:cubicBezTo>
                      <a:pt x="1408" y="12313"/>
                      <a:pt x="1431" y="12304"/>
                      <a:pt x="1452" y="12304"/>
                    </a:cubicBezTo>
                    <a:cubicBezTo>
                      <a:pt x="1464" y="12304"/>
                      <a:pt x="1474" y="12306"/>
                      <a:pt x="1483" y="12312"/>
                    </a:cubicBezTo>
                    <a:cubicBezTo>
                      <a:pt x="1508" y="12263"/>
                      <a:pt x="1525" y="12221"/>
                      <a:pt x="1549" y="12171"/>
                    </a:cubicBezTo>
                    <a:cubicBezTo>
                      <a:pt x="1690" y="11832"/>
                      <a:pt x="1765" y="11451"/>
                      <a:pt x="1823" y="11086"/>
                    </a:cubicBezTo>
                    <a:cubicBezTo>
                      <a:pt x="1889" y="10697"/>
                      <a:pt x="1939" y="10299"/>
                      <a:pt x="1980" y="9909"/>
                    </a:cubicBezTo>
                    <a:cubicBezTo>
                      <a:pt x="2055" y="9114"/>
                      <a:pt x="2071" y="8319"/>
                      <a:pt x="2030" y="7523"/>
                    </a:cubicBezTo>
                    <a:cubicBezTo>
                      <a:pt x="2026" y="7457"/>
                      <a:pt x="2074" y="7424"/>
                      <a:pt x="2123" y="7424"/>
                    </a:cubicBezTo>
                    <a:cubicBezTo>
                      <a:pt x="2173" y="7424"/>
                      <a:pt x="2225" y="7457"/>
                      <a:pt x="2229" y="7523"/>
                    </a:cubicBezTo>
                    <a:cubicBezTo>
                      <a:pt x="2237" y="7598"/>
                      <a:pt x="2237" y="7672"/>
                      <a:pt x="2245" y="7747"/>
                    </a:cubicBezTo>
                    <a:cubicBezTo>
                      <a:pt x="2444" y="7167"/>
                      <a:pt x="2743" y="6628"/>
                      <a:pt x="2950" y="6057"/>
                    </a:cubicBezTo>
                    <a:cubicBezTo>
                      <a:pt x="3455" y="4681"/>
                      <a:pt x="3604" y="3207"/>
                      <a:pt x="3521" y="1748"/>
                    </a:cubicBezTo>
                    <a:cubicBezTo>
                      <a:pt x="3488" y="1160"/>
                      <a:pt x="3414" y="580"/>
                      <a:pt x="330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0" name="Google Shape;4600;p12"/>
              <p:cNvSpPr/>
              <p:nvPr/>
            </p:nvSpPr>
            <p:spPr>
              <a:xfrm>
                <a:off x="4796175" y="4240750"/>
                <a:ext cx="5400" cy="11875"/>
              </a:xfrm>
              <a:custGeom>
                <a:rect b="b" l="l" r="r" t="t"/>
                <a:pathLst>
                  <a:path extrusionOk="0" h="475" w="216">
                    <a:moveTo>
                      <a:pt x="184" y="0"/>
                    </a:moveTo>
                    <a:cubicBezTo>
                      <a:pt x="176" y="0"/>
                      <a:pt x="169" y="3"/>
                      <a:pt x="166" y="9"/>
                    </a:cubicBezTo>
                    <a:cubicBezTo>
                      <a:pt x="158" y="25"/>
                      <a:pt x="141" y="42"/>
                      <a:pt x="133" y="58"/>
                    </a:cubicBezTo>
                    <a:cubicBezTo>
                      <a:pt x="125" y="75"/>
                      <a:pt x="125" y="92"/>
                      <a:pt x="116" y="116"/>
                    </a:cubicBezTo>
                    <a:cubicBezTo>
                      <a:pt x="100" y="141"/>
                      <a:pt x="91" y="174"/>
                      <a:pt x="75" y="208"/>
                    </a:cubicBezTo>
                    <a:cubicBezTo>
                      <a:pt x="50" y="274"/>
                      <a:pt x="33" y="340"/>
                      <a:pt x="9" y="415"/>
                    </a:cubicBezTo>
                    <a:cubicBezTo>
                      <a:pt x="0" y="440"/>
                      <a:pt x="17" y="464"/>
                      <a:pt x="42" y="473"/>
                    </a:cubicBezTo>
                    <a:cubicBezTo>
                      <a:pt x="48" y="474"/>
                      <a:pt x="53" y="475"/>
                      <a:pt x="58" y="475"/>
                    </a:cubicBezTo>
                    <a:cubicBezTo>
                      <a:pt x="83" y="475"/>
                      <a:pt x="101" y="460"/>
                      <a:pt x="108" y="440"/>
                    </a:cubicBezTo>
                    <a:cubicBezTo>
                      <a:pt x="133" y="373"/>
                      <a:pt x="158" y="307"/>
                      <a:pt x="174" y="232"/>
                    </a:cubicBezTo>
                    <a:cubicBezTo>
                      <a:pt x="183" y="199"/>
                      <a:pt x="191" y="166"/>
                      <a:pt x="199" y="133"/>
                    </a:cubicBezTo>
                    <a:cubicBezTo>
                      <a:pt x="199" y="116"/>
                      <a:pt x="207" y="100"/>
                      <a:pt x="207" y="83"/>
                    </a:cubicBezTo>
                    <a:cubicBezTo>
                      <a:pt x="216" y="67"/>
                      <a:pt x="216" y="42"/>
                      <a:pt x="216" y="25"/>
                    </a:cubicBezTo>
                    <a:cubicBezTo>
                      <a:pt x="216" y="9"/>
                      <a:pt x="198" y="0"/>
                      <a:pt x="1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1" name="Google Shape;4601;p12"/>
              <p:cNvSpPr/>
              <p:nvPr/>
            </p:nvSpPr>
            <p:spPr>
              <a:xfrm>
                <a:off x="4821450" y="4258575"/>
                <a:ext cx="3750" cy="13475"/>
              </a:xfrm>
              <a:custGeom>
                <a:rect b="b" l="l" r="r" t="t"/>
                <a:pathLst>
                  <a:path extrusionOk="0" h="539" w="150">
                    <a:moveTo>
                      <a:pt x="37" y="1"/>
                    </a:moveTo>
                    <a:cubicBezTo>
                      <a:pt x="18" y="1"/>
                      <a:pt x="0" y="17"/>
                      <a:pt x="0" y="41"/>
                    </a:cubicBezTo>
                    <a:cubicBezTo>
                      <a:pt x="0" y="83"/>
                      <a:pt x="8" y="116"/>
                      <a:pt x="8" y="149"/>
                    </a:cubicBezTo>
                    <a:cubicBezTo>
                      <a:pt x="8" y="191"/>
                      <a:pt x="17" y="224"/>
                      <a:pt x="17" y="265"/>
                    </a:cubicBezTo>
                    <a:cubicBezTo>
                      <a:pt x="33" y="340"/>
                      <a:pt x="33" y="414"/>
                      <a:pt x="33" y="481"/>
                    </a:cubicBezTo>
                    <a:cubicBezTo>
                      <a:pt x="33" y="514"/>
                      <a:pt x="58" y="539"/>
                      <a:pt x="83" y="539"/>
                    </a:cubicBezTo>
                    <a:cubicBezTo>
                      <a:pt x="116" y="539"/>
                      <a:pt x="141" y="514"/>
                      <a:pt x="141" y="481"/>
                    </a:cubicBezTo>
                    <a:cubicBezTo>
                      <a:pt x="149" y="406"/>
                      <a:pt x="149" y="331"/>
                      <a:pt x="141" y="257"/>
                    </a:cubicBezTo>
                    <a:cubicBezTo>
                      <a:pt x="141" y="215"/>
                      <a:pt x="133" y="174"/>
                      <a:pt x="124" y="133"/>
                    </a:cubicBezTo>
                    <a:cubicBezTo>
                      <a:pt x="108" y="99"/>
                      <a:pt x="99" y="58"/>
                      <a:pt x="75" y="25"/>
                    </a:cubicBezTo>
                    <a:cubicBezTo>
                      <a:pt x="65" y="8"/>
                      <a:pt x="51" y="1"/>
                      <a:pt x="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2" name="Google Shape;4602;p12"/>
              <p:cNvSpPr/>
              <p:nvPr/>
            </p:nvSpPr>
            <p:spPr>
              <a:xfrm>
                <a:off x="4726150" y="4098900"/>
                <a:ext cx="52650" cy="66450"/>
              </a:xfrm>
              <a:custGeom>
                <a:rect b="b" l="l" r="r" t="t"/>
                <a:pathLst>
                  <a:path extrusionOk="0" h="2658" w="2106">
                    <a:moveTo>
                      <a:pt x="139" y="1"/>
                    </a:moveTo>
                    <a:cubicBezTo>
                      <a:pt x="88" y="1"/>
                      <a:pt x="40" y="30"/>
                      <a:pt x="26" y="98"/>
                    </a:cubicBezTo>
                    <a:cubicBezTo>
                      <a:pt x="1" y="223"/>
                      <a:pt x="75" y="305"/>
                      <a:pt x="175" y="363"/>
                    </a:cubicBezTo>
                    <a:cubicBezTo>
                      <a:pt x="249" y="504"/>
                      <a:pt x="340" y="637"/>
                      <a:pt x="432" y="769"/>
                    </a:cubicBezTo>
                    <a:cubicBezTo>
                      <a:pt x="340" y="778"/>
                      <a:pt x="282" y="885"/>
                      <a:pt x="357" y="977"/>
                    </a:cubicBezTo>
                    <a:cubicBezTo>
                      <a:pt x="398" y="1035"/>
                      <a:pt x="448" y="1093"/>
                      <a:pt x="490" y="1142"/>
                    </a:cubicBezTo>
                    <a:cubicBezTo>
                      <a:pt x="680" y="1449"/>
                      <a:pt x="854" y="1755"/>
                      <a:pt x="1036" y="2070"/>
                    </a:cubicBezTo>
                    <a:cubicBezTo>
                      <a:pt x="1086" y="2153"/>
                      <a:pt x="1136" y="2269"/>
                      <a:pt x="1210" y="2344"/>
                    </a:cubicBezTo>
                    <a:cubicBezTo>
                      <a:pt x="1202" y="2427"/>
                      <a:pt x="1235" y="2509"/>
                      <a:pt x="1326" y="2543"/>
                    </a:cubicBezTo>
                    <a:cubicBezTo>
                      <a:pt x="1343" y="2543"/>
                      <a:pt x="1360" y="2551"/>
                      <a:pt x="1376" y="2551"/>
                    </a:cubicBezTo>
                    <a:cubicBezTo>
                      <a:pt x="1382" y="2608"/>
                      <a:pt x="1436" y="2658"/>
                      <a:pt x="1495" y="2658"/>
                    </a:cubicBezTo>
                    <a:cubicBezTo>
                      <a:pt x="1522" y="2658"/>
                      <a:pt x="1550" y="2648"/>
                      <a:pt x="1575" y="2625"/>
                    </a:cubicBezTo>
                    <a:cubicBezTo>
                      <a:pt x="1641" y="2559"/>
                      <a:pt x="1708" y="2493"/>
                      <a:pt x="1774" y="2427"/>
                    </a:cubicBezTo>
                    <a:cubicBezTo>
                      <a:pt x="1882" y="2385"/>
                      <a:pt x="1973" y="2327"/>
                      <a:pt x="2056" y="2244"/>
                    </a:cubicBezTo>
                    <a:cubicBezTo>
                      <a:pt x="2105" y="2186"/>
                      <a:pt x="2097" y="2070"/>
                      <a:pt x="2022" y="2045"/>
                    </a:cubicBezTo>
                    <a:cubicBezTo>
                      <a:pt x="2022" y="2012"/>
                      <a:pt x="2014" y="1979"/>
                      <a:pt x="1998" y="1963"/>
                    </a:cubicBezTo>
                    <a:cubicBezTo>
                      <a:pt x="1998" y="1938"/>
                      <a:pt x="1981" y="1921"/>
                      <a:pt x="1956" y="1905"/>
                    </a:cubicBezTo>
                    <a:cubicBezTo>
                      <a:pt x="1923" y="1855"/>
                      <a:pt x="1882" y="1805"/>
                      <a:pt x="1840" y="1764"/>
                    </a:cubicBezTo>
                    <a:cubicBezTo>
                      <a:pt x="1459" y="1407"/>
                      <a:pt x="1103" y="1026"/>
                      <a:pt x="780" y="612"/>
                    </a:cubicBezTo>
                    <a:cubicBezTo>
                      <a:pt x="697" y="513"/>
                      <a:pt x="622" y="397"/>
                      <a:pt x="531" y="305"/>
                    </a:cubicBezTo>
                    <a:cubicBezTo>
                      <a:pt x="481" y="256"/>
                      <a:pt x="432" y="214"/>
                      <a:pt x="374" y="181"/>
                    </a:cubicBezTo>
                    <a:cubicBezTo>
                      <a:pt x="349" y="165"/>
                      <a:pt x="324" y="156"/>
                      <a:pt x="299" y="140"/>
                    </a:cubicBezTo>
                    <a:cubicBezTo>
                      <a:pt x="291" y="140"/>
                      <a:pt x="282" y="131"/>
                      <a:pt x="282" y="131"/>
                    </a:cubicBezTo>
                    <a:cubicBezTo>
                      <a:pt x="278" y="51"/>
                      <a:pt x="206" y="1"/>
                      <a:pt x="139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3" name="Google Shape;4603;p12"/>
              <p:cNvSpPr/>
              <p:nvPr/>
            </p:nvSpPr>
            <p:spPr>
              <a:xfrm>
                <a:off x="4708125" y="4223275"/>
                <a:ext cx="6050" cy="13600"/>
              </a:xfrm>
              <a:custGeom>
                <a:rect b="b" l="l" r="r" t="t"/>
                <a:pathLst>
                  <a:path extrusionOk="0" h="544" w="242">
                    <a:moveTo>
                      <a:pt x="180" y="0"/>
                    </a:moveTo>
                    <a:cubicBezTo>
                      <a:pt x="160" y="0"/>
                      <a:pt x="140" y="10"/>
                      <a:pt x="133" y="28"/>
                    </a:cubicBezTo>
                    <a:cubicBezTo>
                      <a:pt x="109" y="95"/>
                      <a:pt x="75" y="161"/>
                      <a:pt x="59" y="227"/>
                    </a:cubicBezTo>
                    <a:cubicBezTo>
                      <a:pt x="34" y="285"/>
                      <a:pt x="17" y="351"/>
                      <a:pt x="9" y="418"/>
                    </a:cubicBezTo>
                    <a:cubicBezTo>
                      <a:pt x="1" y="467"/>
                      <a:pt x="26" y="525"/>
                      <a:pt x="75" y="542"/>
                    </a:cubicBezTo>
                    <a:cubicBezTo>
                      <a:pt x="82" y="543"/>
                      <a:pt x="88" y="544"/>
                      <a:pt x="94" y="544"/>
                    </a:cubicBezTo>
                    <a:cubicBezTo>
                      <a:pt x="139" y="544"/>
                      <a:pt x="185" y="518"/>
                      <a:pt x="200" y="467"/>
                    </a:cubicBezTo>
                    <a:cubicBezTo>
                      <a:pt x="216" y="401"/>
                      <a:pt x="225" y="335"/>
                      <a:pt x="233" y="269"/>
                    </a:cubicBezTo>
                    <a:cubicBezTo>
                      <a:pt x="241" y="202"/>
                      <a:pt x="241" y="128"/>
                      <a:pt x="241" y="61"/>
                    </a:cubicBezTo>
                    <a:cubicBezTo>
                      <a:pt x="241" y="37"/>
                      <a:pt x="225" y="3"/>
                      <a:pt x="200" y="3"/>
                    </a:cubicBezTo>
                    <a:cubicBezTo>
                      <a:pt x="194" y="1"/>
                      <a:pt x="187" y="0"/>
                      <a:pt x="1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4" name="Google Shape;4604;p12"/>
              <p:cNvSpPr/>
              <p:nvPr/>
            </p:nvSpPr>
            <p:spPr>
              <a:xfrm>
                <a:off x="4717250" y="4217350"/>
                <a:ext cx="2100" cy="1675"/>
              </a:xfrm>
              <a:custGeom>
                <a:rect b="b" l="l" r="r" t="t"/>
                <a:pathLst>
                  <a:path extrusionOk="0" h="67" w="84">
                    <a:moveTo>
                      <a:pt x="42" y="0"/>
                    </a:moveTo>
                    <a:cubicBezTo>
                      <a:pt x="0" y="0"/>
                      <a:pt x="0" y="66"/>
                      <a:pt x="42" y="66"/>
                    </a:cubicBezTo>
                    <a:cubicBezTo>
                      <a:pt x="83" y="66"/>
                      <a:pt x="83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5" name="Google Shape;4605;p12"/>
              <p:cNvSpPr/>
              <p:nvPr/>
            </p:nvSpPr>
            <p:spPr>
              <a:xfrm>
                <a:off x="4708550" y="4240750"/>
                <a:ext cx="3350" cy="6225"/>
              </a:xfrm>
              <a:custGeom>
                <a:rect b="b" l="l" r="r" t="t"/>
                <a:pathLst>
                  <a:path extrusionOk="0" h="249" w="134">
                    <a:moveTo>
                      <a:pt x="92" y="0"/>
                    </a:moveTo>
                    <a:cubicBezTo>
                      <a:pt x="67" y="0"/>
                      <a:pt x="34" y="9"/>
                      <a:pt x="25" y="42"/>
                    </a:cubicBezTo>
                    <a:cubicBezTo>
                      <a:pt x="17" y="67"/>
                      <a:pt x="9" y="100"/>
                      <a:pt x="9" y="125"/>
                    </a:cubicBezTo>
                    <a:cubicBezTo>
                      <a:pt x="0" y="141"/>
                      <a:pt x="0" y="158"/>
                      <a:pt x="0" y="174"/>
                    </a:cubicBezTo>
                    <a:cubicBezTo>
                      <a:pt x="0" y="191"/>
                      <a:pt x="0" y="199"/>
                      <a:pt x="0" y="208"/>
                    </a:cubicBezTo>
                    <a:cubicBezTo>
                      <a:pt x="0" y="224"/>
                      <a:pt x="17" y="241"/>
                      <a:pt x="34" y="249"/>
                    </a:cubicBezTo>
                    <a:cubicBezTo>
                      <a:pt x="50" y="249"/>
                      <a:pt x="75" y="241"/>
                      <a:pt x="83" y="232"/>
                    </a:cubicBezTo>
                    <a:cubicBezTo>
                      <a:pt x="92" y="224"/>
                      <a:pt x="100" y="208"/>
                      <a:pt x="108" y="199"/>
                    </a:cubicBezTo>
                    <a:cubicBezTo>
                      <a:pt x="108" y="191"/>
                      <a:pt x="108" y="183"/>
                      <a:pt x="108" y="174"/>
                    </a:cubicBezTo>
                    <a:cubicBezTo>
                      <a:pt x="116" y="166"/>
                      <a:pt x="116" y="158"/>
                      <a:pt x="116" y="150"/>
                    </a:cubicBezTo>
                    <a:lnTo>
                      <a:pt x="133" y="67"/>
                    </a:lnTo>
                    <a:cubicBezTo>
                      <a:pt x="133" y="58"/>
                      <a:pt x="133" y="42"/>
                      <a:pt x="125" y="25"/>
                    </a:cubicBezTo>
                    <a:cubicBezTo>
                      <a:pt x="116" y="17"/>
                      <a:pt x="108" y="9"/>
                      <a:pt x="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6" name="Google Shape;4606;p12"/>
              <p:cNvSpPr/>
              <p:nvPr/>
            </p:nvSpPr>
            <p:spPr>
              <a:xfrm>
                <a:off x="4713325" y="4244725"/>
                <a:ext cx="4150" cy="6075"/>
              </a:xfrm>
              <a:custGeom>
                <a:rect b="b" l="l" r="r" t="t"/>
                <a:pathLst>
                  <a:path extrusionOk="0" h="243" w="166">
                    <a:moveTo>
                      <a:pt x="91" y="1"/>
                    </a:moveTo>
                    <a:cubicBezTo>
                      <a:pt x="83" y="1"/>
                      <a:pt x="75" y="3"/>
                      <a:pt x="66" y="7"/>
                    </a:cubicBezTo>
                    <a:cubicBezTo>
                      <a:pt x="58" y="15"/>
                      <a:pt x="50" y="32"/>
                      <a:pt x="41" y="49"/>
                    </a:cubicBezTo>
                    <a:lnTo>
                      <a:pt x="25" y="82"/>
                    </a:lnTo>
                    <a:cubicBezTo>
                      <a:pt x="25" y="90"/>
                      <a:pt x="25" y="107"/>
                      <a:pt x="17" y="115"/>
                    </a:cubicBezTo>
                    <a:cubicBezTo>
                      <a:pt x="17" y="123"/>
                      <a:pt x="8" y="140"/>
                      <a:pt x="8" y="148"/>
                    </a:cubicBezTo>
                    <a:cubicBezTo>
                      <a:pt x="8" y="156"/>
                      <a:pt x="0" y="173"/>
                      <a:pt x="0" y="181"/>
                    </a:cubicBezTo>
                    <a:cubicBezTo>
                      <a:pt x="0" y="189"/>
                      <a:pt x="0" y="198"/>
                      <a:pt x="8" y="206"/>
                    </a:cubicBezTo>
                    <a:cubicBezTo>
                      <a:pt x="8" y="223"/>
                      <a:pt x="17" y="231"/>
                      <a:pt x="33" y="239"/>
                    </a:cubicBezTo>
                    <a:cubicBezTo>
                      <a:pt x="39" y="242"/>
                      <a:pt x="43" y="243"/>
                      <a:pt x="48" y="243"/>
                    </a:cubicBezTo>
                    <a:cubicBezTo>
                      <a:pt x="56" y="243"/>
                      <a:pt x="64" y="239"/>
                      <a:pt x="75" y="239"/>
                    </a:cubicBezTo>
                    <a:cubicBezTo>
                      <a:pt x="83" y="231"/>
                      <a:pt x="91" y="231"/>
                      <a:pt x="99" y="223"/>
                    </a:cubicBezTo>
                    <a:cubicBezTo>
                      <a:pt x="108" y="214"/>
                      <a:pt x="108" y="206"/>
                      <a:pt x="116" y="198"/>
                    </a:cubicBezTo>
                    <a:lnTo>
                      <a:pt x="124" y="165"/>
                    </a:lnTo>
                    <a:cubicBezTo>
                      <a:pt x="141" y="131"/>
                      <a:pt x="149" y="107"/>
                      <a:pt x="157" y="82"/>
                    </a:cubicBezTo>
                    <a:cubicBezTo>
                      <a:pt x="166" y="65"/>
                      <a:pt x="166" y="49"/>
                      <a:pt x="157" y="32"/>
                    </a:cubicBezTo>
                    <a:cubicBezTo>
                      <a:pt x="149" y="24"/>
                      <a:pt x="133" y="7"/>
                      <a:pt x="116" y="7"/>
                    </a:cubicBezTo>
                    <a:cubicBezTo>
                      <a:pt x="108" y="3"/>
                      <a:pt x="99" y="1"/>
                      <a:pt x="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7" name="Google Shape;4607;p12"/>
              <p:cNvSpPr/>
              <p:nvPr/>
            </p:nvSpPr>
            <p:spPr>
              <a:xfrm>
                <a:off x="4697425" y="4252025"/>
                <a:ext cx="6600" cy="11625"/>
              </a:xfrm>
              <a:custGeom>
                <a:rect b="b" l="l" r="r" t="t"/>
                <a:pathLst>
                  <a:path extrusionOk="0" h="465" w="264">
                    <a:moveTo>
                      <a:pt x="193" y="0"/>
                    </a:moveTo>
                    <a:cubicBezTo>
                      <a:pt x="176" y="0"/>
                      <a:pt x="161" y="6"/>
                      <a:pt x="155" y="22"/>
                    </a:cubicBezTo>
                    <a:cubicBezTo>
                      <a:pt x="131" y="88"/>
                      <a:pt x="97" y="154"/>
                      <a:pt x="64" y="229"/>
                    </a:cubicBezTo>
                    <a:cubicBezTo>
                      <a:pt x="39" y="295"/>
                      <a:pt x="6" y="361"/>
                      <a:pt x="6" y="428"/>
                    </a:cubicBezTo>
                    <a:cubicBezTo>
                      <a:pt x="1" y="450"/>
                      <a:pt x="17" y="465"/>
                      <a:pt x="36" y="465"/>
                    </a:cubicBezTo>
                    <a:cubicBezTo>
                      <a:pt x="46" y="465"/>
                      <a:pt x="56" y="461"/>
                      <a:pt x="64" y="453"/>
                    </a:cubicBezTo>
                    <a:cubicBezTo>
                      <a:pt x="106" y="403"/>
                      <a:pt x="139" y="328"/>
                      <a:pt x="164" y="270"/>
                    </a:cubicBezTo>
                    <a:cubicBezTo>
                      <a:pt x="197" y="204"/>
                      <a:pt x="222" y="129"/>
                      <a:pt x="255" y="63"/>
                    </a:cubicBezTo>
                    <a:cubicBezTo>
                      <a:pt x="263" y="38"/>
                      <a:pt x="247" y="13"/>
                      <a:pt x="222" y="5"/>
                    </a:cubicBezTo>
                    <a:cubicBezTo>
                      <a:pt x="213" y="2"/>
                      <a:pt x="202" y="0"/>
                      <a:pt x="1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8" name="Google Shape;4608;p12"/>
              <p:cNvSpPr/>
              <p:nvPr/>
            </p:nvSpPr>
            <p:spPr>
              <a:xfrm>
                <a:off x="4702950" y="4256800"/>
                <a:ext cx="6250" cy="8525"/>
              </a:xfrm>
              <a:custGeom>
                <a:rect b="b" l="l" r="r" t="t"/>
                <a:pathLst>
                  <a:path extrusionOk="0" h="341" w="250">
                    <a:moveTo>
                      <a:pt x="184" y="0"/>
                    </a:moveTo>
                    <a:cubicBezTo>
                      <a:pt x="163" y="0"/>
                      <a:pt x="144" y="7"/>
                      <a:pt x="133" y="30"/>
                    </a:cubicBezTo>
                    <a:cubicBezTo>
                      <a:pt x="108" y="71"/>
                      <a:pt x="84" y="104"/>
                      <a:pt x="67" y="146"/>
                    </a:cubicBezTo>
                    <a:lnTo>
                      <a:pt x="34" y="204"/>
                    </a:lnTo>
                    <a:cubicBezTo>
                      <a:pt x="26" y="228"/>
                      <a:pt x="17" y="253"/>
                      <a:pt x="9" y="278"/>
                    </a:cubicBezTo>
                    <a:cubicBezTo>
                      <a:pt x="1" y="295"/>
                      <a:pt x="9" y="320"/>
                      <a:pt x="26" y="328"/>
                    </a:cubicBezTo>
                    <a:cubicBezTo>
                      <a:pt x="34" y="336"/>
                      <a:pt x="46" y="340"/>
                      <a:pt x="58" y="340"/>
                    </a:cubicBezTo>
                    <a:cubicBezTo>
                      <a:pt x="69" y="340"/>
                      <a:pt x="79" y="336"/>
                      <a:pt x="84" y="328"/>
                    </a:cubicBezTo>
                    <a:cubicBezTo>
                      <a:pt x="100" y="303"/>
                      <a:pt x="117" y="286"/>
                      <a:pt x="133" y="262"/>
                    </a:cubicBezTo>
                    <a:cubicBezTo>
                      <a:pt x="142" y="245"/>
                      <a:pt x="158" y="228"/>
                      <a:pt x="166" y="204"/>
                    </a:cubicBezTo>
                    <a:cubicBezTo>
                      <a:pt x="191" y="170"/>
                      <a:pt x="216" y="129"/>
                      <a:pt x="233" y="88"/>
                    </a:cubicBezTo>
                    <a:cubicBezTo>
                      <a:pt x="249" y="63"/>
                      <a:pt x="241" y="21"/>
                      <a:pt x="216" y="5"/>
                    </a:cubicBezTo>
                    <a:cubicBezTo>
                      <a:pt x="205" y="2"/>
                      <a:pt x="194" y="0"/>
                      <a:pt x="1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9" name="Google Shape;4609;p12"/>
              <p:cNvSpPr/>
              <p:nvPr/>
            </p:nvSpPr>
            <p:spPr>
              <a:xfrm>
                <a:off x="5111225" y="4166950"/>
                <a:ext cx="3750" cy="10825"/>
              </a:xfrm>
              <a:custGeom>
                <a:rect b="b" l="l" r="r" t="t"/>
                <a:pathLst>
                  <a:path extrusionOk="0" h="433" w="150">
                    <a:moveTo>
                      <a:pt x="64" y="1"/>
                    </a:moveTo>
                    <a:cubicBezTo>
                      <a:pt x="59" y="1"/>
                      <a:pt x="55" y="1"/>
                      <a:pt x="50" y="3"/>
                    </a:cubicBezTo>
                    <a:cubicBezTo>
                      <a:pt x="25" y="3"/>
                      <a:pt x="9" y="28"/>
                      <a:pt x="9" y="53"/>
                    </a:cubicBezTo>
                    <a:cubicBezTo>
                      <a:pt x="9" y="111"/>
                      <a:pt x="9" y="169"/>
                      <a:pt x="0" y="227"/>
                    </a:cubicBezTo>
                    <a:cubicBezTo>
                      <a:pt x="0" y="251"/>
                      <a:pt x="0" y="285"/>
                      <a:pt x="9" y="309"/>
                    </a:cubicBezTo>
                    <a:cubicBezTo>
                      <a:pt x="9" y="318"/>
                      <a:pt x="9" y="334"/>
                      <a:pt x="9" y="343"/>
                    </a:cubicBezTo>
                    <a:cubicBezTo>
                      <a:pt x="17" y="351"/>
                      <a:pt x="17" y="359"/>
                      <a:pt x="17" y="359"/>
                    </a:cubicBezTo>
                    <a:cubicBezTo>
                      <a:pt x="17" y="367"/>
                      <a:pt x="17" y="367"/>
                      <a:pt x="17" y="367"/>
                    </a:cubicBezTo>
                    <a:cubicBezTo>
                      <a:pt x="25" y="384"/>
                      <a:pt x="34" y="401"/>
                      <a:pt x="42" y="417"/>
                    </a:cubicBezTo>
                    <a:cubicBezTo>
                      <a:pt x="52" y="427"/>
                      <a:pt x="66" y="432"/>
                      <a:pt x="79" y="432"/>
                    </a:cubicBezTo>
                    <a:cubicBezTo>
                      <a:pt x="97" y="432"/>
                      <a:pt x="115" y="423"/>
                      <a:pt x="125" y="409"/>
                    </a:cubicBezTo>
                    <a:cubicBezTo>
                      <a:pt x="133" y="392"/>
                      <a:pt x="133" y="376"/>
                      <a:pt x="141" y="359"/>
                    </a:cubicBezTo>
                    <a:lnTo>
                      <a:pt x="141" y="359"/>
                    </a:lnTo>
                    <a:cubicBezTo>
                      <a:pt x="139" y="363"/>
                      <a:pt x="138" y="365"/>
                      <a:pt x="138" y="365"/>
                    </a:cubicBezTo>
                    <a:cubicBezTo>
                      <a:pt x="137" y="365"/>
                      <a:pt x="141" y="349"/>
                      <a:pt x="141" y="343"/>
                    </a:cubicBezTo>
                    <a:cubicBezTo>
                      <a:pt x="150" y="326"/>
                      <a:pt x="150" y="318"/>
                      <a:pt x="141" y="301"/>
                    </a:cubicBezTo>
                    <a:lnTo>
                      <a:pt x="150" y="301"/>
                    </a:lnTo>
                    <a:cubicBezTo>
                      <a:pt x="141" y="268"/>
                      <a:pt x="141" y="243"/>
                      <a:pt x="133" y="210"/>
                    </a:cubicBezTo>
                    <a:cubicBezTo>
                      <a:pt x="125" y="152"/>
                      <a:pt x="116" y="94"/>
                      <a:pt x="108" y="36"/>
                    </a:cubicBezTo>
                    <a:cubicBezTo>
                      <a:pt x="108" y="15"/>
                      <a:pt x="86" y="1"/>
                      <a:pt x="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0" name="Google Shape;4610;p12"/>
              <p:cNvSpPr/>
              <p:nvPr/>
            </p:nvSpPr>
            <p:spPr>
              <a:xfrm>
                <a:off x="4970575" y="3907925"/>
                <a:ext cx="6450" cy="17525"/>
              </a:xfrm>
              <a:custGeom>
                <a:rect b="b" l="l" r="r" t="t"/>
                <a:pathLst>
                  <a:path extrusionOk="0" h="701" w="258">
                    <a:moveTo>
                      <a:pt x="175" y="0"/>
                    </a:moveTo>
                    <a:cubicBezTo>
                      <a:pt x="162" y="0"/>
                      <a:pt x="149" y="5"/>
                      <a:pt x="141" y="15"/>
                    </a:cubicBezTo>
                    <a:cubicBezTo>
                      <a:pt x="125" y="32"/>
                      <a:pt x="100" y="57"/>
                      <a:pt x="92" y="73"/>
                    </a:cubicBezTo>
                    <a:cubicBezTo>
                      <a:pt x="67" y="98"/>
                      <a:pt x="59" y="131"/>
                      <a:pt x="42" y="164"/>
                    </a:cubicBezTo>
                    <a:cubicBezTo>
                      <a:pt x="17" y="214"/>
                      <a:pt x="17" y="272"/>
                      <a:pt x="9" y="330"/>
                    </a:cubicBezTo>
                    <a:cubicBezTo>
                      <a:pt x="1" y="380"/>
                      <a:pt x="1" y="430"/>
                      <a:pt x="9" y="479"/>
                    </a:cubicBezTo>
                    <a:cubicBezTo>
                      <a:pt x="17" y="512"/>
                      <a:pt x="17" y="554"/>
                      <a:pt x="25" y="579"/>
                    </a:cubicBezTo>
                    <a:cubicBezTo>
                      <a:pt x="34" y="604"/>
                      <a:pt x="42" y="620"/>
                      <a:pt x="50" y="637"/>
                    </a:cubicBezTo>
                    <a:cubicBezTo>
                      <a:pt x="59" y="645"/>
                      <a:pt x="67" y="653"/>
                      <a:pt x="75" y="662"/>
                    </a:cubicBezTo>
                    <a:cubicBezTo>
                      <a:pt x="83" y="669"/>
                      <a:pt x="88" y="675"/>
                      <a:pt x="92" y="678"/>
                    </a:cubicBezTo>
                    <a:lnTo>
                      <a:pt x="92" y="678"/>
                    </a:lnTo>
                    <a:cubicBezTo>
                      <a:pt x="110" y="693"/>
                      <a:pt x="131" y="700"/>
                      <a:pt x="154" y="700"/>
                    </a:cubicBezTo>
                    <a:cubicBezTo>
                      <a:pt x="189" y="700"/>
                      <a:pt x="224" y="681"/>
                      <a:pt x="243" y="643"/>
                    </a:cubicBezTo>
                    <a:lnTo>
                      <a:pt x="243" y="643"/>
                    </a:lnTo>
                    <a:cubicBezTo>
                      <a:pt x="243" y="643"/>
                      <a:pt x="243" y="643"/>
                      <a:pt x="243" y="643"/>
                    </a:cubicBezTo>
                    <a:cubicBezTo>
                      <a:pt x="244" y="643"/>
                      <a:pt x="246" y="639"/>
                      <a:pt x="249" y="628"/>
                    </a:cubicBezTo>
                    <a:lnTo>
                      <a:pt x="249" y="628"/>
                    </a:lnTo>
                    <a:cubicBezTo>
                      <a:pt x="247" y="634"/>
                      <a:pt x="245" y="639"/>
                      <a:pt x="243" y="643"/>
                    </a:cubicBezTo>
                    <a:lnTo>
                      <a:pt x="243" y="643"/>
                    </a:lnTo>
                    <a:cubicBezTo>
                      <a:pt x="242" y="643"/>
                      <a:pt x="245" y="634"/>
                      <a:pt x="249" y="620"/>
                    </a:cubicBezTo>
                    <a:cubicBezTo>
                      <a:pt x="257" y="604"/>
                      <a:pt x="257" y="595"/>
                      <a:pt x="257" y="579"/>
                    </a:cubicBezTo>
                    <a:cubicBezTo>
                      <a:pt x="257" y="562"/>
                      <a:pt x="257" y="546"/>
                      <a:pt x="249" y="529"/>
                    </a:cubicBezTo>
                    <a:cubicBezTo>
                      <a:pt x="249" y="504"/>
                      <a:pt x="241" y="479"/>
                      <a:pt x="241" y="454"/>
                    </a:cubicBezTo>
                    <a:cubicBezTo>
                      <a:pt x="241" y="462"/>
                      <a:pt x="241" y="465"/>
                      <a:pt x="240" y="465"/>
                    </a:cubicBezTo>
                    <a:cubicBezTo>
                      <a:pt x="239" y="465"/>
                      <a:pt x="236" y="441"/>
                      <a:pt x="234" y="427"/>
                    </a:cubicBezTo>
                    <a:lnTo>
                      <a:pt x="234" y="427"/>
                    </a:lnTo>
                    <a:cubicBezTo>
                      <a:pt x="235" y="432"/>
                      <a:pt x="236" y="434"/>
                      <a:pt x="236" y="434"/>
                    </a:cubicBezTo>
                    <a:cubicBezTo>
                      <a:pt x="237" y="434"/>
                      <a:pt x="233" y="411"/>
                      <a:pt x="233" y="405"/>
                    </a:cubicBezTo>
                    <a:cubicBezTo>
                      <a:pt x="233" y="380"/>
                      <a:pt x="233" y="355"/>
                      <a:pt x="233" y="338"/>
                    </a:cubicBezTo>
                    <a:cubicBezTo>
                      <a:pt x="233" y="289"/>
                      <a:pt x="233" y="247"/>
                      <a:pt x="233" y="198"/>
                    </a:cubicBezTo>
                    <a:cubicBezTo>
                      <a:pt x="233" y="173"/>
                      <a:pt x="241" y="148"/>
                      <a:pt x="233" y="115"/>
                    </a:cubicBezTo>
                    <a:lnTo>
                      <a:pt x="233" y="90"/>
                    </a:lnTo>
                    <a:cubicBezTo>
                      <a:pt x="233" y="82"/>
                      <a:pt x="233" y="73"/>
                      <a:pt x="233" y="57"/>
                    </a:cubicBezTo>
                    <a:cubicBezTo>
                      <a:pt x="238" y="23"/>
                      <a:pt x="205" y="0"/>
                      <a:pt x="1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1" name="Google Shape;4611;p12"/>
              <p:cNvSpPr/>
              <p:nvPr/>
            </p:nvSpPr>
            <p:spPr>
              <a:xfrm>
                <a:off x="4977200" y="3916375"/>
                <a:ext cx="3750" cy="9900"/>
              </a:xfrm>
              <a:custGeom>
                <a:rect b="b" l="l" r="r" t="t"/>
                <a:pathLst>
                  <a:path extrusionOk="0" h="396" w="150">
                    <a:moveTo>
                      <a:pt x="67" y="0"/>
                    </a:moveTo>
                    <a:cubicBezTo>
                      <a:pt x="34" y="0"/>
                      <a:pt x="9" y="25"/>
                      <a:pt x="9" y="58"/>
                    </a:cubicBezTo>
                    <a:cubicBezTo>
                      <a:pt x="1" y="116"/>
                      <a:pt x="1" y="174"/>
                      <a:pt x="9" y="224"/>
                    </a:cubicBezTo>
                    <a:cubicBezTo>
                      <a:pt x="17" y="249"/>
                      <a:pt x="26" y="282"/>
                      <a:pt x="34" y="307"/>
                    </a:cubicBezTo>
                    <a:cubicBezTo>
                      <a:pt x="34" y="324"/>
                      <a:pt x="42" y="340"/>
                      <a:pt x="50" y="348"/>
                    </a:cubicBezTo>
                    <a:cubicBezTo>
                      <a:pt x="59" y="365"/>
                      <a:pt x="67" y="373"/>
                      <a:pt x="75" y="382"/>
                    </a:cubicBezTo>
                    <a:cubicBezTo>
                      <a:pt x="82" y="391"/>
                      <a:pt x="92" y="396"/>
                      <a:pt x="103" y="396"/>
                    </a:cubicBezTo>
                    <a:cubicBezTo>
                      <a:pt x="119" y="396"/>
                      <a:pt x="137" y="385"/>
                      <a:pt x="142" y="365"/>
                    </a:cubicBezTo>
                    <a:cubicBezTo>
                      <a:pt x="142" y="348"/>
                      <a:pt x="142" y="340"/>
                      <a:pt x="150" y="324"/>
                    </a:cubicBezTo>
                    <a:cubicBezTo>
                      <a:pt x="150" y="307"/>
                      <a:pt x="142" y="290"/>
                      <a:pt x="142" y="282"/>
                    </a:cubicBezTo>
                    <a:cubicBezTo>
                      <a:pt x="142" y="282"/>
                      <a:pt x="142" y="274"/>
                      <a:pt x="142" y="274"/>
                    </a:cubicBezTo>
                    <a:cubicBezTo>
                      <a:pt x="142" y="266"/>
                      <a:pt x="133" y="257"/>
                      <a:pt x="133" y="249"/>
                    </a:cubicBezTo>
                    <a:cubicBezTo>
                      <a:pt x="133" y="241"/>
                      <a:pt x="133" y="224"/>
                      <a:pt x="133" y="216"/>
                    </a:cubicBezTo>
                    <a:cubicBezTo>
                      <a:pt x="133" y="166"/>
                      <a:pt x="125" y="116"/>
                      <a:pt x="133" y="58"/>
                    </a:cubicBezTo>
                    <a:cubicBezTo>
                      <a:pt x="133" y="25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2" name="Google Shape;4612;p12"/>
              <p:cNvSpPr/>
              <p:nvPr/>
            </p:nvSpPr>
            <p:spPr>
              <a:xfrm>
                <a:off x="5048875" y="3808025"/>
                <a:ext cx="67075" cy="20775"/>
              </a:xfrm>
              <a:custGeom>
                <a:rect b="b" l="l" r="r" t="t"/>
                <a:pathLst>
                  <a:path extrusionOk="0" h="831" w="2683">
                    <a:moveTo>
                      <a:pt x="2527" y="1"/>
                    </a:moveTo>
                    <a:cubicBezTo>
                      <a:pt x="2525" y="1"/>
                      <a:pt x="2522" y="1"/>
                      <a:pt x="2519" y="1"/>
                    </a:cubicBezTo>
                    <a:cubicBezTo>
                      <a:pt x="2312" y="1"/>
                      <a:pt x="2130" y="84"/>
                      <a:pt x="1939" y="167"/>
                    </a:cubicBezTo>
                    <a:cubicBezTo>
                      <a:pt x="1765" y="250"/>
                      <a:pt x="1591" y="349"/>
                      <a:pt x="1392" y="382"/>
                    </a:cubicBezTo>
                    <a:cubicBezTo>
                      <a:pt x="1301" y="399"/>
                      <a:pt x="1326" y="540"/>
                      <a:pt x="1417" y="540"/>
                    </a:cubicBezTo>
                    <a:lnTo>
                      <a:pt x="1450" y="540"/>
                    </a:lnTo>
                    <a:cubicBezTo>
                      <a:pt x="1392" y="556"/>
                      <a:pt x="1343" y="564"/>
                      <a:pt x="1285" y="573"/>
                    </a:cubicBezTo>
                    <a:cubicBezTo>
                      <a:pt x="1268" y="574"/>
                      <a:pt x="1251" y="575"/>
                      <a:pt x="1235" y="575"/>
                    </a:cubicBezTo>
                    <a:cubicBezTo>
                      <a:pt x="1047" y="575"/>
                      <a:pt x="871" y="493"/>
                      <a:pt x="688" y="432"/>
                    </a:cubicBezTo>
                    <a:cubicBezTo>
                      <a:pt x="570" y="387"/>
                      <a:pt x="420" y="330"/>
                      <a:pt x="277" y="330"/>
                    </a:cubicBezTo>
                    <a:cubicBezTo>
                      <a:pt x="210" y="330"/>
                      <a:pt x="144" y="342"/>
                      <a:pt x="83" y="374"/>
                    </a:cubicBezTo>
                    <a:cubicBezTo>
                      <a:pt x="1" y="415"/>
                      <a:pt x="17" y="573"/>
                      <a:pt x="117" y="589"/>
                    </a:cubicBezTo>
                    <a:cubicBezTo>
                      <a:pt x="216" y="598"/>
                      <a:pt x="307" y="589"/>
                      <a:pt x="407" y="614"/>
                    </a:cubicBezTo>
                    <a:cubicBezTo>
                      <a:pt x="506" y="631"/>
                      <a:pt x="597" y="672"/>
                      <a:pt x="697" y="705"/>
                    </a:cubicBezTo>
                    <a:cubicBezTo>
                      <a:pt x="866" y="773"/>
                      <a:pt x="1036" y="830"/>
                      <a:pt x="1215" y="830"/>
                    </a:cubicBezTo>
                    <a:cubicBezTo>
                      <a:pt x="1254" y="830"/>
                      <a:pt x="1294" y="827"/>
                      <a:pt x="1334" y="821"/>
                    </a:cubicBezTo>
                    <a:cubicBezTo>
                      <a:pt x="1790" y="747"/>
                      <a:pt x="2113" y="357"/>
                      <a:pt x="2552" y="241"/>
                    </a:cubicBezTo>
                    <a:cubicBezTo>
                      <a:pt x="2682" y="201"/>
                      <a:pt x="2661" y="1"/>
                      <a:pt x="25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3" name="Google Shape;4613;p12"/>
              <p:cNvSpPr/>
              <p:nvPr/>
            </p:nvSpPr>
            <p:spPr>
              <a:xfrm>
                <a:off x="4741725" y="4083800"/>
                <a:ext cx="127825" cy="99925"/>
              </a:xfrm>
              <a:custGeom>
                <a:rect b="b" l="l" r="r" t="t"/>
                <a:pathLst>
                  <a:path extrusionOk="0" h="3997" w="5113">
                    <a:moveTo>
                      <a:pt x="4962" y="0"/>
                    </a:moveTo>
                    <a:cubicBezTo>
                      <a:pt x="4939" y="0"/>
                      <a:pt x="4916" y="7"/>
                      <a:pt x="4896" y="23"/>
                    </a:cubicBezTo>
                    <a:lnTo>
                      <a:pt x="4896" y="31"/>
                    </a:lnTo>
                    <a:cubicBezTo>
                      <a:pt x="4813" y="89"/>
                      <a:pt x="4755" y="180"/>
                      <a:pt x="4689" y="263"/>
                    </a:cubicBezTo>
                    <a:cubicBezTo>
                      <a:pt x="4622" y="346"/>
                      <a:pt x="4556" y="437"/>
                      <a:pt x="4490" y="528"/>
                    </a:cubicBezTo>
                    <a:cubicBezTo>
                      <a:pt x="4374" y="702"/>
                      <a:pt x="4258" y="876"/>
                      <a:pt x="4158" y="1067"/>
                    </a:cubicBezTo>
                    <a:cubicBezTo>
                      <a:pt x="4067" y="1233"/>
                      <a:pt x="3984" y="1415"/>
                      <a:pt x="3827" y="1531"/>
                    </a:cubicBezTo>
                    <a:cubicBezTo>
                      <a:pt x="3670" y="1655"/>
                      <a:pt x="3462" y="1730"/>
                      <a:pt x="3280" y="1813"/>
                    </a:cubicBezTo>
                    <a:cubicBezTo>
                      <a:pt x="2518" y="2152"/>
                      <a:pt x="1764" y="2525"/>
                      <a:pt x="1068" y="2997"/>
                    </a:cubicBezTo>
                    <a:cubicBezTo>
                      <a:pt x="877" y="3122"/>
                      <a:pt x="695" y="3254"/>
                      <a:pt x="521" y="3403"/>
                    </a:cubicBezTo>
                    <a:cubicBezTo>
                      <a:pt x="339" y="3561"/>
                      <a:pt x="190" y="3743"/>
                      <a:pt x="32" y="3917"/>
                    </a:cubicBezTo>
                    <a:cubicBezTo>
                      <a:pt x="0" y="3949"/>
                      <a:pt x="28" y="3996"/>
                      <a:pt x="65" y="3996"/>
                    </a:cubicBezTo>
                    <a:cubicBezTo>
                      <a:pt x="76" y="3996"/>
                      <a:pt x="87" y="3993"/>
                      <a:pt x="99" y="3983"/>
                    </a:cubicBezTo>
                    <a:cubicBezTo>
                      <a:pt x="256" y="3834"/>
                      <a:pt x="438" y="3718"/>
                      <a:pt x="612" y="3586"/>
                    </a:cubicBezTo>
                    <a:cubicBezTo>
                      <a:pt x="778" y="3470"/>
                      <a:pt x="935" y="3345"/>
                      <a:pt x="1109" y="3229"/>
                    </a:cubicBezTo>
                    <a:cubicBezTo>
                      <a:pt x="1457" y="2989"/>
                      <a:pt x="1814" y="2774"/>
                      <a:pt x="2187" y="2575"/>
                    </a:cubicBezTo>
                    <a:cubicBezTo>
                      <a:pt x="2559" y="2376"/>
                      <a:pt x="2932" y="2194"/>
                      <a:pt x="3322" y="2020"/>
                    </a:cubicBezTo>
                    <a:cubicBezTo>
                      <a:pt x="3504" y="1937"/>
                      <a:pt x="3694" y="1862"/>
                      <a:pt x="3868" y="1755"/>
                    </a:cubicBezTo>
                    <a:cubicBezTo>
                      <a:pt x="4034" y="1647"/>
                      <a:pt x="4150" y="1498"/>
                      <a:pt x="4241" y="1324"/>
                    </a:cubicBezTo>
                    <a:cubicBezTo>
                      <a:pt x="4349" y="1117"/>
                      <a:pt x="4457" y="918"/>
                      <a:pt x="4589" y="719"/>
                    </a:cubicBezTo>
                    <a:cubicBezTo>
                      <a:pt x="4664" y="619"/>
                      <a:pt x="4738" y="520"/>
                      <a:pt x="4821" y="429"/>
                    </a:cubicBezTo>
                    <a:cubicBezTo>
                      <a:pt x="4904" y="338"/>
                      <a:pt x="4987" y="247"/>
                      <a:pt x="5062" y="147"/>
                    </a:cubicBezTo>
                    <a:cubicBezTo>
                      <a:pt x="5112" y="71"/>
                      <a:pt x="5037" y="0"/>
                      <a:pt x="49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4" name="Google Shape;4614;p12"/>
              <p:cNvSpPr/>
              <p:nvPr/>
            </p:nvSpPr>
            <p:spPr>
              <a:xfrm>
                <a:off x="4857275" y="4105025"/>
                <a:ext cx="4575" cy="5875"/>
              </a:xfrm>
              <a:custGeom>
                <a:rect b="b" l="l" r="r" t="t"/>
                <a:pathLst>
                  <a:path extrusionOk="0" h="235" w="183">
                    <a:moveTo>
                      <a:pt x="147" y="0"/>
                    </a:moveTo>
                    <a:cubicBezTo>
                      <a:pt x="142" y="0"/>
                      <a:pt x="138" y="1"/>
                      <a:pt x="133" y="2"/>
                    </a:cubicBezTo>
                    <a:lnTo>
                      <a:pt x="141" y="2"/>
                    </a:lnTo>
                    <a:cubicBezTo>
                      <a:pt x="133" y="11"/>
                      <a:pt x="125" y="11"/>
                      <a:pt x="125" y="19"/>
                    </a:cubicBezTo>
                    <a:cubicBezTo>
                      <a:pt x="116" y="19"/>
                      <a:pt x="108" y="27"/>
                      <a:pt x="100" y="36"/>
                    </a:cubicBezTo>
                    <a:cubicBezTo>
                      <a:pt x="92" y="44"/>
                      <a:pt x="92" y="44"/>
                      <a:pt x="83" y="52"/>
                    </a:cubicBezTo>
                    <a:cubicBezTo>
                      <a:pt x="75" y="60"/>
                      <a:pt x="67" y="69"/>
                      <a:pt x="67" y="77"/>
                    </a:cubicBezTo>
                    <a:cubicBezTo>
                      <a:pt x="50" y="102"/>
                      <a:pt x="34" y="135"/>
                      <a:pt x="17" y="160"/>
                    </a:cubicBezTo>
                    <a:cubicBezTo>
                      <a:pt x="0" y="185"/>
                      <a:pt x="9" y="218"/>
                      <a:pt x="34" y="226"/>
                    </a:cubicBezTo>
                    <a:cubicBezTo>
                      <a:pt x="42" y="232"/>
                      <a:pt x="52" y="235"/>
                      <a:pt x="62" y="235"/>
                    </a:cubicBezTo>
                    <a:cubicBezTo>
                      <a:pt x="80" y="235"/>
                      <a:pt x="97" y="226"/>
                      <a:pt x="108" y="210"/>
                    </a:cubicBezTo>
                    <a:cubicBezTo>
                      <a:pt x="125" y="185"/>
                      <a:pt x="133" y="160"/>
                      <a:pt x="150" y="127"/>
                    </a:cubicBezTo>
                    <a:cubicBezTo>
                      <a:pt x="158" y="118"/>
                      <a:pt x="166" y="110"/>
                      <a:pt x="166" y="102"/>
                    </a:cubicBezTo>
                    <a:cubicBezTo>
                      <a:pt x="174" y="94"/>
                      <a:pt x="174" y="85"/>
                      <a:pt x="174" y="77"/>
                    </a:cubicBezTo>
                    <a:cubicBezTo>
                      <a:pt x="174" y="69"/>
                      <a:pt x="183" y="60"/>
                      <a:pt x="183" y="52"/>
                    </a:cubicBezTo>
                    <a:lnTo>
                      <a:pt x="183" y="27"/>
                    </a:lnTo>
                    <a:cubicBezTo>
                      <a:pt x="183" y="14"/>
                      <a:pt x="166" y="0"/>
                      <a:pt x="1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5" name="Google Shape;4615;p12"/>
              <p:cNvSpPr/>
              <p:nvPr/>
            </p:nvSpPr>
            <p:spPr>
              <a:xfrm>
                <a:off x="4839050" y="4125075"/>
                <a:ext cx="5400" cy="5800"/>
              </a:xfrm>
              <a:custGeom>
                <a:rect b="b" l="l" r="r" t="t"/>
                <a:pathLst>
                  <a:path extrusionOk="0" h="232" w="216">
                    <a:moveTo>
                      <a:pt x="185" y="0"/>
                    </a:moveTo>
                    <a:cubicBezTo>
                      <a:pt x="176" y="0"/>
                      <a:pt x="169" y="4"/>
                      <a:pt x="158" y="4"/>
                    </a:cubicBezTo>
                    <a:cubicBezTo>
                      <a:pt x="158" y="12"/>
                      <a:pt x="149" y="12"/>
                      <a:pt x="149" y="12"/>
                    </a:cubicBezTo>
                    <a:cubicBezTo>
                      <a:pt x="141" y="12"/>
                      <a:pt x="141" y="21"/>
                      <a:pt x="133" y="29"/>
                    </a:cubicBezTo>
                    <a:cubicBezTo>
                      <a:pt x="125" y="29"/>
                      <a:pt x="125" y="37"/>
                      <a:pt x="116" y="46"/>
                    </a:cubicBezTo>
                    <a:cubicBezTo>
                      <a:pt x="108" y="54"/>
                      <a:pt x="91" y="62"/>
                      <a:pt x="83" y="70"/>
                    </a:cubicBezTo>
                    <a:cubicBezTo>
                      <a:pt x="75" y="79"/>
                      <a:pt x="75" y="79"/>
                      <a:pt x="67" y="87"/>
                    </a:cubicBezTo>
                    <a:cubicBezTo>
                      <a:pt x="58" y="95"/>
                      <a:pt x="58" y="95"/>
                      <a:pt x="50" y="104"/>
                    </a:cubicBezTo>
                    <a:cubicBezTo>
                      <a:pt x="42" y="112"/>
                      <a:pt x="25" y="120"/>
                      <a:pt x="17" y="128"/>
                    </a:cubicBezTo>
                    <a:cubicBezTo>
                      <a:pt x="9" y="145"/>
                      <a:pt x="0" y="162"/>
                      <a:pt x="0" y="170"/>
                    </a:cubicBezTo>
                    <a:cubicBezTo>
                      <a:pt x="0" y="186"/>
                      <a:pt x="9" y="203"/>
                      <a:pt x="17" y="211"/>
                    </a:cubicBezTo>
                    <a:cubicBezTo>
                      <a:pt x="23" y="223"/>
                      <a:pt x="33" y="231"/>
                      <a:pt x="45" y="231"/>
                    </a:cubicBezTo>
                    <a:cubicBezTo>
                      <a:pt x="49" y="231"/>
                      <a:pt x="54" y="230"/>
                      <a:pt x="58" y="228"/>
                    </a:cubicBezTo>
                    <a:lnTo>
                      <a:pt x="75" y="228"/>
                    </a:lnTo>
                    <a:cubicBezTo>
                      <a:pt x="83" y="228"/>
                      <a:pt x="91" y="220"/>
                      <a:pt x="100" y="211"/>
                    </a:cubicBezTo>
                    <a:cubicBezTo>
                      <a:pt x="108" y="203"/>
                      <a:pt x="125" y="195"/>
                      <a:pt x="133" y="186"/>
                    </a:cubicBezTo>
                    <a:cubicBezTo>
                      <a:pt x="141" y="178"/>
                      <a:pt x="141" y="178"/>
                      <a:pt x="149" y="170"/>
                    </a:cubicBezTo>
                    <a:cubicBezTo>
                      <a:pt x="158" y="162"/>
                      <a:pt x="166" y="153"/>
                      <a:pt x="174" y="145"/>
                    </a:cubicBezTo>
                    <a:lnTo>
                      <a:pt x="199" y="104"/>
                    </a:lnTo>
                    <a:cubicBezTo>
                      <a:pt x="199" y="95"/>
                      <a:pt x="207" y="95"/>
                      <a:pt x="207" y="87"/>
                    </a:cubicBezTo>
                    <a:cubicBezTo>
                      <a:pt x="216" y="70"/>
                      <a:pt x="216" y="62"/>
                      <a:pt x="216" y="54"/>
                    </a:cubicBezTo>
                    <a:lnTo>
                      <a:pt x="216" y="46"/>
                    </a:lnTo>
                    <a:cubicBezTo>
                      <a:pt x="216" y="29"/>
                      <a:pt x="207" y="12"/>
                      <a:pt x="199" y="12"/>
                    </a:cubicBezTo>
                    <a:lnTo>
                      <a:pt x="199" y="4"/>
                    </a:lnTo>
                    <a:cubicBezTo>
                      <a:pt x="194" y="1"/>
                      <a:pt x="189" y="0"/>
                      <a:pt x="1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6" name="Google Shape;4616;p12"/>
              <p:cNvSpPr/>
              <p:nvPr/>
            </p:nvSpPr>
            <p:spPr>
              <a:xfrm>
                <a:off x="5104275" y="3867750"/>
                <a:ext cx="8625" cy="10975"/>
              </a:xfrm>
              <a:custGeom>
                <a:rect b="b" l="l" r="r" t="t"/>
                <a:pathLst>
                  <a:path extrusionOk="0" h="439" w="345">
                    <a:moveTo>
                      <a:pt x="67" y="1"/>
                    </a:moveTo>
                    <a:cubicBezTo>
                      <a:pt x="32" y="1"/>
                      <a:pt x="1" y="47"/>
                      <a:pt x="22" y="81"/>
                    </a:cubicBezTo>
                    <a:cubicBezTo>
                      <a:pt x="30" y="106"/>
                      <a:pt x="46" y="139"/>
                      <a:pt x="63" y="164"/>
                    </a:cubicBezTo>
                    <a:cubicBezTo>
                      <a:pt x="80" y="189"/>
                      <a:pt x="96" y="222"/>
                      <a:pt x="113" y="247"/>
                    </a:cubicBezTo>
                    <a:cubicBezTo>
                      <a:pt x="129" y="272"/>
                      <a:pt x="146" y="305"/>
                      <a:pt x="162" y="330"/>
                    </a:cubicBezTo>
                    <a:cubicBezTo>
                      <a:pt x="171" y="346"/>
                      <a:pt x="179" y="355"/>
                      <a:pt x="187" y="371"/>
                    </a:cubicBezTo>
                    <a:cubicBezTo>
                      <a:pt x="196" y="379"/>
                      <a:pt x="212" y="413"/>
                      <a:pt x="220" y="413"/>
                    </a:cubicBezTo>
                    <a:cubicBezTo>
                      <a:pt x="229" y="413"/>
                      <a:pt x="229" y="421"/>
                      <a:pt x="229" y="421"/>
                    </a:cubicBezTo>
                    <a:cubicBezTo>
                      <a:pt x="244" y="431"/>
                      <a:pt x="263" y="438"/>
                      <a:pt x="280" y="438"/>
                    </a:cubicBezTo>
                    <a:cubicBezTo>
                      <a:pt x="291" y="438"/>
                      <a:pt x="302" y="435"/>
                      <a:pt x="312" y="429"/>
                    </a:cubicBezTo>
                    <a:cubicBezTo>
                      <a:pt x="336" y="413"/>
                      <a:pt x="345" y="388"/>
                      <a:pt x="345" y="355"/>
                    </a:cubicBezTo>
                    <a:lnTo>
                      <a:pt x="336" y="355"/>
                    </a:lnTo>
                    <a:cubicBezTo>
                      <a:pt x="336" y="338"/>
                      <a:pt x="336" y="330"/>
                      <a:pt x="336" y="321"/>
                    </a:cubicBezTo>
                    <a:cubicBezTo>
                      <a:pt x="336" y="305"/>
                      <a:pt x="328" y="297"/>
                      <a:pt x="320" y="280"/>
                    </a:cubicBezTo>
                    <a:cubicBezTo>
                      <a:pt x="320" y="272"/>
                      <a:pt x="312" y="255"/>
                      <a:pt x="303" y="239"/>
                    </a:cubicBezTo>
                    <a:cubicBezTo>
                      <a:pt x="278" y="205"/>
                      <a:pt x="262" y="181"/>
                      <a:pt x="237" y="147"/>
                    </a:cubicBezTo>
                    <a:cubicBezTo>
                      <a:pt x="212" y="123"/>
                      <a:pt x="196" y="98"/>
                      <a:pt x="171" y="73"/>
                    </a:cubicBezTo>
                    <a:cubicBezTo>
                      <a:pt x="146" y="56"/>
                      <a:pt x="113" y="31"/>
                      <a:pt x="88" y="7"/>
                    </a:cubicBezTo>
                    <a:cubicBezTo>
                      <a:pt x="81" y="2"/>
                      <a:pt x="74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7" name="Google Shape;4617;p12"/>
              <p:cNvSpPr/>
              <p:nvPr/>
            </p:nvSpPr>
            <p:spPr>
              <a:xfrm>
                <a:off x="5106675" y="3881575"/>
                <a:ext cx="2500" cy="3325"/>
              </a:xfrm>
              <a:custGeom>
                <a:rect b="b" l="l" r="r" t="t"/>
                <a:pathLst>
                  <a:path extrusionOk="0" h="133" w="100">
                    <a:moveTo>
                      <a:pt x="33" y="0"/>
                    </a:moveTo>
                    <a:cubicBezTo>
                      <a:pt x="17" y="0"/>
                      <a:pt x="8" y="9"/>
                      <a:pt x="8" y="17"/>
                    </a:cubicBezTo>
                    <a:cubicBezTo>
                      <a:pt x="0" y="17"/>
                      <a:pt x="0" y="25"/>
                      <a:pt x="0" y="34"/>
                    </a:cubicBezTo>
                    <a:cubicBezTo>
                      <a:pt x="0" y="42"/>
                      <a:pt x="8" y="50"/>
                      <a:pt x="8" y="58"/>
                    </a:cubicBezTo>
                    <a:cubicBezTo>
                      <a:pt x="25" y="67"/>
                      <a:pt x="33" y="75"/>
                      <a:pt x="33" y="83"/>
                    </a:cubicBezTo>
                    <a:cubicBezTo>
                      <a:pt x="33" y="83"/>
                      <a:pt x="33" y="83"/>
                      <a:pt x="33" y="75"/>
                    </a:cubicBezTo>
                    <a:cubicBezTo>
                      <a:pt x="33" y="83"/>
                      <a:pt x="42" y="83"/>
                      <a:pt x="42" y="92"/>
                    </a:cubicBezTo>
                    <a:cubicBezTo>
                      <a:pt x="50" y="100"/>
                      <a:pt x="50" y="100"/>
                      <a:pt x="58" y="108"/>
                    </a:cubicBezTo>
                    <a:cubicBezTo>
                      <a:pt x="58" y="108"/>
                      <a:pt x="58" y="116"/>
                      <a:pt x="58" y="116"/>
                    </a:cubicBezTo>
                    <a:cubicBezTo>
                      <a:pt x="66" y="133"/>
                      <a:pt x="75" y="133"/>
                      <a:pt x="83" y="133"/>
                    </a:cubicBezTo>
                    <a:cubicBezTo>
                      <a:pt x="91" y="133"/>
                      <a:pt x="100" y="125"/>
                      <a:pt x="100" y="116"/>
                    </a:cubicBezTo>
                    <a:cubicBezTo>
                      <a:pt x="100" y="92"/>
                      <a:pt x="100" y="75"/>
                      <a:pt x="83" y="58"/>
                    </a:cubicBezTo>
                    <a:cubicBezTo>
                      <a:pt x="83" y="50"/>
                      <a:pt x="75" y="42"/>
                      <a:pt x="66" y="34"/>
                    </a:cubicBezTo>
                    <a:cubicBezTo>
                      <a:pt x="66" y="25"/>
                      <a:pt x="58" y="17"/>
                      <a:pt x="50" y="9"/>
                    </a:cubicBezTo>
                    <a:cubicBezTo>
                      <a:pt x="42" y="9"/>
                      <a:pt x="33" y="0"/>
                      <a:pt x="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8" name="Google Shape;4618;p12"/>
              <p:cNvSpPr/>
              <p:nvPr/>
            </p:nvSpPr>
            <p:spPr>
              <a:xfrm>
                <a:off x="5145475" y="3848725"/>
                <a:ext cx="15075" cy="22750"/>
              </a:xfrm>
              <a:custGeom>
                <a:rect b="b" l="l" r="r" t="t"/>
                <a:pathLst>
                  <a:path extrusionOk="0" h="910" w="603">
                    <a:moveTo>
                      <a:pt x="71" y="1"/>
                    </a:moveTo>
                    <a:cubicBezTo>
                      <a:pt x="32" y="1"/>
                      <a:pt x="0" y="49"/>
                      <a:pt x="39" y="88"/>
                    </a:cubicBezTo>
                    <a:cubicBezTo>
                      <a:pt x="147" y="196"/>
                      <a:pt x="238" y="320"/>
                      <a:pt x="312" y="461"/>
                    </a:cubicBezTo>
                    <a:cubicBezTo>
                      <a:pt x="354" y="527"/>
                      <a:pt x="387" y="602"/>
                      <a:pt x="412" y="668"/>
                    </a:cubicBezTo>
                    <a:cubicBezTo>
                      <a:pt x="437" y="743"/>
                      <a:pt x="453" y="826"/>
                      <a:pt x="503" y="892"/>
                    </a:cubicBezTo>
                    <a:cubicBezTo>
                      <a:pt x="511" y="903"/>
                      <a:pt x="526" y="910"/>
                      <a:pt x="540" y="910"/>
                    </a:cubicBezTo>
                    <a:cubicBezTo>
                      <a:pt x="557" y="910"/>
                      <a:pt x="573" y="901"/>
                      <a:pt x="578" y="884"/>
                    </a:cubicBezTo>
                    <a:cubicBezTo>
                      <a:pt x="602" y="792"/>
                      <a:pt x="569" y="710"/>
                      <a:pt x="544" y="635"/>
                    </a:cubicBezTo>
                    <a:cubicBezTo>
                      <a:pt x="511" y="552"/>
                      <a:pt x="478" y="478"/>
                      <a:pt x="428" y="403"/>
                    </a:cubicBezTo>
                    <a:cubicBezTo>
                      <a:pt x="346" y="254"/>
                      <a:pt x="238" y="121"/>
                      <a:pt x="105" y="14"/>
                    </a:cubicBezTo>
                    <a:cubicBezTo>
                      <a:pt x="94" y="4"/>
                      <a:pt x="83" y="1"/>
                      <a:pt x="71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9" name="Google Shape;4619;p12"/>
              <p:cNvSpPr/>
              <p:nvPr/>
            </p:nvSpPr>
            <p:spPr>
              <a:xfrm>
                <a:off x="5153275" y="3867700"/>
                <a:ext cx="3550" cy="4375"/>
              </a:xfrm>
              <a:custGeom>
                <a:rect b="b" l="l" r="r" t="t"/>
                <a:pathLst>
                  <a:path extrusionOk="0" h="175" w="142">
                    <a:moveTo>
                      <a:pt x="25" y="0"/>
                    </a:moveTo>
                    <a:cubicBezTo>
                      <a:pt x="9" y="17"/>
                      <a:pt x="0" y="42"/>
                      <a:pt x="9" y="67"/>
                    </a:cubicBezTo>
                    <a:cubicBezTo>
                      <a:pt x="17" y="83"/>
                      <a:pt x="25" y="100"/>
                      <a:pt x="34" y="116"/>
                    </a:cubicBezTo>
                    <a:cubicBezTo>
                      <a:pt x="42" y="133"/>
                      <a:pt x="58" y="141"/>
                      <a:pt x="67" y="158"/>
                    </a:cubicBezTo>
                    <a:cubicBezTo>
                      <a:pt x="75" y="166"/>
                      <a:pt x="75" y="174"/>
                      <a:pt x="92" y="174"/>
                    </a:cubicBezTo>
                    <a:lnTo>
                      <a:pt x="108" y="174"/>
                    </a:lnTo>
                    <a:cubicBezTo>
                      <a:pt x="125" y="166"/>
                      <a:pt x="141" y="149"/>
                      <a:pt x="133" y="133"/>
                    </a:cubicBezTo>
                    <a:cubicBezTo>
                      <a:pt x="125" y="125"/>
                      <a:pt x="125" y="116"/>
                      <a:pt x="125" y="108"/>
                    </a:cubicBezTo>
                    <a:cubicBezTo>
                      <a:pt x="116" y="91"/>
                      <a:pt x="116" y="83"/>
                      <a:pt x="108" y="75"/>
                    </a:cubicBezTo>
                    <a:cubicBezTo>
                      <a:pt x="100" y="58"/>
                      <a:pt x="92" y="42"/>
                      <a:pt x="83" y="17"/>
                    </a:cubicBezTo>
                    <a:cubicBezTo>
                      <a:pt x="83" y="9"/>
                      <a:pt x="67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0" name="Google Shape;4620;p12"/>
              <p:cNvSpPr/>
              <p:nvPr/>
            </p:nvSpPr>
            <p:spPr>
              <a:xfrm>
                <a:off x="5163225" y="3878250"/>
                <a:ext cx="2300" cy="1700"/>
              </a:xfrm>
              <a:custGeom>
                <a:rect b="b" l="l" r="r" t="t"/>
                <a:pathLst>
                  <a:path extrusionOk="0" h="68" w="92">
                    <a:moveTo>
                      <a:pt x="50" y="1"/>
                    </a:moveTo>
                    <a:cubicBezTo>
                      <a:pt x="0" y="1"/>
                      <a:pt x="0" y="67"/>
                      <a:pt x="50" y="67"/>
                    </a:cubicBezTo>
                    <a:cubicBezTo>
                      <a:pt x="91" y="67"/>
                      <a:pt x="91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1" name="Google Shape;4621;p12"/>
              <p:cNvSpPr/>
              <p:nvPr/>
            </p:nvSpPr>
            <p:spPr>
              <a:xfrm>
                <a:off x="5170050" y="3931150"/>
                <a:ext cx="34350" cy="24250"/>
              </a:xfrm>
              <a:custGeom>
                <a:rect b="b" l="l" r="r" t="t"/>
                <a:pathLst>
                  <a:path extrusionOk="0" h="970" w="1374">
                    <a:moveTo>
                      <a:pt x="187" y="1"/>
                    </a:moveTo>
                    <a:cubicBezTo>
                      <a:pt x="146" y="1"/>
                      <a:pt x="115" y="60"/>
                      <a:pt x="158" y="89"/>
                    </a:cubicBezTo>
                    <a:cubicBezTo>
                      <a:pt x="233" y="130"/>
                      <a:pt x="307" y="163"/>
                      <a:pt x="373" y="221"/>
                    </a:cubicBezTo>
                    <a:cubicBezTo>
                      <a:pt x="431" y="271"/>
                      <a:pt x="506" y="312"/>
                      <a:pt x="564" y="362"/>
                    </a:cubicBezTo>
                    <a:cubicBezTo>
                      <a:pt x="622" y="420"/>
                      <a:pt x="688" y="470"/>
                      <a:pt x="746" y="520"/>
                    </a:cubicBezTo>
                    <a:cubicBezTo>
                      <a:pt x="779" y="544"/>
                      <a:pt x="813" y="578"/>
                      <a:pt x="846" y="602"/>
                    </a:cubicBezTo>
                    <a:cubicBezTo>
                      <a:pt x="854" y="611"/>
                      <a:pt x="862" y="619"/>
                      <a:pt x="862" y="627"/>
                    </a:cubicBezTo>
                    <a:cubicBezTo>
                      <a:pt x="779" y="627"/>
                      <a:pt x="697" y="636"/>
                      <a:pt x="614" y="652"/>
                    </a:cubicBezTo>
                    <a:cubicBezTo>
                      <a:pt x="506" y="660"/>
                      <a:pt x="407" y="677"/>
                      <a:pt x="299" y="694"/>
                    </a:cubicBezTo>
                    <a:cubicBezTo>
                      <a:pt x="249" y="702"/>
                      <a:pt x="199" y="718"/>
                      <a:pt x="150" y="727"/>
                    </a:cubicBezTo>
                    <a:cubicBezTo>
                      <a:pt x="92" y="735"/>
                      <a:pt x="50" y="760"/>
                      <a:pt x="25" y="818"/>
                    </a:cubicBezTo>
                    <a:cubicBezTo>
                      <a:pt x="1" y="859"/>
                      <a:pt x="17" y="909"/>
                      <a:pt x="50" y="942"/>
                    </a:cubicBezTo>
                    <a:cubicBezTo>
                      <a:pt x="84" y="962"/>
                      <a:pt x="113" y="970"/>
                      <a:pt x="143" y="970"/>
                    </a:cubicBezTo>
                    <a:cubicBezTo>
                      <a:pt x="165" y="970"/>
                      <a:pt x="189" y="966"/>
                      <a:pt x="216" y="959"/>
                    </a:cubicBezTo>
                    <a:cubicBezTo>
                      <a:pt x="249" y="959"/>
                      <a:pt x="282" y="950"/>
                      <a:pt x="315" y="942"/>
                    </a:cubicBezTo>
                    <a:lnTo>
                      <a:pt x="324" y="942"/>
                    </a:lnTo>
                    <a:cubicBezTo>
                      <a:pt x="365" y="950"/>
                      <a:pt x="407" y="950"/>
                      <a:pt x="456" y="950"/>
                    </a:cubicBezTo>
                    <a:cubicBezTo>
                      <a:pt x="539" y="950"/>
                      <a:pt x="630" y="942"/>
                      <a:pt x="721" y="934"/>
                    </a:cubicBezTo>
                    <a:cubicBezTo>
                      <a:pt x="895" y="909"/>
                      <a:pt x="1069" y="876"/>
                      <a:pt x="1243" y="834"/>
                    </a:cubicBezTo>
                    <a:cubicBezTo>
                      <a:pt x="1373" y="802"/>
                      <a:pt x="1352" y="602"/>
                      <a:pt x="1218" y="602"/>
                    </a:cubicBezTo>
                    <a:cubicBezTo>
                      <a:pt x="1216" y="602"/>
                      <a:pt x="1213" y="602"/>
                      <a:pt x="1210" y="602"/>
                    </a:cubicBezTo>
                    <a:lnTo>
                      <a:pt x="1219" y="602"/>
                    </a:lnTo>
                    <a:cubicBezTo>
                      <a:pt x="1169" y="602"/>
                      <a:pt x="1119" y="611"/>
                      <a:pt x="1069" y="611"/>
                    </a:cubicBezTo>
                    <a:cubicBezTo>
                      <a:pt x="1069" y="602"/>
                      <a:pt x="1069" y="594"/>
                      <a:pt x="1069" y="586"/>
                    </a:cubicBezTo>
                    <a:cubicBezTo>
                      <a:pt x="1069" y="528"/>
                      <a:pt x="1028" y="495"/>
                      <a:pt x="987" y="462"/>
                    </a:cubicBezTo>
                    <a:cubicBezTo>
                      <a:pt x="953" y="428"/>
                      <a:pt x="920" y="404"/>
                      <a:pt x="887" y="379"/>
                    </a:cubicBezTo>
                    <a:cubicBezTo>
                      <a:pt x="821" y="329"/>
                      <a:pt x="746" y="279"/>
                      <a:pt x="672" y="230"/>
                    </a:cubicBezTo>
                    <a:cubicBezTo>
                      <a:pt x="597" y="196"/>
                      <a:pt x="531" y="147"/>
                      <a:pt x="448" y="114"/>
                    </a:cubicBezTo>
                    <a:cubicBezTo>
                      <a:pt x="365" y="80"/>
                      <a:pt x="291" y="39"/>
                      <a:pt x="208" y="6"/>
                    </a:cubicBezTo>
                    <a:cubicBezTo>
                      <a:pt x="201" y="2"/>
                      <a:pt x="194" y="1"/>
                      <a:pt x="1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2" name="Google Shape;4622;p12"/>
              <p:cNvSpPr/>
              <p:nvPr/>
            </p:nvSpPr>
            <p:spPr>
              <a:xfrm>
                <a:off x="4955725" y="3817950"/>
                <a:ext cx="23175" cy="38400"/>
              </a:xfrm>
              <a:custGeom>
                <a:rect b="b" l="l" r="r" t="t"/>
                <a:pathLst>
                  <a:path extrusionOk="0" h="1536" w="927">
                    <a:moveTo>
                      <a:pt x="272" y="1"/>
                    </a:moveTo>
                    <a:cubicBezTo>
                      <a:pt x="263" y="1"/>
                      <a:pt x="255" y="1"/>
                      <a:pt x="247" y="2"/>
                    </a:cubicBezTo>
                    <a:cubicBezTo>
                      <a:pt x="213" y="10"/>
                      <a:pt x="205" y="60"/>
                      <a:pt x="238" y="68"/>
                    </a:cubicBezTo>
                    <a:cubicBezTo>
                      <a:pt x="313" y="76"/>
                      <a:pt x="379" y="151"/>
                      <a:pt x="437" y="192"/>
                    </a:cubicBezTo>
                    <a:cubicBezTo>
                      <a:pt x="503" y="242"/>
                      <a:pt x="570" y="292"/>
                      <a:pt x="628" y="358"/>
                    </a:cubicBezTo>
                    <a:cubicBezTo>
                      <a:pt x="752" y="491"/>
                      <a:pt x="769" y="656"/>
                      <a:pt x="694" y="814"/>
                    </a:cubicBezTo>
                    <a:cubicBezTo>
                      <a:pt x="628" y="955"/>
                      <a:pt x="528" y="1062"/>
                      <a:pt x="404" y="1145"/>
                    </a:cubicBezTo>
                    <a:cubicBezTo>
                      <a:pt x="338" y="1195"/>
                      <a:pt x="263" y="1228"/>
                      <a:pt x="197" y="1261"/>
                    </a:cubicBezTo>
                    <a:cubicBezTo>
                      <a:pt x="155" y="1278"/>
                      <a:pt x="122" y="1303"/>
                      <a:pt x="89" y="1327"/>
                    </a:cubicBezTo>
                    <a:cubicBezTo>
                      <a:pt x="56" y="1361"/>
                      <a:pt x="39" y="1394"/>
                      <a:pt x="23" y="1435"/>
                    </a:cubicBezTo>
                    <a:cubicBezTo>
                      <a:pt x="0" y="1496"/>
                      <a:pt x="54" y="1536"/>
                      <a:pt x="107" y="1536"/>
                    </a:cubicBezTo>
                    <a:cubicBezTo>
                      <a:pt x="112" y="1536"/>
                      <a:pt x="117" y="1535"/>
                      <a:pt x="122" y="1535"/>
                    </a:cubicBezTo>
                    <a:cubicBezTo>
                      <a:pt x="172" y="1526"/>
                      <a:pt x="205" y="1510"/>
                      <a:pt x="255" y="1485"/>
                    </a:cubicBezTo>
                    <a:lnTo>
                      <a:pt x="396" y="1410"/>
                    </a:lnTo>
                    <a:cubicBezTo>
                      <a:pt x="479" y="1369"/>
                      <a:pt x="553" y="1319"/>
                      <a:pt x="619" y="1245"/>
                    </a:cubicBezTo>
                    <a:cubicBezTo>
                      <a:pt x="752" y="1112"/>
                      <a:pt x="876" y="946"/>
                      <a:pt x="901" y="756"/>
                    </a:cubicBezTo>
                    <a:cubicBezTo>
                      <a:pt x="926" y="565"/>
                      <a:pt x="851" y="408"/>
                      <a:pt x="719" y="267"/>
                    </a:cubicBezTo>
                    <a:cubicBezTo>
                      <a:pt x="653" y="201"/>
                      <a:pt x="578" y="143"/>
                      <a:pt x="495" y="93"/>
                    </a:cubicBezTo>
                    <a:cubicBezTo>
                      <a:pt x="427" y="40"/>
                      <a:pt x="359" y="1"/>
                      <a:pt x="2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3" name="Google Shape;4623;p12"/>
              <p:cNvSpPr/>
              <p:nvPr/>
            </p:nvSpPr>
            <p:spPr>
              <a:xfrm>
                <a:off x="4956325" y="3842350"/>
                <a:ext cx="7025" cy="8925"/>
              </a:xfrm>
              <a:custGeom>
                <a:rect b="b" l="l" r="r" t="t"/>
                <a:pathLst>
                  <a:path extrusionOk="0" h="357" w="281">
                    <a:moveTo>
                      <a:pt x="237" y="0"/>
                    </a:moveTo>
                    <a:cubicBezTo>
                      <a:pt x="222" y="0"/>
                      <a:pt x="210" y="8"/>
                      <a:pt x="198" y="20"/>
                    </a:cubicBezTo>
                    <a:cubicBezTo>
                      <a:pt x="165" y="70"/>
                      <a:pt x="123" y="111"/>
                      <a:pt x="90" y="161"/>
                    </a:cubicBezTo>
                    <a:cubicBezTo>
                      <a:pt x="57" y="211"/>
                      <a:pt x="15" y="269"/>
                      <a:pt x="7" y="327"/>
                    </a:cubicBezTo>
                    <a:cubicBezTo>
                      <a:pt x="1" y="339"/>
                      <a:pt x="14" y="357"/>
                      <a:pt x="28" y="357"/>
                    </a:cubicBezTo>
                    <a:cubicBezTo>
                      <a:pt x="32" y="357"/>
                      <a:pt x="36" y="355"/>
                      <a:pt x="40" y="351"/>
                    </a:cubicBezTo>
                    <a:cubicBezTo>
                      <a:pt x="57" y="343"/>
                      <a:pt x="65" y="335"/>
                      <a:pt x="82" y="327"/>
                    </a:cubicBezTo>
                    <a:cubicBezTo>
                      <a:pt x="90" y="310"/>
                      <a:pt x="98" y="302"/>
                      <a:pt x="107" y="293"/>
                    </a:cubicBezTo>
                    <a:cubicBezTo>
                      <a:pt x="131" y="269"/>
                      <a:pt x="148" y="244"/>
                      <a:pt x="173" y="211"/>
                    </a:cubicBezTo>
                    <a:cubicBezTo>
                      <a:pt x="206" y="161"/>
                      <a:pt x="239" y="111"/>
                      <a:pt x="272" y="61"/>
                    </a:cubicBezTo>
                    <a:cubicBezTo>
                      <a:pt x="281" y="45"/>
                      <a:pt x="272" y="12"/>
                      <a:pt x="256" y="3"/>
                    </a:cubicBezTo>
                    <a:cubicBezTo>
                      <a:pt x="249" y="1"/>
                      <a:pt x="243" y="0"/>
                      <a:pt x="2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4" name="Google Shape;4624;p12"/>
              <p:cNvSpPr/>
              <p:nvPr/>
            </p:nvSpPr>
            <p:spPr>
              <a:xfrm>
                <a:off x="4981875" y="3826425"/>
                <a:ext cx="3850" cy="9150"/>
              </a:xfrm>
              <a:custGeom>
                <a:rect b="b" l="l" r="r" t="t"/>
                <a:pathLst>
                  <a:path extrusionOk="0" h="366" w="154">
                    <a:moveTo>
                      <a:pt x="98" y="1"/>
                    </a:moveTo>
                    <a:cubicBezTo>
                      <a:pt x="83" y="1"/>
                      <a:pt x="65" y="15"/>
                      <a:pt x="71" y="36"/>
                    </a:cubicBezTo>
                    <a:cubicBezTo>
                      <a:pt x="79" y="85"/>
                      <a:pt x="79" y="135"/>
                      <a:pt x="71" y="185"/>
                    </a:cubicBezTo>
                    <a:cubicBezTo>
                      <a:pt x="62" y="218"/>
                      <a:pt x="54" y="243"/>
                      <a:pt x="46" y="268"/>
                    </a:cubicBezTo>
                    <a:cubicBezTo>
                      <a:pt x="37" y="292"/>
                      <a:pt x="21" y="309"/>
                      <a:pt x="13" y="334"/>
                    </a:cubicBezTo>
                    <a:cubicBezTo>
                      <a:pt x="1" y="352"/>
                      <a:pt x="15" y="365"/>
                      <a:pt x="29" y="365"/>
                    </a:cubicBezTo>
                    <a:cubicBezTo>
                      <a:pt x="35" y="365"/>
                      <a:pt x="41" y="363"/>
                      <a:pt x="46" y="359"/>
                    </a:cubicBezTo>
                    <a:cubicBezTo>
                      <a:pt x="137" y="276"/>
                      <a:pt x="153" y="135"/>
                      <a:pt x="120" y="19"/>
                    </a:cubicBezTo>
                    <a:cubicBezTo>
                      <a:pt x="117" y="6"/>
                      <a:pt x="108" y="1"/>
                      <a:pt x="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5" name="Google Shape;4625;p12"/>
              <p:cNvSpPr/>
              <p:nvPr/>
            </p:nvSpPr>
            <p:spPr>
              <a:xfrm>
                <a:off x="4968425" y="3872925"/>
                <a:ext cx="4875" cy="9600"/>
              </a:xfrm>
              <a:custGeom>
                <a:rect b="b" l="l" r="r" t="t"/>
                <a:pathLst>
                  <a:path extrusionOk="0" h="384" w="195">
                    <a:moveTo>
                      <a:pt x="168" y="0"/>
                    </a:moveTo>
                    <a:cubicBezTo>
                      <a:pt x="163" y="0"/>
                      <a:pt x="158" y="2"/>
                      <a:pt x="153" y="7"/>
                    </a:cubicBezTo>
                    <a:cubicBezTo>
                      <a:pt x="136" y="23"/>
                      <a:pt x="128" y="32"/>
                      <a:pt x="120" y="48"/>
                    </a:cubicBezTo>
                    <a:cubicBezTo>
                      <a:pt x="111" y="65"/>
                      <a:pt x="111" y="81"/>
                      <a:pt x="103" y="90"/>
                    </a:cubicBezTo>
                    <a:cubicBezTo>
                      <a:pt x="95" y="123"/>
                      <a:pt x="87" y="148"/>
                      <a:pt x="70" y="181"/>
                    </a:cubicBezTo>
                    <a:cubicBezTo>
                      <a:pt x="53" y="239"/>
                      <a:pt x="29" y="288"/>
                      <a:pt x="12" y="346"/>
                    </a:cubicBezTo>
                    <a:cubicBezTo>
                      <a:pt x="1" y="369"/>
                      <a:pt x="19" y="383"/>
                      <a:pt x="38" y="383"/>
                    </a:cubicBezTo>
                    <a:cubicBezTo>
                      <a:pt x="47" y="383"/>
                      <a:pt x="56" y="380"/>
                      <a:pt x="62" y="371"/>
                    </a:cubicBezTo>
                    <a:cubicBezTo>
                      <a:pt x="87" y="313"/>
                      <a:pt x="120" y="264"/>
                      <a:pt x="145" y="206"/>
                    </a:cubicBezTo>
                    <a:cubicBezTo>
                      <a:pt x="153" y="181"/>
                      <a:pt x="169" y="148"/>
                      <a:pt x="178" y="123"/>
                    </a:cubicBezTo>
                    <a:cubicBezTo>
                      <a:pt x="186" y="106"/>
                      <a:pt x="194" y="98"/>
                      <a:pt x="194" y="81"/>
                    </a:cubicBezTo>
                    <a:cubicBezTo>
                      <a:pt x="194" y="65"/>
                      <a:pt x="194" y="48"/>
                      <a:pt x="194" y="32"/>
                    </a:cubicBezTo>
                    <a:cubicBezTo>
                      <a:pt x="194" y="14"/>
                      <a:pt x="181" y="0"/>
                      <a:pt x="1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6" name="Google Shape;4626;p12"/>
              <p:cNvSpPr/>
              <p:nvPr/>
            </p:nvSpPr>
            <p:spPr>
              <a:xfrm>
                <a:off x="5062750" y="3895350"/>
                <a:ext cx="12050" cy="15325"/>
              </a:xfrm>
              <a:custGeom>
                <a:rect b="b" l="l" r="r" t="t"/>
                <a:pathLst>
                  <a:path extrusionOk="0" h="613" w="482">
                    <a:moveTo>
                      <a:pt x="260" y="0"/>
                    </a:moveTo>
                    <a:cubicBezTo>
                      <a:pt x="199" y="0"/>
                      <a:pt x="141" y="31"/>
                      <a:pt x="100" y="79"/>
                    </a:cubicBezTo>
                    <a:cubicBezTo>
                      <a:pt x="59" y="137"/>
                      <a:pt x="26" y="203"/>
                      <a:pt x="9" y="270"/>
                    </a:cubicBezTo>
                    <a:cubicBezTo>
                      <a:pt x="1" y="344"/>
                      <a:pt x="1" y="427"/>
                      <a:pt x="42" y="493"/>
                    </a:cubicBezTo>
                    <a:cubicBezTo>
                      <a:pt x="84" y="560"/>
                      <a:pt x="150" y="601"/>
                      <a:pt x="224" y="609"/>
                    </a:cubicBezTo>
                    <a:cubicBezTo>
                      <a:pt x="237" y="612"/>
                      <a:pt x="249" y="613"/>
                      <a:pt x="260" y="613"/>
                    </a:cubicBezTo>
                    <a:cubicBezTo>
                      <a:pt x="329" y="613"/>
                      <a:pt x="389" y="574"/>
                      <a:pt x="432" y="510"/>
                    </a:cubicBezTo>
                    <a:cubicBezTo>
                      <a:pt x="473" y="460"/>
                      <a:pt x="481" y="394"/>
                      <a:pt x="481" y="336"/>
                    </a:cubicBezTo>
                    <a:cubicBezTo>
                      <a:pt x="481" y="303"/>
                      <a:pt x="481" y="270"/>
                      <a:pt x="473" y="237"/>
                    </a:cubicBezTo>
                    <a:cubicBezTo>
                      <a:pt x="473" y="203"/>
                      <a:pt x="473" y="170"/>
                      <a:pt x="456" y="137"/>
                    </a:cubicBezTo>
                    <a:cubicBezTo>
                      <a:pt x="432" y="71"/>
                      <a:pt x="374" y="13"/>
                      <a:pt x="299" y="5"/>
                    </a:cubicBezTo>
                    <a:cubicBezTo>
                      <a:pt x="286" y="2"/>
                      <a:pt x="273" y="0"/>
                      <a:pt x="2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7" name="Google Shape;4627;p12"/>
              <p:cNvSpPr/>
              <p:nvPr/>
            </p:nvSpPr>
            <p:spPr>
              <a:xfrm>
                <a:off x="5163425" y="3897400"/>
                <a:ext cx="10575" cy="12875"/>
              </a:xfrm>
              <a:custGeom>
                <a:rect b="b" l="l" r="r" t="t"/>
                <a:pathLst>
                  <a:path extrusionOk="0" h="515" w="423">
                    <a:moveTo>
                      <a:pt x="224" y="0"/>
                    </a:moveTo>
                    <a:cubicBezTo>
                      <a:pt x="212" y="0"/>
                      <a:pt x="201" y="2"/>
                      <a:pt x="191" y="5"/>
                    </a:cubicBezTo>
                    <a:cubicBezTo>
                      <a:pt x="158" y="14"/>
                      <a:pt x="125" y="30"/>
                      <a:pt x="100" y="55"/>
                    </a:cubicBezTo>
                    <a:cubicBezTo>
                      <a:pt x="83" y="72"/>
                      <a:pt x="67" y="97"/>
                      <a:pt x="50" y="130"/>
                    </a:cubicBezTo>
                    <a:cubicBezTo>
                      <a:pt x="34" y="146"/>
                      <a:pt x="25" y="163"/>
                      <a:pt x="17" y="188"/>
                    </a:cubicBezTo>
                    <a:cubicBezTo>
                      <a:pt x="9" y="213"/>
                      <a:pt x="0" y="246"/>
                      <a:pt x="9" y="279"/>
                    </a:cubicBezTo>
                    <a:cubicBezTo>
                      <a:pt x="9" y="337"/>
                      <a:pt x="34" y="387"/>
                      <a:pt x="75" y="428"/>
                    </a:cubicBezTo>
                    <a:cubicBezTo>
                      <a:pt x="100" y="469"/>
                      <a:pt x="133" y="494"/>
                      <a:pt x="174" y="503"/>
                    </a:cubicBezTo>
                    <a:cubicBezTo>
                      <a:pt x="191" y="511"/>
                      <a:pt x="210" y="515"/>
                      <a:pt x="228" y="515"/>
                    </a:cubicBezTo>
                    <a:cubicBezTo>
                      <a:pt x="247" y="515"/>
                      <a:pt x="266" y="511"/>
                      <a:pt x="282" y="503"/>
                    </a:cubicBezTo>
                    <a:cubicBezTo>
                      <a:pt x="324" y="494"/>
                      <a:pt x="357" y="469"/>
                      <a:pt x="382" y="436"/>
                    </a:cubicBezTo>
                    <a:cubicBezTo>
                      <a:pt x="415" y="387"/>
                      <a:pt x="423" y="320"/>
                      <a:pt x="415" y="271"/>
                    </a:cubicBezTo>
                    <a:cubicBezTo>
                      <a:pt x="415" y="213"/>
                      <a:pt x="398" y="146"/>
                      <a:pt x="365" y="97"/>
                    </a:cubicBezTo>
                    <a:cubicBezTo>
                      <a:pt x="348" y="88"/>
                      <a:pt x="340" y="72"/>
                      <a:pt x="332" y="63"/>
                    </a:cubicBezTo>
                    <a:cubicBezTo>
                      <a:pt x="312" y="24"/>
                      <a:pt x="267" y="0"/>
                      <a:pt x="2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8" name="Google Shape;4628;p12"/>
              <p:cNvSpPr/>
              <p:nvPr/>
            </p:nvSpPr>
            <p:spPr>
              <a:xfrm>
                <a:off x="5048600" y="3890325"/>
                <a:ext cx="24750" cy="10125"/>
              </a:xfrm>
              <a:custGeom>
                <a:rect b="b" l="l" r="r" t="t"/>
                <a:pathLst>
                  <a:path extrusionOk="0" h="405" w="990">
                    <a:moveTo>
                      <a:pt x="820" y="1"/>
                    </a:moveTo>
                    <a:cubicBezTo>
                      <a:pt x="789" y="1"/>
                      <a:pt x="759" y="4"/>
                      <a:pt x="732" y="7"/>
                    </a:cubicBezTo>
                    <a:cubicBezTo>
                      <a:pt x="650" y="15"/>
                      <a:pt x="567" y="32"/>
                      <a:pt x="492" y="65"/>
                    </a:cubicBezTo>
                    <a:cubicBezTo>
                      <a:pt x="418" y="90"/>
                      <a:pt x="343" y="139"/>
                      <a:pt x="268" y="181"/>
                    </a:cubicBezTo>
                    <a:cubicBezTo>
                      <a:pt x="194" y="230"/>
                      <a:pt x="111" y="280"/>
                      <a:pt x="36" y="330"/>
                    </a:cubicBezTo>
                    <a:cubicBezTo>
                      <a:pt x="0" y="352"/>
                      <a:pt x="15" y="399"/>
                      <a:pt x="47" y="399"/>
                    </a:cubicBezTo>
                    <a:cubicBezTo>
                      <a:pt x="51" y="399"/>
                      <a:pt x="56" y="398"/>
                      <a:pt x="61" y="396"/>
                    </a:cubicBezTo>
                    <a:lnTo>
                      <a:pt x="61" y="404"/>
                    </a:lnTo>
                    <a:cubicBezTo>
                      <a:pt x="219" y="338"/>
                      <a:pt x="368" y="272"/>
                      <a:pt x="525" y="222"/>
                    </a:cubicBezTo>
                    <a:cubicBezTo>
                      <a:pt x="600" y="197"/>
                      <a:pt x="674" y="181"/>
                      <a:pt x="749" y="181"/>
                    </a:cubicBezTo>
                    <a:cubicBezTo>
                      <a:pt x="815" y="172"/>
                      <a:pt x="923" y="181"/>
                      <a:pt x="973" y="123"/>
                    </a:cubicBezTo>
                    <a:cubicBezTo>
                      <a:pt x="989" y="98"/>
                      <a:pt x="989" y="73"/>
                      <a:pt x="973" y="48"/>
                    </a:cubicBezTo>
                    <a:cubicBezTo>
                      <a:pt x="935" y="11"/>
                      <a:pt x="877" y="1"/>
                      <a:pt x="8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9" name="Google Shape;4629;p12"/>
              <p:cNvSpPr/>
              <p:nvPr/>
            </p:nvSpPr>
            <p:spPr>
              <a:xfrm>
                <a:off x="5067300" y="3887575"/>
                <a:ext cx="10400" cy="3550"/>
              </a:xfrm>
              <a:custGeom>
                <a:rect b="b" l="l" r="r" t="t"/>
                <a:pathLst>
                  <a:path extrusionOk="0" h="142" w="416">
                    <a:moveTo>
                      <a:pt x="208" y="1"/>
                    </a:moveTo>
                    <a:cubicBezTo>
                      <a:pt x="150" y="1"/>
                      <a:pt x="92" y="1"/>
                      <a:pt x="34" y="9"/>
                    </a:cubicBezTo>
                    <a:cubicBezTo>
                      <a:pt x="9" y="9"/>
                      <a:pt x="1" y="34"/>
                      <a:pt x="1" y="50"/>
                    </a:cubicBezTo>
                    <a:cubicBezTo>
                      <a:pt x="9" y="75"/>
                      <a:pt x="26" y="92"/>
                      <a:pt x="42" y="92"/>
                    </a:cubicBezTo>
                    <a:cubicBezTo>
                      <a:pt x="92" y="92"/>
                      <a:pt x="142" y="100"/>
                      <a:pt x="192" y="108"/>
                    </a:cubicBezTo>
                    <a:cubicBezTo>
                      <a:pt x="216" y="117"/>
                      <a:pt x="241" y="117"/>
                      <a:pt x="266" y="125"/>
                    </a:cubicBezTo>
                    <a:cubicBezTo>
                      <a:pt x="299" y="133"/>
                      <a:pt x="324" y="142"/>
                      <a:pt x="357" y="142"/>
                    </a:cubicBezTo>
                    <a:cubicBezTo>
                      <a:pt x="390" y="142"/>
                      <a:pt x="415" y="100"/>
                      <a:pt x="382" y="67"/>
                    </a:cubicBezTo>
                    <a:cubicBezTo>
                      <a:pt x="374" y="59"/>
                      <a:pt x="357" y="50"/>
                      <a:pt x="341" y="42"/>
                    </a:cubicBezTo>
                    <a:cubicBezTo>
                      <a:pt x="324" y="34"/>
                      <a:pt x="307" y="26"/>
                      <a:pt x="299" y="26"/>
                    </a:cubicBezTo>
                    <a:cubicBezTo>
                      <a:pt x="266" y="17"/>
                      <a:pt x="241" y="9"/>
                      <a:pt x="2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0" name="Google Shape;4630;p12"/>
              <p:cNvSpPr/>
              <p:nvPr/>
            </p:nvSpPr>
            <p:spPr>
              <a:xfrm>
                <a:off x="5158025" y="3889650"/>
                <a:ext cx="19725" cy="10100"/>
              </a:xfrm>
              <a:custGeom>
                <a:rect b="b" l="l" r="r" t="t"/>
                <a:pathLst>
                  <a:path extrusionOk="0" h="404" w="789">
                    <a:moveTo>
                      <a:pt x="258" y="1"/>
                    </a:moveTo>
                    <a:cubicBezTo>
                      <a:pt x="183" y="1"/>
                      <a:pt x="117" y="34"/>
                      <a:pt x="51" y="50"/>
                    </a:cubicBezTo>
                    <a:cubicBezTo>
                      <a:pt x="1" y="67"/>
                      <a:pt x="9" y="141"/>
                      <a:pt x="59" y="141"/>
                    </a:cubicBezTo>
                    <a:lnTo>
                      <a:pt x="59" y="133"/>
                    </a:lnTo>
                    <a:cubicBezTo>
                      <a:pt x="175" y="133"/>
                      <a:pt x="283" y="175"/>
                      <a:pt x="390" y="224"/>
                    </a:cubicBezTo>
                    <a:cubicBezTo>
                      <a:pt x="440" y="257"/>
                      <a:pt x="490" y="282"/>
                      <a:pt x="540" y="315"/>
                    </a:cubicBezTo>
                    <a:cubicBezTo>
                      <a:pt x="564" y="324"/>
                      <a:pt x="589" y="340"/>
                      <a:pt x="606" y="357"/>
                    </a:cubicBezTo>
                    <a:cubicBezTo>
                      <a:pt x="632" y="383"/>
                      <a:pt x="658" y="404"/>
                      <a:pt x="691" y="404"/>
                    </a:cubicBezTo>
                    <a:cubicBezTo>
                      <a:pt x="701" y="404"/>
                      <a:pt x="711" y="402"/>
                      <a:pt x="722" y="398"/>
                    </a:cubicBezTo>
                    <a:cubicBezTo>
                      <a:pt x="747" y="398"/>
                      <a:pt x="780" y="373"/>
                      <a:pt x="780" y="340"/>
                    </a:cubicBezTo>
                    <a:cubicBezTo>
                      <a:pt x="788" y="291"/>
                      <a:pt x="772" y="249"/>
                      <a:pt x="730" y="216"/>
                    </a:cubicBezTo>
                    <a:cubicBezTo>
                      <a:pt x="697" y="199"/>
                      <a:pt x="672" y="175"/>
                      <a:pt x="639" y="158"/>
                    </a:cubicBezTo>
                    <a:cubicBezTo>
                      <a:pt x="589" y="125"/>
                      <a:pt x="531" y="92"/>
                      <a:pt x="465" y="67"/>
                    </a:cubicBezTo>
                    <a:cubicBezTo>
                      <a:pt x="399" y="34"/>
                      <a:pt x="332" y="1"/>
                      <a:pt x="2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1" name="Google Shape;4631;p12"/>
              <p:cNvSpPr/>
              <p:nvPr/>
            </p:nvSpPr>
            <p:spPr>
              <a:xfrm>
                <a:off x="5167775" y="3886175"/>
                <a:ext cx="7900" cy="6075"/>
              </a:xfrm>
              <a:custGeom>
                <a:rect b="b" l="l" r="r" t="t"/>
                <a:pathLst>
                  <a:path extrusionOk="0" h="243" w="316">
                    <a:moveTo>
                      <a:pt x="68" y="0"/>
                    </a:moveTo>
                    <a:cubicBezTo>
                      <a:pt x="46" y="0"/>
                      <a:pt x="23" y="14"/>
                      <a:pt x="17" y="32"/>
                    </a:cubicBezTo>
                    <a:cubicBezTo>
                      <a:pt x="0" y="57"/>
                      <a:pt x="9" y="82"/>
                      <a:pt x="34" y="98"/>
                    </a:cubicBezTo>
                    <a:lnTo>
                      <a:pt x="141" y="181"/>
                    </a:lnTo>
                    <a:cubicBezTo>
                      <a:pt x="158" y="198"/>
                      <a:pt x="183" y="206"/>
                      <a:pt x="199" y="214"/>
                    </a:cubicBezTo>
                    <a:cubicBezTo>
                      <a:pt x="208" y="222"/>
                      <a:pt x="216" y="231"/>
                      <a:pt x="232" y="239"/>
                    </a:cubicBezTo>
                    <a:cubicBezTo>
                      <a:pt x="238" y="239"/>
                      <a:pt x="247" y="243"/>
                      <a:pt x="258" y="243"/>
                    </a:cubicBezTo>
                    <a:cubicBezTo>
                      <a:pt x="263" y="243"/>
                      <a:pt x="268" y="242"/>
                      <a:pt x="274" y="239"/>
                    </a:cubicBezTo>
                    <a:cubicBezTo>
                      <a:pt x="299" y="239"/>
                      <a:pt x="315" y="222"/>
                      <a:pt x="307" y="198"/>
                    </a:cubicBezTo>
                    <a:cubicBezTo>
                      <a:pt x="307" y="181"/>
                      <a:pt x="299" y="164"/>
                      <a:pt x="290" y="156"/>
                    </a:cubicBezTo>
                    <a:cubicBezTo>
                      <a:pt x="282" y="148"/>
                      <a:pt x="274" y="140"/>
                      <a:pt x="266" y="131"/>
                    </a:cubicBezTo>
                    <a:cubicBezTo>
                      <a:pt x="241" y="115"/>
                      <a:pt x="224" y="98"/>
                      <a:pt x="199" y="82"/>
                    </a:cubicBezTo>
                    <a:cubicBezTo>
                      <a:pt x="166" y="57"/>
                      <a:pt x="125" y="32"/>
                      <a:pt x="92" y="7"/>
                    </a:cubicBezTo>
                    <a:cubicBezTo>
                      <a:pt x="85" y="2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2" name="Google Shape;4632;p12"/>
              <p:cNvSpPr/>
              <p:nvPr/>
            </p:nvSpPr>
            <p:spPr>
              <a:xfrm>
                <a:off x="5078700" y="3913050"/>
                <a:ext cx="6250" cy="7275"/>
              </a:xfrm>
              <a:custGeom>
                <a:rect b="b" l="l" r="r" t="t"/>
                <a:pathLst>
                  <a:path extrusionOk="0" h="291" w="250">
                    <a:moveTo>
                      <a:pt x="216" y="1"/>
                    </a:moveTo>
                    <a:cubicBezTo>
                      <a:pt x="199" y="1"/>
                      <a:pt x="175" y="1"/>
                      <a:pt x="166" y="17"/>
                    </a:cubicBezTo>
                    <a:cubicBezTo>
                      <a:pt x="160" y="24"/>
                      <a:pt x="153" y="31"/>
                      <a:pt x="141" y="42"/>
                    </a:cubicBezTo>
                    <a:cubicBezTo>
                      <a:pt x="133" y="42"/>
                      <a:pt x="133" y="51"/>
                      <a:pt x="133" y="51"/>
                    </a:cubicBezTo>
                    <a:cubicBezTo>
                      <a:pt x="125" y="59"/>
                      <a:pt x="117" y="67"/>
                      <a:pt x="117" y="75"/>
                    </a:cubicBezTo>
                    <a:cubicBezTo>
                      <a:pt x="108" y="84"/>
                      <a:pt x="100" y="92"/>
                      <a:pt x="100" y="109"/>
                    </a:cubicBezTo>
                    <a:cubicBezTo>
                      <a:pt x="92" y="109"/>
                      <a:pt x="92" y="117"/>
                      <a:pt x="92" y="117"/>
                    </a:cubicBezTo>
                    <a:cubicBezTo>
                      <a:pt x="92" y="117"/>
                      <a:pt x="83" y="117"/>
                      <a:pt x="83" y="125"/>
                    </a:cubicBezTo>
                    <a:cubicBezTo>
                      <a:pt x="67" y="142"/>
                      <a:pt x="59" y="158"/>
                      <a:pt x="42" y="175"/>
                    </a:cubicBezTo>
                    <a:cubicBezTo>
                      <a:pt x="34" y="183"/>
                      <a:pt x="17" y="191"/>
                      <a:pt x="9" y="208"/>
                    </a:cubicBezTo>
                    <a:cubicBezTo>
                      <a:pt x="9" y="216"/>
                      <a:pt x="1" y="225"/>
                      <a:pt x="1" y="233"/>
                    </a:cubicBezTo>
                    <a:cubicBezTo>
                      <a:pt x="1" y="249"/>
                      <a:pt x="9" y="274"/>
                      <a:pt x="25" y="283"/>
                    </a:cubicBezTo>
                    <a:cubicBezTo>
                      <a:pt x="34" y="291"/>
                      <a:pt x="50" y="291"/>
                      <a:pt x="67" y="291"/>
                    </a:cubicBezTo>
                    <a:cubicBezTo>
                      <a:pt x="75" y="291"/>
                      <a:pt x="83" y="283"/>
                      <a:pt x="92" y="283"/>
                    </a:cubicBezTo>
                    <a:cubicBezTo>
                      <a:pt x="100" y="274"/>
                      <a:pt x="108" y="266"/>
                      <a:pt x="117" y="258"/>
                    </a:cubicBezTo>
                    <a:cubicBezTo>
                      <a:pt x="141" y="241"/>
                      <a:pt x="158" y="225"/>
                      <a:pt x="175" y="200"/>
                    </a:cubicBezTo>
                    <a:cubicBezTo>
                      <a:pt x="191" y="183"/>
                      <a:pt x="208" y="158"/>
                      <a:pt x="224" y="142"/>
                    </a:cubicBezTo>
                    <a:cubicBezTo>
                      <a:pt x="233" y="125"/>
                      <a:pt x="233" y="109"/>
                      <a:pt x="241" y="92"/>
                    </a:cubicBezTo>
                    <a:cubicBezTo>
                      <a:pt x="249" y="84"/>
                      <a:pt x="249" y="67"/>
                      <a:pt x="249" y="51"/>
                    </a:cubicBezTo>
                    <a:cubicBezTo>
                      <a:pt x="249" y="34"/>
                      <a:pt x="241" y="17"/>
                      <a:pt x="224" y="9"/>
                    </a:cubicBezTo>
                    <a:cubicBezTo>
                      <a:pt x="224" y="9"/>
                      <a:pt x="216" y="9"/>
                      <a:pt x="2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3" name="Google Shape;4633;p12"/>
              <p:cNvSpPr/>
              <p:nvPr/>
            </p:nvSpPr>
            <p:spPr>
              <a:xfrm>
                <a:off x="5080775" y="3915950"/>
                <a:ext cx="25" cy="250"/>
              </a:xfrm>
              <a:custGeom>
                <a:rect b="b" l="l" r="r" t="t"/>
                <a:pathLst>
                  <a:path extrusionOk="0" h="10" w="1">
                    <a:moveTo>
                      <a:pt x="0" y="1"/>
                    </a:moveTo>
                    <a:cubicBezTo>
                      <a:pt x="0" y="9"/>
                      <a:pt x="0" y="9"/>
                      <a:pt x="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4" name="Google Shape;4634;p12"/>
              <p:cNvSpPr/>
              <p:nvPr/>
            </p:nvSpPr>
            <p:spPr>
              <a:xfrm>
                <a:off x="5082025" y="3917525"/>
                <a:ext cx="3550" cy="4250"/>
              </a:xfrm>
              <a:custGeom>
                <a:rect b="b" l="l" r="r" t="t"/>
                <a:pathLst>
                  <a:path extrusionOk="0" h="170" w="142">
                    <a:moveTo>
                      <a:pt x="117" y="1"/>
                    </a:moveTo>
                    <a:cubicBezTo>
                      <a:pt x="113" y="1"/>
                      <a:pt x="110" y="2"/>
                      <a:pt x="108" y="4"/>
                    </a:cubicBezTo>
                    <a:cubicBezTo>
                      <a:pt x="100" y="4"/>
                      <a:pt x="91" y="4"/>
                      <a:pt x="83" y="12"/>
                    </a:cubicBezTo>
                    <a:cubicBezTo>
                      <a:pt x="83" y="12"/>
                      <a:pt x="75" y="21"/>
                      <a:pt x="75" y="21"/>
                    </a:cubicBezTo>
                    <a:cubicBezTo>
                      <a:pt x="66" y="29"/>
                      <a:pt x="66" y="29"/>
                      <a:pt x="58" y="37"/>
                    </a:cubicBezTo>
                    <a:cubicBezTo>
                      <a:pt x="50" y="37"/>
                      <a:pt x="50" y="46"/>
                      <a:pt x="42" y="54"/>
                    </a:cubicBezTo>
                    <a:cubicBezTo>
                      <a:pt x="33" y="70"/>
                      <a:pt x="17" y="95"/>
                      <a:pt x="8" y="112"/>
                    </a:cubicBezTo>
                    <a:cubicBezTo>
                      <a:pt x="0" y="128"/>
                      <a:pt x="0" y="153"/>
                      <a:pt x="25" y="162"/>
                    </a:cubicBezTo>
                    <a:cubicBezTo>
                      <a:pt x="33" y="170"/>
                      <a:pt x="42" y="170"/>
                      <a:pt x="50" y="170"/>
                    </a:cubicBezTo>
                    <a:cubicBezTo>
                      <a:pt x="58" y="162"/>
                      <a:pt x="66" y="162"/>
                      <a:pt x="75" y="153"/>
                    </a:cubicBezTo>
                    <a:cubicBezTo>
                      <a:pt x="83" y="128"/>
                      <a:pt x="100" y="112"/>
                      <a:pt x="116" y="95"/>
                    </a:cubicBezTo>
                    <a:cubicBezTo>
                      <a:pt x="116" y="95"/>
                      <a:pt x="116" y="87"/>
                      <a:pt x="116" y="87"/>
                    </a:cubicBezTo>
                    <a:cubicBezTo>
                      <a:pt x="124" y="87"/>
                      <a:pt x="124" y="79"/>
                      <a:pt x="124" y="70"/>
                    </a:cubicBezTo>
                    <a:lnTo>
                      <a:pt x="133" y="54"/>
                    </a:lnTo>
                    <a:lnTo>
                      <a:pt x="141" y="37"/>
                    </a:lnTo>
                    <a:cubicBezTo>
                      <a:pt x="141" y="29"/>
                      <a:pt x="141" y="21"/>
                      <a:pt x="133" y="12"/>
                    </a:cubicBezTo>
                    <a:cubicBezTo>
                      <a:pt x="133" y="7"/>
                      <a:pt x="124" y="1"/>
                      <a:pt x="1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5" name="Google Shape;4635;p12"/>
              <p:cNvSpPr/>
              <p:nvPr/>
            </p:nvSpPr>
            <p:spPr>
              <a:xfrm>
                <a:off x="5108450" y="3856125"/>
                <a:ext cx="21225" cy="43825"/>
              </a:xfrm>
              <a:custGeom>
                <a:rect b="b" l="l" r="r" t="t"/>
                <a:pathLst>
                  <a:path extrusionOk="0" h="1753" w="849">
                    <a:moveTo>
                      <a:pt x="21" y="1"/>
                    </a:moveTo>
                    <a:cubicBezTo>
                      <a:pt x="9" y="1"/>
                      <a:pt x="0" y="12"/>
                      <a:pt x="12" y="24"/>
                    </a:cubicBezTo>
                    <a:cubicBezTo>
                      <a:pt x="203" y="281"/>
                      <a:pt x="385" y="546"/>
                      <a:pt x="493" y="844"/>
                    </a:cubicBezTo>
                    <a:cubicBezTo>
                      <a:pt x="542" y="994"/>
                      <a:pt x="600" y="1134"/>
                      <a:pt x="633" y="1284"/>
                    </a:cubicBezTo>
                    <a:cubicBezTo>
                      <a:pt x="658" y="1358"/>
                      <a:pt x="675" y="1433"/>
                      <a:pt x="691" y="1516"/>
                    </a:cubicBezTo>
                    <a:cubicBezTo>
                      <a:pt x="708" y="1590"/>
                      <a:pt x="708" y="1665"/>
                      <a:pt x="749" y="1731"/>
                    </a:cubicBezTo>
                    <a:cubicBezTo>
                      <a:pt x="753" y="1745"/>
                      <a:pt x="766" y="1752"/>
                      <a:pt x="780" y="1752"/>
                    </a:cubicBezTo>
                    <a:cubicBezTo>
                      <a:pt x="797" y="1752"/>
                      <a:pt x="816" y="1741"/>
                      <a:pt x="816" y="1723"/>
                    </a:cubicBezTo>
                    <a:cubicBezTo>
                      <a:pt x="849" y="1582"/>
                      <a:pt x="791" y="1400"/>
                      <a:pt x="749" y="1259"/>
                    </a:cubicBezTo>
                    <a:cubicBezTo>
                      <a:pt x="708" y="1110"/>
                      <a:pt x="658" y="952"/>
                      <a:pt x="584" y="803"/>
                    </a:cubicBezTo>
                    <a:cubicBezTo>
                      <a:pt x="435" y="521"/>
                      <a:pt x="269" y="240"/>
                      <a:pt x="37" y="8"/>
                    </a:cubicBezTo>
                    <a:cubicBezTo>
                      <a:pt x="32" y="3"/>
                      <a:pt x="26" y="1"/>
                      <a:pt x="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6" name="Google Shape;4636;p12"/>
              <p:cNvSpPr/>
              <p:nvPr/>
            </p:nvSpPr>
            <p:spPr>
              <a:xfrm>
                <a:off x="5125525" y="3877300"/>
                <a:ext cx="4575" cy="9000"/>
              </a:xfrm>
              <a:custGeom>
                <a:rect b="b" l="l" r="r" t="t"/>
                <a:pathLst>
                  <a:path extrusionOk="0" h="360" w="183">
                    <a:moveTo>
                      <a:pt x="37" y="0"/>
                    </a:moveTo>
                    <a:cubicBezTo>
                      <a:pt x="30" y="0"/>
                      <a:pt x="24" y="2"/>
                      <a:pt x="17" y="6"/>
                    </a:cubicBezTo>
                    <a:cubicBezTo>
                      <a:pt x="0" y="14"/>
                      <a:pt x="0" y="31"/>
                      <a:pt x="8" y="47"/>
                    </a:cubicBezTo>
                    <a:cubicBezTo>
                      <a:pt x="25" y="97"/>
                      <a:pt x="50" y="147"/>
                      <a:pt x="66" y="196"/>
                    </a:cubicBezTo>
                    <a:cubicBezTo>
                      <a:pt x="75" y="221"/>
                      <a:pt x="83" y="246"/>
                      <a:pt x="91" y="271"/>
                    </a:cubicBezTo>
                    <a:cubicBezTo>
                      <a:pt x="100" y="287"/>
                      <a:pt x="100" y="296"/>
                      <a:pt x="108" y="312"/>
                    </a:cubicBezTo>
                    <a:cubicBezTo>
                      <a:pt x="108" y="321"/>
                      <a:pt x="116" y="329"/>
                      <a:pt x="124" y="337"/>
                    </a:cubicBezTo>
                    <a:cubicBezTo>
                      <a:pt x="124" y="345"/>
                      <a:pt x="133" y="345"/>
                      <a:pt x="133" y="354"/>
                    </a:cubicBezTo>
                    <a:cubicBezTo>
                      <a:pt x="140" y="357"/>
                      <a:pt x="148" y="359"/>
                      <a:pt x="155" y="359"/>
                    </a:cubicBezTo>
                    <a:cubicBezTo>
                      <a:pt x="166" y="359"/>
                      <a:pt x="174" y="355"/>
                      <a:pt x="174" y="345"/>
                    </a:cubicBezTo>
                    <a:cubicBezTo>
                      <a:pt x="174" y="321"/>
                      <a:pt x="182" y="312"/>
                      <a:pt x="174" y="296"/>
                    </a:cubicBezTo>
                    <a:cubicBezTo>
                      <a:pt x="174" y="279"/>
                      <a:pt x="166" y="271"/>
                      <a:pt x="166" y="254"/>
                    </a:cubicBezTo>
                    <a:cubicBezTo>
                      <a:pt x="158" y="229"/>
                      <a:pt x="149" y="196"/>
                      <a:pt x="133" y="171"/>
                    </a:cubicBezTo>
                    <a:cubicBezTo>
                      <a:pt x="116" y="122"/>
                      <a:pt x="91" y="64"/>
                      <a:pt x="58" y="14"/>
                    </a:cubicBezTo>
                    <a:cubicBezTo>
                      <a:pt x="53" y="4"/>
                      <a:pt x="46" y="0"/>
                      <a:pt x="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7" name="Google Shape;4637;p12"/>
              <p:cNvSpPr/>
              <p:nvPr/>
            </p:nvSpPr>
            <p:spPr>
              <a:xfrm>
                <a:off x="5116400" y="3881575"/>
                <a:ext cx="3700" cy="5775"/>
              </a:xfrm>
              <a:custGeom>
                <a:rect b="b" l="l" r="r" t="t"/>
                <a:pathLst>
                  <a:path extrusionOk="0" h="231" w="148">
                    <a:moveTo>
                      <a:pt x="9" y="0"/>
                    </a:moveTo>
                    <a:cubicBezTo>
                      <a:pt x="1" y="9"/>
                      <a:pt x="1" y="17"/>
                      <a:pt x="1" y="25"/>
                    </a:cubicBezTo>
                    <a:cubicBezTo>
                      <a:pt x="34" y="92"/>
                      <a:pt x="75" y="158"/>
                      <a:pt x="117" y="224"/>
                    </a:cubicBezTo>
                    <a:cubicBezTo>
                      <a:pt x="119" y="229"/>
                      <a:pt x="123" y="231"/>
                      <a:pt x="127" y="231"/>
                    </a:cubicBezTo>
                    <a:cubicBezTo>
                      <a:pt x="137" y="231"/>
                      <a:pt x="147" y="219"/>
                      <a:pt x="141" y="208"/>
                    </a:cubicBezTo>
                    <a:cubicBezTo>
                      <a:pt x="100" y="141"/>
                      <a:pt x="67" y="75"/>
                      <a:pt x="34" y="9"/>
                    </a:cubicBezTo>
                    <a:cubicBezTo>
                      <a:pt x="34" y="0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8" name="Google Shape;4638;p12"/>
              <p:cNvSpPr/>
              <p:nvPr/>
            </p:nvSpPr>
            <p:spPr>
              <a:xfrm>
                <a:off x="5091950" y="3930050"/>
                <a:ext cx="4375" cy="9125"/>
              </a:xfrm>
              <a:custGeom>
                <a:rect b="b" l="l" r="r" t="t"/>
                <a:pathLst>
                  <a:path extrusionOk="0" h="365" w="175">
                    <a:moveTo>
                      <a:pt x="142" y="0"/>
                    </a:moveTo>
                    <a:cubicBezTo>
                      <a:pt x="117" y="0"/>
                      <a:pt x="100" y="8"/>
                      <a:pt x="92" y="33"/>
                    </a:cubicBezTo>
                    <a:cubicBezTo>
                      <a:pt x="75" y="83"/>
                      <a:pt x="59" y="133"/>
                      <a:pt x="34" y="191"/>
                    </a:cubicBezTo>
                    <a:cubicBezTo>
                      <a:pt x="34" y="191"/>
                      <a:pt x="34" y="199"/>
                      <a:pt x="26" y="207"/>
                    </a:cubicBezTo>
                    <a:cubicBezTo>
                      <a:pt x="26" y="207"/>
                      <a:pt x="26" y="216"/>
                      <a:pt x="26" y="216"/>
                    </a:cubicBezTo>
                    <a:cubicBezTo>
                      <a:pt x="17" y="232"/>
                      <a:pt x="17" y="249"/>
                      <a:pt x="9" y="265"/>
                    </a:cubicBezTo>
                    <a:cubicBezTo>
                      <a:pt x="1" y="274"/>
                      <a:pt x="1" y="282"/>
                      <a:pt x="1" y="290"/>
                    </a:cubicBezTo>
                    <a:lnTo>
                      <a:pt x="1" y="315"/>
                    </a:lnTo>
                    <a:cubicBezTo>
                      <a:pt x="1" y="340"/>
                      <a:pt x="17" y="356"/>
                      <a:pt x="42" y="365"/>
                    </a:cubicBezTo>
                    <a:cubicBezTo>
                      <a:pt x="51" y="365"/>
                      <a:pt x="51" y="365"/>
                      <a:pt x="59" y="356"/>
                    </a:cubicBezTo>
                    <a:cubicBezTo>
                      <a:pt x="67" y="356"/>
                      <a:pt x="75" y="356"/>
                      <a:pt x="84" y="348"/>
                    </a:cubicBezTo>
                    <a:cubicBezTo>
                      <a:pt x="84" y="340"/>
                      <a:pt x="92" y="340"/>
                      <a:pt x="92" y="332"/>
                    </a:cubicBezTo>
                    <a:cubicBezTo>
                      <a:pt x="100" y="332"/>
                      <a:pt x="109" y="323"/>
                      <a:pt x="109" y="315"/>
                    </a:cubicBezTo>
                    <a:cubicBezTo>
                      <a:pt x="109" y="315"/>
                      <a:pt x="117" y="307"/>
                      <a:pt x="117" y="298"/>
                    </a:cubicBezTo>
                    <a:cubicBezTo>
                      <a:pt x="125" y="274"/>
                      <a:pt x="142" y="240"/>
                      <a:pt x="150" y="216"/>
                    </a:cubicBezTo>
                    <a:cubicBezTo>
                      <a:pt x="167" y="158"/>
                      <a:pt x="167" y="100"/>
                      <a:pt x="175" y="42"/>
                    </a:cubicBezTo>
                    <a:cubicBezTo>
                      <a:pt x="175" y="25"/>
                      <a:pt x="158" y="8"/>
                      <a:pt x="1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9" name="Google Shape;4639;p12"/>
              <p:cNvSpPr/>
              <p:nvPr/>
            </p:nvSpPr>
            <p:spPr>
              <a:xfrm>
                <a:off x="5094850" y="3933575"/>
                <a:ext cx="3775" cy="5825"/>
              </a:xfrm>
              <a:custGeom>
                <a:rect b="b" l="l" r="r" t="t"/>
                <a:pathLst>
                  <a:path extrusionOk="0" h="233" w="151">
                    <a:moveTo>
                      <a:pt x="109" y="0"/>
                    </a:moveTo>
                    <a:cubicBezTo>
                      <a:pt x="100" y="0"/>
                      <a:pt x="84" y="0"/>
                      <a:pt x="75" y="8"/>
                    </a:cubicBezTo>
                    <a:cubicBezTo>
                      <a:pt x="67" y="8"/>
                      <a:pt x="59" y="17"/>
                      <a:pt x="59" y="33"/>
                    </a:cubicBezTo>
                    <a:cubicBezTo>
                      <a:pt x="42" y="58"/>
                      <a:pt x="34" y="83"/>
                      <a:pt x="26" y="108"/>
                    </a:cubicBezTo>
                    <a:lnTo>
                      <a:pt x="9" y="182"/>
                    </a:lnTo>
                    <a:cubicBezTo>
                      <a:pt x="1" y="199"/>
                      <a:pt x="9" y="224"/>
                      <a:pt x="26" y="232"/>
                    </a:cubicBezTo>
                    <a:cubicBezTo>
                      <a:pt x="42" y="232"/>
                      <a:pt x="75" y="232"/>
                      <a:pt x="84" y="215"/>
                    </a:cubicBezTo>
                    <a:cubicBezTo>
                      <a:pt x="92" y="191"/>
                      <a:pt x="100" y="166"/>
                      <a:pt x="109" y="141"/>
                    </a:cubicBezTo>
                    <a:cubicBezTo>
                      <a:pt x="125" y="116"/>
                      <a:pt x="133" y="83"/>
                      <a:pt x="142" y="58"/>
                    </a:cubicBezTo>
                    <a:cubicBezTo>
                      <a:pt x="150" y="33"/>
                      <a:pt x="133" y="8"/>
                      <a:pt x="1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0" name="Google Shape;4640;p12"/>
              <p:cNvSpPr/>
              <p:nvPr/>
            </p:nvSpPr>
            <p:spPr>
              <a:xfrm>
                <a:off x="4583450" y="3797400"/>
                <a:ext cx="634575" cy="953550"/>
              </a:xfrm>
              <a:custGeom>
                <a:rect b="b" l="l" r="r" t="t"/>
                <a:pathLst>
                  <a:path extrusionOk="0" h="38142" w="25383">
                    <a:moveTo>
                      <a:pt x="13489" y="1006"/>
                    </a:moveTo>
                    <a:cubicBezTo>
                      <a:pt x="13207" y="1304"/>
                      <a:pt x="12917" y="1611"/>
                      <a:pt x="12586" y="1868"/>
                    </a:cubicBezTo>
                    <a:cubicBezTo>
                      <a:pt x="12229" y="2158"/>
                      <a:pt x="11823" y="2390"/>
                      <a:pt x="11376" y="2506"/>
                    </a:cubicBezTo>
                    <a:cubicBezTo>
                      <a:pt x="11318" y="2274"/>
                      <a:pt x="11293" y="2017"/>
                      <a:pt x="11417" y="1793"/>
                    </a:cubicBezTo>
                    <a:cubicBezTo>
                      <a:pt x="11475" y="1694"/>
                      <a:pt x="11567" y="1611"/>
                      <a:pt x="11683" y="1578"/>
                    </a:cubicBezTo>
                    <a:cubicBezTo>
                      <a:pt x="11807" y="1536"/>
                      <a:pt x="11948" y="1545"/>
                      <a:pt x="12080" y="1536"/>
                    </a:cubicBezTo>
                    <a:cubicBezTo>
                      <a:pt x="12594" y="1511"/>
                      <a:pt x="13066" y="1288"/>
                      <a:pt x="13489" y="1006"/>
                    </a:cubicBezTo>
                    <a:close/>
                    <a:moveTo>
                      <a:pt x="24310" y="6035"/>
                    </a:moveTo>
                    <a:cubicBezTo>
                      <a:pt x="24442" y="6035"/>
                      <a:pt x="24691" y="6044"/>
                      <a:pt x="24757" y="6184"/>
                    </a:cubicBezTo>
                    <a:cubicBezTo>
                      <a:pt x="24616" y="6197"/>
                      <a:pt x="24475" y="6201"/>
                      <a:pt x="24335" y="6201"/>
                    </a:cubicBezTo>
                    <a:cubicBezTo>
                      <a:pt x="24194" y="6201"/>
                      <a:pt x="24053" y="6197"/>
                      <a:pt x="23912" y="6193"/>
                    </a:cubicBezTo>
                    <a:cubicBezTo>
                      <a:pt x="23854" y="6184"/>
                      <a:pt x="23788" y="6176"/>
                      <a:pt x="23730" y="6176"/>
                    </a:cubicBezTo>
                    <a:cubicBezTo>
                      <a:pt x="23713" y="6168"/>
                      <a:pt x="23705" y="6151"/>
                      <a:pt x="23688" y="6151"/>
                    </a:cubicBezTo>
                    <a:cubicBezTo>
                      <a:pt x="23730" y="6143"/>
                      <a:pt x="23763" y="6135"/>
                      <a:pt x="23796" y="6126"/>
                    </a:cubicBezTo>
                    <a:cubicBezTo>
                      <a:pt x="23962" y="6077"/>
                      <a:pt x="24136" y="6044"/>
                      <a:pt x="24310" y="6035"/>
                    </a:cubicBezTo>
                    <a:close/>
                    <a:moveTo>
                      <a:pt x="22835" y="6226"/>
                    </a:moveTo>
                    <a:cubicBezTo>
                      <a:pt x="22851" y="6226"/>
                      <a:pt x="22860" y="6234"/>
                      <a:pt x="22876" y="6234"/>
                    </a:cubicBezTo>
                    <a:cubicBezTo>
                      <a:pt x="22885" y="6251"/>
                      <a:pt x="22901" y="6259"/>
                      <a:pt x="22918" y="6267"/>
                    </a:cubicBezTo>
                    <a:cubicBezTo>
                      <a:pt x="22918" y="6276"/>
                      <a:pt x="22909" y="6284"/>
                      <a:pt x="22909" y="6292"/>
                    </a:cubicBezTo>
                    <a:lnTo>
                      <a:pt x="22885" y="6292"/>
                    </a:lnTo>
                    <a:cubicBezTo>
                      <a:pt x="22868" y="6276"/>
                      <a:pt x="22851" y="6251"/>
                      <a:pt x="22835" y="6226"/>
                    </a:cubicBezTo>
                    <a:close/>
                    <a:moveTo>
                      <a:pt x="12834" y="8546"/>
                    </a:moveTo>
                    <a:lnTo>
                      <a:pt x="12818" y="8579"/>
                    </a:lnTo>
                    <a:cubicBezTo>
                      <a:pt x="12809" y="8587"/>
                      <a:pt x="12809" y="8596"/>
                      <a:pt x="12801" y="8604"/>
                    </a:cubicBezTo>
                    <a:cubicBezTo>
                      <a:pt x="12785" y="8620"/>
                      <a:pt x="12776" y="8645"/>
                      <a:pt x="12760" y="8670"/>
                    </a:cubicBezTo>
                    <a:cubicBezTo>
                      <a:pt x="12726" y="8665"/>
                      <a:pt x="12692" y="8663"/>
                      <a:pt x="12658" y="8663"/>
                    </a:cubicBezTo>
                    <a:cubicBezTo>
                      <a:pt x="12576" y="8663"/>
                      <a:pt x="12496" y="8675"/>
                      <a:pt x="12420" y="8687"/>
                    </a:cubicBezTo>
                    <a:cubicBezTo>
                      <a:pt x="12271" y="8703"/>
                      <a:pt x="12130" y="8728"/>
                      <a:pt x="11989" y="8770"/>
                    </a:cubicBezTo>
                    <a:cubicBezTo>
                      <a:pt x="11848" y="8803"/>
                      <a:pt x="11707" y="8844"/>
                      <a:pt x="11575" y="8894"/>
                    </a:cubicBezTo>
                    <a:cubicBezTo>
                      <a:pt x="11484" y="8927"/>
                      <a:pt x="11401" y="8968"/>
                      <a:pt x="11335" y="9026"/>
                    </a:cubicBezTo>
                    <a:cubicBezTo>
                      <a:pt x="11335" y="9010"/>
                      <a:pt x="11351" y="8993"/>
                      <a:pt x="11359" y="8985"/>
                    </a:cubicBezTo>
                    <a:cubicBezTo>
                      <a:pt x="11426" y="8894"/>
                      <a:pt x="11542" y="8861"/>
                      <a:pt x="11649" y="8836"/>
                    </a:cubicBezTo>
                    <a:cubicBezTo>
                      <a:pt x="11915" y="8761"/>
                      <a:pt x="12188" y="8695"/>
                      <a:pt x="12461" y="8637"/>
                    </a:cubicBezTo>
                    <a:cubicBezTo>
                      <a:pt x="12586" y="8612"/>
                      <a:pt x="12710" y="8587"/>
                      <a:pt x="12834" y="8546"/>
                    </a:cubicBezTo>
                    <a:close/>
                    <a:moveTo>
                      <a:pt x="24716" y="7427"/>
                    </a:moveTo>
                    <a:cubicBezTo>
                      <a:pt x="24790" y="7933"/>
                      <a:pt x="24823" y="8455"/>
                      <a:pt x="24790" y="8960"/>
                    </a:cubicBezTo>
                    <a:lnTo>
                      <a:pt x="24799" y="8960"/>
                    </a:lnTo>
                    <a:cubicBezTo>
                      <a:pt x="24790" y="9101"/>
                      <a:pt x="24782" y="9225"/>
                      <a:pt x="24699" y="9341"/>
                    </a:cubicBezTo>
                    <a:cubicBezTo>
                      <a:pt x="24633" y="9441"/>
                      <a:pt x="24550" y="9524"/>
                      <a:pt x="24467" y="9606"/>
                    </a:cubicBezTo>
                    <a:cubicBezTo>
                      <a:pt x="24376" y="9698"/>
                      <a:pt x="24219" y="9838"/>
                      <a:pt x="24069" y="9847"/>
                    </a:cubicBezTo>
                    <a:cubicBezTo>
                      <a:pt x="24069" y="9822"/>
                      <a:pt x="24061" y="9805"/>
                      <a:pt x="24061" y="9789"/>
                    </a:cubicBezTo>
                    <a:cubicBezTo>
                      <a:pt x="24053" y="9772"/>
                      <a:pt x="24045" y="9756"/>
                      <a:pt x="24036" y="9756"/>
                    </a:cubicBezTo>
                    <a:cubicBezTo>
                      <a:pt x="24045" y="9739"/>
                      <a:pt x="24053" y="9731"/>
                      <a:pt x="24061" y="9714"/>
                    </a:cubicBezTo>
                    <a:cubicBezTo>
                      <a:pt x="24127" y="9698"/>
                      <a:pt x="24161" y="9640"/>
                      <a:pt x="24194" y="9590"/>
                    </a:cubicBezTo>
                    <a:cubicBezTo>
                      <a:pt x="24227" y="9532"/>
                      <a:pt x="24252" y="9482"/>
                      <a:pt x="24285" y="9432"/>
                    </a:cubicBezTo>
                    <a:cubicBezTo>
                      <a:pt x="24343" y="9316"/>
                      <a:pt x="24401" y="9200"/>
                      <a:pt x="24401" y="9076"/>
                    </a:cubicBezTo>
                    <a:cubicBezTo>
                      <a:pt x="24417" y="8836"/>
                      <a:pt x="24227" y="8637"/>
                      <a:pt x="24086" y="8471"/>
                    </a:cubicBezTo>
                    <a:cubicBezTo>
                      <a:pt x="24103" y="8455"/>
                      <a:pt x="24119" y="8438"/>
                      <a:pt x="24144" y="8422"/>
                    </a:cubicBezTo>
                    <a:cubicBezTo>
                      <a:pt x="24293" y="8264"/>
                      <a:pt x="24335" y="8049"/>
                      <a:pt x="24368" y="7842"/>
                    </a:cubicBezTo>
                    <a:cubicBezTo>
                      <a:pt x="24376" y="7817"/>
                      <a:pt x="24368" y="7792"/>
                      <a:pt x="24359" y="7775"/>
                    </a:cubicBezTo>
                    <a:cubicBezTo>
                      <a:pt x="24417" y="7750"/>
                      <a:pt x="24467" y="7684"/>
                      <a:pt x="24517" y="7634"/>
                    </a:cubicBezTo>
                    <a:cubicBezTo>
                      <a:pt x="24542" y="7601"/>
                      <a:pt x="24575" y="7568"/>
                      <a:pt x="24608" y="7527"/>
                    </a:cubicBezTo>
                    <a:cubicBezTo>
                      <a:pt x="24649" y="7502"/>
                      <a:pt x="24683" y="7460"/>
                      <a:pt x="24716" y="7427"/>
                    </a:cubicBezTo>
                    <a:close/>
                    <a:moveTo>
                      <a:pt x="23781" y="8874"/>
                    </a:moveTo>
                    <a:cubicBezTo>
                      <a:pt x="23792" y="8874"/>
                      <a:pt x="23803" y="8875"/>
                      <a:pt x="23813" y="8877"/>
                    </a:cubicBezTo>
                    <a:cubicBezTo>
                      <a:pt x="23871" y="8902"/>
                      <a:pt x="23904" y="9018"/>
                      <a:pt x="23920" y="9068"/>
                    </a:cubicBezTo>
                    <a:cubicBezTo>
                      <a:pt x="23953" y="9167"/>
                      <a:pt x="23978" y="9275"/>
                      <a:pt x="23995" y="9383"/>
                    </a:cubicBezTo>
                    <a:cubicBezTo>
                      <a:pt x="24003" y="9399"/>
                      <a:pt x="24011" y="9416"/>
                      <a:pt x="24020" y="9424"/>
                    </a:cubicBezTo>
                    <a:cubicBezTo>
                      <a:pt x="23945" y="9582"/>
                      <a:pt x="23813" y="9706"/>
                      <a:pt x="23663" y="9814"/>
                    </a:cubicBezTo>
                    <a:cubicBezTo>
                      <a:pt x="23481" y="9938"/>
                      <a:pt x="23291" y="10037"/>
                      <a:pt x="23067" y="10062"/>
                    </a:cubicBezTo>
                    <a:cubicBezTo>
                      <a:pt x="23018" y="10068"/>
                      <a:pt x="22969" y="10070"/>
                      <a:pt x="22921" y="10070"/>
                    </a:cubicBezTo>
                    <a:cubicBezTo>
                      <a:pt x="22690" y="10070"/>
                      <a:pt x="22466" y="10013"/>
                      <a:pt x="22247" y="9979"/>
                    </a:cubicBezTo>
                    <a:cubicBezTo>
                      <a:pt x="22161" y="9969"/>
                      <a:pt x="22073" y="9962"/>
                      <a:pt x="21986" y="9962"/>
                    </a:cubicBezTo>
                    <a:cubicBezTo>
                      <a:pt x="21852" y="9962"/>
                      <a:pt x="21720" y="9979"/>
                      <a:pt x="21600" y="10029"/>
                    </a:cubicBezTo>
                    <a:cubicBezTo>
                      <a:pt x="21700" y="9938"/>
                      <a:pt x="21791" y="9838"/>
                      <a:pt x="21882" y="9739"/>
                    </a:cubicBezTo>
                    <a:cubicBezTo>
                      <a:pt x="22064" y="9557"/>
                      <a:pt x="22280" y="9416"/>
                      <a:pt x="22479" y="9267"/>
                    </a:cubicBezTo>
                    <a:cubicBezTo>
                      <a:pt x="22636" y="9192"/>
                      <a:pt x="22802" y="9151"/>
                      <a:pt x="22959" y="9084"/>
                    </a:cubicBezTo>
                    <a:cubicBezTo>
                      <a:pt x="23042" y="9043"/>
                      <a:pt x="23125" y="9010"/>
                      <a:pt x="23208" y="8977"/>
                    </a:cubicBezTo>
                    <a:lnTo>
                      <a:pt x="23233" y="8977"/>
                    </a:lnTo>
                    <a:cubicBezTo>
                      <a:pt x="23332" y="8944"/>
                      <a:pt x="23440" y="8935"/>
                      <a:pt x="23547" y="8919"/>
                    </a:cubicBezTo>
                    <a:cubicBezTo>
                      <a:pt x="23597" y="8910"/>
                      <a:pt x="23647" y="8894"/>
                      <a:pt x="23697" y="8886"/>
                    </a:cubicBezTo>
                    <a:cubicBezTo>
                      <a:pt x="23726" y="8880"/>
                      <a:pt x="23755" y="8874"/>
                      <a:pt x="23781" y="8874"/>
                    </a:cubicBezTo>
                    <a:close/>
                    <a:moveTo>
                      <a:pt x="23788" y="9888"/>
                    </a:moveTo>
                    <a:cubicBezTo>
                      <a:pt x="23788" y="9896"/>
                      <a:pt x="23788" y="9896"/>
                      <a:pt x="23796" y="9896"/>
                    </a:cubicBezTo>
                    <a:cubicBezTo>
                      <a:pt x="23829" y="9938"/>
                      <a:pt x="23871" y="9963"/>
                      <a:pt x="23912" y="9971"/>
                    </a:cubicBezTo>
                    <a:cubicBezTo>
                      <a:pt x="23887" y="10079"/>
                      <a:pt x="23829" y="10170"/>
                      <a:pt x="23730" y="10244"/>
                    </a:cubicBezTo>
                    <a:cubicBezTo>
                      <a:pt x="23647" y="10302"/>
                      <a:pt x="23556" y="10344"/>
                      <a:pt x="23473" y="10377"/>
                    </a:cubicBezTo>
                    <a:cubicBezTo>
                      <a:pt x="23373" y="10418"/>
                      <a:pt x="23274" y="10460"/>
                      <a:pt x="23166" y="10485"/>
                    </a:cubicBezTo>
                    <a:cubicBezTo>
                      <a:pt x="23132" y="10492"/>
                      <a:pt x="23098" y="10495"/>
                      <a:pt x="23064" y="10495"/>
                    </a:cubicBezTo>
                    <a:cubicBezTo>
                      <a:pt x="22902" y="10495"/>
                      <a:pt x="22745" y="10422"/>
                      <a:pt x="22595" y="10360"/>
                    </a:cubicBezTo>
                    <a:cubicBezTo>
                      <a:pt x="22437" y="10294"/>
                      <a:pt x="22296" y="10211"/>
                      <a:pt x="22164" y="10095"/>
                    </a:cubicBezTo>
                    <a:lnTo>
                      <a:pt x="22164" y="10095"/>
                    </a:lnTo>
                    <a:cubicBezTo>
                      <a:pt x="22230" y="10112"/>
                      <a:pt x="22296" y="10120"/>
                      <a:pt x="22354" y="10137"/>
                    </a:cubicBezTo>
                    <a:cubicBezTo>
                      <a:pt x="22549" y="10184"/>
                      <a:pt x="22743" y="10227"/>
                      <a:pt x="22938" y="10227"/>
                    </a:cubicBezTo>
                    <a:cubicBezTo>
                      <a:pt x="23017" y="10227"/>
                      <a:pt x="23096" y="10220"/>
                      <a:pt x="23175" y="10203"/>
                    </a:cubicBezTo>
                    <a:cubicBezTo>
                      <a:pt x="23398" y="10153"/>
                      <a:pt x="23622" y="10054"/>
                      <a:pt x="23788" y="9888"/>
                    </a:cubicBezTo>
                    <a:close/>
                    <a:moveTo>
                      <a:pt x="15258" y="150"/>
                    </a:moveTo>
                    <a:cubicBezTo>
                      <a:pt x="15370" y="150"/>
                      <a:pt x="15481" y="159"/>
                      <a:pt x="15593" y="178"/>
                    </a:cubicBezTo>
                    <a:cubicBezTo>
                      <a:pt x="15858" y="219"/>
                      <a:pt x="16107" y="302"/>
                      <a:pt x="16356" y="409"/>
                    </a:cubicBezTo>
                    <a:cubicBezTo>
                      <a:pt x="16563" y="492"/>
                      <a:pt x="16762" y="600"/>
                      <a:pt x="16960" y="699"/>
                    </a:cubicBezTo>
                    <a:cubicBezTo>
                      <a:pt x="16960" y="724"/>
                      <a:pt x="16977" y="757"/>
                      <a:pt x="17010" y="757"/>
                    </a:cubicBezTo>
                    <a:cubicBezTo>
                      <a:pt x="17027" y="757"/>
                      <a:pt x="17052" y="749"/>
                      <a:pt x="17068" y="749"/>
                    </a:cubicBezTo>
                    <a:cubicBezTo>
                      <a:pt x="17076" y="749"/>
                      <a:pt x="17085" y="757"/>
                      <a:pt x="17085" y="757"/>
                    </a:cubicBezTo>
                    <a:cubicBezTo>
                      <a:pt x="17091" y="760"/>
                      <a:pt x="17098" y="761"/>
                      <a:pt x="17104" y="761"/>
                    </a:cubicBezTo>
                    <a:cubicBezTo>
                      <a:pt x="17122" y="761"/>
                      <a:pt x="17137" y="753"/>
                      <a:pt x="17143" y="741"/>
                    </a:cubicBezTo>
                    <a:cubicBezTo>
                      <a:pt x="17263" y="726"/>
                      <a:pt x="17386" y="718"/>
                      <a:pt x="17509" y="718"/>
                    </a:cubicBezTo>
                    <a:cubicBezTo>
                      <a:pt x="17597" y="718"/>
                      <a:pt x="17686" y="722"/>
                      <a:pt x="17772" y="733"/>
                    </a:cubicBezTo>
                    <a:cubicBezTo>
                      <a:pt x="17897" y="749"/>
                      <a:pt x="18013" y="774"/>
                      <a:pt x="18137" y="807"/>
                    </a:cubicBezTo>
                    <a:cubicBezTo>
                      <a:pt x="18239" y="836"/>
                      <a:pt x="18360" y="885"/>
                      <a:pt x="18472" y="885"/>
                    </a:cubicBezTo>
                    <a:cubicBezTo>
                      <a:pt x="18488" y="885"/>
                      <a:pt x="18503" y="884"/>
                      <a:pt x="18518" y="882"/>
                    </a:cubicBezTo>
                    <a:cubicBezTo>
                      <a:pt x="18543" y="882"/>
                      <a:pt x="18560" y="857"/>
                      <a:pt x="18568" y="832"/>
                    </a:cubicBezTo>
                    <a:cubicBezTo>
                      <a:pt x="18642" y="832"/>
                      <a:pt x="18725" y="832"/>
                      <a:pt x="18808" y="824"/>
                    </a:cubicBezTo>
                    <a:cubicBezTo>
                      <a:pt x="18858" y="824"/>
                      <a:pt x="18911" y="820"/>
                      <a:pt x="18963" y="820"/>
                    </a:cubicBezTo>
                    <a:cubicBezTo>
                      <a:pt x="18989" y="820"/>
                      <a:pt x="19015" y="821"/>
                      <a:pt x="19040" y="824"/>
                    </a:cubicBezTo>
                    <a:cubicBezTo>
                      <a:pt x="19106" y="840"/>
                      <a:pt x="19156" y="882"/>
                      <a:pt x="19214" y="907"/>
                    </a:cubicBezTo>
                    <a:cubicBezTo>
                      <a:pt x="19330" y="973"/>
                      <a:pt x="19454" y="1014"/>
                      <a:pt x="19587" y="1014"/>
                    </a:cubicBezTo>
                    <a:cubicBezTo>
                      <a:pt x="19605" y="1017"/>
                      <a:pt x="19622" y="1018"/>
                      <a:pt x="19640" y="1018"/>
                    </a:cubicBezTo>
                    <a:cubicBezTo>
                      <a:pt x="19689" y="1018"/>
                      <a:pt x="19737" y="1010"/>
                      <a:pt x="19786" y="998"/>
                    </a:cubicBezTo>
                    <a:cubicBezTo>
                      <a:pt x="19835" y="998"/>
                      <a:pt x="19877" y="989"/>
                      <a:pt x="19927" y="981"/>
                    </a:cubicBezTo>
                    <a:cubicBezTo>
                      <a:pt x="20084" y="940"/>
                      <a:pt x="20241" y="882"/>
                      <a:pt x="20374" y="791"/>
                    </a:cubicBezTo>
                    <a:cubicBezTo>
                      <a:pt x="20507" y="699"/>
                      <a:pt x="20631" y="600"/>
                      <a:pt x="20780" y="559"/>
                    </a:cubicBezTo>
                    <a:cubicBezTo>
                      <a:pt x="20863" y="542"/>
                      <a:pt x="20937" y="525"/>
                      <a:pt x="21020" y="517"/>
                    </a:cubicBezTo>
                    <a:cubicBezTo>
                      <a:pt x="21037" y="517"/>
                      <a:pt x="21053" y="509"/>
                      <a:pt x="21070" y="509"/>
                    </a:cubicBezTo>
                    <a:cubicBezTo>
                      <a:pt x="21020" y="575"/>
                      <a:pt x="20987" y="650"/>
                      <a:pt x="20946" y="724"/>
                    </a:cubicBezTo>
                    <a:cubicBezTo>
                      <a:pt x="20929" y="758"/>
                      <a:pt x="20958" y="788"/>
                      <a:pt x="20986" y="788"/>
                    </a:cubicBezTo>
                    <a:cubicBezTo>
                      <a:pt x="20999" y="788"/>
                      <a:pt x="21012" y="782"/>
                      <a:pt x="21020" y="766"/>
                    </a:cubicBezTo>
                    <a:cubicBezTo>
                      <a:pt x="21111" y="625"/>
                      <a:pt x="21261" y="467"/>
                      <a:pt x="21418" y="401"/>
                    </a:cubicBezTo>
                    <a:cubicBezTo>
                      <a:pt x="21528" y="357"/>
                      <a:pt x="21665" y="350"/>
                      <a:pt x="21797" y="350"/>
                    </a:cubicBezTo>
                    <a:cubicBezTo>
                      <a:pt x="21864" y="350"/>
                      <a:pt x="21929" y="351"/>
                      <a:pt x="21990" y="351"/>
                    </a:cubicBezTo>
                    <a:cubicBezTo>
                      <a:pt x="22387" y="351"/>
                      <a:pt x="22785" y="426"/>
                      <a:pt x="23075" y="708"/>
                    </a:cubicBezTo>
                    <a:cubicBezTo>
                      <a:pt x="23382" y="1006"/>
                      <a:pt x="23647" y="1346"/>
                      <a:pt x="23912" y="1669"/>
                    </a:cubicBezTo>
                    <a:cubicBezTo>
                      <a:pt x="24045" y="1835"/>
                      <a:pt x="24177" y="2000"/>
                      <a:pt x="24318" y="2166"/>
                    </a:cubicBezTo>
                    <a:cubicBezTo>
                      <a:pt x="24351" y="2207"/>
                      <a:pt x="24384" y="2249"/>
                      <a:pt x="24417" y="2290"/>
                    </a:cubicBezTo>
                    <a:cubicBezTo>
                      <a:pt x="24417" y="2290"/>
                      <a:pt x="24442" y="2323"/>
                      <a:pt x="24459" y="2340"/>
                    </a:cubicBezTo>
                    <a:cubicBezTo>
                      <a:pt x="24434" y="2357"/>
                      <a:pt x="24409" y="2373"/>
                      <a:pt x="24376" y="2390"/>
                    </a:cubicBezTo>
                    <a:cubicBezTo>
                      <a:pt x="24335" y="2406"/>
                      <a:pt x="24285" y="2415"/>
                      <a:pt x="24243" y="2415"/>
                    </a:cubicBezTo>
                    <a:cubicBezTo>
                      <a:pt x="24236" y="2415"/>
                      <a:pt x="24229" y="2415"/>
                      <a:pt x="24222" y="2415"/>
                    </a:cubicBezTo>
                    <a:cubicBezTo>
                      <a:pt x="24031" y="2415"/>
                      <a:pt x="23857" y="2311"/>
                      <a:pt x="23713" y="2191"/>
                    </a:cubicBezTo>
                    <a:cubicBezTo>
                      <a:pt x="23572" y="2067"/>
                      <a:pt x="23448" y="1901"/>
                      <a:pt x="23299" y="1793"/>
                    </a:cubicBezTo>
                    <a:cubicBezTo>
                      <a:pt x="23291" y="1743"/>
                      <a:pt x="23274" y="1702"/>
                      <a:pt x="23266" y="1652"/>
                    </a:cubicBezTo>
                    <a:cubicBezTo>
                      <a:pt x="23233" y="1553"/>
                      <a:pt x="23199" y="1462"/>
                      <a:pt x="23150" y="1371"/>
                    </a:cubicBezTo>
                    <a:cubicBezTo>
                      <a:pt x="23100" y="1188"/>
                      <a:pt x="23017" y="1039"/>
                      <a:pt x="22843" y="956"/>
                    </a:cubicBezTo>
                    <a:cubicBezTo>
                      <a:pt x="22705" y="887"/>
                      <a:pt x="22527" y="882"/>
                      <a:pt x="22361" y="882"/>
                    </a:cubicBezTo>
                    <a:cubicBezTo>
                      <a:pt x="22328" y="882"/>
                      <a:pt x="22295" y="882"/>
                      <a:pt x="22263" y="882"/>
                    </a:cubicBezTo>
                    <a:cubicBezTo>
                      <a:pt x="22048" y="882"/>
                      <a:pt x="21832" y="898"/>
                      <a:pt x="21617" y="965"/>
                    </a:cubicBezTo>
                    <a:cubicBezTo>
                      <a:pt x="21575" y="981"/>
                      <a:pt x="21584" y="1047"/>
                      <a:pt x="21625" y="1047"/>
                    </a:cubicBezTo>
                    <a:cubicBezTo>
                      <a:pt x="21765" y="1035"/>
                      <a:pt x="21904" y="1028"/>
                      <a:pt x="22044" y="1028"/>
                    </a:cubicBezTo>
                    <a:cubicBezTo>
                      <a:pt x="22095" y="1028"/>
                      <a:pt x="22146" y="1029"/>
                      <a:pt x="22197" y="1031"/>
                    </a:cubicBezTo>
                    <a:cubicBezTo>
                      <a:pt x="22363" y="1039"/>
                      <a:pt x="22561" y="1039"/>
                      <a:pt x="22719" y="1105"/>
                    </a:cubicBezTo>
                    <a:cubicBezTo>
                      <a:pt x="22876" y="1172"/>
                      <a:pt x="22909" y="1321"/>
                      <a:pt x="22967" y="1470"/>
                    </a:cubicBezTo>
                    <a:cubicBezTo>
                      <a:pt x="22992" y="1545"/>
                      <a:pt x="23009" y="1619"/>
                      <a:pt x="23034" y="1694"/>
                    </a:cubicBezTo>
                    <a:cubicBezTo>
                      <a:pt x="22992" y="1702"/>
                      <a:pt x="22959" y="1752"/>
                      <a:pt x="22992" y="1793"/>
                    </a:cubicBezTo>
                    <a:cubicBezTo>
                      <a:pt x="22998" y="1805"/>
                      <a:pt x="22990" y="1810"/>
                      <a:pt x="22976" y="1810"/>
                    </a:cubicBezTo>
                    <a:cubicBezTo>
                      <a:pt x="22951" y="1810"/>
                      <a:pt x="22906" y="1795"/>
                      <a:pt x="22885" y="1785"/>
                    </a:cubicBezTo>
                    <a:cubicBezTo>
                      <a:pt x="22876" y="1785"/>
                      <a:pt x="22860" y="1777"/>
                      <a:pt x="22851" y="1777"/>
                    </a:cubicBezTo>
                    <a:cubicBezTo>
                      <a:pt x="22818" y="1760"/>
                      <a:pt x="22785" y="1752"/>
                      <a:pt x="22752" y="1743"/>
                    </a:cubicBezTo>
                    <a:lnTo>
                      <a:pt x="22744" y="1743"/>
                    </a:lnTo>
                    <a:cubicBezTo>
                      <a:pt x="22735" y="1743"/>
                      <a:pt x="22727" y="1735"/>
                      <a:pt x="22719" y="1735"/>
                    </a:cubicBezTo>
                    <a:cubicBezTo>
                      <a:pt x="22716" y="1735"/>
                      <a:pt x="22714" y="1735"/>
                      <a:pt x="22711" y="1735"/>
                    </a:cubicBezTo>
                    <a:cubicBezTo>
                      <a:pt x="22627" y="1735"/>
                      <a:pt x="22622" y="1868"/>
                      <a:pt x="22702" y="1893"/>
                    </a:cubicBezTo>
                    <a:cubicBezTo>
                      <a:pt x="22752" y="1909"/>
                      <a:pt x="22793" y="1926"/>
                      <a:pt x="22843" y="1942"/>
                    </a:cubicBezTo>
                    <a:cubicBezTo>
                      <a:pt x="22835" y="1967"/>
                      <a:pt x="22835" y="1984"/>
                      <a:pt x="22851" y="2000"/>
                    </a:cubicBezTo>
                    <a:cubicBezTo>
                      <a:pt x="22868" y="2017"/>
                      <a:pt x="22885" y="2025"/>
                      <a:pt x="22901" y="2042"/>
                    </a:cubicBezTo>
                    <a:cubicBezTo>
                      <a:pt x="22901" y="2050"/>
                      <a:pt x="22909" y="2067"/>
                      <a:pt x="22918" y="2083"/>
                    </a:cubicBezTo>
                    <a:cubicBezTo>
                      <a:pt x="22984" y="2149"/>
                      <a:pt x="23009" y="2241"/>
                      <a:pt x="23025" y="2332"/>
                    </a:cubicBezTo>
                    <a:cubicBezTo>
                      <a:pt x="22885" y="2058"/>
                      <a:pt x="22636" y="1859"/>
                      <a:pt x="22363" y="1702"/>
                    </a:cubicBezTo>
                    <a:cubicBezTo>
                      <a:pt x="22189" y="1603"/>
                      <a:pt x="22006" y="1503"/>
                      <a:pt x="21832" y="1395"/>
                    </a:cubicBezTo>
                    <a:cubicBezTo>
                      <a:pt x="21650" y="1279"/>
                      <a:pt x="21468" y="1172"/>
                      <a:pt x="21302" y="1039"/>
                    </a:cubicBezTo>
                    <a:cubicBezTo>
                      <a:pt x="21295" y="1035"/>
                      <a:pt x="21288" y="1033"/>
                      <a:pt x="21281" y="1033"/>
                    </a:cubicBezTo>
                    <a:cubicBezTo>
                      <a:pt x="21249" y="1033"/>
                      <a:pt x="21225" y="1078"/>
                      <a:pt x="21252" y="1105"/>
                    </a:cubicBezTo>
                    <a:cubicBezTo>
                      <a:pt x="21377" y="1230"/>
                      <a:pt x="21493" y="1354"/>
                      <a:pt x="21633" y="1462"/>
                    </a:cubicBezTo>
                    <a:cubicBezTo>
                      <a:pt x="21774" y="1569"/>
                      <a:pt x="21923" y="1661"/>
                      <a:pt x="22081" y="1752"/>
                    </a:cubicBezTo>
                    <a:cubicBezTo>
                      <a:pt x="22363" y="1917"/>
                      <a:pt x="22669" y="2083"/>
                      <a:pt x="22835" y="2365"/>
                    </a:cubicBezTo>
                    <a:cubicBezTo>
                      <a:pt x="22918" y="2514"/>
                      <a:pt x="22934" y="2688"/>
                      <a:pt x="23017" y="2837"/>
                    </a:cubicBezTo>
                    <a:cubicBezTo>
                      <a:pt x="23100" y="2978"/>
                      <a:pt x="23216" y="3086"/>
                      <a:pt x="23340" y="3185"/>
                    </a:cubicBezTo>
                    <a:cubicBezTo>
                      <a:pt x="23473" y="3293"/>
                      <a:pt x="23622" y="3384"/>
                      <a:pt x="23713" y="3517"/>
                    </a:cubicBezTo>
                    <a:cubicBezTo>
                      <a:pt x="23804" y="3657"/>
                      <a:pt x="23854" y="3823"/>
                      <a:pt x="23879" y="3989"/>
                    </a:cubicBezTo>
                    <a:cubicBezTo>
                      <a:pt x="23937" y="4378"/>
                      <a:pt x="23862" y="4776"/>
                      <a:pt x="23771" y="5157"/>
                    </a:cubicBezTo>
                    <a:cubicBezTo>
                      <a:pt x="23763" y="5190"/>
                      <a:pt x="23771" y="5223"/>
                      <a:pt x="23788" y="5240"/>
                    </a:cubicBezTo>
                    <a:lnTo>
                      <a:pt x="23771" y="5240"/>
                    </a:lnTo>
                    <a:cubicBezTo>
                      <a:pt x="23597" y="5190"/>
                      <a:pt x="23423" y="5157"/>
                      <a:pt x="23249" y="5107"/>
                    </a:cubicBezTo>
                    <a:cubicBezTo>
                      <a:pt x="23246" y="5106"/>
                      <a:pt x="23244" y="5106"/>
                      <a:pt x="23242" y="5106"/>
                    </a:cubicBezTo>
                    <a:cubicBezTo>
                      <a:pt x="23223" y="5106"/>
                      <a:pt x="23219" y="5133"/>
                      <a:pt x="23241" y="5141"/>
                    </a:cubicBezTo>
                    <a:cubicBezTo>
                      <a:pt x="23390" y="5207"/>
                      <a:pt x="23539" y="5273"/>
                      <a:pt x="23688" y="5331"/>
                    </a:cubicBezTo>
                    <a:cubicBezTo>
                      <a:pt x="23837" y="5381"/>
                      <a:pt x="23995" y="5439"/>
                      <a:pt x="24144" y="5522"/>
                    </a:cubicBezTo>
                    <a:cubicBezTo>
                      <a:pt x="24260" y="5588"/>
                      <a:pt x="24376" y="5662"/>
                      <a:pt x="24467" y="5754"/>
                    </a:cubicBezTo>
                    <a:cubicBezTo>
                      <a:pt x="24509" y="5795"/>
                      <a:pt x="24550" y="5836"/>
                      <a:pt x="24583" y="5878"/>
                    </a:cubicBezTo>
                    <a:cubicBezTo>
                      <a:pt x="24498" y="5857"/>
                      <a:pt x="24412" y="5849"/>
                      <a:pt x="24326" y="5849"/>
                    </a:cubicBezTo>
                    <a:cubicBezTo>
                      <a:pt x="23962" y="5849"/>
                      <a:pt x="23595" y="6002"/>
                      <a:pt x="23233" y="6035"/>
                    </a:cubicBezTo>
                    <a:cubicBezTo>
                      <a:pt x="23158" y="6044"/>
                      <a:pt x="23092" y="6044"/>
                      <a:pt x="23017" y="6044"/>
                    </a:cubicBezTo>
                    <a:cubicBezTo>
                      <a:pt x="22951" y="6035"/>
                      <a:pt x="22885" y="6019"/>
                      <a:pt x="22818" y="6010"/>
                    </a:cubicBezTo>
                    <a:cubicBezTo>
                      <a:pt x="22805" y="6008"/>
                      <a:pt x="22791" y="6007"/>
                      <a:pt x="22779" y="6007"/>
                    </a:cubicBezTo>
                    <a:cubicBezTo>
                      <a:pt x="22665" y="6007"/>
                      <a:pt x="22614" y="6106"/>
                      <a:pt x="22636" y="6226"/>
                    </a:cubicBezTo>
                    <a:cubicBezTo>
                      <a:pt x="22661" y="6350"/>
                      <a:pt x="22744" y="6450"/>
                      <a:pt x="22860" y="6516"/>
                    </a:cubicBezTo>
                    <a:cubicBezTo>
                      <a:pt x="22810" y="6516"/>
                      <a:pt x="22793" y="6582"/>
                      <a:pt x="22835" y="6607"/>
                    </a:cubicBezTo>
                    <a:cubicBezTo>
                      <a:pt x="22943" y="6682"/>
                      <a:pt x="23075" y="6748"/>
                      <a:pt x="23208" y="6773"/>
                    </a:cubicBezTo>
                    <a:cubicBezTo>
                      <a:pt x="23199" y="6781"/>
                      <a:pt x="23199" y="6798"/>
                      <a:pt x="23199" y="6806"/>
                    </a:cubicBezTo>
                    <a:cubicBezTo>
                      <a:pt x="23241" y="7021"/>
                      <a:pt x="23440" y="7121"/>
                      <a:pt x="23630" y="7179"/>
                    </a:cubicBezTo>
                    <a:cubicBezTo>
                      <a:pt x="23730" y="7220"/>
                      <a:pt x="23821" y="7253"/>
                      <a:pt x="23895" y="7336"/>
                    </a:cubicBezTo>
                    <a:cubicBezTo>
                      <a:pt x="23978" y="7411"/>
                      <a:pt x="24028" y="7510"/>
                      <a:pt x="24078" y="7610"/>
                    </a:cubicBezTo>
                    <a:cubicBezTo>
                      <a:pt x="24103" y="7668"/>
                      <a:pt x="24144" y="7734"/>
                      <a:pt x="24202" y="7767"/>
                    </a:cubicBezTo>
                    <a:cubicBezTo>
                      <a:pt x="24194" y="7784"/>
                      <a:pt x="24185" y="7800"/>
                      <a:pt x="24185" y="7817"/>
                    </a:cubicBezTo>
                    <a:cubicBezTo>
                      <a:pt x="24169" y="7999"/>
                      <a:pt x="24144" y="8190"/>
                      <a:pt x="24003" y="8322"/>
                    </a:cubicBezTo>
                    <a:cubicBezTo>
                      <a:pt x="23862" y="8455"/>
                      <a:pt x="23663" y="8554"/>
                      <a:pt x="23489" y="8654"/>
                    </a:cubicBezTo>
                    <a:cubicBezTo>
                      <a:pt x="23307" y="8753"/>
                      <a:pt x="23117" y="8844"/>
                      <a:pt x="22926" y="8927"/>
                    </a:cubicBezTo>
                    <a:cubicBezTo>
                      <a:pt x="22752" y="9002"/>
                      <a:pt x="22561" y="9068"/>
                      <a:pt x="22387" y="9151"/>
                    </a:cubicBezTo>
                    <a:cubicBezTo>
                      <a:pt x="22305" y="9184"/>
                      <a:pt x="22222" y="9242"/>
                      <a:pt x="22155" y="9300"/>
                    </a:cubicBezTo>
                    <a:cubicBezTo>
                      <a:pt x="22073" y="9358"/>
                      <a:pt x="21998" y="9424"/>
                      <a:pt x="21915" y="9490"/>
                    </a:cubicBezTo>
                    <a:cubicBezTo>
                      <a:pt x="21758" y="9615"/>
                      <a:pt x="21584" y="9714"/>
                      <a:pt x="21393" y="9772"/>
                    </a:cubicBezTo>
                    <a:cubicBezTo>
                      <a:pt x="21198" y="9838"/>
                      <a:pt x="20999" y="9862"/>
                      <a:pt x="20800" y="9862"/>
                    </a:cubicBezTo>
                    <a:cubicBezTo>
                      <a:pt x="20575" y="9862"/>
                      <a:pt x="20349" y="9832"/>
                      <a:pt x="20125" y="9797"/>
                    </a:cubicBezTo>
                    <a:cubicBezTo>
                      <a:pt x="19885" y="9764"/>
                      <a:pt x="19653" y="9731"/>
                      <a:pt x="19413" y="9706"/>
                    </a:cubicBezTo>
                    <a:cubicBezTo>
                      <a:pt x="19198" y="9673"/>
                      <a:pt x="18982" y="9631"/>
                      <a:pt x="18767" y="9631"/>
                    </a:cubicBezTo>
                    <a:cubicBezTo>
                      <a:pt x="18767" y="9623"/>
                      <a:pt x="18767" y="9623"/>
                      <a:pt x="18775" y="9615"/>
                    </a:cubicBezTo>
                    <a:lnTo>
                      <a:pt x="18775" y="9606"/>
                    </a:lnTo>
                    <a:cubicBezTo>
                      <a:pt x="18783" y="9590"/>
                      <a:pt x="18792" y="9565"/>
                      <a:pt x="18808" y="9548"/>
                    </a:cubicBezTo>
                    <a:cubicBezTo>
                      <a:pt x="18825" y="9524"/>
                      <a:pt x="18833" y="9499"/>
                      <a:pt x="18816" y="9474"/>
                    </a:cubicBezTo>
                    <a:cubicBezTo>
                      <a:pt x="18806" y="9464"/>
                      <a:pt x="18790" y="9456"/>
                      <a:pt x="18773" y="9456"/>
                    </a:cubicBezTo>
                    <a:cubicBezTo>
                      <a:pt x="18762" y="9456"/>
                      <a:pt x="18751" y="9459"/>
                      <a:pt x="18742" y="9466"/>
                    </a:cubicBezTo>
                    <a:cubicBezTo>
                      <a:pt x="18692" y="9499"/>
                      <a:pt x="18642" y="9532"/>
                      <a:pt x="18601" y="9590"/>
                    </a:cubicBezTo>
                    <a:cubicBezTo>
                      <a:pt x="18568" y="9640"/>
                      <a:pt x="18543" y="9698"/>
                      <a:pt x="18535" y="9764"/>
                    </a:cubicBezTo>
                    <a:cubicBezTo>
                      <a:pt x="18518" y="9830"/>
                      <a:pt x="18518" y="9896"/>
                      <a:pt x="18535" y="9963"/>
                    </a:cubicBezTo>
                    <a:cubicBezTo>
                      <a:pt x="18543" y="10037"/>
                      <a:pt x="18576" y="10128"/>
                      <a:pt x="18659" y="10145"/>
                    </a:cubicBezTo>
                    <a:cubicBezTo>
                      <a:pt x="18664" y="10146"/>
                      <a:pt x="18670" y="10147"/>
                      <a:pt x="18675" y="10147"/>
                    </a:cubicBezTo>
                    <a:cubicBezTo>
                      <a:pt x="18709" y="10147"/>
                      <a:pt x="18736" y="10124"/>
                      <a:pt x="18750" y="10095"/>
                    </a:cubicBezTo>
                    <a:cubicBezTo>
                      <a:pt x="18767" y="10037"/>
                      <a:pt x="18734" y="9971"/>
                      <a:pt x="18725" y="9921"/>
                    </a:cubicBezTo>
                    <a:cubicBezTo>
                      <a:pt x="18725" y="9913"/>
                      <a:pt x="18725" y="9905"/>
                      <a:pt x="18725" y="9905"/>
                    </a:cubicBezTo>
                    <a:cubicBezTo>
                      <a:pt x="18725" y="9888"/>
                      <a:pt x="18725" y="9880"/>
                      <a:pt x="18725" y="9863"/>
                    </a:cubicBezTo>
                    <a:cubicBezTo>
                      <a:pt x="18725" y="9838"/>
                      <a:pt x="18725" y="9814"/>
                      <a:pt x="18725" y="9789"/>
                    </a:cubicBezTo>
                    <a:cubicBezTo>
                      <a:pt x="18725" y="9780"/>
                      <a:pt x="18725" y="9780"/>
                      <a:pt x="18725" y="9772"/>
                    </a:cubicBezTo>
                    <a:cubicBezTo>
                      <a:pt x="18725" y="9772"/>
                      <a:pt x="18725" y="9764"/>
                      <a:pt x="18725" y="9764"/>
                    </a:cubicBezTo>
                    <a:cubicBezTo>
                      <a:pt x="18725" y="9756"/>
                      <a:pt x="18734" y="9756"/>
                      <a:pt x="18734" y="9756"/>
                    </a:cubicBezTo>
                    <a:cubicBezTo>
                      <a:pt x="18734" y="9747"/>
                      <a:pt x="18734" y="9739"/>
                      <a:pt x="18734" y="9739"/>
                    </a:cubicBezTo>
                    <a:cubicBezTo>
                      <a:pt x="18734" y="9731"/>
                      <a:pt x="18734" y="9731"/>
                      <a:pt x="18734" y="9731"/>
                    </a:cubicBezTo>
                    <a:cubicBezTo>
                      <a:pt x="18932" y="9797"/>
                      <a:pt x="19148" y="9814"/>
                      <a:pt x="19355" y="9847"/>
                    </a:cubicBezTo>
                    <a:lnTo>
                      <a:pt x="20043" y="9946"/>
                    </a:lnTo>
                    <a:cubicBezTo>
                      <a:pt x="20291" y="9984"/>
                      <a:pt x="20548" y="10023"/>
                      <a:pt x="20804" y="10023"/>
                    </a:cubicBezTo>
                    <a:cubicBezTo>
                      <a:pt x="20991" y="10023"/>
                      <a:pt x="21178" y="10002"/>
                      <a:pt x="21360" y="9946"/>
                    </a:cubicBezTo>
                    <a:cubicBezTo>
                      <a:pt x="21443" y="9921"/>
                      <a:pt x="21526" y="9888"/>
                      <a:pt x="21609" y="9847"/>
                    </a:cubicBezTo>
                    <a:lnTo>
                      <a:pt x="21609" y="9847"/>
                    </a:lnTo>
                    <a:cubicBezTo>
                      <a:pt x="21559" y="9896"/>
                      <a:pt x="21509" y="9946"/>
                      <a:pt x="21459" y="9988"/>
                    </a:cubicBezTo>
                    <a:lnTo>
                      <a:pt x="21459" y="9996"/>
                    </a:lnTo>
                    <a:cubicBezTo>
                      <a:pt x="21277" y="10153"/>
                      <a:pt x="21070" y="10277"/>
                      <a:pt x="20830" y="10327"/>
                    </a:cubicBezTo>
                    <a:cubicBezTo>
                      <a:pt x="20690" y="10358"/>
                      <a:pt x="20543" y="10368"/>
                      <a:pt x="20393" y="10368"/>
                    </a:cubicBezTo>
                    <a:cubicBezTo>
                      <a:pt x="20260" y="10368"/>
                      <a:pt x="20126" y="10360"/>
                      <a:pt x="19993" y="10352"/>
                    </a:cubicBezTo>
                    <a:cubicBezTo>
                      <a:pt x="19661" y="10335"/>
                      <a:pt x="19314" y="10294"/>
                      <a:pt x="18990" y="10211"/>
                    </a:cubicBezTo>
                    <a:cubicBezTo>
                      <a:pt x="18985" y="10209"/>
                      <a:pt x="18980" y="10209"/>
                      <a:pt x="18975" y="10209"/>
                    </a:cubicBezTo>
                    <a:cubicBezTo>
                      <a:pt x="18938" y="10209"/>
                      <a:pt x="18929" y="10263"/>
                      <a:pt x="18966" y="10277"/>
                    </a:cubicBezTo>
                    <a:cubicBezTo>
                      <a:pt x="19256" y="10385"/>
                      <a:pt x="19537" y="10435"/>
                      <a:pt x="19844" y="10468"/>
                    </a:cubicBezTo>
                    <a:cubicBezTo>
                      <a:pt x="20028" y="10484"/>
                      <a:pt x="20220" y="10501"/>
                      <a:pt x="20409" y="10501"/>
                    </a:cubicBezTo>
                    <a:cubicBezTo>
                      <a:pt x="20509" y="10501"/>
                      <a:pt x="20608" y="10496"/>
                      <a:pt x="20705" y="10485"/>
                    </a:cubicBezTo>
                    <a:cubicBezTo>
                      <a:pt x="20763" y="10476"/>
                      <a:pt x="20821" y="10460"/>
                      <a:pt x="20871" y="10451"/>
                    </a:cubicBezTo>
                    <a:lnTo>
                      <a:pt x="20871" y="10451"/>
                    </a:lnTo>
                    <a:cubicBezTo>
                      <a:pt x="20805" y="10526"/>
                      <a:pt x="20747" y="10601"/>
                      <a:pt x="20689" y="10692"/>
                    </a:cubicBezTo>
                    <a:cubicBezTo>
                      <a:pt x="20614" y="10816"/>
                      <a:pt x="20556" y="10949"/>
                      <a:pt x="20449" y="11048"/>
                    </a:cubicBezTo>
                    <a:cubicBezTo>
                      <a:pt x="20208" y="11263"/>
                      <a:pt x="19877" y="11321"/>
                      <a:pt x="19604" y="11487"/>
                    </a:cubicBezTo>
                    <a:cubicBezTo>
                      <a:pt x="19558" y="11510"/>
                      <a:pt x="19582" y="11580"/>
                      <a:pt x="19630" y="11580"/>
                    </a:cubicBezTo>
                    <a:cubicBezTo>
                      <a:pt x="19635" y="11580"/>
                      <a:pt x="19640" y="11580"/>
                      <a:pt x="19645" y="11578"/>
                    </a:cubicBezTo>
                    <a:cubicBezTo>
                      <a:pt x="19819" y="11553"/>
                      <a:pt x="19985" y="11479"/>
                      <a:pt x="20142" y="11413"/>
                    </a:cubicBezTo>
                    <a:cubicBezTo>
                      <a:pt x="20266" y="11355"/>
                      <a:pt x="20399" y="11305"/>
                      <a:pt x="20507" y="11222"/>
                    </a:cubicBezTo>
                    <a:lnTo>
                      <a:pt x="20507" y="11222"/>
                    </a:lnTo>
                    <a:cubicBezTo>
                      <a:pt x="20465" y="11272"/>
                      <a:pt x="20415" y="11330"/>
                      <a:pt x="20357" y="11371"/>
                    </a:cubicBezTo>
                    <a:cubicBezTo>
                      <a:pt x="20333" y="11396"/>
                      <a:pt x="20308" y="11413"/>
                      <a:pt x="20283" y="11429"/>
                    </a:cubicBezTo>
                    <a:cubicBezTo>
                      <a:pt x="20258" y="11446"/>
                      <a:pt x="20225" y="11462"/>
                      <a:pt x="20200" y="11471"/>
                    </a:cubicBezTo>
                    <a:cubicBezTo>
                      <a:pt x="19918" y="11620"/>
                      <a:pt x="19612" y="11711"/>
                      <a:pt x="19297" y="11752"/>
                    </a:cubicBezTo>
                    <a:cubicBezTo>
                      <a:pt x="19108" y="11772"/>
                      <a:pt x="18916" y="11780"/>
                      <a:pt x="18722" y="11780"/>
                    </a:cubicBezTo>
                    <a:cubicBezTo>
                      <a:pt x="18586" y="11780"/>
                      <a:pt x="18448" y="11776"/>
                      <a:pt x="18311" y="11769"/>
                    </a:cubicBezTo>
                    <a:cubicBezTo>
                      <a:pt x="17988" y="11761"/>
                      <a:pt x="17656" y="11752"/>
                      <a:pt x="17333" y="11736"/>
                    </a:cubicBezTo>
                    <a:cubicBezTo>
                      <a:pt x="16679" y="11703"/>
                      <a:pt x="16024" y="11636"/>
                      <a:pt x="15394" y="11471"/>
                    </a:cubicBezTo>
                    <a:cubicBezTo>
                      <a:pt x="14790" y="11305"/>
                      <a:pt x="14201" y="11065"/>
                      <a:pt x="13638" y="10816"/>
                    </a:cubicBezTo>
                    <a:cubicBezTo>
                      <a:pt x="13348" y="10692"/>
                      <a:pt x="13058" y="10551"/>
                      <a:pt x="12793" y="10385"/>
                    </a:cubicBezTo>
                    <a:cubicBezTo>
                      <a:pt x="12660" y="10302"/>
                      <a:pt x="12536" y="10211"/>
                      <a:pt x="12412" y="10112"/>
                    </a:cubicBezTo>
                    <a:cubicBezTo>
                      <a:pt x="12321" y="10037"/>
                      <a:pt x="12238" y="9954"/>
                      <a:pt x="12155" y="9872"/>
                    </a:cubicBezTo>
                    <a:cubicBezTo>
                      <a:pt x="12163" y="9863"/>
                      <a:pt x="12171" y="9847"/>
                      <a:pt x="12171" y="9830"/>
                    </a:cubicBezTo>
                    <a:cubicBezTo>
                      <a:pt x="12196" y="9722"/>
                      <a:pt x="12246" y="9648"/>
                      <a:pt x="12312" y="9573"/>
                    </a:cubicBezTo>
                    <a:cubicBezTo>
                      <a:pt x="12395" y="9482"/>
                      <a:pt x="12470" y="9383"/>
                      <a:pt x="12536" y="9292"/>
                    </a:cubicBezTo>
                    <a:lnTo>
                      <a:pt x="12536" y="9292"/>
                    </a:lnTo>
                    <a:cubicBezTo>
                      <a:pt x="12503" y="9383"/>
                      <a:pt x="12470" y="9482"/>
                      <a:pt x="12470" y="9582"/>
                    </a:cubicBezTo>
                    <a:cubicBezTo>
                      <a:pt x="12470" y="9610"/>
                      <a:pt x="12492" y="9630"/>
                      <a:pt x="12517" y="9630"/>
                    </a:cubicBezTo>
                    <a:cubicBezTo>
                      <a:pt x="12529" y="9630"/>
                      <a:pt x="12542" y="9625"/>
                      <a:pt x="12553" y="9615"/>
                    </a:cubicBezTo>
                    <a:cubicBezTo>
                      <a:pt x="12627" y="9540"/>
                      <a:pt x="12669" y="9441"/>
                      <a:pt x="12710" y="9341"/>
                    </a:cubicBezTo>
                    <a:cubicBezTo>
                      <a:pt x="12760" y="9242"/>
                      <a:pt x="12801" y="9142"/>
                      <a:pt x="12843" y="9035"/>
                    </a:cubicBezTo>
                    <a:cubicBezTo>
                      <a:pt x="12934" y="8828"/>
                      <a:pt x="13017" y="8620"/>
                      <a:pt x="13099" y="8413"/>
                    </a:cubicBezTo>
                    <a:cubicBezTo>
                      <a:pt x="13191" y="8181"/>
                      <a:pt x="13282" y="7958"/>
                      <a:pt x="13365" y="7726"/>
                    </a:cubicBezTo>
                    <a:cubicBezTo>
                      <a:pt x="13371" y="7736"/>
                      <a:pt x="13383" y="7741"/>
                      <a:pt x="13395" y="7741"/>
                    </a:cubicBezTo>
                    <a:cubicBezTo>
                      <a:pt x="13411" y="7741"/>
                      <a:pt x="13429" y="7732"/>
                      <a:pt x="13439" y="7717"/>
                    </a:cubicBezTo>
                    <a:cubicBezTo>
                      <a:pt x="13481" y="7659"/>
                      <a:pt x="13497" y="7585"/>
                      <a:pt x="13522" y="7518"/>
                    </a:cubicBezTo>
                    <a:lnTo>
                      <a:pt x="13605" y="7303"/>
                    </a:lnTo>
                    <a:cubicBezTo>
                      <a:pt x="13655" y="7170"/>
                      <a:pt x="13704" y="7038"/>
                      <a:pt x="13762" y="6905"/>
                    </a:cubicBezTo>
                    <a:cubicBezTo>
                      <a:pt x="13887" y="6624"/>
                      <a:pt x="14011" y="6358"/>
                      <a:pt x="14168" y="6093"/>
                    </a:cubicBezTo>
                    <a:cubicBezTo>
                      <a:pt x="14309" y="5845"/>
                      <a:pt x="14483" y="5613"/>
                      <a:pt x="14640" y="5381"/>
                    </a:cubicBezTo>
                    <a:cubicBezTo>
                      <a:pt x="14715" y="5265"/>
                      <a:pt x="14790" y="5149"/>
                      <a:pt x="14848" y="5016"/>
                    </a:cubicBezTo>
                    <a:cubicBezTo>
                      <a:pt x="14872" y="5141"/>
                      <a:pt x="14906" y="5265"/>
                      <a:pt x="14980" y="5364"/>
                    </a:cubicBezTo>
                    <a:cubicBezTo>
                      <a:pt x="15022" y="5455"/>
                      <a:pt x="15071" y="5538"/>
                      <a:pt x="15113" y="5638"/>
                    </a:cubicBezTo>
                    <a:cubicBezTo>
                      <a:pt x="15162" y="5729"/>
                      <a:pt x="15196" y="5828"/>
                      <a:pt x="15212" y="5936"/>
                    </a:cubicBezTo>
                    <a:cubicBezTo>
                      <a:pt x="15229" y="6035"/>
                      <a:pt x="15212" y="6151"/>
                      <a:pt x="15237" y="6251"/>
                    </a:cubicBezTo>
                    <a:cubicBezTo>
                      <a:pt x="15250" y="6306"/>
                      <a:pt x="15303" y="6335"/>
                      <a:pt x="15355" y="6335"/>
                    </a:cubicBezTo>
                    <a:cubicBezTo>
                      <a:pt x="15405" y="6335"/>
                      <a:pt x="15453" y="6308"/>
                      <a:pt x="15461" y="6251"/>
                    </a:cubicBezTo>
                    <a:cubicBezTo>
                      <a:pt x="15494" y="6060"/>
                      <a:pt x="15461" y="5820"/>
                      <a:pt x="15386" y="5646"/>
                    </a:cubicBezTo>
                    <a:cubicBezTo>
                      <a:pt x="15312" y="5464"/>
                      <a:pt x="15179" y="5306"/>
                      <a:pt x="15113" y="5116"/>
                    </a:cubicBezTo>
                    <a:cubicBezTo>
                      <a:pt x="14988" y="4726"/>
                      <a:pt x="15088" y="4304"/>
                      <a:pt x="15154" y="3914"/>
                    </a:cubicBezTo>
                    <a:cubicBezTo>
                      <a:pt x="15164" y="3885"/>
                      <a:pt x="15143" y="3868"/>
                      <a:pt x="15120" y="3868"/>
                    </a:cubicBezTo>
                    <a:cubicBezTo>
                      <a:pt x="15104" y="3868"/>
                      <a:pt x="15087" y="3877"/>
                      <a:pt x="15080" y="3898"/>
                    </a:cubicBezTo>
                    <a:cubicBezTo>
                      <a:pt x="15013" y="4072"/>
                      <a:pt x="14955" y="4254"/>
                      <a:pt x="14914" y="4436"/>
                    </a:cubicBezTo>
                    <a:cubicBezTo>
                      <a:pt x="14872" y="4337"/>
                      <a:pt x="14814" y="4246"/>
                      <a:pt x="14748" y="4146"/>
                    </a:cubicBezTo>
                    <a:cubicBezTo>
                      <a:pt x="14632" y="3981"/>
                      <a:pt x="14500" y="3815"/>
                      <a:pt x="14475" y="3608"/>
                    </a:cubicBezTo>
                    <a:cubicBezTo>
                      <a:pt x="14466" y="3483"/>
                      <a:pt x="14483" y="3359"/>
                      <a:pt x="14475" y="3235"/>
                    </a:cubicBezTo>
                    <a:cubicBezTo>
                      <a:pt x="14475" y="3193"/>
                      <a:pt x="14466" y="3160"/>
                      <a:pt x="14466" y="3127"/>
                    </a:cubicBezTo>
                    <a:lnTo>
                      <a:pt x="14466" y="3127"/>
                    </a:lnTo>
                    <a:cubicBezTo>
                      <a:pt x="14508" y="3152"/>
                      <a:pt x="14549" y="3185"/>
                      <a:pt x="14599" y="3210"/>
                    </a:cubicBezTo>
                    <a:cubicBezTo>
                      <a:pt x="14674" y="3268"/>
                      <a:pt x="14748" y="3326"/>
                      <a:pt x="14806" y="3401"/>
                    </a:cubicBezTo>
                    <a:cubicBezTo>
                      <a:pt x="14848" y="3475"/>
                      <a:pt x="14872" y="3550"/>
                      <a:pt x="14897" y="3633"/>
                    </a:cubicBezTo>
                    <a:cubicBezTo>
                      <a:pt x="14906" y="3660"/>
                      <a:pt x="14928" y="3672"/>
                      <a:pt x="14950" y="3672"/>
                    </a:cubicBezTo>
                    <a:cubicBezTo>
                      <a:pt x="14968" y="3672"/>
                      <a:pt x="14986" y="3664"/>
                      <a:pt x="14997" y="3649"/>
                    </a:cubicBezTo>
                    <a:cubicBezTo>
                      <a:pt x="15113" y="3483"/>
                      <a:pt x="14988" y="3260"/>
                      <a:pt x="14856" y="3144"/>
                    </a:cubicBezTo>
                    <a:cubicBezTo>
                      <a:pt x="14707" y="3003"/>
                      <a:pt x="14500" y="2928"/>
                      <a:pt x="14350" y="2771"/>
                    </a:cubicBezTo>
                    <a:cubicBezTo>
                      <a:pt x="14210" y="2613"/>
                      <a:pt x="14160" y="2431"/>
                      <a:pt x="14127" y="2224"/>
                    </a:cubicBezTo>
                    <a:cubicBezTo>
                      <a:pt x="14119" y="2125"/>
                      <a:pt x="14094" y="2025"/>
                      <a:pt x="14036" y="1942"/>
                    </a:cubicBezTo>
                    <a:cubicBezTo>
                      <a:pt x="14003" y="1893"/>
                      <a:pt x="13969" y="1859"/>
                      <a:pt x="13920" y="1835"/>
                    </a:cubicBezTo>
                    <a:cubicBezTo>
                      <a:pt x="13978" y="1785"/>
                      <a:pt x="14036" y="1735"/>
                      <a:pt x="14102" y="1694"/>
                    </a:cubicBezTo>
                    <a:cubicBezTo>
                      <a:pt x="14193" y="1627"/>
                      <a:pt x="14293" y="1578"/>
                      <a:pt x="14400" y="1536"/>
                    </a:cubicBezTo>
                    <a:cubicBezTo>
                      <a:pt x="14458" y="1511"/>
                      <a:pt x="14508" y="1495"/>
                      <a:pt x="14566" y="1478"/>
                    </a:cubicBezTo>
                    <a:cubicBezTo>
                      <a:pt x="14616" y="1453"/>
                      <a:pt x="14682" y="1437"/>
                      <a:pt x="14707" y="1387"/>
                    </a:cubicBezTo>
                    <a:cubicBezTo>
                      <a:pt x="14723" y="1371"/>
                      <a:pt x="14715" y="1346"/>
                      <a:pt x="14698" y="1329"/>
                    </a:cubicBezTo>
                    <a:cubicBezTo>
                      <a:pt x="14669" y="1303"/>
                      <a:pt x="14629" y="1293"/>
                      <a:pt x="14585" y="1293"/>
                    </a:cubicBezTo>
                    <a:cubicBezTo>
                      <a:pt x="14506" y="1293"/>
                      <a:pt x="14414" y="1324"/>
                      <a:pt x="14350" y="1346"/>
                    </a:cubicBezTo>
                    <a:cubicBezTo>
                      <a:pt x="14226" y="1387"/>
                      <a:pt x="14110" y="1445"/>
                      <a:pt x="14011" y="1520"/>
                    </a:cubicBezTo>
                    <a:cubicBezTo>
                      <a:pt x="13945" y="1561"/>
                      <a:pt x="13887" y="1611"/>
                      <a:pt x="13829" y="1661"/>
                    </a:cubicBezTo>
                    <a:cubicBezTo>
                      <a:pt x="13878" y="1569"/>
                      <a:pt x="13928" y="1478"/>
                      <a:pt x="13994" y="1404"/>
                    </a:cubicBezTo>
                    <a:cubicBezTo>
                      <a:pt x="14036" y="1354"/>
                      <a:pt x="14085" y="1313"/>
                      <a:pt x="14135" y="1271"/>
                    </a:cubicBezTo>
                    <a:cubicBezTo>
                      <a:pt x="14177" y="1230"/>
                      <a:pt x="14235" y="1197"/>
                      <a:pt x="14276" y="1155"/>
                    </a:cubicBezTo>
                    <a:cubicBezTo>
                      <a:pt x="14293" y="1130"/>
                      <a:pt x="14276" y="1097"/>
                      <a:pt x="14251" y="1097"/>
                    </a:cubicBezTo>
                    <a:cubicBezTo>
                      <a:pt x="14242" y="1096"/>
                      <a:pt x="14232" y="1095"/>
                      <a:pt x="14223" y="1095"/>
                    </a:cubicBezTo>
                    <a:cubicBezTo>
                      <a:pt x="14123" y="1095"/>
                      <a:pt x="14021" y="1169"/>
                      <a:pt x="13953" y="1230"/>
                    </a:cubicBezTo>
                    <a:cubicBezTo>
                      <a:pt x="13862" y="1304"/>
                      <a:pt x="13787" y="1395"/>
                      <a:pt x="13721" y="1495"/>
                    </a:cubicBezTo>
                    <a:cubicBezTo>
                      <a:pt x="13572" y="1694"/>
                      <a:pt x="13497" y="1934"/>
                      <a:pt x="13373" y="2149"/>
                    </a:cubicBezTo>
                    <a:cubicBezTo>
                      <a:pt x="13307" y="2257"/>
                      <a:pt x="13224" y="2340"/>
                      <a:pt x="13108" y="2406"/>
                    </a:cubicBezTo>
                    <a:cubicBezTo>
                      <a:pt x="13000" y="2464"/>
                      <a:pt x="12867" y="2481"/>
                      <a:pt x="12743" y="2481"/>
                    </a:cubicBezTo>
                    <a:cubicBezTo>
                      <a:pt x="12723" y="2482"/>
                      <a:pt x="12703" y="2482"/>
                      <a:pt x="12683" y="2482"/>
                    </a:cubicBezTo>
                    <a:cubicBezTo>
                      <a:pt x="12471" y="2482"/>
                      <a:pt x="12259" y="2443"/>
                      <a:pt x="12047" y="2398"/>
                    </a:cubicBezTo>
                    <a:cubicBezTo>
                      <a:pt x="12561" y="2116"/>
                      <a:pt x="13008" y="1719"/>
                      <a:pt x="13398" y="1296"/>
                    </a:cubicBezTo>
                    <a:cubicBezTo>
                      <a:pt x="13679" y="998"/>
                      <a:pt x="13953" y="683"/>
                      <a:pt x="14284" y="451"/>
                    </a:cubicBezTo>
                    <a:cubicBezTo>
                      <a:pt x="14375" y="385"/>
                      <a:pt x="14475" y="335"/>
                      <a:pt x="14574" y="293"/>
                    </a:cubicBezTo>
                    <a:cubicBezTo>
                      <a:pt x="14582" y="310"/>
                      <a:pt x="14591" y="318"/>
                      <a:pt x="14616" y="318"/>
                    </a:cubicBezTo>
                    <a:cubicBezTo>
                      <a:pt x="14679" y="327"/>
                      <a:pt x="14742" y="328"/>
                      <a:pt x="14804" y="328"/>
                    </a:cubicBezTo>
                    <a:cubicBezTo>
                      <a:pt x="14854" y="328"/>
                      <a:pt x="14904" y="327"/>
                      <a:pt x="14953" y="327"/>
                    </a:cubicBezTo>
                    <a:cubicBezTo>
                      <a:pt x="15028" y="327"/>
                      <a:pt x="15103" y="330"/>
                      <a:pt x="15179" y="343"/>
                    </a:cubicBezTo>
                    <a:cubicBezTo>
                      <a:pt x="15370" y="385"/>
                      <a:pt x="15552" y="459"/>
                      <a:pt x="15726" y="542"/>
                    </a:cubicBezTo>
                    <a:cubicBezTo>
                      <a:pt x="15892" y="633"/>
                      <a:pt x="16057" y="741"/>
                      <a:pt x="16223" y="849"/>
                    </a:cubicBezTo>
                    <a:cubicBezTo>
                      <a:pt x="16397" y="948"/>
                      <a:pt x="16579" y="1047"/>
                      <a:pt x="16762" y="1139"/>
                    </a:cubicBezTo>
                    <a:cubicBezTo>
                      <a:pt x="16767" y="1141"/>
                      <a:pt x="16772" y="1142"/>
                      <a:pt x="16777" y="1142"/>
                    </a:cubicBezTo>
                    <a:cubicBezTo>
                      <a:pt x="16801" y="1142"/>
                      <a:pt x="16814" y="1111"/>
                      <a:pt x="16786" y="1097"/>
                    </a:cubicBezTo>
                    <a:cubicBezTo>
                      <a:pt x="16612" y="973"/>
                      <a:pt x="16447" y="832"/>
                      <a:pt x="16281" y="699"/>
                    </a:cubicBezTo>
                    <a:cubicBezTo>
                      <a:pt x="16107" y="567"/>
                      <a:pt x="15933" y="443"/>
                      <a:pt x="15742" y="351"/>
                    </a:cubicBezTo>
                    <a:cubicBezTo>
                      <a:pt x="15560" y="252"/>
                      <a:pt x="15361" y="186"/>
                      <a:pt x="15154" y="153"/>
                    </a:cubicBezTo>
                    <a:lnTo>
                      <a:pt x="15146" y="153"/>
                    </a:lnTo>
                    <a:cubicBezTo>
                      <a:pt x="15183" y="151"/>
                      <a:pt x="15220" y="150"/>
                      <a:pt x="15258" y="150"/>
                    </a:cubicBezTo>
                    <a:close/>
                    <a:moveTo>
                      <a:pt x="11202" y="9507"/>
                    </a:moveTo>
                    <a:cubicBezTo>
                      <a:pt x="11235" y="9573"/>
                      <a:pt x="11293" y="9631"/>
                      <a:pt x="11359" y="9673"/>
                    </a:cubicBezTo>
                    <a:cubicBezTo>
                      <a:pt x="11409" y="9698"/>
                      <a:pt x="11451" y="9722"/>
                      <a:pt x="11500" y="9739"/>
                    </a:cubicBezTo>
                    <a:cubicBezTo>
                      <a:pt x="11542" y="9772"/>
                      <a:pt x="11583" y="9797"/>
                      <a:pt x="11625" y="9822"/>
                    </a:cubicBezTo>
                    <a:cubicBezTo>
                      <a:pt x="11649" y="9838"/>
                      <a:pt x="11666" y="9847"/>
                      <a:pt x="11691" y="9863"/>
                    </a:cubicBezTo>
                    <a:cubicBezTo>
                      <a:pt x="11716" y="9880"/>
                      <a:pt x="11749" y="9905"/>
                      <a:pt x="11774" y="9913"/>
                    </a:cubicBezTo>
                    <a:cubicBezTo>
                      <a:pt x="11915" y="10029"/>
                      <a:pt x="12055" y="10137"/>
                      <a:pt x="12196" y="10244"/>
                    </a:cubicBezTo>
                    <a:cubicBezTo>
                      <a:pt x="12214" y="10255"/>
                      <a:pt x="12232" y="10259"/>
                      <a:pt x="12250" y="10259"/>
                    </a:cubicBezTo>
                    <a:cubicBezTo>
                      <a:pt x="12275" y="10259"/>
                      <a:pt x="12298" y="10251"/>
                      <a:pt x="12312" y="10236"/>
                    </a:cubicBezTo>
                    <a:cubicBezTo>
                      <a:pt x="12403" y="10311"/>
                      <a:pt x="12503" y="10385"/>
                      <a:pt x="12594" y="10451"/>
                    </a:cubicBezTo>
                    <a:cubicBezTo>
                      <a:pt x="12834" y="10625"/>
                      <a:pt x="13099" y="10766"/>
                      <a:pt x="13365" y="10891"/>
                    </a:cubicBezTo>
                    <a:cubicBezTo>
                      <a:pt x="13638" y="11023"/>
                      <a:pt x="13920" y="11139"/>
                      <a:pt x="14201" y="11247"/>
                    </a:cubicBezTo>
                    <a:cubicBezTo>
                      <a:pt x="14524" y="11379"/>
                      <a:pt x="14848" y="11512"/>
                      <a:pt x="15179" y="11611"/>
                    </a:cubicBezTo>
                    <a:cubicBezTo>
                      <a:pt x="15842" y="11810"/>
                      <a:pt x="16538" y="11893"/>
                      <a:pt x="17226" y="11935"/>
                    </a:cubicBezTo>
                    <a:cubicBezTo>
                      <a:pt x="17565" y="11951"/>
                      <a:pt x="17913" y="11968"/>
                      <a:pt x="18253" y="11976"/>
                    </a:cubicBezTo>
                    <a:cubicBezTo>
                      <a:pt x="18409" y="11980"/>
                      <a:pt x="18563" y="11983"/>
                      <a:pt x="18716" y="11983"/>
                    </a:cubicBezTo>
                    <a:cubicBezTo>
                      <a:pt x="18906" y="11983"/>
                      <a:pt x="19096" y="11978"/>
                      <a:pt x="19289" y="11959"/>
                    </a:cubicBezTo>
                    <a:cubicBezTo>
                      <a:pt x="19661" y="11910"/>
                      <a:pt x="20018" y="11810"/>
                      <a:pt x="20341" y="11628"/>
                    </a:cubicBezTo>
                    <a:cubicBezTo>
                      <a:pt x="20523" y="11529"/>
                      <a:pt x="20714" y="11404"/>
                      <a:pt x="20846" y="11239"/>
                    </a:cubicBezTo>
                    <a:lnTo>
                      <a:pt x="20846" y="11239"/>
                    </a:lnTo>
                    <a:cubicBezTo>
                      <a:pt x="20879" y="11645"/>
                      <a:pt x="20830" y="12059"/>
                      <a:pt x="20689" y="12448"/>
                    </a:cubicBezTo>
                    <a:cubicBezTo>
                      <a:pt x="20681" y="12448"/>
                      <a:pt x="20672" y="12465"/>
                      <a:pt x="20664" y="12473"/>
                    </a:cubicBezTo>
                    <a:cubicBezTo>
                      <a:pt x="20623" y="12539"/>
                      <a:pt x="20589" y="12606"/>
                      <a:pt x="20531" y="12664"/>
                    </a:cubicBezTo>
                    <a:cubicBezTo>
                      <a:pt x="20457" y="12722"/>
                      <a:pt x="20374" y="12763"/>
                      <a:pt x="20291" y="12788"/>
                    </a:cubicBezTo>
                    <a:cubicBezTo>
                      <a:pt x="20092" y="12854"/>
                      <a:pt x="19893" y="12912"/>
                      <a:pt x="19695" y="12962"/>
                    </a:cubicBezTo>
                    <a:cubicBezTo>
                      <a:pt x="19300" y="13065"/>
                      <a:pt x="18897" y="13145"/>
                      <a:pt x="18479" y="13145"/>
                    </a:cubicBezTo>
                    <a:cubicBezTo>
                      <a:pt x="18459" y="13145"/>
                      <a:pt x="18439" y="13145"/>
                      <a:pt x="18419" y="13144"/>
                    </a:cubicBezTo>
                    <a:cubicBezTo>
                      <a:pt x="18386" y="13144"/>
                      <a:pt x="18386" y="13194"/>
                      <a:pt x="18419" y="13202"/>
                    </a:cubicBezTo>
                    <a:cubicBezTo>
                      <a:pt x="18521" y="13209"/>
                      <a:pt x="18623" y="13213"/>
                      <a:pt x="18725" y="13213"/>
                    </a:cubicBezTo>
                    <a:cubicBezTo>
                      <a:pt x="19098" y="13213"/>
                      <a:pt x="19462" y="13168"/>
                      <a:pt x="19827" y="13103"/>
                    </a:cubicBezTo>
                    <a:cubicBezTo>
                      <a:pt x="19966" y="13078"/>
                      <a:pt x="20104" y="13054"/>
                      <a:pt x="20234" y="13022"/>
                    </a:cubicBezTo>
                    <a:lnTo>
                      <a:pt x="20234" y="13022"/>
                    </a:lnTo>
                    <a:cubicBezTo>
                      <a:pt x="20232" y="13023"/>
                      <a:pt x="20228" y="13025"/>
                      <a:pt x="20225" y="13028"/>
                    </a:cubicBezTo>
                    <a:cubicBezTo>
                      <a:pt x="19993" y="13136"/>
                      <a:pt x="19728" y="13194"/>
                      <a:pt x="19479" y="13244"/>
                    </a:cubicBezTo>
                    <a:cubicBezTo>
                      <a:pt x="18869" y="13373"/>
                      <a:pt x="18238" y="13427"/>
                      <a:pt x="17607" y="13427"/>
                    </a:cubicBezTo>
                    <a:cubicBezTo>
                      <a:pt x="17185" y="13427"/>
                      <a:pt x="16763" y="13403"/>
                      <a:pt x="16347" y="13360"/>
                    </a:cubicBezTo>
                    <a:cubicBezTo>
                      <a:pt x="15320" y="13244"/>
                      <a:pt x="14301" y="12987"/>
                      <a:pt x="13331" y="12597"/>
                    </a:cubicBezTo>
                    <a:cubicBezTo>
                      <a:pt x="12884" y="12415"/>
                      <a:pt x="12437" y="12200"/>
                      <a:pt x="12031" y="11935"/>
                    </a:cubicBezTo>
                    <a:cubicBezTo>
                      <a:pt x="11832" y="11810"/>
                      <a:pt x="11633" y="11661"/>
                      <a:pt x="11459" y="11504"/>
                    </a:cubicBezTo>
                    <a:cubicBezTo>
                      <a:pt x="11368" y="11421"/>
                      <a:pt x="11277" y="11338"/>
                      <a:pt x="11194" y="11247"/>
                    </a:cubicBezTo>
                    <a:cubicBezTo>
                      <a:pt x="11119" y="11164"/>
                      <a:pt x="11045" y="11081"/>
                      <a:pt x="11003" y="10973"/>
                    </a:cubicBezTo>
                    <a:lnTo>
                      <a:pt x="11003" y="10973"/>
                    </a:lnTo>
                    <a:cubicBezTo>
                      <a:pt x="11103" y="11098"/>
                      <a:pt x="11210" y="11214"/>
                      <a:pt x="11335" y="11313"/>
                    </a:cubicBezTo>
                    <a:cubicBezTo>
                      <a:pt x="11426" y="11396"/>
                      <a:pt x="11517" y="11462"/>
                      <a:pt x="11616" y="11529"/>
                    </a:cubicBezTo>
                    <a:cubicBezTo>
                      <a:pt x="11674" y="11562"/>
                      <a:pt x="11724" y="11587"/>
                      <a:pt x="11782" y="11611"/>
                    </a:cubicBezTo>
                    <a:cubicBezTo>
                      <a:pt x="11832" y="11636"/>
                      <a:pt x="11890" y="11669"/>
                      <a:pt x="11948" y="11669"/>
                    </a:cubicBezTo>
                    <a:cubicBezTo>
                      <a:pt x="11981" y="11669"/>
                      <a:pt x="11989" y="11636"/>
                      <a:pt x="11973" y="11611"/>
                    </a:cubicBezTo>
                    <a:cubicBezTo>
                      <a:pt x="11939" y="11570"/>
                      <a:pt x="11881" y="11545"/>
                      <a:pt x="11832" y="11520"/>
                    </a:cubicBezTo>
                    <a:cubicBezTo>
                      <a:pt x="11782" y="11487"/>
                      <a:pt x="11732" y="11462"/>
                      <a:pt x="11691" y="11429"/>
                    </a:cubicBezTo>
                    <a:cubicBezTo>
                      <a:pt x="11591" y="11363"/>
                      <a:pt x="11492" y="11297"/>
                      <a:pt x="11401" y="11230"/>
                    </a:cubicBezTo>
                    <a:cubicBezTo>
                      <a:pt x="11252" y="11106"/>
                      <a:pt x="11111" y="10973"/>
                      <a:pt x="10987" y="10824"/>
                    </a:cubicBezTo>
                    <a:cubicBezTo>
                      <a:pt x="10987" y="10733"/>
                      <a:pt x="11003" y="10642"/>
                      <a:pt x="11011" y="10559"/>
                    </a:cubicBezTo>
                    <a:cubicBezTo>
                      <a:pt x="11028" y="10418"/>
                      <a:pt x="11053" y="10286"/>
                      <a:pt x="11078" y="10153"/>
                    </a:cubicBezTo>
                    <a:cubicBezTo>
                      <a:pt x="11111" y="9938"/>
                      <a:pt x="11152" y="9722"/>
                      <a:pt x="11202" y="9507"/>
                    </a:cubicBezTo>
                    <a:close/>
                    <a:moveTo>
                      <a:pt x="4230" y="9345"/>
                    </a:moveTo>
                    <a:cubicBezTo>
                      <a:pt x="4367" y="9345"/>
                      <a:pt x="4542" y="9463"/>
                      <a:pt x="4632" y="9515"/>
                    </a:cubicBezTo>
                    <a:cubicBezTo>
                      <a:pt x="4830" y="9623"/>
                      <a:pt x="5021" y="9722"/>
                      <a:pt x="5212" y="9838"/>
                    </a:cubicBezTo>
                    <a:cubicBezTo>
                      <a:pt x="5394" y="9954"/>
                      <a:pt x="5560" y="10079"/>
                      <a:pt x="5700" y="10236"/>
                    </a:cubicBezTo>
                    <a:cubicBezTo>
                      <a:pt x="5833" y="10385"/>
                      <a:pt x="5932" y="10559"/>
                      <a:pt x="6024" y="10741"/>
                    </a:cubicBezTo>
                    <a:cubicBezTo>
                      <a:pt x="6206" y="11114"/>
                      <a:pt x="6305" y="11520"/>
                      <a:pt x="6438" y="11910"/>
                    </a:cubicBezTo>
                    <a:cubicBezTo>
                      <a:pt x="6562" y="12307"/>
                      <a:pt x="6736" y="12672"/>
                      <a:pt x="6968" y="13012"/>
                    </a:cubicBezTo>
                    <a:cubicBezTo>
                      <a:pt x="7217" y="13376"/>
                      <a:pt x="7515" y="13724"/>
                      <a:pt x="7664" y="14139"/>
                    </a:cubicBezTo>
                    <a:cubicBezTo>
                      <a:pt x="7672" y="14155"/>
                      <a:pt x="7681" y="14172"/>
                      <a:pt x="7689" y="14180"/>
                    </a:cubicBezTo>
                    <a:cubicBezTo>
                      <a:pt x="7664" y="14197"/>
                      <a:pt x="7639" y="14221"/>
                      <a:pt x="7623" y="14238"/>
                    </a:cubicBezTo>
                    <a:cubicBezTo>
                      <a:pt x="7540" y="14304"/>
                      <a:pt x="7457" y="14379"/>
                      <a:pt x="7399" y="14470"/>
                    </a:cubicBezTo>
                    <a:cubicBezTo>
                      <a:pt x="7308" y="14561"/>
                      <a:pt x="7200" y="14636"/>
                      <a:pt x="7092" y="14702"/>
                    </a:cubicBezTo>
                    <a:cubicBezTo>
                      <a:pt x="7001" y="14503"/>
                      <a:pt x="6894" y="14313"/>
                      <a:pt x="6802" y="14114"/>
                    </a:cubicBezTo>
                    <a:lnTo>
                      <a:pt x="6802" y="14105"/>
                    </a:lnTo>
                    <a:cubicBezTo>
                      <a:pt x="6720" y="13915"/>
                      <a:pt x="6612" y="13724"/>
                      <a:pt x="6504" y="13534"/>
                    </a:cubicBezTo>
                    <a:cubicBezTo>
                      <a:pt x="6405" y="13351"/>
                      <a:pt x="6289" y="13169"/>
                      <a:pt x="6173" y="12987"/>
                    </a:cubicBezTo>
                    <a:cubicBezTo>
                      <a:pt x="6065" y="12796"/>
                      <a:pt x="5999" y="12597"/>
                      <a:pt x="5941" y="12382"/>
                    </a:cubicBezTo>
                    <a:cubicBezTo>
                      <a:pt x="5758" y="11628"/>
                      <a:pt x="5493" y="10891"/>
                      <a:pt x="5029" y="10261"/>
                    </a:cubicBezTo>
                    <a:cubicBezTo>
                      <a:pt x="4905" y="10087"/>
                      <a:pt x="4764" y="9921"/>
                      <a:pt x="4607" y="9772"/>
                    </a:cubicBezTo>
                    <a:cubicBezTo>
                      <a:pt x="4466" y="9631"/>
                      <a:pt x="4325" y="9482"/>
                      <a:pt x="4184" y="9350"/>
                    </a:cubicBezTo>
                    <a:cubicBezTo>
                      <a:pt x="4199" y="9346"/>
                      <a:pt x="4214" y="9345"/>
                      <a:pt x="4230" y="9345"/>
                    </a:cubicBezTo>
                    <a:close/>
                    <a:moveTo>
                      <a:pt x="13804" y="24918"/>
                    </a:moveTo>
                    <a:cubicBezTo>
                      <a:pt x="13795" y="24926"/>
                      <a:pt x="13795" y="24935"/>
                      <a:pt x="13795" y="24951"/>
                    </a:cubicBezTo>
                    <a:cubicBezTo>
                      <a:pt x="13845" y="25556"/>
                      <a:pt x="13812" y="26161"/>
                      <a:pt x="13671" y="26749"/>
                    </a:cubicBezTo>
                    <a:lnTo>
                      <a:pt x="13671" y="26757"/>
                    </a:lnTo>
                    <a:cubicBezTo>
                      <a:pt x="13638" y="26898"/>
                      <a:pt x="13597" y="27039"/>
                      <a:pt x="13572" y="27180"/>
                    </a:cubicBezTo>
                    <a:cubicBezTo>
                      <a:pt x="13547" y="27329"/>
                      <a:pt x="13563" y="27462"/>
                      <a:pt x="13597" y="27602"/>
                    </a:cubicBezTo>
                    <a:cubicBezTo>
                      <a:pt x="13663" y="27892"/>
                      <a:pt x="13696" y="28174"/>
                      <a:pt x="13655" y="28472"/>
                    </a:cubicBezTo>
                    <a:cubicBezTo>
                      <a:pt x="13563" y="28522"/>
                      <a:pt x="13530" y="28646"/>
                      <a:pt x="13497" y="28738"/>
                    </a:cubicBezTo>
                    <a:cubicBezTo>
                      <a:pt x="13431" y="28903"/>
                      <a:pt x="13373" y="29069"/>
                      <a:pt x="13307" y="29235"/>
                    </a:cubicBezTo>
                    <a:cubicBezTo>
                      <a:pt x="13191" y="29541"/>
                      <a:pt x="13091" y="29856"/>
                      <a:pt x="12975" y="30171"/>
                    </a:cubicBezTo>
                    <a:cubicBezTo>
                      <a:pt x="12967" y="30146"/>
                      <a:pt x="12950" y="30130"/>
                      <a:pt x="12942" y="30113"/>
                    </a:cubicBezTo>
                    <a:cubicBezTo>
                      <a:pt x="12901" y="30030"/>
                      <a:pt x="12876" y="29947"/>
                      <a:pt x="12834" y="29873"/>
                    </a:cubicBezTo>
                    <a:cubicBezTo>
                      <a:pt x="12785" y="29707"/>
                      <a:pt x="12727" y="29550"/>
                      <a:pt x="12685" y="29384"/>
                    </a:cubicBezTo>
                    <a:cubicBezTo>
                      <a:pt x="12627" y="29152"/>
                      <a:pt x="12586" y="28912"/>
                      <a:pt x="12553" y="28671"/>
                    </a:cubicBezTo>
                    <a:cubicBezTo>
                      <a:pt x="12478" y="28199"/>
                      <a:pt x="12453" y="27718"/>
                      <a:pt x="12445" y="27238"/>
                    </a:cubicBezTo>
                    <a:cubicBezTo>
                      <a:pt x="12445" y="26757"/>
                      <a:pt x="12461" y="26277"/>
                      <a:pt x="12478" y="25796"/>
                    </a:cubicBezTo>
                    <a:cubicBezTo>
                      <a:pt x="12486" y="25523"/>
                      <a:pt x="12495" y="25249"/>
                      <a:pt x="12511" y="24976"/>
                    </a:cubicBezTo>
                    <a:cubicBezTo>
                      <a:pt x="12577" y="24976"/>
                      <a:pt x="12644" y="24976"/>
                      <a:pt x="12718" y="24968"/>
                    </a:cubicBezTo>
                    <a:cubicBezTo>
                      <a:pt x="12834" y="24968"/>
                      <a:pt x="12950" y="24959"/>
                      <a:pt x="13066" y="24959"/>
                    </a:cubicBezTo>
                    <a:cubicBezTo>
                      <a:pt x="13290" y="24943"/>
                      <a:pt x="13514" y="24935"/>
                      <a:pt x="13737" y="24918"/>
                    </a:cubicBezTo>
                    <a:close/>
                    <a:moveTo>
                      <a:pt x="10937" y="32309"/>
                    </a:moveTo>
                    <a:cubicBezTo>
                      <a:pt x="10945" y="32408"/>
                      <a:pt x="10970" y="32499"/>
                      <a:pt x="11011" y="32599"/>
                    </a:cubicBezTo>
                    <a:cubicBezTo>
                      <a:pt x="11061" y="32706"/>
                      <a:pt x="11136" y="32797"/>
                      <a:pt x="11177" y="32913"/>
                    </a:cubicBezTo>
                    <a:cubicBezTo>
                      <a:pt x="11219" y="33029"/>
                      <a:pt x="11227" y="33154"/>
                      <a:pt x="11243" y="33278"/>
                    </a:cubicBezTo>
                    <a:cubicBezTo>
                      <a:pt x="11260" y="33419"/>
                      <a:pt x="11277" y="33551"/>
                      <a:pt x="11293" y="33692"/>
                    </a:cubicBezTo>
                    <a:cubicBezTo>
                      <a:pt x="11318" y="33899"/>
                      <a:pt x="11343" y="34107"/>
                      <a:pt x="11359" y="34322"/>
                    </a:cubicBezTo>
                    <a:cubicBezTo>
                      <a:pt x="11343" y="34289"/>
                      <a:pt x="11318" y="34256"/>
                      <a:pt x="11301" y="34223"/>
                    </a:cubicBezTo>
                    <a:cubicBezTo>
                      <a:pt x="11227" y="34107"/>
                      <a:pt x="11161" y="33991"/>
                      <a:pt x="11086" y="33875"/>
                    </a:cubicBezTo>
                    <a:cubicBezTo>
                      <a:pt x="10945" y="33634"/>
                      <a:pt x="10788" y="33402"/>
                      <a:pt x="10647" y="33162"/>
                    </a:cubicBezTo>
                    <a:cubicBezTo>
                      <a:pt x="10589" y="33063"/>
                      <a:pt x="10581" y="32980"/>
                      <a:pt x="10630" y="32872"/>
                    </a:cubicBezTo>
                    <a:cubicBezTo>
                      <a:pt x="10680" y="32773"/>
                      <a:pt x="10746" y="32681"/>
                      <a:pt x="10804" y="32590"/>
                    </a:cubicBezTo>
                    <a:cubicBezTo>
                      <a:pt x="10862" y="32499"/>
                      <a:pt x="10904" y="32408"/>
                      <a:pt x="10937" y="32309"/>
                    </a:cubicBezTo>
                    <a:close/>
                    <a:moveTo>
                      <a:pt x="11235" y="11595"/>
                    </a:moveTo>
                    <a:cubicBezTo>
                      <a:pt x="11301" y="11661"/>
                      <a:pt x="11368" y="11711"/>
                      <a:pt x="11434" y="11769"/>
                    </a:cubicBezTo>
                    <a:cubicBezTo>
                      <a:pt x="11832" y="12092"/>
                      <a:pt x="12279" y="12349"/>
                      <a:pt x="12743" y="12573"/>
                    </a:cubicBezTo>
                    <a:cubicBezTo>
                      <a:pt x="13746" y="13037"/>
                      <a:pt x="14814" y="13360"/>
                      <a:pt x="15908" y="13517"/>
                    </a:cubicBezTo>
                    <a:cubicBezTo>
                      <a:pt x="16455" y="13596"/>
                      <a:pt x="17012" y="13639"/>
                      <a:pt x="17569" y="13639"/>
                    </a:cubicBezTo>
                    <a:cubicBezTo>
                      <a:pt x="18127" y="13639"/>
                      <a:pt x="18684" y="13596"/>
                      <a:pt x="19231" y="13501"/>
                    </a:cubicBezTo>
                    <a:cubicBezTo>
                      <a:pt x="19512" y="13451"/>
                      <a:pt x="19794" y="13385"/>
                      <a:pt x="20067" y="13293"/>
                    </a:cubicBezTo>
                    <a:cubicBezTo>
                      <a:pt x="20308" y="13219"/>
                      <a:pt x="20523" y="13111"/>
                      <a:pt x="20672" y="12896"/>
                    </a:cubicBezTo>
                    <a:cubicBezTo>
                      <a:pt x="20871" y="13177"/>
                      <a:pt x="20954" y="13501"/>
                      <a:pt x="21045" y="13824"/>
                    </a:cubicBezTo>
                    <a:lnTo>
                      <a:pt x="21053" y="13824"/>
                    </a:lnTo>
                    <a:cubicBezTo>
                      <a:pt x="21145" y="14188"/>
                      <a:pt x="21236" y="14553"/>
                      <a:pt x="21310" y="14917"/>
                    </a:cubicBezTo>
                    <a:cubicBezTo>
                      <a:pt x="21476" y="15663"/>
                      <a:pt x="21584" y="16417"/>
                      <a:pt x="21633" y="17179"/>
                    </a:cubicBezTo>
                    <a:cubicBezTo>
                      <a:pt x="21716" y="18638"/>
                      <a:pt x="21559" y="20112"/>
                      <a:pt x="21062" y="21488"/>
                    </a:cubicBezTo>
                    <a:cubicBezTo>
                      <a:pt x="20855" y="22059"/>
                      <a:pt x="20556" y="22598"/>
                      <a:pt x="20357" y="23178"/>
                    </a:cubicBezTo>
                    <a:cubicBezTo>
                      <a:pt x="20349" y="23103"/>
                      <a:pt x="20349" y="23029"/>
                      <a:pt x="20341" y="22954"/>
                    </a:cubicBezTo>
                    <a:cubicBezTo>
                      <a:pt x="20337" y="22888"/>
                      <a:pt x="20285" y="22855"/>
                      <a:pt x="20235" y="22855"/>
                    </a:cubicBezTo>
                    <a:cubicBezTo>
                      <a:pt x="20186" y="22855"/>
                      <a:pt x="20138" y="22888"/>
                      <a:pt x="20142" y="22954"/>
                    </a:cubicBezTo>
                    <a:cubicBezTo>
                      <a:pt x="20183" y="23750"/>
                      <a:pt x="20167" y="24545"/>
                      <a:pt x="20092" y="25340"/>
                    </a:cubicBezTo>
                    <a:cubicBezTo>
                      <a:pt x="20051" y="25730"/>
                      <a:pt x="20001" y="26128"/>
                      <a:pt x="19935" y="26517"/>
                    </a:cubicBezTo>
                    <a:cubicBezTo>
                      <a:pt x="19877" y="26882"/>
                      <a:pt x="19802" y="27263"/>
                      <a:pt x="19661" y="27602"/>
                    </a:cubicBezTo>
                    <a:cubicBezTo>
                      <a:pt x="19637" y="27652"/>
                      <a:pt x="19620" y="27694"/>
                      <a:pt x="19595" y="27743"/>
                    </a:cubicBezTo>
                    <a:cubicBezTo>
                      <a:pt x="19585" y="27736"/>
                      <a:pt x="19572" y="27732"/>
                      <a:pt x="19558" y="27732"/>
                    </a:cubicBezTo>
                    <a:cubicBezTo>
                      <a:pt x="19539" y="27732"/>
                      <a:pt x="19519" y="27740"/>
                      <a:pt x="19504" y="27760"/>
                    </a:cubicBezTo>
                    <a:cubicBezTo>
                      <a:pt x="19413" y="27901"/>
                      <a:pt x="19380" y="28091"/>
                      <a:pt x="19330" y="28249"/>
                    </a:cubicBezTo>
                    <a:cubicBezTo>
                      <a:pt x="19280" y="28406"/>
                      <a:pt x="19231" y="28572"/>
                      <a:pt x="19189" y="28738"/>
                    </a:cubicBezTo>
                    <a:cubicBezTo>
                      <a:pt x="19106" y="29077"/>
                      <a:pt x="19032" y="29417"/>
                      <a:pt x="18974" y="29765"/>
                    </a:cubicBezTo>
                    <a:cubicBezTo>
                      <a:pt x="18866" y="30461"/>
                      <a:pt x="18758" y="31157"/>
                      <a:pt x="18667" y="31861"/>
                    </a:cubicBezTo>
                    <a:cubicBezTo>
                      <a:pt x="18634" y="32085"/>
                      <a:pt x="18609" y="32317"/>
                      <a:pt x="18584" y="32541"/>
                    </a:cubicBezTo>
                    <a:cubicBezTo>
                      <a:pt x="18580" y="32539"/>
                      <a:pt x="18575" y="32538"/>
                      <a:pt x="18571" y="32538"/>
                    </a:cubicBezTo>
                    <a:cubicBezTo>
                      <a:pt x="18549" y="32538"/>
                      <a:pt x="18526" y="32553"/>
                      <a:pt x="18526" y="32574"/>
                    </a:cubicBezTo>
                    <a:cubicBezTo>
                      <a:pt x="18460" y="32822"/>
                      <a:pt x="18460" y="33096"/>
                      <a:pt x="18468" y="33353"/>
                    </a:cubicBezTo>
                    <a:cubicBezTo>
                      <a:pt x="18477" y="33618"/>
                      <a:pt x="18502" y="33883"/>
                      <a:pt x="18560" y="34140"/>
                    </a:cubicBezTo>
                    <a:cubicBezTo>
                      <a:pt x="18609" y="34397"/>
                      <a:pt x="18700" y="34645"/>
                      <a:pt x="18775" y="34894"/>
                    </a:cubicBezTo>
                    <a:cubicBezTo>
                      <a:pt x="18858" y="35151"/>
                      <a:pt x="18941" y="35416"/>
                      <a:pt x="19024" y="35672"/>
                    </a:cubicBezTo>
                    <a:lnTo>
                      <a:pt x="19222" y="36269"/>
                    </a:lnTo>
                    <a:cubicBezTo>
                      <a:pt x="19198" y="36277"/>
                      <a:pt x="19173" y="36302"/>
                      <a:pt x="19181" y="36335"/>
                    </a:cubicBezTo>
                    <a:cubicBezTo>
                      <a:pt x="19189" y="36418"/>
                      <a:pt x="19239" y="36501"/>
                      <a:pt x="19272" y="36576"/>
                    </a:cubicBezTo>
                    <a:cubicBezTo>
                      <a:pt x="19314" y="36658"/>
                      <a:pt x="19363" y="36733"/>
                      <a:pt x="19405" y="36816"/>
                    </a:cubicBezTo>
                    <a:cubicBezTo>
                      <a:pt x="19488" y="36973"/>
                      <a:pt x="19587" y="37122"/>
                      <a:pt x="19661" y="37288"/>
                    </a:cubicBezTo>
                    <a:cubicBezTo>
                      <a:pt x="19728" y="37429"/>
                      <a:pt x="19678" y="37570"/>
                      <a:pt x="19554" y="37669"/>
                    </a:cubicBezTo>
                    <a:cubicBezTo>
                      <a:pt x="19496" y="37719"/>
                      <a:pt x="19421" y="37752"/>
                      <a:pt x="19347" y="37785"/>
                    </a:cubicBezTo>
                    <a:lnTo>
                      <a:pt x="19330" y="37785"/>
                    </a:lnTo>
                    <a:cubicBezTo>
                      <a:pt x="19355" y="37653"/>
                      <a:pt x="19330" y="37512"/>
                      <a:pt x="19289" y="37388"/>
                    </a:cubicBezTo>
                    <a:cubicBezTo>
                      <a:pt x="19247" y="37272"/>
                      <a:pt x="19206" y="37147"/>
                      <a:pt x="19164" y="37031"/>
                    </a:cubicBezTo>
                    <a:cubicBezTo>
                      <a:pt x="19131" y="36924"/>
                      <a:pt x="19098" y="36791"/>
                      <a:pt x="19015" y="36708"/>
                    </a:cubicBezTo>
                    <a:cubicBezTo>
                      <a:pt x="19003" y="36699"/>
                      <a:pt x="18987" y="36694"/>
                      <a:pt x="18971" y="36694"/>
                    </a:cubicBezTo>
                    <a:cubicBezTo>
                      <a:pt x="18946" y="36694"/>
                      <a:pt x="18921" y="36707"/>
                      <a:pt x="18916" y="36733"/>
                    </a:cubicBezTo>
                    <a:cubicBezTo>
                      <a:pt x="18899" y="36841"/>
                      <a:pt x="18932" y="36940"/>
                      <a:pt x="18966" y="37040"/>
                    </a:cubicBezTo>
                    <a:cubicBezTo>
                      <a:pt x="18999" y="37139"/>
                      <a:pt x="19032" y="37238"/>
                      <a:pt x="19065" y="37346"/>
                    </a:cubicBezTo>
                    <a:cubicBezTo>
                      <a:pt x="19106" y="37487"/>
                      <a:pt x="19214" y="37727"/>
                      <a:pt x="19065" y="37852"/>
                    </a:cubicBezTo>
                    <a:cubicBezTo>
                      <a:pt x="19015" y="37901"/>
                      <a:pt x="18941" y="37910"/>
                      <a:pt x="18874" y="37918"/>
                    </a:cubicBezTo>
                    <a:cubicBezTo>
                      <a:pt x="18783" y="37926"/>
                      <a:pt x="18684" y="37926"/>
                      <a:pt x="18584" y="37926"/>
                    </a:cubicBezTo>
                    <a:cubicBezTo>
                      <a:pt x="18477" y="37926"/>
                      <a:pt x="18369" y="37926"/>
                      <a:pt x="18261" y="37918"/>
                    </a:cubicBezTo>
                    <a:cubicBezTo>
                      <a:pt x="18203" y="37918"/>
                      <a:pt x="18137" y="37910"/>
                      <a:pt x="18071" y="37910"/>
                    </a:cubicBezTo>
                    <a:cubicBezTo>
                      <a:pt x="18145" y="37794"/>
                      <a:pt x="18162" y="37636"/>
                      <a:pt x="18162" y="37504"/>
                    </a:cubicBezTo>
                    <a:cubicBezTo>
                      <a:pt x="18162" y="37346"/>
                      <a:pt x="18145" y="37189"/>
                      <a:pt x="18096" y="37031"/>
                    </a:cubicBezTo>
                    <a:cubicBezTo>
                      <a:pt x="18084" y="37000"/>
                      <a:pt x="18050" y="36983"/>
                      <a:pt x="18018" y="36983"/>
                    </a:cubicBezTo>
                    <a:cubicBezTo>
                      <a:pt x="17983" y="36983"/>
                      <a:pt x="17950" y="37004"/>
                      <a:pt x="17955" y="37048"/>
                    </a:cubicBezTo>
                    <a:cubicBezTo>
                      <a:pt x="17963" y="37205"/>
                      <a:pt x="17980" y="37354"/>
                      <a:pt x="17955" y="37512"/>
                    </a:cubicBezTo>
                    <a:cubicBezTo>
                      <a:pt x="17946" y="37595"/>
                      <a:pt x="17938" y="37777"/>
                      <a:pt x="17839" y="37818"/>
                    </a:cubicBezTo>
                    <a:cubicBezTo>
                      <a:pt x="17808" y="37837"/>
                      <a:pt x="17770" y="37843"/>
                      <a:pt x="17730" y="37843"/>
                    </a:cubicBezTo>
                    <a:cubicBezTo>
                      <a:pt x="17642" y="37843"/>
                      <a:pt x="17542" y="37811"/>
                      <a:pt x="17474" y="37794"/>
                    </a:cubicBezTo>
                    <a:cubicBezTo>
                      <a:pt x="17342" y="37760"/>
                      <a:pt x="17209" y="37719"/>
                      <a:pt x="17085" y="37653"/>
                    </a:cubicBezTo>
                    <a:cubicBezTo>
                      <a:pt x="16969" y="37603"/>
                      <a:pt x="16844" y="37545"/>
                      <a:pt x="16753" y="37446"/>
                    </a:cubicBezTo>
                    <a:cubicBezTo>
                      <a:pt x="16662" y="37338"/>
                      <a:pt x="16679" y="37197"/>
                      <a:pt x="16695" y="37064"/>
                    </a:cubicBezTo>
                    <a:cubicBezTo>
                      <a:pt x="16737" y="36758"/>
                      <a:pt x="16770" y="36451"/>
                      <a:pt x="16770" y="36145"/>
                    </a:cubicBezTo>
                    <a:cubicBezTo>
                      <a:pt x="16770" y="36118"/>
                      <a:pt x="16750" y="36103"/>
                      <a:pt x="16731" y="36103"/>
                    </a:cubicBezTo>
                    <a:cubicBezTo>
                      <a:pt x="16715" y="36103"/>
                      <a:pt x="16699" y="36114"/>
                      <a:pt x="16695" y="36136"/>
                    </a:cubicBezTo>
                    <a:cubicBezTo>
                      <a:pt x="16670" y="36228"/>
                      <a:pt x="16646" y="36319"/>
                      <a:pt x="16629" y="36410"/>
                    </a:cubicBezTo>
                    <a:cubicBezTo>
                      <a:pt x="16463" y="36277"/>
                      <a:pt x="16380" y="36062"/>
                      <a:pt x="16397" y="35855"/>
                    </a:cubicBezTo>
                    <a:cubicBezTo>
                      <a:pt x="16405" y="35714"/>
                      <a:pt x="16447" y="35581"/>
                      <a:pt x="16480" y="35449"/>
                    </a:cubicBezTo>
                    <a:cubicBezTo>
                      <a:pt x="16505" y="35316"/>
                      <a:pt x="16538" y="35184"/>
                      <a:pt x="16554" y="35051"/>
                    </a:cubicBezTo>
                    <a:cubicBezTo>
                      <a:pt x="16629" y="34604"/>
                      <a:pt x="16687" y="34123"/>
                      <a:pt x="16637" y="33659"/>
                    </a:cubicBezTo>
                    <a:lnTo>
                      <a:pt x="16637" y="33659"/>
                    </a:lnTo>
                    <a:cubicBezTo>
                      <a:pt x="16651" y="33667"/>
                      <a:pt x="16665" y="33670"/>
                      <a:pt x="16679" y="33670"/>
                    </a:cubicBezTo>
                    <a:cubicBezTo>
                      <a:pt x="16759" y="33670"/>
                      <a:pt x="16831" y="33564"/>
                      <a:pt x="16753" y="33493"/>
                    </a:cubicBezTo>
                    <a:cubicBezTo>
                      <a:pt x="16670" y="33419"/>
                      <a:pt x="16579" y="33328"/>
                      <a:pt x="16538" y="33212"/>
                    </a:cubicBezTo>
                    <a:cubicBezTo>
                      <a:pt x="16496" y="33079"/>
                      <a:pt x="16579" y="32947"/>
                      <a:pt x="16621" y="32822"/>
                    </a:cubicBezTo>
                    <a:cubicBezTo>
                      <a:pt x="16720" y="32549"/>
                      <a:pt x="16745" y="32251"/>
                      <a:pt x="16753" y="31969"/>
                    </a:cubicBezTo>
                    <a:cubicBezTo>
                      <a:pt x="16786" y="31356"/>
                      <a:pt x="16786" y="30751"/>
                      <a:pt x="16795" y="30146"/>
                    </a:cubicBezTo>
                    <a:cubicBezTo>
                      <a:pt x="16803" y="29516"/>
                      <a:pt x="16820" y="28895"/>
                      <a:pt x="16786" y="28274"/>
                    </a:cubicBezTo>
                    <a:cubicBezTo>
                      <a:pt x="16770" y="27967"/>
                      <a:pt x="16737" y="27669"/>
                      <a:pt x="16720" y="27362"/>
                    </a:cubicBezTo>
                    <a:cubicBezTo>
                      <a:pt x="16704" y="27072"/>
                      <a:pt x="16720" y="26774"/>
                      <a:pt x="16770" y="26492"/>
                    </a:cubicBezTo>
                    <a:cubicBezTo>
                      <a:pt x="16828" y="26169"/>
                      <a:pt x="16919" y="25854"/>
                      <a:pt x="17027" y="25539"/>
                    </a:cubicBezTo>
                    <a:cubicBezTo>
                      <a:pt x="17076" y="25390"/>
                      <a:pt x="17134" y="25241"/>
                      <a:pt x="17184" y="25092"/>
                    </a:cubicBezTo>
                    <a:cubicBezTo>
                      <a:pt x="17242" y="24935"/>
                      <a:pt x="17308" y="24777"/>
                      <a:pt x="17350" y="24611"/>
                    </a:cubicBezTo>
                    <a:cubicBezTo>
                      <a:pt x="17355" y="24589"/>
                      <a:pt x="17335" y="24571"/>
                      <a:pt x="17314" y="24571"/>
                    </a:cubicBezTo>
                    <a:cubicBezTo>
                      <a:pt x="17303" y="24571"/>
                      <a:pt x="17292" y="24575"/>
                      <a:pt x="17284" y="24587"/>
                    </a:cubicBezTo>
                    <a:cubicBezTo>
                      <a:pt x="17275" y="24595"/>
                      <a:pt x="17267" y="24603"/>
                      <a:pt x="17259" y="24620"/>
                    </a:cubicBezTo>
                    <a:lnTo>
                      <a:pt x="17259" y="24578"/>
                    </a:lnTo>
                    <a:cubicBezTo>
                      <a:pt x="17267" y="24487"/>
                      <a:pt x="17275" y="24396"/>
                      <a:pt x="17292" y="24305"/>
                    </a:cubicBezTo>
                    <a:cubicBezTo>
                      <a:pt x="17317" y="24189"/>
                      <a:pt x="17342" y="24081"/>
                      <a:pt x="17366" y="23973"/>
                    </a:cubicBezTo>
                    <a:cubicBezTo>
                      <a:pt x="17433" y="23899"/>
                      <a:pt x="17499" y="23824"/>
                      <a:pt x="17557" y="23741"/>
                    </a:cubicBezTo>
                    <a:cubicBezTo>
                      <a:pt x="17656" y="23592"/>
                      <a:pt x="17781" y="23410"/>
                      <a:pt x="17789" y="23228"/>
                    </a:cubicBezTo>
                    <a:cubicBezTo>
                      <a:pt x="17795" y="23188"/>
                      <a:pt x="17757" y="23159"/>
                      <a:pt x="17722" y="23159"/>
                    </a:cubicBezTo>
                    <a:cubicBezTo>
                      <a:pt x="17707" y="23159"/>
                      <a:pt x="17692" y="23165"/>
                      <a:pt x="17681" y="23178"/>
                    </a:cubicBezTo>
                    <a:cubicBezTo>
                      <a:pt x="17574" y="23302"/>
                      <a:pt x="17516" y="23460"/>
                      <a:pt x="17424" y="23592"/>
                    </a:cubicBezTo>
                    <a:cubicBezTo>
                      <a:pt x="17333" y="23725"/>
                      <a:pt x="17226" y="23857"/>
                      <a:pt x="17101" y="23965"/>
                    </a:cubicBezTo>
                    <a:cubicBezTo>
                      <a:pt x="16985" y="24065"/>
                      <a:pt x="16853" y="24156"/>
                      <a:pt x="16712" y="24214"/>
                    </a:cubicBezTo>
                    <a:cubicBezTo>
                      <a:pt x="16546" y="24280"/>
                      <a:pt x="16380" y="24297"/>
                      <a:pt x="16206" y="24297"/>
                    </a:cubicBezTo>
                    <a:cubicBezTo>
                      <a:pt x="16008" y="24305"/>
                      <a:pt x="15834" y="24346"/>
                      <a:pt x="15651" y="24437"/>
                    </a:cubicBezTo>
                    <a:cubicBezTo>
                      <a:pt x="15477" y="24529"/>
                      <a:pt x="15303" y="24603"/>
                      <a:pt x="15104" y="24645"/>
                    </a:cubicBezTo>
                    <a:cubicBezTo>
                      <a:pt x="14897" y="24678"/>
                      <a:pt x="14690" y="24694"/>
                      <a:pt x="14483" y="24711"/>
                    </a:cubicBezTo>
                    <a:cubicBezTo>
                      <a:pt x="14268" y="24736"/>
                      <a:pt x="14061" y="24761"/>
                      <a:pt x="13845" y="24777"/>
                    </a:cubicBezTo>
                    <a:cubicBezTo>
                      <a:pt x="13605" y="24794"/>
                      <a:pt x="13356" y="24810"/>
                      <a:pt x="13116" y="24819"/>
                    </a:cubicBezTo>
                    <a:cubicBezTo>
                      <a:pt x="12992" y="24827"/>
                      <a:pt x="12876" y="24835"/>
                      <a:pt x="12760" y="24835"/>
                    </a:cubicBezTo>
                    <a:cubicBezTo>
                      <a:pt x="12677" y="24843"/>
                      <a:pt x="12594" y="24843"/>
                      <a:pt x="12511" y="24852"/>
                    </a:cubicBezTo>
                    <a:cubicBezTo>
                      <a:pt x="12519" y="24653"/>
                      <a:pt x="12528" y="24454"/>
                      <a:pt x="12544" y="24255"/>
                    </a:cubicBezTo>
                    <a:cubicBezTo>
                      <a:pt x="12561" y="23957"/>
                      <a:pt x="12577" y="23659"/>
                      <a:pt x="12586" y="23360"/>
                    </a:cubicBezTo>
                    <a:cubicBezTo>
                      <a:pt x="12602" y="23070"/>
                      <a:pt x="12644" y="22764"/>
                      <a:pt x="12602" y="22474"/>
                    </a:cubicBezTo>
                    <a:cubicBezTo>
                      <a:pt x="12594" y="22449"/>
                      <a:pt x="12569" y="22436"/>
                      <a:pt x="12545" y="22436"/>
                    </a:cubicBezTo>
                    <a:cubicBezTo>
                      <a:pt x="12521" y="22436"/>
                      <a:pt x="12499" y="22449"/>
                      <a:pt x="12495" y="22474"/>
                    </a:cubicBezTo>
                    <a:cubicBezTo>
                      <a:pt x="12428" y="22731"/>
                      <a:pt x="12437" y="23004"/>
                      <a:pt x="12420" y="23261"/>
                    </a:cubicBezTo>
                    <a:cubicBezTo>
                      <a:pt x="12412" y="23534"/>
                      <a:pt x="12395" y="23799"/>
                      <a:pt x="12387" y="24065"/>
                    </a:cubicBezTo>
                    <a:cubicBezTo>
                      <a:pt x="12370" y="24595"/>
                      <a:pt x="12337" y="25125"/>
                      <a:pt x="12304" y="25655"/>
                    </a:cubicBezTo>
                    <a:cubicBezTo>
                      <a:pt x="12254" y="26633"/>
                      <a:pt x="12229" y="27611"/>
                      <a:pt x="12370" y="28580"/>
                    </a:cubicBezTo>
                    <a:cubicBezTo>
                      <a:pt x="12412" y="28845"/>
                      <a:pt x="12470" y="29110"/>
                      <a:pt x="12544" y="29376"/>
                    </a:cubicBezTo>
                    <a:cubicBezTo>
                      <a:pt x="12586" y="29525"/>
                      <a:pt x="12627" y="29682"/>
                      <a:pt x="12685" y="29831"/>
                    </a:cubicBezTo>
                    <a:cubicBezTo>
                      <a:pt x="12677" y="29840"/>
                      <a:pt x="12669" y="29848"/>
                      <a:pt x="12669" y="29856"/>
                    </a:cubicBezTo>
                    <a:cubicBezTo>
                      <a:pt x="12627" y="30030"/>
                      <a:pt x="12751" y="30212"/>
                      <a:pt x="12843" y="30353"/>
                    </a:cubicBezTo>
                    <a:cubicBezTo>
                      <a:pt x="12942" y="30527"/>
                      <a:pt x="13008" y="30701"/>
                      <a:pt x="13050" y="30892"/>
                    </a:cubicBezTo>
                    <a:cubicBezTo>
                      <a:pt x="13141" y="31314"/>
                      <a:pt x="13182" y="31753"/>
                      <a:pt x="13249" y="32176"/>
                    </a:cubicBezTo>
                    <a:cubicBezTo>
                      <a:pt x="13315" y="32574"/>
                      <a:pt x="13381" y="32980"/>
                      <a:pt x="13530" y="33361"/>
                    </a:cubicBezTo>
                    <a:cubicBezTo>
                      <a:pt x="13597" y="33551"/>
                      <a:pt x="13688" y="33717"/>
                      <a:pt x="13779" y="33899"/>
                    </a:cubicBezTo>
                    <a:cubicBezTo>
                      <a:pt x="13829" y="33982"/>
                      <a:pt x="13870" y="34065"/>
                      <a:pt x="13895" y="34156"/>
                    </a:cubicBezTo>
                    <a:cubicBezTo>
                      <a:pt x="13928" y="34256"/>
                      <a:pt x="13936" y="34372"/>
                      <a:pt x="13953" y="34479"/>
                    </a:cubicBezTo>
                    <a:cubicBezTo>
                      <a:pt x="13986" y="34687"/>
                      <a:pt x="14069" y="34852"/>
                      <a:pt x="14201" y="35018"/>
                    </a:cubicBezTo>
                    <a:cubicBezTo>
                      <a:pt x="14293" y="35134"/>
                      <a:pt x="14400" y="35250"/>
                      <a:pt x="14524" y="35341"/>
                    </a:cubicBezTo>
                    <a:cubicBezTo>
                      <a:pt x="14558" y="35399"/>
                      <a:pt x="14599" y="35449"/>
                      <a:pt x="14632" y="35507"/>
                    </a:cubicBezTo>
                    <a:cubicBezTo>
                      <a:pt x="14707" y="35623"/>
                      <a:pt x="14806" y="35739"/>
                      <a:pt x="14848" y="35871"/>
                    </a:cubicBezTo>
                    <a:cubicBezTo>
                      <a:pt x="14881" y="35971"/>
                      <a:pt x="14872" y="36078"/>
                      <a:pt x="14823" y="36170"/>
                    </a:cubicBezTo>
                    <a:cubicBezTo>
                      <a:pt x="14798" y="36219"/>
                      <a:pt x="14765" y="36261"/>
                      <a:pt x="14723" y="36294"/>
                    </a:cubicBezTo>
                    <a:cubicBezTo>
                      <a:pt x="14698" y="36128"/>
                      <a:pt x="14616" y="35971"/>
                      <a:pt x="14558" y="35813"/>
                    </a:cubicBezTo>
                    <a:cubicBezTo>
                      <a:pt x="14516" y="35722"/>
                      <a:pt x="14475" y="35623"/>
                      <a:pt x="14442" y="35523"/>
                    </a:cubicBezTo>
                    <a:cubicBezTo>
                      <a:pt x="14400" y="35440"/>
                      <a:pt x="14367" y="35333"/>
                      <a:pt x="14293" y="35266"/>
                    </a:cubicBezTo>
                    <a:cubicBezTo>
                      <a:pt x="14285" y="35259"/>
                      <a:pt x="14275" y="35255"/>
                      <a:pt x="14265" y="35255"/>
                    </a:cubicBezTo>
                    <a:cubicBezTo>
                      <a:pt x="14244" y="35255"/>
                      <a:pt x="14224" y="35271"/>
                      <a:pt x="14218" y="35300"/>
                    </a:cubicBezTo>
                    <a:cubicBezTo>
                      <a:pt x="14210" y="35374"/>
                      <a:pt x="14251" y="35465"/>
                      <a:pt x="14276" y="35540"/>
                    </a:cubicBezTo>
                    <a:cubicBezTo>
                      <a:pt x="14309" y="35614"/>
                      <a:pt x="14334" y="35697"/>
                      <a:pt x="14367" y="35772"/>
                    </a:cubicBezTo>
                    <a:cubicBezTo>
                      <a:pt x="14425" y="35929"/>
                      <a:pt x="14500" y="36078"/>
                      <a:pt x="14541" y="36236"/>
                    </a:cubicBezTo>
                    <a:cubicBezTo>
                      <a:pt x="14549" y="36286"/>
                      <a:pt x="14566" y="36352"/>
                      <a:pt x="14541" y="36393"/>
                    </a:cubicBezTo>
                    <a:cubicBezTo>
                      <a:pt x="14516" y="36460"/>
                      <a:pt x="14408" y="36493"/>
                      <a:pt x="14359" y="36518"/>
                    </a:cubicBezTo>
                    <a:cubicBezTo>
                      <a:pt x="14284" y="36551"/>
                      <a:pt x="14218" y="36592"/>
                      <a:pt x="14143" y="36625"/>
                    </a:cubicBezTo>
                    <a:cubicBezTo>
                      <a:pt x="14102" y="36642"/>
                      <a:pt x="14052" y="36667"/>
                      <a:pt x="14003" y="36683"/>
                    </a:cubicBezTo>
                    <a:cubicBezTo>
                      <a:pt x="14011" y="36675"/>
                      <a:pt x="14019" y="36658"/>
                      <a:pt x="14019" y="36650"/>
                    </a:cubicBezTo>
                    <a:cubicBezTo>
                      <a:pt x="14052" y="36526"/>
                      <a:pt x="14011" y="36393"/>
                      <a:pt x="13969" y="36277"/>
                    </a:cubicBezTo>
                    <a:lnTo>
                      <a:pt x="13812" y="35772"/>
                    </a:lnTo>
                    <a:cubicBezTo>
                      <a:pt x="13762" y="35606"/>
                      <a:pt x="13721" y="35424"/>
                      <a:pt x="13621" y="35283"/>
                    </a:cubicBezTo>
                    <a:cubicBezTo>
                      <a:pt x="13608" y="35263"/>
                      <a:pt x="13587" y="35254"/>
                      <a:pt x="13567" y="35254"/>
                    </a:cubicBezTo>
                    <a:cubicBezTo>
                      <a:pt x="13536" y="35254"/>
                      <a:pt x="13505" y="35276"/>
                      <a:pt x="13505" y="35316"/>
                    </a:cubicBezTo>
                    <a:cubicBezTo>
                      <a:pt x="13505" y="35440"/>
                      <a:pt x="13539" y="35573"/>
                      <a:pt x="13580" y="35689"/>
                    </a:cubicBezTo>
                    <a:cubicBezTo>
                      <a:pt x="13613" y="35813"/>
                      <a:pt x="13655" y="35938"/>
                      <a:pt x="13688" y="36062"/>
                    </a:cubicBezTo>
                    <a:cubicBezTo>
                      <a:pt x="13729" y="36186"/>
                      <a:pt x="13771" y="36310"/>
                      <a:pt x="13804" y="36426"/>
                    </a:cubicBezTo>
                    <a:cubicBezTo>
                      <a:pt x="13820" y="36509"/>
                      <a:pt x="13845" y="36617"/>
                      <a:pt x="13762" y="36658"/>
                    </a:cubicBezTo>
                    <a:cubicBezTo>
                      <a:pt x="13575" y="36756"/>
                      <a:pt x="13347" y="36792"/>
                      <a:pt x="13140" y="36792"/>
                    </a:cubicBezTo>
                    <a:cubicBezTo>
                      <a:pt x="13118" y="36792"/>
                      <a:pt x="13096" y="36792"/>
                      <a:pt x="13075" y="36791"/>
                    </a:cubicBezTo>
                    <a:cubicBezTo>
                      <a:pt x="12851" y="36791"/>
                      <a:pt x="12611" y="36741"/>
                      <a:pt x="12403" y="36642"/>
                    </a:cubicBezTo>
                    <a:cubicBezTo>
                      <a:pt x="12279" y="36584"/>
                      <a:pt x="12246" y="36501"/>
                      <a:pt x="12254" y="36368"/>
                    </a:cubicBezTo>
                    <a:cubicBezTo>
                      <a:pt x="12263" y="36228"/>
                      <a:pt x="12296" y="36103"/>
                      <a:pt x="12254" y="35962"/>
                    </a:cubicBezTo>
                    <a:cubicBezTo>
                      <a:pt x="12247" y="35940"/>
                      <a:pt x="12225" y="35929"/>
                      <a:pt x="12204" y="35929"/>
                    </a:cubicBezTo>
                    <a:cubicBezTo>
                      <a:pt x="12179" y="35929"/>
                      <a:pt x="12155" y="35944"/>
                      <a:pt x="12155" y="35971"/>
                    </a:cubicBezTo>
                    <a:cubicBezTo>
                      <a:pt x="12155" y="36087"/>
                      <a:pt x="12113" y="36203"/>
                      <a:pt x="12089" y="36319"/>
                    </a:cubicBezTo>
                    <a:cubicBezTo>
                      <a:pt x="11898" y="36252"/>
                      <a:pt x="11724" y="36145"/>
                      <a:pt x="11658" y="35938"/>
                    </a:cubicBezTo>
                    <a:cubicBezTo>
                      <a:pt x="11591" y="35739"/>
                      <a:pt x="11600" y="35532"/>
                      <a:pt x="11600" y="35324"/>
                    </a:cubicBezTo>
                    <a:cubicBezTo>
                      <a:pt x="11600" y="34794"/>
                      <a:pt x="11550" y="34256"/>
                      <a:pt x="11492" y="33725"/>
                    </a:cubicBezTo>
                    <a:cubicBezTo>
                      <a:pt x="11467" y="33477"/>
                      <a:pt x="11451" y="33212"/>
                      <a:pt x="11401" y="32963"/>
                    </a:cubicBezTo>
                    <a:cubicBezTo>
                      <a:pt x="11376" y="32847"/>
                      <a:pt x="11318" y="32748"/>
                      <a:pt x="11252" y="32640"/>
                    </a:cubicBezTo>
                    <a:cubicBezTo>
                      <a:pt x="11185" y="32541"/>
                      <a:pt x="11144" y="32441"/>
                      <a:pt x="11127" y="32325"/>
                    </a:cubicBezTo>
                    <a:cubicBezTo>
                      <a:pt x="11094" y="32093"/>
                      <a:pt x="11136" y="31861"/>
                      <a:pt x="11127" y="31629"/>
                    </a:cubicBezTo>
                    <a:cubicBezTo>
                      <a:pt x="11127" y="31389"/>
                      <a:pt x="11086" y="31149"/>
                      <a:pt x="11036" y="30908"/>
                    </a:cubicBezTo>
                    <a:cubicBezTo>
                      <a:pt x="10945" y="30477"/>
                      <a:pt x="10813" y="30055"/>
                      <a:pt x="10755" y="29616"/>
                    </a:cubicBezTo>
                    <a:lnTo>
                      <a:pt x="10763" y="29616"/>
                    </a:lnTo>
                    <a:cubicBezTo>
                      <a:pt x="10871" y="29508"/>
                      <a:pt x="10829" y="29334"/>
                      <a:pt x="10796" y="29202"/>
                    </a:cubicBezTo>
                    <a:cubicBezTo>
                      <a:pt x="10746" y="29036"/>
                      <a:pt x="10697" y="28878"/>
                      <a:pt x="10647" y="28713"/>
                    </a:cubicBezTo>
                    <a:cubicBezTo>
                      <a:pt x="10556" y="28381"/>
                      <a:pt x="10473" y="28042"/>
                      <a:pt x="10390" y="27710"/>
                    </a:cubicBezTo>
                    <a:cubicBezTo>
                      <a:pt x="10233" y="27031"/>
                      <a:pt x="10100" y="26351"/>
                      <a:pt x="9984" y="25672"/>
                    </a:cubicBezTo>
                    <a:cubicBezTo>
                      <a:pt x="9934" y="25382"/>
                      <a:pt x="9893" y="25100"/>
                      <a:pt x="9843" y="24810"/>
                    </a:cubicBezTo>
                    <a:cubicBezTo>
                      <a:pt x="9885" y="24802"/>
                      <a:pt x="9918" y="24769"/>
                      <a:pt x="9901" y="24711"/>
                    </a:cubicBezTo>
                    <a:cubicBezTo>
                      <a:pt x="9802" y="24338"/>
                      <a:pt x="9669" y="23973"/>
                      <a:pt x="9578" y="23601"/>
                    </a:cubicBezTo>
                    <a:cubicBezTo>
                      <a:pt x="9495" y="23228"/>
                      <a:pt x="9429" y="22847"/>
                      <a:pt x="9437" y="22465"/>
                    </a:cubicBezTo>
                    <a:cubicBezTo>
                      <a:pt x="9437" y="22267"/>
                      <a:pt x="9462" y="22076"/>
                      <a:pt x="9470" y="21877"/>
                    </a:cubicBezTo>
                    <a:cubicBezTo>
                      <a:pt x="9479" y="21687"/>
                      <a:pt x="9462" y="21496"/>
                      <a:pt x="9437" y="21305"/>
                    </a:cubicBezTo>
                    <a:cubicBezTo>
                      <a:pt x="9387" y="20899"/>
                      <a:pt x="9338" y="20502"/>
                      <a:pt x="9280" y="20104"/>
                    </a:cubicBezTo>
                    <a:cubicBezTo>
                      <a:pt x="9213" y="19657"/>
                      <a:pt x="9147" y="19218"/>
                      <a:pt x="9081" y="18770"/>
                    </a:cubicBezTo>
                    <a:cubicBezTo>
                      <a:pt x="9077" y="18756"/>
                      <a:pt x="9066" y="18749"/>
                      <a:pt x="9054" y="18749"/>
                    </a:cubicBezTo>
                    <a:cubicBezTo>
                      <a:pt x="9039" y="18749"/>
                      <a:pt x="9023" y="18760"/>
                      <a:pt x="9023" y="18778"/>
                    </a:cubicBezTo>
                    <a:cubicBezTo>
                      <a:pt x="9081" y="19582"/>
                      <a:pt x="9147" y="20377"/>
                      <a:pt x="9230" y="21181"/>
                    </a:cubicBezTo>
                    <a:cubicBezTo>
                      <a:pt x="9255" y="21380"/>
                      <a:pt x="9280" y="21579"/>
                      <a:pt x="9280" y="21786"/>
                    </a:cubicBezTo>
                    <a:cubicBezTo>
                      <a:pt x="9280" y="21894"/>
                      <a:pt x="9271" y="22001"/>
                      <a:pt x="9263" y="22109"/>
                    </a:cubicBezTo>
                    <a:cubicBezTo>
                      <a:pt x="9247" y="22076"/>
                      <a:pt x="9213" y="22051"/>
                      <a:pt x="9180" y="22026"/>
                    </a:cubicBezTo>
                    <a:cubicBezTo>
                      <a:pt x="9155" y="22001"/>
                      <a:pt x="9122" y="21968"/>
                      <a:pt x="9089" y="21943"/>
                    </a:cubicBezTo>
                    <a:cubicBezTo>
                      <a:pt x="9031" y="21885"/>
                      <a:pt x="8965" y="21827"/>
                      <a:pt x="8907" y="21769"/>
                    </a:cubicBezTo>
                    <a:cubicBezTo>
                      <a:pt x="8791" y="21653"/>
                      <a:pt x="8667" y="21537"/>
                      <a:pt x="8551" y="21405"/>
                    </a:cubicBezTo>
                    <a:cubicBezTo>
                      <a:pt x="8543" y="21395"/>
                      <a:pt x="8532" y="21391"/>
                      <a:pt x="8521" y="21391"/>
                    </a:cubicBezTo>
                    <a:cubicBezTo>
                      <a:pt x="8485" y="21391"/>
                      <a:pt x="8445" y="21433"/>
                      <a:pt x="8476" y="21471"/>
                    </a:cubicBezTo>
                    <a:cubicBezTo>
                      <a:pt x="8576" y="21612"/>
                      <a:pt x="8675" y="21753"/>
                      <a:pt x="8791" y="21885"/>
                    </a:cubicBezTo>
                    <a:cubicBezTo>
                      <a:pt x="8849" y="21952"/>
                      <a:pt x="8907" y="22010"/>
                      <a:pt x="8965" y="22068"/>
                    </a:cubicBezTo>
                    <a:cubicBezTo>
                      <a:pt x="8998" y="22101"/>
                      <a:pt x="9031" y="22126"/>
                      <a:pt x="9056" y="22159"/>
                    </a:cubicBezTo>
                    <a:cubicBezTo>
                      <a:pt x="9097" y="22192"/>
                      <a:pt x="9131" y="22233"/>
                      <a:pt x="9180" y="22250"/>
                    </a:cubicBezTo>
                    <a:cubicBezTo>
                      <a:pt x="9189" y="22252"/>
                      <a:pt x="9196" y="22253"/>
                      <a:pt x="9204" y="22253"/>
                    </a:cubicBezTo>
                    <a:cubicBezTo>
                      <a:pt x="9225" y="22253"/>
                      <a:pt x="9242" y="22244"/>
                      <a:pt x="9255" y="22225"/>
                    </a:cubicBezTo>
                    <a:lnTo>
                      <a:pt x="9255" y="22225"/>
                    </a:lnTo>
                    <a:cubicBezTo>
                      <a:pt x="9255" y="22275"/>
                      <a:pt x="9255" y="22325"/>
                      <a:pt x="9247" y="22374"/>
                    </a:cubicBezTo>
                    <a:cubicBezTo>
                      <a:pt x="9238" y="22681"/>
                      <a:pt x="9263" y="22987"/>
                      <a:pt x="9321" y="23286"/>
                    </a:cubicBezTo>
                    <a:cubicBezTo>
                      <a:pt x="9313" y="23277"/>
                      <a:pt x="9305" y="23269"/>
                      <a:pt x="9288" y="23261"/>
                    </a:cubicBezTo>
                    <a:cubicBezTo>
                      <a:pt x="9230" y="23228"/>
                      <a:pt x="9164" y="23219"/>
                      <a:pt x="9097" y="23211"/>
                    </a:cubicBezTo>
                    <a:cubicBezTo>
                      <a:pt x="9031" y="23195"/>
                      <a:pt x="8965" y="23186"/>
                      <a:pt x="8899" y="23178"/>
                    </a:cubicBezTo>
                    <a:cubicBezTo>
                      <a:pt x="8766" y="23161"/>
                      <a:pt x="8642" y="23145"/>
                      <a:pt x="8509" y="23137"/>
                    </a:cubicBezTo>
                    <a:cubicBezTo>
                      <a:pt x="8446" y="23133"/>
                      <a:pt x="8385" y="23131"/>
                      <a:pt x="8324" y="23131"/>
                    </a:cubicBezTo>
                    <a:cubicBezTo>
                      <a:pt x="8121" y="23131"/>
                      <a:pt x="7928" y="23154"/>
                      <a:pt x="7730" y="23211"/>
                    </a:cubicBezTo>
                    <a:lnTo>
                      <a:pt x="7722" y="23211"/>
                    </a:lnTo>
                    <a:cubicBezTo>
                      <a:pt x="7788" y="23112"/>
                      <a:pt x="7863" y="23021"/>
                      <a:pt x="7954" y="22921"/>
                    </a:cubicBezTo>
                    <a:cubicBezTo>
                      <a:pt x="7976" y="22899"/>
                      <a:pt x="7959" y="22852"/>
                      <a:pt x="7927" y="22852"/>
                    </a:cubicBezTo>
                    <a:cubicBezTo>
                      <a:pt x="7923" y="22852"/>
                      <a:pt x="7918" y="22853"/>
                      <a:pt x="7913" y="22855"/>
                    </a:cubicBezTo>
                    <a:cubicBezTo>
                      <a:pt x="7498" y="23029"/>
                      <a:pt x="7316" y="23501"/>
                      <a:pt x="7068" y="23833"/>
                    </a:cubicBezTo>
                    <a:cubicBezTo>
                      <a:pt x="6744" y="24247"/>
                      <a:pt x="6338" y="24587"/>
                      <a:pt x="5957" y="24943"/>
                    </a:cubicBezTo>
                    <a:cubicBezTo>
                      <a:pt x="5841" y="25051"/>
                      <a:pt x="5717" y="25167"/>
                      <a:pt x="5609" y="25274"/>
                    </a:cubicBezTo>
                    <a:cubicBezTo>
                      <a:pt x="5543" y="25340"/>
                      <a:pt x="5485" y="25407"/>
                      <a:pt x="5419" y="25473"/>
                    </a:cubicBezTo>
                    <a:lnTo>
                      <a:pt x="5419" y="25415"/>
                    </a:lnTo>
                    <a:cubicBezTo>
                      <a:pt x="5419" y="25389"/>
                      <a:pt x="5395" y="25369"/>
                      <a:pt x="5372" y="25369"/>
                    </a:cubicBezTo>
                    <a:cubicBezTo>
                      <a:pt x="5358" y="25369"/>
                      <a:pt x="5345" y="25375"/>
                      <a:pt x="5336" y="25390"/>
                    </a:cubicBezTo>
                    <a:cubicBezTo>
                      <a:pt x="5220" y="25655"/>
                      <a:pt x="5170" y="25945"/>
                      <a:pt x="5096" y="26219"/>
                    </a:cubicBezTo>
                    <a:cubicBezTo>
                      <a:pt x="5021" y="26500"/>
                      <a:pt x="4930" y="26782"/>
                      <a:pt x="4839" y="27056"/>
                    </a:cubicBezTo>
                    <a:cubicBezTo>
                      <a:pt x="4739" y="27337"/>
                      <a:pt x="4623" y="27611"/>
                      <a:pt x="4507" y="27884"/>
                    </a:cubicBezTo>
                    <a:cubicBezTo>
                      <a:pt x="4433" y="28058"/>
                      <a:pt x="4350" y="28232"/>
                      <a:pt x="4267" y="28398"/>
                    </a:cubicBezTo>
                    <a:cubicBezTo>
                      <a:pt x="4250" y="28406"/>
                      <a:pt x="4242" y="28414"/>
                      <a:pt x="4242" y="28439"/>
                    </a:cubicBezTo>
                    <a:cubicBezTo>
                      <a:pt x="4242" y="28448"/>
                      <a:pt x="4242" y="28456"/>
                      <a:pt x="4234" y="28464"/>
                    </a:cubicBezTo>
                    <a:cubicBezTo>
                      <a:pt x="4201" y="28539"/>
                      <a:pt x="4168" y="28605"/>
                      <a:pt x="4126" y="28680"/>
                    </a:cubicBezTo>
                    <a:cubicBezTo>
                      <a:pt x="4102" y="28723"/>
                      <a:pt x="4141" y="28761"/>
                      <a:pt x="4176" y="28761"/>
                    </a:cubicBezTo>
                    <a:cubicBezTo>
                      <a:pt x="4189" y="28761"/>
                      <a:pt x="4201" y="28756"/>
                      <a:pt x="4209" y="28746"/>
                    </a:cubicBezTo>
                    <a:lnTo>
                      <a:pt x="4209" y="28746"/>
                    </a:lnTo>
                    <a:cubicBezTo>
                      <a:pt x="4201" y="28961"/>
                      <a:pt x="4201" y="29168"/>
                      <a:pt x="4184" y="29384"/>
                    </a:cubicBezTo>
                    <a:cubicBezTo>
                      <a:pt x="4168" y="29699"/>
                      <a:pt x="4126" y="30005"/>
                      <a:pt x="4076" y="30303"/>
                    </a:cubicBezTo>
                    <a:cubicBezTo>
                      <a:pt x="3969" y="30917"/>
                      <a:pt x="3786" y="31505"/>
                      <a:pt x="3588" y="32085"/>
                    </a:cubicBezTo>
                    <a:cubicBezTo>
                      <a:pt x="3497" y="32333"/>
                      <a:pt x="3414" y="32565"/>
                      <a:pt x="3323" y="32806"/>
                    </a:cubicBezTo>
                    <a:cubicBezTo>
                      <a:pt x="3323" y="32814"/>
                      <a:pt x="3314" y="32814"/>
                      <a:pt x="3314" y="32814"/>
                    </a:cubicBezTo>
                    <a:cubicBezTo>
                      <a:pt x="3215" y="32889"/>
                      <a:pt x="3198" y="33038"/>
                      <a:pt x="3165" y="33154"/>
                    </a:cubicBezTo>
                    <a:cubicBezTo>
                      <a:pt x="3140" y="33278"/>
                      <a:pt x="3107" y="33402"/>
                      <a:pt x="3091" y="33535"/>
                    </a:cubicBezTo>
                    <a:cubicBezTo>
                      <a:pt x="3049" y="33792"/>
                      <a:pt x="3016" y="34049"/>
                      <a:pt x="3016" y="34305"/>
                    </a:cubicBezTo>
                    <a:cubicBezTo>
                      <a:pt x="3008" y="34571"/>
                      <a:pt x="3016" y="34827"/>
                      <a:pt x="3041" y="35084"/>
                    </a:cubicBezTo>
                    <a:cubicBezTo>
                      <a:pt x="3049" y="35217"/>
                      <a:pt x="3066" y="35349"/>
                      <a:pt x="3091" y="35482"/>
                    </a:cubicBezTo>
                    <a:cubicBezTo>
                      <a:pt x="3107" y="35606"/>
                      <a:pt x="3132" y="35739"/>
                      <a:pt x="3091" y="35863"/>
                    </a:cubicBezTo>
                    <a:cubicBezTo>
                      <a:pt x="3041" y="35987"/>
                      <a:pt x="2941" y="36078"/>
                      <a:pt x="2834" y="36161"/>
                    </a:cubicBezTo>
                    <a:cubicBezTo>
                      <a:pt x="2834" y="36112"/>
                      <a:pt x="2834" y="36070"/>
                      <a:pt x="2825" y="36029"/>
                    </a:cubicBezTo>
                    <a:cubicBezTo>
                      <a:pt x="2825" y="35938"/>
                      <a:pt x="2809" y="35855"/>
                      <a:pt x="2792" y="35764"/>
                    </a:cubicBezTo>
                    <a:cubicBezTo>
                      <a:pt x="2784" y="35689"/>
                      <a:pt x="2767" y="35590"/>
                      <a:pt x="2718" y="35523"/>
                    </a:cubicBezTo>
                    <a:cubicBezTo>
                      <a:pt x="2710" y="35509"/>
                      <a:pt x="2698" y="35502"/>
                      <a:pt x="2686" y="35502"/>
                    </a:cubicBezTo>
                    <a:cubicBezTo>
                      <a:pt x="2670" y="35502"/>
                      <a:pt x="2652" y="35513"/>
                      <a:pt x="2643" y="35532"/>
                    </a:cubicBezTo>
                    <a:cubicBezTo>
                      <a:pt x="2627" y="35598"/>
                      <a:pt x="2635" y="35681"/>
                      <a:pt x="2635" y="35747"/>
                    </a:cubicBezTo>
                    <a:cubicBezTo>
                      <a:pt x="2635" y="35830"/>
                      <a:pt x="2635" y="35904"/>
                      <a:pt x="2635" y="35979"/>
                    </a:cubicBezTo>
                    <a:cubicBezTo>
                      <a:pt x="2635" y="36054"/>
                      <a:pt x="2635" y="36128"/>
                      <a:pt x="2627" y="36203"/>
                    </a:cubicBezTo>
                    <a:cubicBezTo>
                      <a:pt x="2627" y="36269"/>
                      <a:pt x="2618" y="36294"/>
                      <a:pt x="2560" y="36319"/>
                    </a:cubicBezTo>
                    <a:cubicBezTo>
                      <a:pt x="2436" y="36377"/>
                      <a:pt x="2295" y="36402"/>
                      <a:pt x="2163" y="36426"/>
                    </a:cubicBezTo>
                    <a:cubicBezTo>
                      <a:pt x="2096" y="36435"/>
                      <a:pt x="2022" y="36443"/>
                      <a:pt x="1955" y="36451"/>
                    </a:cubicBezTo>
                    <a:cubicBezTo>
                      <a:pt x="1914" y="36460"/>
                      <a:pt x="1881" y="36468"/>
                      <a:pt x="1839" y="36468"/>
                    </a:cubicBezTo>
                    <a:cubicBezTo>
                      <a:pt x="1881" y="36443"/>
                      <a:pt x="1906" y="36410"/>
                      <a:pt x="1931" y="36368"/>
                    </a:cubicBezTo>
                    <a:cubicBezTo>
                      <a:pt x="1980" y="36277"/>
                      <a:pt x="1989" y="36178"/>
                      <a:pt x="1989" y="36078"/>
                    </a:cubicBezTo>
                    <a:cubicBezTo>
                      <a:pt x="1989" y="35962"/>
                      <a:pt x="1989" y="35830"/>
                      <a:pt x="1955" y="35714"/>
                    </a:cubicBezTo>
                    <a:cubicBezTo>
                      <a:pt x="1951" y="35695"/>
                      <a:pt x="1926" y="35681"/>
                      <a:pt x="1903" y="35681"/>
                    </a:cubicBezTo>
                    <a:cubicBezTo>
                      <a:pt x="1887" y="35681"/>
                      <a:pt x="1871" y="35688"/>
                      <a:pt x="1864" y="35706"/>
                    </a:cubicBezTo>
                    <a:cubicBezTo>
                      <a:pt x="1806" y="35838"/>
                      <a:pt x="1798" y="36004"/>
                      <a:pt x="1765" y="36153"/>
                    </a:cubicBezTo>
                    <a:cubicBezTo>
                      <a:pt x="1757" y="36203"/>
                      <a:pt x="1740" y="36261"/>
                      <a:pt x="1699" y="36294"/>
                    </a:cubicBezTo>
                    <a:cubicBezTo>
                      <a:pt x="1641" y="36335"/>
                      <a:pt x="1574" y="36352"/>
                      <a:pt x="1508" y="36360"/>
                    </a:cubicBezTo>
                    <a:cubicBezTo>
                      <a:pt x="1446" y="36373"/>
                      <a:pt x="1382" y="36379"/>
                      <a:pt x="1317" y="36379"/>
                    </a:cubicBezTo>
                    <a:cubicBezTo>
                      <a:pt x="1253" y="36379"/>
                      <a:pt x="1189" y="36373"/>
                      <a:pt x="1127" y="36360"/>
                    </a:cubicBezTo>
                    <a:cubicBezTo>
                      <a:pt x="994" y="36327"/>
                      <a:pt x="895" y="36269"/>
                      <a:pt x="779" y="36211"/>
                    </a:cubicBezTo>
                    <a:cubicBezTo>
                      <a:pt x="737" y="36120"/>
                      <a:pt x="771" y="35996"/>
                      <a:pt x="795" y="35904"/>
                    </a:cubicBezTo>
                    <a:cubicBezTo>
                      <a:pt x="812" y="35780"/>
                      <a:pt x="829" y="35648"/>
                      <a:pt x="853" y="35523"/>
                    </a:cubicBezTo>
                    <a:cubicBezTo>
                      <a:pt x="858" y="35489"/>
                      <a:pt x="831" y="35469"/>
                      <a:pt x="805" y="35469"/>
                    </a:cubicBezTo>
                    <a:cubicBezTo>
                      <a:pt x="787" y="35469"/>
                      <a:pt x="769" y="35478"/>
                      <a:pt x="762" y="35498"/>
                    </a:cubicBezTo>
                    <a:cubicBezTo>
                      <a:pt x="704" y="35697"/>
                      <a:pt x="621" y="35888"/>
                      <a:pt x="597" y="36087"/>
                    </a:cubicBezTo>
                    <a:cubicBezTo>
                      <a:pt x="555" y="36070"/>
                      <a:pt x="522" y="36054"/>
                      <a:pt x="489" y="36037"/>
                    </a:cubicBezTo>
                    <a:cubicBezTo>
                      <a:pt x="381" y="35979"/>
                      <a:pt x="290" y="35913"/>
                      <a:pt x="257" y="35788"/>
                    </a:cubicBezTo>
                    <a:cubicBezTo>
                      <a:pt x="191" y="35515"/>
                      <a:pt x="406" y="35275"/>
                      <a:pt x="563" y="35084"/>
                    </a:cubicBezTo>
                    <a:cubicBezTo>
                      <a:pt x="945" y="34629"/>
                      <a:pt x="1259" y="34123"/>
                      <a:pt x="1483" y="33585"/>
                    </a:cubicBezTo>
                    <a:cubicBezTo>
                      <a:pt x="1583" y="33353"/>
                      <a:pt x="1665" y="33112"/>
                      <a:pt x="1715" y="32872"/>
                    </a:cubicBezTo>
                    <a:cubicBezTo>
                      <a:pt x="1773" y="32806"/>
                      <a:pt x="1790" y="32706"/>
                      <a:pt x="1815" y="32615"/>
                    </a:cubicBezTo>
                    <a:cubicBezTo>
                      <a:pt x="1848" y="32474"/>
                      <a:pt x="1881" y="32333"/>
                      <a:pt x="1906" y="32184"/>
                    </a:cubicBezTo>
                    <a:cubicBezTo>
                      <a:pt x="1972" y="31903"/>
                      <a:pt x="2038" y="31613"/>
                      <a:pt x="2055" y="31323"/>
                    </a:cubicBezTo>
                    <a:cubicBezTo>
                      <a:pt x="2080" y="31024"/>
                      <a:pt x="2088" y="30743"/>
                      <a:pt x="2154" y="30461"/>
                    </a:cubicBezTo>
                    <a:cubicBezTo>
                      <a:pt x="2229" y="30171"/>
                      <a:pt x="2312" y="29889"/>
                      <a:pt x="2395" y="29608"/>
                    </a:cubicBezTo>
                    <a:cubicBezTo>
                      <a:pt x="2461" y="29376"/>
                      <a:pt x="2527" y="29152"/>
                      <a:pt x="2577" y="28920"/>
                    </a:cubicBezTo>
                    <a:cubicBezTo>
                      <a:pt x="2602" y="28994"/>
                      <a:pt x="2627" y="29069"/>
                      <a:pt x="2668" y="29144"/>
                    </a:cubicBezTo>
                    <a:cubicBezTo>
                      <a:pt x="2680" y="29171"/>
                      <a:pt x="2704" y="29183"/>
                      <a:pt x="2729" y="29183"/>
                    </a:cubicBezTo>
                    <a:cubicBezTo>
                      <a:pt x="2771" y="29183"/>
                      <a:pt x="2817" y="29149"/>
                      <a:pt x="2817" y="29102"/>
                    </a:cubicBezTo>
                    <a:cubicBezTo>
                      <a:pt x="2817" y="28945"/>
                      <a:pt x="2792" y="28804"/>
                      <a:pt x="2759" y="28655"/>
                    </a:cubicBezTo>
                    <a:cubicBezTo>
                      <a:pt x="2734" y="28506"/>
                      <a:pt x="2709" y="28365"/>
                      <a:pt x="2685" y="28216"/>
                    </a:cubicBezTo>
                    <a:cubicBezTo>
                      <a:pt x="2643" y="27917"/>
                      <a:pt x="2618" y="27619"/>
                      <a:pt x="2602" y="27321"/>
                    </a:cubicBezTo>
                    <a:cubicBezTo>
                      <a:pt x="2569" y="26716"/>
                      <a:pt x="2593" y="26111"/>
                      <a:pt x="2668" y="25514"/>
                    </a:cubicBezTo>
                    <a:cubicBezTo>
                      <a:pt x="2693" y="25291"/>
                      <a:pt x="2734" y="25075"/>
                      <a:pt x="2767" y="24860"/>
                    </a:cubicBezTo>
                    <a:cubicBezTo>
                      <a:pt x="2776" y="24860"/>
                      <a:pt x="2784" y="24852"/>
                      <a:pt x="2792" y="24843"/>
                    </a:cubicBezTo>
                    <a:cubicBezTo>
                      <a:pt x="2850" y="24785"/>
                      <a:pt x="2850" y="24678"/>
                      <a:pt x="2859" y="24603"/>
                    </a:cubicBezTo>
                    <a:cubicBezTo>
                      <a:pt x="2867" y="24495"/>
                      <a:pt x="2867" y="24396"/>
                      <a:pt x="2875" y="24297"/>
                    </a:cubicBezTo>
                    <a:cubicBezTo>
                      <a:pt x="2892" y="24089"/>
                      <a:pt x="2917" y="23882"/>
                      <a:pt x="2941" y="23683"/>
                    </a:cubicBezTo>
                    <a:cubicBezTo>
                      <a:pt x="2975" y="23468"/>
                      <a:pt x="3016" y="23261"/>
                      <a:pt x="3057" y="23054"/>
                    </a:cubicBezTo>
                    <a:cubicBezTo>
                      <a:pt x="3066" y="23068"/>
                      <a:pt x="3081" y="23075"/>
                      <a:pt x="3097" y="23075"/>
                    </a:cubicBezTo>
                    <a:cubicBezTo>
                      <a:pt x="3126" y="23075"/>
                      <a:pt x="3160" y="23053"/>
                      <a:pt x="3165" y="23021"/>
                    </a:cubicBezTo>
                    <a:cubicBezTo>
                      <a:pt x="3207" y="22639"/>
                      <a:pt x="3215" y="22258"/>
                      <a:pt x="3273" y="21885"/>
                    </a:cubicBezTo>
                    <a:cubicBezTo>
                      <a:pt x="3323" y="21513"/>
                      <a:pt x="3414" y="21148"/>
                      <a:pt x="3521" y="20792"/>
                    </a:cubicBezTo>
                    <a:cubicBezTo>
                      <a:pt x="3745" y="20071"/>
                      <a:pt x="4068" y="19383"/>
                      <a:pt x="4383" y="18696"/>
                    </a:cubicBezTo>
                    <a:cubicBezTo>
                      <a:pt x="4516" y="18397"/>
                      <a:pt x="4656" y="18099"/>
                      <a:pt x="4789" y="17801"/>
                    </a:cubicBezTo>
                    <a:cubicBezTo>
                      <a:pt x="4922" y="17602"/>
                      <a:pt x="4971" y="17345"/>
                      <a:pt x="5054" y="17130"/>
                    </a:cubicBezTo>
                    <a:cubicBezTo>
                      <a:pt x="5137" y="16889"/>
                      <a:pt x="5228" y="16657"/>
                      <a:pt x="5344" y="16434"/>
                    </a:cubicBezTo>
                    <a:cubicBezTo>
                      <a:pt x="5460" y="16218"/>
                      <a:pt x="5601" y="16011"/>
                      <a:pt x="5767" y="15829"/>
                    </a:cubicBezTo>
                    <a:cubicBezTo>
                      <a:pt x="5816" y="15762"/>
                      <a:pt x="5874" y="15713"/>
                      <a:pt x="5932" y="15655"/>
                    </a:cubicBezTo>
                    <a:cubicBezTo>
                      <a:pt x="5938" y="15661"/>
                      <a:pt x="5952" y="15666"/>
                      <a:pt x="5966" y="15666"/>
                    </a:cubicBezTo>
                    <a:cubicBezTo>
                      <a:pt x="5972" y="15666"/>
                      <a:pt x="5977" y="15665"/>
                      <a:pt x="5982" y="15663"/>
                    </a:cubicBezTo>
                    <a:cubicBezTo>
                      <a:pt x="6048" y="15622"/>
                      <a:pt x="6106" y="15555"/>
                      <a:pt x="6164" y="15497"/>
                    </a:cubicBezTo>
                    <a:cubicBezTo>
                      <a:pt x="6222" y="15439"/>
                      <a:pt x="6280" y="15381"/>
                      <a:pt x="6347" y="15323"/>
                    </a:cubicBezTo>
                    <a:cubicBezTo>
                      <a:pt x="6479" y="15207"/>
                      <a:pt x="6620" y="15108"/>
                      <a:pt x="6769" y="15017"/>
                    </a:cubicBezTo>
                    <a:cubicBezTo>
                      <a:pt x="6968" y="14893"/>
                      <a:pt x="7175" y="14793"/>
                      <a:pt x="7349" y="14636"/>
                    </a:cubicBezTo>
                    <a:cubicBezTo>
                      <a:pt x="7353" y="14640"/>
                      <a:pt x="7358" y="14642"/>
                      <a:pt x="7362" y="14642"/>
                    </a:cubicBezTo>
                    <a:cubicBezTo>
                      <a:pt x="7366" y="14642"/>
                      <a:pt x="7370" y="14640"/>
                      <a:pt x="7374" y="14636"/>
                    </a:cubicBezTo>
                    <a:cubicBezTo>
                      <a:pt x="7498" y="14536"/>
                      <a:pt x="7606" y="14412"/>
                      <a:pt x="7730" y="14321"/>
                    </a:cubicBezTo>
                    <a:cubicBezTo>
                      <a:pt x="7855" y="14221"/>
                      <a:pt x="7996" y="14139"/>
                      <a:pt x="8145" y="14064"/>
                    </a:cubicBezTo>
                    <a:cubicBezTo>
                      <a:pt x="8294" y="13989"/>
                      <a:pt x="8443" y="13923"/>
                      <a:pt x="8600" y="13840"/>
                    </a:cubicBezTo>
                    <a:cubicBezTo>
                      <a:pt x="8725" y="13774"/>
                      <a:pt x="8832" y="13699"/>
                      <a:pt x="8940" y="13608"/>
                    </a:cubicBezTo>
                    <a:cubicBezTo>
                      <a:pt x="9172" y="13459"/>
                      <a:pt x="9396" y="13318"/>
                      <a:pt x="9644" y="13219"/>
                    </a:cubicBezTo>
                    <a:cubicBezTo>
                      <a:pt x="9868" y="13128"/>
                      <a:pt x="10092" y="13045"/>
                      <a:pt x="10274" y="12887"/>
                    </a:cubicBezTo>
                    <a:cubicBezTo>
                      <a:pt x="10481" y="12705"/>
                      <a:pt x="10581" y="12448"/>
                      <a:pt x="10721" y="12225"/>
                    </a:cubicBezTo>
                    <a:cubicBezTo>
                      <a:pt x="10871" y="11993"/>
                      <a:pt x="11045" y="11794"/>
                      <a:pt x="11235" y="11595"/>
                    </a:cubicBezTo>
                    <a:close/>
                    <a:moveTo>
                      <a:pt x="15300" y="0"/>
                    </a:moveTo>
                    <a:cubicBezTo>
                      <a:pt x="15180" y="0"/>
                      <a:pt x="15057" y="10"/>
                      <a:pt x="14939" y="28"/>
                    </a:cubicBezTo>
                    <a:cubicBezTo>
                      <a:pt x="14690" y="78"/>
                      <a:pt x="14450" y="161"/>
                      <a:pt x="14235" y="293"/>
                    </a:cubicBezTo>
                    <a:cubicBezTo>
                      <a:pt x="14224" y="283"/>
                      <a:pt x="14211" y="276"/>
                      <a:pt x="14196" y="276"/>
                    </a:cubicBezTo>
                    <a:cubicBezTo>
                      <a:pt x="14187" y="276"/>
                      <a:pt x="14178" y="279"/>
                      <a:pt x="14168" y="285"/>
                    </a:cubicBezTo>
                    <a:cubicBezTo>
                      <a:pt x="13928" y="443"/>
                      <a:pt x="13713" y="650"/>
                      <a:pt x="13481" y="815"/>
                    </a:cubicBezTo>
                    <a:cubicBezTo>
                      <a:pt x="13249" y="981"/>
                      <a:pt x="13000" y="1139"/>
                      <a:pt x="12735" y="1238"/>
                    </a:cubicBezTo>
                    <a:cubicBezTo>
                      <a:pt x="12602" y="1296"/>
                      <a:pt x="12461" y="1337"/>
                      <a:pt x="12321" y="1362"/>
                    </a:cubicBezTo>
                    <a:cubicBezTo>
                      <a:pt x="12180" y="1387"/>
                      <a:pt x="12031" y="1395"/>
                      <a:pt x="11881" y="1404"/>
                    </a:cubicBezTo>
                    <a:cubicBezTo>
                      <a:pt x="11633" y="1412"/>
                      <a:pt x="11409" y="1503"/>
                      <a:pt x="11277" y="1727"/>
                    </a:cubicBezTo>
                    <a:cubicBezTo>
                      <a:pt x="11111" y="2000"/>
                      <a:pt x="11152" y="2332"/>
                      <a:pt x="11235" y="2630"/>
                    </a:cubicBezTo>
                    <a:cubicBezTo>
                      <a:pt x="11248" y="2663"/>
                      <a:pt x="11277" y="2685"/>
                      <a:pt x="11308" y="2685"/>
                    </a:cubicBezTo>
                    <a:cubicBezTo>
                      <a:pt x="11317" y="2685"/>
                      <a:pt x="11326" y="2683"/>
                      <a:pt x="11335" y="2680"/>
                    </a:cubicBezTo>
                    <a:cubicBezTo>
                      <a:pt x="11542" y="2630"/>
                      <a:pt x="11732" y="2555"/>
                      <a:pt x="11915" y="2464"/>
                    </a:cubicBezTo>
                    <a:cubicBezTo>
                      <a:pt x="12180" y="2547"/>
                      <a:pt x="12445" y="2605"/>
                      <a:pt x="12718" y="2630"/>
                    </a:cubicBezTo>
                    <a:cubicBezTo>
                      <a:pt x="12755" y="2634"/>
                      <a:pt x="12792" y="2635"/>
                      <a:pt x="12829" y="2635"/>
                    </a:cubicBezTo>
                    <a:cubicBezTo>
                      <a:pt x="13053" y="2635"/>
                      <a:pt x="13282" y="2568"/>
                      <a:pt x="13431" y="2398"/>
                    </a:cubicBezTo>
                    <a:cubicBezTo>
                      <a:pt x="13522" y="2299"/>
                      <a:pt x="13588" y="2191"/>
                      <a:pt x="13638" y="2075"/>
                    </a:cubicBezTo>
                    <a:cubicBezTo>
                      <a:pt x="13646" y="2067"/>
                      <a:pt x="13655" y="2058"/>
                      <a:pt x="13663" y="2050"/>
                    </a:cubicBezTo>
                    <a:cubicBezTo>
                      <a:pt x="13713" y="2009"/>
                      <a:pt x="13762" y="1967"/>
                      <a:pt x="13812" y="1926"/>
                    </a:cubicBezTo>
                    <a:cubicBezTo>
                      <a:pt x="13820" y="1917"/>
                      <a:pt x="13829" y="1917"/>
                      <a:pt x="13837" y="1909"/>
                    </a:cubicBezTo>
                    <a:cubicBezTo>
                      <a:pt x="13878" y="1959"/>
                      <a:pt x="13903" y="2042"/>
                      <a:pt x="13920" y="2091"/>
                    </a:cubicBezTo>
                    <a:cubicBezTo>
                      <a:pt x="13945" y="2199"/>
                      <a:pt x="13953" y="2307"/>
                      <a:pt x="13969" y="2406"/>
                    </a:cubicBezTo>
                    <a:cubicBezTo>
                      <a:pt x="13994" y="2580"/>
                      <a:pt x="14069" y="2738"/>
                      <a:pt x="14177" y="2879"/>
                    </a:cubicBezTo>
                    <a:cubicBezTo>
                      <a:pt x="14218" y="2928"/>
                      <a:pt x="14268" y="2978"/>
                      <a:pt x="14317" y="3019"/>
                    </a:cubicBezTo>
                    <a:cubicBezTo>
                      <a:pt x="14317" y="3094"/>
                      <a:pt x="14326" y="3177"/>
                      <a:pt x="14317" y="3260"/>
                    </a:cubicBezTo>
                    <a:cubicBezTo>
                      <a:pt x="14317" y="3384"/>
                      <a:pt x="14301" y="3508"/>
                      <a:pt x="14309" y="3633"/>
                    </a:cubicBezTo>
                    <a:cubicBezTo>
                      <a:pt x="14326" y="3848"/>
                      <a:pt x="14433" y="4022"/>
                      <a:pt x="14549" y="4204"/>
                    </a:cubicBezTo>
                    <a:cubicBezTo>
                      <a:pt x="14657" y="4370"/>
                      <a:pt x="14740" y="4536"/>
                      <a:pt x="14790" y="4726"/>
                    </a:cubicBezTo>
                    <a:cubicBezTo>
                      <a:pt x="14723" y="4950"/>
                      <a:pt x="14607" y="5157"/>
                      <a:pt x="14466" y="5348"/>
                    </a:cubicBezTo>
                    <a:cubicBezTo>
                      <a:pt x="14301" y="5580"/>
                      <a:pt x="14135" y="5820"/>
                      <a:pt x="13986" y="6068"/>
                    </a:cubicBezTo>
                    <a:cubicBezTo>
                      <a:pt x="13837" y="6325"/>
                      <a:pt x="13704" y="6582"/>
                      <a:pt x="13597" y="6856"/>
                    </a:cubicBezTo>
                    <a:cubicBezTo>
                      <a:pt x="13563" y="6930"/>
                      <a:pt x="13539" y="7005"/>
                      <a:pt x="13505" y="7071"/>
                    </a:cubicBezTo>
                    <a:cubicBezTo>
                      <a:pt x="13497" y="7079"/>
                      <a:pt x="13489" y="7088"/>
                      <a:pt x="13481" y="7096"/>
                    </a:cubicBezTo>
                    <a:cubicBezTo>
                      <a:pt x="13282" y="7502"/>
                      <a:pt x="13099" y="7908"/>
                      <a:pt x="12925" y="8322"/>
                    </a:cubicBezTo>
                    <a:cubicBezTo>
                      <a:pt x="12909" y="8364"/>
                      <a:pt x="12892" y="8405"/>
                      <a:pt x="12876" y="8446"/>
                    </a:cubicBezTo>
                    <a:cubicBezTo>
                      <a:pt x="12867" y="8438"/>
                      <a:pt x="12859" y="8438"/>
                      <a:pt x="12843" y="8438"/>
                    </a:cubicBezTo>
                    <a:cubicBezTo>
                      <a:pt x="12826" y="8438"/>
                      <a:pt x="12809" y="8437"/>
                      <a:pt x="12793" y="8437"/>
                    </a:cubicBezTo>
                    <a:cubicBezTo>
                      <a:pt x="12519" y="8437"/>
                      <a:pt x="12246" y="8500"/>
                      <a:pt x="11981" y="8562"/>
                    </a:cubicBezTo>
                    <a:cubicBezTo>
                      <a:pt x="11840" y="8587"/>
                      <a:pt x="11699" y="8629"/>
                      <a:pt x="11550" y="8670"/>
                    </a:cubicBezTo>
                    <a:cubicBezTo>
                      <a:pt x="11442" y="8695"/>
                      <a:pt x="11335" y="8736"/>
                      <a:pt x="11252" y="8819"/>
                    </a:cubicBezTo>
                    <a:cubicBezTo>
                      <a:pt x="11169" y="8902"/>
                      <a:pt x="11127" y="9026"/>
                      <a:pt x="11094" y="9142"/>
                    </a:cubicBezTo>
                    <a:cubicBezTo>
                      <a:pt x="11061" y="9283"/>
                      <a:pt x="11028" y="9424"/>
                      <a:pt x="10995" y="9565"/>
                    </a:cubicBezTo>
                    <a:cubicBezTo>
                      <a:pt x="10929" y="9863"/>
                      <a:pt x="10871" y="10153"/>
                      <a:pt x="10821" y="10451"/>
                    </a:cubicBezTo>
                    <a:cubicBezTo>
                      <a:pt x="10779" y="10725"/>
                      <a:pt x="10738" y="10990"/>
                      <a:pt x="10912" y="11230"/>
                    </a:cubicBezTo>
                    <a:cubicBezTo>
                      <a:pt x="10970" y="11313"/>
                      <a:pt x="11036" y="11388"/>
                      <a:pt x="11103" y="11454"/>
                    </a:cubicBezTo>
                    <a:cubicBezTo>
                      <a:pt x="10920" y="11636"/>
                      <a:pt x="10763" y="11843"/>
                      <a:pt x="10622" y="12059"/>
                    </a:cubicBezTo>
                    <a:cubicBezTo>
                      <a:pt x="10547" y="12175"/>
                      <a:pt x="10473" y="12299"/>
                      <a:pt x="10415" y="12423"/>
                    </a:cubicBezTo>
                    <a:cubicBezTo>
                      <a:pt x="10357" y="12548"/>
                      <a:pt x="10324" y="12697"/>
                      <a:pt x="10224" y="12796"/>
                    </a:cubicBezTo>
                    <a:cubicBezTo>
                      <a:pt x="10059" y="12979"/>
                      <a:pt x="9793" y="13053"/>
                      <a:pt x="9570" y="13144"/>
                    </a:cubicBezTo>
                    <a:cubicBezTo>
                      <a:pt x="9329" y="13244"/>
                      <a:pt x="9114" y="13385"/>
                      <a:pt x="8907" y="13542"/>
                    </a:cubicBezTo>
                    <a:cubicBezTo>
                      <a:pt x="8774" y="13617"/>
                      <a:pt x="8634" y="13683"/>
                      <a:pt x="8501" y="13749"/>
                    </a:cubicBezTo>
                    <a:cubicBezTo>
                      <a:pt x="8344" y="13824"/>
                      <a:pt x="8178" y="13890"/>
                      <a:pt x="8020" y="13973"/>
                    </a:cubicBezTo>
                    <a:cubicBezTo>
                      <a:pt x="7979" y="13998"/>
                      <a:pt x="7938" y="14023"/>
                      <a:pt x="7904" y="14039"/>
                    </a:cubicBezTo>
                    <a:lnTo>
                      <a:pt x="7896" y="14039"/>
                    </a:lnTo>
                    <a:cubicBezTo>
                      <a:pt x="7722" y="13650"/>
                      <a:pt x="7465" y="13327"/>
                      <a:pt x="7208" y="12987"/>
                    </a:cubicBezTo>
                    <a:cubicBezTo>
                      <a:pt x="7084" y="12821"/>
                      <a:pt x="6960" y="12647"/>
                      <a:pt x="6852" y="12457"/>
                    </a:cubicBezTo>
                    <a:cubicBezTo>
                      <a:pt x="6744" y="12258"/>
                      <a:pt x="6662" y="12051"/>
                      <a:pt x="6595" y="11835"/>
                    </a:cubicBezTo>
                    <a:cubicBezTo>
                      <a:pt x="6454" y="11421"/>
                      <a:pt x="6338" y="10998"/>
                      <a:pt x="6140" y="10601"/>
                    </a:cubicBezTo>
                    <a:cubicBezTo>
                      <a:pt x="6048" y="10418"/>
                      <a:pt x="5924" y="10236"/>
                      <a:pt x="5783" y="10079"/>
                    </a:cubicBezTo>
                    <a:cubicBezTo>
                      <a:pt x="5634" y="9930"/>
                      <a:pt x="5460" y="9805"/>
                      <a:pt x="5278" y="9698"/>
                    </a:cubicBezTo>
                    <a:cubicBezTo>
                      <a:pt x="5046" y="9565"/>
                      <a:pt x="4814" y="9449"/>
                      <a:pt x="4582" y="9325"/>
                    </a:cubicBezTo>
                    <a:cubicBezTo>
                      <a:pt x="4466" y="9264"/>
                      <a:pt x="4333" y="9200"/>
                      <a:pt x="4203" y="9200"/>
                    </a:cubicBezTo>
                    <a:cubicBezTo>
                      <a:pt x="4137" y="9200"/>
                      <a:pt x="4072" y="9217"/>
                      <a:pt x="4010" y="9258"/>
                    </a:cubicBezTo>
                    <a:cubicBezTo>
                      <a:pt x="3977" y="9283"/>
                      <a:pt x="3952" y="9333"/>
                      <a:pt x="3977" y="9366"/>
                    </a:cubicBezTo>
                    <a:cubicBezTo>
                      <a:pt x="4093" y="9540"/>
                      <a:pt x="4259" y="9681"/>
                      <a:pt x="4408" y="9822"/>
                    </a:cubicBezTo>
                    <a:cubicBezTo>
                      <a:pt x="4549" y="9954"/>
                      <a:pt x="4681" y="10095"/>
                      <a:pt x="4806" y="10253"/>
                    </a:cubicBezTo>
                    <a:cubicBezTo>
                      <a:pt x="5038" y="10551"/>
                      <a:pt x="5228" y="10891"/>
                      <a:pt x="5386" y="11239"/>
                    </a:cubicBezTo>
                    <a:cubicBezTo>
                      <a:pt x="5543" y="11595"/>
                      <a:pt x="5676" y="11968"/>
                      <a:pt x="5775" y="12341"/>
                    </a:cubicBezTo>
                    <a:cubicBezTo>
                      <a:pt x="5825" y="12539"/>
                      <a:pt x="5874" y="12747"/>
                      <a:pt x="5982" y="12929"/>
                    </a:cubicBezTo>
                    <a:cubicBezTo>
                      <a:pt x="6082" y="13119"/>
                      <a:pt x="6206" y="13285"/>
                      <a:pt x="6314" y="13467"/>
                    </a:cubicBezTo>
                    <a:cubicBezTo>
                      <a:pt x="6438" y="13683"/>
                      <a:pt x="6554" y="13898"/>
                      <a:pt x="6678" y="14105"/>
                    </a:cubicBezTo>
                    <a:cubicBezTo>
                      <a:pt x="6794" y="14321"/>
                      <a:pt x="6894" y="14536"/>
                      <a:pt x="7010" y="14752"/>
                    </a:cubicBezTo>
                    <a:cubicBezTo>
                      <a:pt x="6894" y="14818"/>
                      <a:pt x="6778" y="14884"/>
                      <a:pt x="6662" y="14959"/>
                    </a:cubicBezTo>
                    <a:cubicBezTo>
                      <a:pt x="6537" y="15033"/>
                      <a:pt x="6430" y="15108"/>
                      <a:pt x="6322" y="15199"/>
                    </a:cubicBezTo>
                    <a:cubicBezTo>
                      <a:pt x="6314" y="15199"/>
                      <a:pt x="6305" y="15199"/>
                      <a:pt x="6297" y="15207"/>
                    </a:cubicBezTo>
                    <a:cubicBezTo>
                      <a:pt x="6065" y="15365"/>
                      <a:pt x="5850" y="15522"/>
                      <a:pt x="5651" y="15729"/>
                    </a:cubicBezTo>
                    <a:cubicBezTo>
                      <a:pt x="5477" y="15912"/>
                      <a:pt x="5328" y="16119"/>
                      <a:pt x="5212" y="16334"/>
                    </a:cubicBezTo>
                    <a:cubicBezTo>
                      <a:pt x="5087" y="16558"/>
                      <a:pt x="4988" y="16790"/>
                      <a:pt x="4897" y="17030"/>
                    </a:cubicBezTo>
                    <a:cubicBezTo>
                      <a:pt x="4822" y="17246"/>
                      <a:pt x="4714" y="17486"/>
                      <a:pt x="4706" y="17726"/>
                    </a:cubicBezTo>
                    <a:cubicBezTo>
                      <a:pt x="4565" y="17991"/>
                      <a:pt x="4433" y="18265"/>
                      <a:pt x="4300" y="18530"/>
                    </a:cubicBezTo>
                    <a:cubicBezTo>
                      <a:pt x="4126" y="18878"/>
                      <a:pt x="3960" y="19226"/>
                      <a:pt x="3811" y="19582"/>
                    </a:cubicBezTo>
                    <a:cubicBezTo>
                      <a:pt x="3505" y="20286"/>
                      <a:pt x="3248" y="21015"/>
                      <a:pt x="3107" y="21769"/>
                    </a:cubicBezTo>
                    <a:cubicBezTo>
                      <a:pt x="3049" y="22093"/>
                      <a:pt x="2999" y="22416"/>
                      <a:pt x="3024" y="22739"/>
                    </a:cubicBezTo>
                    <a:cubicBezTo>
                      <a:pt x="2917" y="23037"/>
                      <a:pt x="2842" y="23352"/>
                      <a:pt x="2784" y="23659"/>
                    </a:cubicBezTo>
                    <a:cubicBezTo>
                      <a:pt x="2751" y="23857"/>
                      <a:pt x="2718" y="24065"/>
                      <a:pt x="2701" y="24263"/>
                    </a:cubicBezTo>
                    <a:cubicBezTo>
                      <a:pt x="2693" y="24371"/>
                      <a:pt x="2685" y="24479"/>
                      <a:pt x="2685" y="24587"/>
                    </a:cubicBezTo>
                    <a:lnTo>
                      <a:pt x="2685" y="24603"/>
                    </a:lnTo>
                    <a:cubicBezTo>
                      <a:pt x="2602" y="24852"/>
                      <a:pt x="2552" y="25117"/>
                      <a:pt x="2511" y="25382"/>
                    </a:cubicBezTo>
                    <a:cubicBezTo>
                      <a:pt x="2461" y="25680"/>
                      <a:pt x="2436" y="25987"/>
                      <a:pt x="2403" y="26293"/>
                    </a:cubicBezTo>
                    <a:cubicBezTo>
                      <a:pt x="2345" y="26906"/>
                      <a:pt x="2378" y="27536"/>
                      <a:pt x="2453" y="28141"/>
                    </a:cubicBezTo>
                    <a:cubicBezTo>
                      <a:pt x="2477" y="28307"/>
                      <a:pt x="2502" y="28472"/>
                      <a:pt x="2527" y="28630"/>
                    </a:cubicBezTo>
                    <a:cubicBezTo>
                      <a:pt x="2328" y="29152"/>
                      <a:pt x="2171" y="29682"/>
                      <a:pt x="2013" y="30221"/>
                    </a:cubicBezTo>
                    <a:cubicBezTo>
                      <a:pt x="1939" y="30486"/>
                      <a:pt x="1889" y="30759"/>
                      <a:pt x="1873" y="31041"/>
                    </a:cubicBezTo>
                    <a:cubicBezTo>
                      <a:pt x="1856" y="31323"/>
                      <a:pt x="1823" y="31596"/>
                      <a:pt x="1765" y="31878"/>
                    </a:cubicBezTo>
                    <a:cubicBezTo>
                      <a:pt x="1732" y="32043"/>
                      <a:pt x="1707" y="32201"/>
                      <a:pt x="1674" y="32358"/>
                    </a:cubicBezTo>
                    <a:cubicBezTo>
                      <a:pt x="1657" y="32441"/>
                      <a:pt x="1641" y="32516"/>
                      <a:pt x="1624" y="32599"/>
                    </a:cubicBezTo>
                    <a:cubicBezTo>
                      <a:pt x="1616" y="32657"/>
                      <a:pt x="1616" y="32756"/>
                      <a:pt x="1574" y="32797"/>
                    </a:cubicBezTo>
                    <a:cubicBezTo>
                      <a:pt x="1541" y="32831"/>
                      <a:pt x="1549" y="32864"/>
                      <a:pt x="1566" y="32897"/>
                    </a:cubicBezTo>
                    <a:cubicBezTo>
                      <a:pt x="1392" y="33377"/>
                      <a:pt x="1185" y="33850"/>
                      <a:pt x="903" y="34289"/>
                    </a:cubicBezTo>
                    <a:cubicBezTo>
                      <a:pt x="737" y="34554"/>
                      <a:pt x="547" y="34786"/>
                      <a:pt x="348" y="35026"/>
                    </a:cubicBezTo>
                    <a:cubicBezTo>
                      <a:pt x="166" y="35242"/>
                      <a:pt x="0" y="35498"/>
                      <a:pt x="33" y="35797"/>
                    </a:cubicBezTo>
                    <a:cubicBezTo>
                      <a:pt x="58" y="35954"/>
                      <a:pt x="141" y="36087"/>
                      <a:pt x="265" y="36178"/>
                    </a:cubicBezTo>
                    <a:cubicBezTo>
                      <a:pt x="331" y="36219"/>
                      <a:pt x="389" y="36252"/>
                      <a:pt x="456" y="36286"/>
                    </a:cubicBezTo>
                    <a:cubicBezTo>
                      <a:pt x="530" y="36319"/>
                      <a:pt x="588" y="36368"/>
                      <a:pt x="663" y="36393"/>
                    </a:cubicBezTo>
                    <a:lnTo>
                      <a:pt x="679" y="36393"/>
                    </a:lnTo>
                    <a:cubicBezTo>
                      <a:pt x="746" y="36443"/>
                      <a:pt x="829" y="36484"/>
                      <a:pt x="911" y="36518"/>
                    </a:cubicBezTo>
                    <a:cubicBezTo>
                      <a:pt x="1049" y="36573"/>
                      <a:pt x="1197" y="36605"/>
                      <a:pt x="1348" y="36605"/>
                    </a:cubicBezTo>
                    <a:cubicBezTo>
                      <a:pt x="1379" y="36605"/>
                      <a:pt x="1410" y="36603"/>
                      <a:pt x="1442" y="36600"/>
                    </a:cubicBezTo>
                    <a:cubicBezTo>
                      <a:pt x="1516" y="36592"/>
                      <a:pt x="1607" y="36576"/>
                      <a:pt x="1699" y="36542"/>
                    </a:cubicBezTo>
                    <a:cubicBezTo>
                      <a:pt x="1699" y="36576"/>
                      <a:pt x="1715" y="36600"/>
                      <a:pt x="1740" y="36609"/>
                    </a:cubicBezTo>
                    <a:cubicBezTo>
                      <a:pt x="1823" y="36634"/>
                      <a:pt x="1897" y="36642"/>
                      <a:pt x="1989" y="36642"/>
                    </a:cubicBezTo>
                    <a:cubicBezTo>
                      <a:pt x="2071" y="36642"/>
                      <a:pt x="2154" y="36625"/>
                      <a:pt x="2237" y="36617"/>
                    </a:cubicBezTo>
                    <a:cubicBezTo>
                      <a:pt x="2320" y="36600"/>
                      <a:pt x="2403" y="36584"/>
                      <a:pt x="2477" y="36559"/>
                    </a:cubicBezTo>
                    <a:cubicBezTo>
                      <a:pt x="2552" y="36534"/>
                      <a:pt x="2635" y="36518"/>
                      <a:pt x="2701" y="36476"/>
                    </a:cubicBezTo>
                    <a:cubicBezTo>
                      <a:pt x="2767" y="36435"/>
                      <a:pt x="2801" y="36385"/>
                      <a:pt x="2817" y="36327"/>
                    </a:cubicBezTo>
                    <a:cubicBezTo>
                      <a:pt x="2950" y="36261"/>
                      <a:pt x="3074" y="36178"/>
                      <a:pt x="3165" y="36062"/>
                    </a:cubicBezTo>
                    <a:cubicBezTo>
                      <a:pt x="3323" y="35855"/>
                      <a:pt x="3281" y="35631"/>
                      <a:pt x="3240" y="35391"/>
                    </a:cubicBezTo>
                    <a:cubicBezTo>
                      <a:pt x="3157" y="34852"/>
                      <a:pt x="3182" y="34297"/>
                      <a:pt x="3273" y="33767"/>
                    </a:cubicBezTo>
                    <a:cubicBezTo>
                      <a:pt x="3289" y="33609"/>
                      <a:pt x="3323" y="33460"/>
                      <a:pt x="3364" y="33303"/>
                    </a:cubicBezTo>
                    <a:cubicBezTo>
                      <a:pt x="3372" y="33270"/>
                      <a:pt x="3381" y="33237"/>
                      <a:pt x="3389" y="33203"/>
                    </a:cubicBezTo>
                    <a:cubicBezTo>
                      <a:pt x="3405" y="33187"/>
                      <a:pt x="3422" y="33170"/>
                      <a:pt x="3439" y="33145"/>
                    </a:cubicBezTo>
                    <a:cubicBezTo>
                      <a:pt x="3886" y="32002"/>
                      <a:pt x="4342" y="30792"/>
                      <a:pt x="4383" y="29550"/>
                    </a:cubicBezTo>
                    <a:cubicBezTo>
                      <a:pt x="4391" y="29202"/>
                      <a:pt x="4383" y="28845"/>
                      <a:pt x="4358" y="28489"/>
                    </a:cubicBezTo>
                    <a:cubicBezTo>
                      <a:pt x="4466" y="28307"/>
                      <a:pt x="4565" y="28124"/>
                      <a:pt x="4656" y="27934"/>
                    </a:cubicBezTo>
                    <a:cubicBezTo>
                      <a:pt x="4781" y="27669"/>
                      <a:pt x="4897" y="27404"/>
                      <a:pt x="4996" y="27130"/>
                    </a:cubicBezTo>
                    <a:cubicBezTo>
                      <a:pt x="5104" y="26857"/>
                      <a:pt x="5187" y="26575"/>
                      <a:pt x="5270" y="26293"/>
                    </a:cubicBezTo>
                    <a:cubicBezTo>
                      <a:pt x="5319" y="26094"/>
                      <a:pt x="5386" y="25887"/>
                      <a:pt x="5410" y="25680"/>
                    </a:cubicBezTo>
                    <a:cubicBezTo>
                      <a:pt x="5510" y="25606"/>
                      <a:pt x="5609" y="25539"/>
                      <a:pt x="5700" y="25456"/>
                    </a:cubicBezTo>
                    <a:cubicBezTo>
                      <a:pt x="5808" y="25365"/>
                      <a:pt x="5916" y="25274"/>
                      <a:pt x="6015" y="25183"/>
                    </a:cubicBezTo>
                    <a:cubicBezTo>
                      <a:pt x="6222" y="25001"/>
                      <a:pt x="6421" y="24819"/>
                      <a:pt x="6620" y="24628"/>
                    </a:cubicBezTo>
                    <a:cubicBezTo>
                      <a:pt x="6802" y="24462"/>
                      <a:pt x="6976" y="24288"/>
                      <a:pt x="7134" y="24098"/>
                    </a:cubicBezTo>
                    <a:cubicBezTo>
                      <a:pt x="7283" y="23915"/>
                      <a:pt x="7407" y="23725"/>
                      <a:pt x="7523" y="23518"/>
                    </a:cubicBezTo>
                    <a:cubicBezTo>
                      <a:pt x="7573" y="23435"/>
                      <a:pt x="7631" y="23352"/>
                      <a:pt x="7681" y="23269"/>
                    </a:cubicBezTo>
                    <a:cubicBezTo>
                      <a:pt x="7681" y="23302"/>
                      <a:pt x="7706" y="23344"/>
                      <a:pt x="7747" y="23344"/>
                    </a:cubicBezTo>
                    <a:cubicBezTo>
                      <a:pt x="7855" y="23333"/>
                      <a:pt x="7962" y="23329"/>
                      <a:pt x="8069" y="23329"/>
                    </a:cubicBezTo>
                    <a:cubicBezTo>
                      <a:pt x="8218" y="23329"/>
                      <a:pt x="8365" y="23338"/>
                      <a:pt x="8509" y="23352"/>
                    </a:cubicBezTo>
                    <a:cubicBezTo>
                      <a:pt x="8634" y="23369"/>
                      <a:pt x="8758" y="23385"/>
                      <a:pt x="8882" y="23402"/>
                    </a:cubicBezTo>
                    <a:cubicBezTo>
                      <a:pt x="8986" y="23416"/>
                      <a:pt x="9102" y="23447"/>
                      <a:pt x="9210" y="23447"/>
                    </a:cubicBezTo>
                    <a:cubicBezTo>
                      <a:pt x="9231" y="23447"/>
                      <a:pt x="9251" y="23446"/>
                      <a:pt x="9271" y="23443"/>
                    </a:cubicBezTo>
                    <a:cubicBezTo>
                      <a:pt x="9313" y="23435"/>
                      <a:pt x="9329" y="23402"/>
                      <a:pt x="9338" y="23369"/>
                    </a:cubicBezTo>
                    <a:cubicBezTo>
                      <a:pt x="9346" y="23410"/>
                      <a:pt x="9354" y="23451"/>
                      <a:pt x="9371" y="23493"/>
                    </a:cubicBezTo>
                    <a:cubicBezTo>
                      <a:pt x="9454" y="23891"/>
                      <a:pt x="9570" y="24288"/>
                      <a:pt x="9711" y="24661"/>
                    </a:cubicBezTo>
                    <a:cubicBezTo>
                      <a:pt x="9744" y="25291"/>
                      <a:pt x="9843" y="25912"/>
                      <a:pt x="9959" y="26525"/>
                    </a:cubicBezTo>
                    <a:cubicBezTo>
                      <a:pt x="10083" y="27188"/>
                      <a:pt x="10233" y="27851"/>
                      <a:pt x="10415" y="28506"/>
                    </a:cubicBezTo>
                    <a:cubicBezTo>
                      <a:pt x="10465" y="28680"/>
                      <a:pt x="10514" y="28862"/>
                      <a:pt x="10572" y="29036"/>
                    </a:cubicBezTo>
                    <a:cubicBezTo>
                      <a:pt x="10597" y="29119"/>
                      <a:pt x="10622" y="29202"/>
                      <a:pt x="10639" y="29276"/>
                    </a:cubicBezTo>
                    <a:lnTo>
                      <a:pt x="10639" y="29284"/>
                    </a:lnTo>
                    <a:cubicBezTo>
                      <a:pt x="10614" y="29790"/>
                      <a:pt x="10730" y="30279"/>
                      <a:pt x="10829" y="30767"/>
                    </a:cubicBezTo>
                    <a:cubicBezTo>
                      <a:pt x="10879" y="31016"/>
                      <a:pt x="10929" y="31265"/>
                      <a:pt x="10945" y="31521"/>
                    </a:cubicBezTo>
                    <a:cubicBezTo>
                      <a:pt x="10945" y="31654"/>
                      <a:pt x="10945" y="31778"/>
                      <a:pt x="10937" y="31911"/>
                    </a:cubicBezTo>
                    <a:cubicBezTo>
                      <a:pt x="10887" y="32035"/>
                      <a:pt x="10846" y="32159"/>
                      <a:pt x="10788" y="32284"/>
                    </a:cubicBezTo>
                    <a:cubicBezTo>
                      <a:pt x="10730" y="32391"/>
                      <a:pt x="10663" y="32499"/>
                      <a:pt x="10589" y="32599"/>
                    </a:cubicBezTo>
                    <a:cubicBezTo>
                      <a:pt x="10465" y="32773"/>
                      <a:pt x="10340" y="32996"/>
                      <a:pt x="10440" y="33220"/>
                    </a:cubicBezTo>
                    <a:cubicBezTo>
                      <a:pt x="10498" y="33344"/>
                      <a:pt x="10572" y="33460"/>
                      <a:pt x="10647" y="33576"/>
                    </a:cubicBezTo>
                    <a:cubicBezTo>
                      <a:pt x="10721" y="33701"/>
                      <a:pt x="10796" y="33833"/>
                      <a:pt x="10871" y="33957"/>
                    </a:cubicBezTo>
                    <a:cubicBezTo>
                      <a:pt x="10953" y="34082"/>
                      <a:pt x="11028" y="34214"/>
                      <a:pt x="11103" y="34339"/>
                    </a:cubicBezTo>
                    <a:cubicBezTo>
                      <a:pt x="11169" y="34455"/>
                      <a:pt x="11235" y="34612"/>
                      <a:pt x="11351" y="34695"/>
                    </a:cubicBezTo>
                    <a:cubicBezTo>
                      <a:pt x="11359" y="34703"/>
                      <a:pt x="11376" y="34711"/>
                      <a:pt x="11384" y="34711"/>
                    </a:cubicBezTo>
                    <a:cubicBezTo>
                      <a:pt x="11401" y="34927"/>
                      <a:pt x="11409" y="35142"/>
                      <a:pt x="11409" y="35349"/>
                    </a:cubicBezTo>
                    <a:cubicBezTo>
                      <a:pt x="11401" y="35590"/>
                      <a:pt x="11401" y="35838"/>
                      <a:pt x="11492" y="36062"/>
                    </a:cubicBezTo>
                    <a:cubicBezTo>
                      <a:pt x="11600" y="36302"/>
                      <a:pt x="11815" y="36426"/>
                      <a:pt x="12055" y="36509"/>
                    </a:cubicBezTo>
                    <a:lnTo>
                      <a:pt x="12072" y="36509"/>
                    </a:lnTo>
                    <a:cubicBezTo>
                      <a:pt x="12080" y="36592"/>
                      <a:pt x="12113" y="36667"/>
                      <a:pt x="12188" y="36733"/>
                    </a:cubicBezTo>
                    <a:cubicBezTo>
                      <a:pt x="12279" y="36824"/>
                      <a:pt x="12420" y="36874"/>
                      <a:pt x="12544" y="36907"/>
                    </a:cubicBezTo>
                    <a:cubicBezTo>
                      <a:pt x="12677" y="36948"/>
                      <a:pt x="12818" y="36973"/>
                      <a:pt x="12950" y="36990"/>
                    </a:cubicBezTo>
                    <a:cubicBezTo>
                      <a:pt x="13004" y="36995"/>
                      <a:pt x="13057" y="36997"/>
                      <a:pt x="13110" y="36997"/>
                    </a:cubicBezTo>
                    <a:cubicBezTo>
                      <a:pt x="13338" y="36997"/>
                      <a:pt x="13562" y="36954"/>
                      <a:pt x="13771" y="36874"/>
                    </a:cubicBezTo>
                    <a:cubicBezTo>
                      <a:pt x="13812" y="36857"/>
                      <a:pt x="13845" y="36841"/>
                      <a:pt x="13878" y="36824"/>
                    </a:cubicBezTo>
                    <a:cubicBezTo>
                      <a:pt x="13890" y="36830"/>
                      <a:pt x="13902" y="36836"/>
                      <a:pt x="13913" y="36836"/>
                    </a:cubicBezTo>
                    <a:cubicBezTo>
                      <a:pt x="13918" y="36836"/>
                      <a:pt x="13923" y="36835"/>
                      <a:pt x="13928" y="36832"/>
                    </a:cubicBezTo>
                    <a:cubicBezTo>
                      <a:pt x="13978" y="36824"/>
                      <a:pt x="14027" y="36824"/>
                      <a:pt x="14077" y="36808"/>
                    </a:cubicBezTo>
                    <a:cubicBezTo>
                      <a:pt x="14119" y="36799"/>
                      <a:pt x="14168" y="36783"/>
                      <a:pt x="14210" y="36766"/>
                    </a:cubicBezTo>
                    <a:cubicBezTo>
                      <a:pt x="14301" y="36741"/>
                      <a:pt x="14384" y="36700"/>
                      <a:pt x="14475" y="36658"/>
                    </a:cubicBezTo>
                    <a:cubicBezTo>
                      <a:pt x="14549" y="36617"/>
                      <a:pt x="14632" y="36584"/>
                      <a:pt x="14682" y="36509"/>
                    </a:cubicBezTo>
                    <a:cubicBezTo>
                      <a:pt x="14689" y="36510"/>
                      <a:pt x="14695" y="36511"/>
                      <a:pt x="14702" y="36511"/>
                    </a:cubicBezTo>
                    <a:cubicBezTo>
                      <a:pt x="14813" y="36511"/>
                      <a:pt x="14934" y="36388"/>
                      <a:pt x="14988" y="36302"/>
                    </a:cubicBezTo>
                    <a:cubicBezTo>
                      <a:pt x="15063" y="36186"/>
                      <a:pt x="15096" y="36037"/>
                      <a:pt x="15071" y="35896"/>
                    </a:cubicBezTo>
                    <a:cubicBezTo>
                      <a:pt x="15038" y="35730"/>
                      <a:pt x="14939" y="35606"/>
                      <a:pt x="14831" y="35482"/>
                    </a:cubicBezTo>
                    <a:cubicBezTo>
                      <a:pt x="14715" y="35324"/>
                      <a:pt x="14591" y="35184"/>
                      <a:pt x="14466" y="35035"/>
                    </a:cubicBezTo>
                    <a:cubicBezTo>
                      <a:pt x="14459" y="35023"/>
                      <a:pt x="14448" y="35019"/>
                      <a:pt x="14436" y="35019"/>
                    </a:cubicBezTo>
                    <a:cubicBezTo>
                      <a:pt x="14422" y="35019"/>
                      <a:pt x="14406" y="35025"/>
                      <a:pt x="14392" y="35035"/>
                    </a:cubicBezTo>
                    <a:cubicBezTo>
                      <a:pt x="14367" y="35001"/>
                      <a:pt x="14342" y="34977"/>
                      <a:pt x="14317" y="34952"/>
                    </a:cubicBezTo>
                    <a:cubicBezTo>
                      <a:pt x="14210" y="34803"/>
                      <a:pt x="14152" y="34629"/>
                      <a:pt x="14135" y="34446"/>
                    </a:cubicBezTo>
                    <a:cubicBezTo>
                      <a:pt x="14110" y="34256"/>
                      <a:pt x="14077" y="34073"/>
                      <a:pt x="13994" y="33891"/>
                    </a:cubicBezTo>
                    <a:cubicBezTo>
                      <a:pt x="13911" y="33709"/>
                      <a:pt x="13812" y="33543"/>
                      <a:pt x="13729" y="33361"/>
                    </a:cubicBezTo>
                    <a:cubicBezTo>
                      <a:pt x="13588" y="33005"/>
                      <a:pt x="13514" y="32615"/>
                      <a:pt x="13456" y="32234"/>
                    </a:cubicBezTo>
                    <a:cubicBezTo>
                      <a:pt x="13389" y="31820"/>
                      <a:pt x="13340" y="31397"/>
                      <a:pt x="13273" y="30975"/>
                    </a:cubicBezTo>
                    <a:cubicBezTo>
                      <a:pt x="13240" y="30759"/>
                      <a:pt x="13182" y="30552"/>
                      <a:pt x="13083" y="30361"/>
                    </a:cubicBezTo>
                    <a:cubicBezTo>
                      <a:pt x="13075" y="30337"/>
                      <a:pt x="13058" y="30312"/>
                      <a:pt x="13041" y="30287"/>
                    </a:cubicBezTo>
                    <a:cubicBezTo>
                      <a:pt x="13050" y="30287"/>
                      <a:pt x="13050" y="30287"/>
                      <a:pt x="13050" y="30279"/>
                    </a:cubicBezTo>
                    <a:cubicBezTo>
                      <a:pt x="13174" y="29980"/>
                      <a:pt x="13298" y="29690"/>
                      <a:pt x="13414" y="29392"/>
                    </a:cubicBezTo>
                    <a:cubicBezTo>
                      <a:pt x="13472" y="29243"/>
                      <a:pt x="13530" y="29094"/>
                      <a:pt x="13588" y="28945"/>
                    </a:cubicBezTo>
                    <a:cubicBezTo>
                      <a:pt x="13613" y="28878"/>
                      <a:pt x="13638" y="28820"/>
                      <a:pt x="13663" y="28754"/>
                    </a:cubicBezTo>
                    <a:cubicBezTo>
                      <a:pt x="13679" y="28713"/>
                      <a:pt x="13696" y="28622"/>
                      <a:pt x="13746" y="28613"/>
                    </a:cubicBezTo>
                    <a:cubicBezTo>
                      <a:pt x="13771" y="28605"/>
                      <a:pt x="13804" y="28580"/>
                      <a:pt x="13804" y="28555"/>
                    </a:cubicBezTo>
                    <a:cubicBezTo>
                      <a:pt x="13853" y="28257"/>
                      <a:pt x="13853" y="27959"/>
                      <a:pt x="13795" y="27660"/>
                    </a:cubicBezTo>
                    <a:cubicBezTo>
                      <a:pt x="13762" y="27503"/>
                      <a:pt x="13721" y="27362"/>
                      <a:pt x="13746" y="27196"/>
                    </a:cubicBezTo>
                    <a:cubicBezTo>
                      <a:pt x="13771" y="27056"/>
                      <a:pt x="13820" y="26915"/>
                      <a:pt x="13853" y="26774"/>
                    </a:cubicBezTo>
                    <a:cubicBezTo>
                      <a:pt x="13994" y="26177"/>
                      <a:pt x="14052" y="25564"/>
                      <a:pt x="14011" y="24951"/>
                    </a:cubicBezTo>
                    <a:cubicBezTo>
                      <a:pt x="14011" y="24935"/>
                      <a:pt x="14003" y="24918"/>
                      <a:pt x="13994" y="24901"/>
                    </a:cubicBezTo>
                    <a:cubicBezTo>
                      <a:pt x="14359" y="24885"/>
                      <a:pt x="14715" y="24860"/>
                      <a:pt x="15071" y="24819"/>
                    </a:cubicBezTo>
                    <a:cubicBezTo>
                      <a:pt x="15270" y="24794"/>
                      <a:pt x="15452" y="24736"/>
                      <a:pt x="15635" y="24645"/>
                    </a:cubicBezTo>
                    <a:cubicBezTo>
                      <a:pt x="15718" y="24603"/>
                      <a:pt x="15800" y="24553"/>
                      <a:pt x="15883" y="24520"/>
                    </a:cubicBezTo>
                    <a:cubicBezTo>
                      <a:pt x="15991" y="24479"/>
                      <a:pt x="16099" y="24462"/>
                      <a:pt x="16206" y="24462"/>
                    </a:cubicBezTo>
                    <a:cubicBezTo>
                      <a:pt x="16389" y="24454"/>
                      <a:pt x="16563" y="24446"/>
                      <a:pt x="16737" y="24388"/>
                    </a:cubicBezTo>
                    <a:cubicBezTo>
                      <a:pt x="16894" y="24330"/>
                      <a:pt x="17035" y="24247"/>
                      <a:pt x="17159" y="24147"/>
                    </a:cubicBezTo>
                    <a:cubicBezTo>
                      <a:pt x="17168" y="24147"/>
                      <a:pt x="17168" y="24139"/>
                      <a:pt x="17176" y="24139"/>
                    </a:cubicBezTo>
                    <a:cubicBezTo>
                      <a:pt x="17159" y="24189"/>
                      <a:pt x="17151" y="24239"/>
                      <a:pt x="17134" y="24288"/>
                    </a:cubicBezTo>
                    <a:cubicBezTo>
                      <a:pt x="17118" y="24379"/>
                      <a:pt x="17101" y="24479"/>
                      <a:pt x="17093" y="24570"/>
                    </a:cubicBezTo>
                    <a:cubicBezTo>
                      <a:pt x="17085" y="24669"/>
                      <a:pt x="17068" y="24785"/>
                      <a:pt x="17093" y="24877"/>
                    </a:cubicBezTo>
                    <a:cubicBezTo>
                      <a:pt x="17101" y="24885"/>
                      <a:pt x="17101" y="24893"/>
                      <a:pt x="17110" y="24893"/>
                    </a:cubicBezTo>
                    <a:cubicBezTo>
                      <a:pt x="17035" y="25059"/>
                      <a:pt x="16969" y="25224"/>
                      <a:pt x="16911" y="25382"/>
                    </a:cubicBezTo>
                    <a:cubicBezTo>
                      <a:pt x="16803" y="25655"/>
                      <a:pt x="16712" y="25945"/>
                      <a:pt x="16646" y="26235"/>
                    </a:cubicBezTo>
                    <a:cubicBezTo>
                      <a:pt x="16579" y="26517"/>
                      <a:pt x="16530" y="26815"/>
                      <a:pt x="16521" y="27105"/>
                    </a:cubicBezTo>
                    <a:cubicBezTo>
                      <a:pt x="16513" y="27420"/>
                      <a:pt x="16554" y="27735"/>
                      <a:pt x="16579" y="28042"/>
                    </a:cubicBezTo>
                    <a:cubicBezTo>
                      <a:pt x="16621" y="28680"/>
                      <a:pt x="16604" y="29326"/>
                      <a:pt x="16596" y="29964"/>
                    </a:cubicBezTo>
                    <a:cubicBezTo>
                      <a:pt x="16588" y="30593"/>
                      <a:pt x="16579" y="31223"/>
                      <a:pt x="16563" y="31853"/>
                    </a:cubicBezTo>
                    <a:cubicBezTo>
                      <a:pt x="16554" y="32193"/>
                      <a:pt x="16513" y="32524"/>
                      <a:pt x="16389" y="32839"/>
                    </a:cubicBezTo>
                    <a:cubicBezTo>
                      <a:pt x="16339" y="32988"/>
                      <a:pt x="16298" y="33129"/>
                      <a:pt x="16356" y="33278"/>
                    </a:cubicBezTo>
                    <a:cubicBezTo>
                      <a:pt x="16380" y="33361"/>
                      <a:pt x="16422" y="33427"/>
                      <a:pt x="16472" y="33485"/>
                    </a:cubicBezTo>
                    <a:cubicBezTo>
                      <a:pt x="16472" y="33759"/>
                      <a:pt x="16480" y="34032"/>
                      <a:pt x="16455" y="34314"/>
                    </a:cubicBezTo>
                    <a:cubicBezTo>
                      <a:pt x="16438" y="34604"/>
                      <a:pt x="16397" y="34902"/>
                      <a:pt x="16339" y="35192"/>
                    </a:cubicBezTo>
                    <a:cubicBezTo>
                      <a:pt x="16289" y="35465"/>
                      <a:pt x="16173" y="35747"/>
                      <a:pt x="16206" y="36029"/>
                    </a:cubicBezTo>
                    <a:cubicBezTo>
                      <a:pt x="16231" y="36269"/>
                      <a:pt x="16364" y="36476"/>
                      <a:pt x="16554" y="36617"/>
                    </a:cubicBezTo>
                    <a:cubicBezTo>
                      <a:pt x="16563" y="36625"/>
                      <a:pt x="16571" y="36634"/>
                      <a:pt x="16588" y="36634"/>
                    </a:cubicBezTo>
                    <a:cubicBezTo>
                      <a:pt x="16563" y="36750"/>
                      <a:pt x="16538" y="36866"/>
                      <a:pt x="16521" y="36982"/>
                    </a:cubicBezTo>
                    <a:cubicBezTo>
                      <a:pt x="16505" y="37114"/>
                      <a:pt x="16480" y="37255"/>
                      <a:pt x="16505" y="37388"/>
                    </a:cubicBezTo>
                    <a:cubicBezTo>
                      <a:pt x="16530" y="37495"/>
                      <a:pt x="16604" y="37595"/>
                      <a:pt x="16695" y="37661"/>
                    </a:cubicBezTo>
                    <a:cubicBezTo>
                      <a:pt x="16894" y="37827"/>
                      <a:pt x="17151" y="37934"/>
                      <a:pt x="17400" y="38001"/>
                    </a:cubicBezTo>
                    <a:cubicBezTo>
                      <a:pt x="17505" y="38030"/>
                      <a:pt x="17631" y="38059"/>
                      <a:pt x="17752" y="38059"/>
                    </a:cubicBezTo>
                    <a:cubicBezTo>
                      <a:pt x="17802" y="38059"/>
                      <a:pt x="17851" y="38054"/>
                      <a:pt x="17897" y="38042"/>
                    </a:cubicBezTo>
                    <a:cubicBezTo>
                      <a:pt x="17905" y="38050"/>
                      <a:pt x="17913" y="38059"/>
                      <a:pt x="17922" y="38067"/>
                    </a:cubicBezTo>
                    <a:cubicBezTo>
                      <a:pt x="18029" y="38117"/>
                      <a:pt x="18170" y="38125"/>
                      <a:pt x="18286" y="38125"/>
                    </a:cubicBezTo>
                    <a:cubicBezTo>
                      <a:pt x="18410" y="38133"/>
                      <a:pt x="18535" y="38142"/>
                      <a:pt x="18659" y="38142"/>
                    </a:cubicBezTo>
                    <a:cubicBezTo>
                      <a:pt x="18850" y="38142"/>
                      <a:pt x="19082" y="38142"/>
                      <a:pt x="19231" y="37992"/>
                    </a:cubicBezTo>
                    <a:cubicBezTo>
                      <a:pt x="19239" y="37984"/>
                      <a:pt x="19247" y="37976"/>
                      <a:pt x="19256" y="37968"/>
                    </a:cubicBezTo>
                    <a:cubicBezTo>
                      <a:pt x="19396" y="37959"/>
                      <a:pt x="19562" y="37876"/>
                      <a:pt x="19670" y="37794"/>
                    </a:cubicBezTo>
                    <a:cubicBezTo>
                      <a:pt x="19794" y="37686"/>
                      <a:pt x="19885" y="37528"/>
                      <a:pt x="19860" y="37363"/>
                    </a:cubicBezTo>
                    <a:cubicBezTo>
                      <a:pt x="19852" y="37280"/>
                      <a:pt x="19819" y="37197"/>
                      <a:pt x="19777" y="37122"/>
                    </a:cubicBezTo>
                    <a:cubicBezTo>
                      <a:pt x="19719" y="37023"/>
                      <a:pt x="19670" y="36932"/>
                      <a:pt x="19612" y="36832"/>
                    </a:cubicBezTo>
                    <a:cubicBezTo>
                      <a:pt x="19562" y="36741"/>
                      <a:pt x="19512" y="36650"/>
                      <a:pt x="19454" y="36551"/>
                    </a:cubicBezTo>
                    <a:cubicBezTo>
                      <a:pt x="19438" y="36526"/>
                      <a:pt x="19421" y="36484"/>
                      <a:pt x="19396" y="36451"/>
                    </a:cubicBezTo>
                    <a:cubicBezTo>
                      <a:pt x="19256" y="35962"/>
                      <a:pt x="19115" y="35474"/>
                      <a:pt x="18966" y="34985"/>
                    </a:cubicBezTo>
                    <a:cubicBezTo>
                      <a:pt x="18891" y="34736"/>
                      <a:pt x="18808" y="34479"/>
                      <a:pt x="18742" y="34223"/>
                    </a:cubicBezTo>
                    <a:cubicBezTo>
                      <a:pt x="18684" y="33974"/>
                      <a:pt x="18651" y="33709"/>
                      <a:pt x="18642" y="33444"/>
                    </a:cubicBezTo>
                    <a:cubicBezTo>
                      <a:pt x="18642" y="33253"/>
                      <a:pt x="18651" y="33054"/>
                      <a:pt x="18642" y="32855"/>
                    </a:cubicBezTo>
                    <a:cubicBezTo>
                      <a:pt x="18767" y="32234"/>
                      <a:pt x="18874" y="31604"/>
                      <a:pt x="18966" y="30975"/>
                    </a:cubicBezTo>
                    <a:cubicBezTo>
                      <a:pt x="19073" y="30287"/>
                      <a:pt x="19164" y="29591"/>
                      <a:pt x="19330" y="28903"/>
                    </a:cubicBezTo>
                    <a:cubicBezTo>
                      <a:pt x="19372" y="28721"/>
                      <a:pt x="19421" y="28530"/>
                      <a:pt x="19471" y="28348"/>
                    </a:cubicBezTo>
                    <a:cubicBezTo>
                      <a:pt x="19479" y="28307"/>
                      <a:pt x="19496" y="28274"/>
                      <a:pt x="19504" y="28232"/>
                    </a:cubicBezTo>
                    <a:cubicBezTo>
                      <a:pt x="19595" y="28058"/>
                      <a:pt x="19703" y="27884"/>
                      <a:pt x="19786" y="27710"/>
                    </a:cubicBezTo>
                    <a:cubicBezTo>
                      <a:pt x="19943" y="27370"/>
                      <a:pt x="20026" y="27006"/>
                      <a:pt x="20101" y="26641"/>
                    </a:cubicBezTo>
                    <a:cubicBezTo>
                      <a:pt x="20250" y="25871"/>
                      <a:pt x="20333" y="25084"/>
                      <a:pt x="20357" y="24305"/>
                    </a:cubicBezTo>
                    <a:cubicBezTo>
                      <a:pt x="20366" y="24056"/>
                      <a:pt x="20374" y="23816"/>
                      <a:pt x="20366" y="23567"/>
                    </a:cubicBezTo>
                    <a:cubicBezTo>
                      <a:pt x="20589" y="22946"/>
                      <a:pt x="20921" y="22366"/>
                      <a:pt x="21161" y="21761"/>
                    </a:cubicBezTo>
                    <a:cubicBezTo>
                      <a:pt x="21426" y="21073"/>
                      <a:pt x="21609" y="20353"/>
                      <a:pt x="21725" y="19624"/>
                    </a:cubicBezTo>
                    <a:cubicBezTo>
                      <a:pt x="21948" y="18124"/>
                      <a:pt x="21857" y="16608"/>
                      <a:pt x="21584" y="15116"/>
                    </a:cubicBezTo>
                    <a:cubicBezTo>
                      <a:pt x="21501" y="14694"/>
                      <a:pt x="21401" y="14271"/>
                      <a:pt x="21294" y="13849"/>
                    </a:cubicBezTo>
                    <a:cubicBezTo>
                      <a:pt x="21194" y="13467"/>
                      <a:pt x="21095" y="13070"/>
                      <a:pt x="20855" y="12747"/>
                    </a:cubicBezTo>
                    <a:cubicBezTo>
                      <a:pt x="20838" y="12722"/>
                      <a:pt x="20821" y="12705"/>
                      <a:pt x="20788" y="12697"/>
                    </a:cubicBezTo>
                    <a:cubicBezTo>
                      <a:pt x="20871" y="12523"/>
                      <a:pt x="20929" y="12332"/>
                      <a:pt x="20979" y="12150"/>
                    </a:cubicBezTo>
                    <a:cubicBezTo>
                      <a:pt x="21037" y="11885"/>
                      <a:pt x="21078" y="11620"/>
                      <a:pt x="21087" y="11346"/>
                    </a:cubicBezTo>
                    <a:cubicBezTo>
                      <a:pt x="21087" y="11205"/>
                      <a:pt x="21078" y="11073"/>
                      <a:pt x="21062" y="10940"/>
                    </a:cubicBezTo>
                    <a:cubicBezTo>
                      <a:pt x="21045" y="10849"/>
                      <a:pt x="20979" y="10816"/>
                      <a:pt x="20921" y="10816"/>
                    </a:cubicBezTo>
                    <a:cubicBezTo>
                      <a:pt x="20897" y="10804"/>
                      <a:pt x="20868" y="10796"/>
                      <a:pt x="20841" y="10796"/>
                    </a:cubicBezTo>
                    <a:cubicBezTo>
                      <a:pt x="20832" y="10796"/>
                      <a:pt x="20822" y="10797"/>
                      <a:pt x="20813" y="10799"/>
                    </a:cubicBezTo>
                    <a:lnTo>
                      <a:pt x="20805" y="10799"/>
                    </a:lnTo>
                    <a:cubicBezTo>
                      <a:pt x="20879" y="10659"/>
                      <a:pt x="20962" y="10518"/>
                      <a:pt x="21053" y="10393"/>
                    </a:cubicBezTo>
                    <a:lnTo>
                      <a:pt x="21062" y="10393"/>
                    </a:lnTo>
                    <a:cubicBezTo>
                      <a:pt x="21178" y="10344"/>
                      <a:pt x="21285" y="10277"/>
                      <a:pt x="21393" y="10203"/>
                    </a:cubicBezTo>
                    <a:cubicBezTo>
                      <a:pt x="21410" y="10186"/>
                      <a:pt x="21426" y="10178"/>
                      <a:pt x="21435" y="10162"/>
                    </a:cubicBezTo>
                    <a:cubicBezTo>
                      <a:pt x="21445" y="10178"/>
                      <a:pt x="21459" y="10187"/>
                      <a:pt x="21475" y="10187"/>
                    </a:cubicBezTo>
                    <a:cubicBezTo>
                      <a:pt x="21483" y="10187"/>
                      <a:pt x="21492" y="10184"/>
                      <a:pt x="21501" y="10178"/>
                    </a:cubicBezTo>
                    <a:cubicBezTo>
                      <a:pt x="21631" y="10100"/>
                      <a:pt x="21776" y="10073"/>
                      <a:pt x="21921" y="10073"/>
                    </a:cubicBezTo>
                    <a:cubicBezTo>
                      <a:pt x="21961" y="10073"/>
                      <a:pt x="22000" y="10075"/>
                      <a:pt x="22039" y="10079"/>
                    </a:cubicBezTo>
                    <a:cubicBezTo>
                      <a:pt x="22031" y="10095"/>
                      <a:pt x="22031" y="10112"/>
                      <a:pt x="22039" y="10137"/>
                    </a:cubicBezTo>
                    <a:cubicBezTo>
                      <a:pt x="22164" y="10319"/>
                      <a:pt x="22363" y="10418"/>
                      <a:pt x="22553" y="10501"/>
                    </a:cubicBezTo>
                    <a:cubicBezTo>
                      <a:pt x="22731" y="10580"/>
                      <a:pt x="22903" y="10649"/>
                      <a:pt x="23091" y="10649"/>
                    </a:cubicBezTo>
                    <a:cubicBezTo>
                      <a:pt x="23140" y="10649"/>
                      <a:pt x="23190" y="10644"/>
                      <a:pt x="23241" y="10634"/>
                    </a:cubicBezTo>
                    <a:cubicBezTo>
                      <a:pt x="23365" y="10609"/>
                      <a:pt x="23481" y="10559"/>
                      <a:pt x="23597" y="10501"/>
                    </a:cubicBezTo>
                    <a:cubicBezTo>
                      <a:pt x="23705" y="10460"/>
                      <a:pt x="23804" y="10410"/>
                      <a:pt x="23887" y="10327"/>
                    </a:cubicBezTo>
                    <a:cubicBezTo>
                      <a:pt x="23978" y="10244"/>
                      <a:pt x="24045" y="10112"/>
                      <a:pt x="24061" y="9988"/>
                    </a:cubicBezTo>
                    <a:cubicBezTo>
                      <a:pt x="24185" y="9971"/>
                      <a:pt x="24318" y="9905"/>
                      <a:pt x="24401" y="9830"/>
                    </a:cubicBezTo>
                    <a:cubicBezTo>
                      <a:pt x="24517" y="9747"/>
                      <a:pt x="24616" y="9640"/>
                      <a:pt x="24716" y="9532"/>
                    </a:cubicBezTo>
                    <a:cubicBezTo>
                      <a:pt x="24799" y="9424"/>
                      <a:pt x="24881" y="9325"/>
                      <a:pt x="24906" y="9192"/>
                    </a:cubicBezTo>
                    <a:cubicBezTo>
                      <a:pt x="24939" y="9035"/>
                      <a:pt x="24948" y="8877"/>
                      <a:pt x="24956" y="8728"/>
                    </a:cubicBezTo>
                    <a:cubicBezTo>
                      <a:pt x="24972" y="8579"/>
                      <a:pt x="24981" y="8422"/>
                      <a:pt x="24981" y="8272"/>
                    </a:cubicBezTo>
                    <a:cubicBezTo>
                      <a:pt x="25022" y="8314"/>
                      <a:pt x="25072" y="8364"/>
                      <a:pt x="25113" y="8413"/>
                    </a:cubicBezTo>
                    <a:cubicBezTo>
                      <a:pt x="25146" y="8455"/>
                      <a:pt x="25163" y="8480"/>
                      <a:pt x="25196" y="8521"/>
                    </a:cubicBezTo>
                    <a:cubicBezTo>
                      <a:pt x="25229" y="8562"/>
                      <a:pt x="25262" y="8596"/>
                      <a:pt x="25296" y="8629"/>
                    </a:cubicBezTo>
                    <a:cubicBezTo>
                      <a:pt x="25305" y="8638"/>
                      <a:pt x="25317" y="8642"/>
                      <a:pt x="25328" y="8642"/>
                    </a:cubicBezTo>
                    <a:cubicBezTo>
                      <a:pt x="25356" y="8642"/>
                      <a:pt x="25382" y="8617"/>
                      <a:pt x="25370" y="8587"/>
                    </a:cubicBezTo>
                    <a:cubicBezTo>
                      <a:pt x="25345" y="8488"/>
                      <a:pt x="25287" y="8405"/>
                      <a:pt x="25221" y="8322"/>
                    </a:cubicBezTo>
                    <a:cubicBezTo>
                      <a:pt x="25155" y="8248"/>
                      <a:pt x="25080" y="8173"/>
                      <a:pt x="25006" y="8115"/>
                    </a:cubicBezTo>
                    <a:cubicBezTo>
                      <a:pt x="24997" y="8107"/>
                      <a:pt x="24981" y="8098"/>
                      <a:pt x="24972" y="8098"/>
                    </a:cubicBezTo>
                    <a:cubicBezTo>
                      <a:pt x="24972" y="8082"/>
                      <a:pt x="24972" y="8065"/>
                      <a:pt x="24972" y="8049"/>
                    </a:cubicBezTo>
                    <a:lnTo>
                      <a:pt x="25047" y="8049"/>
                    </a:lnTo>
                    <a:cubicBezTo>
                      <a:pt x="25055" y="8049"/>
                      <a:pt x="25055" y="8049"/>
                      <a:pt x="25064" y="8057"/>
                    </a:cubicBezTo>
                    <a:lnTo>
                      <a:pt x="25105" y="8057"/>
                    </a:lnTo>
                    <a:cubicBezTo>
                      <a:pt x="25113" y="8065"/>
                      <a:pt x="25122" y="8065"/>
                      <a:pt x="25138" y="8065"/>
                    </a:cubicBezTo>
                    <a:cubicBezTo>
                      <a:pt x="25155" y="8065"/>
                      <a:pt x="25163" y="8065"/>
                      <a:pt x="25180" y="8074"/>
                    </a:cubicBezTo>
                    <a:cubicBezTo>
                      <a:pt x="25188" y="8074"/>
                      <a:pt x="25196" y="8074"/>
                      <a:pt x="25213" y="8082"/>
                    </a:cubicBezTo>
                    <a:lnTo>
                      <a:pt x="25254" y="8082"/>
                    </a:lnTo>
                    <a:cubicBezTo>
                      <a:pt x="25296" y="8082"/>
                      <a:pt x="25312" y="8032"/>
                      <a:pt x="25287" y="8007"/>
                    </a:cubicBezTo>
                    <a:cubicBezTo>
                      <a:pt x="25271" y="7991"/>
                      <a:pt x="25262" y="7982"/>
                      <a:pt x="25246" y="7974"/>
                    </a:cubicBezTo>
                    <a:cubicBezTo>
                      <a:pt x="25229" y="7974"/>
                      <a:pt x="25221" y="7966"/>
                      <a:pt x="25204" y="7958"/>
                    </a:cubicBezTo>
                    <a:cubicBezTo>
                      <a:pt x="25180" y="7949"/>
                      <a:pt x="25163" y="7949"/>
                      <a:pt x="25138" y="7941"/>
                    </a:cubicBezTo>
                    <a:cubicBezTo>
                      <a:pt x="25088" y="7933"/>
                      <a:pt x="25030" y="7933"/>
                      <a:pt x="24981" y="7933"/>
                    </a:cubicBezTo>
                    <a:cubicBezTo>
                      <a:pt x="24972" y="7933"/>
                      <a:pt x="24972" y="7941"/>
                      <a:pt x="24964" y="7941"/>
                    </a:cubicBezTo>
                    <a:cubicBezTo>
                      <a:pt x="24964" y="7866"/>
                      <a:pt x="24956" y="7800"/>
                      <a:pt x="24948" y="7726"/>
                    </a:cubicBezTo>
                    <a:lnTo>
                      <a:pt x="24948" y="7726"/>
                    </a:lnTo>
                    <a:cubicBezTo>
                      <a:pt x="24972" y="7742"/>
                      <a:pt x="24997" y="7750"/>
                      <a:pt x="25022" y="7767"/>
                    </a:cubicBezTo>
                    <a:cubicBezTo>
                      <a:pt x="25039" y="7775"/>
                      <a:pt x="25064" y="7784"/>
                      <a:pt x="25080" y="7792"/>
                    </a:cubicBezTo>
                    <a:cubicBezTo>
                      <a:pt x="25097" y="7792"/>
                      <a:pt x="25113" y="7800"/>
                      <a:pt x="25138" y="7808"/>
                    </a:cubicBezTo>
                    <a:cubicBezTo>
                      <a:pt x="25146" y="7808"/>
                      <a:pt x="25163" y="7800"/>
                      <a:pt x="25171" y="7792"/>
                    </a:cubicBezTo>
                    <a:cubicBezTo>
                      <a:pt x="25180" y="7775"/>
                      <a:pt x="25180" y="7759"/>
                      <a:pt x="25171" y="7750"/>
                    </a:cubicBezTo>
                    <a:cubicBezTo>
                      <a:pt x="25155" y="7734"/>
                      <a:pt x="25138" y="7726"/>
                      <a:pt x="25122" y="7709"/>
                    </a:cubicBezTo>
                    <a:cubicBezTo>
                      <a:pt x="25105" y="7701"/>
                      <a:pt x="25088" y="7692"/>
                      <a:pt x="25072" y="7684"/>
                    </a:cubicBezTo>
                    <a:cubicBezTo>
                      <a:pt x="25039" y="7668"/>
                      <a:pt x="25006" y="7651"/>
                      <a:pt x="24972" y="7634"/>
                    </a:cubicBezTo>
                    <a:cubicBezTo>
                      <a:pt x="24964" y="7626"/>
                      <a:pt x="24948" y="7626"/>
                      <a:pt x="24939" y="7626"/>
                    </a:cubicBezTo>
                    <a:cubicBezTo>
                      <a:pt x="24931" y="7510"/>
                      <a:pt x="24914" y="7394"/>
                      <a:pt x="24898" y="7270"/>
                    </a:cubicBezTo>
                    <a:cubicBezTo>
                      <a:pt x="24890" y="7262"/>
                      <a:pt x="24890" y="7253"/>
                      <a:pt x="24881" y="7245"/>
                    </a:cubicBezTo>
                    <a:cubicBezTo>
                      <a:pt x="24914" y="7195"/>
                      <a:pt x="24931" y="7146"/>
                      <a:pt x="24939" y="7088"/>
                    </a:cubicBezTo>
                    <a:cubicBezTo>
                      <a:pt x="24956" y="6963"/>
                      <a:pt x="24956" y="6839"/>
                      <a:pt x="24956" y="6715"/>
                    </a:cubicBezTo>
                    <a:cubicBezTo>
                      <a:pt x="24964" y="6590"/>
                      <a:pt x="24981" y="6466"/>
                      <a:pt x="24972" y="6342"/>
                    </a:cubicBezTo>
                    <a:cubicBezTo>
                      <a:pt x="24972" y="6259"/>
                      <a:pt x="24956" y="6168"/>
                      <a:pt x="24914" y="6093"/>
                    </a:cubicBezTo>
                    <a:cubicBezTo>
                      <a:pt x="24906" y="6068"/>
                      <a:pt x="24890" y="6044"/>
                      <a:pt x="24873" y="6027"/>
                    </a:cubicBezTo>
                    <a:cubicBezTo>
                      <a:pt x="24881" y="6002"/>
                      <a:pt x="24890" y="5977"/>
                      <a:pt x="24881" y="5961"/>
                    </a:cubicBezTo>
                    <a:cubicBezTo>
                      <a:pt x="24865" y="5828"/>
                      <a:pt x="24716" y="5687"/>
                      <a:pt x="24616" y="5613"/>
                    </a:cubicBezTo>
                    <a:cubicBezTo>
                      <a:pt x="24500" y="5522"/>
                      <a:pt x="24368" y="5447"/>
                      <a:pt x="24235" y="5397"/>
                    </a:cubicBezTo>
                    <a:cubicBezTo>
                      <a:pt x="24127" y="5356"/>
                      <a:pt x="24020" y="5314"/>
                      <a:pt x="23904" y="5273"/>
                    </a:cubicBezTo>
                    <a:cubicBezTo>
                      <a:pt x="23937" y="5265"/>
                      <a:pt x="23953" y="5248"/>
                      <a:pt x="23962" y="5207"/>
                    </a:cubicBezTo>
                    <a:cubicBezTo>
                      <a:pt x="24119" y="4561"/>
                      <a:pt x="24243" y="3691"/>
                      <a:pt x="23688" y="3193"/>
                    </a:cubicBezTo>
                    <a:cubicBezTo>
                      <a:pt x="23572" y="3094"/>
                      <a:pt x="23448" y="3003"/>
                      <a:pt x="23340" y="2903"/>
                    </a:cubicBezTo>
                    <a:cubicBezTo>
                      <a:pt x="23357" y="2796"/>
                      <a:pt x="23373" y="2696"/>
                      <a:pt x="23373" y="2589"/>
                    </a:cubicBezTo>
                    <a:cubicBezTo>
                      <a:pt x="23382" y="2473"/>
                      <a:pt x="23373" y="2365"/>
                      <a:pt x="23324" y="2257"/>
                    </a:cubicBezTo>
                    <a:cubicBezTo>
                      <a:pt x="23307" y="2224"/>
                      <a:pt x="23291" y="2199"/>
                      <a:pt x="23274" y="2174"/>
                    </a:cubicBezTo>
                    <a:cubicBezTo>
                      <a:pt x="23282" y="2166"/>
                      <a:pt x="23282" y="2158"/>
                      <a:pt x="23291" y="2149"/>
                    </a:cubicBezTo>
                    <a:cubicBezTo>
                      <a:pt x="23299" y="2116"/>
                      <a:pt x="23307" y="2075"/>
                      <a:pt x="23307" y="2033"/>
                    </a:cubicBezTo>
                    <a:cubicBezTo>
                      <a:pt x="23398" y="2149"/>
                      <a:pt x="23498" y="2249"/>
                      <a:pt x="23605" y="2340"/>
                    </a:cubicBezTo>
                    <a:cubicBezTo>
                      <a:pt x="23755" y="2473"/>
                      <a:pt x="23937" y="2580"/>
                      <a:pt x="24144" y="2605"/>
                    </a:cubicBezTo>
                    <a:cubicBezTo>
                      <a:pt x="24167" y="2607"/>
                      <a:pt x="24191" y="2608"/>
                      <a:pt x="24214" y="2608"/>
                    </a:cubicBezTo>
                    <a:cubicBezTo>
                      <a:pt x="24290" y="2608"/>
                      <a:pt x="24364" y="2597"/>
                      <a:pt x="24434" y="2572"/>
                    </a:cubicBezTo>
                    <a:cubicBezTo>
                      <a:pt x="24517" y="2547"/>
                      <a:pt x="24625" y="2497"/>
                      <a:pt x="24674" y="2415"/>
                    </a:cubicBezTo>
                    <a:cubicBezTo>
                      <a:pt x="24732" y="2307"/>
                      <a:pt x="24625" y="2216"/>
                      <a:pt x="24558" y="2141"/>
                    </a:cubicBezTo>
                    <a:cubicBezTo>
                      <a:pt x="24475" y="2042"/>
                      <a:pt x="24393" y="1951"/>
                      <a:pt x="24310" y="1851"/>
                    </a:cubicBezTo>
                    <a:cubicBezTo>
                      <a:pt x="23987" y="1470"/>
                      <a:pt x="23663" y="1081"/>
                      <a:pt x="23324" y="716"/>
                    </a:cubicBezTo>
                    <a:cubicBezTo>
                      <a:pt x="23175" y="550"/>
                      <a:pt x="23009" y="409"/>
                      <a:pt x="22802" y="318"/>
                    </a:cubicBezTo>
                    <a:cubicBezTo>
                      <a:pt x="22595" y="227"/>
                      <a:pt x="22371" y="194"/>
                      <a:pt x="22147" y="186"/>
                    </a:cubicBezTo>
                    <a:cubicBezTo>
                      <a:pt x="22081" y="182"/>
                      <a:pt x="22015" y="180"/>
                      <a:pt x="21948" y="180"/>
                    </a:cubicBezTo>
                    <a:cubicBezTo>
                      <a:pt x="21882" y="180"/>
                      <a:pt x="21816" y="182"/>
                      <a:pt x="21749" y="186"/>
                    </a:cubicBezTo>
                    <a:cubicBezTo>
                      <a:pt x="21617" y="186"/>
                      <a:pt x="21493" y="194"/>
                      <a:pt x="21377" y="244"/>
                    </a:cubicBezTo>
                    <a:cubicBezTo>
                      <a:pt x="21319" y="260"/>
                      <a:pt x="21277" y="293"/>
                      <a:pt x="21236" y="318"/>
                    </a:cubicBezTo>
                    <a:cubicBezTo>
                      <a:pt x="21236" y="318"/>
                      <a:pt x="21227" y="318"/>
                      <a:pt x="21219" y="310"/>
                    </a:cubicBezTo>
                    <a:cubicBezTo>
                      <a:pt x="21197" y="308"/>
                      <a:pt x="21175" y="307"/>
                      <a:pt x="21154" y="307"/>
                    </a:cubicBezTo>
                    <a:cubicBezTo>
                      <a:pt x="21101" y="307"/>
                      <a:pt x="21048" y="312"/>
                      <a:pt x="20995" y="318"/>
                    </a:cubicBezTo>
                    <a:cubicBezTo>
                      <a:pt x="20913" y="327"/>
                      <a:pt x="20838" y="327"/>
                      <a:pt x="20755" y="343"/>
                    </a:cubicBezTo>
                    <a:cubicBezTo>
                      <a:pt x="20598" y="368"/>
                      <a:pt x="20473" y="451"/>
                      <a:pt x="20341" y="542"/>
                    </a:cubicBezTo>
                    <a:cubicBezTo>
                      <a:pt x="20134" y="691"/>
                      <a:pt x="19893" y="791"/>
                      <a:pt x="19637" y="840"/>
                    </a:cubicBezTo>
                    <a:cubicBezTo>
                      <a:pt x="19604" y="840"/>
                      <a:pt x="19570" y="840"/>
                      <a:pt x="19537" y="832"/>
                    </a:cubicBezTo>
                    <a:cubicBezTo>
                      <a:pt x="19471" y="824"/>
                      <a:pt x="19396" y="807"/>
                      <a:pt x="19338" y="774"/>
                    </a:cubicBezTo>
                    <a:cubicBezTo>
                      <a:pt x="19280" y="749"/>
                      <a:pt x="19231" y="708"/>
                      <a:pt x="19173" y="683"/>
                    </a:cubicBezTo>
                    <a:cubicBezTo>
                      <a:pt x="19106" y="656"/>
                      <a:pt x="19029" y="649"/>
                      <a:pt x="18953" y="649"/>
                    </a:cubicBezTo>
                    <a:cubicBezTo>
                      <a:pt x="18886" y="649"/>
                      <a:pt x="18820" y="654"/>
                      <a:pt x="18758" y="658"/>
                    </a:cubicBezTo>
                    <a:cubicBezTo>
                      <a:pt x="18642" y="666"/>
                      <a:pt x="18526" y="683"/>
                      <a:pt x="18402" y="708"/>
                    </a:cubicBezTo>
                    <a:cubicBezTo>
                      <a:pt x="18336" y="683"/>
                      <a:pt x="18253" y="658"/>
                      <a:pt x="18187" y="641"/>
                    </a:cubicBezTo>
                    <a:cubicBezTo>
                      <a:pt x="18054" y="608"/>
                      <a:pt x="17922" y="583"/>
                      <a:pt x="17789" y="567"/>
                    </a:cubicBezTo>
                    <a:cubicBezTo>
                      <a:pt x="17702" y="555"/>
                      <a:pt x="17616" y="549"/>
                      <a:pt x="17530" y="549"/>
                    </a:cubicBezTo>
                    <a:cubicBezTo>
                      <a:pt x="17373" y="549"/>
                      <a:pt x="17219" y="571"/>
                      <a:pt x="17068" y="625"/>
                    </a:cubicBezTo>
                    <a:cubicBezTo>
                      <a:pt x="16695" y="376"/>
                      <a:pt x="16264" y="178"/>
                      <a:pt x="15834" y="70"/>
                    </a:cubicBezTo>
                    <a:lnTo>
                      <a:pt x="15817" y="70"/>
                    </a:lnTo>
                    <a:cubicBezTo>
                      <a:pt x="15701" y="12"/>
                      <a:pt x="15544" y="12"/>
                      <a:pt x="15419" y="4"/>
                    </a:cubicBezTo>
                    <a:cubicBezTo>
                      <a:pt x="15380" y="1"/>
                      <a:pt x="15340" y="0"/>
                      <a:pt x="153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1" name="Google Shape;4641;p12"/>
              <p:cNvSpPr/>
              <p:nvPr/>
            </p:nvSpPr>
            <p:spPr>
              <a:xfrm>
                <a:off x="5151200" y="3912975"/>
                <a:ext cx="11625" cy="8400"/>
              </a:xfrm>
              <a:custGeom>
                <a:rect b="b" l="l" r="r" t="t"/>
                <a:pathLst>
                  <a:path extrusionOk="0" h="336" w="465">
                    <a:moveTo>
                      <a:pt x="52" y="0"/>
                    </a:moveTo>
                    <a:cubicBezTo>
                      <a:pt x="41" y="0"/>
                      <a:pt x="29" y="6"/>
                      <a:pt x="17" y="12"/>
                    </a:cubicBezTo>
                    <a:cubicBezTo>
                      <a:pt x="1" y="29"/>
                      <a:pt x="1" y="54"/>
                      <a:pt x="9" y="78"/>
                    </a:cubicBezTo>
                    <a:cubicBezTo>
                      <a:pt x="9" y="87"/>
                      <a:pt x="17" y="87"/>
                      <a:pt x="17" y="95"/>
                    </a:cubicBezTo>
                    <a:lnTo>
                      <a:pt x="17" y="103"/>
                    </a:lnTo>
                    <a:cubicBezTo>
                      <a:pt x="17" y="103"/>
                      <a:pt x="27" y="128"/>
                      <a:pt x="28" y="128"/>
                    </a:cubicBezTo>
                    <a:cubicBezTo>
                      <a:pt x="28" y="128"/>
                      <a:pt x="28" y="127"/>
                      <a:pt x="27" y="126"/>
                    </a:cubicBezTo>
                    <a:lnTo>
                      <a:pt x="27" y="126"/>
                    </a:lnTo>
                    <a:cubicBezTo>
                      <a:pt x="39" y="157"/>
                      <a:pt x="77" y="188"/>
                      <a:pt x="100" y="211"/>
                    </a:cubicBezTo>
                    <a:cubicBezTo>
                      <a:pt x="125" y="236"/>
                      <a:pt x="158" y="252"/>
                      <a:pt x="183" y="277"/>
                    </a:cubicBezTo>
                    <a:cubicBezTo>
                      <a:pt x="216" y="294"/>
                      <a:pt x="249" y="310"/>
                      <a:pt x="291" y="327"/>
                    </a:cubicBezTo>
                    <a:cubicBezTo>
                      <a:pt x="324" y="335"/>
                      <a:pt x="365" y="335"/>
                      <a:pt x="407" y="335"/>
                    </a:cubicBezTo>
                    <a:cubicBezTo>
                      <a:pt x="440" y="335"/>
                      <a:pt x="465" y="277"/>
                      <a:pt x="423" y="252"/>
                    </a:cubicBezTo>
                    <a:cubicBezTo>
                      <a:pt x="407" y="244"/>
                      <a:pt x="407" y="244"/>
                      <a:pt x="398" y="236"/>
                    </a:cubicBezTo>
                    <a:cubicBezTo>
                      <a:pt x="382" y="228"/>
                      <a:pt x="365" y="211"/>
                      <a:pt x="349" y="203"/>
                    </a:cubicBezTo>
                    <a:cubicBezTo>
                      <a:pt x="324" y="186"/>
                      <a:pt x="291" y="178"/>
                      <a:pt x="266" y="161"/>
                    </a:cubicBezTo>
                    <a:cubicBezTo>
                      <a:pt x="257" y="153"/>
                      <a:pt x="257" y="153"/>
                      <a:pt x="249" y="145"/>
                    </a:cubicBezTo>
                    <a:lnTo>
                      <a:pt x="241" y="145"/>
                    </a:lnTo>
                    <a:cubicBezTo>
                      <a:pt x="233" y="136"/>
                      <a:pt x="233" y="136"/>
                      <a:pt x="233" y="136"/>
                    </a:cubicBezTo>
                    <a:cubicBezTo>
                      <a:pt x="224" y="136"/>
                      <a:pt x="224" y="128"/>
                      <a:pt x="224" y="128"/>
                    </a:cubicBezTo>
                    <a:cubicBezTo>
                      <a:pt x="216" y="120"/>
                      <a:pt x="208" y="120"/>
                      <a:pt x="199" y="112"/>
                    </a:cubicBezTo>
                    <a:cubicBezTo>
                      <a:pt x="191" y="103"/>
                      <a:pt x="183" y="87"/>
                      <a:pt x="166" y="78"/>
                    </a:cubicBezTo>
                    <a:cubicBezTo>
                      <a:pt x="166" y="70"/>
                      <a:pt x="158" y="70"/>
                      <a:pt x="158" y="62"/>
                    </a:cubicBezTo>
                    <a:cubicBezTo>
                      <a:pt x="150" y="62"/>
                      <a:pt x="133" y="45"/>
                      <a:pt x="133" y="45"/>
                    </a:cubicBezTo>
                    <a:lnTo>
                      <a:pt x="92" y="12"/>
                    </a:lnTo>
                    <a:lnTo>
                      <a:pt x="92" y="12"/>
                    </a:lnTo>
                    <a:cubicBezTo>
                      <a:pt x="96" y="16"/>
                      <a:pt x="98" y="18"/>
                      <a:pt x="97" y="18"/>
                    </a:cubicBezTo>
                    <a:cubicBezTo>
                      <a:pt x="96" y="18"/>
                      <a:pt x="92" y="16"/>
                      <a:pt x="83" y="12"/>
                    </a:cubicBezTo>
                    <a:cubicBezTo>
                      <a:pt x="83" y="4"/>
                      <a:pt x="75" y="4"/>
                      <a:pt x="67" y="4"/>
                    </a:cubicBezTo>
                    <a:cubicBezTo>
                      <a:pt x="62" y="1"/>
                      <a:pt x="57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2" name="Google Shape;4642;p12"/>
              <p:cNvSpPr/>
              <p:nvPr/>
            </p:nvSpPr>
            <p:spPr>
              <a:xfrm>
                <a:off x="5147475" y="3904475"/>
                <a:ext cx="1875" cy="3925"/>
              </a:xfrm>
              <a:custGeom>
                <a:rect b="b" l="l" r="r" t="t"/>
                <a:pathLst>
                  <a:path extrusionOk="0" h="157" w="75">
                    <a:moveTo>
                      <a:pt x="10" y="1"/>
                    </a:moveTo>
                    <a:cubicBezTo>
                      <a:pt x="5" y="1"/>
                      <a:pt x="0" y="7"/>
                      <a:pt x="0" y="12"/>
                    </a:cubicBezTo>
                    <a:cubicBezTo>
                      <a:pt x="0" y="12"/>
                      <a:pt x="0" y="21"/>
                      <a:pt x="9" y="29"/>
                    </a:cubicBezTo>
                    <a:cubicBezTo>
                      <a:pt x="9" y="37"/>
                      <a:pt x="9" y="37"/>
                      <a:pt x="17" y="46"/>
                    </a:cubicBezTo>
                    <a:lnTo>
                      <a:pt x="9" y="46"/>
                    </a:lnTo>
                    <a:cubicBezTo>
                      <a:pt x="17" y="62"/>
                      <a:pt x="25" y="70"/>
                      <a:pt x="25" y="79"/>
                    </a:cubicBezTo>
                    <a:cubicBezTo>
                      <a:pt x="34" y="104"/>
                      <a:pt x="42" y="128"/>
                      <a:pt x="50" y="145"/>
                    </a:cubicBezTo>
                    <a:cubicBezTo>
                      <a:pt x="56" y="151"/>
                      <a:pt x="58" y="157"/>
                      <a:pt x="61" y="157"/>
                    </a:cubicBezTo>
                    <a:cubicBezTo>
                      <a:pt x="63" y="157"/>
                      <a:pt x="64" y="156"/>
                      <a:pt x="67" y="153"/>
                    </a:cubicBezTo>
                    <a:cubicBezTo>
                      <a:pt x="75" y="153"/>
                      <a:pt x="75" y="145"/>
                      <a:pt x="75" y="145"/>
                    </a:cubicBezTo>
                    <a:lnTo>
                      <a:pt x="42" y="70"/>
                    </a:lnTo>
                    <a:cubicBezTo>
                      <a:pt x="42" y="62"/>
                      <a:pt x="34" y="46"/>
                      <a:pt x="34" y="37"/>
                    </a:cubicBezTo>
                    <a:cubicBezTo>
                      <a:pt x="25" y="29"/>
                      <a:pt x="25" y="29"/>
                      <a:pt x="25" y="21"/>
                    </a:cubicBezTo>
                    <a:lnTo>
                      <a:pt x="17" y="4"/>
                    </a:lnTo>
                    <a:cubicBezTo>
                      <a:pt x="15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3" name="Google Shape;4643;p12"/>
              <p:cNvSpPr/>
              <p:nvPr/>
            </p:nvSpPr>
            <p:spPr>
              <a:xfrm>
                <a:off x="5153475" y="3987875"/>
                <a:ext cx="6250" cy="4950"/>
              </a:xfrm>
              <a:custGeom>
                <a:rect b="b" l="l" r="r" t="t"/>
                <a:pathLst>
                  <a:path extrusionOk="0" h="198" w="250">
                    <a:moveTo>
                      <a:pt x="159" y="1"/>
                    </a:moveTo>
                    <a:cubicBezTo>
                      <a:pt x="150" y="1"/>
                      <a:pt x="142" y="3"/>
                      <a:pt x="133" y="7"/>
                    </a:cubicBezTo>
                    <a:cubicBezTo>
                      <a:pt x="117" y="7"/>
                      <a:pt x="108" y="15"/>
                      <a:pt x="100" y="15"/>
                    </a:cubicBezTo>
                    <a:cubicBezTo>
                      <a:pt x="92" y="24"/>
                      <a:pt x="84" y="24"/>
                      <a:pt x="75" y="32"/>
                    </a:cubicBezTo>
                    <a:cubicBezTo>
                      <a:pt x="59" y="32"/>
                      <a:pt x="50" y="40"/>
                      <a:pt x="34" y="57"/>
                    </a:cubicBezTo>
                    <a:cubicBezTo>
                      <a:pt x="26" y="65"/>
                      <a:pt x="17" y="73"/>
                      <a:pt x="9" y="90"/>
                    </a:cubicBezTo>
                    <a:cubicBezTo>
                      <a:pt x="1" y="107"/>
                      <a:pt x="1" y="131"/>
                      <a:pt x="9" y="148"/>
                    </a:cubicBezTo>
                    <a:cubicBezTo>
                      <a:pt x="9" y="156"/>
                      <a:pt x="17" y="165"/>
                      <a:pt x="26" y="173"/>
                    </a:cubicBezTo>
                    <a:cubicBezTo>
                      <a:pt x="34" y="173"/>
                      <a:pt x="42" y="181"/>
                      <a:pt x="50" y="189"/>
                    </a:cubicBezTo>
                    <a:lnTo>
                      <a:pt x="75" y="189"/>
                    </a:lnTo>
                    <a:cubicBezTo>
                      <a:pt x="84" y="198"/>
                      <a:pt x="92" y="198"/>
                      <a:pt x="100" y="198"/>
                    </a:cubicBezTo>
                    <a:cubicBezTo>
                      <a:pt x="108" y="198"/>
                      <a:pt x="117" y="198"/>
                      <a:pt x="125" y="189"/>
                    </a:cubicBezTo>
                    <a:lnTo>
                      <a:pt x="166" y="189"/>
                    </a:lnTo>
                    <a:cubicBezTo>
                      <a:pt x="183" y="181"/>
                      <a:pt x="191" y="181"/>
                      <a:pt x="200" y="173"/>
                    </a:cubicBezTo>
                    <a:lnTo>
                      <a:pt x="208" y="173"/>
                    </a:lnTo>
                    <a:cubicBezTo>
                      <a:pt x="224" y="165"/>
                      <a:pt x="233" y="148"/>
                      <a:pt x="241" y="140"/>
                    </a:cubicBezTo>
                    <a:cubicBezTo>
                      <a:pt x="249" y="123"/>
                      <a:pt x="249" y="107"/>
                      <a:pt x="249" y="90"/>
                    </a:cubicBezTo>
                    <a:cubicBezTo>
                      <a:pt x="249" y="82"/>
                      <a:pt x="249" y="65"/>
                      <a:pt x="249" y="57"/>
                    </a:cubicBezTo>
                    <a:cubicBezTo>
                      <a:pt x="241" y="49"/>
                      <a:pt x="233" y="32"/>
                      <a:pt x="224" y="24"/>
                    </a:cubicBezTo>
                    <a:cubicBezTo>
                      <a:pt x="216" y="15"/>
                      <a:pt x="200" y="7"/>
                      <a:pt x="191" y="7"/>
                    </a:cubicBezTo>
                    <a:cubicBezTo>
                      <a:pt x="179" y="3"/>
                      <a:pt x="168" y="1"/>
                      <a:pt x="1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4" name="Google Shape;4644;p12"/>
              <p:cNvSpPr/>
              <p:nvPr/>
            </p:nvSpPr>
            <p:spPr>
              <a:xfrm>
                <a:off x="5160525" y="3991975"/>
                <a:ext cx="3950" cy="2925"/>
              </a:xfrm>
              <a:custGeom>
                <a:rect b="b" l="l" r="r" t="t"/>
                <a:pathLst>
                  <a:path extrusionOk="0" h="117" w="158">
                    <a:moveTo>
                      <a:pt x="75" y="1"/>
                    </a:moveTo>
                    <a:cubicBezTo>
                      <a:pt x="0" y="1"/>
                      <a:pt x="0" y="117"/>
                      <a:pt x="75" y="117"/>
                    </a:cubicBezTo>
                    <a:cubicBezTo>
                      <a:pt x="158" y="117"/>
                      <a:pt x="158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5" name="Google Shape;4645;p12"/>
              <p:cNvSpPr/>
              <p:nvPr/>
            </p:nvSpPr>
            <p:spPr>
              <a:xfrm>
                <a:off x="5144150" y="3996325"/>
                <a:ext cx="3975" cy="3550"/>
              </a:xfrm>
              <a:custGeom>
                <a:rect b="b" l="l" r="r" t="t"/>
                <a:pathLst>
                  <a:path extrusionOk="0" h="142" w="159">
                    <a:moveTo>
                      <a:pt x="67" y="1"/>
                    </a:moveTo>
                    <a:cubicBezTo>
                      <a:pt x="59" y="1"/>
                      <a:pt x="59" y="9"/>
                      <a:pt x="51" y="9"/>
                    </a:cubicBezTo>
                    <a:lnTo>
                      <a:pt x="34" y="9"/>
                    </a:lnTo>
                    <a:cubicBezTo>
                      <a:pt x="26" y="17"/>
                      <a:pt x="17" y="25"/>
                      <a:pt x="17" y="34"/>
                    </a:cubicBezTo>
                    <a:cubicBezTo>
                      <a:pt x="9" y="34"/>
                      <a:pt x="9" y="42"/>
                      <a:pt x="9" y="42"/>
                    </a:cubicBezTo>
                    <a:cubicBezTo>
                      <a:pt x="1" y="50"/>
                      <a:pt x="1" y="59"/>
                      <a:pt x="1" y="75"/>
                    </a:cubicBezTo>
                    <a:cubicBezTo>
                      <a:pt x="1" y="75"/>
                      <a:pt x="1" y="83"/>
                      <a:pt x="1" y="92"/>
                    </a:cubicBezTo>
                    <a:cubicBezTo>
                      <a:pt x="9" y="92"/>
                      <a:pt x="9" y="100"/>
                      <a:pt x="9" y="108"/>
                    </a:cubicBezTo>
                    <a:cubicBezTo>
                      <a:pt x="17" y="117"/>
                      <a:pt x="17" y="125"/>
                      <a:pt x="26" y="125"/>
                    </a:cubicBezTo>
                    <a:cubicBezTo>
                      <a:pt x="34" y="133"/>
                      <a:pt x="42" y="133"/>
                      <a:pt x="51" y="141"/>
                    </a:cubicBezTo>
                    <a:lnTo>
                      <a:pt x="100" y="141"/>
                    </a:lnTo>
                    <a:cubicBezTo>
                      <a:pt x="117" y="133"/>
                      <a:pt x="125" y="133"/>
                      <a:pt x="133" y="125"/>
                    </a:cubicBezTo>
                    <a:cubicBezTo>
                      <a:pt x="142" y="117"/>
                      <a:pt x="142" y="108"/>
                      <a:pt x="142" y="108"/>
                    </a:cubicBezTo>
                    <a:cubicBezTo>
                      <a:pt x="150" y="92"/>
                      <a:pt x="158" y="83"/>
                      <a:pt x="158" y="75"/>
                    </a:cubicBezTo>
                    <a:cubicBezTo>
                      <a:pt x="158" y="59"/>
                      <a:pt x="150" y="50"/>
                      <a:pt x="150" y="42"/>
                    </a:cubicBezTo>
                    <a:cubicBezTo>
                      <a:pt x="142" y="34"/>
                      <a:pt x="142" y="25"/>
                      <a:pt x="133" y="25"/>
                    </a:cubicBezTo>
                    <a:cubicBezTo>
                      <a:pt x="125" y="17"/>
                      <a:pt x="117" y="9"/>
                      <a:pt x="1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6" name="Google Shape;4646;p12"/>
              <p:cNvSpPr/>
              <p:nvPr/>
            </p:nvSpPr>
            <p:spPr>
              <a:xfrm>
                <a:off x="5143325" y="3987225"/>
                <a:ext cx="3975" cy="3125"/>
              </a:xfrm>
              <a:custGeom>
                <a:rect b="b" l="l" r="r" t="t"/>
                <a:pathLst>
                  <a:path extrusionOk="0" h="125" w="159">
                    <a:moveTo>
                      <a:pt x="84" y="0"/>
                    </a:moveTo>
                    <a:cubicBezTo>
                      <a:pt x="1" y="0"/>
                      <a:pt x="1" y="124"/>
                      <a:pt x="84" y="124"/>
                    </a:cubicBezTo>
                    <a:cubicBezTo>
                      <a:pt x="158" y="124"/>
                      <a:pt x="158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7" name="Google Shape;4647;p12"/>
              <p:cNvSpPr/>
              <p:nvPr/>
            </p:nvSpPr>
            <p:spPr>
              <a:xfrm>
                <a:off x="5142075" y="4005850"/>
                <a:ext cx="6250" cy="3350"/>
              </a:xfrm>
              <a:custGeom>
                <a:rect b="b" l="l" r="r" t="t"/>
                <a:pathLst>
                  <a:path extrusionOk="0" h="134" w="250">
                    <a:moveTo>
                      <a:pt x="76" y="1"/>
                    </a:moveTo>
                    <a:cubicBezTo>
                      <a:pt x="59" y="1"/>
                      <a:pt x="51" y="9"/>
                      <a:pt x="34" y="17"/>
                    </a:cubicBezTo>
                    <a:cubicBezTo>
                      <a:pt x="1" y="34"/>
                      <a:pt x="1" y="92"/>
                      <a:pt x="34" y="117"/>
                    </a:cubicBezTo>
                    <a:cubicBezTo>
                      <a:pt x="51" y="125"/>
                      <a:pt x="59" y="125"/>
                      <a:pt x="76" y="125"/>
                    </a:cubicBezTo>
                    <a:cubicBezTo>
                      <a:pt x="92" y="133"/>
                      <a:pt x="109" y="133"/>
                      <a:pt x="125" y="133"/>
                    </a:cubicBezTo>
                    <a:cubicBezTo>
                      <a:pt x="142" y="133"/>
                      <a:pt x="167" y="133"/>
                      <a:pt x="183" y="125"/>
                    </a:cubicBezTo>
                    <a:cubicBezTo>
                      <a:pt x="200" y="125"/>
                      <a:pt x="216" y="125"/>
                      <a:pt x="233" y="108"/>
                    </a:cubicBezTo>
                    <a:cubicBezTo>
                      <a:pt x="241" y="100"/>
                      <a:pt x="250" y="84"/>
                      <a:pt x="250" y="67"/>
                    </a:cubicBezTo>
                    <a:cubicBezTo>
                      <a:pt x="250" y="50"/>
                      <a:pt x="241" y="34"/>
                      <a:pt x="233" y="17"/>
                    </a:cubicBezTo>
                    <a:cubicBezTo>
                      <a:pt x="216" y="9"/>
                      <a:pt x="200" y="1"/>
                      <a:pt x="1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8" name="Google Shape;4648;p12"/>
              <p:cNvSpPr/>
              <p:nvPr/>
            </p:nvSpPr>
            <p:spPr>
              <a:xfrm>
                <a:off x="5130275" y="4008125"/>
                <a:ext cx="4375" cy="3550"/>
              </a:xfrm>
              <a:custGeom>
                <a:rect b="b" l="l" r="r" t="t"/>
                <a:pathLst>
                  <a:path extrusionOk="0" h="142" w="175">
                    <a:moveTo>
                      <a:pt x="84" y="1"/>
                    </a:moveTo>
                    <a:cubicBezTo>
                      <a:pt x="1" y="1"/>
                      <a:pt x="1" y="142"/>
                      <a:pt x="84" y="142"/>
                    </a:cubicBezTo>
                    <a:cubicBezTo>
                      <a:pt x="175" y="142"/>
                      <a:pt x="175" y="1"/>
                      <a:pt x="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9" name="Google Shape;4649;p12"/>
              <p:cNvSpPr/>
              <p:nvPr/>
            </p:nvSpPr>
            <p:spPr>
              <a:xfrm>
                <a:off x="5126975" y="3993625"/>
                <a:ext cx="4975" cy="3550"/>
              </a:xfrm>
              <a:custGeom>
                <a:rect b="b" l="l" r="r" t="t"/>
                <a:pathLst>
                  <a:path extrusionOk="0" h="142" w="199">
                    <a:moveTo>
                      <a:pt x="108" y="1"/>
                    </a:moveTo>
                    <a:lnTo>
                      <a:pt x="91" y="9"/>
                    </a:lnTo>
                    <a:lnTo>
                      <a:pt x="83" y="9"/>
                    </a:lnTo>
                    <a:cubicBezTo>
                      <a:pt x="75" y="9"/>
                      <a:pt x="66" y="17"/>
                      <a:pt x="58" y="17"/>
                    </a:cubicBezTo>
                    <a:cubicBezTo>
                      <a:pt x="50" y="17"/>
                      <a:pt x="50" y="26"/>
                      <a:pt x="42" y="26"/>
                    </a:cubicBezTo>
                    <a:cubicBezTo>
                      <a:pt x="33" y="26"/>
                      <a:pt x="33" y="34"/>
                      <a:pt x="25" y="34"/>
                    </a:cubicBezTo>
                    <a:cubicBezTo>
                      <a:pt x="17" y="42"/>
                      <a:pt x="8" y="42"/>
                      <a:pt x="8" y="51"/>
                    </a:cubicBezTo>
                    <a:cubicBezTo>
                      <a:pt x="0" y="59"/>
                      <a:pt x="0" y="59"/>
                      <a:pt x="0" y="67"/>
                    </a:cubicBezTo>
                    <a:cubicBezTo>
                      <a:pt x="0" y="75"/>
                      <a:pt x="0" y="75"/>
                      <a:pt x="0" y="84"/>
                    </a:cubicBezTo>
                    <a:cubicBezTo>
                      <a:pt x="0" y="92"/>
                      <a:pt x="0" y="92"/>
                      <a:pt x="0" y="100"/>
                    </a:cubicBezTo>
                    <a:cubicBezTo>
                      <a:pt x="0" y="100"/>
                      <a:pt x="8" y="109"/>
                      <a:pt x="8" y="109"/>
                    </a:cubicBezTo>
                    <a:cubicBezTo>
                      <a:pt x="17" y="117"/>
                      <a:pt x="25" y="125"/>
                      <a:pt x="33" y="133"/>
                    </a:cubicBezTo>
                    <a:lnTo>
                      <a:pt x="75" y="133"/>
                    </a:lnTo>
                    <a:cubicBezTo>
                      <a:pt x="75" y="133"/>
                      <a:pt x="83" y="142"/>
                      <a:pt x="91" y="142"/>
                    </a:cubicBezTo>
                    <a:lnTo>
                      <a:pt x="108" y="142"/>
                    </a:lnTo>
                    <a:cubicBezTo>
                      <a:pt x="116" y="142"/>
                      <a:pt x="124" y="133"/>
                      <a:pt x="133" y="133"/>
                    </a:cubicBezTo>
                    <a:cubicBezTo>
                      <a:pt x="141" y="133"/>
                      <a:pt x="149" y="133"/>
                      <a:pt x="166" y="125"/>
                    </a:cubicBezTo>
                    <a:cubicBezTo>
                      <a:pt x="166" y="125"/>
                      <a:pt x="174" y="117"/>
                      <a:pt x="174" y="117"/>
                    </a:cubicBezTo>
                    <a:cubicBezTo>
                      <a:pt x="182" y="109"/>
                      <a:pt x="191" y="100"/>
                      <a:pt x="191" y="84"/>
                    </a:cubicBezTo>
                    <a:cubicBezTo>
                      <a:pt x="199" y="75"/>
                      <a:pt x="199" y="67"/>
                      <a:pt x="199" y="59"/>
                    </a:cubicBezTo>
                    <a:cubicBezTo>
                      <a:pt x="199" y="51"/>
                      <a:pt x="191" y="42"/>
                      <a:pt x="191" y="34"/>
                    </a:cubicBezTo>
                    <a:cubicBezTo>
                      <a:pt x="182" y="26"/>
                      <a:pt x="174" y="17"/>
                      <a:pt x="166" y="17"/>
                    </a:cubicBezTo>
                    <a:cubicBezTo>
                      <a:pt x="166" y="9"/>
                      <a:pt x="158" y="9"/>
                      <a:pt x="1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0" name="Google Shape;4650;p12"/>
              <p:cNvSpPr/>
              <p:nvPr/>
            </p:nvSpPr>
            <p:spPr>
              <a:xfrm>
                <a:off x="5155750" y="4002600"/>
                <a:ext cx="5000" cy="3275"/>
              </a:xfrm>
              <a:custGeom>
                <a:rect b="b" l="l" r="r" t="t"/>
                <a:pathLst>
                  <a:path extrusionOk="0" h="131" w="200">
                    <a:moveTo>
                      <a:pt x="133" y="0"/>
                    </a:moveTo>
                    <a:cubicBezTo>
                      <a:pt x="127" y="0"/>
                      <a:pt x="121" y="2"/>
                      <a:pt x="117" y="6"/>
                    </a:cubicBezTo>
                    <a:cubicBezTo>
                      <a:pt x="109" y="6"/>
                      <a:pt x="100" y="15"/>
                      <a:pt x="100" y="15"/>
                    </a:cubicBezTo>
                    <a:cubicBezTo>
                      <a:pt x="84" y="15"/>
                      <a:pt x="75" y="23"/>
                      <a:pt x="67" y="31"/>
                    </a:cubicBezTo>
                    <a:cubicBezTo>
                      <a:pt x="51" y="40"/>
                      <a:pt x="34" y="48"/>
                      <a:pt x="17" y="56"/>
                    </a:cubicBezTo>
                    <a:cubicBezTo>
                      <a:pt x="1" y="81"/>
                      <a:pt x="9" y="114"/>
                      <a:pt x="34" y="122"/>
                    </a:cubicBezTo>
                    <a:lnTo>
                      <a:pt x="67" y="122"/>
                    </a:lnTo>
                    <a:cubicBezTo>
                      <a:pt x="75" y="122"/>
                      <a:pt x="84" y="131"/>
                      <a:pt x="92" y="131"/>
                    </a:cubicBezTo>
                    <a:cubicBezTo>
                      <a:pt x="100" y="131"/>
                      <a:pt x="109" y="122"/>
                      <a:pt x="109" y="122"/>
                    </a:cubicBezTo>
                    <a:lnTo>
                      <a:pt x="133" y="122"/>
                    </a:lnTo>
                    <a:cubicBezTo>
                      <a:pt x="142" y="122"/>
                      <a:pt x="158" y="122"/>
                      <a:pt x="167" y="114"/>
                    </a:cubicBezTo>
                    <a:lnTo>
                      <a:pt x="175" y="106"/>
                    </a:lnTo>
                    <a:cubicBezTo>
                      <a:pt x="183" y="98"/>
                      <a:pt x="191" y="89"/>
                      <a:pt x="191" y="81"/>
                    </a:cubicBezTo>
                    <a:cubicBezTo>
                      <a:pt x="191" y="73"/>
                      <a:pt x="200" y="64"/>
                      <a:pt x="191" y="56"/>
                    </a:cubicBezTo>
                    <a:cubicBezTo>
                      <a:pt x="191" y="48"/>
                      <a:pt x="191" y="40"/>
                      <a:pt x="183" y="31"/>
                    </a:cubicBezTo>
                    <a:cubicBezTo>
                      <a:pt x="183" y="23"/>
                      <a:pt x="175" y="23"/>
                      <a:pt x="175" y="15"/>
                    </a:cubicBezTo>
                    <a:cubicBezTo>
                      <a:pt x="167" y="6"/>
                      <a:pt x="158" y="6"/>
                      <a:pt x="150" y="6"/>
                    </a:cubicBezTo>
                    <a:cubicBezTo>
                      <a:pt x="146" y="2"/>
                      <a:pt x="140" y="0"/>
                      <a:pt x="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1" name="Google Shape;4651;p12"/>
              <p:cNvSpPr/>
              <p:nvPr/>
            </p:nvSpPr>
            <p:spPr>
              <a:xfrm>
                <a:off x="5195525" y="4001500"/>
                <a:ext cx="4375" cy="3550"/>
              </a:xfrm>
              <a:custGeom>
                <a:rect b="b" l="l" r="r" t="t"/>
                <a:pathLst>
                  <a:path extrusionOk="0" h="142" w="175">
                    <a:moveTo>
                      <a:pt x="50" y="1"/>
                    </a:moveTo>
                    <a:cubicBezTo>
                      <a:pt x="42" y="9"/>
                      <a:pt x="34" y="9"/>
                      <a:pt x="26" y="17"/>
                    </a:cubicBezTo>
                    <a:cubicBezTo>
                      <a:pt x="26" y="17"/>
                      <a:pt x="17" y="17"/>
                      <a:pt x="17" y="26"/>
                    </a:cubicBezTo>
                    <a:cubicBezTo>
                      <a:pt x="9" y="34"/>
                      <a:pt x="9" y="42"/>
                      <a:pt x="1" y="50"/>
                    </a:cubicBezTo>
                    <a:cubicBezTo>
                      <a:pt x="1" y="50"/>
                      <a:pt x="1" y="59"/>
                      <a:pt x="1" y="67"/>
                    </a:cubicBezTo>
                    <a:cubicBezTo>
                      <a:pt x="1" y="67"/>
                      <a:pt x="1" y="75"/>
                      <a:pt x="1" y="84"/>
                    </a:cubicBezTo>
                    <a:cubicBezTo>
                      <a:pt x="9" y="92"/>
                      <a:pt x="9" y="100"/>
                      <a:pt x="17" y="100"/>
                    </a:cubicBezTo>
                    <a:cubicBezTo>
                      <a:pt x="17" y="108"/>
                      <a:pt x="26" y="117"/>
                      <a:pt x="34" y="117"/>
                    </a:cubicBezTo>
                    <a:cubicBezTo>
                      <a:pt x="42" y="125"/>
                      <a:pt x="59" y="133"/>
                      <a:pt x="67" y="133"/>
                    </a:cubicBezTo>
                    <a:cubicBezTo>
                      <a:pt x="75" y="133"/>
                      <a:pt x="75" y="142"/>
                      <a:pt x="75" y="142"/>
                    </a:cubicBezTo>
                    <a:lnTo>
                      <a:pt x="108" y="142"/>
                    </a:lnTo>
                    <a:cubicBezTo>
                      <a:pt x="117" y="142"/>
                      <a:pt x="125" y="142"/>
                      <a:pt x="133" y="133"/>
                    </a:cubicBezTo>
                    <a:cubicBezTo>
                      <a:pt x="142" y="133"/>
                      <a:pt x="150" y="125"/>
                      <a:pt x="158" y="117"/>
                    </a:cubicBezTo>
                    <a:lnTo>
                      <a:pt x="166" y="108"/>
                    </a:lnTo>
                    <a:cubicBezTo>
                      <a:pt x="175" y="100"/>
                      <a:pt x="175" y="92"/>
                      <a:pt x="175" y="84"/>
                    </a:cubicBezTo>
                    <a:cubicBezTo>
                      <a:pt x="175" y="75"/>
                      <a:pt x="175" y="67"/>
                      <a:pt x="175" y="67"/>
                    </a:cubicBezTo>
                    <a:cubicBezTo>
                      <a:pt x="175" y="50"/>
                      <a:pt x="175" y="42"/>
                      <a:pt x="166" y="34"/>
                    </a:cubicBezTo>
                    <a:lnTo>
                      <a:pt x="158" y="26"/>
                    </a:lnTo>
                    <a:cubicBezTo>
                      <a:pt x="150" y="17"/>
                      <a:pt x="133" y="9"/>
                      <a:pt x="125" y="9"/>
                    </a:cubicBezTo>
                    <a:cubicBezTo>
                      <a:pt x="125" y="9"/>
                      <a:pt x="117" y="9"/>
                      <a:pt x="1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2" name="Google Shape;4652;p12"/>
              <p:cNvSpPr/>
              <p:nvPr/>
            </p:nvSpPr>
            <p:spPr>
              <a:xfrm>
                <a:off x="5197600" y="3995500"/>
                <a:ext cx="2925" cy="2500"/>
              </a:xfrm>
              <a:custGeom>
                <a:rect b="b" l="l" r="r" t="t"/>
                <a:pathLst>
                  <a:path extrusionOk="0" h="100" w="117">
                    <a:moveTo>
                      <a:pt x="59" y="0"/>
                    </a:moveTo>
                    <a:cubicBezTo>
                      <a:pt x="1" y="0"/>
                      <a:pt x="1" y="100"/>
                      <a:pt x="59" y="100"/>
                    </a:cubicBezTo>
                    <a:cubicBezTo>
                      <a:pt x="117" y="100"/>
                      <a:pt x="117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3" name="Google Shape;4653;p12"/>
              <p:cNvSpPr/>
              <p:nvPr/>
            </p:nvSpPr>
            <p:spPr>
              <a:xfrm>
                <a:off x="5200075" y="4008350"/>
                <a:ext cx="2725" cy="2075"/>
              </a:xfrm>
              <a:custGeom>
                <a:rect b="b" l="l" r="r" t="t"/>
                <a:pathLst>
                  <a:path extrusionOk="0" h="83" w="109">
                    <a:moveTo>
                      <a:pt x="59" y="0"/>
                    </a:moveTo>
                    <a:cubicBezTo>
                      <a:pt x="1" y="0"/>
                      <a:pt x="1" y="83"/>
                      <a:pt x="59" y="83"/>
                    </a:cubicBezTo>
                    <a:cubicBezTo>
                      <a:pt x="109" y="83"/>
                      <a:pt x="109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4" name="Google Shape;4654;p12"/>
              <p:cNvSpPr/>
              <p:nvPr/>
            </p:nvSpPr>
            <p:spPr>
              <a:xfrm>
                <a:off x="5085675" y="3831100"/>
                <a:ext cx="15150" cy="19100"/>
              </a:xfrm>
              <a:custGeom>
                <a:rect b="b" l="l" r="r" t="t"/>
                <a:pathLst>
                  <a:path extrusionOk="0" h="764" w="606">
                    <a:moveTo>
                      <a:pt x="39" y="1"/>
                    </a:moveTo>
                    <a:cubicBezTo>
                      <a:pt x="21" y="1"/>
                      <a:pt x="1" y="20"/>
                      <a:pt x="20" y="39"/>
                    </a:cubicBezTo>
                    <a:cubicBezTo>
                      <a:pt x="61" y="97"/>
                      <a:pt x="103" y="163"/>
                      <a:pt x="152" y="221"/>
                    </a:cubicBezTo>
                    <a:cubicBezTo>
                      <a:pt x="202" y="288"/>
                      <a:pt x="252" y="346"/>
                      <a:pt x="302" y="412"/>
                    </a:cubicBezTo>
                    <a:cubicBezTo>
                      <a:pt x="343" y="478"/>
                      <a:pt x="384" y="545"/>
                      <a:pt x="418" y="611"/>
                    </a:cubicBezTo>
                    <a:cubicBezTo>
                      <a:pt x="459" y="669"/>
                      <a:pt x="484" y="735"/>
                      <a:pt x="558" y="760"/>
                    </a:cubicBezTo>
                    <a:cubicBezTo>
                      <a:pt x="562" y="763"/>
                      <a:pt x="567" y="764"/>
                      <a:pt x="570" y="764"/>
                    </a:cubicBezTo>
                    <a:cubicBezTo>
                      <a:pt x="590" y="764"/>
                      <a:pt x="606" y="732"/>
                      <a:pt x="592" y="719"/>
                    </a:cubicBezTo>
                    <a:cubicBezTo>
                      <a:pt x="558" y="652"/>
                      <a:pt x="517" y="603"/>
                      <a:pt x="484" y="545"/>
                    </a:cubicBezTo>
                    <a:cubicBezTo>
                      <a:pt x="442" y="478"/>
                      <a:pt x="401" y="412"/>
                      <a:pt x="360" y="346"/>
                    </a:cubicBezTo>
                    <a:cubicBezTo>
                      <a:pt x="318" y="288"/>
                      <a:pt x="268" y="230"/>
                      <a:pt x="227" y="172"/>
                    </a:cubicBezTo>
                    <a:cubicBezTo>
                      <a:pt x="169" y="105"/>
                      <a:pt x="119" y="56"/>
                      <a:pt x="53" y="6"/>
                    </a:cubicBezTo>
                    <a:cubicBezTo>
                      <a:pt x="49" y="2"/>
                      <a:pt x="44" y="1"/>
                      <a:pt x="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5" name="Google Shape;4655;p12"/>
              <p:cNvSpPr/>
              <p:nvPr/>
            </p:nvSpPr>
            <p:spPr>
              <a:xfrm>
                <a:off x="5094650" y="3838325"/>
                <a:ext cx="4125" cy="4825"/>
              </a:xfrm>
              <a:custGeom>
                <a:rect b="b" l="l" r="r" t="t"/>
                <a:pathLst>
                  <a:path extrusionOk="0" h="193" w="165">
                    <a:moveTo>
                      <a:pt x="25" y="1"/>
                    </a:moveTo>
                    <a:cubicBezTo>
                      <a:pt x="19" y="1"/>
                      <a:pt x="13" y="3"/>
                      <a:pt x="9" y="7"/>
                    </a:cubicBezTo>
                    <a:cubicBezTo>
                      <a:pt x="1" y="15"/>
                      <a:pt x="1" y="32"/>
                      <a:pt x="9" y="40"/>
                    </a:cubicBezTo>
                    <a:cubicBezTo>
                      <a:pt x="34" y="65"/>
                      <a:pt x="50" y="90"/>
                      <a:pt x="67" y="115"/>
                    </a:cubicBezTo>
                    <a:cubicBezTo>
                      <a:pt x="75" y="131"/>
                      <a:pt x="92" y="140"/>
                      <a:pt x="100" y="156"/>
                    </a:cubicBezTo>
                    <a:cubicBezTo>
                      <a:pt x="117" y="164"/>
                      <a:pt x="125" y="181"/>
                      <a:pt x="133" y="189"/>
                    </a:cubicBezTo>
                    <a:cubicBezTo>
                      <a:pt x="138" y="192"/>
                      <a:pt x="142" y="193"/>
                      <a:pt x="146" y="193"/>
                    </a:cubicBezTo>
                    <a:cubicBezTo>
                      <a:pt x="157" y="193"/>
                      <a:pt x="164" y="185"/>
                      <a:pt x="158" y="173"/>
                    </a:cubicBezTo>
                    <a:cubicBezTo>
                      <a:pt x="150" y="156"/>
                      <a:pt x="141" y="140"/>
                      <a:pt x="133" y="131"/>
                    </a:cubicBezTo>
                    <a:cubicBezTo>
                      <a:pt x="125" y="115"/>
                      <a:pt x="117" y="98"/>
                      <a:pt x="100" y="90"/>
                    </a:cubicBezTo>
                    <a:lnTo>
                      <a:pt x="42" y="7"/>
                    </a:lnTo>
                    <a:cubicBezTo>
                      <a:pt x="38" y="3"/>
                      <a:pt x="32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6" name="Google Shape;4656;p12"/>
              <p:cNvSpPr/>
              <p:nvPr/>
            </p:nvSpPr>
            <p:spPr>
              <a:xfrm>
                <a:off x="4982375" y="3858750"/>
                <a:ext cx="17575" cy="20125"/>
              </a:xfrm>
              <a:custGeom>
                <a:rect b="b" l="l" r="r" t="t"/>
                <a:pathLst>
                  <a:path extrusionOk="0" h="805" w="703">
                    <a:moveTo>
                      <a:pt x="656" y="1"/>
                    </a:moveTo>
                    <a:cubicBezTo>
                      <a:pt x="653" y="1"/>
                      <a:pt x="650" y="1"/>
                      <a:pt x="647" y="2"/>
                    </a:cubicBezTo>
                    <a:cubicBezTo>
                      <a:pt x="490" y="77"/>
                      <a:pt x="349" y="176"/>
                      <a:pt x="241" y="309"/>
                    </a:cubicBezTo>
                    <a:cubicBezTo>
                      <a:pt x="183" y="375"/>
                      <a:pt x="142" y="449"/>
                      <a:pt x="100" y="532"/>
                    </a:cubicBezTo>
                    <a:cubicBezTo>
                      <a:pt x="75" y="565"/>
                      <a:pt x="59" y="607"/>
                      <a:pt x="42" y="648"/>
                    </a:cubicBezTo>
                    <a:cubicBezTo>
                      <a:pt x="26" y="690"/>
                      <a:pt x="1" y="739"/>
                      <a:pt x="17" y="781"/>
                    </a:cubicBezTo>
                    <a:cubicBezTo>
                      <a:pt x="17" y="793"/>
                      <a:pt x="30" y="804"/>
                      <a:pt x="46" y="804"/>
                    </a:cubicBezTo>
                    <a:cubicBezTo>
                      <a:pt x="53" y="804"/>
                      <a:pt x="60" y="802"/>
                      <a:pt x="67" y="797"/>
                    </a:cubicBezTo>
                    <a:cubicBezTo>
                      <a:pt x="100" y="781"/>
                      <a:pt x="117" y="739"/>
                      <a:pt x="125" y="698"/>
                    </a:cubicBezTo>
                    <a:cubicBezTo>
                      <a:pt x="142" y="657"/>
                      <a:pt x="158" y="623"/>
                      <a:pt x="175" y="582"/>
                    </a:cubicBezTo>
                    <a:cubicBezTo>
                      <a:pt x="216" y="507"/>
                      <a:pt x="249" y="433"/>
                      <a:pt x="299" y="367"/>
                    </a:cubicBezTo>
                    <a:cubicBezTo>
                      <a:pt x="399" y="234"/>
                      <a:pt x="531" y="126"/>
                      <a:pt x="672" y="52"/>
                    </a:cubicBezTo>
                    <a:cubicBezTo>
                      <a:pt x="702" y="37"/>
                      <a:pt x="684" y="1"/>
                      <a:pt x="6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7" name="Google Shape;4657;p12"/>
              <p:cNvSpPr/>
              <p:nvPr/>
            </p:nvSpPr>
            <p:spPr>
              <a:xfrm>
                <a:off x="4989025" y="3870500"/>
                <a:ext cx="4575" cy="5450"/>
              </a:xfrm>
              <a:custGeom>
                <a:rect b="b" l="l" r="r" t="t"/>
                <a:pathLst>
                  <a:path extrusionOk="0" h="218" w="183">
                    <a:moveTo>
                      <a:pt x="137" y="0"/>
                    </a:moveTo>
                    <a:cubicBezTo>
                      <a:pt x="126" y="0"/>
                      <a:pt x="116" y="4"/>
                      <a:pt x="108" y="13"/>
                    </a:cubicBezTo>
                    <a:lnTo>
                      <a:pt x="116" y="13"/>
                    </a:lnTo>
                    <a:cubicBezTo>
                      <a:pt x="91" y="37"/>
                      <a:pt x="66" y="62"/>
                      <a:pt x="41" y="87"/>
                    </a:cubicBezTo>
                    <a:cubicBezTo>
                      <a:pt x="41" y="95"/>
                      <a:pt x="33" y="104"/>
                      <a:pt x="33" y="112"/>
                    </a:cubicBezTo>
                    <a:cubicBezTo>
                      <a:pt x="25" y="120"/>
                      <a:pt x="25" y="129"/>
                      <a:pt x="17" y="137"/>
                    </a:cubicBezTo>
                    <a:cubicBezTo>
                      <a:pt x="17" y="145"/>
                      <a:pt x="17" y="153"/>
                      <a:pt x="8" y="162"/>
                    </a:cubicBezTo>
                    <a:cubicBezTo>
                      <a:pt x="8" y="170"/>
                      <a:pt x="8" y="178"/>
                      <a:pt x="8" y="187"/>
                    </a:cubicBezTo>
                    <a:cubicBezTo>
                      <a:pt x="0" y="195"/>
                      <a:pt x="8" y="203"/>
                      <a:pt x="17" y="211"/>
                    </a:cubicBezTo>
                    <a:cubicBezTo>
                      <a:pt x="21" y="216"/>
                      <a:pt x="27" y="218"/>
                      <a:pt x="33" y="218"/>
                    </a:cubicBezTo>
                    <a:cubicBezTo>
                      <a:pt x="39" y="218"/>
                      <a:pt x="46" y="216"/>
                      <a:pt x="50" y="211"/>
                    </a:cubicBezTo>
                    <a:cubicBezTo>
                      <a:pt x="50" y="203"/>
                      <a:pt x="58" y="195"/>
                      <a:pt x="66" y="187"/>
                    </a:cubicBezTo>
                    <a:cubicBezTo>
                      <a:pt x="66" y="187"/>
                      <a:pt x="66" y="178"/>
                      <a:pt x="75" y="178"/>
                    </a:cubicBezTo>
                    <a:cubicBezTo>
                      <a:pt x="75" y="178"/>
                      <a:pt x="75" y="178"/>
                      <a:pt x="75" y="170"/>
                    </a:cubicBezTo>
                    <a:cubicBezTo>
                      <a:pt x="75" y="170"/>
                      <a:pt x="83" y="170"/>
                      <a:pt x="83" y="162"/>
                    </a:cubicBezTo>
                    <a:cubicBezTo>
                      <a:pt x="83" y="162"/>
                      <a:pt x="91" y="153"/>
                      <a:pt x="91" y="153"/>
                    </a:cubicBezTo>
                    <a:cubicBezTo>
                      <a:pt x="99" y="145"/>
                      <a:pt x="99" y="137"/>
                      <a:pt x="108" y="129"/>
                    </a:cubicBezTo>
                    <a:cubicBezTo>
                      <a:pt x="108" y="120"/>
                      <a:pt x="116" y="120"/>
                      <a:pt x="124" y="112"/>
                    </a:cubicBezTo>
                    <a:cubicBezTo>
                      <a:pt x="124" y="104"/>
                      <a:pt x="133" y="104"/>
                      <a:pt x="133" y="95"/>
                    </a:cubicBezTo>
                    <a:cubicBezTo>
                      <a:pt x="141" y="87"/>
                      <a:pt x="149" y="79"/>
                      <a:pt x="166" y="62"/>
                    </a:cubicBezTo>
                    <a:cubicBezTo>
                      <a:pt x="174" y="54"/>
                      <a:pt x="182" y="21"/>
                      <a:pt x="166" y="13"/>
                    </a:cubicBezTo>
                    <a:cubicBezTo>
                      <a:pt x="157" y="4"/>
                      <a:pt x="147" y="0"/>
                      <a:pt x="1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8" name="Google Shape;4658;p12"/>
              <p:cNvSpPr/>
              <p:nvPr/>
            </p:nvSpPr>
            <p:spPr>
              <a:xfrm>
                <a:off x="4980100" y="3884275"/>
                <a:ext cx="2100" cy="4175"/>
              </a:xfrm>
              <a:custGeom>
                <a:rect b="b" l="l" r="r" t="t"/>
                <a:pathLst>
                  <a:path extrusionOk="0" h="167" w="84">
                    <a:moveTo>
                      <a:pt x="59" y="0"/>
                    </a:moveTo>
                    <a:cubicBezTo>
                      <a:pt x="50" y="0"/>
                      <a:pt x="34" y="0"/>
                      <a:pt x="26" y="17"/>
                    </a:cubicBezTo>
                    <a:cubicBezTo>
                      <a:pt x="26" y="33"/>
                      <a:pt x="26" y="42"/>
                      <a:pt x="17" y="50"/>
                    </a:cubicBezTo>
                    <a:cubicBezTo>
                      <a:pt x="17" y="58"/>
                      <a:pt x="17" y="75"/>
                      <a:pt x="17" y="83"/>
                    </a:cubicBezTo>
                    <a:cubicBezTo>
                      <a:pt x="9" y="100"/>
                      <a:pt x="9" y="124"/>
                      <a:pt x="1" y="149"/>
                    </a:cubicBezTo>
                    <a:cubicBezTo>
                      <a:pt x="1" y="160"/>
                      <a:pt x="13" y="167"/>
                      <a:pt x="25" y="167"/>
                    </a:cubicBezTo>
                    <a:cubicBezTo>
                      <a:pt x="32" y="167"/>
                      <a:pt x="39" y="164"/>
                      <a:pt x="42" y="158"/>
                    </a:cubicBezTo>
                    <a:cubicBezTo>
                      <a:pt x="50" y="141"/>
                      <a:pt x="59" y="116"/>
                      <a:pt x="67" y="100"/>
                    </a:cubicBezTo>
                    <a:cubicBezTo>
                      <a:pt x="67" y="83"/>
                      <a:pt x="75" y="75"/>
                      <a:pt x="75" y="66"/>
                    </a:cubicBezTo>
                    <a:cubicBezTo>
                      <a:pt x="75" y="58"/>
                      <a:pt x="84" y="42"/>
                      <a:pt x="84" y="33"/>
                    </a:cubicBezTo>
                    <a:cubicBezTo>
                      <a:pt x="84" y="17"/>
                      <a:pt x="75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9" name="Google Shape;4659;p12"/>
              <p:cNvSpPr/>
              <p:nvPr/>
            </p:nvSpPr>
            <p:spPr>
              <a:xfrm>
                <a:off x="4966325" y="3988700"/>
                <a:ext cx="18775" cy="38325"/>
              </a:xfrm>
              <a:custGeom>
                <a:rect b="b" l="l" r="r" t="t"/>
                <a:pathLst>
                  <a:path extrusionOk="0" h="1533" w="751">
                    <a:moveTo>
                      <a:pt x="28" y="1"/>
                    </a:moveTo>
                    <a:cubicBezTo>
                      <a:pt x="15" y="1"/>
                      <a:pt x="0" y="9"/>
                      <a:pt x="5" y="24"/>
                    </a:cubicBezTo>
                    <a:cubicBezTo>
                      <a:pt x="5" y="181"/>
                      <a:pt x="5" y="330"/>
                      <a:pt x="30" y="480"/>
                    </a:cubicBezTo>
                    <a:cubicBezTo>
                      <a:pt x="46" y="637"/>
                      <a:pt x="88" y="794"/>
                      <a:pt x="146" y="944"/>
                    </a:cubicBezTo>
                    <a:cubicBezTo>
                      <a:pt x="195" y="1076"/>
                      <a:pt x="270" y="1192"/>
                      <a:pt x="361" y="1300"/>
                    </a:cubicBezTo>
                    <a:cubicBezTo>
                      <a:pt x="444" y="1391"/>
                      <a:pt x="560" y="1515"/>
                      <a:pt x="693" y="1532"/>
                    </a:cubicBezTo>
                    <a:cubicBezTo>
                      <a:pt x="695" y="1532"/>
                      <a:pt x="698" y="1533"/>
                      <a:pt x="700" y="1533"/>
                    </a:cubicBezTo>
                    <a:cubicBezTo>
                      <a:pt x="736" y="1533"/>
                      <a:pt x="750" y="1480"/>
                      <a:pt x="742" y="1449"/>
                    </a:cubicBezTo>
                    <a:cubicBezTo>
                      <a:pt x="717" y="1399"/>
                      <a:pt x="668" y="1358"/>
                      <a:pt x="626" y="1316"/>
                    </a:cubicBezTo>
                    <a:cubicBezTo>
                      <a:pt x="577" y="1275"/>
                      <a:pt x="527" y="1225"/>
                      <a:pt x="485" y="1176"/>
                    </a:cubicBezTo>
                    <a:cubicBezTo>
                      <a:pt x="403" y="1076"/>
                      <a:pt x="328" y="968"/>
                      <a:pt x="270" y="852"/>
                    </a:cubicBezTo>
                    <a:cubicBezTo>
                      <a:pt x="204" y="728"/>
                      <a:pt x="162" y="587"/>
                      <a:pt x="137" y="455"/>
                    </a:cubicBezTo>
                    <a:cubicBezTo>
                      <a:pt x="104" y="306"/>
                      <a:pt x="71" y="165"/>
                      <a:pt x="46" y="16"/>
                    </a:cubicBezTo>
                    <a:cubicBezTo>
                      <a:pt x="46" y="5"/>
                      <a:pt x="38" y="1"/>
                      <a:pt x="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0" name="Google Shape;4660;p12"/>
              <p:cNvSpPr/>
              <p:nvPr/>
            </p:nvSpPr>
            <p:spPr>
              <a:xfrm>
                <a:off x="4979700" y="4013200"/>
                <a:ext cx="8500" cy="7875"/>
              </a:xfrm>
              <a:custGeom>
                <a:rect b="b" l="l" r="r" t="t"/>
                <a:pathLst>
                  <a:path extrusionOk="0" h="315" w="340">
                    <a:moveTo>
                      <a:pt x="54" y="1"/>
                    </a:moveTo>
                    <a:cubicBezTo>
                      <a:pt x="44" y="1"/>
                      <a:pt x="33" y="5"/>
                      <a:pt x="25" y="13"/>
                    </a:cubicBezTo>
                    <a:cubicBezTo>
                      <a:pt x="8" y="22"/>
                      <a:pt x="0" y="55"/>
                      <a:pt x="8" y="71"/>
                    </a:cubicBezTo>
                    <a:cubicBezTo>
                      <a:pt x="50" y="121"/>
                      <a:pt x="83" y="162"/>
                      <a:pt x="133" y="204"/>
                    </a:cubicBezTo>
                    <a:cubicBezTo>
                      <a:pt x="149" y="229"/>
                      <a:pt x="174" y="245"/>
                      <a:pt x="199" y="270"/>
                    </a:cubicBezTo>
                    <a:cubicBezTo>
                      <a:pt x="216" y="278"/>
                      <a:pt x="224" y="287"/>
                      <a:pt x="240" y="295"/>
                    </a:cubicBezTo>
                    <a:cubicBezTo>
                      <a:pt x="249" y="303"/>
                      <a:pt x="265" y="312"/>
                      <a:pt x="282" y="312"/>
                    </a:cubicBezTo>
                    <a:cubicBezTo>
                      <a:pt x="286" y="314"/>
                      <a:pt x="291" y="315"/>
                      <a:pt x="297" y="315"/>
                    </a:cubicBezTo>
                    <a:cubicBezTo>
                      <a:pt x="311" y="315"/>
                      <a:pt x="326" y="307"/>
                      <a:pt x="332" y="295"/>
                    </a:cubicBezTo>
                    <a:cubicBezTo>
                      <a:pt x="340" y="278"/>
                      <a:pt x="340" y="262"/>
                      <a:pt x="323" y="245"/>
                    </a:cubicBezTo>
                    <a:cubicBezTo>
                      <a:pt x="315" y="237"/>
                      <a:pt x="307" y="229"/>
                      <a:pt x="298" y="220"/>
                    </a:cubicBezTo>
                    <a:lnTo>
                      <a:pt x="290" y="220"/>
                    </a:lnTo>
                    <a:cubicBezTo>
                      <a:pt x="282" y="212"/>
                      <a:pt x="274" y="196"/>
                      <a:pt x="265" y="187"/>
                    </a:cubicBezTo>
                    <a:cubicBezTo>
                      <a:pt x="240" y="171"/>
                      <a:pt x="224" y="154"/>
                      <a:pt x="199" y="138"/>
                    </a:cubicBezTo>
                    <a:cubicBezTo>
                      <a:pt x="158" y="96"/>
                      <a:pt x="116" y="55"/>
                      <a:pt x="83" y="13"/>
                    </a:cubicBezTo>
                    <a:cubicBezTo>
                      <a:pt x="75" y="5"/>
                      <a:pt x="64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1" name="Google Shape;4661;p12"/>
              <p:cNvSpPr/>
              <p:nvPr/>
            </p:nvSpPr>
            <p:spPr>
              <a:xfrm>
                <a:off x="5132150" y="3909050"/>
                <a:ext cx="7475" cy="8875"/>
              </a:xfrm>
              <a:custGeom>
                <a:rect b="b" l="l" r="r" t="t"/>
                <a:pathLst>
                  <a:path extrusionOk="0" h="355" w="299">
                    <a:moveTo>
                      <a:pt x="40" y="0"/>
                    </a:moveTo>
                    <a:cubicBezTo>
                      <a:pt x="35" y="0"/>
                      <a:pt x="30" y="1"/>
                      <a:pt x="25" y="3"/>
                    </a:cubicBezTo>
                    <a:cubicBezTo>
                      <a:pt x="9" y="12"/>
                      <a:pt x="0" y="37"/>
                      <a:pt x="9" y="61"/>
                    </a:cubicBezTo>
                    <a:cubicBezTo>
                      <a:pt x="42" y="111"/>
                      <a:pt x="83" y="161"/>
                      <a:pt x="116" y="211"/>
                    </a:cubicBezTo>
                    <a:cubicBezTo>
                      <a:pt x="133" y="235"/>
                      <a:pt x="158" y="260"/>
                      <a:pt x="174" y="285"/>
                    </a:cubicBezTo>
                    <a:lnTo>
                      <a:pt x="207" y="318"/>
                    </a:lnTo>
                    <a:cubicBezTo>
                      <a:pt x="224" y="327"/>
                      <a:pt x="232" y="343"/>
                      <a:pt x="249" y="351"/>
                    </a:cubicBezTo>
                    <a:cubicBezTo>
                      <a:pt x="251" y="354"/>
                      <a:pt x="255" y="355"/>
                      <a:pt x="260" y="355"/>
                    </a:cubicBezTo>
                    <a:cubicBezTo>
                      <a:pt x="270" y="355"/>
                      <a:pt x="284" y="349"/>
                      <a:pt x="290" y="343"/>
                    </a:cubicBezTo>
                    <a:cubicBezTo>
                      <a:pt x="299" y="335"/>
                      <a:pt x="299" y="318"/>
                      <a:pt x="290" y="310"/>
                    </a:cubicBezTo>
                    <a:cubicBezTo>
                      <a:pt x="265" y="252"/>
                      <a:pt x="224" y="202"/>
                      <a:pt x="183" y="161"/>
                    </a:cubicBezTo>
                    <a:cubicBezTo>
                      <a:pt x="149" y="111"/>
                      <a:pt x="108" y="61"/>
                      <a:pt x="75" y="20"/>
                    </a:cubicBezTo>
                    <a:cubicBezTo>
                      <a:pt x="69" y="8"/>
                      <a:pt x="54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2" name="Google Shape;4662;p12"/>
              <p:cNvSpPr/>
              <p:nvPr/>
            </p:nvSpPr>
            <p:spPr>
              <a:xfrm>
                <a:off x="5028775" y="4009325"/>
                <a:ext cx="8100" cy="23750"/>
              </a:xfrm>
              <a:custGeom>
                <a:rect b="b" l="l" r="r" t="t"/>
                <a:pathLst>
                  <a:path extrusionOk="0" h="950" w="324">
                    <a:moveTo>
                      <a:pt x="71" y="0"/>
                    </a:moveTo>
                    <a:cubicBezTo>
                      <a:pt x="61" y="0"/>
                      <a:pt x="51" y="7"/>
                      <a:pt x="51" y="19"/>
                    </a:cubicBezTo>
                    <a:cubicBezTo>
                      <a:pt x="26" y="102"/>
                      <a:pt x="1" y="177"/>
                      <a:pt x="9" y="268"/>
                    </a:cubicBezTo>
                    <a:cubicBezTo>
                      <a:pt x="9" y="351"/>
                      <a:pt x="26" y="425"/>
                      <a:pt x="51" y="508"/>
                    </a:cubicBezTo>
                    <a:cubicBezTo>
                      <a:pt x="75" y="583"/>
                      <a:pt x="100" y="665"/>
                      <a:pt x="133" y="740"/>
                    </a:cubicBezTo>
                    <a:cubicBezTo>
                      <a:pt x="158" y="781"/>
                      <a:pt x="175" y="815"/>
                      <a:pt x="200" y="856"/>
                    </a:cubicBezTo>
                    <a:cubicBezTo>
                      <a:pt x="225" y="889"/>
                      <a:pt x="241" y="922"/>
                      <a:pt x="274" y="947"/>
                    </a:cubicBezTo>
                    <a:cubicBezTo>
                      <a:pt x="279" y="949"/>
                      <a:pt x="283" y="949"/>
                      <a:pt x="287" y="949"/>
                    </a:cubicBezTo>
                    <a:cubicBezTo>
                      <a:pt x="307" y="949"/>
                      <a:pt x="324" y="934"/>
                      <a:pt x="324" y="914"/>
                    </a:cubicBezTo>
                    <a:cubicBezTo>
                      <a:pt x="324" y="881"/>
                      <a:pt x="316" y="848"/>
                      <a:pt x="299" y="815"/>
                    </a:cubicBezTo>
                    <a:cubicBezTo>
                      <a:pt x="291" y="773"/>
                      <a:pt x="283" y="740"/>
                      <a:pt x="266" y="699"/>
                    </a:cubicBezTo>
                    <a:lnTo>
                      <a:pt x="266" y="707"/>
                    </a:lnTo>
                    <a:cubicBezTo>
                      <a:pt x="233" y="632"/>
                      <a:pt x="208" y="558"/>
                      <a:pt x="175" y="475"/>
                    </a:cubicBezTo>
                    <a:cubicBezTo>
                      <a:pt x="158" y="409"/>
                      <a:pt x="133" y="334"/>
                      <a:pt x="117" y="259"/>
                    </a:cubicBezTo>
                    <a:cubicBezTo>
                      <a:pt x="109" y="177"/>
                      <a:pt x="84" y="102"/>
                      <a:pt x="92" y="19"/>
                    </a:cubicBezTo>
                    <a:cubicBezTo>
                      <a:pt x="92" y="7"/>
                      <a:pt x="82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3" name="Google Shape;4663;p12"/>
              <p:cNvSpPr/>
              <p:nvPr/>
            </p:nvSpPr>
            <p:spPr>
              <a:xfrm>
                <a:off x="5034375" y="4019975"/>
                <a:ext cx="4725" cy="10650"/>
              </a:xfrm>
              <a:custGeom>
                <a:rect b="b" l="l" r="r" t="t"/>
                <a:pathLst>
                  <a:path extrusionOk="0" h="426" w="189">
                    <a:moveTo>
                      <a:pt x="18" y="1"/>
                    </a:moveTo>
                    <a:cubicBezTo>
                      <a:pt x="9" y="1"/>
                      <a:pt x="1" y="10"/>
                      <a:pt x="1" y="24"/>
                    </a:cubicBezTo>
                    <a:cubicBezTo>
                      <a:pt x="9" y="57"/>
                      <a:pt x="9" y="90"/>
                      <a:pt x="17" y="132"/>
                    </a:cubicBezTo>
                    <a:cubicBezTo>
                      <a:pt x="25" y="165"/>
                      <a:pt x="34" y="190"/>
                      <a:pt x="50" y="223"/>
                    </a:cubicBezTo>
                    <a:cubicBezTo>
                      <a:pt x="59" y="256"/>
                      <a:pt x="67" y="289"/>
                      <a:pt x="83" y="322"/>
                    </a:cubicBezTo>
                    <a:cubicBezTo>
                      <a:pt x="92" y="339"/>
                      <a:pt x="92" y="355"/>
                      <a:pt x="100" y="364"/>
                    </a:cubicBezTo>
                    <a:cubicBezTo>
                      <a:pt x="117" y="389"/>
                      <a:pt x="125" y="397"/>
                      <a:pt x="133" y="413"/>
                    </a:cubicBezTo>
                    <a:cubicBezTo>
                      <a:pt x="139" y="422"/>
                      <a:pt x="148" y="426"/>
                      <a:pt x="156" y="426"/>
                    </a:cubicBezTo>
                    <a:cubicBezTo>
                      <a:pt x="173" y="426"/>
                      <a:pt x="188" y="413"/>
                      <a:pt x="183" y="397"/>
                    </a:cubicBezTo>
                    <a:cubicBezTo>
                      <a:pt x="175" y="380"/>
                      <a:pt x="175" y="364"/>
                      <a:pt x="166" y="347"/>
                    </a:cubicBezTo>
                    <a:cubicBezTo>
                      <a:pt x="166" y="331"/>
                      <a:pt x="158" y="314"/>
                      <a:pt x="150" y="297"/>
                    </a:cubicBezTo>
                    <a:cubicBezTo>
                      <a:pt x="141" y="264"/>
                      <a:pt x="125" y="231"/>
                      <a:pt x="108" y="206"/>
                    </a:cubicBezTo>
                    <a:cubicBezTo>
                      <a:pt x="92" y="173"/>
                      <a:pt x="83" y="140"/>
                      <a:pt x="75" y="107"/>
                    </a:cubicBezTo>
                    <a:cubicBezTo>
                      <a:pt x="59" y="82"/>
                      <a:pt x="42" y="49"/>
                      <a:pt x="34" y="16"/>
                    </a:cubicBezTo>
                    <a:cubicBezTo>
                      <a:pt x="30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4" name="Google Shape;4664;p12"/>
              <p:cNvSpPr/>
              <p:nvPr/>
            </p:nvSpPr>
            <p:spPr>
              <a:xfrm>
                <a:off x="5026925" y="4000450"/>
                <a:ext cx="1875" cy="5425"/>
              </a:xfrm>
              <a:custGeom>
                <a:rect b="b" l="l" r="r" t="t"/>
                <a:pathLst>
                  <a:path extrusionOk="0" h="217" w="75">
                    <a:moveTo>
                      <a:pt x="48" y="1"/>
                    </a:moveTo>
                    <a:cubicBezTo>
                      <a:pt x="42" y="1"/>
                      <a:pt x="37" y="3"/>
                      <a:pt x="33" y="10"/>
                    </a:cubicBezTo>
                    <a:cubicBezTo>
                      <a:pt x="25" y="26"/>
                      <a:pt x="17" y="34"/>
                      <a:pt x="17" y="51"/>
                    </a:cubicBezTo>
                    <a:cubicBezTo>
                      <a:pt x="17" y="59"/>
                      <a:pt x="17" y="68"/>
                      <a:pt x="9" y="68"/>
                    </a:cubicBezTo>
                    <a:cubicBezTo>
                      <a:pt x="9" y="76"/>
                      <a:pt x="9" y="76"/>
                      <a:pt x="9" y="84"/>
                    </a:cubicBezTo>
                    <a:cubicBezTo>
                      <a:pt x="9" y="92"/>
                      <a:pt x="0" y="92"/>
                      <a:pt x="0" y="101"/>
                    </a:cubicBezTo>
                    <a:cubicBezTo>
                      <a:pt x="0" y="101"/>
                      <a:pt x="0" y="109"/>
                      <a:pt x="0" y="117"/>
                    </a:cubicBezTo>
                    <a:lnTo>
                      <a:pt x="0" y="134"/>
                    </a:lnTo>
                    <a:cubicBezTo>
                      <a:pt x="0" y="150"/>
                      <a:pt x="0" y="167"/>
                      <a:pt x="0" y="184"/>
                    </a:cubicBezTo>
                    <a:cubicBezTo>
                      <a:pt x="0" y="200"/>
                      <a:pt x="17" y="217"/>
                      <a:pt x="33" y="217"/>
                    </a:cubicBezTo>
                    <a:cubicBezTo>
                      <a:pt x="58" y="217"/>
                      <a:pt x="75" y="200"/>
                      <a:pt x="75" y="184"/>
                    </a:cubicBezTo>
                    <a:cubicBezTo>
                      <a:pt x="75" y="167"/>
                      <a:pt x="75" y="150"/>
                      <a:pt x="75" y="142"/>
                    </a:cubicBezTo>
                    <a:cubicBezTo>
                      <a:pt x="75" y="126"/>
                      <a:pt x="75" y="109"/>
                      <a:pt x="67" y="92"/>
                    </a:cubicBezTo>
                    <a:lnTo>
                      <a:pt x="67" y="84"/>
                    </a:lnTo>
                    <a:lnTo>
                      <a:pt x="67" y="59"/>
                    </a:lnTo>
                    <a:lnTo>
                      <a:pt x="67" y="18"/>
                    </a:lnTo>
                    <a:cubicBezTo>
                      <a:pt x="67" y="8"/>
                      <a:pt x="57" y="1"/>
                      <a:pt x="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5" name="Google Shape;4665;p12"/>
              <p:cNvSpPr/>
              <p:nvPr/>
            </p:nvSpPr>
            <p:spPr>
              <a:xfrm>
                <a:off x="4900975" y="4100175"/>
                <a:ext cx="11775" cy="6400"/>
              </a:xfrm>
              <a:custGeom>
                <a:rect b="b" l="l" r="r" t="t"/>
                <a:pathLst>
                  <a:path extrusionOk="0" h="256" w="471">
                    <a:moveTo>
                      <a:pt x="36" y="0"/>
                    </a:moveTo>
                    <a:cubicBezTo>
                      <a:pt x="24" y="0"/>
                      <a:pt x="14" y="4"/>
                      <a:pt x="9" y="14"/>
                    </a:cubicBezTo>
                    <a:cubicBezTo>
                      <a:pt x="1" y="31"/>
                      <a:pt x="9" y="56"/>
                      <a:pt x="26" y="64"/>
                    </a:cubicBezTo>
                    <a:cubicBezTo>
                      <a:pt x="92" y="97"/>
                      <a:pt x="150" y="130"/>
                      <a:pt x="224" y="163"/>
                    </a:cubicBezTo>
                    <a:cubicBezTo>
                      <a:pt x="258" y="180"/>
                      <a:pt x="291" y="196"/>
                      <a:pt x="324" y="213"/>
                    </a:cubicBezTo>
                    <a:cubicBezTo>
                      <a:pt x="357" y="221"/>
                      <a:pt x="390" y="238"/>
                      <a:pt x="423" y="254"/>
                    </a:cubicBezTo>
                    <a:cubicBezTo>
                      <a:pt x="426" y="255"/>
                      <a:pt x="429" y="256"/>
                      <a:pt x="432" y="256"/>
                    </a:cubicBezTo>
                    <a:cubicBezTo>
                      <a:pt x="459" y="256"/>
                      <a:pt x="471" y="219"/>
                      <a:pt x="448" y="196"/>
                    </a:cubicBezTo>
                    <a:cubicBezTo>
                      <a:pt x="423" y="180"/>
                      <a:pt x="390" y="163"/>
                      <a:pt x="357" y="147"/>
                    </a:cubicBezTo>
                    <a:cubicBezTo>
                      <a:pt x="324" y="130"/>
                      <a:pt x="291" y="114"/>
                      <a:pt x="258" y="97"/>
                    </a:cubicBezTo>
                    <a:cubicBezTo>
                      <a:pt x="191" y="64"/>
                      <a:pt x="125" y="39"/>
                      <a:pt x="59" y="6"/>
                    </a:cubicBezTo>
                    <a:cubicBezTo>
                      <a:pt x="52" y="2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6" name="Google Shape;4666;p12"/>
              <p:cNvSpPr/>
              <p:nvPr/>
            </p:nvSpPr>
            <p:spPr>
              <a:xfrm>
                <a:off x="4740875" y="4191550"/>
                <a:ext cx="3450" cy="19925"/>
              </a:xfrm>
              <a:custGeom>
                <a:rect b="b" l="l" r="r" t="t"/>
                <a:pathLst>
                  <a:path extrusionOk="0" h="797" w="138">
                    <a:moveTo>
                      <a:pt x="111" y="1"/>
                    </a:moveTo>
                    <a:cubicBezTo>
                      <a:pt x="101" y="1"/>
                      <a:pt x="90" y="8"/>
                      <a:pt x="83" y="21"/>
                    </a:cubicBezTo>
                    <a:cubicBezTo>
                      <a:pt x="58" y="79"/>
                      <a:pt x="33" y="137"/>
                      <a:pt x="25" y="204"/>
                    </a:cubicBezTo>
                    <a:cubicBezTo>
                      <a:pt x="8" y="262"/>
                      <a:pt x="0" y="328"/>
                      <a:pt x="0" y="394"/>
                    </a:cubicBezTo>
                    <a:cubicBezTo>
                      <a:pt x="0" y="460"/>
                      <a:pt x="0" y="527"/>
                      <a:pt x="8" y="585"/>
                    </a:cubicBezTo>
                    <a:cubicBezTo>
                      <a:pt x="8" y="643"/>
                      <a:pt x="8" y="726"/>
                      <a:pt x="41" y="775"/>
                    </a:cubicBezTo>
                    <a:cubicBezTo>
                      <a:pt x="47" y="790"/>
                      <a:pt x="59" y="797"/>
                      <a:pt x="71" y="797"/>
                    </a:cubicBezTo>
                    <a:cubicBezTo>
                      <a:pt x="93" y="797"/>
                      <a:pt x="119" y="777"/>
                      <a:pt x="124" y="750"/>
                    </a:cubicBezTo>
                    <a:cubicBezTo>
                      <a:pt x="124" y="726"/>
                      <a:pt x="116" y="692"/>
                      <a:pt x="108" y="659"/>
                    </a:cubicBezTo>
                    <a:cubicBezTo>
                      <a:pt x="108" y="634"/>
                      <a:pt x="99" y="610"/>
                      <a:pt x="99" y="576"/>
                    </a:cubicBezTo>
                    <a:cubicBezTo>
                      <a:pt x="91" y="518"/>
                      <a:pt x="91" y="460"/>
                      <a:pt x="91" y="394"/>
                    </a:cubicBezTo>
                    <a:cubicBezTo>
                      <a:pt x="91" y="336"/>
                      <a:pt x="99" y="278"/>
                      <a:pt x="108" y="220"/>
                    </a:cubicBezTo>
                    <a:cubicBezTo>
                      <a:pt x="116" y="154"/>
                      <a:pt x="124" y="96"/>
                      <a:pt x="133" y="38"/>
                    </a:cubicBezTo>
                    <a:cubicBezTo>
                      <a:pt x="137" y="14"/>
                      <a:pt x="125" y="1"/>
                      <a:pt x="1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7" name="Google Shape;4667;p12"/>
              <p:cNvSpPr/>
              <p:nvPr/>
            </p:nvSpPr>
            <p:spPr>
              <a:xfrm>
                <a:off x="4744800" y="4198850"/>
                <a:ext cx="1475" cy="4025"/>
              </a:xfrm>
              <a:custGeom>
                <a:rect b="b" l="l" r="r" t="t"/>
                <a:pathLst>
                  <a:path extrusionOk="0" h="161" w="59">
                    <a:moveTo>
                      <a:pt x="38" y="1"/>
                    </a:moveTo>
                    <a:cubicBezTo>
                      <a:pt x="37" y="1"/>
                      <a:pt x="35" y="1"/>
                      <a:pt x="34" y="3"/>
                    </a:cubicBezTo>
                    <a:cubicBezTo>
                      <a:pt x="17" y="3"/>
                      <a:pt x="9" y="11"/>
                      <a:pt x="9" y="19"/>
                    </a:cubicBezTo>
                    <a:cubicBezTo>
                      <a:pt x="9" y="44"/>
                      <a:pt x="9" y="61"/>
                      <a:pt x="9" y="86"/>
                    </a:cubicBezTo>
                    <a:lnTo>
                      <a:pt x="9" y="94"/>
                    </a:lnTo>
                    <a:cubicBezTo>
                      <a:pt x="9" y="102"/>
                      <a:pt x="9" y="102"/>
                      <a:pt x="9" y="110"/>
                    </a:cubicBezTo>
                    <a:cubicBezTo>
                      <a:pt x="9" y="119"/>
                      <a:pt x="9" y="127"/>
                      <a:pt x="0" y="144"/>
                    </a:cubicBezTo>
                    <a:cubicBezTo>
                      <a:pt x="0" y="152"/>
                      <a:pt x="9" y="160"/>
                      <a:pt x="17" y="160"/>
                    </a:cubicBezTo>
                    <a:cubicBezTo>
                      <a:pt x="17" y="160"/>
                      <a:pt x="34" y="160"/>
                      <a:pt x="34" y="152"/>
                    </a:cubicBezTo>
                    <a:cubicBezTo>
                      <a:pt x="42" y="144"/>
                      <a:pt x="42" y="127"/>
                      <a:pt x="50" y="119"/>
                    </a:cubicBezTo>
                    <a:cubicBezTo>
                      <a:pt x="50" y="110"/>
                      <a:pt x="50" y="94"/>
                      <a:pt x="50" y="86"/>
                    </a:cubicBezTo>
                    <a:cubicBezTo>
                      <a:pt x="58" y="61"/>
                      <a:pt x="50" y="44"/>
                      <a:pt x="50" y="19"/>
                    </a:cubicBezTo>
                    <a:cubicBezTo>
                      <a:pt x="50" y="13"/>
                      <a:pt x="45" y="1"/>
                      <a:pt x="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8" name="Google Shape;4668;p12"/>
              <p:cNvSpPr/>
              <p:nvPr/>
            </p:nvSpPr>
            <p:spPr>
              <a:xfrm>
                <a:off x="4754825" y="4247950"/>
                <a:ext cx="41525" cy="92325"/>
              </a:xfrm>
              <a:custGeom>
                <a:rect b="b" l="l" r="r" t="t"/>
                <a:pathLst>
                  <a:path extrusionOk="0" h="3693" w="1661">
                    <a:moveTo>
                      <a:pt x="74" y="1"/>
                    </a:moveTo>
                    <a:cubicBezTo>
                      <a:pt x="59" y="1"/>
                      <a:pt x="42" y="15"/>
                      <a:pt x="47" y="36"/>
                    </a:cubicBezTo>
                    <a:cubicBezTo>
                      <a:pt x="80" y="268"/>
                      <a:pt x="121" y="500"/>
                      <a:pt x="179" y="732"/>
                    </a:cubicBezTo>
                    <a:cubicBezTo>
                      <a:pt x="246" y="964"/>
                      <a:pt x="320" y="1196"/>
                      <a:pt x="403" y="1419"/>
                    </a:cubicBezTo>
                    <a:cubicBezTo>
                      <a:pt x="544" y="1792"/>
                      <a:pt x="718" y="2157"/>
                      <a:pt x="925" y="2505"/>
                    </a:cubicBezTo>
                    <a:cubicBezTo>
                      <a:pt x="826" y="2563"/>
                      <a:pt x="751" y="2645"/>
                      <a:pt x="660" y="2720"/>
                    </a:cubicBezTo>
                    <a:cubicBezTo>
                      <a:pt x="561" y="2803"/>
                      <a:pt x="461" y="2894"/>
                      <a:pt x="370" y="2993"/>
                    </a:cubicBezTo>
                    <a:cubicBezTo>
                      <a:pt x="204" y="3167"/>
                      <a:pt x="55" y="3383"/>
                      <a:pt x="5" y="3631"/>
                    </a:cubicBezTo>
                    <a:cubicBezTo>
                      <a:pt x="0" y="3667"/>
                      <a:pt x="35" y="3693"/>
                      <a:pt x="65" y="3693"/>
                    </a:cubicBezTo>
                    <a:cubicBezTo>
                      <a:pt x="84" y="3693"/>
                      <a:pt x="102" y="3682"/>
                      <a:pt x="105" y="3656"/>
                    </a:cubicBezTo>
                    <a:cubicBezTo>
                      <a:pt x="163" y="3424"/>
                      <a:pt x="304" y="3242"/>
                      <a:pt x="469" y="3085"/>
                    </a:cubicBezTo>
                    <a:cubicBezTo>
                      <a:pt x="561" y="3002"/>
                      <a:pt x="660" y="2927"/>
                      <a:pt x="759" y="2861"/>
                    </a:cubicBezTo>
                    <a:cubicBezTo>
                      <a:pt x="842" y="2795"/>
                      <a:pt x="933" y="2728"/>
                      <a:pt x="1033" y="2687"/>
                    </a:cubicBezTo>
                    <a:cubicBezTo>
                      <a:pt x="1174" y="2911"/>
                      <a:pt x="1331" y="3134"/>
                      <a:pt x="1513" y="3325"/>
                    </a:cubicBezTo>
                    <a:cubicBezTo>
                      <a:pt x="1528" y="3339"/>
                      <a:pt x="1545" y="3346"/>
                      <a:pt x="1562" y="3346"/>
                    </a:cubicBezTo>
                    <a:cubicBezTo>
                      <a:pt x="1612" y="3346"/>
                      <a:pt x="1660" y="3290"/>
                      <a:pt x="1629" y="3234"/>
                    </a:cubicBezTo>
                    <a:cubicBezTo>
                      <a:pt x="1389" y="2844"/>
                      <a:pt x="1116" y="2471"/>
                      <a:pt x="892" y="2066"/>
                    </a:cubicBezTo>
                    <a:lnTo>
                      <a:pt x="900" y="2066"/>
                    </a:lnTo>
                    <a:cubicBezTo>
                      <a:pt x="668" y="1651"/>
                      <a:pt x="478" y="1220"/>
                      <a:pt x="329" y="773"/>
                    </a:cubicBezTo>
                    <a:cubicBezTo>
                      <a:pt x="246" y="524"/>
                      <a:pt x="163" y="276"/>
                      <a:pt x="97" y="19"/>
                    </a:cubicBezTo>
                    <a:cubicBezTo>
                      <a:pt x="93" y="6"/>
                      <a:pt x="84" y="1"/>
                      <a:pt x="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9" name="Google Shape;4669;p12"/>
              <p:cNvSpPr/>
              <p:nvPr/>
            </p:nvSpPr>
            <p:spPr>
              <a:xfrm>
                <a:off x="4790150" y="4318100"/>
                <a:ext cx="6675" cy="8800"/>
              </a:xfrm>
              <a:custGeom>
                <a:rect b="b" l="l" r="r" t="t"/>
                <a:pathLst>
                  <a:path extrusionOk="0" h="352" w="267">
                    <a:moveTo>
                      <a:pt x="52" y="0"/>
                    </a:moveTo>
                    <a:cubicBezTo>
                      <a:pt x="44" y="0"/>
                      <a:pt x="35" y="2"/>
                      <a:pt x="26" y="5"/>
                    </a:cubicBezTo>
                    <a:cubicBezTo>
                      <a:pt x="9" y="13"/>
                      <a:pt x="1" y="47"/>
                      <a:pt x="9" y="63"/>
                    </a:cubicBezTo>
                    <a:cubicBezTo>
                      <a:pt x="34" y="113"/>
                      <a:pt x="59" y="171"/>
                      <a:pt x="92" y="212"/>
                    </a:cubicBezTo>
                    <a:cubicBezTo>
                      <a:pt x="109" y="237"/>
                      <a:pt x="125" y="262"/>
                      <a:pt x="150" y="287"/>
                    </a:cubicBezTo>
                    <a:cubicBezTo>
                      <a:pt x="167" y="303"/>
                      <a:pt x="192" y="328"/>
                      <a:pt x="208" y="345"/>
                    </a:cubicBezTo>
                    <a:cubicBezTo>
                      <a:pt x="216" y="349"/>
                      <a:pt x="225" y="351"/>
                      <a:pt x="232" y="351"/>
                    </a:cubicBezTo>
                    <a:cubicBezTo>
                      <a:pt x="239" y="351"/>
                      <a:pt x="245" y="349"/>
                      <a:pt x="250" y="345"/>
                    </a:cubicBezTo>
                    <a:cubicBezTo>
                      <a:pt x="258" y="337"/>
                      <a:pt x="266" y="320"/>
                      <a:pt x="258" y="303"/>
                    </a:cubicBezTo>
                    <a:cubicBezTo>
                      <a:pt x="241" y="287"/>
                      <a:pt x="233" y="262"/>
                      <a:pt x="216" y="237"/>
                    </a:cubicBezTo>
                    <a:cubicBezTo>
                      <a:pt x="200" y="212"/>
                      <a:pt x="183" y="187"/>
                      <a:pt x="167" y="171"/>
                    </a:cubicBezTo>
                    <a:cubicBezTo>
                      <a:pt x="142" y="121"/>
                      <a:pt x="109" y="71"/>
                      <a:pt x="84" y="22"/>
                    </a:cubicBezTo>
                    <a:cubicBezTo>
                      <a:pt x="79" y="6"/>
                      <a:pt x="67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0" name="Google Shape;4670;p12"/>
              <p:cNvSpPr/>
              <p:nvPr/>
            </p:nvSpPr>
            <p:spPr>
              <a:xfrm>
                <a:off x="4893525" y="4343950"/>
                <a:ext cx="2100" cy="6400"/>
              </a:xfrm>
              <a:custGeom>
                <a:rect b="b" l="l" r="r" t="t"/>
                <a:pathLst>
                  <a:path extrusionOk="0" h="256" w="84">
                    <a:moveTo>
                      <a:pt x="46" y="1"/>
                    </a:moveTo>
                    <a:cubicBezTo>
                      <a:pt x="42" y="1"/>
                      <a:pt x="38" y="3"/>
                      <a:pt x="34" y="7"/>
                    </a:cubicBezTo>
                    <a:cubicBezTo>
                      <a:pt x="25" y="15"/>
                      <a:pt x="17" y="15"/>
                      <a:pt x="17" y="32"/>
                    </a:cubicBezTo>
                    <a:cubicBezTo>
                      <a:pt x="9" y="40"/>
                      <a:pt x="9" y="48"/>
                      <a:pt x="9" y="57"/>
                    </a:cubicBezTo>
                    <a:cubicBezTo>
                      <a:pt x="0" y="73"/>
                      <a:pt x="0" y="90"/>
                      <a:pt x="0" y="115"/>
                    </a:cubicBezTo>
                    <a:cubicBezTo>
                      <a:pt x="0" y="148"/>
                      <a:pt x="0" y="181"/>
                      <a:pt x="9" y="214"/>
                    </a:cubicBezTo>
                    <a:cubicBezTo>
                      <a:pt x="9" y="239"/>
                      <a:pt x="25" y="255"/>
                      <a:pt x="42" y="255"/>
                    </a:cubicBezTo>
                    <a:cubicBezTo>
                      <a:pt x="67" y="255"/>
                      <a:pt x="83" y="239"/>
                      <a:pt x="83" y="214"/>
                    </a:cubicBezTo>
                    <a:cubicBezTo>
                      <a:pt x="83" y="181"/>
                      <a:pt x="83" y="148"/>
                      <a:pt x="83" y="115"/>
                    </a:cubicBezTo>
                    <a:cubicBezTo>
                      <a:pt x="83" y="90"/>
                      <a:pt x="83" y="73"/>
                      <a:pt x="83" y="57"/>
                    </a:cubicBezTo>
                    <a:cubicBezTo>
                      <a:pt x="83" y="48"/>
                      <a:pt x="75" y="40"/>
                      <a:pt x="75" y="32"/>
                    </a:cubicBezTo>
                    <a:cubicBezTo>
                      <a:pt x="75" y="15"/>
                      <a:pt x="67" y="15"/>
                      <a:pt x="58" y="7"/>
                    </a:cubicBezTo>
                    <a:cubicBezTo>
                      <a:pt x="54" y="3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1" name="Google Shape;4671;p12"/>
              <p:cNvSpPr/>
              <p:nvPr/>
            </p:nvSpPr>
            <p:spPr>
              <a:xfrm>
                <a:off x="4806525" y="4171300"/>
                <a:ext cx="12450" cy="42700"/>
              </a:xfrm>
              <a:custGeom>
                <a:rect b="b" l="l" r="r" t="t"/>
                <a:pathLst>
                  <a:path extrusionOk="0" h="1708" w="498">
                    <a:moveTo>
                      <a:pt x="439" y="1"/>
                    </a:moveTo>
                    <a:cubicBezTo>
                      <a:pt x="431" y="1"/>
                      <a:pt x="422" y="4"/>
                      <a:pt x="415" y="11"/>
                    </a:cubicBezTo>
                    <a:lnTo>
                      <a:pt x="415" y="3"/>
                    </a:lnTo>
                    <a:cubicBezTo>
                      <a:pt x="315" y="86"/>
                      <a:pt x="282" y="260"/>
                      <a:pt x="241" y="376"/>
                    </a:cubicBezTo>
                    <a:cubicBezTo>
                      <a:pt x="199" y="525"/>
                      <a:pt x="158" y="666"/>
                      <a:pt x="125" y="815"/>
                    </a:cubicBezTo>
                    <a:cubicBezTo>
                      <a:pt x="83" y="964"/>
                      <a:pt x="50" y="1113"/>
                      <a:pt x="25" y="1254"/>
                    </a:cubicBezTo>
                    <a:cubicBezTo>
                      <a:pt x="17" y="1320"/>
                      <a:pt x="9" y="1386"/>
                      <a:pt x="1" y="1453"/>
                    </a:cubicBezTo>
                    <a:cubicBezTo>
                      <a:pt x="1" y="1536"/>
                      <a:pt x="25" y="1618"/>
                      <a:pt x="34" y="1701"/>
                    </a:cubicBezTo>
                    <a:cubicBezTo>
                      <a:pt x="34" y="1705"/>
                      <a:pt x="36" y="1708"/>
                      <a:pt x="38" y="1708"/>
                    </a:cubicBezTo>
                    <a:cubicBezTo>
                      <a:pt x="40" y="1708"/>
                      <a:pt x="42" y="1705"/>
                      <a:pt x="42" y="1701"/>
                    </a:cubicBezTo>
                    <a:cubicBezTo>
                      <a:pt x="42" y="1618"/>
                      <a:pt x="67" y="1544"/>
                      <a:pt x="83" y="1469"/>
                    </a:cubicBezTo>
                    <a:cubicBezTo>
                      <a:pt x="100" y="1395"/>
                      <a:pt x="116" y="1328"/>
                      <a:pt x="133" y="1254"/>
                    </a:cubicBezTo>
                    <a:cubicBezTo>
                      <a:pt x="166" y="1113"/>
                      <a:pt x="208" y="972"/>
                      <a:pt x="249" y="840"/>
                    </a:cubicBezTo>
                    <a:cubicBezTo>
                      <a:pt x="299" y="699"/>
                      <a:pt x="340" y="558"/>
                      <a:pt x="390" y="417"/>
                    </a:cubicBezTo>
                    <a:cubicBezTo>
                      <a:pt x="406" y="351"/>
                      <a:pt x="431" y="284"/>
                      <a:pt x="456" y="210"/>
                    </a:cubicBezTo>
                    <a:cubicBezTo>
                      <a:pt x="473" y="152"/>
                      <a:pt x="498" y="94"/>
                      <a:pt x="481" y="36"/>
                    </a:cubicBezTo>
                    <a:cubicBezTo>
                      <a:pt x="481" y="18"/>
                      <a:pt x="460" y="1"/>
                      <a:pt x="4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2" name="Google Shape;4672;p12"/>
              <p:cNvSpPr/>
              <p:nvPr/>
            </p:nvSpPr>
            <p:spPr>
              <a:xfrm>
                <a:off x="4806100" y="4175975"/>
                <a:ext cx="5000" cy="8500"/>
              </a:xfrm>
              <a:custGeom>
                <a:rect b="b" l="l" r="r" t="t"/>
                <a:pathLst>
                  <a:path extrusionOk="0" h="340" w="200">
                    <a:moveTo>
                      <a:pt x="165" y="1"/>
                    </a:moveTo>
                    <a:cubicBezTo>
                      <a:pt x="157" y="1"/>
                      <a:pt x="149" y="3"/>
                      <a:pt x="142" y="6"/>
                    </a:cubicBezTo>
                    <a:cubicBezTo>
                      <a:pt x="133" y="15"/>
                      <a:pt x="117" y="23"/>
                      <a:pt x="117" y="31"/>
                    </a:cubicBezTo>
                    <a:cubicBezTo>
                      <a:pt x="109" y="40"/>
                      <a:pt x="100" y="56"/>
                      <a:pt x="100" y="64"/>
                    </a:cubicBezTo>
                    <a:cubicBezTo>
                      <a:pt x="84" y="89"/>
                      <a:pt x="76" y="114"/>
                      <a:pt x="67" y="139"/>
                    </a:cubicBezTo>
                    <a:cubicBezTo>
                      <a:pt x="51" y="189"/>
                      <a:pt x="26" y="230"/>
                      <a:pt x="9" y="280"/>
                    </a:cubicBezTo>
                    <a:cubicBezTo>
                      <a:pt x="1" y="305"/>
                      <a:pt x="18" y="329"/>
                      <a:pt x="42" y="338"/>
                    </a:cubicBezTo>
                    <a:cubicBezTo>
                      <a:pt x="47" y="339"/>
                      <a:pt x="51" y="340"/>
                      <a:pt x="55" y="340"/>
                    </a:cubicBezTo>
                    <a:cubicBezTo>
                      <a:pt x="76" y="340"/>
                      <a:pt x="94" y="325"/>
                      <a:pt x="100" y="305"/>
                    </a:cubicBezTo>
                    <a:cubicBezTo>
                      <a:pt x="117" y="263"/>
                      <a:pt x="142" y="213"/>
                      <a:pt x="158" y="172"/>
                    </a:cubicBezTo>
                    <a:cubicBezTo>
                      <a:pt x="167" y="147"/>
                      <a:pt x="175" y="122"/>
                      <a:pt x="183" y="97"/>
                    </a:cubicBezTo>
                    <a:cubicBezTo>
                      <a:pt x="191" y="89"/>
                      <a:pt x="191" y="73"/>
                      <a:pt x="191" y="64"/>
                    </a:cubicBezTo>
                    <a:cubicBezTo>
                      <a:pt x="200" y="48"/>
                      <a:pt x="191" y="31"/>
                      <a:pt x="191" y="15"/>
                    </a:cubicBezTo>
                    <a:cubicBezTo>
                      <a:pt x="187" y="5"/>
                      <a:pt x="176" y="1"/>
                      <a:pt x="1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3" name="Google Shape;4673;p12"/>
              <p:cNvSpPr/>
              <p:nvPr/>
            </p:nvSpPr>
            <p:spPr>
              <a:xfrm>
                <a:off x="4821450" y="4161075"/>
                <a:ext cx="4375" cy="6875"/>
              </a:xfrm>
              <a:custGeom>
                <a:rect b="b" l="l" r="r" t="t"/>
                <a:pathLst>
                  <a:path extrusionOk="0" h="275" w="175">
                    <a:moveTo>
                      <a:pt x="138" y="1"/>
                    </a:moveTo>
                    <a:cubicBezTo>
                      <a:pt x="130" y="1"/>
                      <a:pt x="122" y="3"/>
                      <a:pt x="116" y="6"/>
                    </a:cubicBezTo>
                    <a:cubicBezTo>
                      <a:pt x="108" y="14"/>
                      <a:pt x="108" y="22"/>
                      <a:pt x="99" y="39"/>
                    </a:cubicBezTo>
                    <a:cubicBezTo>
                      <a:pt x="91" y="47"/>
                      <a:pt x="83" y="56"/>
                      <a:pt x="83" y="64"/>
                    </a:cubicBezTo>
                    <a:cubicBezTo>
                      <a:pt x="83" y="72"/>
                      <a:pt x="75" y="72"/>
                      <a:pt x="75" y="80"/>
                    </a:cubicBezTo>
                    <a:cubicBezTo>
                      <a:pt x="75" y="80"/>
                      <a:pt x="75" y="80"/>
                      <a:pt x="75" y="89"/>
                    </a:cubicBezTo>
                    <a:cubicBezTo>
                      <a:pt x="75" y="97"/>
                      <a:pt x="66" y="97"/>
                      <a:pt x="66" y="105"/>
                    </a:cubicBezTo>
                    <a:cubicBezTo>
                      <a:pt x="50" y="138"/>
                      <a:pt x="33" y="172"/>
                      <a:pt x="8" y="205"/>
                    </a:cubicBezTo>
                    <a:cubicBezTo>
                      <a:pt x="0" y="221"/>
                      <a:pt x="8" y="254"/>
                      <a:pt x="25" y="271"/>
                    </a:cubicBezTo>
                    <a:cubicBezTo>
                      <a:pt x="32" y="273"/>
                      <a:pt x="38" y="274"/>
                      <a:pt x="45" y="274"/>
                    </a:cubicBezTo>
                    <a:cubicBezTo>
                      <a:pt x="62" y="274"/>
                      <a:pt x="79" y="266"/>
                      <a:pt x="91" y="254"/>
                    </a:cubicBezTo>
                    <a:cubicBezTo>
                      <a:pt x="108" y="221"/>
                      <a:pt x="124" y="180"/>
                      <a:pt x="141" y="147"/>
                    </a:cubicBezTo>
                    <a:cubicBezTo>
                      <a:pt x="149" y="130"/>
                      <a:pt x="157" y="114"/>
                      <a:pt x="166" y="89"/>
                    </a:cubicBezTo>
                    <a:cubicBezTo>
                      <a:pt x="174" y="72"/>
                      <a:pt x="174" y="47"/>
                      <a:pt x="166" y="22"/>
                    </a:cubicBezTo>
                    <a:cubicBezTo>
                      <a:pt x="166" y="7"/>
                      <a:pt x="152" y="1"/>
                      <a:pt x="1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4" name="Google Shape;4674;p12"/>
              <p:cNvSpPr/>
              <p:nvPr/>
            </p:nvSpPr>
            <p:spPr>
              <a:xfrm>
                <a:off x="5028150" y="4364600"/>
                <a:ext cx="2725" cy="4250"/>
              </a:xfrm>
              <a:custGeom>
                <a:rect b="b" l="l" r="r" t="t"/>
                <a:pathLst>
                  <a:path extrusionOk="0" h="170" w="109">
                    <a:moveTo>
                      <a:pt x="94" y="0"/>
                    </a:moveTo>
                    <a:cubicBezTo>
                      <a:pt x="88" y="0"/>
                      <a:pt x="82" y="3"/>
                      <a:pt x="76" y="9"/>
                    </a:cubicBezTo>
                    <a:lnTo>
                      <a:pt x="84" y="9"/>
                    </a:lnTo>
                    <a:cubicBezTo>
                      <a:pt x="76" y="18"/>
                      <a:pt x="67" y="26"/>
                      <a:pt x="59" y="34"/>
                    </a:cubicBezTo>
                    <a:cubicBezTo>
                      <a:pt x="59" y="43"/>
                      <a:pt x="51" y="51"/>
                      <a:pt x="42" y="59"/>
                    </a:cubicBezTo>
                    <a:cubicBezTo>
                      <a:pt x="34" y="76"/>
                      <a:pt x="26" y="101"/>
                      <a:pt x="18" y="117"/>
                    </a:cubicBezTo>
                    <a:cubicBezTo>
                      <a:pt x="1" y="134"/>
                      <a:pt x="9" y="159"/>
                      <a:pt x="34" y="167"/>
                    </a:cubicBezTo>
                    <a:cubicBezTo>
                      <a:pt x="37" y="168"/>
                      <a:pt x="40" y="169"/>
                      <a:pt x="44" y="169"/>
                    </a:cubicBezTo>
                    <a:cubicBezTo>
                      <a:pt x="59" y="169"/>
                      <a:pt x="76" y="156"/>
                      <a:pt x="76" y="142"/>
                    </a:cubicBezTo>
                    <a:lnTo>
                      <a:pt x="92" y="84"/>
                    </a:lnTo>
                    <a:cubicBezTo>
                      <a:pt x="100" y="76"/>
                      <a:pt x="100" y="59"/>
                      <a:pt x="100" y="51"/>
                    </a:cubicBezTo>
                    <a:lnTo>
                      <a:pt x="109" y="18"/>
                    </a:lnTo>
                    <a:cubicBezTo>
                      <a:pt x="109" y="7"/>
                      <a:pt x="102" y="0"/>
                      <a:pt x="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5" name="Google Shape;4675;p12"/>
              <p:cNvSpPr/>
              <p:nvPr/>
            </p:nvSpPr>
            <p:spPr>
              <a:xfrm>
                <a:off x="5032300" y="4353225"/>
                <a:ext cx="2925" cy="4575"/>
              </a:xfrm>
              <a:custGeom>
                <a:rect b="b" l="l" r="r" t="t"/>
                <a:pathLst>
                  <a:path extrusionOk="0" h="183" w="117">
                    <a:moveTo>
                      <a:pt x="67" y="0"/>
                    </a:moveTo>
                    <a:cubicBezTo>
                      <a:pt x="59" y="9"/>
                      <a:pt x="42" y="17"/>
                      <a:pt x="42" y="25"/>
                    </a:cubicBezTo>
                    <a:cubicBezTo>
                      <a:pt x="26" y="50"/>
                      <a:pt x="17" y="83"/>
                      <a:pt x="9" y="108"/>
                    </a:cubicBezTo>
                    <a:cubicBezTo>
                      <a:pt x="1" y="125"/>
                      <a:pt x="9" y="141"/>
                      <a:pt x="9" y="150"/>
                    </a:cubicBezTo>
                    <a:cubicBezTo>
                      <a:pt x="17" y="158"/>
                      <a:pt x="26" y="166"/>
                      <a:pt x="34" y="174"/>
                    </a:cubicBezTo>
                    <a:cubicBezTo>
                      <a:pt x="34" y="174"/>
                      <a:pt x="42" y="183"/>
                      <a:pt x="50" y="183"/>
                    </a:cubicBezTo>
                    <a:lnTo>
                      <a:pt x="75" y="183"/>
                    </a:lnTo>
                    <a:cubicBezTo>
                      <a:pt x="84" y="174"/>
                      <a:pt x="84" y="174"/>
                      <a:pt x="92" y="166"/>
                    </a:cubicBezTo>
                    <a:cubicBezTo>
                      <a:pt x="100" y="166"/>
                      <a:pt x="100" y="158"/>
                      <a:pt x="108" y="150"/>
                    </a:cubicBezTo>
                    <a:cubicBezTo>
                      <a:pt x="108" y="141"/>
                      <a:pt x="117" y="133"/>
                      <a:pt x="117" y="125"/>
                    </a:cubicBezTo>
                    <a:cubicBezTo>
                      <a:pt x="117" y="100"/>
                      <a:pt x="117" y="67"/>
                      <a:pt x="117" y="42"/>
                    </a:cubicBezTo>
                    <a:cubicBezTo>
                      <a:pt x="117" y="34"/>
                      <a:pt x="117" y="25"/>
                      <a:pt x="108" y="17"/>
                    </a:cubicBezTo>
                    <a:cubicBezTo>
                      <a:pt x="100" y="9"/>
                      <a:pt x="92" y="9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6" name="Google Shape;4676;p12"/>
              <p:cNvSpPr/>
              <p:nvPr/>
            </p:nvSpPr>
            <p:spPr>
              <a:xfrm>
                <a:off x="5042975" y="4220700"/>
                <a:ext cx="11725" cy="29250"/>
              </a:xfrm>
              <a:custGeom>
                <a:rect b="b" l="l" r="r" t="t"/>
                <a:pathLst>
                  <a:path extrusionOk="0" h="1170" w="469">
                    <a:moveTo>
                      <a:pt x="400" y="1"/>
                    </a:moveTo>
                    <a:cubicBezTo>
                      <a:pt x="387" y="1"/>
                      <a:pt x="376" y="6"/>
                      <a:pt x="369" y="15"/>
                    </a:cubicBezTo>
                    <a:cubicBezTo>
                      <a:pt x="303" y="90"/>
                      <a:pt x="286" y="198"/>
                      <a:pt x="261" y="297"/>
                    </a:cubicBezTo>
                    <a:cubicBezTo>
                      <a:pt x="237" y="388"/>
                      <a:pt x="212" y="479"/>
                      <a:pt x="195" y="579"/>
                    </a:cubicBezTo>
                    <a:cubicBezTo>
                      <a:pt x="170" y="662"/>
                      <a:pt x="145" y="753"/>
                      <a:pt x="121" y="836"/>
                    </a:cubicBezTo>
                    <a:cubicBezTo>
                      <a:pt x="87" y="927"/>
                      <a:pt x="54" y="1026"/>
                      <a:pt x="13" y="1109"/>
                    </a:cubicBezTo>
                    <a:cubicBezTo>
                      <a:pt x="0" y="1134"/>
                      <a:pt x="26" y="1170"/>
                      <a:pt x="51" y="1170"/>
                    </a:cubicBezTo>
                    <a:cubicBezTo>
                      <a:pt x="58" y="1170"/>
                      <a:pt x="65" y="1166"/>
                      <a:pt x="71" y="1159"/>
                    </a:cubicBezTo>
                    <a:cubicBezTo>
                      <a:pt x="129" y="1084"/>
                      <a:pt x="179" y="1010"/>
                      <a:pt x="220" y="927"/>
                    </a:cubicBezTo>
                    <a:cubicBezTo>
                      <a:pt x="253" y="836"/>
                      <a:pt x="286" y="736"/>
                      <a:pt x="311" y="645"/>
                    </a:cubicBezTo>
                    <a:cubicBezTo>
                      <a:pt x="336" y="537"/>
                      <a:pt x="369" y="438"/>
                      <a:pt x="394" y="338"/>
                    </a:cubicBezTo>
                    <a:cubicBezTo>
                      <a:pt x="419" y="247"/>
                      <a:pt x="469" y="131"/>
                      <a:pt x="444" y="32"/>
                    </a:cubicBezTo>
                    <a:cubicBezTo>
                      <a:pt x="439" y="12"/>
                      <a:pt x="418" y="1"/>
                      <a:pt x="4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7" name="Google Shape;4677;p12"/>
              <p:cNvSpPr/>
              <p:nvPr/>
            </p:nvSpPr>
            <p:spPr>
              <a:xfrm>
                <a:off x="5053175" y="4230000"/>
                <a:ext cx="5375" cy="12550"/>
              </a:xfrm>
              <a:custGeom>
                <a:rect b="b" l="l" r="r" t="t"/>
                <a:pathLst>
                  <a:path extrusionOk="0" h="502" w="215">
                    <a:moveTo>
                      <a:pt x="162" y="0"/>
                    </a:moveTo>
                    <a:cubicBezTo>
                      <a:pt x="142" y="0"/>
                      <a:pt x="122" y="11"/>
                      <a:pt x="119" y="33"/>
                    </a:cubicBezTo>
                    <a:cubicBezTo>
                      <a:pt x="102" y="107"/>
                      <a:pt x="85" y="174"/>
                      <a:pt x="69" y="248"/>
                    </a:cubicBezTo>
                    <a:cubicBezTo>
                      <a:pt x="52" y="314"/>
                      <a:pt x="36" y="381"/>
                      <a:pt x="11" y="447"/>
                    </a:cubicBezTo>
                    <a:cubicBezTo>
                      <a:pt x="0" y="479"/>
                      <a:pt x="28" y="501"/>
                      <a:pt x="53" y="501"/>
                    </a:cubicBezTo>
                    <a:cubicBezTo>
                      <a:pt x="67" y="501"/>
                      <a:pt x="80" y="495"/>
                      <a:pt x="85" y="480"/>
                    </a:cubicBezTo>
                    <a:cubicBezTo>
                      <a:pt x="119" y="414"/>
                      <a:pt x="143" y="348"/>
                      <a:pt x="168" y="273"/>
                    </a:cubicBezTo>
                    <a:cubicBezTo>
                      <a:pt x="193" y="198"/>
                      <a:pt x="201" y="124"/>
                      <a:pt x="210" y="49"/>
                    </a:cubicBezTo>
                    <a:cubicBezTo>
                      <a:pt x="214" y="17"/>
                      <a:pt x="188" y="0"/>
                      <a:pt x="1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8" name="Google Shape;4678;p12"/>
              <p:cNvSpPr/>
              <p:nvPr/>
            </p:nvSpPr>
            <p:spPr>
              <a:xfrm>
                <a:off x="4971400" y="4217000"/>
                <a:ext cx="5775" cy="15125"/>
              </a:xfrm>
              <a:custGeom>
                <a:rect b="b" l="l" r="r" t="t"/>
                <a:pathLst>
                  <a:path extrusionOk="0" h="605" w="231">
                    <a:moveTo>
                      <a:pt x="80" y="1"/>
                    </a:moveTo>
                    <a:cubicBezTo>
                      <a:pt x="53" y="1"/>
                      <a:pt x="27" y="18"/>
                      <a:pt x="17" y="47"/>
                    </a:cubicBezTo>
                    <a:cubicBezTo>
                      <a:pt x="1" y="97"/>
                      <a:pt x="17" y="155"/>
                      <a:pt x="26" y="196"/>
                    </a:cubicBezTo>
                    <a:cubicBezTo>
                      <a:pt x="34" y="246"/>
                      <a:pt x="42" y="288"/>
                      <a:pt x="50" y="329"/>
                    </a:cubicBezTo>
                    <a:cubicBezTo>
                      <a:pt x="75" y="420"/>
                      <a:pt x="117" y="503"/>
                      <a:pt x="158" y="586"/>
                    </a:cubicBezTo>
                    <a:cubicBezTo>
                      <a:pt x="164" y="599"/>
                      <a:pt x="173" y="605"/>
                      <a:pt x="184" y="605"/>
                    </a:cubicBezTo>
                    <a:cubicBezTo>
                      <a:pt x="205" y="605"/>
                      <a:pt x="230" y="581"/>
                      <a:pt x="224" y="553"/>
                    </a:cubicBezTo>
                    <a:cubicBezTo>
                      <a:pt x="208" y="470"/>
                      <a:pt x="200" y="379"/>
                      <a:pt x="183" y="296"/>
                    </a:cubicBezTo>
                    <a:cubicBezTo>
                      <a:pt x="175" y="254"/>
                      <a:pt x="166" y="213"/>
                      <a:pt x="158" y="172"/>
                    </a:cubicBezTo>
                    <a:cubicBezTo>
                      <a:pt x="158" y="122"/>
                      <a:pt x="158" y="72"/>
                      <a:pt x="133" y="31"/>
                    </a:cubicBezTo>
                    <a:cubicBezTo>
                      <a:pt x="119" y="10"/>
                      <a:pt x="100" y="1"/>
                      <a:pt x="8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9" name="Google Shape;4679;p12"/>
              <p:cNvSpPr/>
              <p:nvPr/>
            </p:nvSpPr>
            <p:spPr>
              <a:xfrm>
                <a:off x="4976950" y="4217350"/>
                <a:ext cx="2550" cy="8575"/>
              </a:xfrm>
              <a:custGeom>
                <a:rect b="b" l="l" r="r" t="t"/>
                <a:pathLst>
                  <a:path extrusionOk="0" h="343" w="102">
                    <a:moveTo>
                      <a:pt x="44" y="0"/>
                    </a:moveTo>
                    <a:cubicBezTo>
                      <a:pt x="36" y="0"/>
                      <a:pt x="27" y="8"/>
                      <a:pt x="27" y="17"/>
                    </a:cubicBezTo>
                    <a:cubicBezTo>
                      <a:pt x="19" y="33"/>
                      <a:pt x="19" y="42"/>
                      <a:pt x="19" y="58"/>
                    </a:cubicBezTo>
                    <a:lnTo>
                      <a:pt x="19" y="91"/>
                    </a:lnTo>
                    <a:cubicBezTo>
                      <a:pt x="19" y="116"/>
                      <a:pt x="19" y="141"/>
                      <a:pt x="19" y="158"/>
                    </a:cubicBezTo>
                    <a:cubicBezTo>
                      <a:pt x="19" y="207"/>
                      <a:pt x="19" y="249"/>
                      <a:pt x="11" y="298"/>
                    </a:cubicBezTo>
                    <a:cubicBezTo>
                      <a:pt x="1" y="324"/>
                      <a:pt x="24" y="343"/>
                      <a:pt x="46" y="343"/>
                    </a:cubicBezTo>
                    <a:cubicBezTo>
                      <a:pt x="60" y="343"/>
                      <a:pt x="74" y="335"/>
                      <a:pt x="77" y="315"/>
                    </a:cubicBezTo>
                    <a:cubicBezTo>
                      <a:pt x="94" y="265"/>
                      <a:pt x="102" y="216"/>
                      <a:pt x="102" y="166"/>
                    </a:cubicBezTo>
                    <a:cubicBezTo>
                      <a:pt x="102" y="108"/>
                      <a:pt x="94" y="50"/>
                      <a:pt x="60" y="8"/>
                    </a:cubicBezTo>
                    <a:cubicBezTo>
                      <a:pt x="60" y="8"/>
                      <a:pt x="52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0" name="Google Shape;4680;p12"/>
              <p:cNvSpPr/>
              <p:nvPr/>
            </p:nvSpPr>
            <p:spPr>
              <a:xfrm>
                <a:off x="4912775" y="4150850"/>
                <a:ext cx="8725" cy="36550"/>
              </a:xfrm>
              <a:custGeom>
                <a:rect b="b" l="l" r="r" t="t"/>
                <a:pathLst>
                  <a:path extrusionOk="0" h="1462" w="349">
                    <a:moveTo>
                      <a:pt x="104" y="0"/>
                    </a:moveTo>
                    <a:cubicBezTo>
                      <a:pt x="87" y="0"/>
                      <a:pt x="71" y="11"/>
                      <a:pt x="67" y="34"/>
                    </a:cubicBezTo>
                    <a:cubicBezTo>
                      <a:pt x="1" y="257"/>
                      <a:pt x="51" y="514"/>
                      <a:pt x="125" y="738"/>
                    </a:cubicBezTo>
                    <a:cubicBezTo>
                      <a:pt x="142" y="788"/>
                      <a:pt x="167" y="837"/>
                      <a:pt x="183" y="887"/>
                    </a:cubicBezTo>
                    <a:cubicBezTo>
                      <a:pt x="216" y="953"/>
                      <a:pt x="233" y="1011"/>
                      <a:pt x="216" y="1086"/>
                    </a:cubicBezTo>
                    <a:cubicBezTo>
                      <a:pt x="208" y="1144"/>
                      <a:pt x="200" y="1194"/>
                      <a:pt x="200" y="1252"/>
                    </a:cubicBezTo>
                    <a:cubicBezTo>
                      <a:pt x="208" y="1310"/>
                      <a:pt x="216" y="1376"/>
                      <a:pt x="233" y="1434"/>
                    </a:cubicBezTo>
                    <a:cubicBezTo>
                      <a:pt x="236" y="1453"/>
                      <a:pt x="248" y="1461"/>
                      <a:pt x="262" y="1461"/>
                    </a:cubicBezTo>
                    <a:cubicBezTo>
                      <a:pt x="282" y="1461"/>
                      <a:pt x="304" y="1442"/>
                      <a:pt x="299" y="1417"/>
                    </a:cubicBezTo>
                    <a:cubicBezTo>
                      <a:pt x="266" y="1285"/>
                      <a:pt x="316" y="1177"/>
                      <a:pt x="332" y="1045"/>
                    </a:cubicBezTo>
                    <a:cubicBezTo>
                      <a:pt x="349" y="929"/>
                      <a:pt x="291" y="837"/>
                      <a:pt x="258" y="738"/>
                    </a:cubicBezTo>
                    <a:cubicBezTo>
                      <a:pt x="216" y="630"/>
                      <a:pt x="192" y="514"/>
                      <a:pt x="175" y="398"/>
                    </a:cubicBezTo>
                    <a:cubicBezTo>
                      <a:pt x="158" y="282"/>
                      <a:pt x="158" y="158"/>
                      <a:pt x="150" y="42"/>
                    </a:cubicBezTo>
                    <a:cubicBezTo>
                      <a:pt x="146" y="15"/>
                      <a:pt x="124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1" name="Google Shape;4681;p12"/>
              <p:cNvSpPr/>
              <p:nvPr/>
            </p:nvSpPr>
            <p:spPr>
              <a:xfrm>
                <a:off x="4913000" y="4141525"/>
                <a:ext cx="2925" cy="7475"/>
              </a:xfrm>
              <a:custGeom>
                <a:rect b="b" l="l" r="r" t="t"/>
                <a:pathLst>
                  <a:path extrusionOk="0" h="299" w="117">
                    <a:moveTo>
                      <a:pt x="72" y="0"/>
                    </a:moveTo>
                    <a:cubicBezTo>
                      <a:pt x="64" y="0"/>
                      <a:pt x="56" y="3"/>
                      <a:pt x="50" y="9"/>
                    </a:cubicBezTo>
                    <a:cubicBezTo>
                      <a:pt x="42" y="26"/>
                      <a:pt x="33" y="34"/>
                      <a:pt x="25" y="42"/>
                    </a:cubicBezTo>
                    <a:cubicBezTo>
                      <a:pt x="25" y="50"/>
                      <a:pt x="25" y="67"/>
                      <a:pt x="25" y="75"/>
                    </a:cubicBezTo>
                    <a:cubicBezTo>
                      <a:pt x="17" y="92"/>
                      <a:pt x="17" y="108"/>
                      <a:pt x="9" y="125"/>
                    </a:cubicBezTo>
                    <a:cubicBezTo>
                      <a:pt x="0" y="166"/>
                      <a:pt x="9" y="208"/>
                      <a:pt x="9" y="249"/>
                    </a:cubicBezTo>
                    <a:cubicBezTo>
                      <a:pt x="9" y="274"/>
                      <a:pt x="33" y="299"/>
                      <a:pt x="58" y="299"/>
                    </a:cubicBezTo>
                    <a:cubicBezTo>
                      <a:pt x="83" y="299"/>
                      <a:pt x="116" y="282"/>
                      <a:pt x="108" y="249"/>
                    </a:cubicBezTo>
                    <a:cubicBezTo>
                      <a:pt x="108" y="216"/>
                      <a:pt x="108" y="175"/>
                      <a:pt x="108" y="142"/>
                    </a:cubicBezTo>
                    <a:cubicBezTo>
                      <a:pt x="108" y="125"/>
                      <a:pt x="108" y="108"/>
                      <a:pt x="108" y="92"/>
                    </a:cubicBezTo>
                    <a:cubicBezTo>
                      <a:pt x="108" y="84"/>
                      <a:pt x="108" y="75"/>
                      <a:pt x="108" y="75"/>
                    </a:cubicBezTo>
                    <a:cubicBezTo>
                      <a:pt x="108" y="75"/>
                      <a:pt x="108" y="70"/>
                      <a:pt x="108" y="67"/>
                    </a:cubicBezTo>
                    <a:cubicBezTo>
                      <a:pt x="108" y="59"/>
                      <a:pt x="108" y="50"/>
                      <a:pt x="108" y="50"/>
                    </a:cubicBezTo>
                    <a:cubicBezTo>
                      <a:pt x="108" y="42"/>
                      <a:pt x="108" y="34"/>
                      <a:pt x="108" y="26"/>
                    </a:cubicBezTo>
                    <a:cubicBezTo>
                      <a:pt x="103" y="9"/>
                      <a:pt x="87" y="0"/>
                      <a:pt x="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2" name="Google Shape;4682;p12"/>
              <p:cNvSpPr/>
              <p:nvPr/>
            </p:nvSpPr>
            <p:spPr>
              <a:xfrm>
                <a:off x="5090925" y="4178775"/>
                <a:ext cx="6025" cy="26575"/>
              </a:xfrm>
              <a:custGeom>
                <a:rect b="b" l="l" r="r" t="t"/>
                <a:pathLst>
                  <a:path extrusionOk="0" h="1063" w="241">
                    <a:moveTo>
                      <a:pt x="112" y="1"/>
                    </a:moveTo>
                    <a:cubicBezTo>
                      <a:pt x="108" y="1"/>
                      <a:pt x="104" y="1"/>
                      <a:pt x="100" y="2"/>
                    </a:cubicBezTo>
                    <a:cubicBezTo>
                      <a:pt x="58" y="19"/>
                      <a:pt x="58" y="68"/>
                      <a:pt x="58" y="101"/>
                    </a:cubicBezTo>
                    <a:cubicBezTo>
                      <a:pt x="50" y="151"/>
                      <a:pt x="50" y="201"/>
                      <a:pt x="58" y="251"/>
                    </a:cubicBezTo>
                    <a:cubicBezTo>
                      <a:pt x="67" y="342"/>
                      <a:pt x="67" y="433"/>
                      <a:pt x="58" y="524"/>
                    </a:cubicBezTo>
                    <a:cubicBezTo>
                      <a:pt x="50" y="615"/>
                      <a:pt x="34" y="715"/>
                      <a:pt x="17" y="806"/>
                    </a:cubicBezTo>
                    <a:cubicBezTo>
                      <a:pt x="9" y="847"/>
                      <a:pt x="0" y="897"/>
                      <a:pt x="9" y="938"/>
                    </a:cubicBezTo>
                    <a:cubicBezTo>
                      <a:pt x="9" y="980"/>
                      <a:pt x="42" y="1013"/>
                      <a:pt x="50" y="1054"/>
                    </a:cubicBezTo>
                    <a:cubicBezTo>
                      <a:pt x="53" y="1060"/>
                      <a:pt x="60" y="1063"/>
                      <a:pt x="67" y="1063"/>
                    </a:cubicBezTo>
                    <a:cubicBezTo>
                      <a:pt x="81" y="1063"/>
                      <a:pt x="94" y="1054"/>
                      <a:pt x="83" y="1038"/>
                    </a:cubicBezTo>
                    <a:cubicBezTo>
                      <a:pt x="67" y="1005"/>
                      <a:pt x="100" y="930"/>
                      <a:pt x="108" y="905"/>
                    </a:cubicBezTo>
                    <a:cubicBezTo>
                      <a:pt x="125" y="855"/>
                      <a:pt x="150" y="814"/>
                      <a:pt x="166" y="773"/>
                    </a:cubicBezTo>
                    <a:cubicBezTo>
                      <a:pt x="199" y="681"/>
                      <a:pt x="216" y="582"/>
                      <a:pt x="224" y="483"/>
                    </a:cubicBezTo>
                    <a:cubicBezTo>
                      <a:pt x="232" y="391"/>
                      <a:pt x="241" y="300"/>
                      <a:pt x="224" y="201"/>
                    </a:cubicBezTo>
                    <a:cubicBezTo>
                      <a:pt x="216" y="154"/>
                      <a:pt x="193" y="1"/>
                      <a:pt x="1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3" name="Google Shape;4683;p12"/>
              <p:cNvSpPr/>
              <p:nvPr/>
            </p:nvSpPr>
            <p:spPr>
              <a:xfrm>
                <a:off x="5090300" y="4154950"/>
                <a:ext cx="2525" cy="13825"/>
              </a:xfrm>
              <a:custGeom>
                <a:rect b="b" l="l" r="r" t="t"/>
                <a:pathLst>
                  <a:path extrusionOk="0" h="553" w="101">
                    <a:moveTo>
                      <a:pt x="42" y="0"/>
                    </a:moveTo>
                    <a:cubicBezTo>
                      <a:pt x="32" y="0"/>
                      <a:pt x="21" y="6"/>
                      <a:pt x="17" y="19"/>
                    </a:cubicBezTo>
                    <a:cubicBezTo>
                      <a:pt x="9" y="60"/>
                      <a:pt x="9" y="102"/>
                      <a:pt x="9" y="143"/>
                    </a:cubicBezTo>
                    <a:cubicBezTo>
                      <a:pt x="1" y="185"/>
                      <a:pt x="9" y="226"/>
                      <a:pt x="9" y="267"/>
                    </a:cubicBezTo>
                    <a:cubicBezTo>
                      <a:pt x="17" y="350"/>
                      <a:pt x="25" y="441"/>
                      <a:pt x="34" y="524"/>
                    </a:cubicBezTo>
                    <a:cubicBezTo>
                      <a:pt x="38" y="542"/>
                      <a:pt x="56" y="552"/>
                      <a:pt x="73" y="552"/>
                    </a:cubicBezTo>
                    <a:cubicBezTo>
                      <a:pt x="87" y="552"/>
                      <a:pt x="100" y="544"/>
                      <a:pt x="100" y="524"/>
                    </a:cubicBezTo>
                    <a:lnTo>
                      <a:pt x="100" y="267"/>
                    </a:lnTo>
                    <a:cubicBezTo>
                      <a:pt x="100" y="226"/>
                      <a:pt x="100" y="185"/>
                      <a:pt x="92" y="143"/>
                    </a:cubicBezTo>
                    <a:cubicBezTo>
                      <a:pt x="92" y="118"/>
                      <a:pt x="83" y="102"/>
                      <a:pt x="83" y="85"/>
                    </a:cubicBezTo>
                    <a:cubicBezTo>
                      <a:pt x="75" y="60"/>
                      <a:pt x="75" y="44"/>
                      <a:pt x="67" y="19"/>
                    </a:cubicBezTo>
                    <a:cubicBezTo>
                      <a:pt x="63" y="6"/>
                      <a:pt x="52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4" name="Google Shape;4684;p12"/>
              <p:cNvSpPr/>
              <p:nvPr/>
            </p:nvSpPr>
            <p:spPr>
              <a:xfrm>
                <a:off x="4912875" y="4305075"/>
                <a:ext cx="4275" cy="21950"/>
              </a:xfrm>
              <a:custGeom>
                <a:rect b="b" l="l" r="r" t="t"/>
                <a:pathLst>
                  <a:path extrusionOk="0" h="878" w="171">
                    <a:moveTo>
                      <a:pt x="71" y="1"/>
                    </a:moveTo>
                    <a:cubicBezTo>
                      <a:pt x="59" y="1"/>
                      <a:pt x="48" y="7"/>
                      <a:pt x="38" y="21"/>
                    </a:cubicBezTo>
                    <a:cubicBezTo>
                      <a:pt x="5" y="79"/>
                      <a:pt x="22" y="153"/>
                      <a:pt x="22" y="220"/>
                    </a:cubicBezTo>
                    <a:cubicBezTo>
                      <a:pt x="30" y="286"/>
                      <a:pt x="30" y="352"/>
                      <a:pt x="30" y="418"/>
                    </a:cubicBezTo>
                    <a:cubicBezTo>
                      <a:pt x="30" y="485"/>
                      <a:pt x="22" y="551"/>
                      <a:pt x="22" y="626"/>
                    </a:cubicBezTo>
                    <a:cubicBezTo>
                      <a:pt x="14" y="692"/>
                      <a:pt x="14" y="758"/>
                      <a:pt x="5" y="833"/>
                    </a:cubicBezTo>
                    <a:cubicBezTo>
                      <a:pt x="1" y="863"/>
                      <a:pt x="23" y="877"/>
                      <a:pt x="48" y="877"/>
                    </a:cubicBezTo>
                    <a:cubicBezTo>
                      <a:pt x="72" y="877"/>
                      <a:pt x="97" y="865"/>
                      <a:pt x="105" y="841"/>
                    </a:cubicBezTo>
                    <a:cubicBezTo>
                      <a:pt x="121" y="775"/>
                      <a:pt x="138" y="708"/>
                      <a:pt x="154" y="642"/>
                    </a:cubicBezTo>
                    <a:cubicBezTo>
                      <a:pt x="163" y="568"/>
                      <a:pt x="163" y="493"/>
                      <a:pt x="171" y="418"/>
                    </a:cubicBezTo>
                    <a:cubicBezTo>
                      <a:pt x="171" y="352"/>
                      <a:pt x="171" y="278"/>
                      <a:pt x="163" y="211"/>
                    </a:cubicBezTo>
                    <a:cubicBezTo>
                      <a:pt x="154" y="145"/>
                      <a:pt x="154" y="62"/>
                      <a:pt x="96" y="12"/>
                    </a:cubicBezTo>
                    <a:cubicBezTo>
                      <a:pt x="89" y="5"/>
                      <a:pt x="80" y="1"/>
                      <a:pt x="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5" name="Google Shape;4685;p12"/>
              <p:cNvSpPr/>
              <p:nvPr/>
            </p:nvSpPr>
            <p:spPr>
              <a:xfrm>
                <a:off x="4913400" y="4289700"/>
                <a:ext cx="4175" cy="11350"/>
              </a:xfrm>
              <a:custGeom>
                <a:rect b="b" l="l" r="r" t="t"/>
                <a:pathLst>
                  <a:path extrusionOk="0" h="454" w="167">
                    <a:moveTo>
                      <a:pt x="121" y="1"/>
                    </a:moveTo>
                    <a:cubicBezTo>
                      <a:pt x="115" y="1"/>
                      <a:pt x="108" y="2"/>
                      <a:pt x="100" y="6"/>
                    </a:cubicBezTo>
                    <a:cubicBezTo>
                      <a:pt x="75" y="23"/>
                      <a:pt x="59" y="64"/>
                      <a:pt x="42" y="97"/>
                    </a:cubicBezTo>
                    <a:cubicBezTo>
                      <a:pt x="26" y="130"/>
                      <a:pt x="17" y="164"/>
                      <a:pt x="17" y="197"/>
                    </a:cubicBezTo>
                    <a:cubicBezTo>
                      <a:pt x="1" y="271"/>
                      <a:pt x="1" y="346"/>
                      <a:pt x="17" y="420"/>
                    </a:cubicBezTo>
                    <a:cubicBezTo>
                      <a:pt x="17" y="437"/>
                      <a:pt x="42" y="454"/>
                      <a:pt x="67" y="454"/>
                    </a:cubicBezTo>
                    <a:cubicBezTo>
                      <a:pt x="84" y="445"/>
                      <a:pt x="109" y="429"/>
                      <a:pt x="109" y="404"/>
                    </a:cubicBezTo>
                    <a:cubicBezTo>
                      <a:pt x="100" y="346"/>
                      <a:pt x="109" y="288"/>
                      <a:pt x="125" y="230"/>
                    </a:cubicBezTo>
                    <a:cubicBezTo>
                      <a:pt x="133" y="197"/>
                      <a:pt x="142" y="172"/>
                      <a:pt x="150" y="139"/>
                    </a:cubicBezTo>
                    <a:cubicBezTo>
                      <a:pt x="150" y="106"/>
                      <a:pt x="167" y="72"/>
                      <a:pt x="167" y="39"/>
                    </a:cubicBezTo>
                    <a:cubicBezTo>
                      <a:pt x="160" y="20"/>
                      <a:pt x="144" y="1"/>
                      <a:pt x="1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6" name="Google Shape;4686;p12"/>
              <p:cNvSpPr/>
              <p:nvPr/>
            </p:nvSpPr>
            <p:spPr>
              <a:xfrm>
                <a:off x="5058300" y="4306400"/>
                <a:ext cx="13600" cy="18575"/>
              </a:xfrm>
              <a:custGeom>
                <a:rect b="b" l="l" r="r" t="t"/>
                <a:pathLst>
                  <a:path extrusionOk="0" h="743" w="544">
                    <a:moveTo>
                      <a:pt x="464" y="1"/>
                    </a:moveTo>
                    <a:cubicBezTo>
                      <a:pt x="454" y="1"/>
                      <a:pt x="444" y="3"/>
                      <a:pt x="436" y="9"/>
                    </a:cubicBezTo>
                    <a:cubicBezTo>
                      <a:pt x="411" y="17"/>
                      <a:pt x="386" y="51"/>
                      <a:pt x="378" y="75"/>
                    </a:cubicBezTo>
                    <a:cubicBezTo>
                      <a:pt x="320" y="175"/>
                      <a:pt x="270" y="274"/>
                      <a:pt x="212" y="374"/>
                    </a:cubicBezTo>
                    <a:cubicBezTo>
                      <a:pt x="146" y="481"/>
                      <a:pt x="88" y="589"/>
                      <a:pt x="13" y="689"/>
                    </a:cubicBezTo>
                    <a:cubicBezTo>
                      <a:pt x="1" y="713"/>
                      <a:pt x="25" y="742"/>
                      <a:pt x="48" y="742"/>
                    </a:cubicBezTo>
                    <a:cubicBezTo>
                      <a:pt x="56" y="742"/>
                      <a:pt x="64" y="739"/>
                      <a:pt x="71" y="730"/>
                    </a:cubicBezTo>
                    <a:cubicBezTo>
                      <a:pt x="104" y="689"/>
                      <a:pt x="137" y="647"/>
                      <a:pt x="179" y="606"/>
                    </a:cubicBezTo>
                    <a:cubicBezTo>
                      <a:pt x="212" y="564"/>
                      <a:pt x="253" y="523"/>
                      <a:pt x="286" y="481"/>
                    </a:cubicBezTo>
                    <a:cubicBezTo>
                      <a:pt x="353" y="390"/>
                      <a:pt x="411" y="299"/>
                      <a:pt x="469" y="200"/>
                    </a:cubicBezTo>
                    <a:cubicBezTo>
                      <a:pt x="494" y="150"/>
                      <a:pt x="543" y="84"/>
                      <a:pt x="510" y="26"/>
                    </a:cubicBezTo>
                    <a:cubicBezTo>
                      <a:pt x="499" y="10"/>
                      <a:pt x="482" y="1"/>
                      <a:pt x="4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7" name="Google Shape;4687;p12"/>
              <p:cNvSpPr/>
              <p:nvPr/>
            </p:nvSpPr>
            <p:spPr>
              <a:xfrm>
                <a:off x="5074025" y="4249925"/>
                <a:ext cx="10300" cy="43800"/>
              </a:xfrm>
              <a:custGeom>
                <a:rect b="b" l="l" r="r" t="t"/>
                <a:pathLst>
                  <a:path extrusionOk="0" h="1752" w="412">
                    <a:moveTo>
                      <a:pt x="393" y="1"/>
                    </a:moveTo>
                    <a:cubicBezTo>
                      <a:pt x="389" y="1"/>
                      <a:pt x="386" y="3"/>
                      <a:pt x="386" y="6"/>
                    </a:cubicBezTo>
                    <a:cubicBezTo>
                      <a:pt x="337" y="147"/>
                      <a:pt x="320" y="296"/>
                      <a:pt x="287" y="437"/>
                    </a:cubicBezTo>
                    <a:cubicBezTo>
                      <a:pt x="254" y="578"/>
                      <a:pt x="221" y="711"/>
                      <a:pt x="188" y="851"/>
                    </a:cubicBezTo>
                    <a:cubicBezTo>
                      <a:pt x="154" y="992"/>
                      <a:pt x="130" y="1133"/>
                      <a:pt x="96" y="1266"/>
                    </a:cubicBezTo>
                    <a:cubicBezTo>
                      <a:pt x="63" y="1415"/>
                      <a:pt x="38" y="1564"/>
                      <a:pt x="5" y="1705"/>
                    </a:cubicBezTo>
                    <a:cubicBezTo>
                      <a:pt x="1" y="1734"/>
                      <a:pt x="24" y="1751"/>
                      <a:pt x="46" y="1751"/>
                    </a:cubicBezTo>
                    <a:cubicBezTo>
                      <a:pt x="61" y="1751"/>
                      <a:pt x="76" y="1742"/>
                      <a:pt x="80" y="1721"/>
                    </a:cubicBezTo>
                    <a:cubicBezTo>
                      <a:pt x="121" y="1581"/>
                      <a:pt x="171" y="1448"/>
                      <a:pt x="204" y="1299"/>
                    </a:cubicBezTo>
                    <a:cubicBezTo>
                      <a:pt x="237" y="1158"/>
                      <a:pt x="270" y="1009"/>
                      <a:pt x="295" y="868"/>
                    </a:cubicBezTo>
                    <a:cubicBezTo>
                      <a:pt x="320" y="727"/>
                      <a:pt x="345" y="586"/>
                      <a:pt x="362" y="445"/>
                    </a:cubicBezTo>
                    <a:cubicBezTo>
                      <a:pt x="378" y="305"/>
                      <a:pt x="411" y="155"/>
                      <a:pt x="403" y="15"/>
                    </a:cubicBezTo>
                    <a:cubicBezTo>
                      <a:pt x="403" y="5"/>
                      <a:pt x="397" y="1"/>
                      <a:pt x="3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8" name="Google Shape;4688;p12"/>
              <p:cNvSpPr/>
              <p:nvPr/>
            </p:nvSpPr>
            <p:spPr>
              <a:xfrm>
                <a:off x="5084700" y="4238675"/>
                <a:ext cx="1275" cy="3750"/>
              </a:xfrm>
              <a:custGeom>
                <a:rect b="b" l="l" r="r" t="t"/>
                <a:pathLst>
                  <a:path extrusionOk="0" h="150" w="51">
                    <a:moveTo>
                      <a:pt x="34" y="1"/>
                    </a:moveTo>
                    <a:cubicBezTo>
                      <a:pt x="26" y="1"/>
                      <a:pt x="17" y="1"/>
                      <a:pt x="17" y="9"/>
                    </a:cubicBezTo>
                    <a:cubicBezTo>
                      <a:pt x="9" y="34"/>
                      <a:pt x="9" y="50"/>
                      <a:pt x="9" y="67"/>
                    </a:cubicBezTo>
                    <a:cubicBezTo>
                      <a:pt x="1" y="92"/>
                      <a:pt x="1" y="108"/>
                      <a:pt x="1" y="133"/>
                    </a:cubicBezTo>
                    <a:cubicBezTo>
                      <a:pt x="1" y="141"/>
                      <a:pt x="9" y="150"/>
                      <a:pt x="9" y="150"/>
                    </a:cubicBezTo>
                    <a:cubicBezTo>
                      <a:pt x="17" y="150"/>
                      <a:pt x="34" y="141"/>
                      <a:pt x="34" y="133"/>
                    </a:cubicBezTo>
                    <a:cubicBezTo>
                      <a:pt x="34" y="117"/>
                      <a:pt x="42" y="92"/>
                      <a:pt x="42" y="75"/>
                    </a:cubicBezTo>
                    <a:cubicBezTo>
                      <a:pt x="42" y="50"/>
                      <a:pt x="51" y="34"/>
                      <a:pt x="51" y="17"/>
                    </a:cubicBezTo>
                    <a:cubicBezTo>
                      <a:pt x="51" y="9"/>
                      <a:pt x="42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9" name="Google Shape;4689;p12"/>
              <p:cNvSpPr/>
              <p:nvPr/>
            </p:nvSpPr>
            <p:spPr>
              <a:xfrm>
                <a:off x="4877375" y="4667450"/>
                <a:ext cx="24675" cy="11000"/>
              </a:xfrm>
              <a:custGeom>
                <a:rect b="b" l="l" r="r" t="t"/>
                <a:pathLst>
                  <a:path extrusionOk="0" h="440" w="987">
                    <a:moveTo>
                      <a:pt x="845" y="1"/>
                    </a:moveTo>
                    <a:cubicBezTo>
                      <a:pt x="721" y="9"/>
                      <a:pt x="580" y="34"/>
                      <a:pt x="472" y="108"/>
                    </a:cubicBezTo>
                    <a:cubicBezTo>
                      <a:pt x="406" y="150"/>
                      <a:pt x="356" y="224"/>
                      <a:pt x="282" y="266"/>
                    </a:cubicBezTo>
                    <a:cubicBezTo>
                      <a:pt x="216" y="307"/>
                      <a:pt x="141" y="332"/>
                      <a:pt x="66" y="340"/>
                    </a:cubicBezTo>
                    <a:cubicBezTo>
                      <a:pt x="0" y="340"/>
                      <a:pt x="0" y="440"/>
                      <a:pt x="66" y="440"/>
                    </a:cubicBezTo>
                    <a:cubicBezTo>
                      <a:pt x="207" y="440"/>
                      <a:pt x="340" y="390"/>
                      <a:pt x="439" y="299"/>
                    </a:cubicBezTo>
                    <a:cubicBezTo>
                      <a:pt x="497" y="249"/>
                      <a:pt x="539" y="199"/>
                      <a:pt x="597" y="166"/>
                    </a:cubicBezTo>
                    <a:cubicBezTo>
                      <a:pt x="655" y="133"/>
                      <a:pt x="729" y="125"/>
                      <a:pt x="796" y="117"/>
                    </a:cubicBezTo>
                    <a:cubicBezTo>
                      <a:pt x="837" y="108"/>
                      <a:pt x="953" y="117"/>
                      <a:pt x="970" y="59"/>
                    </a:cubicBezTo>
                    <a:cubicBezTo>
                      <a:pt x="986" y="1"/>
                      <a:pt x="887" y="1"/>
                      <a:pt x="8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0" name="Google Shape;4690;p12"/>
              <p:cNvSpPr/>
              <p:nvPr/>
            </p:nvSpPr>
            <p:spPr>
              <a:xfrm>
                <a:off x="4904300" y="4661525"/>
                <a:ext cx="23325" cy="5825"/>
              </a:xfrm>
              <a:custGeom>
                <a:rect b="b" l="l" r="r" t="t"/>
                <a:pathLst>
                  <a:path extrusionOk="0" h="233" w="933">
                    <a:moveTo>
                      <a:pt x="884" y="0"/>
                    </a:moveTo>
                    <a:cubicBezTo>
                      <a:pt x="877" y="0"/>
                      <a:pt x="869" y="2"/>
                      <a:pt x="862" y="6"/>
                    </a:cubicBezTo>
                    <a:cubicBezTo>
                      <a:pt x="821" y="30"/>
                      <a:pt x="763" y="39"/>
                      <a:pt x="713" y="47"/>
                    </a:cubicBezTo>
                    <a:cubicBezTo>
                      <a:pt x="638" y="55"/>
                      <a:pt x="572" y="64"/>
                      <a:pt x="506" y="72"/>
                    </a:cubicBezTo>
                    <a:cubicBezTo>
                      <a:pt x="431" y="88"/>
                      <a:pt x="357" y="97"/>
                      <a:pt x="274" y="105"/>
                    </a:cubicBezTo>
                    <a:cubicBezTo>
                      <a:pt x="199" y="113"/>
                      <a:pt x="125" y="130"/>
                      <a:pt x="50" y="155"/>
                    </a:cubicBezTo>
                    <a:cubicBezTo>
                      <a:pt x="0" y="163"/>
                      <a:pt x="17" y="229"/>
                      <a:pt x="58" y="229"/>
                    </a:cubicBezTo>
                    <a:cubicBezTo>
                      <a:pt x="86" y="229"/>
                      <a:pt x="117" y="233"/>
                      <a:pt x="147" y="233"/>
                    </a:cubicBezTo>
                    <a:cubicBezTo>
                      <a:pt x="162" y="233"/>
                      <a:pt x="177" y="232"/>
                      <a:pt x="191" y="229"/>
                    </a:cubicBezTo>
                    <a:cubicBezTo>
                      <a:pt x="232" y="229"/>
                      <a:pt x="274" y="221"/>
                      <a:pt x="315" y="221"/>
                    </a:cubicBezTo>
                    <a:cubicBezTo>
                      <a:pt x="398" y="213"/>
                      <a:pt x="489" y="204"/>
                      <a:pt x="572" y="204"/>
                    </a:cubicBezTo>
                    <a:cubicBezTo>
                      <a:pt x="696" y="188"/>
                      <a:pt x="870" y="188"/>
                      <a:pt x="920" y="47"/>
                    </a:cubicBezTo>
                    <a:cubicBezTo>
                      <a:pt x="933" y="21"/>
                      <a:pt x="910" y="0"/>
                      <a:pt x="8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1" name="Google Shape;4691;p12"/>
              <p:cNvSpPr/>
              <p:nvPr/>
            </p:nvSpPr>
            <p:spPr>
              <a:xfrm>
                <a:off x="4728425" y="4347175"/>
                <a:ext cx="24850" cy="31900"/>
              </a:xfrm>
              <a:custGeom>
                <a:rect b="b" l="l" r="r" t="t"/>
                <a:pathLst>
                  <a:path extrusionOk="0" h="1276" w="994">
                    <a:moveTo>
                      <a:pt x="943" y="0"/>
                    </a:moveTo>
                    <a:cubicBezTo>
                      <a:pt x="938" y="0"/>
                      <a:pt x="933" y="1"/>
                      <a:pt x="929" y="2"/>
                    </a:cubicBezTo>
                    <a:cubicBezTo>
                      <a:pt x="829" y="60"/>
                      <a:pt x="763" y="193"/>
                      <a:pt x="705" y="284"/>
                    </a:cubicBezTo>
                    <a:cubicBezTo>
                      <a:pt x="639" y="392"/>
                      <a:pt x="564" y="499"/>
                      <a:pt x="490" y="599"/>
                    </a:cubicBezTo>
                    <a:cubicBezTo>
                      <a:pt x="341" y="814"/>
                      <a:pt x="191" y="1021"/>
                      <a:pt x="26" y="1212"/>
                    </a:cubicBezTo>
                    <a:cubicBezTo>
                      <a:pt x="1" y="1237"/>
                      <a:pt x="23" y="1276"/>
                      <a:pt x="49" y="1276"/>
                    </a:cubicBezTo>
                    <a:cubicBezTo>
                      <a:pt x="58" y="1276"/>
                      <a:pt x="67" y="1272"/>
                      <a:pt x="75" y="1262"/>
                    </a:cubicBezTo>
                    <a:cubicBezTo>
                      <a:pt x="258" y="1079"/>
                      <a:pt x="440" y="889"/>
                      <a:pt x="597" y="682"/>
                    </a:cubicBezTo>
                    <a:cubicBezTo>
                      <a:pt x="672" y="582"/>
                      <a:pt x="747" y="483"/>
                      <a:pt x="821" y="375"/>
                    </a:cubicBezTo>
                    <a:cubicBezTo>
                      <a:pt x="887" y="276"/>
                      <a:pt x="987" y="160"/>
                      <a:pt x="987" y="35"/>
                    </a:cubicBezTo>
                    <a:cubicBezTo>
                      <a:pt x="994" y="15"/>
                      <a:pt x="967" y="0"/>
                      <a:pt x="9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2" name="Google Shape;4692;p12"/>
              <p:cNvSpPr/>
              <p:nvPr/>
            </p:nvSpPr>
            <p:spPr>
              <a:xfrm>
                <a:off x="4761375" y="4312800"/>
                <a:ext cx="7275" cy="7200"/>
              </a:xfrm>
              <a:custGeom>
                <a:rect b="b" l="l" r="r" t="t"/>
                <a:pathLst>
                  <a:path extrusionOk="0" h="288" w="291">
                    <a:moveTo>
                      <a:pt x="242" y="0"/>
                    </a:moveTo>
                    <a:cubicBezTo>
                      <a:pt x="231" y="0"/>
                      <a:pt x="220" y="5"/>
                      <a:pt x="216" y="10"/>
                    </a:cubicBezTo>
                    <a:cubicBezTo>
                      <a:pt x="191" y="27"/>
                      <a:pt x="174" y="35"/>
                      <a:pt x="158" y="51"/>
                    </a:cubicBezTo>
                    <a:cubicBezTo>
                      <a:pt x="149" y="68"/>
                      <a:pt x="133" y="85"/>
                      <a:pt x="116" y="101"/>
                    </a:cubicBezTo>
                    <a:cubicBezTo>
                      <a:pt x="83" y="134"/>
                      <a:pt x="50" y="167"/>
                      <a:pt x="25" y="201"/>
                    </a:cubicBezTo>
                    <a:cubicBezTo>
                      <a:pt x="9" y="217"/>
                      <a:pt x="0" y="250"/>
                      <a:pt x="25" y="275"/>
                    </a:cubicBezTo>
                    <a:cubicBezTo>
                      <a:pt x="33" y="283"/>
                      <a:pt x="46" y="288"/>
                      <a:pt x="58" y="288"/>
                    </a:cubicBezTo>
                    <a:cubicBezTo>
                      <a:pt x="71" y="288"/>
                      <a:pt x="83" y="283"/>
                      <a:pt x="91" y="275"/>
                    </a:cubicBezTo>
                    <a:cubicBezTo>
                      <a:pt x="125" y="242"/>
                      <a:pt x="158" y="209"/>
                      <a:pt x="183" y="176"/>
                    </a:cubicBezTo>
                    <a:cubicBezTo>
                      <a:pt x="199" y="151"/>
                      <a:pt x="216" y="134"/>
                      <a:pt x="232" y="118"/>
                    </a:cubicBezTo>
                    <a:cubicBezTo>
                      <a:pt x="249" y="101"/>
                      <a:pt x="257" y="76"/>
                      <a:pt x="274" y="60"/>
                    </a:cubicBezTo>
                    <a:cubicBezTo>
                      <a:pt x="290" y="43"/>
                      <a:pt x="282" y="18"/>
                      <a:pt x="265" y="10"/>
                    </a:cubicBezTo>
                    <a:cubicBezTo>
                      <a:pt x="258" y="3"/>
                      <a:pt x="250" y="0"/>
                      <a:pt x="2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3" name="Google Shape;4693;p12"/>
              <p:cNvSpPr/>
              <p:nvPr/>
            </p:nvSpPr>
            <p:spPr>
              <a:xfrm>
                <a:off x="4759300" y="4371125"/>
                <a:ext cx="8300" cy="11400"/>
              </a:xfrm>
              <a:custGeom>
                <a:rect b="b" l="l" r="r" t="t"/>
                <a:pathLst>
                  <a:path extrusionOk="0" h="456" w="332">
                    <a:moveTo>
                      <a:pt x="258" y="0"/>
                    </a:moveTo>
                    <a:cubicBezTo>
                      <a:pt x="239" y="0"/>
                      <a:pt x="218" y="6"/>
                      <a:pt x="208" y="22"/>
                    </a:cubicBezTo>
                    <a:cubicBezTo>
                      <a:pt x="199" y="38"/>
                      <a:pt x="183" y="55"/>
                      <a:pt x="174" y="72"/>
                    </a:cubicBezTo>
                    <a:cubicBezTo>
                      <a:pt x="158" y="88"/>
                      <a:pt x="150" y="105"/>
                      <a:pt x="141" y="130"/>
                    </a:cubicBezTo>
                    <a:cubicBezTo>
                      <a:pt x="133" y="138"/>
                      <a:pt x="133" y="154"/>
                      <a:pt x="125" y="171"/>
                    </a:cubicBezTo>
                    <a:cubicBezTo>
                      <a:pt x="125" y="171"/>
                      <a:pt x="125" y="179"/>
                      <a:pt x="125" y="179"/>
                    </a:cubicBezTo>
                    <a:cubicBezTo>
                      <a:pt x="116" y="188"/>
                      <a:pt x="116" y="196"/>
                      <a:pt x="108" y="204"/>
                    </a:cubicBezTo>
                    <a:cubicBezTo>
                      <a:pt x="108" y="212"/>
                      <a:pt x="100" y="221"/>
                      <a:pt x="100" y="229"/>
                    </a:cubicBezTo>
                    <a:cubicBezTo>
                      <a:pt x="100" y="229"/>
                      <a:pt x="100" y="237"/>
                      <a:pt x="100" y="237"/>
                    </a:cubicBezTo>
                    <a:cubicBezTo>
                      <a:pt x="92" y="237"/>
                      <a:pt x="92" y="246"/>
                      <a:pt x="92" y="246"/>
                    </a:cubicBezTo>
                    <a:cubicBezTo>
                      <a:pt x="83" y="262"/>
                      <a:pt x="75" y="279"/>
                      <a:pt x="67" y="287"/>
                    </a:cubicBezTo>
                    <a:cubicBezTo>
                      <a:pt x="50" y="320"/>
                      <a:pt x="34" y="345"/>
                      <a:pt x="17" y="370"/>
                    </a:cubicBezTo>
                    <a:cubicBezTo>
                      <a:pt x="0" y="395"/>
                      <a:pt x="9" y="428"/>
                      <a:pt x="25" y="444"/>
                    </a:cubicBezTo>
                    <a:cubicBezTo>
                      <a:pt x="36" y="452"/>
                      <a:pt x="49" y="456"/>
                      <a:pt x="62" y="456"/>
                    </a:cubicBezTo>
                    <a:cubicBezTo>
                      <a:pt x="77" y="456"/>
                      <a:pt x="91" y="450"/>
                      <a:pt x="100" y="436"/>
                    </a:cubicBezTo>
                    <a:cubicBezTo>
                      <a:pt x="125" y="411"/>
                      <a:pt x="150" y="386"/>
                      <a:pt x="166" y="362"/>
                    </a:cubicBezTo>
                    <a:cubicBezTo>
                      <a:pt x="191" y="337"/>
                      <a:pt x="216" y="304"/>
                      <a:pt x="241" y="279"/>
                    </a:cubicBezTo>
                    <a:cubicBezTo>
                      <a:pt x="257" y="254"/>
                      <a:pt x="282" y="221"/>
                      <a:pt x="299" y="196"/>
                    </a:cubicBezTo>
                    <a:cubicBezTo>
                      <a:pt x="315" y="154"/>
                      <a:pt x="324" y="113"/>
                      <a:pt x="332" y="72"/>
                    </a:cubicBezTo>
                    <a:cubicBezTo>
                      <a:pt x="332" y="38"/>
                      <a:pt x="315" y="14"/>
                      <a:pt x="290" y="5"/>
                    </a:cubicBezTo>
                    <a:cubicBezTo>
                      <a:pt x="281" y="2"/>
                      <a:pt x="270" y="0"/>
                      <a:pt x="2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4" name="Google Shape;4694;p12"/>
              <p:cNvSpPr/>
              <p:nvPr/>
            </p:nvSpPr>
            <p:spPr>
              <a:xfrm>
                <a:off x="4772350" y="4357975"/>
                <a:ext cx="6225" cy="7775"/>
              </a:xfrm>
              <a:custGeom>
                <a:rect b="b" l="l" r="r" t="t"/>
                <a:pathLst>
                  <a:path extrusionOk="0" h="311" w="249">
                    <a:moveTo>
                      <a:pt x="196" y="0"/>
                    </a:moveTo>
                    <a:cubicBezTo>
                      <a:pt x="181" y="0"/>
                      <a:pt x="168" y="7"/>
                      <a:pt x="158" y="18"/>
                    </a:cubicBezTo>
                    <a:lnTo>
                      <a:pt x="150" y="18"/>
                    </a:lnTo>
                    <a:cubicBezTo>
                      <a:pt x="141" y="26"/>
                      <a:pt x="133" y="42"/>
                      <a:pt x="116" y="51"/>
                    </a:cubicBezTo>
                    <a:cubicBezTo>
                      <a:pt x="67" y="100"/>
                      <a:pt x="34" y="167"/>
                      <a:pt x="9" y="233"/>
                    </a:cubicBezTo>
                    <a:cubicBezTo>
                      <a:pt x="0" y="241"/>
                      <a:pt x="9" y="266"/>
                      <a:pt x="17" y="283"/>
                    </a:cubicBezTo>
                    <a:cubicBezTo>
                      <a:pt x="25" y="291"/>
                      <a:pt x="34" y="299"/>
                      <a:pt x="42" y="308"/>
                    </a:cubicBezTo>
                    <a:cubicBezTo>
                      <a:pt x="48" y="310"/>
                      <a:pt x="55" y="311"/>
                      <a:pt x="63" y="311"/>
                    </a:cubicBezTo>
                    <a:cubicBezTo>
                      <a:pt x="85" y="311"/>
                      <a:pt x="110" y="301"/>
                      <a:pt x="116" y="283"/>
                    </a:cubicBezTo>
                    <a:cubicBezTo>
                      <a:pt x="141" y="233"/>
                      <a:pt x="166" y="192"/>
                      <a:pt x="199" y="150"/>
                    </a:cubicBezTo>
                    <a:lnTo>
                      <a:pt x="199" y="150"/>
                    </a:lnTo>
                    <a:lnTo>
                      <a:pt x="191" y="167"/>
                    </a:lnTo>
                    <a:cubicBezTo>
                      <a:pt x="199" y="150"/>
                      <a:pt x="208" y="134"/>
                      <a:pt x="224" y="117"/>
                    </a:cubicBezTo>
                    <a:cubicBezTo>
                      <a:pt x="232" y="100"/>
                      <a:pt x="249" y="84"/>
                      <a:pt x="249" y="59"/>
                    </a:cubicBezTo>
                    <a:cubicBezTo>
                      <a:pt x="249" y="34"/>
                      <a:pt x="241" y="18"/>
                      <a:pt x="224" y="9"/>
                    </a:cubicBezTo>
                    <a:cubicBezTo>
                      <a:pt x="215" y="3"/>
                      <a:pt x="205" y="0"/>
                      <a:pt x="1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5" name="Google Shape;4695;p12"/>
              <p:cNvSpPr/>
              <p:nvPr/>
            </p:nvSpPr>
            <p:spPr>
              <a:xfrm>
                <a:off x="4713525" y="4408325"/>
                <a:ext cx="5200" cy="16375"/>
              </a:xfrm>
              <a:custGeom>
                <a:rect b="b" l="l" r="r" t="t"/>
                <a:pathLst>
                  <a:path extrusionOk="0" h="655" w="208">
                    <a:moveTo>
                      <a:pt x="158" y="0"/>
                    </a:moveTo>
                    <a:cubicBezTo>
                      <a:pt x="125" y="0"/>
                      <a:pt x="108" y="25"/>
                      <a:pt x="108" y="50"/>
                    </a:cubicBezTo>
                    <a:cubicBezTo>
                      <a:pt x="83" y="241"/>
                      <a:pt x="33" y="423"/>
                      <a:pt x="0" y="605"/>
                    </a:cubicBezTo>
                    <a:cubicBezTo>
                      <a:pt x="0" y="622"/>
                      <a:pt x="9" y="647"/>
                      <a:pt x="25" y="655"/>
                    </a:cubicBezTo>
                    <a:cubicBezTo>
                      <a:pt x="42" y="655"/>
                      <a:pt x="67" y="655"/>
                      <a:pt x="75" y="630"/>
                    </a:cubicBezTo>
                    <a:cubicBezTo>
                      <a:pt x="158" y="448"/>
                      <a:pt x="183" y="249"/>
                      <a:pt x="207" y="50"/>
                    </a:cubicBezTo>
                    <a:cubicBezTo>
                      <a:pt x="207" y="25"/>
                      <a:pt x="183" y="0"/>
                      <a:pt x="1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6" name="Google Shape;4696;p12"/>
              <p:cNvSpPr/>
              <p:nvPr/>
            </p:nvSpPr>
            <p:spPr>
              <a:xfrm>
                <a:off x="4755350" y="4224450"/>
                <a:ext cx="2725" cy="8850"/>
              </a:xfrm>
              <a:custGeom>
                <a:rect b="b" l="l" r="r" t="t"/>
                <a:pathLst>
                  <a:path extrusionOk="0" h="354" w="109">
                    <a:moveTo>
                      <a:pt x="72" y="1"/>
                    </a:moveTo>
                    <a:cubicBezTo>
                      <a:pt x="67" y="1"/>
                      <a:pt x="62" y="3"/>
                      <a:pt x="59" y="6"/>
                    </a:cubicBezTo>
                    <a:cubicBezTo>
                      <a:pt x="42" y="23"/>
                      <a:pt x="42" y="31"/>
                      <a:pt x="34" y="48"/>
                    </a:cubicBezTo>
                    <a:cubicBezTo>
                      <a:pt x="26" y="56"/>
                      <a:pt x="26" y="72"/>
                      <a:pt x="26" y="81"/>
                    </a:cubicBezTo>
                    <a:cubicBezTo>
                      <a:pt x="18" y="106"/>
                      <a:pt x="9" y="139"/>
                      <a:pt x="9" y="164"/>
                    </a:cubicBezTo>
                    <a:cubicBezTo>
                      <a:pt x="9" y="188"/>
                      <a:pt x="9" y="213"/>
                      <a:pt x="9" y="238"/>
                    </a:cubicBezTo>
                    <a:cubicBezTo>
                      <a:pt x="9" y="263"/>
                      <a:pt x="9" y="296"/>
                      <a:pt x="9" y="321"/>
                    </a:cubicBezTo>
                    <a:lnTo>
                      <a:pt x="1" y="321"/>
                    </a:lnTo>
                    <a:cubicBezTo>
                      <a:pt x="1" y="340"/>
                      <a:pt x="23" y="354"/>
                      <a:pt x="42" y="354"/>
                    </a:cubicBezTo>
                    <a:cubicBezTo>
                      <a:pt x="56" y="354"/>
                      <a:pt x="67" y="347"/>
                      <a:pt x="67" y="329"/>
                    </a:cubicBezTo>
                    <a:cubicBezTo>
                      <a:pt x="76" y="304"/>
                      <a:pt x="76" y="280"/>
                      <a:pt x="84" y="246"/>
                    </a:cubicBezTo>
                    <a:cubicBezTo>
                      <a:pt x="84" y="222"/>
                      <a:pt x="92" y="197"/>
                      <a:pt x="100" y="172"/>
                    </a:cubicBezTo>
                    <a:cubicBezTo>
                      <a:pt x="109" y="147"/>
                      <a:pt x="109" y="122"/>
                      <a:pt x="109" y="97"/>
                    </a:cubicBezTo>
                    <a:cubicBezTo>
                      <a:pt x="109" y="64"/>
                      <a:pt x="100" y="39"/>
                      <a:pt x="92" y="14"/>
                    </a:cubicBezTo>
                    <a:cubicBezTo>
                      <a:pt x="87" y="5"/>
                      <a:pt x="80" y="1"/>
                      <a:pt x="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7" name="Google Shape;4697;p12"/>
              <p:cNvSpPr/>
              <p:nvPr/>
            </p:nvSpPr>
            <p:spPr>
              <a:xfrm>
                <a:off x="4757425" y="4215900"/>
                <a:ext cx="2925" cy="3325"/>
              </a:xfrm>
              <a:custGeom>
                <a:rect b="b" l="l" r="r" t="t"/>
                <a:pathLst>
                  <a:path extrusionOk="0" h="133" w="117">
                    <a:moveTo>
                      <a:pt x="75" y="0"/>
                    </a:moveTo>
                    <a:cubicBezTo>
                      <a:pt x="67" y="0"/>
                      <a:pt x="67" y="8"/>
                      <a:pt x="59" y="8"/>
                    </a:cubicBezTo>
                    <a:cubicBezTo>
                      <a:pt x="51" y="17"/>
                      <a:pt x="42" y="25"/>
                      <a:pt x="42" y="25"/>
                    </a:cubicBezTo>
                    <a:lnTo>
                      <a:pt x="17" y="50"/>
                    </a:lnTo>
                    <a:cubicBezTo>
                      <a:pt x="9" y="58"/>
                      <a:pt x="1" y="83"/>
                      <a:pt x="9" y="100"/>
                    </a:cubicBezTo>
                    <a:cubicBezTo>
                      <a:pt x="9" y="108"/>
                      <a:pt x="17" y="124"/>
                      <a:pt x="26" y="124"/>
                    </a:cubicBezTo>
                    <a:cubicBezTo>
                      <a:pt x="34" y="133"/>
                      <a:pt x="42" y="133"/>
                      <a:pt x="42" y="133"/>
                    </a:cubicBezTo>
                    <a:lnTo>
                      <a:pt x="67" y="133"/>
                    </a:lnTo>
                    <a:cubicBezTo>
                      <a:pt x="75" y="133"/>
                      <a:pt x="84" y="124"/>
                      <a:pt x="84" y="116"/>
                    </a:cubicBezTo>
                    <a:cubicBezTo>
                      <a:pt x="92" y="116"/>
                      <a:pt x="100" y="108"/>
                      <a:pt x="100" y="100"/>
                    </a:cubicBezTo>
                    <a:cubicBezTo>
                      <a:pt x="100" y="91"/>
                      <a:pt x="109" y="83"/>
                      <a:pt x="109" y="75"/>
                    </a:cubicBezTo>
                    <a:cubicBezTo>
                      <a:pt x="117" y="58"/>
                      <a:pt x="117" y="50"/>
                      <a:pt x="117" y="42"/>
                    </a:cubicBezTo>
                    <a:cubicBezTo>
                      <a:pt x="117" y="42"/>
                      <a:pt x="117" y="42"/>
                      <a:pt x="117" y="33"/>
                    </a:cubicBezTo>
                    <a:cubicBezTo>
                      <a:pt x="117" y="33"/>
                      <a:pt x="117" y="25"/>
                      <a:pt x="117" y="25"/>
                    </a:cubicBezTo>
                    <a:cubicBezTo>
                      <a:pt x="117" y="17"/>
                      <a:pt x="117" y="17"/>
                      <a:pt x="109" y="17"/>
                    </a:cubicBezTo>
                    <a:cubicBezTo>
                      <a:pt x="109" y="8"/>
                      <a:pt x="109" y="8"/>
                      <a:pt x="100" y="8"/>
                    </a:cubicBezTo>
                    <a:cubicBezTo>
                      <a:pt x="100" y="0"/>
                      <a:pt x="92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8" name="Google Shape;4698;p12"/>
              <p:cNvSpPr/>
              <p:nvPr/>
            </p:nvSpPr>
            <p:spPr>
              <a:xfrm>
                <a:off x="4716000" y="4228450"/>
                <a:ext cx="3550" cy="7025"/>
              </a:xfrm>
              <a:custGeom>
                <a:rect b="b" l="l" r="r" t="t"/>
                <a:pathLst>
                  <a:path extrusionOk="0" h="281" w="142">
                    <a:moveTo>
                      <a:pt x="105" y="0"/>
                    </a:moveTo>
                    <a:cubicBezTo>
                      <a:pt x="101" y="0"/>
                      <a:pt x="96" y="1"/>
                      <a:pt x="92" y="4"/>
                    </a:cubicBezTo>
                    <a:cubicBezTo>
                      <a:pt x="84" y="12"/>
                      <a:pt x="75" y="20"/>
                      <a:pt x="67" y="28"/>
                    </a:cubicBezTo>
                    <a:cubicBezTo>
                      <a:pt x="59" y="37"/>
                      <a:pt x="59" y="53"/>
                      <a:pt x="50" y="62"/>
                    </a:cubicBezTo>
                    <a:cubicBezTo>
                      <a:pt x="42" y="78"/>
                      <a:pt x="42" y="103"/>
                      <a:pt x="34" y="120"/>
                    </a:cubicBezTo>
                    <a:lnTo>
                      <a:pt x="1" y="236"/>
                    </a:lnTo>
                    <a:cubicBezTo>
                      <a:pt x="1" y="252"/>
                      <a:pt x="9" y="277"/>
                      <a:pt x="34" y="277"/>
                    </a:cubicBezTo>
                    <a:cubicBezTo>
                      <a:pt x="38" y="279"/>
                      <a:pt x="43" y="280"/>
                      <a:pt x="47" y="280"/>
                    </a:cubicBezTo>
                    <a:cubicBezTo>
                      <a:pt x="61" y="280"/>
                      <a:pt x="75" y="271"/>
                      <a:pt x="75" y="252"/>
                    </a:cubicBezTo>
                    <a:cubicBezTo>
                      <a:pt x="92" y="219"/>
                      <a:pt x="100" y="178"/>
                      <a:pt x="117" y="144"/>
                    </a:cubicBezTo>
                    <a:cubicBezTo>
                      <a:pt x="125" y="128"/>
                      <a:pt x="125" y="111"/>
                      <a:pt x="133" y="86"/>
                    </a:cubicBezTo>
                    <a:cubicBezTo>
                      <a:pt x="133" y="78"/>
                      <a:pt x="133" y="70"/>
                      <a:pt x="142" y="62"/>
                    </a:cubicBezTo>
                    <a:cubicBezTo>
                      <a:pt x="142" y="45"/>
                      <a:pt x="142" y="37"/>
                      <a:pt x="133" y="20"/>
                    </a:cubicBezTo>
                    <a:cubicBezTo>
                      <a:pt x="127" y="8"/>
                      <a:pt x="117" y="0"/>
                      <a:pt x="1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9" name="Google Shape;4699;p12"/>
              <p:cNvSpPr/>
              <p:nvPr/>
            </p:nvSpPr>
            <p:spPr>
              <a:xfrm>
                <a:off x="4719125" y="4234375"/>
                <a:ext cx="2500" cy="4625"/>
              </a:xfrm>
              <a:custGeom>
                <a:rect b="b" l="l" r="r" t="t"/>
                <a:pathLst>
                  <a:path extrusionOk="0" h="185" w="100">
                    <a:moveTo>
                      <a:pt x="79" y="0"/>
                    </a:moveTo>
                    <a:cubicBezTo>
                      <a:pt x="72" y="0"/>
                      <a:pt x="66" y="5"/>
                      <a:pt x="66" y="15"/>
                    </a:cubicBezTo>
                    <a:cubicBezTo>
                      <a:pt x="58" y="23"/>
                      <a:pt x="58" y="40"/>
                      <a:pt x="50" y="48"/>
                    </a:cubicBezTo>
                    <a:cubicBezTo>
                      <a:pt x="50" y="57"/>
                      <a:pt x="50" y="57"/>
                      <a:pt x="50" y="57"/>
                    </a:cubicBezTo>
                    <a:cubicBezTo>
                      <a:pt x="50" y="65"/>
                      <a:pt x="41" y="73"/>
                      <a:pt x="41" y="81"/>
                    </a:cubicBezTo>
                    <a:cubicBezTo>
                      <a:pt x="41" y="90"/>
                      <a:pt x="33" y="90"/>
                      <a:pt x="33" y="90"/>
                    </a:cubicBezTo>
                    <a:cubicBezTo>
                      <a:pt x="33" y="98"/>
                      <a:pt x="33" y="98"/>
                      <a:pt x="25" y="106"/>
                    </a:cubicBezTo>
                    <a:cubicBezTo>
                      <a:pt x="25" y="115"/>
                      <a:pt x="17" y="131"/>
                      <a:pt x="8" y="139"/>
                    </a:cubicBezTo>
                    <a:cubicBezTo>
                      <a:pt x="0" y="148"/>
                      <a:pt x="8" y="173"/>
                      <a:pt x="17" y="181"/>
                    </a:cubicBezTo>
                    <a:cubicBezTo>
                      <a:pt x="21" y="183"/>
                      <a:pt x="26" y="184"/>
                      <a:pt x="31" y="184"/>
                    </a:cubicBezTo>
                    <a:cubicBezTo>
                      <a:pt x="42" y="184"/>
                      <a:pt x="52" y="178"/>
                      <a:pt x="58" y="173"/>
                    </a:cubicBezTo>
                    <a:cubicBezTo>
                      <a:pt x="75" y="148"/>
                      <a:pt x="83" y="123"/>
                      <a:pt x="91" y="98"/>
                    </a:cubicBezTo>
                    <a:cubicBezTo>
                      <a:pt x="99" y="90"/>
                      <a:pt x="99" y="73"/>
                      <a:pt x="99" y="57"/>
                    </a:cubicBezTo>
                    <a:cubicBezTo>
                      <a:pt x="99" y="48"/>
                      <a:pt x="99" y="32"/>
                      <a:pt x="99" y="23"/>
                    </a:cubicBezTo>
                    <a:cubicBezTo>
                      <a:pt x="99" y="9"/>
                      <a:pt x="88" y="0"/>
                      <a:pt x="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0" name="Google Shape;4700;p12"/>
              <p:cNvSpPr/>
              <p:nvPr/>
            </p:nvSpPr>
            <p:spPr>
              <a:xfrm>
                <a:off x="4783525" y="4172350"/>
                <a:ext cx="3750" cy="5950"/>
              </a:xfrm>
              <a:custGeom>
                <a:rect b="b" l="l" r="r" t="t"/>
                <a:pathLst>
                  <a:path extrusionOk="0" h="238" w="150">
                    <a:moveTo>
                      <a:pt x="126" y="0"/>
                    </a:moveTo>
                    <a:cubicBezTo>
                      <a:pt x="123" y="0"/>
                      <a:pt x="120" y="1"/>
                      <a:pt x="117" y="2"/>
                    </a:cubicBezTo>
                    <a:cubicBezTo>
                      <a:pt x="109" y="11"/>
                      <a:pt x="100" y="19"/>
                      <a:pt x="92" y="27"/>
                    </a:cubicBezTo>
                    <a:cubicBezTo>
                      <a:pt x="92" y="35"/>
                      <a:pt x="84" y="44"/>
                      <a:pt x="84" y="52"/>
                    </a:cubicBezTo>
                    <a:cubicBezTo>
                      <a:pt x="75" y="69"/>
                      <a:pt x="67" y="77"/>
                      <a:pt x="59" y="93"/>
                    </a:cubicBezTo>
                    <a:cubicBezTo>
                      <a:pt x="42" y="127"/>
                      <a:pt x="26" y="160"/>
                      <a:pt x="9" y="193"/>
                    </a:cubicBezTo>
                    <a:cubicBezTo>
                      <a:pt x="1" y="209"/>
                      <a:pt x="1" y="226"/>
                      <a:pt x="17" y="234"/>
                    </a:cubicBezTo>
                    <a:cubicBezTo>
                      <a:pt x="22" y="236"/>
                      <a:pt x="26" y="237"/>
                      <a:pt x="31" y="237"/>
                    </a:cubicBezTo>
                    <a:cubicBezTo>
                      <a:pt x="42" y="237"/>
                      <a:pt x="53" y="230"/>
                      <a:pt x="59" y="218"/>
                    </a:cubicBezTo>
                    <a:lnTo>
                      <a:pt x="109" y="127"/>
                    </a:lnTo>
                    <a:cubicBezTo>
                      <a:pt x="117" y="110"/>
                      <a:pt x="125" y="93"/>
                      <a:pt x="133" y="85"/>
                    </a:cubicBezTo>
                    <a:cubicBezTo>
                      <a:pt x="142" y="77"/>
                      <a:pt x="142" y="69"/>
                      <a:pt x="150" y="60"/>
                    </a:cubicBezTo>
                    <a:cubicBezTo>
                      <a:pt x="150" y="44"/>
                      <a:pt x="150" y="35"/>
                      <a:pt x="150" y="27"/>
                    </a:cubicBezTo>
                    <a:cubicBezTo>
                      <a:pt x="150" y="14"/>
                      <a:pt x="139" y="0"/>
                      <a:pt x="1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1" name="Google Shape;4701;p12"/>
              <p:cNvSpPr/>
              <p:nvPr/>
            </p:nvSpPr>
            <p:spPr>
              <a:xfrm>
                <a:off x="4922100" y="4017075"/>
                <a:ext cx="3350" cy="15850"/>
              </a:xfrm>
              <a:custGeom>
                <a:rect b="b" l="l" r="r" t="t"/>
                <a:pathLst>
                  <a:path extrusionOk="0" h="634" w="134">
                    <a:moveTo>
                      <a:pt x="53" y="1"/>
                    </a:moveTo>
                    <a:cubicBezTo>
                      <a:pt x="43" y="1"/>
                      <a:pt x="34" y="5"/>
                      <a:pt x="34" y="16"/>
                    </a:cubicBezTo>
                    <a:cubicBezTo>
                      <a:pt x="17" y="123"/>
                      <a:pt x="1" y="223"/>
                      <a:pt x="1" y="322"/>
                    </a:cubicBezTo>
                    <a:cubicBezTo>
                      <a:pt x="1" y="380"/>
                      <a:pt x="9" y="430"/>
                      <a:pt x="17" y="480"/>
                    </a:cubicBezTo>
                    <a:cubicBezTo>
                      <a:pt x="26" y="529"/>
                      <a:pt x="26" y="587"/>
                      <a:pt x="67" y="621"/>
                    </a:cubicBezTo>
                    <a:cubicBezTo>
                      <a:pt x="73" y="630"/>
                      <a:pt x="80" y="633"/>
                      <a:pt x="87" y="633"/>
                    </a:cubicBezTo>
                    <a:cubicBezTo>
                      <a:pt x="100" y="633"/>
                      <a:pt x="112" y="623"/>
                      <a:pt x="117" y="612"/>
                    </a:cubicBezTo>
                    <a:cubicBezTo>
                      <a:pt x="133" y="563"/>
                      <a:pt x="117" y="505"/>
                      <a:pt x="109" y="463"/>
                    </a:cubicBezTo>
                    <a:cubicBezTo>
                      <a:pt x="100" y="413"/>
                      <a:pt x="92" y="364"/>
                      <a:pt x="92" y="322"/>
                    </a:cubicBezTo>
                    <a:cubicBezTo>
                      <a:pt x="84" y="223"/>
                      <a:pt x="75" y="123"/>
                      <a:pt x="84" y="24"/>
                    </a:cubicBezTo>
                    <a:cubicBezTo>
                      <a:pt x="84" y="10"/>
                      <a:pt x="67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2" name="Google Shape;4702;p12"/>
              <p:cNvSpPr/>
              <p:nvPr/>
            </p:nvSpPr>
            <p:spPr>
              <a:xfrm>
                <a:off x="4926250" y="4019725"/>
                <a:ext cx="2500" cy="7150"/>
              </a:xfrm>
              <a:custGeom>
                <a:rect b="b" l="l" r="r" t="t"/>
                <a:pathLst>
                  <a:path extrusionOk="0" h="286" w="100">
                    <a:moveTo>
                      <a:pt x="42" y="1"/>
                    </a:moveTo>
                    <a:cubicBezTo>
                      <a:pt x="25" y="1"/>
                      <a:pt x="9" y="17"/>
                      <a:pt x="9" y="34"/>
                    </a:cubicBezTo>
                    <a:cubicBezTo>
                      <a:pt x="1" y="117"/>
                      <a:pt x="25" y="191"/>
                      <a:pt x="50" y="266"/>
                    </a:cubicBezTo>
                    <a:cubicBezTo>
                      <a:pt x="56" y="278"/>
                      <a:pt x="62" y="286"/>
                      <a:pt x="72" y="286"/>
                    </a:cubicBezTo>
                    <a:cubicBezTo>
                      <a:pt x="75" y="286"/>
                      <a:pt x="79" y="285"/>
                      <a:pt x="83" y="283"/>
                    </a:cubicBezTo>
                    <a:cubicBezTo>
                      <a:pt x="92" y="283"/>
                      <a:pt x="100" y="266"/>
                      <a:pt x="92" y="258"/>
                    </a:cubicBezTo>
                    <a:cubicBezTo>
                      <a:pt x="75" y="183"/>
                      <a:pt x="67" y="109"/>
                      <a:pt x="75" y="34"/>
                    </a:cubicBezTo>
                    <a:cubicBezTo>
                      <a:pt x="75" y="17"/>
                      <a:pt x="59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3" name="Google Shape;4703;p12"/>
              <p:cNvSpPr/>
              <p:nvPr/>
            </p:nvSpPr>
            <p:spPr>
              <a:xfrm>
                <a:off x="5018975" y="4397300"/>
                <a:ext cx="9200" cy="10900"/>
              </a:xfrm>
              <a:custGeom>
                <a:rect b="b" l="l" r="r" t="t"/>
                <a:pathLst>
                  <a:path extrusionOk="0" h="436" w="368">
                    <a:moveTo>
                      <a:pt x="331" y="0"/>
                    </a:moveTo>
                    <a:cubicBezTo>
                      <a:pt x="327" y="0"/>
                      <a:pt x="323" y="1"/>
                      <a:pt x="318" y="2"/>
                    </a:cubicBezTo>
                    <a:cubicBezTo>
                      <a:pt x="277" y="11"/>
                      <a:pt x="252" y="52"/>
                      <a:pt x="227" y="85"/>
                    </a:cubicBezTo>
                    <a:cubicBezTo>
                      <a:pt x="202" y="118"/>
                      <a:pt x="177" y="151"/>
                      <a:pt x="153" y="185"/>
                    </a:cubicBezTo>
                    <a:cubicBezTo>
                      <a:pt x="111" y="251"/>
                      <a:pt x="70" y="309"/>
                      <a:pt x="20" y="375"/>
                    </a:cubicBezTo>
                    <a:cubicBezTo>
                      <a:pt x="1" y="401"/>
                      <a:pt x="31" y="436"/>
                      <a:pt x="57" y="436"/>
                    </a:cubicBezTo>
                    <a:cubicBezTo>
                      <a:pt x="65" y="436"/>
                      <a:pt x="72" y="433"/>
                      <a:pt x="78" y="425"/>
                    </a:cubicBezTo>
                    <a:cubicBezTo>
                      <a:pt x="128" y="359"/>
                      <a:pt x="177" y="301"/>
                      <a:pt x="227" y="243"/>
                    </a:cubicBezTo>
                    <a:cubicBezTo>
                      <a:pt x="260" y="209"/>
                      <a:pt x="285" y="176"/>
                      <a:pt x="310" y="143"/>
                    </a:cubicBezTo>
                    <a:cubicBezTo>
                      <a:pt x="335" y="110"/>
                      <a:pt x="368" y="77"/>
                      <a:pt x="360" y="27"/>
                    </a:cubicBezTo>
                    <a:cubicBezTo>
                      <a:pt x="360" y="14"/>
                      <a:pt x="349" y="0"/>
                      <a:pt x="3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4" name="Google Shape;4704;p12"/>
              <p:cNvSpPr/>
              <p:nvPr/>
            </p:nvSpPr>
            <p:spPr>
              <a:xfrm>
                <a:off x="5023800" y="4404600"/>
                <a:ext cx="6600" cy="5600"/>
              </a:xfrm>
              <a:custGeom>
                <a:rect b="b" l="l" r="r" t="t"/>
                <a:pathLst>
                  <a:path extrusionOk="0" h="224" w="264">
                    <a:moveTo>
                      <a:pt x="208" y="0"/>
                    </a:moveTo>
                    <a:cubicBezTo>
                      <a:pt x="175" y="17"/>
                      <a:pt x="134" y="33"/>
                      <a:pt x="109" y="58"/>
                    </a:cubicBezTo>
                    <a:cubicBezTo>
                      <a:pt x="76" y="83"/>
                      <a:pt x="42" y="108"/>
                      <a:pt x="18" y="133"/>
                    </a:cubicBezTo>
                    <a:cubicBezTo>
                      <a:pt x="9" y="141"/>
                      <a:pt x="1" y="158"/>
                      <a:pt x="1" y="166"/>
                    </a:cubicBezTo>
                    <a:cubicBezTo>
                      <a:pt x="1" y="183"/>
                      <a:pt x="9" y="199"/>
                      <a:pt x="18" y="207"/>
                    </a:cubicBezTo>
                    <a:cubicBezTo>
                      <a:pt x="26" y="216"/>
                      <a:pt x="42" y="224"/>
                      <a:pt x="59" y="224"/>
                    </a:cubicBezTo>
                    <a:cubicBezTo>
                      <a:pt x="67" y="224"/>
                      <a:pt x="84" y="216"/>
                      <a:pt x="92" y="207"/>
                    </a:cubicBezTo>
                    <a:cubicBezTo>
                      <a:pt x="125" y="183"/>
                      <a:pt x="150" y="166"/>
                      <a:pt x="175" y="141"/>
                    </a:cubicBezTo>
                    <a:cubicBezTo>
                      <a:pt x="208" y="116"/>
                      <a:pt x="233" y="91"/>
                      <a:pt x="250" y="58"/>
                    </a:cubicBezTo>
                    <a:cubicBezTo>
                      <a:pt x="263" y="37"/>
                      <a:pt x="248" y="5"/>
                      <a:pt x="223" y="5"/>
                    </a:cubicBezTo>
                    <a:cubicBezTo>
                      <a:pt x="218" y="5"/>
                      <a:pt x="213" y="6"/>
                      <a:pt x="208" y="9"/>
                    </a:cubicBezTo>
                    <a:lnTo>
                      <a:pt x="20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5" name="Google Shape;4705;p12"/>
              <p:cNvSpPr/>
              <p:nvPr/>
            </p:nvSpPr>
            <p:spPr>
              <a:xfrm>
                <a:off x="5006750" y="4574450"/>
                <a:ext cx="9625" cy="21075"/>
              </a:xfrm>
              <a:custGeom>
                <a:rect b="b" l="l" r="r" t="t"/>
                <a:pathLst>
                  <a:path extrusionOk="0" h="843" w="385">
                    <a:moveTo>
                      <a:pt x="327" y="0"/>
                    </a:moveTo>
                    <a:cubicBezTo>
                      <a:pt x="260" y="25"/>
                      <a:pt x="252" y="125"/>
                      <a:pt x="236" y="183"/>
                    </a:cubicBezTo>
                    <a:cubicBezTo>
                      <a:pt x="219" y="249"/>
                      <a:pt x="202" y="323"/>
                      <a:pt x="178" y="390"/>
                    </a:cubicBezTo>
                    <a:cubicBezTo>
                      <a:pt x="161" y="456"/>
                      <a:pt x="128" y="522"/>
                      <a:pt x="111" y="589"/>
                    </a:cubicBezTo>
                    <a:cubicBezTo>
                      <a:pt x="86" y="663"/>
                      <a:pt x="53" y="729"/>
                      <a:pt x="12" y="796"/>
                    </a:cubicBezTo>
                    <a:cubicBezTo>
                      <a:pt x="0" y="819"/>
                      <a:pt x="22" y="843"/>
                      <a:pt x="44" y="843"/>
                    </a:cubicBezTo>
                    <a:cubicBezTo>
                      <a:pt x="53" y="843"/>
                      <a:pt x="63" y="839"/>
                      <a:pt x="70" y="829"/>
                    </a:cubicBezTo>
                    <a:cubicBezTo>
                      <a:pt x="103" y="763"/>
                      <a:pt x="144" y="696"/>
                      <a:pt x="178" y="638"/>
                    </a:cubicBezTo>
                    <a:cubicBezTo>
                      <a:pt x="227" y="572"/>
                      <a:pt x="252" y="506"/>
                      <a:pt x="285" y="431"/>
                    </a:cubicBezTo>
                    <a:cubicBezTo>
                      <a:pt x="310" y="365"/>
                      <a:pt x="335" y="290"/>
                      <a:pt x="360" y="224"/>
                    </a:cubicBezTo>
                    <a:cubicBezTo>
                      <a:pt x="368" y="183"/>
                      <a:pt x="376" y="149"/>
                      <a:pt x="376" y="108"/>
                    </a:cubicBezTo>
                    <a:cubicBezTo>
                      <a:pt x="385" y="75"/>
                      <a:pt x="385" y="33"/>
                      <a:pt x="360" y="9"/>
                    </a:cubicBezTo>
                    <a:cubicBezTo>
                      <a:pt x="352" y="0"/>
                      <a:pt x="335" y="0"/>
                      <a:pt x="3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6" name="Google Shape;4706;p12"/>
              <p:cNvSpPr/>
              <p:nvPr/>
            </p:nvSpPr>
            <p:spPr>
              <a:xfrm>
                <a:off x="5017175" y="4578150"/>
                <a:ext cx="3975" cy="11100"/>
              </a:xfrm>
              <a:custGeom>
                <a:rect b="b" l="l" r="r" t="t"/>
                <a:pathLst>
                  <a:path extrusionOk="0" h="444" w="159">
                    <a:moveTo>
                      <a:pt x="118" y="0"/>
                    </a:moveTo>
                    <a:cubicBezTo>
                      <a:pt x="107" y="0"/>
                      <a:pt x="96" y="7"/>
                      <a:pt x="92" y="18"/>
                    </a:cubicBezTo>
                    <a:cubicBezTo>
                      <a:pt x="59" y="76"/>
                      <a:pt x="51" y="134"/>
                      <a:pt x="34" y="200"/>
                    </a:cubicBezTo>
                    <a:cubicBezTo>
                      <a:pt x="26" y="258"/>
                      <a:pt x="17" y="325"/>
                      <a:pt x="9" y="383"/>
                    </a:cubicBezTo>
                    <a:cubicBezTo>
                      <a:pt x="1" y="407"/>
                      <a:pt x="17" y="441"/>
                      <a:pt x="42" y="441"/>
                    </a:cubicBezTo>
                    <a:cubicBezTo>
                      <a:pt x="48" y="443"/>
                      <a:pt x="54" y="444"/>
                      <a:pt x="60" y="444"/>
                    </a:cubicBezTo>
                    <a:cubicBezTo>
                      <a:pt x="78" y="444"/>
                      <a:pt x="94" y="433"/>
                      <a:pt x="100" y="407"/>
                    </a:cubicBezTo>
                    <a:cubicBezTo>
                      <a:pt x="109" y="349"/>
                      <a:pt x="125" y="283"/>
                      <a:pt x="133" y="225"/>
                    </a:cubicBezTo>
                    <a:cubicBezTo>
                      <a:pt x="142" y="159"/>
                      <a:pt x="158" y="93"/>
                      <a:pt x="150" y="26"/>
                    </a:cubicBezTo>
                    <a:cubicBezTo>
                      <a:pt x="146" y="9"/>
                      <a:pt x="132" y="0"/>
                      <a:pt x="11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707" name="Google Shape;4707;p12"/>
          <p:cNvGrpSpPr/>
          <p:nvPr/>
        </p:nvGrpSpPr>
        <p:grpSpPr>
          <a:xfrm>
            <a:off x="7883526" y="3361479"/>
            <a:ext cx="916596" cy="1534770"/>
            <a:chOff x="6308950" y="539474"/>
            <a:chExt cx="2430000" cy="4068851"/>
          </a:xfrm>
        </p:grpSpPr>
        <p:sp>
          <p:nvSpPr>
            <p:cNvPr id="4708" name="Google Shape;4708;p12"/>
            <p:cNvSpPr/>
            <p:nvPr/>
          </p:nvSpPr>
          <p:spPr>
            <a:xfrm>
              <a:off x="6308950" y="4110325"/>
              <a:ext cx="2430000" cy="4980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709" name="Google Shape;4709;p12"/>
            <p:cNvGrpSpPr/>
            <p:nvPr/>
          </p:nvGrpSpPr>
          <p:grpSpPr>
            <a:xfrm>
              <a:off x="6586454" y="539474"/>
              <a:ext cx="1874992" cy="3995493"/>
              <a:chOff x="2617300" y="3834125"/>
              <a:chExt cx="468350" cy="998025"/>
            </a:xfrm>
          </p:grpSpPr>
          <p:sp>
            <p:nvSpPr>
              <p:cNvPr id="4710" name="Google Shape;4710;p12"/>
              <p:cNvSpPr/>
              <p:nvPr/>
            </p:nvSpPr>
            <p:spPr>
              <a:xfrm>
                <a:off x="2791075" y="3918450"/>
                <a:ext cx="3750" cy="11200"/>
              </a:xfrm>
              <a:custGeom>
                <a:rect b="b" l="l" r="r" t="t"/>
                <a:pathLst>
                  <a:path extrusionOk="0" h="448" w="150">
                    <a:moveTo>
                      <a:pt x="26" y="0"/>
                    </a:moveTo>
                    <a:lnTo>
                      <a:pt x="26" y="9"/>
                    </a:lnTo>
                    <a:cubicBezTo>
                      <a:pt x="1" y="125"/>
                      <a:pt x="50" y="232"/>
                      <a:pt x="92" y="340"/>
                    </a:cubicBezTo>
                    <a:cubicBezTo>
                      <a:pt x="108" y="373"/>
                      <a:pt x="133" y="406"/>
                      <a:pt x="150" y="448"/>
                    </a:cubicBezTo>
                    <a:lnTo>
                      <a:pt x="125" y="365"/>
                    </a:lnTo>
                    <a:cubicBezTo>
                      <a:pt x="92" y="241"/>
                      <a:pt x="59" y="125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1" name="Google Shape;4711;p12"/>
              <p:cNvSpPr/>
              <p:nvPr/>
            </p:nvSpPr>
            <p:spPr>
              <a:xfrm>
                <a:off x="2788600" y="3864750"/>
                <a:ext cx="75200" cy="142775"/>
              </a:xfrm>
              <a:custGeom>
                <a:rect b="b" l="l" r="r" t="t"/>
                <a:pathLst>
                  <a:path extrusionOk="0" h="5711" w="3008">
                    <a:moveTo>
                      <a:pt x="273" y="1"/>
                    </a:moveTo>
                    <a:cubicBezTo>
                      <a:pt x="229" y="1"/>
                      <a:pt x="187" y="11"/>
                      <a:pt x="149" y="35"/>
                    </a:cubicBezTo>
                    <a:cubicBezTo>
                      <a:pt x="42" y="110"/>
                      <a:pt x="17" y="276"/>
                      <a:pt x="9" y="392"/>
                    </a:cubicBezTo>
                    <a:cubicBezTo>
                      <a:pt x="0" y="574"/>
                      <a:pt x="25" y="765"/>
                      <a:pt x="50" y="947"/>
                    </a:cubicBezTo>
                    <a:cubicBezTo>
                      <a:pt x="108" y="1320"/>
                      <a:pt x="207" y="1684"/>
                      <a:pt x="299" y="2049"/>
                    </a:cubicBezTo>
                    <a:cubicBezTo>
                      <a:pt x="381" y="2372"/>
                      <a:pt x="489" y="2695"/>
                      <a:pt x="547" y="3018"/>
                    </a:cubicBezTo>
                    <a:lnTo>
                      <a:pt x="555" y="3026"/>
                    </a:lnTo>
                    <a:cubicBezTo>
                      <a:pt x="622" y="3101"/>
                      <a:pt x="721" y="3176"/>
                      <a:pt x="754" y="3267"/>
                    </a:cubicBezTo>
                    <a:cubicBezTo>
                      <a:pt x="763" y="3292"/>
                      <a:pt x="746" y="3316"/>
                      <a:pt x="713" y="3316"/>
                    </a:cubicBezTo>
                    <a:cubicBezTo>
                      <a:pt x="671" y="3308"/>
                      <a:pt x="638" y="3292"/>
                      <a:pt x="605" y="3267"/>
                    </a:cubicBezTo>
                    <a:lnTo>
                      <a:pt x="605" y="3267"/>
                    </a:lnTo>
                    <a:cubicBezTo>
                      <a:pt x="663" y="3316"/>
                      <a:pt x="713" y="3366"/>
                      <a:pt x="763" y="3424"/>
                    </a:cubicBezTo>
                    <a:cubicBezTo>
                      <a:pt x="870" y="3548"/>
                      <a:pt x="970" y="3706"/>
                      <a:pt x="953" y="3880"/>
                    </a:cubicBezTo>
                    <a:cubicBezTo>
                      <a:pt x="953" y="3903"/>
                      <a:pt x="933" y="3915"/>
                      <a:pt x="911" y="3915"/>
                    </a:cubicBezTo>
                    <a:cubicBezTo>
                      <a:pt x="893" y="3915"/>
                      <a:pt x="873" y="3907"/>
                      <a:pt x="862" y="3888"/>
                    </a:cubicBezTo>
                    <a:cubicBezTo>
                      <a:pt x="837" y="3838"/>
                      <a:pt x="821" y="3789"/>
                      <a:pt x="796" y="3747"/>
                    </a:cubicBezTo>
                    <a:cubicBezTo>
                      <a:pt x="790" y="3753"/>
                      <a:pt x="780" y="3759"/>
                      <a:pt x="769" y="3759"/>
                    </a:cubicBezTo>
                    <a:cubicBezTo>
                      <a:pt x="764" y="3759"/>
                      <a:pt x="759" y="3758"/>
                      <a:pt x="754" y="3756"/>
                    </a:cubicBezTo>
                    <a:lnTo>
                      <a:pt x="746" y="3756"/>
                    </a:lnTo>
                    <a:cubicBezTo>
                      <a:pt x="763" y="3780"/>
                      <a:pt x="771" y="3805"/>
                      <a:pt x="787" y="3830"/>
                    </a:cubicBezTo>
                    <a:cubicBezTo>
                      <a:pt x="829" y="3905"/>
                      <a:pt x="862" y="3996"/>
                      <a:pt x="903" y="4070"/>
                    </a:cubicBezTo>
                    <a:cubicBezTo>
                      <a:pt x="943" y="4118"/>
                      <a:pt x="914" y="4212"/>
                      <a:pt x="846" y="4212"/>
                    </a:cubicBezTo>
                    <a:cubicBezTo>
                      <a:pt x="843" y="4212"/>
                      <a:pt x="840" y="4212"/>
                      <a:pt x="837" y="4211"/>
                    </a:cubicBezTo>
                    <a:lnTo>
                      <a:pt x="837" y="4220"/>
                    </a:lnTo>
                    <a:cubicBezTo>
                      <a:pt x="854" y="4244"/>
                      <a:pt x="862" y="4278"/>
                      <a:pt x="879" y="4311"/>
                    </a:cubicBezTo>
                    <a:cubicBezTo>
                      <a:pt x="903" y="4369"/>
                      <a:pt x="920" y="4427"/>
                      <a:pt x="937" y="4476"/>
                    </a:cubicBezTo>
                    <a:cubicBezTo>
                      <a:pt x="945" y="4493"/>
                      <a:pt x="945" y="4501"/>
                      <a:pt x="953" y="4510"/>
                    </a:cubicBezTo>
                    <a:cubicBezTo>
                      <a:pt x="961" y="4551"/>
                      <a:pt x="978" y="4592"/>
                      <a:pt x="986" y="4634"/>
                    </a:cubicBezTo>
                    <a:cubicBezTo>
                      <a:pt x="992" y="4662"/>
                      <a:pt x="967" y="4679"/>
                      <a:pt x="942" y="4679"/>
                    </a:cubicBezTo>
                    <a:cubicBezTo>
                      <a:pt x="931" y="4679"/>
                      <a:pt x="920" y="4675"/>
                      <a:pt x="912" y="4667"/>
                    </a:cubicBezTo>
                    <a:lnTo>
                      <a:pt x="903" y="4659"/>
                    </a:lnTo>
                    <a:lnTo>
                      <a:pt x="903" y="4659"/>
                    </a:lnTo>
                    <a:cubicBezTo>
                      <a:pt x="920" y="4684"/>
                      <a:pt x="928" y="4708"/>
                      <a:pt x="937" y="4742"/>
                    </a:cubicBezTo>
                    <a:cubicBezTo>
                      <a:pt x="943" y="4772"/>
                      <a:pt x="918" y="4793"/>
                      <a:pt x="895" y="4793"/>
                    </a:cubicBezTo>
                    <a:cubicBezTo>
                      <a:pt x="886" y="4793"/>
                      <a:pt x="877" y="4790"/>
                      <a:pt x="870" y="4783"/>
                    </a:cubicBezTo>
                    <a:lnTo>
                      <a:pt x="862" y="4775"/>
                    </a:lnTo>
                    <a:lnTo>
                      <a:pt x="862" y="4775"/>
                    </a:lnTo>
                    <a:cubicBezTo>
                      <a:pt x="887" y="4949"/>
                      <a:pt x="912" y="5114"/>
                      <a:pt x="937" y="5288"/>
                    </a:cubicBezTo>
                    <a:cubicBezTo>
                      <a:pt x="953" y="5371"/>
                      <a:pt x="953" y="5462"/>
                      <a:pt x="970" y="5554"/>
                    </a:cubicBezTo>
                    <a:cubicBezTo>
                      <a:pt x="978" y="5595"/>
                      <a:pt x="986" y="5628"/>
                      <a:pt x="1003" y="5661"/>
                    </a:cubicBezTo>
                    <a:cubicBezTo>
                      <a:pt x="1003" y="5678"/>
                      <a:pt x="1011" y="5694"/>
                      <a:pt x="1019" y="5711"/>
                    </a:cubicBezTo>
                    <a:cubicBezTo>
                      <a:pt x="1036" y="5670"/>
                      <a:pt x="1044" y="5636"/>
                      <a:pt x="1061" y="5595"/>
                    </a:cubicBezTo>
                    <a:cubicBezTo>
                      <a:pt x="1061" y="5587"/>
                      <a:pt x="1053" y="5587"/>
                      <a:pt x="1053" y="5587"/>
                    </a:cubicBezTo>
                    <a:cubicBezTo>
                      <a:pt x="1028" y="5570"/>
                      <a:pt x="1019" y="5537"/>
                      <a:pt x="1036" y="5512"/>
                    </a:cubicBezTo>
                    <a:cubicBezTo>
                      <a:pt x="1044" y="5487"/>
                      <a:pt x="1061" y="5479"/>
                      <a:pt x="1086" y="5479"/>
                    </a:cubicBezTo>
                    <a:cubicBezTo>
                      <a:pt x="1152" y="5123"/>
                      <a:pt x="1268" y="4783"/>
                      <a:pt x="1450" y="4476"/>
                    </a:cubicBezTo>
                    <a:cubicBezTo>
                      <a:pt x="1558" y="4294"/>
                      <a:pt x="1682" y="4120"/>
                      <a:pt x="1823" y="3971"/>
                    </a:cubicBezTo>
                    <a:cubicBezTo>
                      <a:pt x="1889" y="3896"/>
                      <a:pt x="1964" y="3822"/>
                      <a:pt x="2038" y="3756"/>
                    </a:cubicBezTo>
                    <a:cubicBezTo>
                      <a:pt x="2055" y="3739"/>
                      <a:pt x="2088" y="3706"/>
                      <a:pt x="2113" y="3689"/>
                    </a:cubicBezTo>
                    <a:cubicBezTo>
                      <a:pt x="2196" y="3606"/>
                      <a:pt x="2279" y="3540"/>
                      <a:pt x="2370" y="3474"/>
                    </a:cubicBezTo>
                    <a:cubicBezTo>
                      <a:pt x="2494" y="3383"/>
                      <a:pt x="2627" y="3308"/>
                      <a:pt x="2759" y="3234"/>
                    </a:cubicBezTo>
                    <a:cubicBezTo>
                      <a:pt x="2826" y="3200"/>
                      <a:pt x="2892" y="3167"/>
                      <a:pt x="2958" y="3134"/>
                    </a:cubicBezTo>
                    <a:cubicBezTo>
                      <a:pt x="2975" y="3134"/>
                      <a:pt x="2991" y="3126"/>
                      <a:pt x="3008" y="3118"/>
                    </a:cubicBezTo>
                    <a:cubicBezTo>
                      <a:pt x="3008" y="3109"/>
                      <a:pt x="3008" y="3109"/>
                      <a:pt x="3000" y="3101"/>
                    </a:cubicBezTo>
                    <a:cubicBezTo>
                      <a:pt x="2983" y="3026"/>
                      <a:pt x="2966" y="2944"/>
                      <a:pt x="2950" y="2869"/>
                    </a:cubicBezTo>
                    <a:cubicBezTo>
                      <a:pt x="2950" y="2927"/>
                      <a:pt x="2950" y="2977"/>
                      <a:pt x="2950" y="3035"/>
                    </a:cubicBezTo>
                    <a:cubicBezTo>
                      <a:pt x="2950" y="3064"/>
                      <a:pt x="2927" y="3078"/>
                      <a:pt x="2903" y="3078"/>
                    </a:cubicBezTo>
                    <a:cubicBezTo>
                      <a:pt x="2879" y="3078"/>
                      <a:pt x="2855" y="3064"/>
                      <a:pt x="2850" y="3035"/>
                    </a:cubicBezTo>
                    <a:cubicBezTo>
                      <a:pt x="2826" y="2811"/>
                      <a:pt x="2776" y="2587"/>
                      <a:pt x="2710" y="2372"/>
                    </a:cubicBezTo>
                    <a:cubicBezTo>
                      <a:pt x="2685" y="2314"/>
                      <a:pt x="2668" y="2264"/>
                      <a:pt x="2643" y="2206"/>
                    </a:cubicBezTo>
                    <a:cubicBezTo>
                      <a:pt x="2627" y="2181"/>
                      <a:pt x="2610" y="2157"/>
                      <a:pt x="2585" y="2132"/>
                    </a:cubicBezTo>
                    <a:lnTo>
                      <a:pt x="2585" y="2132"/>
                    </a:lnTo>
                    <a:cubicBezTo>
                      <a:pt x="2618" y="2264"/>
                      <a:pt x="2643" y="2397"/>
                      <a:pt x="2652" y="2538"/>
                    </a:cubicBezTo>
                    <a:cubicBezTo>
                      <a:pt x="2656" y="2579"/>
                      <a:pt x="2625" y="2603"/>
                      <a:pt x="2594" y="2603"/>
                    </a:cubicBezTo>
                    <a:cubicBezTo>
                      <a:pt x="2568" y="2603"/>
                      <a:pt x="2543" y="2587"/>
                      <a:pt x="2536" y="2554"/>
                    </a:cubicBezTo>
                    <a:cubicBezTo>
                      <a:pt x="2519" y="2455"/>
                      <a:pt x="2494" y="2364"/>
                      <a:pt x="2469" y="2264"/>
                    </a:cubicBezTo>
                    <a:cubicBezTo>
                      <a:pt x="2462" y="2278"/>
                      <a:pt x="2448" y="2285"/>
                      <a:pt x="2434" y="2285"/>
                    </a:cubicBezTo>
                    <a:cubicBezTo>
                      <a:pt x="2414" y="2285"/>
                      <a:pt x="2395" y="2272"/>
                      <a:pt x="2395" y="2248"/>
                    </a:cubicBezTo>
                    <a:cubicBezTo>
                      <a:pt x="2353" y="1949"/>
                      <a:pt x="2212" y="1668"/>
                      <a:pt x="2014" y="1444"/>
                    </a:cubicBezTo>
                    <a:cubicBezTo>
                      <a:pt x="1947" y="1353"/>
                      <a:pt x="1864" y="1278"/>
                      <a:pt x="1782" y="1204"/>
                    </a:cubicBezTo>
                    <a:cubicBezTo>
                      <a:pt x="1475" y="955"/>
                      <a:pt x="1218" y="649"/>
                      <a:pt x="937" y="375"/>
                    </a:cubicBezTo>
                    <a:cubicBezTo>
                      <a:pt x="829" y="276"/>
                      <a:pt x="705" y="168"/>
                      <a:pt x="580" y="102"/>
                    </a:cubicBezTo>
                    <a:cubicBezTo>
                      <a:pt x="493" y="55"/>
                      <a:pt x="378" y="1"/>
                      <a:pt x="2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2" name="Google Shape;4712;p12"/>
              <p:cNvSpPr/>
              <p:nvPr/>
            </p:nvSpPr>
            <p:spPr>
              <a:xfrm>
                <a:off x="2792525" y="4115425"/>
                <a:ext cx="14525" cy="16250"/>
              </a:xfrm>
              <a:custGeom>
                <a:rect b="b" l="l" r="r" t="t"/>
                <a:pathLst>
                  <a:path extrusionOk="0" h="650" w="581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92"/>
                      <a:pt x="75" y="175"/>
                      <a:pt x="117" y="266"/>
                    </a:cubicBezTo>
                    <a:cubicBezTo>
                      <a:pt x="158" y="365"/>
                      <a:pt x="191" y="481"/>
                      <a:pt x="266" y="564"/>
                    </a:cubicBezTo>
                    <a:cubicBezTo>
                      <a:pt x="308" y="617"/>
                      <a:pt x="366" y="649"/>
                      <a:pt x="427" y="649"/>
                    </a:cubicBezTo>
                    <a:cubicBezTo>
                      <a:pt x="462" y="649"/>
                      <a:pt x="497" y="638"/>
                      <a:pt x="531" y="614"/>
                    </a:cubicBezTo>
                    <a:cubicBezTo>
                      <a:pt x="556" y="597"/>
                      <a:pt x="572" y="572"/>
                      <a:pt x="581" y="548"/>
                    </a:cubicBezTo>
                    <a:cubicBezTo>
                      <a:pt x="572" y="506"/>
                      <a:pt x="556" y="456"/>
                      <a:pt x="548" y="415"/>
                    </a:cubicBezTo>
                    <a:cubicBezTo>
                      <a:pt x="514" y="415"/>
                      <a:pt x="481" y="398"/>
                      <a:pt x="456" y="365"/>
                    </a:cubicBezTo>
                    <a:lnTo>
                      <a:pt x="456" y="357"/>
                    </a:lnTo>
                    <a:cubicBezTo>
                      <a:pt x="448" y="332"/>
                      <a:pt x="432" y="299"/>
                      <a:pt x="415" y="266"/>
                    </a:cubicBezTo>
                    <a:cubicBezTo>
                      <a:pt x="407" y="249"/>
                      <a:pt x="390" y="216"/>
                      <a:pt x="382" y="191"/>
                    </a:cubicBezTo>
                    <a:cubicBezTo>
                      <a:pt x="357" y="175"/>
                      <a:pt x="324" y="158"/>
                      <a:pt x="291" y="142"/>
                    </a:cubicBezTo>
                    <a:cubicBezTo>
                      <a:pt x="233" y="125"/>
                      <a:pt x="175" y="100"/>
                      <a:pt x="117" y="67"/>
                    </a:cubicBezTo>
                    <a:cubicBezTo>
                      <a:pt x="84" y="42"/>
                      <a:pt x="42" y="26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3" name="Google Shape;4713;p12"/>
              <p:cNvSpPr/>
              <p:nvPr/>
            </p:nvSpPr>
            <p:spPr>
              <a:xfrm>
                <a:off x="2784650" y="4095350"/>
                <a:ext cx="25500" cy="5825"/>
              </a:xfrm>
              <a:custGeom>
                <a:rect b="b" l="l" r="r" t="t"/>
                <a:pathLst>
                  <a:path extrusionOk="0" h="233" w="1020">
                    <a:moveTo>
                      <a:pt x="979" y="0"/>
                    </a:moveTo>
                    <a:cubicBezTo>
                      <a:pt x="937" y="0"/>
                      <a:pt x="887" y="0"/>
                      <a:pt x="846" y="8"/>
                    </a:cubicBezTo>
                    <a:cubicBezTo>
                      <a:pt x="755" y="8"/>
                      <a:pt x="664" y="25"/>
                      <a:pt x="581" y="41"/>
                    </a:cubicBezTo>
                    <a:cubicBezTo>
                      <a:pt x="390" y="75"/>
                      <a:pt x="200" y="133"/>
                      <a:pt x="26" y="207"/>
                    </a:cubicBezTo>
                    <a:cubicBezTo>
                      <a:pt x="17" y="215"/>
                      <a:pt x="9" y="215"/>
                      <a:pt x="1" y="215"/>
                    </a:cubicBezTo>
                    <a:lnTo>
                      <a:pt x="9" y="232"/>
                    </a:lnTo>
                    <a:cubicBezTo>
                      <a:pt x="200" y="199"/>
                      <a:pt x="382" y="166"/>
                      <a:pt x="573" y="133"/>
                    </a:cubicBezTo>
                    <a:cubicBezTo>
                      <a:pt x="689" y="116"/>
                      <a:pt x="796" y="99"/>
                      <a:pt x="912" y="83"/>
                    </a:cubicBezTo>
                    <a:cubicBezTo>
                      <a:pt x="912" y="75"/>
                      <a:pt x="921" y="66"/>
                      <a:pt x="929" y="66"/>
                    </a:cubicBezTo>
                    <a:cubicBezTo>
                      <a:pt x="954" y="41"/>
                      <a:pt x="987" y="17"/>
                      <a:pt x="10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4" name="Google Shape;4714;p12"/>
              <p:cNvSpPr/>
              <p:nvPr/>
            </p:nvSpPr>
            <p:spPr>
              <a:xfrm>
                <a:off x="2908725" y="4725875"/>
                <a:ext cx="51825" cy="52075"/>
              </a:xfrm>
              <a:custGeom>
                <a:rect b="b" l="l" r="r" t="t"/>
                <a:pathLst>
                  <a:path extrusionOk="0" h="2083" w="2073">
                    <a:moveTo>
                      <a:pt x="191" y="0"/>
                    </a:moveTo>
                    <a:lnTo>
                      <a:pt x="175" y="17"/>
                    </a:lnTo>
                    <a:cubicBezTo>
                      <a:pt x="117" y="66"/>
                      <a:pt x="59" y="116"/>
                      <a:pt x="1" y="157"/>
                    </a:cubicBezTo>
                    <a:cubicBezTo>
                      <a:pt x="1" y="191"/>
                      <a:pt x="9" y="224"/>
                      <a:pt x="17" y="257"/>
                    </a:cubicBezTo>
                    <a:cubicBezTo>
                      <a:pt x="34" y="389"/>
                      <a:pt x="59" y="514"/>
                      <a:pt x="75" y="646"/>
                    </a:cubicBezTo>
                    <a:cubicBezTo>
                      <a:pt x="92" y="771"/>
                      <a:pt x="125" y="903"/>
                      <a:pt x="109" y="1027"/>
                    </a:cubicBezTo>
                    <a:cubicBezTo>
                      <a:pt x="109" y="1052"/>
                      <a:pt x="100" y="1061"/>
                      <a:pt x="84" y="1069"/>
                    </a:cubicBezTo>
                    <a:cubicBezTo>
                      <a:pt x="150" y="1293"/>
                      <a:pt x="233" y="1516"/>
                      <a:pt x="307" y="1732"/>
                    </a:cubicBezTo>
                    <a:cubicBezTo>
                      <a:pt x="324" y="1781"/>
                      <a:pt x="349" y="1831"/>
                      <a:pt x="365" y="1881"/>
                    </a:cubicBezTo>
                    <a:cubicBezTo>
                      <a:pt x="374" y="1880"/>
                      <a:pt x="382" y="1880"/>
                      <a:pt x="390" y="1880"/>
                    </a:cubicBezTo>
                    <a:cubicBezTo>
                      <a:pt x="492" y="1880"/>
                      <a:pt x="604" y="1924"/>
                      <a:pt x="689" y="1939"/>
                    </a:cubicBezTo>
                    <a:cubicBezTo>
                      <a:pt x="805" y="1964"/>
                      <a:pt x="912" y="1989"/>
                      <a:pt x="1028" y="2013"/>
                    </a:cubicBezTo>
                    <a:cubicBezTo>
                      <a:pt x="1173" y="2043"/>
                      <a:pt x="1334" y="2082"/>
                      <a:pt x="1491" y="2082"/>
                    </a:cubicBezTo>
                    <a:cubicBezTo>
                      <a:pt x="1551" y="2082"/>
                      <a:pt x="1609" y="2077"/>
                      <a:pt x="1666" y="2063"/>
                    </a:cubicBezTo>
                    <a:cubicBezTo>
                      <a:pt x="1807" y="2038"/>
                      <a:pt x="2014" y="1889"/>
                      <a:pt x="1915" y="1723"/>
                    </a:cubicBezTo>
                    <a:cubicBezTo>
                      <a:pt x="1873" y="1641"/>
                      <a:pt x="1741" y="1599"/>
                      <a:pt x="1666" y="1549"/>
                    </a:cubicBezTo>
                    <a:cubicBezTo>
                      <a:pt x="1567" y="1483"/>
                      <a:pt x="1459" y="1409"/>
                      <a:pt x="1360" y="1342"/>
                    </a:cubicBezTo>
                    <a:cubicBezTo>
                      <a:pt x="1297" y="1307"/>
                      <a:pt x="1328" y="1225"/>
                      <a:pt x="1389" y="1225"/>
                    </a:cubicBezTo>
                    <a:cubicBezTo>
                      <a:pt x="1401" y="1225"/>
                      <a:pt x="1413" y="1228"/>
                      <a:pt x="1426" y="1235"/>
                    </a:cubicBezTo>
                    <a:cubicBezTo>
                      <a:pt x="1559" y="1293"/>
                      <a:pt x="1708" y="1342"/>
                      <a:pt x="1840" y="1417"/>
                    </a:cubicBezTo>
                    <a:cubicBezTo>
                      <a:pt x="1915" y="1450"/>
                      <a:pt x="1989" y="1491"/>
                      <a:pt x="2047" y="1549"/>
                    </a:cubicBezTo>
                    <a:cubicBezTo>
                      <a:pt x="2056" y="1525"/>
                      <a:pt x="2064" y="1491"/>
                      <a:pt x="2064" y="1467"/>
                    </a:cubicBezTo>
                    <a:cubicBezTo>
                      <a:pt x="2064" y="1433"/>
                      <a:pt x="2072" y="1392"/>
                      <a:pt x="2072" y="1359"/>
                    </a:cubicBezTo>
                    <a:lnTo>
                      <a:pt x="2072" y="1309"/>
                    </a:lnTo>
                    <a:cubicBezTo>
                      <a:pt x="2072" y="1302"/>
                      <a:pt x="2067" y="1280"/>
                      <a:pt x="2069" y="1280"/>
                    </a:cubicBezTo>
                    <a:lnTo>
                      <a:pt x="2069" y="1280"/>
                    </a:lnTo>
                    <a:cubicBezTo>
                      <a:pt x="2070" y="1280"/>
                      <a:pt x="2071" y="1281"/>
                      <a:pt x="2072" y="1284"/>
                    </a:cubicBezTo>
                    <a:cubicBezTo>
                      <a:pt x="2064" y="1235"/>
                      <a:pt x="2056" y="1193"/>
                      <a:pt x="2022" y="1168"/>
                    </a:cubicBezTo>
                    <a:cubicBezTo>
                      <a:pt x="1989" y="1143"/>
                      <a:pt x="1898" y="1135"/>
                      <a:pt x="1848" y="1127"/>
                    </a:cubicBezTo>
                    <a:cubicBezTo>
                      <a:pt x="1774" y="1110"/>
                      <a:pt x="1708" y="1094"/>
                      <a:pt x="1633" y="1077"/>
                    </a:cubicBezTo>
                    <a:cubicBezTo>
                      <a:pt x="1559" y="1069"/>
                      <a:pt x="1492" y="1061"/>
                      <a:pt x="1418" y="1044"/>
                    </a:cubicBezTo>
                    <a:cubicBezTo>
                      <a:pt x="1351" y="1036"/>
                      <a:pt x="1260" y="1027"/>
                      <a:pt x="1211" y="978"/>
                    </a:cubicBezTo>
                    <a:cubicBezTo>
                      <a:pt x="1194" y="961"/>
                      <a:pt x="1186" y="920"/>
                      <a:pt x="1211" y="903"/>
                    </a:cubicBezTo>
                    <a:cubicBezTo>
                      <a:pt x="1253" y="866"/>
                      <a:pt x="1310" y="856"/>
                      <a:pt x="1367" y="856"/>
                    </a:cubicBezTo>
                    <a:cubicBezTo>
                      <a:pt x="1398" y="856"/>
                      <a:pt x="1430" y="859"/>
                      <a:pt x="1459" y="862"/>
                    </a:cubicBezTo>
                    <a:cubicBezTo>
                      <a:pt x="1550" y="862"/>
                      <a:pt x="1633" y="870"/>
                      <a:pt x="1716" y="878"/>
                    </a:cubicBezTo>
                    <a:cubicBezTo>
                      <a:pt x="1782" y="887"/>
                      <a:pt x="1848" y="903"/>
                      <a:pt x="1923" y="911"/>
                    </a:cubicBezTo>
                    <a:cubicBezTo>
                      <a:pt x="1923" y="895"/>
                      <a:pt x="1915" y="887"/>
                      <a:pt x="1915" y="870"/>
                    </a:cubicBezTo>
                    <a:cubicBezTo>
                      <a:pt x="1906" y="845"/>
                      <a:pt x="1906" y="829"/>
                      <a:pt x="1898" y="812"/>
                    </a:cubicBezTo>
                    <a:cubicBezTo>
                      <a:pt x="1898" y="804"/>
                      <a:pt x="1890" y="795"/>
                      <a:pt x="1890" y="787"/>
                    </a:cubicBezTo>
                    <a:lnTo>
                      <a:pt x="1890" y="779"/>
                    </a:lnTo>
                    <a:lnTo>
                      <a:pt x="1882" y="779"/>
                    </a:lnTo>
                    <a:lnTo>
                      <a:pt x="1873" y="762"/>
                    </a:lnTo>
                    <a:lnTo>
                      <a:pt x="1873" y="754"/>
                    </a:lnTo>
                    <a:lnTo>
                      <a:pt x="1865" y="754"/>
                    </a:lnTo>
                    <a:cubicBezTo>
                      <a:pt x="1857" y="754"/>
                      <a:pt x="1857" y="754"/>
                      <a:pt x="1848" y="746"/>
                    </a:cubicBezTo>
                    <a:lnTo>
                      <a:pt x="1757" y="746"/>
                    </a:lnTo>
                    <a:cubicBezTo>
                      <a:pt x="1737" y="750"/>
                      <a:pt x="1716" y="752"/>
                      <a:pt x="1695" y="752"/>
                    </a:cubicBezTo>
                    <a:cubicBezTo>
                      <a:pt x="1675" y="752"/>
                      <a:pt x="1654" y="750"/>
                      <a:pt x="1633" y="746"/>
                    </a:cubicBezTo>
                    <a:cubicBezTo>
                      <a:pt x="1550" y="746"/>
                      <a:pt x="1467" y="746"/>
                      <a:pt x="1385" y="729"/>
                    </a:cubicBezTo>
                    <a:cubicBezTo>
                      <a:pt x="1351" y="729"/>
                      <a:pt x="1335" y="713"/>
                      <a:pt x="1327" y="688"/>
                    </a:cubicBezTo>
                    <a:lnTo>
                      <a:pt x="1327" y="671"/>
                    </a:lnTo>
                    <a:cubicBezTo>
                      <a:pt x="1269" y="655"/>
                      <a:pt x="1219" y="638"/>
                      <a:pt x="1161" y="630"/>
                    </a:cubicBezTo>
                    <a:cubicBezTo>
                      <a:pt x="1003" y="580"/>
                      <a:pt x="846" y="539"/>
                      <a:pt x="705" y="472"/>
                    </a:cubicBezTo>
                    <a:cubicBezTo>
                      <a:pt x="564" y="423"/>
                      <a:pt x="440" y="348"/>
                      <a:pt x="332" y="240"/>
                    </a:cubicBezTo>
                    <a:cubicBezTo>
                      <a:pt x="274" y="174"/>
                      <a:pt x="216" y="91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5" name="Google Shape;4715;p12"/>
              <p:cNvSpPr/>
              <p:nvPr/>
            </p:nvSpPr>
            <p:spPr>
              <a:xfrm>
                <a:off x="2623100" y="3838550"/>
                <a:ext cx="456550" cy="988225"/>
              </a:xfrm>
              <a:custGeom>
                <a:rect b="b" l="l" r="r" t="t"/>
                <a:pathLst>
                  <a:path extrusionOk="0" h="39529" w="18262">
                    <a:moveTo>
                      <a:pt x="10175" y="3834"/>
                    </a:moveTo>
                    <a:cubicBezTo>
                      <a:pt x="10175" y="3834"/>
                      <a:pt x="10175" y="3834"/>
                      <a:pt x="10175" y="3842"/>
                    </a:cubicBezTo>
                    <a:cubicBezTo>
                      <a:pt x="10176" y="3844"/>
                      <a:pt x="10178" y="3846"/>
                      <a:pt x="10180" y="3847"/>
                    </a:cubicBezTo>
                    <a:lnTo>
                      <a:pt x="10180" y="3847"/>
                    </a:lnTo>
                    <a:cubicBezTo>
                      <a:pt x="10178" y="3843"/>
                      <a:pt x="10176" y="3839"/>
                      <a:pt x="10175" y="3834"/>
                    </a:cubicBezTo>
                    <a:close/>
                    <a:moveTo>
                      <a:pt x="10374" y="3851"/>
                    </a:moveTo>
                    <a:lnTo>
                      <a:pt x="10374" y="3851"/>
                    </a:lnTo>
                    <a:cubicBezTo>
                      <a:pt x="10375" y="3860"/>
                      <a:pt x="10378" y="3870"/>
                      <a:pt x="10380" y="3879"/>
                    </a:cubicBezTo>
                    <a:lnTo>
                      <a:pt x="10380" y="3879"/>
                    </a:lnTo>
                    <a:cubicBezTo>
                      <a:pt x="10378" y="3870"/>
                      <a:pt x="10376" y="3860"/>
                      <a:pt x="10374" y="3851"/>
                    </a:cubicBezTo>
                    <a:close/>
                    <a:moveTo>
                      <a:pt x="10705" y="3942"/>
                    </a:moveTo>
                    <a:lnTo>
                      <a:pt x="10705" y="3942"/>
                    </a:lnTo>
                    <a:cubicBezTo>
                      <a:pt x="10706" y="3943"/>
                      <a:pt x="10707" y="3944"/>
                      <a:pt x="10708" y="3945"/>
                    </a:cubicBezTo>
                    <a:lnTo>
                      <a:pt x="10708" y="3945"/>
                    </a:lnTo>
                    <a:cubicBezTo>
                      <a:pt x="10707" y="3944"/>
                      <a:pt x="10706" y="3943"/>
                      <a:pt x="10705" y="3942"/>
                    </a:cubicBezTo>
                    <a:close/>
                    <a:moveTo>
                      <a:pt x="7026" y="15426"/>
                    </a:moveTo>
                    <a:cubicBezTo>
                      <a:pt x="7028" y="15426"/>
                      <a:pt x="7029" y="15427"/>
                      <a:pt x="7031" y="15428"/>
                    </a:cubicBezTo>
                    <a:lnTo>
                      <a:pt x="7031" y="15428"/>
                    </a:lnTo>
                    <a:cubicBezTo>
                      <a:pt x="7030" y="15427"/>
                      <a:pt x="7028" y="15426"/>
                      <a:pt x="7026" y="15426"/>
                    </a:cubicBezTo>
                    <a:close/>
                    <a:moveTo>
                      <a:pt x="18129" y="21536"/>
                    </a:moveTo>
                    <a:cubicBezTo>
                      <a:pt x="18129" y="21537"/>
                      <a:pt x="18129" y="21539"/>
                      <a:pt x="18129" y="21540"/>
                    </a:cubicBezTo>
                    <a:cubicBezTo>
                      <a:pt x="18129" y="21539"/>
                      <a:pt x="18129" y="21537"/>
                      <a:pt x="18129" y="21536"/>
                    </a:cubicBezTo>
                    <a:close/>
                    <a:moveTo>
                      <a:pt x="17756" y="22442"/>
                    </a:moveTo>
                    <a:cubicBezTo>
                      <a:pt x="17756" y="22442"/>
                      <a:pt x="17756" y="22443"/>
                      <a:pt x="17756" y="22443"/>
                    </a:cubicBezTo>
                    <a:cubicBezTo>
                      <a:pt x="17756" y="22443"/>
                      <a:pt x="17756" y="22442"/>
                      <a:pt x="17756" y="22442"/>
                    </a:cubicBezTo>
                    <a:close/>
                    <a:moveTo>
                      <a:pt x="13070" y="1"/>
                    </a:moveTo>
                    <a:cubicBezTo>
                      <a:pt x="13046" y="1"/>
                      <a:pt x="13020" y="5"/>
                      <a:pt x="12992" y="15"/>
                    </a:cubicBezTo>
                    <a:cubicBezTo>
                      <a:pt x="12876" y="56"/>
                      <a:pt x="12793" y="180"/>
                      <a:pt x="12718" y="280"/>
                    </a:cubicBezTo>
                    <a:cubicBezTo>
                      <a:pt x="12544" y="520"/>
                      <a:pt x="12362" y="769"/>
                      <a:pt x="12155" y="984"/>
                    </a:cubicBezTo>
                    <a:cubicBezTo>
                      <a:pt x="12147" y="988"/>
                      <a:pt x="12138" y="990"/>
                      <a:pt x="12130" y="990"/>
                    </a:cubicBezTo>
                    <a:cubicBezTo>
                      <a:pt x="12122" y="990"/>
                      <a:pt x="12114" y="988"/>
                      <a:pt x="12105" y="984"/>
                    </a:cubicBezTo>
                    <a:cubicBezTo>
                      <a:pt x="12031" y="1100"/>
                      <a:pt x="11964" y="1216"/>
                      <a:pt x="11906" y="1340"/>
                    </a:cubicBezTo>
                    <a:cubicBezTo>
                      <a:pt x="11708" y="1755"/>
                      <a:pt x="11567" y="2177"/>
                      <a:pt x="11500" y="2633"/>
                    </a:cubicBezTo>
                    <a:cubicBezTo>
                      <a:pt x="11476" y="2857"/>
                      <a:pt x="11459" y="3080"/>
                      <a:pt x="11459" y="3312"/>
                    </a:cubicBezTo>
                    <a:cubicBezTo>
                      <a:pt x="11467" y="3536"/>
                      <a:pt x="11509" y="3760"/>
                      <a:pt x="11509" y="3983"/>
                    </a:cubicBezTo>
                    <a:cubicBezTo>
                      <a:pt x="11509" y="4016"/>
                      <a:pt x="11484" y="4033"/>
                      <a:pt x="11459" y="4041"/>
                    </a:cubicBezTo>
                    <a:cubicBezTo>
                      <a:pt x="11453" y="4063"/>
                      <a:pt x="11430" y="4078"/>
                      <a:pt x="11407" y="4078"/>
                    </a:cubicBezTo>
                    <a:cubicBezTo>
                      <a:pt x="11395" y="4078"/>
                      <a:pt x="11384" y="4074"/>
                      <a:pt x="11376" y="4066"/>
                    </a:cubicBezTo>
                    <a:cubicBezTo>
                      <a:pt x="11376" y="4066"/>
                      <a:pt x="11376" y="4074"/>
                      <a:pt x="11376" y="4074"/>
                    </a:cubicBezTo>
                    <a:cubicBezTo>
                      <a:pt x="11370" y="4093"/>
                      <a:pt x="11354" y="4102"/>
                      <a:pt x="11337" y="4102"/>
                    </a:cubicBezTo>
                    <a:cubicBezTo>
                      <a:pt x="11310" y="4102"/>
                      <a:pt x="11280" y="4080"/>
                      <a:pt x="11285" y="4050"/>
                    </a:cubicBezTo>
                    <a:cubicBezTo>
                      <a:pt x="11285" y="4016"/>
                      <a:pt x="11293" y="3983"/>
                      <a:pt x="11293" y="3950"/>
                    </a:cubicBezTo>
                    <a:cubicBezTo>
                      <a:pt x="11277" y="3934"/>
                      <a:pt x="11268" y="3909"/>
                      <a:pt x="11252" y="3884"/>
                    </a:cubicBezTo>
                    <a:lnTo>
                      <a:pt x="11252" y="3884"/>
                    </a:lnTo>
                    <a:cubicBezTo>
                      <a:pt x="11260" y="3925"/>
                      <a:pt x="11260" y="3967"/>
                      <a:pt x="11260" y="4008"/>
                    </a:cubicBezTo>
                    <a:cubicBezTo>
                      <a:pt x="11260" y="4037"/>
                      <a:pt x="11237" y="4052"/>
                      <a:pt x="11215" y="4052"/>
                    </a:cubicBezTo>
                    <a:cubicBezTo>
                      <a:pt x="11192" y="4052"/>
                      <a:pt x="11169" y="4037"/>
                      <a:pt x="11169" y="4008"/>
                    </a:cubicBezTo>
                    <a:cubicBezTo>
                      <a:pt x="11161" y="4000"/>
                      <a:pt x="11161" y="3992"/>
                      <a:pt x="11161" y="3975"/>
                    </a:cubicBezTo>
                    <a:cubicBezTo>
                      <a:pt x="11154" y="3978"/>
                      <a:pt x="11146" y="3981"/>
                      <a:pt x="11137" y="3981"/>
                    </a:cubicBezTo>
                    <a:cubicBezTo>
                      <a:pt x="11125" y="3981"/>
                      <a:pt x="11112" y="3976"/>
                      <a:pt x="11103" y="3967"/>
                    </a:cubicBezTo>
                    <a:cubicBezTo>
                      <a:pt x="11094" y="3950"/>
                      <a:pt x="11078" y="3934"/>
                      <a:pt x="11070" y="3917"/>
                    </a:cubicBezTo>
                    <a:cubicBezTo>
                      <a:pt x="11061" y="3917"/>
                      <a:pt x="11061" y="3925"/>
                      <a:pt x="11061" y="3925"/>
                    </a:cubicBezTo>
                    <a:cubicBezTo>
                      <a:pt x="11061" y="3967"/>
                      <a:pt x="11053" y="4016"/>
                      <a:pt x="11053" y="4058"/>
                    </a:cubicBezTo>
                    <a:cubicBezTo>
                      <a:pt x="11053" y="4087"/>
                      <a:pt x="11028" y="4101"/>
                      <a:pt x="11003" y="4101"/>
                    </a:cubicBezTo>
                    <a:cubicBezTo>
                      <a:pt x="10978" y="4101"/>
                      <a:pt x="10954" y="4087"/>
                      <a:pt x="10954" y="4058"/>
                    </a:cubicBezTo>
                    <a:lnTo>
                      <a:pt x="10954" y="4050"/>
                    </a:lnTo>
                    <a:cubicBezTo>
                      <a:pt x="10920" y="4041"/>
                      <a:pt x="10896" y="4008"/>
                      <a:pt x="10904" y="3983"/>
                    </a:cubicBezTo>
                    <a:cubicBezTo>
                      <a:pt x="10904" y="3917"/>
                      <a:pt x="10920" y="3859"/>
                      <a:pt x="10937" y="3793"/>
                    </a:cubicBezTo>
                    <a:lnTo>
                      <a:pt x="10929" y="3793"/>
                    </a:lnTo>
                    <a:cubicBezTo>
                      <a:pt x="10920" y="3784"/>
                      <a:pt x="10912" y="3776"/>
                      <a:pt x="10904" y="3776"/>
                    </a:cubicBezTo>
                    <a:lnTo>
                      <a:pt x="10896" y="3776"/>
                    </a:lnTo>
                    <a:cubicBezTo>
                      <a:pt x="10892" y="3783"/>
                      <a:pt x="10886" y="3785"/>
                      <a:pt x="10878" y="3785"/>
                    </a:cubicBezTo>
                    <a:cubicBezTo>
                      <a:pt x="10866" y="3785"/>
                      <a:pt x="10851" y="3778"/>
                      <a:pt x="10846" y="3768"/>
                    </a:cubicBezTo>
                    <a:cubicBezTo>
                      <a:pt x="10846" y="3768"/>
                      <a:pt x="10838" y="3760"/>
                      <a:pt x="10838" y="3760"/>
                    </a:cubicBezTo>
                    <a:lnTo>
                      <a:pt x="10838" y="3768"/>
                    </a:lnTo>
                    <a:cubicBezTo>
                      <a:pt x="10838" y="3776"/>
                      <a:pt x="10829" y="3784"/>
                      <a:pt x="10829" y="3801"/>
                    </a:cubicBezTo>
                    <a:lnTo>
                      <a:pt x="10829" y="3809"/>
                    </a:lnTo>
                    <a:cubicBezTo>
                      <a:pt x="10829" y="3826"/>
                      <a:pt x="10838" y="3834"/>
                      <a:pt x="10838" y="3842"/>
                    </a:cubicBezTo>
                    <a:lnTo>
                      <a:pt x="10838" y="3859"/>
                    </a:lnTo>
                    <a:cubicBezTo>
                      <a:pt x="10846" y="3867"/>
                      <a:pt x="10846" y="3876"/>
                      <a:pt x="10846" y="3892"/>
                    </a:cubicBezTo>
                    <a:cubicBezTo>
                      <a:pt x="10854" y="3900"/>
                      <a:pt x="10854" y="3900"/>
                      <a:pt x="10854" y="3909"/>
                    </a:cubicBezTo>
                    <a:cubicBezTo>
                      <a:pt x="10871" y="3942"/>
                      <a:pt x="10887" y="3975"/>
                      <a:pt x="10896" y="4000"/>
                    </a:cubicBezTo>
                    <a:cubicBezTo>
                      <a:pt x="10912" y="4033"/>
                      <a:pt x="10896" y="4066"/>
                      <a:pt x="10871" y="4083"/>
                    </a:cubicBezTo>
                    <a:cubicBezTo>
                      <a:pt x="10862" y="4089"/>
                      <a:pt x="10851" y="4091"/>
                      <a:pt x="10840" y="4091"/>
                    </a:cubicBezTo>
                    <a:cubicBezTo>
                      <a:pt x="10820" y="4091"/>
                      <a:pt x="10799" y="4082"/>
                      <a:pt x="10788" y="4066"/>
                    </a:cubicBezTo>
                    <a:cubicBezTo>
                      <a:pt x="10764" y="4026"/>
                      <a:pt x="10740" y="3986"/>
                      <a:pt x="10708" y="3945"/>
                    </a:cubicBezTo>
                    <a:lnTo>
                      <a:pt x="10708" y="3945"/>
                    </a:lnTo>
                    <a:cubicBezTo>
                      <a:pt x="10713" y="3954"/>
                      <a:pt x="10714" y="3968"/>
                      <a:pt x="10722" y="3975"/>
                    </a:cubicBezTo>
                    <a:cubicBezTo>
                      <a:pt x="10727" y="4010"/>
                      <a:pt x="10692" y="4033"/>
                      <a:pt x="10661" y="4033"/>
                    </a:cubicBezTo>
                    <a:cubicBezTo>
                      <a:pt x="10640" y="4033"/>
                      <a:pt x="10620" y="4023"/>
                      <a:pt x="10614" y="4000"/>
                    </a:cubicBezTo>
                    <a:cubicBezTo>
                      <a:pt x="10597" y="3942"/>
                      <a:pt x="10564" y="3884"/>
                      <a:pt x="10539" y="3826"/>
                    </a:cubicBezTo>
                    <a:cubicBezTo>
                      <a:pt x="10539" y="3834"/>
                      <a:pt x="10539" y="3842"/>
                      <a:pt x="10539" y="3851"/>
                    </a:cubicBezTo>
                    <a:cubicBezTo>
                      <a:pt x="10556" y="3917"/>
                      <a:pt x="10572" y="3983"/>
                      <a:pt x="10589" y="4041"/>
                    </a:cubicBezTo>
                    <a:cubicBezTo>
                      <a:pt x="10599" y="4082"/>
                      <a:pt x="10562" y="4111"/>
                      <a:pt x="10528" y="4111"/>
                    </a:cubicBezTo>
                    <a:cubicBezTo>
                      <a:pt x="10507" y="4111"/>
                      <a:pt x="10488" y="4100"/>
                      <a:pt x="10481" y="4074"/>
                    </a:cubicBezTo>
                    <a:cubicBezTo>
                      <a:pt x="10473" y="4058"/>
                      <a:pt x="10465" y="4033"/>
                      <a:pt x="10465" y="4016"/>
                    </a:cubicBezTo>
                    <a:cubicBezTo>
                      <a:pt x="10459" y="4018"/>
                      <a:pt x="10453" y="4019"/>
                      <a:pt x="10446" y="4019"/>
                    </a:cubicBezTo>
                    <a:cubicBezTo>
                      <a:pt x="10426" y="4019"/>
                      <a:pt x="10407" y="4009"/>
                      <a:pt x="10407" y="3983"/>
                    </a:cubicBezTo>
                    <a:cubicBezTo>
                      <a:pt x="10400" y="3951"/>
                      <a:pt x="10389" y="3914"/>
                      <a:pt x="10380" y="3879"/>
                    </a:cubicBezTo>
                    <a:lnTo>
                      <a:pt x="10380" y="3879"/>
                    </a:lnTo>
                    <a:cubicBezTo>
                      <a:pt x="10393" y="3938"/>
                      <a:pt x="10400" y="4002"/>
                      <a:pt x="10407" y="4066"/>
                    </a:cubicBezTo>
                    <a:cubicBezTo>
                      <a:pt x="10411" y="4111"/>
                      <a:pt x="10382" y="4134"/>
                      <a:pt x="10351" y="4134"/>
                    </a:cubicBezTo>
                    <a:cubicBezTo>
                      <a:pt x="10325" y="4134"/>
                      <a:pt x="10298" y="4117"/>
                      <a:pt x="10291" y="4083"/>
                    </a:cubicBezTo>
                    <a:cubicBezTo>
                      <a:pt x="10274" y="4008"/>
                      <a:pt x="10258" y="3934"/>
                      <a:pt x="10241" y="3859"/>
                    </a:cubicBezTo>
                    <a:cubicBezTo>
                      <a:pt x="10234" y="3861"/>
                      <a:pt x="10228" y="3862"/>
                      <a:pt x="10221" y="3862"/>
                    </a:cubicBezTo>
                    <a:cubicBezTo>
                      <a:pt x="10206" y="3862"/>
                      <a:pt x="10191" y="3857"/>
                      <a:pt x="10180" y="3847"/>
                    </a:cubicBezTo>
                    <a:lnTo>
                      <a:pt x="10180" y="3847"/>
                    </a:lnTo>
                    <a:cubicBezTo>
                      <a:pt x="10195" y="3884"/>
                      <a:pt x="10209" y="3921"/>
                      <a:pt x="10216" y="3958"/>
                    </a:cubicBezTo>
                    <a:cubicBezTo>
                      <a:pt x="10224" y="4000"/>
                      <a:pt x="10191" y="4033"/>
                      <a:pt x="10158" y="4033"/>
                    </a:cubicBezTo>
                    <a:cubicBezTo>
                      <a:pt x="10153" y="4035"/>
                      <a:pt x="10148" y="4036"/>
                      <a:pt x="10144" y="4036"/>
                    </a:cubicBezTo>
                    <a:cubicBezTo>
                      <a:pt x="10132" y="4036"/>
                      <a:pt x="10120" y="4031"/>
                      <a:pt x="10108" y="4025"/>
                    </a:cubicBezTo>
                    <a:cubicBezTo>
                      <a:pt x="10092" y="4016"/>
                      <a:pt x="10092" y="4000"/>
                      <a:pt x="10084" y="3983"/>
                    </a:cubicBezTo>
                    <a:cubicBezTo>
                      <a:pt x="10084" y="3983"/>
                      <a:pt x="10084" y="3975"/>
                      <a:pt x="10084" y="3975"/>
                    </a:cubicBezTo>
                    <a:lnTo>
                      <a:pt x="10075" y="3958"/>
                    </a:lnTo>
                    <a:cubicBezTo>
                      <a:pt x="10075" y="3942"/>
                      <a:pt x="10067" y="3934"/>
                      <a:pt x="10059" y="3925"/>
                    </a:cubicBezTo>
                    <a:cubicBezTo>
                      <a:pt x="10059" y="3909"/>
                      <a:pt x="10050" y="3900"/>
                      <a:pt x="10042" y="3892"/>
                    </a:cubicBezTo>
                    <a:lnTo>
                      <a:pt x="10042" y="3876"/>
                    </a:lnTo>
                    <a:lnTo>
                      <a:pt x="10034" y="3867"/>
                    </a:lnTo>
                    <a:cubicBezTo>
                      <a:pt x="10026" y="3859"/>
                      <a:pt x="10026" y="3851"/>
                      <a:pt x="10017" y="3842"/>
                    </a:cubicBezTo>
                    <a:cubicBezTo>
                      <a:pt x="10017" y="3842"/>
                      <a:pt x="10017" y="3851"/>
                      <a:pt x="10017" y="3851"/>
                    </a:cubicBezTo>
                    <a:cubicBezTo>
                      <a:pt x="10001" y="3925"/>
                      <a:pt x="9976" y="4000"/>
                      <a:pt x="9943" y="4066"/>
                    </a:cubicBezTo>
                    <a:cubicBezTo>
                      <a:pt x="9934" y="4091"/>
                      <a:pt x="9926" y="4116"/>
                      <a:pt x="9918" y="4149"/>
                    </a:cubicBezTo>
                    <a:cubicBezTo>
                      <a:pt x="9914" y="4171"/>
                      <a:pt x="9899" y="4180"/>
                      <a:pt x="9881" y="4180"/>
                    </a:cubicBezTo>
                    <a:cubicBezTo>
                      <a:pt x="9860" y="4180"/>
                      <a:pt x="9836" y="4167"/>
                      <a:pt x="9827" y="4149"/>
                    </a:cubicBezTo>
                    <a:cubicBezTo>
                      <a:pt x="9810" y="4157"/>
                      <a:pt x="9802" y="4166"/>
                      <a:pt x="9785" y="4166"/>
                    </a:cubicBezTo>
                    <a:lnTo>
                      <a:pt x="9777" y="4166"/>
                    </a:lnTo>
                    <a:lnTo>
                      <a:pt x="9777" y="4182"/>
                    </a:lnTo>
                    <a:cubicBezTo>
                      <a:pt x="9777" y="4190"/>
                      <a:pt x="9785" y="4207"/>
                      <a:pt x="9777" y="4224"/>
                    </a:cubicBezTo>
                    <a:cubicBezTo>
                      <a:pt x="9769" y="4248"/>
                      <a:pt x="9760" y="4265"/>
                      <a:pt x="9736" y="4290"/>
                    </a:cubicBezTo>
                    <a:cubicBezTo>
                      <a:pt x="9736" y="4298"/>
                      <a:pt x="9727" y="4306"/>
                      <a:pt x="9719" y="4323"/>
                    </a:cubicBezTo>
                    <a:cubicBezTo>
                      <a:pt x="9714" y="4339"/>
                      <a:pt x="9702" y="4345"/>
                      <a:pt x="9690" y="4345"/>
                    </a:cubicBezTo>
                    <a:cubicBezTo>
                      <a:pt x="9683" y="4345"/>
                      <a:pt x="9675" y="4343"/>
                      <a:pt x="9669" y="4340"/>
                    </a:cubicBezTo>
                    <a:cubicBezTo>
                      <a:pt x="9653" y="4340"/>
                      <a:pt x="9644" y="4348"/>
                      <a:pt x="9636" y="4348"/>
                    </a:cubicBezTo>
                    <a:cubicBezTo>
                      <a:pt x="9578" y="4389"/>
                      <a:pt x="9520" y="4422"/>
                      <a:pt x="9454" y="4456"/>
                    </a:cubicBezTo>
                    <a:cubicBezTo>
                      <a:pt x="9338" y="4522"/>
                      <a:pt x="9214" y="4596"/>
                      <a:pt x="9098" y="4671"/>
                    </a:cubicBezTo>
                    <a:cubicBezTo>
                      <a:pt x="8998" y="4729"/>
                      <a:pt x="8899" y="4795"/>
                      <a:pt x="8808" y="4862"/>
                    </a:cubicBezTo>
                    <a:cubicBezTo>
                      <a:pt x="8783" y="4886"/>
                      <a:pt x="8766" y="4903"/>
                      <a:pt x="8741" y="4928"/>
                    </a:cubicBezTo>
                    <a:cubicBezTo>
                      <a:pt x="8675" y="4994"/>
                      <a:pt x="8609" y="5060"/>
                      <a:pt x="8542" y="5135"/>
                    </a:cubicBezTo>
                    <a:cubicBezTo>
                      <a:pt x="8418" y="5284"/>
                      <a:pt x="8302" y="5433"/>
                      <a:pt x="8203" y="5599"/>
                    </a:cubicBezTo>
                    <a:cubicBezTo>
                      <a:pt x="8054" y="5831"/>
                      <a:pt x="7929" y="6088"/>
                      <a:pt x="7847" y="6353"/>
                    </a:cubicBezTo>
                    <a:cubicBezTo>
                      <a:pt x="7896" y="6295"/>
                      <a:pt x="7946" y="6237"/>
                      <a:pt x="8012" y="6187"/>
                    </a:cubicBezTo>
                    <a:cubicBezTo>
                      <a:pt x="8021" y="6178"/>
                      <a:pt x="8032" y="6174"/>
                      <a:pt x="8042" y="6174"/>
                    </a:cubicBezTo>
                    <a:cubicBezTo>
                      <a:pt x="8078" y="6174"/>
                      <a:pt x="8113" y="6221"/>
                      <a:pt x="8087" y="6254"/>
                    </a:cubicBezTo>
                    <a:cubicBezTo>
                      <a:pt x="7996" y="6353"/>
                      <a:pt x="7921" y="6469"/>
                      <a:pt x="7863" y="6593"/>
                    </a:cubicBezTo>
                    <a:cubicBezTo>
                      <a:pt x="7921" y="6626"/>
                      <a:pt x="7987" y="6668"/>
                      <a:pt x="8045" y="6709"/>
                    </a:cubicBezTo>
                    <a:lnTo>
                      <a:pt x="8054" y="6718"/>
                    </a:lnTo>
                    <a:cubicBezTo>
                      <a:pt x="8054" y="6701"/>
                      <a:pt x="8062" y="6684"/>
                      <a:pt x="8078" y="6676"/>
                    </a:cubicBezTo>
                    <a:cubicBezTo>
                      <a:pt x="8087" y="6660"/>
                      <a:pt x="8103" y="6651"/>
                      <a:pt x="8128" y="6643"/>
                    </a:cubicBezTo>
                    <a:cubicBezTo>
                      <a:pt x="8145" y="6639"/>
                      <a:pt x="8161" y="6637"/>
                      <a:pt x="8178" y="6637"/>
                    </a:cubicBezTo>
                    <a:cubicBezTo>
                      <a:pt x="8194" y="6637"/>
                      <a:pt x="8211" y="6639"/>
                      <a:pt x="8228" y="6643"/>
                    </a:cubicBezTo>
                    <a:cubicBezTo>
                      <a:pt x="8302" y="6660"/>
                      <a:pt x="8352" y="6701"/>
                      <a:pt x="8402" y="6751"/>
                    </a:cubicBezTo>
                    <a:cubicBezTo>
                      <a:pt x="8443" y="6784"/>
                      <a:pt x="8468" y="6817"/>
                      <a:pt x="8501" y="6850"/>
                    </a:cubicBezTo>
                    <a:cubicBezTo>
                      <a:pt x="8493" y="6817"/>
                      <a:pt x="8493" y="6784"/>
                      <a:pt x="8484" y="6751"/>
                    </a:cubicBezTo>
                    <a:cubicBezTo>
                      <a:pt x="8484" y="6726"/>
                      <a:pt x="8501" y="6701"/>
                      <a:pt x="8534" y="6693"/>
                    </a:cubicBezTo>
                    <a:cubicBezTo>
                      <a:pt x="8559" y="6693"/>
                      <a:pt x="8592" y="6709"/>
                      <a:pt x="8592" y="6742"/>
                    </a:cubicBezTo>
                    <a:cubicBezTo>
                      <a:pt x="8600" y="6800"/>
                      <a:pt x="8617" y="6867"/>
                      <a:pt x="8625" y="6925"/>
                    </a:cubicBezTo>
                    <a:cubicBezTo>
                      <a:pt x="8625" y="6950"/>
                      <a:pt x="8634" y="6983"/>
                      <a:pt x="8642" y="7016"/>
                    </a:cubicBezTo>
                    <a:cubicBezTo>
                      <a:pt x="8642" y="7049"/>
                      <a:pt x="8642" y="7090"/>
                      <a:pt x="8617" y="7115"/>
                    </a:cubicBezTo>
                    <a:cubicBezTo>
                      <a:pt x="8612" y="7129"/>
                      <a:pt x="8603" y="7135"/>
                      <a:pt x="8592" y="7135"/>
                    </a:cubicBezTo>
                    <a:cubicBezTo>
                      <a:pt x="8584" y="7135"/>
                      <a:pt x="8575" y="7131"/>
                      <a:pt x="8567" y="7124"/>
                    </a:cubicBezTo>
                    <a:lnTo>
                      <a:pt x="8567" y="7132"/>
                    </a:lnTo>
                    <a:cubicBezTo>
                      <a:pt x="8555" y="7157"/>
                      <a:pt x="8526" y="7169"/>
                      <a:pt x="8498" y="7169"/>
                    </a:cubicBezTo>
                    <a:cubicBezTo>
                      <a:pt x="8470" y="7169"/>
                      <a:pt x="8443" y="7157"/>
                      <a:pt x="8435" y="7132"/>
                    </a:cubicBezTo>
                    <a:cubicBezTo>
                      <a:pt x="8426" y="7107"/>
                      <a:pt x="8418" y="7082"/>
                      <a:pt x="8410" y="7066"/>
                    </a:cubicBezTo>
                    <a:cubicBezTo>
                      <a:pt x="8402" y="7049"/>
                      <a:pt x="8402" y="7041"/>
                      <a:pt x="8393" y="7032"/>
                    </a:cubicBezTo>
                    <a:lnTo>
                      <a:pt x="8385" y="7016"/>
                    </a:lnTo>
                    <a:lnTo>
                      <a:pt x="8385" y="7008"/>
                    </a:lnTo>
                    <a:cubicBezTo>
                      <a:pt x="8352" y="6966"/>
                      <a:pt x="8327" y="6925"/>
                      <a:pt x="8294" y="6892"/>
                    </a:cubicBezTo>
                    <a:lnTo>
                      <a:pt x="8269" y="6867"/>
                    </a:lnTo>
                    <a:lnTo>
                      <a:pt x="8261" y="6858"/>
                    </a:lnTo>
                    <a:lnTo>
                      <a:pt x="8252" y="6850"/>
                    </a:lnTo>
                    <a:cubicBezTo>
                      <a:pt x="8236" y="6834"/>
                      <a:pt x="8219" y="6817"/>
                      <a:pt x="8194" y="6809"/>
                    </a:cubicBezTo>
                    <a:lnTo>
                      <a:pt x="8186" y="6800"/>
                    </a:lnTo>
                    <a:lnTo>
                      <a:pt x="8178" y="6800"/>
                    </a:lnTo>
                    <a:lnTo>
                      <a:pt x="8161" y="6792"/>
                    </a:lnTo>
                    <a:lnTo>
                      <a:pt x="8136" y="6792"/>
                    </a:lnTo>
                    <a:cubicBezTo>
                      <a:pt x="8153" y="6800"/>
                      <a:pt x="8170" y="6817"/>
                      <a:pt x="8186" y="6834"/>
                    </a:cubicBezTo>
                    <a:cubicBezTo>
                      <a:pt x="8236" y="6883"/>
                      <a:pt x="8286" y="6933"/>
                      <a:pt x="8294" y="6999"/>
                    </a:cubicBezTo>
                    <a:cubicBezTo>
                      <a:pt x="8301" y="7043"/>
                      <a:pt x="8264" y="7067"/>
                      <a:pt x="8233" y="7067"/>
                    </a:cubicBezTo>
                    <a:cubicBezTo>
                      <a:pt x="8228" y="7067"/>
                      <a:pt x="8224" y="7067"/>
                      <a:pt x="8219" y="7066"/>
                    </a:cubicBezTo>
                    <a:cubicBezTo>
                      <a:pt x="8186" y="7057"/>
                      <a:pt x="8153" y="7032"/>
                      <a:pt x="8136" y="7016"/>
                    </a:cubicBezTo>
                    <a:cubicBezTo>
                      <a:pt x="8120" y="6999"/>
                      <a:pt x="8103" y="6991"/>
                      <a:pt x="8095" y="6974"/>
                    </a:cubicBezTo>
                    <a:lnTo>
                      <a:pt x="8070" y="6950"/>
                    </a:lnTo>
                    <a:cubicBezTo>
                      <a:pt x="8029" y="6916"/>
                      <a:pt x="7987" y="6875"/>
                      <a:pt x="7946" y="6842"/>
                    </a:cubicBezTo>
                    <a:cubicBezTo>
                      <a:pt x="7896" y="6800"/>
                      <a:pt x="7855" y="6767"/>
                      <a:pt x="7805" y="6734"/>
                    </a:cubicBezTo>
                    <a:cubicBezTo>
                      <a:pt x="7797" y="6751"/>
                      <a:pt x="7797" y="6767"/>
                      <a:pt x="7789" y="6784"/>
                    </a:cubicBezTo>
                    <a:cubicBezTo>
                      <a:pt x="7797" y="6784"/>
                      <a:pt x="7813" y="6792"/>
                      <a:pt x="7822" y="6792"/>
                    </a:cubicBezTo>
                    <a:cubicBezTo>
                      <a:pt x="7905" y="6834"/>
                      <a:pt x="7962" y="6900"/>
                      <a:pt x="7996" y="6983"/>
                    </a:cubicBezTo>
                    <a:cubicBezTo>
                      <a:pt x="8008" y="7001"/>
                      <a:pt x="7994" y="7014"/>
                      <a:pt x="7979" y="7014"/>
                    </a:cubicBezTo>
                    <a:cubicBezTo>
                      <a:pt x="7973" y="7014"/>
                      <a:pt x="7967" y="7012"/>
                      <a:pt x="7962" y="7008"/>
                    </a:cubicBezTo>
                    <a:cubicBezTo>
                      <a:pt x="7929" y="6991"/>
                      <a:pt x="7905" y="6966"/>
                      <a:pt x="7871" y="6950"/>
                    </a:cubicBezTo>
                    <a:cubicBezTo>
                      <a:pt x="7847" y="6925"/>
                      <a:pt x="7813" y="6908"/>
                      <a:pt x="7789" y="6892"/>
                    </a:cubicBezTo>
                    <a:cubicBezTo>
                      <a:pt x="7780" y="6892"/>
                      <a:pt x="7772" y="6883"/>
                      <a:pt x="7764" y="6883"/>
                    </a:cubicBezTo>
                    <a:cubicBezTo>
                      <a:pt x="7755" y="6908"/>
                      <a:pt x="7747" y="6941"/>
                      <a:pt x="7747" y="6966"/>
                    </a:cubicBezTo>
                    <a:cubicBezTo>
                      <a:pt x="7731" y="7099"/>
                      <a:pt x="7731" y="7231"/>
                      <a:pt x="7731" y="7364"/>
                    </a:cubicBezTo>
                    <a:lnTo>
                      <a:pt x="7739" y="7356"/>
                    </a:lnTo>
                    <a:cubicBezTo>
                      <a:pt x="7745" y="7339"/>
                      <a:pt x="7758" y="7332"/>
                      <a:pt x="7771" y="7332"/>
                    </a:cubicBezTo>
                    <a:cubicBezTo>
                      <a:pt x="7792" y="7332"/>
                      <a:pt x="7813" y="7350"/>
                      <a:pt x="7813" y="7380"/>
                    </a:cubicBezTo>
                    <a:cubicBezTo>
                      <a:pt x="7797" y="7604"/>
                      <a:pt x="7813" y="7836"/>
                      <a:pt x="7822" y="8068"/>
                    </a:cubicBezTo>
                    <a:cubicBezTo>
                      <a:pt x="7830" y="8184"/>
                      <a:pt x="7830" y="8292"/>
                      <a:pt x="7822" y="8408"/>
                    </a:cubicBezTo>
                    <a:cubicBezTo>
                      <a:pt x="7822" y="8424"/>
                      <a:pt x="7822" y="8441"/>
                      <a:pt x="7813" y="8458"/>
                    </a:cubicBezTo>
                    <a:cubicBezTo>
                      <a:pt x="7838" y="8441"/>
                      <a:pt x="7855" y="8416"/>
                      <a:pt x="7880" y="8400"/>
                    </a:cubicBezTo>
                    <a:cubicBezTo>
                      <a:pt x="7888" y="8393"/>
                      <a:pt x="7897" y="8390"/>
                      <a:pt x="7906" y="8390"/>
                    </a:cubicBezTo>
                    <a:cubicBezTo>
                      <a:pt x="7941" y="8390"/>
                      <a:pt x="7972" y="8435"/>
                      <a:pt x="7946" y="8474"/>
                    </a:cubicBezTo>
                    <a:cubicBezTo>
                      <a:pt x="7896" y="8540"/>
                      <a:pt x="7838" y="8607"/>
                      <a:pt x="7780" y="8665"/>
                    </a:cubicBezTo>
                    <a:cubicBezTo>
                      <a:pt x="7772" y="8698"/>
                      <a:pt x="7755" y="8723"/>
                      <a:pt x="7739" y="8739"/>
                    </a:cubicBezTo>
                    <a:cubicBezTo>
                      <a:pt x="7731" y="8764"/>
                      <a:pt x="7706" y="8772"/>
                      <a:pt x="7681" y="8772"/>
                    </a:cubicBezTo>
                    <a:cubicBezTo>
                      <a:pt x="7482" y="8988"/>
                      <a:pt x="7267" y="9187"/>
                      <a:pt x="7068" y="9410"/>
                    </a:cubicBezTo>
                    <a:cubicBezTo>
                      <a:pt x="6935" y="9543"/>
                      <a:pt x="6811" y="9684"/>
                      <a:pt x="6703" y="9833"/>
                    </a:cubicBezTo>
                    <a:cubicBezTo>
                      <a:pt x="6637" y="9916"/>
                      <a:pt x="6587" y="9999"/>
                      <a:pt x="6537" y="10090"/>
                    </a:cubicBezTo>
                    <a:cubicBezTo>
                      <a:pt x="6504" y="10139"/>
                      <a:pt x="6471" y="10197"/>
                      <a:pt x="6446" y="10247"/>
                    </a:cubicBezTo>
                    <a:cubicBezTo>
                      <a:pt x="6670" y="10164"/>
                      <a:pt x="6910" y="10115"/>
                      <a:pt x="7159" y="10106"/>
                    </a:cubicBezTo>
                    <a:cubicBezTo>
                      <a:pt x="7210" y="10103"/>
                      <a:pt x="7263" y="10101"/>
                      <a:pt x="7317" y="10101"/>
                    </a:cubicBezTo>
                    <a:cubicBezTo>
                      <a:pt x="7393" y="10101"/>
                      <a:pt x="7471" y="10105"/>
                      <a:pt x="7548" y="10115"/>
                    </a:cubicBezTo>
                    <a:cubicBezTo>
                      <a:pt x="7581" y="10115"/>
                      <a:pt x="7623" y="10123"/>
                      <a:pt x="7656" y="10139"/>
                    </a:cubicBezTo>
                    <a:cubicBezTo>
                      <a:pt x="7747" y="10098"/>
                      <a:pt x="7838" y="10057"/>
                      <a:pt x="7938" y="10023"/>
                    </a:cubicBezTo>
                    <a:cubicBezTo>
                      <a:pt x="7947" y="10020"/>
                      <a:pt x="7957" y="10018"/>
                      <a:pt x="7967" y="10018"/>
                    </a:cubicBezTo>
                    <a:cubicBezTo>
                      <a:pt x="8026" y="10018"/>
                      <a:pt x="8082" y="10076"/>
                      <a:pt x="8054" y="10139"/>
                    </a:cubicBezTo>
                    <a:cubicBezTo>
                      <a:pt x="7971" y="10338"/>
                      <a:pt x="7863" y="10537"/>
                      <a:pt x="7747" y="10719"/>
                    </a:cubicBezTo>
                    <a:cubicBezTo>
                      <a:pt x="7697" y="10811"/>
                      <a:pt x="7631" y="10902"/>
                      <a:pt x="7565" y="10985"/>
                    </a:cubicBezTo>
                    <a:lnTo>
                      <a:pt x="7557" y="10993"/>
                    </a:lnTo>
                    <a:cubicBezTo>
                      <a:pt x="7515" y="11067"/>
                      <a:pt x="7465" y="11125"/>
                      <a:pt x="7407" y="11175"/>
                    </a:cubicBezTo>
                    <a:cubicBezTo>
                      <a:pt x="7391" y="11192"/>
                      <a:pt x="7383" y="11217"/>
                      <a:pt x="7383" y="11241"/>
                    </a:cubicBezTo>
                    <a:cubicBezTo>
                      <a:pt x="7383" y="11266"/>
                      <a:pt x="7374" y="11283"/>
                      <a:pt x="7366" y="11299"/>
                    </a:cubicBezTo>
                    <a:cubicBezTo>
                      <a:pt x="7374" y="11316"/>
                      <a:pt x="7374" y="11324"/>
                      <a:pt x="7383" y="11341"/>
                    </a:cubicBezTo>
                    <a:cubicBezTo>
                      <a:pt x="7474" y="11407"/>
                      <a:pt x="7515" y="11523"/>
                      <a:pt x="7499" y="11631"/>
                    </a:cubicBezTo>
                    <a:cubicBezTo>
                      <a:pt x="7540" y="11689"/>
                      <a:pt x="7631" y="11697"/>
                      <a:pt x="7697" y="11705"/>
                    </a:cubicBezTo>
                    <a:cubicBezTo>
                      <a:pt x="7799" y="11721"/>
                      <a:pt x="7901" y="11731"/>
                      <a:pt x="8000" y="11731"/>
                    </a:cubicBezTo>
                    <a:cubicBezTo>
                      <a:pt x="8055" y="11731"/>
                      <a:pt x="8109" y="11728"/>
                      <a:pt x="8161" y="11722"/>
                    </a:cubicBezTo>
                    <a:cubicBezTo>
                      <a:pt x="8443" y="11697"/>
                      <a:pt x="8725" y="11639"/>
                      <a:pt x="8990" y="11573"/>
                    </a:cubicBezTo>
                    <a:cubicBezTo>
                      <a:pt x="9131" y="11531"/>
                      <a:pt x="9238" y="11449"/>
                      <a:pt x="9379" y="11407"/>
                    </a:cubicBezTo>
                    <a:cubicBezTo>
                      <a:pt x="9417" y="11388"/>
                      <a:pt x="9459" y="11379"/>
                      <a:pt x="9498" y="11379"/>
                    </a:cubicBezTo>
                    <a:cubicBezTo>
                      <a:pt x="9511" y="11379"/>
                      <a:pt x="9524" y="11380"/>
                      <a:pt x="9537" y="11382"/>
                    </a:cubicBezTo>
                    <a:cubicBezTo>
                      <a:pt x="9564" y="11389"/>
                      <a:pt x="9590" y="11401"/>
                      <a:pt x="9617" y="11401"/>
                    </a:cubicBezTo>
                    <a:cubicBezTo>
                      <a:pt x="9624" y="11401"/>
                      <a:pt x="9630" y="11400"/>
                      <a:pt x="9636" y="11399"/>
                    </a:cubicBezTo>
                    <a:cubicBezTo>
                      <a:pt x="9678" y="11399"/>
                      <a:pt x="9678" y="11382"/>
                      <a:pt x="9711" y="11349"/>
                    </a:cubicBezTo>
                    <a:cubicBezTo>
                      <a:pt x="9779" y="11284"/>
                      <a:pt x="9858" y="11262"/>
                      <a:pt x="9940" y="11262"/>
                    </a:cubicBezTo>
                    <a:cubicBezTo>
                      <a:pt x="10086" y="11262"/>
                      <a:pt x="10244" y="11330"/>
                      <a:pt x="10382" y="11341"/>
                    </a:cubicBezTo>
                    <a:cubicBezTo>
                      <a:pt x="10401" y="11342"/>
                      <a:pt x="10421" y="11343"/>
                      <a:pt x="10440" y="11343"/>
                    </a:cubicBezTo>
                    <a:cubicBezTo>
                      <a:pt x="10650" y="11343"/>
                      <a:pt x="10842" y="11261"/>
                      <a:pt x="10987" y="11109"/>
                    </a:cubicBezTo>
                    <a:cubicBezTo>
                      <a:pt x="10995" y="11101"/>
                      <a:pt x="11003" y="11092"/>
                      <a:pt x="11020" y="11092"/>
                    </a:cubicBezTo>
                    <a:lnTo>
                      <a:pt x="11028" y="11076"/>
                    </a:lnTo>
                    <a:cubicBezTo>
                      <a:pt x="11045" y="11051"/>
                      <a:pt x="11070" y="11018"/>
                      <a:pt x="11094" y="10993"/>
                    </a:cubicBezTo>
                    <a:cubicBezTo>
                      <a:pt x="11111" y="10976"/>
                      <a:pt x="11128" y="10960"/>
                      <a:pt x="11144" y="10951"/>
                    </a:cubicBezTo>
                    <a:cubicBezTo>
                      <a:pt x="11161" y="10927"/>
                      <a:pt x="11177" y="10918"/>
                      <a:pt x="11202" y="10910"/>
                    </a:cubicBezTo>
                    <a:cubicBezTo>
                      <a:pt x="11128" y="10877"/>
                      <a:pt x="11053" y="10852"/>
                      <a:pt x="10978" y="10835"/>
                    </a:cubicBezTo>
                    <a:cubicBezTo>
                      <a:pt x="10954" y="10827"/>
                      <a:pt x="10929" y="10802"/>
                      <a:pt x="10937" y="10769"/>
                    </a:cubicBezTo>
                    <a:cubicBezTo>
                      <a:pt x="10937" y="10748"/>
                      <a:pt x="10962" y="10726"/>
                      <a:pt x="10985" y="10726"/>
                    </a:cubicBezTo>
                    <a:cubicBezTo>
                      <a:pt x="10988" y="10726"/>
                      <a:pt x="10992" y="10727"/>
                      <a:pt x="10995" y="10728"/>
                    </a:cubicBezTo>
                    <a:cubicBezTo>
                      <a:pt x="11094" y="10728"/>
                      <a:pt x="11186" y="10744"/>
                      <a:pt x="11285" y="10777"/>
                    </a:cubicBezTo>
                    <a:cubicBezTo>
                      <a:pt x="11368" y="10811"/>
                      <a:pt x="11442" y="10869"/>
                      <a:pt x="11484" y="10951"/>
                    </a:cubicBezTo>
                    <a:cubicBezTo>
                      <a:pt x="11509" y="11001"/>
                      <a:pt x="11517" y="11067"/>
                      <a:pt x="11476" y="11109"/>
                    </a:cubicBezTo>
                    <a:cubicBezTo>
                      <a:pt x="11460" y="11121"/>
                      <a:pt x="11444" y="11126"/>
                      <a:pt x="11428" y="11126"/>
                    </a:cubicBezTo>
                    <a:cubicBezTo>
                      <a:pt x="11401" y="11126"/>
                      <a:pt x="11375" y="11110"/>
                      <a:pt x="11360" y="11084"/>
                    </a:cubicBezTo>
                    <a:cubicBezTo>
                      <a:pt x="11351" y="11067"/>
                      <a:pt x="11351" y="11059"/>
                      <a:pt x="11343" y="11043"/>
                    </a:cubicBezTo>
                    <a:lnTo>
                      <a:pt x="11343" y="11034"/>
                    </a:lnTo>
                    <a:lnTo>
                      <a:pt x="11343" y="11026"/>
                    </a:lnTo>
                    <a:cubicBezTo>
                      <a:pt x="11335" y="11018"/>
                      <a:pt x="11335" y="11009"/>
                      <a:pt x="11326" y="11001"/>
                    </a:cubicBezTo>
                    <a:lnTo>
                      <a:pt x="11318" y="10993"/>
                    </a:lnTo>
                    <a:lnTo>
                      <a:pt x="11302" y="10976"/>
                    </a:lnTo>
                    <a:lnTo>
                      <a:pt x="11302" y="10976"/>
                    </a:lnTo>
                    <a:cubicBezTo>
                      <a:pt x="11302" y="10985"/>
                      <a:pt x="11310" y="10993"/>
                      <a:pt x="11302" y="11001"/>
                    </a:cubicBezTo>
                    <a:cubicBezTo>
                      <a:pt x="11302" y="11026"/>
                      <a:pt x="11285" y="11043"/>
                      <a:pt x="11268" y="11067"/>
                    </a:cubicBezTo>
                    <a:cubicBezTo>
                      <a:pt x="11260" y="11067"/>
                      <a:pt x="11252" y="11076"/>
                      <a:pt x="11252" y="11084"/>
                    </a:cubicBezTo>
                    <a:cubicBezTo>
                      <a:pt x="11235" y="11092"/>
                      <a:pt x="11227" y="11109"/>
                      <a:pt x="11210" y="11117"/>
                    </a:cubicBezTo>
                    <a:cubicBezTo>
                      <a:pt x="11186" y="11142"/>
                      <a:pt x="11161" y="11159"/>
                      <a:pt x="11136" y="11183"/>
                    </a:cubicBezTo>
                    <a:cubicBezTo>
                      <a:pt x="11128" y="11200"/>
                      <a:pt x="11119" y="11208"/>
                      <a:pt x="11103" y="11217"/>
                    </a:cubicBezTo>
                    <a:lnTo>
                      <a:pt x="11094" y="11233"/>
                    </a:lnTo>
                    <a:cubicBezTo>
                      <a:pt x="11086" y="11241"/>
                      <a:pt x="11078" y="11250"/>
                      <a:pt x="11070" y="11258"/>
                    </a:cubicBezTo>
                    <a:lnTo>
                      <a:pt x="11061" y="11266"/>
                    </a:lnTo>
                    <a:lnTo>
                      <a:pt x="11053" y="11275"/>
                    </a:lnTo>
                    <a:lnTo>
                      <a:pt x="11045" y="11275"/>
                    </a:lnTo>
                    <a:lnTo>
                      <a:pt x="11028" y="11291"/>
                    </a:lnTo>
                    <a:cubicBezTo>
                      <a:pt x="10890" y="11443"/>
                      <a:pt x="10683" y="11520"/>
                      <a:pt x="10472" y="11520"/>
                    </a:cubicBezTo>
                    <a:cubicBezTo>
                      <a:pt x="10442" y="11520"/>
                      <a:pt x="10412" y="11518"/>
                      <a:pt x="10382" y="11515"/>
                    </a:cubicBezTo>
                    <a:cubicBezTo>
                      <a:pt x="10249" y="11507"/>
                      <a:pt x="10125" y="11449"/>
                      <a:pt x="9992" y="11415"/>
                    </a:cubicBezTo>
                    <a:cubicBezTo>
                      <a:pt x="9961" y="11410"/>
                      <a:pt x="9932" y="11406"/>
                      <a:pt x="9905" y="11406"/>
                    </a:cubicBezTo>
                    <a:cubicBezTo>
                      <a:pt x="9855" y="11406"/>
                      <a:pt x="9812" y="11419"/>
                      <a:pt x="9769" y="11457"/>
                    </a:cubicBezTo>
                    <a:cubicBezTo>
                      <a:pt x="9732" y="11486"/>
                      <a:pt x="9701" y="11516"/>
                      <a:pt x="9654" y="11516"/>
                    </a:cubicBezTo>
                    <a:cubicBezTo>
                      <a:pt x="9648" y="11516"/>
                      <a:pt x="9642" y="11516"/>
                      <a:pt x="9636" y="11515"/>
                    </a:cubicBezTo>
                    <a:cubicBezTo>
                      <a:pt x="9603" y="11515"/>
                      <a:pt x="9570" y="11498"/>
                      <a:pt x="9537" y="11490"/>
                    </a:cubicBezTo>
                    <a:cubicBezTo>
                      <a:pt x="9521" y="11484"/>
                      <a:pt x="9504" y="11481"/>
                      <a:pt x="9487" y="11481"/>
                    </a:cubicBezTo>
                    <a:cubicBezTo>
                      <a:pt x="9459" y="11481"/>
                      <a:pt x="9430" y="11488"/>
                      <a:pt x="9404" y="11498"/>
                    </a:cubicBezTo>
                    <a:cubicBezTo>
                      <a:pt x="9338" y="11515"/>
                      <a:pt x="9280" y="11556"/>
                      <a:pt x="9214" y="11598"/>
                    </a:cubicBezTo>
                    <a:cubicBezTo>
                      <a:pt x="9081" y="11672"/>
                      <a:pt x="8940" y="11714"/>
                      <a:pt x="8791" y="11755"/>
                    </a:cubicBezTo>
                    <a:cubicBezTo>
                      <a:pt x="8504" y="11833"/>
                      <a:pt x="8217" y="11888"/>
                      <a:pt x="7923" y="11888"/>
                    </a:cubicBezTo>
                    <a:cubicBezTo>
                      <a:pt x="7903" y="11888"/>
                      <a:pt x="7883" y="11888"/>
                      <a:pt x="7863" y="11888"/>
                    </a:cubicBezTo>
                    <a:cubicBezTo>
                      <a:pt x="7739" y="11879"/>
                      <a:pt x="7565" y="11863"/>
                      <a:pt x="7457" y="11788"/>
                    </a:cubicBezTo>
                    <a:cubicBezTo>
                      <a:pt x="7449" y="11788"/>
                      <a:pt x="7441" y="11780"/>
                      <a:pt x="7432" y="11772"/>
                    </a:cubicBezTo>
                    <a:lnTo>
                      <a:pt x="7432" y="11780"/>
                    </a:lnTo>
                    <a:cubicBezTo>
                      <a:pt x="7532" y="12029"/>
                      <a:pt x="7822" y="12136"/>
                      <a:pt x="8078" y="12169"/>
                    </a:cubicBezTo>
                    <a:cubicBezTo>
                      <a:pt x="8240" y="12186"/>
                      <a:pt x="8402" y="12194"/>
                      <a:pt x="8562" y="12194"/>
                    </a:cubicBezTo>
                    <a:cubicBezTo>
                      <a:pt x="8723" y="12194"/>
                      <a:pt x="8882" y="12186"/>
                      <a:pt x="9040" y="12169"/>
                    </a:cubicBezTo>
                    <a:cubicBezTo>
                      <a:pt x="9363" y="12145"/>
                      <a:pt x="9678" y="12078"/>
                      <a:pt x="9992" y="12004"/>
                    </a:cubicBezTo>
                    <a:cubicBezTo>
                      <a:pt x="10274" y="11929"/>
                      <a:pt x="10564" y="11813"/>
                      <a:pt x="10862" y="11813"/>
                    </a:cubicBezTo>
                    <a:cubicBezTo>
                      <a:pt x="10887" y="11797"/>
                      <a:pt x="10920" y="11788"/>
                      <a:pt x="10954" y="11780"/>
                    </a:cubicBezTo>
                    <a:cubicBezTo>
                      <a:pt x="10995" y="11770"/>
                      <a:pt x="11032" y="11763"/>
                      <a:pt x="11071" y="11763"/>
                    </a:cubicBezTo>
                    <a:cubicBezTo>
                      <a:pt x="11095" y="11763"/>
                      <a:pt x="11119" y="11765"/>
                      <a:pt x="11144" y="11772"/>
                    </a:cubicBezTo>
                    <a:cubicBezTo>
                      <a:pt x="11210" y="11780"/>
                      <a:pt x="11277" y="11805"/>
                      <a:pt x="11335" y="11830"/>
                    </a:cubicBezTo>
                    <a:cubicBezTo>
                      <a:pt x="11384" y="11846"/>
                      <a:pt x="11451" y="11879"/>
                      <a:pt x="11467" y="11937"/>
                    </a:cubicBezTo>
                    <a:cubicBezTo>
                      <a:pt x="11467" y="11954"/>
                      <a:pt x="11451" y="11971"/>
                      <a:pt x="11434" y="11971"/>
                    </a:cubicBezTo>
                    <a:cubicBezTo>
                      <a:pt x="11409" y="11971"/>
                      <a:pt x="11384" y="11962"/>
                      <a:pt x="11360" y="11954"/>
                    </a:cubicBezTo>
                    <a:cubicBezTo>
                      <a:pt x="11335" y="11946"/>
                      <a:pt x="11310" y="11937"/>
                      <a:pt x="11285" y="11929"/>
                    </a:cubicBezTo>
                    <a:cubicBezTo>
                      <a:pt x="11235" y="11913"/>
                      <a:pt x="11186" y="11888"/>
                      <a:pt x="11128" y="11879"/>
                    </a:cubicBezTo>
                    <a:cubicBezTo>
                      <a:pt x="11107" y="11872"/>
                      <a:pt x="11086" y="11870"/>
                      <a:pt x="11064" y="11870"/>
                    </a:cubicBezTo>
                    <a:cubicBezTo>
                      <a:pt x="11034" y="11870"/>
                      <a:pt x="11004" y="11875"/>
                      <a:pt x="10970" y="11879"/>
                    </a:cubicBezTo>
                    <a:cubicBezTo>
                      <a:pt x="10970" y="11888"/>
                      <a:pt x="10962" y="11888"/>
                      <a:pt x="10954" y="11896"/>
                    </a:cubicBezTo>
                    <a:cubicBezTo>
                      <a:pt x="10813" y="11937"/>
                      <a:pt x="10655" y="11971"/>
                      <a:pt x="10506" y="12004"/>
                    </a:cubicBezTo>
                    <a:cubicBezTo>
                      <a:pt x="10349" y="12045"/>
                      <a:pt x="10191" y="12095"/>
                      <a:pt x="10034" y="12145"/>
                    </a:cubicBezTo>
                    <a:cubicBezTo>
                      <a:pt x="9992" y="12153"/>
                      <a:pt x="9951" y="12169"/>
                      <a:pt x="9901" y="12178"/>
                    </a:cubicBezTo>
                    <a:cubicBezTo>
                      <a:pt x="9694" y="12236"/>
                      <a:pt x="9479" y="12277"/>
                      <a:pt x="9255" y="12310"/>
                    </a:cubicBezTo>
                    <a:cubicBezTo>
                      <a:pt x="9052" y="12336"/>
                      <a:pt x="8845" y="12346"/>
                      <a:pt x="8640" y="12346"/>
                    </a:cubicBezTo>
                    <a:cubicBezTo>
                      <a:pt x="8577" y="12346"/>
                      <a:pt x="8514" y="12345"/>
                      <a:pt x="8451" y="12343"/>
                    </a:cubicBezTo>
                    <a:lnTo>
                      <a:pt x="8451" y="12343"/>
                    </a:lnTo>
                    <a:cubicBezTo>
                      <a:pt x="8468" y="12352"/>
                      <a:pt x="8476" y="12352"/>
                      <a:pt x="8484" y="12368"/>
                    </a:cubicBezTo>
                    <a:cubicBezTo>
                      <a:pt x="8534" y="12459"/>
                      <a:pt x="8534" y="12584"/>
                      <a:pt x="8526" y="12691"/>
                    </a:cubicBezTo>
                    <a:cubicBezTo>
                      <a:pt x="8526" y="12708"/>
                      <a:pt x="8526" y="12725"/>
                      <a:pt x="8518" y="12741"/>
                    </a:cubicBezTo>
                    <a:cubicBezTo>
                      <a:pt x="8518" y="12783"/>
                      <a:pt x="8509" y="12816"/>
                      <a:pt x="8493" y="12849"/>
                    </a:cubicBezTo>
                    <a:cubicBezTo>
                      <a:pt x="8476" y="12899"/>
                      <a:pt x="8451" y="12957"/>
                      <a:pt x="8410" y="12981"/>
                    </a:cubicBezTo>
                    <a:cubicBezTo>
                      <a:pt x="8401" y="12987"/>
                      <a:pt x="8392" y="12990"/>
                      <a:pt x="8384" y="12990"/>
                    </a:cubicBezTo>
                    <a:cubicBezTo>
                      <a:pt x="8370" y="12990"/>
                      <a:pt x="8357" y="12981"/>
                      <a:pt x="8352" y="12965"/>
                    </a:cubicBezTo>
                    <a:cubicBezTo>
                      <a:pt x="8352" y="12932"/>
                      <a:pt x="8360" y="12907"/>
                      <a:pt x="8368" y="12874"/>
                    </a:cubicBezTo>
                    <a:cubicBezTo>
                      <a:pt x="8368" y="12857"/>
                      <a:pt x="8377" y="12832"/>
                      <a:pt x="8377" y="12816"/>
                    </a:cubicBezTo>
                    <a:cubicBezTo>
                      <a:pt x="8393" y="12766"/>
                      <a:pt x="8402" y="12725"/>
                      <a:pt x="8410" y="12675"/>
                    </a:cubicBezTo>
                    <a:cubicBezTo>
                      <a:pt x="8410" y="12625"/>
                      <a:pt x="8418" y="12575"/>
                      <a:pt x="8410" y="12534"/>
                    </a:cubicBezTo>
                    <a:cubicBezTo>
                      <a:pt x="8410" y="12476"/>
                      <a:pt x="8410" y="12426"/>
                      <a:pt x="8410" y="12377"/>
                    </a:cubicBezTo>
                    <a:cubicBezTo>
                      <a:pt x="8410" y="12360"/>
                      <a:pt x="8418" y="12343"/>
                      <a:pt x="8435" y="12343"/>
                    </a:cubicBezTo>
                    <a:lnTo>
                      <a:pt x="8310" y="12343"/>
                    </a:lnTo>
                    <a:cubicBezTo>
                      <a:pt x="8377" y="12468"/>
                      <a:pt x="8335" y="12633"/>
                      <a:pt x="8294" y="12774"/>
                    </a:cubicBezTo>
                    <a:cubicBezTo>
                      <a:pt x="8261" y="12865"/>
                      <a:pt x="8228" y="12948"/>
                      <a:pt x="8178" y="13031"/>
                    </a:cubicBezTo>
                    <a:cubicBezTo>
                      <a:pt x="8178" y="13039"/>
                      <a:pt x="8170" y="13048"/>
                      <a:pt x="8161" y="13056"/>
                    </a:cubicBezTo>
                    <a:cubicBezTo>
                      <a:pt x="8128" y="13131"/>
                      <a:pt x="8078" y="13205"/>
                      <a:pt x="8012" y="13255"/>
                    </a:cubicBezTo>
                    <a:cubicBezTo>
                      <a:pt x="8008" y="13259"/>
                      <a:pt x="8004" y="13261"/>
                      <a:pt x="8000" y="13261"/>
                    </a:cubicBezTo>
                    <a:cubicBezTo>
                      <a:pt x="7996" y="13261"/>
                      <a:pt x="7991" y="13259"/>
                      <a:pt x="7987" y="13255"/>
                    </a:cubicBezTo>
                    <a:lnTo>
                      <a:pt x="7979" y="13255"/>
                    </a:lnTo>
                    <a:lnTo>
                      <a:pt x="7971" y="13271"/>
                    </a:lnTo>
                    <a:cubicBezTo>
                      <a:pt x="7962" y="13296"/>
                      <a:pt x="7954" y="13321"/>
                      <a:pt x="7946" y="13346"/>
                    </a:cubicBezTo>
                    <a:cubicBezTo>
                      <a:pt x="7929" y="13387"/>
                      <a:pt x="7921" y="13437"/>
                      <a:pt x="7905" y="13479"/>
                    </a:cubicBezTo>
                    <a:cubicBezTo>
                      <a:pt x="7921" y="13487"/>
                      <a:pt x="7938" y="13503"/>
                      <a:pt x="7938" y="13528"/>
                    </a:cubicBezTo>
                    <a:cubicBezTo>
                      <a:pt x="7954" y="13487"/>
                      <a:pt x="7971" y="13445"/>
                      <a:pt x="7987" y="13404"/>
                    </a:cubicBezTo>
                    <a:cubicBezTo>
                      <a:pt x="7993" y="13380"/>
                      <a:pt x="8009" y="13370"/>
                      <a:pt x="8026" y="13370"/>
                    </a:cubicBezTo>
                    <a:cubicBezTo>
                      <a:pt x="8056" y="13370"/>
                      <a:pt x="8089" y="13400"/>
                      <a:pt x="8078" y="13437"/>
                    </a:cubicBezTo>
                    <a:cubicBezTo>
                      <a:pt x="8037" y="13561"/>
                      <a:pt x="8012" y="13694"/>
                      <a:pt x="7987" y="13818"/>
                    </a:cubicBezTo>
                    <a:cubicBezTo>
                      <a:pt x="7987" y="13843"/>
                      <a:pt x="7987" y="13868"/>
                      <a:pt x="7987" y="13893"/>
                    </a:cubicBezTo>
                    <a:cubicBezTo>
                      <a:pt x="7979" y="13934"/>
                      <a:pt x="7979" y="13967"/>
                      <a:pt x="7971" y="14009"/>
                    </a:cubicBezTo>
                    <a:cubicBezTo>
                      <a:pt x="7971" y="14067"/>
                      <a:pt x="7971" y="14141"/>
                      <a:pt x="7954" y="14199"/>
                    </a:cubicBezTo>
                    <a:cubicBezTo>
                      <a:pt x="7950" y="14219"/>
                      <a:pt x="7935" y="14227"/>
                      <a:pt x="7920" y="14227"/>
                    </a:cubicBezTo>
                    <a:cubicBezTo>
                      <a:pt x="7902" y="14227"/>
                      <a:pt x="7884" y="14217"/>
                      <a:pt x="7880" y="14199"/>
                    </a:cubicBezTo>
                    <a:cubicBezTo>
                      <a:pt x="7855" y="14141"/>
                      <a:pt x="7855" y="14067"/>
                      <a:pt x="7855" y="14000"/>
                    </a:cubicBezTo>
                    <a:cubicBezTo>
                      <a:pt x="7855" y="13959"/>
                      <a:pt x="7863" y="13918"/>
                      <a:pt x="7863" y="13884"/>
                    </a:cubicBezTo>
                    <a:cubicBezTo>
                      <a:pt x="7871" y="13851"/>
                      <a:pt x="7871" y="13826"/>
                      <a:pt x="7880" y="13793"/>
                    </a:cubicBezTo>
                    <a:cubicBezTo>
                      <a:pt x="7888" y="13735"/>
                      <a:pt x="7896" y="13686"/>
                      <a:pt x="7913" y="13628"/>
                    </a:cubicBezTo>
                    <a:lnTo>
                      <a:pt x="7913" y="13628"/>
                    </a:lnTo>
                    <a:cubicBezTo>
                      <a:pt x="7888" y="13686"/>
                      <a:pt x="7863" y="13735"/>
                      <a:pt x="7838" y="13793"/>
                    </a:cubicBezTo>
                    <a:cubicBezTo>
                      <a:pt x="7830" y="13818"/>
                      <a:pt x="7822" y="13851"/>
                      <a:pt x="7813" y="13884"/>
                    </a:cubicBezTo>
                    <a:cubicBezTo>
                      <a:pt x="7805" y="13942"/>
                      <a:pt x="7789" y="14000"/>
                      <a:pt x="7755" y="14042"/>
                    </a:cubicBezTo>
                    <a:cubicBezTo>
                      <a:pt x="7752" y="14049"/>
                      <a:pt x="7743" y="14053"/>
                      <a:pt x="7734" y="14053"/>
                    </a:cubicBezTo>
                    <a:cubicBezTo>
                      <a:pt x="7722" y="14053"/>
                      <a:pt x="7710" y="14047"/>
                      <a:pt x="7706" y="14034"/>
                    </a:cubicBezTo>
                    <a:cubicBezTo>
                      <a:pt x="7697" y="14025"/>
                      <a:pt x="7697" y="14017"/>
                      <a:pt x="7697" y="14009"/>
                    </a:cubicBezTo>
                    <a:cubicBezTo>
                      <a:pt x="7615" y="14125"/>
                      <a:pt x="7532" y="14232"/>
                      <a:pt x="7474" y="14357"/>
                    </a:cubicBezTo>
                    <a:cubicBezTo>
                      <a:pt x="7399" y="14506"/>
                      <a:pt x="7358" y="14655"/>
                      <a:pt x="7308" y="14812"/>
                    </a:cubicBezTo>
                    <a:cubicBezTo>
                      <a:pt x="7316" y="14829"/>
                      <a:pt x="7316" y="14846"/>
                      <a:pt x="7308" y="14862"/>
                    </a:cubicBezTo>
                    <a:cubicBezTo>
                      <a:pt x="7300" y="14879"/>
                      <a:pt x="7283" y="14895"/>
                      <a:pt x="7275" y="14912"/>
                    </a:cubicBezTo>
                    <a:cubicBezTo>
                      <a:pt x="7250" y="14995"/>
                      <a:pt x="7225" y="15086"/>
                      <a:pt x="7192" y="15169"/>
                    </a:cubicBezTo>
                    <a:cubicBezTo>
                      <a:pt x="7167" y="15252"/>
                      <a:pt x="7142" y="15343"/>
                      <a:pt x="7084" y="15409"/>
                    </a:cubicBezTo>
                    <a:cubicBezTo>
                      <a:pt x="7072" y="15421"/>
                      <a:pt x="7056" y="15429"/>
                      <a:pt x="7041" y="15429"/>
                    </a:cubicBezTo>
                    <a:cubicBezTo>
                      <a:pt x="7038" y="15429"/>
                      <a:pt x="7034" y="15428"/>
                      <a:pt x="7031" y="15428"/>
                    </a:cubicBezTo>
                    <a:lnTo>
                      <a:pt x="7031" y="15428"/>
                    </a:lnTo>
                    <a:cubicBezTo>
                      <a:pt x="7053" y="15437"/>
                      <a:pt x="7067" y="15461"/>
                      <a:pt x="7051" y="15492"/>
                    </a:cubicBezTo>
                    <a:cubicBezTo>
                      <a:pt x="7001" y="15624"/>
                      <a:pt x="6943" y="15740"/>
                      <a:pt x="6877" y="15865"/>
                    </a:cubicBezTo>
                    <a:cubicBezTo>
                      <a:pt x="6844" y="15956"/>
                      <a:pt x="6819" y="16039"/>
                      <a:pt x="6769" y="16122"/>
                    </a:cubicBezTo>
                    <a:cubicBezTo>
                      <a:pt x="6764" y="16132"/>
                      <a:pt x="6753" y="16139"/>
                      <a:pt x="6741" y="16139"/>
                    </a:cubicBezTo>
                    <a:cubicBezTo>
                      <a:pt x="6734" y="16139"/>
                      <a:pt x="6726" y="16136"/>
                      <a:pt x="6720" y="16130"/>
                    </a:cubicBezTo>
                    <a:cubicBezTo>
                      <a:pt x="6711" y="16138"/>
                      <a:pt x="6711" y="16138"/>
                      <a:pt x="6711" y="16138"/>
                    </a:cubicBezTo>
                    <a:cubicBezTo>
                      <a:pt x="6587" y="16345"/>
                      <a:pt x="6463" y="16552"/>
                      <a:pt x="6355" y="16768"/>
                    </a:cubicBezTo>
                    <a:cubicBezTo>
                      <a:pt x="6289" y="16917"/>
                      <a:pt x="6231" y="17066"/>
                      <a:pt x="6189" y="17224"/>
                    </a:cubicBezTo>
                    <a:cubicBezTo>
                      <a:pt x="6214" y="17224"/>
                      <a:pt x="6247" y="17240"/>
                      <a:pt x="6247" y="17282"/>
                    </a:cubicBezTo>
                    <a:cubicBezTo>
                      <a:pt x="6256" y="17480"/>
                      <a:pt x="6189" y="17663"/>
                      <a:pt x="6073" y="17828"/>
                    </a:cubicBezTo>
                    <a:cubicBezTo>
                      <a:pt x="6065" y="17886"/>
                      <a:pt x="6065" y="17944"/>
                      <a:pt x="6057" y="18002"/>
                    </a:cubicBezTo>
                    <a:cubicBezTo>
                      <a:pt x="6049" y="18052"/>
                      <a:pt x="6049" y="18118"/>
                      <a:pt x="6007" y="18160"/>
                    </a:cubicBezTo>
                    <a:cubicBezTo>
                      <a:pt x="5995" y="18172"/>
                      <a:pt x="5982" y="18178"/>
                      <a:pt x="5970" y="18178"/>
                    </a:cubicBezTo>
                    <a:cubicBezTo>
                      <a:pt x="5957" y="18178"/>
                      <a:pt x="5945" y="18172"/>
                      <a:pt x="5933" y="18160"/>
                    </a:cubicBezTo>
                    <a:cubicBezTo>
                      <a:pt x="5899" y="18135"/>
                      <a:pt x="5891" y="18094"/>
                      <a:pt x="5891" y="18052"/>
                    </a:cubicBezTo>
                    <a:cubicBezTo>
                      <a:pt x="5808" y="18143"/>
                      <a:pt x="5717" y="18226"/>
                      <a:pt x="5651" y="18326"/>
                    </a:cubicBezTo>
                    <a:cubicBezTo>
                      <a:pt x="5527" y="18491"/>
                      <a:pt x="5444" y="18682"/>
                      <a:pt x="5369" y="18881"/>
                    </a:cubicBezTo>
                    <a:cubicBezTo>
                      <a:pt x="5336" y="18972"/>
                      <a:pt x="5311" y="19071"/>
                      <a:pt x="5278" y="19171"/>
                    </a:cubicBezTo>
                    <a:cubicBezTo>
                      <a:pt x="5245" y="19270"/>
                      <a:pt x="5228" y="19378"/>
                      <a:pt x="5170" y="19452"/>
                    </a:cubicBezTo>
                    <a:cubicBezTo>
                      <a:pt x="5158" y="19467"/>
                      <a:pt x="5143" y="19474"/>
                      <a:pt x="5128" y="19474"/>
                    </a:cubicBezTo>
                    <a:cubicBezTo>
                      <a:pt x="5101" y="19474"/>
                      <a:pt x="5073" y="19454"/>
                      <a:pt x="5063" y="19427"/>
                    </a:cubicBezTo>
                    <a:cubicBezTo>
                      <a:pt x="5063" y="19411"/>
                      <a:pt x="5054" y="19394"/>
                      <a:pt x="5054" y="19378"/>
                    </a:cubicBezTo>
                    <a:cubicBezTo>
                      <a:pt x="4889" y="19593"/>
                      <a:pt x="4723" y="19809"/>
                      <a:pt x="4549" y="20024"/>
                    </a:cubicBezTo>
                    <a:cubicBezTo>
                      <a:pt x="4342" y="20281"/>
                      <a:pt x="4135" y="20538"/>
                      <a:pt x="3936" y="20803"/>
                    </a:cubicBezTo>
                    <a:cubicBezTo>
                      <a:pt x="3737" y="21051"/>
                      <a:pt x="3555" y="21300"/>
                      <a:pt x="3422" y="21590"/>
                    </a:cubicBezTo>
                    <a:cubicBezTo>
                      <a:pt x="3289" y="21872"/>
                      <a:pt x="3198" y="22178"/>
                      <a:pt x="3099" y="22477"/>
                    </a:cubicBezTo>
                    <a:cubicBezTo>
                      <a:pt x="3082" y="22518"/>
                      <a:pt x="3066" y="22551"/>
                      <a:pt x="3057" y="22593"/>
                    </a:cubicBezTo>
                    <a:cubicBezTo>
                      <a:pt x="3140" y="22485"/>
                      <a:pt x="3223" y="22377"/>
                      <a:pt x="3314" y="22278"/>
                    </a:cubicBezTo>
                    <a:cubicBezTo>
                      <a:pt x="3323" y="22267"/>
                      <a:pt x="3335" y="22262"/>
                      <a:pt x="3346" y="22262"/>
                    </a:cubicBezTo>
                    <a:cubicBezTo>
                      <a:pt x="3379" y="22262"/>
                      <a:pt x="3413" y="22299"/>
                      <a:pt x="3389" y="22336"/>
                    </a:cubicBezTo>
                    <a:cubicBezTo>
                      <a:pt x="3231" y="22576"/>
                      <a:pt x="3082" y="22825"/>
                      <a:pt x="2941" y="23073"/>
                    </a:cubicBezTo>
                    <a:cubicBezTo>
                      <a:pt x="2693" y="23512"/>
                      <a:pt x="2478" y="23960"/>
                      <a:pt x="2270" y="24424"/>
                    </a:cubicBezTo>
                    <a:cubicBezTo>
                      <a:pt x="2221" y="24531"/>
                      <a:pt x="2163" y="24647"/>
                      <a:pt x="2113" y="24755"/>
                    </a:cubicBezTo>
                    <a:lnTo>
                      <a:pt x="2295" y="24473"/>
                    </a:lnTo>
                    <a:cubicBezTo>
                      <a:pt x="2303" y="24459"/>
                      <a:pt x="2314" y="24453"/>
                      <a:pt x="2327" y="24453"/>
                    </a:cubicBezTo>
                    <a:cubicBezTo>
                      <a:pt x="2356" y="24453"/>
                      <a:pt x="2387" y="24486"/>
                      <a:pt x="2370" y="24515"/>
                    </a:cubicBezTo>
                    <a:cubicBezTo>
                      <a:pt x="2221" y="24830"/>
                      <a:pt x="2080" y="25136"/>
                      <a:pt x="1922" y="25443"/>
                    </a:cubicBezTo>
                    <a:cubicBezTo>
                      <a:pt x="1666" y="25940"/>
                      <a:pt x="1384" y="26429"/>
                      <a:pt x="1152" y="26934"/>
                    </a:cubicBezTo>
                    <a:cubicBezTo>
                      <a:pt x="1086" y="27075"/>
                      <a:pt x="1028" y="27216"/>
                      <a:pt x="970" y="27357"/>
                    </a:cubicBezTo>
                    <a:cubicBezTo>
                      <a:pt x="980" y="27344"/>
                      <a:pt x="995" y="27338"/>
                      <a:pt x="1009" y="27338"/>
                    </a:cubicBezTo>
                    <a:cubicBezTo>
                      <a:pt x="1040" y="27338"/>
                      <a:pt x="1069" y="27364"/>
                      <a:pt x="1052" y="27398"/>
                    </a:cubicBezTo>
                    <a:cubicBezTo>
                      <a:pt x="953" y="27622"/>
                      <a:pt x="862" y="27837"/>
                      <a:pt x="762" y="28061"/>
                    </a:cubicBezTo>
                    <a:cubicBezTo>
                      <a:pt x="729" y="28177"/>
                      <a:pt x="704" y="28301"/>
                      <a:pt x="680" y="28426"/>
                    </a:cubicBezTo>
                    <a:cubicBezTo>
                      <a:pt x="671" y="28450"/>
                      <a:pt x="651" y="28463"/>
                      <a:pt x="631" y="28463"/>
                    </a:cubicBezTo>
                    <a:cubicBezTo>
                      <a:pt x="611" y="28463"/>
                      <a:pt x="593" y="28450"/>
                      <a:pt x="588" y="28426"/>
                    </a:cubicBezTo>
                    <a:cubicBezTo>
                      <a:pt x="481" y="28666"/>
                      <a:pt x="365" y="28906"/>
                      <a:pt x="282" y="29155"/>
                    </a:cubicBezTo>
                    <a:cubicBezTo>
                      <a:pt x="182" y="29436"/>
                      <a:pt x="124" y="29735"/>
                      <a:pt x="66" y="30025"/>
                    </a:cubicBezTo>
                    <a:cubicBezTo>
                      <a:pt x="100" y="29975"/>
                      <a:pt x="124" y="29917"/>
                      <a:pt x="158" y="29859"/>
                    </a:cubicBezTo>
                    <a:cubicBezTo>
                      <a:pt x="166" y="29844"/>
                      <a:pt x="181" y="29838"/>
                      <a:pt x="196" y="29838"/>
                    </a:cubicBezTo>
                    <a:cubicBezTo>
                      <a:pt x="224" y="29838"/>
                      <a:pt x="251" y="29860"/>
                      <a:pt x="240" y="29892"/>
                    </a:cubicBezTo>
                    <a:cubicBezTo>
                      <a:pt x="66" y="30315"/>
                      <a:pt x="0" y="30795"/>
                      <a:pt x="0" y="31251"/>
                    </a:cubicBezTo>
                    <a:cubicBezTo>
                      <a:pt x="0" y="31483"/>
                      <a:pt x="17" y="31715"/>
                      <a:pt x="42" y="31947"/>
                    </a:cubicBezTo>
                    <a:cubicBezTo>
                      <a:pt x="42" y="31972"/>
                      <a:pt x="50" y="31997"/>
                      <a:pt x="50" y="32021"/>
                    </a:cubicBezTo>
                    <a:cubicBezTo>
                      <a:pt x="75" y="31905"/>
                      <a:pt x="100" y="31781"/>
                      <a:pt x="124" y="31665"/>
                    </a:cubicBezTo>
                    <a:cubicBezTo>
                      <a:pt x="132" y="31632"/>
                      <a:pt x="157" y="31617"/>
                      <a:pt x="182" y="31617"/>
                    </a:cubicBezTo>
                    <a:cubicBezTo>
                      <a:pt x="214" y="31617"/>
                      <a:pt x="245" y="31640"/>
                      <a:pt x="240" y="31682"/>
                    </a:cubicBezTo>
                    <a:cubicBezTo>
                      <a:pt x="166" y="32220"/>
                      <a:pt x="133" y="32775"/>
                      <a:pt x="149" y="33322"/>
                    </a:cubicBezTo>
                    <a:cubicBezTo>
                      <a:pt x="149" y="33587"/>
                      <a:pt x="166" y="33861"/>
                      <a:pt x="191" y="34126"/>
                    </a:cubicBezTo>
                    <a:cubicBezTo>
                      <a:pt x="199" y="34159"/>
                      <a:pt x="199" y="34192"/>
                      <a:pt x="207" y="34234"/>
                    </a:cubicBezTo>
                    <a:cubicBezTo>
                      <a:pt x="224" y="34234"/>
                      <a:pt x="249" y="34258"/>
                      <a:pt x="249" y="34292"/>
                    </a:cubicBezTo>
                    <a:cubicBezTo>
                      <a:pt x="249" y="34424"/>
                      <a:pt x="274" y="34565"/>
                      <a:pt x="298" y="34689"/>
                    </a:cubicBezTo>
                    <a:cubicBezTo>
                      <a:pt x="323" y="34814"/>
                      <a:pt x="356" y="34938"/>
                      <a:pt x="398" y="35062"/>
                    </a:cubicBezTo>
                    <a:cubicBezTo>
                      <a:pt x="423" y="35120"/>
                      <a:pt x="448" y="35186"/>
                      <a:pt x="472" y="35244"/>
                    </a:cubicBezTo>
                    <a:cubicBezTo>
                      <a:pt x="482" y="35238"/>
                      <a:pt x="493" y="35235"/>
                      <a:pt x="504" y="35235"/>
                    </a:cubicBezTo>
                    <a:cubicBezTo>
                      <a:pt x="521" y="35235"/>
                      <a:pt x="540" y="35242"/>
                      <a:pt x="555" y="35253"/>
                    </a:cubicBezTo>
                    <a:cubicBezTo>
                      <a:pt x="613" y="35327"/>
                      <a:pt x="680" y="35394"/>
                      <a:pt x="738" y="35468"/>
                    </a:cubicBezTo>
                    <a:cubicBezTo>
                      <a:pt x="796" y="35534"/>
                      <a:pt x="854" y="35592"/>
                      <a:pt x="895" y="35667"/>
                    </a:cubicBezTo>
                    <a:cubicBezTo>
                      <a:pt x="912" y="35700"/>
                      <a:pt x="936" y="35758"/>
                      <a:pt x="887" y="35775"/>
                    </a:cubicBezTo>
                    <a:cubicBezTo>
                      <a:pt x="882" y="35777"/>
                      <a:pt x="877" y="35778"/>
                      <a:pt x="872" y="35778"/>
                    </a:cubicBezTo>
                    <a:cubicBezTo>
                      <a:pt x="860" y="35778"/>
                      <a:pt x="849" y="35772"/>
                      <a:pt x="837" y="35766"/>
                    </a:cubicBezTo>
                    <a:lnTo>
                      <a:pt x="837" y="35766"/>
                    </a:lnTo>
                    <a:cubicBezTo>
                      <a:pt x="870" y="35816"/>
                      <a:pt x="912" y="35858"/>
                      <a:pt x="961" y="35899"/>
                    </a:cubicBezTo>
                    <a:cubicBezTo>
                      <a:pt x="1119" y="36056"/>
                      <a:pt x="1301" y="36197"/>
                      <a:pt x="1500" y="36313"/>
                    </a:cubicBezTo>
                    <a:cubicBezTo>
                      <a:pt x="1707" y="36438"/>
                      <a:pt x="1931" y="36545"/>
                      <a:pt x="2154" y="36628"/>
                    </a:cubicBezTo>
                    <a:cubicBezTo>
                      <a:pt x="2179" y="36636"/>
                      <a:pt x="2196" y="36636"/>
                      <a:pt x="2212" y="36645"/>
                    </a:cubicBezTo>
                    <a:cubicBezTo>
                      <a:pt x="2179" y="36605"/>
                      <a:pt x="2209" y="36550"/>
                      <a:pt x="2252" y="36550"/>
                    </a:cubicBezTo>
                    <a:cubicBezTo>
                      <a:pt x="2263" y="36550"/>
                      <a:pt x="2275" y="36553"/>
                      <a:pt x="2287" y="36562"/>
                    </a:cubicBezTo>
                    <a:cubicBezTo>
                      <a:pt x="2519" y="36711"/>
                      <a:pt x="2767" y="36835"/>
                      <a:pt x="3033" y="36910"/>
                    </a:cubicBezTo>
                    <a:cubicBezTo>
                      <a:pt x="3266" y="36975"/>
                      <a:pt x="3518" y="37002"/>
                      <a:pt x="3761" y="37002"/>
                    </a:cubicBezTo>
                    <a:cubicBezTo>
                      <a:pt x="3795" y="37002"/>
                      <a:pt x="3828" y="37002"/>
                      <a:pt x="3861" y="37001"/>
                    </a:cubicBezTo>
                    <a:cubicBezTo>
                      <a:pt x="3919" y="37001"/>
                      <a:pt x="3936" y="37084"/>
                      <a:pt x="3869" y="37100"/>
                    </a:cubicBezTo>
                    <a:cubicBezTo>
                      <a:pt x="3754" y="37121"/>
                      <a:pt x="3638" y="37136"/>
                      <a:pt x="3522" y="37136"/>
                    </a:cubicBezTo>
                    <a:cubicBezTo>
                      <a:pt x="3497" y="37136"/>
                      <a:pt x="3472" y="37135"/>
                      <a:pt x="3447" y="37134"/>
                    </a:cubicBezTo>
                    <a:cubicBezTo>
                      <a:pt x="3430" y="37142"/>
                      <a:pt x="3414" y="37150"/>
                      <a:pt x="3397" y="37158"/>
                    </a:cubicBezTo>
                    <a:cubicBezTo>
                      <a:pt x="3372" y="37167"/>
                      <a:pt x="3347" y="37167"/>
                      <a:pt x="3356" y="37183"/>
                    </a:cubicBezTo>
                    <a:cubicBezTo>
                      <a:pt x="3364" y="37200"/>
                      <a:pt x="3414" y="37225"/>
                      <a:pt x="3439" y="37233"/>
                    </a:cubicBezTo>
                    <a:cubicBezTo>
                      <a:pt x="3472" y="37258"/>
                      <a:pt x="3513" y="37274"/>
                      <a:pt x="3546" y="37299"/>
                    </a:cubicBezTo>
                    <a:cubicBezTo>
                      <a:pt x="3687" y="37366"/>
                      <a:pt x="3828" y="37432"/>
                      <a:pt x="3969" y="37490"/>
                    </a:cubicBezTo>
                    <a:cubicBezTo>
                      <a:pt x="4110" y="37548"/>
                      <a:pt x="4259" y="37598"/>
                      <a:pt x="4416" y="37647"/>
                    </a:cubicBezTo>
                    <a:cubicBezTo>
                      <a:pt x="4474" y="37664"/>
                      <a:pt x="4541" y="37680"/>
                      <a:pt x="4599" y="37697"/>
                    </a:cubicBezTo>
                    <a:cubicBezTo>
                      <a:pt x="4611" y="37685"/>
                      <a:pt x="4623" y="37677"/>
                      <a:pt x="4638" y="37677"/>
                    </a:cubicBezTo>
                    <a:cubicBezTo>
                      <a:pt x="4644" y="37677"/>
                      <a:pt x="4650" y="37678"/>
                      <a:pt x="4657" y="37680"/>
                    </a:cubicBezTo>
                    <a:cubicBezTo>
                      <a:pt x="5187" y="37854"/>
                      <a:pt x="5734" y="37979"/>
                      <a:pt x="6289" y="38037"/>
                    </a:cubicBezTo>
                    <a:cubicBezTo>
                      <a:pt x="6297" y="38012"/>
                      <a:pt x="6322" y="37995"/>
                      <a:pt x="6355" y="37995"/>
                    </a:cubicBezTo>
                    <a:cubicBezTo>
                      <a:pt x="6595" y="38028"/>
                      <a:pt x="6836" y="38070"/>
                      <a:pt x="7076" y="38120"/>
                    </a:cubicBezTo>
                    <a:cubicBezTo>
                      <a:pt x="7101" y="38128"/>
                      <a:pt x="7126" y="38128"/>
                      <a:pt x="7151" y="38136"/>
                    </a:cubicBezTo>
                    <a:cubicBezTo>
                      <a:pt x="7465" y="38178"/>
                      <a:pt x="7780" y="38211"/>
                      <a:pt x="8095" y="38219"/>
                    </a:cubicBezTo>
                    <a:cubicBezTo>
                      <a:pt x="8159" y="38219"/>
                      <a:pt x="8223" y="38220"/>
                      <a:pt x="8287" y="38220"/>
                    </a:cubicBezTo>
                    <a:cubicBezTo>
                      <a:pt x="8416" y="38220"/>
                      <a:pt x="8545" y="38216"/>
                      <a:pt x="8667" y="38194"/>
                    </a:cubicBezTo>
                    <a:cubicBezTo>
                      <a:pt x="8741" y="38178"/>
                      <a:pt x="8808" y="38161"/>
                      <a:pt x="8874" y="38128"/>
                    </a:cubicBezTo>
                    <a:cubicBezTo>
                      <a:pt x="8882" y="38120"/>
                      <a:pt x="8882" y="38111"/>
                      <a:pt x="8882" y="38103"/>
                    </a:cubicBezTo>
                    <a:cubicBezTo>
                      <a:pt x="8890" y="38095"/>
                      <a:pt x="8899" y="38086"/>
                      <a:pt x="8907" y="38078"/>
                    </a:cubicBezTo>
                    <a:cubicBezTo>
                      <a:pt x="8882" y="38078"/>
                      <a:pt x="8866" y="38070"/>
                      <a:pt x="8857" y="38045"/>
                    </a:cubicBezTo>
                    <a:cubicBezTo>
                      <a:pt x="8849" y="38020"/>
                      <a:pt x="8866" y="37995"/>
                      <a:pt x="8882" y="37987"/>
                    </a:cubicBezTo>
                    <a:cubicBezTo>
                      <a:pt x="8924" y="37962"/>
                      <a:pt x="8965" y="37946"/>
                      <a:pt x="9006" y="37937"/>
                    </a:cubicBezTo>
                    <a:cubicBezTo>
                      <a:pt x="9023" y="37904"/>
                      <a:pt x="9048" y="37871"/>
                      <a:pt x="9064" y="37846"/>
                    </a:cubicBezTo>
                    <a:lnTo>
                      <a:pt x="9081" y="37805"/>
                    </a:lnTo>
                    <a:cubicBezTo>
                      <a:pt x="9081" y="37796"/>
                      <a:pt x="9089" y="37788"/>
                      <a:pt x="9089" y="37788"/>
                    </a:cubicBezTo>
                    <a:cubicBezTo>
                      <a:pt x="9098" y="37772"/>
                      <a:pt x="9098" y="37763"/>
                      <a:pt x="9106" y="37747"/>
                    </a:cubicBezTo>
                    <a:lnTo>
                      <a:pt x="9106" y="37730"/>
                    </a:lnTo>
                    <a:cubicBezTo>
                      <a:pt x="9106" y="37722"/>
                      <a:pt x="9114" y="37705"/>
                      <a:pt x="9114" y="37697"/>
                    </a:cubicBezTo>
                    <a:lnTo>
                      <a:pt x="9114" y="37689"/>
                    </a:lnTo>
                    <a:cubicBezTo>
                      <a:pt x="9106" y="37664"/>
                      <a:pt x="9114" y="37639"/>
                      <a:pt x="9122" y="37614"/>
                    </a:cubicBezTo>
                    <a:cubicBezTo>
                      <a:pt x="9098" y="37589"/>
                      <a:pt x="9081" y="37564"/>
                      <a:pt x="9064" y="37531"/>
                    </a:cubicBezTo>
                    <a:cubicBezTo>
                      <a:pt x="9056" y="37531"/>
                      <a:pt x="9056" y="37531"/>
                      <a:pt x="9048" y="37523"/>
                    </a:cubicBezTo>
                    <a:cubicBezTo>
                      <a:pt x="9023" y="37515"/>
                      <a:pt x="9006" y="37515"/>
                      <a:pt x="8982" y="37506"/>
                    </a:cubicBezTo>
                    <a:cubicBezTo>
                      <a:pt x="8940" y="37500"/>
                      <a:pt x="8898" y="37496"/>
                      <a:pt x="8856" y="37496"/>
                    </a:cubicBezTo>
                    <a:cubicBezTo>
                      <a:pt x="8790" y="37496"/>
                      <a:pt x="8724" y="37506"/>
                      <a:pt x="8658" y="37531"/>
                    </a:cubicBezTo>
                    <a:cubicBezTo>
                      <a:pt x="8654" y="37533"/>
                      <a:pt x="8649" y="37534"/>
                      <a:pt x="8644" y="37534"/>
                    </a:cubicBezTo>
                    <a:cubicBezTo>
                      <a:pt x="8600" y="37534"/>
                      <a:pt x="8564" y="37470"/>
                      <a:pt x="8609" y="37440"/>
                    </a:cubicBezTo>
                    <a:cubicBezTo>
                      <a:pt x="8675" y="37399"/>
                      <a:pt x="8741" y="37366"/>
                      <a:pt x="8816" y="37349"/>
                    </a:cubicBezTo>
                    <a:cubicBezTo>
                      <a:pt x="8844" y="37342"/>
                      <a:pt x="8873" y="37339"/>
                      <a:pt x="8904" y="37339"/>
                    </a:cubicBezTo>
                    <a:cubicBezTo>
                      <a:pt x="8945" y="37339"/>
                      <a:pt x="8988" y="37344"/>
                      <a:pt x="9031" y="37349"/>
                    </a:cubicBezTo>
                    <a:cubicBezTo>
                      <a:pt x="9031" y="37332"/>
                      <a:pt x="9031" y="37316"/>
                      <a:pt x="9031" y="37299"/>
                    </a:cubicBezTo>
                    <a:cubicBezTo>
                      <a:pt x="9027" y="37302"/>
                      <a:pt x="9022" y="37304"/>
                      <a:pt x="9016" y="37304"/>
                    </a:cubicBezTo>
                    <a:cubicBezTo>
                      <a:pt x="8992" y="37304"/>
                      <a:pt x="8964" y="37277"/>
                      <a:pt x="8957" y="37250"/>
                    </a:cubicBezTo>
                    <a:cubicBezTo>
                      <a:pt x="8948" y="37192"/>
                      <a:pt x="8940" y="37142"/>
                      <a:pt x="8899" y="37092"/>
                    </a:cubicBezTo>
                    <a:cubicBezTo>
                      <a:pt x="8849" y="37051"/>
                      <a:pt x="8791" y="37026"/>
                      <a:pt x="8733" y="37026"/>
                    </a:cubicBezTo>
                    <a:cubicBezTo>
                      <a:pt x="8714" y="37024"/>
                      <a:pt x="8694" y="37023"/>
                      <a:pt x="8675" y="37023"/>
                    </a:cubicBezTo>
                    <a:cubicBezTo>
                      <a:pt x="8535" y="37023"/>
                      <a:pt x="8391" y="37069"/>
                      <a:pt x="8252" y="37084"/>
                    </a:cubicBezTo>
                    <a:cubicBezTo>
                      <a:pt x="8178" y="37084"/>
                      <a:pt x="8095" y="37092"/>
                      <a:pt x="8020" y="37092"/>
                    </a:cubicBezTo>
                    <a:cubicBezTo>
                      <a:pt x="8037" y="37109"/>
                      <a:pt x="8037" y="37125"/>
                      <a:pt x="8037" y="37142"/>
                    </a:cubicBezTo>
                    <a:cubicBezTo>
                      <a:pt x="8037" y="37169"/>
                      <a:pt x="8015" y="37196"/>
                      <a:pt x="7980" y="37196"/>
                    </a:cubicBezTo>
                    <a:cubicBezTo>
                      <a:pt x="7972" y="37196"/>
                      <a:pt x="7963" y="37195"/>
                      <a:pt x="7954" y="37192"/>
                    </a:cubicBezTo>
                    <a:cubicBezTo>
                      <a:pt x="7838" y="37158"/>
                      <a:pt x="7722" y="37109"/>
                      <a:pt x="7606" y="37042"/>
                    </a:cubicBezTo>
                    <a:cubicBezTo>
                      <a:pt x="7507" y="37026"/>
                      <a:pt x="7407" y="36993"/>
                      <a:pt x="7325" y="36943"/>
                    </a:cubicBezTo>
                    <a:cubicBezTo>
                      <a:pt x="7291" y="36926"/>
                      <a:pt x="7291" y="36885"/>
                      <a:pt x="7308" y="36868"/>
                    </a:cubicBezTo>
                    <a:cubicBezTo>
                      <a:pt x="7258" y="36835"/>
                      <a:pt x="7209" y="36802"/>
                      <a:pt x="7159" y="36769"/>
                    </a:cubicBezTo>
                    <a:cubicBezTo>
                      <a:pt x="7084" y="36719"/>
                      <a:pt x="7001" y="36670"/>
                      <a:pt x="6952" y="36595"/>
                    </a:cubicBezTo>
                    <a:cubicBezTo>
                      <a:pt x="6902" y="36520"/>
                      <a:pt x="6910" y="36421"/>
                      <a:pt x="6910" y="36330"/>
                    </a:cubicBezTo>
                    <a:cubicBezTo>
                      <a:pt x="6919" y="36230"/>
                      <a:pt x="6927" y="36131"/>
                      <a:pt x="6935" y="36032"/>
                    </a:cubicBezTo>
                    <a:cubicBezTo>
                      <a:pt x="6919" y="36007"/>
                      <a:pt x="6910" y="35982"/>
                      <a:pt x="6902" y="35949"/>
                    </a:cubicBezTo>
                    <a:cubicBezTo>
                      <a:pt x="6861" y="35858"/>
                      <a:pt x="6827" y="35750"/>
                      <a:pt x="6819" y="35650"/>
                    </a:cubicBezTo>
                    <a:cubicBezTo>
                      <a:pt x="6811" y="35576"/>
                      <a:pt x="6819" y="35501"/>
                      <a:pt x="6844" y="35427"/>
                    </a:cubicBezTo>
                    <a:lnTo>
                      <a:pt x="6844" y="35427"/>
                    </a:lnTo>
                    <a:cubicBezTo>
                      <a:pt x="6761" y="35501"/>
                      <a:pt x="6670" y="35568"/>
                      <a:pt x="6579" y="35626"/>
                    </a:cubicBezTo>
                    <a:cubicBezTo>
                      <a:pt x="6571" y="35630"/>
                      <a:pt x="6563" y="35632"/>
                      <a:pt x="6554" y="35632"/>
                    </a:cubicBezTo>
                    <a:cubicBezTo>
                      <a:pt x="6516" y="35632"/>
                      <a:pt x="6479" y="35593"/>
                      <a:pt x="6513" y="35559"/>
                    </a:cubicBezTo>
                    <a:cubicBezTo>
                      <a:pt x="6687" y="35352"/>
                      <a:pt x="6894" y="35178"/>
                      <a:pt x="7084" y="34988"/>
                    </a:cubicBezTo>
                    <a:cubicBezTo>
                      <a:pt x="7275" y="34789"/>
                      <a:pt x="7457" y="34590"/>
                      <a:pt x="7639" y="34383"/>
                    </a:cubicBezTo>
                    <a:cubicBezTo>
                      <a:pt x="7648" y="34369"/>
                      <a:pt x="7663" y="34363"/>
                      <a:pt x="7676" y="34363"/>
                    </a:cubicBezTo>
                    <a:cubicBezTo>
                      <a:pt x="7687" y="34363"/>
                      <a:pt x="7698" y="34367"/>
                      <a:pt x="7706" y="34374"/>
                    </a:cubicBezTo>
                    <a:cubicBezTo>
                      <a:pt x="7731" y="34341"/>
                      <a:pt x="7747" y="34308"/>
                      <a:pt x="7772" y="34275"/>
                    </a:cubicBezTo>
                    <a:cubicBezTo>
                      <a:pt x="7896" y="34101"/>
                      <a:pt x="8004" y="33910"/>
                      <a:pt x="8078" y="33703"/>
                    </a:cubicBezTo>
                    <a:cubicBezTo>
                      <a:pt x="8203" y="33380"/>
                      <a:pt x="8236" y="33016"/>
                      <a:pt x="8153" y="32676"/>
                    </a:cubicBezTo>
                    <a:lnTo>
                      <a:pt x="8153" y="32676"/>
                    </a:lnTo>
                    <a:cubicBezTo>
                      <a:pt x="8128" y="32850"/>
                      <a:pt x="8070" y="33024"/>
                      <a:pt x="7971" y="33148"/>
                    </a:cubicBezTo>
                    <a:cubicBezTo>
                      <a:pt x="7954" y="33165"/>
                      <a:pt x="7935" y="33172"/>
                      <a:pt x="7917" y="33172"/>
                    </a:cubicBezTo>
                    <a:cubicBezTo>
                      <a:pt x="7881" y="33172"/>
                      <a:pt x="7849" y="33143"/>
                      <a:pt x="7855" y="33099"/>
                    </a:cubicBezTo>
                    <a:cubicBezTo>
                      <a:pt x="7855" y="32949"/>
                      <a:pt x="7896" y="32809"/>
                      <a:pt x="7913" y="32659"/>
                    </a:cubicBezTo>
                    <a:cubicBezTo>
                      <a:pt x="7921" y="32510"/>
                      <a:pt x="7929" y="32361"/>
                      <a:pt x="7921" y="32212"/>
                    </a:cubicBezTo>
                    <a:cubicBezTo>
                      <a:pt x="7905" y="31914"/>
                      <a:pt x="7847" y="31615"/>
                      <a:pt x="7764" y="31334"/>
                    </a:cubicBezTo>
                    <a:cubicBezTo>
                      <a:pt x="7581" y="30745"/>
                      <a:pt x="7267" y="30223"/>
                      <a:pt x="6885" y="29751"/>
                    </a:cubicBezTo>
                    <a:cubicBezTo>
                      <a:pt x="6859" y="29718"/>
                      <a:pt x="6890" y="29675"/>
                      <a:pt x="6925" y="29675"/>
                    </a:cubicBezTo>
                    <a:cubicBezTo>
                      <a:pt x="6934" y="29675"/>
                      <a:pt x="6943" y="29678"/>
                      <a:pt x="6952" y="29685"/>
                    </a:cubicBezTo>
                    <a:cubicBezTo>
                      <a:pt x="7159" y="29875"/>
                      <a:pt x="7333" y="30099"/>
                      <a:pt x="7490" y="30331"/>
                    </a:cubicBezTo>
                    <a:cubicBezTo>
                      <a:pt x="7764" y="30745"/>
                      <a:pt x="7979" y="31218"/>
                      <a:pt x="8087" y="31698"/>
                    </a:cubicBezTo>
                    <a:cubicBezTo>
                      <a:pt x="8145" y="31922"/>
                      <a:pt x="8170" y="32154"/>
                      <a:pt x="8170" y="32378"/>
                    </a:cubicBezTo>
                    <a:cubicBezTo>
                      <a:pt x="8443" y="32784"/>
                      <a:pt x="8451" y="33289"/>
                      <a:pt x="8302" y="33736"/>
                    </a:cubicBezTo>
                    <a:cubicBezTo>
                      <a:pt x="8228" y="33968"/>
                      <a:pt x="8112" y="34192"/>
                      <a:pt x="7971" y="34391"/>
                    </a:cubicBezTo>
                    <a:cubicBezTo>
                      <a:pt x="7896" y="34490"/>
                      <a:pt x="7822" y="34582"/>
                      <a:pt x="7739" y="34673"/>
                    </a:cubicBezTo>
                    <a:cubicBezTo>
                      <a:pt x="7664" y="34756"/>
                      <a:pt x="7581" y="34838"/>
                      <a:pt x="7482" y="34888"/>
                    </a:cubicBezTo>
                    <a:cubicBezTo>
                      <a:pt x="7474" y="34891"/>
                      <a:pt x="7467" y="34893"/>
                      <a:pt x="7460" y="34893"/>
                    </a:cubicBezTo>
                    <a:cubicBezTo>
                      <a:pt x="7429" y="34893"/>
                      <a:pt x="7406" y="34866"/>
                      <a:pt x="7399" y="34838"/>
                    </a:cubicBezTo>
                    <a:cubicBezTo>
                      <a:pt x="7333" y="34921"/>
                      <a:pt x="7267" y="34996"/>
                      <a:pt x="7192" y="35079"/>
                    </a:cubicBezTo>
                    <a:cubicBezTo>
                      <a:pt x="7167" y="35104"/>
                      <a:pt x="7142" y="35128"/>
                      <a:pt x="7117" y="35153"/>
                    </a:cubicBezTo>
                    <a:cubicBezTo>
                      <a:pt x="7093" y="35228"/>
                      <a:pt x="7076" y="35302"/>
                      <a:pt x="7059" y="35377"/>
                    </a:cubicBezTo>
                    <a:cubicBezTo>
                      <a:pt x="7059" y="35385"/>
                      <a:pt x="7068" y="35394"/>
                      <a:pt x="7068" y="35402"/>
                    </a:cubicBezTo>
                    <a:cubicBezTo>
                      <a:pt x="7076" y="35576"/>
                      <a:pt x="7084" y="35742"/>
                      <a:pt x="7093" y="35907"/>
                    </a:cubicBezTo>
                    <a:cubicBezTo>
                      <a:pt x="7126" y="36007"/>
                      <a:pt x="7167" y="36098"/>
                      <a:pt x="7192" y="36197"/>
                    </a:cubicBezTo>
                    <a:cubicBezTo>
                      <a:pt x="7205" y="36243"/>
                      <a:pt x="7166" y="36269"/>
                      <a:pt x="7128" y="36269"/>
                    </a:cubicBezTo>
                    <a:cubicBezTo>
                      <a:pt x="7119" y="36269"/>
                      <a:pt x="7109" y="36267"/>
                      <a:pt x="7101" y="36264"/>
                    </a:cubicBezTo>
                    <a:lnTo>
                      <a:pt x="7101" y="36264"/>
                    </a:lnTo>
                    <a:cubicBezTo>
                      <a:pt x="7101" y="36338"/>
                      <a:pt x="7093" y="36429"/>
                      <a:pt x="7134" y="36479"/>
                    </a:cubicBezTo>
                    <a:cubicBezTo>
                      <a:pt x="7184" y="36545"/>
                      <a:pt x="7283" y="36587"/>
                      <a:pt x="7358" y="36628"/>
                    </a:cubicBezTo>
                    <a:cubicBezTo>
                      <a:pt x="7432" y="36678"/>
                      <a:pt x="7507" y="36728"/>
                      <a:pt x="7581" y="36769"/>
                    </a:cubicBezTo>
                    <a:cubicBezTo>
                      <a:pt x="7656" y="36819"/>
                      <a:pt x="7722" y="36860"/>
                      <a:pt x="7797" y="36910"/>
                    </a:cubicBezTo>
                    <a:cubicBezTo>
                      <a:pt x="7847" y="36910"/>
                      <a:pt x="7888" y="36918"/>
                      <a:pt x="7938" y="36918"/>
                    </a:cubicBezTo>
                    <a:cubicBezTo>
                      <a:pt x="7963" y="36919"/>
                      <a:pt x="7988" y="36920"/>
                      <a:pt x="8013" y="36920"/>
                    </a:cubicBezTo>
                    <a:cubicBezTo>
                      <a:pt x="8178" y="36920"/>
                      <a:pt x="8343" y="36897"/>
                      <a:pt x="8501" y="36868"/>
                    </a:cubicBezTo>
                    <a:cubicBezTo>
                      <a:pt x="8569" y="36855"/>
                      <a:pt x="8641" y="36844"/>
                      <a:pt x="8712" y="36844"/>
                    </a:cubicBezTo>
                    <a:cubicBezTo>
                      <a:pt x="8813" y="36844"/>
                      <a:pt x="8912" y="36866"/>
                      <a:pt x="8990" y="36935"/>
                    </a:cubicBezTo>
                    <a:cubicBezTo>
                      <a:pt x="9031" y="36968"/>
                      <a:pt x="9064" y="37009"/>
                      <a:pt x="9089" y="37059"/>
                    </a:cubicBezTo>
                    <a:cubicBezTo>
                      <a:pt x="9106" y="37001"/>
                      <a:pt x="9114" y="36943"/>
                      <a:pt x="9131" y="36885"/>
                    </a:cubicBezTo>
                    <a:cubicBezTo>
                      <a:pt x="9172" y="36661"/>
                      <a:pt x="9205" y="36446"/>
                      <a:pt x="9230" y="36222"/>
                    </a:cubicBezTo>
                    <a:cubicBezTo>
                      <a:pt x="9197" y="36090"/>
                      <a:pt x="9222" y="35940"/>
                      <a:pt x="9230" y="35808"/>
                    </a:cubicBezTo>
                    <a:cubicBezTo>
                      <a:pt x="9238" y="35667"/>
                      <a:pt x="9247" y="35518"/>
                      <a:pt x="9238" y="35377"/>
                    </a:cubicBezTo>
                    <a:cubicBezTo>
                      <a:pt x="9238" y="35120"/>
                      <a:pt x="9222" y="34872"/>
                      <a:pt x="9180" y="34623"/>
                    </a:cubicBezTo>
                    <a:cubicBezTo>
                      <a:pt x="9172" y="34756"/>
                      <a:pt x="9164" y="34888"/>
                      <a:pt x="9164" y="35021"/>
                    </a:cubicBezTo>
                    <a:cubicBezTo>
                      <a:pt x="9156" y="35178"/>
                      <a:pt x="9180" y="35344"/>
                      <a:pt x="9131" y="35493"/>
                    </a:cubicBezTo>
                    <a:cubicBezTo>
                      <a:pt x="9126" y="35512"/>
                      <a:pt x="9106" y="35522"/>
                      <a:pt x="9086" y="35522"/>
                    </a:cubicBezTo>
                    <a:cubicBezTo>
                      <a:pt x="9070" y="35522"/>
                      <a:pt x="9055" y="35516"/>
                      <a:pt x="9048" y="35501"/>
                    </a:cubicBezTo>
                    <a:cubicBezTo>
                      <a:pt x="8965" y="35377"/>
                      <a:pt x="8957" y="35203"/>
                      <a:pt x="8965" y="35054"/>
                    </a:cubicBezTo>
                    <a:cubicBezTo>
                      <a:pt x="8965" y="34913"/>
                      <a:pt x="8982" y="34772"/>
                      <a:pt x="8990" y="34631"/>
                    </a:cubicBezTo>
                    <a:cubicBezTo>
                      <a:pt x="8973" y="34631"/>
                      <a:pt x="8965" y="34623"/>
                      <a:pt x="8957" y="34606"/>
                    </a:cubicBezTo>
                    <a:cubicBezTo>
                      <a:pt x="8924" y="34515"/>
                      <a:pt x="8932" y="34416"/>
                      <a:pt x="8932" y="34325"/>
                    </a:cubicBezTo>
                    <a:cubicBezTo>
                      <a:pt x="8932" y="34225"/>
                      <a:pt x="8924" y="34134"/>
                      <a:pt x="8924" y="34035"/>
                    </a:cubicBezTo>
                    <a:cubicBezTo>
                      <a:pt x="8924" y="33844"/>
                      <a:pt x="8915" y="33654"/>
                      <a:pt x="8899" y="33463"/>
                    </a:cubicBezTo>
                    <a:cubicBezTo>
                      <a:pt x="8882" y="33314"/>
                      <a:pt x="8866" y="33173"/>
                      <a:pt x="8849" y="33024"/>
                    </a:cubicBezTo>
                    <a:cubicBezTo>
                      <a:pt x="8837" y="33036"/>
                      <a:pt x="8820" y="33043"/>
                      <a:pt x="8805" y="33043"/>
                    </a:cubicBezTo>
                    <a:cubicBezTo>
                      <a:pt x="8789" y="33043"/>
                      <a:pt x="8774" y="33036"/>
                      <a:pt x="8766" y="33024"/>
                    </a:cubicBezTo>
                    <a:cubicBezTo>
                      <a:pt x="8675" y="32925"/>
                      <a:pt x="8650" y="32775"/>
                      <a:pt x="8625" y="32643"/>
                    </a:cubicBezTo>
                    <a:cubicBezTo>
                      <a:pt x="8609" y="32519"/>
                      <a:pt x="8592" y="32386"/>
                      <a:pt x="8576" y="32253"/>
                    </a:cubicBezTo>
                    <a:cubicBezTo>
                      <a:pt x="8564" y="32261"/>
                      <a:pt x="8553" y="32265"/>
                      <a:pt x="8543" y="32265"/>
                    </a:cubicBezTo>
                    <a:cubicBezTo>
                      <a:pt x="8530" y="32265"/>
                      <a:pt x="8518" y="32259"/>
                      <a:pt x="8509" y="32245"/>
                    </a:cubicBezTo>
                    <a:cubicBezTo>
                      <a:pt x="8451" y="32171"/>
                      <a:pt x="8435" y="32071"/>
                      <a:pt x="8426" y="31988"/>
                    </a:cubicBezTo>
                    <a:cubicBezTo>
                      <a:pt x="8410" y="31889"/>
                      <a:pt x="8402" y="31789"/>
                      <a:pt x="8385" y="31698"/>
                    </a:cubicBezTo>
                    <a:cubicBezTo>
                      <a:pt x="8360" y="31508"/>
                      <a:pt x="8335" y="31317"/>
                      <a:pt x="8327" y="31127"/>
                    </a:cubicBezTo>
                    <a:cubicBezTo>
                      <a:pt x="8319" y="31069"/>
                      <a:pt x="8319" y="31002"/>
                      <a:pt x="8319" y="30944"/>
                    </a:cubicBezTo>
                    <a:cubicBezTo>
                      <a:pt x="8310" y="30936"/>
                      <a:pt x="8294" y="30928"/>
                      <a:pt x="8286" y="30911"/>
                    </a:cubicBezTo>
                    <a:cubicBezTo>
                      <a:pt x="8219" y="30770"/>
                      <a:pt x="8228" y="30596"/>
                      <a:pt x="8219" y="30447"/>
                    </a:cubicBezTo>
                    <a:cubicBezTo>
                      <a:pt x="8211" y="30298"/>
                      <a:pt x="8203" y="30157"/>
                      <a:pt x="8203" y="30008"/>
                    </a:cubicBezTo>
                    <a:cubicBezTo>
                      <a:pt x="8203" y="29693"/>
                      <a:pt x="8228" y="29395"/>
                      <a:pt x="8269" y="29088"/>
                    </a:cubicBezTo>
                    <a:cubicBezTo>
                      <a:pt x="8277" y="29058"/>
                      <a:pt x="8297" y="29045"/>
                      <a:pt x="8318" y="29045"/>
                    </a:cubicBezTo>
                    <a:cubicBezTo>
                      <a:pt x="8343" y="29045"/>
                      <a:pt x="8368" y="29065"/>
                      <a:pt x="8368" y="29097"/>
                    </a:cubicBezTo>
                    <a:cubicBezTo>
                      <a:pt x="8368" y="29403"/>
                      <a:pt x="8368" y="29701"/>
                      <a:pt x="8377" y="30008"/>
                    </a:cubicBezTo>
                    <a:cubicBezTo>
                      <a:pt x="8377" y="30149"/>
                      <a:pt x="8385" y="30290"/>
                      <a:pt x="8393" y="30422"/>
                    </a:cubicBezTo>
                    <a:cubicBezTo>
                      <a:pt x="8418" y="30298"/>
                      <a:pt x="8451" y="30157"/>
                      <a:pt x="8509" y="30041"/>
                    </a:cubicBezTo>
                    <a:cubicBezTo>
                      <a:pt x="8517" y="30022"/>
                      <a:pt x="8537" y="30012"/>
                      <a:pt x="8557" y="30012"/>
                    </a:cubicBezTo>
                    <a:cubicBezTo>
                      <a:pt x="8580" y="30012"/>
                      <a:pt x="8604" y="30026"/>
                      <a:pt x="8609" y="30058"/>
                    </a:cubicBezTo>
                    <a:cubicBezTo>
                      <a:pt x="8617" y="30232"/>
                      <a:pt x="8576" y="30414"/>
                      <a:pt x="8551" y="30588"/>
                    </a:cubicBezTo>
                    <a:cubicBezTo>
                      <a:pt x="8526" y="30770"/>
                      <a:pt x="8509" y="30953"/>
                      <a:pt x="8526" y="31135"/>
                    </a:cubicBezTo>
                    <a:cubicBezTo>
                      <a:pt x="8542" y="31267"/>
                      <a:pt x="8559" y="31400"/>
                      <a:pt x="8576" y="31533"/>
                    </a:cubicBezTo>
                    <a:cubicBezTo>
                      <a:pt x="8576" y="31508"/>
                      <a:pt x="8576" y="31475"/>
                      <a:pt x="8576" y="31450"/>
                    </a:cubicBezTo>
                    <a:cubicBezTo>
                      <a:pt x="8580" y="31425"/>
                      <a:pt x="8603" y="31412"/>
                      <a:pt x="8624" y="31412"/>
                    </a:cubicBezTo>
                    <a:cubicBezTo>
                      <a:pt x="8646" y="31412"/>
                      <a:pt x="8667" y="31425"/>
                      <a:pt x="8667" y="31450"/>
                    </a:cubicBezTo>
                    <a:cubicBezTo>
                      <a:pt x="8692" y="31715"/>
                      <a:pt x="8741" y="31980"/>
                      <a:pt x="8774" y="32245"/>
                    </a:cubicBezTo>
                    <a:cubicBezTo>
                      <a:pt x="8783" y="32311"/>
                      <a:pt x="8799" y="32378"/>
                      <a:pt x="8808" y="32444"/>
                    </a:cubicBezTo>
                    <a:cubicBezTo>
                      <a:pt x="8808" y="32419"/>
                      <a:pt x="8816" y="32394"/>
                      <a:pt x="8816" y="32361"/>
                    </a:cubicBezTo>
                    <a:cubicBezTo>
                      <a:pt x="8823" y="32339"/>
                      <a:pt x="8842" y="32328"/>
                      <a:pt x="8860" y="32328"/>
                    </a:cubicBezTo>
                    <a:cubicBezTo>
                      <a:pt x="8884" y="32328"/>
                      <a:pt x="8907" y="32345"/>
                      <a:pt x="8907" y="32378"/>
                    </a:cubicBezTo>
                    <a:cubicBezTo>
                      <a:pt x="8890" y="32568"/>
                      <a:pt x="8957" y="32751"/>
                      <a:pt x="8998" y="32933"/>
                    </a:cubicBezTo>
                    <a:cubicBezTo>
                      <a:pt x="9040" y="33115"/>
                      <a:pt x="9064" y="33297"/>
                      <a:pt x="9081" y="33488"/>
                    </a:cubicBezTo>
                    <a:cubicBezTo>
                      <a:pt x="9089" y="33587"/>
                      <a:pt x="9098" y="33678"/>
                      <a:pt x="9106" y="33778"/>
                    </a:cubicBezTo>
                    <a:lnTo>
                      <a:pt x="9131" y="33538"/>
                    </a:lnTo>
                    <a:cubicBezTo>
                      <a:pt x="9134" y="33504"/>
                      <a:pt x="9159" y="33489"/>
                      <a:pt x="9185" y="33489"/>
                    </a:cubicBezTo>
                    <a:cubicBezTo>
                      <a:pt x="9218" y="33489"/>
                      <a:pt x="9251" y="33513"/>
                      <a:pt x="9247" y="33554"/>
                    </a:cubicBezTo>
                    <a:cubicBezTo>
                      <a:pt x="9230" y="33844"/>
                      <a:pt x="9214" y="34134"/>
                      <a:pt x="9189" y="34424"/>
                    </a:cubicBezTo>
                    <a:cubicBezTo>
                      <a:pt x="9197" y="34422"/>
                      <a:pt x="9204" y="34421"/>
                      <a:pt x="9212" y="34421"/>
                    </a:cubicBezTo>
                    <a:cubicBezTo>
                      <a:pt x="9236" y="34421"/>
                      <a:pt x="9257" y="34432"/>
                      <a:pt x="9263" y="34457"/>
                    </a:cubicBezTo>
                    <a:cubicBezTo>
                      <a:pt x="9346" y="34756"/>
                      <a:pt x="9412" y="35054"/>
                      <a:pt x="9437" y="35360"/>
                    </a:cubicBezTo>
                    <a:cubicBezTo>
                      <a:pt x="9454" y="35518"/>
                      <a:pt x="9454" y="35684"/>
                      <a:pt x="9446" y="35841"/>
                    </a:cubicBezTo>
                    <a:cubicBezTo>
                      <a:pt x="9446" y="35932"/>
                      <a:pt x="9437" y="36048"/>
                      <a:pt x="9404" y="36148"/>
                    </a:cubicBezTo>
                    <a:cubicBezTo>
                      <a:pt x="9396" y="36380"/>
                      <a:pt x="9379" y="36612"/>
                      <a:pt x="9346" y="36844"/>
                    </a:cubicBezTo>
                    <a:cubicBezTo>
                      <a:pt x="9330" y="36951"/>
                      <a:pt x="9313" y="37051"/>
                      <a:pt x="9288" y="37150"/>
                    </a:cubicBezTo>
                    <a:cubicBezTo>
                      <a:pt x="9272" y="37225"/>
                      <a:pt x="9238" y="37324"/>
                      <a:pt x="9255" y="37399"/>
                    </a:cubicBezTo>
                    <a:cubicBezTo>
                      <a:pt x="9255" y="37407"/>
                      <a:pt x="9263" y="37424"/>
                      <a:pt x="9263" y="37432"/>
                    </a:cubicBezTo>
                    <a:cubicBezTo>
                      <a:pt x="9272" y="37440"/>
                      <a:pt x="9272" y="37440"/>
                      <a:pt x="9272" y="37440"/>
                    </a:cubicBezTo>
                    <a:cubicBezTo>
                      <a:pt x="9272" y="37424"/>
                      <a:pt x="9272" y="37415"/>
                      <a:pt x="9272" y="37399"/>
                    </a:cubicBezTo>
                    <a:cubicBezTo>
                      <a:pt x="9276" y="37370"/>
                      <a:pt x="9302" y="37356"/>
                      <a:pt x="9329" y="37356"/>
                    </a:cubicBezTo>
                    <a:cubicBezTo>
                      <a:pt x="9349" y="37356"/>
                      <a:pt x="9369" y="37364"/>
                      <a:pt x="9379" y="37382"/>
                    </a:cubicBezTo>
                    <a:cubicBezTo>
                      <a:pt x="9454" y="37564"/>
                      <a:pt x="9462" y="37772"/>
                      <a:pt x="9454" y="37962"/>
                    </a:cubicBezTo>
                    <a:cubicBezTo>
                      <a:pt x="9454" y="38153"/>
                      <a:pt x="9404" y="38343"/>
                      <a:pt x="9454" y="38526"/>
                    </a:cubicBezTo>
                    <a:cubicBezTo>
                      <a:pt x="9495" y="38699"/>
                      <a:pt x="9644" y="38791"/>
                      <a:pt x="9794" y="38873"/>
                    </a:cubicBezTo>
                    <a:cubicBezTo>
                      <a:pt x="9885" y="38923"/>
                      <a:pt x="9968" y="38973"/>
                      <a:pt x="10050" y="39023"/>
                    </a:cubicBezTo>
                    <a:cubicBezTo>
                      <a:pt x="10092" y="39047"/>
                      <a:pt x="10133" y="39072"/>
                      <a:pt x="10175" y="39105"/>
                    </a:cubicBezTo>
                    <a:cubicBezTo>
                      <a:pt x="10183" y="39097"/>
                      <a:pt x="10191" y="39097"/>
                      <a:pt x="10208" y="39097"/>
                    </a:cubicBezTo>
                    <a:cubicBezTo>
                      <a:pt x="10490" y="39130"/>
                      <a:pt x="10771" y="39205"/>
                      <a:pt x="11036" y="39304"/>
                    </a:cubicBezTo>
                    <a:cubicBezTo>
                      <a:pt x="11161" y="39346"/>
                      <a:pt x="11285" y="39404"/>
                      <a:pt x="11418" y="39445"/>
                    </a:cubicBezTo>
                    <a:cubicBezTo>
                      <a:pt x="11476" y="39470"/>
                      <a:pt x="11542" y="39487"/>
                      <a:pt x="11608" y="39503"/>
                    </a:cubicBezTo>
                    <a:lnTo>
                      <a:pt x="11608" y="39487"/>
                    </a:lnTo>
                    <a:cubicBezTo>
                      <a:pt x="11600" y="39371"/>
                      <a:pt x="11558" y="39246"/>
                      <a:pt x="11500" y="39139"/>
                    </a:cubicBezTo>
                    <a:cubicBezTo>
                      <a:pt x="11434" y="39023"/>
                      <a:pt x="11343" y="38923"/>
                      <a:pt x="11351" y="38782"/>
                    </a:cubicBezTo>
                    <a:cubicBezTo>
                      <a:pt x="11351" y="38741"/>
                      <a:pt x="11384" y="38720"/>
                      <a:pt x="11419" y="38720"/>
                    </a:cubicBezTo>
                    <a:cubicBezTo>
                      <a:pt x="11453" y="38720"/>
                      <a:pt x="11488" y="38741"/>
                      <a:pt x="11492" y="38782"/>
                    </a:cubicBezTo>
                    <a:cubicBezTo>
                      <a:pt x="11492" y="38857"/>
                      <a:pt x="11550" y="38907"/>
                      <a:pt x="11592" y="38956"/>
                    </a:cubicBezTo>
                    <a:cubicBezTo>
                      <a:pt x="11650" y="39014"/>
                      <a:pt x="11699" y="39072"/>
                      <a:pt x="11732" y="39139"/>
                    </a:cubicBezTo>
                    <a:cubicBezTo>
                      <a:pt x="11799" y="39255"/>
                      <a:pt x="11840" y="39395"/>
                      <a:pt x="11848" y="39528"/>
                    </a:cubicBezTo>
                    <a:lnTo>
                      <a:pt x="11857" y="39528"/>
                    </a:lnTo>
                    <a:cubicBezTo>
                      <a:pt x="11931" y="39520"/>
                      <a:pt x="12006" y="39511"/>
                      <a:pt x="12080" y="39503"/>
                    </a:cubicBezTo>
                    <a:cubicBezTo>
                      <a:pt x="12147" y="39487"/>
                      <a:pt x="12221" y="39478"/>
                      <a:pt x="12296" y="39470"/>
                    </a:cubicBezTo>
                    <a:cubicBezTo>
                      <a:pt x="12304" y="39470"/>
                      <a:pt x="12321" y="39462"/>
                      <a:pt x="12329" y="39462"/>
                    </a:cubicBezTo>
                    <a:lnTo>
                      <a:pt x="12337" y="39462"/>
                    </a:lnTo>
                    <a:lnTo>
                      <a:pt x="12362" y="39445"/>
                    </a:lnTo>
                    <a:lnTo>
                      <a:pt x="12370" y="39445"/>
                    </a:lnTo>
                    <a:cubicBezTo>
                      <a:pt x="12379" y="39437"/>
                      <a:pt x="12379" y="39437"/>
                      <a:pt x="12387" y="39429"/>
                    </a:cubicBezTo>
                    <a:cubicBezTo>
                      <a:pt x="12387" y="39379"/>
                      <a:pt x="12412" y="39321"/>
                      <a:pt x="12428" y="39279"/>
                    </a:cubicBezTo>
                    <a:cubicBezTo>
                      <a:pt x="12453" y="39213"/>
                      <a:pt x="12478" y="39155"/>
                      <a:pt x="12470" y="39089"/>
                    </a:cubicBezTo>
                    <a:cubicBezTo>
                      <a:pt x="12462" y="38998"/>
                      <a:pt x="12412" y="38923"/>
                      <a:pt x="12337" y="38857"/>
                    </a:cubicBezTo>
                    <a:cubicBezTo>
                      <a:pt x="12180" y="38699"/>
                      <a:pt x="11981" y="38567"/>
                      <a:pt x="11948" y="38327"/>
                    </a:cubicBezTo>
                    <a:cubicBezTo>
                      <a:pt x="11943" y="38277"/>
                      <a:pt x="11981" y="38249"/>
                      <a:pt x="12020" y="38249"/>
                    </a:cubicBezTo>
                    <a:cubicBezTo>
                      <a:pt x="12052" y="38249"/>
                      <a:pt x="12086" y="38269"/>
                      <a:pt x="12097" y="38310"/>
                    </a:cubicBezTo>
                    <a:cubicBezTo>
                      <a:pt x="12122" y="38410"/>
                      <a:pt x="12221" y="38484"/>
                      <a:pt x="12296" y="38542"/>
                    </a:cubicBezTo>
                    <a:cubicBezTo>
                      <a:pt x="12379" y="38600"/>
                      <a:pt x="12462" y="38658"/>
                      <a:pt x="12528" y="38724"/>
                    </a:cubicBezTo>
                    <a:cubicBezTo>
                      <a:pt x="12536" y="38691"/>
                      <a:pt x="12536" y="38666"/>
                      <a:pt x="12536" y="38633"/>
                    </a:cubicBezTo>
                    <a:cubicBezTo>
                      <a:pt x="12536" y="38534"/>
                      <a:pt x="12486" y="38468"/>
                      <a:pt x="12428" y="38393"/>
                    </a:cubicBezTo>
                    <a:cubicBezTo>
                      <a:pt x="12362" y="38318"/>
                      <a:pt x="12288" y="38252"/>
                      <a:pt x="12230" y="38169"/>
                    </a:cubicBezTo>
                    <a:cubicBezTo>
                      <a:pt x="12230" y="38161"/>
                      <a:pt x="12221" y="38153"/>
                      <a:pt x="12213" y="38136"/>
                    </a:cubicBezTo>
                    <a:cubicBezTo>
                      <a:pt x="12196" y="38120"/>
                      <a:pt x="12180" y="38111"/>
                      <a:pt x="12163" y="38095"/>
                    </a:cubicBezTo>
                    <a:cubicBezTo>
                      <a:pt x="12072" y="38012"/>
                      <a:pt x="11981" y="37937"/>
                      <a:pt x="11890" y="37863"/>
                    </a:cubicBezTo>
                    <a:cubicBezTo>
                      <a:pt x="11815" y="37788"/>
                      <a:pt x="11732" y="37714"/>
                      <a:pt x="11683" y="37631"/>
                    </a:cubicBezTo>
                    <a:cubicBezTo>
                      <a:pt x="11625" y="37540"/>
                      <a:pt x="11592" y="37440"/>
                      <a:pt x="11558" y="37332"/>
                    </a:cubicBezTo>
                    <a:cubicBezTo>
                      <a:pt x="11492" y="37100"/>
                      <a:pt x="11418" y="36860"/>
                      <a:pt x="11360" y="36620"/>
                    </a:cubicBezTo>
                    <a:cubicBezTo>
                      <a:pt x="11310" y="36396"/>
                      <a:pt x="11277" y="36164"/>
                      <a:pt x="11268" y="35932"/>
                    </a:cubicBezTo>
                    <a:cubicBezTo>
                      <a:pt x="11252" y="35874"/>
                      <a:pt x="11244" y="35816"/>
                      <a:pt x="11235" y="35766"/>
                    </a:cubicBezTo>
                    <a:cubicBezTo>
                      <a:pt x="11194" y="35510"/>
                      <a:pt x="11152" y="35244"/>
                      <a:pt x="11128" y="34988"/>
                    </a:cubicBezTo>
                    <a:cubicBezTo>
                      <a:pt x="11094" y="34722"/>
                      <a:pt x="11070" y="34457"/>
                      <a:pt x="11053" y="34192"/>
                    </a:cubicBezTo>
                    <a:cubicBezTo>
                      <a:pt x="11028" y="33927"/>
                      <a:pt x="11028" y="33662"/>
                      <a:pt x="11028" y="33397"/>
                    </a:cubicBezTo>
                    <a:cubicBezTo>
                      <a:pt x="11028" y="33364"/>
                      <a:pt x="11051" y="33348"/>
                      <a:pt x="11073" y="33348"/>
                    </a:cubicBezTo>
                    <a:cubicBezTo>
                      <a:pt x="11091" y="33348"/>
                      <a:pt x="11107" y="33358"/>
                      <a:pt x="11111" y="33380"/>
                    </a:cubicBezTo>
                    <a:cubicBezTo>
                      <a:pt x="11136" y="33654"/>
                      <a:pt x="11177" y="33919"/>
                      <a:pt x="11210" y="34192"/>
                    </a:cubicBezTo>
                    <a:cubicBezTo>
                      <a:pt x="11244" y="34449"/>
                      <a:pt x="11277" y="34706"/>
                      <a:pt x="11310" y="34963"/>
                    </a:cubicBezTo>
                    <a:cubicBezTo>
                      <a:pt x="11335" y="35112"/>
                      <a:pt x="11360" y="35261"/>
                      <a:pt x="11384" y="35410"/>
                    </a:cubicBezTo>
                    <a:cubicBezTo>
                      <a:pt x="11409" y="35394"/>
                      <a:pt x="11426" y="35377"/>
                      <a:pt x="11451" y="35352"/>
                    </a:cubicBezTo>
                    <a:cubicBezTo>
                      <a:pt x="11542" y="35269"/>
                      <a:pt x="11625" y="35170"/>
                      <a:pt x="11699" y="35062"/>
                    </a:cubicBezTo>
                    <a:cubicBezTo>
                      <a:pt x="11815" y="34872"/>
                      <a:pt x="11898" y="34648"/>
                      <a:pt x="11915" y="34416"/>
                    </a:cubicBezTo>
                    <a:lnTo>
                      <a:pt x="11915" y="34416"/>
                    </a:lnTo>
                    <a:cubicBezTo>
                      <a:pt x="11848" y="34515"/>
                      <a:pt x="11782" y="34615"/>
                      <a:pt x="11708" y="34698"/>
                    </a:cubicBezTo>
                    <a:cubicBezTo>
                      <a:pt x="11695" y="34710"/>
                      <a:pt x="11678" y="34716"/>
                      <a:pt x="11662" y="34716"/>
                    </a:cubicBezTo>
                    <a:cubicBezTo>
                      <a:pt x="11625" y="34716"/>
                      <a:pt x="11591" y="34688"/>
                      <a:pt x="11608" y="34648"/>
                    </a:cubicBezTo>
                    <a:cubicBezTo>
                      <a:pt x="11749" y="34325"/>
                      <a:pt x="11931" y="34026"/>
                      <a:pt x="12072" y="33712"/>
                    </a:cubicBezTo>
                    <a:cubicBezTo>
                      <a:pt x="12147" y="33554"/>
                      <a:pt x="12213" y="33397"/>
                      <a:pt x="12271" y="33231"/>
                    </a:cubicBezTo>
                    <a:lnTo>
                      <a:pt x="12271" y="33231"/>
                    </a:lnTo>
                    <a:cubicBezTo>
                      <a:pt x="12089" y="33422"/>
                      <a:pt x="11890" y="33587"/>
                      <a:pt x="11683" y="33761"/>
                    </a:cubicBezTo>
                    <a:cubicBezTo>
                      <a:pt x="11673" y="33771"/>
                      <a:pt x="11662" y="33776"/>
                      <a:pt x="11651" y="33776"/>
                    </a:cubicBezTo>
                    <a:cubicBezTo>
                      <a:pt x="11611" y="33776"/>
                      <a:pt x="11577" y="33710"/>
                      <a:pt x="11616" y="33670"/>
                    </a:cubicBezTo>
                    <a:cubicBezTo>
                      <a:pt x="11848" y="33447"/>
                      <a:pt x="12089" y="33215"/>
                      <a:pt x="12288" y="32966"/>
                    </a:cubicBezTo>
                    <a:cubicBezTo>
                      <a:pt x="12627" y="32535"/>
                      <a:pt x="12826" y="32021"/>
                      <a:pt x="12917" y="31483"/>
                    </a:cubicBezTo>
                    <a:cubicBezTo>
                      <a:pt x="12967" y="31218"/>
                      <a:pt x="12984" y="30944"/>
                      <a:pt x="12992" y="30679"/>
                    </a:cubicBezTo>
                    <a:cubicBezTo>
                      <a:pt x="12959" y="30257"/>
                      <a:pt x="12975" y="29834"/>
                      <a:pt x="12942" y="29411"/>
                    </a:cubicBezTo>
                    <a:cubicBezTo>
                      <a:pt x="12917" y="29113"/>
                      <a:pt x="12876" y="28815"/>
                      <a:pt x="12818" y="28517"/>
                    </a:cubicBezTo>
                    <a:cubicBezTo>
                      <a:pt x="12768" y="28218"/>
                      <a:pt x="12685" y="27912"/>
                      <a:pt x="12685" y="27605"/>
                    </a:cubicBezTo>
                    <a:cubicBezTo>
                      <a:pt x="12685" y="27583"/>
                      <a:pt x="12706" y="27573"/>
                      <a:pt x="12728" y="27573"/>
                    </a:cubicBezTo>
                    <a:cubicBezTo>
                      <a:pt x="12748" y="27573"/>
                      <a:pt x="12769" y="27581"/>
                      <a:pt x="12776" y="27597"/>
                    </a:cubicBezTo>
                    <a:cubicBezTo>
                      <a:pt x="12843" y="27738"/>
                      <a:pt x="12884" y="27895"/>
                      <a:pt x="12917" y="28044"/>
                    </a:cubicBezTo>
                    <a:cubicBezTo>
                      <a:pt x="12959" y="28194"/>
                      <a:pt x="12992" y="28343"/>
                      <a:pt x="13017" y="28492"/>
                    </a:cubicBezTo>
                    <a:cubicBezTo>
                      <a:pt x="13075" y="28782"/>
                      <a:pt x="13116" y="29088"/>
                      <a:pt x="13133" y="29387"/>
                    </a:cubicBezTo>
                    <a:cubicBezTo>
                      <a:pt x="13141" y="29469"/>
                      <a:pt x="13141" y="29552"/>
                      <a:pt x="13141" y="29635"/>
                    </a:cubicBezTo>
                    <a:cubicBezTo>
                      <a:pt x="13149" y="29643"/>
                      <a:pt x="13158" y="29660"/>
                      <a:pt x="13166" y="29677"/>
                    </a:cubicBezTo>
                    <a:cubicBezTo>
                      <a:pt x="13199" y="29884"/>
                      <a:pt x="13207" y="30091"/>
                      <a:pt x="13216" y="30306"/>
                    </a:cubicBezTo>
                    <a:cubicBezTo>
                      <a:pt x="13249" y="30505"/>
                      <a:pt x="13282" y="30704"/>
                      <a:pt x="13307" y="30903"/>
                    </a:cubicBezTo>
                    <a:cubicBezTo>
                      <a:pt x="13373" y="31458"/>
                      <a:pt x="13406" y="32030"/>
                      <a:pt x="13348" y="32585"/>
                    </a:cubicBezTo>
                    <a:cubicBezTo>
                      <a:pt x="13348" y="32593"/>
                      <a:pt x="13348" y="32593"/>
                      <a:pt x="13348" y="32593"/>
                    </a:cubicBezTo>
                    <a:cubicBezTo>
                      <a:pt x="13315" y="32867"/>
                      <a:pt x="13232" y="33132"/>
                      <a:pt x="13216" y="33405"/>
                    </a:cubicBezTo>
                    <a:cubicBezTo>
                      <a:pt x="13191" y="33687"/>
                      <a:pt x="13323" y="33910"/>
                      <a:pt x="13447" y="34151"/>
                    </a:cubicBezTo>
                    <a:cubicBezTo>
                      <a:pt x="13464" y="34192"/>
                      <a:pt x="13439" y="34234"/>
                      <a:pt x="13406" y="34250"/>
                    </a:cubicBezTo>
                    <a:cubicBezTo>
                      <a:pt x="13497" y="34325"/>
                      <a:pt x="13588" y="34399"/>
                      <a:pt x="13671" y="34482"/>
                    </a:cubicBezTo>
                    <a:cubicBezTo>
                      <a:pt x="13804" y="34615"/>
                      <a:pt x="13878" y="34789"/>
                      <a:pt x="13945" y="34963"/>
                    </a:cubicBezTo>
                    <a:cubicBezTo>
                      <a:pt x="14019" y="35145"/>
                      <a:pt x="14077" y="35336"/>
                      <a:pt x="14110" y="35526"/>
                    </a:cubicBezTo>
                    <a:cubicBezTo>
                      <a:pt x="14119" y="35592"/>
                      <a:pt x="14127" y="35650"/>
                      <a:pt x="14135" y="35708"/>
                    </a:cubicBezTo>
                    <a:cubicBezTo>
                      <a:pt x="14201" y="35841"/>
                      <a:pt x="14235" y="35982"/>
                      <a:pt x="14259" y="36131"/>
                    </a:cubicBezTo>
                    <a:cubicBezTo>
                      <a:pt x="14276" y="36322"/>
                      <a:pt x="14293" y="36504"/>
                      <a:pt x="14351" y="36686"/>
                    </a:cubicBezTo>
                    <a:cubicBezTo>
                      <a:pt x="14409" y="36868"/>
                      <a:pt x="14516" y="36993"/>
                      <a:pt x="14682" y="37092"/>
                    </a:cubicBezTo>
                    <a:cubicBezTo>
                      <a:pt x="14765" y="37142"/>
                      <a:pt x="14848" y="37183"/>
                      <a:pt x="14931" y="37225"/>
                    </a:cubicBezTo>
                    <a:cubicBezTo>
                      <a:pt x="14997" y="37250"/>
                      <a:pt x="15063" y="37266"/>
                      <a:pt x="15113" y="37308"/>
                    </a:cubicBezTo>
                    <a:cubicBezTo>
                      <a:pt x="15287" y="37341"/>
                      <a:pt x="15469" y="37390"/>
                      <a:pt x="15643" y="37448"/>
                    </a:cubicBezTo>
                    <a:cubicBezTo>
                      <a:pt x="15734" y="37482"/>
                      <a:pt x="15817" y="37523"/>
                      <a:pt x="15892" y="37573"/>
                    </a:cubicBezTo>
                    <a:cubicBezTo>
                      <a:pt x="15975" y="37622"/>
                      <a:pt x="16049" y="37689"/>
                      <a:pt x="16132" y="37714"/>
                    </a:cubicBezTo>
                    <a:cubicBezTo>
                      <a:pt x="16179" y="37729"/>
                      <a:pt x="16227" y="37735"/>
                      <a:pt x="16276" y="37735"/>
                    </a:cubicBezTo>
                    <a:cubicBezTo>
                      <a:pt x="16304" y="37735"/>
                      <a:pt x="16334" y="37733"/>
                      <a:pt x="16364" y="37730"/>
                    </a:cubicBezTo>
                    <a:cubicBezTo>
                      <a:pt x="16389" y="37697"/>
                      <a:pt x="16430" y="37672"/>
                      <a:pt x="16472" y="37647"/>
                    </a:cubicBezTo>
                    <a:cubicBezTo>
                      <a:pt x="16521" y="37614"/>
                      <a:pt x="16579" y="37581"/>
                      <a:pt x="16629" y="37540"/>
                    </a:cubicBezTo>
                    <a:cubicBezTo>
                      <a:pt x="16662" y="37515"/>
                      <a:pt x="16712" y="37490"/>
                      <a:pt x="16737" y="37448"/>
                    </a:cubicBezTo>
                    <a:lnTo>
                      <a:pt x="16729" y="37440"/>
                    </a:lnTo>
                    <a:cubicBezTo>
                      <a:pt x="16704" y="37415"/>
                      <a:pt x="16679" y="37399"/>
                      <a:pt x="16654" y="37382"/>
                    </a:cubicBezTo>
                    <a:cubicBezTo>
                      <a:pt x="16555" y="37291"/>
                      <a:pt x="16455" y="37200"/>
                      <a:pt x="16364" y="37100"/>
                    </a:cubicBezTo>
                    <a:cubicBezTo>
                      <a:pt x="16281" y="37001"/>
                      <a:pt x="16198" y="36902"/>
                      <a:pt x="16115" y="36794"/>
                    </a:cubicBezTo>
                    <a:cubicBezTo>
                      <a:pt x="16089" y="36755"/>
                      <a:pt x="16124" y="36696"/>
                      <a:pt x="16165" y="36696"/>
                    </a:cubicBezTo>
                    <a:cubicBezTo>
                      <a:pt x="16176" y="36696"/>
                      <a:pt x="16187" y="36700"/>
                      <a:pt x="16198" y="36711"/>
                    </a:cubicBezTo>
                    <a:cubicBezTo>
                      <a:pt x="16314" y="36819"/>
                      <a:pt x="16439" y="36926"/>
                      <a:pt x="16555" y="37026"/>
                    </a:cubicBezTo>
                    <a:cubicBezTo>
                      <a:pt x="16613" y="37076"/>
                      <a:pt x="16671" y="37134"/>
                      <a:pt x="16737" y="37175"/>
                    </a:cubicBezTo>
                    <a:cubicBezTo>
                      <a:pt x="16795" y="37225"/>
                      <a:pt x="16861" y="37266"/>
                      <a:pt x="16903" y="37324"/>
                    </a:cubicBezTo>
                    <a:cubicBezTo>
                      <a:pt x="16911" y="37332"/>
                      <a:pt x="16919" y="37349"/>
                      <a:pt x="16927" y="37357"/>
                    </a:cubicBezTo>
                    <a:cubicBezTo>
                      <a:pt x="16936" y="37341"/>
                      <a:pt x="16952" y="37324"/>
                      <a:pt x="16969" y="37308"/>
                    </a:cubicBezTo>
                    <a:cubicBezTo>
                      <a:pt x="16977" y="37283"/>
                      <a:pt x="16985" y="37266"/>
                      <a:pt x="17002" y="37241"/>
                    </a:cubicBezTo>
                    <a:cubicBezTo>
                      <a:pt x="17035" y="37175"/>
                      <a:pt x="17068" y="37100"/>
                      <a:pt x="17068" y="37018"/>
                    </a:cubicBezTo>
                    <a:cubicBezTo>
                      <a:pt x="17060" y="36935"/>
                      <a:pt x="17002" y="36877"/>
                      <a:pt x="16936" y="36827"/>
                    </a:cubicBezTo>
                    <a:cubicBezTo>
                      <a:pt x="16861" y="36769"/>
                      <a:pt x="16770" y="36719"/>
                      <a:pt x="16695" y="36661"/>
                    </a:cubicBezTo>
                    <a:cubicBezTo>
                      <a:pt x="16604" y="36595"/>
                      <a:pt x="16521" y="36529"/>
                      <a:pt x="16430" y="36462"/>
                    </a:cubicBezTo>
                    <a:cubicBezTo>
                      <a:pt x="16387" y="36426"/>
                      <a:pt x="16419" y="36358"/>
                      <a:pt x="16467" y="36358"/>
                    </a:cubicBezTo>
                    <a:cubicBezTo>
                      <a:pt x="16474" y="36358"/>
                      <a:pt x="16481" y="36360"/>
                      <a:pt x="16488" y="36363"/>
                    </a:cubicBezTo>
                    <a:cubicBezTo>
                      <a:pt x="16604" y="36413"/>
                      <a:pt x="16712" y="36471"/>
                      <a:pt x="16828" y="36529"/>
                    </a:cubicBezTo>
                    <a:cubicBezTo>
                      <a:pt x="16894" y="36562"/>
                      <a:pt x="16969" y="36603"/>
                      <a:pt x="17035" y="36653"/>
                    </a:cubicBezTo>
                    <a:cubicBezTo>
                      <a:pt x="17035" y="36603"/>
                      <a:pt x="17027" y="36545"/>
                      <a:pt x="17019" y="36504"/>
                    </a:cubicBezTo>
                    <a:cubicBezTo>
                      <a:pt x="16985" y="36380"/>
                      <a:pt x="16861" y="36346"/>
                      <a:pt x="16753" y="36313"/>
                    </a:cubicBezTo>
                    <a:cubicBezTo>
                      <a:pt x="16596" y="36264"/>
                      <a:pt x="16430" y="36214"/>
                      <a:pt x="16281" y="36164"/>
                    </a:cubicBezTo>
                    <a:cubicBezTo>
                      <a:pt x="16265" y="36156"/>
                      <a:pt x="16248" y="36148"/>
                      <a:pt x="16240" y="36148"/>
                    </a:cubicBezTo>
                    <a:cubicBezTo>
                      <a:pt x="16214" y="36153"/>
                      <a:pt x="16189" y="36156"/>
                      <a:pt x="16163" y="36156"/>
                    </a:cubicBezTo>
                    <a:cubicBezTo>
                      <a:pt x="15976" y="36156"/>
                      <a:pt x="15802" y="36005"/>
                      <a:pt x="15693" y="35866"/>
                    </a:cubicBezTo>
                    <a:cubicBezTo>
                      <a:pt x="15535" y="35650"/>
                      <a:pt x="15461" y="35385"/>
                      <a:pt x="15395" y="35137"/>
                    </a:cubicBezTo>
                    <a:cubicBezTo>
                      <a:pt x="15312" y="34855"/>
                      <a:pt x="15237" y="34582"/>
                      <a:pt x="15163" y="34300"/>
                    </a:cubicBezTo>
                    <a:cubicBezTo>
                      <a:pt x="15121" y="34167"/>
                      <a:pt x="15088" y="34026"/>
                      <a:pt x="15055" y="33894"/>
                    </a:cubicBezTo>
                    <a:cubicBezTo>
                      <a:pt x="15047" y="33886"/>
                      <a:pt x="15047" y="33869"/>
                      <a:pt x="15047" y="33852"/>
                    </a:cubicBezTo>
                    <a:cubicBezTo>
                      <a:pt x="15038" y="33894"/>
                      <a:pt x="15038" y="33935"/>
                      <a:pt x="15038" y="33977"/>
                    </a:cubicBezTo>
                    <a:cubicBezTo>
                      <a:pt x="15038" y="33997"/>
                      <a:pt x="15022" y="34008"/>
                      <a:pt x="15004" y="34008"/>
                    </a:cubicBezTo>
                    <a:cubicBezTo>
                      <a:pt x="14987" y="34008"/>
                      <a:pt x="14968" y="33997"/>
                      <a:pt x="14964" y="33977"/>
                    </a:cubicBezTo>
                    <a:cubicBezTo>
                      <a:pt x="14955" y="33819"/>
                      <a:pt x="14939" y="33670"/>
                      <a:pt x="14931" y="33513"/>
                    </a:cubicBezTo>
                    <a:cubicBezTo>
                      <a:pt x="14931" y="33413"/>
                      <a:pt x="14931" y="33322"/>
                      <a:pt x="14931" y="33231"/>
                    </a:cubicBezTo>
                    <a:cubicBezTo>
                      <a:pt x="14931" y="33181"/>
                      <a:pt x="14931" y="33132"/>
                      <a:pt x="14939" y="33082"/>
                    </a:cubicBezTo>
                    <a:cubicBezTo>
                      <a:pt x="14939" y="32784"/>
                      <a:pt x="14955" y="32485"/>
                      <a:pt x="14980" y="32187"/>
                    </a:cubicBezTo>
                    <a:cubicBezTo>
                      <a:pt x="14997" y="31889"/>
                      <a:pt x="15030" y="31591"/>
                      <a:pt x="15063" y="31292"/>
                    </a:cubicBezTo>
                    <a:cubicBezTo>
                      <a:pt x="15080" y="31185"/>
                      <a:pt x="15096" y="31077"/>
                      <a:pt x="15113" y="30969"/>
                    </a:cubicBezTo>
                    <a:cubicBezTo>
                      <a:pt x="15096" y="30961"/>
                      <a:pt x="15080" y="30953"/>
                      <a:pt x="15080" y="30928"/>
                    </a:cubicBezTo>
                    <a:cubicBezTo>
                      <a:pt x="15129" y="30729"/>
                      <a:pt x="15163" y="30522"/>
                      <a:pt x="15212" y="30323"/>
                    </a:cubicBezTo>
                    <a:cubicBezTo>
                      <a:pt x="15254" y="30132"/>
                      <a:pt x="15312" y="29950"/>
                      <a:pt x="15361" y="29759"/>
                    </a:cubicBezTo>
                    <a:cubicBezTo>
                      <a:pt x="15535" y="29105"/>
                      <a:pt x="15718" y="28450"/>
                      <a:pt x="15867" y="27788"/>
                    </a:cubicBezTo>
                    <a:cubicBezTo>
                      <a:pt x="15941" y="27456"/>
                      <a:pt x="16008" y="27125"/>
                      <a:pt x="16049" y="26793"/>
                    </a:cubicBezTo>
                    <a:cubicBezTo>
                      <a:pt x="16074" y="26652"/>
                      <a:pt x="16091" y="26512"/>
                      <a:pt x="16107" y="26362"/>
                    </a:cubicBezTo>
                    <a:cubicBezTo>
                      <a:pt x="16107" y="26346"/>
                      <a:pt x="16107" y="26321"/>
                      <a:pt x="16107" y="26304"/>
                    </a:cubicBezTo>
                    <a:cubicBezTo>
                      <a:pt x="16115" y="26263"/>
                      <a:pt x="16115" y="26222"/>
                      <a:pt x="16124" y="26172"/>
                    </a:cubicBezTo>
                    <a:lnTo>
                      <a:pt x="16124" y="26172"/>
                    </a:lnTo>
                    <a:cubicBezTo>
                      <a:pt x="16074" y="26296"/>
                      <a:pt x="16016" y="26429"/>
                      <a:pt x="15925" y="26520"/>
                    </a:cubicBezTo>
                    <a:cubicBezTo>
                      <a:pt x="15914" y="26531"/>
                      <a:pt x="15901" y="26535"/>
                      <a:pt x="15888" y="26535"/>
                    </a:cubicBezTo>
                    <a:cubicBezTo>
                      <a:pt x="15853" y="26535"/>
                      <a:pt x="15819" y="26501"/>
                      <a:pt x="15825" y="26470"/>
                    </a:cubicBezTo>
                    <a:cubicBezTo>
                      <a:pt x="15834" y="26338"/>
                      <a:pt x="15892" y="26205"/>
                      <a:pt x="15941" y="26081"/>
                    </a:cubicBezTo>
                    <a:cubicBezTo>
                      <a:pt x="15983" y="25956"/>
                      <a:pt x="16024" y="25832"/>
                      <a:pt x="16057" y="25700"/>
                    </a:cubicBezTo>
                    <a:cubicBezTo>
                      <a:pt x="16132" y="25443"/>
                      <a:pt x="16190" y="25169"/>
                      <a:pt x="16231" y="24904"/>
                    </a:cubicBezTo>
                    <a:cubicBezTo>
                      <a:pt x="16235" y="24867"/>
                      <a:pt x="16261" y="24850"/>
                      <a:pt x="16288" y="24850"/>
                    </a:cubicBezTo>
                    <a:cubicBezTo>
                      <a:pt x="16321" y="24850"/>
                      <a:pt x="16356" y="24875"/>
                      <a:pt x="16356" y="24921"/>
                    </a:cubicBezTo>
                    <a:cubicBezTo>
                      <a:pt x="16356" y="25037"/>
                      <a:pt x="16347" y="25153"/>
                      <a:pt x="16331" y="25269"/>
                    </a:cubicBezTo>
                    <a:cubicBezTo>
                      <a:pt x="16364" y="25194"/>
                      <a:pt x="16397" y="25111"/>
                      <a:pt x="16414" y="25037"/>
                    </a:cubicBezTo>
                    <a:cubicBezTo>
                      <a:pt x="16447" y="24921"/>
                      <a:pt x="16422" y="24796"/>
                      <a:pt x="16405" y="24680"/>
                    </a:cubicBezTo>
                    <a:cubicBezTo>
                      <a:pt x="16397" y="24622"/>
                      <a:pt x="16397" y="24556"/>
                      <a:pt x="16389" y="24498"/>
                    </a:cubicBezTo>
                    <a:cubicBezTo>
                      <a:pt x="16389" y="24448"/>
                      <a:pt x="16389" y="24374"/>
                      <a:pt x="16356" y="24341"/>
                    </a:cubicBezTo>
                    <a:cubicBezTo>
                      <a:pt x="16328" y="24313"/>
                      <a:pt x="16347" y="24261"/>
                      <a:pt x="16379" y="24261"/>
                    </a:cubicBezTo>
                    <a:cubicBezTo>
                      <a:pt x="16385" y="24261"/>
                      <a:pt x="16391" y="24262"/>
                      <a:pt x="16397" y="24266"/>
                    </a:cubicBezTo>
                    <a:cubicBezTo>
                      <a:pt x="16497" y="24316"/>
                      <a:pt x="16521" y="24415"/>
                      <a:pt x="16538" y="24515"/>
                    </a:cubicBezTo>
                    <a:cubicBezTo>
                      <a:pt x="16571" y="24448"/>
                      <a:pt x="16604" y="24374"/>
                      <a:pt x="16637" y="24308"/>
                    </a:cubicBezTo>
                    <a:cubicBezTo>
                      <a:pt x="16778" y="24051"/>
                      <a:pt x="16994" y="23852"/>
                      <a:pt x="17168" y="23628"/>
                    </a:cubicBezTo>
                    <a:cubicBezTo>
                      <a:pt x="17176" y="23620"/>
                      <a:pt x="17184" y="23612"/>
                      <a:pt x="17193" y="23603"/>
                    </a:cubicBezTo>
                    <a:cubicBezTo>
                      <a:pt x="17292" y="23396"/>
                      <a:pt x="17400" y="23189"/>
                      <a:pt x="17507" y="22990"/>
                    </a:cubicBezTo>
                    <a:cubicBezTo>
                      <a:pt x="17607" y="22692"/>
                      <a:pt x="17657" y="22369"/>
                      <a:pt x="17698" y="22054"/>
                    </a:cubicBezTo>
                    <a:cubicBezTo>
                      <a:pt x="17702" y="22036"/>
                      <a:pt x="17716" y="22027"/>
                      <a:pt x="17731" y="22027"/>
                    </a:cubicBezTo>
                    <a:cubicBezTo>
                      <a:pt x="17751" y="22027"/>
                      <a:pt x="17773" y="22042"/>
                      <a:pt x="17773" y="22071"/>
                    </a:cubicBezTo>
                    <a:cubicBezTo>
                      <a:pt x="17764" y="22194"/>
                      <a:pt x="17764" y="22318"/>
                      <a:pt x="17756" y="22442"/>
                    </a:cubicBezTo>
                    <a:lnTo>
                      <a:pt x="17756" y="22442"/>
                    </a:lnTo>
                    <a:cubicBezTo>
                      <a:pt x="17757" y="22434"/>
                      <a:pt x="17764" y="22426"/>
                      <a:pt x="17764" y="22419"/>
                    </a:cubicBezTo>
                    <a:cubicBezTo>
                      <a:pt x="17938" y="21963"/>
                      <a:pt x="18054" y="21457"/>
                      <a:pt x="18005" y="20969"/>
                    </a:cubicBezTo>
                    <a:cubicBezTo>
                      <a:pt x="18005" y="20941"/>
                      <a:pt x="18030" y="20924"/>
                      <a:pt x="18054" y="20924"/>
                    </a:cubicBezTo>
                    <a:cubicBezTo>
                      <a:pt x="18074" y="20924"/>
                      <a:pt x="18092" y="20935"/>
                      <a:pt x="18096" y="20960"/>
                    </a:cubicBezTo>
                    <a:cubicBezTo>
                      <a:pt x="18129" y="21149"/>
                      <a:pt x="18137" y="21347"/>
                      <a:pt x="18129" y="21536"/>
                    </a:cubicBezTo>
                    <a:lnTo>
                      <a:pt x="18129" y="21536"/>
                    </a:lnTo>
                    <a:cubicBezTo>
                      <a:pt x="18130" y="21521"/>
                      <a:pt x="18137" y="21505"/>
                      <a:pt x="18137" y="21482"/>
                    </a:cubicBezTo>
                    <a:cubicBezTo>
                      <a:pt x="18154" y="21391"/>
                      <a:pt x="18170" y="21292"/>
                      <a:pt x="18179" y="21192"/>
                    </a:cubicBezTo>
                    <a:cubicBezTo>
                      <a:pt x="18162" y="21184"/>
                      <a:pt x="18145" y="21167"/>
                      <a:pt x="18145" y="21143"/>
                    </a:cubicBezTo>
                    <a:cubicBezTo>
                      <a:pt x="18137" y="21068"/>
                      <a:pt x="18154" y="20985"/>
                      <a:pt x="18162" y="20911"/>
                    </a:cubicBezTo>
                    <a:cubicBezTo>
                      <a:pt x="18170" y="20853"/>
                      <a:pt x="18179" y="20786"/>
                      <a:pt x="18187" y="20728"/>
                    </a:cubicBezTo>
                    <a:cubicBezTo>
                      <a:pt x="18179" y="20596"/>
                      <a:pt x="18162" y="20471"/>
                      <a:pt x="18145" y="20347"/>
                    </a:cubicBezTo>
                    <a:cubicBezTo>
                      <a:pt x="18112" y="20140"/>
                      <a:pt x="18096" y="19933"/>
                      <a:pt x="18071" y="19726"/>
                    </a:cubicBezTo>
                    <a:cubicBezTo>
                      <a:pt x="18066" y="19701"/>
                      <a:pt x="18091" y="19682"/>
                      <a:pt x="18114" y="19682"/>
                    </a:cubicBezTo>
                    <a:cubicBezTo>
                      <a:pt x="18129" y="19682"/>
                      <a:pt x="18142" y="19690"/>
                      <a:pt x="18145" y="19709"/>
                    </a:cubicBezTo>
                    <a:cubicBezTo>
                      <a:pt x="18187" y="19825"/>
                      <a:pt x="18220" y="19949"/>
                      <a:pt x="18245" y="20065"/>
                    </a:cubicBezTo>
                    <a:cubicBezTo>
                      <a:pt x="18253" y="19983"/>
                      <a:pt x="18253" y="19900"/>
                      <a:pt x="18261" y="19825"/>
                    </a:cubicBezTo>
                    <a:cubicBezTo>
                      <a:pt x="18261" y="19784"/>
                      <a:pt x="18261" y="19742"/>
                      <a:pt x="18261" y="19709"/>
                    </a:cubicBezTo>
                    <a:lnTo>
                      <a:pt x="18253" y="19701"/>
                    </a:lnTo>
                    <a:cubicBezTo>
                      <a:pt x="18253" y="19585"/>
                      <a:pt x="18253" y="19469"/>
                      <a:pt x="18212" y="19361"/>
                    </a:cubicBezTo>
                    <a:cubicBezTo>
                      <a:pt x="18179" y="19262"/>
                      <a:pt x="18121" y="19179"/>
                      <a:pt x="18046" y="19096"/>
                    </a:cubicBezTo>
                    <a:cubicBezTo>
                      <a:pt x="18021" y="19071"/>
                      <a:pt x="17996" y="19038"/>
                      <a:pt x="17971" y="19013"/>
                    </a:cubicBezTo>
                    <a:cubicBezTo>
                      <a:pt x="17880" y="18905"/>
                      <a:pt x="17797" y="18798"/>
                      <a:pt x="17715" y="18682"/>
                    </a:cubicBezTo>
                    <a:cubicBezTo>
                      <a:pt x="17532" y="18450"/>
                      <a:pt x="17383" y="18201"/>
                      <a:pt x="17242" y="17944"/>
                    </a:cubicBezTo>
                    <a:cubicBezTo>
                      <a:pt x="17224" y="17903"/>
                      <a:pt x="17262" y="17870"/>
                      <a:pt x="17297" y="17870"/>
                    </a:cubicBezTo>
                    <a:cubicBezTo>
                      <a:pt x="17311" y="17870"/>
                      <a:pt x="17324" y="17875"/>
                      <a:pt x="17333" y="17886"/>
                    </a:cubicBezTo>
                    <a:cubicBezTo>
                      <a:pt x="17466" y="18085"/>
                      <a:pt x="17615" y="18284"/>
                      <a:pt x="17773" y="18466"/>
                    </a:cubicBezTo>
                    <a:cubicBezTo>
                      <a:pt x="17814" y="18516"/>
                      <a:pt x="17855" y="18566"/>
                      <a:pt x="17897" y="18615"/>
                    </a:cubicBezTo>
                    <a:cubicBezTo>
                      <a:pt x="17922" y="18640"/>
                      <a:pt x="17938" y="18657"/>
                      <a:pt x="17963" y="18682"/>
                    </a:cubicBezTo>
                    <a:cubicBezTo>
                      <a:pt x="17963" y="18640"/>
                      <a:pt x="17955" y="18599"/>
                      <a:pt x="17955" y="18558"/>
                    </a:cubicBezTo>
                    <a:cubicBezTo>
                      <a:pt x="17938" y="18384"/>
                      <a:pt x="17930" y="18201"/>
                      <a:pt x="17930" y="18019"/>
                    </a:cubicBezTo>
                    <a:cubicBezTo>
                      <a:pt x="17930" y="17837"/>
                      <a:pt x="17938" y="17646"/>
                      <a:pt x="17938" y="17456"/>
                    </a:cubicBezTo>
                    <a:cubicBezTo>
                      <a:pt x="17938" y="17273"/>
                      <a:pt x="17963" y="17091"/>
                      <a:pt x="17971" y="16909"/>
                    </a:cubicBezTo>
                    <a:cubicBezTo>
                      <a:pt x="17971" y="16900"/>
                      <a:pt x="17971" y="16892"/>
                      <a:pt x="17980" y="16884"/>
                    </a:cubicBezTo>
                    <a:cubicBezTo>
                      <a:pt x="17996" y="16726"/>
                      <a:pt x="18013" y="16577"/>
                      <a:pt x="18029" y="16420"/>
                    </a:cubicBezTo>
                    <a:cubicBezTo>
                      <a:pt x="18071" y="16064"/>
                      <a:pt x="18121" y="15699"/>
                      <a:pt x="18005" y="15351"/>
                    </a:cubicBezTo>
                    <a:cubicBezTo>
                      <a:pt x="17994" y="15308"/>
                      <a:pt x="18028" y="15276"/>
                      <a:pt x="18062" y="15276"/>
                    </a:cubicBezTo>
                    <a:cubicBezTo>
                      <a:pt x="18081" y="15276"/>
                      <a:pt x="18100" y="15286"/>
                      <a:pt x="18112" y="15310"/>
                    </a:cubicBezTo>
                    <a:cubicBezTo>
                      <a:pt x="18145" y="15392"/>
                      <a:pt x="18179" y="15467"/>
                      <a:pt x="18203" y="15550"/>
                    </a:cubicBezTo>
                    <a:cubicBezTo>
                      <a:pt x="18203" y="15500"/>
                      <a:pt x="18203" y="15459"/>
                      <a:pt x="18203" y="15409"/>
                    </a:cubicBezTo>
                    <a:cubicBezTo>
                      <a:pt x="18203" y="15334"/>
                      <a:pt x="18195" y="15260"/>
                      <a:pt x="18187" y="15185"/>
                    </a:cubicBezTo>
                    <a:cubicBezTo>
                      <a:pt x="18170" y="15020"/>
                      <a:pt x="18154" y="14854"/>
                      <a:pt x="18129" y="14696"/>
                    </a:cubicBezTo>
                    <a:cubicBezTo>
                      <a:pt x="18104" y="14564"/>
                      <a:pt x="18063" y="14415"/>
                      <a:pt x="17947" y="14324"/>
                    </a:cubicBezTo>
                    <a:cubicBezTo>
                      <a:pt x="17912" y="14296"/>
                      <a:pt x="17941" y="14251"/>
                      <a:pt x="17980" y="14251"/>
                    </a:cubicBezTo>
                    <a:cubicBezTo>
                      <a:pt x="17988" y="14251"/>
                      <a:pt x="17996" y="14253"/>
                      <a:pt x="18005" y="14257"/>
                    </a:cubicBezTo>
                    <a:cubicBezTo>
                      <a:pt x="18038" y="14282"/>
                      <a:pt x="18071" y="14307"/>
                      <a:pt x="18104" y="14340"/>
                    </a:cubicBezTo>
                    <a:cubicBezTo>
                      <a:pt x="18096" y="14299"/>
                      <a:pt x="18087" y="14266"/>
                      <a:pt x="18071" y="14224"/>
                    </a:cubicBezTo>
                    <a:cubicBezTo>
                      <a:pt x="18038" y="14166"/>
                      <a:pt x="18005" y="14108"/>
                      <a:pt x="17963" y="14042"/>
                    </a:cubicBezTo>
                    <a:cubicBezTo>
                      <a:pt x="17897" y="13926"/>
                      <a:pt x="17822" y="13810"/>
                      <a:pt x="17748" y="13686"/>
                    </a:cubicBezTo>
                    <a:cubicBezTo>
                      <a:pt x="17748" y="13760"/>
                      <a:pt x="17731" y="13826"/>
                      <a:pt x="17690" y="13876"/>
                    </a:cubicBezTo>
                    <a:cubicBezTo>
                      <a:pt x="17682" y="13888"/>
                      <a:pt x="17667" y="13894"/>
                      <a:pt x="17653" y="13894"/>
                    </a:cubicBezTo>
                    <a:cubicBezTo>
                      <a:pt x="17636" y="13894"/>
                      <a:pt x="17620" y="13886"/>
                      <a:pt x="17615" y="13868"/>
                    </a:cubicBezTo>
                    <a:cubicBezTo>
                      <a:pt x="17599" y="13818"/>
                      <a:pt x="17599" y="13768"/>
                      <a:pt x="17599" y="13719"/>
                    </a:cubicBezTo>
                    <a:cubicBezTo>
                      <a:pt x="17590" y="13669"/>
                      <a:pt x="17582" y="13619"/>
                      <a:pt x="17574" y="13578"/>
                    </a:cubicBezTo>
                    <a:cubicBezTo>
                      <a:pt x="17557" y="13470"/>
                      <a:pt x="17516" y="13379"/>
                      <a:pt x="17483" y="13288"/>
                    </a:cubicBezTo>
                    <a:cubicBezTo>
                      <a:pt x="17400" y="13081"/>
                      <a:pt x="17300" y="12882"/>
                      <a:pt x="17209" y="12691"/>
                    </a:cubicBezTo>
                    <a:cubicBezTo>
                      <a:pt x="17209" y="12675"/>
                      <a:pt x="17209" y="12667"/>
                      <a:pt x="17209" y="12650"/>
                    </a:cubicBezTo>
                    <a:cubicBezTo>
                      <a:pt x="17176" y="12600"/>
                      <a:pt x="17135" y="12551"/>
                      <a:pt x="17093" y="12501"/>
                    </a:cubicBezTo>
                    <a:cubicBezTo>
                      <a:pt x="17074" y="12469"/>
                      <a:pt x="17100" y="12421"/>
                      <a:pt x="17131" y="12421"/>
                    </a:cubicBezTo>
                    <a:cubicBezTo>
                      <a:pt x="17141" y="12421"/>
                      <a:pt x="17150" y="12425"/>
                      <a:pt x="17159" y="12435"/>
                    </a:cubicBezTo>
                    <a:cubicBezTo>
                      <a:pt x="17234" y="12509"/>
                      <a:pt x="17317" y="12584"/>
                      <a:pt x="17383" y="12667"/>
                    </a:cubicBezTo>
                    <a:cubicBezTo>
                      <a:pt x="17375" y="12650"/>
                      <a:pt x="17367" y="12633"/>
                      <a:pt x="17358" y="12617"/>
                    </a:cubicBezTo>
                    <a:cubicBezTo>
                      <a:pt x="17333" y="12592"/>
                      <a:pt x="17300" y="12567"/>
                      <a:pt x="17275" y="12534"/>
                    </a:cubicBezTo>
                    <a:cubicBezTo>
                      <a:pt x="17184" y="12435"/>
                      <a:pt x="17118" y="12310"/>
                      <a:pt x="17068" y="12186"/>
                    </a:cubicBezTo>
                    <a:cubicBezTo>
                      <a:pt x="17052" y="12145"/>
                      <a:pt x="17035" y="12103"/>
                      <a:pt x="17019" y="12053"/>
                    </a:cubicBezTo>
                    <a:cubicBezTo>
                      <a:pt x="16977" y="11954"/>
                      <a:pt x="16944" y="11846"/>
                      <a:pt x="16911" y="11739"/>
                    </a:cubicBezTo>
                    <a:cubicBezTo>
                      <a:pt x="16903" y="11739"/>
                      <a:pt x="16894" y="11739"/>
                      <a:pt x="16886" y="11730"/>
                    </a:cubicBezTo>
                    <a:cubicBezTo>
                      <a:pt x="16845" y="11689"/>
                      <a:pt x="16820" y="11623"/>
                      <a:pt x="16803" y="11565"/>
                    </a:cubicBezTo>
                    <a:cubicBezTo>
                      <a:pt x="16794" y="11577"/>
                      <a:pt x="16780" y="11582"/>
                      <a:pt x="16767" y="11582"/>
                    </a:cubicBezTo>
                    <a:cubicBezTo>
                      <a:pt x="16744" y="11582"/>
                      <a:pt x="16720" y="11566"/>
                      <a:pt x="16720" y="11540"/>
                    </a:cubicBezTo>
                    <a:cubicBezTo>
                      <a:pt x="16712" y="11507"/>
                      <a:pt x="16712" y="11473"/>
                      <a:pt x="16712" y="11440"/>
                    </a:cubicBezTo>
                    <a:cubicBezTo>
                      <a:pt x="16712" y="11407"/>
                      <a:pt x="16704" y="11382"/>
                      <a:pt x="16704" y="11349"/>
                    </a:cubicBezTo>
                    <a:cubicBezTo>
                      <a:pt x="16704" y="11291"/>
                      <a:pt x="16704" y="11225"/>
                      <a:pt x="16704" y="11167"/>
                    </a:cubicBezTo>
                    <a:cubicBezTo>
                      <a:pt x="16695" y="11117"/>
                      <a:pt x="16695" y="11059"/>
                      <a:pt x="16687" y="11009"/>
                    </a:cubicBezTo>
                    <a:cubicBezTo>
                      <a:pt x="16679" y="10943"/>
                      <a:pt x="16671" y="10885"/>
                      <a:pt x="16662" y="10827"/>
                    </a:cubicBezTo>
                    <a:cubicBezTo>
                      <a:pt x="16646" y="10811"/>
                      <a:pt x="16646" y="10794"/>
                      <a:pt x="16654" y="10777"/>
                    </a:cubicBezTo>
                    <a:cubicBezTo>
                      <a:pt x="16646" y="10703"/>
                      <a:pt x="16646" y="10637"/>
                      <a:pt x="16637" y="10570"/>
                    </a:cubicBezTo>
                    <a:cubicBezTo>
                      <a:pt x="16633" y="10537"/>
                      <a:pt x="16660" y="10518"/>
                      <a:pt x="16686" y="10518"/>
                    </a:cubicBezTo>
                    <a:cubicBezTo>
                      <a:pt x="16706" y="10518"/>
                      <a:pt x="16725" y="10529"/>
                      <a:pt x="16729" y="10554"/>
                    </a:cubicBezTo>
                    <a:cubicBezTo>
                      <a:pt x="16745" y="10637"/>
                      <a:pt x="16762" y="10728"/>
                      <a:pt x="16778" y="10811"/>
                    </a:cubicBezTo>
                    <a:cubicBezTo>
                      <a:pt x="16778" y="10819"/>
                      <a:pt x="16787" y="10835"/>
                      <a:pt x="16787" y="10844"/>
                    </a:cubicBezTo>
                    <a:cubicBezTo>
                      <a:pt x="16811" y="10918"/>
                      <a:pt x="16828" y="11001"/>
                      <a:pt x="16836" y="11076"/>
                    </a:cubicBezTo>
                    <a:cubicBezTo>
                      <a:pt x="16836" y="11101"/>
                      <a:pt x="16836" y="11117"/>
                      <a:pt x="16845" y="11142"/>
                    </a:cubicBezTo>
                    <a:lnTo>
                      <a:pt x="16845" y="11150"/>
                    </a:lnTo>
                    <a:cubicBezTo>
                      <a:pt x="16845" y="11159"/>
                      <a:pt x="16853" y="11175"/>
                      <a:pt x="16853" y="11192"/>
                    </a:cubicBezTo>
                    <a:lnTo>
                      <a:pt x="16886" y="11192"/>
                    </a:lnTo>
                    <a:cubicBezTo>
                      <a:pt x="16886" y="11175"/>
                      <a:pt x="16878" y="11150"/>
                      <a:pt x="16878" y="11134"/>
                    </a:cubicBezTo>
                    <a:cubicBezTo>
                      <a:pt x="16878" y="11125"/>
                      <a:pt x="16878" y="11117"/>
                      <a:pt x="16878" y="11109"/>
                    </a:cubicBezTo>
                    <a:cubicBezTo>
                      <a:pt x="16853" y="10927"/>
                      <a:pt x="16820" y="10744"/>
                      <a:pt x="16770" y="10570"/>
                    </a:cubicBezTo>
                    <a:cubicBezTo>
                      <a:pt x="16770" y="10562"/>
                      <a:pt x="16770" y="10554"/>
                      <a:pt x="16778" y="10545"/>
                    </a:cubicBezTo>
                    <a:cubicBezTo>
                      <a:pt x="16753" y="10479"/>
                      <a:pt x="16729" y="10405"/>
                      <a:pt x="16704" y="10338"/>
                    </a:cubicBezTo>
                    <a:cubicBezTo>
                      <a:pt x="16687" y="10294"/>
                      <a:pt x="16726" y="10261"/>
                      <a:pt x="16763" y="10261"/>
                    </a:cubicBezTo>
                    <a:cubicBezTo>
                      <a:pt x="16782" y="10261"/>
                      <a:pt x="16800" y="10269"/>
                      <a:pt x="16811" y="10289"/>
                    </a:cubicBezTo>
                    <a:cubicBezTo>
                      <a:pt x="16811" y="10264"/>
                      <a:pt x="16834" y="10249"/>
                      <a:pt x="16859" y="10249"/>
                    </a:cubicBezTo>
                    <a:cubicBezTo>
                      <a:pt x="16868" y="10249"/>
                      <a:pt x="16877" y="10251"/>
                      <a:pt x="16886" y="10255"/>
                    </a:cubicBezTo>
                    <a:cubicBezTo>
                      <a:pt x="16878" y="10222"/>
                      <a:pt x="16869" y="10197"/>
                      <a:pt x="16853" y="10164"/>
                    </a:cubicBezTo>
                    <a:cubicBezTo>
                      <a:pt x="16803" y="9974"/>
                      <a:pt x="16737" y="9783"/>
                      <a:pt x="16679" y="9601"/>
                    </a:cubicBezTo>
                    <a:cubicBezTo>
                      <a:pt x="16664" y="9555"/>
                      <a:pt x="16697" y="9517"/>
                      <a:pt x="16734" y="9517"/>
                    </a:cubicBezTo>
                    <a:cubicBezTo>
                      <a:pt x="16738" y="9517"/>
                      <a:pt x="16742" y="9517"/>
                      <a:pt x="16745" y="9518"/>
                    </a:cubicBezTo>
                    <a:cubicBezTo>
                      <a:pt x="16704" y="9410"/>
                      <a:pt x="16646" y="9303"/>
                      <a:pt x="16579" y="9203"/>
                    </a:cubicBezTo>
                    <a:cubicBezTo>
                      <a:pt x="16405" y="8913"/>
                      <a:pt x="16173" y="8665"/>
                      <a:pt x="15958" y="8400"/>
                    </a:cubicBezTo>
                    <a:cubicBezTo>
                      <a:pt x="15950" y="8400"/>
                      <a:pt x="15950" y="8391"/>
                      <a:pt x="15950" y="8383"/>
                    </a:cubicBezTo>
                    <a:cubicBezTo>
                      <a:pt x="15941" y="8366"/>
                      <a:pt x="15933" y="8358"/>
                      <a:pt x="15933" y="8342"/>
                    </a:cubicBezTo>
                    <a:cubicBezTo>
                      <a:pt x="15933" y="8333"/>
                      <a:pt x="15925" y="8325"/>
                      <a:pt x="15917" y="8325"/>
                    </a:cubicBezTo>
                    <a:cubicBezTo>
                      <a:pt x="15892" y="8292"/>
                      <a:pt x="15867" y="8259"/>
                      <a:pt x="15842" y="8234"/>
                    </a:cubicBezTo>
                    <a:cubicBezTo>
                      <a:pt x="15842" y="8240"/>
                      <a:pt x="15837" y="8253"/>
                      <a:pt x="15826" y="8253"/>
                    </a:cubicBezTo>
                    <a:cubicBezTo>
                      <a:pt x="15823" y="8253"/>
                      <a:pt x="15820" y="8252"/>
                      <a:pt x="15817" y="8250"/>
                    </a:cubicBezTo>
                    <a:cubicBezTo>
                      <a:pt x="15801" y="8250"/>
                      <a:pt x="15792" y="8242"/>
                      <a:pt x="15801" y="8226"/>
                    </a:cubicBezTo>
                    <a:cubicBezTo>
                      <a:pt x="15801" y="8209"/>
                      <a:pt x="15801" y="8201"/>
                      <a:pt x="15801" y="8184"/>
                    </a:cubicBezTo>
                    <a:cubicBezTo>
                      <a:pt x="15776" y="8159"/>
                      <a:pt x="15759" y="8134"/>
                      <a:pt x="15734" y="8101"/>
                    </a:cubicBezTo>
                    <a:cubicBezTo>
                      <a:pt x="15718" y="8101"/>
                      <a:pt x="15718" y="8093"/>
                      <a:pt x="15709" y="8076"/>
                    </a:cubicBezTo>
                    <a:lnTo>
                      <a:pt x="15643" y="8002"/>
                    </a:lnTo>
                    <a:cubicBezTo>
                      <a:pt x="15560" y="7902"/>
                      <a:pt x="15436" y="7786"/>
                      <a:pt x="15403" y="7654"/>
                    </a:cubicBezTo>
                    <a:cubicBezTo>
                      <a:pt x="15396" y="7620"/>
                      <a:pt x="15428" y="7591"/>
                      <a:pt x="15458" y="7591"/>
                    </a:cubicBezTo>
                    <a:cubicBezTo>
                      <a:pt x="15465" y="7591"/>
                      <a:pt x="15471" y="7593"/>
                      <a:pt x="15477" y="7596"/>
                    </a:cubicBezTo>
                    <a:cubicBezTo>
                      <a:pt x="15602" y="7646"/>
                      <a:pt x="15701" y="7795"/>
                      <a:pt x="15784" y="7894"/>
                    </a:cubicBezTo>
                    <a:cubicBezTo>
                      <a:pt x="15792" y="7902"/>
                      <a:pt x="15792" y="7911"/>
                      <a:pt x="15801" y="7919"/>
                    </a:cubicBezTo>
                    <a:cubicBezTo>
                      <a:pt x="15784" y="7844"/>
                      <a:pt x="15759" y="7770"/>
                      <a:pt x="15726" y="7704"/>
                    </a:cubicBezTo>
                    <a:cubicBezTo>
                      <a:pt x="15685" y="7604"/>
                      <a:pt x="15627" y="7513"/>
                      <a:pt x="15569" y="7430"/>
                    </a:cubicBezTo>
                    <a:cubicBezTo>
                      <a:pt x="15519" y="7347"/>
                      <a:pt x="15436" y="7256"/>
                      <a:pt x="15444" y="7157"/>
                    </a:cubicBezTo>
                    <a:cubicBezTo>
                      <a:pt x="15444" y="7142"/>
                      <a:pt x="15457" y="7122"/>
                      <a:pt x="15476" y="7122"/>
                    </a:cubicBezTo>
                    <a:cubicBezTo>
                      <a:pt x="15479" y="7122"/>
                      <a:pt x="15482" y="7122"/>
                      <a:pt x="15486" y="7124"/>
                    </a:cubicBezTo>
                    <a:cubicBezTo>
                      <a:pt x="15535" y="7140"/>
                      <a:pt x="15577" y="7173"/>
                      <a:pt x="15610" y="7215"/>
                    </a:cubicBezTo>
                    <a:cubicBezTo>
                      <a:pt x="15602" y="7198"/>
                      <a:pt x="15602" y="7182"/>
                      <a:pt x="15593" y="7165"/>
                    </a:cubicBezTo>
                    <a:cubicBezTo>
                      <a:pt x="15544" y="6991"/>
                      <a:pt x="15477" y="6825"/>
                      <a:pt x="15411" y="6651"/>
                    </a:cubicBezTo>
                    <a:cubicBezTo>
                      <a:pt x="15395" y="6610"/>
                      <a:pt x="15378" y="6568"/>
                      <a:pt x="15361" y="6519"/>
                    </a:cubicBezTo>
                    <a:lnTo>
                      <a:pt x="15353" y="6510"/>
                    </a:lnTo>
                    <a:cubicBezTo>
                      <a:pt x="15320" y="6469"/>
                      <a:pt x="15270" y="6436"/>
                      <a:pt x="15245" y="6386"/>
                    </a:cubicBezTo>
                    <a:cubicBezTo>
                      <a:pt x="15216" y="6350"/>
                      <a:pt x="15245" y="6300"/>
                      <a:pt x="15286" y="6300"/>
                    </a:cubicBezTo>
                    <a:cubicBezTo>
                      <a:pt x="15292" y="6300"/>
                      <a:pt x="15297" y="6301"/>
                      <a:pt x="15303" y="6303"/>
                    </a:cubicBezTo>
                    <a:cubicBezTo>
                      <a:pt x="15312" y="6312"/>
                      <a:pt x="15312" y="6312"/>
                      <a:pt x="15320" y="6312"/>
                    </a:cubicBezTo>
                    <a:cubicBezTo>
                      <a:pt x="15312" y="6278"/>
                      <a:pt x="15312" y="6245"/>
                      <a:pt x="15303" y="6204"/>
                    </a:cubicBezTo>
                    <a:cubicBezTo>
                      <a:pt x="15287" y="6196"/>
                      <a:pt x="15279" y="6179"/>
                      <a:pt x="15279" y="6154"/>
                    </a:cubicBezTo>
                    <a:cubicBezTo>
                      <a:pt x="15279" y="6055"/>
                      <a:pt x="15279" y="5955"/>
                      <a:pt x="15279" y="5856"/>
                    </a:cubicBezTo>
                    <a:cubicBezTo>
                      <a:pt x="15270" y="5814"/>
                      <a:pt x="15262" y="5773"/>
                      <a:pt x="15245" y="5732"/>
                    </a:cubicBezTo>
                    <a:cubicBezTo>
                      <a:pt x="15237" y="5707"/>
                      <a:pt x="15270" y="5698"/>
                      <a:pt x="15287" y="5698"/>
                    </a:cubicBezTo>
                    <a:cubicBezTo>
                      <a:pt x="15287" y="5549"/>
                      <a:pt x="15287" y="5400"/>
                      <a:pt x="15270" y="5259"/>
                    </a:cubicBezTo>
                    <a:cubicBezTo>
                      <a:pt x="15245" y="4961"/>
                      <a:pt x="15212" y="4679"/>
                      <a:pt x="15146" y="4389"/>
                    </a:cubicBezTo>
                    <a:cubicBezTo>
                      <a:pt x="15080" y="4108"/>
                      <a:pt x="14989" y="3826"/>
                      <a:pt x="14873" y="3553"/>
                    </a:cubicBezTo>
                    <a:cubicBezTo>
                      <a:pt x="14815" y="3420"/>
                      <a:pt x="14757" y="3287"/>
                      <a:pt x="14690" y="3163"/>
                    </a:cubicBezTo>
                    <a:cubicBezTo>
                      <a:pt x="14624" y="3039"/>
                      <a:pt x="14541" y="2915"/>
                      <a:pt x="14500" y="2774"/>
                    </a:cubicBezTo>
                    <a:lnTo>
                      <a:pt x="14500" y="2782"/>
                    </a:lnTo>
                    <a:cubicBezTo>
                      <a:pt x="14500" y="2815"/>
                      <a:pt x="14483" y="2832"/>
                      <a:pt x="14458" y="2840"/>
                    </a:cubicBezTo>
                    <a:cubicBezTo>
                      <a:pt x="14450" y="2843"/>
                      <a:pt x="14441" y="2845"/>
                      <a:pt x="14432" y="2845"/>
                    </a:cubicBezTo>
                    <a:cubicBezTo>
                      <a:pt x="14414" y="2845"/>
                      <a:pt x="14398" y="2837"/>
                      <a:pt x="14392" y="2815"/>
                    </a:cubicBezTo>
                    <a:cubicBezTo>
                      <a:pt x="14259" y="2492"/>
                      <a:pt x="14127" y="2169"/>
                      <a:pt x="13994" y="1846"/>
                    </a:cubicBezTo>
                    <a:cubicBezTo>
                      <a:pt x="13754" y="1291"/>
                      <a:pt x="13530" y="727"/>
                      <a:pt x="13273" y="172"/>
                    </a:cubicBezTo>
                    <a:cubicBezTo>
                      <a:pt x="13227" y="78"/>
                      <a:pt x="13169" y="1"/>
                      <a:pt x="130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6" name="Google Shape;4716;p12"/>
              <p:cNvSpPr/>
              <p:nvPr/>
            </p:nvSpPr>
            <p:spPr>
              <a:xfrm>
                <a:off x="2678200" y="4609150"/>
                <a:ext cx="7350" cy="22675"/>
              </a:xfrm>
              <a:custGeom>
                <a:rect b="b" l="l" r="r" t="t"/>
                <a:pathLst>
                  <a:path extrusionOk="0" h="907" w="294">
                    <a:moveTo>
                      <a:pt x="231" y="0"/>
                    </a:moveTo>
                    <a:cubicBezTo>
                      <a:pt x="218" y="0"/>
                      <a:pt x="206" y="6"/>
                      <a:pt x="199" y="21"/>
                    </a:cubicBezTo>
                    <a:cubicBezTo>
                      <a:pt x="116" y="145"/>
                      <a:pt x="58" y="286"/>
                      <a:pt x="25" y="435"/>
                    </a:cubicBezTo>
                    <a:cubicBezTo>
                      <a:pt x="8" y="501"/>
                      <a:pt x="0" y="576"/>
                      <a:pt x="0" y="651"/>
                    </a:cubicBezTo>
                    <a:cubicBezTo>
                      <a:pt x="0" y="725"/>
                      <a:pt x="17" y="808"/>
                      <a:pt x="42" y="883"/>
                    </a:cubicBezTo>
                    <a:cubicBezTo>
                      <a:pt x="48" y="899"/>
                      <a:pt x="63" y="907"/>
                      <a:pt x="78" y="907"/>
                    </a:cubicBezTo>
                    <a:cubicBezTo>
                      <a:pt x="101" y="907"/>
                      <a:pt x="124" y="891"/>
                      <a:pt x="124" y="866"/>
                    </a:cubicBezTo>
                    <a:cubicBezTo>
                      <a:pt x="133" y="800"/>
                      <a:pt x="149" y="733"/>
                      <a:pt x="158" y="667"/>
                    </a:cubicBezTo>
                    <a:cubicBezTo>
                      <a:pt x="158" y="601"/>
                      <a:pt x="166" y="526"/>
                      <a:pt x="174" y="460"/>
                    </a:cubicBezTo>
                    <a:cubicBezTo>
                      <a:pt x="191" y="327"/>
                      <a:pt x="224" y="187"/>
                      <a:pt x="282" y="62"/>
                    </a:cubicBezTo>
                    <a:cubicBezTo>
                      <a:pt x="293" y="33"/>
                      <a:pt x="260" y="0"/>
                      <a:pt x="2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7" name="Google Shape;4717;p12"/>
              <p:cNvSpPr/>
              <p:nvPr/>
            </p:nvSpPr>
            <p:spPr>
              <a:xfrm>
                <a:off x="2684400" y="4630100"/>
                <a:ext cx="2525" cy="8625"/>
              </a:xfrm>
              <a:custGeom>
                <a:rect b="b" l="l" r="r" t="t"/>
                <a:pathLst>
                  <a:path extrusionOk="0" h="345" w="101">
                    <a:moveTo>
                      <a:pt x="51" y="1"/>
                    </a:moveTo>
                    <a:cubicBezTo>
                      <a:pt x="48" y="1"/>
                      <a:pt x="45" y="2"/>
                      <a:pt x="42" y="3"/>
                    </a:cubicBezTo>
                    <a:cubicBezTo>
                      <a:pt x="17" y="3"/>
                      <a:pt x="1" y="28"/>
                      <a:pt x="1" y="45"/>
                    </a:cubicBezTo>
                    <a:cubicBezTo>
                      <a:pt x="9" y="94"/>
                      <a:pt x="9" y="144"/>
                      <a:pt x="9" y="194"/>
                    </a:cubicBezTo>
                    <a:cubicBezTo>
                      <a:pt x="9" y="210"/>
                      <a:pt x="17" y="235"/>
                      <a:pt x="17" y="260"/>
                    </a:cubicBezTo>
                    <a:cubicBezTo>
                      <a:pt x="17" y="268"/>
                      <a:pt x="26" y="285"/>
                      <a:pt x="26" y="293"/>
                    </a:cubicBezTo>
                    <a:cubicBezTo>
                      <a:pt x="26" y="310"/>
                      <a:pt x="34" y="318"/>
                      <a:pt x="42" y="335"/>
                    </a:cubicBezTo>
                    <a:cubicBezTo>
                      <a:pt x="52" y="339"/>
                      <a:pt x="61" y="344"/>
                      <a:pt x="71" y="344"/>
                    </a:cubicBezTo>
                    <a:cubicBezTo>
                      <a:pt x="78" y="344"/>
                      <a:pt x="85" y="342"/>
                      <a:pt x="92" y="335"/>
                    </a:cubicBezTo>
                    <a:cubicBezTo>
                      <a:pt x="92" y="318"/>
                      <a:pt x="100" y="310"/>
                      <a:pt x="100" y="293"/>
                    </a:cubicBezTo>
                    <a:lnTo>
                      <a:pt x="100" y="260"/>
                    </a:lnTo>
                    <a:cubicBezTo>
                      <a:pt x="100" y="235"/>
                      <a:pt x="100" y="210"/>
                      <a:pt x="100" y="185"/>
                    </a:cubicBezTo>
                    <a:lnTo>
                      <a:pt x="84" y="36"/>
                    </a:lnTo>
                    <a:cubicBezTo>
                      <a:pt x="84" y="16"/>
                      <a:pt x="67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8" name="Google Shape;4718;p12"/>
              <p:cNvSpPr/>
              <p:nvPr/>
            </p:nvSpPr>
            <p:spPr>
              <a:xfrm>
                <a:off x="2678400" y="4586100"/>
                <a:ext cx="4175" cy="11375"/>
              </a:xfrm>
              <a:custGeom>
                <a:rect b="b" l="l" r="r" t="t"/>
                <a:pathLst>
                  <a:path extrusionOk="0" h="455" w="167">
                    <a:moveTo>
                      <a:pt x="130" y="0"/>
                    </a:moveTo>
                    <a:cubicBezTo>
                      <a:pt x="118" y="0"/>
                      <a:pt x="106" y="5"/>
                      <a:pt x="100" y="15"/>
                    </a:cubicBezTo>
                    <a:cubicBezTo>
                      <a:pt x="83" y="40"/>
                      <a:pt x="67" y="73"/>
                      <a:pt x="58" y="98"/>
                    </a:cubicBezTo>
                    <a:cubicBezTo>
                      <a:pt x="50" y="114"/>
                      <a:pt x="50" y="131"/>
                      <a:pt x="42" y="147"/>
                    </a:cubicBezTo>
                    <a:cubicBezTo>
                      <a:pt x="42" y="164"/>
                      <a:pt x="25" y="172"/>
                      <a:pt x="25" y="197"/>
                    </a:cubicBezTo>
                    <a:cubicBezTo>
                      <a:pt x="9" y="255"/>
                      <a:pt x="9" y="321"/>
                      <a:pt x="0" y="379"/>
                    </a:cubicBezTo>
                    <a:cubicBezTo>
                      <a:pt x="0" y="413"/>
                      <a:pt x="25" y="446"/>
                      <a:pt x="58" y="454"/>
                    </a:cubicBezTo>
                    <a:cubicBezTo>
                      <a:pt x="92" y="454"/>
                      <a:pt x="125" y="429"/>
                      <a:pt x="133" y="396"/>
                    </a:cubicBezTo>
                    <a:cubicBezTo>
                      <a:pt x="133" y="338"/>
                      <a:pt x="141" y="272"/>
                      <a:pt x="150" y="214"/>
                    </a:cubicBezTo>
                    <a:cubicBezTo>
                      <a:pt x="150" y="205"/>
                      <a:pt x="150" y="189"/>
                      <a:pt x="150" y="181"/>
                    </a:cubicBezTo>
                    <a:cubicBezTo>
                      <a:pt x="150" y="172"/>
                      <a:pt x="150" y="172"/>
                      <a:pt x="150" y="172"/>
                    </a:cubicBezTo>
                    <a:cubicBezTo>
                      <a:pt x="158" y="156"/>
                      <a:pt x="158" y="139"/>
                      <a:pt x="158" y="123"/>
                    </a:cubicBezTo>
                    <a:cubicBezTo>
                      <a:pt x="166" y="98"/>
                      <a:pt x="166" y="65"/>
                      <a:pt x="166" y="31"/>
                    </a:cubicBezTo>
                    <a:cubicBezTo>
                      <a:pt x="166" y="11"/>
                      <a:pt x="148" y="0"/>
                      <a:pt x="1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9" name="Google Shape;4719;p12"/>
              <p:cNvSpPr/>
              <p:nvPr/>
            </p:nvSpPr>
            <p:spPr>
              <a:xfrm>
                <a:off x="2684000" y="4654975"/>
                <a:ext cx="7050" cy="15175"/>
              </a:xfrm>
              <a:custGeom>
                <a:rect b="b" l="l" r="r" t="t"/>
                <a:pathLst>
                  <a:path extrusionOk="0" h="607" w="282">
                    <a:moveTo>
                      <a:pt x="76" y="1"/>
                    </a:moveTo>
                    <a:cubicBezTo>
                      <a:pt x="44" y="1"/>
                      <a:pt x="8" y="24"/>
                      <a:pt x="8" y="60"/>
                    </a:cubicBezTo>
                    <a:cubicBezTo>
                      <a:pt x="0" y="94"/>
                      <a:pt x="0" y="118"/>
                      <a:pt x="17" y="152"/>
                    </a:cubicBezTo>
                    <a:cubicBezTo>
                      <a:pt x="25" y="168"/>
                      <a:pt x="33" y="185"/>
                      <a:pt x="42" y="210"/>
                    </a:cubicBezTo>
                    <a:cubicBezTo>
                      <a:pt x="58" y="251"/>
                      <a:pt x="66" y="292"/>
                      <a:pt x="83" y="334"/>
                    </a:cubicBezTo>
                    <a:cubicBezTo>
                      <a:pt x="100" y="375"/>
                      <a:pt x="116" y="417"/>
                      <a:pt x="133" y="458"/>
                    </a:cubicBezTo>
                    <a:cubicBezTo>
                      <a:pt x="141" y="508"/>
                      <a:pt x="158" y="549"/>
                      <a:pt x="191" y="591"/>
                    </a:cubicBezTo>
                    <a:cubicBezTo>
                      <a:pt x="199" y="602"/>
                      <a:pt x="210" y="607"/>
                      <a:pt x="220" y="607"/>
                    </a:cubicBezTo>
                    <a:cubicBezTo>
                      <a:pt x="240" y="607"/>
                      <a:pt x="260" y="590"/>
                      <a:pt x="265" y="574"/>
                    </a:cubicBezTo>
                    <a:cubicBezTo>
                      <a:pt x="282" y="524"/>
                      <a:pt x="273" y="475"/>
                      <a:pt x="265" y="425"/>
                    </a:cubicBezTo>
                    <a:cubicBezTo>
                      <a:pt x="257" y="375"/>
                      <a:pt x="240" y="334"/>
                      <a:pt x="232" y="292"/>
                    </a:cubicBezTo>
                    <a:cubicBezTo>
                      <a:pt x="224" y="243"/>
                      <a:pt x="207" y="201"/>
                      <a:pt x="191" y="160"/>
                    </a:cubicBezTo>
                    <a:cubicBezTo>
                      <a:pt x="191" y="135"/>
                      <a:pt x="182" y="118"/>
                      <a:pt x="174" y="94"/>
                    </a:cubicBezTo>
                    <a:cubicBezTo>
                      <a:pt x="158" y="60"/>
                      <a:pt x="141" y="36"/>
                      <a:pt x="108" y="11"/>
                    </a:cubicBezTo>
                    <a:cubicBezTo>
                      <a:pt x="99" y="4"/>
                      <a:pt x="88" y="1"/>
                      <a:pt x="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0" name="Google Shape;4720;p12"/>
              <p:cNvSpPr/>
              <p:nvPr/>
            </p:nvSpPr>
            <p:spPr>
              <a:xfrm>
                <a:off x="2682950" y="4529650"/>
                <a:ext cx="5425" cy="15000"/>
              </a:xfrm>
              <a:custGeom>
                <a:rect b="b" l="l" r="r" t="t"/>
                <a:pathLst>
                  <a:path extrusionOk="0" h="600" w="217">
                    <a:moveTo>
                      <a:pt x="174" y="1"/>
                    </a:moveTo>
                    <a:cubicBezTo>
                      <a:pt x="166" y="1"/>
                      <a:pt x="157" y="4"/>
                      <a:pt x="150" y="11"/>
                    </a:cubicBezTo>
                    <a:cubicBezTo>
                      <a:pt x="92" y="86"/>
                      <a:pt x="67" y="177"/>
                      <a:pt x="50" y="268"/>
                    </a:cubicBezTo>
                    <a:cubicBezTo>
                      <a:pt x="26" y="359"/>
                      <a:pt x="9" y="458"/>
                      <a:pt x="1" y="550"/>
                    </a:cubicBezTo>
                    <a:cubicBezTo>
                      <a:pt x="1" y="574"/>
                      <a:pt x="26" y="599"/>
                      <a:pt x="59" y="599"/>
                    </a:cubicBezTo>
                    <a:cubicBezTo>
                      <a:pt x="84" y="599"/>
                      <a:pt x="100" y="574"/>
                      <a:pt x="108" y="550"/>
                    </a:cubicBezTo>
                    <a:cubicBezTo>
                      <a:pt x="117" y="467"/>
                      <a:pt x="133" y="376"/>
                      <a:pt x="158" y="293"/>
                    </a:cubicBezTo>
                    <a:cubicBezTo>
                      <a:pt x="166" y="251"/>
                      <a:pt x="183" y="210"/>
                      <a:pt x="191" y="168"/>
                    </a:cubicBezTo>
                    <a:cubicBezTo>
                      <a:pt x="200" y="127"/>
                      <a:pt x="208" y="77"/>
                      <a:pt x="216" y="36"/>
                    </a:cubicBezTo>
                    <a:cubicBezTo>
                      <a:pt x="216" y="18"/>
                      <a:pt x="195" y="1"/>
                      <a:pt x="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1" name="Google Shape;4721;p12"/>
              <p:cNvSpPr/>
              <p:nvPr/>
            </p:nvSpPr>
            <p:spPr>
              <a:xfrm>
                <a:off x="2690000" y="4537875"/>
                <a:ext cx="1875" cy="9250"/>
              </a:xfrm>
              <a:custGeom>
                <a:rect b="b" l="l" r="r" t="t"/>
                <a:pathLst>
                  <a:path extrusionOk="0" h="370" w="75">
                    <a:moveTo>
                      <a:pt x="61" y="1"/>
                    </a:moveTo>
                    <a:cubicBezTo>
                      <a:pt x="54" y="1"/>
                      <a:pt x="46" y="5"/>
                      <a:pt x="42" y="13"/>
                    </a:cubicBezTo>
                    <a:cubicBezTo>
                      <a:pt x="9" y="121"/>
                      <a:pt x="0" y="229"/>
                      <a:pt x="9" y="345"/>
                    </a:cubicBezTo>
                    <a:cubicBezTo>
                      <a:pt x="9" y="361"/>
                      <a:pt x="23" y="370"/>
                      <a:pt x="38" y="370"/>
                    </a:cubicBezTo>
                    <a:cubicBezTo>
                      <a:pt x="52" y="370"/>
                      <a:pt x="67" y="361"/>
                      <a:pt x="67" y="345"/>
                    </a:cubicBezTo>
                    <a:cubicBezTo>
                      <a:pt x="58" y="237"/>
                      <a:pt x="67" y="121"/>
                      <a:pt x="75" y="13"/>
                    </a:cubicBezTo>
                    <a:cubicBezTo>
                      <a:pt x="75" y="5"/>
                      <a:pt x="69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2" name="Google Shape;4722;p12"/>
              <p:cNvSpPr/>
              <p:nvPr/>
            </p:nvSpPr>
            <p:spPr>
              <a:xfrm>
                <a:off x="2856325" y="3975225"/>
                <a:ext cx="8975" cy="33250"/>
              </a:xfrm>
              <a:custGeom>
                <a:rect b="b" l="l" r="r" t="t"/>
                <a:pathLst>
                  <a:path extrusionOk="0" h="1330" w="359">
                    <a:moveTo>
                      <a:pt x="253" y="0"/>
                    </a:moveTo>
                    <a:cubicBezTo>
                      <a:pt x="233" y="0"/>
                      <a:pt x="214" y="10"/>
                      <a:pt x="208" y="33"/>
                    </a:cubicBezTo>
                    <a:cubicBezTo>
                      <a:pt x="166" y="165"/>
                      <a:pt x="125" y="306"/>
                      <a:pt x="92" y="439"/>
                    </a:cubicBezTo>
                    <a:cubicBezTo>
                      <a:pt x="59" y="571"/>
                      <a:pt x="25" y="712"/>
                      <a:pt x="25" y="845"/>
                    </a:cubicBezTo>
                    <a:cubicBezTo>
                      <a:pt x="25" y="872"/>
                      <a:pt x="43" y="888"/>
                      <a:pt x="63" y="888"/>
                    </a:cubicBezTo>
                    <a:cubicBezTo>
                      <a:pt x="67" y="888"/>
                      <a:pt x="71" y="887"/>
                      <a:pt x="75" y="886"/>
                    </a:cubicBezTo>
                    <a:lnTo>
                      <a:pt x="75" y="886"/>
                    </a:lnTo>
                    <a:cubicBezTo>
                      <a:pt x="67" y="936"/>
                      <a:pt x="50" y="977"/>
                      <a:pt x="42" y="1027"/>
                    </a:cubicBezTo>
                    <a:cubicBezTo>
                      <a:pt x="25" y="1110"/>
                      <a:pt x="1" y="1209"/>
                      <a:pt x="9" y="1300"/>
                    </a:cubicBezTo>
                    <a:cubicBezTo>
                      <a:pt x="14" y="1316"/>
                      <a:pt x="30" y="1329"/>
                      <a:pt x="45" y="1329"/>
                    </a:cubicBezTo>
                    <a:cubicBezTo>
                      <a:pt x="53" y="1329"/>
                      <a:pt x="61" y="1326"/>
                      <a:pt x="67" y="1317"/>
                    </a:cubicBezTo>
                    <a:cubicBezTo>
                      <a:pt x="100" y="1234"/>
                      <a:pt x="117" y="1143"/>
                      <a:pt x="141" y="1052"/>
                    </a:cubicBezTo>
                    <a:cubicBezTo>
                      <a:pt x="158" y="961"/>
                      <a:pt x="175" y="869"/>
                      <a:pt x="199" y="787"/>
                    </a:cubicBezTo>
                    <a:cubicBezTo>
                      <a:pt x="241" y="604"/>
                      <a:pt x="299" y="422"/>
                      <a:pt x="349" y="240"/>
                    </a:cubicBezTo>
                    <a:cubicBezTo>
                      <a:pt x="358" y="215"/>
                      <a:pt x="339" y="199"/>
                      <a:pt x="318" y="199"/>
                    </a:cubicBezTo>
                    <a:cubicBezTo>
                      <a:pt x="304" y="199"/>
                      <a:pt x="289" y="206"/>
                      <a:pt x="282" y="223"/>
                    </a:cubicBezTo>
                    <a:cubicBezTo>
                      <a:pt x="257" y="298"/>
                      <a:pt x="233" y="364"/>
                      <a:pt x="208" y="439"/>
                    </a:cubicBezTo>
                    <a:cubicBezTo>
                      <a:pt x="233" y="314"/>
                      <a:pt x="266" y="182"/>
                      <a:pt x="307" y="66"/>
                    </a:cubicBezTo>
                    <a:cubicBezTo>
                      <a:pt x="317" y="25"/>
                      <a:pt x="284" y="0"/>
                      <a:pt x="2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3" name="Google Shape;4723;p12"/>
              <p:cNvSpPr/>
              <p:nvPr/>
            </p:nvSpPr>
            <p:spPr>
              <a:xfrm>
                <a:off x="2780100" y="3954350"/>
                <a:ext cx="200750" cy="189450"/>
              </a:xfrm>
              <a:custGeom>
                <a:rect b="b" l="l" r="r" t="t"/>
                <a:pathLst>
                  <a:path extrusionOk="0" h="7578" w="8030">
                    <a:moveTo>
                      <a:pt x="6737" y="6775"/>
                    </a:moveTo>
                    <a:cubicBezTo>
                      <a:pt x="6737" y="6783"/>
                      <a:pt x="6728" y="6792"/>
                      <a:pt x="6728" y="6800"/>
                    </a:cubicBezTo>
                    <a:cubicBezTo>
                      <a:pt x="6687" y="6833"/>
                      <a:pt x="6654" y="6858"/>
                      <a:pt x="6612" y="6866"/>
                    </a:cubicBezTo>
                    <a:cubicBezTo>
                      <a:pt x="6612" y="6858"/>
                      <a:pt x="6621" y="6850"/>
                      <a:pt x="6629" y="6841"/>
                    </a:cubicBezTo>
                    <a:cubicBezTo>
                      <a:pt x="6662" y="6825"/>
                      <a:pt x="6704" y="6800"/>
                      <a:pt x="6737" y="6775"/>
                    </a:cubicBezTo>
                    <a:close/>
                    <a:moveTo>
                      <a:pt x="3519" y="1"/>
                    </a:moveTo>
                    <a:cubicBezTo>
                      <a:pt x="3509" y="1"/>
                      <a:pt x="3498" y="5"/>
                      <a:pt x="3489" y="14"/>
                    </a:cubicBezTo>
                    <a:cubicBezTo>
                      <a:pt x="3431" y="72"/>
                      <a:pt x="3381" y="138"/>
                      <a:pt x="3331" y="205"/>
                    </a:cubicBezTo>
                    <a:cubicBezTo>
                      <a:pt x="3290" y="221"/>
                      <a:pt x="3248" y="246"/>
                      <a:pt x="3207" y="279"/>
                    </a:cubicBezTo>
                    <a:cubicBezTo>
                      <a:pt x="3215" y="263"/>
                      <a:pt x="3224" y="238"/>
                      <a:pt x="3232" y="221"/>
                    </a:cubicBezTo>
                    <a:cubicBezTo>
                      <a:pt x="3238" y="191"/>
                      <a:pt x="3218" y="170"/>
                      <a:pt x="3197" y="170"/>
                    </a:cubicBezTo>
                    <a:cubicBezTo>
                      <a:pt x="3189" y="170"/>
                      <a:pt x="3181" y="173"/>
                      <a:pt x="3174" y="180"/>
                    </a:cubicBezTo>
                    <a:cubicBezTo>
                      <a:pt x="3124" y="221"/>
                      <a:pt x="3091" y="279"/>
                      <a:pt x="3066" y="329"/>
                    </a:cubicBezTo>
                    <a:cubicBezTo>
                      <a:pt x="3050" y="346"/>
                      <a:pt x="3041" y="370"/>
                      <a:pt x="3025" y="395"/>
                    </a:cubicBezTo>
                    <a:cubicBezTo>
                      <a:pt x="2925" y="462"/>
                      <a:pt x="2842" y="544"/>
                      <a:pt x="2768" y="644"/>
                    </a:cubicBezTo>
                    <a:cubicBezTo>
                      <a:pt x="2760" y="652"/>
                      <a:pt x="2751" y="669"/>
                      <a:pt x="2743" y="677"/>
                    </a:cubicBezTo>
                    <a:lnTo>
                      <a:pt x="2743" y="660"/>
                    </a:lnTo>
                    <a:cubicBezTo>
                      <a:pt x="2760" y="627"/>
                      <a:pt x="2731" y="593"/>
                      <a:pt x="2703" y="593"/>
                    </a:cubicBezTo>
                    <a:cubicBezTo>
                      <a:pt x="2690" y="593"/>
                      <a:pt x="2676" y="600"/>
                      <a:pt x="2668" y="619"/>
                    </a:cubicBezTo>
                    <a:cubicBezTo>
                      <a:pt x="2586" y="760"/>
                      <a:pt x="2528" y="909"/>
                      <a:pt x="2486" y="1066"/>
                    </a:cubicBezTo>
                    <a:cubicBezTo>
                      <a:pt x="2470" y="1149"/>
                      <a:pt x="2453" y="1232"/>
                      <a:pt x="2453" y="1315"/>
                    </a:cubicBezTo>
                    <a:cubicBezTo>
                      <a:pt x="2453" y="1323"/>
                      <a:pt x="2445" y="1340"/>
                      <a:pt x="2445" y="1356"/>
                    </a:cubicBezTo>
                    <a:cubicBezTo>
                      <a:pt x="2387" y="1622"/>
                      <a:pt x="2387" y="1903"/>
                      <a:pt x="2395" y="2177"/>
                    </a:cubicBezTo>
                    <a:cubicBezTo>
                      <a:pt x="2403" y="2450"/>
                      <a:pt x="2428" y="2740"/>
                      <a:pt x="2312" y="2989"/>
                    </a:cubicBezTo>
                    <a:cubicBezTo>
                      <a:pt x="2204" y="3221"/>
                      <a:pt x="1972" y="3353"/>
                      <a:pt x="1782" y="3511"/>
                    </a:cubicBezTo>
                    <a:cubicBezTo>
                      <a:pt x="1583" y="3676"/>
                      <a:pt x="1409" y="3867"/>
                      <a:pt x="1252" y="4066"/>
                    </a:cubicBezTo>
                    <a:cubicBezTo>
                      <a:pt x="1086" y="4265"/>
                      <a:pt x="937" y="4472"/>
                      <a:pt x="771" y="4671"/>
                    </a:cubicBezTo>
                    <a:cubicBezTo>
                      <a:pt x="697" y="4770"/>
                      <a:pt x="605" y="4861"/>
                      <a:pt x="523" y="4952"/>
                    </a:cubicBezTo>
                    <a:cubicBezTo>
                      <a:pt x="423" y="5043"/>
                      <a:pt x="315" y="5118"/>
                      <a:pt x="224" y="5217"/>
                    </a:cubicBezTo>
                    <a:cubicBezTo>
                      <a:pt x="1" y="5449"/>
                      <a:pt x="125" y="5756"/>
                      <a:pt x="233" y="6013"/>
                    </a:cubicBezTo>
                    <a:cubicBezTo>
                      <a:pt x="299" y="6154"/>
                      <a:pt x="373" y="6295"/>
                      <a:pt x="481" y="6402"/>
                    </a:cubicBezTo>
                    <a:cubicBezTo>
                      <a:pt x="481" y="6402"/>
                      <a:pt x="481" y="6411"/>
                      <a:pt x="481" y="6411"/>
                    </a:cubicBezTo>
                    <a:cubicBezTo>
                      <a:pt x="564" y="6709"/>
                      <a:pt x="688" y="7073"/>
                      <a:pt x="1028" y="7148"/>
                    </a:cubicBezTo>
                    <a:cubicBezTo>
                      <a:pt x="1061" y="7156"/>
                      <a:pt x="1103" y="7165"/>
                      <a:pt x="1136" y="7165"/>
                    </a:cubicBezTo>
                    <a:cubicBezTo>
                      <a:pt x="1161" y="7165"/>
                      <a:pt x="1202" y="7165"/>
                      <a:pt x="1219" y="7173"/>
                    </a:cubicBezTo>
                    <a:cubicBezTo>
                      <a:pt x="1252" y="7189"/>
                      <a:pt x="1243" y="7239"/>
                      <a:pt x="1252" y="7264"/>
                    </a:cubicBezTo>
                    <a:cubicBezTo>
                      <a:pt x="1260" y="7305"/>
                      <a:pt x="1268" y="7347"/>
                      <a:pt x="1293" y="7380"/>
                    </a:cubicBezTo>
                    <a:cubicBezTo>
                      <a:pt x="1368" y="7488"/>
                      <a:pt x="1509" y="7529"/>
                      <a:pt x="1633" y="7546"/>
                    </a:cubicBezTo>
                    <a:cubicBezTo>
                      <a:pt x="1805" y="7569"/>
                      <a:pt x="1983" y="7578"/>
                      <a:pt x="2161" y="7578"/>
                    </a:cubicBezTo>
                    <a:cubicBezTo>
                      <a:pt x="2360" y="7578"/>
                      <a:pt x="2559" y="7567"/>
                      <a:pt x="2751" y="7554"/>
                    </a:cubicBezTo>
                    <a:cubicBezTo>
                      <a:pt x="3141" y="7529"/>
                      <a:pt x="3522" y="7479"/>
                      <a:pt x="3895" y="7397"/>
                    </a:cubicBezTo>
                    <a:cubicBezTo>
                      <a:pt x="4284" y="7305"/>
                      <a:pt x="4657" y="7181"/>
                      <a:pt x="5055" y="7181"/>
                    </a:cubicBezTo>
                    <a:cubicBezTo>
                      <a:pt x="5069" y="7186"/>
                      <a:pt x="5083" y="7191"/>
                      <a:pt x="5099" y="7191"/>
                    </a:cubicBezTo>
                    <a:cubicBezTo>
                      <a:pt x="5111" y="7191"/>
                      <a:pt x="5124" y="7188"/>
                      <a:pt x="5138" y="7181"/>
                    </a:cubicBezTo>
                    <a:lnTo>
                      <a:pt x="5179" y="7181"/>
                    </a:lnTo>
                    <a:cubicBezTo>
                      <a:pt x="5212" y="7181"/>
                      <a:pt x="5229" y="7173"/>
                      <a:pt x="5237" y="7148"/>
                    </a:cubicBezTo>
                    <a:cubicBezTo>
                      <a:pt x="5316" y="7164"/>
                      <a:pt x="5391" y="7170"/>
                      <a:pt x="5468" y="7170"/>
                    </a:cubicBezTo>
                    <a:cubicBezTo>
                      <a:pt x="5512" y="7170"/>
                      <a:pt x="5556" y="7168"/>
                      <a:pt x="5602" y="7165"/>
                    </a:cubicBezTo>
                    <a:lnTo>
                      <a:pt x="5602" y="7165"/>
                    </a:lnTo>
                    <a:cubicBezTo>
                      <a:pt x="5585" y="7214"/>
                      <a:pt x="5602" y="7281"/>
                      <a:pt x="5676" y="7281"/>
                    </a:cubicBezTo>
                    <a:cubicBezTo>
                      <a:pt x="5867" y="7272"/>
                      <a:pt x="6049" y="7198"/>
                      <a:pt x="6198" y="7082"/>
                    </a:cubicBezTo>
                    <a:cubicBezTo>
                      <a:pt x="6206" y="7073"/>
                      <a:pt x="6215" y="7065"/>
                      <a:pt x="6223" y="7057"/>
                    </a:cubicBezTo>
                    <a:cubicBezTo>
                      <a:pt x="6264" y="7049"/>
                      <a:pt x="6306" y="7032"/>
                      <a:pt x="6339" y="7024"/>
                    </a:cubicBezTo>
                    <a:lnTo>
                      <a:pt x="6430" y="7024"/>
                    </a:lnTo>
                    <a:cubicBezTo>
                      <a:pt x="6438" y="7028"/>
                      <a:pt x="6449" y="7030"/>
                      <a:pt x="6459" y="7030"/>
                    </a:cubicBezTo>
                    <a:cubicBezTo>
                      <a:pt x="6469" y="7030"/>
                      <a:pt x="6480" y="7028"/>
                      <a:pt x="6488" y="7024"/>
                    </a:cubicBezTo>
                    <a:cubicBezTo>
                      <a:pt x="6554" y="7024"/>
                      <a:pt x="6629" y="7024"/>
                      <a:pt x="6687" y="6999"/>
                    </a:cubicBezTo>
                    <a:cubicBezTo>
                      <a:pt x="6745" y="6974"/>
                      <a:pt x="6795" y="6933"/>
                      <a:pt x="6836" y="6883"/>
                    </a:cubicBezTo>
                    <a:cubicBezTo>
                      <a:pt x="6844" y="6957"/>
                      <a:pt x="6869" y="7024"/>
                      <a:pt x="6911" y="7090"/>
                    </a:cubicBezTo>
                    <a:cubicBezTo>
                      <a:pt x="6944" y="7231"/>
                      <a:pt x="6985" y="7372"/>
                      <a:pt x="7027" y="7504"/>
                    </a:cubicBezTo>
                    <a:cubicBezTo>
                      <a:pt x="7038" y="7546"/>
                      <a:pt x="7077" y="7567"/>
                      <a:pt x="7116" y="7567"/>
                    </a:cubicBezTo>
                    <a:cubicBezTo>
                      <a:pt x="7161" y="7567"/>
                      <a:pt x="7205" y="7538"/>
                      <a:pt x="7201" y="7479"/>
                    </a:cubicBezTo>
                    <a:cubicBezTo>
                      <a:pt x="7192" y="7397"/>
                      <a:pt x="7184" y="7314"/>
                      <a:pt x="7184" y="7231"/>
                    </a:cubicBezTo>
                    <a:cubicBezTo>
                      <a:pt x="7201" y="7223"/>
                      <a:pt x="7209" y="7214"/>
                      <a:pt x="7225" y="7214"/>
                    </a:cubicBezTo>
                    <a:cubicBezTo>
                      <a:pt x="7259" y="7189"/>
                      <a:pt x="7292" y="7156"/>
                      <a:pt x="7308" y="7115"/>
                    </a:cubicBezTo>
                    <a:lnTo>
                      <a:pt x="7341" y="7165"/>
                    </a:lnTo>
                    <a:cubicBezTo>
                      <a:pt x="7350" y="7173"/>
                      <a:pt x="7350" y="7181"/>
                      <a:pt x="7350" y="7189"/>
                    </a:cubicBezTo>
                    <a:cubicBezTo>
                      <a:pt x="7358" y="7198"/>
                      <a:pt x="7366" y="7214"/>
                      <a:pt x="7383" y="7223"/>
                    </a:cubicBezTo>
                    <a:cubicBezTo>
                      <a:pt x="7416" y="7272"/>
                      <a:pt x="7441" y="7322"/>
                      <a:pt x="7482" y="7363"/>
                    </a:cubicBezTo>
                    <a:cubicBezTo>
                      <a:pt x="7506" y="7393"/>
                      <a:pt x="7543" y="7415"/>
                      <a:pt x="7584" y="7415"/>
                    </a:cubicBezTo>
                    <a:cubicBezTo>
                      <a:pt x="7600" y="7415"/>
                      <a:pt x="7616" y="7412"/>
                      <a:pt x="7631" y="7405"/>
                    </a:cubicBezTo>
                    <a:cubicBezTo>
                      <a:pt x="7640" y="7397"/>
                      <a:pt x="7648" y="7388"/>
                      <a:pt x="7656" y="7380"/>
                    </a:cubicBezTo>
                    <a:cubicBezTo>
                      <a:pt x="7656" y="7397"/>
                      <a:pt x="7665" y="7413"/>
                      <a:pt x="7673" y="7421"/>
                    </a:cubicBezTo>
                    <a:cubicBezTo>
                      <a:pt x="7694" y="7456"/>
                      <a:pt x="7726" y="7473"/>
                      <a:pt x="7760" y="7473"/>
                    </a:cubicBezTo>
                    <a:cubicBezTo>
                      <a:pt x="7767" y="7473"/>
                      <a:pt x="7774" y="7472"/>
                      <a:pt x="7781" y="7471"/>
                    </a:cubicBezTo>
                    <a:cubicBezTo>
                      <a:pt x="7791" y="7511"/>
                      <a:pt x="7820" y="7528"/>
                      <a:pt x="7851" y="7528"/>
                    </a:cubicBezTo>
                    <a:cubicBezTo>
                      <a:pt x="7897" y="7528"/>
                      <a:pt x="7945" y="7489"/>
                      <a:pt x="7930" y="7430"/>
                    </a:cubicBezTo>
                    <a:cubicBezTo>
                      <a:pt x="7930" y="7405"/>
                      <a:pt x="7930" y="7380"/>
                      <a:pt x="7921" y="7355"/>
                    </a:cubicBezTo>
                    <a:cubicBezTo>
                      <a:pt x="7971" y="7347"/>
                      <a:pt x="8029" y="7297"/>
                      <a:pt x="8004" y="7247"/>
                    </a:cubicBezTo>
                    <a:lnTo>
                      <a:pt x="8013" y="7247"/>
                    </a:lnTo>
                    <a:cubicBezTo>
                      <a:pt x="7946" y="7090"/>
                      <a:pt x="7897" y="6924"/>
                      <a:pt x="7847" y="6767"/>
                    </a:cubicBezTo>
                    <a:cubicBezTo>
                      <a:pt x="7847" y="6734"/>
                      <a:pt x="7839" y="6692"/>
                      <a:pt x="7839" y="6659"/>
                    </a:cubicBezTo>
                    <a:cubicBezTo>
                      <a:pt x="7839" y="6593"/>
                      <a:pt x="7781" y="6560"/>
                      <a:pt x="7731" y="6560"/>
                    </a:cubicBezTo>
                    <a:cubicBezTo>
                      <a:pt x="7681" y="6560"/>
                      <a:pt x="7631" y="6593"/>
                      <a:pt x="7631" y="6651"/>
                    </a:cubicBezTo>
                    <a:lnTo>
                      <a:pt x="7631" y="6667"/>
                    </a:lnTo>
                    <a:cubicBezTo>
                      <a:pt x="7631" y="6651"/>
                      <a:pt x="7623" y="6634"/>
                      <a:pt x="7623" y="6626"/>
                    </a:cubicBezTo>
                    <a:cubicBezTo>
                      <a:pt x="7623" y="6609"/>
                      <a:pt x="7615" y="6601"/>
                      <a:pt x="7615" y="6593"/>
                    </a:cubicBezTo>
                    <a:cubicBezTo>
                      <a:pt x="7598" y="6551"/>
                      <a:pt x="7590" y="6510"/>
                      <a:pt x="7565" y="6469"/>
                    </a:cubicBezTo>
                    <a:cubicBezTo>
                      <a:pt x="7565" y="6452"/>
                      <a:pt x="7573" y="6444"/>
                      <a:pt x="7573" y="6427"/>
                    </a:cubicBezTo>
                    <a:cubicBezTo>
                      <a:pt x="7573" y="6402"/>
                      <a:pt x="7573" y="6386"/>
                      <a:pt x="7573" y="6369"/>
                    </a:cubicBezTo>
                    <a:cubicBezTo>
                      <a:pt x="7573" y="6319"/>
                      <a:pt x="7532" y="6278"/>
                      <a:pt x="7482" y="6278"/>
                    </a:cubicBezTo>
                    <a:cubicBezTo>
                      <a:pt x="7474" y="6278"/>
                      <a:pt x="7466" y="6286"/>
                      <a:pt x="7457" y="6286"/>
                    </a:cubicBezTo>
                    <a:cubicBezTo>
                      <a:pt x="7449" y="6253"/>
                      <a:pt x="7424" y="6237"/>
                      <a:pt x="7391" y="6228"/>
                    </a:cubicBezTo>
                    <a:cubicBezTo>
                      <a:pt x="7350" y="6228"/>
                      <a:pt x="7300" y="6253"/>
                      <a:pt x="7292" y="6295"/>
                    </a:cubicBezTo>
                    <a:cubicBezTo>
                      <a:pt x="7283" y="6336"/>
                      <a:pt x="7267" y="6377"/>
                      <a:pt x="7259" y="6419"/>
                    </a:cubicBezTo>
                    <a:cubicBezTo>
                      <a:pt x="7250" y="6435"/>
                      <a:pt x="7250" y="6452"/>
                      <a:pt x="7242" y="6469"/>
                    </a:cubicBezTo>
                    <a:cubicBezTo>
                      <a:pt x="7250" y="6411"/>
                      <a:pt x="7259" y="6344"/>
                      <a:pt x="7259" y="6278"/>
                    </a:cubicBezTo>
                    <a:cubicBezTo>
                      <a:pt x="7263" y="6237"/>
                      <a:pt x="7227" y="6213"/>
                      <a:pt x="7191" y="6213"/>
                    </a:cubicBezTo>
                    <a:cubicBezTo>
                      <a:pt x="7162" y="6213"/>
                      <a:pt x="7133" y="6228"/>
                      <a:pt x="7126" y="6261"/>
                    </a:cubicBezTo>
                    <a:cubicBezTo>
                      <a:pt x="7126" y="6270"/>
                      <a:pt x="7126" y="6270"/>
                      <a:pt x="7126" y="6278"/>
                    </a:cubicBezTo>
                    <a:lnTo>
                      <a:pt x="7109" y="6278"/>
                    </a:lnTo>
                    <a:cubicBezTo>
                      <a:pt x="7118" y="6261"/>
                      <a:pt x="7126" y="6237"/>
                      <a:pt x="7134" y="6220"/>
                    </a:cubicBezTo>
                    <a:cubicBezTo>
                      <a:pt x="7146" y="6180"/>
                      <a:pt x="7106" y="6148"/>
                      <a:pt x="7072" y="6148"/>
                    </a:cubicBezTo>
                    <a:cubicBezTo>
                      <a:pt x="7057" y="6148"/>
                      <a:pt x="7043" y="6155"/>
                      <a:pt x="7035" y="6170"/>
                    </a:cubicBezTo>
                    <a:lnTo>
                      <a:pt x="7035" y="6137"/>
                    </a:lnTo>
                    <a:cubicBezTo>
                      <a:pt x="7035" y="6097"/>
                      <a:pt x="7002" y="6075"/>
                      <a:pt x="6968" y="6075"/>
                    </a:cubicBezTo>
                    <a:cubicBezTo>
                      <a:pt x="6946" y="6075"/>
                      <a:pt x="6924" y="6084"/>
                      <a:pt x="6911" y="6104"/>
                    </a:cubicBezTo>
                    <a:cubicBezTo>
                      <a:pt x="6894" y="6129"/>
                      <a:pt x="6886" y="6154"/>
                      <a:pt x="6869" y="6179"/>
                    </a:cubicBezTo>
                    <a:cubicBezTo>
                      <a:pt x="6869" y="6137"/>
                      <a:pt x="6861" y="6096"/>
                      <a:pt x="6861" y="6054"/>
                    </a:cubicBezTo>
                    <a:cubicBezTo>
                      <a:pt x="6852" y="6008"/>
                      <a:pt x="6814" y="5983"/>
                      <a:pt x="6778" y="5983"/>
                    </a:cubicBezTo>
                    <a:cubicBezTo>
                      <a:pt x="6744" y="5983"/>
                      <a:pt x="6712" y="6006"/>
                      <a:pt x="6712" y="6054"/>
                    </a:cubicBezTo>
                    <a:cubicBezTo>
                      <a:pt x="6712" y="6087"/>
                      <a:pt x="6704" y="6129"/>
                      <a:pt x="6695" y="6162"/>
                    </a:cubicBezTo>
                    <a:cubicBezTo>
                      <a:pt x="6691" y="6160"/>
                      <a:pt x="6686" y="6159"/>
                      <a:pt x="6682" y="6159"/>
                    </a:cubicBezTo>
                    <a:cubicBezTo>
                      <a:pt x="6667" y="6159"/>
                      <a:pt x="6652" y="6168"/>
                      <a:pt x="6646" y="6187"/>
                    </a:cubicBezTo>
                    <a:cubicBezTo>
                      <a:pt x="6629" y="6245"/>
                      <a:pt x="6612" y="6303"/>
                      <a:pt x="6596" y="6361"/>
                    </a:cubicBezTo>
                    <a:cubicBezTo>
                      <a:pt x="6579" y="6369"/>
                      <a:pt x="6571" y="6369"/>
                      <a:pt x="6563" y="6377"/>
                    </a:cubicBezTo>
                    <a:cubicBezTo>
                      <a:pt x="6546" y="6394"/>
                      <a:pt x="6530" y="6402"/>
                      <a:pt x="6521" y="6411"/>
                    </a:cubicBezTo>
                    <a:cubicBezTo>
                      <a:pt x="6521" y="6402"/>
                      <a:pt x="6513" y="6394"/>
                      <a:pt x="6513" y="6377"/>
                    </a:cubicBezTo>
                    <a:cubicBezTo>
                      <a:pt x="6499" y="6336"/>
                      <a:pt x="6460" y="6313"/>
                      <a:pt x="6421" y="6313"/>
                    </a:cubicBezTo>
                    <a:cubicBezTo>
                      <a:pt x="6389" y="6313"/>
                      <a:pt x="6357" y="6328"/>
                      <a:pt x="6339" y="6361"/>
                    </a:cubicBezTo>
                    <a:cubicBezTo>
                      <a:pt x="6273" y="6469"/>
                      <a:pt x="6190" y="6560"/>
                      <a:pt x="6099" y="6643"/>
                    </a:cubicBezTo>
                    <a:cubicBezTo>
                      <a:pt x="5867" y="6734"/>
                      <a:pt x="5618" y="6775"/>
                      <a:pt x="5378" y="6817"/>
                    </a:cubicBezTo>
                    <a:cubicBezTo>
                      <a:pt x="5328" y="6825"/>
                      <a:pt x="5270" y="6833"/>
                      <a:pt x="5212" y="6841"/>
                    </a:cubicBezTo>
                    <a:cubicBezTo>
                      <a:pt x="5055" y="6717"/>
                      <a:pt x="4872" y="6634"/>
                      <a:pt x="4690" y="6551"/>
                    </a:cubicBezTo>
                    <a:cubicBezTo>
                      <a:pt x="4500" y="6452"/>
                      <a:pt x="4259" y="6311"/>
                      <a:pt x="4201" y="6087"/>
                    </a:cubicBezTo>
                    <a:cubicBezTo>
                      <a:pt x="4160" y="5955"/>
                      <a:pt x="4218" y="5822"/>
                      <a:pt x="4226" y="5690"/>
                    </a:cubicBezTo>
                    <a:cubicBezTo>
                      <a:pt x="4234" y="5574"/>
                      <a:pt x="4201" y="5449"/>
                      <a:pt x="4135" y="5350"/>
                    </a:cubicBezTo>
                    <a:cubicBezTo>
                      <a:pt x="4002" y="5151"/>
                      <a:pt x="3787" y="5052"/>
                      <a:pt x="3580" y="4952"/>
                    </a:cubicBezTo>
                    <a:cubicBezTo>
                      <a:pt x="3364" y="4845"/>
                      <a:pt x="3149" y="4712"/>
                      <a:pt x="3132" y="4447"/>
                    </a:cubicBezTo>
                    <a:cubicBezTo>
                      <a:pt x="3116" y="4306"/>
                      <a:pt x="3141" y="4173"/>
                      <a:pt x="3149" y="4041"/>
                    </a:cubicBezTo>
                    <a:cubicBezTo>
                      <a:pt x="3149" y="3900"/>
                      <a:pt x="3132" y="3768"/>
                      <a:pt x="3083" y="3635"/>
                    </a:cubicBezTo>
                    <a:cubicBezTo>
                      <a:pt x="3074" y="3610"/>
                      <a:pt x="3058" y="3577"/>
                      <a:pt x="3050" y="3544"/>
                    </a:cubicBezTo>
                    <a:cubicBezTo>
                      <a:pt x="3058" y="3328"/>
                      <a:pt x="3058" y="3113"/>
                      <a:pt x="3074" y="2889"/>
                    </a:cubicBezTo>
                    <a:cubicBezTo>
                      <a:pt x="3074" y="2864"/>
                      <a:pt x="3050" y="2856"/>
                      <a:pt x="3033" y="2856"/>
                    </a:cubicBezTo>
                    <a:cubicBezTo>
                      <a:pt x="3033" y="2790"/>
                      <a:pt x="3033" y="2732"/>
                      <a:pt x="3041" y="2674"/>
                    </a:cubicBezTo>
                    <a:cubicBezTo>
                      <a:pt x="3050" y="2525"/>
                      <a:pt x="3058" y="2367"/>
                      <a:pt x="3074" y="2218"/>
                    </a:cubicBezTo>
                    <a:cubicBezTo>
                      <a:pt x="3079" y="2189"/>
                      <a:pt x="3051" y="2172"/>
                      <a:pt x="3024" y="2172"/>
                    </a:cubicBezTo>
                    <a:cubicBezTo>
                      <a:pt x="3005" y="2172"/>
                      <a:pt x="2987" y="2181"/>
                      <a:pt x="2983" y="2202"/>
                    </a:cubicBezTo>
                    <a:cubicBezTo>
                      <a:pt x="2958" y="2359"/>
                      <a:pt x="2942" y="2508"/>
                      <a:pt x="2925" y="2666"/>
                    </a:cubicBezTo>
                    <a:cubicBezTo>
                      <a:pt x="2917" y="2740"/>
                      <a:pt x="2917" y="2823"/>
                      <a:pt x="2917" y="2898"/>
                    </a:cubicBezTo>
                    <a:cubicBezTo>
                      <a:pt x="2917" y="2972"/>
                      <a:pt x="2917" y="3055"/>
                      <a:pt x="2942" y="3130"/>
                    </a:cubicBezTo>
                    <a:cubicBezTo>
                      <a:pt x="2942" y="3138"/>
                      <a:pt x="2958" y="3146"/>
                      <a:pt x="2967" y="3146"/>
                    </a:cubicBezTo>
                    <a:cubicBezTo>
                      <a:pt x="2967" y="3221"/>
                      <a:pt x="2967" y="3295"/>
                      <a:pt x="2967" y="3362"/>
                    </a:cubicBezTo>
                    <a:cubicBezTo>
                      <a:pt x="2950" y="3328"/>
                      <a:pt x="2934" y="3295"/>
                      <a:pt x="2917" y="3254"/>
                    </a:cubicBezTo>
                    <a:cubicBezTo>
                      <a:pt x="2876" y="3113"/>
                      <a:pt x="2851" y="2972"/>
                      <a:pt x="2842" y="2831"/>
                    </a:cubicBezTo>
                    <a:cubicBezTo>
                      <a:pt x="2834" y="2748"/>
                      <a:pt x="2834" y="2674"/>
                      <a:pt x="2834" y="2591"/>
                    </a:cubicBezTo>
                    <a:cubicBezTo>
                      <a:pt x="2876" y="2218"/>
                      <a:pt x="2950" y="1854"/>
                      <a:pt x="3041" y="1489"/>
                    </a:cubicBezTo>
                    <a:cubicBezTo>
                      <a:pt x="3108" y="1249"/>
                      <a:pt x="3190" y="1008"/>
                      <a:pt x="3282" y="768"/>
                    </a:cubicBezTo>
                    <a:cubicBezTo>
                      <a:pt x="3290" y="735"/>
                      <a:pt x="3306" y="710"/>
                      <a:pt x="3315" y="677"/>
                    </a:cubicBezTo>
                    <a:cubicBezTo>
                      <a:pt x="3356" y="602"/>
                      <a:pt x="3398" y="520"/>
                      <a:pt x="3422" y="437"/>
                    </a:cubicBezTo>
                    <a:cubicBezTo>
                      <a:pt x="3472" y="312"/>
                      <a:pt x="3522" y="188"/>
                      <a:pt x="3563" y="56"/>
                    </a:cubicBezTo>
                    <a:cubicBezTo>
                      <a:pt x="3569" y="26"/>
                      <a:pt x="3546" y="1"/>
                      <a:pt x="35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4" name="Google Shape;4724;p12"/>
              <p:cNvSpPr/>
              <p:nvPr/>
            </p:nvSpPr>
            <p:spPr>
              <a:xfrm>
                <a:off x="2814775" y="4128000"/>
                <a:ext cx="264875" cy="428500"/>
              </a:xfrm>
              <a:custGeom>
                <a:rect b="b" l="l" r="r" t="t"/>
                <a:pathLst>
                  <a:path extrusionOk="0" h="17140" w="10595">
                    <a:moveTo>
                      <a:pt x="511" y="2255"/>
                    </a:moveTo>
                    <a:cubicBezTo>
                      <a:pt x="548" y="2255"/>
                      <a:pt x="590" y="2274"/>
                      <a:pt x="652" y="2340"/>
                    </a:cubicBezTo>
                    <a:cubicBezTo>
                      <a:pt x="656" y="2340"/>
                      <a:pt x="658" y="2342"/>
                      <a:pt x="660" y="2344"/>
                    </a:cubicBezTo>
                    <a:lnTo>
                      <a:pt x="660" y="2344"/>
                    </a:lnTo>
                    <a:cubicBezTo>
                      <a:pt x="613" y="2320"/>
                      <a:pt x="566" y="2297"/>
                      <a:pt x="519" y="2273"/>
                    </a:cubicBezTo>
                    <a:cubicBezTo>
                      <a:pt x="507" y="2267"/>
                      <a:pt x="494" y="2264"/>
                      <a:pt x="481" y="2264"/>
                    </a:cubicBezTo>
                    <a:cubicBezTo>
                      <a:pt x="471" y="2264"/>
                      <a:pt x="461" y="2266"/>
                      <a:pt x="451" y="2269"/>
                    </a:cubicBezTo>
                    <a:lnTo>
                      <a:pt x="451" y="2269"/>
                    </a:lnTo>
                    <a:cubicBezTo>
                      <a:pt x="471" y="2261"/>
                      <a:pt x="490" y="2255"/>
                      <a:pt x="511" y="2255"/>
                    </a:cubicBezTo>
                    <a:close/>
                    <a:moveTo>
                      <a:pt x="1174" y="3027"/>
                    </a:moveTo>
                    <a:cubicBezTo>
                      <a:pt x="1174" y="3036"/>
                      <a:pt x="1157" y="3069"/>
                      <a:pt x="1149" y="3069"/>
                    </a:cubicBezTo>
                    <a:cubicBezTo>
                      <a:pt x="1146" y="3070"/>
                      <a:pt x="1143" y="3071"/>
                      <a:pt x="1140" y="3071"/>
                    </a:cubicBezTo>
                    <a:cubicBezTo>
                      <a:pt x="1126" y="3071"/>
                      <a:pt x="1111" y="3057"/>
                      <a:pt x="1091" y="3044"/>
                    </a:cubicBezTo>
                    <a:cubicBezTo>
                      <a:pt x="1124" y="3036"/>
                      <a:pt x="1149" y="3036"/>
                      <a:pt x="1174" y="3027"/>
                    </a:cubicBezTo>
                    <a:close/>
                    <a:moveTo>
                      <a:pt x="1613" y="2671"/>
                    </a:moveTo>
                    <a:lnTo>
                      <a:pt x="1613" y="2671"/>
                    </a:lnTo>
                    <a:cubicBezTo>
                      <a:pt x="1679" y="2886"/>
                      <a:pt x="1762" y="3110"/>
                      <a:pt x="1895" y="3292"/>
                    </a:cubicBezTo>
                    <a:cubicBezTo>
                      <a:pt x="1837" y="3251"/>
                      <a:pt x="1795" y="3193"/>
                      <a:pt x="1762" y="3135"/>
                    </a:cubicBezTo>
                    <a:lnTo>
                      <a:pt x="1754" y="3135"/>
                    </a:lnTo>
                    <a:cubicBezTo>
                      <a:pt x="1679" y="2994"/>
                      <a:pt x="1646" y="2828"/>
                      <a:pt x="1613" y="2671"/>
                    </a:cubicBezTo>
                    <a:close/>
                    <a:moveTo>
                      <a:pt x="2939" y="3384"/>
                    </a:moveTo>
                    <a:cubicBezTo>
                      <a:pt x="2963" y="3433"/>
                      <a:pt x="2988" y="3491"/>
                      <a:pt x="3013" y="3549"/>
                    </a:cubicBezTo>
                    <a:cubicBezTo>
                      <a:pt x="2988" y="3500"/>
                      <a:pt x="2963" y="3442"/>
                      <a:pt x="2930" y="3392"/>
                    </a:cubicBezTo>
                    <a:cubicBezTo>
                      <a:pt x="2930" y="3392"/>
                      <a:pt x="2939" y="3384"/>
                      <a:pt x="2939" y="3384"/>
                    </a:cubicBezTo>
                    <a:close/>
                    <a:moveTo>
                      <a:pt x="2864" y="3466"/>
                    </a:moveTo>
                    <a:cubicBezTo>
                      <a:pt x="2881" y="3500"/>
                      <a:pt x="2897" y="3541"/>
                      <a:pt x="2914" y="3574"/>
                    </a:cubicBezTo>
                    <a:cubicBezTo>
                      <a:pt x="2914" y="3582"/>
                      <a:pt x="2914" y="3582"/>
                      <a:pt x="2914" y="3582"/>
                    </a:cubicBezTo>
                    <a:cubicBezTo>
                      <a:pt x="2889" y="3558"/>
                      <a:pt x="2856" y="3533"/>
                      <a:pt x="2823" y="3508"/>
                    </a:cubicBezTo>
                    <a:cubicBezTo>
                      <a:pt x="2839" y="3491"/>
                      <a:pt x="2856" y="3483"/>
                      <a:pt x="2864" y="3466"/>
                    </a:cubicBezTo>
                    <a:close/>
                    <a:moveTo>
                      <a:pt x="10462" y="9958"/>
                    </a:moveTo>
                    <a:lnTo>
                      <a:pt x="10462" y="9958"/>
                    </a:lnTo>
                    <a:cubicBezTo>
                      <a:pt x="10462" y="9959"/>
                      <a:pt x="10462" y="9961"/>
                      <a:pt x="10462" y="9962"/>
                    </a:cubicBezTo>
                    <a:cubicBezTo>
                      <a:pt x="10462" y="9961"/>
                      <a:pt x="10462" y="9959"/>
                      <a:pt x="10462" y="9958"/>
                    </a:cubicBezTo>
                    <a:close/>
                    <a:moveTo>
                      <a:pt x="10089" y="10868"/>
                    </a:moveTo>
                    <a:cubicBezTo>
                      <a:pt x="10089" y="10870"/>
                      <a:pt x="10089" y="10872"/>
                      <a:pt x="10089" y="10874"/>
                    </a:cubicBezTo>
                    <a:cubicBezTo>
                      <a:pt x="10089" y="10872"/>
                      <a:pt x="10089" y="10870"/>
                      <a:pt x="10089" y="10868"/>
                    </a:cubicBezTo>
                    <a:close/>
                    <a:moveTo>
                      <a:pt x="6924" y="16210"/>
                    </a:moveTo>
                    <a:cubicBezTo>
                      <a:pt x="6940" y="16268"/>
                      <a:pt x="6965" y="16334"/>
                      <a:pt x="6982" y="16392"/>
                    </a:cubicBezTo>
                    <a:lnTo>
                      <a:pt x="6965" y="16417"/>
                    </a:lnTo>
                    <a:cubicBezTo>
                      <a:pt x="6957" y="16342"/>
                      <a:pt x="6940" y="16276"/>
                      <a:pt x="6924" y="16210"/>
                    </a:cubicBezTo>
                    <a:close/>
                    <a:moveTo>
                      <a:pt x="8066" y="0"/>
                    </a:moveTo>
                    <a:cubicBezTo>
                      <a:pt x="8037" y="0"/>
                      <a:pt x="8009" y="6"/>
                      <a:pt x="7984" y="20"/>
                    </a:cubicBezTo>
                    <a:cubicBezTo>
                      <a:pt x="7893" y="53"/>
                      <a:pt x="7860" y="161"/>
                      <a:pt x="7819" y="252"/>
                    </a:cubicBezTo>
                    <a:cubicBezTo>
                      <a:pt x="7719" y="517"/>
                      <a:pt x="7520" y="765"/>
                      <a:pt x="7247" y="840"/>
                    </a:cubicBezTo>
                    <a:cubicBezTo>
                      <a:pt x="7191" y="856"/>
                      <a:pt x="7133" y="864"/>
                      <a:pt x="7074" y="864"/>
                    </a:cubicBezTo>
                    <a:cubicBezTo>
                      <a:pt x="6841" y="864"/>
                      <a:pt x="6611" y="736"/>
                      <a:pt x="6551" y="517"/>
                    </a:cubicBezTo>
                    <a:cubicBezTo>
                      <a:pt x="6112" y="608"/>
                      <a:pt x="5971" y="1254"/>
                      <a:pt x="5532" y="1321"/>
                    </a:cubicBezTo>
                    <a:cubicBezTo>
                      <a:pt x="5506" y="1325"/>
                      <a:pt x="5481" y="1326"/>
                      <a:pt x="5456" y="1326"/>
                    </a:cubicBezTo>
                    <a:cubicBezTo>
                      <a:pt x="5174" y="1326"/>
                      <a:pt x="4931" y="1081"/>
                      <a:pt x="4695" y="906"/>
                    </a:cubicBezTo>
                    <a:cubicBezTo>
                      <a:pt x="4447" y="906"/>
                      <a:pt x="4024" y="608"/>
                      <a:pt x="3734" y="567"/>
                    </a:cubicBezTo>
                    <a:cubicBezTo>
                      <a:pt x="3573" y="546"/>
                      <a:pt x="3412" y="538"/>
                      <a:pt x="3251" y="538"/>
                    </a:cubicBezTo>
                    <a:cubicBezTo>
                      <a:pt x="3031" y="538"/>
                      <a:pt x="2811" y="552"/>
                      <a:pt x="2591" y="567"/>
                    </a:cubicBezTo>
                    <a:cubicBezTo>
                      <a:pt x="2466" y="575"/>
                      <a:pt x="2359" y="583"/>
                      <a:pt x="2251" y="591"/>
                    </a:cubicBezTo>
                    <a:cubicBezTo>
                      <a:pt x="2019" y="616"/>
                      <a:pt x="1803" y="658"/>
                      <a:pt x="1596" y="724"/>
                    </a:cubicBezTo>
                    <a:cubicBezTo>
                      <a:pt x="1389" y="799"/>
                      <a:pt x="1190" y="906"/>
                      <a:pt x="983" y="1064"/>
                    </a:cubicBezTo>
                    <a:cubicBezTo>
                      <a:pt x="942" y="1097"/>
                      <a:pt x="909" y="1130"/>
                      <a:pt x="859" y="1163"/>
                    </a:cubicBezTo>
                    <a:cubicBezTo>
                      <a:pt x="817" y="1205"/>
                      <a:pt x="759" y="1246"/>
                      <a:pt x="710" y="1287"/>
                    </a:cubicBezTo>
                    <a:cubicBezTo>
                      <a:pt x="643" y="1345"/>
                      <a:pt x="577" y="1412"/>
                      <a:pt x="511" y="1478"/>
                    </a:cubicBezTo>
                    <a:cubicBezTo>
                      <a:pt x="445" y="1544"/>
                      <a:pt x="387" y="1602"/>
                      <a:pt x="329" y="1677"/>
                    </a:cubicBezTo>
                    <a:cubicBezTo>
                      <a:pt x="320" y="1677"/>
                      <a:pt x="320" y="1685"/>
                      <a:pt x="312" y="1693"/>
                    </a:cubicBezTo>
                    <a:cubicBezTo>
                      <a:pt x="204" y="1826"/>
                      <a:pt x="113" y="1967"/>
                      <a:pt x="80" y="2099"/>
                    </a:cubicBezTo>
                    <a:cubicBezTo>
                      <a:pt x="20" y="2304"/>
                      <a:pt x="1" y="2357"/>
                      <a:pt x="23" y="2357"/>
                    </a:cubicBezTo>
                    <a:cubicBezTo>
                      <a:pt x="39" y="2357"/>
                      <a:pt x="81" y="2325"/>
                      <a:pt x="146" y="2306"/>
                    </a:cubicBezTo>
                    <a:lnTo>
                      <a:pt x="146" y="2306"/>
                    </a:lnTo>
                    <a:cubicBezTo>
                      <a:pt x="138" y="2340"/>
                      <a:pt x="163" y="2364"/>
                      <a:pt x="188" y="2364"/>
                    </a:cubicBezTo>
                    <a:cubicBezTo>
                      <a:pt x="403" y="2398"/>
                      <a:pt x="486" y="2572"/>
                      <a:pt x="569" y="2746"/>
                    </a:cubicBezTo>
                    <a:cubicBezTo>
                      <a:pt x="618" y="2867"/>
                      <a:pt x="722" y="3052"/>
                      <a:pt x="866" y="3052"/>
                    </a:cubicBezTo>
                    <a:cubicBezTo>
                      <a:pt x="869" y="3052"/>
                      <a:pt x="872" y="3052"/>
                      <a:pt x="875" y="3052"/>
                    </a:cubicBezTo>
                    <a:cubicBezTo>
                      <a:pt x="917" y="3102"/>
                      <a:pt x="958" y="3160"/>
                      <a:pt x="1016" y="3201"/>
                    </a:cubicBezTo>
                    <a:cubicBezTo>
                      <a:pt x="1057" y="3233"/>
                      <a:pt x="1099" y="3248"/>
                      <a:pt x="1140" y="3248"/>
                    </a:cubicBezTo>
                    <a:cubicBezTo>
                      <a:pt x="1214" y="3248"/>
                      <a:pt x="1283" y="3199"/>
                      <a:pt x="1331" y="3118"/>
                    </a:cubicBezTo>
                    <a:cubicBezTo>
                      <a:pt x="1381" y="3036"/>
                      <a:pt x="1422" y="2953"/>
                      <a:pt x="1472" y="2862"/>
                    </a:cubicBezTo>
                    <a:cubicBezTo>
                      <a:pt x="1530" y="3118"/>
                      <a:pt x="1638" y="3375"/>
                      <a:pt x="1878" y="3500"/>
                    </a:cubicBezTo>
                    <a:cubicBezTo>
                      <a:pt x="1994" y="3566"/>
                      <a:pt x="2127" y="3574"/>
                      <a:pt x="2259" y="3582"/>
                    </a:cubicBezTo>
                    <a:cubicBezTo>
                      <a:pt x="2325" y="3605"/>
                      <a:pt x="2399" y="3616"/>
                      <a:pt x="2473" y="3616"/>
                    </a:cubicBezTo>
                    <a:cubicBezTo>
                      <a:pt x="2510" y="3616"/>
                      <a:pt x="2546" y="3613"/>
                      <a:pt x="2582" y="3607"/>
                    </a:cubicBezTo>
                    <a:cubicBezTo>
                      <a:pt x="2607" y="3616"/>
                      <a:pt x="2640" y="3624"/>
                      <a:pt x="2665" y="3640"/>
                    </a:cubicBezTo>
                    <a:cubicBezTo>
                      <a:pt x="2723" y="3765"/>
                      <a:pt x="2781" y="3897"/>
                      <a:pt x="2806" y="4038"/>
                    </a:cubicBezTo>
                    <a:cubicBezTo>
                      <a:pt x="2831" y="4129"/>
                      <a:pt x="2856" y="4229"/>
                      <a:pt x="2864" y="4328"/>
                    </a:cubicBezTo>
                    <a:cubicBezTo>
                      <a:pt x="2872" y="4378"/>
                      <a:pt x="2872" y="4428"/>
                      <a:pt x="2881" y="4469"/>
                    </a:cubicBezTo>
                    <a:cubicBezTo>
                      <a:pt x="2881" y="4527"/>
                      <a:pt x="2881" y="4585"/>
                      <a:pt x="2897" y="4635"/>
                    </a:cubicBezTo>
                    <a:cubicBezTo>
                      <a:pt x="2910" y="4668"/>
                      <a:pt x="2936" y="4684"/>
                      <a:pt x="2963" y="4684"/>
                    </a:cubicBezTo>
                    <a:cubicBezTo>
                      <a:pt x="2990" y="4684"/>
                      <a:pt x="3017" y="4668"/>
                      <a:pt x="3030" y="4635"/>
                    </a:cubicBezTo>
                    <a:cubicBezTo>
                      <a:pt x="3046" y="4585"/>
                      <a:pt x="3038" y="4527"/>
                      <a:pt x="3030" y="4469"/>
                    </a:cubicBezTo>
                    <a:cubicBezTo>
                      <a:pt x="3030" y="4419"/>
                      <a:pt x="3021" y="4361"/>
                      <a:pt x="3013" y="4312"/>
                    </a:cubicBezTo>
                    <a:cubicBezTo>
                      <a:pt x="2988" y="4204"/>
                      <a:pt x="2963" y="4104"/>
                      <a:pt x="2930" y="4005"/>
                    </a:cubicBezTo>
                    <a:cubicBezTo>
                      <a:pt x="2905" y="3939"/>
                      <a:pt x="2881" y="3864"/>
                      <a:pt x="2847" y="3798"/>
                    </a:cubicBezTo>
                    <a:lnTo>
                      <a:pt x="2847" y="3798"/>
                    </a:lnTo>
                    <a:cubicBezTo>
                      <a:pt x="2881" y="3839"/>
                      <a:pt x="2905" y="3881"/>
                      <a:pt x="2922" y="3922"/>
                    </a:cubicBezTo>
                    <a:cubicBezTo>
                      <a:pt x="3030" y="4154"/>
                      <a:pt x="3046" y="4419"/>
                      <a:pt x="3204" y="4626"/>
                    </a:cubicBezTo>
                    <a:cubicBezTo>
                      <a:pt x="3212" y="4643"/>
                      <a:pt x="3237" y="4651"/>
                      <a:pt x="3253" y="4651"/>
                    </a:cubicBezTo>
                    <a:cubicBezTo>
                      <a:pt x="3262" y="4742"/>
                      <a:pt x="3270" y="4834"/>
                      <a:pt x="3270" y="4925"/>
                    </a:cubicBezTo>
                    <a:cubicBezTo>
                      <a:pt x="3278" y="5148"/>
                      <a:pt x="3262" y="5372"/>
                      <a:pt x="3253" y="5596"/>
                    </a:cubicBezTo>
                    <a:cubicBezTo>
                      <a:pt x="3249" y="5664"/>
                      <a:pt x="3301" y="5697"/>
                      <a:pt x="3355" y="5697"/>
                    </a:cubicBezTo>
                    <a:cubicBezTo>
                      <a:pt x="3400" y="5697"/>
                      <a:pt x="3446" y="5674"/>
                      <a:pt x="3461" y="5629"/>
                    </a:cubicBezTo>
                    <a:cubicBezTo>
                      <a:pt x="3485" y="5480"/>
                      <a:pt x="3502" y="5322"/>
                      <a:pt x="3502" y="5173"/>
                    </a:cubicBezTo>
                    <a:cubicBezTo>
                      <a:pt x="3519" y="4958"/>
                      <a:pt x="3552" y="4742"/>
                      <a:pt x="3585" y="4527"/>
                    </a:cubicBezTo>
                    <a:cubicBezTo>
                      <a:pt x="3618" y="4486"/>
                      <a:pt x="3643" y="4444"/>
                      <a:pt x="3676" y="4403"/>
                    </a:cubicBezTo>
                    <a:cubicBezTo>
                      <a:pt x="3684" y="4461"/>
                      <a:pt x="3693" y="4519"/>
                      <a:pt x="3701" y="4568"/>
                    </a:cubicBezTo>
                    <a:cubicBezTo>
                      <a:pt x="3709" y="4651"/>
                      <a:pt x="3726" y="4734"/>
                      <a:pt x="3734" y="4809"/>
                    </a:cubicBezTo>
                    <a:cubicBezTo>
                      <a:pt x="3751" y="4892"/>
                      <a:pt x="3759" y="4983"/>
                      <a:pt x="3784" y="5057"/>
                    </a:cubicBezTo>
                    <a:cubicBezTo>
                      <a:pt x="3791" y="5076"/>
                      <a:pt x="3807" y="5085"/>
                      <a:pt x="3822" y="5085"/>
                    </a:cubicBezTo>
                    <a:cubicBezTo>
                      <a:pt x="3841" y="5085"/>
                      <a:pt x="3858" y="5072"/>
                      <a:pt x="3858" y="5049"/>
                    </a:cubicBezTo>
                    <a:cubicBezTo>
                      <a:pt x="3858" y="4966"/>
                      <a:pt x="3842" y="4883"/>
                      <a:pt x="3825" y="4800"/>
                    </a:cubicBezTo>
                    <a:cubicBezTo>
                      <a:pt x="3817" y="4718"/>
                      <a:pt x="3800" y="4635"/>
                      <a:pt x="3784" y="4560"/>
                    </a:cubicBezTo>
                    <a:cubicBezTo>
                      <a:pt x="3775" y="4477"/>
                      <a:pt x="3759" y="4394"/>
                      <a:pt x="3742" y="4312"/>
                    </a:cubicBezTo>
                    <a:cubicBezTo>
                      <a:pt x="3809" y="4229"/>
                      <a:pt x="3867" y="4146"/>
                      <a:pt x="3925" y="4063"/>
                    </a:cubicBezTo>
                    <a:cubicBezTo>
                      <a:pt x="3991" y="4378"/>
                      <a:pt x="4049" y="4701"/>
                      <a:pt x="4099" y="5024"/>
                    </a:cubicBezTo>
                    <a:cubicBezTo>
                      <a:pt x="4157" y="5447"/>
                      <a:pt x="4198" y="5869"/>
                      <a:pt x="4239" y="6292"/>
                    </a:cubicBezTo>
                    <a:cubicBezTo>
                      <a:pt x="4244" y="6315"/>
                      <a:pt x="4270" y="6331"/>
                      <a:pt x="4292" y="6331"/>
                    </a:cubicBezTo>
                    <a:cubicBezTo>
                      <a:pt x="4308" y="6331"/>
                      <a:pt x="4322" y="6322"/>
                      <a:pt x="4322" y="6300"/>
                    </a:cubicBezTo>
                    <a:cubicBezTo>
                      <a:pt x="4372" y="5969"/>
                      <a:pt x="4413" y="5637"/>
                      <a:pt x="4413" y="5298"/>
                    </a:cubicBezTo>
                    <a:cubicBezTo>
                      <a:pt x="4430" y="5372"/>
                      <a:pt x="4455" y="5455"/>
                      <a:pt x="4480" y="5530"/>
                    </a:cubicBezTo>
                    <a:cubicBezTo>
                      <a:pt x="4480" y="5563"/>
                      <a:pt x="4480" y="5596"/>
                      <a:pt x="4488" y="5637"/>
                    </a:cubicBezTo>
                    <a:cubicBezTo>
                      <a:pt x="4496" y="5762"/>
                      <a:pt x="4505" y="5894"/>
                      <a:pt x="4513" y="6018"/>
                    </a:cubicBezTo>
                    <a:cubicBezTo>
                      <a:pt x="4521" y="6159"/>
                      <a:pt x="4521" y="6300"/>
                      <a:pt x="4554" y="6433"/>
                    </a:cubicBezTo>
                    <a:cubicBezTo>
                      <a:pt x="4562" y="6476"/>
                      <a:pt x="4594" y="6496"/>
                      <a:pt x="4629" y="6496"/>
                    </a:cubicBezTo>
                    <a:cubicBezTo>
                      <a:pt x="4673" y="6496"/>
                      <a:pt x="4720" y="6464"/>
                      <a:pt x="4720" y="6408"/>
                    </a:cubicBezTo>
                    <a:cubicBezTo>
                      <a:pt x="4728" y="6308"/>
                      <a:pt x="4745" y="6209"/>
                      <a:pt x="4753" y="6110"/>
                    </a:cubicBezTo>
                    <a:cubicBezTo>
                      <a:pt x="4795" y="6242"/>
                      <a:pt x="4828" y="6366"/>
                      <a:pt x="4861" y="6491"/>
                    </a:cubicBezTo>
                    <a:cubicBezTo>
                      <a:pt x="4952" y="6897"/>
                      <a:pt x="4977" y="7294"/>
                      <a:pt x="4985" y="7709"/>
                    </a:cubicBezTo>
                    <a:cubicBezTo>
                      <a:pt x="4985" y="7760"/>
                      <a:pt x="5028" y="7791"/>
                      <a:pt x="5069" y="7791"/>
                    </a:cubicBezTo>
                    <a:cubicBezTo>
                      <a:pt x="5101" y="7791"/>
                      <a:pt x="5132" y="7773"/>
                      <a:pt x="5143" y="7733"/>
                    </a:cubicBezTo>
                    <a:cubicBezTo>
                      <a:pt x="5184" y="7510"/>
                      <a:pt x="5209" y="7294"/>
                      <a:pt x="5209" y="7079"/>
                    </a:cubicBezTo>
                    <a:cubicBezTo>
                      <a:pt x="5217" y="7137"/>
                      <a:pt x="5225" y="7203"/>
                      <a:pt x="5234" y="7261"/>
                    </a:cubicBezTo>
                    <a:cubicBezTo>
                      <a:pt x="5225" y="7162"/>
                      <a:pt x="5259" y="7054"/>
                      <a:pt x="5308" y="6955"/>
                    </a:cubicBezTo>
                    <a:lnTo>
                      <a:pt x="5308" y="6955"/>
                    </a:lnTo>
                    <a:cubicBezTo>
                      <a:pt x="5300" y="6988"/>
                      <a:pt x="5300" y="7021"/>
                      <a:pt x="5292" y="7046"/>
                    </a:cubicBezTo>
                    <a:cubicBezTo>
                      <a:pt x="5292" y="7071"/>
                      <a:pt x="5300" y="7095"/>
                      <a:pt x="5325" y="7104"/>
                    </a:cubicBezTo>
                    <a:cubicBezTo>
                      <a:pt x="5329" y="7105"/>
                      <a:pt x="5334" y="7106"/>
                      <a:pt x="5338" y="7106"/>
                    </a:cubicBezTo>
                    <a:cubicBezTo>
                      <a:pt x="5358" y="7106"/>
                      <a:pt x="5375" y="7091"/>
                      <a:pt x="5375" y="7071"/>
                    </a:cubicBezTo>
                    <a:cubicBezTo>
                      <a:pt x="5391" y="6988"/>
                      <a:pt x="5408" y="6897"/>
                      <a:pt x="5416" y="6814"/>
                    </a:cubicBezTo>
                    <a:cubicBezTo>
                      <a:pt x="5424" y="6806"/>
                      <a:pt x="5433" y="6797"/>
                      <a:pt x="5441" y="6789"/>
                    </a:cubicBezTo>
                    <a:lnTo>
                      <a:pt x="5441" y="6789"/>
                    </a:lnTo>
                    <a:cubicBezTo>
                      <a:pt x="5631" y="7800"/>
                      <a:pt x="5325" y="8893"/>
                      <a:pt x="4654" y="9664"/>
                    </a:cubicBezTo>
                    <a:cubicBezTo>
                      <a:pt x="4665" y="9663"/>
                      <a:pt x="4676" y="9662"/>
                      <a:pt x="4687" y="9662"/>
                    </a:cubicBezTo>
                    <a:cubicBezTo>
                      <a:pt x="4928" y="9662"/>
                      <a:pt x="5027" y="10007"/>
                      <a:pt x="5035" y="10261"/>
                    </a:cubicBezTo>
                    <a:cubicBezTo>
                      <a:pt x="5068" y="11197"/>
                      <a:pt x="5093" y="12133"/>
                      <a:pt x="5126" y="13069"/>
                    </a:cubicBezTo>
                    <a:cubicBezTo>
                      <a:pt x="5167" y="14221"/>
                      <a:pt x="5242" y="15464"/>
                      <a:pt x="5805" y="16442"/>
                    </a:cubicBezTo>
                    <a:cubicBezTo>
                      <a:pt x="5838" y="16649"/>
                      <a:pt x="5830" y="16864"/>
                      <a:pt x="5913" y="17071"/>
                    </a:cubicBezTo>
                    <a:cubicBezTo>
                      <a:pt x="5930" y="17115"/>
                      <a:pt x="5975" y="17140"/>
                      <a:pt x="6017" y="17140"/>
                    </a:cubicBezTo>
                    <a:cubicBezTo>
                      <a:pt x="6055" y="17140"/>
                      <a:pt x="6092" y="17119"/>
                      <a:pt x="6104" y="17071"/>
                    </a:cubicBezTo>
                    <a:cubicBezTo>
                      <a:pt x="6120" y="17021"/>
                      <a:pt x="6137" y="16972"/>
                      <a:pt x="6153" y="16922"/>
                    </a:cubicBezTo>
                    <a:cubicBezTo>
                      <a:pt x="6162" y="16939"/>
                      <a:pt x="6170" y="16947"/>
                      <a:pt x="6178" y="16964"/>
                    </a:cubicBezTo>
                    <a:cubicBezTo>
                      <a:pt x="6186" y="16897"/>
                      <a:pt x="6195" y="16831"/>
                      <a:pt x="6203" y="16773"/>
                    </a:cubicBezTo>
                    <a:cubicBezTo>
                      <a:pt x="6286" y="16558"/>
                      <a:pt x="6377" y="16350"/>
                      <a:pt x="6468" y="16143"/>
                    </a:cubicBezTo>
                    <a:cubicBezTo>
                      <a:pt x="6534" y="16044"/>
                      <a:pt x="6609" y="15953"/>
                      <a:pt x="6700" y="15870"/>
                    </a:cubicBezTo>
                    <a:cubicBezTo>
                      <a:pt x="6783" y="16127"/>
                      <a:pt x="6833" y="16400"/>
                      <a:pt x="6858" y="16682"/>
                    </a:cubicBezTo>
                    <a:cubicBezTo>
                      <a:pt x="6862" y="16724"/>
                      <a:pt x="6899" y="16750"/>
                      <a:pt x="6934" y="16750"/>
                    </a:cubicBezTo>
                    <a:cubicBezTo>
                      <a:pt x="6961" y="16750"/>
                      <a:pt x="6988" y="16734"/>
                      <a:pt x="6998" y="16698"/>
                    </a:cubicBezTo>
                    <a:cubicBezTo>
                      <a:pt x="7032" y="16607"/>
                      <a:pt x="7081" y="16516"/>
                      <a:pt x="7131" y="16433"/>
                    </a:cubicBezTo>
                    <a:cubicBezTo>
                      <a:pt x="7181" y="16384"/>
                      <a:pt x="7230" y="16326"/>
                      <a:pt x="7280" y="16268"/>
                    </a:cubicBezTo>
                    <a:cubicBezTo>
                      <a:pt x="7371" y="16185"/>
                      <a:pt x="7471" y="16118"/>
                      <a:pt x="7570" y="16052"/>
                    </a:cubicBezTo>
                    <a:cubicBezTo>
                      <a:pt x="7786" y="15886"/>
                      <a:pt x="7960" y="15679"/>
                      <a:pt x="8076" y="15431"/>
                    </a:cubicBezTo>
                    <a:cubicBezTo>
                      <a:pt x="8092" y="15398"/>
                      <a:pt x="8100" y="15373"/>
                      <a:pt x="8117" y="15340"/>
                    </a:cubicBezTo>
                    <a:lnTo>
                      <a:pt x="8117" y="15340"/>
                    </a:lnTo>
                    <a:cubicBezTo>
                      <a:pt x="8100" y="15406"/>
                      <a:pt x="8092" y="15480"/>
                      <a:pt x="8067" y="15555"/>
                    </a:cubicBezTo>
                    <a:cubicBezTo>
                      <a:pt x="8034" y="15679"/>
                      <a:pt x="8001" y="15828"/>
                      <a:pt x="7943" y="15953"/>
                    </a:cubicBezTo>
                    <a:cubicBezTo>
                      <a:pt x="7932" y="15987"/>
                      <a:pt x="7959" y="16017"/>
                      <a:pt x="7988" y="16017"/>
                    </a:cubicBezTo>
                    <a:cubicBezTo>
                      <a:pt x="8001" y="16017"/>
                      <a:pt x="8015" y="16010"/>
                      <a:pt x="8026" y="15994"/>
                    </a:cubicBezTo>
                    <a:cubicBezTo>
                      <a:pt x="8100" y="15878"/>
                      <a:pt x="8167" y="15762"/>
                      <a:pt x="8216" y="15630"/>
                    </a:cubicBezTo>
                    <a:cubicBezTo>
                      <a:pt x="8266" y="15514"/>
                      <a:pt x="8299" y="15381"/>
                      <a:pt x="8324" y="15257"/>
                    </a:cubicBezTo>
                    <a:cubicBezTo>
                      <a:pt x="8357" y="15124"/>
                      <a:pt x="8374" y="14983"/>
                      <a:pt x="8390" y="14851"/>
                    </a:cubicBezTo>
                    <a:cubicBezTo>
                      <a:pt x="8407" y="14826"/>
                      <a:pt x="8424" y="14809"/>
                      <a:pt x="8440" y="14784"/>
                    </a:cubicBezTo>
                    <a:lnTo>
                      <a:pt x="8440" y="14726"/>
                    </a:lnTo>
                    <a:cubicBezTo>
                      <a:pt x="8448" y="14685"/>
                      <a:pt x="8448" y="14644"/>
                      <a:pt x="8457" y="14594"/>
                    </a:cubicBezTo>
                    <a:lnTo>
                      <a:pt x="8457" y="14594"/>
                    </a:lnTo>
                    <a:cubicBezTo>
                      <a:pt x="8440" y="14635"/>
                      <a:pt x="8424" y="14677"/>
                      <a:pt x="8407" y="14718"/>
                    </a:cubicBezTo>
                    <a:cubicBezTo>
                      <a:pt x="8415" y="14627"/>
                      <a:pt x="8415" y="14528"/>
                      <a:pt x="8424" y="14436"/>
                    </a:cubicBezTo>
                    <a:cubicBezTo>
                      <a:pt x="8432" y="14254"/>
                      <a:pt x="8448" y="14072"/>
                      <a:pt x="8457" y="13890"/>
                    </a:cubicBezTo>
                    <a:cubicBezTo>
                      <a:pt x="8498" y="13707"/>
                      <a:pt x="8540" y="13517"/>
                      <a:pt x="8564" y="13326"/>
                    </a:cubicBezTo>
                    <a:cubicBezTo>
                      <a:pt x="8568" y="13289"/>
                      <a:pt x="8594" y="13272"/>
                      <a:pt x="8621" y="13272"/>
                    </a:cubicBezTo>
                    <a:cubicBezTo>
                      <a:pt x="8654" y="13272"/>
                      <a:pt x="8689" y="13297"/>
                      <a:pt x="8689" y="13343"/>
                    </a:cubicBezTo>
                    <a:cubicBezTo>
                      <a:pt x="8689" y="13459"/>
                      <a:pt x="8680" y="13575"/>
                      <a:pt x="8672" y="13691"/>
                    </a:cubicBezTo>
                    <a:cubicBezTo>
                      <a:pt x="8697" y="13616"/>
                      <a:pt x="8730" y="13533"/>
                      <a:pt x="8755" y="13459"/>
                    </a:cubicBezTo>
                    <a:cubicBezTo>
                      <a:pt x="8780" y="13343"/>
                      <a:pt x="8755" y="13218"/>
                      <a:pt x="8747" y="13102"/>
                    </a:cubicBezTo>
                    <a:cubicBezTo>
                      <a:pt x="8738" y="13044"/>
                      <a:pt x="8730" y="12978"/>
                      <a:pt x="8722" y="12920"/>
                    </a:cubicBezTo>
                    <a:cubicBezTo>
                      <a:pt x="8722" y="12870"/>
                      <a:pt x="8730" y="12796"/>
                      <a:pt x="8689" y="12763"/>
                    </a:cubicBezTo>
                    <a:cubicBezTo>
                      <a:pt x="8661" y="12735"/>
                      <a:pt x="8680" y="12683"/>
                      <a:pt x="8712" y="12683"/>
                    </a:cubicBezTo>
                    <a:cubicBezTo>
                      <a:pt x="8718" y="12683"/>
                      <a:pt x="8724" y="12684"/>
                      <a:pt x="8730" y="12688"/>
                    </a:cubicBezTo>
                    <a:cubicBezTo>
                      <a:pt x="8830" y="12738"/>
                      <a:pt x="8854" y="12837"/>
                      <a:pt x="8871" y="12937"/>
                    </a:cubicBezTo>
                    <a:cubicBezTo>
                      <a:pt x="8904" y="12870"/>
                      <a:pt x="8937" y="12796"/>
                      <a:pt x="8970" y="12730"/>
                    </a:cubicBezTo>
                    <a:cubicBezTo>
                      <a:pt x="9111" y="12473"/>
                      <a:pt x="9327" y="12274"/>
                      <a:pt x="9509" y="12050"/>
                    </a:cubicBezTo>
                    <a:cubicBezTo>
                      <a:pt x="9509" y="12042"/>
                      <a:pt x="9517" y="12034"/>
                      <a:pt x="9526" y="12025"/>
                    </a:cubicBezTo>
                    <a:cubicBezTo>
                      <a:pt x="9625" y="11818"/>
                      <a:pt x="9733" y="11619"/>
                      <a:pt x="9840" y="11412"/>
                    </a:cubicBezTo>
                    <a:cubicBezTo>
                      <a:pt x="9940" y="11114"/>
                      <a:pt x="9990" y="10791"/>
                      <a:pt x="10031" y="10484"/>
                    </a:cubicBezTo>
                    <a:cubicBezTo>
                      <a:pt x="10035" y="10461"/>
                      <a:pt x="10051" y="10451"/>
                      <a:pt x="10067" y="10451"/>
                    </a:cubicBezTo>
                    <a:cubicBezTo>
                      <a:pt x="10086" y="10451"/>
                      <a:pt x="10106" y="10466"/>
                      <a:pt x="10106" y="10493"/>
                    </a:cubicBezTo>
                    <a:cubicBezTo>
                      <a:pt x="10097" y="10615"/>
                      <a:pt x="10097" y="10737"/>
                      <a:pt x="10089" y="10868"/>
                    </a:cubicBezTo>
                    <a:lnTo>
                      <a:pt x="10089" y="10868"/>
                    </a:lnTo>
                    <a:cubicBezTo>
                      <a:pt x="10091" y="10855"/>
                      <a:pt x="10097" y="10848"/>
                      <a:pt x="10097" y="10841"/>
                    </a:cubicBezTo>
                    <a:cubicBezTo>
                      <a:pt x="10280" y="10385"/>
                      <a:pt x="10396" y="9888"/>
                      <a:pt x="10338" y="9399"/>
                    </a:cubicBezTo>
                    <a:cubicBezTo>
                      <a:pt x="10338" y="9366"/>
                      <a:pt x="10364" y="9346"/>
                      <a:pt x="10389" y="9346"/>
                    </a:cubicBezTo>
                    <a:cubicBezTo>
                      <a:pt x="10408" y="9346"/>
                      <a:pt x="10425" y="9357"/>
                      <a:pt x="10429" y="9382"/>
                    </a:cubicBezTo>
                    <a:cubicBezTo>
                      <a:pt x="10462" y="9571"/>
                      <a:pt x="10470" y="9769"/>
                      <a:pt x="10462" y="9958"/>
                    </a:cubicBezTo>
                    <a:lnTo>
                      <a:pt x="10462" y="9958"/>
                    </a:lnTo>
                    <a:cubicBezTo>
                      <a:pt x="10463" y="9943"/>
                      <a:pt x="10470" y="9928"/>
                      <a:pt x="10470" y="9913"/>
                    </a:cubicBezTo>
                    <a:cubicBezTo>
                      <a:pt x="10495" y="9813"/>
                      <a:pt x="10503" y="9714"/>
                      <a:pt x="10512" y="9614"/>
                    </a:cubicBezTo>
                    <a:cubicBezTo>
                      <a:pt x="10495" y="9606"/>
                      <a:pt x="10478" y="9589"/>
                      <a:pt x="10478" y="9565"/>
                    </a:cubicBezTo>
                    <a:cubicBezTo>
                      <a:pt x="10470" y="9490"/>
                      <a:pt x="10487" y="9415"/>
                      <a:pt x="10495" y="9333"/>
                    </a:cubicBezTo>
                    <a:cubicBezTo>
                      <a:pt x="10503" y="9275"/>
                      <a:pt x="10512" y="9208"/>
                      <a:pt x="10520" y="9150"/>
                    </a:cubicBezTo>
                    <a:cubicBezTo>
                      <a:pt x="10512" y="9018"/>
                      <a:pt x="10495" y="8893"/>
                      <a:pt x="10478" y="8769"/>
                    </a:cubicBezTo>
                    <a:cubicBezTo>
                      <a:pt x="10454" y="8562"/>
                      <a:pt x="10429" y="8355"/>
                      <a:pt x="10404" y="8148"/>
                    </a:cubicBezTo>
                    <a:cubicBezTo>
                      <a:pt x="10399" y="8123"/>
                      <a:pt x="10424" y="8104"/>
                      <a:pt x="10449" y="8104"/>
                    </a:cubicBezTo>
                    <a:cubicBezTo>
                      <a:pt x="10465" y="8104"/>
                      <a:pt x="10480" y="8112"/>
                      <a:pt x="10487" y="8131"/>
                    </a:cubicBezTo>
                    <a:cubicBezTo>
                      <a:pt x="10520" y="8247"/>
                      <a:pt x="10553" y="8371"/>
                      <a:pt x="10578" y="8487"/>
                    </a:cubicBezTo>
                    <a:cubicBezTo>
                      <a:pt x="10586" y="8405"/>
                      <a:pt x="10594" y="8330"/>
                      <a:pt x="10594" y="8247"/>
                    </a:cubicBezTo>
                    <a:cubicBezTo>
                      <a:pt x="10594" y="8206"/>
                      <a:pt x="10594" y="8173"/>
                      <a:pt x="10594" y="8131"/>
                    </a:cubicBezTo>
                    <a:cubicBezTo>
                      <a:pt x="10536" y="7924"/>
                      <a:pt x="10470" y="7725"/>
                      <a:pt x="10396" y="7526"/>
                    </a:cubicBezTo>
                    <a:cubicBezTo>
                      <a:pt x="10304" y="7311"/>
                      <a:pt x="10213" y="7104"/>
                      <a:pt x="10114" y="6897"/>
                    </a:cubicBezTo>
                    <a:cubicBezTo>
                      <a:pt x="9691" y="5994"/>
                      <a:pt x="9202" y="5107"/>
                      <a:pt x="9202" y="4121"/>
                    </a:cubicBezTo>
                    <a:cubicBezTo>
                      <a:pt x="9202" y="4038"/>
                      <a:pt x="9202" y="3947"/>
                      <a:pt x="9244" y="3864"/>
                    </a:cubicBezTo>
                    <a:cubicBezTo>
                      <a:pt x="9244" y="4071"/>
                      <a:pt x="9260" y="4270"/>
                      <a:pt x="9302" y="4469"/>
                    </a:cubicBezTo>
                    <a:cubicBezTo>
                      <a:pt x="9343" y="4668"/>
                      <a:pt x="9393" y="4858"/>
                      <a:pt x="9451" y="5049"/>
                    </a:cubicBezTo>
                    <a:cubicBezTo>
                      <a:pt x="9484" y="5148"/>
                      <a:pt x="9517" y="5248"/>
                      <a:pt x="9550" y="5347"/>
                    </a:cubicBezTo>
                    <a:cubicBezTo>
                      <a:pt x="9584" y="5438"/>
                      <a:pt x="9617" y="5538"/>
                      <a:pt x="9683" y="5612"/>
                    </a:cubicBezTo>
                    <a:cubicBezTo>
                      <a:pt x="9695" y="5622"/>
                      <a:pt x="9707" y="5626"/>
                      <a:pt x="9720" y="5626"/>
                    </a:cubicBezTo>
                    <a:cubicBezTo>
                      <a:pt x="9753" y="5626"/>
                      <a:pt x="9785" y="5599"/>
                      <a:pt x="9791" y="5563"/>
                    </a:cubicBezTo>
                    <a:cubicBezTo>
                      <a:pt x="9799" y="5480"/>
                      <a:pt x="9766" y="5380"/>
                      <a:pt x="9741" y="5298"/>
                    </a:cubicBezTo>
                    <a:cubicBezTo>
                      <a:pt x="9708" y="5198"/>
                      <a:pt x="9675" y="5107"/>
                      <a:pt x="9650" y="5008"/>
                    </a:cubicBezTo>
                    <a:cubicBezTo>
                      <a:pt x="9592" y="4825"/>
                      <a:pt x="9534" y="4635"/>
                      <a:pt x="9492" y="4444"/>
                    </a:cubicBezTo>
                    <a:cubicBezTo>
                      <a:pt x="9443" y="4212"/>
                      <a:pt x="9410" y="3972"/>
                      <a:pt x="9401" y="3732"/>
                    </a:cubicBezTo>
                    <a:cubicBezTo>
                      <a:pt x="9450" y="3707"/>
                      <a:pt x="9505" y="3696"/>
                      <a:pt x="9563" y="3696"/>
                    </a:cubicBezTo>
                    <a:cubicBezTo>
                      <a:pt x="9643" y="3696"/>
                      <a:pt x="9727" y="3718"/>
                      <a:pt x="9799" y="3756"/>
                    </a:cubicBezTo>
                    <a:cubicBezTo>
                      <a:pt x="9832" y="3781"/>
                      <a:pt x="9874" y="3814"/>
                      <a:pt x="9907" y="3839"/>
                    </a:cubicBezTo>
                    <a:cubicBezTo>
                      <a:pt x="9940" y="3947"/>
                      <a:pt x="9973" y="4046"/>
                      <a:pt x="9998" y="4146"/>
                    </a:cubicBezTo>
                    <a:cubicBezTo>
                      <a:pt x="10064" y="4378"/>
                      <a:pt x="10114" y="4602"/>
                      <a:pt x="10164" y="4825"/>
                    </a:cubicBezTo>
                    <a:cubicBezTo>
                      <a:pt x="10175" y="4873"/>
                      <a:pt x="10213" y="4895"/>
                      <a:pt x="10252" y="4895"/>
                    </a:cubicBezTo>
                    <a:cubicBezTo>
                      <a:pt x="10301" y="4895"/>
                      <a:pt x="10350" y="4860"/>
                      <a:pt x="10346" y="4800"/>
                    </a:cubicBezTo>
                    <a:cubicBezTo>
                      <a:pt x="10346" y="4535"/>
                      <a:pt x="10346" y="4270"/>
                      <a:pt x="10346" y="4005"/>
                    </a:cubicBezTo>
                    <a:cubicBezTo>
                      <a:pt x="10346" y="3872"/>
                      <a:pt x="10346" y="3748"/>
                      <a:pt x="10354" y="3616"/>
                    </a:cubicBezTo>
                    <a:cubicBezTo>
                      <a:pt x="10354" y="3599"/>
                      <a:pt x="10354" y="3591"/>
                      <a:pt x="10354" y="3582"/>
                    </a:cubicBezTo>
                    <a:cubicBezTo>
                      <a:pt x="10412" y="3665"/>
                      <a:pt x="10478" y="3756"/>
                      <a:pt x="10545" y="3831"/>
                    </a:cubicBezTo>
                    <a:cubicBezTo>
                      <a:pt x="10545" y="3756"/>
                      <a:pt x="10536" y="3682"/>
                      <a:pt x="10528" y="3607"/>
                    </a:cubicBezTo>
                    <a:cubicBezTo>
                      <a:pt x="10512" y="3450"/>
                      <a:pt x="10503" y="3284"/>
                      <a:pt x="10470" y="3127"/>
                    </a:cubicBezTo>
                    <a:cubicBezTo>
                      <a:pt x="10445" y="2986"/>
                      <a:pt x="10404" y="2845"/>
                      <a:pt x="10296" y="2754"/>
                    </a:cubicBezTo>
                    <a:cubicBezTo>
                      <a:pt x="10256" y="2727"/>
                      <a:pt x="10281" y="2679"/>
                      <a:pt x="10318" y="2679"/>
                    </a:cubicBezTo>
                    <a:cubicBezTo>
                      <a:pt x="10327" y="2679"/>
                      <a:pt x="10336" y="2681"/>
                      <a:pt x="10346" y="2688"/>
                    </a:cubicBezTo>
                    <a:cubicBezTo>
                      <a:pt x="10387" y="2704"/>
                      <a:pt x="10420" y="2737"/>
                      <a:pt x="10445" y="2762"/>
                    </a:cubicBezTo>
                    <a:cubicBezTo>
                      <a:pt x="10437" y="2729"/>
                      <a:pt x="10429" y="2688"/>
                      <a:pt x="10420" y="2654"/>
                    </a:cubicBezTo>
                    <a:cubicBezTo>
                      <a:pt x="10387" y="2588"/>
                      <a:pt x="10346" y="2530"/>
                      <a:pt x="10313" y="2472"/>
                    </a:cubicBezTo>
                    <a:cubicBezTo>
                      <a:pt x="10238" y="2356"/>
                      <a:pt x="10164" y="2232"/>
                      <a:pt x="10089" y="2116"/>
                    </a:cubicBezTo>
                    <a:cubicBezTo>
                      <a:pt x="10089" y="2182"/>
                      <a:pt x="10081" y="2257"/>
                      <a:pt x="10039" y="2298"/>
                    </a:cubicBezTo>
                    <a:cubicBezTo>
                      <a:pt x="10027" y="2311"/>
                      <a:pt x="10008" y="2319"/>
                      <a:pt x="9992" y="2319"/>
                    </a:cubicBezTo>
                    <a:cubicBezTo>
                      <a:pt x="9975" y="2319"/>
                      <a:pt x="9961" y="2311"/>
                      <a:pt x="9956" y="2290"/>
                    </a:cubicBezTo>
                    <a:cubicBezTo>
                      <a:pt x="9940" y="2248"/>
                      <a:pt x="9940" y="2199"/>
                      <a:pt x="9940" y="2149"/>
                    </a:cubicBezTo>
                    <a:cubicBezTo>
                      <a:pt x="9940" y="2099"/>
                      <a:pt x="9932" y="2050"/>
                      <a:pt x="9923" y="2000"/>
                    </a:cubicBezTo>
                    <a:cubicBezTo>
                      <a:pt x="9898" y="1901"/>
                      <a:pt x="9865" y="1801"/>
                      <a:pt x="9824" y="1710"/>
                    </a:cubicBezTo>
                    <a:cubicBezTo>
                      <a:pt x="9741" y="1511"/>
                      <a:pt x="9650" y="1312"/>
                      <a:pt x="9559" y="1113"/>
                    </a:cubicBezTo>
                    <a:cubicBezTo>
                      <a:pt x="9550" y="1105"/>
                      <a:pt x="9550" y="1089"/>
                      <a:pt x="9559" y="1080"/>
                    </a:cubicBezTo>
                    <a:cubicBezTo>
                      <a:pt x="9517" y="1031"/>
                      <a:pt x="9476" y="981"/>
                      <a:pt x="9434" y="923"/>
                    </a:cubicBezTo>
                    <a:cubicBezTo>
                      <a:pt x="9415" y="890"/>
                      <a:pt x="9442" y="847"/>
                      <a:pt x="9475" y="847"/>
                    </a:cubicBezTo>
                    <a:cubicBezTo>
                      <a:pt x="9483" y="847"/>
                      <a:pt x="9492" y="850"/>
                      <a:pt x="9501" y="857"/>
                    </a:cubicBezTo>
                    <a:cubicBezTo>
                      <a:pt x="9584" y="931"/>
                      <a:pt x="9658" y="1014"/>
                      <a:pt x="9724" y="1089"/>
                    </a:cubicBezTo>
                    <a:cubicBezTo>
                      <a:pt x="9724" y="1080"/>
                      <a:pt x="9716" y="1064"/>
                      <a:pt x="9708" y="1047"/>
                    </a:cubicBezTo>
                    <a:cubicBezTo>
                      <a:pt x="9675" y="1022"/>
                      <a:pt x="9650" y="989"/>
                      <a:pt x="9625" y="964"/>
                    </a:cubicBezTo>
                    <a:cubicBezTo>
                      <a:pt x="9534" y="865"/>
                      <a:pt x="9468" y="732"/>
                      <a:pt x="9410" y="608"/>
                    </a:cubicBezTo>
                    <a:cubicBezTo>
                      <a:pt x="9393" y="567"/>
                      <a:pt x="9376" y="525"/>
                      <a:pt x="9360" y="484"/>
                    </a:cubicBezTo>
                    <a:cubicBezTo>
                      <a:pt x="8987" y="335"/>
                      <a:pt x="8614" y="194"/>
                      <a:pt x="8241" y="45"/>
                    </a:cubicBezTo>
                    <a:cubicBezTo>
                      <a:pt x="8186" y="22"/>
                      <a:pt x="8123" y="0"/>
                      <a:pt x="80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5" name="Google Shape;4725;p12"/>
              <p:cNvSpPr/>
              <p:nvPr/>
            </p:nvSpPr>
            <p:spPr>
              <a:xfrm>
                <a:off x="2912725" y="4638375"/>
                <a:ext cx="28150" cy="39475"/>
              </a:xfrm>
              <a:custGeom>
                <a:rect b="b" l="l" r="r" t="t"/>
                <a:pathLst>
                  <a:path extrusionOk="0" h="1579" w="1126">
                    <a:moveTo>
                      <a:pt x="1069" y="0"/>
                    </a:moveTo>
                    <a:cubicBezTo>
                      <a:pt x="1054" y="0"/>
                      <a:pt x="1038" y="11"/>
                      <a:pt x="1034" y="28"/>
                    </a:cubicBezTo>
                    <a:cubicBezTo>
                      <a:pt x="1001" y="95"/>
                      <a:pt x="1001" y="178"/>
                      <a:pt x="984" y="252"/>
                    </a:cubicBezTo>
                    <a:cubicBezTo>
                      <a:pt x="968" y="327"/>
                      <a:pt x="943" y="401"/>
                      <a:pt x="910" y="476"/>
                    </a:cubicBezTo>
                    <a:cubicBezTo>
                      <a:pt x="852" y="617"/>
                      <a:pt x="769" y="749"/>
                      <a:pt x="686" y="874"/>
                    </a:cubicBezTo>
                    <a:cubicBezTo>
                      <a:pt x="512" y="1130"/>
                      <a:pt x="263" y="1313"/>
                      <a:pt x="31" y="1512"/>
                    </a:cubicBezTo>
                    <a:cubicBezTo>
                      <a:pt x="1" y="1534"/>
                      <a:pt x="27" y="1579"/>
                      <a:pt x="64" y="1579"/>
                    </a:cubicBezTo>
                    <a:cubicBezTo>
                      <a:pt x="67" y="1579"/>
                      <a:pt x="70" y="1578"/>
                      <a:pt x="73" y="1578"/>
                    </a:cubicBezTo>
                    <a:cubicBezTo>
                      <a:pt x="156" y="1561"/>
                      <a:pt x="230" y="1536"/>
                      <a:pt x="305" y="1495"/>
                    </a:cubicBezTo>
                    <a:cubicBezTo>
                      <a:pt x="379" y="1454"/>
                      <a:pt x="446" y="1404"/>
                      <a:pt x="512" y="1346"/>
                    </a:cubicBezTo>
                    <a:cubicBezTo>
                      <a:pt x="636" y="1238"/>
                      <a:pt x="752" y="1106"/>
                      <a:pt x="843" y="965"/>
                    </a:cubicBezTo>
                    <a:cubicBezTo>
                      <a:pt x="935" y="824"/>
                      <a:pt x="1001" y="675"/>
                      <a:pt x="1042" y="509"/>
                    </a:cubicBezTo>
                    <a:cubicBezTo>
                      <a:pt x="1067" y="434"/>
                      <a:pt x="1084" y="352"/>
                      <a:pt x="1092" y="269"/>
                    </a:cubicBezTo>
                    <a:cubicBezTo>
                      <a:pt x="1109" y="194"/>
                      <a:pt x="1125" y="103"/>
                      <a:pt x="1100" y="28"/>
                    </a:cubicBezTo>
                    <a:cubicBezTo>
                      <a:pt x="1096" y="9"/>
                      <a:pt x="1083" y="0"/>
                      <a:pt x="10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6" name="Google Shape;4726;p12"/>
              <p:cNvSpPr/>
              <p:nvPr/>
            </p:nvSpPr>
            <p:spPr>
              <a:xfrm>
                <a:off x="2926675" y="4639200"/>
                <a:ext cx="9000" cy="21075"/>
              </a:xfrm>
              <a:custGeom>
                <a:rect b="b" l="l" r="r" t="t"/>
                <a:pathLst>
                  <a:path extrusionOk="0" h="843" w="360">
                    <a:moveTo>
                      <a:pt x="275" y="0"/>
                    </a:moveTo>
                    <a:cubicBezTo>
                      <a:pt x="270" y="0"/>
                      <a:pt x="265" y="1"/>
                      <a:pt x="261" y="4"/>
                    </a:cubicBezTo>
                    <a:cubicBezTo>
                      <a:pt x="211" y="37"/>
                      <a:pt x="203" y="128"/>
                      <a:pt x="194" y="186"/>
                    </a:cubicBezTo>
                    <a:cubicBezTo>
                      <a:pt x="178" y="252"/>
                      <a:pt x="161" y="319"/>
                      <a:pt x="145" y="393"/>
                    </a:cubicBezTo>
                    <a:cubicBezTo>
                      <a:pt x="128" y="459"/>
                      <a:pt x="103" y="517"/>
                      <a:pt x="87" y="584"/>
                    </a:cubicBezTo>
                    <a:cubicBezTo>
                      <a:pt x="62" y="650"/>
                      <a:pt x="45" y="716"/>
                      <a:pt x="12" y="783"/>
                    </a:cubicBezTo>
                    <a:cubicBezTo>
                      <a:pt x="1" y="816"/>
                      <a:pt x="24" y="843"/>
                      <a:pt x="48" y="843"/>
                    </a:cubicBezTo>
                    <a:cubicBezTo>
                      <a:pt x="59" y="843"/>
                      <a:pt x="70" y="837"/>
                      <a:pt x="78" y="824"/>
                    </a:cubicBezTo>
                    <a:cubicBezTo>
                      <a:pt x="128" y="766"/>
                      <a:pt x="169" y="708"/>
                      <a:pt x="203" y="642"/>
                    </a:cubicBezTo>
                    <a:cubicBezTo>
                      <a:pt x="236" y="575"/>
                      <a:pt x="261" y="509"/>
                      <a:pt x="285" y="435"/>
                    </a:cubicBezTo>
                    <a:cubicBezTo>
                      <a:pt x="302" y="360"/>
                      <a:pt x="327" y="294"/>
                      <a:pt x="335" y="219"/>
                    </a:cubicBezTo>
                    <a:cubicBezTo>
                      <a:pt x="343" y="161"/>
                      <a:pt x="360" y="53"/>
                      <a:pt x="310" y="12"/>
                    </a:cubicBezTo>
                    <a:cubicBezTo>
                      <a:pt x="299" y="6"/>
                      <a:pt x="287" y="0"/>
                      <a:pt x="2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7" name="Google Shape;4727;p12"/>
              <p:cNvSpPr/>
              <p:nvPr/>
            </p:nvSpPr>
            <p:spPr>
              <a:xfrm>
                <a:off x="2933375" y="4626225"/>
                <a:ext cx="2725" cy="6725"/>
              </a:xfrm>
              <a:custGeom>
                <a:rect b="b" l="l" r="r" t="t"/>
                <a:pathLst>
                  <a:path extrusionOk="0" h="269" w="109">
                    <a:moveTo>
                      <a:pt x="92" y="1"/>
                    </a:moveTo>
                    <a:cubicBezTo>
                      <a:pt x="75" y="1"/>
                      <a:pt x="67" y="9"/>
                      <a:pt x="59" y="17"/>
                    </a:cubicBezTo>
                    <a:cubicBezTo>
                      <a:pt x="59" y="26"/>
                      <a:pt x="51" y="34"/>
                      <a:pt x="51" y="42"/>
                    </a:cubicBezTo>
                    <a:cubicBezTo>
                      <a:pt x="42" y="50"/>
                      <a:pt x="42" y="59"/>
                      <a:pt x="42" y="67"/>
                    </a:cubicBezTo>
                    <a:cubicBezTo>
                      <a:pt x="34" y="84"/>
                      <a:pt x="34" y="100"/>
                      <a:pt x="26" y="117"/>
                    </a:cubicBezTo>
                    <a:cubicBezTo>
                      <a:pt x="17" y="150"/>
                      <a:pt x="9" y="191"/>
                      <a:pt x="9" y="224"/>
                    </a:cubicBezTo>
                    <a:cubicBezTo>
                      <a:pt x="1" y="241"/>
                      <a:pt x="9" y="266"/>
                      <a:pt x="34" y="266"/>
                    </a:cubicBezTo>
                    <a:cubicBezTo>
                      <a:pt x="38" y="268"/>
                      <a:pt x="42" y="269"/>
                      <a:pt x="46" y="269"/>
                    </a:cubicBezTo>
                    <a:cubicBezTo>
                      <a:pt x="58" y="269"/>
                      <a:pt x="69" y="260"/>
                      <a:pt x="75" y="241"/>
                    </a:cubicBezTo>
                    <a:cubicBezTo>
                      <a:pt x="84" y="208"/>
                      <a:pt x="92" y="175"/>
                      <a:pt x="92" y="142"/>
                    </a:cubicBezTo>
                    <a:cubicBezTo>
                      <a:pt x="100" y="100"/>
                      <a:pt x="109" y="67"/>
                      <a:pt x="109" y="26"/>
                    </a:cubicBezTo>
                    <a:cubicBezTo>
                      <a:pt x="109" y="17"/>
                      <a:pt x="100" y="9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8" name="Google Shape;4728;p12"/>
              <p:cNvSpPr/>
              <p:nvPr/>
            </p:nvSpPr>
            <p:spPr>
              <a:xfrm>
                <a:off x="2938825" y="4604275"/>
                <a:ext cx="9700" cy="46525"/>
              </a:xfrm>
              <a:custGeom>
                <a:rect b="b" l="l" r="r" t="t"/>
                <a:pathLst>
                  <a:path extrusionOk="0" h="1861" w="388">
                    <a:moveTo>
                      <a:pt x="304" y="1"/>
                    </a:moveTo>
                    <a:cubicBezTo>
                      <a:pt x="285" y="1"/>
                      <a:pt x="265" y="14"/>
                      <a:pt x="255" y="34"/>
                    </a:cubicBezTo>
                    <a:cubicBezTo>
                      <a:pt x="230" y="100"/>
                      <a:pt x="239" y="166"/>
                      <a:pt x="239" y="241"/>
                    </a:cubicBezTo>
                    <a:cubicBezTo>
                      <a:pt x="239" y="315"/>
                      <a:pt x="239" y="390"/>
                      <a:pt x="239" y="473"/>
                    </a:cubicBezTo>
                    <a:cubicBezTo>
                      <a:pt x="239" y="622"/>
                      <a:pt x="222" y="771"/>
                      <a:pt x="205" y="928"/>
                    </a:cubicBezTo>
                    <a:cubicBezTo>
                      <a:pt x="189" y="1078"/>
                      <a:pt x="164" y="1227"/>
                      <a:pt x="131" y="1368"/>
                    </a:cubicBezTo>
                    <a:cubicBezTo>
                      <a:pt x="89" y="1525"/>
                      <a:pt x="56" y="1674"/>
                      <a:pt x="7" y="1823"/>
                    </a:cubicBezTo>
                    <a:cubicBezTo>
                      <a:pt x="1" y="1845"/>
                      <a:pt x="18" y="1860"/>
                      <a:pt x="34" y="1860"/>
                    </a:cubicBezTo>
                    <a:cubicBezTo>
                      <a:pt x="42" y="1860"/>
                      <a:pt x="51" y="1856"/>
                      <a:pt x="56" y="1848"/>
                    </a:cubicBezTo>
                    <a:cubicBezTo>
                      <a:pt x="114" y="1707"/>
                      <a:pt x="189" y="1558"/>
                      <a:pt x="230" y="1417"/>
                    </a:cubicBezTo>
                    <a:cubicBezTo>
                      <a:pt x="272" y="1260"/>
                      <a:pt x="313" y="1102"/>
                      <a:pt x="338" y="945"/>
                    </a:cubicBezTo>
                    <a:cubicBezTo>
                      <a:pt x="371" y="796"/>
                      <a:pt x="379" y="638"/>
                      <a:pt x="388" y="489"/>
                    </a:cubicBezTo>
                    <a:cubicBezTo>
                      <a:pt x="388" y="406"/>
                      <a:pt x="388" y="324"/>
                      <a:pt x="388" y="241"/>
                    </a:cubicBezTo>
                    <a:cubicBezTo>
                      <a:pt x="388" y="158"/>
                      <a:pt x="379" y="92"/>
                      <a:pt x="338" y="25"/>
                    </a:cubicBezTo>
                    <a:cubicBezTo>
                      <a:pt x="331" y="8"/>
                      <a:pt x="318" y="1"/>
                      <a:pt x="30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9" name="Google Shape;4729;p12"/>
              <p:cNvSpPr/>
              <p:nvPr/>
            </p:nvSpPr>
            <p:spPr>
              <a:xfrm>
                <a:off x="2941675" y="4606300"/>
                <a:ext cx="2700" cy="11875"/>
              </a:xfrm>
              <a:custGeom>
                <a:rect b="b" l="l" r="r" t="t"/>
                <a:pathLst>
                  <a:path extrusionOk="0" h="475" w="108">
                    <a:moveTo>
                      <a:pt x="67" y="0"/>
                    </a:moveTo>
                    <a:cubicBezTo>
                      <a:pt x="56" y="0"/>
                      <a:pt x="46" y="6"/>
                      <a:pt x="42" y="19"/>
                    </a:cubicBezTo>
                    <a:cubicBezTo>
                      <a:pt x="17" y="85"/>
                      <a:pt x="9" y="160"/>
                      <a:pt x="9" y="226"/>
                    </a:cubicBezTo>
                    <a:cubicBezTo>
                      <a:pt x="9" y="301"/>
                      <a:pt x="0" y="367"/>
                      <a:pt x="0" y="433"/>
                    </a:cubicBezTo>
                    <a:cubicBezTo>
                      <a:pt x="0" y="458"/>
                      <a:pt x="17" y="475"/>
                      <a:pt x="42" y="475"/>
                    </a:cubicBezTo>
                    <a:cubicBezTo>
                      <a:pt x="58" y="475"/>
                      <a:pt x="75" y="458"/>
                      <a:pt x="75" y="433"/>
                    </a:cubicBezTo>
                    <a:cubicBezTo>
                      <a:pt x="83" y="367"/>
                      <a:pt x="91" y="301"/>
                      <a:pt x="100" y="226"/>
                    </a:cubicBezTo>
                    <a:cubicBezTo>
                      <a:pt x="100" y="160"/>
                      <a:pt x="108" y="85"/>
                      <a:pt x="91" y="19"/>
                    </a:cubicBezTo>
                    <a:cubicBezTo>
                      <a:pt x="87" y="6"/>
                      <a:pt x="77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0" name="Google Shape;4730;p12"/>
              <p:cNvSpPr/>
              <p:nvPr/>
            </p:nvSpPr>
            <p:spPr>
              <a:xfrm>
                <a:off x="2926225" y="4620125"/>
                <a:ext cx="4275" cy="13350"/>
              </a:xfrm>
              <a:custGeom>
                <a:rect b="b" l="l" r="r" t="t"/>
                <a:pathLst>
                  <a:path extrusionOk="0" h="534" w="171">
                    <a:moveTo>
                      <a:pt x="140" y="0"/>
                    </a:moveTo>
                    <a:cubicBezTo>
                      <a:pt x="134" y="0"/>
                      <a:pt x="127" y="4"/>
                      <a:pt x="121" y="13"/>
                    </a:cubicBezTo>
                    <a:cubicBezTo>
                      <a:pt x="113" y="29"/>
                      <a:pt x="105" y="46"/>
                      <a:pt x="96" y="71"/>
                    </a:cubicBezTo>
                    <a:cubicBezTo>
                      <a:pt x="96" y="87"/>
                      <a:pt x="88" y="104"/>
                      <a:pt x="80" y="120"/>
                    </a:cubicBezTo>
                    <a:cubicBezTo>
                      <a:pt x="71" y="162"/>
                      <a:pt x="63" y="203"/>
                      <a:pt x="55" y="245"/>
                    </a:cubicBezTo>
                    <a:cubicBezTo>
                      <a:pt x="38" y="328"/>
                      <a:pt x="22" y="410"/>
                      <a:pt x="5" y="485"/>
                    </a:cubicBezTo>
                    <a:cubicBezTo>
                      <a:pt x="0" y="515"/>
                      <a:pt x="23" y="533"/>
                      <a:pt x="43" y="533"/>
                    </a:cubicBezTo>
                    <a:cubicBezTo>
                      <a:pt x="56" y="533"/>
                      <a:pt x="68" y="526"/>
                      <a:pt x="71" y="510"/>
                    </a:cubicBezTo>
                    <a:cubicBezTo>
                      <a:pt x="96" y="427"/>
                      <a:pt x="113" y="344"/>
                      <a:pt x="129" y="270"/>
                    </a:cubicBezTo>
                    <a:cubicBezTo>
                      <a:pt x="138" y="228"/>
                      <a:pt x="146" y="187"/>
                      <a:pt x="154" y="145"/>
                    </a:cubicBezTo>
                    <a:cubicBezTo>
                      <a:pt x="154" y="129"/>
                      <a:pt x="163" y="112"/>
                      <a:pt x="163" y="87"/>
                    </a:cubicBezTo>
                    <a:cubicBezTo>
                      <a:pt x="171" y="71"/>
                      <a:pt x="163" y="46"/>
                      <a:pt x="163" y="29"/>
                    </a:cubicBezTo>
                    <a:lnTo>
                      <a:pt x="171" y="29"/>
                    </a:lnTo>
                    <a:cubicBezTo>
                      <a:pt x="165" y="13"/>
                      <a:pt x="153" y="0"/>
                      <a:pt x="1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1" name="Google Shape;4731;p12"/>
              <p:cNvSpPr/>
              <p:nvPr/>
            </p:nvSpPr>
            <p:spPr>
              <a:xfrm>
                <a:off x="2940625" y="4555100"/>
                <a:ext cx="6875" cy="39675"/>
              </a:xfrm>
              <a:custGeom>
                <a:rect b="b" l="l" r="r" t="t"/>
                <a:pathLst>
                  <a:path extrusionOk="0" h="1587" w="275">
                    <a:moveTo>
                      <a:pt x="65" y="1"/>
                    </a:moveTo>
                    <a:cubicBezTo>
                      <a:pt x="51" y="1"/>
                      <a:pt x="39" y="7"/>
                      <a:pt x="34" y="20"/>
                    </a:cubicBezTo>
                    <a:cubicBezTo>
                      <a:pt x="1" y="70"/>
                      <a:pt x="17" y="128"/>
                      <a:pt x="17" y="186"/>
                    </a:cubicBezTo>
                    <a:cubicBezTo>
                      <a:pt x="26" y="244"/>
                      <a:pt x="42" y="310"/>
                      <a:pt x="51" y="377"/>
                    </a:cubicBezTo>
                    <a:cubicBezTo>
                      <a:pt x="67" y="501"/>
                      <a:pt x="84" y="633"/>
                      <a:pt x="92" y="758"/>
                    </a:cubicBezTo>
                    <a:cubicBezTo>
                      <a:pt x="117" y="1015"/>
                      <a:pt x="125" y="1280"/>
                      <a:pt x="150" y="1537"/>
                    </a:cubicBezTo>
                    <a:cubicBezTo>
                      <a:pt x="150" y="1570"/>
                      <a:pt x="173" y="1586"/>
                      <a:pt x="197" y="1586"/>
                    </a:cubicBezTo>
                    <a:cubicBezTo>
                      <a:pt x="220" y="1586"/>
                      <a:pt x="245" y="1570"/>
                      <a:pt x="249" y="1537"/>
                    </a:cubicBezTo>
                    <a:cubicBezTo>
                      <a:pt x="274" y="1280"/>
                      <a:pt x="266" y="1006"/>
                      <a:pt x="241" y="741"/>
                    </a:cubicBezTo>
                    <a:cubicBezTo>
                      <a:pt x="225" y="617"/>
                      <a:pt x="216" y="493"/>
                      <a:pt x="191" y="368"/>
                    </a:cubicBezTo>
                    <a:cubicBezTo>
                      <a:pt x="183" y="302"/>
                      <a:pt x="175" y="227"/>
                      <a:pt x="167" y="169"/>
                    </a:cubicBezTo>
                    <a:cubicBezTo>
                      <a:pt x="150" y="111"/>
                      <a:pt x="142" y="53"/>
                      <a:pt x="100" y="12"/>
                    </a:cubicBezTo>
                    <a:cubicBezTo>
                      <a:pt x="89" y="5"/>
                      <a:pt x="76" y="1"/>
                      <a:pt x="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2" name="Google Shape;4732;p12"/>
              <p:cNvSpPr/>
              <p:nvPr/>
            </p:nvSpPr>
            <p:spPr>
              <a:xfrm>
                <a:off x="2952850" y="4628200"/>
                <a:ext cx="96975" cy="153625"/>
              </a:xfrm>
              <a:custGeom>
                <a:rect b="b" l="l" r="r" t="t"/>
                <a:pathLst>
                  <a:path extrusionOk="0" h="6145" w="3879">
                    <a:moveTo>
                      <a:pt x="289" y="1"/>
                    </a:moveTo>
                    <a:cubicBezTo>
                      <a:pt x="280" y="1"/>
                      <a:pt x="272" y="4"/>
                      <a:pt x="266" y="13"/>
                    </a:cubicBezTo>
                    <a:cubicBezTo>
                      <a:pt x="208" y="121"/>
                      <a:pt x="183" y="245"/>
                      <a:pt x="158" y="353"/>
                    </a:cubicBezTo>
                    <a:cubicBezTo>
                      <a:pt x="133" y="477"/>
                      <a:pt x="117" y="601"/>
                      <a:pt x="108" y="725"/>
                    </a:cubicBezTo>
                    <a:cubicBezTo>
                      <a:pt x="92" y="850"/>
                      <a:pt x="92" y="974"/>
                      <a:pt x="92" y="1098"/>
                    </a:cubicBezTo>
                    <a:cubicBezTo>
                      <a:pt x="92" y="1165"/>
                      <a:pt x="100" y="1231"/>
                      <a:pt x="108" y="1297"/>
                    </a:cubicBezTo>
                    <a:cubicBezTo>
                      <a:pt x="75" y="1471"/>
                      <a:pt x="42" y="1645"/>
                      <a:pt x="26" y="1819"/>
                    </a:cubicBezTo>
                    <a:cubicBezTo>
                      <a:pt x="1" y="2101"/>
                      <a:pt x="133" y="2324"/>
                      <a:pt x="257" y="2565"/>
                    </a:cubicBezTo>
                    <a:cubicBezTo>
                      <a:pt x="274" y="2606"/>
                      <a:pt x="249" y="2639"/>
                      <a:pt x="216" y="2664"/>
                    </a:cubicBezTo>
                    <a:cubicBezTo>
                      <a:pt x="307" y="2730"/>
                      <a:pt x="398" y="2805"/>
                      <a:pt x="481" y="2888"/>
                    </a:cubicBezTo>
                    <a:cubicBezTo>
                      <a:pt x="614" y="3020"/>
                      <a:pt x="688" y="3203"/>
                      <a:pt x="755" y="3368"/>
                    </a:cubicBezTo>
                    <a:cubicBezTo>
                      <a:pt x="829" y="3551"/>
                      <a:pt x="887" y="3750"/>
                      <a:pt x="920" y="3940"/>
                    </a:cubicBezTo>
                    <a:cubicBezTo>
                      <a:pt x="929" y="3998"/>
                      <a:pt x="937" y="4064"/>
                      <a:pt x="945" y="4122"/>
                    </a:cubicBezTo>
                    <a:cubicBezTo>
                      <a:pt x="1011" y="4255"/>
                      <a:pt x="1045" y="4396"/>
                      <a:pt x="1069" y="4545"/>
                    </a:cubicBezTo>
                    <a:cubicBezTo>
                      <a:pt x="1086" y="4727"/>
                      <a:pt x="1103" y="4918"/>
                      <a:pt x="1161" y="5092"/>
                    </a:cubicBezTo>
                    <a:cubicBezTo>
                      <a:pt x="1219" y="5282"/>
                      <a:pt x="1326" y="5398"/>
                      <a:pt x="1492" y="5498"/>
                    </a:cubicBezTo>
                    <a:cubicBezTo>
                      <a:pt x="1575" y="5548"/>
                      <a:pt x="1658" y="5597"/>
                      <a:pt x="1741" y="5630"/>
                    </a:cubicBezTo>
                    <a:cubicBezTo>
                      <a:pt x="1807" y="5655"/>
                      <a:pt x="1873" y="5672"/>
                      <a:pt x="1923" y="5713"/>
                    </a:cubicBezTo>
                    <a:cubicBezTo>
                      <a:pt x="2097" y="5755"/>
                      <a:pt x="2279" y="5804"/>
                      <a:pt x="2453" y="5862"/>
                    </a:cubicBezTo>
                    <a:cubicBezTo>
                      <a:pt x="2544" y="5896"/>
                      <a:pt x="2627" y="5937"/>
                      <a:pt x="2702" y="5987"/>
                    </a:cubicBezTo>
                    <a:cubicBezTo>
                      <a:pt x="2785" y="6028"/>
                      <a:pt x="2851" y="6094"/>
                      <a:pt x="2942" y="6128"/>
                    </a:cubicBezTo>
                    <a:cubicBezTo>
                      <a:pt x="2988" y="6138"/>
                      <a:pt x="3034" y="6145"/>
                      <a:pt x="3082" y="6145"/>
                    </a:cubicBezTo>
                    <a:cubicBezTo>
                      <a:pt x="3112" y="6145"/>
                      <a:pt x="3142" y="6142"/>
                      <a:pt x="3174" y="6136"/>
                    </a:cubicBezTo>
                    <a:cubicBezTo>
                      <a:pt x="3199" y="6111"/>
                      <a:pt x="3240" y="6086"/>
                      <a:pt x="3282" y="6061"/>
                    </a:cubicBezTo>
                    <a:cubicBezTo>
                      <a:pt x="3331" y="6028"/>
                      <a:pt x="3389" y="5987"/>
                      <a:pt x="3439" y="5954"/>
                    </a:cubicBezTo>
                    <a:cubicBezTo>
                      <a:pt x="3472" y="5929"/>
                      <a:pt x="3522" y="5896"/>
                      <a:pt x="3547" y="5862"/>
                    </a:cubicBezTo>
                    <a:lnTo>
                      <a:pt x="3539" y="5846"/>
                    </a:lnTo>
                    <a:cubicBezTo>
                      <a:pt x="3514" y="5829"/>
                      <a:pt x="3489" y="5813"/>
                      <a:pt x="3464" y="5788"/>
                    </a:cubicBezTo>
                    <a:cubicBezTo>
                      <a:pt x="3365" y="5697"/>
                      <a:pt x="3265" y="5606"/>
                      <a:pt x="3174" y="5506"/>
                    </a:cubicBezTo>
                    <a:cubicBezTo>
                      <a:pt x="3091" y="5415"/>
                      <a:pt x="3008" y="5307"/>
                      <a:pt x="2925" y="5200"/>
                    </a:cubicBezTo>
                    <a:cubicBezTo>
                      <a:pt x="2899" y="5160"/>
                      <a:pt x="2936" y="5105"/>
                      <a:pt x="2977" y="5105"/>
                    </a:cubicBezTo>
                    <a:cubicBezTo>
                      <a:pt x="2987" y="5105"/>
                      <a:pt x="2998" y="5108"/>
                      <a:pt x="3008" y="5117"/>
                    </a:cubicBezTo>
                    <a:cubicBezTo>
                      <a:pt x="3124" y="5233"/>
                      <a:pt x="3249" y="5332"/>
                      <a:pt x="3365" y="5440"/>
                    </a:cubicBezTo>
                    <a:cubicBezTo>
                      <a:pt x="3423" y="5490"/>
                      <a:pt x="3481" y="5539"/>
                      <a:pt x="3547" y="5589"/>
                    </a:cubicBezTo>
                    <a:cubicBezTo>
                      <a:pt x="3597" y="5630"/>
                      <a:pt x="3671" y="5680"/>
                      <a:pt x="3713" y="5730"/>
                    </a:cubicBezTo>
                    <a:cubicBezTo>
                      <a:pt x="3721" y="5746"/>
                      <a:pt x="3729" y="5755"/>
                      <a:pt x="3737" y="5771"/>
                    </a:cubicBezTo>
                    <a:cubicBezTo>
                      <a:pt x="3746" y="5746"/>
                      <a:pt x="3762" y="5730"/>
                      <a:pt x="3779" y="5713"/>
                    </a:cubicBezTo>
                    <a:cubicBezTo>
                      <a:pt x="3787" y="5697"/>
                      <a:pt x="3795" y="5672"/>
                      <a:pt x="3812" y="5655"/>
                    </a:cubicBezTo>
                    <a:cubicBezTo>
                      <a:pt x="3845" y="5589"/>
                      <a:pt x="3878" y="5506"/>
                      <a:pt x="3878" y="5432"/>
                    </a:cubicBezTo>
                    <a:cubicBezTo>
                      <a:pt x="3870" y="5349"/>
                      <a:pt x="3812" y="5291"/>
                      <a:pt x="3746" y="5241"/>
                    </a:cubicBezTo>
                    <a:cubicBezTo>
                      <a:pt x="3671" y="5183"/>
                      <a:pt x="3588" y="5133"/>
                      <a:pt x="3505" y="5075"/>
                    </a:cubicBezTo>
                    <a:cubicBezTo>
                      <a:pt x="3414" y="5009"/>
                      <a:pt x="3331" y="4943"/>
                      <a:pt x="3240" y="4868"/>
                    </a:cubicBezTo>
                    <a:cubicBezTo>
                      <a:pt x="3204" y="4839"/>
                      <a:pt x="3231" y="4772"/>
                      <a:pt x="3277" y="4772"/>
                    </a:cubicBezTo>
                    <a:cubicBezTo>
                      <a:pt x="3284" y="4772"/>
                      <a:pt x="3291" y="4774"/>
                      <a:pt x="3298" y="4777"/>
                    </a:cubicBezTo>
                    <a:cubicBezTo>
                      <a:pt x="3414" y="4827"/>
                      <a:pt x="3522" y="4885"/>
                      <a:pt x="3638" y="4943"/>
                    </a:cubicBezTo>
                    <a:cubicBezTo>
                      <a:pt x="3704" y="4976"/>
                      <a:pt x="3779" y="5017"/>
                      <a:pt x="3845" y="5067"/>
                    </a:cubicBezTo>
                    <a:cubicBezTo>
                      <a:pt x="3845" y="5009"/>
                      <a:pt x="3837" y="4959"/>
                      <a:pt x="3829" y="4910"/>
                    </a:cubicBezTo>
                    <a:cubicBezTo>
                      <a:pt x="3795" y="4785"/>
                      <a:pt x="3671" y="4752"/>
                      <a:pt x="3563" y="4719"/>
                    </a:cubicBezTo>
                    <a:cubicBezTo>
                      <a:pt x="3406" y="4678"/>
                      <a:pt x="3240" y="4628"/>
                      <a:pt x="3091" y="4570"/>
                    </a:cubicBezTo>
                    <a:cubicBezTo>
                      <a:pt x="3075" y="4570"/>
                      <a:pt x="3058" y="4562"/>
                      <a:pt x="3050" y="4562"/>
                    </a:cubicBezTo>
                    <a:cubicBezTo>
                      <a:pt x="3028" y="4566"/>
                      <a:pt x="3006" y="4568"/>
                      <a:pt x="2984" y="4568"/>
                    </a:cubicBezTo>
                    <a:cubicBezTo>
                      <a:pt x="2793" y="4568"/>
                      <a:pt x="2615" y="4413"/>
                      <a:pt x="2503" y="4272"/>
                    </a:cubicBezTo>
                    <a:cubicBezTo>
                      <a:pt x="2345" y="4064"/>
                      <a:pt x="2271" y="3799"/>
                      <a:pt x="2205" y="3551"/>
                    </a:cubicBezTo>
                    <a:cubicBezTo>
                      <a:pt x="2122" y="3269"/>
                      <a:pt x="2047" y="2996"/>
                      <a:pt x="1973" y="2714"/>
                    </a:cubicBezTo>
                    <a:cubicBezTo>
                      <a:pt x="1931" y="2581"/>
                      <a:pt x="1898" y="2440"/>
                      <a:pt x="1865" y="2308"/>
                    </a:cubicBezTo>
                    <a:cubicBezTo>
                      <a:pt x="1857" y="2291"/>
                      <a:pt x="1857" y="2283"/>
                      <a:pt x="1857" y="2266"/>
                    </a:cubicBezTo>
                    <a:cubicBezTo>
                      <a:pt x="1848" y="2308"/>
                      <a:pt x="1848" y="2349"/>
                      <a:pt x="1848" y="2391"/>
                    </a:cubicBezTo>
                    <a:cubicBezTo>
                      <a:pt x="1848" y="2411"/>
                      <a:pt x="1832" y="2422"/>
                      <a:pt x="1814" y="2422"/>
                    </a:cubicBezTo>
                    <a:cubicBezTo>
                      <a:pt x="1797" y="2422"/>
                      <a:pt x="1778" y="2411"/>
                      <a:pt x="1774" y="2391"/>
                    </a:cubicBezTo>
                    <a:cubicBezTo>
                      <a:pt x="1765" y="2233"/>
                      <a:pt x="1749" y="2076"/>
                      <a:pt x="1741" y="1919"/>
                    </a:cubicBezTo>
                    <a:cubicBezTo>
                      <a:pt x="1741" y="1827"/>
                      <a:pt x="1741" y="1736"/>
                      <a:pt x="1741" y="1637"/>
                    </a:cubicBezTo>
                    <a:cubicBezTo>
                      <a:pt x="1741" y="1645"/>
                      <a:pt x="1741" y="1645"/>
                      <a:pt x="1732" y="1645"/>
                    </a:cubicBezTo>
                    <a:cubicBezTo>
                      <a:pt x="1732" y="1537"/>
                      <a:pt x="1732" y="1438"/>
                      <a:pt x="1732" y="1330"/>
                    </a:cubicBezTo>
                    <a:cubicBezTo>
                      <a:pt x="1732" y="1156"/>
                      <a:pt x="1724" y="991"/>
                      <a:pt x="1724" y="825"/>
                    </a:cubicBezTo>
                    <a:cubicBezTo>
                      <a:pt x="1724" y="734"/>
                      <a:pt x="1724" y="643"/>
                      <a:pt x="1724" y="560"/>
                    </a:cubicBezTo>
                    <a:cubicBezTo>
                      <a:pt x="1716" y="477"/>
                      <a:pt x="1724" y="386"/>
                      <a:pt x="1699" y="303"/>
                    </a:cubicBezTo>
                    <a:cubicBezTo>
                      <a:pt x="1691" y="283"/>
                      <a:pt x="1674" y="275"/>
                      <a:pt x="1658" y="275"/>
                    </a:cubicBezTo>
                    <a:cubicBezTo>
                      <a:pt x="1639" y="275"/>
                      <a:pt x="1621" y="285"/>
                      <a:pt x="1616" y="303"/>
                    </a:cubicBezTo>
                    <a:cubicBezTo>
                      <a:pt x="1583" y="377"/>
                      <a:pt x="1591" y="477"/>
                      <a:pt x="1583" y="560"/>
                    </a:cubicBezTo>
                    <a:cubicBezTo>
                      <a:pt x="1583" y="643"/>
                      <a:pt x="1583" y="725"/>
                      <a:pt x="1583" y="808"/>
                    </a:cubicBezTo>
                    <a:cubicBezTo>
                      <a:pt x="1583" y="991"/>
                      <a:pt x="1583" y="1165"/>
                      <a:pt x="1591" y="1347"/>
                    </a:cubicBezTo>
                    <a:cubicBezTo>
                      <a:pt x="1591" y="1496"/>
                      <a:pt x="1600" y="1637"/>
                      <a:pt x="1608" y="1786"/>
                    </a:cubicBezTo>
                    <a:cubicBezTo>
                      <a:pt x="1591" y="1811"/>
                      <a:pt x="1567" y="1827"/>
                      <a:pt x="1542" y="1852"/>
                    </a:cubicBezTo>
                    <a:cubicBezTo>
                      <a:pt x="1517" y="1645"/>
                      <a:pt x="1500" y="1446"/>
                      <a:pt x="1484" y="1239"/>
                    </a:cubicBezTo>
                    <a:cubicBezTo>
                      <a:pt x="1480" y="1223"/>
                      <a:pt x="1465" y="1214"/>
                      <a:pt x="1452" y="1214"/>
                    </a:cubicBezTo>
                    <a:cubicBezTo>
                      <a:pt x="1438" y="1214"/>
                      <a:pt x="1426" y="1223"/>
                      <a:pt x="1426" y="1239"/>
                    </a:cubicBezTo>
                    <a:cubicBezTo>
                      <a:pt x="1426" y="1471"/>
                      <a:pt x="1434" y="1703"/>
                      <a:pt x="1451" y="1927"/>
                    </a:cubicBezTo>
                    <a:cubicBezTo>
                      <a:pt x="1434" y="1943"/>
                      <a:pt x="1409" y="1960"/>
                      <a:pt x="1393" y="1968"/>
                    </a:cubicBezTo>
                    <a:cubicBezTo>
                      <a:pt x="1384" y="1952"/>
                      <a:pt x="1384" y="1927"/>
                      <a:pt x="1384" y="1910"/>
                    </a:cubicBezTo>
                    <a:cubicBezTo>
                      <a:pt x="1376" y="1753"/>
                      <a:pt x="1359" y="1579"/>
                      <a:pt x="1301" y="1438"/>
                    </a:cubicBezTo>
                    <a:cubicBezTo>
                      <a:pt x="1298" y="1426"/>
                      <a:pt x="1288" y="1420"/>
                      <a:pt x="1279" y="1420"/>
                    </a:cubicBezTo>
                    <a:cubicBezTo>
                      <a:pt x="1268" y="1420"/>
                      <a:pt x="1256" y="1428"/>
                      <a:pt x="1252" y="1446"/>
                    </a:cubicBezTo>
                    <a:cubicBezTo>
                      <a:pt x="1235" y="1595"/>
                      <a:pt x="1268" y="1761"/>
                      <a:pt x="1277" y="1910"/>
                    </a:cubicBezTo>
                    <a:cubicBezTo>
                      <a:pt x="1277" y="1943"/>
                      <a:pt x="1277" y="1977"/>
                      <a:pt x="1277" y="2001"/>
                    </a:cubicBezTo>
                    <a:cubicBezTo>
                      <a:pt x="1270" y="2002"/>
                      <a:pt x="1264" y="2003"/>
                      <a:pt x="1257" y="2003"/>
                    </a:cubicBezTo>
                    <a:cubicBezTo>
                      <a:pt x="1214" y="2003"/>
                      <a:pt x="1171" y="1980"/>
                      <a:pt x="1127" y="1952"/>
                    </a:cubicBezTo>
                    <a:cubicBezTo>
                      <a:pt x="1136" y="1877"/>
                      <a:pt x="1136" y="1794"/>
                      <a:pt x="1136" y="1711"/>
                    </a:cubicBezTo>
                    <a:cubicBezTo>
                      <a:pt x="1136" y="1653"/>
                      <a:pt x="1127" y="1604"/>
                      <a:pt x="1127" y="1537"/>
                    </a:cubicBezTo>
                    <a:cubicBezTo>
                      <a:pt x="1119" y="1488"/>
                      <a:pt x="1119" y="1430"/>
                      <a:pt x="1111" y="1380"/>
                    </a:cubicBezTo>
                    <a:cubicBezTo>
                      <a:pt x="1107" y="1368"/>
                      <a:pt x="1096" y="1361"/>
                      <a:pt x="1087" y="1361"/>
                    </a:cubicBezTo>
                    <a:cubicBezTo>
                      <a:pt x="1078" y="1361"/>
                      <a:pt x="1069" y="1368"/>
                      <a:pt x="1069" y="1380"/>
                    </a:cubicBezTo>
                    <a:cubicBezTo>
                      <a:pt x="1053" y="1430"/>
                      <a:pt x="1053" y="1488"/>
                      <a:pt x="1053" y="1537"/>
                    </a:cubicBezTo>
                    <a:cubicBezTo>
                      <a:pt x="1045" y="1595"/>
                      <a:pt x="1036" y="1653"/>
                      <a:pt x="1036" y="1711"/>
                    </a:cubicBezTo>
                    <a:cubicBezTo>
                      <a:pt x="1036" y="1769"/>
                      <a:pt x="1045" y="1827"/>
                      <a:pt x="1045" y="1877"/>
                    </a:cubicBezTo>
                    <a:cubicBezTo>
                      <a:pt x="1036" y="1877"/>
                      <a:pt x="1028" y="1869"/>
                      <a:pt x="1028" y="1861"/>
                    </a:cubicBezTo>
                    <a:cubicBezTo>
                      <a:pt x="937" y="1778"/>
                      <a:pt x="854" y="1687"/>
                      <a:pt x="771" y="1587"/>
                    </a:cubicBezTo>
                    <a:cubicBezTo>
                      <a:pt x="763" y="1488"/>
                      <a:pt x="755" y="1397"/>
                      <a:pt x="738" y="1297"/>
                    </a:cubicBezTo>
                    <a:cubicBezTo>
                      <a:pt x="705" y="982"/>
                      <a:pt x="639" y="667"/>
                      <a:pt x="597" y="353"/>
                    </a:cubicBezTo>
                    <a:cubicBezTo>
                      <a:pt x="593" y="334"/>
                      <a:pt x="578" y="325"/>
                      <a:pt x="562" y="325"/>
                    </a:cubicBezTo>
                    <a:cubicBezTo>
                      <a:pt x="543" y="325"/>
                      <a:pt x="523" y="338"/>
                      <a:pt x="523" y="361"/>
                    </a:cubicBezTo>
                    <a:cubicBezTo>
                      <a:pt x="556" y="684"/>
                      <a:pt x="572" y="1007"/>
                      <a:pt x="597" y="1330"/>
                    </a:cubicBezTo>
                    <a:cubicBezTo>
                      <a:pt x="597" y="1339"/>
                      <a:pt x="597" y="1347"/>
                      <a:pt x="597" y="1355"/>
                    </a:cubicBezTo>
                    <a:cubicBezTo>
                      <a:pt x="489" y="1198"/>
                      <a:pt x="382" y="1032"/>
                      <a:pt x="299" y="858"/>
                    </a:cubicBezTo>
                    <a:cubicBezTo>
                      <a:pt x="274" y="883"/>
                      <a:pt x="257" y="899"/>
                      <a:pt x="241" y="916"/>
                    </a:cubicBezTo>
                    <a:cubicBezTo>
                      <a:pt x="249" y="858"/>
                      <a:pt x="249" y="800"/>
                      <a:pt x="257" y="734"/>
                    </a:cubicBezTo>
                    <a:cubicBezTo>
                      <a:pt x="274" y="618"/>
                      <a:pt x="291" y="502"/>
                      <a:pt x="299" y="386"/>
                    </a:cubicBezTo>
                    <a:cubicBezTo>
                      <a:pt x="315" y="270"/>
                      <a:pt x="332" y="145"/>
                      <a:pt x="324" y="29"/>
                    </a:cubicBezTo>
                    <a:cubicBezTo>
                      <a:pt x="324" y="13"/>
                      <a:pt x="306" y="1"/>
                      <a:pt x="28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3" name="Google Shape;4733;p12"/>
              <p:cNvSpPr/>
              <p:nvPr/>
            </p:nvSpPr>
            <p:spPr>
              <a:xfrm>
                <a:off x="2995100" y="4616475"/>
                <a:ext cx="2525" cy="9975"/>
              </a:xfrm>
              <a:custGeom>
                <a:rect b="b" l="l" r="r" t="t"/>
                <a:pathLst>
                  <a:path extrusionOk="0" h="399" w="101">
                    <a:moveTo>
                      <a:pt x="72" y="0"/>
                    </a:moveTo>
                    <a:cubicBezTo>
                      <a:pt x="59" y="0"/>
                      <a:pt x="46" y="6"/>
                      <a:pt x="42" y="18"/>
                    </a:cubicBezTo>
                    <a:cubicBezTo>
                      <a:pt x="1" y="126"/>
                      <a:pt x="1" y="242"/>
                      <a:pt x="17" y="358"/>
                    </a:cubicBezTo>
                    <a:cubicBezTo>
                      <a:pt x="17" y="374"/>
                      <a:pt x="34" y="399"/>
                      <a:pt x="59" y="399"/>
                    </a:cubicBezTo>
                    <a:cubicBezTo>
                      <a:pt x="75" y="399"/>
                      <a:pt x="100" y="374"/>
                      <a:pt x="92" y="358"/>
                    </a:cubicBezTo>
                    <a:cubicBezTo>
                      <a:pt x="92" y="300"/>
                      <a:pt x="92" y="250"/>
                      <a:pt x="92" y="192"/>
                    </a:cubicBezTo>
                    <a:cubicBezTo>
                      <a:pt x="100" y="134"/>
                      <a:pt x="100" y="84"/>
                      <a:pt x="100" y="26"/>
                    </a:cubicBezTo>
                    <a:cubicBezTo>
                      <a:pt x="100" y="8"/>
                      <a:pt x="86" y="0"/>
                      <a:pt x="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4" name="Google Shape;4734;p12"/>
              <p:cNvSpPr/>
              <p:nvPr/>
            </p:nvSpPr>
            <p:spPr>
              <a:xfrm>
                <a:off x="2815525" y="4500075"/>
                <a:ext cx="125550" cy="329750"/>
              </a:xfrm>
              <a:custGeom>
                <a:rect b="b" l="l" r="r" t="t"/>
                <a:pathLst>
                  <a:path extrusionOk="0" h="13190" w="5022">
                    <a:moveTo>
                      <a:pt x="605" y="1484"/>
                    </a:moveTo>
                    <a:cubicBezTo>
                      <a:pt x="613" y="1517"/>
                      <a:pt x="630" y="1550"/>
                      <a:pt x="647" y="1583"/>
                    </a:cubicBezTo>
                    <a:cubicBezTo>
                      <a:pt x="647" y="1600"/>
                      <a:pt x="655" y="1617"/>
                      <a:pt x="663" y="1625"/>
                    </a:cubicBezTo>
                    <a:cubicBezTo>
                      <a:pt x="647" y="1625"/>
                      <a:pt x="630" y="1625"/>
                      <a:pt x="613" y="1633"/>
                    </a:cubicBezTo>
                    <a:cubicBezTo>
                      <a:pt x="605" y="1583"/>
                      <a:pt x="605" y="1534"/>
                      <a:pt x="605" y="1484"/>
                    </a:cubicBezTo>
                    <a:close/>
                    <a:moveTo>
                      <a:pt x="332" y="1575"/>
                    </a:moveTo>
                    <a:cubicBezTo>
                      <a:pt x="348" y="1633"/>
                      <a:pt x="373" y="1691"/>
                      <a:pt x="398" y="1749"/>
                    </a:cubicBezTo>
                    <a:cubicBezTo>
                      <a:pt x="406" y="1766"/>
                      <a:pt x="415" y="1791"/>
                      <a:pt x="423" y="1807"/>
                    </a:cubicBezTo>
                    <a:cubicBezTo>
                      <a:pt x="415" y="1815"/>
                      <a:pt x="415" y="1824"/>
                      <a:pt x="406" y="1832"/>
                    </a:cubicBezTo>
                    <a:cubicBezTo>
                      <a:pt x="406" y="1840"/>
                      <a:pt x="398" y="1857"/>
                      <a:pt x="390" y="1873"/>
                    </a:cubicBezTo>
                    <a:cubicBezTo>
                      <a:pt x="373" y="1832"/>
                      <a:pt x="357" y="1782"/>
                      <a:pt x="348" y="1741"/>
                    </a:cubicBezTo>
                    <a:cubicBezTo>
                      <a:pt x="348" y="1733"/>
                      <a:pt x="348" y="1733"/>
                      <a:pt x="348" y="1724"/>
                    </a:cubicBezTo>
                    <a:cubicBezTo>
                      <a:pt x="340" y="1675"/>
                      <a:pt x="332" y="1625"/>
                      <a:pt x="332" y="1575"/>
                    </a:cubicBezTo>
                    <a:close/>
                    <a:moveTo>
                      <a:pt x="2776" y="1948"/>
                    </a:moveTo>
                    <a:cubicBezTo>
                      <a:pt x="2776" y="1973"/>
                      <a:pt x="2768" y="1989"/>
                      <a:pt x="2759" y="2006"/>
                    </a:cubicBezTo>
                    <a:cubicBezTo>
                      <a:pt x="2735" y="2031"/>
                      <a:pt x="2710" y="2056"/>
                      <a:pt x="2685" y="2072"/>
                    </a:cubicBezTo>
                    <a:cubicBezTo>
                      <a:pt x="2718" y="2031"/>
                      <a:pt x="2751" y="1989"/>
                      <a:pt x="2776" y="1948"/>
                    </a:cubicBezTo>
                    <a:close/>
                    <a:moveTo>
                      <a:pt x="1392" y="2263"/>
                    </a:moveTo>
                    <a:lnTo>
                      <a:pt x="1392" y="2263"/>
                    </a:lnTo>
                    <a:cubicBezTo>
                      <a:pt x="1475" y="2321"/>
                      <a:pt x="1566" y="2379"/>
                      <a:pt x="1666" y="2428"/>
                    </a:cubicBezTo>
                    <a:cubicBezTo>
                      <a:pt x="1691" y="2437"/>
                      <a:pt x="1707" y="2453"/>
                      <a:pt x="1732" y="2470"/>
                    </a:cubicBezTo>
                    <a:lnTo>
                      <a:pt x="1715" y="2478"/>
                    </a:lnTo>
                    <a:cubicBezTo>
                      <a:pt x="1599" y="2420"/>
                      <a:pt x="1492" y="2346"/>
                      <a:pt x="1392" y="2263"/>
                    </a:cubicBezTo>
                    <a:close/>
                    <a:moveTo>
                      <a:pt x="1757" y="2718"/>
                    </a:moveTo>
                    <a:cubicBezTo>
                      <a:pt x="1840" y="2743"/>
                      <a:pt x="1931" y="2760"/>
                      <a:pt x="2022" y="2760"/>
                    </a:cubicBezTo>
                    <a:cubicBezTo>
                      <a:pt x="2005" y="2768"/>
                      <a:pt x="1997" y="2768"/>
                      <a:pt x="1981" y="2768"/>
                    </a:cubicBezTo>
                    <a:cubicBezTo>
                      <a:pt x="1954" y="2773"/>
                      <a:pt x="1928" y="2775"/>
                      <a:pt x="1902" y="2775"/>
                    </a:cubicBezTo>
                    <a:cubicBezTo>
                      <a:pt x="1833" y="2775"/>
                      <a:pt x="1768" y="2759"/>
                      <a:pt x="1707" y="2735"/>
                    </a:cubicBezTo>
                    <a:cubicBezTo>
                      <a:pt x="1724" y="2727"/>
                      <a:pt x="1740" y="2727"/>
                      <a:pt x="1757" y="2718"/>
                    </a:cubicBezTo>
                    <a:close/>
                    <a:moveTo>
                      <a:pt x="173" y="1"/>
                    </a:moveTo>
                    <a:cubicBezTo>
                      <a:pt x="151" y="1"/>
                      <a:pt x="128" y="15"/>
                      <a:pt x="133" y="42"/>
                    </a:cubicBezTo>
                    <a:cubicBezTo>
                      <a:pt x="158" y="258"/>
                      <a:pt x="158" y="465"/>
                      <a:pt x="166" y="680"/>
                    </a:cubicBezTo>
                    <a:cubicBezTo>
                      <a:pt x="152" y="673"/>
                      <a:pt x="136" y="669"/>
                      <a:pt x="122" y="669"/>
                    </a:cubicBezTo>
                    <a:cubicBezTo>
                      <a:pt x="85" y="669"/>
                      <a:pt x="51" y="691"/>
                      <a:pt x="34" y="738"/>
                    </a:cubicBezTo>
                    <a:cubicBezTo>
                      <a:pt x="0" y="821"/>
                      <a:pt x="34" y="937"/>
                      <a:pt x="50" y="1028"/>
                    </a:cubicBezTo>
                    <a:cubicBezTo>
                      <a:pt x="58" y="1128"/>
                      <a:pt x="75" y="1227"/>
                      <a:pt x="83" y="1318"/>
                    </a:cubicBezTo>
                    <a:lnTo>
                      <a:pt x="158" y="1931"/>
                    </a:lnTo>
                    <a:cubicBezTo>
                      <a:pt x="183" y="2105"/>
                      <a:pt x="183" y="2304"/>
                      <a:pt x="257" y="2470"/>
                    </a:cubicBezTo>
                    <a:cubicBezTo>
                      <a:pt x="299" y="2578"/>
                      <a:pt x="398" y="2669"/>
                      <a:pt x="506" y="2685"/>
                    </a:cubicBezTo>
                    <a:cubicBezTo>
                      <a:pt x="514" y="2884"/>
                      <a:pt x="497" y="3091"/>
                      <a:pt x="497" y="3290"/>
                    </a:cubicBezTo>
                    <a:cubicBezTo>
                      <a:pt x="506" y="3522"/>
                      <a:pt x="522" y="3754"/>
                      <a:pt x="547" y="3986"/>
                    </a:cubicBezTo>
                    <a:cubicBezTo>
                      <a:pt x="547" y="4003"/>
                      <a:pt x="555" y="4011"/>
                      <a:pt x="572" y="4019"/>
                    </a:cubicBezTo>
                    <a:cubicBezTo>
                      <a:pt x="580" y="4202"/>
                      <a:pt x="597" y="4384"/>
                      <a:pt x="613" y="4574"/>
                    </a:cubicBezTo>
                    <a:cubicBezTo>
                      <a:pt x="630" y="4840"/>
                      <a:pt x="638" y="5105"/>
                      <a:pt x="705" y="5362"/>
                    </a:cubicBezTo>
                    <a:cubicBezTo>
                      <a:pt x="771" y="5610"/>
                      <a:pt x="912" y="5826"/>
                      <a:pt x="1011" y="6058"/>
                    </a:cubicBezTo>
                    <a:cubicBezTo>
                      <a:pt x="1102" y="6290"/>
                      <a:pt x="1160" y="6530"/>
                      <a:pt x="1210" y="6778"/>
                    </a:cubicBezTo>
                    <a:cubicBezTo>
                      <a:pt x="1268" y="7027"/>
                      <a:pt x="1301" y="7284"/>
                      <a:pt x="1343" y="7532"/>
                    </a:cubicBezTo>
                    <a:cubicBezTo>
                      <a:pt x="1384" y="7806"/>
                      <a:pt x="1434" y="8079"/>
                      <a:pt x="1459" y="8344"/>
                    </a:cubicBezTo>
                    <a:cubicBezTo>
                      <a:pt x="1525" y="8891"/>
                      <a:pt x="1533" y="9438"/>
                      <a:pt x="1525" y="9985"/>
                    </a:cubicBezTo>
                    <a:cubicBezTo>
                      <a:pt x="1517" y="10532"/>
                      <a:pt x="1483" y="11070"/>
                      <a:pt x="1483" y="11617"/>
                    </a:cubicBezTo>
                    <a:cubicBezTo>
                      <a:pt x="1492" y="11841"/>
                      <a:pt x="1525" y="12073"/>
                      <a:pt x="1682" y="12238"/>
                    </a:cubicBezTo>
                    <a:cubicBezTo>
                      <a:pt x="1823" y="12388"/>
                      <a:pt x="2022" y="12462"/>
                      <a:pt x="2213" y="12520"/>
                    </a:cubicBezTo>
                    <a:cubicBezTo>
                      <a:pt x="2461" y="12586"/>
                      <a:pt x="2693" y="12661"/>
                      <a:pt x="2933" y="12752"/>
                    </a:cubicBezTo>
                    <a:cubicBezTo>
                      <a:pt x="3165" y="12843"/>
                      <a:pt x="3389" y="12959"/>
                      <a:pt x="3621" y="13059"/>
                    </a:cubicBezTo>
                    <a:cubicBezTo>
                      <a:pt x="3801" y="13135"/>
                      <a:pt x="4012" y="13189"/>
                      <a:pt x="4217" y="13189"/>
                    </a:cubicBezTo>
                    <a:cubicBezTo>
                      <a:pt x="4437" y="13189"/>
                      <a:pt x="4651" y="13127"/>
                      <a:pt x="4814" y="12959"/>
                    </a:cubicBezTo>
                    <a:cubicBezTo>
                      <a:pt x="4963" y="12802"/>
                      <a:pt x="5021" y="12586"/>
                      <a:pt x="4988" y="12371"/>
                    </a:cubicBezTo>
                    <a:cubicBezTo>
                      <a:pt x="4955" y="12139"/>
                      <a:pt x="4831" y="11932"/>
                      <a:pt x="4690" y="11750"/>
                    </a:cubicBezTo>
                    <a:cubicBezTo>
                      <a:pt x="4533" y="11567"/>
                      <a:pt x="4367" y="11402"/>
                      <a:pt x="4234" y="11195"/>
                    </a:cubicBezTo>
                    <a:cubicBezTo>
                      <a:pt x="4093" y="10996"/>
                      <a:pt x="4002" y="10780"/>
                      <a:pt x="3903" y="10557"/>
                    </a:cubicBezTo>
                    <a:cubicBezTo>
                      <a:pt x="3886" y="10523"/>
                      <a:pt x="3870" y="10490"/>
                      <a:pt x="3853" y="10457"/>
                    </a:cubicBezTo>
                    <a:cubicBezTo>
                      <a:pt x="3895" y="10449"/>
                      <a:pt x="3919" y="10424"/>
                      <a:pt x="3919" y="10383"/>
                    </a:cubicBezTo>
                    <a:cubicBezTo>
                      <a:pt x="3861" y="9778"/>
                      <a:pt x="3770" y="9173"/>
                      <a:pt x="3654" y="8576"/>
                    </a:cubicBezTo>
                    <a:cubicBezTo>
                      <a:pt x="3605" y="8286"/>
                      <a:pt x="3538" y="7996"/>
                      <a:pt x="3497" y="7706"/>
                    </a:cubicBezTo>
                    <a:cubicBezTo>
                      <a:pt x="3455" y="7408"/>
                      <a:pt x="3472" y="7110"/>
                      <a:pt x="3513" y="6812"/>
                    </a:cubicBezTo>
                    <a:cubicBezTo>
                      <a:pt x="3555" y="6522"/>
                      <a:pt x="3596" y="6240"/>
                      <a:pt x="3613" y="5950"/>
                    </a:cubicBezTo>
                    <a:cubicBezTo>
                      <a:pt x="3629" y="5643"/>
                      <a:pt x="3613" y="5345"/>
                      <a:pt x="3605" y="5038"/>
                    </a:cubicBezTo>
                    <a:cubicBezTo>
                      <a:pt x="3588" y="4417"/>
                      <a:pt x="3555" y="3804"/>
                      <a:pt x="3513" y="3191"/>
                    </a:cubicBezTo>
                    <a:cubicBezTo>
                      <a:pt x="3489" y="2851"/>
                      <a:pt x="3464" y="2503"/>
                      <a:pt x="3439" y="2155"/>
                    </a:cubicBezTo>
                    <a:cubicBezTo>
                      <a:pt x="3431" y="2064"/>
                      <a:pt x="3431" y="1965"/>
                      <a:pt x="3422" y="1865"/>
                    </a:cubicBezTo>
                    <a:cubicBezTo>
                      <a:pt x="3439" y="1774"/>
                      <a:pt x="3447" y="1675"/>
                      <a:pt x="3464" y="1575"/>
                    </a:cubicBezTo>
                    <a:cubicBezTo>
                      <a:pt x="3489" y="1360"/>
                      <a:pt x="3497" y="1153"/>
                      <a:pt x="3513" y="945"/>
                    </a:cubicBezTo>
                    <a:cubicBezTo>
                      <a:pt x="3513" y="829"/>
                      <a:pt x="3522" y="722"/>
                      <a:pt x="3530" y="606"/>
                    </a:cubicBezTo>
                    <a:cubicBezTo>
                      <a:pt x="3530" y="515"/>
                      <a:pt x="3555" y="374"/>
                      <a:pt x="3505" y="299"/>
                    </a:cubicBezTo>
                    <a:cubicBezTo>
                      <a:pt x="3495" y="285"/>
                      <a:pt x="3480" y="276"/>
                      <a:pt x="3466" y="276"/>
                    </a:cubicBezTo>
                    <a:cubicBezTo>
                      <a:pt x="3456" y="276"/>
                      <a:pt x="3446" y="280"/>
                      <a:pt x="3439" y="291"/>
                    </a:cubicBezTo>
                    <a:cubicBezTo>
                      <a:pt x="3381" y="357"/>
                      <a:pt x="3389" y="481"/>
                      <a:pt x="3381" y="564"/>
                    </a:cubicBezTo>
                    <a:cubicBezTo>
                      <a:pt x="3373" y="672"/>
                      <a:pt x="3364" y="780"/>
                      <a:pt x="3356" y="887"/>
                    </a:cubicBezTo>
                    <a:cubicBezTo>
                      <a:pt x="3348" y="970"/>
                      <a:pt x="3348" y="1053"/>
                      <a:pt x="3339" y="1136"/>
                    </a:cubicBezTo>
                    <a:cubicBezTo>
                      <a:pt x="3339" y="1020"/>
                      <a:pt x="3331" y="904"/>
                      <a:pt x="3306" y="788"/>
                    </a:cubicBezTo>
                    <a:cubicBezTo>
                      <a:pt x="3299" y="756"/>
                      <a:pt x="3275" y="742"/>
                      <a:pt x="3250" y="742"/>
                    </a:cubicBezTo>
                    <a:cubicBezTo>
                      <a:pt x="3217" y="742"/>
                      <a:pt x="3182" y="767"/>
                      <a:pt x="3182" y="805"/>
                    </a:cubicBezTo>
                    <a:cubicBezTo>
                      <a:pt x="3174" y="1045"/>
                      <a:pt x="3124" y="1293"/>
                      <a:pt x="3033" y="1525"/>
                    </a:cubicBezTo>
                    <a:cubicBezTo>
                      <a:pt x="3041" y="1484"/>
                      <a:pt x="3041" y="1451"/>
                      <a:pt x="3041" y="1409"/>
                    </a:cubicBezTo>
                    <a:cubicBezTo>
                      <a:pt x="3041" y="1376"/>
                      <a:pt x="3049" y="1335"/>
                      <a:pt x="3049" y="1302"/>
                    </a:cubicBezTo>
                    <a:cubicBezTo>
                      <a:pt x="3074" y="1153"/>
                      <a:pt x="3074" y="1003"/>
                      <a:pt x="3033" y="879"/>
                    </a:cubicBezTo>
                    <a:cubicBezTo>
                      <a:pt x="3025" y="854"/>
                      <a:pt x="3000" y="838"/>
                      <a:pt x="2975" y="838"/>
                    </a:cubicBezTo>
                    <a:cubicBezTo>
                      <a:pt x="2963" y="811"/>
                      <a:pt x="2941" y="798"/>
                      <a:pt x="2920" y="798"/>
                    </a:cubicBezTo>
                    <a:cubicBezTo>
                      <a:pt x="2897" y="798"/>
                      <a:pt x="2875" y="815"/>
                      <a:pt x="2875" y="846"/>
                    </a:cubicBezTo>
                    <a:cubicBezTo>
                      <a:pt x="2867" y="970"/>
                      <a:pt x="2867" y="1103"/>
                      <a:pt x="2867" y="1227"/>
                    </a:cubicBezTo>
                    <a:cubicBezTo>
                      <a:pt x="2851" y="1302"/>
                      <a:pt x="2834" y="1376"/>
                      <a:pt x="2809" y="1443"/>
                    </a:cubicBezTo>
                    <a:cubicBezTo>
                      <a:pt x="2743" y="1633"/>
                      <a:pt x="2635" y="1807"/>
                      <a:pt x="2511" y="1956"/>
                    </a:cubicBezTo>
                    <a:cubicBezTo>
                      <a:pt x="2387" y="2105"/>
                      <a:pt x="2237" y="2230"/>
                      <a:pt x="2080" y="2329"/>
                    </a:cubicBezTo>
                    <a:cubicBezTo>
                      <a:pt x="2047" y="2329"/>
                      <a:pt x="2005" y="2321"/>
                      <a:pt x="1972" y="2312"/>
                    </a:cubicBezTo>
                    <a:cubicBezTo>
                      <a:pt x="1914" y="2296"/>
                      <a:pt x="1865" y="2279"/>
                      <a:pt x="1807" y="2254"/>
                    </a:cubicBezTo>
                    <a:cubicBezTo>
                      <a:pt x="1666" y="2163"/>
                      <a:pt x="1517" y="2064"/>
                      <a:pt x="1376" y="1956"/>
                    </a:cubicBezTo>
                    <a:cubicBezTo>
                      <a:pt x="1251" y="1865"/>
                      <a:pt x="1127" y="1766"/>
                      <a:pt x="1003" y="1666"/>
                    </a:cubicBezTo>
                    <a:cubicBezTo>
                      <a:pt x="937" y="1608"/>
                      <a:pt x="862" y="1542"/>
                      <a:pt x="829" y="1459"/>
                    </a:cubicBezTo>
                    <a:cubicBezTo>
                      <a:pt x="812" y="1426"/>
                      <a:pt x="804" y="1393"/>
                      <a:pt x="796" y="1360"/>
                    </a:cubicBezTo>
                    <a:cubicBezTo>
                      <a:pt x="787" y="1343"/>
                      <a:pt x="787" y="1335"/>
                      <a:pt x="779" y="1327"/>
                    </a:cubicBezTo>
                    <a:cubicBezTo>
                      <a:pt x="779" y="1318"/>
                      <a:pt x="779" y="1302"/>
                      <a:pt x="779" y="1293"/>
                    </a:cubicBezTo>
                    <a:cubicBezTo>
                      <a:pt x="775" y="1280"/>
                      <a:pt x="765" y="1274"/>
                      <a:pt x="756" y="1274"/>
                    </a:cubicBezTo>
                    <a:cubicBezTo>
                      <a:pt x="749" y="1274"/>
                      <a:pt x="741" y="1278"/>
                      <a:pt x="738" y="1285"/>
                    </a:cubicBezTo>
                    <a:cubicBezTo>
                      <a:pt x="727" y="1282"/>
                      <a:pt x="716" y="1280"/>
                      <a:pt x="705" y="1280"/>
                    </a:cubicBezTo>
                    <a:cubicBezTo>
                      <a:pt x="662" y="1280"/>
                      <a:pt x="617" y="1304"/>
                      <a:pt x="597" y="1343"/>
                    </a:cubicBezTo>
                    <a:cubicBezTo>
                      <a:pt x="597" y="1244"/>
                      <a:pt x="597" y="1144"/>
                      <a:pt x="597" y="1045"/>
                    </a:cubicBezTo>
                    <a:cubicBezTo>
                      <a:pt x="597" y="904"/>
                      <a:pt x="605" y="755"/>
                      <a:pt x="605" y="606"/>
                    </a:cubicBezTo>
                    <a:cubicBezTo>
                      <a:pt x="605" y="531"/>
                      <a:pt x="613" y="457"/>
                      <a:pt x="613" y="382"/>
                    </a:cubicBezTo>
                    <a:cubicBezTo>
                      <a:pt x="605" y="316"/>
                      <a:pt x="613" y="241"/>
                      <a:pt x="572" y="183"/>
                    </a:cubicBezTo>
                    <a:cubicBezTo>
                      <a:pt x="564" y="168"/>
                      <a:pt x="551" y="161"/>
                      <a:pt x="538" y="161"/>
                    </a:cubicBezTo>
                    <a:cubicBezTo>
                      <a:pt x="522" y="161"/>
                      <a:pt x="506" y="170"/>
                      <a:pt x="497" y="183"/>
                    </a:cubicBezTo>
                    <a:cubicBezTo>
                      <a:pt x="456" y="241"/>
                      <a:pt x="448" y="316"/>
                      <a:pt x="439" y="382"/>
                    </a:cubicBezTo>
                    <a:cubicBezTo>
                      <a:pt x="431" y="457"/>
                      <a:pt x="423" y="531"/>
                      <a:pt x="423" y="606"/>
                    </a:cubicBezTo>
                    <a:cubicBezTo>
                      <a:pt x="406" y="755"/>
                      <a:pt x="406" y="912"/>
                      <a:pt x="415" y="1061"/>
                    </a:cubicBezTo>
                    <a:cubicBezTo>
                      <a:pt x="398" y="995"/>
                      <a:pt x="381" y="921"/>
                      <a:pt x="365" y="846"/>
                    </a:cubicBezTo>
                    <a:cubicBezTo>
                      <a:pt x="315" y="573"/>
                      <a:pt x="265" y="299"/>
                      <a:pt x="216" y="34"/>
                    </a:cubicBezTo>
                    <a:cubicBezTo>
                      <a:pt x="212" y="11"/>
                      <a:pt x="193" y="1"/>
                      <a:pt x="1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5" name="Google Shape;4735;p12"/>
              <p:cNvSpPr/>
              <p:nvPr/>
            </p:nvSpPr>
            <p:spPr>
              <a:xfrm>
                <a:off x="2887600" y="4502250"/>
                <a:ext cx="2300" cy="8425"/>
              </a:xfrm>
              <a:custGeom>
                <a:rect b="b" l="l" r="r" t="t"/>
                <a:pathLst>
                  <a:path extrusionOk="0" h="337" w="92">
                    <a:moveTo>
                      <a:pt x="46" y="1"/>
                    </a:moveTo>
                    <a:cubicBezTo>
                      <a:pt x="38" y="1"/>
                      <a:pt x="30" y="5"/>
                      <a:pt x="26" y="13"/>
                    </a:cubicBezTo>
                    <a:cubicBezTo>
                      <a:pt x="17" y="22"/>
                      <a:pt x="17" y="30"/>
                      <a:pt x="9" y="46"/>
                    </a:cubicBezTo>
                    <a:cubicBezTo>
                      <a:pt x="9" y="55"/>
                      <a:pt x="9" y="71"/>
                      <a:pt x="9" y="80"/>
                    </a:cubicBezTo>
                    <a:cubicBezTo>
                      <a:pt x="9" y="104"/>
                      <a:pt x="1" y="129"/>
                      <a:pt x="1" y="154"/>
                    </a:cubicBezTo>
                    <a:lnTo>
                      <a:pt x="1" y="295"/>
                    </a:lnTo>
                    <a:cubicBezTo>
                      <a:pt x="1" y="312"/>
                      <a:pt x="26" y="336"/>
                      <a:pt x="50" y="336"/>
                    </a:cubicBezTo>
                    <a:cubicBezTo>
                      <a:pt x="75" y="336"/>
                      <a:pt x="92" y="320"/>
                      <a:pt x="92" y="295"/>
                    </a:cubicBezTo>
                    <a:lnTo>
                      <a:pt x="92" y="154"/>
                    </a:lnTo>
                    <a:cubicBezTo>
                      <a:pt x="92" y="129"/>
                      <a:pt x="92" y="104"/>
                      <a:pt x="84" y="88"/>
                    </a:cubicBezTo>
                    <a:cubicBezTo>
                      <a:pt x="84" y="71"/>
                      <a:pt x="84" y="63"/>
                      <a:pt x="84" y="46"/>
                    </a:cubicBezTo>
                    <a:cubicBezTo>
                      <a:pt x="84" y="30"/>
                      <a:pt x="75" y="22"/>
                      <a:pt x="67" y="13"/>
                    </a:cubicBezTo>
                    <a:cubicBezTo>
                      <a:pt x="63" y="5"/>
                      <a:pt x="55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6" name="Google Shape;4736;p12"/>
              <p:cNvSpPr/>
              <p:nvPr/>
            </p:nvSpPr>
            <p:spPr>
              <a:xfrm>
                <a:off x="2873925" y="4533050"/>
                <a:ext cx="2725" cy="10775"/>
              </a:xfrm>
              <a:custGeom>
                <a:rect b="b" l="l" r="r" t="t"/>
                <a:pathLst>
                  <a:path extrusionOk="0" h="431" w="109">
                    <a:moveTo>
                      <a:pt x="81" y="1"/>
                    </a:moveTo>
                    <a:cubicBezTo>
                      <a:pt x="72" y="1"/>
                      <a:pt x="62" y="5"/>
                      <a:pt x="59" y="16"/>
                    </a:cubicBezTo>
                    <a:cubicBezTo>
                      <a:pt x="42" y="82"/>
                      <a:pt x="42" y="140"/>
                      <a:pt x="26" y="206"/>
                    </a:cubicBezTo>
                    <a:cubicBezTo>
                      <a:pt x="17" y="264"/>
                      <a:pt x="9" y="331"/>
                      <a:pt x="1" y="397"/>
                    </a:cubicBezTo>
                    <a:cubicBezTo>
                      <a:pt x="1" y="414"/>
                      <a:pt x="26" y="430"/>
                      <a:pt x="42" y="430"/>
                    </a:cubicBezTo>
                    <a:cubicBezTo>
                      <a:pt x="67" y="430"/>
                      <a:pt x="75" y="414"/>
                      <a:pt x="84" y="397"/>
                    </a:cubicBezTo>
                    <a:cubicBezTo>
                      <a:pt x="84" y="331"/>
                      <a:pt x="100" y="273"/>
                      <a:pt x="100" y="206"/>
                    </a:cubicBezTo>
                    <a:cubicBezTo>
                      <a:pt x="100" y="148"/>
                      <a:pt x="109" y="82"/>
                      <a:pt x="109" y="24"/>
                    </a:cubicBezTo>
                    <a:cubicBezTo>
                      <a:pt x="109" y="10"/>
                      <a:pt x="95" y="1"/>
                      <a:pt x="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7" name="Google Shape;4737;p12"/>
              <p:cNvSpPr/>
              <p:nvPr/>
            </p:nvSpPr>
            <p:spPr>
              <a:xfrm>
                <a:off x="2843475" y="4525250"/>
                <a:ext cx="3775" cy="9275"/>
              </a:xfrm>
              <a:custGeom>
                <a:rect b="b" l="l" r="r" t="t"/>
                <a:pathLst>
                  <a:path extrusionOk="0" h="371" w="151">
                    <a:moveTo>
                      <a:pt x="33" y="1"/>
                    </a:moveTo>
                    <a:cubicBezTo>
                      <a:pt x="18" y="1"/>
                      <a:pt x="1" y="13"/>
                      <a:pt x="1" y="30"/>
                    </a:cubicBezTo>
                    <a:cubicBezTo>
                      <a:pt x="1" y="54"/>
                      <a:pt x="1" y="79"/>
                      <a:pt x="1" y="96"/>
                    </a:cubicBezTo>
                    <a:cubicBezTo>
                      <a:pt x="1" y="112"/>
                      <a:pt x="9" y="129"/>
                      <a:pt x="9" y="137"/>
                    </a:cubicBezTo>
                    <a:lnTo>
                      <a:pt x="9" y="137"/>
                    </a:lnTo>
                    <a:cubicBezTo>
                      <a:pt x="9" y="136"/>
                      <a:pt x="9" y="135"/>
                      <a:pt x="8" y="135"/>
                    </a:cubicBezTo>
                    <a:cubicBezTo>
                      <a:pt x="6" y="135"/>
                      <a:pt x="1" y="146"/>
                      <a:pt x="1" y="146"/>
                    </a:cubicBezTo>
                    <a:cubicBezTo>
                      <a:pt x="1" y="162"/>
                      <a:pt x="1" y="170"/>
                      <a:pt x="9" y="179"/>
                    </a:cubicBezTo>
                    <a:lnTo>
                      <a:pt x="34" y="328"/>
                    </a:lnTo>
                    <a:cubicBezTo>
                      <a:pt x="41" y="349"/>
                      <a:pt x="67" y="371"/>
                      <a:pt x="95" y="371"/>
                    </a:cubicBezTo>
                    <a:cubicBezTo>
                      <a:pt x="100" y="371"/>
                      <a:pt x="104" y="370"/>
                      <a:pt x="109" y="369"/>
                    </a:cubicBezTo>
                    <a:cubicBezTo>
                      <a:pt x="133" y="353"/>
                      <a:pt x="150" y="328"/>
                      <a:pt x="142" y="295"/>
                    </a:cubicBezTo>
                    <a:lnTo>
                      <a:pt x="142" y="295"/>
                    </a:lnTo>
                    <a:lnTo>
                      <a:pt x="142" y="303"/>
                    </a:lnTo>
                    <a:lnTo>
                      <a:pt x="125" y="212"/>
                    </a:lnTo>
                    <a:cubicBezTo>
                      <a:pt x="125" y="195"/>
                      <a:pt x="117" y="179"/>
                      <a:pt x="117" y="162"/>
                    </a:cubicBezTo>
                    <a:cubicBezTo>
                      <a:pt x="117" y="154"/>
                      <a:pt x="117" y="146"/>
                      <a:pt x="109" y="137"/>
                    </a:cubicBezTo>
                    <a:cubicBezTo>
                      <a:pt x="109" y="129"/>
                      <a:pt x="100" y="121"/>
                      <a:pt x="92" y="121"/>
                    </a:cubicBezTo>
                    <a:cubicBezTo>
                      <a:pt x="92" y="104"/>
                      <a:pt x="84" y="88"/>
                      <a:pt x="75" y="71"/>
                    </a:cubicBezTo>
                    <a:cubicBezTo>
                      <a:pt x="75" y="54"/>
                      <a:pt x="59" y="30"/>
                      <a:pt x="51" y="13"/>
                    </a:cubicBezTo>
                    <a:cubicBezTo>
                      <a:pt x="48" y="4"/>
                      <a:pt x="41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8" name="Google Shape;4738;p12"/>
              <p:cNvSpPr/>
              <p:nvPr/>
            </p:nvSpPr>
            <p:spPr>
              <a:xfrm>
                <a:off x="2898800" y="4485750"/>
                <a:ext cx="2500" cy="18925"/>
              </a:xfrm>
              <a:custGeom>
                <a:rect b="b" l="l" r="r" t="t"/>
                <a:pathLst>
                  <a:path extrusionOk="0" h="757" w="100">
                    <a:moveTo>
                      <a:pt x="53" y="0"/>
                    </a:moveTo>
                    <a:cubicBezTo>
                      <a:pt x="42" y="0"/>
                      <a:pt x="29" y="6"/>
                      <a:pt x="25" y="19"/>
                    </a:cubicBezTo>
                    <a:cubicBezTo>
                      <a:pt x="8" y="77"/>
                      <a:pt x="8" y="135"/>
                      <a:pt x="8" y="184"/>
                    </a:cubicBezTo>
                    <a:cubicBezTo>
                      <a:pt x="0" y="242"/>
                      <a:pt x="0" y="300"/>
                      <a:pt x="0" y="358"/>
                    </a:cubicBezTo>
                    <a:cubicBezTo>
                      <a:pt x="0" y="474"/>
                      <a:pt x="0" y="590"/>
                      <a:pt x="0" y="706"/>
                    </a:cubicBezTo>
                    <a:cubicBezTo>
                      <a:pt x="0" y="740"/>
                      <a:pt x="25" y="756"/>
                      <a:pt x="50" y="756"/>
                    </a:cubicBezTo>
                    <a:cubicBezTo>
                      <a:pt x="75" y="756"/>
                      <a:pt x="100" y="740"/>
                      <a:pt x="100" y="706"/>
                    </a:cubicBezTo>
                    <a:cubicBezTo>
                      <a:pt x="100" y="590"/>
                      <a:pt x="100" y="474"/>
                      <a:pt x="100" y="358"/>
                    </a:cubicBezTo>
                    <a:cubicBezTo>
                      <a:pt x="100" y="300"/>
                      <a:pt x="100" y="242"/>
                      <a:pt x="100" y="184"/>
                    </a:cubicBezTo>
                    <a:cubicBezTo>
                      <a:pt x="91" y="135"/>
                      <a:pt x="91" y="77"/>
                      <a:pt x="75" y="19"/>
                    </a:cubicBezTo>
                    <a:cubicBezTo>
                      <a:pt x="75" y="6"/>
                      <a:pt x="64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9" name="Google Shape;4739;p12"/>
              <p:cNvSpPr/>
              <p:nvPr/>
            </p:nvSpPr>
            <p:spPr>
              <a:xfrm>
                <a:off x="2792950" y="4657075"/>
                <a:ext cx="64650" cy="107975"/>
              </a:xfrm>
              <a:custGeom>
                <a:rect b="b" l="l" r="r" t="t"/>
                <a:pathLst>
                  <a:path extrusionOk="0" h="4319" w="2586">
                    <a:moveTo>
                      <a:pt x="2006" y="1"/>
                    </a:moveTo>
                    <a:cubicBezTo>
                      <a:pt x="1945" y="1"/>
                      <a:pt x="1879" y="54"/>
                      <a:pt x="1889" y="134"/>
                    </a:cubicBezTo>
                    <a:cubicBezTo>
                      <a:pt x="1898" y="200"/>
                      <a:pt x="1914" y="266"/>
                      <a:pt x="1922" y="333"/>
                    </a:cubicBezTo>
                    <a:cubicBezTo>
                      <a:pt x="1906" y="391"/>
                      <a:pt x="1889" y="449"/>
                      <a:pt x="1873" y="498"/>
                    </a:cubicBezTo>
                    <a:cubicBezTo>
                      <a:pt x="1815" y="648"/>
                      <a:pt x="1724" y="788"/>
                      <a:pt x="1608" y="896"/>
                    </a:cubicBezTo>
                    <a:cubicBezTo>
                      <a:pt x="1492" y="1020"/>
                      <a:pt x="1326" y="1078"/>
                      <a:pt x="1218" y="1211"/>
                    </a:cubicBezTo>
                    <a:cubicBezTo>
                      <a:pt x="1119" y="1335"/>
                      <a:pt x="1086" y="1501"/>
                      <a:pt x="986" y="1625"/>
                    </a:cubicBezTo>
                    <a:cubicBezTo>
                      <a:pt x="787" y="1874"/>
                      <a:pt x="506" y="2039"/>
                      <a:pt x="315" y="2288"/>
                    </a:cubicBezTo>
                    <a:cubicBezTo>
                      <a:pt x="100" y="2570"/>
                      <a:pt x="0" y="2926"/>
                      <a:pt x="58" y="3274"/>
                    </a:cubicBezTo>
                    <a:cubicBezTo>
                      <a:pt x="116" y="3589"/>
                      <a:pt x="315" y="3879"/>
                      <a:pt x="597" y="4028"/>
                    </a:cubicBezTo>
                    <a:cubicBezTo>
                      <a:pt x="920" y="4202"/>
                      <a:pt x="1293" y="4169"/>
                      <a:pt x="1641" y="4227"/>
                    </a:cubicBezTo>
                    <a:cubicBezTo>
                      <a:pt x="1779" y="4247"/>
                      <a:pt x="1927" y="4318"/>
                      <a:pt x="2069" y="4318"/>
                    </a:cubicBezTo>
                    <a:cubicBezTo>
                      <a:pt x="2107" y="4318"/>
                      <a:pt x="2143" y="4313"/>
                      <a:pt x="2179" y="4301"/>
                    </a:cubicBezTo>
                    <a:cubicBezTo>
                      <a:pt x="2320" y="4252"/>
                      <a:pt x="2411" y="4111"/>
                      <a:pt x="2461" y="3970"/>
                    </a:cubicBezTo>
                    <a:cubicBezTo>
                      <a:pt x="2527" y="3796"/>
                      <a:pt x="2552" y="3605"/>
                      <a:pt x="2569" y="3423"/>
                    </a:cubicBezTo>
                    <a:cubicBezTo>
                      <a:pt x="2585" y="3224"/>
                      <a:pt x="2577" y="3025"/>
                      <a:pt x="2569" y="2835"/>
                    </a:cubicBezTo>
                    <a:cubicBezTo>
                      <a:pt x="2536" y="2379"/>
                      <a:pt x="2444" y="1932"/>
                      <a:pt x="2362" y="1493"/>
                    </a:cubicBezTo>
                    <a:cubicBezTo>
                      <a:pt x="2270" y="1020"/>
                      <a:pt x="2196" y="540"/>
                      <a:pt x="2096" y="76"/>
                    </a:cubicBezTo>
                    <a:cubicBezTo>
                      <a:pt x="2083" y="23"/>
                      <a:pt x="2046" y="1"/>
                      <a:pt x="2006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0" name="Google Shape;4740;p12"/>
              <p:cNvSpPr/>
              <p:nvPr/>
            </p:nvSpPr>
            <p:spPr>
              <a:xfrm>
                <a:off x="2900750" y="4670300"/>
                <a:ext cx="61250" cy="109825"/>
              </a:xfrm>
              <a:custGeom>
                <a:rect b="b" l="l" r="r" t="t"/>
                <a:pathLst>
                  <a:path extrusionOk="0" h="4393" w="2450">
                    <a:moveTo>
                      <a:pt x="1140" y="0"/>
                    </a:moveTo>
                    <a:cubicBezTo>
                      <a:pt x="1116" y="0"/>
                      <a:pt x="1092" y="9"/>
                      <a:pt x="1074" y="27"/>
                    </a:cubicBezTo>
                    <a:cubicBezTo>
                      <a:pt x="908" y="201"/>
                      <a:pt x="734" y="375"/>
                      <a:pt x="552" y="524"/>
                    </a:cubicBezTo>
                    <a:cubicBezTo>
                      <a:pt x="512" y="559"/>
                      <a:pt x="475" y="574"/>
                      <a:pt x="443" y="574"/>
                    </a:cubicBezTo>
                    <a:cubicBezTo>
                      <a:pt x="323" y="574"/>
                      <a:pt x="257" y="369"/>
                      <a:pt x="237" y="251"/>
                    </a:cubicBezTo>
                    <a:cubicBezTo>
                      <a:pt x="222" y="196"/>
                      <a:pt x="173" y="170"/>
                      <a:pt x="124" y="170"/>
                    </a:cubicBezTo>
                    <a:cubicBezTo>
                      <a:pt x="62" y="170"/>
                      <a:pt x="0" y="211"/>
                      <a:pt x="5" y="284"/>
                    </a:cubicBezTo>
                    <a:cubicBezTo>
                      <a:pt x="13" y="566"/>
                      <a:pt x="30" y="848"/>
                      <a:pt x="55" y="1129"/>
                    </a:cubicBezTo>
                    <a:cubicBezTo>
                      <a:pt x="71" y="1320"/>
                      <a:pt x="80" y="1519"/>
                      <a:pt x="121" y="1709"/>
                    </a:cubicBezTo>
                    <a:cubicBezTo>
                      <a:pt x="129" y="1792"/>
                      <a:pt x="129" y="1867"/>
                      <a:pt x="138" y="1950"/>
                    </a:cubicBezTo>
                    <a:cubicBezTo>
                      <a:pt x="179" y="2347"/>
                      <a:pt x="229" y="2745"/>
                      <a:pt x="278" y="3143"/>
                    </a:cubicBezTo>
                    <a:cubicBezTo>
                      <a:pt x="295" y="3325"/>
                      <a:pt x="312" y="3507"/>
                      <a:pt x="345" y="3690"/>
                    </a:cubicBezTo>
                    <a:cubicBezTo>
                      <a:pt x="370" y="3830"/>
                      <a:pt x="411" y="3971"/>
                      <a:pt x="502" y="4087"/>
                    </a:cubicBezTo>
                    <a:cubicBezTo>
                      <a:pt x="602" y="4212"/>
                      <a:pt x="751" y="4270"/>
                      <a:pt x="908" y="4303"/>
                    </a:cubicBezTo>
                    <a:cubicBezTo>
                      <a:pt x="1090" y="4344"/>
                      <a:pt x="1273" y="4369"/>
                      <a:pt x="1463" y="4386"/>
                    </a:cubicBezTo>
                    <a:cubicBezTo>
                      <a:pt x="1529" y="4389"/>
                      <a:pt x="1600" y="4393"/>
                      <a:pt x="1672" y="4393"/>
                    </a:cubicBezTo>
                    <a:cubicBezTo>
                      <a:pt x="1933" y="4393"/>
                      <a:pt x="2206" y="4345"/>
                      <a:pt x="2317" y="4079"/>
                    </a:cubicBezTo>
                    <a:cubicBezTo>
                      <a:pt x="2383" y="3922"/>
                      <a:pt x="2408" y="3739"/>
                      <a:pt x="2424" y="3574"/>
                    </a:cubicBezTo>
                    <a:cubicBezTo>
                      <a:pt x="2449" y="3408"/>
                      <a:pt x="2433" y="3242"/>
                      <a:pt x="2358" y="3093"/>
                    </a:cubicBezTo>
                    <a:cubicBezTo>
                      <a:pt x="2201" y="2778"/>
                      <a:pt x="1828" y="2762"/>
                      <a:pt x="1530" y="2654"/>
                    </a:cubicBezTo>
                    <a:cubicBezTo>
                      <a:pt x="1231" y="2538"/>
                      <a:pt x="925" y="2356"/>
                      <a:pt x="701" y="2115"/>
                    </a:cubicBezTo>
                    <a:cubicBezTo>
                      <a:pt x="643" y="2057"/>
                      <a:pt x="602" y="1991"/>
                      <a:pt x="643" y="1908"/>
                    </a:cubicBezTo>
                    <a:cubicBezTo>
                      <a:pt x="684" y="1825"/>
                      <a:pt x="742" y="1751"/>
                      <a:pt x="776" y="1668"/>
                    </a:cubicBezTo>
                    <a:cubicBezTo>
                      <a:pt x="850" y="1502"/>
                      <a:pt x="883" y="1320"/>
                      <a:pt x="908" y="1138"/>
                    </a:cubicBezTo>
                    <a:cubicBezTo>
                      <a:pt x="941" y="964"/>
                      <a:pt x="974" y="790"/>
                      <a:pt x="1057" y="624"/>
                    </a:cubicBezTo>
                    <a:cubicBezTo>
                      <a:pt x="1140" y="458"/>
                      <a:pt x="1240" y="293"/>
                      <a:pt x="1240" y="94"/>
                    </a:cubicBezTo>
                    <a:cubicBezTo>
                      <a:pt x="1240" y="37"/>
                      <a:pt x="1190" y="0"/>
                      <a:pt x="1140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1" name="Google Shape;4741;p12"/>
              <p:cNvSpPr/>
              <p:nvPr/>
            </p:nvSpPr>
            <p:spPr>
              <a:xfrm>
                <a:off x="2769100" y="4647675"/>
                <a:ext cx="64050" cy="86375"/>
              </a:xfrm>
              <a:custGeom>
                <a:rect b="b" l="l" r="r" t="t"/>
                <a:pathLst>
                  <a:path extrusionOk="0" h="3455" w="2562">
                    <a:moveTo>
                      <a:pt x="2417" y="0"/>
                    </a:moveTo>
                    <a:cubicBezTo>
                      <a:pt x="2392" y="0"/>
                      <a:pt x="2367" y="13"/>
                      <a:pt x="2354" y="38"/>
                    </a:cubicBezTo>
                    <a:cubicBezTo>
                      <a:pt x="2272" y="170"/>
                      <a:pt x="2288" y="328"/>
                      <a:pt x="2272" y="477"/>
                    </a:cubicBezTo>
                    <a:cubicBezTo>
                      <a:pt x="2255" y="634"/>
                      <a:pt x="2238" y="783"/>
                      <a:pt x="2214" y="941"/>
                    </a:cubicBezTo>
                    <a:cubicBezTo>
                      <a:pt x="2172" y="1222"/>
                      <a:pt x="2114" y="1504"/>
                      <a:pt x="1990" y="1769"/>
                    </a:cubicBezTo>
                    <a:cubicBezTo>
                      <a:pt x="1775" y="2250"/>
                      <a:pt x="1377" y="2623"/>
                      <a:pt x="929" y="2888"/>
                    </a:cubicBezTo>
                    <a:cubicBezTo>
                      <a:pt x="664" y="3053"/>
                      <a:pt x="366" y="3203"/>
                      <a:pt x="76" y="3319"/>
                    </a:cubicBezTo>
                    <a:cubicBezTo>
                      <a:pt x="1" y="3349"/>
                      <a:pt x="14" y="3454"/>
                      <a:pt x="86" y="3454"/>
                    </a:cubicBezTo>
                    <a:cubicBezTo>
                      <a:pt x="93" y="3454"/>
                      <a:pt x="101" y="3453"/>
                      <a:pt x="109" y="3451"/>
                    </a:cubicBezTo>
                    <a:cubicBezTo>
                      <a:pt x="407" y="3368"/>
                      <a:pt x="681" y="3277"/>
                      <a:pt x="946" y="3128"/>
                    </a:cubicBezTo>
                    <a:cubicBezTo>
                      <a:pt x="1203" y="2987"/>
                      <a:pt x="1435" y="2821"/>
                      <a:pt x="1642" y="2623"/>
                    </a:cubicBezTo>
                    <a:cubicBezTo>
                      <a:pt x="1841" y="2432"/>
                      <a:pt x="2007" y="2217"/>
                      <a:pt x="2147" y="1985"/>
                    </a:cubicBezTo>
                    <a:cubicBezTo>
                      <a:pt x="2296" y="1711"/>
                      <a:pt x="2379" y="1413"/>
                      <a:pt x="2429" y="1115"/>
                    </a:cubicBezTo>
                    <a:cubicBezTo>
                      <a:pt x="2462" y="941"/>
                      <a:pt x="2479" y="758"/>
                      <a:pt x="2504" y="584"/>
                    </a:cubicBezTo>
                    <a:cubicBezTo>
                      <a:pt x="2520" y="402"/>
                      <a:pt x="2562" y="203"/>
                      <a:pt x="2479" y="38"/>
                    </a:cubicBezTo>
                    <a:cubicBezTo>
                      <a:pt x="2466" y="13"/>
                      <a:pt x="2441" y="0"/>
                      <a:pt x="24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2" name="Google Shape;4742;p12"/>
              <p:cNvSpPr/>
              <p:nvPr/>
            </p:nvSpPr>
            <p:spPr>
              <a:xfrm>
                <a:off x="2826975" y="4663800"/>
                <a:ext cx="12800" cy="27300"/>
              </a:xfrm>
              <a:custGeom>
                <a:rect b="b" l="l" r="r" t="t"/>
                <a:pathLst>
                  <a:path extrusionOk="0" h="1092" w="512">
                    <a:moveTo>
                      <a:pt x="426" y="1"/>
                    </a:moveTo>
                    <a:cubicBezTo>
                      <a:pt x="411" y="1"/>
                      <a:pt x="395" y="6"/>
                      <a:pt x="379" y="22"/>
                    </a:cubicBezTo>
                    <a:cubicBezTo>
                      <a:pt x="329" y="89"/>
                      <a:pt x="313" y="188"/>
                      <a:pt x="296" y="271"/>
                    </a:cubicBezTo>
                    <a:cubicBezTo>
                      <a:pt x="280" y="354"/>
                      <a:pt x="255" y="445"/>
                      <a:pt x="230" y="528"/>
                    </a:cubicBezTo>
                    <a:cubicBezTo>
                      <a:pt x="180" y="685"/>
                      <a:pt x="122" y="859"/>
                      <a:pt x="31" y="1000"/>
                    </a:cubicBezTo>
                    <a:cubicBezTo>
                      <a:pt x="0" y="1044"/>
                      <a:pt x="44" y="1092"/>
                      <a:pt x="89" y="1092"/>
                    </a:cubicBezTo>
                    <a:cubicBezTo>
                      <a:pt x="104" y="1092"/>
                      <a:pt x="118" y="1087"/>
                      <a:pt x="131" y="1074"/>
                    </a:cubicBezTo>
                    <a:cubicBezTo>
                      <a:pt x="189" y="1008"/>
                      <a:pt x="247" y="934"/>
                      <a:pt x="296" y="859"/>
                    </a:cubicBezTo>
                    <a:cubicBezTo>
                      <a:pt x="338" y="776"/>
                      <a:pt x="371" y="693"/>
                      <a:pt x="404" y="602"/>
                    </a:cubicBezTo>
                    <a:cubicBezTo>
                      <a:pt x="437" y="519"/>
                      <a:pt x="454" y="428"/>
                      <a:pt x="470" y="345"/>
                    </a:cubicBezTo>
                    <a:cubicBezTo>
                      <a:pt x="487" y="296"/>
                      <a:pt x="495" y="254"/>
                      <a:pt x="495" y="205"/>
                    </a:cubicBezTo>
                    <a:cubicBezTo>
                      <a:pt x="503" y="163"/>
                      <a:pt x="512" y="113"/>
                      <a:pt x="503" y="64"/>
                    </a:cubicBezTo>
                    <a:cubicBezTo>
                      <a:pt x="503" y="64"/>
                      <a:pt x="503" y="55"/>
                      <a:pt x="503" y="55"/>
                    </a:cubicBezTo>
                    <a:cubicBezTo>
                      <a:pt x="503" y="47"/>
                      <a:pt x="503" y="47"/>
                      <a:pt x="503" y="47"/>
                    </a:cubicBezTo>
                    <a:cubicBezTo>
                      <a:pt x="503" y="39"/>
                      <a:pt x="503" y="31"/>
                      <a:pt x="503" y="31"/>
                    </a:cubicBezTo>
                    <a:cubicBezTo>
                      <a:pt x="503" y="22"/>
                      <a:pt x="495" y="22"/>
                      <a:pt x="495" y="22"/>
                    </a:cubicBezTo>
                    <a:cubicBezTo>
                      <a:pt x="495" y="14"/>
                      <a:pt x="487" y="14"/>
                      <a:pt x="487" y="6"/>
                    </a:cubicBezTo>
                    <a:lnTo>
                      <a:pt x="454" y="6"/>
                    </a:lnTo>
                    <a:cubicBezTo>
                      <a:pt x="445" y="3"/>
                      <a:pt x="436" y="1"/>
                      <a:pt x="4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3" name="Google Shape;4743;p12"/>
              <p:cNvSpPr/>
              <p:nvPr/>
            </p:nvSpPr>
            <p:spPr>
              <a:xfrm>
                <a:off x="2780600" y="4712050"/>
                <a:ext cx="30150" cy="24475"/>
              </a:xfrm>
              <a:custGeom>
                <a:rect b="b" l="l" r="r" t="t"/>
                <a:pathLst>
                  <a:path extrusionOk="0" h="979" w="1206">
                    <a:moveTo>
                      <a:pt x="1122" y="0"/>
                    </a:moveTo>
                    <a:cubicBezTo>
                      <a:pt x="1108" y="0"/>
                      <a:pt x="1094" y="5"/>
                      <a:pt x="1083" y="14"/>
                    </a:cubicBezTo>
                    <a:cubicBezTo>
                      <a:pt x="917" y="155"/>
                      <a:pt x="743" y="296"/>
                      <a:pt x="561" y="429"/>
                    </a:cubicBezTo>
                    <a:cubicBezTo>
                      <a:pt x="478" y="503"/>
                      <a:pt x="387" y="570"/>
                      <a:pt x="295" y="636"/>
                    </a:cubicBezTo>
                    <a:cubicBezTo>
                      <a:pt x="246" y="669"/>
                      <a:pt x="196" y="710"/>
                      <a:pt x="146" y="744"/>
                    </a:cubicBezTo>
                    <a:cubicBezTo>
                      <a:pt x="105" y="785"/>
                      <a:pt x="63" y="826"/>
                      <a:pt x="30" y="876"/>
                    </a:cubicBezTo>
                    <a:cubicBezTo>
                      <a:pt x="1" y="921"/>
                      <a:pt x="44" y="978"/>
                      <a:pt x="95" y="978"/>
                    </a:cubicBezTo>
                    <a:cubicBezTo>
                      <a:pt x="101" y="978"/>
                      <a:pt x="107" y="977"/>
                      <a:pt x="113" y="976"/>
                    </a:cubicBezTo>
                    <a:cubicBezTo>
                      <a:pt x="229" y="942"/>
                      <a:pt x="320" y="876"/>
                      <a:pt x="420" y="802"/>
                    </a:cubicBezTo>
                    <a:cubicBezTo>
                      <a:pt x="511" y="727"/>
                      <a:pt x="610" y="652"/>
                      <a:pt x="701" y="578"/>
                    </a:cubicBezTo>
                    <a:cubicBezTo>
                      <a:pt x="875" y="429"/>
                      <a:pt x="1041" y="271"/>
                      <a:pt x="1174" y="81"/>
                    </a:cubicBezTo>
                    <a:cubicBezTo>
                      <a:pt x="1205" y="43"/>
                      <a:pt x="1165" y="0"/>
                      <a:pt x="11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4" name="Google Shape;4744;p12"/>
              <p:cNvSpPr/>
              <p:nvPr/>
            </p:nvSpPr>
            <p:spPr>
              <a:xfrm>
                <a:off x="2789625" y="4728225"/>
                <a:ext cx="11825" cy="8650"/>
              </a:xfrm>
              <a:custGeom>
                <a:rect b="b" l="l" r="r" t="t"/>
                <a:pathLst>
                  <a:path extrusionOk="0" h="346" w="473">
                    <a:moveTo>
                      <a:pt x="409" y="1"/>
                    </a:moveTo>
                    <a:cubicBezTo>
                      <a:pt x="402" y="1"/>
                      <a:pt x="396" y="2"/>
                      <a:pt x="390" y="5"/>
                    </a:cubicBezTo>
                    <a:cubicBezTo>
                      <a:pt x="316" y="30"/>
                      <a:pt x="241" y="63"/>
                      <a:pt x="175" y="105"/>
                    </a:cubicBezTo>
                    <a:cubicBezTo>
                      <a:pt x="142" y="130"/>
                      <a:pt x="108" y="155"/>
                      <a:pt x="84" y="179"/>
                    </a:cubicBezTo>
                    <a:cubicBezTo>
                      <a:pt x="67" y="188"/>
                      <a:pt x="50" y="204"/>
                      <a:pt x="42" y="221"/>
                    </a:cubicBezTo>
                    <a:cubicBezTo>
                      <a:pt x="26" y="237"/>
                      <a:pt x="9" y="254"/>
                      <a:pt x="9" y="279"/>
                    </a:cubicBezTo>
                    <a:cubicBezTo>
                      <a:pt x="1" y="320"/>
                      <a:pt x="26" y="345"/>
                      <a:pt x="67" y="345"/>
                    </a:cubicBezTo>
                    <a:cubicBezTo>
                      <a:pt x="84" y="337"/>
                      <a:pt x="100" y="329"/>
                      <a:pt x="117" y="312"/>
                    </a:cubicBezTo>
                    <a:cubicBezTo>
                      <a:pt x="133" y="304"/>
                      <a:pt x="150" y="295"/>
                      <a:pt x="166" y="279"/>
                    </a:cubicBezTo>
                    <a:cubicBezTo>
                      <a:pt x="175" y="279"/>
                      <a:pt x="183" y="271"/>
                      <a:pt x="191" y="262"/>
                    </a:cubicBezTo>
                    <a:cubicBezTo>
                      <a:pt x="191" y="262"/>
                      <a:pt x="191" y="262"/>
                      <a:pt x="200" y="254"/>
                    </a:cubicBezTo>
                    <a:cubicBezTo>
                      <a:pt x="216" y="246"/>
                      <a:pt x="233" y="229"/>
                      <a:pt x="241" y="221"/>
                    </a:cubicBezTo>
                    <a:cubicBezTo>
                      <a:pt x="274" y="204"/>
                      <a:pt x="299" y="188"/>
                      <a:pt x="332" y="171"/>
                    </a:cubicBezTo>
                    <a:cubicBezTo>
                      <a:pt x="349" y="163"/>
                      <a:pt x="365" y="155"/>
                      <a:pt x="382" y="146"/>
                    </a:cubicBezTo>
                    <a:cubicBezTo>
                      <a:pt x="390" y="146"/>
                      <a:pt x="398" y="138"/>
                      <a:pt x="407" y="138"/>
                    </a:cubicBezTo>
                    <a:lnTo>
                      <a:pt x="415" y="130"/>
                    </a:lnTo>
                    <a:lnTo>
                      <a:pt x="423" y="130"/>
                    </a:lnTo>
                    <a:cubicBezTo>
                      <a:pt x="448" y="113"/>
                      <a:pt x="473" y="80"/>
                      <a:pt x="465" y="47"/>
                    </a:cubicBezTo>
                    <a:cubicBezTo>
                      <a:pt x="458" y="27"/>
                      <a:pt x="435" y="1"/>
                      <a:pt x="4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5" name="Google Shape;4745;p12"/>
              <p:cNvSpPr/>
              <p:nvPr/>
            </p:nvSpPr>
            <p:spPr>
              <a:xfrm>
                <a:off x="2802675" y="4669200"/>
                <a:ext cx="15575" cy="38275"/>
              </a:xfrm>
              <a:custGeom>
                <a:rect b="b" l="l" r="r" t="t"/>
                <a:pathLst>
                  <a:path extrusionOk="0" h="1531" w="623">
                    <a:moveTo>
                      <a:pt x="485" y="1"/>
                    </a:moveTo>
                    <a:cubicBezTo>
                      <a:pt x="473" y="1"/>
                      <a:pt x="461" y="5"/>
                      <a:pt x="448" y="13"/>
                    </a:cubicBezTo>
                    <a:cubicBezTo>
                      <a:pt x="365" y="96"/>
                      <a:pt x="365" y="254"/>
                      <a:pt x="349" y="361"/>
                    </a:cubicBezTo>
                    <a:cubicBezTo>
                      <a:pt x="332" y="477"/>
                      <a:pt x="299" y="602"/>
                      <a:pt x="266" y="718"/>
                    </a:cubicBezTo>
                    <a:cubicBezTo>
                      <a:pt x="191" y="966"/>
                      <a:pt x="117" y="1215"/>
                      <a:pt x="17" y="1455"/>
                    </a:cubicBezTo>
                    <a:cubicBezTo>
                      <a:pt x="0" y="1495"/>
                      <a:pt x="34" y="1531"/>
                      <a:pt x="67" y="1531"/>
                    </a:cubicBezTo>
                    <a:cubicBezTo>
                      <a:pt x="83" y="1531"/>
                      <a:pt x="98" y="1523"/>
                      <a:pt x="108" y="1505"/>
                    </a:cubicBezTo>
                    <a:cubicBezTo>
                      <a:pt x="233" y="1264"/>
                      <a:pt x="390" y="1041"/>
                      <a:pt x="481" y="776"/>
                    </a:cubicBezTo>
                    <a:cubicBezTo>
                      <a:pt x="523" y="651"/>
                      <a:pt x="556" y="527"/>
                      <a:pt x="581" y="394"/>
                    </a:cubicBezTo>
                    <a:cubicBezTo>
                      <a:pt x="597" y="287"/>
                      <a:pt x="622" y="96"/>
                      <a:pt x="523" y="13"/>
                    </a:cubicBezTo>
                    <a:cubicBezTo>
                      <a:pt x="510" y="5"/>
                      <a:pt x="498" y="1"/>
                      <a:pt x="4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6" name="Google Shape;4746;p12"/>
              <p:cNvSpPr/>
              <p:nvPr/>
            </p:nvSpPr>
            <p:spPr>
              <a:xfrm>
                <a:off x="2813025" y="4655025"/>
                <a:ext cx="3350" cy="9550"/>
              </a:xfrm>
              <a:custGeom>
                <a:rect b="b" l="l" r="r" t="t"/>
                <a:pathLst>
                  <a:path extrusionOk="0" h="382" w="134">
                    <a:moveTo>
                      <a:pt x="84" y="0"/>
                    </a:moveTo>
                    <a:cubicBezTo>
                      <a:pt x="67" y="0"/>
                      <a:pt x="51" y="17"/>
                      <a:pt x="51" y="34"/>
                    </a:cubicBezTo>
                    <a:cubicBezTo>
                      <a:pt x="42" y="50"/>
                      <a:pt x="34" y="75"/>
                      <a:pt x="34" y="100"/>
                    </a:cubicBezTo>
                    <a:cubicBezTo>
                      <a:pt x="34" y="100"/>
                      <a:pt x="34" y="108"/>
                      <a:pt x="34" y="116"/>
                    </a:cubicBezTo>
                    <a:lnTo>
                      <a:pt x="26" y="125"/>
                    </a:lnTo>
                    <a:cubicBezTo>
                      <a:pt x="18" y="133"/>
                      <a:pt x="18" y="141"/>
                      <a:pt x="18" y="158"/>
                    </a:cubicBezTo>
                    <a:cubicBezTo>
                      <a:pt x="18" y="166"/>
                      <a:pt x="18" y="166"/>
                      <a:pt x="18" y="174"/>
                    </a:cubicBezTo>
                    <a:cubicBezTo>
                      <a:pt x="9" y="224"/>
                      <a:pt x="9" y="266"/>
                      <a:pt x="1" y="315"/>
                    </a:cubicBezTo>
                    <a:cubicBezTo>
                      <a:pt x="1" y="348"/>
                      <a:pt x="34" y="382"/>
                      <a:pt x="67" y="382"/>
                    </a:cubicBezTo>
                    <a:cubicBezTo>
                      <a:pt x="100" y="373"/>
                      <a:pt x="125" y="348"/>
                      <a:pt x="125" y="315"/>
                    </a:cubicBezTo>
                    <a:cubicBezTo>
                      <a:pt x="134" y="266"/>
                      <a:pt x="134" y="224"/>
                      <a:pt x="134" y="174"/>
                    </a:cubicBezTo>
                    <a:cubicBezTo>
                      <a:pt x="134" y="158"/>
                      <a:pt x="134" y="150"/>
                      <a:pt x="125" y="133"/>
                    </a:cubicBezTo>
                    <a:lnTo>
                      <a:pt x="125" y="125"/>
                    </a:lnTo>
                    <a:lnTo>
                      <a:pt x="125" y="108"/>
                    </a:lnTo>
                    <a:lnTo>
                      <a:pt x="117" y="34"/>
                    </a:lnTo>
                    <a:cubicBezTo>
                      <a:pt x="117" y="17"/>
                      <a:pt x="100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7" name="Google Shape;4747;p12"/>
              <p:cNvSpPr/>
              <p:nvPr/>
            </p:nvSpPr>
            <p:spPr>
              <a:xfrm>
                <a:off x="2812625" y="4642300"/>
                <a:ext cx="3550" cy="5375"/>
              </a:xfrm>
              <a:custGeom>
                <a:rect b="b" l="l" r="r" t="t"/>
                <a:pathLst>
                  <a:path extrusionOk="0" h="215" w="142">
                    <a:moveTo>
                      <a:pt x="40" y="1"/>
                    </a:moveTo>
                    <a:cubicBezTo>
                      <a:pt x="35" y="1"/>
                      <a:pt x="30" y="2"/>
                      <a:pt x="25" y="4"/>
                    </a:cubicBezTo>
                    <a:cubicBezTo>
                      <a:pt x="9" y="12"/>
                      <a:pt x="0" y="29"/>
                      <a:pt x="0" y="54"/>
                    </a:cubicBezTo>
                    <a:cubicBezTo>
                      <a:pt x="9" y="70"/>
                      <a:pt x="9" y="95"/>
                      <a:pt x="17" y="112"/>
                    </a:cubicBezTo>
                    <a:cubicBezTo>
                      <a:pt x="17" y="128"/>
                      <a:pt x="17" y="137"/>
                      <a:pt x="25" y="145"/>
                    </a:cubicBezTo>
                    <a:lnTo>
                      <a:pt x="34" y="178"/>
                    </a:lnTo>
                    <a:cubicBezTo>
                      <a:pt x="42" y="195"/>
                      <a:pt x="50" y="203"/>
                      <a:pt x="58" y="211"/>
                    </a:cubicBezTo>
                    <a:cubicBezTo>
                      <a:pt x="69" y="211"/>
                      <a:pt x="77" y="215"/>
                      <a:pt x="85" y="215"/>
                    </a:cubicBezTo>
                    <a:cubicBezTo>
                      <a:pt x="90" y="215"/>
                      <a:pt x="94" y="214"/>
                      <a:pt x="100" y="211"/>
                    </a:cubicBezTo>
                    <a:cubicBezTo>
                      <a:pt x="116" y="211"/>
                      <a:pt x="125" y="203"/>
                      <a:pt x="133" y="186"/>
                    </a:cubicBezTo>
                    <a:cubicBezTo>
                      <a:pt x="141" y="178"/>
                      <a:pt x="141" y="161"/>
                      <a:pt x="133" y="153"/>
                    </a:cubicBezTo>
                    <a:cubicBezTo>
                      <a:pt x="133" y="137"/>
                      <a:pt x="133" y="128"/>
                      <a:pt x="125" y="120"/>
                    </a:cubicBezTo>
                    <a:cubicBezTo>
                      <a:pt x="116" y="103"/>
                      <a:pt x="116" y="87"/>
                      <a:pt x="108" y="79"/>
                    </a:cubicBezTo>
                    <a:cubicBezTo>
                      <a:pt x="100" y="54"/>
                      <a:pt x="83" y="37"/>
                      <a:pt x="75" y="21"/>
                    </a:cubicBezTo>
                    <a:cubicBezTo>
                      <a:pt x="69" y="8"/>
                      <a:pt x="54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8" name="Google Shape;4748;p12"/>
              <p:cNvSpPr/>
              <p:nvPr/>
            </p:nvSpPr>
            <p:spPr>
              <a:xfrm>
                <a:off x="2705425" y="4761375"/>
                <a:ext cx="150300" cy="37325"/>
              </a:xfrm>
              <a:custGeom>
                <a:rect b="b" l="l" r="r" t="t"/>
                <a:pathLst>
                  <a:path extrusionOk="0" h="1493" w="6012">
                    <a:moveTo>
                      <a:pt x="5271" y="0"/>
                    </a:moveTo>
                    <a:cubicBezTo>
                      <a:pt x="5232" y="0"/>
                      <a:pt x="5194" y="17"/>
                      <a:pt x="5167" y="55"/>
                    </a:cubicBezTo>
                    <a:cubicBezTo>
                      <a:pt x="5142" y="105"/>
                      <a:pt x="5158" y="187"/>
                      <a:pt x="5216" y="221"/>
                    </a:cubicBezTo>
                    <a:cubicBezTo>
                      <a:pt x="5440" y="320"/>
                      <a:pt x="5457" y="593"/>
                      <a:pt x="5341" y="784"/>
                    </a:cubicBezTo>
                    <a:cubicBezTo>
                      <a:pt x="5183" y="859"/>
                      <a:pt x="5001" y="883"/>
                      <a:pt x="4827" y="900"/>
                    </a:cubicBezTo>
                    <a:cubicBezTo>
                      <a:pt x="4479" y="925"/>
                      <a:pt x="4131" y="941"/>
                      <a:pt x="3775" y="950"/>
                    </a:cubicBezTo>
                    <a:cubicBezTo>
                      <a:pt x="2946" y="883"/>
                      <a:pt x="2101" y="950"/>
                      <a:pt x="1281" y="751"/>
                    </a:cubicBezTo>
                    <a:cubicBezTo>
                      <a:pt x="850" y="643"/>
                      <a:pt x="444" y="469"/>
                      <a:pt x="96" y="196"/>
                    </a:cubicBezTo>
                    <a:cubicBezTo>
                      <a:pt x="89" y="192"/>
                      <a:pt x="82" y="190"/>
                      <a:pt x="74" y="190"/>
                    </a:cubicBezTo>
                    <a:cubicBezTo>
                      <a:pt x="37" y="190"/>
                      <a:pt x="1" y="236"/>
                      <a:pt x="21" y="270"/>
                    </a:cubicBezTo>
                    <a:cubicBezTo>
                      <a:pt x="262" y="610"/>
                      <a:pt x="701" y="801"/>
                      <a:pt x="1098" y="917"/>
                    </a:cubicBezTo>
                    <a:cubicBezTo>
                      <a:pt x="1521" y="1049"/>
                      <a:pt x="1960" y="1091"/>
                      <a:pt x="2399" y="1115"/>
                    </a:cubicBezTo>
                    <a:cubicBezTo>
                      <a:pt x="2772" y="1132"/>
                      <a:pt x="3145" y="1140"/>
                      <a:pt x="3518" y="1157"/>
                    </a:cubicBezTo>
                    <a:cubicBezTo>
                      <a:pt x="3526" y="1165"/>
                      <a:pt x="3534" y="1173"/>
                      <a:pt x="3543" y="1173"/>
                    </a:cubicBezTo>
                    <a:cubicBezTo>
                      <a:pt x="3820" y="1320"/>
                      <a:pt x="4134" y="1373"/>
                      <a:pt x="4443" y="1373"/>
                    </a:cubicBezTo>
                    <a:cubicBezTo>
                      <a:pt x="4466" y="1373"/>
                      <a:pt x="4489" y="1373"/>
                      <a:pt x="4512" y="1372"/>
                    </a:cubicBezTo>
                    <a:cubicBezTo>
                      <a:pt x="4520" y="1422"/>
                      <a:pt x="4562" y="1472"/>
                      <a:pt x="4628" y="1480"/>
                    </a:cubicBezTo>
                    <a:cubicBezTo>
                      <a:pt x="4712" y="1487"/>
                      <a:pt x="4799" y="1493"/>
                      <a:pt x="4885" y="1493"/>
                    </a:cubicBezTo>
                    <a:cubicBezTo>
                      <a:pt x="5180" y="1493"/>
                      <a:pt x="5471" y="1430"/>
                      <a:pt x="5664" y="1173"/>
                    </a:cubicBezTo>
                    <a:cubicBezTo>
                      <a:pt x="5672" y="1165"/>
                      <a:pt x="5689" y="1149"/>
                      <a:pt x="5697" y="1132"/>
                    </a:cubicBezTo>
                    <a:cubicBezTo>
                      <a:pt x="5738" y="1107"/>
                      <a:pt x="5771" y="1074"/>
                      <a:pt x="5805" y="1041"/>
                    </a:cubicBezTo>
                    <a:cubicBezTo>
                      <a:pt x="5954" y="883"/>
                      <a:pt x="6012" y="668"/>
                      <a:pt x="5921" y="469"/>
                    </a:cubicBezTo>
                    <a:lnTo>
                      <a:pt x="5912" y="469"/>
                    </a:lnTo>
                    <a:cubicBezTo>
                      <a:pt x="5904" y="453"/>
                      <a:pt x="5896" y="436"/>
                      <a:pt x="5879" y="428"/>
                    </a:cubicBezTo>
                    <a:cubicBezTo>
                      <a:pt x="5863" y="320"/>
                      <a:pt x="5821" y="212"/>
                      <a:pt x="5738" y="129"/>
                    </a:cubicBezTo>
                    <a:cubicBezTo>
                      <a:pt x="5717" y="105"/>
                      <a:pt x="5690" y="95"/>
                      <a:pt x="5664" y="95"/>
                    </a:cubicBezTo>
                    <a:cubicBezTo>
                      <a:pt x="5608" y="95"/>
                      <a:pt x="5553" y="140"/>
                      <a:pt x="5548" y="196"/>
                    </a:cubicBezTo>
                    <a:cubicBezTo>
                      <a:pt x="5498" y="121"/>
                      <a:pt x="5423" y="55"/>
                      <a:pt x="5332" y="13"/>
                    </a:cubicBezTo>
                    <a:cubicBezTo>
                      <a:pt x="5312" y="5"/>
                      <a:pt x="5291" y="0"/>
                      <a:pt x="527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9" name="Google Shape;4749;p12"/>
              <p:cNvSpPr/>
              <p:nvPr/>
            </p:nvSpPr>
            <p:spPr>
              <a:xfrm>
                <a:off x="2817600" y="4016300"/>
                <a:ext cx="18450" cy="21250"/>
              </a:xfrm>
              <a:custGeom>
                <a:rect b="b" l="l" r="r" t="t"/>
                <a:pathLst>
                  <a:path extrusionOk="0" h="850" w="738">
                    <a:moveTo>
                      <a:pt x="449" y="1"/>
                    </a:moveTo>
                    <a:cubicBezTo>
                      <a:pt x="427" y="1"/>
                      <a:pt x="403" y="7"/>
                      <a:pt x="381" y="22"/>
                    </a:cubicBezTo>
                    <a:cubicBezTo>
                      <a:pt x="341" y="9"/>
                      <a:pt x="299" y="3"/>
                      <a:pt x="257" y="3"/>
                    </a:cubicBezTo>
                    <a:cubicBezTo>
                      <a:pt x="186" y="3"/>
                      <a:pt x="115" y="22"/>
                      <a:pt x="58" y="63"/>
                    </a:cubicBezTo>
                    <a:cubicBezTo>
                      <a:pt x="25" y="88"/>
                      <a:pt x="0" y="130"/>
                      <a:pt x="9" y="171"/>
                    </a:cubicBezTo>
                    <a:cubicBezTo>
                      <a:pt x="17" y="221"/>
                      <a:pt x="42" y="246"/>
                      <a:pt x="83" y="262"/>
                    </a:cubicBezTo>
                    <a:cubicBezTo>
                      <a:pt x="50" y="312"/>
                      <a:pt x="42" y="378"/>
                      <a:pt x="33" y="436"/>
                    </a:cubicBezTo>
                    <a:cubicBezTo>
                      <a:pt x="25" y="494"/>
                      <a:pt x="17" y="552"/>
                      <a:pt x="17" y="610"/>
                    </a:cubicBezTo>
                    <a:cubicBezTo>
                      <a:pt x="17" y="668"/>
                      <a:pt x="33" y="734"/>
                      <a:pt x="91" y="768"/>
                    </a:cubicBezTo>
                    <a:lnTo>
                      <a:pt x="108" y="768"/>
                    </a:lnTo>
                    <a:cubicBezTo>
                      <a:pt x="125" y="801"/>
                      <a:pt x="158" y="834"/>
                      <a:pt x="199" y="842"/>
                    </a:cubicBezTo>
                    <a:cubicBezTo>
                      <a:pt x="215" y="847"/>
                      <a:pt x="230" y="850"/>
                      <a:pt x="245" y="850"/>
                    </a:cubicBezTo>
                    <a:cubicBezTo>
                      <a:pt x="325" y="850"/>
                      <a:pt x="395" y="781"/>
                      <a:pt x="423" y="718"/>
                    </a:cubicBezTo>
                    <a:cubicBezTo>
                      <a:pt x="439" y="685"/>
                      <a:pt x="448" y="660"/>
                      <a:pt x="456" y="627"/>
                    </a:cubicBezTo>
                    <a:cubicBezTo>
                      <a:pt x="464" y="643"/>
                      <a:pt x="481" y="652"/>
                      <a:pt x="489" y="660"/>
                    </a:cubicBezTo>
                    <a:cubicBezTo>
                      <a:pt x="505" y="670"/>
                      <a:pt x="523" y="674"/>
                      <a:pt x="540" y="674"/>
                    </a:cubicBezTo>
                    <a:cubicBezTo>
                      <a:pt x="567" y="674"/>
                      <a:pt x="593" y="663"/>
                      <a:pt x="613" y="643"/>
                    </a:cubicBezTo>
                    <a:cubicBezTo>
                      <a:pt x="671" y="585"/>
                      <a:pt x="713" y="511"/>
                      <a:pt x="729" y="436"/>
                    </a:cubicBezTo>
                    <a:cubicBezTo>
                      <a:pt x="738" y="403"/>
                      <a:pt x="738" y="370"/>
                      <a:pt x="738" y="345"/>
                    </a:cubicBezTo>
                    <a:cubicBezTo>
                      <a:pt x="738" y="328"/>
                      <a:pt x="738" y="312"/>
                      <a:pt x="729" y="295"/>
                    </a:cubicBezTo>
                    <a:lnTo>
                      <a:pt x="738" y="295"/>
                    </a:lnTo>
                    <a:cubicBezTo>
                      <a:pt x="738" y="262"/>
                      <a:pt x="729" y="237"/>
                      <a:pt x="704" y="212"/>
                    </a:cubicBezTo>
                    <a:cubicBezTo>
                      <a:pt x="646" y="146"/>
                      <a:pt x="588" y="88"/>
                      <a:pt x="522" y="30"/>
                    </a:cubicBezTo>
                    <a:cubicBezTo>
                      <a:pt x="504" y="12"/>
                      <a:pt x="477" y="1"/>
                      <a:pt x="449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0" name="Google Shape;4750;p12"/>
              <p:cNvSpPr/>
              <p:nvPr/>
            </p:nvSpPr>
            <p:spPr>
              <a:xfrm>
                <a:off x="2871425" y="4008700"/>
                <a:ext cx="43350" cy="22075"/>
              </a:xfrm>
              <a:custGeom>
                <a:rect b="b" l="l" r="r" t="t"/>
                <a:pathLst>
                  <a:path extrusionOk="0" h="883" w="1734">
                    <a:moveTo>
                      <a:pt x="1221" y="0"/>
                    </a:moveTo>
                    <a:cubicBezTo>
                      <a:pt x="1101" y="0"/>
                      <a:pt x="985" y="14"/>
                      <a:pt x="863" y="28"/>
                    </a:cubicBezTo>
                    <a:cubicBezTo>
                      <a:pt x="565" y="77"/>
                      <a:pt x="291" y="185"/>
                      <a:pt x="43" y="342"/>
                    </a:cubicBezTo>
                    <a:cubicBezTo>
                      <a:pt x="1" y="370"/>
                      <a:pt x="24" y="422"/>
                      <a:pt x="62" y="422"/>
                    </a:cubicBezTo>
                    <a:cubicBezTo>
                      <a:pt x="69" y="422"/>
                      <a:pt x="77" y="421"/>
                      <a:pt x="84" y="417"/>
                    </a:cubicBezTo>
                    <a:cubicBezTo>
                      <a:pt x="142" y="392"/>
                      <a:pt x="209" y="359"/>
                      <a:pt x="267" y="334"/>
                    </a:cubicBezTo>
                    <a:lnTo>
                      <a:pt x="267" y="334"/>
                    </a:lnTo>
                    <a:cubicBezTo>
                      <a:pt x="175" y="400"/>
                      <a:pt x="101" y="475"/>
                      <a:pt x="26" y="566"/>
                    </a:cubicBezTo>
                    <a:cubicBezTo>
                      <a:pt x="10" y="591"/>
                      <a:pt x="18" y="632"/>
                      <a:pt x="51" y="641"/>
                    </a:cubicBezTo>
                    <a:cubicBezTo>
                      <a:pt x="35" y="666"/>
                      <a:pt x="26" y="690"/>
                      <a:pt x="26" y="715"/>
                    </a:cubicBezTo>
                    <a:cubicBezTo>
                      <a:pt x="10" y="773"/>
                      <a:pt x="35" y="823"/>
                      <a:pt x="84" y="848"/>
                    </a:cubicBezTo>
                    <a:cubicBezTo>
                      <a:pt x="109" y="856"/>
                      <a:pt x="134" y="856"/>
                      <a:pt x="159" y="856"/>
                    </a:cubicBezTo>
                    <a:cubicBezTo>
                      <a:pt x="179" y="871"/>
                      <a:pt x="205" y="883"/>
                      <a:pt x="231" y="883"/>
                    </a:cubicBezTo>
                    <a:cubicBezTo>
                      <a:pt x="249" y="883"/>
                      <a:pt x="267" y="878"/>
                      <a:pt x="283" y="864"/>
                    </a:cubicBezTo>
                    <a:cubicBezTo>
                      <a:pt x="308" y="840"/>
                      <a:pt x="341" y="823"/>
                      <a:pt x="366" y="806"/>
                    </a:cubicBezTo>
                    <a:lnTo>
                      <a:pt x="399" y="806"/>
                    </a:lnTo>
                    <a:cubicBezTo>
                      <a:pt x="481" y="801"/>
                      <a:pt x="563" y="795"/>
                      <a:pt x="645" y="795"/>
                    </a:cubicBezTo>
                    <a:cubicBezTo>
                      <a:pt x="679" y="795"/>
                      <a:pt x="713" y="796"/>
                      <a:pt x="747" y="798"/>
                    </a:cubicBezTo>
                    <a:cubicBezTo>
                      <a:pt x="852" y="813"/>
                      <a:pt x="949" y="875"/>
                      <a:pt x="1053" y="875"/>
                    </a:cubicBezTo>
                    <a:cubicBezTo>
                      <a:pt x="1064" y="875"/>
                      <a:pt x="1075" y="874"/>
                      <a:pt x="1087" y="873"/>
                    </a:cubicBezTo>
                    <a:cubicBezTo>
                      <a:pt x="1145" y="864"/>
                      <a:pt x="1186" y="831"/>
                      <a:pt x="1195" y="773"/>
                    </a:cubicBezTo>
                    <a:cubicBezTo>
                      <a:pt x="1195" y="773"/>
                      <a:pt x="1203" y="773"/>
                      <a:pt x="1203" y="782"/>
                    </a:cubicBezTo>
                    <a:cubicBezTo>
                      <a:pt x="1215" y="786"/>
                      <a:pt x="1227" y="788"/>
                      <a:pt x="1238" y="788"/>
                    </a:cubicBezTo>
                    <a:cubicBezTo>
                      <a:pt x="1334" y="788"/>
                      <a:pt x="1392" y="642"/>
                      <a:pt x="1311" y="583"/>
                    </a:cubicBezTo>
                    <a:cubicBezTo>
                      <a:pt x="1335" y="533"/>
                      <a:pt x="1344" y="475"/>
                      <a:pt x="1294" y="434"/>
                    </a:cubicBezTo>
                    <a:cubicBezTo>
                      <a:pt x="1277" y="417"/>
                      <a:pt x="1253" y="400"/>
                      <a:pt x="1228" y="392"/>
                    </a:cubicBezTo>
                    <a:cubicBezTo>
                      <a:pt x="1219" y="376"/>
                      <a:pt x="1211" y="367"/>
                      <a:pt x="1195" y="359"/>
                    </a:cubicBezTo>
                    <a:lnTo>
                      <a:pt x="1195" y="359"/>
                    </a:lnTo>
                    <a:cubicBezTo>
                      <a:pt x="1248" y="366"/>
                      <a:pt x="1296" y="388"/>
                      <a:pt x="1347" y="388"/>
                    </a:cubicBezTo>
                    <a:cubicBezTo>
                      <a:pt x="1360" y="388"/>
                      <a:pt x="1372" y="387"/>
                      <a:pt x="1385" y="384"/>
                    </a:cubicBezTo>
                    <a:cubicBezTo>
                      <a:pt x="1451" y="376"/>
                      <a:pt x="1468" y="284"/>
                      <a:pt x="1427" y="235"/>
                    </a:cubicBezTo>
                    <a:cubicBezTo>
                      <a:pt x="1377" y="185"/>
                      <a:pt x="1302" y="177"/>
                      <a:pt x="1236" y="160"/>
                    </a:cubicBezTo>
                    <a:cubicBezTo>
                      <a:pt x="1219" y="160"/>
                      <a:pt x="1195" y="152"/>
                      <a:pt x="1178" y="152"/>
                    </a:cubicBezTo>
                    <a:lnTo>
                      <a:pt x="1294" y="152"/>
                    </a:lnTo>
                    <a:cubicBezTo>
                      <a:pt x="1360" y="152"/>
                      <a:pt x="1427" y="160"/>
                      <a:pt x="1493" y="168"/>
                    </a:cubicBezTo>
                    <a:cubicBezTo>
                      <a:pt x="1539" y="174"/>
                      <a:pt x="1584" y="184"/>
                      <a:pt x="1627" y="184"/>
                    </a:cubicBezTo>
                    <a:cubicBezTo>
                      <a:pt x="1647" y="184"/>
                      <a:pt x="1665" y="182"/>
                      <a:pt x="1683" y="177"/>
                    </a:cubicBezTo>
                    <a:cubicBezTo>
                      <a:pt x="1717" y="160"/>
                      <a:pt x="1733" y="119"/>
                      <a:pt x="1708" y="94"/>
                    </a:cubicBezTo>
                    <a:lnTo>
                      <a:pt x="1708" y="86"/>
                    </a:lnTo>
                    <a:cubicBezTo>
                      <a:pt x="1659" y="44"/>
                      <a:pt x="1592" y="36"/>
                      <a:pt x="1526" y="28"/>
                    </a:cubicBezTo>
                    <a:cubicBezTo>
                      <a:pt x="1451" y="11"/>
                      <a:pt x="1377" y="11"/>
                      <a:pt x="1302" y="3"/>
                    </a:cubicBezTo>
                    <a:cubicBezTo>
                      <a:pt x="1275" y="1"/>
                      <a:pt x="1248" y="0"/>
                      <a:pt x="122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1" name="Google Shape;4751;p12"/>
              <p:cNvSpPr/>
              <p:nvPr/>
            </p:nvSpPr>
            <p:spPr>
              <a:xfrm>
                <a:off x="2787775" y="3882250"/>
                <a:ext cx="55075" cy="122025"/>
              </a:xfrm>
              <a:custGeom>
                <a:rect b="b" l="l" r="r" t="t"/>
                <a:pathLst>
                  <a:path extrusionOk="0" h="4881" w="2203">
                    <a:moveTo>
                      <a:pt x="62" y="0"/>
                    </a:moveTo>
                    <a:cubicBezTo>
                      <a:pt x="30" y="0"/>
                      <a:pt x="0" y="21"/>
                      <a:pt x="0" y="65"/>
                    </a:cubicBezTo>
                    <a:cubicBezTo>
                      <a:pt x="17" y="255"/>
                      <a:pt x="50" y="446"/>
                      <a:pt x="100" y="628"/>
                    </a:cubicBezTo>
                    <a:cubicBezTo>
                      <a:pt x="75" y="645"/>
                      <a:pt x="66" y="678"/>
                      <a:pt x="66" y="711"/>
                    </a:cubicBezTo>
                    <a:cubicBezTo>
                      <a:pt x="83" y="926"/>
                      <a:pt x="141" y="1125"/>
                      <a:pt x="207" y="1324"/>
                    </a:cubicBezTo>
                    <a:cubicBezTo>
                      <a:pt x="240" y="1423"/>
                      <a:pt x="274" y="1515"/>
                      <a:pt x="298" y="1614"/>
                    </a:cubicBezTo>
                    <a:cubicBezTo>
                      <a:pt x="323" y="1722"/>
                      <a:pt x="340" y="1829"/>
                      <a:pt x="365" y="1937"/>
                    </a:cubicBezTo>
                    <a:cubicBezTo>
                      <a:pt x="414" y="2136"/>
                      <a:pt x="530" y="2318"/>
                      <a:pt x="622" y="2500"/>
                    </a:cubicBezTo>
                    <a:cubicBezTo>
                      <a:pt x="655" y="2691"/>
                      <a:pt x="688" y="2882"/>
                      <a:pt x="721" y="3064"/>
                    </a:cubicBezTo>
                    <a:cubicBezTo>
                      <a:pt x="754" y="3205"/>
                      <a:pt x="787" y="3337"/>
                      <a:pt x="820" y="3478"/>
                    </a:cubicBezTo>
                    <a:cubicBezTo>
                      <a:pt x="854" y="3619"/>
                      <a:pt x="862" y="3752"/>
                      <a:pt x="862" y="3901"/>
                    </a:cubicBezTo>
                    <a:cubicBezTo>
                      <a:pt x="862" y="4207"/>
                      <a:pt x="887" y="4514"/>
                      <a:pt x="970" y="4812"/>
                    </a:cubicBezTo>
                    <a:cubicBezTo>
                      <a:pt x="982" y="4858"/>
                      <a:pt x="1021" y="4880"/>
                      <a:pt x="1061" y="4880"/>
                    </a:cubicBezTo>
                    <a:cubicBezTo>
                      <a:pt x="1100" y="4880"/>
                      <a:pt x="1139" y="4858"/>
                      <a:pt x="1152" y="4812"/>
                    </a:cubicBezTo>
                    <a:cubicBezTo>
                      <a:pt x="1202" y="4638"/>
                      <a:pt x="1260" y="4464"/>
                      <a:pt x="1309" y="4282"/>
                    </a:cubicBezTo>
                    <a:cubicBezTo>
                      <a:pt x="1367" y="4116"/>
                      <a:pt x="1400" y="3942"/>
                      <a:pt x="1516" y="3801"/>
                    </a:cubicBezTo>
                    <a:cubicBezTo>
                      <a:pt x="1624" y="3660"/>
                      <a:pt x="1757" y="3536"/>
                      <a:pt x="1873" y="3404"/>
                    </a:cubicBezTo>
                    <a:cubicBezTo>
                      <a:pt x="1989" y="3279"/>
                      <a:pt x="2105" y="3155"/>
                      <a:pt x="2179" y="2998"/>
                    </a:cubicBezTo>
                    <a:cubicBezTo>
                      <a:pt x="2203" y="2942"/>
                      <a:pt x="2181" y="2864"/>
                      <a:pt x="2115" y="2864"/>
                    </a:cubicBezTo>
                    <a:cubicBezTo>
                      <a:pt x="2112" y="2864"/>
                      <a:pt x="2108" y="2865"/>
                      <a:pt x="2105" y="2865"/>
                    </a:cubicBezTo>
                    <a:lnTo>
                      <a:pt x="2105" y="2857"/>
                    </a:lnTo>
                    <a:cubicBezTo>
                      <a:pt x="1980" y="2865"/>
                      <a:pt x="1856" y="2898"/>
                      <a:pt x="1740" y="2931"/>
                    </a:cubicBezTo>
                    <a:cubicBezTo>
                      <a:pt x="1707" y="2940"/>
                      <a:pt x="1674" y="2948"/>
                      <a:pt x="1641" y="2956"/>
                    </a:cubicBezTo>
                    <a:cubicBezTo>
                      <a:pt x="1533" y="2931"/>
                      <a:pt x="1425" y="2890"/>
                      <a:pt x="1326" y="2815"/>
                    </a:cubicBezTo>
                    <a:cubicBezTo>
                      <a:pt x="1284" y="2782"/>
                      <a:pt x="1243" y="2741"/>
                      <a:pt x="1202" y="2699"/>
                    </a:cubicBezTo>
                    <a:cubicBezTo>
                      <a:pt x="1193" y="2683"/>
                      <a:pt x="1177" y="2666"/>
                      <a:pt x="1168" y="2650"/>
                    </a:cubicBezTo>
                    <a:cubicBezTo>
                      <a:pt x="1094" y="2542"/>
                      <a:pt x="1028" y="2426"/>
                      <a:pt x="961" y="2310"/>
                    </a:cubicBezTo>
                    <a:cubicBezTo>
                      <a:pt x="920" y="2235"/>
                      <a:pt x="878" y="2152"/>
                      <a:pt x="837" y="2078"/>
                    </a:cubicBezTo>
                    <a:cubicBezTo>
                      <a:pt x="771" y="1929"/>
                      <a:pt x="721" y="1771"/>
                      <a:pt x="671" y="1614"/>
                    </a:cubicBezTo>
                    <a:cubicBezTo>
                      <a:pt x="663" y="1564"/>
                      <a:pt x="646" y="1515"/>
                      <a:pt x="630" y="1465"/>
                    </a:cubicBezTo>
                    <a:cubicBezTo>
                      <a:pt x="605" y="1365"/>
                      <a:pt x="572" y="1266"/>
                      <a:pt x="539" y="1167"/>
                    </a:cubicBezTo>
                    <a:cubicBezTo>
                      <a:pt x="506" y="1067"/>
                      <a:pt x="472" y="959"/>
                      <a:pt x="439" y="860"/>
                    </a:cubicBezTo>
                    <a:cubicBezTo>
                      <a:pt x="348" y="578"/>
                      <a:pt x="240" y="313"/>
                      <a:pt x="133" y="48"/>
                    </a:cubicBezTo>
                    <a:cubicBezTo>
                      <a:pt x="121" y="17"/>
                      <a:pt x="91" y="0"/>
                      <a:pt x="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2" name="Google Shape;4752;p12"/>
              <p:cNvSpPr/>
              <p:nvPr/>
            </p:nvSpPr>
            <p:spPr>
              <a:xfrm>
                <a:off x="2905625" y="3837325"/>
                <a:ext cx="48925" cy="116825"/>
              </a:xfrm>
              <a:custGeom>
                <a:rect b="b" l="l" r="r" t="t"/>
                <a:pathLst>
                  <a:path extrusionOk="0" h="4673" w="1957">
                    <a:moveTo>
                      <a:pt x="1804" y="1"/>
                    </a:moveTo>
                    <a:cubicBezTo>
                      <a:pt x="1794" y="1"/>
                      <a:pt x="1784" y="2"/>
                      <a:pt x="1774" y="6"/>
                    </a:cubicBezTo>
                    <a:cubicBezTo>
                      <a:pt x="1658" y="47"/>
                      <a:pt x="1550" y="105"/>
                      <a:pt x="1442" y="163"/>
                    </a:cubicBezTo>
                    <a:cubicBezTo>
                      <a:pt x="1243" y="387"/>
                      <a:pt x="1045" y="610"/>
                      <a:pt x="871" y="859"/>
                    </a:cubicBezTo>
                    <a:cubicBezTo>
                      <a:pt x="871" y="859"/>
                      <a:pt x="862" y="867"/>
                      <a:pt x="862" y="867"/>
                    </a:cubicBezTo>
                    <a:cubicBezTo>
                      <a:pt x="771" y="1058"/>
                      <a:pt x="688" y="1240"/>
                      <a:pt x="589" y="1422"/>
                    </a:cubicBezTo>
                    <a:cubicBezTo>
                      <a:pt x="539" y="1563"/>
                      <a:pt x="489" y="1712"/>
                      <a:pt x="440" y="1853"/>
                    </a:cubicBezTo>
                    <a:cubicBezTo>
                      <a:pt x="299" y="2276"/>
                      <a:pt x="175" y="2707"/>
                      <a:pt x="83" y="3146"/>
                    </a:cubicBezTo>
                    <a:cubicBezTo>
                      <a:pt x="42" y="3361"/>
                      <a:pt x="1" y="3585"/>
                      <a:pt x="9" y="3800"/>
                    </a:cubicBezTo>
                    <a:cubicBezTo>
                      <a:pt x="17" y="3991"/>
                      <a:pt x="59" y="4215"/>
                      <a:pt x="224" y="4322"/>
                    </a:cubicBezTo>
                    <a:cubicBezTo>
                      <a:pt x="315" y="4380"/>
                      <a:pt x="431" y="4397"/>
                      <a:pt x="539" y="4422"/>
                    </a:cubicBezTo>
                    <a:cubicBezTo>
                      <a:pt x="663" y="4455"/>
                      <a:pt x="788" y="4480"/>
                      <a:pt x="912" y="4505"/>
                    </a:cubicBezTo>
                    <a:cubicBezTo>
                      <a:pt x="1177" y="4563"/>
                      <a:pt x="1442" y="4612"/>
                      <a:pt x="1707" y="4670"/>
                    </a:cubicBezTo>
                    <a:cubicBezTo>
                      <a:pt x="1715" y="4672"/>
                      <a:pt x="1722" y="4673"/>
                      <a:pt x="1729" y="4673"/>
                    </a:cubicBezTo>
                    <a:cubicBezTo>
                      <a:pt x="1818" y="4673"/>
                      <a:pt x="1882" y="4534"/>
                      <a:pt x="1782" y="4488"/>
                    </a:cubicBezTo>
                    <a:cubicBezTo>
                      <a:pt x="1475" y="4347"/>
                      <a:pt x="1169" y="4198"/>
                      <a:pt x="937" y="3949"/>
                    </a:cubicBezTo>
                    <a:cubicBezTo>
                      <a:pt x="705" y="3701"/>
                      <a:pt x="639" y="3378"/>
                      <a:pt x="630" y="3046"/>
                    </a:cubicBezTo>
                    <a:cubicBezTo>
                      <a:pt x="614" y="2342"/>
                      <a:pt x="879" y="1663"/>
                      <a:pt x="1194" y="1050"/>
                    </a:cubicBezTo>
                    <a:cubicBezTo>
                      <a:pt x="1260" y="917"/>
                      <a:pt x="1335" y="784"/>
                      <a:pt x="1426" y="652"/>
                    </a:cubicBezTo>
                    <a:cubicBezTo>
                      <a:pt x="1567" y="486"/>
                      <a:pt x="1724" y="337"/>
                      <a:pt x="1881" y="196"/>
                    </a:cubicBezTo>
                    <a:cubicBezTo>
                      <a:pt x="1956" y="129"/>
                      <a:pt x="1896" y="1"/>
                      <a:pt x="1804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3" name="Google Shape;4753;p12"/>
              <p:cNvSpPr/>
              <p:nvPr/>
            </p:nvSpPr>
            <p:spPr>
              <a:xfrm>
                <a:off x="2892150" y="4434400"/>
                <a:ext cx="7700" cy="44800"/>
              </a:xfrm>
              <a:custGeom>
                <a:rect b="b" l="l" r="r" t="t"/>
                <a:pathLst>
                  <a:path extrusionOk="0" h="1792" w="308">
                    <a:moveTo>
                      <a:pt x="108" y="0"/>
                    </a:moveTo>
                    <a:cubicBezTo>
                      <a:pt x="92" y="0"/>
                      <a:pt x="76" y="8"/>
                      <a:pt x="67" y="26"/>
                    </a:cubicBezTo>
                    <a:cubicBezTo>
                      <a:pt x="1" y="142"/>
                      <a:pt x="34" y="300"/>
                      <a:pt x="51" y="424"/>
                    </a:cubicBezTo>
                    <a:cubicBezTo>
                      <a:pt x="67" y="573"/>
                      <a:pt x="76" y="714"/>
                      <a:pt x="84" y="863"/>
                    </a:cubicBezTo>
                    <a:cubicBezTo>
                      <a:pt x="92" y="1012"/>
                      <a:pt x="84" y="1153"/>
                      <a:pt x="84" y="1302"/>
                    </a:cubicBezTo>
                    <a:cubicBezTo>
                      <a:pt x="84" y="1368"/>
                      <a:pt x="84" y="1435"/>
                      <a:pt x="84" y="1501"/>
                    </a:cubicBezTo>
                    <a:cubicBezTo>
                      <a:pt x="84" y="1584"/>
                      <a:pt x="92" y="1658"/>
                      <a:pt x="84" y="1733"/>
                    </a:cubicBezTo>
                    <a:cubicBezTo>
                      <a:pt x="84" y="1770"/>
                      <a:pt x="115" y="1792"/>
                      <a:pt x="146" y="1792"/>
                    </a:cubicBezTo>
                    <a:cubicBezTo>
                      <a:pt x="169" y="1792"/>
                      <a:pt x="193" y="1779"/>
                      <a:pt x="200" y="1750"/>
                    </a:cubicBezTo>
                    <a:cubicBezTo>
                      <a:pt x="208" y="1675"/>
                      <a:pt x="241" y="1600"/>
                      <a:pt x="258" y="1526"/>
                    </a:cubicBezTo>
                    <a:cubicBezTo>
                      <a:pt x="274" y="1451"/>
                      <a:pt x="283" y="1377"/>
                      <a:pt x="291" y="1302"/>
                    </a:cubicBezTo>
                    <a:cubicBezTo>
                      <a:pt x="299" y="1153"/>
                      <a:pt x="308" y="1012"/>
                      <a:pt x="308" y="863"/>
                    </a:cubicBezTo>
                    <a:cubicBezTo>
                      <a:pt x="299" y="714"/>
                      <a:pt x="299" y="573"/>
                      <a:pt x="283" y="424"/>
                    </a:cubicBezTo>
                    <a:cubicBezTo>
                      <a:pt x="266" y="291"/>
                      <a:pt x="258" y="109"/>
                      <a:pt x="142" y="18"/>
                    </a:cubicBezTo>
                    <a:cubicBezTo>
                      <a:pt x="134" y="6"/>
                      <a:pt x="121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4" name="Google Shape;4754;p12"/>
              <p:cNvSpPr/>
              <p:nvPr/>
            </p:nvSpPr>
            <p:spPr>
              <a:xfrm>
                <a:off x="2891125" y="4414950"/>
                <a:ext cx="5200" cy="12700"/>
              </a:xfrm>
              <a:custGeom>
                <a:rect b="b" l="l" r="r" t="t"/>
                <a:pathLst>
                  <a:path extrusionOk="0" h="508" w="208">
                    <a:moveTo>
                      <a:pt x="175" y="1"/>
                    </a:moveTo>
                    <a:cubicBezTo>
                      <a:pt x="166" y="1"/>
                      <a:pt x="150" y="9"/>
                      <a:pt x="150" y="25"/>
                    </a:cubicBezTo>
                    <a:cubicBezTo>
                      <a:pt x="133" y="67"/>
                      <a:pt x="125" y="100"/>
                      <a:pt x="117" y="141"/>
                    </a:cubicBezTo>
                    <a:cubicBezTo>
                      <a:pt x="108" y="133"/>
                      <a:pt x="92" y="117"/>
                      <a:pt x="75" y="117"/>
                    </a:cubicBezTo>
                    <a:cubicBezTo>
                      <a:pt x="50" y="117"/>
                      <a:pt x="34" y="133"/>
                      <a:pt x="25" y="150"/>
                    </a:cubicBezTo>
                    <a:cubicBezTo>
                      <a:pt x="17" y="158"/>
                      <a:pt x="17" y="175"/>
                      <a:pt x="17" y="191"/>
                    </a:cubicBezTo>
                    <a:cubicBezTo>
                      <a:pt x="9" y="208"/>
                      <a:pt x="9" y="216"/>
                      <a:pt x="9" y="233"/>
                    </a:cubicBezTo>
                    <a:cubicBezTo>
                      <a:pt x="1" y="249"/>
                      <a:pt x="1" y="266"/>
                      <a:pt x="1" y="282"/>
                    </a:cubicBezTo>
                    <a:cubicBezTo>
                      <a:pt x="1" y="340"/>
                      <a:pt x="9" y="390"/>
                      <a:pt x="9" y="440"/>
                    </a:cubicBezTo>
                    <a:cubicBezTo>
                      <a:pt x="9" y="477"/>
                      <a:pt x="29" y="507"/>
                      <a:pt x="63" y="507"/>
                    </a:cubicBezTo>
                    <a:cubicBezTo>
                      <a:pt x="67" y="507"/>
                      <a:pt x="71" y="507"/>
                      <a:pt x="75" y="506"/>
                    </a:cubicBezTo>
                    <a:cubicBezTo>
                      <a:pt x="108" y="506"/>
                      <a:pt x="133" y="481"/>
                      <a:pt x="133" y="440"/>
                    </a:cubicBezTo>
                    <a:lnTo>
                      <a:pt x="141" y="282"/>
                    </a:lnTo>
                    <a:lnTo>
                      <a:pt x="141" y="241"/>
                    </a:lnTo>
                    <a:cubicBezTo>
                      <a:pt x="141" y="241"/>
                      <a:pt x="141" y="249"/>
                      <a:pt x="150" y="249"/>
                    </a:cubicBezTo>
                    <a:cubicBezTo>
                      <a:pt x="175" y="249"/>
                      <a:pt x="199" y="224"/>
                      <a:pt x="208" y="199"/>
                    </a:cubicBezTo>
                    <a:cubicBezTo>
                      <a:pt x="208" y="141"/>
                      <a:pt x="208" y="92"/>
                      <a:pt x="208" y="34"/>
                    </a:cubicBezTo>
                    <a:lnTo>
                      <a:pt x="199" y="34"/>
                    </a:lnTo>
                    <a:cubicBezTo>
                      <a:pt x="199" y="17"/>
                      <a:pt x="191" y="9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5" name="Google Shape;4755;p12"/>
              <p:cNvSpPr/>
              <p:nvPr/>
            </p:nvSpPr>
            <p:spPr>
              <a:xfrm>
                <a:off x="2627825" y="4696950"/>
                <a:ext cx="128675" cy="66150"/>
              </a:xfrm>
              <a:custGeom>
                <a:rect b="b" l="l" r="r" t="t"/>
                <a:pathLst>
                  <a:path extrusionOk="0" h="2646" w="5147">
                    <a:moveTo>
                      <a:pt x="1081" y="1388"/>
                    </a:moveTo>
                    <a:cubicBezTo>
                      <a:pt x="1620" y="1686"/>
                      <a:pt x="2199" y="1905"/>
                      <a:pt x="2794" y="2044"/>
                    </a:cubicBezTo>
                    <a:cubicBezTo>
                      <a:pt x="2578" y="2027"/>
                      <a:pt x="2371" y="2002"/>
                      <a:pt x="2164" y="1944"/>
                    </a:cubicBezTo>
                    <a:cubicBezTo>
                      <a:pt x="1932" y="1886"/>
                      <a:pt x="1717" y="1795"/>
                      <a:pt x="1518" y="1687"/>
                    </a:cubicBezTo>
                    <a:cubicBezTo>
                      <a:pt x="1460" y="1654"/>
                      <a:pt x="1410" y="1621"/>
                      <a:pt x="1361" y="1588"/>
                    </a:cubicBezTo>
                    <a:cubicBezTo>
                      <a:pt x="1352" y="1571"/>
                      <a:pt x="1336" y="1571"/>
                      <a:pt x="1319" y="1563"/>
                    </a:cubicBezTo>
                    <a:cubicBezTo>
                      <a:pt x="1235" y="1509"/>
                      <a:pt x="1158" y="1449"/>
                      <a:pt x="1081" y="1388"/>
                    </a:cubicBezTo>
                    <a:close/>
                    <a:moveTo>
                      <a:pt x="64" y="0"/>
                    </a:moveTo>
                    <a:cubicBezTo>
                      <a:pt x="32" y="0"/>
                      <a:pt x="0" y="27"/>
                      <a:pt x="10" y="72"/>
                    </a:cubicBezTo>
                    <a:cubicBezTo>
                      <a:pt x="43" y="254"/>
                      <a:pt x="101" y="428"/>
                      <a:pt x="167" y="594"/>
                    </a:cubicBezTo>
                    <a:cubicBezTo>
                      <a:pt x="134" y="627"/>
                      <a:pt x="118" y="693"/>
                      <a:pt x="151" y="734"/>
                    </a:cubicBezTo>
                    <a:cubicBezTo>
                      <a:pt x="225" y="834"/>
                      <a:pt x="308" y="942"/>
                      <a:pt x="391" y="1041"/>
                    </a:cubicBezTo>
                    <a:cubicBezTo>
                      <a:pt x="557" y="1306"/>
                      <a:pt x="781" y="1538"/>
                      <a:pt x="1021" y="1737"/>
                    </a:cubicBezTo>
                    <a:cubicBezTo>
                      <a:pt x="1046" y="1762"/>
                      <a:pt x="1079" y="1778"/>
                      <a:pt x="1104" y="1803"/>
                    </a:cubicBezTo>
                    <a:cubicBezTo>
                      <a:pt x="1029" y="1836"/>
                      <a:pt x="1004" y="1961"/>
                      <a:pt x="1095" y="2019"/>
                    </a:cubicBezTo>
                    <a:cubicBezTo>
                      <a:pt x="1736" y="2428"/>
                      <a:pt x="2495" y="2646"/>
                      <a:pt x="3251" y="2646"/>
                    </a:cubicBezTo>
                    <a:cubicBezTo>
                      <a:pt x="3414" y="2646"/>
                      <a:pt x="3577" y="2636"/>
                      <a:pt x="3738" y="2615"/>
                    </a:cubicBezTo>
                    <a:cubicBezTo>
                      <a:pt x="4004" y="2582"/>
                      <a:pt x="4260" y="2532"/>
                      <a:pt x="4509" y="2450"/>
                    </a:cubicBezTo>
                    <a:cubicBezTo>
                      <a:pt x="4509" y="2450"/>
                      <a:pt x="4517" y="2441"/>
                      <a:pt x="4517" y="2441"/>
                    </a:cubicBezTo>
                    <a:cubicBezTo>
                      <a:pt x="4550" y="2450"/>
                      <a:pt x="4584" y="2450"/>
                      <a:pt x="4625" y="2458"/>
                    </a:cubicBezTo>
                    <a:cubicBezTo>
                      <a:pt x="4658" y="2458"/>
                      <a:pt x="4691" y="2468"/>
                      <a:pt x="4724" y="2468"/>
                    </a:cubicBezTo>
                    <a:cubicBezTo>
                      <a:pt x="4733" y="2468"/>
                      <a:pt x="4741" y="2468"/>
                      <a:pt x="4749" y="2466"/>
                    </a:cubicBezTo>
                    <a:cubicBezTo>
                      <a:pt x="4782" y="2466"/>
                      <a:pt x="4824" y="2483"/>
                      <a:pt x="4865" y="2491"/>
                    </a:cubicBezTo>
                    <a:cubicBezTo>
                      <a:pt x="4907" y="2491"/>
                      <a:pt x="4915" y="2425"/>
                      <a:pt x="4882" y="2408"/>
                    </a:cubicBezTo>
                    <a:cubicBezTo>
                      <a:pt x="4849" y="2383"/>
                      <a:pt x="4807" y="2375"/>
                      <a:pt x="4766" y="2358"/>
                    </a:cubicBezTo>
                    <a:cubicBezTo>
                      <a:pt x="4724" y="2334"/>
                      <a:pt x="4675" y="2334"/>
                      <a:pt x="4633" y="2325"/>
                    </a:cubicBezTo>
                    <a:lnTo>
                      <a:pt x="4592" y="2325"/>
                    </a:lnTo>
                    <a:cubicBezTo>
                      <a:pt x="4592" y="2300"/>
                      <a:pt x="4575" y="2276"/>
                      <a:pt x="4559" y="2251"/>
                    </a:cubicBezTo>
                    <a:cubicBezTo>
                      <a:pt x="4666" y="2226"/>
                      <a:pt x="4774" y="2193"/>
                      <a:pt x="4890" y="2151"/>
                    </a:cubicBezTo>
                    <a:cubicBezTo>
                      <a:pt x="4923" y="2151"/>
                      <a:pt x="4965" y="2143"/>
                      <a:pt x="5006" y="2135"/>
                    </a:cubicBezTo>
                    <a:lnTo>
                      <a:pt x="5039" y="2135"/>
                    </a:lnTo>
                    <a:cubicBezTo>
                      <a:pt x="5139" y="2118"/>
                      <a:pt x="5147" y="1994"/>
                      <a:pt x="5089" y="1936"/>
                    </a:cubicBezTo>
                    <a:cubicBezTo>
                      <a:pt x="5067" y="1900"/>
                      <a:pt x="5033" y="1876"/>
                      <a:pt x="4981" y="1876"/>
                    </a:cubicBezTo>
                    <a:cubicBezTo>
                      <a:pt x="4973" y="1876"/>
                      <a:pt x="4965" y="1877"/>
                      <a:pt x="4956" y="1878"/>
                    </a:cubicBezTo>
                    <a:cubicBezTo>
                      <a:pt x="4874" y="1894"/>
                      <a:pt x="4791" y="1911"/>
                      <a:pt x="4700" y="1919"/>
                    </a:cubicBezTo>
                    <a:cubicBezTo>
                      <a:pt x="4575" y="1936"/>
                      <a:pt x="4443" y="1944"/>
                      <a:pt x="4318" y="1961"/>
                    </a:cubicBezTo>
                    <a:cubicBezTo>
                      <a:pt x="4273" y="1962"/>
                      <a:pt x="4227" y="1962"/>
                      <a:pt x="4181" y="1962"/>
                    </a:cubicBezTo>
                    <a:cubicBezTo>
                      <a:pt x="3158" y="1962"/>
                      <a:pt x="2141" y="1698"/>
                      <a:pt x="1245" y="1207"/>
                    </a:cubicBezTo>
                    <a:cubicBezTo>
                      <a:pt x="938" y="1041"/>
                      <a:pt x="648" y="842"/>
                      <a:pt x="383" y="618"/>
                    </a:cubicBezTo>
                    <a:cubicBezTo>
                      <a:pt x="358" y="594"/>
                      <a:pt x="341" y="560"/>
                      <a:pt x="325" y="527"/>
                    </a:cubicBezTo>
                    <a:cubicBezTo>
                      <a:pt x="242" y="370"/>
                      <a:pt x="167" y="212"/>
                      <a:pt x="118" y="38"/>
                    </a:cubicBezTo>
                    <a:cubicBezTo>
                      <a:pt x="108" y="12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6" name="Google Shape;4756;p12"/>
              <p:cNvSpPr/>
              <p:nvPr/>
            </p:nvSpPr>
            <p:spPr>
              <a:xfrm>
                <a:off x="2726875" y="4767850"/>
                <a:ext cx="21350" cy="7200"/>
              </a:xfrm>
              <a:custGeom>
                <a:rect b="b" l="l" r="r" t="t"/>
                <a:pathLst>
                  <a:path extrusionOk="0" h="288" w="854">
                    <a:moveTo>
                      <a:pt x="83" y="1"/>
                    </a:moveTo>
                    <a:cubicBezTo>
                      <a:pt x="54" y="1"/>
                      <a:pt x="24" y="18"/>
                      <a:pt x="17" y="53"/>
                    </a:cubicBezTo>
                    <a:cubicBezTo>
                      <a:pt x="0" y="94"/>
                      <a:pt x="25" y="127"/>
                      <a:pt x="66" y="136"/>
                    </a:cubicBezTo>
                    <a:cubicBezTo>
                      <a:pt x="207" y="185"/>
                      <a:pt x="348" y="235"/>
                      <a:pt x="489" y="268"/>
                    </a:cubicBezTo>
                    <a:cubicBezTo>
                      <a:pt x="538" y="280"/>
                      <a:pt x="586" y="288"/>
                      <a:pt x="635" y="288"/>
                    </a:cubicBezTo>
                    <a:cubicBezTo>
                      <a:pt x="652" y="288"/>
                      <a:pt x="670" y="287"/>
                      <a:pt x="688" y="285"/>
                    </a:cubicBezTo>
                    <a:cubicBezTo>
                      <a:pt x="762" y="276"/>
                      <a:pt x="854" y="227"/>
                      <a:pt x="854" y="144"/>
                    </a:cubicBezTo>
                    <a:cubicBezTo>
                      <a:pt x="854" y="119"/>
                      <a:pt x="837" y="94"/>
                      <a:pt x="812" y="86"/>
                    </a:cubicBezTo>
                    <a:cubicBezTo>
                      <a:pt x="801" y="83"/>
                      <a:pt x="790" y="82"/>
                      <a:pt x="779" y="82"/>
                    </a:cubicBezTo>
                    <a:cubicBezTo>
                      <a:pt x="757" y="82"/>
                      <a:pt x="735" y="86"/>
                      <a:pt x="713" y="86"/>
                    </a:cubicBezTo>
                    <a:lnTo>
                      <a:pt x="696" y="86"/>
                    </a:lnTo>
                    <a:cubicBezTo>
                      <a:pt x="688" y="94"/>
                      <a:pt x="671" y="94"/>
                      <a:pt x="655" y="94"/>
                    </a:cubicBezTo>
                    <a:cubicBezTo>
                      <a:pt x="597" y="94"/>
                      <a:pt x="564" y="86"/>
                      <a:pt x="506" y="69"/>
                    </a:cubicBezTo>
                    <a:cubicBezTo>
                      <a:pt x="373" y="44"/>
                      <a:pt x="240" y="20"/>
                      <a:pt x="100" y="3"/>
                    </a:cubicBezTo>
                    <a:cubicBezTo>
                      <a:pt x="94" y="2"/>
                      <a:pt x="88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7" name="Google Shape;4757;p12"/>
              <p:cNvSpPr/>
              <p:nvPr/>
            </p:nvSpPr>
            <p:spPr>
              <a:xfrm>
                <a:off x="2627450" y="4573375"/>
                <a:ext cx="13275" cy="50850"/>
              </a:xfrm>
              <a:custGeom>
                <a:rect b="b" l="l" r="r" t="t"/>
                <a:pathLst>
                  <a:path extrusionOk="0" h="2034" w="531">
                    <a:moveTo>
                      <a:pt x="418" y="1"/>
                    </a:moveTo>
                    <a:cubicBezTo>
                      <a:pt x="403" y="1"/>
                      <a:pt x="388" y="4"/>
                      <a:pt x="373" y="10"/>
                    </a:cubicBezTo>
                    <a:cubicBezTo>
                      <a:pt x="298" y="52"/>
                      <a:pt x="274" y="159"/>
                      <a:pt x="240" y="234"/>
                    </a:cubicBezTo>
                    <a:cubicBezTo>
                      <a:pt x="207" y="308"/>
                      <a:pt x="182" y="391"/>
                      <a:pt x="158" y="474"/>
                    </a:cubicBezTo>
                    <a:cubicBezTo>
                      <a:pt x="108" y="640"/>
                      <a:pt x="66" y="814"/>
                      <a:pt x="42" y="980"/>
                    </a:cubicBezTo>
                    <a:cubicBezTo>
                      <a:pt x="17" y="1154"/>
                      <a:pt x="0" y="1319"/>
                      <a:pt x="0" y="1493"/>
                    </a:cubicBezTo>
                    <a:cubicBezTo>
                      <a:pt x="8" y="1584"/>
                      <a:pt x="17" y="1676"/>
                      <a:pt x="25" y="1758"/>
                    </a:cubicBezTo>
                    <a:cubicBezTo>
                      <a:pt x="42" y="1841"/>
                      <a:pt x="50" y="1924"/>
                      <a:pt x="83" y="2007"/>
                    </a:cubicBezTo>
                    <a:cubicBezTo>
                      <a:pt x="94" y="2025"/>
                      <a:pt x="114" y="2034"/>
                      <a:pt x="134" y="2034"/>
                    </a:cubicBezTo>
                    <a:cubicBezTo>
                      <a:pt x="160" y="2034"/>
                      <a:pt x="186" y="2019"/>
                      <a:pt x="191" y="1990"/>
                    </a:cubicBezTo>
                    <a:cubicBezTo>
                      <a:pt x="207" y="1916"/>
                      <a:pt x="199" y="1833"/>
                      <a:pt x="199" y="1758"/>
                    </a:cubicBezTo>
                    <a:cubicBezTo>
                      <a:pt x="199" y="1676"/>
                      <a:pt x="199" y="1593"/>
                      <a:pt x="207" y="1502"/>
                    </a:cubicBezTo>
                    <a:cubicBezTo>
                      <a:pt x="216" y="1336"/>
                      <a:pt x="224" y="1170"/>
                      <a:pt x="249" y="1013"/>
                    </a:cubicBezTo>
                    <a:cubicBezTo>
                      <a:pt x="274" y="847"/>
                      <a:pt x="315" y="698"/>
                      <a:pt x="365" y="540"/>
                    </a:cubicBezTo>
                    <a:cubicBezTo>
                      <a:pt x="390" y="458"/>
                      <a:pt x="414" y="375"/>
                      <a:pt x="448" y="300"/>
                    </a:cubicBezTo>
                    <a:cubicBezTo>
                      <a:pt x="481" y="226"/>
                      <a:pt x="530" y="143"/>
                      <a:pt x="506" y="60"/>
                    </a:cubicBezTo>
                    <a:lnTo>
                      <a:pt x="506" y="60"/>
                    </a:lnTo>
                    <a:lnTo>
                      <a:pt x="506" y="68"/>
                    </a:lnTo>
                    <a:cubicBezTo>
                      <a:pt x="493" y="25"/>
                      <a:pt x="458" y="1"/>
                      <a:pt x="4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8" name="Google Shape;4758;p12"/>
              <p:cNvSpPr/>
              <p:nvPr/>
            </p:nvSpPr>
            <p:spPr>
              <a:xfrm>
                <a:off x="2635725" y="4589400"/>
                <a:ext cx="4800" cy="20025"/>
              </a:xfrm>
              <a:custGeom>
                <a:rect b="b" l="l" r="r" t="t"/>
                <a:pathLst>
                  <a:path extrusionOk="0" h="801" w="192">
                    <a:moveTo>
                      <a:pt x="145" y="0"/>
                    </a:moveTo>
                    <a:cubicBezTo>
                      <a:pt x="130" y="0"/>
                      <a:pt x="113" y="8"/>
                      <a:pt x="100" y="24"/>
                    </a:cubicBezTo>
                    <a:cubicBezTo>
                      <a:pt x="67" y="73"/>
                      <a:pt x="50" y="140"/>
                      <a:pt x="42" y="198"/>
                    </a:cubicBezTo>
                    <a:cubicBezTo>
                      <a:pt x="25" y="256"/>
                      <a:pt x="17" y="314"/>
                      <a:pt x="9" y="380"/>
                    </a:cubicBezTo>
                    <a:cubicBezTo>
                      <a:pt x="1" y="496"/>
                      <a:pt x="1" y="620"/>
                      <a:pt x="9" y="745"/>
                    </a:cubicBezTo>
                    <a:cubicBezTo>
                      <a:pt x="13" y="782"/>
                      <a:pt x="44" y="801"/>
                      <a:pt x="73" y="801"/>
                    </a:cubicBezTo>
                    <a:cubicBezTo>
                      <a:pt x="102" y="801"/>
                      <a:pt x="129" y="782"/>
                      <a:pt x="125" y="745"/>
                    </a:cubicBezTo>
                    <a:cubicBezTo>
                      <a:pt x="125" y="629"/>
                      <a:pt x="133" y="513"/>
                      <a:pt x="141" y="388"/>
                    </a:cubicBezTo>
                    <a:cubicBezTo>
                      <a:pt x="150" y="339"/>
                      <a:pt x="158" y="281"/>
                      <a:pt x="166" y="223"/>
                    </a:cubicBezTo>
                    <a:cubicBezTo>
                      <a:pt x="175" y="165"/>
                      <a:pt x="191" y="107"/>
                      <a:pt x="191" y="49"/>
                    </a:cubicBezTo>
                    <a:cubicBezTo>
                      <a:pt x="191" y="18"/>
                      <a:pt x="170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9" name="Google Shape;4759;p12"/>
              <p:cNvSpPr/>
              <p:nvPr/>
            </p:nvSpPr>
            <p:spPr>
              <a:xfrm>
                <a:off x="2636975" y="4558575"/>
                <a:ext cx="6025" cy="8850"/>
              </a:xfrm>
              <a:custGeom>
                <a:rect b="b" l="l" r="r" t="t"/>
                <a:pathLst>
                  <a:path extrusionOk="0" h="354" w="241">
                    <a:moveTo>
                      <a:pt x="187" y="0"/>
                    </a:moveTo>
                    <a:cubicBezTo>
                      <a:pt x="177" y="0"/>
                      <a:pt x="167" y="4"/>
                      <a:pt x="158" y="14"/>
                    </a:cubicBezTo>
                    <a:cubicBezTo>
                      <a:pt x="141" y="22"/>
                      <a:pt x="133" y="30"/>
                      <a:pt x="125" y="47"/>
                    </a:cubicBezTo>
                    <a:cubicBezTo>
                      <a:pt x="116" y="55"/>
                      <a:pt x="116" y="64"/>
                      <a:pt x="108" y="72"/>
                    </a:cubicBezTo>
                    <a:cubicBezTo>
                      <a:pt x="100" y="97"/>
                      <a:pt x="83" y="113"/>
                      <a:pt x="75" y="138"/>
                    </a:cubicBezTo>
                    <a:lnTo>
                      <a:pt x="9" y="262"/>
                    </a:lnTo>
                    <a:cubicBezTo>
                      <a:pt x="0" y="287"/>
                      <a:pt x="0" y="329"/>
                      <a:pt x="33" y="345"/>
                    </a:cubicBezTo>
                    <a:cubicBezTo>
                      <a:pt x="45" y="351"/>
                      <a:pt x="58" y="354"/>
                      <a:pt x="70" y="354"/>
                    </a:cubicBezTo>
                    <a:cubicBezTo>
                      <a:pt x="93" y="354"/>
                      <a:pt x="114" y="345"/>
                      <a:pt x="125" y="329"/>
                    </a:cubicBezTo>
                    <a:cubicBezTo>
                      <a:pt x="141" y="279"/>
                      <a:pt x="166" y="238"/>
                      <a:pt x="183" y="196"/>
                    </a:cubicBezTo>
                    <a:cubicBezTo>
                      <a:pt x="199" y="180"/>
                      <a:pt x="207" y="155"/>
                      <a:pt x="216" y="138"/>
                    </a:cubicBezTo>
                    <a:cubicBezTo>
                      <a:pt x="216" y="122"/>
                      <a:pt x="224" y="113"/>
                      <a:pt x="224" y="105"/>
                    </a:cubicBezTo>
                    <a:cubicBezTo>
                      <a:pt x="232" y="88"/>
                      <a:pt x="232" y="80"/>
                      <a:pt x="241" y="64"/>
                    </a:cubicBezTo>
                    <a:lnTo>
                      <a:pt x="241" y="47"/>
                    </a:lnTo>
                    <a:cubicBezTo>
                      <a:pt x="241" y="30"/>
                      <a:pt x="224" y="14"/>
                      <a:pt x="207" y="6"/>
                    </a:cubicBezTo>
                    <a:cubicBezTo>
                      <a:pt x="201" y="2"/>
                      <a:pt x="194" y="0"/>
                      <a:pt x="1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0" name="Google Shape;4760;p12"/>
              <p:cNvSpPr/>
              <p:nvPr/>
            </p:nvSpPr>
            <p:spPr>
              <a:xfrm>
                <a:off x="2802075" y="4569200"/>
                <a:ext cx="38750" cy="99650"/>
              </a:xfrm>
              <a:custGeom>
                <a:rect b="b" l="l" r="r" t="t"/>
                <a:pathLst>
                  <a:path extrusionOk="0" h="3986" w="1550">
                    <a:moveTo>
                      <a:pt x="809" y="0"/>
                    </a:moveTo>
                    <a:cubicBezTo>
                      <a:pt x="796" y="0"/>
                      <a:pt x="783" y="8"/>
                      <a:pt x="779" y="28"/>
                    </a:cubicBezTo>
                    <a:cubicBezTo>
                      <a:pt x="729" y="243"/>
                      <a:pt x="754" y="484"/>
                      <a:pt x="779" y="707"/>
                    </a:cubicBezTo>
                    <a:cubicBezTo>
                      <a:pt x="759" y="693"/>
                      <a:pt x="737" y="684"/>
                      <a:pt x="716" y="684"/>
                    </a:cubicBezTo>
                    <a:cubicBezTo>
                      <a:pt x="700" y="684"/>
                      <a:pt x="685" y="689"/>
                      <a:pt x="671" y="699"/>
                    </a:cubicBezTo>
                    <a:cubicBezTo>
                      <a:pt x="646" y="707"/>
                      <a:pt x="630" y="732"/>
                      <a:pt x="638" y="765"/>
                    </a:cubicBezTo>
                    <a:cubicBezTo>
                      <a:pt x="663" y="973"/>
                      <a:pt x="696" y="1171"/>
                      <a:pt x="737" y="1370"/>
                    </a:cubicBezTo>
                    <a:cubicBezTo>
                      <a:pt x="563" y="1055"/>
                      <a:pt x="348" y="765"/>
                      <a:pt x="124" y="492"/>
                    </a:cubicBezTo>
                    <a:cubicBezTo>
                      <a:pt x="111" y="477"/>
                      <a:pt x="96" y="471"/>
                      <a:pt x="81" y="471"/>
                    </a:cubicBezTo>
                    <a:cubicBezTo>
                      <a:pt x="39" y="471"/>
                      <a:pt x="0" y="521"/>
                      <a:pt x="25" y="558"/>
                    </a:cubicBezTo>
                    <a:cubicBezTo>
                      <a:pt x="248" y="881"/>
                      <a:pt x="431" y="1229"/>
                      <a:pt x="596" y="1577"/>
                    </a:cubicBezTo>
                    <a:cubicBezTo>
                      <a:pt x="770" y="1934"/>
                      <a:pt x="911" y="2298"/>
                      <a:pt x="1011" y="2671"/>
                    </a:cubicBezTo>
                    <a:cubicBezTo>
                      <a:pt x="1019" y="2679"/>
                      <a:pt x="1019" y="2688"/>
                      <a:pt x="1027" y="2704"/>
                    </a:cubicBezTo>
                    <a:cubicBezTo>
                      <a:pt x="1035" y="2754"/>
                      <a:pt x="1052" y="2812"/>
                      <a:pt x="1060" y="2862"/>
                    </a:cubicBezTo>
                    <a:cubicBezTo>
                      <a:pt x="1110" y="3218"/>
                      <a:pt x="1185" y="3574"/>
                      <a:pt x="1284" y="3914"/>
                    </a:cubicBezTo>
                    <a:cubicBezTo>
                      <a:pt x="1301" y="3964"/>
                      <a:pt x="1340" y="3986"/>
                      <a:pt x="1380" y="3986"/>
                    </a:cubicBezTo>
                    <a:cubicBezTo>
                      <a:pt x="1439" y="3986"/>
                      <a:pt x="1498" y="3938"/>
                      <a:pt x="1483" y="3864"/>
                    </a:cubicBezTo>
                    <a:cubicBezTo>
                      <a:pt x="1466" y="3790"/>
                      <a:pt x="1450" y="3715"/>
                      <a:pt x="1433" y="3641"/>
                    </a:cubicBezTo>
                    <a:cubicBezTo>
                      <a:pt x="1491" y="3632"/>
                      <a:pt x="1549" y="3574"/>
                      <a:pt x="1533" y="3508"/>
                    </a:cubicBezTo>
                    <a:cubicBezTo>
                      <a:pt x="1433" y="3143"/>
                      <a:pt x="1350" y="2779"/>
                      <a:pt x="1276" y="2414"/>
                    </a:cubicBezTo>
                    <a:cubicBezTo>
                      <a:pt x="1284" y="2398"/>
                      <a:pt x="1284" y="2381"/>
                      <a:pt x="1276" y="2356"/>
                    </a:cubicBezTo>
                    <a:cubicBezTo>
                      <a:pt x="1259" y="2290"/>
                      <a:pt x="1243" y="2232"/>
                      <a:pt x="1226" y="2166"/>
                    </a:cubicBezTo>
                    <a:cubicBezTo>
                      <a:pt x="1193" y="1959"/>
                      <a:pt x="1151" y="1743"/>
                      <a:pt x="1118" y="1536"/>
                    </a:cubicBezTo>
                    <a:cubicBezTo>
                      <a:pt x="1118" y="1503"/>
                      <a:pt x="1093" y="1478"/>
                      <a:pt x="1069" y="1478"/>
                    </a:cubicBezTo>
                    <a:cubicBezTo>
                      <a:pt x="1035" y="1329"/>
                      <a:pt x="1002" y="1180"/>
                      <a:pt x="961" y="1039"/>
                    </a:cubicBezTo>
                    <a:cubicBezTo>
                      <a:pt x="953" y="1022"/>
                      <a:pt x="953" y="1014"/>
                      <a:pt x="944" y="1006"/>
                    </a:cubicBezTo>
                    <a:cubicBezTo>
                      <a:pt x="936" y="915"/>
                      <a:pt x="919" y="832"/>
                      <a:pt x="911" y="749"/>
                    </a:cubicBezTo>
                    <a:cubicBezTo>
                      <a:pt x="903" y="625"/>
                      <a:pt x="895" y="500"/>
                      <a:pt x="886" y="376"/>
                    </a:cubicBezTo>
                    <a:cubicBezTo>
                      <a:pt x="878" y="260"/>
                      <a:pt x="870" y="136"/>
                      <a:pt x="845" y="28"/>
                    </a:cubicBezTo>
                    <a:cubicBezTo>
                      <a:pt x="841" y="11"/>
                      <a:pt x="825" y="0"/>
                      <a:pt x="80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1" name="Google Shape;4761;p12"/>
              <p:cNvSpPr/>
              <p:nvPr/>
            </p:nvSpPr>
            <p:spPr>
              <a:xfrm>
                <a:off x="2805000" y="4559925"/>
                <a:ext cx="11275" cy="25675"/>
              </a:xfrm>
              <a:custGeom>
                <a:rect b="b" l="l" r="r" t="t"/>
                <a:pathLst>
                  <a:path extrusionOk="0" h="1027" w="451">
                    <a:moveTo>
                      <a:pt x="41" y="1"/>
                    </a:moveTo>
                    <a:cubicBezTo>
                      <a:pt x="18" y="1"/>
                      <a:pt x="1" y="26"/>
                      <a:pt x="7" y="51"/>
                    </a:cubicBezTo>
                    <a:cubicBezTo>
                      <a:pt x="15" y="134"/>
                      <a:pt x="73" y="200"/>
                      <a:pt x="107" y="275"/>
                    </a:cubicBezTo>
                    <a:cubicBezTo>
                      <a:pt x="140" y="349"/>
                      <a:pt x="173" y="432"/>
                      <a:pt x="206" y="507"/>
                    </a:cubicBezTo>
                    <a:cubicBezTo>
                      <a:pt x="264" y="664"/>
                      <a:pt x="314" y="830"/>
                      <a:pt x="339" y="987"/>
                    </a:cubicBezTo>
                    <a:cubicBezTo>
                      <a:pt x="346" y="1014"/>
                      <a:pt x="372" y="1027"/>
                      <a:pt x="396" y="1027"/>
                    </a:cubicBezTo>
                    <a:cubicBezTo>
                      <a:pt x="424" y="1027"/>
                      <a:pt x="451" y="1010"/>
                      <a:pt x="446" y="979"/>
                    </a:cubicBezTo>
                    <a:cubicBezTo>
                      <a:pt x="421" y="797"/>
                      <a:pt x="380" y="623"/>
                      <a:pt x="322" y="457"/>
                    </a:cubicBezTo>
                    <a:cubicBezTo>
                      <a:pt x="289" y="374"/>
                      <a:pt x="256" y="291"/>
                      <a:pt x="214" y="217"/>
                    </a:cubicBezTo>
                    <a:cubicBezTo>
                      <a:pt x="173" y="142"/>
                      <a:pt x="131" y="59"/>
                      <a:pt x="65" y="10"/>
                    </a:cubicBezTo>
                    <a:cubicBezTo>
                      <a:pt x="57" y="4"/>
                      <a:pt x="49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2" name="Google Shape;4762;p12"/>
              <p:cNvSpPr/>
              <p:nvPr/>
            </p:nvSpPr>
            <p:spPr>
              <a:xfrm>
                <a:off x="2800050" y="4552600"/>
                <a:ext cx="4650" cy="10200"/>
              </a:xfrm>
              <a:custGeom>
                <a:rect b="b" l="l" r="r" t="t"/>
                <a:pathLst>
                  <a:path extrusionOk="0" h="408" w="186">
                    <a:moveTo>
                      <a:pt x="24" y="0"/>
                    </a:moveTo>
                    <a:cubicBezTo>
                      <a:pt x="13" y="0"/>
                      <a:pt x="1" y="13"/>
                      <a:pt x="6" y="29"/>
                    </a:cubicBezTo>
                    <a:cubicBezTo>
                      <a:pt x="39" y="145"/>
                      <a:pt x="81" y="261"/>
                      <a:pt x="106" y="377"/>
                    </a:cubicBezTo>
                    <a:cubicBezTo>
                      <a:pt x="113" y="398"/>
                      <a:pt x="128" y="407"/>
                      <a:pt x="144" y="407"/>
                    </a:cubicBezTo>
                    <a:cubicBezTo>
                      <a:pt x="165" y="407"/>
                      <a:pt x="185" y="390"/>
                      <a:pt x="180" y="361"/>
                    </a:cubicBezTo>
                    <a:cubicBezTo>
                      <a:pt x="147" y="236"/>
                      <a:pt x="106" y="120"/>
                      <a:pt x="39" y="13"/>
                    </a:cubicBezTo>
                    <a:cubicBezTo>
                      <a:pt x="36" y="4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3" name="Google Shape;4763;p12"/>
              <p:cNvSpPr/>
              <p:nvPr/>
            </p:nvSpPr>
            <p:spPr>
              <a:xfrm>
                <a:off x="2914325" y="4296900"/>
                <a:ext cx="6850" cy="30875"/>
              </a:xfrm>
              <a:custGeom>
                <a:rect b="b" l="l" r="r" t="t"/>
                <a:pathLst>
                  <a:path extrusionOk="0" h="1235" w="274">
                    <a:moveTo>
                      <a:pt x="160" y="1"/>
                    </a:moveTo>
                    <a:cubicBezTo>
                      <a:pt x="135" y="1"/>
                      <a:pt x="112" y="13"/>
                      <a:pt x="108" y="41"/>
                    </a:cubicBezTo>
                    <a:cubicBezTo>
                      <a:pt x="75" y="232"/>
                      <a:pt x="75" y="422"/>
                      <a:pt x="59" y="613"/>
                    </a:cubicBezTo>
                    <a:cubicBezTo>
                      <a:pt x="42" y="704"/>
                      <a:pt x="34" y="795"/>
                      <a:pt x="17" y="886"/>
                    </a:cubicBezTo>
                    <a:cubicBezTo>
                      <a:pt x="9" y="936"/>
                      <a:pt x="1" y="994"/>
                      <a:pt x="1" y="1044"/>
                    </a:cubicBezTo>
                    <a:cubicBezTo>
                      <a:pt x="9" y="1085"/>
                      <a:pt x="1" y="1143"/>
                      <a:pt x="17" y="1185"/>
                    </a:cubicBezTo>
                    <a:cubicBezTo>
                      <a:pt x="28" y="1217"/>
                      <a:pt x="52" y="1235"/>
                      <a:pt x="80" y="1235"/>
                    </a:cubicBezTo>
                    <a:cubicBezTo>
                      <a:pt x="94" y="1235"/>
                      <a:pt x="110" y="1229"/>
                      <a:pt x="125" y="1218"/>
                    </a:cubicBezTo>
                    <a:cubicBezTo>
                      <a:pt x="158" y="1185"/>
                      <a:pt x="166" y="1135"/>
                      <a:pt x="191" y="1093"/>
                    </a:cubicBezTo>
                    <a:cubicBezTo>
                      <a:pt x="208" y="1044"/>
                      <a:pt x="224" y="994"/>
                      <a:pt x="233" y="944"/>
                    </a:cubicBezTo>
                    <a:cubicBezTo>
                      <a:pt x="249" y="845"/>
                      <a:pt x="257" y="737"/>
                      <a:pt x="266" y="638"/>
                    </a:cubicBezTo>
                    <a:cubicBezTo>
                      <a:pt x="274" y="447"/>
                      <a:pt x="274" y="232"/>
                      <a:pt x="224" y="41"/>
                    </a:cubicBezTo>
                    <a:cubicBezTo>
                      <a:pt x="216" y="15"/>
                      <a:pt x="187" y="1"/>
                      <a:pt x="1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4" name="Google Shape;4764;p12"/>
              <p:cNvSpPr/>
              <p:nvPr/>
            </p:nvSpPr>
            <p:spPr>
              <a:xfrm>
                <a:off x="2909350" y="4331925"/>
                <a:ext cx="3975" cy="13325"/>
              </a:xfrm>
              <a:custGeom>
                <a:rect b="b" l="l" r="r" t="t"/>
                <a:pathLst>
                  <a:path extrusionOk="0" h="533" w="159">
                    <a:moveTo>
                      <a:pt x="105" y="1"/>
                    </a:moveTo>
                    <a:cubicBezTo>
                      <a:pt x="82" y="1"/>
                      <a:pt x="58" y="14"/>
                      <a:pt x="50" y="40"/>
                    </a:cubicBezTo>
                    <a:cubicBezTo>
                      <a:pt x="34" y="115"/>
                      <a:pt x="17" y="190"/>
                      <a:pt x="9" y="272"/>
                    </a:cubicBezTo>
                    <a:cubicBezTo>
                      <a:pt x="1" y="314"/>
                      <a:pt x="1" y="347"/>
                      <a:pt x="1" y="388"/>
                    </a:cubicBezTo>
                    <a:cubicBezTo>
                      <a:pt x="1" y="430"/>
                      <a:pt x="1" y="471"/>
                      <a:pt x="9" y="513"/>
                    </a:cubicBezTo>
                    <a:cubicBezTo>
                      <a:pt x="14" y="526"/>
                      <a:pt x="26" y="533"/>
                      <a:pt x="38" y="533"/>
                    </a:cubicBezTo>
                    <a:cubicBezTo>
                      <a:pt x="49" y="533"/>
                      <a:pt x="60" y="528"/>
                      <a:pt x="67" y="521"/>
                    </a:cubicBezTo>
                    <a:cubicBezTo>
                      <a:pt x="92" y="488"/>
                      <a:pt x="100" y="446"/>
                      <a:pt x="108" y="413"/>
                    </a:cubicBezTo>
                    <a:cubicBezTo>
                      <a:pt x="117" y="372"/>
                      <a:pt x="133" y="330"/>
                      <a:pt x="133" y="289"/>
                    </a:cubicBezTo>
                    <a:cubicBezTo>
                      <a:pt x="142" y="206"/>
                      <a:pt x="150" y="132"/>
                      <a:pt x="158" y="49"/>
                    </a:cubicBezTo>
                    <a:cubicBezTo>
                      <a:pt x="158" y="18"/>
                      <a:pt x="132" y="1"/>
                      <a:pt x="1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5" name="Google Shape;4765;p12"/>
              <p:cNvSpPr/>
              <p:nvPr/>
            </p:nvSpPr>
            <p:spPr>
              <a:xfrm>
                <a:off x="2912875" y="4349300"/>
                <a:ext cx="3950" cy="9300"/>
              </a:xfrm>
              <a:custGeom>
                <a:rect b="b" l="l" r="r" t="t"/>
                <a:pathLst>
                  <a:path extrusionOk="0" h="372" w="158">
                    <a:moveTo>
                      <a:pt x="117" y="0"/>
                    </a:moveTo>
                    <a:lnTo>
                      <a:pt x="117" y="8"/>
                    </a:lnTo>
                    <a:cubicBezTo>
                      <a:pt x="112" y="7"/>
                      <a:pt x="108" y="6"/>
                      <a:pt x="103" y="6"/>
                    </a:cubicBezTo>
                    <a:cubicBezTo>
                      <a:pt x="83" y="6"/>
                      <a:pt x="65" y="21"/>
                      <a:pt x="59" y="41"/>
                    </a:cubicBezTo>
                    <a:cubicBezTo>
                      <a:pt x="42" y="91"/>
                      <a:pt x="25" y="141"/>
                      <a:pt x="17" y="191"/>
                    </a:cubicBezTo>
                    <a:cubicBezTo>
                      <a:pt x="9" y="215"/>
                      <a:pt x="9" y="240"/>
                      <a:pt x="1" y="273"/>
                    </a:cubicBezTo>
                    <a:cubicBezTo>
                      <a:pt x="1" y="282"/>
                      <a:pt x="1" y="298"/>
                      <a:pt x="1" y="315"/>
                    </a:cubicBezTo>
                    <a:cubicBezTo>
                      <a:pt x="9" y="323"/>
                      <a:pt x="9" y="340"/>
                      <a:pt x="9" y="348"/>
                    </a:cubicBezTo>
                    <a:cubicBezTo>
                      <a:pt x="14" y="362"/>
                      <a:pt x="30" y="371"/>
                      <a:pt x="44" y="371"/>
                    </a:cubicBezTo>
                    <a:cubicBezTo>
                      <a:pt x="54" y="371"/>
                      <a:pt x="63" y="367"/>
                      <a:pt x="67" y="356"/>
                    </a:cubicBezTo>
                    <a:cubicBezTo>
                      <a:pt x="75" y="348"/>
                      <a:pt x="83" y="331"/>
                      <a:pt x="83" y="323"/>
                    </a:cubicBezTo>
                    <a:cubicBezTo>
                      <a:pt x="92" y="307"/>
                      <a:pt x="92" y="298"/>
                      <a:pt x="100" y="282"/>
                    </a:cubicBezTo>
                    <a:cubicBezTo>
                      <a:pt x="100" y="257"/>
                      <a:pt x="108" y="232"/>
                      <a:pt x="117" y="207"/>
                    </a:cubicBezTo>
                    <a:cubicBezTo>
                      <a:pt x="125" y="157"/>
                      <a:pt x="133" y="116"/>
                      <a:pt x="150" y="66"/>
                    </a:cubicBezTo>
                    <a:cubicBezTo>
                      <a:pt x="158" y="41"/>
                      <a:pt x="141" y="8"/>
                      <a:pt x="1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6" name="Google Shape;4766;p12"/>
              <p:cNvSpPr/>
              <p:nvPr/>
            </p:nvSpPr>
            <p:spPr>
              <a:xfrm>
                <a:off x="2923650" y="4312425"/>
                <a:ext cx="3125" cy="12350"/>
              </a:xfrm>
              <a:custGeom>
                <a:rect b="b" l="l" r="r" t="t"/>
                <a:pathLst>
                  <a:path extrusionOk="0" h="494" w="125">
                    <a:moveTo>
                      <a:pt x="58" y="0"/>
                    </a:moveTo>
                    <a:cubicBezTo>
                      <a:pt x="34" y="0"/>
                      <a:pt x="9" y="25"/>
                      <a:pt x="9" y="50"/>
                    </a:cubicBezTo>
                    <a:cubicBezTo>
                      <a:pt x="9" y="191"/>
                      <a:pt x="0" y="323"/>
                      <a:pt x="9" y="464"/>
                    </a:cubicBezTo>
                    <a:cubicBezTo>
                      <a:pt x="9" y="483"/>
                      <a:pt x="24" y="494"/>
                      <a:pt x="41" y="494"/>
                    </a:cubicBezTo>
                    <a:cubicBezTo>
                      <a:pt x="54" y="494"/>
                      <a:pt x="68" y="487"/>
                      <a:pt x="75" y="472"/>
                    </a:cubicBezTo>
                    <a:cubicBezTo>
                      <a:pt x="116" y="340"/>
                      <a:pt x="125" y="191"/>
                      <a:pt x="116" y="50"/>
                    </a:cubicBezTo>
                    <a:cubicBezTo>
                      <a:pt x="116" y="25"/>
                      <a:pt x="92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7" name="Google Shape;4767;p12"/>
              <p:cNvSpPr/>
              <p:nvPr/>
            </p:nvSpPr>
            <p:spPr>
              <a:xfrm>
                <a:off x="2923450" y="4344525"/>
                <a:ext cx="3750" cy="11525"/>
              </a:xfrm>
              <a:custGeom>
                <a:rect b="b" l="l" r="r" t="t"/>
                <a:pathLst>
                  <a:path extrusionOk="0" h="461" w="150">
                    <a:moveTo>
                      <a:pt x="108" y="0"/>
                    </a:moveTo>
                    <a:cubicBezTo>
                      <a:pt x="83" y="0"/>
                      <a:pt x="42" y="9"/>
                      <a:pt x="33" y="42"/>
                    </a:cubicBezTo>
                    <a:cubicBezTo>
                      <a:pt x="33" y="75"/>
                      <a:pt x="25" y="108"/>
                      <a:pt x="25" y="141"/>
                    </a:cubicBezTo>
                    <a:cubicBezTo>
                      <a:pt x="17" y="174"/>
                      <a:pt x="8" y="208"/>
                      <a:pt x="8" y="241"/>
                    </a:cubicBezTo>
                    <a:cubicBezTo>
                      <a:pt x="8" y="307"/>
                      <a:pt x="0" y="365"/>
                      <a:pt x="8" y="431"/>
                    </a:cubicBezTo>
                    <a:cubicBezTo>
                      <a:pt x="8" y="450"/>
                      <a:pt x="21" y="461"/>
                      <a:pt x="36" y="461"/>
                    </a:cubicBezTo>
                    <a:cubicBezTo>
                      <a:pt x="47" y="461"/>
                      <a:pt x="59" y="454"/>
                      <a:pt x="66" y="440"/>
                    </a:cubicBezTo>
                    <a:cubicBezTo>
                      <a:pt x="91" y="382"/>
                      <a:pt x="100" y="324"/>
                      <a:pt x="116" y="257"/>
                    </a:cubicBezTo>
                    <a:cubicBezTo>
                      <a:pt x="124" y="232"/>
                      <a:pt x="124" y="199"/>
                      <a:pt x="133" y="166"/>
                    </a:cubicBezTo>
                    <a:cubicBezTo>
                      <a:pt x="141" y="141"/>
                      <a:pt x="141" y="108"/>
                      <a:pt x="149" y="75"/>
                    </a:cubicBezTo>
                    <a:cubicBezTo>
                      <a:pt x="149" y="42"/>
                      <a:pt x="141" y="9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8" name="Google Shape;4768;p12"/>
              <p:cNvSpPr/>
              <p:nvPr/>
            </p:nvSpPr>
            <p:spPr>
              <a:xfrm>
                <a:off x="2898575" y="4284000"/>
                <a:ext cx="3150" cy="29075"/>
              </a:xfrm>
              <a:custGeom>
                <a:rect b="b" l="l" r="r" t="t"/>
                <a:pathLst>
                  <a:path extrusionOk="0" h="1163" w="126">
                    <a:moveTo>
                      <a:pt x="39" y="0"/>
                    </a:moveTo>
                    <a:cubicBezTo>
                      <a:pt x="19" y="0"/>
                      <a:pt x="1" y="15"/>
                      <a:pt x="1" y="44"/>
                    </a:cubicBezTo>
                    <a:cubicBezTo>
                      <a:pt x="1" y="226"/>
                      <a:pt x="1" y="408"/>
                      <a:pt x="1" y="599"/>
                    </a:cubicBezTo>
                    <a:cubicBezTo>
                      <a:pt x="1" y="690"/>
                      <a:pt x="1" y="781"/>
                      <a:pt x="1" y="872"/>
                    </a:cubicBezTo>
                    <a:cubicBezTo>
                      <a:pt x="1" y="963"/>
                      <a:pt x="1" y="1054"/>
                      <a:pt x="26" y="1137"/>
                    </a:cubicBezTo>
                    <a:cubicBezTo>
                      <a:pt x="30" y="1154"/>
                      <a:pt x="44" y="1162"/>
                      <a:pt x="59" y="1162"/>
                    </a:cubicBezTo>
                    <a:cubicBezTo>
                      <a:pt x="73" y="1162"/>
                      <a:pt x="88" y="1154"/>
                      <a:pt x="92" y="1137"/>
                    </a:cubicBezTo>
                    <a:cubicBezTo>
                      <a:pt x="125" y="1054"/>
                      <a:pt x="125" y="963"/>
                      <a:pt x="125" y="872"/>
                    </a:cubicBezTo>
                    <a:cubicBezTo>
                      <a:pt x="125" y="781"/>
                      <a:pt x="125" y="690"/>
                      <a:pt x="125" y="599"/>
                    </a:cubicBezTo>
                    <a:lnTo>
                      <a:pt x="117" y="599"/>
                    </a:lnTo>
                    <a:cubicBezTo>
                      <a:pt x="117" y="408"/>
                      <a:pt x="100" y="226"/>
                      <a:pt x="84" y="44"/>
                    </a:cubicBezTo>
                    <a:cubicBezTo>
                      <a:pt x="80" y="15"/>
                      <a:pt x="5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9" name="Google Shape;4769;p12"/>
              <p:cNvSpPr/>
              <p:nvPr/>
            </p:nvSpPr>
            <p:spPr>
              <a:xfrm>
                <a:off x="2976475" y="4020975"/>
                <a:ext cx="69850" cy="101400"/>
              </a:xfrm>
              <a:custGeom>
                <a:rect b="b" l="l" r="r" t="t"/>
                <a:pathLst>
                  <a:path extrusionOk="0" h="4056" w="2794">
                    <a:moveTo>
                      <a:pt x="1457" y="1475"/>
                    </a:moveTo>
                    <a:lnTo>
                      <a:pt x="1457" y="1475"/>
                    </a:lnTo>
                    <a:cubicBezTo>
                      <a:pt x="1459" y="1478"/>
                      <a:pt x="1461" y="1481"/>
                      <a:pt x="1463" y="1485"/>
                    </a:cubicBezTo>
                    <a:lnTo>
                      <a:pt x="1463" y="1485"/>
                    </a:lnTo>
                    <a:cubicBezTo>
                      <a:pt x="1461" y="1482"/>
                      <a:pt x="1459" y="1478"/>
                      <a:pt x="1457" y="1475"/>
                    </a:cubicBezTo>
                    <a:close/>
                    <a:moveTo>
                      <a:pt x="1562" y="1640"/>
                    </a:moveTo>
                    <a:lnTo>
                      <a:pt x="1562" y="1640"/>
                    </a:lnTo>
                    <a:cubicBezTo>
                      <a:pt x="1574" y="1657"/>
                      <a:pt x="1587" y="1674"/>
                      <a:pt x="1599" y="1691"/>
                    </a:cubicBezTo>
                    <a:cubicBezTo>
                      <a:pt x="1599" y="1691"/>
                      <a:pt x="1599" y="1699"/>
                      <a:pt x="1599" y="1699"/>
                    </a:cubicBezTo>
                    <a:cubicBezTo>
                      <a:pt x="1587" y="1679"/>
                      <a:pt x="1575" y="1659"/>
                      <a:pt x="1562" y="1640"/>
                    </a:cubicBezTo>
                    <a:close/>
                    <a:moveTo>
                      <a:pt x="1061" y="3522"/>
                    </a:moveTo>
                    <a:cubicBezTo>
                      <a:pt x="1069" y="3563"/>
                      <a:pt x="1077" y="3596"/>
                      <a:pt x="1086" y="3638"/>
                    </a:cubicBezTo>
                    <a:cubicBezTo>
                      <a:pt x="1077" y="3671"/>
                      <a:pt x="1061" y="3737"/>
                      <a:pt x="1028" y="3746"/>
                    </a:cubicBezTo>
                    <a:cubicBezTo>
                      <a:pt x="1011" y="3704"/>
                      <a:pt x="1003" y="3663"/>
                      <a:pt x="994" y="3630"/>
                    </a:cubicBezTo>
                    <a:cubicBezTo>
                      <a:pt x="986" y="3605"/>
                      <a:pt x="978" y="3580"/>
                      <a:pt x="978" y="3555"/>
                    </a:cubicBezTo>
                    <a:cubicBezTo>
                      <a:pt x="1003" y="3555"/>
                      <a:pt x="1036" y="3547"/>
                      <a:pt x="1061" y="3522"/>
                    </a:cubicBezTo>
                    <a:close/>
                    <a:moveTo>
                      <a:pt x="1146" y="0"/>
                    </a:moveTo>
                    <a:cubicBezTo>
                      <a:pt x="1132" y="0"/>
                      <a:pt x="1116" y="9"/>
                      <a:pt x="1110" y="25"/>
                    </a:cubicBezTo>
                    <a:cubicBezTo>
                      <a:pt x="1086" y="59"/>
                      <a:pt x="1102" y="100"/>
                      <a:pt x="1102" y="133"/>
                    </a:cubicBezTo>
                    <a:cubicBezTo>
                      <a:pt x="1110" y="175"/>
                      <a:pt x="1127" y="216"/>
                      <a:pt x="1135" y="249"/>
                    </a:cubicBezTo>
                    <a:cubicBezTo>
                      <a:pt x="1160" y="315"/>
                      <a:pt x="1177" y="390"/>
                      <a:pt x="1202" y="456"/>
                    </a:cubicBezTo>
                    <a:cubicBezTo>
                      <a:pt x="1208" y="482"/>
                      <a:pt x="1235" y="503"/>
                      <a:pt x="1262" y="503"/>
                    </a:cubicBezTo>
                    <a:cubicBezTo>
                      <a:pt x="1270" y="503"/>
                      <a:pt x="1277" y="501"/>
                      <a:pt x="1284" y="498"/>
                    </a:cubicBezTo>
                    <a:cubicBezTo>
                      <a:pt x="1309" y="489"/>
                      <a:pt x="1326" y="473"/>
                      <a:pt x="1334" y="448"/>
                    </a:cubicBezTo>
                    <a:cubicBezTo>
                      <a:pt x="1342" y="465"/>
                      <a:pt x="1351" y="481"/>
                      <a:pt x="1359" y="506"/>
                    </a:cubicBezTo>
                    <a:cubicBezTo>
                      <a:pt x="1359" y="572"/>
                      <a:pt x="1376" y="647"/>
                      <a:pt x="1392" y="713"/>
                    </a:cubicBezTo>
                    <a:cubicBezTo>
                      <a:pt x="1386" y="712"/>
                      <a:pt x="1380" y="711"/>
                      <a:pt x="1375" y="711"/>
                    </a:cubicBezTo>
                    <a:cubicBezTo>
                      <a:pt x="1312" y="711"/>
                      <a:pt x="1247" y="787"/>
                      <a:pt x="1284" y="862"/>
                    </a:cubicBezTo>
                    <a:cubicBezTo>
                      <a:pt x="1326" y="970"/>
                      <a:pt x="1376" y="1078"/>
                      <a:pt x="1425" y="1185"/>
                    </a:cubicBezTo>
                    <a:cubicBezTo>
                      <a:pt x="1413" y="1183"/>
                      <a:pt x="1400" y="1182"/>
                      <a:pt x="1388" y="1182"/>
                    </a:cubicBezTo>
                    <a:cubicBezTo>
                      <a:pt x="1351" y="1182"/>
                      <a:pt x="1316" y="1192"/>
                      <a:pt x="1284" y="1210"/>
                    </a:cubicBezTo>
                    <a:cubicBezTo>
                      <a:pt x="1259" y="1176"/>
                      <a:pt x="1225" y="1162"/>
                      <a:pt x="1192" y="1162"/>
                    </a:cubicBezTo>
                    <a:cubicBezTo>
                      <a:pt x="1128" y="1162"/>
                      <a:pt x="1069" y="1217"/>
                      <a:pt x="1086" y="1293"/>
                    </a:cubicBezTo>
                    <a:cubicBezTo>
                      <a:pt x="1102" y="1392"/>
                      <a:pt x="1119" y="1492"/>
                      <a:pt x="1144" y="1591"/>
                    </a:cubicBezTo>
                    <a:cubicBezTo>
                      <a:pt x="1110" y="1608"/>
                      <a:pt x="1094" y="1641"/>
                      <a:pt x="1119" y="1691"/>
                    </a:cubicBezTo>
                    <a:cubicBezTo>
                      <a:pt x="1119" y="1699"/>
                      <a:pt x="1127" y="1707"/>
                      <a:pt x="1127" y="1716"/>
                    </a:cubicBezTo>
                    <a:cubicBezTo>
                      <a:pt x="1152" y="1774"/>
                      <a:pt x="1177" y="1840"/>
                      <a:pt x="1210" y="1898"/>
                    </a:cubicBezTo>
                    <a:cubicBezTo>
                      <a:pt x="1226" y="1981"/>
                      <a:pt x="1243" y="2072"/>
                      <a:pt x="1268" y="2155"/>
                    </a:cubicBezTo>
                    <a:cubicBezTo>
                      <a:pt x="1210" y="2055"/>
                      <a:pt x="1152" y="1948"/>
                      <a:pt x="1102" y="1840"/>
                    </a:cubicBezTo>
                    <a:cubicBezTo>
                      <a:pt x="1083" y="1799"/>
                      <a:pt x="1052" y="1783"/>
                      <a:pt x="1019" y="1783"/>
                    </a:cubicBezTo>
                    <a:cubicBezTo>
                      <a:pt x="952" y="1783"/>
                      <a:pt x="878" y="1853"/>
                      <a:pt x="895" y="1931"/>
                    </a:cubicBezTo>
                    <a:cubicBezTo>
                      <a:pt x="903" y="1964"/>
                      <a:pt x="903" y="2006"/>
                      <a:pt x="912" y="2039"/>
                    </a:cubicBezTo>
                    <a:cubicBezTo>
                      <a:pt x="895" y="2026"/>
                      <a:pt x="875" y="2021"/>
                      <a:pt x="854" y="2021"/>
                    </a:cubicBezTo>
                    <a:cubicBezTo>
                      <a:pt x="794" y="2021"/>
                      <a:pt x="729" y="2070"/>
                      <a:pt x="729" y="2138"/>
                    </a:cubicBezTo>
                    <a:cubicBezTo>
                      <a:pt x="738" y="2254"/>
                      <a:pt x="738" y="2370"/>
                      <a:pt x="746" y="2494"/>
                    </a:cubicBezTo>
                    <a:cubicBezTo>
                      <a:pt x="738" y="2503"/>
                      <a:pt x="721" y="2511"/>
                      <a:pt x="713" y="2528"/>
                    </a:cubicBezTo>
                    <a:cubicBezTo>
                      <a:pt x="704" y="2486"/>
                      <a:pt x="688" y="2453"/>
                      <a:pt x="671" y="2412"/>
                    </a:cubicBezTo>
                    <a:cubicBezTo>
                      <a:pt x="646" y="2370"/>
                      <a:pt x="613" y="2329"/>
                      <a:pt x="555" y="2329"/>
                    </a:cubicBezTo>
                    <a:cubicBezTo>
                      <a:pt x="506" y="2329"/>
                      <a:pt x="448" y="2362"/>
                      <a:pt x="439" y="2412"/>
                    </a:cubicBezTo>
                    <a:cubicBezTo>
                      <a:pt x="423" y="2503"/>
                      <a:pt x="414" y="2594"/>
                      <a:pt x="406" y="2685"/>
                    </a:cubicBezTo>
                    <a:lnTo>
                      <a:pt x="398" y="2685"/>
                    </a:lnTo>
                    <a:cubicBezTo>
                      <a:pt x="370" y="2649"/>
                      <a:pt x="324" y="2629"/>
                      <a:pt x="281" y="2629"/>
                    </a:cubicBezTo>
                    <a:cubicBezTo>
                      <a:pt x="234" y="2629"/>
                      <a:pt x="191" y="2654"/>
                      <a:pt x="182" y="2710"/>
                    </a:cubicBezTo>
                    <a:cubicBezTo>
                      <a:pt x="168" y="2701"/>
                      <a:pt x="150" y="2696"/>
                      <a:pt x="132" y="2696"/>
                    </a:cubicBezTo>
                    <a:cubicBezTo>
                      <a:pt x="70" y="2696"/>
                      <a:pt x="0" y="2747"/>
                      <a:pt x="0" y="2818"/>
                    </a:cubicBezTo>
                    <a:cubicBezTo>
                      <a:pt x="8" y="3124"/>
                      <a:pt x="108" y="3414"/>
                      <a:pt x="282" y="3671"/>
                    </a:cubicBezTo>
                    <a:cubicBezTo>
                      <a:pt x="307" y="3737"/>
                      <a:pt x="340" y="3804"/>
                      <a:pt x="373" y="3878"/>
                    </a:cubicBezTo>
                    <a:cubicBezTo>
                      <a:pt x="390" y="3895"/>
                      <a:pt x="398" y="3911"/>
                      <a:pt x="414" y="3920"/>
                    </a:cubicBezTo>
                    <a:cubicBezTo>
                      <a:pt x="423" y="3944"/>
                      <a:pt x="439" y="3969"/>
                      <a:pt x="448" y="3994"/>
                    </a:cubicBezTo>
                    <a:cubicBezTo>
                      <a:pt x="466" y="4035"/>
                      <a:pt x="502" y="4054"/>
                      <a:pt x="540" y="4054"/>
                    </a:cubicBezTo>
                    <a:cubicBezTo>
                      <a:pt x="571" y="4054"/>
                      <a:pt x="604" y="4041"/>
                      <a:pt x="630" y="4019"/>
                    </a:cubicBezTo>
                    <a:cubicBezTo>
                      <a:pt x="644" y="4025"/>
                      <a:pt x="659" y="4028"/>
                      <a:pt x="675" y="4028"/>
                    </a:cubicBezTo>
                    <a:cubicBezTo>
                      <a:pt x="741" y="4028"/>
                      <a:pt x="807" y="3974"/>
                      <a:pt x="787" y="3886"/>
                    </a:cubicBezTo>
                    <a:cubicBezTo>
                      <a:pt x="779" y="3845"/>
                      <a:pt x="771" y="3804"/>
                      <a:pt x="762" y="3762"/>
                    </a:cubicBezTo>
                    <a:lnTo>
                      <a:pt x="762" y="3762"/>
                    </a:lnTo>
                    <a:cubicBezTo>
                      <a:pt x="787" y="3795"/>
                      <a:pt x="804" y="3837"/>
                      <a:pt x="829" y="3870"/>
                    </a:cubicBezTo>
                    <a:cubicBezTo>
                      <a:pt x="837" y="3886"/>
                      <a:pt x="854" y="3903"/>
                      <a:pt x="870" y="3920"/>
                    </a:cubicBezTo>
                    <a:cubicBezTo>
                      <a:pt x="895" y="3936"/>
                      <a:pt x="920" y="3961"/>
                      <a:pt x="961" y="3969"/>
                    </a:cubicBezTo>
                    <a:cubicBezTo>
                      <a:pt x="983" y="3976"/>
                      <a:pt x="1005" y="3979"/>
                      <a:pt x="1026" y="3979"/>
                    </a:cubicBezTo>
                    <a:cubicBezTo>
                      <a:pt x="1086" y="3979"/>
                      <a:pt x="1142" y="3954"/>
                      <a:pt x="1185" y="3911"/>
                    </a:cubicBezTo>
                    <a:cubicBezTo>
                      <a:pt x="1197" y="3915"/>
                      <a:pt x="1212" y="3917"/>
                      <a:pt x="1226" y="3917"/>
                    </a:cubicBezTo>
                    <a:cubicBezTo>
                      <a:pt x="1241" y="3917"/>
                      <a:pt x="1255" y="3915"/>
                      <a:pt x="1268" y="3911"/>
                    </a:cubicBezTo>
                    <a:cubicBezTo>
                      <a:pt x="1326" y="3895"/>
                      <a:pt x="1351" y="3837"/>
                      <a:pt x="1342" y="3779"/>
                    </a:cubicBezTo>
                    <a:cubicBezTo>
                      <a:pt x="1334" y="3737"/>
                      <a:pt x="1326" y="3696"/>
                      <a:pt x="1326" y="3654"/>
                    </a:cubicBezTo>
                    <a:cubicBezTo>
                      <a:pt x="1334" y="3621"/>
                      <a:pt x="1342" y="3580"/>
                      <a:pt x="1351" y="3547"/>
                    </a:cubicBezTo>
                    <a:cubicBezTo>
                      <a:pt x="1367" y="3621"/>
                      <a:pt x="1384" y="3688"/>
                      <a:pt x="1400" y="3762"/>
                    </a:cubicBezTo>
                    <a:cubicBezTo>
                      <a:pt x="1410" y="3815"/>
                      <a:pt x="1449" y="3837"/>
                      <a:pt x="1490" y="3837"/>
                    </a:cubicBezTo>
                    <a:cubicBezTo>
                      <a:pt x="1553" y="3837"/>
                      <a:pt x="1623" y="3784"/>
                      <a:pt x="1608" y="3704"/>
                    </a:cubicBezTo>
                    <a:cubicBezTo>
                      <a:pt x="1583" y="3588"/>
                      <a:pt x="1566" y="3480"/>
                      <a:pt x="1550" y="3373"/>
                    </a:cubicBezTo>
                    <a:lnTo>
                      <a:pt x="1550" y="3373"/>
                    </a:lnTo>
                    <a:cubicBezTo>
                      <a:pt x="1583" y="3447"/>
                      <a:pt x="1624" y="3530"/>
                      <a:pt x="1666" y="3605"/>
                    </a:cubicBezTo>
                    <a:cubicBezTo>
                      <a:pt x="1682" y="3641"/>
                      <a:pt x="1714" y="3657"/>
                      <a:pt x="1746" y="3657"/>
                    </a:cubicBezTo>
                    <a:cubicBezTo>
                      <a:pt x="1810" y="3657"/>
                      <a:pt x="1878" y="3598"/>
                      <a:pt x="1856" y="3522"/>
                    </a:cubicBezTo>
                    <a:cubicBezTo>
                      <a:pt x="1840" y="3472"/>
                      <a:pt x="1831" y="3422"/>
                      <a:pt x="1815" y="3373"/>
                    </a:cubicBezTo>
                    <a:lnTo>
                      <a:pt x="1815" y="3373"/>
                    </a:lnTo>
                    <a:cubicBezTo>
                      <a:pt x="1864" y="3480"/>
                      <a:pt x="1914" y="3588"/>
                      <a:pt x="1964" y="3696"/>
                    </a:cubicBezTo>
                    <a:cubicBezTo>
                      <a:pt x="1981" y="3733"/>
                      <a:pt x="2008" y="3748"/>
                      <a:pt x="2038" y="3748"/>
                    </a:cubicBezTo>
                    <a:cubicBezTo>
                      <a:pt x="2080" y="3748"/>
                      <a:pt x="2126" y="3715"/>
                      <a:pt x="2146" y="3671"/>
                    </a:cubicBezTo>
                    <a:cubicBezTo>
                      <a:pt x="2160" y="3680"/>
                      <a:pt x="2176" y="3684"/>
                      <a:pt x="2192" y="3684"/>
                    </a:cubicBezTo>
                    <a:cubicBezTo>
                      <a:pt x="2234" y="3684"/>
                      <a:pt x="2277" y="3657"/>
                      <a:pt x="2295" y="3621"/>
                    </a:cubicBezTo>
                    <a:lnTo>
                      <a:pt x="2370" y="3978"/>
                    </a:lnTo>
                    <a:cubicBezTo>
                      <a:pt x="2381" y="4032"/>
                      <a:pt x="2424" y="4056"/>
                      <a:pt x="2470" y="4056"/>
                    </a:cubicBezTo>
                    <a:cubicBezTo>
                      <a:pt x="2528" y="4056"/>
                      <a:pt x="2590" y="4015"/>
                      <a:pt x="2585" y="3944"/>
                    </a:cubicBezTo>
                    <a:lnTo>
                      <a:pt x="2577" y="3663"/>
                    </a:lnTo>
                    <a:lnTo>
                      <a:pt x="2577" y="3663"/>
                    </a:lnTo>
                    <a:cubicBezTo>
                      <a:pt x="2591" y="3668"/>
                      <a:pt x="2607" y="3670"/>
                      <a:pt x="2621" y="3670"/>
                    </a:cubicBezTo>
                    <a:cubicBezTo>
                      <a:pt x="2683" y="3670"/>
                      <a:pt x="2739" y="3630"/>
                      <a:pt x="2726" y="3563"/>
                    </a:cubicBezTo>
                    <a:cubicBezTo>
                      <a:pt x="2710" y="3389"/>
                      <a:pt x="2685" y="3215"/>
                      <a:pt x="2660" y="3041"/>
                    </a:cubicBezTo>
                    <a:cubicBezTo>
                      <a:pt x="2660" y="3041"/>
                      <a:pt x="2660" y="3033"/>
                      <a:pt x="2660" y="3025"/>
                    </a:cubicBezTo>
                    <a:cubicBezTo>
                      <a:pt x="2660" y="2813"/>
                      <a:pt x="2620" y="2609"/>
                      <a:pt x="2563" y="2413"/>
                    </a:cubicBezTo>
                    <a:lnTo>
                      <a:pt x="2563" y="2413"/>
                    </a:lnTo>
                    <a:cubicBezTo>
                      <a:pt x="2566" y="2418"/>
                      <a:pt x="2569" y="2423"/>
                      <a:pt x="2569" y="2428"/>
                    </a:cubicBezTo>
                    <a:cubicBezTo>
                      <a:pt x="2589" y="2467"/>
                      <a:pt x="2621" y="2483"/>
                      <a:pt x="2653" y="2483"/>
                    </a:cubicBezTo>
                    <a:cubicBezTo>
                      <a:pt x="2722" y="2483"/>
                      <a:pt x="2793" y="2406"/>
                      <a:pt x="2759" y="2320"/>
                    </a:cubicBezTo>
                    <a:cubicBezTo>
                      <a:pt x="2660" y="2113"/>
                      <a:pt x="2536" y="1906"/>
                      <a:pt x="2403" y="1716"/>
                    </a:cubicBezTo>
                    <a:cubicBezTo>
                      <a:pt x="2304" y="1566"/>
                      <a:pt x="2212" y="1417"/>
                      <a:pt x="2105" y="1268"/>
                    </a:cubicBezTo>
                    <a:cubicBezTo>
                      <a:pt x="1956" y="929"/>
                      <a:pt x="1782" y="597"/>
                      <a:pt x="1591" y="274"/>
                    </a:cubicBezTo>
                    <a:cubicBezTo>
                      <a:pt x="1567" y="240"/>
                      <a:pt x="1531" y="223"/>
                      <a:pt x="1498" y="223"/>
                    </a:cubicBezTo>
                    <a:cubicBezTo>
                      <a:pt x="1474" y="223"/>
                      <a:pt x="1451" y="232"/>
                      <a:pt x="1434" y="249"/>
                    </a:cubicBezTo>
                    <a:cubicBezTo>
                      <a:pt x="1428" y="248"/>
                      <a:pt x="1422" y="248"/>
                      <a:pt x="1416" y="248"/>
                    </a:cubicBezTo>
                    <a:cubicBezTo>
                      <a:pt x="1364" y="248"/>
                      <a:pt x="1316" y="279"/>
                      <a:pt x="1301" y="324"/>
                    </a:cubicBezTo>
                    <a:cubicBezTo>
                      <a:pt x="1293" y="291"/>
                      <a:pt x="1276" y="249"/>
                      <a:pt x="1268" y="216"/>
                    </a:cubicBezTo>
                    <a:cubicBezTo>
                      <a:pt x="1260" y="175"/>
                      <a:pt x="1251" y="133"/>
                      <a:pt x="1235" y="100"/>
                    </a:cubicBezTo>
                    <a:cubicBezTo>
                      <a:pt x="1226" y="83"/>
                      <a:pt x="1218" y="67"/>
                      <a:pt x="1210" y="50"/>
                    </a:cubicBezTo>
                    <a:cubicBezTo>
                      <a:pt x="1202" y="34"/>
                      <a:pt x="1185" y="17"/>
                      <a:pt x="1168" y="9"/>
                    </a:cubicBezTo>
                    <a:cubicBezTo>
                      <a:pt x="1163" y="3"/>
                      <a:pt x="1155" y="0"/>
                      <a:pt x="114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0" name="Google Shape;4770;p12"/>
              <p:cNvSpPr/>
              <p:nvPr/>
            </p:nvSpPr>
            <p:spPr>
              <a:xfrm>
                <a:off x="3003400" y="4013650"/>
                <a:ext cx="2500" cy="5475"/>
              </a:xfrm>
              <a:custGeom>
                <a:rect b="b" l="l" r="r" t="t"/>
                <a:pathLst>
                  <a:path extrusionOk="0" h="219" w="100">
                    <a:moveTo>
                      <a:pt x="38" y="0"/>
                    </a:moveTo>
                    <a:cubicBezTo>
                      <a:pt x="34" y="0"/>
                      <a:pt x="30" y="1"/>
                      <a:pt x="25" y="4"/>
                    </a:cubicBezTo>
                    <a:cubicBezTo>
                      <a:pt x="9" y="4"/>
                      <a:pt x="0" y="12"/>
                      <a:pt x="0" y="28"/>
                    </a:cubicBezTo>
                    <a:cubicBezTo>
                      <a:pt x="0" y="45"/>
                      <a:pt x="0" y="53"/>
                      <a:pt x="0" y="62"/>
                    </a:cubicBezTo>
                    <a:cubicBezTo>
                      <a:pt x="0" y="78"/>
                      <a:pt x="0" y="86"/>
                      <a:pt x="0" y="103"/>
                    </a:cubicBezTo>
                    <a:lnTo>
                      <a:pt x="9" y="169"/>
                    </a:lnTo>
                    <a:cubicBezTo>
                      <a:pt x="9" y="202"/>
                      <a:pt x="25" y="219"/>
                      <a:pt x="58" y="219"/>
                    </a:cubicBezTo>
                    <a:cubicBezTo>
                      <a:pt x="83" y="211"/>
                      <a:pt x="100" y="186"/>
                      <a:pt x="91" y="161"/>
                    </a:cubicBezTo>
                    <a:lnTo>
                      <a:pt x="100" y="161"/>
                    </a:lnTo>
                    <a:cubicBezTo>
                      <a:pt x="91" y="136"/>
                      <a:pt x="83" y="111"/>
                      <a:pt x="83" y="86"/>
                    </a:cubicBezTo>
                    <a:cubicBezTo>
                      <a:pt x="75" y="78"/>
                      <a:pt x="75" y="70"/>
                      <a:pt x="75" y="53"/>
                    </a:cubicBezTo>
                    <a:cubicBezTo>
                      <a:pt x="67" y="45"/>
                      <a:pt x="67" y="37"/>
                      <a:pt x="58" y="20"/>
                    </a:cubicBezTo>
                    <a:cubicBezTo>
                      <a:pt x="58" y="8"/>
                      <a:pt x="49" y="0"/>
                      <a:pt x="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1" name="Google Shape;4771;p12"/>
              <p:cNvSpPr/>
              <p:nvPr/>
            </p:nvSpPr>
            <p:spPr>
              <a:xfrm>
                <a:off x="2933600" y="3877875"/>
                <a:ext cx="54275" cy="77700"/>
              </a:xfrm>
              <a:custGeom>
                <a:rect b="b" l="l" r="r" t="t"/>
                <a:pathLst>
                  <a:path extrusionOk="0" h="3108" w="2171">
                    <a:moveTo>
                      <a:pt x="593" y="0"/>
                    </a:moveTo>
                    <a:cubicBezTo>
                      <a:pt x="579" y="0"/>
                      <a:pt x="565" y="7"/>
                      <a:pt x="555" y="24"/>
                    </a:cubicBezTo>
                    <a:cubicBezTo>
                      <a:pt x="547" y="32"/>
                      <a:pt x="547" y="32"/>
                      <a:pt x="547" y="41"/>
                    </a:cubicBezTo>
                    <a:cubicBezTo>
                      <a:pt x="539" y="41"/>
                      <a:pt x="522" y="49"/>
                      <a:pt x="514" y="66"/>
                    </a:cubicBezTo>
                    <a:cubicBezTo>
                      <a:pt x="340" y="215"/>
                      <a:pt x="257" y="430"/>
                      <a:pt x="199" y="637"/>
                    </a:cubicBezTo>
                    <a:cubicBezTo>
                      <a:pt x="141" y="869"/>
                      <a:pt x="100" y="1101"/>
                      <a:pt x="91" y="1333"/>
                    </a:cubicBezTo>
                    <a:cubicBezTo>
                      <a:pt x="91" y="1342"/>
                      <a:pt x="91" y="1358"/>
                      <a:pt x="91" y="1366"/>
                    </a:cubicBezTo>
                    <a:cubicBezTo>
                      <a:pt x="83" y="1383"/>
                      <a:pt x="83" y="1400"/>
                      <a:pt x="83" y="1416"/>
                    </a:cubicBezTo>
                    <a:cubicBezTo>
                      <a:pt x="42" y="1748"/>
                      <a:pt x="0" y="2178"/>
                      <a:pt x="224" y="2452"/>
                    </a:cubicBezTo>
                    <a:cubicBezTo>
                      <a:pt x="232" y="2477"/>
                      <a:pt x="240" y="2501"/>
                      <a:pt x="257" y="2535"/>
                    </a:cubicBezTo>
                    <a:cubicBezTo>
                      <a:pt x="216" y="2559"/>
                      <a:pt x="232" y="2617"/>
                      <a:pt x="282" y="2617"/>
                    </a:cubicBezTo>
                    <a:cubicBezTo>
                      <a:pt x="282" y="2617"/>
                      <a:pt x="290" y="2617"/>
                      <a:pt x="290" y="2626"/>
                    </a:cubicBezTo>
                    <a:cubicBezTo>
                      <a:pt x="307" y="2659"/>
                      <a:pt x="323" y="2684"/>
                      <a:pt x="340" y="2717"/>
                    </a:cubicBezTo>
                    <a:cubicBezTo>
                      <a:pt x="356" y="2742"/>
                      <a:pt x="381" y="2758"/>
                      <a:pt x="406" y="2758"/>
                    </a:cubicBezTo>
                    <a:cubicBezTo>
                      <a:pt x="464" y="2800"/>
                      <a:pt x="530" y="2816"/>
                      <a:pt x="597" y="2833"/>
                    </a:cubicBezTo>
                    <a:cubicBezTo>
                      <a:pt x="779" y="2883"/>
                      <a:pt x="961" y="2924"/>
                      <a:pt x="1135" y="2965"/>
                    </a:cubicBezTo>
                    <a:cubicBezTo>
                      <a:pt x="1309" y="3007"/>
                      <a:pt x="1483" y="3048"/>
                      <a:pt x="1657" y="3081"/>
                    </a:cubicBezTo>
                    <a:cubicBezTo>
                      <a:pt x="1729" y="3093"/>
                      <a:pt x="1817" y="3107"/>
                      <a:pt x="1901" y="3107"/>
                    </a:cubicBezTo>
                    <a:cubicBezTo>
                      <a:pt x="1991" y="3107"/>
                      <a:pt x="2078" y="3091"/>
                      <a:pt x="2138" y="3040"/>
                    </a:cubicBezTo>
                    <a:cubicBezTo>
                      <a:pt x="2171" y="3015"/>
                      <a:pt x="2154" y="2965"/>
                      <a:pt x="2121" y="2957"/>
                    </a:cubicBezTo>
                    <a:cubicBezTo>
                      <a:pt x="2047" y="2924"/>
                      <a:pt x="1947" y="2932"/>
                      <a:pt x="1864" y="2924"/>
                    </a:cubicBezTo>
                    <a:cubicBezTo>
                      <a:pt x="1806" y="2916"/>
                      <a:pt x="1748" y="2907"/>
                      <a:pt x="1690" y="2891"/>
                    </a:cubicBezTo>
                    <a:cubicBezTo>
                      <a:pt x="1740" y="2883"/>
                      <a:pt x="1781" y="2874"/>
                      <a:pt x="1831" y="2849"/>
                    </a:cubicBezTo>
                    <a:cubicBezTo>
                      <a:pt x="1939" y="2800"/>
                      <a:pt x="2030" y="2709"/>
                      <a:pt x="1989" y="2576"/>
                    </a:cubicBezTo>
                    <a:cubicBezTo>
                      <a:pt x="1964" y="2518"/>
                      <a:pt x="1922" y="2468"/>
                      <a:pt x="1889" y="2419"/>
                    </a:cubicBezTo>
                    <a:cubicBezTo>
                      <a:pt x="1848" y="2369"/>
                      <a:pt x="1815" y="2319"/>
                      <a:pt x="1773" y="2269"/>
                    </a:cubicBezTo>
                    <a:cubicBezTo>
                      <a:pt x="1682" y="2137"/>
                      <a:pt x="1583" y="2013"/>
                      <a:pt x="1491" y="1888"/>
                    </a:cubicBezTo>
                    <a:cubicBezTo>
                      <a:pt x="1475" y="1847"/>
                      <a:pt x="1458" y="1797"/>
                      <a:pt x="1450" y="1756"/>
                    </a:cubicBezTo>
                    <a:cubicBezTo>
                      <a:pt x="1445" y="1730"/>
                      <a:pt x="1427" y="1721"/>
                      <a:pt x="1409" y="1721"/>
                    </a:cubicBezTo>
                    <a:cubicBezTo>
                      <a:pt x="1397" y="1721"/>
                      <a:pt x="1385" y="1725"/>
                      <a:pt x="1375" y="1731"/>
                    </a:cubicBezTo>
                    <a:cubicBezTo>
                      <a:pt x="1359" y="1714"/>
                      <a:pt x="1351" y="1690"/>
                      <a:pt x="1334" y="1673"/>
                    </a:cubicBezTo>
                    <a:cubicBezTo>
                      <a:pt x="1218" y="1507"/>
                      <a:pt x="1110" y="1333"/>
                      <a:pt x="1019" y="1159"/>
                    </a:cubicBezTo>
                    <a:cubicBezTo>
                      <a:pt x="986" y="936"/>
                      <a:pt x="969" y="704"/>
                      <a:pt x="978" y="480"/>
                    </a:cubicBezTo>
                    <a:cubicBezTo>
                      <a:pt x="978" y="456"/>
                      <a:pt x="957" y="441"/>
                      <a:pt x="937" y="441"/>
                    </a:cubicBezTo>
                    <a:cubicBezTo>
                      <a:pt x="921" y="441"/>
                      <a:pt x="907" y="450"/>
                      <a:pt x="903" y="472"/>
                    </a:cubicBezTo>
                    <a:cubicBezTo>
                      <a:pt x="887" y="579"/>
                      <a:pt x="878" y="695"/>
                      <a:pt x="878" y="811"/>
                    </a:cubicBezTo>
                    <a:cubicBezTo>
                      <a:pt x="796" y="596"/>
                      <a:pt x="738" y="380"/>
                      <a:pt x="713" y="148"/>
                    </a:cubicBezTo>
                    <a:cubicBezTo>
                      <a:pt x="704" y="99"/>
                      <a:pt x="680" y="57"/>
                      <a:pt x="638" y="41"/>
                    </a:cubicBezTo>
                    <a:cubicBezTo>
                      <a:pt x="633" y="16"/>
                      <a:pt x="613" y="0"/>
                      <a:pt x="59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2" name="Google Shape;4772;p12"/>
              <p:cNvSpPr/>
              <p:nvPr/>
            </p:nvSpPr>
            <p:spPr>
              <a:xfrm>
                <a:off x="2814900" y="3911525"/>
                <a:ext cx="33175" cy="38300"/>
              </a:xfrm>
              <a:custGeom>
                <a:rect b="b" l="l" r="r" t="t"/>
                <a:pathLst>
                  <a:path extrusionOk="0" h="1532" w="1327">
                    <a:moveTo>
                      <a:pt x="252" y="0"/>
                    </a:moveTo>
                    <a:cubicBezTo>
                      <a:pt x="221" y="0"/>
                      <a:pt x="194" y="17"/>
                      <a:pt x="183" y="45"/>
                    </a:cubicBezTo>
                    <a:cubicBezTo>
                      <a:pt x="166" y="45"/>
                      <a:pt x="158" y="37"/>
                      <a:pt x="150" y="37"/>
                    </a:cubicBezTo>
                    <a:cubicBezTo>
                      <a:pt x="141" y="33"/>
                      <a:pt x="131" y="32"/>
                      <a:pt x="122" y="32"/>
                    </a:cubicBezTo>
                    <a:cubicBezTo>
                      <a:pt x="88" y="32"/>
                      <a:pt x="53" y="52"/>
                      <a:pt x="34" y="78"/>
                    </a:cubicBezTo>
                    <a:cubicBezTo>
                      <a:pt x="1" y="112"/>
                      <a:pt x="1" y="161"/>
                      <a:pt x="25" y="203"/>
                    </a:cubicBezTo>
                    <a:cubicBezTo>
                      <a:pt x="50" y="261"/>
                      <a:pt x="75" y="319"/>
                      <a:pt x="108" y="377"/>
                    </a:cubicBezTo>
                    <a:cubicBezTo>
                      <a:pt x="108" y="385"/>
                      <a:pt x="117" y="402"/>
                      <a:pt x="125" y="418"/>
                    </a:cubicBezTo>
                    <a:cubicBezTo>
                      <a:pt x="150" y="468"/>
                      <a:pt x="175" y="518"/>
                      <a:pt x="208" y="576"/>
                    </a:cubicBezTo>
                    <a:cubicBezTo>
                      <a:pt x="198" y="572"/>
                      <a:pt x="189" y="571"/>
                      <a:pt x="179" y="571"/>
                    </a:cubicBezTo>
                    <a:cubicBezTo>
                      <a:pt x="112" y="571"/>
                      <a:pt x="45" y="643"/>
                      <a:pt x="67" y="708"/>
                    </a:cubicBezTo>
                    <a:cubicBezTo>
                      <a:pt x="191" y="1048"/>
                      <a:pt x="423" y="1338"/>
                      <a:pt x="730" y="1512"/>
                    </a:cubicBezTo>
                    <a:cubicBezTo>
                      <a:pt x="745" y="1522"/>
                      <a:pt x="763" y="1527"/>
                      <a:pt x="781" y="1527"/>
                    </a:cubicBezTo>
                    <a:cubicBezTo>
                      <a:pt x="821" y="1527"/>
                      <a:pt x="862" y="1504"/>
                      <a:pt x="879" y="1470"/>
                    </a:cubicBezTo>
                    <a:cubicBezTo>
                      <a:pt x="920" y="1445"/>
                      <a:pt x="937" y="1396"/>
                      <a:pt x="928" y="1354"/>
                    </a:cubicBezTo>
                    <a:cubicBezTo>
                      <a:pt x="928" y="1329"/>
                      <a:pt x="928" y="1305"/>
                      <a:pt x="912" y="1280"/>
                    </a:cubicBezTo>
                    <a:cubicBezTo>
                      <a:pt x="904" y="1247"/>
                      <a:pt x="879" y="1205"/>
                      <a:pt x="862" y="1172"/>
                    </a:cubicBezTo>
                    <a:lnTo>
                      <a:pt x="862" y="1139"/>
                    </a:lnTo>
                    <a:cubicBezTo>
                      <a:pt x="879" y="1155"/>
                      <a:pt x="895" y="1172"/>
                      <a:pt x="920" y="1189"/>
                    </a:cubicBezTo>
                    <a:cubicBezTo>
                      <a:pt x="978" y="1271"/>
                      <a:pt x="1036" y="1354"/>
                      <a:pt x="1078" y="1445"/>
                    </a:cubicBezTo>
                    <a:cubicBezTo>
                      <a:pt x="1099" y="1495"/>
                      <a:pt x="1138" y="1532"/>
                      <a:pt x="1185" y="1532"/>
                    </a:cubicBezTo>
                    <a:cubicBezTo>
                      <a:pt x="1193" y="1532"/>
                      <a:pt x="1201" y="1531"/>
                      <a:pt x="1210" y="1528"/>
                    </a:cubicBezTo>
                    <a:cubicBezTo>
                      <a:pt x="1268" y="1512"/>
                      <a:pt x="1310" y="1445"/>
                      <a:pt x="1285" y="1387"/>
                    </a:cubicBezTo>
                    <a:cubicBezTo>
                      <a:pt x="1268" y="1346"/>
                      <a:pt x="1252" y="1296"/>
                      <a:pt x="1235" y="1247"/>
                    </a:cubicBezTo>
                    <a:cubicBezTo>
                      <a:pt x="1235" y="1247"/>
                      <a:pt x="1243" y="1238"/>
                      <a:pt x="1243" y="1222"/>
                    </a:cubicBezTo>
                    <a:cubicBezTo>
                      <a:pt x="1252" y="1172"/>
                      <a:pt x="1235" y="1122"/>
                      <a:pt x="1227" y="1073"/>
                    </a:cubicBezTo>
                    <a:lnTo>
                      <a:pt x="1227" y="1073"/>
                    </a:lnTo>
                    <a:cubicBezTo>
                      <a:pt x="1233" y="1085"/>
                      <a:pt x="1252" y="1092"/>
                      <a:pt x="1269" y="1092"/>
                    </a:cubicBezTo>
                    <a:cubicBezTo>
                      <a:pt x="1275" y="1092"/>
                      <a:pt x="1280" y="1091"/>
                      <a:pt x="1285" y="1089"/>
                    </a:cubicBezTo>
                    <a:cubicBezTo>
                      <a:pt x="1301" y="1081"/>
                      <a:pt x="1326" y="1048"/>
                      <a:pt x="1318" y="1023"/>
                    </a:cubicBezTo>
                    <a:cubicBezTo>
                      <a:pt x="1293" y="973"/>
                      <a:pt x="1276" y="932"/>
                      <a:pt x="1260" y="890"/>
                    </a:cubicBezTo>
                    <a:cubicBezTo>
                      <a:pt x="1252" y="874"/>
                      <a:pt x="1252" y="865"/>
                      <a:pt x="1243" y="857"/>
                    </a:cubicBezTo>
                    <a:cubicBezTo>
                      <a:pt x="1235" y="841"/>
                      <a:pt x="1235" y="832"/>
                      <a:pt x="1227" y="824"/>
                    </a:cubicBezTo>
                    <a:cubicBezTo>
                      <a:pt x="1218" y="816"/>
                      <a:pt x="1218" y="807"/>
                      <a:pt x="1210" y="791"/>
                    </a:cubicBezTo>
                    <a:cubicBezTo>
                      <a:pt x="1202" y="783"/>
                      <a:pt x="1194" y="774"/>
                      <a:pt x="1185" y="758"/>
                    </a:cubicBezTo>
                    <a:cubicBezTo>
                      <a:pt x="1177" y="750"/>
                      <a:pt x="1167" y="746"/>
                      <a:pt x="1156" y="746"/>
                    </a:cubicBezTo>
                    <a:cubicBezTo>
                      <a:pt x="1134" y="746"/>
                      <a:pt x="1111" y="763"/>
                      <a:pt x="1111" y="791"/>
                    </a:cubicBezTo>
                    <a:cubicBezTo>
                      <a:pt x="1111" y="807"/>
                      <a:pt x="1111" y="816"/>
                      <a:pt x="1119" y="832"/>
                    </a:cubicBezTo>
                    <a:cubicBezTo>
                      <a:pt x="1119" y="841"/>
                      <a:pt x="1127" y="849"/>
                      <a:pt x="1127" y="865"/>
                    </a:cubicBezTo>
                    <a:cubicBezTo>
                      <a:pt x="1136" y="874"/>
                      <a:pt x="1136" y="882"/>
                      <a:pt x="1136" y="890"/>
                    </a:cubicBezTo>
                    <a:cubicBezTo>
                      <a:pt x="1119" y="857"/>
                      <a:pt x="1102" y="824"/>
                      <a:pt x="1078" y="791"/>
                    </a:cubicBezTo>
                    <a:cubicBezTo>
                      <a:pt x="1003" y="683"/>
                      <a:pt x="912" y="584"/>
                      <a:pt x="812" y="501"/>
                    </a:cubicBezTo>
                    <a:cubicBezTo>
                      <a:pt x="680" y="302"/>
                      <a:pt x="506" y="128"/>
                      <a:pt x="299" y="12"/>
                    </a:cubicBezTo>
                    <a:cubicBezTo>
                      <a:pt x="283" y="4"/>
                      <a:pt x="267" y="0"/>
                      <a:pt x="2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3" name="Google Shape;4773;p12"/>
              <p:cNvSpPr/>
              <p:nvPr/>
            </p:nvSpPr>
            <p:spPr>
              <a:xfrm>
                <a:off x="2801425" y="4126625"/>
                <a:ext cx="25" cy="225"/>
              </a:xfrm>
              <a:custGeom>
                <a:rect b="b" l="l" r="r" t="t"/>
                <a:pathLst>
                  <a:path extrusionOk="0" h="9" w="1">
                    <a:moveTo>
                      <a:pt x="1" y="8"/>
                    </a:moveTo>
                    <a:cubicBezTo>
                      <a:pt x="1" y="8"/>
                      <a:pt x="1" y="0"/>
                      <a:pt x="1" y="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4" name="Google Shape;4774;p12"/>
              <p:cNvSpPr/>
              <p:nvPr/>
            </p:nvSpPr>
            <p:spPr>
              <a:xfrm>
                <a:off x="2791900" y="4093750"/>
                <a:ext cx="108150" cy="47800"/>
              </a:xfrm>
              <a:custGeom>
                <a:rect b="b" l="l" r="r" t="t"/>
                <a:pathLst>
                  <a:path extrusionOk="0" h="1912" w="4326">
                    <a:moveTo>
                      <a:pt x="2344" y="1367"/>
                    </a:moveTo>
                    <a:cubicBezTo>
                      <a:pt x="2314" y="1376"/>
                      <a:pt x="2284" y="1391"/>
                      <a:pt x="2246" y="1406"/>
                    </a:cubicBezTo>
                    <a:cubicBezTo>
                      <a:pt x="2196" y="1423"/>
                      <a:pt x="2138" y="1439"/>
                      <a:pt x="2080" y="1456"/>
                    </a:cubicBezTo>
                    <a:cubicBezTo>
                      <a:pt x="2080" y="1456"/>
                      <a:pt x="2080" y="1448"/>
                      <a:pt x="2080" y="1439"/>
                    </a:cubicBezTo>
                    <a:cubicBezTo>
                      <a:pt x="2168" y="1415"/>
                      <a:pt x="2256" y="1391"/>
                      <a:pt x="2344" y="1367"/>
                    </a:cubicBezTo>
                    <a:close/>
                    <a:moveTo>
                      <a:pt x="979" y="1489"/>
                    </a:moveTo>
                    <a:cubicBezTo>
                      <a:pt x="1003" y="1497"/>
                      <a:pt x="1028" y="1514"/>
                      <a:pt x="1053" y="1522"/>
                    </a:cubicBezTo>
                    <a:lnTo>
                      <a:pt x="921" y="1522"/>
                    </a:lnTo>
                    <a:cubicBezTo>
                      <a:pt x="929" y="1514"/>
                      <a:pt x="929" y="1514"/>
                      <a:pt x="937" y="1514"/>
                    </a:cubicBezTo>
                    <a:cubicBezTo>
                      <a:pt x="945" y="1506"/>
                      <a:pt x="962" y="1506"/>
                      <a:pt x="970" y="1497"/>
                    </a:cubicBezTo>
                    <a:cubicBezTo>
                      <a:pt x="970" y="1497"/>
                      <a:pt x="979" y="1489"/>
                      <a:pt x="979" y="1489"/>
                    </a:cubicBezTo>
                    <a:close/>
                    <a:moveTo>
                      <a:pt x="1262" y="0"/>
                    </a:moveTo>
                    <a:cubicBezTo>
                      <a:pt x="1245" y="0"/>
                      <a:pt x="1228" y="9"/>
                      <a:pt x="1219" y="31"/>
                    </a:cubicBezTo>
                    <a:cubicBezTo>
                      <a:pt x="1169" y="147"/>
                      <a:pt x="1128" y="263"/>
                      <a:pt x="1061" y="379"/>
                    </a:cubicBezTo>
                    <a:cubicBezTo>
                      <a:pt x="1003" y="487"/>
                      <a:pt x="921" y="586"/>
                      <a:pt x="887" y="710"/>
                    </a:cubicBezTo>
                    <a:cubicBezTo>
                      <a:pt x="879" y="735"/>
                      <a:pt x="871" y="760"/>
                      <a:pt x="871" y="785"/>
                    </a:cubicBezTo>
                    <a:cubicBezTo>
                      <a:pt x="864" y="784"/>
                      <a:pt x="856" y="783"/>
                      <a:pt x="849" y="783"/>
                    </a:cubicBezTo>
                    <a:cubicBezTo>
                      <a:pt x="797" y="783"/>
                      <a:pt x="743" y="810"/>
                      <a:pt x="722" y="868"/>
                    </a:cubicBezTo>
                    <a:cubicBezTo>
                      <a:pt x="722" y="876"/>
                      <a:pt x="722" y="884"/>
                      <a:pt x="713" y="893"/>
                    </a:cubicBezTo>
                    <a:lnTo>
                      <a:pt x="705" y="893"/>
                    </a:lnTo>
                    <a:cubicBezTo>
                      <a:pt x="655" y="926"/>
                      <a:pt x="631" y="975"/>
                      <a:pt x="622" y="1025"/>
                    </a:cubicBezTo>
                    <a:cubicBezTo>
                      <a:pt x="581" y="1083"/>
                      <a:pt x="573" y="1149"/>
                      <a:pt x="581" y="1216"/>
                    </a:cubicBezTo>
                    <a:cubicBezTo>
                      <a:pt x="556" y="1158"/>
                      <a:pt x="515" y="1108"/>
                      <a:pt x="465" y="1058"/>
                    </a:cubicBezTo>
                    <a:cubicBezTo>
                      <a:pt x="415" y="1017"/>
                      <a:pt x="357" y="975"/>
                      <a:pt x="291" y="951"/>
                    </a:cubicBezTo>
                    <a:cubicBezTo>
                      <a:pt x="258" y="934"/>
                      <a:pt x="225" y="917"/>
                      <a:pt x="183" y="909"/>
                    </a:cubicBezTo>
                    <a:lnTo>
                      <a:pt x="158" y="909"/>
                    </a:lnTo>
                    <a:cubicBezTo>
                      <a:pt x="150" y="909"/>
                      <a:pt x="142" y="901"/>
                      <a:pt x="133" y="901"/>
                    </a:cubicBezTo>
                    <a:lnTo>
                      <a:pt x="84" y="901"/>
                    </a:lnTo>
                    <a:cubicBezTo>
                      <a:pt x="77" y="899"/>
                      <a:pt x="71" y="898"/>
                      <a:pt x="65" y="898"/>
                    </a:cubicBezTo>
                    <a:cubicBezTo>
                      <a:pt x="47" y="898"/>
                      <a:pt x="30" y="907"/>
                      <a:pt x="17" y="926"/>
                    </a:cubicBezTo>
                    <a:cubicBezTo>
                      <a:pt x="1" y="951"/>
                      <a:pt x="1" y="984"/>
                      <a:pt x="26" y="1000"/>
                    </a:cubicBezTo>
                    <a:cubicBezTo>
                      <a:pt x="34" y="1009"/>
                      <a:pt x="51" y="1017"/>
                      <a:pt x="59" y="1033"/>
                    </a:cubicBezTo>
                    <a:cubicBezTo>
                      <a:pt x="67" y="1033"/>
                      <a:pt x="67" y="1042"/>
                      <a:pt x="75" y="1042"/>
                    </a:cubicBezTo>
                    <a:cubicBezTo>
                      <a:pt x="84" y="1050"/>
                      <a:pt x="84" y="1050"/>
                      <a:pt x="92" y="1058"/>
                    </a:cubicBezTo>
                    <a:cubicBezTo>
                      <a:pt x="100" y="1058"/>
                      <a:pt x="109" y="1067"/>
                      <a:pt x="109" y="1067"/>
                    </a:cubicBezTo>
                    <a:lnTo>
                      <a:pt x="133" y="1091"/>
                    </a:lnTo>
                    <a:cubicBezTo>
                      <a:pt x="150" y="1100"/>
                      <a:pt x="158" y="1108"/>
                      <a:pt x="175" y="1116"/>
                    </a:cubicBezTo>
                    <a:cubicBezTo>
                      <a:pt x="200" y="1133"/>
                      <a:pt x="225" y="1149"/>
                      <a:pt x="249" y="1166"/>
                    </a:cubicBezTo>
                    <a:cubicBezTo>
                      <a:pt x="258" y="1166"/>
                      <a:pt x="258" y="1174"/>
                      <a:pt x="266" y="1174"/>
                    </a:cubicBezTo>
                    <a:cubicBezTo>
                      <a:pt x="274" y="1183"/>
                      <a:pt x="291" y="1199"/>
                      <a:pt x="299" y="1207"/>
                    </a:cubicBezTo>
                    <a:cubicBezTo>
                      <a:pt x="307" y="1216"/>
                      <a:pt x="316" y="1224"/>
                      <a:pt x="324" y="1232"/>
                    </a:cubicBezTo>
                    <a:cubicBezTo>
                      <a:pt x="332" y="1241"/>
                      <a:pt x="332" y="1241"/>
                      <a:pt x="341" y="1249"/>
                    </a:cubicBezTo>
                    <a:cubicBezTo>
                      <a:pt x="349" y="1265"/>
                      <a:pt x="365" y="1290"/>
                      <a:pt x="382" y="1315"/>
                    </a:cubicBezTo>
                    <a:lnTo>
                      <a:pt x="387" y="1325"/>
                    </a:lnTo>
                    <a:lnTo>
                      <a:pt x="387" y="1325"/>
                    </a:lnTo>
                    <a:cubicBezTo>
                      <a:pt x="385" y="1323"/>
                      <a:pt x="382" y="1323"/>
                      <a:pt x="382" y="1323"/>
                    </a:cubicBezTo>
                    <a:lnTo>
                      <a:pt x="382" y="1323"/>
                    </a:lnTo>
                    <a:cubicBezTo>
                      <a:pt x="382" y="1323"/>
                      <a:pt x="390" y="1332"/>
                      <a:pt x="390" y="1332"/>
                    </a:cubicBezTo>
                    <a:cubicBezTo>
                      <a:pt x="390" y="1340"/>
                      <a:pt x="399" y="1348"/>
                      <a:pt x="399" y="1365"/>
                    </a:cubicBezTo>
                    <a:cubicBezTo>
                      <a:pt x="399" y="1365"/>
                      <a:pt x="399" y="1373"/>
                      <a:pt x="399" y="1381"/>
                    </a:cubicBezTo>
                    <a:cubicBezTo>
                      <a:pt x="399" y="1406"/>
                      <a:pt x="407" y="1439"/>
                      <a:pt x="423" y="1464"/>
                    </a:cubicBezTo>
                    <a:cubicBezTo>
                      <a:pt x="448" y="1497"/>
                      <a:pt x="473" y="1522"/>
                      <a:pt x="515" y="1522"/>
                    </a:cubicBezTo>
                    <a:cubicBezTo>
                      <a:pt x="556" y="1522"/>
                      <a:pt x="589" y="1497"/>
                      <a:pt x="614" y="1464"/>
                    </a:cubicBezTo>
                    <a:cubicBezTo>
                      <a:pt x="631" y="1439"/>
                      <a:pt x="631" y="1406"/>
                      <a:pt x="631" y="1373"/>
                    </a:cubicBezTo>
                    <a:cubicBezTo>
                      <a:pt x="655" y="1423"/>
                      <a:pt x="689" y="1464"/>
                      <a:pt x="730" y="1489"/>
                    </a:cubicBezTo>
                    <a:cubicBezTo>
                      <a:pt x="705" y="1497"/>
                      <a:pt x="672" y="1514"/>
                      <a:pt x="655" y="1547"/>
                    </a:cubicBezTo>
                    <a:cubicBezTo>
                      <a:pt x="622" y="1605"/>
                      <a:pt x="647" y="1663"/>
                      <a:pt x="697" y="1696"/>
                    </a:cubicBezTo>
                    <a:cubicBezTo>
                      <a:pt x="730" y="1729"/>
                      <a:pt x="763" y="1746"/>
                      <a:pt x="805" y="1763"/>
                    </a:cubicBezTo>
                    <a:cubicBezTo>
                      <a:pt x="945" y="1895"/>
                      <a:pt x="1169" y="1912"/>
                      <a:pt x="1360" y="1912"/>
                    </a:cubicBezTo>
                    <a:cubicBezTo>
                      <a:pt x="1641" y="1903"/>
                      <a:pt x="1931" y="1862"/>
                      <a:pt x="2196" y="1746"/>
                    </a:cubicBezTo>
                    <a:cubicBezTo>
                      <a:pt x="2246" y="1729"/>
                      <a:pt x="2288" y="1680"/>
                      <a:pt x="2271" y="1622"/>
                    </a:cubicBezTo>
                    <a:cubicBezTo>
                      <a:pt x="2354" y="1597"/>
                      <a:pt x="2428" y="1564"/>
                      <a:pt x="2503" y="1531"/>
                    </a:cubicBezTo>
                    <a:cubicBezTo>
                      <a:pt x="2619" y="1473"/>
                      <a:pt x="2727" y="1398"/>
                      <a:pt x="2843" y="1357"/>
                    </a:cubicBezTo>
                    <a:cubicBezTo>
                      <a:pt x="3050" y="1274"/>
                      <a:pt x="3282" y="1265"/>
                      <a:pt x="3497" y="1249"/>
                    </a:cubicBezTo>
                    <a:cubicBezTo>
                      <a:pt x="3696" y="1241"/>
                      <a:pt x="3895" y="1207"/>
                      <a:pt x="4077" y="1141"/>
                    </a:cubicBezTo>
                    <a:cubicBezTo>
                      <a:pt x="4135" y="1125"/>
                      <a:pt x="4185" y="1100"/>
                      <a:pt x="4235" y="1067"/>
                    </a:cubicBezTo>
                    <a:cubicBezTo>
                      <a:pt x="4326" y="1018"/>
                      <a:pt x="4269" y="886"/>
                      <a:pt x="4184" y="886"/>
                    </a:cubicBezTo>
                    <a:cubicBezTo>
                      <a:pt x="4169" y="886"/>
                      <a:pt x="4152" y="891"/>
                      <a:pt x="4135" y="901"/>
                    </a:cubicBezTo>
                    <a:cubicBezTo>
                      <a:pt x="4052" y="946"/>
                      <a:pt x="3964" y="960"/>
                      <a:pt x="3873" y="960"/>
                    </a:cubicBezTo>
                    <a:cubicBezTo>
                      <a:pt x="3746" y="960"/>
                      <a:pt x="3615" y="932"/>
                      <a:pt x="3489" y="917"/>
                    </a:cubicBezTo>
                    <a:cubicBezTo>
                      <a:pt x="3453" y="914"/>
                      <a:pt x="3418" y="912"/>
                      <a:pt x="3383" y="912"/>
                    </a:cubicBezTo>
                    <a:cubicBezTo>
                      <a:pt x="3184" y="912"/>
                      <a:pt x="2999" y="966"/>
                      <a:pt x="2801" y="1009"/>
                    </a:cubicBezTo>
                    <a:cubicBezTo>
                      <a:pt x="2553" y="1075"/>
                      <a:pt x="2304" y="1125"/>
                      <a:pt x="2056" y="1174"/>
                    </a:cubicBezTo>
                    <a:cubicBezTo>
                      <a:pt x="1926" y="1196"/>
                      <a:pt x="1773" y="1242"/>
                      <a:pt x="1628" y="1242"/>
                    </a:cubicBezTo>
                    <a:cubicBezTo>
                      <a:pt x="1551" y="1242"/>
                      <a:pt x="1476" y="1229"/>
                      <a:pt x="1409" y="1191"/>
                    </a:cubicBezTo>
                    <a:cubicBezTo>
                      <a:pt x="1244" y="1100"/>
                      <a:pt x="1161" y="909"/>
                      <a:pt x="1144" y="727"/>
                    </a:cubicBezTo>
                    <a:cubicBezTo>
                      <a:pt x="1144" y="710"/>
                      <a:pt x="1136" y="694"/>
                      <a:pt x="1119" y="677"/>
                    </a:cubicBezTo>
                    <a:cubicBezTo>
                      <a:pt x="1210" y="478"/>
                      <a:pt x="1335" y="288"/>
                      <a:pt x="1326" y="56"/>
                    </a:cubicBezTo>
                    <a:cubicBezTo>
                      <a:pt x="1321" y="25"/>
                      <a:pt x="1290" y="0"/>
                      <a:pt x="12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5" name="Google Shape;4775;p12"/>
              <p:cNvSpPr/>
              <p:nvPr/>
            </p:nvSpPr>
            <p:spPr>
              <a:xfrm>
                <a:off x="2702225" y="4349375"/>
                <a:ext cx="33675" cy="48075"/>
              </a:xfrm>
              <a:custGeom>
                <a:rect b="b" l="l" r="r" t="t"/>
                <a:pathLst>
                  <a:path extrusionOk="0" h="1923" w="1347">
                    <a:moveTo>
                      <a:pt x="1201" y="0"/>
                    </a:moveTo>
                    <a:cubicBezTo>
                      <a:pt x="1184" y="0"/>
                      <a:pt x="1167" y="4"/>
                      <a:pt x="1152" y="14"/>
                    </a:cubicBezTo>
                    <a:cubicBezTo>
                      <a:pt x="994" y="96"/>
                      <a:pt x="870" y="270"/>
                      <a:pt x="754" y="411"/>
                    </a:cubicBezTo>
                    <a:cubicBezTo>
                      <a:pt x="638" y="552"/>
                      <a:pt x="539" y="718"/>
                      <a:pt x="439" y="875"/>
                    </a:cubicBezTo>
                    <a:cubicBezTo>
                      <a:pt x="348" y="1033"/>
                      <a:pt x="257" y="1190"/>
                      <a:pt x="174" y="1356"/>
                    </a:cubicBezTo>
                    <a:cubicBezTo>
                      <a:pt x="100" y="1522"/>
                      <a:pt x="25" y="1687"/>
                      <a:pt x="0" y="1878"/>
                    </a:cubicBezTo>
                    <a:cubicBezTo>
                      <a:pt x="0" y="1905"/>
                      <a:pt x="26" y="1923"/>
                      <a:pt x="51" y="1923"/>
                    </a:cubicBezTo>
                    <a:cubicBezTo>
                      <a:pt x="72" y="1923"/>
                      <a:pt x="92" y="1912"/>
                      <a:pt x="100" y="1886"/>
                    </a:cubicBezTo>
                    <a:cubicBezTo>
                      <a:pt x="174" y="1538"/>
                      <a:pt x="431" y="1256"/>
                      <a:pt x="630" y="966"/>
                    </a:cubicBezTo>
                    <a:cubicBezTo>
                      <a:pt x="721" y="826"/>
                      <a:pt x="829" y="685"/>
                      <a:pt x="936" y="552"/>
                    </a:cubicBezTo>
                    <a:cubicBezTo>
                      <a:pt x="1052" y="420"/>
                      <a:pt x="1193" y="295"/>
                      <a:pt x="1293" y="154"/>
                    </a:cubicBezTo>
                    <a:cubicBezTo>
                      <a:pt x="1347" y="80"/>
                      <a:pt x="1274" y="0"/>
                      <a:pt x="12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6" name="Google Shape;4776;p12"/>
              <p:cNvSpPr/>
              <p:nvPr/>
            </p:nvSpPr>
            <p:spPr>
              <a:xfrm>
                <a:off x="2719825" y="4366400"/>
                <a:ext cx="12250" cy="16725"/>
              </a:xfrm>
              <a:custGeom>
                <a:rect b="b" l="l" r="r" t="t"/>
                <a:pathLst>
                  <a:path extrusionOk="0" h="669" w="490">
                    <a:moveTo>
                      <a:pt x="383" y="0"/>
                    </a:moveTo>
                    <a:cubicBezTo>
                      <a:pt x="365" y="0"/>
                      <a:pt x="347" y="5"/>
                      <a:pt x="332" y="12"/>
                    </a:cubicBezTo>
                    <a:cubicBezTo>
                      <a:pt x="282" y="45"/>
                      <a:pt x="249" y="95"/>
                      <a:pt x="216" y="145"/>
                    </a:cubicBezTo>
                    <a:cubicBezTo>
                      <a:pt x="174" y="186"/>
                      <a:pt x="141" y="236"/>
                      <a:pt x="108" y="285"/>
                    </a:cubicBezTo>
                    <a:cubicBezTo>
                      <a:pt x="50" y="377"/>
                      <a:pt x="9" y="493"/>
                      <a:pt x="0" y="609"/>
                    </a:cubicBezTo>
                    <a:cubicBezTo>
                      <a:pt x="0" y="633"/>
                      <a:pt x="25" y="658"/>
                      <a:pt x="50" y="667"/>
                    </a:cubicBezTo>
                    <a:cubicBezTo>
                      <a:pt x="56" y="668"/>
                      <a:pt x="62" y="669"/>
                      <a:pt x="68" y="669"/>
                    </a:cubicBezTo>
                    <a:cubicBezTo>
                      <a:pt x="92" y="669"/>
                      <a:pt x="111" y="655"/>
                      <a:pt x="125" y="642"/>
                    </a:cubicBezTo>
                    <a:cubicBezTo>
                      <a:pt x="183" y="559"/>
                      <a:pt x="232" y="468"/>
                      <a:pt x="282" y="385"/>
                    </a:cubicBezTo>
                    <a:cubicBezTo>
                      <a:pt x="290" y="360"/>
                      <a:pt x="307" y="343"/>
                      <a:pt x="324" y="327"/>
                    </a:cubicBezTo>
                    <a:cubicBezTo>
                      <a:pt x="332" y="310"/>
                      <a:pt x="340" y="302"/>
                      <a:pt x="348" y="294"/>
                    </a:cubicBezTo>
                    <a:cubicBezTo>
                      <a:pt x="348" y="294"/>
                      <a:pt x="348" y="285"/>
                      <a:pt x="348" y="285"/>
                    </a:cubicBezTo>
                    <a:cubicBezTo>
                      <a:pt x="348" y="285"/>
                      <a:pt x="357" y="285"/>
                      <a:pt x="357" y="277"/>
                    </a:cubicBezTo>
                    <a:cubicBezTo>
                      <a:pt x="382" y="244"/>
                      <a:pt x="423" y="211"/>
                      <a:pt x="448" y="169"/>
                    </a:cubicBezTo>
                    <a:cubicBezTo>
                      <a:pt x="456" y="161"/>
                      <a:pt x="464" y="161"/>
                      <a:pt x="464" y="153"/>
                    </a:cubicBezTo>
                    <a:cubicBezTo>
                      <a:pt x="464" y="153"/>
                      <a:pt x="464" y="153"/>
                      <a:pt x="464" y="145"/>
                    </a:cubicBezTo>
                    <a:cubicBezTo>
                      <a:pt x="473" y="145"/>
                      <a:pt x="473" y="136"/>
                      <a:pt x="481" y="128"/>
                    </a:cubicBezTo>
                    <a:cubicBezTo>
                      <a:pt x="489" y="87"/>
                      <a:pt x="473" y="45"/>
                      <a:pt x="440" y="20"/>
                    </a:cubicBezTo>
                    <a:cubicBezTo>
                      <a:pt x="426" y="7"/>
                      <a:pt x="405" y="0"/>
                      <a:pt x="3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7" name="Google Shape;4777;p12"/>
              <p:cNvSpPr/>
              <p:nvPr/>
            </p:nvSpPr>
            <p:spPr>
              <a:xfrm>
                <a:off x="2729550" y="4371275"/>
                <a:ext cx="5225" cy="7450"/>
              </a:xfrm>
              <a:custGeom>
                <a:rect b="b" l="l" r="r" t="t"/>
                <a:pathLst>
                  <a:path extrusionOk="0" h="298" w="209">
                    <a:moveTo>
                      <a:pt x="175" y="1"/>
                    </a:moveTo>
                    <a:cubicBezTo>
                      <a:pt x="169" y="1"/>
                      <a:pt x="163" y="3"/>
                      <a:pt x="158" y="8"/>
                    </a:cubicBezTo>
                    <a:cubicBezTo>
                      <a:pt x="150" y="16"/>
                      <a:pt x="142" y="24"/>
                      <a:pt x="133" y="32"/>
                    </a:cubicBezTo>
                    <a:cubicBezTo>
                      <a:pt x="117" y="41"/>
                      <a:pt x="117" y="49"/>
                      <a:pt x="109" y="57"/>
                    </a:cubicBezTo>
                    <a:cubicBezTo>
                      <a:pt x="100" y="74"/>
                      <a:pt x="84" y="90"/>
                      <a:pt x="75" y="107"/>
                    </a:cubicBezTo>
                    <a:cubicBezTo>
                      <a:pt x="51" y="140"/>
                      <a:pt x="34" y="182"/>
                      <a:pt x="9" y="215"/>
                    </a:cubicBezTo>
                    <a:cubicBezTo>
                      <a:pt x="1" y="240"/>
                      <a:pt x="9" y="273"/>
                      <a:pt x="34" y="289"/>
                    </a:cubicBezTo>
                    <a:cubicBezTo>
                      <a:pt x="43" y="295"/>
                      <a:pt x="53" y="298"/>
                      <a:pt x="62" y="298"/>
                    </a:cubicBezTo>
                    <a:cubicBezTo>
                      <a:pt x="79" y="298"/>
                      <a:pt x="95" y="289"/>
                      <a:pt x="100" y="273"/>
                    </a:cubicBezTo>
                    <a:cubicBezTo>
                      <a:pt x="125" y="231"/>
                      <a:pt x="142" y="198"/>
                      <a:pt x="167" y="165"/>
                    </a:cubicBezTo>
                    <a:cubicBezTo>
                      <a:pt x="175" y="140"/>
                      <a:pt x="183" y="124"/>
                      <a:pt x="191" y="107"/>
                    </a:cubicBezTo>
                    <a:cubicBezTo>
                      <a:pt x="191" y="90"/>
                      <a:pt x="200" y="82"/>
                      <a:pt x="200" y="74"/>
                    </a:cubicBezTo>
                    <a:cubicBezTo>
                      <a:pt x="208" y="57"/>
                      <a:pt x="208" y="49"/>
                      <a:pt x="208" y="32"/>
                    </a:cubicBezTo>
                    <a:cubicBezTo>
                      <a:pt x="208" y="15"/>
                      <a:pt x="191" y="1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8" name="Google Shape;4778;p12"/>
              <p:cNvSpPr/>
              <p:nvPr/>
            </p:nvSpPr>
            <p:spPr>
              <a:xfrm>
                <a:off x="2752275" y="4243400"/>
                <a:ext cx="41975" cy="77325"/>
              </a:xfrm>
              <a:custGeom>
                <a:rect b="b" l="l" r="r" t="t"/>
                <a:pathLst>
                  <a:path extrusionOk="0" h="3093" w="1679">
                    <a:moveTo>
                      <a:pt x="1574" y="1"/>
                    </a:moveTo>
                    <a:cubicBezTo>
                      <a:pt x="1561" y="1"/>
                      <a:pt x="1548" y="4"/>
                      <a:pt x="1536" y="10"/>
                    </a:cubicBezTo>
                    <a:cubicBezTo>
                      <a:pt x="1445" y="68"/>
                      <a:pt x="1379" y="168"/>
                      <a:pt x="1312" y="251"/>
                    </a:cubicBezTo>
                    <a:cubicBezTo>
                      <a:pt x="1246" y="342"/>
                      <a:pt x="1188" y="441"/>
                      <a:pt x="1130" y="541"/>
                    </a:cubicBezTo>
                    <a:cubicBezTo>
                      <a:pt x="1022" y="731"/>
                      <a:pt x="940" y="938"/>
                      <a:pt x="873" y="1154"/>
                    </a:cubicBezTo>
                    <a:cubicBezTo>
                      <a:pt x="840" y="1262"/>
                      <a:pt x="824" y="1369"/>
                      <a:pt x="790" y="1477"/>
                    </a:cubicBezTo>
                    <a:cubicBezTo>
                      <a:pt x="757" y="1585"/>
                      <a:pt x="699" y="1676"/>
                      <a:pt x="625" y="1759"/>
                    </a:cubicBezTo>
                    <a:cubicBezTo>
                      <a:pt x="476" y="1924"/>
                      <a:pt x="351" y="2107"/>
                      <a:pt x="260" y="2306"/>
                    </a:cubicBezTo>
                    <a:cubicBezTo>
                      <a:pt x="202" y="2421"/>
                      <a:pt x="152" y="2537"/>
                      <a:pt x="111" y="2662"/>
                    </a:cubicBezTo>
                    <a:cubicBezTo>
                      <a:pt x="70" y="2778"/>
                      <a:pt x="45" y="2902"/>
                      <a:pt x="12" y="3026"/>
                    </a:cubicBezTo>
                    <a:cubicBezTo>
                      <a:pt x="1" y="3065"/>
                      <a:pt x="33" y="3092"/>
                      <a:pt x="63" y="3092"/>
                    </a:cubicBezTo>
                    <a:cubicBezTo>
                      <a:pt x="79" y="3092"/>
                      <a:pt x="94" y="3085"/>
                      <a:pt x="103" y="3068"/>
                    </a:cubicBezTo>
                    <a:cubicBezTo>
                      <a:pt x="194" y="2869"/>
                      <a:pt x="285" y="2662"/>
                      <a:pt x="393" y="2471"/>
                    </a:cubicBezTo>
                    <a:cubicBezTo>
                      <a:pt x="492" y="2272"/>
                      <a:pt x="608" y="2090"/>
                      <a:pt x="757" y="1924"/>
                    </a:cubicBezTo>
                    <a:cubicBezTo>
                      <a:pt x="832" y="1850"/>
                      <a:pt x="898" y="1775"/>
                      <a:pt x="948" y="1676"/>
                    </a:cubicBezTo>
                    <a:cubicBezTo>
                      <a:pt x="989" y="1576"/>
                      <a:pt x="1014" y="1469"/>
                      <a:pt x="1047" y="1353"/>
                    </a:cubicBezTo>
                    <a:cubicBezTo>
                      <a:pt x="1097" y="1146"/>
                      <a:pt x="1172" y="930"/>
                      <a:pt x="1271" y="740"/>
                    </a:cubicBezTo>
                    <a:cubicBezTo>
                      <a:pt x="1321" y="624"/>
                      <a:pt x="1387" y="524"/>
                      <a:pt x="1453" y="416"/>
                    </a:cubicBezTo>
                    <a:cubicBezTo>
                      <a:pt x="1520" y="317"/>
                      <a:pt x="1611" y="218"/>
                      <a:pt x="1652" y="102"/>
                    </a:cubicBezTo>
                    <a:cubicBezTo>
                      <a:pt x="1679" y="49"/>
                      <a:pt x="1626" y="1"/>
                      <a:pt x="15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9" name="Google Shape;4779;p12"/>
              <p:cNvSpPr/>
              <p:nvPr/>
            </p:nvSpPr>
            <p:spPr>
              <a:xfrm>
                <a:off x="2781750" y="4257275"/>
                <a:ext cx="8725" cy="14225"/>
              </a:xfrm>
              <a:custGeom>
                <a:rect b="b" l="l" r="r" t="t"/>
                <a:pathLst>
                  <a:path extrusionOk="0" h="569" w="349">
                    <a:moveTo>
                      <a:pt x="288" y="0"/>
                    </a:moveTo>
                    <a:cubicBezTo>
                      <a:pt x="283" y="0"/>
                      <a:pt x="279" y="1"/>
                      <a:pt x="274" y="2"/>
                    </a:cubicBezTo>
                    <a:cubicBezTo>
                      <a:pt x="216" y="19"/>
                      <a:pt x="191" y="69"/>
                      <a:pt x="175" y="118"/>
                    </a:cubicBezTo>
                    <a:cubicBezTo>
                      <a:pt x="150" y="160"/>
                      <a:pt x="133" y="201"/>
                      <a:pt x="117" y="243"/>
                    </a:cubicBezTo>
                    <a:cubicBezTo>
                      <a:pt x="75" y="325"/>
                      <a:pt x="51" y="417"/>
                      <a:pt x="9" y="499"/>
                    </a:cubicBezTo>
                    <a:cubicBezTo>
                      <a:pt x="1" y="524"/>
                      <a:pt x="17" y="557"/>
                      <a:pt x="42" y="566"/>
                    </a:cubicBezTo>
                    <a:cubicBezTo>
                      <a:pt x="48" y="568"/>
                      <a:pt x="55" y="569"/>
                      <a:pt x="61" y="569"/>
                    </a:cubicBezTo>
                    <a:cubicBezTo>
                      <a:pt x="79" y="569"/>
                      <a:pt x="96" y="559"/>
                      <a:pt x="109" y="541"/>
                    </a:cubicBezTo>
                    <a:cubicBezTo>
                      <a:pt x="150" y="466"/>
                      <a:pt x="200" y="392"/>
                      <a:pt x="241" y="309"/>
                    </a:cubicBezTo>
                    <a:cubicBezTo>
                      <a:pt x="266" y="267"/>
                      <a:pt x="283" y="234"/>
                      <a:pt x="299" y="193"/>
                    </a:cubicBezTo>
                    <a:cubicBezTo>
                      <a:pt x="316" y="168"/>
                      <a:pt x="324" y="151"/>
                      <a:pt x="332" y="127"/>
                    </a:cubicBezTo>
                    <a:cubicBezTo>
                      <a:pt x="341" y="102"/>
                      <a:pt x="349" y="60"/>
                      <a:pt x="341" y="44"/>
                    </a:cubicBezTo>
                    <a:cubicBezTo>
                      <a:pt x="334" y="16"/>
                      <a:pt x="310" y="0"/>
                      <a:pt x="2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0" name="Google Shape;4780;p12"/>
              <p:cNvSpPr/>
              <p:nvPr/>
            </p:nvSpPr>
            <p:spPr>
              <a:xfrm>
                <a:off x="2787350" y="4263075"/>
                <a:ext cx="5625" cy="8550"/>
              </a:xfrm>
              <a:custGeom>
                <a:rect b="b" l="l" r="r" t="t"/>
                <a:pathLst>
                  <a:path extrusionOk="0" h="342" w="225">
                    <a:moveTo>
                      <a:pt x="170" y="1"/>
                    </a:moveTo>
                    <a:cubicBezTo>
                      <a:pt x="136" y="1"/>
                      <a:pt x="115" y="30"/>
                      <a:pt x="100" y="52"/>
                    </a:cubicBezTo>
                    <a:cubicBezTo>
                      <a:pt x="83" y="77"/>
                      <a:pt x="67" y="93"/>
                      <a:pt x="59" y="118"/>
                    </a:cubicBezTo>
                    <a:cubicBezTo>
                      <a:pt x="34" y="168"/>
                      <a:pt x="17" y="218"/>
                      <a:pt x="9" y="267"/>
                    </a:cubicBezTo>
                    <a:cubicBezTo>
                      <a:pt x="1" y="301"/>
                      <a:pt x="17" y="334"/>
                      <a:pt x="50" y="342"/>
                    </a:cubicBezTo>
                    <a:cubicBezTo>
                      <a:pt x="75" y="342"/>
                      <a:pt x="108" y="334"/>
                      <a:pt x="117" y="301"/>
                    </a:cubicBezTo>
                    <a:cubicBezTo>
                      <a:pt x="117" y="276"/>
                      <a:pt x="125" y="251"/>
                      <a:pt x="133" y="234"/>
                    </a:cubicBezTo>
                    <a:cubicBezTo>
                      <a:pt x="141" y="226"/>
                      <a:pt x="141" y="218"/>
                      <a:pt x="141" y="218"/>
                    </a:cubicBezTo>
                    <a:cubicBezTo>
                      <a:pt x="141" y="218"/>
                      <a:pt x="141" y="209"/>
                      <a:pt x="141" y="209"/>
                    </a:cubicBezTo>
                    <a:cubicBezTo>
                      <a:pt x="150" y="201"/>
                      <a:pt x="158" y="185"/>
                      <a:pt x="158" y="176"/>
                    </a:cubicBezTo>
                    <a:cubicBezTo>
                      <a:pt x="175" y="151"/>
                      <a:pt x="183" y="135"/>
                      <a:pt x="191" y="118"/>
                    </a:cubicBezTo>
                    <a:cubicBezTo>
                      <a:pt x="208" y="85"/>
                      <a:pt x="224" y="60"/>
                      <a:pt x="216" y="27"/>
                    </a:cubicBezTo>
                    <a:cubicBezTo>
                      <a:pt x="208" y="11"/>
                      <a:pt x="199" y="2"/>
                      <a:pt x="183" y="2"/>
                    </a:cubicBezTo>
                    <a:cubicBezTo>
                      <a:pt x="178" y="1"/>
                      <a:pt x="174" y="1"/>
                      <a:pt x="1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1" name="Google Shape;4781;p12"/>
              <p:cNvSpPr/>
              <p:nvPr/>
            </p:nvSpPr>
            <p:spPr>
              <a:xfrm>
                <a:off x="2801600" y="4196250"/>
                <a:ext cx="14350" cy="31275"/>
              </a:xfrm>
              <a:custGeom>
                <a:rect b="b" l="l" r="r" t="t"/>
                <a:pathLst>
                  <a:path extrusionOk="0" h="1251" w="574">
                    <a:moveTo>
                      <a:pt x="469" y="1"/>
                    </a:moveTo>
                    <a:cubicBezTo>
                      <a:pt x="433" y="1"/>
                      <a:pt x="400" y="18"/>
                      <a:pt x="375" y="49"/>
                    </a:cubicBezTo>
                    <a:cubicBezTo>
                      <a:pt x="317" y="132"/>
                      <a:pt x="284" y="239"/>
                      <a:pt x="251" y="339"/>
                    </a:cubicBezTo>
                    <a:cubicBezTo>
                      <a:pt x="209" y="422"/>
                      <a:pt x="176" y="513"/>
                      <a:pt x="143" y="604"/>
                    </a:cubicBezTo>
                    <a:cubicBezTo>
                      <a:pt x="85" y="786"/>
                      <a:pt x="52" y="985"/>
                      <a:pt x="11" y="1176"/>
                    </a:cubicBezTo>
                    <a:cubicBezTo>
                      <a:pt x="0" y="1221"/>
                      <a:pt x="36" y="1251"/>
                      <a:pt x="71" y="1251"/>
                    </a:cubicBezTo>
                    <a:cubicBezTo>
                      <a:pt x="94" y="1251"/>
                      <a:pt x="117" y="1238"/>
                      <a:pt x="127" y="1209"/>
                    </a:cubicBezTo>
                    <a:cubicBezTo>
                      <a:pt x="176" y="1018"/>
                      <a:pt x="259" y="844"/>
                      <a:pt x="334" y="662"/>
                    </a:cubicBezTo>
                    <a:cubicBezTo>
                      <a:pt x="367" y="579"/>
                      <a:pt x="400" y="488"/>
                      <a:pt x="441" y="405"/>
                    </a:cubicBezTo>
                    <a:cubicBezTo>
                      <a:pt x="475" y="314"/>
                      <a:pt x="533" y="223"/>
                      <a:pt x="566" y="132"/>
                    </a:cubicBezTo>
                    <a:cubicBezTo>
                      <a:pt x="574" y="82"/>
                      <a:pt x="549" y="24"/>
                      <a:pt x="508" y="7"/>
                    </a:cubicBezTo>
                    <a:cubicBezTo>
                      <a:pt x="495" y="3"/>
                      <a:pt x="482" y="1"/>
                      <a:pt x="4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2" name="Google Shape;4782;p12"/>
              <p:cNvSpPr/>
              <p:nvPr/>
            </p:nvSpPr>
            <p:spPr>
              <a:xfrm>
                <a:off x="2795850" y="3865325"/>
                <a:ext cx="33150" cy="23125"/>
              </a:xfrm>
              <a:custGeom>
                <a:rect b="b" l="l" r="r" t="t"/>
                <a:pathLst>
                  <a:path extrusionOk="0" h="925" w="1326">
                    <a:moveTo>
                      <a:pt x="171" y="1"/>
                    </a:moveTo>
                    <a:cubicBezTo>
                      <a:pt x="126" y="1"/>
                      <a:pt x="82" y="9"/>
                      <a:pt x="42" y="29"/>
                    </a:cubicBezTo>
                    <a:cubicBezTo>
                      <a:pt x="0" y="46"/>
                      <a:pt x="0" y="112"/>
                      <a:pt x="42" y="128"/>
                    </a:cubicBezTo>
                    <a:cubicBezTo>
                      <a:pt x="141" y="178"/>
                      <a:pt x="257" y="186"/>
                      <a:pt x="365" y="228"/>
                    </a:cubicBezTo>
                    <a:cubicBezTo>
                      <a:pt x="473" y="286"/>
                      <a:pt x="572" y="352"/>
                      <a:pt x="655" y="427"/>
                    </a:cubicBezTo>
                    <a:cubicBezTo>
                      <a:pt x="746" y="510"/>
                      <a:pt x="837" y="592"/>
                      <a:pt x="920" y="684"/>
                    </a:cubicBezTo>
                    <a:cubicBezTo>
                      <a:pt x="978" y="733"/>
                      <a:pt x="1028" y="783"/>
                      <a:pt x="1086" y="833"/>
                    </a:cubicBezTo>
                    <a:cubicBezTo>
                      <a:pt x="1132" y="871"/>
                      <a:pt x="1186" y="925"/>
                      <a:pt x="1254" y="925"/>
                    </a:cubicBezTo>
                    <a:cubicBezTo>
                      <a:pt x="1258" y="925"/>
                      <a:pt x="1263" y="924"/>
                      <a:pt x="1268" y="924"/>
                    </a:cubicBezTo>
                    <a:cubicBezTo>
                      <a:pt x="1293" y="924"/>
                      <a:pt x="1318" y="907"/>
                      <a:pt x="1318" y="874"/>
                    </a:cubicBezTo>
                    <a:cubicBezTo>
                      <a:pt x="1326" y="800"/>
                      <a:pt x="1268" y="742"/>
                      <a:pt x="1218" y="692"/>
                    </a:cubicBezTo>
                    <a:cubicBezTo>
                      <a:pt x="1168" y="634"/>
                      <a:pt x="1102" y="576"/>
                      <a:pt x="1044" y="518"/>
                    </a:cubicBezTo>
                    <a:cubicBezTo>
                      <a:pt x="953" y="427"/>
                      <a:pt x="854" y="336"/>
                      <a:pt x="746" y="253"/>
                    </a:cubicBezTo>
                    <a:cubicBezTo>
                      <a:pt x="638" y="178"/>
                      <a:pt x="531" y="112"/>
                      <a:pt x="415" y="62"/>
                    </a:cubicBezTo>
                    <a:cubicBezTo>
                      <a:pt x="344" y="30"/>
                      <a:pt x="256" y="1"/>
                      <a:pt x="1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3" name="Google Shape;4783;p12"/>
              <p:cNvSpPr/>
              <p:nvPr/>
            </p:nvSpPr>
            <p:spPr>
              <a:xfrm>
                <a:off x="2953400" y="3843900"/>
                <a:ext cx="16050" cy="33425"/>
              </a:xfrm>
              <a:custGeom>
                <a:rect b="b" l="l" r="r" t="t"/>
                <a:pathLst>
                  <a:path extrusionOk="0" h="1337" w="642">
                    <a:moveTo>
                      <a:pt x="64" y="0"/>
                    </a:moveTo>
                    <a:cubicBezTo>
                      <a:pt x="33" y="0"/>
                      <a:pt x="1" y="27"/>
                      <a:pt x="12" y="66"/>
                    </a:cubicBezTo>
                    <a:cubicBezTo>
                      <a:pt x="45" y="173"/>
                      <a:pt x="61" y="289"/>
                      <a:pt x="103" y="397"/>
                    </a:cubicBezTo>
                    <a:cubicBezTo>
                      <a:pt x="136" y="505"/>
                      <a:pt x="177" y="604"/>
                      <a:pt x="219" y="712"/>
                    </a:cubicBezTo>
                    <a:cubicBezTo>
                      <a:pt x="302" y="911"/>
                      <a:pt x="368" y="1118"/>
                      <a:pt x="459" y="1309"/>
                    </a:cubicBezTo>
                    <a:cubicBezTo>
                      <a:pt x="469" y="1329"/>
                      <a:pt x="485" y="1337"/>
                      <a:pt x="501" y="1337"/>
                    </a:cubicBezTo>
                    <a:cubicBezTo>
                      <a:pt x="524" y="1337"/>
                      <a:pt x="549" y="1320"/>
                      <a:pt x="559" y="1300"/>
                    </a:cubicBezTo>
                    <a:cubicBezTo>
                      <a:pt x="641" y="1085"/>
                      <a:pt x="501" y="853"/>
                      <a:pt x="418" y="654"/>
                    </a:cubicBezTo>
                    <a:cubicBezTo>
                      <a:pt x="376" y="555"/>
                      <a:pt x="327" y="447"/>
                      <a:pt x="285" y="347"/>
                    </a:cubicBezTo>
                    <a:cubicBezTo>
                      <a:pt x="227" y="231"/>
                      <a:pt x="161" y="132"/>
                      <a:pt x="103" y="24"/>
                    </a:cubicBezTo>
                    <a:cubicBezTo>
                      <a:pt x="94" y="7"/>
                      <a:pt x="79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4" name="Google Shape;4784;p12"/>
              <p:cNvSpPr/>
              <p:nvPr/>
            </p:nvSpPr>
            <p:spPr>
              <a:xfrm>
                <a:off x="2967775" y="3892825"/>
                <a:ext cx="3950" cy="8550"/>
              </a:xfrm>
              <a:custGeom>
                <a:rect b="b" l="l" r="r" t="t"/>
                <a:pathLst>
                  <a:path extrusionOk="0" h="342" w="158">
                    <a:moveTo>
                      <a:pt x="61" y="1"/>
                    </a:moveTo>
                    <a:cubicBezTo>
                      <a:pt x="53" y="1"/>
                      <a:pt x="44" y="3"/>
                      <a:pt x="33" y="6"/>
                    </a:cubicBezTo>
                    <a:cubicBezTo>
                      <a:pt x="25" y="14"/>
                      <a:pt x="8" y="23"/>
                      <a:pt x="8" y="39"/>
                    </a:cubicBezTo>
                    <a:cubicBezTo>
                      <a:pt x="0" y="56"/>
                      <a:pt x="0" y="72"/>
                      <a:pt x="8" y="97"/>
                    </a:cubicBezTo>
                    <a:cubicBezTo>
                      <a:pt x="8" y="97"/>
                      <a:pt x="8" y="97"/>
                      <a:pt x="8" y="106"/>
                    </a:cubicBezTo>
                    <a:cubicBezTo>
                      <a:pt x="8" y="106"/>
                      <a:pt x="17" y="114"/>
                      <a:pt x="17" y="114"/>
                    </a:cubicBezTo>
                    <a:cubicBezTo>
                      <a:pt x="17" y="122"/>
                      <a:pt x="25" y="130"/>
                      <a:pt x="25" y="147"/>
                    </a:cubicBezTo>
                    <a:cubicBezTo>
                      <a:pt x="33" y="164"/>
                      <a:pt x="33" y="188"/>
                      <a:pt x="42" y="205"/>
                    </a:cubicBezTo>
                    <a:cubicBezTo>
                      <a:pt x="50" y="222"/>
                      <a:pt x="50" y="246"/>
                      <a:pt x="58" y="263"/>
                    </a:cubicBezTo>
                    <a:cubicBezTo>
                      <a:pt x="58" y="288"/>
                      <a:pt x="66" y="304"/>
                      <a:pt x="75" y="329"/>
                    </a:cubicBezTo>
                    <a:cubicBezTo>
                      <a:pt x="83" y="338"/>
                      <a:pt x="93" y="342"/>
                      <a:pt x="104" y="342"/>
                    </a:cubicBezTo>
                    <a:cubicBezTo>
                      <a:pt x="114" y="342"/>
                      <a:pt x="124" y="338"/>
                      <a:pt x="133" y="329"/>
                    </a:cubicBezTo>
                    <a:cubicBezTo>
                      <a:pt x="149" y="304"/>
                      <a:pt x="149" y="280"/>
                      <a:pt x="149" y="255"/>
                    </a:cubicBezTo>
                    <a:cubicBezTo>
                      <a:pt x="158" y="230"/>
                      <a:pt x="158" y="205"/>
                      <a:pt x="158" y="188"/>
                    </a:cubicBezTo>
                    <a:cubicBezTo>
                      <a:pt x="158" y="139"/>
                      <a:pt x="141" y="89"/>
                      <a:pt x="116" y="48"/>
                    </a:cubicBezTo>
                    <a:cubicBezTo>
                      <a:pt x="116" y="31"/>
                      <a:pt x="108" y="23"/>
                      <a:pt x="91" y="14"/>
                    </a:cubicBezTo>
                    <a:cubicBezTo>
                      <a:pt x="82" y="5"/>
                      <a:pt x="72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5" name="Google Shape;4785;p12"/>
              <p:cNvSpPr/>
              <p:nvPr/>
            </p:nvSpPr>
            <p:spPr>
              <a:xfrm>
                <a:off x="2971500" y="3904150"/>
                <a:ext cx="2925" cy="7425"/>
              </a:xfrm>
              <a:custGeom>
                <a:rect b="b" l="l" r="r" t="t"/>
                <a:pathLst>
                  <a:path extrusionOk="0" h="297" w="117">
                    <a:moveTo>
                      <a:pt x="58" y="1"/>
                    </a:moveTo>
                    <a:cubicBezTo>
                      <a:pt x="25" y="1"/>
                      <a:pt x="0" y="25"/>
                      <a:pt x="0" y="59"/>
                    </a:cubicBezTo>
                    <a:lnTo>
                      <a:pt x="0" y="175"/>
                    </a:lnTo>
                    <a:cubicBezTo>
                      <a:pt x="0" y="183"/>
                      <a:pt x="0" y="199"/>
                      <a:pt x="0" y="208"/>
                    </a:cubicBezTo>
                    <a:cubicBezTo>
                      <a:pt x="9" y="216"/>
                      <a:pt x="9" y="224"/>
                      <a:pt x="9" y="233"/>
                    </a:cubicBezTo>
                    <a:cubicBezTo>
                      <a:pt x="17" y="257"/>
                      <a:pt x="25" y="282"/>
                      <a:pt x="42" y="291"/>
                    </a:cubicBezTo>
                    <a:cubicBezTo>
                      <a:pt x="46" y="295"/>
                      <a:pt x="52" y="297"/>
                      <a:pt x="57" y="297"/>
                    </a:cubicBezTo>
                    <a:cubicBezTo>
                      <a:pt x="62" y="297"/>
                      <a:pt x="67" y="295"/>
                      <a:pt x="67" y="291"/>
                    </a:cubicBezTo>
                    <a:cubicBezTo>
                      <a:pt x="91" y="282"/>
                      <a:pt x="100" y="257"/>
                      <a:pt x="100" y="233"/>
                    </a:cubicBezTo>
                    <a:cubicBezTo>
                      <a:pt x="108" y="224"/>
                      <a:pt x="108" y="216"/>
                      <a:pt x="108" y="208"/>
                    </a:cubicBezTo>
                    <a:cubicBezTo>
                      <a:pt x="116" y="199"/>
                      <a:pt x="116" y="183"/>
                      <a:pt x="116" y="175"/>
                    </a:cubicBezTo>
                    <a:lnTo>
                      <a:pt x="116" y="59"/>
                    </a:lnTo>
                    <a:cubicBezTo>
                      <a:pt x="116" y="34"/>
                      <a:pt x="91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6" name="Google Shape;4786;p12"/>
              <p:cNvSpPr/>
              <p:nvPr/>
            </p:nvSpPr>
            <p:spPr>
              <a:xfrm>
                <a:off x="2677775" y="4424525"/>
                <a:ext cx="20525" cy="36350"/>
              </a:xfrm>
              <a:custGeom>
                <a:rect b="b" l="l" r="r" t="t"/>
                <a:pathLst>
                  <a:path extrusionOk="0" h="1454" w="821">
                    <a:moveTo>
                      <a:pt x="722" y="0"/>
                    </a:moveTo>
                    <a:cubicBezTo>
                      <a:pt x="700" y="0"/>
                      <a:pt x="673" y="14"/>
                      <a:pt x="655" y="32"/>
                    </a:cubicBezTo>
                    <a:cubicBezTo>
                      <a:pt x="572" y="123"/>
                      <a:pt x="514" y="247"/>
                      <a:pt x="456" y="363"/>
                    </a:cubicBezTo>
                    <a:cubicBezTo>
                      <a:pt x="407" y="471"/>
                      <a:pt x="349" y="579"/>
                      <a:pt x="299" y="686"/>
                    </a:cubicBezTo>
                    <a:cubicBezTo>
                      <a:pt x="257" y="794"/>
                      <a:pt x="216" y="910"/>
                      <a:pt x="175" y="1026"/>
                    </a:cubicBezTo>
                    <a:cubicBezTo>
                      <a:pt x="133" y="1142"/>
                      <a:pt x="92" y="1258"/>
                      <a:pt x="25" y="1366"/>
                    </a:cubicBezTo>
                    <a:cubicBezTo>
                      <a:pt x="1" y="1403"/>
                      <a:pt x="40" y="1453"/>
                      <a:pt x="79" y="1453"/>
                    </a:cubicBezTo>
                    <a:cubicBezTo>
                      <a:pt x="92" y="1453"/>
                      <a:pt x="106" y="1447"/>
                      <a:pt x="117" y="1432"/>
                    </a:cubicBezTo>
                    <a:cubicBezTo>
                      <a:pt x="274" y="1250"/>
                      <a:pt x="357" y="1009"/>
                      <a:pt x="464" y="794"/>
                    </a:cubicBezTo>
                    <a:cubicBezTo>
                      <a:pt x="514" y="678"/>
                      <a:pt x="572" y="570"/>
                      <a:pt x="630" y="454"/>
                    </a:cubicBezTo>
                    <a:cubicBezTo>
                      <a:pt x="688" y="347"/>
                      <a:pt x="771" y="239"/>
                      <a:pt x="812" y="115"/>
                    </a:cubicBezTo>
                    <a:cubicBezTo>
                      <a:pt x="821" y="90"/>
                      <a:pt x="812" y="48"/>
                      <a:pt x="788" y="24"/>
                    </a:cubicBezTo>
                    <a:lnTo>
                      <a:pt x="788" y="32"/>
                    </a:lnTo>
                    <a:cubicBezTo>
                      <a:pt x="771" y="15"/>
                      <a:pt x="763" y="7"/>
                      <a:pt x="746" y="7"/>
                    </a:cubicBezTo>
                    <a:cubicBezTo>
                      <a:pt x="739" y="2"/>
                      <a:pt x="731" y="0"/>
                      <a:pt x="7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7" name="Google Shape;4787;p12"/>
              <p:cNvSpPr/>
              <p:nvPr/>
            </p:nvSpPr>
            <p:spPr>
              <a:xfrm>
                <a:off x="2690575" y="4437400"/>
                <a:ext cx="7250" cy="13825"/>
              </a:xfrm>
              <a:custGeom>
                <a:rect b="b" l="l" r="r" t="t"/>
                <a:pathLst>
                  <a:path extrusionOk="0" h="553" w="290">
                    <a:moveTo>
                      <a:pt x="244" y="0"/>
                    </a:moveTo>
                    <a:cubicBezTo>
                      <a:pt x="234" y="0"/>
                      <a:pt x="225" y="4"/>
                      <a:pt x="218" y="14"/>
                    </a:cubicBezTo>
                    <a:lnTo>
                      <a:pt x="218" y="6"/>
                    </a:lnTo>
                    <a:cubicBezTo>
                      <a:pt x="184" y="47"/>
                      <a:pt x="168" y="80"/>
                      <a:pt x="151" y="122"/>
                    </a:cubicBezTo>
                    <a:cubicBezTo>
                      <a:pt x="126" y="163"/>
                      <a:pt x="110" y="204"/>
                      <a:pt x="93" y="246"/>
                    </a:cubicBezTo>
                    <a:cubicBezTo>
                      <a:pt x="60" y="329"/>
                      <a:pt x="35" y="412"/>
                      <a:pt x="10" y="494"/>
                    </a:cubicBezTo>
                    <a:cubicBezTo>
                      <a:pt x="1" y="529"/>
                      <a:pt x="30" y="552"/>
                      <a:pt x="58" y="552"/>
                    </a:cubicBezTo>
                    <a:cubicBezTo>
                      <a:pt x="77" y="552"/>
                      <a:pt x="95" y="542"/>
                      <a:pt x="102" y="519"/>
                    </a:cubicBezTo>
                    <a:cubicBezTo>
                      <a:pt x="126" y="445"/>
                      <a:pt x="151" y="362"/>
                      <a:pt x="184" y="287"/>
                    </a:cubicBezTo>
                    <a:cubicBezTo>
                      <a:pt x="201" y="246"/>
                      <a:pt x="218" y="213"/>
                      <a:pt x="234" y="171"/>
                    </a:cubicBezTo>
                    <a:cubicBezTo>
                      <a:pt x="251" y="130"/>
                      <a:pt x="276" y="97"/>
                      <a:pt x="284" y="47"/>
                    </a:cubicBezTo>
                    <a:cubicBezTo>
                      <a:pt x="290" y="24"/>
                      <a:pt x="267" y="0"/>
                      <a:pt x="2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8" name="Google Shape;4788;p12"/>
              <p:cNvSpPr/>
              <p:nvPr/>
            </p:nvSpPr>
            <p:spPr>
              <a:xfrm>
                <a:off x="2699575" y="4432400"/>
                <a:ext cx="8600" cy="17400"/>
              </a:xfrm>
              <a:custGeom>
                <a:rect b="b" l="l" r="r" t="t"/>
                <a:pathLst>
                  <a:path extrusionOk="0" h="696" w="344">
                    <a:moveTo>
                      <a:pt x="310" y="1"/>
                    </a:moveTo>
                    <a:cubicBezTo>
                      <a:pt x="298" y="1"/>
                      <a:pt x="287" y="5"/>
                      <a:pt x="280" y="15"/>
                    </a:cubicBezTo>
                    <a:cubicBezTo>
                      <a:pt x="255" y="65"/>
                      <a:pt x="239" y="114"/>
                      <a:pt x="214" y="172"/>
                    </a:cubicBezTo>
                    <a:cubicBezTo>
                      <a:pt x="197" y="222"/>
                      <a:pt x="172" y="272"/>
                      <a:pt x="156" y="322"/>
                    </a:cubicBezTo>
                    <a:cubicBezTo>
                      <a:pt x="114" y="421"/>
                      <a:pt x="73" y="520"/>
                      <a:pt x="23" y="620"/>
                    </a:cubicBezTo>
                    <a:cubicBezTo>
                      <a:pt x="1" y="660"/>
                      <a:pt x="36" y="695"/>
                      <a:pt x="72" y="695"/>
                    </a:cubicBezTo>
                    <a:cubicBezTo>
                      <a:pt x="88" y="695"/>
                      <a:pt x="104" y="688"/>
                      <a:pt x="114" y="670"/>
                    </a:cubicBezTo>
                    <a:cubicBezTo>
                      <a:pt x="164" y="570"/>
                      <a:pt x="214" y="471"/>
                      <a:pt x="255" y="363"/>
                    </a:cubicBezTo>
                    <a:cubicBezTo>
                      <a:pt x="280" y="305"/>
                      <a:pt x="288" y="247"/>
                      <a:pt x="305" y="197"/>
                    </a:cubicBezTo>
                    <a:cubicBezTo>
                      <a:pt x="322" y="139"/>
                      <a:pt x="338" y="90"/>
                      <a:pt x="338" y="32"/>
                    </a:cubicBezTo>
                    <a:cubicBezTo>
                      <a:pt x="343" y="12"/>
                      <a:pt x="327" y="1"/>
                      <a:pt x="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9" name="Google Shape;4789;p12"/>
              <p:cNvSpPr/>
              <p:nvPr/>
            </p:nvSpPr>
            <p:spPr>
              <a:xfrm>
                <a:off x="2708650" y="4433500"/>
                <a:ext cx="7825" cy="14700"/>
              </a:xfrm>
              <a:custGeom>
                <a:rect b="b" l="l" r="r" t="t"/>
                <a:pathLst>
                  <a:path extrusionOk="0" h="588" w="313">
                    <a:moveTo>
                      <a:pt x="277" y="1"/>
                    </a:moveTo>
                    <a:cubicBezTo>
                      <a:pt x="267" y="1"/>
                      <a:pt x="257" y="4"/>
                      <a:pt x="249" y="12"/>
                    </a:cubicBezTo>
                    <a:cubicBezTo>
                      <a:pt x="199" y="87"/>
                      <a:pt x="166" y="178"/>
                      <a:pt x="124" y="261"/>
                    </a:cubicBezTo>
                    <a:cubicBezTo>
                      <a:pt x="83" y="344"/>
                      <a:pt x="50" y="435"/>
                      <a:pt x="8" y="518"/>
                    </a:cubicBezTo>
                    <a:cubicBezTo>
                      <a:pt x="0" y="543"/>
                      <a:pt x="0" y="568"/>
                      <a:pt x="25" y="584"/>
                    </a:cubicBezTo>
                    <a:cubicBezTo>
                      <a:pt x="32" y="586"/>
                      <a:pt x="39" y="587"/>
                      <a:pt x="46" y="587"/>
                    </a:cubicBezTo>
                    <a:cubicBezTo>
                      <a:pt x="66" y="587"/>
                      <a:pt x="85" y="580"/>
                      <a:pt x="91" y="568"/>
                    </a:cubicBezTo>
                    <a:cubicBezTo>
                      <a:pt x="133" y="476"/>
                      <a:pt x="166" y="394"/>
                      <a:pt x="207" y="302"/>
                    </a:cubicBezTo>
                    <a:cubicBezTo>
                      <a:pt x="240" y="220"/>
                      <a:pt x="290" y="128"/>
                      <a:pt x="307" y="37"/>
                    </a:cubicBezTo>
                    <a:cubicBezTo>
                      <a:pt x="312" y="15"/>
                      <a:pt x="296" y="1"/>
                      <a:pt x="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0" name="Google Shape;4790;p12"/>
              <p:cNvSpPr/>
              <p:nvPr/>
            </p:nvSpPr>
            <p:spPr>
              <a:xfrm>
                <a:off x="2634275" y="4658350"/>
                <a:ext cx="8925" cy="27850"/>
              </a:xfrm>
              <a:custGeom>
                <a:rect b="b" l="l" r="r" t="t"/>
                <a:pathLst>
                  <a:path extrusionOk="0" h="1114" w="357">
                    <a:moveTo>
                      <a:pt x="85" y="1"/>
                    </a:moveTo>
                    <a:cubicBezTo>
                      <a:pt x="63" y="1"/>
                      <a:pt x="42" y="13"/>
                      <a:pt x="34" y="41"/>
                    </a:cubicBezTo>
                    <a:cubicBezTo>
                      <a:pt x="1" y="141"/>
                      <a:pt x="9" y="249"/>
                      <a:pt x="9" y="356"/>
                    </a:cubicBezTo>
                    <a:cubicBezTo>
                      <a:pt x="17" y="464"/>
                      <a:pt x="25" y="580"/>
                      <a:pt x="34" y="688"/>
                    </a:cubicBezTo>
                    <a:cubicBezTo>
                      <a:pt x="42" y="779"/>
                      <a:pt x="50" y="878"/>
                      <a:pt x="83" y="961"/>
                    </a:cubicBezTo>
                    <a:cubicBezTo>
                      <a:pt x="110" y="1027"/>
                      <a:pt x="172" y="1113"/>
                      <a:pt x="247" y="1113"/>
                    </a:cubicBezTo>
                    <a:cubicBezTo>
                      <a:pt x="266" y="1113"/>
                      <a:pt x="287" y="1107"/>
                      <a:pt x="307" y="1094"/>
                    </a:cubicBezTo>
                    <a:cubicBezTo>
                      <a:pt x="340" y="1077"/>
                      <a:pt x="357" y="1036"/>
                      <a:pt x="349" y="1002"/>
                    </a:cubicBezTo>
                    <a:cubicBezTo>
                      <a:pt x="340" y="969"/>
                      <a:pt x="307" y="936"/>
                      <a:pt x="299" y="920"/>
                    </a:cubicBezTo>
                    <a:cubicBezTo>
                      <a:pt x="282" y="903"/>
                      <a:pt x="282" y="886"/>
                      <a:pt x="274" y="853"/>
                    </a:cubicBezTo>
                    <a:cubicBezTo>
                      <a:pt x="249" y="771"/>
                      <a:pt x="241" y="688"/>
                      <a:pt x="233" y="605"/>
                    </a:cubicBezTo>
                    <a:cubicBezTo>
                      <a:pt x="216" y="505"/>
                      <a:pt x="208" y="414"/>
                      <a:pt x="191" y="323"/>
                    </a:cubicBezTo>
                    <a:cubicBezTo>
                      <a:pt x="183" y="224"/>
                      <a:pt x="175" y="133"/>
                      <a:pt x="141" y="41"/>
                    </a:cubicBezTo>
                    <a:cubicBezTo>
                      <a:pt x="133" y="16"/>
                      <a:pt x="10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1" name="Google Shape;4791;p12"/>
              <p:cNvSpPr/>
              <p:nvPr/>
            </p:nvSpPr>
            <p:spPr>
              <a:xfrm>
                <a:off x="2642150" y="4660825"/>
                <a:ext cx="6025" cy="17300"/>
              </a:xfrm>
              <a:custGeom>
                <a:rect b="b" l="l" r="r" t="t"/>
                <a:pathLst>
                  <a:path extrusionOk="0" h="692" w="241">
                    <a:moveTo>
                      <a:pt x="67" y="0"/>
                    </a:moveTo>
                    <a:cubicBezTo>
                      <a:pt x="34" y="0"/>
                      <a:pt x="0" y="25"/>
                      <a:pt x="0" y="58"/>
                    </a:cubicBezTo>
                    <a:cubicBezTo>
                      <a:pt x="9" y="166"/>
                      <a:pt x="25" y="274"/>
                      <a:pt x="50" y="382"/>
                    </a:cubicBezTo>
                    <a:cubicBezTo>
                      <a:pt x="67" y="431"/>
                      <a:pt x="83" y="489"/>
                      <a:pt x="100" y="539"/>
                    </a:cubicBezTo>
                    <a:cubicBezTo>
                      <a:pt x="125" y="589"/>
                      <a:pt x="141" y="638"/>
                      <a:pt x="183" y="680"/>
                    </a:cubicBezTo>
                    <a:cubicBezTo>
                      <a:pt x="191" y="688"/>
                      <a:pt x="200" y="692"/>
                      <a:pt x="209" y="692"/>
                    </a:cubicBezTo>
                    <a:cubicBezTo>
                      <a:pt x="226" y="692"/>
                      <a:pt x="241" y="677"/>
                      <a:pt x="241" y="655"/>
                    </a:cubicBezTo>
                    <a:cubicBezTo>
                      <a:pt x="241" y="605"/>
                      <a:pt x="224" y="556"/>
                      <a:pt x="216" y="506"/>
                    </a:cubicBezTo>
                    <a:cubicBezTo>
                      <a:pt x="199" y="456"/>
                      <a:pt x="191" y="406"/>
                      <a:pt x="174" y="357"/>
                    </a:cubicBezTo>
                    <a:cubicBezTo>
                      <a:pt x="150" y="257"/>
                      <a:pt x="133" y="158"/>
                      <a:pt x="125" y="58"/>
                    </a:cubicBezTo>
                    <a:cubicBezTo>
                      <a:pt x="125" y="25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2" name="Google Shape;4792;p12"/>
              <p:cNvSpPr/>
              <p:nvPr/>
            </p:nvSpPr>
            <p:spPr>
              <a:xfrm>
                <a:off x="2951000" y="4020275"/>
                <a:ext cx="5200" cy="11325"/>
              </a:xfrm>
              <a:custGeom>
                <a:rect b="b" l="l" r="r" t="t"/>
                <a:pathLst>
                  <a:path extrusionOk="0" h="453" w="208">
                    <a:moveTo>
                      <a:pt x="48" y="0"/>
                    </a:moveTo>
                    <a:cubicBezTo>
                      <a:pt x="23" y="0"/>
                      <a:pt x="0" y="17"/>
                      <a:pt x="0" y="45"/>
                    </a:cubicBezTo>
                    <a:cubicBezTo>
                      <a:pt x="0" y="62"/>
                      <a:pt x="8" y="78"/>
                      <a:pt x="8" y="95"/>
                    </a:cubicBezTo>
                    <a:cubicBezTo>
                      <a:pt x="8" y="111"/>
                      <a:pt x="17" y="120"/>
                      <a:pt x="17" y="136"/>
                    </a:cubicBezTo>
                    <a:cubicBezTo>
                      <a:pt x="25" y="169"/>
                      <a:pt x="33" y="194"/>
                      <a:pt x="42" y="227"/>
                    </a:cubicBezTo>
                    <a:cubicBezTo>
                      <a:pt x="42" y="244"/>
                      <a:pt x="42" y="261"/>
                      <a:pt x="50" y="277"/>
                    </a:cubicBezTo>
                    <a:cubicBezTo>
                      <a:pt x="50" y="277"/>
                      <a:pt x="50" y="285"/>
                      <a:pt x="50" y="294"/>
                    </a:cubicBezTo>
                    <a:cubicBezTo>
                      <a:pt x="50" y="294"/>
                      <a:pt x="50" y="302"/>
                      <a:pt x="50" y="310"/>
                    </a:cubicBezTo>
                    <a:cubicBezTo>
                      <a:pt x="58" y="343"/>
                      <a:pt x="50" y="393"/>
                      <a:pt x="75" y="418"/>
                    </a:cubicBezTo>
                    <a:cubicBezTo>
                      <a:pt x="88" y="440"/>
                      <a:pt x="112" y="452"/>
                      <a:pt x="136" y="452"/>
                    </a:cubicBezTo>
                    <a:cubicBezTo>
                      <a:pt x="157" y="452"/>
                      <a:pt x="179" y="442"/>
                      <a:pt x="191" y="418"/>
                    </a:cubicBezTo>
                    <a:cubicBezTo>
                      <a:pt x="207" y="385"/>
                      <a:pt x="199" y="335"/>
                      <a:pt x="191" y="294"/>
                    </a:cubicBezTo>
                    <a:cubicBezTo>
                      <a:pt x="191" y="261"/>
                      <a:pt x="182" y="227"/>
                      <a:pt x="174" y="194"/>
                    </a:cubicBezTo>
                    <a:cubicBezTo>
                      <a:pt x="166" y="161"/>
                      <a:pt x="149" y="128"/>
                      <a:pt x="141" y="95"/>
                    </a:cubicBezTo>
                    <a:cubicBezTo>
                      <a:pt x="124" y="62"/>
                      <a:pt x="108" y="37"/>
                      <a:pt x="83" y="12"/>
                    </a:cubicBezTo>
                    <a:cubicBezTo>
                      <a:pt x="72" y="4"/>
                      <a:pt x="60" y="0"/>
                      <a:pt x="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3" name="Google Shape;4793;p12"/>
              <p:cNvSpPr/>
              <p:nvPr/>
            </p:nvSpPr>
            <p:spPr>
              <a:xfrm>
                <a:off x="2955950" y="4020925"/>
                <a:ext cx="2925" cy="7900"/>
              </a:xfrm>
              <a:custGeom>
                <a:rect b="b" l="l" r="r" t="t"/>
                <a:pathLst>
                  <a:path extrusionOk="0" h="316" w="117">
                    <a:moveTo>
                      <a:pt x="44" y="0"/>
                    </a:moveTo>
                    <a:cubicBezTo>
                      <a:pt x="40" y="0"/>
                      <a:pt x="37" y="1"/>
                      <a:pt x="34" y="3"/>
                    </a:cubicBezTo>
                    <a:cubicBezTo>
                      <a:pt x="9" y="11"/>
                      <a:pt x="1" y="36"/>
                      <a:pt x="1" y="61"/>
                    </a:cubicBezTo>
                    <a:lnTo>
                      <a:pt x="26" y="185"/>
                    </a:lnTo>
                    <a:cubicBezTo>
                      <a:pt x="26" y="210"/>
                      <a:pt x="26" y="226"/>
                      <a:pt x="34" y="251"/>
                    </a:cubicBezTo>
                    <a:cubicBezTo>
                      <a:pt x="42" y="276"/>
                      <a:pt x="51" y="301"/>
                      <a:pt x="75" y="309"/>
                    </a:cubicBezTo>
                    <a:cubicBezTo>
                      <a:pt x="80" y="313"/>
                      <a:pt x="84" y="315"/>
                      <a:pt x="88" y="315"/>
                    </a:cubicBezTo>
                    <a:cubicBezTo>
                      <a:pt x="92" y="315"/>
                      <a:pt x="96" y="313"/>
                      <a:pt x="100" y="309"/>
                    </a:cubicBezTo>
                    <a:cubicBezTo>
                      <a:pt x="117" y="301"/>
                      <a:pt x="117" y="284"/>
                      <a:pt x="117" y="268"/>
                    </a:cubicBezTo>
                    <a:lnTo>
                      <a:pt x="117" y="235"/>
                    </a:lnTo>
                    <a:cubicBezTo>
                      <a:pt x="117" y="218"/>
                      <a:pt x="109" y="193"/>
                      <a:pt x="109" y="168"/>
                    </a:cubicBezTo>
                    <a:cubicBezTo>
                      <a:pt x="100" y="119"/>
                      <a:pt x="92" y="77"/>
                      <a:pt x="84" y="36"/>
                    </a:cubicBezTo>
                    <a:cubicBezTo>
                      <a:pt x="77" y="15"/>
                      <a:pt x="59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4" name="Google Shape;4794;p12"/>
              <p:cNvSpPr/>
              <p:nvPr/>
            </p:nvSpPr>
            <p:spPr>
              <a:xfrm>
                <a:off x="2963825" y="4019275"/>
                <a:ext cx="3750" cy="7275"/>
              </a:xfrm>
              <a:custGeom>
                <a:rect b="b" l="l" r="r" t="t"/>
                <a:pathLst>
                  <a:path extrusionOk="0" h="291" w="150">
                    <a:moveTo>
                      <a:pt x="55" y="0"/>
                    </a:moveTo>
                    <a:cubicBezTo>
                      <a:pt x="51" y="0"/>
                      <a:pt x="47" y="1"/>
                      <a:pt x="42" y="2"/>
                    </a:cubicBezTo>
                    <a:cubicBezTo>
                      <a:pt x="17" y="11"/>
                      <a:pt x="1" y="35"/>
                      <a:pt x="9" y="60"/>
                    </a:cubicBezTo>
                    <a:cubicBezTo>
                      <a:pt x="17" y="102"/>
                      <a:pt x="34" y="135"/>
                      <a:pt x="42" y="168"/>
                    </a:cubicBezTo>
                    <a:cubicBezTo>
                      <a:pt x="50" y="185"/>
                      <a:pt x="50" y="201"/>
                      <a:pt x="59" y="218"/>
                    </a:cubicBezTo>
                    <a:cubicBezTo>
                      <a:pt x="67" y="226"/>
                      <a:pt x="67" y="243"/>
                      <a:pt x="75" y="251"/>
                    </a:cubicBezTo>
                    <a:cubicBezTo>
                      <a:pt x="75" y="259"/>
                      <a:pt x="84" y="267"/>
                      <a:pt x="84" y="276"/>
                    </a:cubicBezTo>
                    <a:cubicBezTo>
                      <a:pt x="90" y="285"/>
                      <a:pt x="102" y="290"/>
                      <a:pt x="114" y="290"/>
                    </a:cubicBezTo>
                    <a:cubicBezTo>
                      <a:pt x="132" y="290"/>
                      <a:pt x="150" y="279"/>
                      <a:pt x="150" y="259"/>
                    </a:cubicBezTo>
                    <a:cubicBezTo>
                      <a:pt x="150" y="243"/>
                      <a:pt x="150" y="234"/>
                      <a:pt x="150" y="226"/>
                    </a:cubicBezTo>
                    <a:cubicBezTo>
                      <a:pt x="150" y="218"/>
                      <a:pt x="142" y="209"/>
                      <a:pt x="142" y="193"/>
                    </a:cubicBezTo>
                    <a:cubicBezTo>
                      <a:pt x="133" y="176"/>
                      <a:pt x="133" y="160"/>
                      <a:pt x="125" y="143"/>
                    </a:cubicBezTo>
                    <a:cubicBezTo>
                      <a:pt x="117" y="110"/>
                      <a:pt x="108" y="77"/>
                      <a:pt x="100" y="35"/>
                    </a:cubicBezTo>
                    <a:cubicBezTo>
                      <a:pt x="93" y="15"/>
                      <a:pt x="75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5" name="Google Shape;4795;p12"/>
              <p:cNvSpPr/>
              <p:nvPr/>
            </p:nvSpPr>
            <p:spPr>
              <a:xfrm>
                <a:off x="3016850" y="4434275"/>
                <a:ext cx="17425" cy="46675"/>
              </a:xfrm>
              <a:custGeom>
                <a:rect b="b" l="l" r="r" t="t"/>
                <a:pathLst>
                  <a:path extrusionOk="0" h="1867" w="697">
                    <a:moveTo>
                      <a:pt x="573" y="0"/>
                    </a:moveTo>
                    <a:cubicBezTo>
                      <a:pt x="559" y="0"/>
                      <a:pt x="546" y="5"/>
                      <a:pt x="539" y="15"/>
                    </a:cubicBezTo>
                    <a:cubicBezTo>
                      <a:pt x="448" y="131"/>
                      <a:pt x="457" y="305"/>
                      <a:pt x="432" y="437"/>
                    </a:cubicBezTo>
                    <a:cubicBezTo>
                      <a:pt x="407" y="595"/>
                      <a:pt x="374" y="744"/>
                      <a:pt x="332" y="893"/>
                    </a:cubicBezTo>
                    <a:cubicBezTo>
                      <a:pt x="249" y="1191"/>
                      <a:pt x="150" y="1489"/>
                      <a:pt x="17" y="1779"/>
                    </a:cubicBezTo>
                    <a:cubicBezTo>
                      <a:pt x="0" y="1825"/>
                      <a:pt x="38" y="1867"/>
                      <a:pt x="74" y="1867"/>
                    </a:cubicBezTo>
                    <a:cubicBezTo>
                      <a:pt x="91" y="1867"/>
                      <a:pt x="107" y="1858"/>
                      <a:pt x="117" y="1837"/>
                    </a:cubicBezTo>
                    <a:cubicBezTo>
                      <a:pt x="283" y="1556"/>
                      <a:pt x="415" y="1266"/>
                      <a:pt x="506" y="959"/>
                    </a:cubicBezTo>
                    <a:cubicBezTo>
                      <a:pt x="556" y="802"/>
                      <a:pt x="589" y="644"/>
                      <a:pt x="614" y="487"/>
                    </a:cubicBezTo>
                    <a:cubicBezTo>
                      <a:pt x="639" y="354"/>
                      <a:pt x="697" y="164"/>
                      <a:pt x="631" y="31"/>
                    </a:cubicBezTo>
                    <a:cubicBezTo>
                      <a:pt x="621" y="11"/>
                      <a:pt x="595" y="0"/>
                      <a:pt x="5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6" name="Google Shape;4796;p12"/>
              <p:cNvSpPr/>
              <p:nvPr/>
            </p:nvSpPr>
            <p:spPr>
              <a:xfrm>
                <a:off x="3026225" y="4406100"/>
                <a:ext cx="29175" cy="63675"/>
              </a:xfrm>
              <a:custGeom>
                <a:rect b="b" l="l" r="r" t="t"/>
                <a:pathLst>
                  <a:path extrusionOk="0" h="2547" w="1167">
                    <a:moveTo>
                      <a:pt x="1066" y="0"/>
                    </a:moveTo>
                    <a:cubicBezTo>
                      <a:pt x="1046" y="0"/>
                      <a:pt x="1025" y="7"/>
                      <a:pt x="1010" y="23"/>
                    </a:cubicBezTo>
                    <a:cubicBezTo>
                      <a:pt x="960" y="73"/>
                      <a:pt x="943" y="139"/>
                      <a:pt x="927" y="214"/>
                    </a:cubicBezTo>
                    <a:cubicBezTo>
                      <a:pt x="902" y="288"/>
                      <a:pt x="877" y="363"/>
                      <a:pt x="860" y="437"/>
                    </a:cubicBezTo>
                    <a:cubicBezTo>
                      <a:pt x="811" y="578"/>
                      <a:pt x="761" y="718"/>
                      <a:pt x="712" y="859"/>
                    </a:cubicBezTo>
                    <a:lnTo>
                      <a:pt x="712" y="859"/>
                    </a:lnTo>
                    <a:cubicBezTo>
                      <a:pt x="713" y="836"/>
                      <a:pt x="721" y="807"/>
                      <a:pt x="728" y="785"/>
                    </a:cubicBezTo>
                    <a:cubicBezTo>
                      <a:pt x="744" y="703"/>
                      <a:pt x="761" y="611"/>
                      <a:pt x="720" y="529"/>
                    </a:cubicBezTo>
                    <a:cubicBezTo>
                      <a:pt x="710" y="505"/>
                      <a:pt x="685" y="495"/>
                      <a:pt x="659" y="495"/>
                    </a:cubicBezTo>
                    <a:cubicBezTo>
                      <a:pt x="639" y="495"/>
                      <a:pt x="618" y="501"/>
                      <a:pt x="604" y="512"/>
                    </a:cubicBezTo>
                    <a:cubicBezTo>
                      <a:pt x="537" y="570"/>
                      <a:pt x="521" y="661"/>
                      <a:pt x="504" y="736"/>
                    </a:cubicBezTo>
                    <a:cubicBezTo>
                      <a:pt x="488" y="819"/>
                      <a:pt x="471" y="901"/>
                      <a:pt x="454" y="976"/>
                    </a:cubicBezTo>
                    <a:cubicBezTo>
                      <a:pt x="421" y="1150"/>
                      <a:pt x="388" y="1316"/>
                      <a:pt x="338" y="1481"/>
                    </a:cubicBezTo>
                    <a:cubicBezTo>
                      <a:pt x="256" y="1813"/>
                      <a:pt x="164" y="2144"/>
                      <a:pt x="24" y="2451"/>
                    </a:cubicBezTo>
                    <a:cubicBezTo>
                      <a:pt x="1" y="2502"/>
                      <a:pt x="41" y="2546"/>
                      <a:pt x="82" y="2546"/>
                    </a:cubicBezTo>
                    <a:cubicBezTo>
                      <a:pt x="100" y="2546"/>
                      <a:pt x="119" y="2537"/>
                      <a:pt x="131" y="2517"/>
                    </a:cubicBezTo>
                    <a:cubicBezTo>
                      <a:pt x="222" y="2368"/>
                      <a:pt x="314" y="2210"/>
                      <a:pt x="380" y="2053"/>
                    </a:cubicBezTo>
                    <a:cubicBezTo>
                      <a:pt x="446" y="1904"/>
                      <a:pt x="496" y="1746"/>
                      <a:pt x="537" y="1589"/>
                    </a:cubicBezTo>
                    <a:cubicBezTo>
                      <a:pt x="662" y="1374"/>
                      <a:pt x="778" y="1158"/>
                      <a:pt x="885" y="934"/>
                    </a:cubicBezTo>
                    <a:cubicBezTo>
                      <a:pt x="943" y="794"/>
                      <a:pt x="993" y="653"/>
                      <a:pt x="1043" y="512"/>
                    </a:cubicBezTo>
                    <a:cubicBezTo>
                      <a:pt x="1068" y="437"/>
                      <a:pt x="1092" y="363"/>
                      <a:pt x="1117" y="288"/>
                    </a:cubicBezTo>
                    <a:cubicBezTo>
                      <a:pt x="1134" y="214"/>
                      <a:pt x="1167" y="139"/>
                      <a:pt x="1142" y="56"/>
                    </a:cubicBezTo>
                    <a:cubicBezTo>
                      <a:pt x="1132" y="20"/>
                      <a:pt x="1099" y="0"/>
                      <a:pt x="10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7" name="Google Shape;4797;p12"/>
              <p:cNvSpPr/>
              <p:nvPr/>
            </p:nvSpPr>
            <p:spPr>
              <a:xfrm>
                <a:off x="3044400" y="4389775"/>
                <a:ext cx="19700" cy="50400"/>
              </a:xfrm>
              <a:custGeom>
                <a:rect b="b" l="l" r="r" t="t"/>
                <a:pathLst>
                  <a:path extrusionOk="0" h="2016" w="788">
                    <a:moveTo>
                      <a:pt x="730" y="1"/>
                    </a:moveTo>
                    <a:cubicBezTo>
                      <a:pt x="703" y="1"/>
                      <a:pt x="675" y="15"/>
                      <a:pt x="664" y="46"/>
                    </a:cubicBezTo>
                    <a:lnTo>
                      <a:pt x="664" y="38"/>
                    </a:lnTo>
                    <a:cubicBezTo>
                      <a:pt x="556" y="361"/>
                      <a:pt x="490" y="684"/>
                      <a:pt x="382" y="1008"/>
                    </a:cubicBezTo>
                    <a:cubicBezTo>
                      <a:pt x="283" y="1322"/>
                      <a:pt x="158" y="1645"/>
                      <a:pt x="17" y="1952"/>
                    </a:cubicBezTo>
                    <a:cubicBezTo>
                      <a:pt x="0" y="1986"/>
                      <a:pt x="30" y="2016"/>
                      <a:pt x="58" y="2016"/>
                    </a:cubicBezTo>
                    <a:cubicBezTo>
                      <a:pt x="71" y="2016"/>
                      <a:pt x="84" y="2009"/>
                      <a:pt x="92" y="1993"/>
                    </a:cubicBezTo>
                    <a:cubicBezTo>
                      <a:pt x="266" y="1695"/>
                      <a:pt x="415" y="1389"/>
                      <a:pt x="539" y="1066"/>
                    </a:cubicBezTo>
                    <a:cubicBezTo>
                      <a:pt x="655" y="742"/>
                      <a:pt x="763" y="403"/>
                      <a:pt x="788" y="55"/>
                    </a:cubicBezTo>
                    <a:cubicBezTo>
                      <a:pt x="788" y="19"/>
                      <a:pt x="760" y="1"/>
                      <a:pt x="7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8" name="Google Shape;4798;p12"/>
              <p:cNvSpPr/>
              <p:nvPr/>
            </p:nvSpPr>
            <p:spPr>
              <a:xfrm>
                <a:off x="2946650" y="4369900"/>
                <a:ext cx="6025" cy="32875"/>
              </a:xfrm>
              <a:custGeom>
                <a:rect b="b" l="l" r="r" t="t"/>
                <a:pathLst>
                  <a:path extrusionOk="0" h="1315" w="241">
                    <a:moveTo>
                      <a:pt x="125" y="0"/>
                    </a:moveTo>
                    <a:cubicBezTo>
                      <a:pt x="96" y="0"/>
                      <a:pt x="68" y="14"/>
                      <a:pt x="50" y="46"/>
                    </a:cubicBezTo>
                    <a:cubicBezTo>
                      <a:pt x="0" y="137"/>
                      <a:pt x="17" y="270"/>
                      <a:pt x="17" y="369"/>
                    </a:cubicBezTo>
                    <a:cubicBezTo>
                      <a:pt x="17" y="469"/>
                      <a:pt x="17" y="568"/>
                      <a:pt x="25" y="667"/>
                    </a:cubicBezTo>
                    <a:cubicBezTo>
                      <a:pt x="25" y="875"/>
                      <a:pt x="66" y="1073"/>
                      <a:pt x="108" y="1272"/>
                    </a:cubicBezTo>
                    <a:cubicBezTo>
                      <a:pt x="111" y="1301"/>
                      <a:pt x="134" y="1314"/>
                      <a:pt x="159" y="1314"/>
                    </a:cubicBezTo>
                    <a:cubicBezTo>
                      <a:pt x="190" y="1314"/>
                      <a:pt x="224" y="1293"/>
                      <a:pt x="224" y="1256"/>
                    </a:cubicBezTo>
                    <a:cubicBezTo>
                      <a:pt x="216" y="1065"/>
                      <a:pt x="224" y="866"/>
                      <a:pt x="216" y="667"/>
                    </a:cubicBezTo>
                    <a:cubicBezTo>
                      <a:pt x="216" y="568"/>
                      <a:pt x="216" y="469"/>
                      <a:pt x="224" y="369"/>
                    </a:cubicBezTo>
                    <a:cubicBezTo>
                      <a:pt x="224" y="319"/>
                      <a:pt x="224" y="278"/>
                      <a:pt x="224" y="228"/>
                    </a:cubicBezTo>
                    <a:cubicBezTo>
                      <a:pt x="232" y="179"/>
                      <a:pt x="240" y="112"/>
                      <a:pt x="224" y="63"/>
                    </a:cubicBezTo>
                    <a:cubicBezTo>
                      <a:pt x="205" y="25"/>
                      <a:pt x="164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9" name="Google Shape;4799;p12"/>
              <p:cNvSpPr/>
              <p:nvPr/>
            </p:nvSpPr>
            <p:spPr>
              <a:xfrm>
                <a:off x="2952225" y="4381025"/>
                <a:ext cx="3975" cy="13650"/>
              </a:xfrm>
              <a:custGeom>
                <a:rect b="b" l="l" r="r" t="t"/>
                <a:pathLst>
                  <a:path extrusionOk="0" h="546" w="159">
                    <a:moveTo>
                      <a:pt x="108" y="1"/>
                    </a:moveTo>
                    <a:cubicBezTo>
                      <a:pt x="100" y="1"/>
                      <a:pt x="92" y="3"/>
                      <a:pt x="84" y="7"/>
                    </a:cubicBezTo>
                    <a:cubicBezTo>
                      <a:pt x="51" y="32"/>
                      <a:pt x="51" y="90"/>
                      <a:pt x="42" y="123"/>
                    </a:cubicBezTo>
                    <a:cubicBezTo>
                      <a:pt x="34" y="164"/>
                      <a:pt x="26" y="206"/>
                      <a:pt x="26" y="247"/>
                    </a:cubicBezTo>
                    <a:cubicBezTo>
                      <a:pt x="17" y="330"/>
                      <a:pt x="9" y="405"/>
                      <a:pt x="1" y="488"/>
                    </a:cubicBezTo>
                    <a:cubicBezTo>
                      <a:pt x="1" y="521"/>
                      <a:pt x="34" y="546"/>
                      <a:pt x="59" y="546"/>
                    </a:cubicBezTo>
                    <a:cubicBezTo>
                      <a:pt x="100" y="546"/>
                      <a:pt x="117" y="521"/>
                      <a:pt x="125" y="488"/>
                    </a:cubicBezTo>
                    <a:cubicBezTo>
                      <a:pt x="133" y="405"/>
                      <a:pt x="142" y="330"/>
                      <a:pt x="150" y="247"/>
                    </a:cubicBezTo>
                    <a:cubicBezTo>
                      <a:pt x="150" y="206"/>
                      <a:pt x="158" y="173"/>
                      <a:pt x="158" y="131"/>
                    </a:cubicBezTo>
                    <a:cubicBezTo>
                      <a:pt x="158" y="90"/>
                      <a:pt x="158" y="40"/>
                      <a:pt x="133" y="7"/>
                    </a:cubicBezTo>
                    <a:cubicBezTo>
                      <a:pt x="125" y="3"/>
                      <a:pt x="117" y="1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0" name="Google Shape;4800;p12"/>
              <p:cNvSpPr/>
              <p:nvPr/>
            </p:nvSpPr>
            <p:spPr>
              <a:xfrm>
                <a:off x="2958850" y="4389950"/>
                <a:ext cx="2925" cy="5350"/>
              </a:xfrm>
              <a:custGeom>
                <a:rect b="b" l="l" r="r" t="t"/>
                <a:pathLst>
                  <a:path extrusionOk="0" h="214" w="117">
                    <a:moveTo>
                      <a:pt x="91" y="0"/>
                    </a:moveTo>
                    <a:cubicBezTo>
                      <a:pt x="83" y="0"/>
                      <a:pt x="74" y="5"/>
                      <a:pt x="67" y="15"/>
                    </a:cubicBezTo>
                    <a:cubicBezTo>
                      <a:pt x="59" y="23"/>
                      <a:pt x="51" y="31"/>
                      <a:pt x="42" y="48"/>
                    </a:cubicBezTo>
                    <a:cubicBezTo>
                      <a:pt x="42" y="56"/>
                      <a:pt x="34" y="73"/>
                      <a:pt x="34" y="89"/>
                    </a:cubicBezTo>
                    <a:cubicBezTo>
                      <a:pt x="26" y="114"/>
                      <a:pt x="17" y="139"/>
                      <a:pt x="9" y="155"/>
                    </a:cubicBezTo>
                    <a:cubicBezTo>
                      <a:pt x="1" y="180"/>
                      <a:pt x="17" y="205"/>
                      <a:pt x="34" y="213"/>
                    </a:cubicBezTo>
                    <a:cubicBezTo>
                      <a:pt x="59" y="213"/>
                      <a:pt x="84" y="205"/>
                      <a:pt x="84" y="180"/>
                    </a:cubicBezTo>
                    <a:lnTo>
                      <a:pt x="109" y="106"/>
                    </a:lnTo>
                    <a:cubicBezTo>
                      <a:pt x="109" y="97"/>
                      <a:pt x="109" y="81"/>
                      <a:pt x="117" y="64"/>
                    </a:cubicBezTo>
                    <a:lnTo>
                      <a:pt x="117" y="31"/>
                    </a:lnTo>
                    <a:cubicBezTo>
                      <a:pt x="117" y="11"/>
                      <a:pt x="105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1" name="Google Shape;4801;p12"/>
              <p:cNvSpPr/>
              <p:nvPr/>
            </p:nvSpPr>
            <p:spPr>
              <a:xfrm>
                <a:off x="3022775" y="4189175"/>
                <a:ext cx="12950" cy="34425"/>
              </a:xfrm>
              <a:custGeom>
                <a:rect b="b" l="l" r="r" t="t"/>
                <a:pathLst>
                  <a:path extrusionOk="0" h="1377" w="518">
                    <a:moveTo>
                      <a:pt x="88" y="1"/>
                    </a:moveTo>
                    <a:cubicBezTo>
                      <a:pt x="43" y="1"/>
                      <a:pt x="0" y="48"/>
                      <a:pt x="29" y="100"/>
                    </a:cubicBezTo>
                    <a:cubicBezTo>
                      <a:pt x="87" y="191"/>
                      <a:pt x="120" y="282"/>
                      <a:pt x="153" y="381"/>
                    </a:cubicBezTo>
                    <a:cubicBezTo>
                      <a:pt x="186" y="489"/>
                      <a:pt x="220" y="589"/>
                      <a:pt x="244" y="688"/>
                    </a:cubicBezTo>
                    <a:cubicBezTo>
                      <a:pt x="261" y="787"/>
                      <a:pt x="278" y="887"/>
                      <a:pt x="278" y="995"/>
                    </a:cubicBezTo>
                    <a:cubicBezTo>
                      <a:pt x="286" y="1044"/>
                      <a:pt x="286" y="1094"/>
                      <a:pt x="278" y="1144"/>
                    </a:cubicBezTo>
                    <a:cubicBezTo>
                      <a:pt x="278" y="1202"/>
                      <a:pt x="269" y="1260"/>
                      <a:pt x="294" y="1318"/>
                    </a:cubicBezTo>
                    <a:cubicBezTo>
                      <a:pt x="308" y="1355"/>
                      <a:pt x="343" y="1377"/>
                      <a:pt x="378" y="1377"/>
                    </a:cubicBezTo>
                    <a:cubicBezTo>
                      <a:pt x="406" y="1377"/>
                      <a:pt x="433" y="1363"/>
                      <a:pt x="452" y="1334"/>
                    </a:cubicBezTo>
                    <a:cubicBezTo>
                      <a:pt x="518" y="1243"/>
                      <a:pt x="501" y="1094"/>
                      <a:pt x="493" y="995"/>
                    </a:cubicBezTo>
                    <a:cubicBezTo>
                      <a:pt x="493" y="879"/>
                      <a:pt x="468" y="763"/>
                      <a:pt x="443" y="647"/>
                    </a:cubicBezTo>
                    <a:cubicBezTo>
                      <a:pt x="418" y="539"/>
                      <a:pt x="385" y="431"/>
                      <a:pt x="336" y="323"/>
                    </a:cubicBezTo>
                    <a:cubicBezTo>
                      <a:pt x="286" y="224"/>
                      <a:pt x="220" y="125"/>
                      <a:pt x="145" y="33"/>
                    </a:cubicBezTo>
                    <a:cubicBezTo>
                      <a:pt x="130" y="10"/>
                      <a:pt x="109" y="1"/>
                      <a:pt x="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2" name="Google Shape;4802;p12"/>
              <p:cNvSpPr/>
              <p:nvPr/>
            </p:nvSpPr>
            <p:spPr>
              <a:xfrm>
                <a:off x="3032400" y="4193900"/>
                <a:ext cx="5000" cy="15225"/>
              </a:xfrm>
              <a:custGeom>
                <a:rect b="b" l="l" r="r" t="t"/>
                <a:pathLst>
                  <a:path extrusionOk="0" h="609" w="200">
                    <a:moveTo>
                      <a:pt x="55" y="0"/>
                    </a:moveTo>
                    <a:cubicBezTo>
                      <a:pt x="50" y="0"/>
                      <a:pt x="46" y="1"/>
                      <a:pt x="42" y="2"/>
                    </a:cubicBezTo>
                    <a:cubicBezTo>
                      <a:pt x="17" y="10"/>
                      <a:pt x="0" y="43"/>
                      <a:pt x="9" y="68"/>
                    </a:cubicBezTo>
                    <a:cubicBezTo>
                      <a:pt x="33" y="151"/>
                      <a:pt x="58" y="242"/>
                      <a:pt x="67" y="325"/>
                    </a:cubicBezTo>
                    <a:cubicBezTo>
                      <a:pt x="67" y="366"/>
                      <a:pt x="75" y="408"/>
                      <a:pt x="83" y="458"/>
                    </a:cubicBezTo>
                    <a:cubicBezTo>
                      <a:pt x="83" y="474"/>
                      <a:pt x="83" y="499"/>
                      <a:pt x="91" y="524"/>
                    </a:cubicBezTo>
                    <a:cubicBezTo>
                      <a:pt x="91" y="549"/>
                      <a:pt x="100" y="565"/>
                      <a:pt x="108" y="590"/>
                    </a:cubicBezTo>
                    <a:cubicBezTo>
                      <a:pt x="116" y="603"/>
                      <a:pt x="129" y="609"/>
                      <a:pt x="141" y="609"/>
                    </a:cubicBezTo>
                    <a:cubicBezTo>
                      <a:pt x="154" y="609"/>
                      <a:pt x="166" y="603"/>
                      <a:pt x="174" y="590"/>
                    </a:cubicBezTo>
                    <a:cubicBezTo>
                      <a:pt x="199" y="549"/>
                      <a:pt x="199" y="499"/>
                      <a:pt x="199" y="449"/>
                    </a:cubicBezTo>
                    <a:cubicBezTo>
                      <a:pt x="199" y="408"/>
                      <a:pt x="191" y="358"/>
                      <a:pt x="183" y="308"/>
                    </a:cubicBezTo>
                    <a:cubicBezTo>
                      <a:pt x="166" y="217"/>
                      <a:pt x="141" y="126"/>
                      <a:pt x="108" y="43"/>
                    </a:cubicBezTo>
                    <a:cubicBezTo>
                      <a:pt x="101" y="22"/>
                      <a:pt x="81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3" name="Google Shape;4803;p12"/>
              <p:cNvSpPr/>
              <p:nvPr/>
            </p:nvSpPr>
            <p:spPr>
              <a:xfrm>
                <a:off x="3037375" y="4191250"/>
                <a:ext cx="5200" cy="20975"/>
              </a:xfrm>
              <a:custGeom>
                <a:rect b="b" l="l" r="r" t="t"/>
                <a:pathLst>
                  <a:path extrusionOk="0" h="839" w="208">
                    <a:moveTo>
                      <a:pt x="66" y="0"/>
                    </a:moveTo>
                    <a:cubicBezTo>
                      <a:pt x="42" y="0"/>
                      <a:pt x="0" y="25"/>
                      <a:pt x="8" y="58"/>
                    </a:cubicBezTo>
                    <a:cubicBezTo>
                      <a:pt x="17" y="182"/>
                      <a:pt x="33" y="315"/>
                      <a:pt x="50" y="439"/>
                    </a:cubicBezTo>
                    <a:cubicBezTo>
                      <a:pt x="58" y="564"/>
                      <a:pt x="75" y="688"/>
                      <a:pt x="116" y="812"/>
                    </a:cubicBezTo>
                    <a:cubicBezTo>
                      <a:pt x="123" y="830"/>
                      <a:pt x="138" y="839"/>
                      <a:pt x="153" y="839"/>
                    </a:cubicBezTo>
                    <a:cubicBezTo>
                      <a:pt x="172" y="839"/>
                      <a:pt x="191" y="824"/>
                      <a:pt x="191" y="796"/>
                    </a:cubicBezTo>
                    <a:cubicBezTo>
                      <a:pt x="207" y="680"/>
                      <a:pt x="191" y="547"/>
                      <a:pt x="174" y="431"/>
                    </a:cubicBezTo>
                    <a:cubicBezTo>
                      <a:pt x="158" y="307"/>
                      <a:pt x="149" y="182"/>
                      <a:pt x="133" y="58"/>
                    </a:cubicBezTo>
                    <a:cubicBezTo>
                      <a:pt x="124" y="25"/>
                      <a:pt x="108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4" name="Google Shape;4804;p12"/>
              <p:cNvSpPr/>
              <p:nvPr/>
            </p:nvSpPr>
            <p:spPr>
              <a:xfrm>
                <a:off x="2953275" y="4201025"/>
                <a:ext cx="6450" cy="19175"/>
              </a:xfrm>
              <a:custGeom>
                <a:rect b="b" l="l" r="r" t="t"/>
                <a:pathLst>
                  <a:path extrusionOk="0" h="767" w="258">
                    <a:moveTo>
                      <a:pt x="66" y="1"/>
                    </a:moveTo>
                    <a:cubicBezTo>
                      <a:pt x="37" y="1"/>
                      <a:pt x="9" y="19"/>
                      <a:pt x="9" y="57"/>
                    </a:cubicBezTo>
                    <a:cubicBezTo>
                      <a:pt x="0" y="173"/>
                      <a:pt x="9" y="297"/>
                      <a:pt x="25" y="413"/>
                    </a:cubicBezTo>
                    <a:cubicBezTo>
                      <a:pt x="33" y="463"/>
                      <a:pt x="50" y="521"/>
                      <a:pt x="66" y="579"/>
                    </a:cubicBezTo>
                    <a:cubicBezTo>
                      <a:pt x="83" y="637"/>
                      <a:pt x="100" y="695"/>
                      <a:pt x="141" y="744"/>
                    </a:cubicBezTo>
                    <a:cubicBezTo>
                      <a:pt x="152" y="760"/>
                      <a:pt x="167" y="767"/>
                      <a:pt x="184" y="767"/>
                    </a:cubicBezTo>
                    <a:cubicBezTo>
                      <a:pt x="219" y="767"/>
                      <a:pt x="257" y="737"/>
                      <a:pt x="257" y="703"/>
                    </a:cubicBezTo>
                    <a:cubicBezTo>
                      <a:pt x="249" y="645"/>
                      <a:pt x="216" y="587"/>
                      <a:pt x="199" y="529"/>
                    </a:cubicBezTo>
                    <a:cubicBezTo>
                      <a:pt x="182" y="479"/>
                      <a:pt x="174" y="429"/>
                      <a:pt x="158" y="380"/>
                    </a:cubicBezTo>
                    <a:cubicBezTo>
                      <a:pt x="133" y="272"/>
                      <a:pt x="124" y="164"/>
                      <a:pt x="124" y="57"/>
                    </a:cubicBezTo>
                    <a:cubicBezTo>
                      <a:pt x="124" y="19"/>
                      <a:pt x="95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5" name="Google Shape;4805;p12"/>
              <p:cNvSpPr/>
              <p:nvPr/>
            </p:nvSpPr>
            <p:spPr>
              <a:xfrm>
                <a:off x="2959900" y="4202600"/>
                <a:ext cx="4175" cy="11450"/>
              </a:xfrm>
              <a:custGeom>
                <a:rect b="b" l="l" r="r" t="t"/>
                <a:pathLst>
                  <a:path extrusionOk="0" h="458" w="167">
                    <a:moveTo>
                      <a:pt x="77" y="1"/>
                    </a:moveTo>
                    <a:cubicBezTo>
                      <a:pt x="74" y="1"/>
                      <a:pt x="70" y="1"/>
                      <a:pt x="67" y="2"/>
                    </a:cubicBezTo>
                    <a:cubicBezTo>
                      <a:pt x="33" y="2"/>
                      <a:pt x="17" y="27"/>
                      <a:pt x="9" y="60"/>
                    </a:cubicBezTo>
                    <a:cubicBezTo>
                      <a:pt x="0" y="126"/>
                      <a:pt x="9" y="201"/>
                      <a:pt x="17" y="275"/>
                    </a:cubicBezTo>
                    <a:cubicBezTo>
                      <a:pt x="25" y="308"/>
                      <a:pt x="25" y="342"/>
                      <a:pt x="42" y="375"/>
                    </a:cubicBezTo>
                    <a:cubicBezTo>
                      <a:pt x="58" y="408"/>
                      <a:pt x="83" y="441"/>
                      <a:pt x="116" y="458"/>
                    </a:cubicBezTo>
                    <a:cubicBezTo>
                      <a:pt x="133" y="458"/>
                      <a:pt x="149" y="458"/>
                      <a:pt x="149" y="441"/>
                    </a:cubicBezTo>
                    <a:cubicBezTo>
                      <a:pt x="166" y="408"/>
                      <a:pt x="158" y="375"/>
                      <a:pt x="158" y="350"/>
                    </a:cubicBezTo>
                    <a:cubicBezTo>
                      <a:pt x="149" y="308"/>
                      <a:pt x="141" y="275"/>
                      <a:pt x="133" y="242"/>
                    </a:cubicBezTo>
                    <a:cubicBezTo>
                      <a:pt x="133" y="226"/>
                      <a:pt x="125" y="226"/>
                      <a:pt x="125" y="201"/>
                    </a:cubicBezTo>
                    <a:lnTo>
                      <a:pt x="125" y="159"/>
                    </a:lnTo>
                    <a:cubicBezTo>
                      <a:pt x="125" y="126"/>
                      <a:pt x="125" y="93"/>
                      <a:pt x="125" y="60"/>
                    </a:cubicBezTo>
                    <a:cubicBezTo>
                      <a:pt x="132" y="30"/>
                      <a:pt x="106" y="1"/>
                      <a:pt x="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6" name="Google Shape;4806;p12"/>
              <p:cNvSpPr/>
              <p:nvPr/>
            </p:nvSpPr>
            <p:spPr>
              <a:xfrm>
                <a:off x="2968175" y="4205700"/>
                <a:ext cx="4600" cy="14150"/>
              </a:xfrm>
              <a:custGeom>
                <a:rect b="b" l="l" r="r" t="t"/>
                <a:pathLst>
                  <a:path extrusionOk="0" h="566" w="184">
                    <a:moveTo>
                      <a:pt x="64" y="0"/>
                    </a:moveTo>
                    <a:cubicBezTo>
                      <a:pt x="59" y="0"/>
                      <a:pt x="55" y="1"/>
                      <a:pt x="50" y="2"/>
                    </a:cubicBezTo>
                    <a:cubicBezTo>
                      <a:pt x="17" y="10"/>
                      <a:pt x="1" y="44"/>
                      <a:pt x="9" y="68"/>
                    </a:cubicBezTo>
                    <a:cubicBezTo>
                      <a:pt x="17" y="151"/>
                      <a:pt x="34" y="234"/>
                      <a:pt x="50" y="309"/>
                    </a:cubicBezTo>
                    <a:cubicBezTo>
                      <a:pt x="67" y="392"/>
                      <a:pt x="75" y="474"/>
                      <a:pt x="108" y="549"/>
                    </a:cubicBezTo>
                    <a:cubicBezTo>
                      <a:pt x="117" y="557"/>
                      <a:pt x="133" y="566"/>
                      <a:pt x="150" y="566"/>
                    </a:cubicBezTo>
                    <a:cubicBezTo>
                      <a:pt x="166" y="557"/>
                      <a:pt x="175" y="541"/>
                      <a:pt x="175" y="532"/>
                    </a:cubicBezTo>
                    <a:cubicBezTo>
                      <a:pt x="183" y="450"/>
                      <a:pt x="166" y="367"/>
                      <a:pt x="158" y="284"/>
                    </a:cubicBezTo>
                    <a:cubicBezTo>
                      <a:pt x="142" y="201"/>
                      <a:pt x="133" y="126"/>
                      <a:pt x="117" y="44"/>
                    </a:cubicBezTo>
                    <a:cubicBezTo>
                      <a:pt x="110" y="16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7" name="Google Shape;4807;p12"/>
              <p:cNvSpPr/>
              <p:nvPr/>
            </p:nvSpPr>
            <p:spPr>
              <a:xfrm>
                <a:off x="3021075" y="4310450"/>
                <a:ext cx="6375" cy="42950"/>
              </a:xfrm>
              <a:custGeom>
                <a:rect b="b" l="l" r="r" t="t"/>
                <a:pathLst>
                  <a:path extrusionOk="0" h="1718" w="255">
                    <a:moveTo>
                      <a:pt x="140" y="1"/>
                    </a:moveTo>
                    <a:cubicBezTo>
                      <a:pt x="119" y="1"/>
                      <a:pt x="98" y="14"/>
                      <a:pt x="89" y="38"/>
                    </a:cubicBezTo>
                    <a:cubicBezTo>
                      <a:pt x="64" y="96"/>
                      <a:pt x="64" y="162"/>
                      <a:pt x="64" y="220"/>
                    </a:cubicBezTo>
                    <a:cubicBezTo>
                      <a:pt x="64" y="295"/>
                      <a:pt x="64" y="361"/>
                      <a:pt x="64" y="427"/>
                    </a:cubicBezTo>
                    <a:cubicBezTo>
                      <a:pt x="64" y="560"/>
                      <a:pt x="64" y="692"/>
                      <a:pt x="64" y="833"/>
                    </a:cubicBezTo>
                    <a:cubicBezTo>
                      <a:pt x="56" y="1107"/>
                      <a:pt x="47" y="1380"/>
                      <a:pt x="6" y="1653"/>
                    </a:cubicBezTo>
                    <a:cubicBezTo>
                      <a:pt x="1" y="1693"/>
                      <a:pt x="31" y="1717"/>
                      <a:pt x="59" y="1717"/>
                    </a:cubicBezTo>
                    <a:cubicBezTo>
                      <a:pt x="79" y="1717"/>
                      <a:pt x="98" y="1705"/>
                      <a:pt x="105" y="1678"/>
                    </a:cubicBezTo>
                    <a:cubicBezTo>
                      <a:pt x="172" y="1405"/>
                      <a:pt x="230" y="1131"/>
                      <a:pt x="246" y="850"/>
                    </a:cubicBezTo>
                    <a:cubicBezTo>
                      <a:pt x="254" y="709"/>
                      <a:pt x="254" y="568"/>
                      <a:pt x="254" y="427"/>
                    </a:cubicBezTo>
                    <a:cubicBezTo>
                      <a:pt x="246" y="361"/>
                      <a:pt x="246" y="295"/>
                      <a:pt x="230" y="228"/>
                    </a:cubicBezTo>
                    <a:cubicBezTo>
                      <a:pt x="221" y="162"/>
                      <a:pt x="213" y="87"/>
                      <a:pt x="180" y="21"/>
                    </a:cubicBezTo>
                    <a:cubicBezTo>
                      <a:pt x="169" y="7"/>
                      <a:pt x="155" y="1"/>
                      <a:pt x="1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8" name="Google Shape;4808;p12"/>
              <p:cNvSpPr/>
              <p:nvPr/>
            </p:nvSpPr>
            <p:spPr>
              <a:xfrm>
                <a:off x="3027525" y="4323150"/>
                <a:ext cx="4475" cy="17450"/>
              </a:xfrm>
              <a:custGeom>
                <a:rect b="b" l="l" r="r" t="t"/>
                <a:pathLst>
                  <a:path extrusionOk="0" h="698" w="179">
                    <a:moveTo>
                      <a:pt x="133" y="1"/>
                    </a:moveTo>
                    <a:cubicBezTo>
                      <a:pt x="121" y="1"/>
                      <a:pt x="108" y="7"/>
                      <a:pt x="104" y="19"/>
                    </a:cubicBezTo>
                    <a:cubicBezTo>
                      <a:pt x="79" y="60"/>
                      <a:pt x="71" y="110"/>
                      <a:pt x="63" y="168"/>
                    </a:cubicBezTo>
                    <a:cubicBezTo>
                      <a:pt x="54" y="217"/>
                      <a:pt x="46" y="275"/>
                      <a:pt x="38" y="333"/>
                    </a:cubicBezTo>
                    <a:cubicBezTo>
                      <a:pt x="30" y="433"/>
                      <a:pt x="21" y="541"/>
                      <a:pt x="5" y="648"/>
                    </a:cubicBezTo>
                    <a:cubicBezTo>
                      <a:pt x="0" y="681"/>
                      <a:pt x="29" y="698"/>
                      <a:pt x="57" y="698"/>
                    </a:cubicBezTo>
                    <a:cubicBezTo>
                      <a:pt x="79" y="698"/>
                      <a:pt x="100" y="687"/>
                      <a:pt x="104" y="665"/>
                    </a:cubicBezTo>
                    <a:cubicBezTo>
                      <a:pt x="112" y="557"/>
                      <a:pt x="129" y="449"/>
                      <a:pt x="146" y="342"/>
                    </a:cubicBezTo>
                    <a:cubicBezTo>
                      <a:pt x="154" y="292"/>
                      <a:pt x="162" y="242"/>
                      <a:pt x="170" y="184"/>
                    </a:cubicBezTo>
                    <a:cubicBezTo>
                      <a:pt x="170" y="126"/>
                      <a:pt x="179" y="77"/>
                      <a:pt x="170" y="27"/>
                    </a:cubicBezTo>
                    <a:lnTo>
                      <a:pt x="162" y="27"/>
                    </a:lnTo>
                    <a:cubicBezTo>
                      <a:pt x="162" y="9"/>
                      <a:pt x="148" y="1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9" name="Google Shape;4809;p12"/>
              <p:cNvSpPr/>
              <p:nvPr/>
            </p:nvSpPr>
            <p:spPr>
              <a:xfrm>
                <a:off x="3034150" y="4316975"/>
                <a:ext cx="6150" cy="19300"/>
              </a:xfrm>
              <a:custGeom>
                <a:rect b="b" l="l" r="r" t="t"/>
                <a:pathLst>
                  <a:path extrusionOk="0" h="772" w="246">
                    <a:moveTo>
                      <a:pt x="200" y="0"/>
                    </a:moveTo>
                    <a:cubicBezTo>
                      <a:pt x="193" y="0"/>
                      <a:pt x="185" y="3"/>
                      <a:pt x="179" y="9"/>
                    </a:cubicBezTo>
                    <a:cubicBezTo>
                      <a:pt x="137" y="50"/>
                      <a:pt x="121" y="116"/>
                      <a:pt x="104" y="166"/>
                    </a:cubicBezTo>
                    <a:cubicBezTo>
                      <a:pt x="79" y="224"/>
                      <a:pt x="71" y="290"/>
                      <a:pt x="63" y="348"/>
                    </a:cubicBezTo>
                    <a:cubicBezTo>
                      <a:pt x="38" y="464"/>
                      <a:pt x="21" y="589"/>
                      <a:pt x="5" y="713"/>
                    </a:cubicBezTo>
                    <a:cubicBezTo>
                      <a:pt x="0" y="750"/>
                      <a:pt x="37" y="772"/>
                      <a:pt x="72" y="772"/>
                    </a:cubicBezTo>
                    <a:cubicBezTo>
                      <a:pt x="100" y="772"/>
                      <a:pt x="125" y="759"/>
                      <a:pt x="129" y="730"/>
                    </a:cubicBezTo>
                    <a:cubicBezTo>
                      <a:pt x="146" y="605"/>
                      <a:pt x="162" y="489"/>
                      <a:pt x="187" y="373"/>
                    </a:cubicBezTo>
                    <a:cubicBezTo>
                      <a:pt x="204" y="315"/>
                      <a:pt x="212" y="257"/>
                      <a:pt x="220" y="199"/>
                    </a:cubicBezTo>
                    <a:cubicBezTo>
                      <a:pt x="229" y="141"/>
                      <a:pt x="245" y="83"/>
                      <a:pt x="229" y="25"/>
                    </a:cubicBezTo>
                    <a:cubicBezTo>
                      <a:pt x="229" y="9"/>
                      <a:pt x="215" y="0"/>
                      <a:pt x="2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0" name="Google Shape;4810;p12"/>
              <p:cNvSpPr/>
              <p:nvPr/>
            </p:nvSpPr>
            <p:spPr>
              <a:xfrm>
                <a:off x="2994650" y="4337450"/>
                <a:ext cx="6075" cy="15950"/>
              </a:xfrm>
              <a:custGeom>
                <a:rect b="b" l="l" r="r" t="t"/>
                <a:pathLst>
                  <a:path extrusionOk="0" h="638" w="243">
                    <a:moveTo>
                      <a:pt x="211" y="0"/>
                    </a:moveTo>
                    <a:cubicBezTo>
                      <a:pt x="201" y="0"/>
                      <a:pt x="191" y="6"/>
                      <a:pt x="185" y="18"/>
                    </a:cubicBezTo>
                    <a:cubicBezTo>
                      <a:pt x="151" y="109"/>
                      <a:pt x="127" y="201"/>
                      <a:pt x="102" y="292"/>
                    </a:cubicBezTo>
                    <a:cubicBezTo>
                      <a:pt x="77" y="391"/>
                      <a:pt x="44" y="482"/>
                      <a:pt x="11" y="573"/>
                    </a:cubicBezTo>
                    <a:cubicBezTo>
                      <a:pt x="1" y="613"/>
                      <a:pt x="31" y="637"/>
                      <a:pt x="63" y="637"/>
                    </a:cubicBezTo>
                    <a:cubicBezTo>
                      <a:pt x="85" y="637"/>
                      <a:pt x="108" y="625"/>
                      <a:pt x="118" y="598"/>
                    </a:cubicBezTo>
                    <a:cubicBezTo>
                      <a:pt x="151" y="507"/>
                      <a:pt x="176" y="416"/>
                      <a:pt x="201" y="325"/>
                    </a:cubicBezTo>
                    <a:cubicBezTo>
                      <a:pt x="209" y="275"/>
                      <a:pt x="218" y="225"/>
                      <a:pt x="226" y="184"/>
                    </a:cubicBezTo>
                    <a:cubicBezTo>
                      <a:pt x="234" y="134"/>
                      <a:pt x="243" y="85"/>
                      <a:pt x="243" y="35"/>
                    </a:cubicBezTo>
                    <a:cubicBezTo>
                      <a:pt x="243" y="14"/>
                      <a:pt x="227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1" name="Google Shape;4811;p12"/>
              <p:cNvSpPr/>
              <p:nvPr/>
            </p:nvSpPr>
            <p:spPr>
              <a:xfrm>
                <a:off x="2873100" y="4179000"/>
                <a:ext cx="7275" cy="23575"/>
              </a:xfrm>
              <a:custGeom>
                <a:rect b="b" l="l" r="r" t="t"/>
                <a:pathLst>
                  <a:path extrusionOk="0" h="943" w="291">
                    <a:moveTo>
                      <a:pt x="124" y="1"/>
                    </a:moveTo>
                    <a:cubicBezTo>
                      <a:pt x="99" y="1"/>
                      <a:pt x="74" y="14"/>
                      <a:pt x="67" y="43"/>
                    </a:cubicBezTo>
                    <a:cubicBezTo>
                      <a:pt x="26" y="192"/>
                      <a:pt x="1" y="333"/>
                      <a:pt x="17" y="482"/>
                    </a:cubicBezTo>
                    <a:cubicBezTo>
                      <a:pt x="17" y="556"/>
                      <a:pt x="34" y="639"/>
                      <a:pt x="50" y="714"/>
                    </a:cubicBezTo>
                    <a:cubicBezTo>
                      <a:pt x="67" y="788"/>
                      <a:pt x="92" y="863"/>
                      <a:pt x="150" y="921"/>
                    </a:cubicBezTo>
                    <a:cubicBezTo>
                      <a:pt x="168" y="936"/>
                      <a:pt x="187" y="943"/>
                      <a:pt x="205" y="943"/>
                    </a:cubicBezTo>
                    <a:cubicBezTo>
                      <a:pt x="247" y="943"/>
                      <a:pt x="282" y="909"/>
                      <a:pt x="282" y="863"/>
                    </a:cubicBezTo>
                    <a:cubicBezTo>
                      <a:pt x="291" y="797"/>
                      <a:pt x="266" y="730"/>
                      <a:pt x="249" y="656"/>
                    </a:cubicBezTo>
                    <a:cubicBezTo>
                      <a:pt x="233" y="590"/>
                      <a:pt x="216" y="523"/>
                      <a:pt x="208" y="457"/>
                    </a:cubicBezTo>
                    <a:cubicBezTo>
                      <a:pt x="183" y="324"/>
                      <a:pt x="175" y="192"/>
                      <a:pt x="183" y="59"/>
                    </a:cubicBezTo>
                    <a:cubicBezTo>
                      <a:pt x="188" y="22"/>
                      <a:pt x="156" y="1"/>
                      <a:pt x="1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2" name="Google Shape;4812;p12"/>
              <p:cNvSpPr/>
              <p:nvPr/>
            </p:nvSpPr>
            <p:spPr>
              <a:xfrm>
                <a:off x="2880525" y="4189150"/>
                <a:ext cx="7100" cy="23075"/>
              </a:xfrm>
              <a:custGeom>
                <a:rect b="b" l="l" r="r" t="t"/>
                <a:pathLst>
                  <a:path extrusionOk="0" h="923" w="284">
                    <a:moveTo>
                      <a:pt x="69" y="1"/>
                    </a:moveTo>
                    <a:cubicBezTo>
                      <a:pt x="36" y="1"/>
                      <a:pt x="0" y="31"/>
                      <a:pt x="10" y="76"/>
                    </a:cubicBezTo>
                    <a:cubicBezTo>
                      <a:pt x="35" y="217"/>
                      <a:pt x="60" y="358"/>
                      <a:pt x="93" y="498"/>
                    </a:cubicBezTo>
                    <a:cubicBezTo>
                      <a:pt x="118" y="631"/>
                      <a:pt x="143" y="772"/>
                      <a:pt x="201" y="904"/>
                    </a:cubicBezTo>
                    <a:cubicBezTo>
                      <a:pt x="207" y="917"/>
                      <a:pt x="219" y="922"/>
                      <a:pt x="231" y="922"/>
                    </a:cubicBezTo>
                    <a:cubicBezTo>
                      <a:pt x="252" y="922"/>
                      <a:pt x="275" y="906"/>
                      <a:pt x="275" y="880"/>
                    </a:cubicBezTo>
                    <a:cubicBezTo>
                      <a:pt x="284" y="739"/>
                      <a:pt x="242" y="598"/>
                      <a:pt x="209" y="465"/>
                    </a:cubicBezTo>
                    <a:cubicBezTo>
                      <a:pt x="184" y="324"/>
                      <a:pt x="151" y="184"/>
                      <a:pt x="118" y="43"/>
                    </a:cubicBezTo>
                    <a:cubicBezTo>
                      <a:pt x="111" y="13"/>
                      <a:pt x="91" y="1"/>
                      <a:pt x="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3" name="Google Shape;4813;p12"/>
              <p:cNvSpPr/>
              <p:nvPr/>
            </p:nvSpPr>
            <p:spPr>
              <a:xfrm>
                <a:off x="2822575" y="4022000"/>
                <a:ext cx="9125" cy="15400"/>
              </a:xfrm>
              <a:custGeom>
                <a:rect b="b" l="l" r="r" t="t"/>
                <a:pathLst>
                  <a:path extrusionOk="0" h="616" w="365">
                    <a:moveTo>
                      <a:pt x="168" y="1"/>
                    </a:moveTo>
                    <a:cubicBezTo>
                      <a:pt x="141" y="1"/>
                      <a:pt x="114" y="11"/>
                      <a:pt x="99" y="34"/>
                    </a:cubicBezTo>
                    <a:lnTo>
                      <a:pt x="91" y="51"/>
                    </a:lnTo>
                    <a:cubicBezTo>
                      <a:pt x="58" y="67"/>
                      <a:pt x="41" y="92"/>
                      <a:pt x="25" y="125"/>
                    </a:cubicBezTo>
                    <a:cubicBezTo>
                      <a:pt x="8" y="158"/>
                      <a:pt x="0" y="200"/>
                      <a:pt x="0" y="241"/>
                    </a:cubicBezTo>
                    <a:cubicBezTo>
                      <a:pt x="0" y="283"/>
                      <a:pt x="0" y="324"/>
                      <a:pt x="0" y="366"/>
                    </a:cubicBezTo>
                    <a:cubicBezTo>
                      <a:pt x="8" y="407"/>
                      <a:pt x="17" y="440"/>
                      <a:pt x="25" y="482"/>
                    </a:cubicBezTo>
                    <a:cubicBezTo>
                      <a:pt x="33" y="531"/>
                      <a:pt x="58" y="581"/>
                      <a:pt x="116" y="606"/>
                    </a:cubicBezTo>
                    <a:cubicBezTo>
                      <a:pt x="130" y="613"/>
                      <a:pt x="145" y="616"/>
                      <a:pt x="160" y="616"/>
                    </a:cubicBezTo>
                    <a:cubicBezTo>
                      <a:pt x="197" y="616"/>
                      <a:pt x="236" y="596"/>
                      <a:pt x="265" y="573"/>
                    </a:cubicBezTo>
                    <a:cubicBezTo>
                      <a:pt x="298" y="540"/>
                      <a:pt x="307" y="498"/>
                      <a:pt x="323" y="457"/>
                    </a:cubicBezTo>
                    <a:cubicBezTo>
                      <a:pt x="356" y="308"/>
                      <a:pt x="365" y="117"/>
                      <a:pt x="224" y="18"/>
                    </a:cubicBezTo>
                    <a:cubicBezTo>
                      <a:pt x="209" y="7"/>
                      <a:pt x="189" y="1"/>
                      <a:pt x="1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4" name="Google Shape;4814;p12"/>
              <p:cNvSpPr/>
              <p:nvPr/>
            </p:nvSpPr>
            <p:spPr>
              <a:xfrm>
                <a:off x="2879950" y="4020475"/>
                <a:ext cx="10575" cy="14200"/>
              </a:xfrm>
              <a:custGeom>
                <a:rect b="b" l="l" r="r" t="t"/>
                <a:pathLst>
                  <a:path extrusionOk="0" h="568" w="423">
                    <a:moveTo>
                      <a:pt x="238" y="1"/>
                    </a:moveTo>
                    <a:cubicBezTo>
                      <a:pt x="195" y="1"/>
                      <a:pt x="151" y="16"/>
                      <a:pt x="116" y="45"/>
                    </a:cubicBezTo>
                    <a:cubicBezTo>
                      <a:pt x="75" y="79"/>
                      <a:pt x="50" y="137"/>
                      <a:pt x="25" y="186"/>
                    </a:cubicBezTo>
                    <a:cubicBezTo>
                      <a:pt x="17" y="244"/>
                      <a:pt x="0" y="294"/>
                      <a:pt x="8" y="352"/>
                    </a:cubicBezTo>
                    <a:cubicBezTo>
                      <a:pt x="17" y="402"/>
                      <a:pt x="42" y="435"/>
                      <a:pt x="75" y="460"/>
                    </a:cubicBezTo>
                    <a:cubicBezTo>
                      <a:pt x="100" y="509"/>
                      <a:pt x="124" y="543"/>
                      <a:pt x="174" y="559"/>
                    </a:cubicBezTo>
                    <a:cubicBezTo>
                      <a:pt x="192" y="565"/>
                      <a:pt x="208" y="568"/>
                      <a:pt x="225" y="568"/>
                    </a:cubicBezTo>
                    <a:cubicBezTo>
                      <a:pt x="254" y="568"/>
                      <a:pt x="283" y="559"/>
                      <a:pt x="315" y="543"/>
                    </a:cubicBezTo>
                    <a:cubicBezTo>
                      <a:pt x="340" y="518"/>
                      <a:pt x="356" y="493"/>
                      <a:pt x="373" y="460"/>
                    </a:cubicBezTo>
                    <a:cubicBezTo>
                      <a:pt x="398" y="418"/>
                      <a:pt x="414" y="369"/>
                      <a:pt x="414" y="327"/>
                    </a:cubicBezTo>
                    <a:cubicBezTo>
                      <a:pt x="423" y="277"/>
                      <a:pt x="423" y="228"/>
                      <a:pt x="414" y="186"/>
                    </a:cubicBezTo>
                    <a:cubicBezTo>
                      <a:pt x="406" y="120"/>
                      <a:pt x="381" y="62"/>
                      <a:pt x="323" y="21"/>
                    </a:cubicBezTo>
                    <a:cubicBezTo>
                      <a:pt x="297" y="7"/>
                      <a:pt x="268" y="1"/>
                      <a:pt x="2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5" name="Google Shape;4815;p12"/>
              <p:cNvSpPr/>
              <p:nvPr/>
            </p:nvSpPr>
            <p:spPr>
              <a:xfrm>
                <a:off x="2866425" y="3994225"/>
                <a:ext cx="29075" cy="22000"/>
              </a:xfrm>
              <a:custGeom>
                <a:rect b="b" l="l" r="r" t="t"/>
                <a:pathLst>
                  <a:path extrusionOk="0" h="880" w="1163">
                    <a:moveTo>
                      <a:pt x="711" y="1"/>
                    </a:moveTo>
                    <a:cubicBezTo>
                      <a:pt x="707" y="1"/>
                      <a:pt x="703" y="1"/>
                      <a:pt x="699" y="2"/>
                    </a:cubicBezTo>
                    <a:cubicBezTo>
                      <a:pt x="649" y="2"/>
                      <a:pt x="616" y="27"/>
                      <a:pt x="574" y="43"/>
                    </a:cubicBezTo>
                    <a:cubicBezTo>
                      <a:pt x="533" y="68"/>
                      <a:pt x="491" y="93"/>
                      <a:pt x="458" y="126"/>
                    </a:cubicBezTo>
                    <a:cubicBezTo>
                      <a:pt x="384" y="184"/>
                      <a:pt x="326" y="259"/>
                      <a:pt x="268" y="325"/>
                    </a:cubicBezTo>
                    <a:cubicBezTo>
                      <a:pt x="143" y="474"/>
                      <a:pt x="61" y="631"/>
                      <a:pt x="11" y="814"/>
                    </a:cubicBezTo>
                    <a:cubicBezTo>
                      <a:pt x="1" y="854"/>
                      <a:pt x="37" y="879"/>
                      <a:pt x="73" y="879"/>
                    </a:cubicBezTo>
                    <a:cubicBezTo>
                      <a:pt x="95" y="879"/>
                      <a:pt x="117" y="869"/>
                      <a:pt x="127" y="847"/>
                    </a:cubicBezTo>
                    <a:cubicBezTo>
                      <a:pt x="160" y="772"/>
                      <a:pt x="193" y="706"/>
                      <a:pt x="235" y="640"/>
                    </a:cubicBezTo>
                    <a:cubicBezTo>
                      <a:pt x="246" y="647"/>
                      <a:pt x="255" y="651"/>
                      <a:pt x="265" y="651"/>
                    </a:cubicBezTo>
                    <a:cubicBezTo>
                      <a:pt x="276" y="651"/>
                      <a:pt x="287" y="645"/>
                      <a:pt x="301" y="631"/>
                    </a:cubicBezTo>
                    <a:cubicBezTo>
                      <a:pt x="417" y="524"/>
                      <a:pt x="549" y="424"/>
                      <a:pt x="690" y="358"/>
                    </a:cubicBezTo>
                    <a:cubicBezTo>
                      <a:pt x="765" y="317"/>
                      <a:pt x="831" y="283"/>
                      <a:pt x="906" y="259"/>
                    </a:cubicBezTo>
                    <a:lnTo>
                      <a:pt x="906" y="267"/>
                    </a:lnTo>
                    <a:cubicBezTo>
                      <a:pt x="947" y="250"/>
                      <a:pt x="980" y="242"/>
                      <a:pt x="1022" y="225"/>
                    </a:cubicBezTo>
                    <a:cubicBezTo>
                      <a:pt x="1055" y="209"/>
                      <a:pt x="1105" y="201"/>
                      <a:pt x="1138" y="176"/>
                    </a:cubicBezTo>
                    <a:cubicBezTo>
                      <a:pt x="1163" y="151"/>
                      <a:pt x="1154" y="101"/>
                      <a:pt x="1121" y="93"/>
                    </a:cubicBezTo>
                    <a:cubicBezTo>
                      <a:pt x="1104" y="86"/>
                      <a:pt x="1086" y="83"/>
                      <a:pt x="1069" y="83"/>
                    </a:cubicBezTo>
                    <a:cubicBezTo>
                      <a:pt x="1045" y="83"/>
                      <a:pt x="1021" y="88"/>
                      <a:pt x="997" y="93"/>
                    </a:cubicBezTo>
                    <a:cubicBezTo>
                      <a:pt x="955" y="93"/>
                      <a:pt x="906" y="101"/>
                      <a:pt x="864" y="118"/>
                    </a:cubicBezTo>
                    <a:cubicBezTo>
                      <a:pt x="781" y="143"/>
                      <a:pt x="699" y="176"/>
                      <a:pt x="624" y="217"/>
                    </a:cubicBezTo>
                    <a:cubicBezTo>
                      <a:pt x="599" y="234"/>
                      <a:pt x="574" y="250"/>
                      <a:pt x="549" y="267"/>
                    </a:cubicBezTo>
                    <a:lnTo>
                      <a:pt x="566" y="250"/>
                    </a:lnTo>
                    <a:cubicBezTo>
                      <a:pt x="599" y="225"/>
                      <a:pt x="632" y="201"/>
                      <a:pt x="657" y="167"/>
                    </a:cubicBezTo>
                    <a:cubicBezTo>
                      <a:pt x="690" y="134"/>
                      <a:pt x="723" y="109"/>
                      <a:pt x="748" y="76"/>
                    </a:cubicBezTo>
                    <a:cubicBezTo>
                      <a:pt x="771" y="38"/>
                      <a:pt x="752" y="1"/>
                      <a:pt x="7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6" name="Google Shape;4816;p12"/>
              <p:cNvSpPr/>
              <p:nvPr/>
            </p:nvSpPr>
            <p:spPr>
              <a:xfrm>
                <a:off x="2878025" y="3999925"/>
                <a:ext cx="23475" cy="8550"/>
              </a:xfrm>
              <a:custGeom>
                <a:rect b="b" l="l" r="r" t="t"/>
                <a:pathLst>
                  <a:path extrusionOk="0" h="342" w="939">
                    <a:moveTo>
                      <a:pt x="766" y="1"/>
                    </a:moveTo>
                    <a:cubicBezTo>
                      <a:pt x="738" y="1"/>
                      <a:pt x="709" y="3"/>
                      <a:pt x="682" y="6"/>
                    </a:cubicBezTo>
                    <a:cubicBezTo>
                      <a:pt x="607" y="22"/>
                      <a:pt x="533" y="39"/>
                      <a:pt x="467" y="55"/>
                    </a:cubicBezTo>
                    <a:cubicBezTo>
                      <a:pt x="317" y="105"/>
                      <a:pt x="177" y="163"/>
                      <a:pt x="44" y="238"/>
                    </a:cubicBezTo>
                    <a:cubicBezTo>
                      <a:pt x="0" y="267"/>
                      <a:pt x="34" y="341"/>
                      <a:pt x="82" y="341"/>
                    </a:cubicBezTo>
                    <a:cubicBezTo>
                      <a:pt x="88" y="341"/>
                      <a:pt x="95" y="340"/>
                      <a:pt x="102" y="337"/>
                    </a:cubicBezTo>
                    <a:cubicBezTo>
                      <a:pt x="235" y="279"/>
                      <a:pt x="367" y="229"/>
                      <a:pt x="500" y="188"/>
                    </a:cubicBezTo>
                    <a:cubicBezTo>
                      <a:pt x="566" y="171"/>
                      <a:pt x="632" y="155"/>
                      <a:pt x="707" y="147"/>
                    </a:cubicBezTo>
                    <a:cubicBezTo>
                      <a:pt x="773" y="130"/>
                      <a:pt x="848" y="122"/>
                      <a:pt x="906" y="89"/>
                    </a:cubicBezTo>
                    <a:cubicBezTo>
                      <a:pt x="939" y="72"/>
                      <a:pt x="939" y="31"/>
                      <a:pt x="906" y="22"/>
                    </a:cubicBezTo>
                    <a:cubicBezTo>
                      <a:pt x="864" y="7"/>
                      <a:pt x="815" y="1"/>
                      <a:pt x="7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7" name="Google Shape;4817;p12"/>
              <p:cNvSpPr/>
              <p:nvPr/>
            </p:nvSpPr>
            <p:spPr>
              <a:xfrm>
                <a:off x="2896375" y="4002750"/>
                <a:ext cx="19850" cy="6950"/>
              </a:xfrm>
              <a:custGeom>
                <a:rect b="b" l="l" r="r" t="t"/>
                <a:pathLst>
                  <a:path extrusionOk="0" h="278" w="794">
                    <a:moveTo>
                      <a:pt x="329" y="0"/>
                    </a:moveTo>
                    <a:cubicBezTo>
                      <a:pt x="230" y="17"/>
                      <a:pt x="139" y="42"/>
                      <a:pt x="47" y="75"/>
                    </a:cubicBezTo>
                    <a:cubicBezTo>
                      <a:pt x="0" y="91"/>
                      <a:pt x="20" y="158"/>
                      <a:pt x="65" y="158"/>
                    </a:cubicBezTo>
                    <a:cubicBezTo>
                      <a:pt x="67" y="158"/>
                      <a:pt x="70" y="158"/>
                      <a:pt x="72" y="158"/>
                    </a:cubicBezTo>
                    <a:cubicBezTo>
                      <a:pt x="155" y="150"/>
                      <a:pt x="246" y="141"/>
                      <a:pt x="337" y="133"/>
                    </a:cubicBezTo>
                    <a:cubicBezTo>
                      <a:pt x="371" y="133"/>
                      <a:pt x="412" y="133"/>
                      <a:pt x="453" y="141"/>
                    </a:cubicBezTo>
                    <a:cubicBezTo>
                      <a:pt x="478" y="141"/>
                      <a:pt x="503" y="150"/>
                      <a:pt x="511" y="150"/>
                    </a:cubicBezTo>
                    <a:cubicBezTo>
                      <a:pt x="503" y="158"/>
                      <a:pt x="495" y="166"/>
                      <a:pt x="487" y="183"/>
                    </a:cubicBezTo>
                    <a:cubicBezTo>
                      <a:pt x="487" y="199"/>
                      <a:pt x="495" y="224"/>
                      <a:pt x="511" y="232"/>
                    </a:cubicBezTo>
                    <a:cubicBezTo>
                      <a:pt x="561" y="249"/>
                      <a:pt x="603" y="257"/>
                      <a:pt x="644" y="266"/>
                    </a:cubicBezTo>
                    <a:cubicBezTo>
                      <a:pt x="661" y="274"/>
                      <a:pt x="685" y="274"/>
                      <a:pt x="702" y="274"/>
                    </a:cubicBezTo>
                    <a:lnTo>
                      <a:pt x="710" y="274"/>
                    </a:lnTo>
                    <a:cubicBezTo>
                      <a:pt x="716" y="274"/>
                      <a:pt x="725" y="278"/>
                      <a:pt x="733" y="278"/>
                    </a:cubicBezTo>
                    <a:cubicBezTo>
                      <a:pt x="737" y="278"/>
                      <a:pt x="741" y="277"/>
                      <a:pt x="743" y="274"/>
                    </a:cubicBezTo>
                    <a:cubicBezTo>
                      <a:pt x="760" y="274"/>
                      <a:pt x="768" y="266"/>
                      <a:pt x="777" y="257"/>
                    </a:cubicBezTo>
                    <a:cubicBezTo>
                      <a:pt x="793" y="249"/>
                      <a:pt x="793" y="232"/>
                      <a:pt x="785" y="216"/>
                    </a:cubicBezTo>
                    <a:cubicBezTo>
                      <a:pt x="777" y="208"/>
                      <a:pt x="768" y="199"/>
                      <a:pt x="752" y="191"/>
                    </a:cubicBezTo>
                    <a:cubicBezTo>
                      <a:pt x="743" y="191"/>
                      <a:pt x="727" y="191"/>
                      <a:pt x="719" y="183"/>
                    </a:cubicBezTo>
                    <a:lnTo>
                      <a:pt x="694" y="183"/>
                    </a:lnTo>
                    <a:cubicBezTo>
                      <a:pt x="685" y="174"/>
                      <a:pt x="669" y="174"/>
                      <a:pt x="661" y="166"/>
                    </a:cubicBezTo>
                    <a:cubicBezTo>
                      <a:pt x="636" y="166"/>
                      <a:pt x="611" y="158"/>
                      <a:pt x="586" y="158"/>
                    </a:cubicBezTo>
                    <a:cubicBezTo>
                      <a:pt x="627" y="150"/>
                      <a:pt x="644" y="108"/>
                      <a:pt x="619" y="75"/>
                    </a:cubicBezTo>
                    <a:cubicBezTo>
                      <a:pt x="603" y="50"/>
                      <a:pt x="578" y="42"/>
                      <a:pt x="561" y="34"/>
                    </a:cubicBezTo>
                    <a:cubicBezTo>
                      <a:pt x="536" y="17"/>
                      <a:pt x="511" y="9"/>
                      <a:pt x="478" y="9"/>
                    </a:cubicBezTo>
                    <a:cubicBezTo>
                      <a:pt x="429" y="0"/>
                      <a:pt x="379" y="0"/>
                      <a:pt x="3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8" name="Google Shape;4818;p12"/>
              <p:cNvSpPr/>
              <p:nvPr/>
            </p:nvSpPr>
            <p:spPr>
              <a:xfrm>
                <a:off x="2849700" y="4003800"/>
                <a:ext cx="11250" cy="30950"/>
              </a:xfrm>
              <a:custGeom>
                <a:rect b="b" l="l" r="r" t="t"/>
                <a:pathLst>
                  <a:path extrusionOk="0" h="1238" w="450">
                    <a:moveTo>
                      <a:pt x="395" y="1"/>
                    </a:moveTo>
                    <a:cubicBezTo>
                      <a:pt x="384" y="1"/>
                      <a:pt x="374" y="5"/>
                      <a:pt x="365" y="16"/>
                    </a:cubicBezTo>
                    <a:cubicBezTo>
                      <a:pt x="307" y="99"/>
                      <a:pt x="249" y="182"/>
                      <a:pt x="208" y="273"/>
                    </a:cubicBezTo>
                    <a:cubicBezTo>
                      <a:pt x="158" y="364"/>
                      <a:pt x="133" y="464"/>
                      <a:pt x="100" y="563"/>
                    </a:cubicBezTo>
                    <a:cubicBezTo>
                      <a:pt x="75" y="671"/>
                      <a:pt x="50" y="770"/>
                      <a:pt x="34" y="870"/>
                    </a:cubicBezTo>
                    <a:cubicBezTo>
                      <a:pt x="17" y="978"/>
                      <a:pt x="0" y="1085"/>
                      <a:pt x="25" y="1185"/>
                    </a:cubicBezTo>
                    <a:cubicBezTo>
                      <a:pt x="35" y="1218"/>
                      <a:pt x="63" y="1237"/>
                      <a:pt x="90" y="1237"/>
                    </a:cubicBezTo>
                    <a:cubicBezTo>
                      <a:pt x="111" y="1237"/>
                      <a:pt x="131" y="1226"/>
                      <a:pt x="141" y="1201"/>
                    </a:cubicBezTo>
                    <a:cubicBezTo>
                      <a:pt x="183" y="1110"/>
                      <a:pt x="191" y="1011"/>
                      <a:pt x="199" y="920"/>
                    </a:cubicBezTo>
                    <a:cubicBezTo>
                      <a:pt x="208" y="820"/>
                      <a:pt x="224" y="721"/>
                      <a:pt x="241" y="621"/>
                    </a:cubicBezTo>
                    <a:cubicBezTo>
                      <a:pt x="274" y="431"/>
                      <a:pt x="332" y="224"/>
                      <a:pt x="431" y="66"/>
                    </a:cubicBezTo>
                    <a:cubicBezTo>
                      <a:pt x="450" y="36"/>
                      <a:pt x="423" y="1"/>
                      <a:pt x="3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9" name="Google Shape;4819;p12"/>
              <p:cNvSpPr/>
              <p:nvPr/>
            </p:nvSpPr>
            <p:spPr>
              <a:xfrm>
                <a:off x="2854675" y="4035475"/>
                <a:ext cx="2925" cy="9025"/>
              </a:xfrm>
              <a:custGeom>
                <a:rect b="b" l="l" r="r" t="t"/>
                <a:pathLst>
                  <a:path extrusionOk="0" h="361" w="117">
                    <a:moveTo>
                      <a:pt x="58" y="1"/>
                    </a:moveTo>
                    <a:cubicBezTo>
                      <a:pt x="33" y="1"/>
                      <a:pt x="9" y="25"/>
                      <a:pt x="9" y="50"/>
                    </a:cubicBezTo>
                    <a:cubicBezTo>
                      <a:pt x="9" y="100"/>
                      <a:pt x="0" y="141"/>
                      <a:pt x="0" y="191"/>
                    </a:cubicBezTo>
                    <a:cubicBezTo>
                      <a:pt x="0" y="224"/>
                      <a:pt x="0" y="249"/>
                      <a:pt x="0" y="274"/>
                    </a:cubicBezTo>
                    <a:cubicBezTo>
                      <a:pt x="0" y="307"/>
                      <a:pt x="9" y="332"/>
                      <a:pt x="33" y="357"/>
                    </a:cubicBezTo>
                    <a:cubicBezTo>
                      <a:pt x="36" y="360"/>
                      <a:pt x="40" y="360"/>
                      <a:pt x="44" y="360"/>
                    </a:cubicBezTo>
                    <a:cubicBezTo>
                      <a:pt x="53" y="360"/>
                      <a:pt x="64" y="357"/>
                      <a:pt x="75" y="357"/>
                    </a:cubicBezTo>
                    <a:cubicBezTo>
                      <a:pt x="100" y="332"/>
                      <a:pt x="100" y="307"/>
                      <a:pt x="108" y="274"/>
                    </a:cubicBezTo>
                    <a:cubicBezTo>
                      <a:pt x="108" y="249"/>
                      <a:pt x="116" y="224"/>
                      <a:pt x="116" y="208"/>
                    </a:cubicBezTo>
                    <a:cubicBezTo>
                      <a:pt x="116" y="150"/>
                      <a:pt x="116" y="100"/>
                      <a:pt x="108" y="50"/>
                    </a:cubicBezTo>
                    <a:cubicBezTo>
                      <a:pt x="108" y="25"/>
                      <a:pt x="83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0" name="Google Shape;4820;p12"/>
              <p:cNvSpPr/>
              <p:nvPr/>
            </p:nvSpPr>
            <p:spPr>
              <a:xfrm>
                <a:off x="2822825" y="4084975"/>
                <a:ext cx="2250" cy="1700"/>
              </a:xfrm>
              <a:custGeom>
                <a:rect b="b" l="l" r="r" t="t"/>
                <a:pathLst>
                  <a:path extrusionOk="0" h="68" w="90">
                    <a:moveTo>
                      <a:pt x="40" y="1"/>
                    </a:moveTo>
                    <a:cubicBezTo>
                      <a:pt x="1" y="9"/>
                      <a:pt x="6" y="68"/>
                      <a:pt x="41" y="68"/>
                    </a:cubicBezTo>
                    <a:cubicBezTo>
                      <a:pt x="43" y="68"/>
                      <a:pt x="46" y="68"/>
                      <a:pt x="48" y="67"/>
                    </a:cubicBezTo>
                    <a:cubicBezTo>
                      <a:pt x="89" y="59"/>
                      <a:pt x="81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1" name="Google Shape;4821;p12"/>
              <p:cNvSpPr/>
              <p:nvPr/>
            </p:nvSpPr>
            <p:spPr>
              <a:xfrm>
                <a:off x="2825875" y="4084975"/>
                <a:ext cx="2925" cy="2925"/>
              </a:xfrm>
              <a:custGeom>
                <a:rect b="b" l="l" r="r" t="t"/>
                <a:pathLst>
                  <a:path extrusionOk="0" h="117" w="117">
                    <a:moveTo>
                      <a:pt x="83" y="1"/>
                    </a:moveTo>
                    <a:cubicBezTo>
                      <a:pt x="83" y="1"/>
                      <a:pt x="75" y="9"/>
                      <a:pt x="67" y="9"/>
                    </a:cubicBezTo>
                    <a:lnTo>
                      <a:pt x="50" y="26"/>
                    </a:lnTo>
                    <a:lnTo>
                      <a:pt x="17" y="50"/>
                    </a:lnTo>
                    <a:cubicBezTo>
                      <a:pt x="9" y="59"/>
                      <a:pt x="1" y="67"/>
                      <a:pt x="1" y="75"/>
                    </a:cubicBezTo>
                    <a:cubicBezTo>
                      <a:pt x="1" y="84"/>
                      <a:pt x="1" y="100"/>
                      <a:pt x="9" y="100"/>
                    </a:cubicBezTo>
                    <a:cubicBezTo>
                      <a:pt x="17" y="108"/>
                      <a:pt x="25" y="117"/>
                      <a:pt x="34" y="117"/>
                    </a:cubicBezTo>
                    <a:cubicBezTo>
                      <a:pt x="50" y="117"/>
                      <a:pt x="59" y="108"/>
                      <a:pt x="67" y="100"/>
                    </a:cubicBezTo>
                    <a:lnTo>
                      <a:pt x="92" y="67"/>
                    </a:lnTo>
                    <a:lnTo>
                      <a:pt x="100" y="50"/>
                    </a:lnTo>
                    <a:cubicBezTo>
                      <a:pt x="108" y="42"/>
                      <a:pt x="108" y="34"/>
                      <a:pt x="117" y="26"/>
                    </a:cubicBezTo>
                    <a:lnTo>
                      <a:pt x="117" y="17"/>
                    </a:lnTo>
                    <a:lnTo>
                      <a:pt x="10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2" name="Google Shape;4822;p12"/>
              <p:cNvSpPr/>
              <p:nvPr/>
            </p:nvSpPr>
            <p:spPr>
              <a:xfrm>
                <a:off x="2900650" y="4130275"/>
                <a:ext cx="11225" cy="5275"/>
              </a:xfrm>
              <a:custGeom>
                <a:rect b="b" l="l" r="r" t="t"/>
                <a:pathLst>
                  <a:path extrusionOk="0" h="211" w="449">
                    <a:moveTo>
                      <a:pt x="91" y="0"/>
                    </a:moveTo>
                    <a:cubicBezTo>
                      <a:pt x="72" y="0"/>
                      <a:pt x="52" y="1"/>
                      <a:pt x="34" y="3"/>
                    </a:cubicBezTo>
                    <a:cubicBezTo>
                      <a:pt x="1" y="12"/>
                      <a:pt x="1" y="70"/>
                      <a:pt x="34" y="78"/>
                    </a:cubicBezTo>
                    <a:cubicBezTo>
                      <a:pt x="100" y="78"/>
                      <a:pt x="166" y="94"/>
                      <a:pt x="224" y="119"/>
                    </a:cubicBezTo>
                    <a:cubicBezTo>
                      <a:pt x="258" y="128"/>
                      <a:pt x="282" y="144"/>
                      <a:pt x="316" y="161"/>
                    </a:cubicBezTo>
                    <a:cubicBezTo>
                      <a:pt x="324" y="169"/>
                      <a:pt x="340" y="177"/>
                      <a:pt x="357" y="186"/>
                    </a:cubicBezTo>
                    <a:cubicBezTo>
                      <a:pt x="365" y="194"/>
                      <a:pt x="374" y="194"/>
                      <a:pt x="382" y="202"/>
                    </a:cubicBezTo>
                    <a:cubicBezTo>
                      <a:pt x="390" y="202"/>
                      <a:pt x="398" y="202"/>
                      <a:pt x="407" y="210"/>
                    </a:cubicBezTo>
                    <a:cubicBezTo>
                      <a:pt x="432" y="210"/>
                      <a:pt x="448" y="186"/>
                      <a:pt x="440" y="169"/>
                    </a:cubicBezTo>
                    <a:cubicBezTo>
                      <a:pt x="432" y="144"/>
                      <a:pt x="423" y="128"/>
                      <a:pt x="407" y="111"/>
                    </a:cubicBezTo>
                    <a:lnTo>
                      <a:pt x="407" y="119"/>
                    </a:lnTo>
                    <a:cubicBezTo>
                      <a:pt x="390" y="103"/>
                      <a:pt x="382" y="94"/>
                      <a:pt x="365" y="78"/>
                    </a:cubicBezTo>
                    <a:cubicBezTo>
                      <a:pt x="332" y="61"/>
                      <a:pt x="299" y="45"/>
                      <a:pt x="258" y="28"/>
                    </a:cubicBezTo>
                    <a:cubicBezTo>
                      <a:pt x="208" y="9"/>
                      <a:pt x="149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3" name="Google Shape;4823;p12"/>
              <p:cNvSpPr/>
              <p:nvPr/>
            </p:nvSpPr>
            <p:spPr>
              <a:xfrm>
                <a:off x="2902100" y="4125675"/>
                <a:ext cx="24050" cy="12575"/>
              </a:xfrm>
              <a:custGeom>
                <a:rect b="b" l="l" r="r" t="t"/>
                <a:pathLst>
                  <a:path extrusionOk="0" h="503" w="962">
                    <a:moveTo>
                      <a:pt x="134" y="1"/>
                    </a:moveTo>
                    <a:cubicBezTo>
                      <a:pt x="103" y="1"/>
                      <a:pt x="73" y="2"/>
                      <a:pt x="42" y="5"/>
                    </a:cubicBezTo>
                    <a:cubicBezTo>
                      <a:pt x="1" y="13"/>
                      <a:pt x="1" y="88"/>
                      <a:pt x="42" y="88"/>
                    </a:cubicBezTo>
                    <a:cubicBezTo>
                      <a:pt x="208" y="96"/>
                      <a:pt x="382" y="138"/>
                      <a:pt x="531" y="212"/>
                    </a:cubicBezTo>
                    <a:cubicBezTo>
                      <a:pt x="606" y="245"/>
                      <a:pt x="672" y="295"/>
                      <a:pt x="730" y="345"/>
                    </a:cubicBezTo>
                    <a:cubicBezTo>
                      <a:pt x="763" y="370"/>
                      <a:pt x="796" y="403"/>
                      <a:pt x="829" y="428"/>
                    </a:cubicBezTo>
                    <a:cubicBezTo>
                      <a:pt x="862" y="461"/>
                      <a:pt x="879" y="486"/>
                      <a:pt x="929" y="502"/>
                    </a:cubicBezTo>
                    <a:cubicBezTo>
                      <a:pt x="945" y="502"/>
                      <a:pt x="962" y="486"/>
                      <a:pt x="962" y="469"/>
                    </a:cubicBezTo>
                    <a:cubicBezTo>
                      <a:pt x="962" y="428"/>
                      <a:pt x="937" y="394"/>
                      <a:pt x="904" y="353"/>
                    </a:cubicBezTo>
                    <a:cubicBezTo>
                      <a:pt x="879" y="320"/>
                      <a:pt x="846" y="287"/>
                      <a:pt x="813" y="254"/>
                    </a:cubicBezTo>
                    <a:cubicBezTo>
                      <a:pt x="746" y="196"/>
                      <a:pt x="664" y="146"/>
                      <a:pt x="581" y="104"/>
                    </a:cubicBezTo>
                    <a:cubicBezTo>
                      <a:pt x="443" y="35"/>
                      <a:pt x="287" y="1"/>
                      <a:pt x="1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4" name="Google Shape;4824;p12"/>
              <p:cNvSpPr/>
              <p:nvPr/>
            </p:nvSpPr>
            <p:spPr>
              <a:xfrm>
                <a:off x="2920125" y="4125500"/>
                <a:ext cx="12050" cy="11075"/>
              </a:xfrm>
              <a:custGeom>
                <a:rect b="b" l="l" r="r" t="t"/>
                <a:pathLst>
                  <a:path extrusionOk="0" h="443" w="482">
                    <a:moveTo>
                      <a:pt x="57" y="1"/>
                    </a:moveTo>
                    <a:cubicBezTo>
                      <a:pt x="38" y="1"/>
                      <a:pt x="21" y="10"/>
                      <a:pt x="9" y="29"/>
                    </a:cubicBezTo>
                    <a:cubicBezTo>
                      <a:pt x="1" y="53"/>
                      <a:pt x="17" y="78"/>
                      <a:pt x="42" y="87"/>
                    </a:cubicBezTo>
                    <a:cubicBezTo>
                      <a:pt x="75" y="103"/>
                      <a:pt x="108" y="128"/>
                      <a:pt x="141" y="153"/>
                    </a:cubicBezTo>
                    <a:cubicBezTo>
                      <a:pt x="158" y="169"/>
                      <a:pt x="175" y="178"/>
                      <a:pt x="191" y="194"/>
                    </a:cubicBezTo>
                    <a:cubicBezTo>
                      <a:pt x="199" y="203"/>
                      <a:pt x="208" y="211"/>
                      <a:pt x="216" y="211"/>
                    </a:cubicBezTo>
                    <a:lnTo>
                      <a:pt x="224" y="219"/>
                    </a:lnTo>
                    <a:lnTo>
                      <a:pt x="233" y="227"/>
                    </a:lnTo>
                    <a:cubicBezTo>
                      <a:pt x="266" y="261"/>
                      <a:pt x="291" y="294"/>
                      <a:pt x="315" y="327"/>
                    </a:cubicBezTo>
                    <a:cubicBezTo>
                      <a:pt x="340" y="368"/>
                      <a:pt x="365" y="410"/>
                      <a:pt x="398" y="435"/>
                    </a:cubicBezTo>
                    <a:cubicBezTo>
                      <a:pt x="409" y="440"/>
                      <a:pt x="419" y="443"/>
                      <a:pt x="428" y="443"/>
                    </a:cubicBezTo>
                    <a:cubicBezTo>
                      <a:pt x="446" y="443"/>
                      <a:pt x="459" y="432"/>
                      <a:pt x="465" y="410"/>
                    </a:cubicBezTo>
                    <a:cubicBezTo>
                      <a:pt x="481" y="352"/>
                      <a:pt x="448" y="302"/>
                      <a:pt x="423" y="252"/>
                    </a:cubicBezTo>
                    <a:cubicBezTo>
                      <a:pt x="390" y="211"/>
                      <a:pt x="357" y="178"/>
                      <a:pt x="324" y="145"/>
                    </a:cubicBezTo>
                    <a:cubicBezTo>
                      <a:pt x="249" y="78"/>
                      <a:pt x="166" y="29"/>
                      <a:pt x="75" y="4"/>
                    </a:cubicBezTo>
                    <a:cubicBezTo>
                      <a:pt x="69" y="2"/>
                      <a:pt x="63" y="1"/>
                      <a:pt x="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5" name="Google Shape;4825;p12"/>
              <p:cNvSpPr/>
              <p:nvPr/>
            </p:nvSpPr>
            <p:spPr>
              <a:xfrm>
                <a:off x="2928975" y="4125100"/>
                <a:ext cx="8150" cy="11650"/>
              </a:xfrm>
              <a:custGeom>
                <a:rect b="b" l="l" r="r" t="t"/>
                <a:pathLst>
                  <a:path extrusionOk="0" h="466" w="326">
                    <a:moveTo>
                      <a:pt x="53" y="1"/>
                    </a:moveTo>
                    <a:cubicBezTo>
                      <a:pt x="25" y="1"/>
                      <a:pt x="0" y="37"/>
                      <a:pt x="19" y="69"/>
                    </a:cubicBezTo>
                    <a:cubicBezTo>
                      <a:pt x="69" y="127"/>
                      <a:pt x="119" y="185"/>
                      <a:pt x="152" y="260"/>
                    </a:cubicBezTo>
                    <a:cubicBezTo>
                      <a:pt x="177" y="293"/>
                      <a:pt x="185" y="326"/>
                      <a:pt x="210" y="359"/>
                    </a:cubicBezTo>
                    <a:cubicBezTo>
                      <a:pt x="218" y="376"/>
                      <a:pt x="227" y="393"/>
                      <a:pt x="235" y="417"/>
                    </a:cubicBezTo>
                    <a:cubicBezTo>
                      <a:pt x="243" y="426"/>
                      <a:pt x="243" y="434"/>
                      <a:pt x="251" y="442"/>
                    </a:cubicBezTo>
                    <a:cubicBezTo>
                      <a:pt x="260" y="451"/>
                      <a:pt x="268" y="459"/>
                      <a:pt x="276" y="459"/>
                    </a:cubicBezTo>
                    <a:cubicBezTo>
                      <a:pt x="281" y="464"/>
                      <a:pt x="287" y="466"/>
                      <a:pt x="292" y="466"/>
                    </a:cubicBezTo>
                    <a:cubicBezTo>
                      <a:pt x="305" y="466"/>
                      <a:pt x="318" y="454"/>
                      <a:pt x="318" y="442"/>
                    </a:cubicBezTo>
                    <a:cubicBezTo>
                      <a:pt x="326" y="401"/>
                      <a:pt x="309" y="359"/>
                      <a:pt x="301" y="318"/>
                    </a:cubicBezTo>
                    <a:cubicBezTo>
                      <a:pt x="285" y="277"/>
                      <a:pt x="260" y="243"/>
                      <a:pt x="235" y="202"/>
                    </a:cubicBezTo>
                    <a:cubicBezTo>
                      <a:pt x="193" y="127"/>
                      <a:pt x="135" y="69"/>
                      <a:pt x="77" y="11"/>
                    </a:cubicBezTo>
                    <a:cubicBezTo>
                      <a:pt x="70" y="4"/>
                      <a:pt x="61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6" name="Google Shape;4826;p12"/>
              <p:cNvSpPr/>
              <p:nvPr/>
            </p:nvSpPr>
            <p:spPr>
              <a:xfrm>
                <a:off x="2847425" y="4037200"/>
                <a:ext cx="7675" cy="19800"/>
              </a:xfrm>
              <a:custGeom>
                <a:rect b="b" l="l" r="r" t="t"/>
                <a:pathLst>
                  <a:path extrusionOk="0" h="792" w="307">
                    <a:moveTo>
                      <a:pt x="66" y="1"/>
                    </a:moveTo>
                    <a:cubicBezTo>
                      <a:pt x="55" y="1"/>
                      <a:pt x="45" y="7"/>
                      <a:pt x="42" y="23"/>
                    </a:cubicBezTo>
                    <a:cubicBezTo>
                      <a:pt x="17" y="89"/>
                      <a:pt x="0" y="155"/>
                      <a:pt x="0" y="230"/>
                    </a:cubicBezTo>
                    <a:cubicBezTo>
                      <a:pt x="0" y="304"/>
                      <a:pt x="9" y="371"/>
                      <a:pt x="33" y="437"/>
                    </a:cubicBezTo>
                    <a:cubicBezTo>
                      <a:pt x="58" y="503"/>
                      <a:pt x="91" y="561"/>
                      <a:pt x="125" y="627"/>
                    </a:cubicBezTo>
                    <a:cubicBezTo>
                      <a:pt x="149" y="652"/>
                      <a:pt x="166" y="677"/>
                      <a:pt x="183" y="710"/>
                    </a:cubicBezTo>
                    <a:cubicBezTo>
                      <a:pt x="207" y="735"/>
                      <a:pt x="224" y="768"/>
                      <a:pt x="257" y="785"/>
                    </a:cubicBezTo>
                    <a:cubicBezTo>
                      <a:pt x="264" y="790"/>
                      <a:pt x="271" y="792"/>
                      <a:pt x="277" y="792"/>
                    </a:cubicBezTo>
                    <a:cubicBezTo>
                      <a:pt x="294" y="792"/>
                      <a:pt x="307" y="778"/>
                      <a:pt x="307" y="760"/>
                    </a:cubicBezTo>
                    <a:cubicBezTo>
                      <a:pt x="307" y="727"/>
                      <a:pt x="290" y="702"/>
                      <a:pt x="282" y="669"/>
                    </a:cubicBezTo>
                    <a:cubicBezTo>
                      <a:pt x="265" y="636"/>
                      <a:pt x="257" y="603"/>
                      <a:pt x="241" y="578"/>
                    </a:cubicBezTo>
                    <a:cubicBezTo>
                      <a:pt x="207" y="520"/>
                      <a:pt x="174" y="470"/>
                      <a:pt x="149" y="420"/>
                    </a:cubicBezTo>
                    <a:cubicBezTo>
                      <a:pt x="100" y="296"/>
                      <a:pt x="108" y="164"/>
                      <a:pt x="108" y="39"/>
                    </a:cubicBezTo>
                    <a:cubicBezTo>
                      <a:pt x="108" y="18"/>
                      <a:pt x="85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7" name="Google Shape;4827;p12"/>
              <p:cNvSpPr/>
              <p:nvPr/>
            </p:nvSpPr>
            <p:spPr>
              <a:xfrm>
                <a:off x="2857150" y="4062225"/>
                <a:ext cx="6600" cy="13425"/>
              </a:xfrm>
              <a:custGeom>
                <a:rect b="b" l="l" r="r" t="t"/>
                <a:pathLst>
                  <a:path extrusionOk="0" h="537" w="264">
                    <a:moveTo>
                      <a:pt x="54" y="1"/>
                    </a:moveTo>
                    <a:cubicBezTo>
                      <a:pt x="44" y="1"/>
                      <a:pt x="33" y="6"/>
                      <a:pt x="26" y="16"/>
                    </a:cubicBezTo>
                    <a:cubicBezTo>
                      <a:pt x="9" y="57"/>
                      <a:pt x="1" y="99"/>
                      <a:pt x="1" y="148"/>
                    </a:cubicBezTo>
                    <a:cubicBezTo>
                      <a:pt x="9" y="190"/>
                      <a:pt x="26" y="240"/>
                      <a:pt x="42" y="281"/>
                    </a:cubicBezTo>
                    <a:cubicBezTo>
                      <a:pt x="67" y="322"/>
                      <a:pt x="84" y="364"/>
                      <a:pt x="108" y="405"/>
                    </a:cubicBezTo>
                    <a:cubicBezTo>
                      <a:pt x="133" y="455"/>
                      <a:pt x="166" y="496"/>
                      <a:pt x="208" y="530"/>
                    </a:cubicBezTo>
                    <a:cubicBezTo>
                      <a:pt x="215" y="534"/>
                      <a:pt x="222" y="536"/>
                      <a:pt x="230" y="536"/>
                    </a:cubicBezTo>
                    <a:cubicBezTo>
                      <a:pt x="248" y="536"/>
                      <a:pt x="264" y="523"/>
                      <a:pt x="258" y="505"/>
                    </a:cubicBezTo>
                    <a:cubicBezTo>
                      <a:pt x="249" y="455"/>
                      <a:pt x="241" y="414"/>
                      <a:pt x="216" y="372"/>
                    </a:cubicBezTo>
                    <a:cubicBezTo>
                      <a:pt x="200" y="331"/>
                      <a:pt x="175" y="289"/>
                      <a:pt x="150" y="248"/>
                    </a:cubicBezTo>
                    <a:cubicBezTo>
                      <a:pt x="133" y="215"/>
                      <a:pt x="117" y="182"/>
                      <a:pt x="100" y="140"/>
                    </a:cubicBezTo>
                    <a:cubicBezTo>
                      <a:pt x="84" y="107"/>
                      <a:pt x="75" y="66"/>
                      <a:pt x="75" y="24"/>
                    </a:cubicBezTo>
                    <a:cubicBezTo>
                      <a:pt x="80" y="10"/>
                      <a:pt x="68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8" name="Google Shape;4828;p12"/>
              <p:cNvSpPr/>
              <p:nvPr/>
            </p:nvSpPr>
            <p:spPr>
              <a:xfrm>
                <a:off x="2856950" y="4077050"/>
                <a:ext cx="6650" cy="8175"/>
              </a:xfrm>
              <a:custGeom>
                <a:rect b="b" l="l" r="r" t="t"/>
                <a:pathLst>
                  <a:path extrusionOk="0" h="327" w="266">
                    <a:moveTo>
                      <a:pt x="51" y="1"/>
                    </a:moveTo>
                    <a:cubicBezTo>
                      <a:pt x="48" y="1"/>
                      <a:pt x="45" y="1"/>
                      <a:pt x="42" y="3"/>
                    </a:cubicBezTo>
                    <a:cubicBezTo>
                      <a:pt x="25" y="3"/>
                      <a:pt x="0" y="19"/>
                      <a:pt x="9" y="44"/>
                    </a:cubicBezTo>
                    <a:cubicBezTo>
                      <a:pt x="25" y="102"/>
                      <a:pt x="50" y="160"/>
                      <a:pt x="92" y="210"/>
                    </a:cubicBezTo>
                    <a:cubicBezTo>
                      <a:pt x="108" y="235"/>
                      <a:pt x="133" y="260"/>
                      <a:pt x="158" y="276"/>
                    </a:cubicBezTo>
                    <a:cubicBezTo>
                      <a:pt x="166" y="285"/>
                      <a:pt x="174" y="301"/>
                      <a:pt x="191" y="301"/>
                    </a:cubicBezTo>
                    <a:cubicBezTo>
                      <a:pt x="208" y="318"/>
                      <a:pt x="224" y="318"/>
                      <a:pt x="241" y="326"/>
                    </a:cubicBezTo>
                    <a:cubicBezTo>
                      <a:pt x="257" y="326"/>
                      <a:pt x="266" y="301"/>
                      <a:pt x="257" y="285"/>
                    </a:cubicBezTo>
                    <a:cubicBezTo>
                      <a:pt x="249" y="276"/>
                      <a:pt x="241" y="268"/>
                      <a:pt x="232" y="260"/>
                    </a:cubicBezTo>
                    <a:lnTo>
                      <a:pt x="199" y="235"/>
                    </a:lnTo>
                    <a:cubicBezTo>
                      <a:pt x="183" y="210"/>
                      <a:pt x="166" y="185"/>
                      <a:pt x="150" y="169"/>
                    </a:cubicBezTo>
                    <a:cubicBezTo>
                      <a:pt x="116" y="127"/>
                      <a:pt x="92" y="77"/>
                      <a:pt x="83" y="28"/>
                    </a:cubicBezTo>
                    <a:cubicBezTo>
                      <a:pt x="77" y="14"/>
                      <a:pt x="64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9" name="Google Shape;4829;p12"/>
              <p:cNvSpPr/>
              <p:nvPr/>
            </p:nvSpPr>
            <p:spPr>
              <a:xfrm>
                <a:off x="2858200" y="4089775"/>
                <a:ext cx="5600" cy="6625"/>
              </a:xfrm>
              <a:custGeom>
                <a:rect b="b" l="l" r="r" t="t"/>
                <a:pathLst>
                  <a:path extrusionOk="0" h="265" w="224">
                    <a:moveTo>
                      <a:pt x="46" y="1"/>
                    </a:moveTo>
                    <a:cubicBezTo>
                      <a:pt x="40" y="1"/>
                      <a:pt x="32" y="3"/>
                      <a:pt x="25" y="8"/>
                    </a:cubicBezTo>
                    <a:cubicBezTo>
                      <a:pt x="8" y="16"/>
                      <a:pt x="0" y="41"/>
                      <a:pt x="8" y="57"/>
                    </a:cubicBezTo>
                    <a:cubicBezTo>
                      <a:pt x="25" y="99"/>
                      <a:pt x="50" y="140"/>
                      <a:pt x="83" y="173"/>
                    </a:cubicBezTo>
                    <a:cubicBezTo>
                      <a:pt x="91" y="190"/>
                      <a:pt x="108" y="206"/>
                      <a:pt x="124" y="223"/>
                    </a:cubicBezTo>
                    <a:lnTo>
                      <a:pt x="149" y="248"/>
                    </a:lnTo>
                    <a:cubicBezTo>
                      <a:pt x="158" y="256"/>
                      <a:pt x="174" y="256"/>
                      <a:pt x="182" y="264"/>
                    </a:cubicBezTo>
                    <a:cubicBezTo>
                      <a:pt x="199" y="264"/>
                      <a:pt x="224" y="256"/>
                      <a:pt x="216" y="240"/>
                    </a:cubicBezTo>
                    <a:cubicBezTo>
                      <a:pt x="216" y="223"/>
                      <a:pt x="207" y="215"/>
                      <a:pt x="207" y="206"/>
                    </a:cubicBezTo>
                    <a:cubicBezTo>
                      <a:pt x="199" y="198"/>
                      <a:pt x="191" y="182"/>
                      <a:pt x="182" y="173"/>
                    </a:cubicBezTo>
                    <a:lnTo>
                      <a:pt x="182" y="182"/>
                    </a:lnTo>
                    <a:cubicBezTo>
                      <a:pt x="174" y="157"/>
                      <a:pt x="158" y="140"/>
                      <a:pt x="149" y="124"/>
                    </a:cubicBezTo>
                    <a:cubicBezTo>
                      <a:pt x="133" y="107"/>
                      <a:pt x="124" y="90"/>
                      <a:pt x="116" y="74"/>
                    </a:cubicBezTo>
                    <a:cubicBezTo>
                      <a:pt x="108" y="66"/>
                      <a:pt x="100" y="57"/>
                      <a:pt x="100" y="49"/>
                    </a:cubicBezTo>
                    <a:lnTo>
                      <a:pt x="91" y="49"/>
                    </a:lnTo>
                    <a:lnTo>
                      <a:pt x="91" y="41"/>
                    </a:lnTo>
                    <a:lnTo>
                      <a:pt x="83" y="24"/>
                    </a:lnTo>
                    <a:cubicBezTo>
                      <a:pt x="77" y="12"/>
                      <a:pt x="63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0" name="Google Shape;4830;p12"/>
              <p:cNvSpPr/>
              <p:nvPr/>
            </p:nvSpPr>
            <p:spPr>
              <a:xfrm>
                <a:off x="2821725" y="4114400"/>
                <a:ext cx="3150" cy="2500"/>
              </a:xfrm>
              <a:custGeom>
                <a:rect b="b" l="l" r="r" t="t"/>
                <a:pathLst>
                  <a:path extrusionOk="0" h="100" w="126">
                    <a:moveTo>
                      <a:pt x="51" y="0"/>
                    </a:moveTo>
                    <a:lnTo>
                      <a:pt x="42" y="9"/>
                    </a:lnTo>
                    <a:lnTo>
                      <a:pt x="26" y="9"/>
                    </a:lnTo>
                    <a:lnTo>
                      <a:pt x="9" y="25"/>
                    </a:lnTo>
                    <a:lnTo>
                      <a:pt x="1" y="42"/>
                    </a:lnTo>
                    <a:cubicBezTo>
                      <a:pt x="1" y="42"/>
                      <a:pt x="1" y="50"/>
                      <a:pt x="1" y="58"/>
                    </a:cubicBezTo>
                    <a:lnTo>
                      <a:pt x="9" y="67"/>
                    </a:lnTo>
                    <a:cubicBezTo>
                      <a:pt x="9" y="75"/>
                      <a:pt x="17" y="83"/>
                      <a:pt x="17" y="83"/>
                    </a:cubicBezTo>
                    <a:lnTo>
                      <a:pt x="34" y="91"/>
                    </a:lnTo>
                    <a:cubicBezTo>
                      <a:pt x="42" y="100"/>
                      <a:pt x="42" y="100"/>
                      <a:pt x="51" y="100"/>
                    </a:cubicBezTo>
                    <a:lnTo>
                      <a:pt x="67" y="100"/>
                    </a:lnTo>
                    <a:cubicBezTo>
                      <a:pt x="75" y="100"/>
                      <a:pt x="84" y="100"/>
                      <a:pt x="92" y="91"/>
                    </a:cubicBezTo>
                    <a:lnTo>
                      <a:pt x="100" y="83"/>
                    </a:lnTo>
                    <a:lnTo>
                      <a:pt x="117" y="75"/>
                    </a:lnTo>
                    <a:lnTo>
                      <a:pt x="117" y="58"/>
                    </a:lnTo>
                    <a:cubicBezTo>
                      <a:pt x="117" y="50"/>
                      <a:pt x="125" y="50"/>
                      <a:pt x="117" y="42"/>
                    </a:cubicBezTo>
                    <a:lnTo>
                      <a:pt x="117" y="25"/>
                    </a:lnTo>
                    <a:lnTo>
                      <a:pt x="109" y="17"/>
                    </a:lnTo>
                    <a:lnTo>
                      <a:pt x="117" y="17"/>
                    </a:lnTo>
                    <a:lnTo>
                      <a:pt x="100" y="9"/>
                    </a:lnTo>
                    <a:cubicBezTo>
                      <a:pt x="100" y="9"/>
                      <a:pt x="92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1" name="Google Shape;4831;p12"/>
              <p:cNvSpPr/>
              <p:nvPr/>
            </p:nvSpPr>
            <p:spPr>
              <a:xfrm>
                <a:off x="2830025" y="4110875"/>
                <a:ext cx="2925" cy="2725"/>
              </a:xfrm>
              <a:custGeom>
                <a:rect b="b" l="l" r="r" t="t"/>
                <a:pathLst>
                  <a:path extrusionOk="0" h="109" w="117">
                    <a:moveTo>
                      <a:pt x="50" y="0"/>
                    </a:moveTo>
                    <a:lnTo>
                      <a:pt x="33" y="9"/>
                    </a:lnTo>
                    <a:lnTo>
                      <a:pt x="25" y="17"/>
                    </a:lnTo>
                    <a:cubicBezTo>
                      <a:pt x="17" y="17"/>
                      <a:pt x="17" y="25"/>
                      <a:pt x="9" y="34"/>
                    </a:cubicBezTo>
                    <a:cubicBezTo>
                      <a:pt x="0" y="42"/>
                      <a:pt x="0" y="42"/>
                      <a:pt x="0" y="58"/>
                    </a:cubicBezTo>
                    <a:lnTo>
                      <a:pt x="0" y="67"/>
                    </a:lnTo>
                    <a:cubicBezTo>
                      <a:pt x="0" y="75"/>
                      <a:pt x="0" y="83"/>
                      <a:pt x="9" y="92"/>
                    </a:cubicBezTo>
                    <a:lnTo>
                      <a:pt x="25" y="108"/>
                    </a:lnTo>
                    <a:lnTo>
                      <a:pt x="58" y="108"/>
                    </a:lnTo>
                    <a:cubicBezTo>
                      <a:pt x="67" y="108"/>
                      <a:pt x="75" y="108"/>
                      <a:pt x="75" y="100"/>
                    </a:cubicBezTo>
                    <a:cubicBezTo>
                      <a:pt x="83" y="92"/>
                      <a:pt x="91" y="92"/>
                      <a:pt x="91" y="83"/>
                    </a:cubicBezTo>
                    <a:lnTo>
                      <a:pt x="100" y="67"/>
                    </a:lnTo>
                    <a:lnTo>
                      <a:pt x="100" y="58"/>
                    </a:lnTo>
                    <a:lnTo>
                      <a:pt x="108" y="58"/>
                    </a:lnTo>
                    <a:lnTo>
                      <a:pt x="116" y="42"/>
                    </a:lnTo>
                    <a:lnTo>
                      <a:pt x="108" y="50"/>
                    </a:lnTo>
                    <a:lnTo>
                      <a:pt x="108" y="50"/>
                    </a:lnTo>
                    <a:lnTo>
                      <a:pt x="116" y="34"/>
                    </a:lnTo>
                    <a:lnTo>
                      <a:pt x="116" y="25"/>
                    </a:lnTo>
                    <a:lnTo>
                      <a:pt x="116" y="17"/>
                    </a:lnTo>
                    <a:lnTo>
                      <a:pt x="108" y="9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2" name="Google Shape;4832;p12"/>
              <p:cNvSpPr/>
              <p:nvPr/>
            </p:nvSpPr>
            <p:spPr>
              <a:xfrm>
                <a:off x="2827525" y="4118125"/>
                <a:ext cx="2725" cy="1975"/>
              </a:xfrm>
              <a:custGeom>
                <a:rect b="b" l="l" r="r" t="t"/>
                <a:pathLst>
                  <a:path extrusionOk="0" h="79" w="109">
                    <a:moveTo>
                      <a:pt x="34" y="0"/>
                    </a:moveTo>
                    <a:lnTo>
                      <a:pt x="17" y="9"/>
                    </a:lnTo>
                    <a:lnTo>
                      <a:pt x="9" y="17"/>
                    </a:lnTo>
                    <a:lnTo>
                      <a:pt x="1" y="25"/>
                    </a:lnTo>
                    <a:lnTo>
                      <a:pt x="1" y="42"/>
                    </a:lnTo>
                    <a:lnTo>
                      <a:pt x="9" y="58"/>
                    </a:lnTo>
                    <a:cubicBezTo>
                      <a:pt x="9" y="58"/>
                      <a:pt x="9" y="67"/>
                      <a:pt x="17" y="67"/>
                    </a:cubicBezTo>
                    <a:cubicBezTo>
                      <a:pt x="23" y="73"/>
                      <a:pt x="29" y="78"/>
                      <a:pt x="38" y="78"/>
                    </a:cubicBezTo>
                    <a:cubicBezTo>
                      <a:pt x="42" y="78"/>
                      <a:pt x="46" y="77"/>
                      <a:pt x="51" y="75"/>
                    </a:cubicBezTo>
                    <a:lnTo>
                      <a:pt x="67" y="75"/>
                    </a:lnTo>
                    <a:cubicBezTo>
                      <a:pt x="75" y="75"/>
                      <a:pt x="84" y="67"/>
                      <a:pt x="92" y="67"/>
                    </a:cubicBezTo>
                    <a:lnTo>
                      <a:pt x="92" y="58"/>
                    </a:lnTo>
                    <a:lnTo>
                      <a:pt x="100" y="50"/>
                    </a:lnTo>
                    <a:lnTo>
                      <a:pt x="109" y="42"/>
                    </a:lnTo>
                    <a:lnTo>
                      <a:pt x="109" y="34"/>
                    </a:lnTo>
                    <a:cubicBezTo>
                      <a:pt x="109" y="25"/>
                      <a:pt x="100" y="17"/>
                      <a:pt x="100" y="9"/>
                    </a:cubicBezTo>
                    <a:lnTo>
                      <a:pt x="8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3" name="Google Shape;4833;p12"/>
              <p:cNvSpPr/>
              <p:nvPr/>
            </p:nvSpPr>
            <p:spPr>
              <a:xfrm>
                <a:off x="2835000" y="4117700"/>
                <a:ext cx="3550" cy="1900"/>
              </a:xfrm>
              <a:custGeom>
                <a:rect b="b" l="l" r="r" t="t"/>
                <a:pathLst>
                  <a:path extrusionOk="0" h="76" w="142">
                    <a:moveTo>
                      <a:pt x="42" y="1"/>
                    </a:moveTo>
                    <a:cubicBezTo>
                      <a:pt x="17" y="1"/>
                      <a:pt x="0" y="17"/>
                      <a:pt x="0" y="42"/>
                    </a:cubicBezTo>
                    <a:cubicBezTo>
                      <a:pt x="0" y="51"/>
                      <a:pt x="0" y="59"/>
                      <a:pt x="8" y="67"/>
                    </a:cubicBezTo>
                    <a:lnTo>
                      <a:pt x="25" y="75"/>
                    </a:lnTo>
                    <a:lnTo>
                      <a:pt x="116" y="75"/>
                    </a:lnTo>
                    <a:cubicBezTo>
                      <a:pt x="116" y="75"/>
                      <a:pt x="124" y="67"/>
                      <a:pt x="133" y="67"/>
                    </a:cubicBezTo>
                    <a:cubicBezTo>
                      <a:pt x="141" y="67"/>
                      <a:pt x="141" y="59"/>
                      <a:pt x="141" y="51"/>
                    </a:cubicBezTo>
                    <a:cubicBezTo>
                      <a:pt x="141" y="34"/>
                      <a:pt x="141" y="26"/>
                      <a:pt x="133" y="26"/>
                    </a:cubicBezTo>
                    <a:cubicBezTo>
                      <a:pt x="124" y="26"/>
                      <a:pt x="116" y="17"/>
                      <a:pt x="108" y="17"/>
                    </a:cubicBezTo>
                    <a:cubicBezTo>
                      <a:pt x="100" y="9"/>
                      <a:pt x="91" y="9"/>
                      <a:pt x="83" y="9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4" name="Google Shape;4834;p12"/>
              <p:cNvSpPr/>
              <p:nvPr/>
            </p:nvSpPr>
            <p:spPr>
              <a:xfrm>
                <a:off x="2797300" y="4122050"/>
                <a:ext cx="2500" cy="2100"/>
              </a:xfrm>
              <a:custGeom>
                <a:rect b="b" l="l" r="r" t="t"/>
                <a:pathLst>
                  <a:path extrusionOk="0" h="84" w="100">
                    <a:moveTo>
                      <a:pt x="42" y="1"/>
                    </a:moveTo>
                    <a:lnTo>
                      <a:pt x="25" y="9"/>
                    </a:lnTo>
                    <a:lnTo>
                      <a:pt x="17" y="9"/>
                    </a:lnTo>
                    <a:lnTo>
                      <a:pt x="9" y="26"/>
                    </a:lnTo>
                    <a:lnTo>
                      <a:pt x="0" y="34"/>
                    </a:lnTo>
                    <a:lnTo>
                      <a:pt x="0" y="42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9" y="67"/>
                    </a:lnTo>
                    <a:lnTo>
                      <a:pt x="17" y="75"/>
                    </a:lnTo>
                    <a:lnTo>
                      <a:pt x="25" y="84"/>
                    </a:lnTo>
                    <a:lnTo>
                      <a:pt x="58" y="84"/>
                    </a:lnTo>
                    <a:lnTo>
                      <a:pt x="75" y="75"/>
                    </a:lnTo>
                    <a:lnTo>
                      <a:pt x="83" y="67"/>
                    </a:lnTo>
                    <a:lnTo>
                      <a:pt x="91" y="51"/>
                    </a:lnTo>
                    <a:lnTo>
                      <a:pt x="100" y="51"/>
                    </a:lnTo>
                    <a:lnTo>
                      <a:pt x="100" y="34"/>
                    </a:lnTo>
                    <a:lnTo>
                      <a:pt x="100" y="26"/>
                    </a:lnTo>
                    <a:lnTo>
                      <a:pt x="91" y="9"/>
                    </a:lnTo>
                    <a:cubicBezTo>
                      <a:pt x="83" y="9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5" name="Google Shape;4835;p12"/>
              <p:cNvSpPr/>
              <p:nvPr/>
            </p:nvSpPr>
            <p:spPr>
              <a:xfrm>
                <a:off x="2799000" y="4125150"/>
                <a:ext cx="2600" cy="1925"/>
              </a:xfrm>
              <a:custGeom>
                <a:rect b="b" l="l" r="r" t="t"/>
                <a:pathLst>
                  <a:path extrusionOk="0" h="77" w="104">
                    <a:moveTo>
                      <a:pt x="56" y="0"/>
                    </a:moveTo>
                    <a:cubicBezTo>
                      <a:pt x="53" y="0"/>
                      <a:pt x="51" y="1"/>
                      <a:pt x="48" y="1"/>
                    </a:cubicBezTo>
                    <a:cubicBezTo>
                      <a:pt x="1" y="1"/>
                      <a:pt x="6" y="76"/>
                      <a:pt x="50" y="76"/>
                    </a:cubicBezTo>
                    <a:cubicBezTo>
                      <a:pt x="52" y="76"/>
                      <a:pt x="54" y="76"/>
                      <a:pt x="57" y="76"/>
                    </a:cubicBezTo>
                    <a:cubicBezTo>
                      <a:pt x="104" y="68"/>
                      <a:pt x="99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6" name="Google Shape;4836;p12"/>
              <p:cNvSpPr/>
              <p:nvPr/>
            </p:nvSpPr>
            <p:spPr>
              <a:xfrm>
                <a:off x="2831475" y="4027600"/>
                <a:ext cx="11000" cy="13950"/>
              </a:xfrm>
              <a:custGeom>
                <a:rect b="b" l="l" r="r" t="t"/>
                <a:pathLst>
                  <a:path extrusionOk="0" h="558" w="440">
                    <a:moveTo>
                      <a:pt x="390" y="1"/>
                    </a:moveTo>
                    <a:cubicBezTo>
                      <a:pt x="340" y="17"/>
                      <a:pt x="323" y="84"/>
                      <a:pt x="307" y="125"/>
                    </a:cubicBezTo>
                    <a:cubicBezTo>
                      <a:pt x="274" y="166"/>
                      <a:pt x="249" y="208"/>
                      <a:pt x="216" y="249"/>
                    </a:cubicBezTo>
                    <a:cubicBezTo>
                      <a:pt x="183" y="291"/>
                      <a:pt x="141" y="324"/>
                      <a:pt x="108" y="357"/>
                    </a:cubicBezTo>
                    <a:cubicBezTo>
                      <a:pt x="91" y="382"/>
                      <a:pt x="75" y="398"/>
                      <a:pt x="58" y="423"/>
                    </a:cubicBezTo>
                    <a:cubicBezTo>
                      <a:pt x="42" y="440"/>
                      <a:pt x="25" y="465"/>
                      <a:pt x="17" y="490"/>
                    </a:cubicBezTo>
                    <a:cubicBezTo>
                      <a:pt x="0" y="506"/>
                      <a:pt x="0" y="531"/>
                      <a:pt x="17" y="548"/>
                    </a:cubicBezTo>
                    <a:cubicBezTo>
                      <a:pt x="26" y="552"/>
                      <a:pt x="39" y="557"/>
                      <a:pt x="51" y="557"/>
                    </a:cubicBezTo>
                    <a:cubicBezTo>
                      <a:pt x="59" y="557"/>
                      <a:pt x="68" y="555"/>
                      <a:pt x="75" y="548"/>
                    </a:cubicBezTo>
                    <a:cubicBezTo>
                      <a:pt x="91" y="531"/>
                      <a:pt x="108" y="514"/>
                      <a:pt x="133" y="498"/>
                    </a:cubicBezTo>
                    <a:cubicBezTo>
                      <a:pt x="149" y="473"/>
                      <a:pt x="174" y="448"/>
                      <a:pt x="191" y="432"/>
                    </a:cubicBezTo>
                    <a:cubicBezTo>
                      <a:pt x="232" y="390"/>
                      <a:pt x="257" y="349"/>
                      <a:pt x="299" y="307"/>
                    </a:cubicBezTo>
                    <a:cubicBezTo>
                      <a:pt x="332" y="266"/>
                      <a:pt x="365" y="224"/>
                      <a:pt x="390" y="175"/>
                    </a:cubicBezTo>
                    <a:cubicBezTo>
                      <a:pt x="398" y="150"/>
                      <a:pt x="415" y="125"/>
                      <a:pt x="423" y="100"/>
                    </a:cubicBezTo>
                    <a:cubicBezTo>
                      <a:pt x="431" y="84"/>
                      <a:pt x="439" y="34"/>
                      <a:pt x="415" y="17"/>
                    </a:cubicBezTo>
                    <a:cubicBezTo>
                      <a:pt x="415" y="9"/>
                      <a:pt x="398" y="1"/>
                      <a:pt x="3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7" name="Google Shape;4837;p12"/>
              <p:cNvSpPr/>
              <p:nvPr/>
            </p:nvSpPr>
            <p:spPr>
              <a:xfrm>
                <a:off x="2842325" y="4014475"/>
                <a:ext cx="2850" cy="10150"/>
              </a:xfrm>
              <a:custGeom>
                <a:rect b="b" l="l" r="r" t="t"/>
                <a:pathLst>
                  <a:path extrusionOk="0" h="406" w="114">
                    <a:moveTo>
                      <a:pt x="83" y="0"/>
                    </a:moveTo>
                    <a:cubicBezTo>
                      <a:pt x="81" y="0"/>
                      <a:pt x="80" y="1"/>
                      <a:pt x="80" y="4"/>
                    </a:cubicBezTo>
                    <a:cubicBezTo>
                      <a:pt x="63" y="29"/>
                      <a:pt x="63" y="62"/>
                      <a:pt x="63" y="95"/>
                    </a:cubicBezTo>
                    <a:cubicBezTo>
                      <a:pt x="72" y="128"/>
                      <a:pt x="63" y="161"/>
                      <a:pt x="63" y="186"/>
                    </a:cubicBezTo>
                    <a:cubicBezTo>
                      <a:pt x="55" y="219"/>
                      <a:pt x="47" y="252"/>
                      <a:pt x="39" y="285"/>
                    </a:cubicBezTo>
                    <a:cubicBezTo>
                      <a:pt x="22" y="319"/>
                      <a:pt x="14" y="343"/>
                      <a:pt x="5" y="377"/>
                    </a:cubicBezTo>
                    <a:cubicBezTo>
                      <a:pt x="0" y="393"/>
                      <a:pt x="16" y="405"/>
                      <a:pt x="30" y="405"/>
                    </a:cubicBezTo>
                    <a:cubicBezTo>
                      <a:pt x="37" y="405"/>
                      <a:pt x="44" y="402"/>
                      <a:pt x="47" y="393"/>
                    </a:cubicBezTo>
                    <a:cubicBezTo>
                      <a:pt x="55" y="360"/>
                      <a:pt x="72" y="327"/>
                      <a:pt x="80" y="294"/>
                    </a:cubicBezTo>
                    <a:cubicBezTo>
                      <a:pt x="80" y="261"/>
                      <a:pt x="88" y="227"/>
                      <a:pt x="97" y="194"/>
                    </a:cubicBezTo>
                    <a:cubicBezTo>
                      <a:pt x="97" y="161"/>
                      <a:pt x="105" y="128"/>
                      <a:pt x="105" y="95"/>
                    </a:cubicBezTo>
                    <a:cubicBezTo>
                      <a:pt x="105" y="70"/>
                      <a:pt x="113" y="29"/>
                      <a:pt x="97" y="4"/>
                    </a:cubicBezTo>
                    <a:cubicBezTo>
                      <a:pt x="91" y="4"/>
                      <a:pt x="86" y="0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8" name="Google Shape;4838;p12"/>
              <p:cNvSpPr/>
              <p:nvPr/>
            </p:nvSpPr>
            <p:spPr>
              <a:xfrm>
                <a:off x="2843475" y="4004400"/>
                <a:ext cx="1900" cy="4575"/>
              </a:xfrm>
              <a:custGeom>
                <a:rect b="b" l="l" r="r" t="t"/>
                <a:pathLst>
                  <a:path extrusionOk="0" h="183" w="76">
                    <a:moveTo>
                      <a:pt x="9" y="1"/>
                    </a:moveTo>
                    <a:cubicBezTo>
                      <a:pt x="1" y="17"/>
                      <a:pt x="1" y="34"/>
                      <a:pt x="1" y="42"/>
                    </a:cubicBezTo>
                    <a:cubicBezTo>
                      <a:pt x="1" y="59"/>
                      <a:pt x="1" y="75"/>
                      <a:pt x="9" y="84"/>
                    </a:cubicBezTo>
                    <a:cubicBezTo>
                      <a:pt x="9" y="100"/>
                      <a:pt x="9" y="117"/>
                      <a:pt x="9" y="125"/>
                    </a:cubicBezTo>
                    <a:cubicBezTo>
                      <a:pt x="17" y="142"/>
                      <a:pt x="17" y="158"/>
                      <a:pt x="26" y="166"/>
                    </a:cubicBezTo>
                    <a:cubicBezTo>
                      <a:pt x="26" y="183"/>
                      <a:pt x="42" y="183"/>
                      <a:pt x="59" y="183"/>
                    </a:cubicBezTo>
                    <a:cubicBezTo>
                      <a:pt x="67" y="175"/>
                      <a:pt x="75" y="166"/>
                      <a:pt x="67" y="150"/>
                    </a:cubicBezTo>
                    <a:cubicBezTo>
                      <a:pt x="59" y="125"/>
                      <a:pt x="59" y="100"/>
                      <a:pt x="51" y="75"/>
                    </a:cubicBezTo>
                    <a:cubicBezTo>
                      <a:pt x="42" y="59"/>
                      <a:pt x="42" y="50"/>
                      <a:pt x="42" y="42"/>
                    </a:cubicBezTo>
                    <a:cubicBezTo>
                      <a:pt x="34" y="26"/>
                      <a:pt x="34" y="9"/>
                      <a:pt x="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9" name="Google Shape;4839;p12"/>
              <p:cNvSpPr/>
              <p:nvPr/>
            </p:nvSpPr>
            <p:spPr>
              <a:xfrm>
                <a:off x="2841200" y="3994750"/>
                <a:ext cx="2300" cy="6375"/>
              </a:xfrm>
              <a:custGeom>
                <a:rect b="b" l="l" r="r" t="t"/>
                <a:pathLst>
                  <a:path extrusionOk="0" h="255" w="92">
                    <a:moveTo>
                      <a:pt x="29" y="0"/>
                    </a:moveTo>
                    <a:cubicBezTo>
                      <a:pt x="22" y="0"/>
                      <a:pt x="14" y="4"/>
                      <a:pt x="9" y="14"/>
                    </a:cubicBezTo>
                    <a:cubicBezTo>
                      <a:pt x="9" y="22"/>
                      <a:pt x="9" y="30"/>
                      <a:pt x="9" y="39"/>
                    </a:cubicBezTo>
                    <a:cubicBezTo>
                      <a:pt x="9" y="47"/>
                      <a:pt x="9" y="47"/>
                      <a:pt x="1" y="55"/>
                    </a:cubicBezTo>
                    <a:cubicBezTo>
                      <a:pt x="1" y="64"/>
                      <a:pt x="1" y="80"/>
                      <a:pt x="1" y="97"/>
                    </a:cubicBezTo>
                    <a:cubicBezTo>
                      <a:pt x="1" y="105"/>
                      <a:pt x="1" y="113"/>
                      <a:pt x="1" y="122"/>
                    </a:cubicBezTo>
                    <a:cubicBezTo>
                      <a:pt x="1" y="138"/>
                      <a:pt x="9" y="155"/>
                      <a:pt x="9" y="171"/>
                    </a:cubicBezTo>
                    <a:lnTo>
                      <a:pt x="17" y="171"/>
                    </a:lnTo>
                    <a:cubicBezTo>
                      <a:pt x="17" y="188"/>
                      <a:pt x="17" y="204"/>
                      <a:pt x="26" y="221"/>
                    </a:cubicBezTo>
                    <a:cubicBezTo>
                      <a:pt x="26" y="238"/>
                      <a:pt x="42" y="254"/>
                      <a:pt x="59" y="254"/>
                    </a:cubicBezTo>
                    <a:cubicBezTo>
                      <a:pt x="84" y="246"/>
                      <a:pt x="92" y="229"/>
                      <a:pt x="92" y="213"/>
                    </a:cubicBezTo>
                    <a:lnTo>
                      <a:pt x="84" y="163"/>
                    </a:lnTo>
                    <a:cubicBezTo>
                      <a:pt x="84" y="146"/>
                      <a:pt x="84" y="122"/>
                      <a:pt x="84" y="105"/>
                    </a:cubicBezTo>
                    <a:cubicBezTo>
                      <a:pt x="75" y="88"/>
                      <a:pt x="75" y="64"/>
                      <a:pt x="67" y="47"/>
                    </a:cubicBezTo>
                    <a:cubicBezTo>
                      <a:pt x="59" y="47"/>
                      <a:pt x="59" y="39"/>
                      <a:pt x="59" y="30"/>
                    </a:cubicBezTo>
                    <a:cubicBezTo>
                      <a:pt x="50" y="22"/>
                      <a:pt x="50" y="14"/>
                      <a:pt x="42" y="6"/>
                    </a:cubicBezTo>
                    <a:cubicBezTo>
                      <a:pt x="39" y="2"/>
                      <a:pt x="34" y="0"/>
                      <a:pt x="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0" name="Google Shape;4840;p12"/>
              <p:cNvSpPr/>
              <p:nvPr/>
            </p:nvSpPr>
            <p:spPr>
              <a:xfrm>
                <a:off x="2840250" y="3973050"/>
                <a:ext cx="9475" cy="16800"/>
              </a:xfrm>
              <a:custGeom>
                <a:rect b="b" l="l" r="r" t="t"/>
                <a:pathLst>
                  <a:path extrusionOk="0" h="672" w="379">
                    <a:moveTo>
                      <a:pt x="351" y="0"/>
                    </a:moveTo>
                    <a:cubicBezTo>
                      <a:pt x="346" y="0"/>
                      <a:pt x="341" y="2"/>
                      <a:pt x="337" y="4"/>
                    </a:cubicBezTo>
                    <a:cubicBezTo>
                      <a:pt x="287" y="28"/>
                      <a:pt x="254" y="86"/>
                      <a:pt x="229" y="128"/>
                    </a:cubicBezTo>
                    <a:cubicBezTo>
                      <a:pt x="196" y="186"/>
                      <a:pt x="171" y="236"/>
                      <a:pt x="138" y="294"/>
                    </a:cubicBezTo>
                    <a:cubicBezTo>
                      <a:pt x="88" y="401"/>
                      <a:pt x="47" y="509"/>
                      <a:pt x="6" y="625"/>
                    </a:cubicBezTo>
                    <a:cubicBezTo>
                      <a:pt x="0" y="651"/>
                      <a:pt x="22" y="671"/>
                      <a:pt x="45" y="671"/>
                    </a:cubicBezTo>
                    <a:cubicBezTo>
                      <a:pt x="58" y="671"/>
                      <a:pt x="71" y="665"/>
                      <a:pt x="80" y="650"/>
                    </a:cubicBezTo>
                    <a:cubicBezTo>
                      <a:pt x="130" y="542"/>
                      <a:pt x="180" y="443"/>
                      <a:pt x="238" y="335"/>
                    </a:cubicBezTo>
                    <a:cubicBezTo>
                      <a:pt x="262" y="285"/>
                      <a:pt x="296" y="236"/>
                      <a:pt x="320" y="186"/>
                    </a:cubicBezTo>
                    <a:cubicBezTo>
                      <a:pt x="345" y="136"/>
                      <a:pt x="378" y="78"/>
                      <a:pt x="378" y="28"/>
                    </a:cubicBezTo>
                    <a:cubicBezTo>
                      <a:pt x="378" y="10"/>
                      <a:pt x="364" y="0"/>
                      <a:pt x="3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1" name="Google Shape;4841;p12"/>
              <p:cNvSpPr/>
              <p:nvPr/>
            </p:nvSpPr>
            <p:spPr>
              <a:xfrm>
                <a:off x="2858600" y="3975450"/>
                <a:ext cx="6650" cy="23650"/>
              </a:xfrm>
              <a:custGeom>
                <a:rect b="b" l="l" r="r" t="t"/>
                <a:pathLst>
                  <a:path extrusionOk="0" h="946" w="266">
                    <a:moveTo>
                      <a:pt x="195" y="1"/>
                    </a:moveTo>
                    <a:cubicBezTo>
                      <a:pt x="152" y="1"/>
                      <a:pt x="131" y="86"/>
                      <a:pt x="117" y="115"/>
                    </a:cubicBezTo>
                    <a:cubicBezTo>
                      <a:pt x="75" y="231"/>
                      <a:pt x="42" y="355"/>
                      <a:pt x="26" y="488"/>
                    </a:cubicBezTo>
                    <a:cubicBezTo>
                      <a:pt x="17" y="562"/>
                      <a:pt x="9" y="637"/>
                      <a:pt x="1" y="711"/>
                    </a:cubicBezTo>
                    <a:cubicBezTo>
                      <a:pt x="1" y="778"/>
                      <a:pt x="9" y="852"/>
                      <a:pt x="9" y="927"/>
                    </a:cubicBezTo>
                    <a:cubicBezTo>
                      <a:pt x="9" y="939"/>
                      <a:pt x="19" y="945"/>
                      <a:pt x="30" y="945"/>
                    </a:cubicBezTo>
                    <a:cubicBezTo>
                      <a:pt x="40" y="945"/>
                      <a:pt x="50" y="939"/>
                      <a:pt x="50" y="927"/>
                    </a:cubicBezTo>
                    <a:cubicBezTo>
                      <a:pt x="59" y="860"/>
                      <a:pt x="75" y="794"/>
                      <a:pt x="84" y="736"/>
                    </a:cubicBezTo>
                    <a:cubicBezTo>
                      <a:pt x="92" y="662"/>
                      <a:pt x="92" y="595"/>
                      <a:pt x="100" y="529"/>
                    </a:cubicBezTo>
                    <a:cubicBezTo>
                      <a:pt x="117" y="405"/>
                      <a:pt x="150" y="272"/>
                      <a:pt x="191" y="148"/>
                    </a:cubicBezTo>
                    <a:cubicBezTo>
                      <a:pt x="208" y="115"/>
                      <a:pt x="266" y="32"/>
                      <a:pt x="216" y="7"/>
                    </a:cubicBezTo>
                    <a:cubicBezTo>
                      <a:pt x="209" y="3"/>
                      <a:pt x="202" y="1"/>
                      <a:pt x="1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2" name="Google Shape;4842;p12"/>
              <p:cNvSpPr/>
              <p:nvPr/>
            </p:nvSpPr>
            <p:spPr>
              <a:xfrm>
                <a:off x="2865225" y="3966700"/>
                <a:ext cx="3350" cy="4175"/>
              </a:xfrm>
              <a:custGeom>
                <a:rect b="b" l="l" r="r" t="t"/>
                <a:pathLst>
                  <a:path extrusionOk="0" h="167" w="134">
                    <a:moveTo>
                      <a:pt x="100" y="1"/>
                    </a:moveTo>
                    <a:lnTo>
                      <a:pt x="92" y="9"/>
                    </a:lnTo>
                    <a:cubicBezTo>
                      <a:pt x="84" y="9"/>
                      <a:pt x="75" y="9"/>
                      <a:pt x="67" y="17"/>
                    </a:cubicBezTo>
                    <a:lnTo>
                      <a:pt x="59" y="34"/>
                    </a:lnTo>
                    <a:lnTo>
                      <a:pt x="51" y="42"/>
                    </a:lnTo>
                    <a:lnTo>
                      <a:pt x="42" y="59"/>
                    </a:lnTo>
                    <a:cubicBezTo>
                      <a:pt x="34" y="75"/>
                      <a:pt x="17" y="92"/>
                      <a:pt x="9" y="108"/>
                    </a:cubicBezTo>
                    <a:cubicBezTo>
                      <a:pt x="1" y="117"/>
                      <a:pt x="1" y="125"/>
                      <a:pt x="1" y="133"/>
                    </a:cubicBezTo>
                    <a:cubicBezTo>
                      <a:pt x="1" y="142"/>
                      <a:pt x="9" y="158"/>
                      <a:pt x="17" y="158"/>
                    </a:cubicBezTo>
                    <a:cubicBezTo>
                      <a:pt x="26" y="166"/>
                      <a:pt x="34" y="166"/>
                      <a:pt x="42" y="166"/>
                    </a:cubicBezTo>
                    <a:cubicBezTo>
                      <a:pt x="51" y="166"/>
                      <a:pt x="59" y="158"/>
                      <a:pt x="67" y="150"/>
                    </a:cubicBezTo>
                    <a:cubicBezTo>
                      <a:pt x="75" y="133"/>
                      <a:pt x="92" y="117"/>
                      <a:pt x="100" y="100"/>
                    </a:cubicBezTo>
                    <a:cubicBezTo>
                      <a:pt x="109" y="92"/>
                      <a:pt x="117" y="84"/>
                      <a:pt x="125" y="67"/>
                    </a:cubicBezTo>
                    <a:lnTo>
                      <a:pt x="125" y="59"/>
                    </a:lnTo>
                    <a:cubicBezTo>
                      <a:pt x="133" y="50"/>
                      <a:pt x="133" y="34"/>
                      <a:pt x="133" y="26"/>
                    </a:cubicBezTo>
                    <a:cubicBezTo>
                      <a:pt x="133" y="17"/>
                      <a:pt x="125" y="9"/>
                      <a:pt x="117" y="9"/>
                    </a:cubicBezTo>
                    <a:cubicBezTo>
                      <a:pt x="117" y="1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3" name="Google Shape;4843;p12"/>
              <p:cNvSpPr/>
              <p:nvPr/>
            </p:nvSpPr>
            <p:spPr>
              <a:xfrm>
                <a:off x="2858400" y="3955725"/>
                <a:ext cx="8725" cy="8750"/>
              </a:xfrm>
              <a:custGeom>
                <a:rect b="b" l="l" r="r" t="t"/>
                <a:pathLst>
                  <a:path extrusionOk="0" h="350" w="349">
                    <a:moveTo>
                      <a:pt x="307" y="1"/>
                    </a:moveTo>
                    <a:cubicBezTo>
                      <a:pt x="299" y="9"/>
                      <a:pt x="290" y="9"/>
                      <a:pt x="282" y="17"/>
                    </a:cubicBezTo>
                    <a:cubicBezTo>
                      <a:pt x="266" y="25"/>
                      <a:pt x="249" y="34"/>
                      <a:pt x="232" y="50"/>
                    </a:cubicBezTo>
                    <a:cubicBezTo>
                      <a:pt x="208" y="75"/>
                      <a:pt x="174" y="100"/>
                      <a:pt x="150" y="133"/>
                    </a:cubicBezTo>
                    <a:cubicBezTo>
                      <a:pt x="100" y="183"/>
                      <a:pt x="58" y="241"/>
                      <a:pt x="9" y="299"/>
                    </a:cubicBezTo>
                    <a:cubicBezTo>
                      <a:pt x="0" y="315"/>
                      <a:pt x="9" y="332"/>
                      <a:pt x="17" y="340"/>
                    </a:cubicBezTo>
                    <a:cubicBezTo>
                      <a:pt x="24" y="347"/>
                      <a:pt x="31" y="350"/>
                      <a:pt x="37" y="350"/>
                    </a:cubicBezTo>
                    <a:cubicBezTo>
                      <a:pt x="46" y="350"/>
                      <a:pt x="54" y="345"/>
                      <a:pt x="58" y="340"/>
                    </a:cubicBezTo>
                    <a:cubicBezTo>
                      <a:pt x="108" y="282"/>
                      <a:pt x="166" y="241"/>
                      <a:pt x="216" y="191"/>
                    </a:cubicBezTo>
                    <a:cubicBezTo>
                      <a:pt x="241" y="158"/>
                      <a:pt x="266" y="141"/>
                      <a:pt x="290" y="108"/>
                    </a:cubicBezTo>
                    <a:cubicBezTo>
                      <a:pt x="307" y="100"/>
                      <a:pt x="315" y="83"/>
                      <a:pt x="324" y="67"/>
                    </a:cubicBezTo>
                    <a:cubicBezTo>
                      <a:pt x="340" y="59"/>
                      <a:pt x="348" y="42"/>
                      <a:pt x="348" y="25"/>
                    </a:cubicBezTo>
                    <a:cubicBezTo>
                      <a:pt x="348" y="9"/>
                      <a:pt x="348" y="1"/>
                      <a:pt x="3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4" name="Google Shape;4844;p12"/>
              <p:cNvSpPr/>
              <p:nvPr/>
            </p:nvSpPr>
            <p:spPr>
              <a:xfrm>
                <a:off x="2867100" y="3959250"/>
                <a:ext cx="1900" cy="2725"/>
              </a:xfrm>
              <a:custGeom>
                <a:rect b="b" l="l" r="r" t="t"/>
                <a:pathLst>
                  <a:path extrusionOk="0" h="109" w="76">
                    <a:moveTo>
                      <a:pt x="42" y="0"/>
                    </a:moveTo>
                    <a:cubicBezTo>
                      <a:pt x="34" y="9"/>
                      <a:pt x="25" y="9"/>
                      <a:pt x="25" y="17"/>
                    </a:cubicBezTo>
                    <a:cubicBezTo>
                      <a:pt x="17" y="25"/>
                      <a:pt x="9" y="42"/>
                      <a:pt x="9" y="58"/>
                    </a:cubicBezTo>
                    <a:cubicBezTo>
                      <a:pt x="9" y="58"/>
                      <a:pt x="0" y="67"/>
                      <a:pt x="9" y="75"/>
                    </a:cubicBezTo>
                    <a:cubicBezTo>
                      <a:pt x="9" y="83"/>
                      <a:pt x="9" y="92"/>
                      <a:pt x="9" y="100"/>
                    </a:cubicBezTo>
                    <a:cubicBezTo>
                      <a:pt x="17" y="100"/>
                      <a:pt x="17" y="108"/>
                      <a:pt x="25" y="108"/>
                    </a:cubicBezTo>
                    <a:lnTo>
                      <a:pt x="42" y="100"/>
                    </a:lnTo>
                    <a:lnTo>
                      <a:pt x="42" y="83"/>
                    </a:lnTo>
                    <a:lnTo>
                      <a:pt x="50" y="75"/>
                    </a:lnTo>
                    <a:cubicBezTo>
                      <a:pt x="50" y="67"/>
                      <a:pt x="50" y="58"/>
                      <a:pt x="58" y="58"/>
                    </a:cubicBezTo>
                    <a:lnTo>
                      <a:pt x="67" y="42"/>
                    </a:lnTo>
                    <a:cubicBezTo>
                      <a:pt x="75" y="34"/>
                      <a:pt x="67" y="17"/>
                      <a:pt x="58" y="9"/>
                    </a:cubicBezTo>
                    <a:cubicBezTo>
                      <a:pt x="50" y="9"/>
                      <a:pt x="50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5" name="Google Shape;4845;p12"/>
              <p:cNvSpPr/>
              <p:nvPr/>
            </p:nvSpPr>
            <p:spPr>
              <a:xfrm>
                <a:off x="2936000" y="4113375"/>
                <a:ext cx="8800" cy="13925"/>
              </a:xfrm>
              <a:custGeom>
                <a:rect b="b" l="l" r="r" t="t"/>
                <a:pathLst>
                  <a:path extrusionOk="0" h="557" w="352">
                    <a:moveTo>
                      <a:pt x="63" y="1"/>
                    </a:moveTo>
                    <a:cubicBezTo>
                      <a:pt x="33" y="1"/>
                      <a:pt x="0" y="33"/>
                      <a:pt x="20" y="66"/>
                    </a:cubicBezTo>
                    <a:cubicBezTo>
                      <a:pt x="62" y="141"/>
                      <a:pt x="111" y="215"/>
                      <a:pt x="144" y="290"/>
                    </a:cubicBezTo>
                    <a:cubicBezTo>
                      <a:pt x="161" y="331"/>
                      <a:pt x="178" y="373"/>
                      <a:pt x="194" y="414"/>
                    </a:cubicBezTo>
                    <a:cubicBezTo>
                      <a:pt x="202" y="456"/>
                      <a:pt x="211" y="505"/>
                      <a:pt x="244" y="538"/>
                    </a:cubicBezTo>
                    <a:cubicBezTo>
                      <a:pt x="255" y="550"/>
                      <a:pt x="269" y="556"/>
                      <a:pt x="281" y="556"/>
                    </a:cubicBezTo>
                    <a:cubicBezTo>
                      <a:pt x="296" y="556"/>
                      <a:pt x="309" y="548"/>
                      <a:pt x="318" y="530"/>
                    </a:cubicBezTo>
                    <a:cubicBezTo>
                      <a:pt x="352" y="480"/>
                      <a:pt x="327" y="431"/>
                      <a:pt x="318" y="381"/>
                    </a:cubicBezTo>
                    <a:cubicBezTo>
                      <a:pt x="302" y="331"/>
                      <a:pt x="285" y="282"/>
                      <a:pt x="269" y="240"/>
                    </a:cubicBezTo>
                    <a:cubicBezTo>
                      <a:pt x="227" y="157"/>
                      <a:pt x="169" y="66"/>
                      <a:pt x="86" y="8"/>
                    </a:cubicBezTo>
                    <a:cubicBezTo>
                      <a:pt x="79" y="3"/>
                      <a:pt x="71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6" name="Google Shape;4846;p12"/>
              <p:cNvSpPr/>
              <p:nvPr/>
            </p:nvSpPr>
            <p:spPr>
              <a:xfrm>
                <a:off x="2941875" y="4109575"/>
                <a:ext cx="5400" cy="9500"/>
              </a:xfrm>
              <a:custGeom>
                <a:rect b="b" l="l" r="r" t="t"/>
                <a:pathLst>
                  <a:path extrusionOk="0" h="380" w="216">
                    <a:moveTo>
                      <a:pt x="44" y="1"/>
                    </a:moveTo>
                    <a:cubicBezTo>
                      <a:pt x="40" y="1"/>
                      <a:pt x="37" y="1"/>
                      <a:pt x="34" y="3"/>
                    </a:cubicBezTo>
                    <a:cubicBezTo>
                      <a:pt x="9" y="11"/>
                      <a:pt x="1" y="44"/>
                      <a:pt x="9" y="61"/>
                    </a:cubicBezTo>
                    <a:cubicBezTo>
                      <a:pt x="34" y="119"/>
                      <a:pt x="50" y="168"/>
                      <a:pt x="75" y="218"/>
                    </a:cubicBezTo>
                    <a:cubicBezTo>
                      <a:pt x="83" y="243"/>
                      <a:pt x="100" y="268"/>
                      <a:pt x="108" y="293"/>
                    </a:cubicBezTo>
                    <a:cubicBezTo>
                      <a:pt x="125" y="318"/>
                      <a:pt x="141" y="342"/>
                      <a:pt x="158" y="367"/>
                    </a:cubicBezTo>
                    <a:cubicBezTo>
                      <a:pt x="163" y="376"/>
                      <a:pt x="172" y="379"/>
                      <a:pt x="180" y="379"/>
                    </a:cubicBezTo>
                    <a:cubicBezTo>
                      <a:pt x="198" y="379"/>
                      <a:pt x="216" y="365"/>
                      <a:pt x="216" y="342"/>
                    </a:cubicBezTo>
                    <a:cubicBezTo>
                      <a:pt x="208" y="318"/>
                      <a:pt x="199" y="293"/>
                      <a:pt x="191" y="260"/>
                    </a:cubicBezTo>
                    <a:cubicBezTo>
                      <a:pt x="183" y="235"/>
                      <a:pt x="166" y="210"/>
                      <a:pt x="158" y="185"/>
                    </a:cubicBezTo>
                    <a:cubicBezTo>
                      <a:pt x="133" y="135"/>
                      <a:pt x="108" y="77"/>
                      <a:pt x="92" y="28"/>
                    </a:cubicBezTo>
                    <a:cubicBezTo>
                      <a:pt x="85" y="14"/>
                      <a:pt x="62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7" name="Google Shape;4847;p12"/>
              <p:cNvSpPr/>
              <p:nvPr/>
            </p:nvSpPr>
            <p:spPr>
              <a:xfrm>
                <a:off x="2947775" y="4106075"/>
                <a:ext cx="5250" cy="12025"/>
              </a:xfrm>
              <a:custGeom>
                <a:rect b="b" l="l" r="r" t="t"/>
                <a:pathLst>
                  <a:path extrusionOk="0" h="481" w="210">
                    <a:moveTo>
                      <a:pt x="44" y="0"/>
                    </a:moveTo>
                    <a:cubicBezTo>
                      <a:pt x="22" y="0"/>
                      <a:pt x="0" y="15"/>
                      <a:pt x="5" y="43"/>
                    </a:cubicBezTo>
                    <a:cubicBezTo>
                      <a:pt x="21" y="118"/>
                      <a:pt x="46" y="192"/>
                      <a:pt x="63" y="267"/>
                    </a:cubicBezTo>
                    <a:cubicBezTo>
                      <a:pt x="88" y="342"/>
                      <a:pt x="121" y="408"/>
                      <a:pt x="162" y="474"/>
                    </a:cubicBezTo>
                    <a:cubicBezTo>
                      <a:pt x="167" y="479"/>
                      <a:pt x="173" y="481"/>
                      <a:pt x="180" y="481"/>
                    </a:cubicBezTo>
                    <a:cubicBezTo>
                      <a:pt x="195" y="481"/>
                      <a:pt x="210" y="469"/>
                      <a:pt x="204" y="458"/>
                    </a:cubicBezTo>
                    <a:cubicBezTo>
                      <a:pt x="187" y="383"/>
                      <a:pt x="162" y="317"/>
                      <a:pt x="137" y="242"/>
                    </a:cubicBezTo>
                    <a:cubicBezTo>
                      <a:pt x="113" y="176"/>
                      <a:pt x="96" y="101"/>
                      <a:pt x="79" y="27"/>
                    </a:cubicBezTo>
                    <a:cubicBezTo>
                      <a:pt x="76" y="9"/>
                      <a:pt x="60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8" name="Google Shape;4848;p12"/>
              <p:cNvSpPr/>
              <p:nvPr/>
            </p:nvSpPr>
            <p:spPr>
              <a:xfrm>
                <a:off x="2949125" y="4097450"/>
                <a:ext cx="12100" cy="17375"/>
              </a:xfrm>
              <a:custGeom>
                <a:rect b="b" l="l" r="r" t="t"/>
                <a:pathLst>
                  <a:path extrusionOk="0" h="695" w="484">
                    <a:moveTo>
                      <a:pt x="65" y="0"/>
                    </a:moveTo>
                    <a:cubicBezTo>
                      <a:pt x="31" y="0"/>
                      <a:pt x="1" y="37"/>
                      <a:pt x="25" y="73"/>
                    </a:cubicBezTo>
                    <a:cubicBezTo>
                      <a:pt x="175" y="264"/>
                      <a:pt x="290" y="463"/>
                      <a:pt x="398" y="670"/>
                    </a:cubicBezTo>
                    <a:cubicBezTo>
                      <a:pt x="407" y="687"/>
                      <a:pt x="421" y="695"/>
                      <a:pt x="434" y="695"/>
                    </a:cubicBezTo>
                    <a:cubicBezTo>
                      <a:pt x="459" y="695"/>
                      <a:pt x="484" y="669"/>
                      <a:pt x="473" y="637"/>
                    </a:cubicBezTo>
                    <a:cubicBezTo>
                      <a:pt x="406" y="405"/>
                      <a:pt x="266" y="198"/>
                      <a:pt x="100" y="15"/>
                    </a:cubicBezTo>
                    <a:cubicBezTo>
                      <a:pt x="89" y="5"/>
                      <a:pt x="77" y="0"/>
                      <a:pt x="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9" name="Google Shape;4849;p12"/>
              <p:cNvSpPr/>
              <p:nvPr/>
            </p:nvSpPr>
            <p:spPr>
              <a:xfrm>
                <a:off x="2957625" y="4101575"/>
                <a:ext cx="14525" cy="28050"/>
              </a:xfrm>
              <a:custGeom>
                <a:rect b="b" l="l" r="r" t="t"/>
                <a:pathLst>
                  <a:path extrusionOk="0" h="1122" w="581">
                    <a:moveTo>
                      <a:pt x="64" y="1"/>
                    </a:moveTo>
                    <a:cubicBezTo>
                      <a:pt x="30" y="1"/>
                      <a:pt x="1" y="35"/>
                      <a:pt x="25" y="66"/>
                    </a:cubicBezTo>
                    <a:cubicBezTo>
                      <a:pt x="158" y="215"/>
                      <a:pt x="265" y="372"/>
                      <a:pt x="340" y="546"/>
                    </a:cubicBezTo>
                    <a:cubicBezTo>
                      <a:pt x="423" y="720"/>
                      <a:pt x="464" y="911"/>
                      <a:pt x="506" y="1093"/>
                    </a:cubicBezTo>
                    <a:cubicBezTo>
                      <a:pt x="514" y="1111"/>
                      <a:pt x="535" y="1121"/>
                      <a:pt x="552" y="1121"/>
                    </a:cubicBezTo>
                    <a:cubicBezTo>
                      <a:pt x="567" y="1121"/>
                      <a:pt x="580" y="1113"/>
                      <a:pt x="580" y="1093"/>
                    </a:cubicBezTo>
                    <a:cubicBezTo>
                      <a:pt x="580" y="894"/>
                      <a:pt x="522" y="696"/>
                      <a:pt x="439" y="513"/>
                    </a:cubicBezTo>
                    <a:cubicBezTo>
                      <a:pt x="356" y="331"/>
                      <a:pt x="240" y="165"/>
                      <a:pt x="100" y="16"/>
                    </a:cubicBezTo>
                    <a:cubicBezTo>
                      <a:pt x="89" y="5"/>
                      <a:pt x="76" y="1"/>
                      <a:pt x="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0" name="Google Shape;4850;p12"/>
              <p:cNvSpPr/>
              <p:nvPr/>
            </p:nvSpPr>
            <p:spPr>
              <a:xfrm>
                <a:off x="2971500" y="4102200"/>
                <a:ext cx="8150" cy="23775"/>
              </a:xfrm>
              <a:custGeom>
                <a:rect b="b" l="l" r="r" t="t"/>
                <a:pathLst>
                  <a:path extrusionOk="0" h="951" w="326">
                    <a:moveTo>
                      <a:pt x="44" y="1"/>
                    </a:moveTo>
                    <a:cubicBezTo>
                      <a:pt x="22" y="1"/>
                      <a:pt x="0" y="19"/>
                      <a:pt x="0" y="49"/>
                    </a:cubicBezTo>
                    <a:lnTo>
                      <a:pt x="9" y="49"/>
                    </a:lnTo>
                    <a:cubicBezTo>
                      <a:pt x="9" y="124"/>
                      <a:pt x="33" y="198"/>
                      <a:pt x="50" y="273"/>
                    </a:cubicBezTo>
                    <a:cubicBezTo>
                      <a:pt x="67" y="339"/>
                      <a:pt x="91" y="414"/>
                      <a:pt x="108" y="488"/>
                    </a:cubicBezTo>
                    <a:cubicBezTo>
                      <a:pt x="149" y="637"/>
                      <a:pt x="191" y="778"/>
                      <a:pt x="232" y="927"/>
                    </a:cubicBezTo>
                    <a:cubicBezTo>
                      <a:pt x="239" y="944"/>
                      <a:pt x="255" y="951"/>
                      <a:pt x="272" y="951"/>
                    </a:cubicBezTo>
                    <a:cubicBezTo>
                      <a:pt x="298" y="951"/>
                      <a:pt x="325" y="933"/>
                      <a:pt x="315" y="903"/>
                    </a:cubicBezTo>
                    <a:cubicBezTo>
                      <a:pt x="282" y="753"/>
                      <a:pt x="249" y="604"/>
                      <a:pt x="207" y="455"/>
                    </a:cubicBezTo>
                    <a:cubicBezTo>
                      <a:pt x="191" y="381"/>
                      <a:pt x="174" y="306"/>
                      <a:pt x="149" y="240"/>
                    </a:cubicBezTo>
                    <a:cubicBezTo>
                      <a:pt x="133" y="165"/>
                      <a:pt x="116" y="91"/>
                      <a:pt x="83" y="24"/>
                    </a:cubicBezTo>
                    <a:cubicBezTo>
                      <a:pt x="74" y="8"/>
                      <a:pt x="59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1" name="Google Shape;4851;p12"/>
              <p:cNvSpPr/>
              <p:nvPr/>
            </p:nvSpPr>
            <p:spPr>
              <a:xfrm>
                <a:off x="2979425" y="4094200"/>
                <a:ext cx="10325" cy="24150"/>
              </a:xfrm>
              <a:custGeom>
                <a:rect b="b" l="l" r="r" t="t"/>
                <a:pathLst>
                  <a:path extrusionOk="0" h="966" w="413">
                    <a:moveTo>
                      <a:pt x="34" y="1"/>
                    </a:moveTo>
                    <a:cubicBezTo>
                      <a:pt x="18" y="1"/>
                      <a:pt x="1" y="16"/>
                      <a:pt x="6" y="38"/>
                    </a:cubicBezTo>
                    <a:lnTo>
                      <a:pt x="6" y="29"/>
                    </a:lnTo>
                    <a:cubicBezTo>
                      <a:pt x="6" y="112"/>
                      <a:pt x="40" y="187"/>
                      <a:pt x="64" y="253"/>
                    </a:cubicBezTo>
                    <a:cubicBezTo>
                      <a:pt x="89" y="336"/>
                      <a:pt x="122" y="411"/>
                      <a:pt x="147" y="485"/>
                    </a:cubicBezTo>
                    <a:cubicBezTo>
                      <a:pt x="205" y="634"/>
                      <a:pt x="263" y="783"/>
                      <a:pt x="313" y="941"/>
                    </a:cubicBezTo>
                    <a:cubicBezTo>
                      <a:pt x="319" y="958"/>
                      <a:pt x="333" y="965"/>
                      <a:pt x="348" y="965"/>
                    </a:cubicBezTo>
                    <a:cubicBezTo>
                      <a:pt x="378" y="965"/>
                      <a:pt x="412" y="938"/>
                      <a:pt x="396" y="899"/>
                    </a:cubicBezTo>
                    <a:cubicBezTo>
                      <a:pt x="354" y="750"/>
                      <a:pt x="305" y="593"/>
                      <a:pt x="255" y="444"/>
                    </a:cubicBezTo>
                    <a:cubicBezTo>
                      <a:pt x="222" y="369"/>
                      <a:pt x="197" y="295"/>
                      <a:pt x="172" y="220"/>
                    </a:cubicBezTo>
                    <a:cubicBezTo>
                      <a:pt x="139" y="145"/>
                      <a:pt x="106" y="71"/>
                      <a:pt x="56" y="13"/>
                    </a:cubicBezTo>
                    <a:cubicBezTo>
                      <a:pt x="51" y="5"/>
                      <a:pt x="42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2" name="Google Shape;4852;p12"/>
              <p:cNvSpPr/>
              <p:nvPr/>
            </p:nvSpPr>
            <p:spPr>
              <a:xfrm>
                <a:off x="2986000" y="4096300"/>
                <a:ext cx="7675" cy="11050"/>
              </a:xfrm>
              <a:custGeom>
                <a:rect b="b" l="l" r="r" t="t"/>
                <a:pathLst>
                  <a:path extrusionOk="0" h="442" w="307">
                    <a:moveTo>
                      <a:pt x="44" y="0"/>
                    </a:moveTo>
                    <a:cubicBezTo>
                      <a:pt x="33" y="0"/>
                      <a:pt x="23" y="6"/>
                      <a:pt x="17" y="12"/>
                    </a:cubicBezTo>
                    <a:cubicBezTo>
                      <a:pt x="0" y="45"/>
                      <a:pt x="9" y="103"/>
                      <a:pt x="17" y="136"/>
                    </a:cubicBezTo>
                    <a:cubicBezTo>
                      <a:pt x="33" y="169"/>
                      <a:pt x="50" y="202"/>
                      <a:pt x="67" y="235"/>
                    </a:cubicBezTo>
                    <a:cubicBezTo>
                      <a:pt x="108" y="302"/>
                      <a:pt x="149" y="360"/>
                      <a:pt x="199" y="418"/>
                    </a:cubicBezTo>
                    <a:cubicBezTo>
                      <a:pt x="209" y="432"/>
                      <a:pt x="224" y="441"/>
                      <a:pt x="240" y="441"/>
                    </a:cubicBezTo>
                    <a:cubicBezTo>
                      <a:pt x="251" y="441"/>
                      <a:pt x="263" y="436"/>
                      <a:pt x="274" y="426"/>
                    </a:cubicBezTo>
                    <a:cubicBezTo>
                      <a:pt x="299" y="409"/>
                      <a:pt x="307" y="376"/>
                      <a:pt x="282" y="351"/>
                    </a:cubicBezTo>
                    <a:cubicBezTo>
                      <a:pt x="241" y="302"/>
                      <a:pt x="207" y="244"/>
                      <a:pt x="174" y="177"/>
                    </a:cubicBezTo>
                    <a:lnTo>
                      <a:pt x="174" y="186"/>
                    </a:lnTo>
                    <a:cubicBezTo>
                      <a:pt x="141" y="119"/>
                      <a:pt x="125" y="37"/>
                      <a:pt x="58" y="3"/>
                    </a:cubicBezTo>
                    <a:cubicBezTo>
                      <a:pt x="53" y="1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3" name="Google Shape;4853;p12"/>
              <p:cNvSpPr/>
              <p:nvPr/>
            </p:nvSpPr>
            <p:spPr>
              <a:xfrm>
                <a:off x="2996150" y="4095875"/>
                <a:ext cx="4775" cy="13400"/>
              </a:xfrm>
              <a:custGeom>
                <a:rect b="b" l="l" r="r" t="t"/>
                <a:pathLst>
                  <a:path extrusionOk="0" h="536" w="191">
                    <a:moveTo>
                      <a:pt x="29" y="1"/>
                    </a:moveTo>
                    <a:cubicBezTo>
                      <a:pt x="19" y="1"/>
                      <a:pt x="9" y="7"/>
                      <a:pt x="9" y="20"/>
                    </a:cubicBezTo>
                    <a:cubicBezTo>
                      <a:pt x="0" y="95"/>
                      <a:pt x="17" y="178"/>
                      <a:pt x="25" y="252"/>
                    </a:cubicBezTo>
                    <a:cubicBezTo>
                      <a:pt x="42" y="335"/>
                      <a:pt x="58" y="410"/>
                      <a:pt x="75" y="493"/>
                    </a:cubicBezTo>
                    <a:cubicBezTo>
                      <a:pt x="82" y="514"/>
                      <a:pt x="102" y="536"/>
                      <a:pt x="128" y="536"/>
                    </a:cubicBezTo>
                    <a:cubicBezTo>
                      <a:pt x="132" y="536"/>
                      <a:pt x="137" y="535"/>
                      <a:pt x="141" y="534"/>
                    </a:cubicBezTo>
                    <a:cubicBezTo>
                      <a:pt x="166" y="534"/>
                      <a:pt x="191" y="501"/>
                      <a:pt x="183" y="476"/>
                    </a:cubicBezTo>
                    <a:cubicBezTo>
                      <a:pt x="166" y="402"/>
                      <a:pt x="149" y="319"/>
                      <a:pt x="133" y="244"/>
                    </a:cubicBezTo>
                    <a:cubicBezTo>
                      <a:pt x="116" y="161"/>
                      <a:pt x="91" y="87"/>
                      <a:pt x="50" y="12"/>
                    </a:cubicBezTo>
                    <a:cubicBezTo>
                      <a:pt x="46" y="5"/>
                      <a:pt x="38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4" name="Google Shape;4854;p12"/>
              <p:cNvSpPr/>
              <p:nvPr/>
            </p:nvSpPr>
            <p:spPr>
              <a:xfrm>
                <a:off x="3001525" y="4082050"/>
                <a:ext cx="6650" cy="39225"/>
              </a:xfrm>
              <a:custGeom>
                <a:rect b="b" l="l" r="r" t="t"/>
                <a:pathLst>
                  <a:path extrusionOk="0" h="1569" w="266">
                    <a:moveTo>
                      <a:pt x="54" y="0"/>
                    </a:moveTo>
                    <a:cubicBezTo>
                      <a:pt x="27" y="0"/>
                      <a:pt x="1" y="15"/>
                      <a:pt x="1" y="43"/>
                    </a:cubicBezTo>
                    <a:cubicBezTo>
                      <a:pt x="1" y="167"/>
                      <a:pt x="26" y="283"/>
                      <a:pt x="42" y="408"/>
                    </a:cubicBezTo>
                    <a:cubicBezTo>
                      <a:pt x="50" y="532"/>
                      <a:pt x="75" y="656"/>
                      <a:pt x="84" y="781"/>
                    </a:cubicBezTo>
                    <a:lnTo>
                      <a:pt x="92" y="781"/>
                    </a:lnTo>
                    <a:cubicBezTo>
                      <a:pt x="117" y="1029"/>
                      <a:pt x="142" y="1278"/>
                      <a:pt x="166" y="1526"/>
                    </a:cubicBezTo>
                    <a:cubicBezTo>
                      <a:pt x="166" y="1555"/>
                      <a:pt x="186" y="1568"/>
                      <a:pt x="207" y="1568"/>
                    </a:cubicBezTo>
                    <a:cubicBezTo>
                      <a:pt x="235" y="1568"/>
                      <a:pt x="266" y="1547"/>
                      <a:pt x="266" y="1510"/>
                    </a:cubicBezTo>
                    <a:cubicBezTo>
                      <a:pt x="258" y="1261"/>
                      <a:pt x="241" y="1013"/>
                      <a:pt x="216" y="756"/>
                    </a:cubicBezTo>
                    <a:cubicBezTo>
                      <a:pt x="208" y="631"/>
                      <a:pt x="191" y="507"/>
                      <a:pt x="175" y="383"/>
                    </a:cubicBezTo>
                    <a:cubicBezTo>
                      <a:pt x="158" y="267"/>
                      <a:pt x="142" y="143"/>
                      <a:pt x="100" y="27"/>
                    </a:cubicBezTo>
                    <a:cubicBezTo>
                      <a:pt x="93" y="9"/>
                      <a:pt x="73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5" name="Google Shape;4855;p12"/>
              <p:cNvSpPr/>
              <p:nvPr/>
            </p:nvSpPr>
            <p:spPr>
              <a:xfrm>
                <a:off x="3008650" y="4078900"/>
                <a:ext cx="9050" cy="33925"/>
              </a:xfrm>
              <a:custGeom>
                <a:rect b="b" l="l" r="r" t="t"/>
                <a:pathLst>
                  <a:path extrusionOk="0" h="1357" w="362">
                    <a:moveTo>
                      <a:pt x="49" y="0"/>
                    </a:moveTo>
                    <a:cubicBezTo>
                      <a:pt x="25" y="0"/>
                      <a:pt x="0" y="17"/>
                      <a:pt x="6" y="45"/>
                    </a:cubicBezTo>
                    <a:cubicBezTo>
                      <a:pt x="64" y="252"/>
                      <a:pt x="147" y="443"/>
                      <a:pt x="188" y="658"/>
                    </a:cubicBezTo>
                    <a:cubicBezTo>
                      <a:pt x="238" y="865"/>
                      <a:pt x="246" y="1089"/>
                      <a:pt x="238" y="1304"/>
                    </a:cubicBezTo>
                    <a:cubicBezTo>
                      <a:pt x="238" y="1337"/>
                      <a:pt x="267" y="1357"/>
                      <a:pt x="294" y="1357"/>
                    </a:cubicBezTo>
                    <a:cubicBezTo>
                      <a:pt x="315" y="1357"/>
                      <a:pt x="334" y="1346"/>
                      <a:pt x="337" y="1321"/>
                    </a:cubicBezTo>
                    <a:cubicBezTo>
                      <a:pt x="362" y="1089"/>
                      <a:pt x="354" y="865"/>
                      <a:pt x="312" y="641"/>
                    </a:cubicBezTo>
                    <a:cubicBezTo>
                      <a:pt x="271" y="426"/>
                      <a:pt x="213" y="186"/>
                      <a:pt x="80" y="12"/>
                    </a:cubicBezTo>
                    <a:cubicBezTo>
                      <a:pt x="72" y="4"/>
                      <a:pt x="61" y="0"/>
                      <a:pt x="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6" name="Google Shape;4856;p12"/>
              <p:cNvSpPr/>
              <p:nvPr/>
            </p:nvSpPr>
            <p:spPr>
              <a:xfrm>
                <a:off x="3017075" y="4080300"/>
                <a:ext cx="6850" cy="31950"/>
              </a:xfrm>
              <a:custGeom>
                <a:rect b="b" l="l" r="r" t="t"/>
                <a:pathLst>
                  <a:path extrusionOk="0" h="1278" w="274">
                    <a:moveTo>
                      <a:pt x="53" y="1"/>
                    </a:moveTo>
                    <a:cubicBezTo>
                      <a:pt x="26" y="1"/>
                      <a:pt x="0" y="21"/>
                      <a:pt x="0" y="55"/>
                    </a:cubicBezTo>
                    <a:cubicBezTo>
                      <a:pt x="8" y="155"/>
                      <a:pt x="33" y="254"/>
                      <a:pt x="58" y="345"/>
                    </a:cubicBezTo>
                    <a:cubicBezTo>
                      <a:pt x="83" y="445"/>
                      <a:pt x="100" y="544"/>
                      <a:pt x="116" y="643"/>
                    </a:cubicBezTo>
                    <a:cubicBezTo>
                      <a:pt x="149" y="842"/>
                      <a:pt x="166" y="1033"/>
                      <a:pt x="174" y="1240"/>
                    </a:cubicBezTo>
                    <a:cubicBezTo>
                      <a:pt x="174" y="1265"/>
                      <a:pt x="197" y="1277"/>
                      <a:pt x="220" y="1277"/>
                    </a:cubicBezTo>
                    <a:cubicBezTo>
                      <a:pt x="242" y="1277"/>
                      <a:pt x="265" y="1265"/>
                      <a:pt x="265" y="1240"/>
                    </a:cubicBezTo>
                    <a:cubicBezTo>
                      <a:pt x="274" y="1033"/>
                      <a:pt x="265" y="826"/>
                      <a:pt x="240" y="627"/>
                    </a:cubicBezTo>
                    <a:cubicBezTo>
                      <a:pt x="216" y="428"/>
                      <a:pt x="191" y="204"/>
                      <a:pt x="100" y="30"/>
                    </a:cubicBezTo>
                    <a:cubicBezTo>
                      <a:pt x="89" y="10"/>
                      <a:pt x="71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7" name="Google Shape;4857;p12"/>
              <p:cNvSpPr/>
              <p:nvPr/>
            </p:nvSpPr>
            <p:spPr>
              <a:xfrm>
                <a:off x="3012550" y="4047250"/>
                <a:ext cx="25400" cy="36900"/>
              </a:xfrm>
              <a:custGeom>
                <a:rect b="b" l="l" r="r" t="t"/>
                <a:pathLst>
                  <a:path extrusionOk="0" h="1476" w="1016">
                    <a:moveTo>
                      <a:pt x="83" y="1"/>
                    </a:moveTo>
                    <a:cubicBezTo>
                      <a:pt x="40" y="1"/>
                      <a:pt x="1" y="49"/>
                      <a:pt x="32" y="93"/>
                    </a:cubicBezTo>
                    <a:cubicBezTo>
                      <a:pt x="214" y="300"/>
                      <a:pt x="380" y="515"/>
                      <a:pt x="529" y="747"/>
                    </a:cubicBezTo>
                    <a:cubicBezTo>
                      <a:pt x="604" y="863"/>
                      <a:pt x="678" y="988"/>
                      <a:pt x="745" y="1112"/>
                    </a:cubicBezTo>
                    <a:cubicBezTo>
                      <a:pt x="803" y="1228"/>
                      <a:pt x="861" y="1352"/>
                      <a:pt x="935" y="1460"/>
                    </a:cubicBezTo>
                    <a:cubicBezTo>
                      <a:pt x="943" y="1471"/>
                      <a:pt x="955" y="1476"/>
                      <a:pt x="967" y="1476"/>
                    </a:cubicBezTo>
                    <a:cubicBezTo>
                      <a:pt x="991" y="1476"/>
                      <a:pt x="1015" y="1457"/>
                      <a:pt x="1010" y="1435"/>
                    </a:cubicBezTo>
                    <a:cubicBezTo>
                      <a:pt x="985" y="1303"/>
                      <a:pt x="927" y="1178"/>
                      <a:pt x="861" y="1054"/>
                    </a:cubicBezTo>
                    <a:cubicBezTo>
                      <a:pt x="803" y="930"/>
                      <a:pt x="728" y="805"/>
                      <a:pt x="653" y="689"/>
                    </a:cubicBezTo>
                    <a:cubicBezTo>
                      <a:pt x="496" y="449"/>
                      <a:pt x="322" y="225"/>
                      <a:pt x="123" y="18"/>
                    </a:cubicBezTo>
                    <a:cubicBezTo>
                      <a:pt x="111" y="6"/>
                      <a:pt x="97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8" name="Google Shape;4858;p12"/>
              <p:cNvSpPr/>
              <p:nvPr/>
            </p:nvSpPr>
            <p:spPr>
              <a:xfrm>
                <a:off x="2965075" y="4042975"/>
                <a:ext cx="4575" cy="17000"/>
              </a:xfrm>
              <a:custGeom>
                <a:rect b="b" l="l" r="r" t="t"/>
                <a:pathLst>
                  <a:path extrusionOk="0" h="680" w="183">
                    <a:moveTo>
                      <a:pt x="73" y="0"/>
                    </a:moveTo>
                    <a:cubicBezTo>
                      <a:pt x="55" y="0"/>
                      <a:pt x="31" y="14"/>
                      <a:pt x="25" y="32"/>
                    </a:cubicBezTo>
                    <a:cubicBezTo>
                      <a:pt x="0" y="82"/>
                      <a:pt x="17" y="140"/>
                      <a:pt x="25" y="189"/>
                    </a:cubicBezTo>
                    <a:cubicBezTo>
                      <a:pt x="34" y="239"/>
                      <a:pt x="42" y="289"/>
                      <a:pt x="42" y="339"/>
                    </a:cubicBezTo>
                    <a:cubicBezTo>
                      <a:pt x="50" y="388"/>
                      <a:pt x="50" y="438"/>
                      <a:pt x="50" y="488"/>
                    </a:cubicBezTo>
                    <a:cubicBezTo>
                      <a:pt x="58" y="546"/>
                      <a:pt x="67" y="595"/>
                      <a:pt x="67" y="645"/>
                    </a:cubicBezTo>
                    <a:cubicBezTo>
                      <a:pt x="67" y="669"/>
                      <a:pt x="82" y="679"/>
                      <a:pt x="99" y="679"/>
                    </a:cubicBezTo>
                    <a:cubicBezTo>
                      <a:pt x="117" y="679"/>
                      <a:pt x="137" y="667"/>
                      <a:pt x="141" y="645"/>
                    </a:cubicBezTo>
                    <a:cubicBezTo>
                      <a:pt x="158" y="595"/>
                      <a:pt x="166" y="546"/>
                      <a:pt x="174" y="488"/>
                    </a:cubicBezTo>
                    <a:cubicBezTo>
                      <a:pt x="183" y="438"/>
                      <a:pt x="183" y="380"/>
                      <a:pt x="174" y="322"/>
                    </a:cubicBezTo>
                    <a:cubicBezTo>
                      <a:pt x="174" y="272"/>
                      <a:pt x="174" y="214"/>
                      <a:pt x="158" y="165"/>
                    </a:cubicBezTo>
                    <a:cubicBezTo>
                      <a:pt x="150" y="107"/>
                      <a:pt x="141" y="49"/>
                      <a:pt x="92" y="7"/>
                    </a:cubicBezTo>
                    <a:cubicBezTo>
                      <a:pt x="87" y="2"/>
                      <a:pt x="80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9" name="Google Shape;4859;p12"/>
              <p:cNvSpPr/>
              <p:nvPr/>
            </p:nvSpPr>
            <p:spPr>
              <a:xfrm>
                <a:off x="2970250" y="4042100"/>
                <a:ext cx="3350" cy="11500"/>
              </a:xfrm>
              <a:custGeom>
                <a:rect b="b" l="l" r="r" t="t"/>
                <a:pathLst>
                  <a:path extrusionOk="0" h="460" w="134">
                    <a:moveTo>
                      <a:pt x="56" y="0"/>
                    </a:moveTo>
                    <a:cubicBezTo>
                      <a:pt x="44" y="0"/>
                      <a:pt x="34" y="9"/>
                      <a:pt x="34" y="26"/>
                    </a:cubicBezTo>
                    <a:cubicBezTo>
                      <a:pt x="25" y="84"/>
                      <a:pt x="34" y="150"/>
                      <a:pt x="34" y="208"/>
                    </a:cubicBezTo>
                    <a:cubicBezTo>
                      <a:pt x="34" y="274"/>
                      <a:pt x="25" y="340"/>
                      <a:pt x="9" y="398"/>
                    </a:cubicBezTo>
                    <a:cubicBezTo>
                      <a:pt x="1" y="423"/>
                      <a:pt x="9" y="440"/>
                      <a:pt x="34" y="456"/>
                    </a:cubicBezTo>
                    <a:lnTo>
                      <a:pt x="25" y="456"/>
                    </a:lnTo>
                    <a:cubicBezTo>
                      <a:pt x="32" y="458"/>
                      <a:pt x="38" y="459"/>
                      <a:pt x="44" y="459"/>
                    </a:cubicBezTo>
                    <a:cubicBezTo>
                      <a:pt x="62" y="459"/>
                      <a:pt x="77" y="450"/>
                      <a:pt x="83" y="431"/>
                    </a:cubicBezTo>
                    <a:cubicBezTo>
                      <a:pt x="108" y="365"/>
                      <a:pt x="125" y="291"/>
                      <a:pt x="133" y="224"/>
                    </a:cubicBezTo>
                    <a:cubicBezTo>
                      <a:pt x="133" y="150"/>
                      <a:pt x="125" y="67"/>
                      <a:pt x="75" y="9"/>
                    </a:cubicBezTo>
                    <a:cubicBezTo>
                      <a:pt x="69" y="3"/>
                      <a:pt x="62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0" name="Google Shape;4860;p12"/>
              <p:cNvSpPr/>
              <p:nvPr/>
            </p:nvSpPr>
            <p:spPr>
              <a:xfrm>
                <a:off x="2973775" y="4039625"/>
                <a:ext cx="4175" cy="9550"/>
              </a:xfrm>
              <a:custGeom>
                <a:rect b="b" l="l" r="r" t="t"/>
                <a:pathLst>
                  <a:path extrusionOk="0" h="382" w="167">
                    <a:moveTo>
                      <a:pt x="75" y="0"/>
                    </a:moveTo>
                    <a:cubicBezTo>
                      <a:pt x="50" y="0"/>
                      <a:pt x="34" y="0"/>
                      <a:pt x="25" y="17"/>
                    </a:cubicBezTo>
                    <a:cubicBezTo>
                      <a:pt x="0" y="42"/>
                      <a:pt x="9" y="83"/>
                      <a:pt x="17" y="116"/>
                    </a:cubicBezTo>
                    <a:cubicBezTo>
                      <a:pt x="25" y="125"/>
                      <a:pt x="25" y="141"/>
                      <a:pt x="34" y="158"/>
                    </a:cubicBezTo>
                    <a:cubicBezTo>
                      <a:pt x="34" y="158"/>
                      <a:pt x="34" y="163"/>
                      <a:pt x="34" y="166"/>
                    </a:cubicBezTo>
                    <a:lnTo>
                      <a:pt x="42" y="183"/>
                    </a:lnTo>
                    <a:cubicBezTo>
                      <a:pt x="50" y="241"/>
                      <a:pt x="58" y="290"/>
                      <a:pt x="67" y="340"/>
                    </a:cubicBezTo>
                    <a:cubicBezTo>
                      <a:pt x="75" y="365"/>
                      <a:pt x="100" y="381"/>
                      <a:pt x="125" y="381"/>
                    </a:cubicBezTo>
                    <a:cubicBezTo>
                      <a:pt x="150" y="373"/>
                      <a:pt x="166" y="357"/>
                      <a:pt x="158" y="332"/>
                    </a:cubicBezTo>
                    <a:cubicBezTo>
                      <a:pt x="158" y="274"/>
                      <a:pt x="150" y="224"/>
                      <a:pt x="141" y="166"/>
                    </a:cubicBezTo>
                    <a:cubicBezTo>
                      <a:pt x="141" y="141"/>
                      <a:pt x="133" y="116"/>
                      <a:pt x="125" y="83"/>
                    </a:cubicBezTo>
                    <a:cubicBezTo>
                      <a:pt x="116" y="58"/>
                      <a:pt x="108" y="9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1" name="Google Shape;4861;p12"/>
              <p:cNvSpPr/>
              <p:nvPr/>
            </p:nvSpPr>
            <p:spPr>
              <a:xfrm>
                <a:off x="2944975" y="3932675"/>
                <a:ext cx="3150" cy="12400"/>
              </a:xfrm>
              <a:custGeom>
                <a:rect b="b" l="l" r="r" t="t"/>
                <a:pathLst>
                  <a:path extrusionOk="0" h="496" w="126">
                    <a:moveTo>
                      <a:pt x="52" y="1"/>
                    </a:moveTo>
                    <a:cubicBezTo>
                      <a:pt x="37" y="1"/>
                      <a:pt x="21" y="9"/>
                      <a:pt x="17" y="28"/>
                    </a:cubicBezTo>
                    <a:cubicBezTo>
                      <a:pt x="1" y="111"/>
                      <a:pt x="1" y="185"/>
                      <a:pt x="9" y="268"/>
                    </a:cubicBezTo>
                    <a:cubicBezTo>
                      <a:pt x="9" y="301"/>
                      <a:pt x="17" y="343"/>
                      <a:pt x="26" y="376"/>
                    </a:cubicBezTo>
                    <a:cubicBezTo>
                      <a:pt x="34" y="401"/>
                      <a:pt x="42" y="417"/>
                      <a:pt x="42" y="434"/>
                    </a:cubicBezTo>
                    <a:cubicBezTo>
                      <a:pt x="51" y="459"/>
                      <a:pt x="67" y="467"/>
                      <a:pt x="75" y="483"/>
                    </a:cubicBezTo>
                    <a:cubicBezTo>
                      <a:pt x="81" y="492"/>
                      <a:pt x="89" y="496"/>
                      <a:pt x="97" y="496"/>
                    </a:cubicBezTo>
                    <a:cubicBezTo>
                      <a:pt x="111" y="496"/>
                      <a:pt x="125" y="483"/>
                      <a:pt x="125" y="467"/>
                    </a:cubicBezTo>
                    <a:cubicBezTo>
                      <a:pt x="125" y="442"/>
                      <a:pt x="125" y="425"/>
                      <a:pt x="117" y="409"/>
                    </a:cubicBezTo>
                    <a:cubicBezTo>
                      <a:pt x="109" y="392"/>
                      <a:pt x="109" y="376"/>
                      <a:pt x="109" y="359"/>
                    </a:cubicBezTo>
                    <a:cubicBezTo>
                      <a:pt x="100" y="326"/>
                      <a:pt x="92" y="293"/>
                      <a:pt x="84" y="251"/>
                    </a:cubicBezTo>
                    <a:cubicBezTo>
                      <a:pt x="75" y="185"/>
                      <a:pt x="75" y="111"/>
                      <a:pt x="84" y="36"/>
                    </a:cubicBezTo>
                    <a:cubicBezTo>
                      <a:pt x="88" y="13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2" name="Google Shape;4862;p12"/>
              <p:cNvSpPr/>
              <p:nvPr/>
            </p:nvSpPr>
            <p:spPr>
              <a:xfrm>
                <a:off x="2950450" y="3937225"/>
                <a:ext cx="3475" cy="10200"/>
              </a:xfrm>
              <a:custGeom>
                <a:rect b="b" l="l" r="r" t="t"/>
                <a:pathLst>
                  <a:path extrusionOk="0" h="408" w="139">
                    <a:moveTo>
                      <a:pt x="49" y="0"/>
                    </a:moveTo>
                    <a:cubicBezTo>
                      <a:pt x="26" y="0"/>
                      <a:pt x="1" y="20"/>
                      <a:pt x="6" y="53"/>
                    </a:cubicBezTo>
                    <a:cubicBezTo>
                      <a:pt x="14" y="111"/>
                      <a:pt x="14" y="161"/>
                      <a:pt x="22" y="219"/>
                    </a:cubicBezTo>
                    <a:cubicBezTo>
                      <a:pt x="30" y="277"/>
                      <a:pt x="39" y="343"/>
                      <a:pt x="64" y="393"/>
                    </a:cubicBezTo>
                    <a:cubicBezTo>
                      <a:pt x="70" y="403"/>
                      <a:pt x="80" y="408"/>
                      <a:pt x="90" y="408"/>
                    </a:cubicBezTo>
                    <a:cubicBezTo>
                      <a:pt x="103" y="408"/>
                      <a:pt x="117" y="399"/>
                      <a:pt x="122" y="384"/>
                    </a:cubicBezTo>
                    <a:cubicBezTo>
                      <a:pt x="138" y="326"/>
                      <a:pt x="122" y="268"/>
                      <a:pt x="122" y="210"/>
                    </a:cubicBezTo>
                    <a:cubicBezTo>
                      <a:pt x="113" y="152"/>
                      <a:pt x="105" y="94"/>
                      <a:pt x="88" y="36"/>
                    </a:cubicBezTo>
                    <a:cubicBezTo>
                      <a:pt x="85" y="11"/>
                      <a:pt x="67" y="0"/>
                      <a:pt x="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3" name="Google Shape;4863;p12"/>
              <p:cNvSpPr/>
              <p:nvPr/>
            </p:nvSpPr>
            <p:spPr>
              <a:xfrm>
                <a:off x="2987250" y="3949525"/>
                <a:ext cx="3125" cy="13275"/>
              </a:xfrm>
              <a:custGeom>
                <a:rect b="b" l="l" r="r" t="t"/>
                <a:pathLst>
                  <a:path extrusionOk="0" h="531" w="125">
                    <a:moveTo>
                      <a:pt x="66" y="0"/>
                    </a:moveTo>
                    <a:cubicBezTo>
                      <a:pt x="50" y="0"/>
                      <a:pt x="25" y="8"/>
                      <a:pt x="25" y="25"/>
                    </a:cubicBezTo>
                    <a:cubicBezTo>
                      <a:pt x="0" y="99"/>
                      <a:pt x="8" y="182"/>
                      <a:pt x="8" y="257"/>
                    </a:cubicBezTo>
                    <a:cubicBezTo>
                      <a:pt x="8" y="331"/>
                      <a:pt x="17" y="414"/>
                      <a:pt x="25" y="489"/>
                    </a:cubicBezTo>
                    <a:cubicBezTo>
                      <a:pt x="33" y="514"/>
                      <a:pt x="58" y="530"/>
                      <a:pt x="83" y="530"/>
                    </a:cubicBezTo>
                    <a:cubicBezTo>
                      <a:pt x="108" y="522"/>
                      <a:pt x="124" y="497"/>
                      <a:pt x="124" y="472"/>
                    </a:cubicBezTo>
                    <a:cubicBezTo>
                      <a:pt x="124" y="398"/>
                      <a:pt x="124" y="323"/>
                      <a:pt x="116" y="249"/>
                    </a:cubicBezTo>
                    <a:cubicBezTo>
                      <a:pt x="116" y="182"/>
                      <a:pt x="116" y="108"/>
                      <a:pt x="99" y="33"/>
                    </a:cubicBezTo>
                    <a:cubicBezTo>
                      <a:pt x="99" y="17"/>
                      <a:pt x="83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4" name="Google Shape;4864;p12"/>
              <p:cNvSpPr/>
              <p:nvPr/>
            </p:nvSpPr>
            <p:spPr>
              <a:xfrm>
                <a:off x="2815500" y="3906200"/>
                <a:ext cx="24700" cy="30375"/>
              </a:xfrm>
              <a:custGeom>
                <a:rect b="b" l="l" r="r" t="t"/>
                <a:pathLst>
                  <a:path extrusionOk="0" h="1215" w="988">
                    <a:moveTo>
                      <a:pt x="60" y="1"/>
                    </a:moveTo>
                    <a:cubicBezTo>
                      <a:pt x="27" y="1"/>
                      <a:pt x="1" y="49"/>
                      <a:pt x="35" y="76"/>
                    </a:cubicBezTo>
                    <a:cubicBezTo>
                      <a:pt x="209" y="242"/>
                      <a:pt x="382" y="424"/>
                      <a:pt x="523" y="615"/>
                    </a:cubicBezTo>
                    <a:cubicBezTo>
                      <a:pt x="598" y="706"/>
                      <a:pt x="656" y="805"/>
                      <a:pt x="706" y="904"/>
                    </a:cubicBezTo>
                    <a:cubicBezTo>
                      <a:pt x="730" y="954"/>
                      <a:pt x="755" y="1012"/>
                      <a:pt x="780" y="1070"/>
                    </a:cubicBezTo>
                    <a:cubicBezTo>
                      <a:pt x="805" y="1112"/>
                      <a:pt x="838" y="1178"/>
                      <a:pt x="880" y="1203"/>
                    </a:cubicBezTo>
                    <a:cubicBezTo>
                      <a:pt x="892" y="1210"/>
                      <a:pt x="906" y="1214"/>
                      <a:pt x="919" y="1214"/>
                    </a:cubicBezTo>
                    <a:cubicBezTo>
                      <a:pt x="948" y="1214"/>
                      <a:pt x="973" y="1196"/>
                      <a:pt x="979" y="1161"/>
                    </a:cubicBezTo>
                    <a:cubicBezTo>
                      <a:pt x="987" y="1112"/>
                      <a:pt x="962" y="1037"/>
                      <a:pt x="938" y="987"/>
                    </a:cubicBezTo>
                    <a:cubicBezTo>
                      <a:pt x="921" y="929"/>
                      <a:pt x="888" y="880"/>
                      <a:pt x="863" y="822"/>
                    </a:cubicBezTo>
                    <a:cubicBezTo>
                      <a:pt x="805" y="714"/>
                      <a:pt x="722" y="615"/>
                      <a:pt x="639" y="523"/>
                    </a:cubicBezTo>
                    <a:cubicBezTo>
                      <a:pt x="474" y="333"/>
                      <a:pt x="283" y="167"/>
                      <a:pt x="84" y="10"/>
                    </a:cubicBezTo>
                    <a:cubicBezTo>
                      <a:pt x="76" y="3"/>
                      <a:pt x="68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5" name="Google Shape;4865;p12"/>
              <p:cNvSpPr/>
              <p:nvPr/>
            </p:nvSpPr>
            <p:spPr>
              <a:xfrm>
                <a:off x="2841000" y="3937950"/>
                <a:ext cx="3750" cy="6200"/>
              </a:xfrm>
              <a:custGeom>
                <a:rect b="b" l="l" r="r" t="t"/>
                <a:pathLst>
                  <a:path extrusionOk="0" h="248" w="150">
                    <a:moveTo>
                      <a:pt x="56" y="1"/>
                    </a:moveTo>
                    <a:cubicBezTo>
                      <a:pt x="48" y="1"/>
                      <a:pt x="41" y="3"/>
                      <a:pt x="34" y="7"/>
                    </a:cubicBezTo>
                    <a:cubicBezTo>
                      <a:pt x="9" y="16"/>
                      <a:pt x="0" y="40"/>
                      <a:pt x="9" y="65"/>
                    </a:cubicBezTo>
                    <a:lnTo>
                      <a:pt x="42" y="148"/>
                    </a:lnTo>
                    <a:cubicBezTo>
                      <a:pt x="42" y="173"/>
                      <a:pt x="50" y="190"/>
                      <a:pt x="67" y="206"/>
                    </a:cubicBezTo>
                    <a:lnTo>
                      <a:pt x="67" y="214"/>
                    </a:lnTo>
                    <a:cubicBezTo>
                      <a:pt x="75" y="223"/>
                      <a:pt x="83" y="223"/>
                      <a:pt x="83" y="231"/>
                    </a:cubicBezTo>
                    <a:cubicBezTo>
                      <a:pt x="92" y="248"/>
                      <a:pt x="108" y="248"/>
                      <a:pt x="125" y="248"/>
                    </a:cubicBezTo>
                    <a:cubicBezTo>
                      <a:pt x="133" y="239"/>
                      <a:pt x="150" y="231"/>
                      <a:pt x="150" y="214"/>
                    </a:cubicBezTo>
                    <a:lnTo>
                      <a:pt x="150" y="190"/>
                    </a:lnTo>
                    <a:lnTo>
                      <a:pt x="150" y="181"/>
                    </a:lnTo>
                    <a:lnTo>
                      <a:pt x="150" y="173"/>
                    </a:lnTo>
                    <a:cubicBezTo>
                      <a:pt x="150" y="156"/>
                      <a:pt x="141" y="132"/>
                      <a:pt x="133" y="115"/>
                    </a:cubicBezTo>
                    <a:cubicBezTo>
                      <a:pt x="125" y="82"/>
                      <a:pt x="108" y="57"/>
                      <a:pt x="100" y="32"/>
                    </a:cubicBezTo>
                    <a:cubicBezTo>
                      <a:pt x="94" y="14"/>
                      <a:pt x="75" y="1"/>
                      <a:pt x="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6" name="Google Shape;4866;p12"/>
              <p:cNvSpPr/>
              <p:nvPr/>
            </p:nvSpPr>
            <p:spPr>
              <a:xfrm>
                <a:off x="2824025" y="3905150"/>
                <a:ext cx="8600" cy="10050"/>
              </a:xfrm>
              <a:custGeom>
                <a:rect b="b" l="l" r="r" t="t"/>
                <a:pathLst>
                  <a:path extrusionOk="0" h="402" w="344">
                    <a:moveTo>
                      <a:pt x="40" y="1"/>
                    </a:moveTo>
                    <a:cubicBezTo>
                      <a:pt x="32" y="1"/>
                      <a:pt x="24" y="3"/>
                      <a:pt x="17" y="10"/>
                    </a:cubicBezTo>
                    <a:cubicBezTo>
                      <a:pt x="8" y="19"/>
                      <a:pt x="0" y="43"/>
                      <a:pt x="17" y="52"/>
                    </a:cubicBezTo>
                    <a:cubicBezTo>
                      <a:pt x="66" y="110"/>
                      <a:pt x="108" y="168"/>
                      <a:pt x="149" y="217"/>
                    </a:cubicBezTo>
                    <a:cubicBezTo>
                      <a:pt x="199" y="275"/>
                      <a:pt x="232" y="342"/>
                      <a:pt x="282" y="391"/>
                    </a:cubicBezTo>
                    <a:cubicBezTo>
                      <a:pt x="289" y="398"/>
                      <a:pt x="297" y="401"/>
                      <a:pt x="305" y="401"/>
                    </a:cubicBezTo>
                    <a:cubicBezTo>
                      <a:pt x="325" y="401"/>
                      <a:pt x="343" y="382"/>
                      <a:pt x="331" y="358"/>
                    </a:cubicBezTo>
                    <a:cubicBezTo>
                      <a:pt x="307" y="292"/>
                      <a:pt x="257" y="234"/>
                      <a:pt x="215" y="176"/>
                    </a:cubicBezTo>
                    <a:cubicBezTo>
                      <a:pt x="166" y="118"/>
                      <a:pt x="116" y="68"/>
                      <a:pt x="66" y="10"/>
                    </a:cubicBezTo>
                    <a:cubicBezTo>
                      <a:pt x="62" y="5"/>
                      <a:pt x="51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7" name="Google Shape;4867;p12"/>
              <p:cNvSpPr/>
              <p:nvPr/>
            </p:nvSpPr>
            <p:spPr>
              <a:xfrm>
                <a:off x="2815175" y="3931525"/>
                <a:ext cx="13825" cy="28275"/>
              </a:xfrm>
              <a:custGeom>
                <a:rect b="b" l="l" r="r" t="t"/>
                <a:pathLst>
                  <a:path extrusionOk="0" h="1131" w="553">
                    <a:moveTo>
                      <a:pt x="40" y="0"/>
                    </a:moveTo>
                    <a:cubicBezTo>
                      <a:pt x="21" y="0"/>
                      <a:pt x="1" y="19"/>
                      <a:pt x="6" y="41"/>
                    </a:cubicBezTo>
                    <a:cubicBezTo>
                      <a:pt x="56" y="231"/>
                      <a:pt x="114" y="422"/>
                      <a:pt x="188" y="604"/>
                    </a:cubicBezTo>
                    <a:cubicBezTo>
                      <a:pt x="230" y="695"/>
                      <a:pt x="263" y="786"/>
                      <a:pt x="304" y="869"/>
                    </a:cubicBezTo>
                    <a:cubicBezTo>
                      <a:pt x="329" y="911"/>
                      <a:pt x="354" y="952"/>
                      <a:pt x="371" y="1002"/>
                    </a:cubicBezTo>
                    <a:cubicBezTo>
                      <a:pt x="395" y="1043"/>
                      <a:pt x="412" y="1093"/>
                      <a:pt x="453" y="1118"/>
                    </a:cubicBezTo>
                    <a:cubicBezTo>
                      <a:pt x="467" y="1127"/>
                      <a:pt x="481" y="1131"/>
                      <a:pt x="493" y="1131"/>
                    </a:cubicBezTo>
                    <a:cubicBezTo>
                      <a:pt x="527" y="1131"/>
                      <a:pt x="553" y="1102"/>
                      <a:pt x="553" y="1060"/>
                    </a:cubicBezTo>
                    <a:cubicBezTo>
                      <a:pt x="553" y="1018"/>
                      <a:pt x="520" y="977"/>
                      <a:pt x="495" y="935"/>
                    </a:cubicBezTo>
                    <a:cubicBezTo>
                      <a:pt x="478" y="894"/>
                      <a:pt x="453" y="853"/>
                      <a:pt x="429" y="803"/>
                    </a:cubicBezTo>
                    <a:cubicBezTo>
                      <a:pt x="387" y="720"/>
                      <a:pt x="346" y="629"/>
                      <a:pt x="304" y="546"/>
                    </a:cubicBezTo>
                    <a:cubicBezTo>
                      <a:pt x="222" y="372"/>
                      <a:pt x="130" y="198"/>
                      <a:pt x="64" y="16"/>
                    </a:cubicBezTo>
                    <a:cubicBezTo>
                      <a:pt x="59" y="5"/>
                      <a:pt x="49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8" name="Google Shape;4868;p12"/>
              <p:cNvSpPr/>
              <p:nvPr/>
            </p:nvSpPr>
            <p:spPr>
              <a:xfrm>
                <a:off x="2828300" y="3951900"/>
                <a:ext cx="3000" cy="5800"/>
              </a:xfrm>
              <a:custGeom>
                <a:rect b="b" l="l" r="r" t="t"/>
                <a:pathLst>
                  <a:path extrusionOk="0" h="232" w="120">
                    <a:moveTo>
                      <a:pt x="29" y="1"/>
                    </a:moveTo>
                    <a:cubicBezTo>
                      <a:pt x="15" y="1"/>
                      <a:pt x="0" y="16"/>
                      <a:pt x="11" y="38"/>
                    </a:cubicBezTo>
                    <a:cubicBezTo>
                      <a:pt x="20" y="71"/>
                      <a:pt x="36" y="96"/>
                      <a:pt x="44" y="129"/>
                    </a:cubicBezTo>
                    <a:cubicBezTo>
                      <a:pt x="53" y="145"/>
                      <a:pt x="61" y="162"/>
                      <a:pt x="69" y="178"/>
                    </a:cubicBezTo>
                    <a:cubicBezTo>
                      <a:pt x="78" y="195"/>
                      <a:pt x="86" y="212"/>
                      <a:pt x="94" y="228"/>
                    </a:cubicBezTo>
                    <a:cubicBezTo>
                      <a:pt x="96" y="230"/>
                      <a:pt x="99" y="231"/>
                      <a:pt x="102" y="231"/>
                    </a:cubicBezTo>
                    <a:cubicBezTo>
                      <a:pt x="110" y="231"/>
                      <a:pt x="119" y="224"/>
                      <a:pt x="119" y="212"/>
                    </a:cubicBezTo>
                    <a:cubicBezTo>
                      <a:pt x="119" y="195"/>
                      <a:pt x="111" y="178"/>
                      <a:pt x="111" y="162"/>
                    </a:cubicBezTo>
                    <a:cubicBezTo>
                      <a:pt x="102" y="145"/>
                      <a:pt x="94" y="129"/>
                      <a:pt x="86" y="112"/>
                    </a:cubicBezTo>
                    <a:lnTo>
                      <a:pt x="44" y="13"/>
                    </a:lnTo>
                    <a:cubicBezTo>
                      <a:pt x="42" y="4"/>
                      <a:pt x="35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9" name="Google Shape;4869;p12"/>
              <p:cNvSpPr/>
              <p:nvPr/>
            </p:nvSpPr>
            <p:spPr>
              <a:xfrm>
                <a:off x="2977175" y="3929425"/>
                <a:ext cx="6150" cy="19850"/>
              </a:xfrm>
              <a:custGeom>
                <a:rect b="b" l="l" r="r" t="t"/>
                <a:pathLst>
                  <a:path extrusionOk="0" h="794" w="246">
                    <a:moveTo>
                      <a:pt x="43" y="0"/>
                    </a:moveTo>
                    <a:cubicBezTo>
                      <a:pt x="22" y="0"/>
                      <a:pt x="0" y="23"/>
                      <a:pt x="5" y="50"/>
                    </a:cubicBezTo>
                    <a:cubicBezTo>
                      <a:pt x="38" y="166"/>
                      <a:pt x="63" y="282"/>
                      <a:pt x="80" y="398"/>
                    </a:cubicBezTo>
                    <a:cubicBezTo>
                      <a:pt x="88" y="448"/>
                      <a:pt x="96" y="506"/>
                      <a:pt x="96" y="564"/>
                    </a:cubicBezTo>
                    <a:cubicBezTo>
                      <a:pt x="105" y="622"/>
                      <a:pt x="105" y="680"/>
                      <a:pt x="113" y="738"/>
                    </a:cubicBezTo>
                    <a:cubicBezTo>
                      <a:pt x="117" y="775"/>
                      <a:pt x="148" y="794"/>
                      <a:pt x="179" y="794"/>
                    </a:cubicBezTo>
                    <a:cubicBezTo>
                      <a:pt x="210" y="794"/>
                      <a:pt x="241" y="775"/>
                      <a:pt x="246" y="738"/>
                    </a:cubicBezTo>
                    <a:cubicBezTo>
                      <a:pt x="246" y="680"/>
                      <a:pt x="237" y="613"/>
                      <a:pt x="229" y="547"/>
                    </a:cubicBezTo>
                    <a:cubicBezTo>
                      <a:pt x="221" y="489"/>
                      <a:pt x="212" y="431"/>
                      <a:pt x="196" y="373"/>
                    </a:cubicBezTo>
                    <a:cubicBezTo>
                      <a:pt x="171" y="249"/>
                      <a:pt x="121" y="133"/>
                      <a:pt x="72" y="25"/>
                    </a:cubicBezTo>
                    <a:cubicBezTo>
                      <a:pt x="66" y="7"/>
                      <a:pt x="54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0" name="Google Shape;4870;p12"/>
              <p:cNvSpPr/>
              <p:nvPr/>
            </p:nvSpPr>
            <p:spPr>
              <a:xfrm>
                <a:off x="2971700" y="3915375"/>
                <a:ext cx="5425" cy="10525"/>
              </a:xfrm>
              <a:custGeom>
                <a:rect b="b" l="l" r="r" t="t"/>
                <a:pathLst>
                  <a:path extrusionOk="0" h="421" w="217">
                    <a:moveTo>
                      <a:pt x="42" y="1"/>
                    </a:moveTo>
                    <a:cubicBezTo>
                      <a:pt x="25" y="1"/>
                      <a:pt x="7" y="14"/>
                      <a:pt x="1" y="32"/>
                    </a:cubicBezTo>
                    <a:cubicBezTo>
                      <a:pt x="1" y="65"/>
                      <a:pt x="17" y="107"/>
                      <a:pt x="25" y="140"/>
                    </a:cubicBezTo>
                    <a:cubicBezTo>
                      <a:pt x="34" y="165"/>
                      <a:pt x="50" y="190"/>
                      <a:pt x="59" y="223"/>
                    </a:cubicBezTo>
                    <a:lnTo>
                      <a:pt x="133" y="397"/>
                    </a:lnTo>
                    <a:cubicBezTo>
                      <a:pt x="139" y="408"/>
                      <a:pt x="153" y="420"/>
                      <a:pt x="170" y="420"/>
                    </a:cubicBezTo>
                    <a:cubicBezTo>
                      <a:pt x="177" y="420"/>
                      <a:pt x="184" y="418"/>
                      <a:pt x="191" y="413"/>
                    </a:cubicBezTo>
                    <a:cubicBezTo>
                      <a:pt x="208" y="405"/>
                      <a:pt x="216" y="380"/>
                      <a:pt x="208" y="364"/>
                    </a:cubicBezTo>
                    <a:cubicBezTo>
                      <a:pt x="191" y="297"/>
                      <a:pt x="166" y="239"/>
                      <a:pt x="150" y="181"/>
                    </a:cubicBezTo>
                    <a:cubicBezTo>
                      <a:pt x="133" y="156"/>
                      <a:pt x="125" y="123"/>
                      <a:pt x="117" y="98"/>
                    </a:cubicBezTo>
                    <a:lnTo>
                      <a:pt x="92" y="57"/>
                    </a:lnTo>
                    <a:cubicBezTo>
                      <a:pt x="83" y="40"/>
                      <a:pt x="75" y="24"/>
                      <a:pt x="59" y="7"/>
                    </a:cubicBezTo>
                    <a:cubicBezTo>
                      <a:pt x="54" y="3"/>
                      <a:pt x="48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1" name="Google Shape;4871;p12"/>
              <p:cNvSpPr/>
              <p:nvPr/>
            </p:nvSpPr>
            <p:spPr>
              <a:xfrm>
                <a:off x="2965500" y="3900675"/>
                <a:ext cx="3325" cy="6475"/>
              </a:xfrm>
              <a:custGeom>
                <a:rect b="b" l="l" r="r" t="t"/>
                <a:pathLst>
                  <a:path extrusionOk="0" h="259" w="133">
                    <a:moveTo>
                      <a:pt x="23" y="0"/>
                    </a:moveTo>
                    <a:cubicBezTo>
                      <a:pt x="12" y="0"/>
                      <a:pt x="0" y="12"/>
                      <a:pt x="0" y="24"/>
                    </a:cubicBezTo>
                    <a:cubicBezTo>
                      <a:pt x="8" y="57"/>
                      <a:pt x="17" y="98"/>
                      <a:pt x="33" y="131"/>
                    </a:cubicBezTo>
                    <a:cubicBezTo>
                      <a:pt x="41" y="164"/>
                      <a:pt x="58" y="206"/>
                      <a:pt x="66" y="239"/>
                    </a:cubicBezTo>
                    <a:lnTo>
                      <a:pt x="75" y="239"/>
                    </a:lnTo>
                    <a:cubicBezTo>
                      <a:pt x="75" y="251"/>
                      <a:pt x="88" y="259"/>
                      <a:pt x="98" y="259"/>
                    </a:cubicBezTo>
                    <a:cubicBezTo>
                      <a:pt x="102" y="259"/>
                      <a:pt x="106" y="258"/>
                      <a:pt x="108" y="256"/>
                    </a:cubicBezTo>
                    <a:cubicBezTo>
                      <a:pt x="124" y="247"/>
                      <a:pt x="133" y="231"/>
                      <a:pt x="124" y="214"/>
                    </a:cubicBezTo>
                    <a:cubicBezTo>
                      <a:pt x="116" y="181"/>
                      <a:pt x="99" y="148"/>
                      <a:pt x="83" y="106"/>
                    </a:cubicBezTo>
                    <a:cubicBezTo>
                      <a:pt x="75" y="73"/>
                      <a:pt x="58" y="40"/>
                      <a:pt x="33" y="7"/>
                    </a:cubicBezTo>
                    <a:cubicBezTo>
                      <a:pt x="31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2" name="Google Shape;4872;p12"/>
              <p:cNvSpPr/>
              <p:nvPr/>
            </p:nvSpPr>
            <p:spPr>
              <a:xfrm>
                <a:off x="2945800" y="3881675"/>
                <a:ext cx="4525" cy="10300"/>
              </a:xfrm>
              <a:custGeom>
                <a:rect b="b" l="l" r="r" t="t"/>
                <a:pathLst>
                  <a:path extrusionOk="0" h="412" w="181">
                    <a:moveTo>
                      <a:pt x="154" y="1"/>
                    </a:moveTo>
                    <a:cubicBezTo>
                      <a:pt x="147" y="1"/>
                      <a:pt x="139" y="4"/>
                      <a:pt x="134" y="13"/>
                    </a:cubicBezTo>
                    <a:cubicBezTo>
                      <a:pt x="109" y="71"/>
                      <a:pt x="76" y="137"/>
                      <a:pt x="51" y="195"/>
                    </a:cubicBezTo>
                    <a:cubicBezTo>
                      <a:pt x="42" y="228"/>
                      <a:pt x="34" y="262"/>
                      <a:pt x="26" y="295"/>
                    </a:cubicBezTo>
                    <a:cubicBezTo>
                      <a:pt x="18" y="328"/>
                      <a:pt x="9" y="361"/>
                      <a:pt x="1" y="394"/>
                    </a:cubicBezTo>
                    <a:cubicBezTo>
                      <a:pt x="1" y="404"/>
                      <a:pt x="14" y="411"/>
                      <a:pt x="23" y="411"/>
                    </a:cubicBezTo>
                    <a:cubicBezTo>
                      <a:pt x="29" y="411"/>
                      <a:pt x="34" y="409"/>
                      <a:pt x="34" y="402"/>
                    </a:cubicBezTo>
                    <a:cubicBezTo>
                      <a:pt x="51" y="378"/>
                      <a:pt x="59" y="344"/>
                      <a:pt x="67" y="311"/>
                    </a:cubicBezTo>
                    <a:cubicBezTo>
                      <a:pt x="84" y="278"/>
                      <a:pt x="92" y="253"/>
                      <a:pt x="109" y="220"/>
                    </a:cubicBezTo>
                    <a:cubicBezTo>
                      <a:pt x="125" y="154"/>
                      <a:pt x="150" y="88"/>
                      <a:pt x="175" y="30"/>
                    </a:cubicBezTo>
                    <a:cubicBezTo>
                      <a:pt x="180" y="13"/>
                      <a:pt x="168" y="1"/>
                      <a:pt x="1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3" name="Google Shape;4873;p12"/>
              <p:cNvSpPr/>
              <p:nvPr/>
            </p:nvSpPr>
            <p:spPr>
              <a:xfrm>
                <a:off x="2958250" y="3944500"/>
                <a:ext cx="5200" cy="15800"/>
              </a:xfrm>
              <a:custGeom>
                <a:rect b="b" l="l" r="r" t="t"/>
                <a:pathLst>
                  <a:path extrusionOk="0" h="632" w="208">
                    <a:moveTo>
                      <a:pt x="50" y="0"/>
                    </a:moveTo>
                    <a:cubicBezTo>
                      <a:pt x="25" y="0"/>
                      <a:pt x="0" y="15"/>
                      <a:pt x="0" y="44"/>
                    </a:cubicBezTo>
                    <a:cubicBezTo>
                      <a:pt x="0" y="143"/>
                      <a:pt x="0" y="242"/>
                      <a:pt x="17" y="342"/>
                    </a:cubicBezTo>
                    <a:cubicBezTo>
                      <a:pt x="25" y="392"/>
                      <a:pt x="41" y="441"/>
                      <a:pt x="58" y="491"/>
                    </a:cubicBezTo>
                    <a:cubicBezTo>
                      <a:pt x="66" y="516"/>
                      <a:pt x="75" y="541"/>
                      <a:pt x="91" y="566"/>
                    </a:cubicBezTo>
                    <a:cubicBezTo>
                      <a:pt x="108" y="590"/>
                      <a:pt x="116" y="607"/>
                      <a:pt x="141" y="624"/>
                    </a:cubicBezTo>
                    <a:cubicBezTo>
                      <a:pt x="149" y="629"/>
                      <a:pt x="157" y="632"/>
                      <a:pt x="165" y="632"/>
                    </a:cubicBezTo>
                    <a:cubicBezTo>
                      <a:pt x="181" y="632"/>
                      <a:pt x="193" y="621"/>
                      <a:pt x="199" y="599"/>
                    </a:cubicBezTo>
                    <a:cubicBezTo>
                      <a:pt x="207" y="574"/>
                      <a:pt x="199" y="557"/>
                      <a:pt x="191" y="532"/>
                    </a:cubicBezTo>
                    <a:cubicBezTo>
                      <a:pt x="191" y="499"/>
                      <a:pt x="182" y="483"/>
                      <a:pt x="174" y="458"/>
                    </a:cubicBezTo>
                    <a:cubicBezTo>
                      <a:pt x="157" y="408"/>
                      <a:pt x="149" y="367"/>
                      <a:pt x="141" y="325"/>
                    </a:cubicBezTo>
                    <a:cubicBezTo>
                      <a:pt x="116" y="234"/>
                      <a:pt x="108" y="135"/>
                      <a:pt x="99" y="44"/>
                    </a:cubicBezTo>
                    <a:cubicBezTo>
                      <a:pt x="99" y="1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4" name="Google Shape;4874;p12"/>
              <p:cNvSpPr/>
              <p:nvPr/>
            </p:nvSpPr>
            <p:spPr>
              <a:xfrm>
                <a:off x="2962800" y="3945925"/>
                <a:ext cx="5400" cy="12650"/>
              </a:xfrm>
              <a:custGeom>
                <a:rect b="b" l="l" r="r" t="t"/>
                <a:pathLst>
                  <a:path extrusionOk="0" h="506" w="216">
                    <a:moveTo>
                      <a:pt x="53" y="0"/>
                    </a:moveTo>
                    <a:cubicBezTo>
                      <a:pt x="46" y="0"/>
                      <a:pt x="40" y="1"/>
                      <a:pt x="33" y="3"/>
                    </a:cubicBezTo>
                    <a:cubicBezTo>
                      <a:pt x="9" y="11"/>
                      <a:pt x="0" y="45"/>
                      <a:pt x="9" y="69"/>
                    </a:cubicBezTo>
                    <a:lnTo>
                      <a:pt x="75" y="285"/>
                    </a:lnTo>
                    <a:cubicBezTo>
                      <a:pt x="91" y="359"/>
                      <a:pt x="116" y="434"/>
                      <a:pt x="158" y="492"/>
                    </a:cubicBezTo>
                    <a:cubicBezTo>
                      <a:pt x="163" y="502"/>
                      <a:pt x="170" y="506"/>
                      <a:pt x="179" y="506"/>
                    </a:cubicBezTo>
                    <a:cubicBezTo>
                      <a:pt x="185" y="506"/>
                      <a:pt x="192" y="504"/>
                      <a:pt x="199" y="500"/>
                    </a:cubicBezTo>
                    <a:cubicBezTo>
                      <a:pt x="216" y="500"/>
                      <a:pt x="216" y="484"/>
                      <a:pt x="216" y="467"/>
                    </a:cubicBezTo>
                    <a:cubicBezTo>
                      <a:pt x="216" y="393"/>
                      <a:pt x="191" y="318"/>
                      <a:pt x="166" y="243"/>
                    </a:cubicBezTo>
                    <a:lnTo>
                      <a:pt x="100" y="28"/>
                    </a:lnTo>
                    <a:cubicBezTo>
                      <a:pt x="94" y="9"/>
                      <a:pt x="73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5" name="Google Shape;4875;p12"/>
              <p:cNvSpPr/>
              <p:nvPr/>
            </p:nvSpPr>
            <p:spPr>
              <a:xfrm>
                <a:off x="2928400" y="3900525"/>
                <a:ext cx="21125" cy="53150"/>
              </a:xfrm>
              <a:custGeom>
                <a:rect b="b" l="l" r="r" t="t"/>
                <a:pathLst>
                  <a:path extrusionOk="0" h="2126" w="845">
                    <a:moveTo>
                      <a:pt x="294" y="1"/>
                    </a:moveTo>
                    <a:cubicBezTo>
                      <a:pt x="274" y="1"/>
                      <a:pt x="254" y="13"/>
                      <a:pt x="250" y="38"/>
                    </a:cubicBezTo>
                    <a:cubicBezTo>
                      <a:pt x="225" y="394"/>
                      <a:pt x="225" y="750"/>
                      <a:pt x="258" y="1107"/>
                    </a:cubicBezTo>
                    <a:cubicBezTo>
                      <a:pt x="266" y="1181"/>
                      <a:pt x="274" y="1256"/>
                      <a:pt x="291" y="1330"/>
                    </a:cubicBezTo>
                    <a:cubicBezTo>
                      <a:pt x="208" y="1181"/>
                      <a:pt x="142" y="1016"/>
                      <a:pt x="100" y="850"/>
                    </a:cubicBezTo>
                    <a:cubicBezTo>
                      <a:pt x="93" y="823"/>
                      <a:pt x="69" y="810"/>
                      <a:pt x="47" y="810"/>
                    </a:cubicBezTo>
                    <a:cubicBezTo>
                      <a:pt x="22" y="810"/>
                      <a:pt x="0" y="827"/>
                      <a:pt x="9" y="858"/>
                    </a:cubicBezTo>
                    <a:cubicBezTo>
                      <a:pt x="59" y="1107"/>
                      <a:pt x="150" y="1339"/>
                      <a:pt x="283" y="1554"/>
                    </a:cubicBezTo>
                    <a:cubicBezTo>
                      <a:pt x="308" y="1595"/>
                      <a:pt x="332" y="1637"/>
                      <a:pt x="366" y="1678"/>
                    </a:cubicBezTo>
                    <a:cubicBezTo>
                      <a:pt x="407" y="1827"/>
                      <a:pt x="457" y="1993"/>
                      <a:pt x="556" y="2101"/>
                    </a:cubicBezTo>
                    <a:cubicBezTo>
                      <a:pt x="570" y="2118"/>
                      <a:pt x="589" y="2125"/>
                      <a:pt x="608" y="2125"/>
                    </a:cubicBezTo>
                    <a:cubicBezTo>
                      <a:pt x="643" y="2125"/>
                      <a:pt x="678" y="2098"/>
                      <a:pt x="672" y="2059"/>
                    </a:cubicBezTo>
                    <a:cubicBezTo>
                      <a:pt x="664" y="2043"/>
                      <a:pt x="664" y="2035"/>
                      <a:pt x="664" y="2018"/>
                    </a:cubicBezTo>
                    <a:lnTo>
                      <a:pt x="664" y="2018"/>
                    </a:lnTo>
                    <a:cubicBezTo>
                      <a:pt x="697" y="2051"/>
                      <a:pt x="738" y="2076"/>
                      <a:pt x="788" y="2093"/>
                    </a:cubicBezTo>
                    <a:cubicBezTo>
                      <a:pt x="791" y="2094"/>
                      <a:pt x="795" y="2094"/>
                      <a:pt x="798" y="2094"/>
                    </a:cubicBezTo>
                    <a:cubicBezTo>
                      <a:pt x="821" y="2094"/>
                      <a:pt x="845" y="2072"/>
                      <a:pt x="838" y="2043"/>
                    </a:cubicBezTo>
                    <a:cubicBezTo>
                      <a:pt x="788" y="1943"/>
                      <a:pt x="689" y="1869"/>
                      <a:pt x="614" y="1786"/>
                    </a:cubicBezTo>
                    <a:cubicBezTo>
                      <a:pt x="598" y="1769"/>
                      <a:pt x="581" y="1745"/>
                      <a:pt x="564" y="1728"/>
                    </a:cubicBezTo>
                    <a:cubicBezTo>
                      <a:pt x="548" y="1678"/>
                      <a:pt x="531" y="1637"/>
                      <a:pt x="515" y="1587"/>
                    </a:cubicBezTo>
                    <a:cubicBezTo>
                      <a:pt x="465" y="1421"/>
                      <a:pt x="424" y="1247"/>
                      <a:pt x="399" y="1074"/>
                    </a:cubicBezTo>
                    <a:cubicBezTo>
                      <a:pt x="349" y="726"/>
                      <a:pt x="332" y="378"/>
                      <a:pt x="332" y="38"/>
                    </a:cubicBezTo>
                    <a:cubicBezTo>
                      <a:pt x="332" y="13"/>
                      <a:pt x="314" y="1"/>
                      <a:pt x="2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6" name="Google Shape;4876;p12"/>
              <p:cNvSpPr/>
              <p:nvPr/>
            </p:nvSpPr>
            <p:spPr>
              <a:xfrm>
                <a:off x="3008500" y="4058600"/>
                <a:ext cx="14100" cy="19575"/>
              </a:xfrm>
              <a:custGeom>
                <a:rect b="b" l="l" r="r" t="t"/>
                <a:pathLst>
                  <a:path extrusionOk="0" h="783" w="564">
                    <a:moveTo>
                      <a:pt x="40" y="0"/>
                    </a:moveTo>
                    <a:cubicBezTo>
                      <a:pt x="14" y="0"/>
                      <a:pt x="1" y="40"/>
                      <a:pt x="37" y="61"/>
                    </a:cubicBezTo>
                    <a:cubicBezTo>
                      <a:pt x="161" y="128"/>
                      <a:pt x="252" y="235"/>
                      <a:pt x="327" y="360"/>
                    </a:cubicBezTo>
                    <a:cubicBezTo>
                      <a:pt x="360" y="426"/>
                      <a:pt x="393" y="492"/>
                      <a:pt x="426" y="567"/>
                    </a:cubicBezTo>
                    <a:cubicBezTo>
                      <a:pt x="451" y="641"/>
                      <a:pt x="484" y="716"/>
                      <a:pt x="525" y="774"/>
                    </a:cubicBezTo>
                    <a:cubicBezTo>
                      <a:pt x="531" y="780"/>
                      <a:pt x="538" y="783"/>
                      <a:pt x="544" y="783"/>
                    </a:cubicBezTo>
                    <a:cubicBezTo>
                      <a:pt x="555" y="783"/>
                      <a:pt x="564" y="774"/>
                      <a:pt x="559" y="757"/>
                    </a:cubicBezTo>
                    <a:cubicBezTo>
                      <a:pt x="559" y="675"/>
                      <a:pt x="525" y="592"/>
                      <a:pt x="501" y="517"/>
                    </a:cubicBezTo>
                    <a:cubicBezTo>
                      <a:pt x="467" y="443"/>
                      <a:pt x="426" y="360"/>
                      <a:pt x="385" y="293"/>
                    </a:cubicBezTo>
                    <a:cubicBezTo>
                      <a:pt x="302" y="169"/>
                      <a:pt x="194" y="61"/>
                      <a:pt x="53" y="3"/>
                    </a:cubicBezTo>
                    <a:cubicBezTo>
                      <a:pt x="49" y="1"/>
                      <a:pt x="44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7" name="Google Shape;4877;p12"/>
              <p:cNvSpPr/>
              <p:nvPr/>
            </p:nvSpPr>
            <p:spPr>
              <a:xfrm>
                <a:off x="3025975" y="4082225"/>
                <a:ext cx="6750" cy="9650"/>
              </a:xfrm>
              <a:custGeom>
                <a:rect b="b" l="l" r="r" t="t"/>
                <a:pathLst>
                  <a:path extrusionOk="0" h="386" w="270">
                    <a:moveTo>
                      <a:pt x="47" y="1"/>
                    </a:moveTo>
                    <a:cubicBezTo>
                      <a:pt x="43" y="1"/>
                      <a:pt x="38" y="2"/>
                      <a:pt x="34" y="3"/>
                    </a:cubicBezTo>
                    <a:cubicBezTo>
                      <a:pt x="17" y="11"/>
                      <a:pt x="0" y="44"/>
                      <a:pt x="17" y="61"/>
                    </a:cubicBezTo>
                    <a:cubicBezTo>
                      <a:pt x="42" y="111"/>
                      <a:pt x="75" y="169"/>
                      <a:pt x="108" y="218"/>
                    </a:cubicBezTo>
                    <a:cubicBezTo>
                      <a:pt x="141" y="276"/>
                      <a:pt x="174" y="326"/>
                      <a:pt x="216" y="376"/>
                    </a:cubicBezTo>
                    <a:cubicBezTo>
                      <a:pt x="221" y="383"/>
                      <a:pt x="227" y="386"/>
                      <a:pt x="234" y="386"/>
                    </a:cubicBezTo>
                    <a:cubicBezTo>
                      <a:pt x="251" y="386"/>
                      <a:pt x="269" y="366"/>
                      <a:pt x="257" y="343"/>
                    </a:cubicBezTo>
                    <a:cubicBezTo>
                      <a:pt x="241" y="293"/>
                      <a:pt x="216" y="235"/>
                      <a:pt x="183" y="185"/>
                    </a:cubicBezTo>
                    <a:cubicBezTo>
                      <a:pt x="150" y="136"/>
                      <a:pt x="125" y="78"/>
                      <a:pt x="92" y="28"/>
                    </a:cubicBezTo>
                    <a:cubicBezTo>
                      <a:pt x="85" y="14"/>
                      <a:pt x="67" y="1"/>
                      <a:pt x="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8" name="Google Shape;4878;p12"/>
              <p:cNvSpPr/>
              <p:nvPr/>
            </p:nvSpPr>
            <p:spPr>
              <a:xfrm>
                <a:off x="2831875" y="4177025"/>
                <a:ext cx="6550" cy="20750"/>
              </a:xfrm>
              <a:custGeom>
                <a:rect b="b" l="l" r="r" t="t"/>
                <a:pathLst>
                  <a:path extrusionOk="0" h="830" w="262">
                    <a:moveTo>
                      <a:pt x="210" y="1"/>
                    </a:moveTo>
                    <a:cubicBezTo>
                      <a:pt x="200" y="1"/>
                      <a:pt x="190" y="5"/>
                      <a:pt x="183" y="14"/>
                    </a:cubicBezTo>
                    <a:cubicBezTo>
                      <a:pt x="100" y="130"/>
                      <a:pt x="51" y="263"/>
                      <a:pt x="26" y="395"/>
                    </a:cubicBezTo>
                    <a:cubicBezTo>
                      <a:pt x="9" y="461"/>
                      <a:pt x="1" y="536"/>
                      <a:pt x="1" y="602"/>
                    </a:cubicBezTo>
                    <a:cubicBezTo>
                      <a:pt x="9" y="669"/>
                      <a:pt x="17" y="743"/>
                      <a:pt x="42" y="809"/>
                    </a:cubicBezTo>
                    <a:cubicBezTo>
                      <a:pt x="49" y="823"/>
                      <a:pt x="63" y="830"/>
                      <a:pt x="78" y="830"/>
                    </a:cubicBezTo>
                    <a:cubicBezTo>
                      <a:pt x="97" y="830"/>
                      <a:pt x="117" y="817"/>
                      <a:pt x="117" y="793"/>
                    </a:cubicBezTo>
                    <a:cubicBezTo>
                      <a:pt x="125" y="760"/>
                      <a:pt x="125" y="735"/>
                      <a:pt x="125" y="702"/>
                    </a:cubicBezTo>
                    <a:cubicBezTo>
                      <a:pt x="125" y="669"/>
                      <a:pt x="125" y="635"/>
                      <a:pt x="133" y="602"/>
                    </a:cubicBezTo>
                    <a:cubicBezTo>
                      <a:pt x="133" y="544"/>
                      <a:pt x="133" y="478"/>
                      <a:pt x="150" y="420"/>
                    </a:cubicBezTo>
                    <a:cubicBezTo>
                      <a:pt x="167" y="296"/>
                      <a:pt x="208" y="171"/>
                      <a:pt x="249" y="55"/>
                    </a:cubicBezTo>
                    <a:cubicBezTo>
                      <a:pt x="261" y="26"/>
                      <a:pt x="235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9" name="Google Shape;4879;p12"/>
              <p:cNvSpPr/>
              <p:nvPr/>
            </p:nvSpPr>
            <p:spPr>
              <a:xfrm>
                <a:off x="2838300" y="4186675"/>
                <a:ext cx="2725" cy="14175"/>
              </a:xfrm>
              <a:custGeom>
                <a:rect b="b" l="l" r="r" t="t"/>
                <a:pathLst>
                  <a:path extrusionOk="0" h="567" w="109">
                    <a:moveTo>
                      <a:pt x="67" y="1"/>
                    </a:moveTo>
                    <a:cubicBezTo>
                      <a:pt x="42" y="1"/>
                      <a:pt x="17" y="17"/>
                      <a:pt x="17" y="42"/>
                    </a:cubicBezTo>
                    <a:cubicBezTo>
                      <a:pt x="9" y="125"/>
                      <a:pt x="1" y="216"/>
                      <a:pt x="1" y="299"/>
                    </a:cubicBezTo>
                    <a:cubicBezTo>
                      <a:pt x="1" y="382"/>
                      <a:pt x="9" y="473"/>
                      <a:pt x="42" y="548"/>
                    </a:cubicBezTo>
                    <a:cubicBezTo>
                      <a:pt x="46" y="561"/>
                      <a:pt x="54" y="566"/>
                      <a:pt x="63" y="566"/>
                    </a:cubicBezTo>
                    <a:cubicBezTo>
                      <a:pt x="77" y="566"/>
                      <a:pt x="92" y="554"/>
                      <a:pt x="92" y="539"/>
                    </a:cubicBezTo>
                    <a:cubicBezTo>
                      <a:pt x="108" y="465"/>
                      <a:pt x="108" y="374"/>
                      <a:pt x="108" y="299"/>
                    </a:cubicBezTo>
                    <a:cubicBezTo>
                      <a:pt x="100" y="216"/>
                      <a:pt x="100" y="133"/>
                      <a:pt x="108" y="51"/>
                    </a:cubicBezTo>
                    <a:cubicBezTo>
                      <a:pt x="108" y="26"/>
                      <a:pt x="92" y="9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0" name="Google Shape;4880;p12"/>
              <p:cNvSpPr/>
              <p:nvPr/>
            </p:nvSpPr>
            <p:spPr>
              <a:xfrm>
                <a:off x="2843075" y="4192275"/>
                <a:ext cx="2100" cy="9150"/>
              </a:xfrm>
              <a:custGeom>
                <a:rect b="b" l="l" r="r" t="t"/>
                <a:pathLst>
                  <a:path extrusionOk="0" h="366" w="84">
                    <a:moveTo>
                      <a:pt x="42" y="1"/>
                    </a:moveTo>
                    <a:cubicBezTo>
                      <a:pt x="25" y="1"/>
                      <a:pt x="0" y="9"/>
                      <a:pt x="0" y="34"/>
                    </a:cubicBezTo>
                    <a:cubicBezTo>
                      <a:pt x="0" y="83"/>
                      <a:pt x="0" y="141"/>
                      <a:pt x="0" y="191"/>
                    </a:cubicBezTo>
                    <a:cubicBezTo>
                      <a:pt x="9" y="216"/>
                      <a:pt x="9" y="241"/>
                      <a:pt x="17" y="274"/>
                    </a:cubicBezTo>
                    <a:cubicBezTo>
                      <a:pt x="17" y="299"/>
                      <a:pt x="33" y="324"/>
                      <a:pt x="42" y="349"/>
                    </a:cubicBezTo>
                    <a:cubicBezTo>
                      <a:pt x="42" y="357"/>
                      <a:pt x="58" y="365"/>
                      <a:pt x="67" y="365"/>
                    </a:cubicBezTo>
                    <a:cubicBezTo>
                      <a:pt x="83" y="357"/>
                      <a:pt x="83" y="349"/>
                      <a:pt x="83" y="340"/>
                    </a:cubicBezTo>
                    <a:cubicBezTo>
                      <a:pt x="83" y="315"/>
                      <a:pt x="83" y="291"/>
                      <a:pt x="83" y="266"/>
                    </a:cubicBezTo>
                    <a:cubicBezTo>
                      <a:pt x="83" y="241"/>
                      <a:pt x="83" y="216"/>
                      <a:pt x="75" y="191"/>
                    </a:cubicBezTo>
                    <a:cubicBezTo>
                      <a:pt x="75" y="141"/>
                      <a:pt x="75" y="92"/>
                      <a:pt x="75" y="42"/>
                    </a:cubicBezTo>
                    <a:cubicBezTo>
                      <a:pt x="75" y="25"/>
                      <a:pt x="67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1" name="Google Shape;4881;p12"/>
              <p:cNvSpPr/>
              <p:nvPr/>
            </p:nvSpPr>
            <p:spPr>
              <a:xfrm>
                <a:off x="2925200" y="4197600"/>
                <a:ext cx="2825" cy="15125"/>
              </a:xfrm>
              <a:custGeom>
                <a:rect b="b" l="l" r="r" t="t"/>
                <a:pathLst>
                  <a:path extrusionOk="0" h="605" w="113">
                    <a:moveTo>
                      <a:pt x="32" y="1"/>
                    </a:moveTo>
                    <a:cubicBezTo>
                      <a:pt x="16" y="1"/>
                      <a:pt x="0" y="13"/>
                      <a:pt x="5" y="36"/>
                    </a:cubicBezTo>
                    <a:cubicBezTo>
                      <a:pt x="21" y="127"/>
                      <a:pt x="30" y="218"/>
                      <a:pt x="30" y="310"/>
                    </a:cubicBezTo>
                    <a:cubicBezTo>
                      <a:pt x="38" y="401"/>
                      <a:pt x="38" y="492"/>
                      <a:pt x="38" y="583"/>
                    </a:cubicBezTo>
                    <a:cubicBezTo>
                      <a:pt x="38" y="598"/>
                      <a:pt x="47" y="605"/>
                      <a:pt x="56" y="605"/>
                    </a:cubicBezTo>
                    <a:cubicBezTo>
                      <a:pt x="67" y="605"/>
                      <a:pt x="79" y="596"/>
                      <a:pt x="79" y="583"/>
                    </a:cubicBezTo>
                    <a:cubicBezTo>
                      <a:pt x="104" y="492"/>
                      <a:pt x="112" y="401"/>
                      <a:pt x="104" y="301"/>
                    </a:cubicBezTo>
                    <a:cubicBezTo>
                      <a:pt x="104" y="210"/>
                      <a:pt x="88" y="119"/>
                      <a:pt x="63" y="28"/>
                    </a:cubicBezTo>
                    <a:cubicBezTo>
                      <a:pt x="59" y="9"/>
                      <a:pt x="45" y="1"/>
                      <a:pt x="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2" name="Google Shape;4882;p12"/>
              <p:cNvSpPr/>
              <p:nvPr/>
            </p:nvSpPr>
            <p:spPr>
              <a:xfrm>
                <a:off x="2929025" y="4203875"/>
                <a:ext cx="3150" cy="9150"/>
              </a:xfrm>
              <a:custGeom>
                <a:rect b="b" l="l" r="r" t="t"/>
                <a:pathLst>
                  <a:path extrusionOk="0" h="366" w="126">
                    <a:moveTo>
                      <a:pt x="75" y="1"/>
                    </a:moveTo>
                    <a:cubicBezTo>
                      <a:pt x="51" y="1"/>
                      <a:pt x="17" y="17"/>
                      <a:pt x="17" y="50"/>
                    </a:cubicBezTo>
                    <a:cubicBezTo>
                      <a:pt x="17" y="100"/>
                      <a:pt x="9" y="141"/>
                      <a:pt x="9" y="191"/>
                    </a:cubicBezTo>
                    <a:cubicBezTo>
                      <a:pt x="1" y="216"/>
                      <a:pt x="1" y="241"/>
                      <a:pt x="1" y="257"/>
                    </a:cubicBezTo>
                    <a:cubicBezTo>
                      <a:pt x="1" y="274"/>
                      <a:pt x="1" y="291"/>
                      <a:pt x="1" y="307"/>
                    </a:cubicBezTo>
                    <a:cubicBezTo>
                      <a:pt x="1" y="315"/>
                      <a:pt x="9" y="332"/>
                      <a:pt x="9" y="349"/>
                    </a:cubicBezTo>
                    <a:cubicBezTo>
                      <a:pt x="17" y="357"/>
                      <a:pt x="34" y="365"/>
                      <a:pt x="42" y="365"/>
                    </a:cubicBezTo>
                    <a:cubicBezTo>
                      <a:pt x="59" y="365"/>
                      <a:pt x="67" y="357"/>
                      <a:pt x="75" y="349"/>
                    </a:cubicBezTo>
                    <a:cubicBezTo>
                      <a:pt x="84" y="324"/>
                      <a:pt x="92" y="299"/>
                      <a:pt x="100" y="274"/>
                    </a:cubicBezTo>
                    <a:cubicBezTo>
                      <a:pt x="100" y="249"/>
                      <a:pt x="109" y="224"/>
                      <a:pt x="109" y="199"/>
                    </a:cubicBezTo>
                    <a:cubicBezTo>
                      <a:pt x="117" y="158"/>
                      <a:pt x="117" y="108"/>
                      <a:pt x="125" y="67"/>
                    </a:cubicBezTo>
                    <a:cubicBezTo>
                      <a:pt x="125" y="34"/>
                      <a:pt x="109" y="9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3" name="Google Shape;4883;p12"/>
              <p:cNvSpPr/>
              <p:nvPr/>
            </p:nvSpPr>
            <p:spPr>
              <a:xfrm>
                <a:off x="2987550" y="4196625"/>
                <a:ext cx="4900" cy="14125"/>
              </a:xfrm>
              <a:custGeom>
                <a:rect b="b" l="l" r="r" t="t"/>
                <a:pathLst>
                  <a:path extrusionOk="0" h="565" w="196">
                    <a:moveTo>
                      <a:pt x="40" y="0"/>
                    </a:moveTo>
                    <a:cubicBezTo>
                      <a:pt x="20" y="0"/>
                      <a:pt x="0" y="15"/>
                      <a:pt x="5" y="42"/>
                    </a:cubicBezTo>
                    <a:cubicBezTo>
                      <a:pt x="21" y="133"/>
                      <a:pt x="38" y="216"/>
                      <a:pt x="54" y="307"/>
                    </a:cubicBezTo>
                    <a:cubicBezTo>
                      <a:pt x="63" y="349"/>
                      <a:pt x="71" y="390"/>
                      <a:pt x="79" y="431"/>
                    </a:cubicBezTo>
                    <a:cubicBezTo>
                      <a:pt x="87" y="456"/>
                      <a:pt x="87" y="481"/>
                      <a:pt x="96" y="498"/>
                    </a:cubicBezTo>
                    <a:cubicBezTo>
                      <a:pt x="104" y="523"/>
                      <a:pt x="112" y="539"/>
                      <a:pt x="129" y="556"/>
                    </a:cubicBezTo>
                    <a:cubicBezTo>
                      <a:pt x="135" y="562"/>
                      <a:pt x="143" y="565"/>
                      <a:pt x="150" y="565"/>
                    </a:cubicBezTo>
                    <a:cubicBezTo>
                      <a:pt x="162" y="565"/>
                      <a:pt x="173" y="558"/>
                      <a:pt x="179" y="547"/>
                    </a:cubicBezTo>
                    <a:cubicBezTo>
                      <a:pt x="195" y="506"/>
                      <a:pt x="179" y="456"/>
                      <a:pt x="170" y="423"/>
                    </a:cubicBezTo>
                    <a:cubicBezTo>
                      <a:pt x="162" y="373"/>
                      <a:pt x="154" y="332"/>
                      <a:pt x="145" y="291"/>
                    </a:cubicBezTo>
                    <a:cubicBezTo>
                      <a:pt x="121" y="208"/>
                      <a:pt x="104" y="117"/>
                      <a:pt x="79" y="34"/>
                    </a:cubicBezTo>
                    <a:cubicBezTo>
                      <a:pt x="75" y="11"/>
                      <a:pt x="58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4" name="Google Shape;4884;p12"/>
              <p:cNvSpPr/>
              <p:nvPr/>
            </p:nvSpPr>
            <p:spPr>
              <a:xfrm>
                <a:off x="2990425" y="4199600"/>
                <a:ext cx="4425" cy="9700"/>
              </a:xfrm>
              <a:custGeom>
                <a:rect b="b" l="l" r="r" t="t"/>
                <a:pathLst>
                  <a:path extrusionOk="0" h="388" w="177">
                    <a:moveTo>
                      <a:pt x="51" y="1"/>
                    </a:moveTo>
                    <a:cubicBezTo>
                      <a:pt x="27" y="1"/>
                      <a:pt x="1" y="18"/>
                      <a:pt x="6" y="47"/>
                    </a:cubicBezTo>
                    <a:cubicBezTo>
                      <a:pt x="14" y="105"/>
                      <a:pt x="30" y="163"/>
                      <a:pt x="47" y="221"/>
                    </a:cubicBezTo>
                    <a:cubicBezTo>
                      <a:pt x="64" y="279"/>
                      <a:pt x="88" y="329"/>
                      <a:pt x="130" y="379"/>
                    </a:cubicBezTo>
                    <a:cubicBezTo>
                      <a:pt x="136" y="385"/>
                      <a:pt x="144" y="387"/>
                      <a:pt x="151" y="387"/>
                    </a:cubicBezTo>
                    <a:cubicBezTo>
                      <a:pt x="165" y="387"/>
                      <a:pt x="177" y="378"/>
                      <a:pt x="171" y="362"/>
                    </a:cubicBezTo>
                    <a:cubicBezTo>
                      <a:pt x="163" y="329"/>
                      <a:pt x="155" y="304"/>
                      <a:pt x="146" y="271"/>
                    </a:cubicBezTo>
                    <a:cubicBezTo>
                      <a:pt x="138" y="246"/>
                      <a:pt x="130" y="221"/>
                      <a:pt x="122" y="196"/>
                    </a:cubicBezTo>
                    <a:cubicBezTo>
                      <a:pt x="105" y="138"/>
                      <a:pt x="97" y="89"/>
                      <a:pt x="88" y="31"/>
                    </a:cubicBezTo>
                    <a:cubicBezTo>
                      <a:pt x="85" y="10"/>
                      <a:pt x="68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5" name="Google Shape;4885;p12"/>
              <p:cNvSpPr/>
              <p:nvPr/>
            </p:nvSpPr>
            <p:spPr>
              <a:xfrm>
                <a:off x="2996150" y="4204500"/>
                <a:ext cx="3125" cy="7900"/>
              </a:xfrm>
              <a:custGeom>
                <a:rect b="b" l="l" r="r" t="t"/>
                <a:pathLst>
                  <a:path extrusionOk="0" h="316" w="125">
                    <a:moveTo>
                      <a:pt x="42" y="0"/>
                    </a:moveTo>
                    <a:cubicBezTo>
                      <a:pt x="17" y="9"/>
                      <a:pt x="0" y="25"/>
                      <a:pt x="0" y="50"/>
                    </a:cubicBezTo>
                    <a:lnTo>
                      <a:pt x="17" y="174"/>
                    </a:lnTo>
                    <a:cubicBezTo>
                      <a:pt x="25" y="191"/>
                      <a:pt x="25" y="208"/>
                      <a:pt x="33" y="232"/>
                    </a:cubicBezTo>
                    <a:lnTo>
                      <a:pt x="42" y="257"/>
                    </a:lnTo>
                    <a:cubicBezTo>
                      <a:pt x="42" y="274"/>
                      <a:pt x="42" y="282"/>
                      <a:pt x="50" y="299"/>
                    </a:cubicBezTo>
                    <a:cubicBezTo>
                      <a:pt x="57" y="310"/>
                      <a:pt x="69" y="316"/>
                      <a:pt x="81" y="316"/>
                    </a:cubicBezTo>
                    <a:cubicBezTo>
                      <a:pt x="96" y="316"/>
                      <a:pt x="112" y="306"/>
                      <a:pt x="116" y="282"/>
                    </a:cubicBezTo>
                    <a:cubicBezTo>
                      <a:pt x="116" y="274"/>
                      <a:pt x="125" y="266"/>
                      <a:pt x="116" y="249"/>
                    </a:cubicBezTo>
                    <a:cubicBezTo>
                      <a:pt x="116" y="241"/>
                      <a:pt x="116" y="232"/>
                      <a:pt x="116" y="216"/>
                    </a:cubicBezTo>
                    <a:cubicBezTo>
                      <a:pt x="116" y="199"/>
                      <a:pt x="116" y="183"/>
                      <a:pt x="116" y="158"/>
                    </a:cubicBezTo>
                    <a:lnTo>
                      <a:pt x="100" y="42"/>
                    </a:lnTo>
                    <a:cubicBezTo>
                      <a:pt x="91" y="17"/>
                      <a:pt x="67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6" name="Google Shape;4886;p12"/>
              <p:cNvSpPr/>
              <p:nvPr/>
            </p:nvSpPr>
            <p:spPr>
              <a:xfrm>
                <a:off x="3024400" y="4190325"/>
                <a:ext cx="9475" cy="14750"/>
              </a:xfrm>
              <a:custGeom>
                <a:rect b="b" l="l" r="r" t="t"/>
                <a:pathLst>
                  <a:path extrusionOk="0" h="590" w="379">
                    <a:moveTo>
                      <a:pt x="42" y="1"/>
                    </a:moveTo>
                    <a:cubicBezTo>
                      <a:pt x="16" y="1"/>
                      <a:pt x="1" y="41"/>
                      <a:pt x="22" y="62"/>
                    </a:cubicBezTo>
                    <a:cubicBezTo>
                      <a:pt x="113" y="112"/>
                      <a:pt x="179" y="195"/>
                      <a:pt x="229" y="286"/>
                    </a:cubicBezTo>
                    <a:cubicBezTo>
                      <a:pt x="246" y="327"/>
                      <a:pt x="271" y="377"/>
                      <a:pt x="279" y="427"/>
                    </a:cubicBezTo>
                    <a:cubicBezTo>
                      <a:pt x="287" y="476"/>
                      <a:pt x="295" y="526"/>
                      <a:pt x="312" y="576"/>
                    </a:cubicBezTo>
                    <a:cubicBezTo>
                      <a:pt x="317" y="585"/>
                      <a:pt x="325" y="589"/>
                      <a:pt x="332" y="589"/>
                    </a:cubicBezTo>
                    <a:cubicBezTo>
                      <a:pt x="337" y="589"/>
                      <a:pt x="342" y="587"/>
                      <a:pt x="345" y="584"/>
                    </a:cubicBezTo>
                    <a:cubicBezTo>
                      <a:pt x="378" y="526"/>
                      <a:pt x="378" y="468"/>
                      <a:pt x="370" y="410"/>
                    </a:cubicBezTo>
                    <a:cubicBezTo>
                      <a:pt x="353" y="352"/>
                      <a:pt x="337" y="294"/>
                      <a:pt x="304" y="244"/>
                    </a:cubicBezTo>
                    <a:cubicBezTo>
                      <a:pt x="246" y="145"/>
                      <a:pt x="163" y="62"/>
                      <a:pt x="55" y="4"/>
                    </a:cubicBezTo>
                    <a:cubicBezTo>
                      <a:pt x="51" y="2"/>
                      <a:pt x="46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7" name="Google Shape;4887;p12"/>
              <p:cNvSpPr/>
              <p:nvPr/>
            </p:nvSpPr>
            <p:spPr>
              <a:xfrm>
                <a:off x="3030525" y="4190950"/>
                <a:ext cx="6825" cy="9275"/>
              </a:xfrm>
              <a:custGeom>
                <a:rect b="b" l="l" r="r" t="t"/>
                <a:pathLst>
                  <a:path extrusionOk="0" h="371" w="273">
                    <a:moveTo>
                      <a:pt x="43" y="1"/>
                    </a:moveTo>
                    <a:cubicBezTo>
                      <a:pt x="34" y="1"/>
                      <a:pt x="25" y="5"/>
                      <a:pt x="17" y="12"/>
                    </a:cubicBezTo>
                    <a:cubicBezTo>
                      <a:pt x="1" y="29"/>
                      <a:pt x="1" y="45"/>
                      <a:pt x="9" y="70"/>
                    </a:cubicBezTo>
                    <a:cubicBezTo>
                      <a:pt x="42" y="120"/>
                      <a:pt x="75" y="170"/>
                      <a:pt x="100" y="219"/>
                    </a:cubicBezTo>
                    <a:lnTo>
                      <a:pt x="108" y="219"/>
                    </a:lnTo>
                    <a:cubicBezTo>
                      <a:pt x="133" y="269"/>
                      <a:pt x="166" y="327"/>
                      <a:pt x="216" y="368"/>
                    </a:cubicBezTo>
                    <a:cubicBezTo>
                      <a:pt x="219" y="370"/>
                      <a:pt x="223" y="371"/>
                      <a:pt x="227" y="371"/>
                    </a:cubicBezTo>
                    <a:cubicBezTo>
                      <a:pt x="246" y="371"/>
                      <a:pt x="273" y="356"/>
                      <a:pt x="266" y="335"/>
                    </a:cubicBezTo>
                    <a:cubicBezTo>
                      <a:pt x="249" y="277"/>
                      <a:pt x="208" y="219"/>
                      <a:pt x="175" y="170"/>
                    </a:cubicBezTo>
                    <a:cubicBezTo>
                      <a:pt x="142" y="120"/>
                      <a:pt x="108" y="70"/>
                      <a:pt x="75" y="20"/>
                    </a:cubicBezTo>
                    <a:cubicBezTo>
                      <a:pt x="66" y="7"/>
                      <a:pt x="55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8" name="Google Shape;4888;p12"/>
              <p:cNvSpPr/>
              <p:nvPr/>
            </p:nvSpPr>
            <p:spPr>
              <a:xfrm>
                <a:off x="3036950" y="4190325"/>
                <a:ext cx="6850" cy="8900"/>
              </a:xfrm>
              <a:custGeom>
                <a:rect b="b" l="l" r="r" t="t"/>
                <a:pathLst>
                  <a:path extrusionOk="0" h="356" w="274">
                    <a:moveTo>
                      <a:pt x="52" y="1"/>
                    </a:moveTo>
                    <a:cubicBezTo>
                      <a:pt x="46" y="1"/>
                      <a:pt x="40" y="2"/>
                      <a:pt x="34" y="4"/>
                    </a:cubicBezTo>
                    <a:cubicBezTo>
                      <a:pt x="9" y="21"/>
                      <a:pt x="1" y="45"/>
                      <a:pt x="9" y="70"/>
                    </a:cubicBezTo>
                    <a:cubicBezTo>
                      <a:pt x="34" y="128"/>
                      <a:pt x="59" y="178"/>
                      <a:pt x="92" y="228"/>
                    </a:cubicBezTo>
                    <a:cubicBezTo>
                      <a:pt x="133" y="277"/>
                      <a:pt x="183" y="327"/>
                      <a:pt x="233" y="352"/>
                    </a:cubicBezTo>
                    <a:cubicBezTo>
                      <a:pt x="235" y="354"/>
                      <a:pt x="238" y="355"/>
                      <a:pt x="242" y="355"/>
                    </a:cubicBezTo>
                    <a:cubicBezTo>
                      <a:pt x="250" y="355"/>
                      <a:pt x="260" y="350"/>
                      <a:pt x="266" y="344"/>
                    </a:cubicBezTo>
                    <a:cubicBezTo>
                      <a:pt x="274" y="335"/>
                      <a:pt x="274" y="319"/>
                      <a:pt x="266" y="311"/>
                    </a:cubicBezTo>
                    <a:cubicBezTo>
                      <a:pt x="249" y="286"/>
                      <a:pt x="241" y="261"/>
                      <a:pt x="224" y="244"/>
                    </a:cubicBezTo>
                    <a:lnTo>
                      <a:pt x="224" y="236"/>
                    </a:lnTo>
                    <a:cubicBezTo>
                      <a:pt x="199" y="219"/>
                      <a:pt x="191" y="195"/>
                      <a:pt x="175" y="170"/>
                    </a:cubicBezTo>
                    <a:cubicBezTo>
                      <a:pt x="166" y="161"/>
                      <a:pt x="158" y="145"/>
                      <a:pt x="150" y="137"/>
                    </a:cubicBezTo>
                    <a:lnTo>
                      <a:pt x="141" y="128"/>
                    </a:lnTo>
                    <a:cubicBezTo>
                      <a:pt x="141" y="120"/>
                      <a:pt x="133" y="112"/>
                      <a:pt x="133" y="103"/>
                    </a:cubicBezTo>
                    <a:cubicBezTo>
                      <a:pt x="117" y="79"/>
                      <a:pt x="108" y="54"/>
                      <a:pt x="92" y="29"/>
                    </a:cubicBezTo>
                    <a:cubicBezTo>
                      <a:pt x="85" y="10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9" name="Google Shape;4889;p12"/>
              <p:cNvSpPr/>
              <p:nvPr/>
            </p:nvSpPr>
            <p:spPr>
              <a:xfrm>
                <a:off x="3033425" y="4220875"/>
                <a:ext cx="6025" cy="25250"/>
              </a:xfrm>
              <a:custGeom>
                <a:rect b="b" l="l" r="r" t="t"/>
                <a:pathLst>
                  <a:path extrusionOk="0" h="1010" w="241">
                    <a:moveTo>
                      <a:pt x="47" y="0"/>
                    </a:moveTo>
                    <a:cubicBezTo>
                      <a:pt x="32" y="0"/>
                      <a:pt x="17" y="8"/>
                      <a:pt x="17" y="25"/>
                    </a:cubicBezTo>
                    <a:cubicBezTo>
                      <a:pt x="1" y="199"/>
                      <a:pt x="9" y="365"/>
                      <a:pt x="34" y="539"/>
                    </a:cubicBezTo>
                    <a:cubicBezTo>
                      <a:pt x="50" y="621"/>
                      <a:pt x="67" y="704"/>
                      <a:pt x="84" y="787"/>
                    </a:cubicBezTo>
                    <a:cubicBezTo>
                      <a:pt x="108" y="853"/>
                      <a:pt x="133" y="953"/>
                      <a:pt x="183" y="1003"/>
                    </a:cubicBezTo>
                    <a:cubicBezTo>
                      <a:pt x="188" y="1007"/>
                      <a:pt x="194" y="1009"/>
                      <a:pt x="200" y="1009"/>
                    </a:cubicBezTo>
                    <a:cubicBezTo>
                      <a:pt x="215" y="1009"/>
                      <a:pt x="233" y="996"/>
                      <a:pt x="233" y="978"/>
                    </a:cubicBezTo>
                    <a:cubicBezTo>
                      <a:pt x="241" y="936"/>
                      <a:pt x="233" y="903"/>
                      <a:pt x="216" y="870"/>
                    </a:cubicBezTo>
                    <a:cubicBezTo>
                      <a:pt x="208" y="820"/>
                      <a:pt x="200" y="787"/>
                      <a:pt x="191" y="746"/>
                    </a:cubicBezTo>
                    <a:cubicBezTo>
                      <a:pt x="166" y="663"/>
                      <a:pt x="150" y="588"/>
                      <a:pt x="142" y="514"/>
                    </a:cubicBezTo>
                    <a:cubicBezTo>
                      <a:pt x="108" y="348"/>
                      <a:pt x="92" y="191"/>
                      <a:pt x="84" y="25"/>
                    </a:cubicBezTo>
                    <a:cubicBezTo>
                      <a:pt x="79" y="8"/>
                      <a:pt x="63" y="0"/>
                      <a:pt x="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0" name="Google Shape;4890;p12"/>
              <p:cNvSpPr/>
              <p:nvPr/>
            </p:nvSpPr>
            <p:spPr>
              <a:xfrm>
                <a:off x="3037575" y="4228375"/>
                <a:ext cx="3750" cy="13075"/>
              </a:xfrm>
              <a:custGeom>
                <a:rect b="b" l="l" r="r" t="t"/>
                <a:pathLst>
                  <a:path extrusionOk="0" h="523" w="150">
                    <a:moveTo>
                      <a:pt x="34" y="0"/>
                    </a:moveTo>
                    <a:cubicBezTo>
                      <a:pt x="17" y="0"/>
                      <a:pt x="0" y="11"/>
                      <a:pt x="0" y="31"/>
                    </a:cubicBezTo>
                    <a:cubicBezTo>
                      <a:pt x="0" y="114"/>
                      <a:pt x="0" y="197"/>
                      <a:pt x="17" y="280"/>
                    </a:cubicBezTo>
                    <a:cubicBezTo>
                      <a:pt x="25" y="321"/>
                      <a:pt x="34" y="363"/>
                      <a:pt x="50" y="396"/>
                    </a:cubicBezTo>
                    <a:cubicBezTo>
                      <a:pt x="50" y="421"/>
                      <a:pt x="58" y="437"/>
                      <a:pt x="67" y="462"/>
                    </a:cubicBezTo>
                    <a:cubicBezTo>
                      <a:pt x="75" y="479"/>
                      <a:pt x="92" y="495"/>
                      <a:pt x="100" y="512"/>
                    </a:cubicBezTo>
                    <a:cubicBezTo>
                      <a:pt x="105" y="519"/>
                      <a:pt x="111" y="522"/>
                      <a:pt x="117" y="522"/>
                    </a:cubicBezTo>
                    <a:cubicBezTo>
                      <a:pt x="133" y="522"/>
                      <a:pt x="150" y="505"/>
                      <a:pt x="150" y="487"/>
                    </a:cubicBezTo>
                    <a:cubicBezTo>
                      <a:pt x="141" y="471"/>
                      <a:pt x="141" y="446"/>
                      <a:pt x="141" y="429"/>
                    </a:cubicBezTo>
                    <a:cubicBezTo>
                      <a:pt x="133" y="413"/>
                      <a:pt x="125" y="396"/>
                      <a:pt x="125" y="379"/>
                    </a:cubicBezTo>
                    <a:cubicBezTo>
                      <a:pt x="108" y="338"/>
                      <a:pt x="100" y="305"/>
                      <a:pt x="92" y="263"/>
                    </a:cubicBezTo>
                    <a:cubicBezTo>
                      <a:pt x="75" y="189"/>
                      <a:pt x="67" y="106"/>
                      <a:pt x="67" y="31"/>
                    </a:cubicBezTo>
                    <a:cubicBezTo>
                      <a:pt x="67" y="11"/>
                      <a:pt x="5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1" name="Google Shape;4891;p12"/>
              <p:cNvSpPr/>
              <p:nvPr/>
            </p:nvSpPr>
            <p:spPr>
              <a:xfrm>
                <a:off x="2955975" y="4261050"/>
                <a:ext cx="10375" cy="33400"/>
              </a:xfrm>
              <a:custGeom>
                <a:rect b="b" l="l" r="r" t="t"/>
                <a:pathLst>
                  <a:path extrusionOk="0" h="1336" w="415">
                    <a:moveTo>
                      <a:pt x="53" y="1"/>
                    </a:moveTo>
                    <a:cubicBezTo>
                      <a:pt x="26" y="1"/>
                      <a:pt x="0" y="26"/>
                      <a:pt x="16" y="58"/>
                    </a:cubicBezTo>
                    <a:cubicBezTo>
                      <a:pt x="91" y="266"/>
                      <a:pt x="132" y="481"/>
                      <a:pt x="174" y="705"/>
                    </a:cubicBezTo>
                    <a:cubicBezTo>
                      <a:pt x="190" y="812"/>
                      <a:pt x="199" y="920"/>
                      <a:pt x="207" y="1036"/>
                    </a:cubicBezTo>
                    <a:cubicBezTo>
                      <a:pt x="207" y="1127"/>
                      <a:pt x="190" y="1252"/>
                      <a:pt x="265" y="1326"/>
                    </a:cubicBezTo>
                    <a:cubicBezTo>
                      <a:pt x="272" y="1333"/>
                      <a:pt x="282" y="1336"/>
                      <a:pt x="292" y="1336"/>
                    </a:cubicBezTo>
                    <a:cubicBezTo>
                      <a:pt x="307" y="1336"/>
                      <a:pt x="322" y="1331"/>
                      <a:pt x="331" y="1326"/>
                    </a:cubicBezTo>
                    <a:cubicBezTo>
                      <a:pt x="414" y="1252"/>
                      <a:pt x="389" y="1111"/>
                      <a:pt x="381" y="1011"/>
                    </a:cubicBezTo>
                    <a:cubicBezTo>
                      <a:pt x="373" y="895"/>
                      <a:pt x="356" y="779"/>
                      <a:pt x="331" y="672"/>
                    </a:cubicBezTo>
                    <a:cubicBezTo>
                      <a:pt x="282" y="448"/>
                      <a:pt x="190" y="232"/>
                      <a:pt x="91" y="25"/>
                    </a:cubicBezTo>
                    <a:cubicBezTo>
                      <a:pt x="82" y="8"/>
                      <a:pt x="68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2" name="Google Shape;4892;p12"/>
              <p:cNvSpPr/>
              <p:nvPr/>
            </p:nvSpPr>
            <p:spPr>
              <a:xfrm>
                <a:off x="2967500" y="4280325"/>
                <a:ext cx="5275" cy="16375"/>
              </a:xfrm>
              <a:custGeom>
                <a:rect b="b" l="l" r="r" t="t"/>
                <a:pathLst>
                  <a:path extrusionOk="0" h="655" w="211">
                    <a:moveTo>
                      <a:pt x="56" y="0"/>
                    </a:moveTo>
                    <a:cubicBezTo>
                      <a:pt x="28" y="0"/>
                      <a:pt x="0" y="26"/>
                      <a:pt x="11" y="58"/>
                    </a:cubicBezTo>
                    <a:cubicBezTo>
                      <a:pt x="53" y="157"/>
                      <a:pt x="77" y="257"/>
                      <a:pt x="86" y="356"/>
                    </a:cubicBezTo>
                    <a:cubicBezTo>
                      <a:pt x="94" y="406"/>
                      <a:pt x="94" y="456"/>
                      <a:pt x="94" y="505"/>
                    </a:cubicBezTo>
                    <a:cubicBezTo>
                      <a:pt x="94" y="547"/>
                      <a:pt x="86" y="621"/>
                      <a:pt x="127" y="646"/>
                    </a:cubicBezTo>
                    <a:cubicBezTo>
                      <a:pt x="135" y="655"/>
                      <a:pt x="152" y="655"/>
                      <a:pt x="160" y="655"/>
                    </a:cubicBezTo>
                    <a:cubicBezTo>
                      <a:pt x="210" y="630"/>
                      <a:pt x="202" y="555"/>
                      <a:pt x="202" y="505"/>
                    </a:cubicBezTo>
                    <a:cubicBezTo>
                      <a:pt x="202" y="447"/>
                      <a:pt x="202" y="389"/>
                      <a:pt x="193" y="340"/>
                    </a:cubicBezTo>
                    <a:cubicBezTo>
                      <a:pt x="169" y="232"/>
                      <a:pt x="144" y="124"/>
                      <a:pt x="94" y="25"/>
                    </a:cubicBezTo>
                    <a:cubicBezTo>
                      <a:pt x="85" y="7"/>
                      <a:pt x="71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3" name="Google Shape;4893;p12"/>
              <p:cNvSpPr/>
              <p:nvPr/>
            </p:nvSpPr>
            <p:spPr>
              <a:xfrm>
                <a:off x="2972525" y="4287200"/>
                <a:ext cx="3550" cy="16875"/>
              </a:xfrm>
              <a:custGeom>
                <a:rect b="b" l="l" r="r" t="t"/>
                <a:pathLst>
                  <a:path extrusionOk="0" h="675" w="142">
                    <a:moveTo>
                      <a:pt x="43" y="0"/>
                    </a:moveTo>
                    <a:cubicBezTo>
                      <a:pt x="20" y="0"/>
                      <a:pt x="0" y="17"/>
                      <a:pt x="9" y="48"/>
                    </a:cubicBezTo>
                    <a:cubicBezTo>
                      <a:pt x="26" y="148"/>
                      <a:pt x="42" y="247"/>
                      <a:pt x="50" y="346"/>
                    </a:cubicBezTo>
                    <a:cubicBezTo>
                      <a:pt x="50" y="454"/>
                      <a:pt x="50" y="554"/>
                      <a:pt x="50" y="653"/>
                    </a:cubicBezTo>
                    <a:cubicBezTo>
                      <a:pt x="54" y="668"/>
                      <a:pt x="65" y="675"/>
                      <a:pt x="77" y="675"/>
                    </a:cubicBezTo>
                    <a:cubicBezTo>
                      <a:pt x="90" y="675"/>
                      <a:pt x="104" y="666"/>
                      <a:pt x="108" y="653"/>
                    </a:cubicBezTo>
                    <a:cubicBezTo>
                      <a:pt x="142" y="554"/>
                      <a:pt x="142" y="446"/>
                      <a:pt x="133" y="346"/>
                    </a:cubicBezTo>
                    <a:cubicBezTo>
                      <a:pt x="125" y="239"/>
                      <a:pt x="117" y="139"/>
                      <a:pt x="92" y="40"/>
                    </a:cubicBezTo>
                    <a:cubicBezTo>
                      <a:pt x="84" y="13"/>
                      <a:pt x="62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4" name="Google Shape;4894;p12"/>
              <p:cNvSpPr/>
              <p:nvPr/>
            </p:nvSpPr>
            <p:spPr>
              <a:xfrm>
                <a:off x="2894850" y="4229300"/>
                <a:ext cx="3900" cy="12400"/>
              </a:xfrm>
              <a:custGeom>
                <a:rect b="b" l="l" r="r" t="t"/>
                <a:pathLst>
                  <a:path extrusionOk="0" h="496" w="156">
                    <a:moveTo>
                      <a:pt x="50" y="1"/>
                    </a:moveTo>
                    <a:cubicBezTo>
                      <a:pt x="37" y="1"/>
                      <a:pt x="26" y="14"/>
                      <a:pt x="26" y="28"/>
                    </a:cubicBezTo>
                    <a:cubicBezTo>
                      <a:pt x="1" y="102"/>
                      <a:pt x="1" y="185"/>
                      <a:pt x="9" y="260"/>
                    </a:cubicBezTo>
                    <a:cubicBezTo>
                      <a:pt x="17" y="334"/>
                      <a:pt x="34" y="425"/>
                      <a:pt x="84" y="483"/>
                    </a:cubicBezTo>
                    <a:cubicBezTo>
                      <a:pt x="92" y="492"/>
                      <a:pt x="103" y="495"/>
                      <a:pt x="114" y="495"/>
                    </a:cubicBezTo>
                    <a:cubicBezTo>
                      <a:pt x="135" y="495"/>
                      <a:pt x="155" y="481"/>
                      <a:pt x="150" y="458"/>
                    </a:cubicBezTo>
                    <a:cubicBezTo>
                      <a:pt x="133" y="384"/>
                      <a:pt x="100" y="318"/>
                      <a:pt x="92" y="251"/>
                    </a:cubicBezTo>
                    <a:cubicBezTo>
                      <a:pt x="75" y="177"/>
                      <a:pt x="75" y="102"/>
                      <a:pt x="84" y="36"/>
                    </a:cubicBezTo>
                    <a:cubicBezTo>
                      <a:pt x="92" y="19"/>
                      <a:pt x="75" y="3"/>
                      <a:pt x="59" y="3"/>
                    </a:cubicBezTo>
                    <a:cubicBezTo>
                      <a:pt x="56" y="1"/>
                      <a:pt x="53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5" name="Google Shape;4895;p12"/>
              <p:cNvSpPr/>
              <p:nvPr/>
            </p:nvSpPr>
            <p:spPr>
              <a:xfrm>
                <a:off x="2899000" y="4233850"/>
                <a:ext cx="3900" cy="11775"/>
              </a:xfrm>
              <a:custGeom>
                <a:rect b="b" l="l" r="r" t="t"/>
                <a:pathLst>
                  <a:path extrusionOk="0" h="471" w="156">
                    <a:moveTo>
                      <a:pt x="45" y="1"/>
                    </a:moveTo>
                    <a:cubicBezTo>
                      <a:pt x="26" y="1"/>
                      <a:pt x="9" y="16"/>
                      <a:pt x="9" y="36"/>
                    </a:cubicBezTo>
                    <a:cubicBezTo>
                      <a:pt x="0" y="111"/>
                      <a:pt x="0" y="185"/>
                      <a:pt x="17" y="252"/>
                    </a:cubicBezTo>
                    <a:cubicBezTo>
                      <a:pt x="25" y="293"/>
                      <a:pt x="34" y="326"/>
                      <a:pt x="42" y="359"/>
                    </a:cubicBezTo>
                    <a:lnTo>
                      <a:pt x="42" y="368"/>
                    </a:lnTo>
                    <a:cubicBezTo>
                      <a:pt x="50" y="384"/>
                      <a:pt x="58" y="401"/>
                      <a:pt x="67" y="409"/>
                    </a:cubicBezTo>
                    <a:cubicBezTo>
                      <a:pt x="75" y="434"/>
                      <a:pt x="83" y="442"/>
                      <a:pt x="100" y="459"/>
                    </a:cubicBezTo>
                    <a:cubicBezTo>
                      <a:pt x="105" y="467"/>
                      <a:pt x="114" y="471"/>
                      <a:pt x="122" y="471"/>
                    </a:cubicBezTo>
                    <a:cubicBezTo>
                      <a:pt x="139" y="471"/>
                      <a:pt x="155" y="456"/>
                      <a:pt x="150" y="434"/>
                    </a:cubicBezTo>
                    <a:cubicBezTo>
                      <a:pt x="150" y="417"/>
                      <a:pt x="150" y="401"/>
                      <a:pt x="141" y="384"/>
                    </a:cubicBezTo>
                    <a:cubicBezTo>
                      <a:pt x="141" y="368"/>
                      <a:pt x="133" y="359"/>
                      <a:pt x="133" y="343"/>
                    </a:cubicBezTo>
                    <a:cubicBezTo>
                      <a:pt x="125" y="310"/>
                      <a:pt x="116" y="276"/>
                      <a:pt x="108" y="243"/>
                    </a:cubicBezTo>
                    <a:cubicBezTo>
                      <a:pt x="92" y="177"/>
                      <a:pt x="92" y="111"/>
                      <a:pt x="92" y="44"/>
                    </a:cubicBezTo>
                    <a:cubicBezTo>
                      <a:pt x="92" y="28"/>
                      <a:pt x="83" y="3"/>
                      <a:pt x="58" y="3"/>
                    </a:cubicBezTo>
                    <a:cubicBezTo>
                      <a:pt x="54" y="2"/>
                      <a:pt x="50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6" name="Google Shape;4896;p12"/>
              <p:cNvSpPr/>
              <p:nvPr/>
            </p:nvSpPr>
            <p:spPr>
              <a:xfrm>
                <a:off x="2990550" y="4123775"/>
                <a:ext cx="3350" cy="21125"/>
              </a:xfrm>
              <a:custGeom>
                <a:rect b="b" l="l" r="r" t="t"/>
                <a:pathLst>
                  <a:path extrusionOk="0" h="845" w="134">
                    <a:moveTo>
                      <a:pt x="54" y="0"/>
                    </a:moveTo>
                    <a:cubicBezTo>
                      <a:pt x="50" y="0"/>
                      <a:pt x="46" y="2"/>
                      <a:pt x="42" y="6"/>
                    </a:cubicBezTo>
                    <a:cubicBezTo>
                      <a:pt x="1" y="56"/>
                      <a:pt x="17" y="131"/>
                      <a:pt x="17" y="189"/>
                    </a:cubicBezTo>
                    <a:cubicBezTo>
                      <a:pt x="17" y="255"/>
                      <a:pt x="17" y="321"/>
                      <a:pt x="17" y="388"/>
                    </a:cubicBezTo>
                    <a:cubicBezTo>
                      <a:pt x="25" y="520"/>
                      <a:pt x="25" y="653"/>
                      <a:pt x="17" y="794"/>
                    </a:cubicBezTo>
                    <a:cubicBezTo>
                      <a:pt x="13" y="825"/>
                      <a:pt x="41" y="845"/>
                      <a:pt x="67" y="845"/>
                    </a:cubicBezTo>
                    <a:cubicBezTo>
                      <a:pt x="88" y="845"/>
                      <a:pt x="108" y="832"/>
                      <a:pt x="108" y="802"/>
                    </a:cubicBezTo>
                    <a:cubicBezTo>
                      <a:pt x="125" y="661"/>
                      <a:pt x="133" y="528"/>
                      <a:pt x="133" y="388"/>
                    </a:cubicBezTo>
                    <a:cubicBezTo>
                      <a:pt x="133" y="313"/>
                      <a:pt x="125" y="247"/>
                      <a:pt x="117" y="172"/>
                    </a:cubicBezTo>
                    <a:cubicBezTo>
                      <a:pt x="117" y="114"/>
                      <a:pt x="108" y="48"/>
                      <a:pt x="67" y="6"/>
                    </a:cubicBezTo>
                    <a:cubicBezTo>
                      <a:pt x="63" y="2"/>
                      <a:pt x="59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7" name="Google Shape;4897;p12"/>
              <p:cNvSpPr/>
              <p:nvPr/>
            </p:nvSpPr>
            <p:spPr>
              <a:xfrm>
                <a:off x="2995950" y="4125225"/>
                <a:ext cx="4150" cy="13900"/>
              </a:xfrm>
              <a:custGeom>
                <a:rect b="b" l="l" r="r" t="t"/>
                <a:pathLst>
                  <a:path extrusionOk="0" h="556" w="166">
                    <a:moveTo>
                      <a:pt x="108" y="0"/>
                    </a:moveTo>
                    <a:cubicBezTo>
                      <a:pt x="102" y="0"/>
                      <a:pt x="95" y="2"/>
                      <a:pt x="91" y="6"/>
                    </a:cubicBezTo>
                    <a:cubicBezTo>
                      <a:pt x="66" y="31"/>
                      <a:pt x="58" y="81"/>
                      <a:pt x="58" y="122"/>
                    </a:cubicBezTo>
                    <a:cubicBezTo>
                      <a:pt x="58" y="164"/>
                      <a:pt x="58" y="205"/>
                      <a:pt x="50" y="247"/>
                    </a:cubicBezTo>
                    <a:cubicBezTo>
                      <a:pt x="41" y="330"/>
                      <a:pt x="33" y="412"/>
                      <a:pt x="8" y="487"/>
                    </a:cubicBezTo>
                    <a:cubicBezTo>
                      <a:pt x="0" y="512"/>
                      <a:pt x="8" y="537"/>
                      <a:pt x="33" y="553"/>
                    </a:cubicBezTo>
                    <a:cubicBezTo>
                      <a:pt x="36" y="555"/>
                      <a:pt x="40" y="555"/>
                      <a:pt x="44" y="555"/>
                    </a:cubicBezTo>
                    <a:cubicBezTo>
                      <a:pt x="61" y="555"/>
                      <a:pt x="84" y="542"/>
                      <a:pt x="91" y="528"/>
                    </a:cubicBezTo>
                    <a:cubicBezTo>
                      <a:pt x="116" y="437"/>
                      <a:pt x="141" y="354"/>
                      <a:pt x="149" y="263"/>
                    </a:cubicBezTo>
                    <a:cubicBezTo>
                      <a:pt x="157" y="222"/>
                      <a:pt x="166" y="172"/>
                      <a:pt x="166" y="131"/>
                    </a:cubicBezTo>
                    <a:cubicBezTo>
                      <a:pt x="166" y="89"/>
                      <a:pt x="157" y="31"/>
                      <a:pt x="124" y="6"/>
                    </a:cubicBezTo>
                    <a:cubicBezTo>
                      <a:pt x="120" y="2"/>
                      <a:pt x="114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8" name="Google Shape;4898;p12"/>
              <p:cNvSpPr/>
              <p:nvPr/>
            </p:nvSpPr>
            <p:spPr>
              <a:xfrm>
                <a:off x="3015000" y="4120525"/>
                <a:ext cx="3125" cy="14275"/>
              </a:xfrm>
              <a:custGeom>
                <a:rect b="b" l="l" r="r" t="t"/>
                <a:pathLst>
                  <a:path extrusionOk="0" h="571" w="125">
                    <a:moveTo>
                      <a:pt x="44" y="1"/>
                    </a:moveTo>
                    <a:cubicBezTo>
                      <a:pt x="35" y="1"/>
                      <a:pt x="26" y="7"/>
                      <a:pt x="17" y="20"/>
                    </a:cubicBezTo>
                    <a:cubicBezTo>
                      <a:pt x="9" y="45"/>
                      <a:pt x="0" y="54"/>
                      <a:pt x="0" y="78"/>
                    </a:cubicBezTo>
                    <a:cubicBezTo>
                      <a:pt x="0" y="103"/>
                      <a:pt x="0" y="128"/>
                      <a:pt x="0" y="153"/>
                    </a:cubicBezTo>
                    <a:cubicBezTo>
                      <a:pt x="9" y="194"/>
                      <a:pt x="9" y="236"/>
                      <a:pt x="17" y="277"/>
                    </a:cubicBezTo>
                    <a:cubicBezTo>
                      <a:pt x="25" y="368"/>
                      <a:pt x="33" y="451"/>
                      <a:pt x="33" y="542"/>
                    </a:cubicBezTo>
                    <a:cubicBezTo>
                      <a:pt x="33" y="562"/>
                      <a:pt x="46" y="570"/>
                      <a:pt x="61" y="570"/>
                    </a:cubicBezTo>
                    <a:cubicBezTo>
                      <a:pt x="77" y="570"/>
                      <a:pt x="95" y="560"/>
                      <a:pt x="100" y="542"/>
                    </a:cubicBezTo>
                    <a:cubicBezTo>
                      <a:pt x="116" y="451"/>
                      <a:pt x="125" y="360"/>
                      <a:pt x="125" y="269"/>
                    </a:cubicBezTo>
                    <a:cubicBezTo>
                      <a:pt x="125" y="228"/>
                      <a:pt x="125" y="186"/>
                      <a:pt x="116" y="145"/>
                    </a:cubicBezTo>
                    <a:cubicBezTo>
                      <a:pt x="116" y="120"/>
                      <a:pt x="108" y="95"/>
                      <a:pt x="100" y="70"/>
                    </a:cubicBezTo>
                    <a:cubicBezTo>
                      <a:pt x="91" y="45"/>
                      <a:pt x="91" y="29"/>
                      <a:pt x="67" y="12"/>
                    </a:cubicBezTo>
                    <a:cubicBezTo>
                      <a:pt x="59" y="5"/>
                      <a:pt x="52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9" name="Google Shape;4899;p12"/>
              <p:cNvSpPr/>
              <p:nvPr/>
            </p:nvSpPr>
            <p:spPr>
              <a:xfrm>
                <a:off x="3033025" y="4113725"/>
                <a:ext cx="9550" cy="26425"/>
              </a:xfrm>
              <a:custGeom>
                <a:rect b="b" l="l" r="r" t="t"/>
                <a:pathLst>
                  <a:path extrusionOk="0" h="1057" w="382">
                    <a:moveTo>
                      <a:pt x="53" y="0"/>
                    </a:moveTo>
                    <a:cubicBezTo>
                      <a:pt x="29" y="0"/>
                      <a:pt x="4" y="15"/>
                      <a:pt x="0" y="44"/>
                    </a:cubicBezTo>
                    <a:cubicBezTo>
                      <a:pt x="0" y="185"/>
                      <a:pt x="8" y="334"/>
                      <a:pt x="33" y="475"/>
                    </a:cubicBezTo>
                    <a:cubicBezTo>
                      <a:pt x="42" y="549"/>
                      <a:pt x="58" y="616"/>
                      <a:pt x="83" y="690"/>
                    </a:cubicBezTo>
                    <a:cubicBezTo>
                      <a:pt x="100" y="748"/>
                      <a:pt x="116" y="831"/>
                      <a:pt x="166" y="881"/>
                    </a:cubicBezTo>
                    <a:cubicBezTo>
                      <a:pt x="172" y="885"/>
                      <a:pt x="180" y="887"/>
                      <a:pt x="188" y="887"/>
                    </a:cubicBezTo>
                    <a:cubicBezTo>
                      <a:pt x="210" y="887"/>
                      <a:pt x="232" y="872"/>
                      <a:pt x="232" y="848"/>
                    </a:cubicBezTo>
                    <a:lnTo>
                      <a:pt x="232" y="839"/>
                    </a:lnTo>
                    <a:cubicBezTo>
                      <a:pt x="257" y="914"/>
                      <a:pt x="282" y="980"/>
                      <a:pt x="323" y="1046"/>
                    </a:cubicBezTo>
                    <a:cubicBezTo>
                      <a:pt x="328" y="1054"/>
                      <a:pt x="335" y="1057"/>
                      <a:pt x="343" y="1057"/>
                    </a:cubicBezTo>
                    <a:cubicBezTo>
                      <a:pt x="361" y="1057"/>
                      <a:pt x="381" y="1039"/>
                      <a:pt x="381" y="1022"/>
                    </a:cubicBezTo>
                    <a:cubicBezTo>
                      <a:pt x="373" y="939"/>
                      <a:pt x="340" y="856"/>
                      <a:pt x="315" y="781"/>
                    </a:cubicBezTo>
                    <a:cubicBezTo>
                      <a:pt x="290" y="707"/>
                      <a:pt x="257" y="632"/>
                      <a:pt x="232" y="558"/>
                    </a:cubicBezTo>
                    <a:cubicBezTo>
                      <a:pt x="226" y="539"/>
                      <a:pt x="210" y="530"/>
                      <a:pt x="193" y="530"/>
                    </a:cubicBezTo>
                    <a:cubicBezTo>
                      <a:pt x="187" y="530"/>
                      <a:pt x="180" y="531"/>
                      <a:pt x="174" y="533"/>
                    </a:cubicBezTo>
                    <a:lnTo>
                      <a:pt x="166" y="533"/>
                    </a:lnTo>
                    <a:cubicBezTo>
                      <a:pt x="158" y="508"/>
                      <a:pt x="158" y="483"/>
                      <a:pt x="149" y="450"/>
                    </a:cubicBezTo>
                    <a:cubicBezTo>
                      <a:pt x="124" y="317"/>
                      <a:pt x="108" y="176"/>
                      <a:pt x="100" y="44"/>
                    </a:cubicBezTo>
                    <a:cubicBezTo>
                      <a:pt x="100" y="15"/>
                      <a:pt x="77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0" name="Google Shape;4900;p12"/>
              <p:cNvSpPr/>
              <p:nvPr/>
            </p:nvSpPr>
            <p:spPr>
              <a:xfrm>
                <a:off x="2617300" y="3834125"/>
                <a:ext cx="468350" cy="998025"/>
              </a:xfrm>
              <a:custGeom>
                <a:rect b="b" l="l" r="r" t="t"/>
                <a:pathLst>
                  <a:path extrusionOk="0" h="39921" w="18734">
                    <a:moveTo>
                      <a:pt x="6977" y="3373"/>
                    </a:moveTo>
                    <a:cubicBezTo>
                      <a:pt x="7010" y="3489"/>
                      <a:pt x="7043" y="3614"/>
                      <a:pt x="7076" y="3738"/>
                    </a:cubicBezTo>
                    <a:lnTo>
                      <a:pt x="7101" y="3812"/>
                    </a:lnTo>
                    <a:cubicBezTo>
                      <a:pt x="7084" y="3779"/>
                      <a:pt x="7059" y="3746"/>
                      <a:pt x="7043" y="3713"/>
                    </a:cubicBezTo>
                    <a:cubicBezTo>
                      <a:pt x="7001" y="3605"/>
                      <a:pt x="6952" y="3498"/>
                      <a:pt x="6977" y="3382"/>
                    </a:cubicBezTo>
                    <a:lnTo>
                      <a:pt x="6977" y="3373"/>
                    </a:lnTo>
                    <a:close/>
                    <a:moveTo>
                      <a:pt x="11070" y="3920"/>
                    </a:moveTo>
                    <a:cubicBezTo>
                      <a:pt x="11070" y="3920"/>
                      <a:pt x="11078" y="3928"/>
                      <a:pt x="11078" y="3928"/>
                    </a:cubicBezTo>
                    <a:cubicBezTo>
                      <a:pt x="11088" y="3939"/>
                      <a:pt x="11101" y="3946"/>
                      <a:pt x="11114" y="3946"/>
                    </a:cubicBezTo>
                    <a:cubicBezTo>
                      <a:pt x="11122" y="3946"/>
                      <a:pt x="11130" y="3943"/>
                      <a:pt x="11136" y="3937"/>
                    </a:cubicBezTo>
                    <a:cubicBezTo>
                      <a:pt x="11144" y="3945"/>
                      <a:pt x="11152" y="3945"/>
                      <a:pt x="11161" y="3953"/>
                    </a:cubicBezTo>
                    <a:cubicBezTo>
                      <a:pt x="11169" y="3953"/>
                      <a:pt x="11169" y="3961"/>
                      <a:pt x="11169" y="3961"/>
                    </a:cubicBezTo>
                    <a:cubicBezTo>
                      <a:pt x="11152" y="4019"/>
                      <a:pt x="11144" y="4077"/>
                      <a:pt x="11136" y="4144"/>
                    </a:cubicBezTo>
                    <a:cubicBezTo>
                      <a:pt x="11136" y="4151"/>
                      <a:pt x="11137" y="4159"/>
                      <a:pt x="11139" y="4166"/>
                    </a:cubicBezTo>
                    <a:lnTo>
                      <a:pt x="11139" y="4166"/>
                    </a:lnTo>
                    <a:cubicBezTo>
                      <a:pt x="11138" y="4164"/>
                      <a:pt x="11137" y="4162"/>
                      <a:pt x="11136" y="4160"/>
                    </a:cubicBezTo>
                    <a:cubicBezTo>
                      <a:pt x="11119" y="4135"/>
                      <a:pt x="11103" y="4102"/>
                      <a:pt x="11086" y="4069"/>
                    </a:cubicBezTo>
                    <a:cubicBezTo>
                      <a:pt x="11086" y="4061"/>
                      <a:pt x="11086" y="4061"/>
                      <a:pt x="11086" y="4053"/>
                    </a:cubicBezTo>
                    <a:cubicBezTo>
                      <a:pt x="11078" y="4044"/>
                      <a:pt x="11078" y="4028"/>
                      <a:pt x="11078" y="4019"/>
                    </a:cubicBezTo>
                    <a:lnTo>
                      <a:pt x="11070" y="4003"/>
                    </a:lnTo>
                    <a:cubicBezTo>
                      <a:pt x="11070" y="3995"/>
                      <a:pt x="11070" y="3986"/>
                      <a:pt x="11070" y="3978"/>
                    </a:cubicBezTo>
                    <a:lnTo>
                      <a:pt x="11070" y="3970"/>
                    </a:lnTo>
                    <a:lnTo>
                      <a:pt x="11070" y="3961"/>
                    </a:lnTo>
                    <a:cubicBezTo>
                      <a:pt x="11070" y="3953"/>
                      <a:pt x="11070" y="3937"/>
                      <a:pt x="11070" y="3928"/>
                    </a:cubicBezTo>
                    <a:lnTo>
                      <a:pt x="11070" y="3920"/>
                    </a:lnTo>
                    <a:close/>
                    <a:moveTo>
                      <a:pt x="7128" y="1222"/>
                    </a:moveTo>
                    <a:cubicBezTo>
                      <a:pt x="7231" y="1222"/>
                      <a:pt x="7343" y="1278"/>
                      <a:pt x="7424" y="1318"/>
                    </a:cubicBezTo>
                    <a:cubicBezTo>
                      <a:pt x="7557" y="1393"/>
                      <a:pt x="7673" y="1501"/>
                      <a:pt x="7780" y="1600"/>
                    </a:cubicBezTo>
                    <a:cubicBezTo>
                      <a:pt x="8070" y="1874"/>
                      <a:pt x="8319" y="2180"/>
                      <a:pt x="8634" y="2420"/>
                    </a:cubicBezTo>
                    <a:cubicBezTo>
                      <a:pt x="8716" y="2503"/>
                      <a:pt x="8791" y="2578"/>
                      <a:pt x="8866" y="2669"/>
                    </a:cubicBezTo>
                    <a:cubicBezTo>
                      <a:pt x="9064" y="2893"/>
                      <a:pt x="9205" y="3174"/>
                      <a:pt x="9238" y="3473"/>
                    </a:cubicBezTo>
                    <a:cubicBezTo>
                      <a:pt x="9243" y="3497"/>
                      <a:pt x="9265" y="3510"/>
                      <a:pt x="9286" y="3510"/>
                    </a:cubicBezTo>
                    <a:cubicBezTo>
                      <a:pt x="9300" y="3510"/>
                      <a:pt x="9314" y="3503"/>
                      <a:pt x="9321" y="3489"/>
                    </a:cubicBezTo>
                    <a:cubicBezTo>
                      <a:pt x="9346" y="3589"/>
                      <a:pt x="9371" y="3680"/>
                      <a:pt x="9388" y="3779"/>
                    </a:cubicBezTo>
                    <a:cubicBezTo>
                      <a:pt x="9391" y="3812"/>
                      <a:pt x="9416" y="3828"/>
                      <a:pt x="9442" y="3828"/>
                    </a:cubicBezTo>
                    <a:cubicBezTo>
                      <a:pt x="9475" y="3828"/>
                      <a:pt x="9508" y="3804"/>
                      <a:pt x="9504" y="3763"/>
                    </a:cubicBezTo>
                    <a:cubicBezTo>
                      <a:pt x="9487" y="3622"/>
                      <a:pt x="9462" y="3489"/>
                      <a:pt x="9437" y="3357"/>
                    </a:cubicBezTo>
                    <a:lnTo>
                      <a:pt x="9437" y="3357"/>
                    </a:lnTo>
                    <a:cubicBezTo>
                      <a:pt x="9454" y="3382"/>
                      <a:pt x="9479" y="3406"/>
                      <a:pt x="9495" y="3431"/>
                    </a:cubicBezTo>
                    <a:cubicBezTo>
                      <a:pt x="9520" y="3481"/>
                      <a:pt x="9537" y="3539"/>
                      <a:pt x="9553" y="3597"/>
                    </a:cubicBezTo>
                    <a:cubicBezTo>
                      <a:pt x="9628" y="3812"/>
                      <a:pt x="9669" y="4036"/>
                      <a:pt x="9702" y="4260"/>
                    </a:cubicBezTo>
                    <a:cubicBezTo>
                      <a:pt x="9707" y="4286"/>
                      <a:pt x="9733" y="4300"/>
                      <a:pt x="9758" y="4300"/>
                    </a:cubicBezTo>
                    <a:cubicBezTo>
                      <a:pt x="9781" y="4300"/>
                      <a:pt x="9802" y="4288"/>
                      <a:pt x="9802" y="4260"/>
                    </a:cubicBezTo>
                    <a:cubicBezTo>
                      <a:pt x="9802" y="4202"/>
                      <a:pt x="9802" y="4152"/>
                      <a:pt x="9794" y="4094"/>
                    </a:cubicBezTo>
                    <a:lnTo>
                      <a:pt x="9794" y="4094"/>
                    </a:lnTo>
                    <a:cubicBezTo>
                      <a:pt x="9818" y="4169"/>
                      <a:pt x="9835" y="4243"/>
                      <a:pt x="9852" y="4326"/>
                    </a:cubicBezTo>
                    <a:cubicBezTo>
                      <a:pt x="9852" y="4326"/>
                      <a:pt x="9852" y="4334"/>
                      <a:pt x="9860" y="4343"/>
                    </a:cubicBezTo>
                    <a:cubicBezTo>
                      <a:pt x="9843" y="4351"/>
                      <a:pt x="9827" y="4351"/>
                      <a:pt x="9810" y="4359"/>
                    </a:cubicBezTo>
                    <a:cubicBezTo>
                      <a:pt x="9744" y="4392"/>
                      <a:pt x="9678" y="4425"/>
                      <a:pt x="9611" y="4459"/>
                    </a:cubicBezTo>
                    <a:cubicBezTo>
                      <a:pt x="9479" y="4533"/>
                      <a:pt x="9346" y="4608"/>
                      <a:pt x="9222" y="4691"/>
                    </a:cubicBezTo>
                    <a:cubicBezTo>
                      <a:pt x="9131" y="4757"/>
                      <a:pt x="9040" y="4831"/>
                      <a:pt x="8965" y="4906"/>
                    </a:cubicBezTo>
                    <a:cubicBezTo>
                      <a:pt x="8932" y="4931"/>
                      <a:pt x="8907" y="4956"/>
                      <a:pt x="8882" y="4981"/>
                    </a:cubicBezTo>
                    <a:cubicBezTo>
                      <a:pt x="8808" y="5047"/>
                      <a:pt x="8741" y="5121"/>
                      <a:pt x="8667" y="5196"/>
                    </a:cubicBezTo>
                    <a:cubicBezTo>
                      <a:pt x="8526" y="5345"/>
                      <a:pt x="8410" y="5519"/>
                      <a:pt x="8302" y="5693"/>
                    </a:cubicBezTo>
                    <a:cubicBezTo>
                      <a:pt x="8112" y="6008"/>
                      <a:pt x="7996" y="6348"/>
                      <a:pt x="7929" y="6704"/>
                    </a:cubicBezTo>
                    <a:cubicBezTo>
                      <a:pt x="7913" y="6704"/>
                      <a:pt x="7896" y="6712"/>
                      <a:pt x="7880" y="6737"/>
                    </a:cubicBezTo>
                    <a:cubicBezTo>
                      <a:pt x="7871" y="6754"/>
                      <a:pt x="7871" y="6795"/>
                      <a:pt x="7896" y="6812"/>
                    </a:cubicBezTo>
                    <a:cubicBezTo>
                      <a:pt x="7905" y="6812"/>
                      <a:pt x="7905" y="6812"/>
                      <a:pt x="7913" y="6820"/>
                    </a:cubicBezTo>
                    <a:cubicBezTo>
                      <a:pt x="7896" y="6853"/>
                      <a:pt x="7880" y="6895"/>
                      <a:pt x="7871" y="6936"/>
                    </a:cubicBezTo>
                    <a:cubicBezTo>
                      <a:pt x="7863" y="6919"/>
                      <a:pt x="7855" y="6903"/>
                      <a:pt x="7847" y="6886"/>
                    </a:cubicBezTo>
                    <a:cubicBezTo>
                      <a:pt x="7838" y="6853"/>
                      <a:pt x="7830" y="6812"/>
                      <a:pt x="7822" y="6779"/>
                    </a:cubicBezTo>
                    <a:cubicBezTo>
                      <a:pt x="7805" y="6687"/>
                      <a:pt x="7797" y="6596"/>
                      <a:pt x="7789" y="6505"/>
                    </a:cubicBezTo>
                    <a:cubicBezTo>
                      <a:pt x="7764" y="6339"/>
                      <a:pt x="7739" y="6165"/>
                      <a:pt x="7706" y="6000"/>
                    </a:cubicBezTo>
                    <a:lnTo>
                      <a:pt x="7706" y="6000"/>
                    </a:lnTo>
                    <a:lnTo>
                      <a:pt x="7714" y="6008"/>
                    </a:lnTo>
                    <a:cubicBezTo>
                      <a:pt x="7723" y="6012"/>
                      <a:pt x="7732" y="6014"/>
                      <a:pt x="7740" y="6014"/>
                    </a:cubicBezTo>
                    <a:cubicBezTo>
                      <a:pt x="7765" y="6014"/>
                      <a:pt x="7786" y="5997"/>
                      <a:pt x="7780" y="5967"/>
                    </a:cubicBezTo>
                    <a:lnTo>
                      <a:pt x="7789" y="5967"/>
                    </a:lnTo>
                    <a:cubicBezTo>
                      <a:pt x="7780" y="5933"/>
                      <a:pt x="7772" y="5909"/>
                      <a:pt x="7755" y="5884"/>
                    </a:cubicBezTo>
                    <a:lnTo>
                      <a:pt x="7755" y="5884"/>
                    </a:lnTo>
                    <a:lnTo>
                      <a:pt x="7764" y="5892"/>
                    </a:lnTo>
                    <a:cubicBezTo>
                      <a:pt x="7772" y="5900"/>
                      <a:pt x="7782" y="5904"/>
                      <a:pt x="7793" y="5904"/>
                    </a:cubicBezTo>
                    <a:cubicBezTo>
                      <a:pt x="7815" y="5904"/>
                      <a:pt x="7838" y="5887"/>
                      <a:pt x="7838" y="5859"/>
                    </a:cubicBezTo>
                    <a:cubicBezTo>
                      <a:pt x="7830" y="5817"/>
                      <a:pt x="7813" y="5776"/>
                      <a:pt x="7805" y="5735"/>
                    </a:cubicBezTo>
                    <a:cubicBezTo>
                      <a:pt x="7797" y="5726"/>
                      <a:pt x="7797" y="5710"/>
                      <a:pt x="7789" y="5701"/>
                    </a:cubicBezTo>
                    <a:cubicBezTo>
                      <a:pt x="7772" y="5643"/>
                      <a:pt x="7747" y="5594"/>
                      <a:pt x="7731" y="5536"/>
                    </a:cubicBezTo>
                    <a:cubicBezTo>
                      <a:pt x="7714" y="5503"/>
                      <a:pt x="7706" y="5469"/>
                      <a:pt x="7689" y="5436"/>
                    </a:cubicBezTo>
                    <a:lnTo>
                      <a:pt x="7689" y="5428"/>
                    </a:lnTo>
                    <a:cubicBezTo>
                      <a:pt x="7692" y="5428"/>
                      <a:pt x="7695" y="5429"/>
                      <a:pt x="7698" y="5429"/>
                    </a:cubicBezTo>
                    <a:cubicBezTo>
                      <a:pt x="7766" y="5429"/>
                      <a:pt x="7787" y="5343"/>
                      <a:pt x="7755" y="5295"/>
                    </a:cubicBezTo>
                    <a:cubicBezTo>
                      <a:pt x="7706" y="5221"/>
                      <a:pt x="7681" y="5130"/>
                      <a:pt x="7639" y="5055"/>
                    </a:cubicBezTo>
                    <a:cubicBezTo>
                      <a:pt x="7623" y="5030"/>
                      <a:pt x="7615" y="5005"/>
                      <a:pt x="7598" y="4972"/>
                    </a:cubicBezTo>
                    <a:lnTo>
                      <a:pt x="7598" y="4972"/>
                    </a:lnTo>
                    <a:lnTo>
                      <a:pt x="7606" y="4981"/>
                    </a:lnTo>
                    <a:cubicBezTo>
                      <a:pt x="7611" y="4983"/>
                      <a:pt x="7615" y="4984"/>
                      <a:pt x="7619" y="4984"/>
                    </a:cubicBezTo>
                    <a:cubicBezTo>
                      <a:pt x="7631" y="4984"/>
                      <a:pt x="7642" y="4976"/>
                      <a:pt x="7648" y="4964"/>
                    </a:cubicBezTo>
                    <a:cubicBezTo>
                      <a:pt x="7673" y="5014"/>
                      <a:pt x="7689" y="5063"/>
                      <a:pt x="7714" y="5113"/>
                    </a:cubicBezTo>
                    <a:cubicBezTo>
                      <a:pt x="7725" y="5128"/>
                      <a:pt x="7743" y="5136"/>
                      <a:pt x="7760" y="5136"/>
                    </a:cubicBezTo>
                    <a:cubicBezTo>
                      <a:pt x="7781" y="5136"/>
                      <a:pt x="7801" y="5124"/>
                      <a:pt x="7805" y="5097"/>
                    </a:cubicBezTo>
                    <a:cubicBezTo>
                      <a:pt x="7822" y="4931"/>
                      <a:pt x="7722" y="4773"/>
                      <a:pt x="7615" y="4649"/>
                    </a:cubicBezTo>
                    <a:cubicBezTo>
                      <a:pt x="7565" y="4591"/>
                      <a:pt x="7515" y="4541"/>
                      <a:pt x="7457" y="4492"/>
                    </a:cubicBezTo>
                    <a:lnTo>
                      <a:pt x="7457" y="4492"/>
                    </a:lnTo>
                    <a:cubicBezTo>
                      <a:pt x="7490" y="4517"/>
                      <a:pt x="7523" y="4533"/>
                      <a:pt x="7565" y="4541"/>
                    </a:cubicBezTo>
                    <a:cubicBezTo>
                      <a:pt x="7598" y="4541"/>
                      <a:pt x="7615" y="4517"/>
                      <a:pt x="7606" y="4492"/>
                    </a:cubicBezTo>
                    <a:cubicBezTo>
                      <a:pt x="7573" y="4401"/>
                      <a:pt x="7474" y="4318"/>
                      <a:pt x="7407" y="4251"/>
                    </a:cubicBezTo>
                    <a:lnTo>
                      <a:pt x="7399" y="4243"/>
                    </a:lnTo>
                    <a:cubicBezTo>
                      <a:pt x="7341" y="3912"/>
                      <a:pt x="7233" y="3597"/>
                      <a:pt x="7151" y="3274"/>
                    </a:cubicBezTo>
                    <a:cubicBezTo>
                      <a:pt x="7059" y="2909"/>
                      <a:pt x="6960" y="2545"/>
                      <a:pt x="6902" y="2172"/>
                    </a:cubicBezTo>
                    <a:cubicBezTo>
                      <a:pt x="6869" y="1990"/>
                      <a:pt x="6852" y="1799"/>
                      <a:pt x="6861" y="1617"/>
                    </a:cubicBezTo>
                    <a:cubicBezTo>
                      <a:pt x="6869" y="1501"/>
                      <a:pt x="6894" y="1335"/>
                      <a:pt x="7001" y="1260"/>
                    </a:cubicBezTo>
                    <a:cubicBezTo>
                      <a:pt x="7039" y="1233"/>
                      <a:pt x="7083" y="1222"/>
                      <a:pt x="7128" y="1222"/>
                    </a:cubicBezTo>
                    <a:close/>
                    <a:moveTo>
                      <a:pt x="7714" y="10449"/>
                    </a:moveTo>
                    <a:cubicBezTo>
                      <a:pt x="7681" y="10474"/>
                      <a:pt x="7648" y="10490"/>
                      <a:pt x="7623" y="10515"/>
                    </a:cubicBezTo>
                    <a:cubicBezTo>
                      <a:pt x="7615" y="10524"/>
                      <a:pt x="7606" y="10532"/>
                      <a:pt x="7606" y="10532"/>
                    </a:cubicBezTo>
                    <a:cubicBezTo>
                      <a:pt x="7490" y="10548"/>
                      <a:pt x="7383" y="10565"/>
                      <a:pt x="7275" y="10582"/>
                    </a:cubicBezTo>
                    <a:cubicBezTo>
                      <a:pt x="7084" y="10615"/>
                      <a:pt x="6894" y="10648"/>
                      <a:pt x="6703" y="10681"/>
                    </a:cubicBezTo>
                    <a:lnTo>
                      <a:pt x="6695" y="10664"/>
                    </a:lnTo>
                    <a:cubicBezTo>
                      <a:pt x="6703" y="10664"/>
                      <a:pt x="6711" y="10664"/>
                      <a:pt x="6720" y="10656"/>
                    </a:cubicBezTo>
                    <a:cubicBezTo>
                      <a:pt x="6902" y="10582"/>
                      <a:pt x="7084" y="10524"/>
                      <a:pt x="7275" y="10490"/>
                    </a:cubicBezTo>
                    <a:cubicBezTo>
                      <a:pt x="7366" y="10474"/>
                      <a:pt x="7457" y="10457"/>
                      <a:pt x="7548" y="10457"/>
                    </a:cubicBezTo>
                    <a:cubicBezTo>
                      <a:pt x="7590" y="10449"/>
                      <a:pt x="7631" y="10449"/>
                      <a:pt x="7673" y="10449"/>
                    </a:cubicBezTo>
                    <a:close/>
                    <a:moveTo>
                      <a:pt x="7010" y="11253"/>
                    </a:moveTo>
                    <a:lnTo>
                      <a:pt x="7010" y="11253"/>
                    </a:lnTo>
                    <a:cubicBezTo>
                      <a:pt x="7051" y="11278"/>
                      <a:pt x="7093" y="11294"/>
                      <a:pt x="7126" y="11319"/>
                    </a:cubicBezTo>
                    <a:cubicBezTo>
                      <a:pt x="7184" y="11344"/>
                      <a:pt x="7242" y="11377"/>
                      <a:pt x="7300" y="11394"/>
                    </a:cubicBezTo>
                    <a:cubicBezTo>
                      <a:pt x="7333" y="11410"/>
                      <a:pt x="7366" y="11427"/>
                      <a:pt x="7391" y="11443"/>
                    </a:cubicBezTo>
                    <a:cubicBezTo>
                      <a:pt x="7399" y="11460"/>
                      <a:pt x="7416" y="11501"/>
                      <a:pt x="7424" y="11518"/>
                    </a:cubicBezTo>
                    <a:cubicBezTo>
                      <a:pt x="7432" y="11551"/>
                      <a:pt x="7449" y="11576"/>
                      <a:pt x="7465" y="11609"/>
                    </a:cubicBezTo>
                    <a:cubicBezTo>
                      <a:pt x="7486" y="11644"/>
                      <a:pt x="7513" y="11661"/>
                      <a:pt x="7540" y="11661"/>
                    </a:cubicBezTo>
                    <a:cubicBezTo>
                      <a:pt x="7545" y="11661"/>
                      <a:pt x="7551" y="11660"/>
                      <a:pt x="7557" y="11659"/>
                    </a:cubicBezTo>
                    <a:cubicBezTo>
                      <a:pt x="7573" y="11708"/>
                      <a:pt x="7581" y="11750"/>
                      <a:pt x="7590" y="11800"/>
                    </a:cubicBezTo>
                    <a:cubicBezTo>
                      <a:pt x="7581" y="11824"/>
                      <a:pt x="7565" y="11841"/>
                      <a:pt x="7540" y="11858"/>
                    </a:cubicBezTo>
                    <a:lnTo>
                      <a:pt x="7540" y="11866"/>
                    </a:lnTo>
                    <a:cubicBezTo>
                      <a:pt x="7508" y="11889"/>
                      <a:pt x="7474" y="11899"/>
                      <a:pt x="7441" y="11899"/>
                    </a:cubicBezTo>
                    <a:cubicBezTo>
                      <a:pt x="7378" y="11899"/>
                      <a:pt x="7318" y="11865"/>
                      <a:pt x="7275" y="11816"/>
                    </a:cubicBezTo>
                    <a:cubicBezTo>
                      <a:pt x="7200" y="11725"/>
                      <a:pt x="7167" y="11617"/>
                      <a:pt x="7126" y="11518"/>
                    </a:cubicBezTo>
                    <a:cubicBezTo>
                      <a:pt x="7084" y="11427"/>
                      <a:pt x="7051" y="11336"/>
                      <a:pt x="7010" y="11253"/>
                    </a:cubicBezTo>
                    <a:close/>
                    <a:moveTo>
                      <a:pt x="11840" y="35670"/>
                    </a:moveTo>
                    <a:cubicBezTo>
                      <a:pt x="11873" y="35761"/>
                      <a:pt x="11931" y="35844"/>
                      <a:pt x="11989" y="35902"/>
                    </a:cubicBezTo>
                    <a:lnTo>
                      <a:pt x="11998" y="35902"/>
                    </a:lnTo>
                    <a:cubicBezTo>
                      <a:pt x="12097" y="36018"/>
                      <a:pt x="12221" y="36084"/>
                      <a:pt x="12362" y="36142"/>
                    </a:cubicBezTo>
                    <a:cubicBezTo>
                      <a:pt x="12511" y="36209"/>
                      <a:pt x="12660" y="36250"/>
                      <a:pt x="12818" y="36291"/>
                    </a:cubicBezTo>
                    <a:cubicBezTo>
                      <a:pt x="12876" y="36308"/>
                      <a:pt x="12926" y="36325"/>
                      <a:pt x="12984" y="36333"/>
                    </a:cubicBezTo>
                    <a:lnTo>
                      <a:pt x="12984" y="36349"/>
                    </a:lnTo>
                    <a:cubicBezTo>
                      <a:pt x="12992" y="36383"/>
                      <a:pt x="13008" y="36399"/>
                      <a:pt x="13042" y="36399"/>
                    </a:cubicBezTo>
                    <a:cubicBezTo>
                      <a:pt x="13124" y="36407"/>
                      <a:pt x="13207" y="36416"/>
                      <a:pt x="13290" y="36416"/>
                    </a:cubicBezTo>
                    <a:lnTo>
                      <a:pt x="13505" y="36416"/>
                    </a:lnTo>
                    <a:cubicBezTo>
                      <a:pt x="13514" y="36416"/>
                      <a:pt x="13514" y="36416"/>
                      <a:pt x="13522" y="36424"/>
                    </a:cubicBezTo>
                    <a:lnTo>
                      <a:pt x="13530" y="36424"/>
                    </a:lnTo>
                    <a:lnTo>
                      <a:pt x="13539" y="36449"/>
                    </a:lnTo>
                    <a:lnTo>
                      <a:pt x="13547" y="36449"/>
                    </a:lnTo>
                    <a:lnTo>
                      <a:pt x="13547" y="36457"/>
                    </a:lnTo>
                    <a:cubicBezTo>
                      <a:pt x="13547" y="36465"/>
                      <a:pt x="13547" y="36474"/>
                      <a:pt x="13555" y="36482"/>
                    </a:cubicBezTo>
                    <a:cubicBezTo>
                      <a:pt x="13563" y="36499"/>
                      <a:pt x="13563" y="36515"/>
                      <a:pt x="13572" y="36540"/>
                    </a:cubicBezTo>
                    <a:cubicBezTo>
                      <a:pt x="13572" y="36557"/>
                      <a:pt x="13572" y="36565"/>
                      <a:pt x="13580" y="36581"/>
                    </a:cubicBezTo>
                    <a:cubicBezTo>
                      <a:pt x="13505" y="36565"/>
                      <a:pt x="13439" y="36557"/>
                      <a:pt x="13365" y="36548"/>
                    </a:cubicBezTo>
                    <a:cubicBezTo>
                      <a:pt x="13282" y="36540"/>
                      <a:pt x="13199" y="36532"/>
                      <a:pt x="13116" y="36523"/>
                    </a:cubicBezTo>
                    <a:cubicBezTo>
                      <a:pt x="13098" y="36523"/>
                      <a:pt x="13078" y="36523"/>
                      <a:pt x="13059" y="36523"/>
                    </a:cubicBezTo>
                    <a:cubicBezTo>
                      <a:pt x="12991" y="36523"/>
                      <a:pt x="12919" y="36528"/>
                      <a:pt x="12868" y="36573"/>
                    </a:cubicBezTo>
                    <a:cubicBezTo>
                      <a:pt x="12843" y="36590"/>
                      <a:pt x="12843" y="36631"/>
                      <a:pt x="12868" y="36648"/>
                    </a:cubicBezTo>
                    <a:cubicBezTo>
                      <a:pt x="12917" y="36697"/>
                      <a:pt x="13008" y="36706"/>
                      <a:pt x="13075" y="36714"/>
                    </a:cubicBezTo>
                    <a:cubicBezTo>
                      <a:pt x="13149" y="36722"/>
                      <a:pt x="13216" y="36739"/>
                      <a:pt x="13290" y="36747"/>
                    </a:cubicBezTo>
                    <a:cubicBezTo>
                      <a:pt x="13365" y="36764"/>
                      <a:pt x="13431" y="36772"/>
                      <a:pt x="13505" y="36789"/>
                    </a:cubicBezTo>
                    <a:cubicBezTo>
                      <a:pt x="13555" y="36797"/>
                      <a:pt x="13646" y="36813"/>
                      <a:pt x="13679" y="36838"/>
                    </a:cubicBezTo>
                    <a:cubicBezTo>
                      <a:pt x="13704" y="36863"/>
                      <a:pt x="13721" y="36896"/>
                      <a:pt x="13721" y="36946"/>
                    </a:cubicBezTo>
                    <a:cubicBezTo>
                      <a:pt x="13721" y="36945"/>
                      <a:pt x="13721" y="36945"/>
                      <a:pt x="13721" y="36945"/>
                    </a:cubicBezTo>
                    <a:cubicBezTo>
                      <a:pt x="13723" y="36945"/>
                      <a:pt x="13729" y="36972"/>
                      <a:pt x="13729" y="36979"/>
                    </a:cubicBezTo>
                    <a:lnTo>
                      <a:pt x="13729" y="37021"/>
                    </a:lnTo>
                    <a:cubicBezTo>
                      <a:pt x="13729" y="37062"/>
                      <a:pt x="13721" y="37095"/>
                      <a:pt x="13721" y="37128"/>
                    </a:cubicBezTo>
                    <a:cubicBezTo>
                      <a:pt x="13713" y="37161"/>
                      <a:pt x="13713" y="37195"/>
                      <a:pt x="13704" y="37219"/>
                    </a:cubicBezTo>
                    <a:cubicBezTo>
                      <a:pt x="13646" y="37161"/>
                      <a:pt x="13572" y="37120"/>
                      <a:pt x="13497" y="37079"/>
                    </a:cubicBezTo>
                    <a:cubicBezTo>
                      <a:pt x="13356" y="37012"/>
                      <a:pt x="13216" y="36963"/>
                      <a:pt x="13075" y="36896"/>
                    </a:cubicBezTo>
                    <a:cubicBezTo>
                      <a:pt x="13064" y="36892"/>
                      <a:pt x="13054" y="36890"/>
                      <a:pt x="13045" y="36890"/>
                    </a:cubicBezTo>
                    <a:cubicBezTo>
                      <a:pt x="12986" y="36890"/>
                      <a:pt x="12951" y="36969"/>
                      <a:pt x="13008" y="37012"/>
                    </a:cubicBezTo>
                    <a:cubicBezTo>
                      <a:pt x="13116" y="37079"/>
                      <a:pt x="13216" y="37153"/>
                      <a:pt x="13323" y="37219"/>
                    </a:cubicBezTo>
                    <a:cubicBezTo>
                      <a:pt x="13398" y="37269"/>
                      <a:pt x="13530" y="37302"/>
                      <a:pt x="13572" y="37385"/>
                    </a:cubicBezTo>
                    <a:cubicBezTo>
                      <a:pt x="13663" y="37559"/>
                      <a:pt x="13464" y="37708"/>
                      <a:pt x="13323" y="37733"/>
                    </a:cubicBezTo>
                    <a:cubicBezTo>
                      <a:pt x="13273" y="37743"/>
                      <a:pt x="13221" y="37747"/>
                      <a:pt x="13169" y="37747"/>
                    </a:cubicBezTo>
                    <a:cubicBezTo>
                      <a:pt x="13005" y="37747"/>
                      <a:pt x="12836" y="37706"/>
                      <a:pt x="12685" y="37675"/>
                    </a:cubicBezTo>
                    <a:cubicBezTo>
                      <a:pt x="12569" y="37650"/>
                      <a:pt x="12462" y="37634"/>
                      <a:pt x="12346" y="37609"/>
                    </a:cubicBezTo>
                    <a:cubicBezTo>
                      <a:pt x="12262" y="37586"/>
                      <a:pt x="12152" y="37550"/>
                      <a:pt x="12051" y="37550"/>
                    </a:cubicBezTo>
                    <a:cubicBezTo>
                      <a:pt x="12042" y="37550"/>
                      <a:pt x="12032" y="37550"/>
                      <a:pt x="12022" y="37551"/>
                    </a:cubicBezTo>
                    <a:cubicBezTo>
                      <a:pt x="12006" y="37501"/>
                      <a:pt x="11981" y="37451"/>
                      <a:pt x="11964" y="37402"/>
                    </a:cubicBezTo>
                    <a:cubicBezTo>
                      <a:pt x="11890" y="37178"/>
                      <a:pt x="11807" y="36963"/>
                      <a:pt x="11741" y="36739"/>
                    </a:cubicBezTo>
                    <a:cubicBezTo>
                      <a:pt x="11749" y="36731"/>
                      <a:pt x="11766" y="36714"/>
                      <a:pt x="11766" y="36697"/>
                    </a:cubicBezTo>
                    <a:cubicBezTo>
                      <a:pt x="11774" y="36573"/>
                      <a:pt x="11749" y="36441"/>
                      <a:pt x="11732" y="36308"/>
                    </a:cubicBezTo>
                    <a:cubicBezTo>
                      <a:pt x="11716" y="36184"/>
                      <a:pt x="11691" y="36051"/>
                      <a:pt x="11674" y="35927"/>
                    </a:cubicBezTo>
                    <a:cubicBezTo>
                      <a:pt x="11666" y="35894"/>
                      <a:pt x="11658" y="35861"/>
                      <a:pt x="11658" y="35827"/>
                    </a:cubicBezTo>
                    <a:cubicBezTo>
                      <a:pt x="11716" y="35786"/>
                      <a:pt x="11774" y="35736"/>
                      <a:pt x="11832" y="35678"/>
                    </a:cubicBezTo>
                    <a:lnTo>
                      <a:pt x="11840" y="35670"/>
                    </a:lnTo>
                    <a:close/>
                    <a:moveTo>
                      <a:pt x="13298" y="162"/>
                    </a:moveTo>
                    <a:cubicBezTo>
                      <a:pt x="13399" y="162"/>
                      <a:pt x="13458" y="246"/>
                      <a:pt x="13505" y="341"/>
                    </a:cubicBezTo>
                    <a:cubicBezTo>
                      <a:pt x="13762" y="888"/>
                      <a:pt x="13986" y="1451"/>
                      <a:pt x="14226" y="2014"/>
                    </a:cubicBezTo>
                    <a:cubicBezTo>
                      <a:pt x="14359" y="2338"/>
                      <a:pt x="14500" y="2652"/>
                      <a:pt x="14624" y="2984"/>
                    </a:cubicBezTo>
                    <a:cubicBezTo>
                      <a:pt x="14629" y="3003"/>
                      <a:pt x="14642" y="3011"/>
                      <a:pt x="14658" y="3011"/>
                    </a:cubicBezTo>
                    <a:cubicBezTo>
                      <a:pt x="14668" y="3011"/>
                      <a:pt x="14680" y="3007"/>
                      <a:pt x="14690" y="3000"/>
                    </a:cubicBezTo>
                    <a:cubicBezTo>
                      <a:pt x="14715" y="3000"/>
                      <a:pt x="14732" y="2984"/>
                      <a:pt x="14732" y="2951"/>
                    </a:cubicBezTo>
                    <a:lnTo>
                      <a:pt x="14732" y="2942"/>
                    </a:lnTo>
                    <a:cubicBezTo>
                      <a:pt x="14781" y="3075"/>
                      <a:pt x="14856" y="3199"/>
                      <a:pt x="14922" y="3332"/>
                    </a:cubicBezTo>
                    <a:cubicBezTo>
                      <a:pt x="14989" y="3456"/>
                      <a:pt x="15047" y="3589"/>
                      <a:pt x="15105" y="3721"/>
                    </a:cubicBezTo>
                    <a:cubicBezTo>
                      <a:pt x="15221" y="3986"/>
                      <a:pt x="15312" y="4268"/>
                      <a:pt x="15378" y="4558"/>
                    </a:cubicBezTo>
                    <a:cubicBezTo>
                      <a:pt x="15444" y="4840"/>
                      <a:pt x="15486" y="5130"/>
                      <a:pt x="15502" y="5420"/>
                    </a:cubicBezTo>
                    <a:cubicBezTo>
                      <a:pt x="15519" y="5569"/>
                      <a:pt x="15519" y="5718"/>
                      <a:pt x="15519" y="5867"/>
                    </a:cubicBezTo>
                    <a:cubicBezTo>
                      <a:pt x="15515" y="5865"/>
                      <a:pt x="15510" y="5864"/>
                      <a:pt x="15504" y="5864"/>
                    </a:cubicBezTo>
                    <a:cubicBezTo>
                      <a:pt x="15488" y="5864"/>
                      <a:pt x="15471" y="5873"/>
                      <a:pt x="15477" y="5892"/>
                    </a:cubicBezTo>
                    <a:cubicBezTo>
                      <a:pt x="15494" y="5933"/>
                      <a:pt x="15502" y="5983"/>
                      <a:pt x="15511" y="6025"/>
                    </a:cubicBezTo>
                    <a:cubicBezTo>
                      <a:pt x="15511" y="6124"/>
                      <a:pt x="15511" y="6223"/>
                      <a:pt x="15511" y="6315"/>
                    </a:cubicBezTo>
                    <a:cubicBezTo>
                      <a:pt x="15511" y="6348"/>
                      <a:pt x="15519" y="6364"/>
                      <a:pt x="15535" y="6373"/>
                    </a:cubicBezTo>
                    <a:cubicBezTo>
                      <a:pt x="15544" y="6406"/>
                      <a:pt x="15544" y="6447"/>
                      <a:pt x="15552" y="6480"/>
                    </a:cubicBezTo>
                    <a:cubicBezTo>
                      <a:pt x="15544" y="6480"/>
                      <a:pt x="15544" y="6472"/>
                      <a:pt x="15535" y="6472"/>
                    </a:cubicBezTo>
                    <a:cubicBezTo>
                      <a:pt x="15528" y="6468"/>
                      <a:pt x="15521" y="6467"/>
                      <a:pt x="15514" y="6467"/>
                    </a:cubicBezTo>
                    <a:cubicBezTo>
                      <a:pt x="15475" y="6467"/>
                      <a:pt x="15449" y="6520"/>
                      <a:pt x="15477" y="6555"/>
                    </a:cubicBezTo>
                    <a:cubicBezTo>
                      <a:pt x="15502" y="6605"/>
                      <a:pt x="15552" y="6638"/>
                      <a:pt x="15585" y="6679"/>
                    </a:cubicBezTo>
                    <a:lnTo>
                      <a:pt x="15593" y="6687"/>
                    </a:lnTo>
                    <a:cubicBezTo>
                      <a:pt x="15610" y="6729"/>
                      <a:pt x="15627" y="6779"/>
                      <a:pt x="15643" y="6820"/>
                    </a:cubicBezTo>
                    <a:cubicBezTo>
                      <a:pt x="15701" y="6986"/>
                      <a:pt x="15776" y="7160"/>
                      <a:pt x="15825" y="7334"/>
                    </a:cubicBezTo>
                    <a:cubicBezTo>
                      <a:pt x="15833" y="7348"/>
                      <a:pt x="15834" y="7363"/>
                      <a:pt x="15840" y="7372"/>
                    </a:cubicBezTo>
                    <a:lnTo>
                      <a:pt x="15840" y="7372"/>
                    </a:lnTo>
                    <a:cubicBezTo>
                      <a:pt x="15807" y="7332"/>
                      <a:pt x="15766" y="7300"/>
                      <a:pt x="15718" y="7292"/>
                    </a:cubicBezTo>
                    <a:cubicBezTo>
                      <a:pt x="15713" y="7291"/>
                      <a:pt x="15709" y="7290"/>
                      <a:pt x="15705" y="7290"/>
                    </a:cubicBezTo>
                    <a:cubicBezTo>
                      <a:pt x="15688" y="7290"/>
                      <a:pt x="15676" y="7305"/>
                      <a:pt x="15676" y="7325"/>
                    </a:cubicBezTo>
                    <a:cubicBezTo>
                      <a:pt x="15668" y="7417"/>
                      <a:pt x="15751" y="7516"/>
                      <a:pt x="15801" y="7591"/>
                    </a:cubicBezTo>
                    <a:cubicBezTo>
                      <a:pt x="15859" y="7682"/>
                      <a:pt x="15908" y="7773"/>
                      <a:pt x="15958" y="7864"/>
                    </a:cubicBezTo>
                    <a:cubicBezTo>
                      <a:pt x="15991" y="7939"/>
                      <a:pt x="16016" y="8013"/>
                      <a:pt x="16033" y="8088"/>
                    </a:cubicBezTo>
                    <a:cubicBezTo>
                      <a:pt x="16024" y="8079"/>
                      <a:pt x="16016" y="8071"/>
                      <a:pt x="16016" y="8063"/>
                    </a:cubicBezTo>
                    <a:cubicBezTo>
                      <a:pt x="15925" y="7963"/>
                      <a:pt x="15834" y="7814"/>
                      <a:pt x="15709" y="7765"/>
                    </a:cubicBezTo>
                    <a:cubicBezTo>
                      <a:pt x="15703" y="7762"/>
                      <a:pt x="15697" y="7760"/>
                      <a:pt x="15690" y="7760"/>
                    </a:cubicBezTo>
                    <a:cubicBezTo>
                      <a:pt x="15660" y="7760"/>
                      <a:pt x="15628" y="7789"/>
                      <a:pt x="15635" y="7823"/>
                    </a:cubicBezTo>
                    <a:cubicBezTo>
                      <a:pt x="15668" y="7955"/>
                      <a:pt x="15792" y="8071"/>
                      <a:pt x="15875" y="8171"/>
                    </a:cubicBezTo>
                    <a:cubicBezTo>
                      <a:pt x="15900" y="8195"/>
                      <a:pt x="15917" y="8220"/>
                      <a:pt x="15941" y="8245"/>
                    </a:cubicBezTo>
                    <a:cubicBezTo>
                      <a:pt x="15941" y="8253"/>
                      <a:pt x="15950" y="8262"/>
                      <a:pt x="15966" y="8270"/>
                    </a:cubicBezTo>
                    <a:cubicBezTo>
                      <a:pt x="15983" y="8295"/>
                      <a:pt x="16008" y="8320"/>
                      <a:pt x="16033" y="8353"/>
                    </a:cubicBezTo>
                    <a:cubicBezTo>
                      <a:pt x="16033" y="8361"/>
                      <a:pt x="16033" y="8378"/>
                      <a:pt x="16024" y="8394"/>
                    </a:cubicBezTo>
                    <a:cubicBezTo>
                      <a:pt x="16024" y="8403"/>
                      <a:pt x="16033" y="8419"/>
                      <a:pt x="16049" y="8419"/>
                    </a:cubicBezTo>
                    <a:cubicBezTo>
                      <a:pt x="16057" y="8419"/>
                      <a:pt x="16074" y="8411"/>
                      <a:pt x="16074" y="8403"/>
                    </a:cubicBezTo>
                    <a:cubicBezTo>
                      <a:pt x="16099" y="8427"/>
                      <a:pt x="16124" y="8461"/>
                      <a:pt x="16149" y="8485"/>
                    </a:cubicBezTo>
                    <a:cubicBezTo>
                      <a:pt x="16157" y="8494"/>
                      <a:pt x="16157" y="8502"/>
                      <a:pt x="16165" y="8510"/>
                    </a:cubicBezTo>
                    <a:cubicBezTo>
                      <a:pt x="16165" y="8519"/>
                      <a:pt x="16165" y="8535"/>
                      <a:pt x="16173" y="8552"/>
                    </a:cubicBezTo>
                    <a:cubicBezTo>
                      <a:pt x="16173" y="8560"/>
                      <a:pt x="16182" y="8560"/>
                      <a:pt x="16182" y="8568"/>
                    </a:cubicBezTo>
                    <a:cubicBezTo>
                      <a:pt x="16405" y="8833"/>
                      <a:pt x="16629" y="9082"/>
                      <a:pt x="16811" y="9372"/>
                    </a:cubicBezTo>
                    <a:cubicBezTo>
                      <a:pt x="16869" y="9471"/>
                      <a:pt x="16927" y="9579"/>
                      <a:pt x="16977" y="9687"/>
                    </a:cubicBezTo>
                    <a:cubicBezTo>
                      <a:pt x="16974" y="9686"/>
                      <a:pt x="16970" y="9686"/>
                      <a:pt x="16966" y="9686"/>
                    </a:cubicBezTo>
                    <a:cubicBezTo>
                      <a:pt x="16928" y="9686"/>
                      <a:pt x="16887" y="9724"/>
                      <a:pt x="16903" y="9770"/>
                    </a:cubicBezTo>
                    <a:cubicBezTo>
                      <a:pt x="16969" y="9952"/>
                      <a:pt x="17027" y="10142"/>
                      <a:pt x="17085" y="10333"/>
                    </a:cubicBezTo>
                    <a:cubicBezTo>
                      <a:pt x="17093" y="10358"/>
                      <a:pt x="17101" y="10391"/>
                      <a:pt x="17110" y="10424"/>
                    </a:cubicBezTo>
                    <a:cubicBezTo>
                      <a:pt x="17103" y="10420"/>
                      <a:pt x="17095" y="10418"/>
                      <a:pt x="17087" y="10418"/>
                    </a:cubicBezTo>
                    <a:cubicBezTo>
                      <a:pt x="17065" y="10418"/>
                      <a:pt x="17041" y="10433"/>
                      <a:pt x="17035" y="10457"/>
                    </a:cubicBezTo>
                    <a:cubicBezTo>
                      <a:pt x="17027" y="10438"/>
                      <a:pt x="17010" y="10430"/>
                      <a:pt x="16993" y="10430"/>
                    </a:cubicBezTo>
                    <a:cubicBezTo>
                      <a:pt x="16958" y="10430"/>
                      <a:pt x="16919" y="10463"/>
                      <a:pt x="16936" y="10507"/>
                    </a:cubicBezTo>
                    <a:cubicBezTo>
                      <a:pt x="16961" y="10573"/>
                      <a:pt x="16985" y="10648"/>
                      <a:pt x="17002" y="10714"/>
                    </a:cubicBezTo>
                    <a:cubicBezTo>
                      <a:pt x="17002" y="10722"/>
                      <a:pt x="17002" y="10731"/>
                      <a:pt x="17002" y="10739"/>
                    </a:cubicBezTo>
                    <a:cubicBezTo>
                      <a:pt x="17043" y="10913"/>
                      <a:pt x="17077" y="11095"/>
                      <a:pt x="17101" y="11278"/>
                    </a:cubicBezTo>
                    <a:cubicBezTo>
                      <a:pt x="17101" y="11286"/>
                      <a:pt x="17110" y="11294"/>
                      <a:pt x="17110" y="11302"/>
                    </a:cubicBezTo>
                    <a:cubicBezTo>
                      <a:pt x="17110" y="11319"/>
                      <a:pt x="17110" y="11344"/>
                      <a:pt x="17118" y="11360"/>
                    </a:cubicBezTo>
                    <a:lnTo>
                      <a:pt x="17085" y="11360"/>
                    </a:lnTo>
                    <a:cubicBezTo>
                      <a:pt x="17077" y="11344"/>
                      <a:pt x="17077" y="11336"/>
                      <a:pt x="17068" y="11319"/>
                    </a:cubicBezTo>
                    <a:lnTo>
                      <a:pt x="17068" y="11311"/>
                    </a:lnTo>
                    <a:cubicBezTo>
                      <a:pt x="17068" y="11286"/>
                      <a:pt x="17068" y="11269"/>
                      <a:pt x="17068" y="11244"/>
                    </a:cubicBezTo>
                    <a:cubicBezTo>
                      <a:pt x="17052" y="11170"/>
                      <a:pt x="17043" y="11087"/>
                      <a:pt x="17019" y="11012"/>
                    </a:cubicBezTo>
                    <a:cubicBezTo>
                      <a:pt x="17019" y="11004"/>
                      <a:pt x="17010" y="10996"/>
                      <a:pt x="17002" y="10979"/>
                    </a:cubicBezTo>
                    <a:cubicBezTo>
                      <a:pt x="16985" y="10896"/>
                      <a:pt x="16969" y="10814"/>
                      <a:pt x="16952" y="10722"/>
                    </a:cubicBezTo>
                    <a:cubicBezTo>
                      <a:pt x="16949" y="10698"/>
                      <a:pt x="16931" y="10686"/>
                      <a:pt x="16913" y="10686"/>
                    </a:cubicBezTo>
                    <a:cubicBezTo>
                      <a:pt x="16888" y="10686"/>
                      <a:pt x="16861" y="10706"/>
                      <a:pt x="16861" y="10739"/>
                    </a:cubicBezTo>
                    <a:cubicBezTo>
                      <a:pt x="16869" y="10805"/>
                      <a:pt x="16878" y="10872"/>
                      <a:pt x="16886" y="10946"/>
                    </a:cubicBezTo>
                    <a:cubicBezTo>
                      <a:pt x="16869" y="10963"/>
                      <a:pt x="16878" y="10988"/>
                      <a:pt x="16894" y="10996"/>
                    </a:cubicBezTo>
                    <a:cubicBezTo>
                      <a:pt x="16903" y="11054"/>
                      <a:pt x="16911" y="11120"/>
                      <a:pt x="16919" y="11178"/>
                    </a:cubicBezTo>
                    <a:cubicBezTo>
                      <a:pt x="16919" y="11228"/>
                      <a:pt x="16927" y="11286"/>
                      <a:pt x="16927" y="11336"/>
                    </a:cubicBezTo>
                    <a:cubicBezTo>
                      <a:pt x="16936" y="11402"/>
                      <a:pt x="16936" y="11460"/>
                      <a:pt x="16936" y="11518"/>
                    </a:cubicBezTo>
                    <a:cubicBezTo>
                      <a:pt x="16936" y="11551"/>
                      <a:pt x="16936" y="11584"/>
                      <a:pt x="16944" y="11617"/>
                    </a:cubicBezTo>
                    <a:cubicBezTo>
                      <a:pt x="16944" y="11650"/>
                      <a:pt x="16944" y="11675"/>
                      <a:pt x="16944" y="11708"/>
                    </a:cubicBezTo>
                    <a:cubicBezTo>
                      <a:pt x="16949" y="11735"/>
                      <a:pt x="16974" y="11751"/>
                      <a:pt x="16998" y="11751"/>
                    </a:cubicBezTo>
                    <a:cubicBezTo>
                      <a:pt x="17012" y="11751"/>
                      <a:pt x="17026" y="11745"/>
                      <a:pt x="17035" y="11733"/>
                    </a:cubicBezTo>
                    <a:cubicBezTo>
                      <a:pt x="17052" y="11800"/>
                      <a:pt x="17068" y="11858"/>
                      <a:pt x="17118" y="11899"/>
                    </a:cubicBezTo>
                    <a:cubicBezTo>
                      <a:pt x="17126" y="11907"/>
                      <a:pt x="17126" y="11907"/>
                      <a:pt x="17135" y="11907"/>
                    </a:cubicBezTo>
                    <a:cubicBezTo>
                      <a:pt x="17184" y="12065"/>
                      <a:pt x="17234" y="12214"/>
                      <a:pt x="17292" y="12355"/>
                    </a:cubicBezTo>
                    <a:cubicBezTo>
                      <a:pt x="17350" y="12479"/>
                      <a:pt x="17416" y="12603"/>
                      <a:pt x="17507" y="12711"/>
                    </a:cubicBezTo>
                    <a:cubicBezTo>
                      <a:pt x="17532" y="12736"/>
                      <a:pt x="17557" y="12769"/>
                      <a:pt x="17590" y="12786"/>
                    </a:cubicBezTo>
                    <a:cubicBezTo>
                      <a:pt x="17599" y="12802"/>
                      <a:pt x="17607" y="12819"/>
                      <a:pt x="17615" y="12835"/>
                    </a:cubicBezTo>
                    <a:cubicBezTo>
                      <a:pt x="17541" y="12752"/>
                      <a:pt x="17466" y="12678"/>
                      <a:pt x="17383" y="12603"/>
                    </a:cubicBezTo>
                    <a:cubicBezTo>
                      <a:pt x="17376" y="12594"/>
                      <a:pt x="17367" y="12590"/>
                      <a:pt x="17359" y="12590"/>
                    </a:cubicBezTo>
                    <a:cubicBezTo>
                      <a:pt x="17329" y="12590"/>
                      <a:pt x="17299" y="12637"/>
                      <a:pt x="17325" y="12670"/>
                    </a:cubicBezTo>
                    <a:cubicBezTo>
                      <a:pt x="17358" y="12719"/>
                      <a:pt x="17400" y="12769"/>
                      <a:pt x="17441" y="12819"/>
                    </a:cubicBezTo>
                    <a:cubicBezTo>
                      <a:pt x="17433" y="12835"/>
                      <a:pt x="17433" y="12844"/>
                      <a:pt x="17441" y="12860"/>
                    </a:cubicBezTo>
                    <a:cubicBezTo>
                      <a:pt x="17532" y="13051"/>
                      <a:pt x="17623" y="13250"/>
                      <a:pt x="17706" y="13457"/>
                    </a:cubicBezTo>
                    <a:cubicBezTo>
                      <a:pt x="17748" y="13548"/>
                      <a:pt x="17781" y="13639"/>
                      <a:pt x="17806" y="13747"/>
                    </a:cubicBezTo>
                    <a:cubicBezTo>
                      <a:pt x="17814" y="13788"/>
                      <a:pt x="17822" y="13838"/>
                      <a:pt x="17822" y="13887"/>
                    </a:cubicBezTo>
                    <a:cubicBezTo>
                      <a:pt x="17822" y="13937"/>
                      <a:pt x="17822" y="13987"/>
                      <a:pt x="17839" y="14037"/>
                    </a:cubicBezTo>
                    <a:cubicBezTo>
                      <a:pt x="17843" y="14054"/>
                      <a:pt x="17860" y="14063"/>
                      <a:pt x="17878" y="14063"/>
                    </a:cubicBezTo>
                    <a:cubicBezTo>
                      <a:pt x="17893" y="14063"/>
                      <a:pt x="17910" y="14056"/>
                      <a:pt x="17922" y="14045"/>
                    </a:cubicBezTo>
                    <a:cubicBezTo>
                      <a:pt x="17963" y="13995"/>
                      <a:pt x="17971" y="13929"/>
                      <a:pt x="17971" y="13863"/>
                    </a:cubicBezTo>
                    <a:cubicBezTo>
                      <a:pt x="18046" y="13979"/>
                      <a:pt x="18121" y="14095"/>
                      <a:pt x="18195" y="14211"/>
                    </a:cubicBezTo>
                    <a:cubicBezTo>
                      <a:pt x="18228" y="14277"/>
                      <a:pt x="18270" y="14335"/>
                      <a:pt x="18303" y="14393"/>
                    </a:cubicBezTo>
                    <a:cubicBezTo>
                      <a:pt x="18311" y="14434"/>
                      <a:pt x="18319" y="14467"/>
                      <a:pt x="18328" y="14509"/>
                    </a:cubicBezTo>
                    <a:cubicBezTo>
                      <a:pt x="18303" y="14476"/>
                      <a:pt x="18270" y="14451"/>
                      <a:pt x="18228" y="14426"/>
                    </a:cubicBezTo>
                    <a:cubicBezTo>
                      <a:pt x="18221" y="14422"/>
                      <a:pt x="18214" y="14420"/>
                      <a:pt x="18207" y="14420"/>
                    </a:cubicBezTo>
                    <a:cubicBezTo>
                      <a:pt x="18170" y="14420"/>
                      <a:pt x="18137" y="14466"/>
                      <a:pt x="18179" y="14501"/>
                    </a:cubicBezTo>
                    <a:cubicBezTo>
                      <a:pt x="18295" y="14583"/>
                      <a:pt x="18328" y="14733"/>
                      <a:pt x="18353" y="14865"/>
                    </a:cubicBezTo>
                    <a:cubicBezTo>
                      <a:pt x="18386" y="15031"/>
                      <a:pt x="18394" y="15188"/>
                      <a:pt x="18411" y="15354"/>
                    </a:cubicBezTo>
                    <a:cubicBezTo>
                      <a:pt x="18427" y="15478"/>
                      <a:pt x="18435" y="15594"/>
                      <a:pt x="18427" y="15719"/>
                    </a:cubicBezTo>
                    <a:cubicBezTo>
                      <a:pt x="18402" y="15636"/>
                      <a:pt x="18377" y="15561"/>
                      <a:pt x="18336" y="15478"/>
                    </a:cubicBezTo>
                    <a:cubicBezTo>
                      <a:pt x="18327" y="15455"/>
                      <a:pt x="18309" y="15445"/>
                      <a:pt x="18291" y="15445"/>
                    </a:cubicBezTo>
                    <a:cubicBezTo>
                      <a:pt x="18257" y="15445"/>
                      <a:pt x="18220" y="15480"/>
                      <a:pt x="18237" y="15528"/>
                    </a:cubicBezTo>
                    <a:cubicBezTo>
                      <a:pt x="18344" y="15876"/>
                      <a:pt x="18295" y="16232"/>
                      <a:pt x="18253" y="16589"/>
                    </a:cubicBezTo>
                    <a:cubicBezTo>
                      <a:pt x="18237" y="16746"/>
                      <a:pt x="18228" y="16895"/>
                      <a:pt x="18212" y="17053"/>
                    </a:cubicBezTo>
                    <a:cubicBezTo>
                      <a:pt x="18203" y="17061"/>
                      <a:pt x="18195" y="17069"/>
                      <a:pt x="18195" y="17077"/>
                    </a:cubicBezTo>
                    <a:cubicBezTo>
                      <a:pt x="18187" y="17268"/>
                      <a:pt x="18170" y="17442"/>
                      <a:pt x="18170" y="17624"/>
                    </a:cubicBezTo>
                    <a:cubicBezTo>
                      <a:pt x="18162" y="17815"/>
                      <a:pt x="18162" y="17997"/>
                      <a:pt x="18162" y="18188"/>
                    </a:cubicBezTo>
                    <a:cubicBezTo>
                      <a:pt x="18162" y="18370"/>
                      <a:pt x="18162" y="18552"/>
                      <a:pt x="18179" y="18726"/>
                    </a:cubicBezTo>
                    <a:cubicBezTo>
                      <a:pt x="18187" y="18768"/>
                      <a:pt x="18187" y="18809"/>
                      <a:pt x="18195" y="18850"/>
                    </a:cubicBezTo>
                    <a:cubicBezTo>
                      <a:pt x="18170" y="18834"/>
                      <a:pt x="18145" y="18809"/>
                      <a:pt x="18129" y="18784"/>
                    </a:cubicBezTo>
                    <a:cubicBezTo>
                      <a:pt x="17922" y="18552"/>
                      <a:pt x="17723" y="18312"/>
                      <a:pt x="17557" y="18055"/>
                    </a:cubicBezTo>
                    <a:cubicBezTo>
                      <a:pt x="17548" y="18043"/>
                      <a:pt x="17534" y="18038"/>
                      <a:pt x="17521" y="18038"/>
                    </a:cubicBezTo>
                    <a:cubicBezTo>
                      <a:pt x="17486" y="18038"/>
                      <a:pt x="17450" y="18071"/>
                      <a:pt x="17474" y="18113"/>
                    </a:cubicBezTo>
                    <a:cubicBezTo>
                      <a:pt x="17615" y="18370"/>
                      <a:pt x="17756" y="18619"/>
                      <a:pt x="17938" y="18850"/>
                    </a:cubicBezTo>
                    <a:cubicBezTo>
                      <a:pt x="18021" y="18966"/>
                      <a:pt x="18104" y="19074"/>
                      <a:pt x="18195" y="19182"/>
                    </a:cubicBezTo>
                    <a:cubicBezTo>
                      <a:pt x="18286" y="19281"/>
                      <a:pt x="18394" y="19397"/>
                      <a:pt x="18435" y="19530"/>
                    </a:cubicBezTo>
                    <a:cubicBezTo>
                      <a:pt x="18485" y="19671"/>
                      <a:pt x="18477" y="19836"/>
                      <a:pt x="18477" y="19986"/>
                    </a:cubicBezTo>
                    <a:lnTo>
                      <a:pt x="18493" y="20002"/>
                    </a:lnTo>
                    <a:cubicBezTo>
                      <a:pt x="18493" y="20077"/>
                      <a:pt x="18485" y="20160"/>
                      <a:pt x="18477" y="20242"/>
                    </a:cubicBezTo>
                    <a:cubicBezTo>
                      <a:pt x="18452" y="20118"/>
                      <a:pt x="18419" y="20002"/>
                      <a:pt x="18377" y="19878"/>
                    </a:cubicBezTo>
                    <a:cubicBezTo>
                      <a:pt x="18374" y="19863"/>
                      <a:pt x="18363" y="19857"/>
                      <a:pt x="18349" y="19857"/>
                    </a:cubicBezTo>
                    <a:cubicBezTo>
                      <a:pt x="18326" y="19857"/>
                      <a:pt x="18298" y="19876"/>
                      <a:pt x="18303" y="19903"/>
                    </a:cubicBezTo>
                    <a:cubicBezTo>
                      <a:pt x="18328" y="20110"/>
                      <a:pt x="18344" y="20317"/>
                      <a:pt x="18377" y="20516"/>
                    </a:cubicBezTo>
                    <a:cubicBezTo>
                      <a:pt x="18394" y="20648"/>
                      <a:pt x="18411" y="20773"/>
                      <a:pt x="18419" y="20897"/>
                    </a:cubicBezTo>
                    <a:cubicBezTo>
                      <a:pt x="18411" y="20963"/>
                      <a:pt x="18402" y="21030"/>
                      <a:pt x="18394" y="21088"/>
                    </a:cubicBezTo>
                    <a:cubicBezTo>
                      <a:pt x="18386" y="21162"/>
                      <a:pt x="18369" y="21245"/>
                      <a:pt x="18377" y="21320"/>
                    </a:cubicBezTo>
                    <a:cubicBezTo>
                      <a:pt x="18377" y="21344"/>
                      <a:pt x="18394" y="21361"/>
                      <a:pt x="18411" y="21369"/>
                    </a:cubicBezTo>
                    <a:cubicBezTo>
                      <a:pt x="18402" y="21469"/>
                      <a:pt x="18394" y="21568"/>
                      <a:pt x="18369" y="21659"/>
                    </a:cubicBezTo>
                    <a:cubicBezTo>
                      <a:pt x="18369" y="21674"/>
                      <a:pt x="18363" y="21688"/>
                      <a:pt x="18361" y="21708"/>
                    </a:cubicBezTo>
                    <a:lnTo>
                      <a:pt x="18361" y="21708"/>
                    </a:lnTo>
                    <a:cubicBezTo>
                      <a:pt x="18369" y="21513"/>
                      <a:pt x="18360" y="21325"/>
                      <a:pt x="18328" y="21137"/>
                    </a:cubicBezTo>
                    <a:cubicBezTo>
                      <a:pt x="18324" y="21110"/>
                      <a:pt x="18304" y="21098"/>
                      <a:pt x="18284" y="21098"/>
                    </a:cubicBezTo>
                    <a:cubicBezTo>
                      <a:pt x="18260" y="21098"/>
                      <a:pt x="18237" y="21115"/>
                      <a:pt x="18237" y="21146"/>
                    </a:cubicBezTo>
                    <a:cubicBezTo>
                      <a:pt x="18286" y="21634"/>
                      <a:pt x="18179" y="22140"/>
                      <a:pt x="17996" y="22587"/>
                    </a:cubicBezTo>
                    <a:cubicBezTo>
                      <a:pt x="17996" y="22603"/>
                      <a:pt x="17989" y="22611"/>
                      <a:pt x="17988" y="22619"/>
                    </a:cubicBezTo>
                    <a:lnTo>
                      <a:pt x="17988" y="22619"/>
                    </a:lnTo>
                    <a:cubicBezTo>
                      <a:pt x="17996" y="22495"/>
                      <a:pt x="18005" y="22371"/>
                      <a:pt x="18005" y="22239"/>
                    </a:cubicBezTo>
                    <a:cubicBezTo>
                      <a:pt x="18005" y="22216"/>
                      <a:pt x="17983" y="22200"/>
                      <a:pt x="17963" y="22200"/>
                    </a:cubicBezTo>
                    <a:cubicBezTo>
                      <a:pt x="17948" y="22200"/>
                      <a:pt x="17934" y="22209"/>
                      <a:pt x="17930" y="22231"/>
                    </a:cubicBezTo>
                    <a:cubicBezTo>
                      <a:pt x="17889" y="22546"/>
                      <a:pt x="17839" y="22861"/>
                      <a:pt x="17739" y="23167"/>
                    </a:cubicBezTo>
                    <a:cubicBezTo>
                      <a:pt x="17632" y="23366"/>
                      <a:pt x="17524" y="23565"/>
                      <a:pt x="17425" y="23772"/>
                    </a:cubicBezTo>
                    <a:cubicBezTo>
                      <a:pt x="17416" y="23780"/>
                      <a:pt x="17408" y="23789"/>
                      <a:pt x="17408" y="23797"/>
                    </a:cubicBezTo>
                    <a:cubicBezTo>
                      <a:pt x="17226" y="24029"/>
                      <a:pt x="17010" y="24228"/>
                      <a:pt x="16869" y="24485"/>
                    </a:cubicBezTo>
                    <a:cubicBezTo>
                      <a:pt x="16836" y="24551"/>
                      <a:pt x="16803" y="24617"/>
                      <a:pt x="16770" y="24692"/>
                    </a:cubicBezTo>
                    <a:cubicBezTo>
                      <a:pt x="16753" y="24592"/>
                      <a:pt x="16729" y="24493"/>
                      <a:pt x="16629" y="24435"/>
                    </a:cubicBezTo>
                    <a:cubicBezTo>
                      <a:pt x="16623" y="24431"/>
                      <a:pt x="16618" y="24430"/>
                      <a:pt x="16613" y="24430"/>
                    </a:cubicBezTo>
                    <a:cubicBezTo>
                      <a:pt x="16580" y="24430"/>
                      <a:pt x="16559" y="24489"/>
                      <a:pt x="16588" y="24518"/>
                    </a:cubicBezTo>
                    <a:cubicBezTo>
                      <a:pt x="16629" y="24551"/>
                      <a:pt x="16621" y="24625"/>
                      <a:pt x="16621" y="24667"/>
                    </a:cubicBezTo>
                    <a:cubicBezTo>
                      <a:pt x="16621" y="24733"/>
                      <a:pt x="16629" y="24791"/>
                      <a:pt x="16637" y="24849"/>
                    </a:cubicBezTo>
                    <a:cubicBezTo>
                      <a:pt x="16654" y="24973"/>
                      <a:pt x="16679" y="25089"/>
                      <a:pt x="16646" y="25205"/>
                    </a:cubicBezTo>
                    <a:cubicBezTo>
                      <a:pt x="16629" y="25288"/>
                      <a:pt x="16596" y="25363"/>
                      <a:pt x="16563" y="25437"/>
                    </a:cubicBezTo>
                    <a:cubicBezTo>
                      <a:pt x="16579" y="25330"/>
                      <a:pt x="16588" y="25214"/>
                      <a:pt x="16588" y="25098"/>
                    </a:cubicBezTo>
                    <a:cubicBezTo>
                      <a:pt x="16588" y="25051"/>
                      <a:pt x="16552" y="25023"/>
                      <a:pt x="16518" y="25023"/>
                    </a:cubicBezTo>
                    <a:cubicBezTo>
                      <a:pt x="16492" y="25023"/>
                      <a:pt x="16467" y="25041"/>
                      <a:pt x="16463" y="25081"/>
                    </a:cubicBezTo>
                    <a:cubicBezTo>
                      <a:pt x="16422" y="25346"/>
                      <a:pt x="16364" y="25611"/>
                      <a:pt x="16289" y="25877"/>
                    </a:cubicBezTo>
                    <a:cubicBezTo>
                      <a:pt x="16256" y="26001"/>
                      <a:pt x="16215" y="26125"/>
                      <a:pt x="16173" y="26258"/>
                    </a:cubicBezTo>
                    <a:cubicBezTo>
                      <a:pt x="16124" y="26382"/>
                      <a:pt x="16066" y="26506"/>
                      <a:pt x="16057" y="26639"/>
                    </a:cubicBezTo>
                    <a:cubicBezTo>
                      <a:pt x="16051" y="26676"/>
                      <a:pt x="16086" y="26712"/>
                      <a:pt x="16121" y="26712"/>
                    </a:cubicBezTo>
                    <a:cubicBezTo>
                      <a:pt x="16133" y="26712"/>
                      <a:pt x="16146" y="26708"/>
                      <a:pt x="16157" y="26697"/>
                    </a:cubicBezTo>
                    <a:cubicBezTo>
                      <a:pt x="16248" y="26606"/>
                      <a:pt x="16306" y="26473"/>
                      <a:pt x="16347" y="26349"/>
                    </a:cubicBezTo>
                    <a:lnTo>
                      <a:pt x="16347" y="26349"/>
                    </a:lnTo>
                    <a:cubicBezTo>
                      <a:pt x="16347" y="26390"/>
                      <a:pt x="16347" y="26440"/>
                      <a:pt x="16339" y="26481"/>
                    </a:cubicBezTo>
                    <a:cubicBezTo>
                      <a:pt x="16323" y="26647"/>
                      <a:pt x="16306" y="26805"/>
                      <a:pt x="16281" y="26970"/>
                    </a:cubicBezTo>
                    <a:cubicBezTo>
                      <a:pt x="16231" y="27302"/>
                      <a:pt x="16173" y="27633"/>
                      <a:pt x="16099" y="27956"/>
                    </a:cubicBezTo>
                    <a:cubicBezTo>
                      <a:pt x="15950" y="28627"/>
                      <a:pt x="15767" y="29282"/>
                      <a:pt x="15585" y="29936"/>
                    </a:cubicBezTo>
                    <a:cubicBezTo>
                      <a:pt x="15535" y="30127"/>
                      <a:pt x="15486" y="30309"/>
                      <a:pt x="15444" y="30500"/>
                    </a:cubicBezTo>
                    <a:cubicBezTo>
                      <a:pt x="15395" y="30699"/>
                      <a:pt x="15353" y="30898"/>
                      <a:pt x="15312" y="31105"/>
                    </a:cubicBezTo>
                    <a:cubicBezTo>
                      <a:pt x="15312" y="31121"/>
                      <a:pt x="15328" y="31138"/>
                      <a:pt x="15345" y="31146"/>
                    </a:cubicBezTo>
                    <a:cubicBezTo>
                      <a:pt x="15328" y="31254"/>
                      <a:pt x="15312" y="31362"/>
                      <a:pt x="15295" y="31469"/>
                    </a:cubicBezTo>
                    <a:cubicBezTo>
                      <a:pt x="15262" y="31768"/>
                      <a:pt x="15229" y="32066"/>
                      <a:pt x="15212" y="32364"/>
                    </a:cubicBezTo>
                    <a:cubicBezTo>
                      <a:pt x="15187" y="32662"/>
                      <a:pt x="15171" y="32961"/>
                      <a:pt x="15171" y="33259"/>
                    </a:cubicBezTo>
                    <a:cubicBezTo>
                      <a:pt x="15163" y="33400"/>
                      <a:pt x="15163" y="33541"/>
                      <a:pt x="15171" y="33682"/>
                    </a:cubicBezTo>
                    <a:cubicBezTo>
                      <a:pt x="15171" y="33839"/>
                      <a:pt x="15187" y="33996"/>
                      <a:pt x="15196" y="34154"/>
                    </a:cubicBezTo>
                    <a:cubicBezTo>
                      <a:pt x="15200" y="34174"/>
                      <a:pt x="15219" y="34185"/>
                      <a:pt x="15236" y="34185"/>
                    </a:cubicBezTo>
                    <a:cubicBezTo>
                      <a:pt x="15254" y="34185"/>
                      <a:pt x="15270" y="34174"/>
                      <a:pt x="15270" y="34154"/>
                    </a:cubicBezTo>
                    <a:cubicBezTo>
                      <a:pt x="15270" y="34112"/>
                      <a:pt x="15279" y="34071"/>
                      <a:pt x="15279" y="34029"/>
                    </a:cubicBezTo>
                    <a:cubicBezTo>
                      <a:pt x="15279" y="34046"/>
                      <a:pt x="15287" y="34054"/>
                      <a:pt x="15287" y="34071"/>
                    </a:cubicBezTo>
                    <a:cubicBezTo>
                      <a:pt x="15320" y="34203"/>
                      <a:pt x="15353" y="34336"/>
                      <a:pt x="15395" y="34477"/>
                    </a:cubicBezTo>
                    <a:cubicBezTo>
                      <a:pt x="15469" y="34750"/>
                      <a:pt x="15544" y="35032"/>
                      <a:pt x="15627" y="35305"/>
                    </a:cubicBezTo>
                    <a:cubicBezTo>
                      <a:pt x="15693" y="35562"/>
                      <a:pt x="15767" y="35819"/>
                      <a:pt x="15925" y="36035"/>
                    </a:cubicBezTo>
                    <a:cubicBezTo>
                      <a:pt x="16034" y="36173"/>
                      <a:pt x="16208" y="36325"/>
                      <a:pt x="16395" y="36325"/>
                    </a:cubicBezTo>
                    <a:cubicBezTo>
                      <a:pt x="16421" y="36325"/>
                      <a:pt x="16446" y="36322"/>
                      <a:pt x="16472" y="36316"/>
                    </a:cubicBezTo>
                    <a:cubicBezTo>
                      <a:pt x="16480" y="36325"/>
                      <a:pt x="16497" y="36333"/>
                      <a:pt x="16513" y="36333"/>
                    </a:cubicBezTo>
                    <a:cubicBezTo>
                      <a:pt x="16662" y="36391"/>
                      <a:pt x="16828" y="36432"/>
                      <a:pt x="16985" y="36482"/>
                    </a:cubicBezTo>
                    <a:cubicBezTo>
                      <a:pt x="17093" y="36515"/>
                      <a:pt x="17217" y="36548"/>
                      <a:pt x="17251" y="36673"/>
                    </a:cubicBezTo>
                    <a:cubicBezTo>
                      <a:pt x="17259" y="36722"/>
                      <a:pt x="17267" y="36772"/>
                      <a:pt x="17267" y="36822"/>
                    </a:cubicBezTo>
                    <a:cubicBezTo>
                      <a:pt x="17201" y="36780"/>
                      <a:pt x="17135" y="36739"/>
                      <a:pt x="17060" y="36697"/>
                    </a:cubicBezTo>
                    <a:cubicBezTo>
                      <a:pt x="16944" y="36639"/>
                      <a:pt x="16836" y="36590"/>
                      <a:pt x="16720" y="36540"/>
                    </a:cubicBezTo>
                    <a:cubicBezTo>
                      <a:pt x="16712" y="36537"/>
                      <a:pt x="16704" y="36535"/>
                      <a:pt x="16697" y="36535"/>
                    </a:cubicBezTo>
                    <a:cubicBezTo>
                      <a:pt x="16650" y="36535"/>
                      <a:pt x="16619" y="36595"/>
                      <a:pt x="16662" y="36631"/>
                    </a:cubicBezTo>
                    <a:cubicBezTo>
                      <a:pt x="16753" y="36706"/>
                      <a:pt x="16836" y="36772"/>
                      <a:pt x="16927" y="36838"/>
                    </a:cubicBezTo>
                    <a:cubicBezTo>
                      <a:pt x="17002" y="36896"/>
                      <a:pt x="17093" y="36946"/>
                      <a:pt x="17168" y="37004"/>
                    </a:cubicBezTo>
                    <a:cubicBezTo>
                      <a:pt x="17234" y="37054"/>
                      <a:pt x="17292" y="37112"/>
                      <a:pt x="17300" y="37195"/>
                    </a:cubicBezTo>
                    <a:cubicBezTo>
                      <a:pt x="17300" y="37269"/>
                      <a:pt x="17267" y="37352"/>
                      <a:pt x="17234" y="37418"/>
                    </a:cubicBezTo>
                    <a:cubicBezTo>
                      <a:pt x="17217" y="37435"/>
                      <a:pt x="17209" y="37460"/>
                      <a:pt x="17201" y="37476"/>
                    </a:cubicBezTo>
                    <a:cubicBezTo>
                      <a:pt x="17184" y="37493"/>
                      <a:pt x="17168" y="37509"/>
                      <a:pt x="17159" y="37534"/>
                    </a:cubicBezTo>
                    <a:cubicBezTo>
                      <a:pt x="17151" y="37518"/>
                      <a:pt x="17143" y="37509"/>
                      <a:pt x="17135" y="37501"/>
                    </a:cubicBezTo>
                    <a:cubicBezTo>
                      <a:pt x="17093" y="37443"/>
                      <a:pt x="17027" y="37393"/>
                      <a:pt x="16969" y="37352"/>
                    </a:cubicBezTo>
                    <a:cubicBezTo>
                      <a:pt x="16903" y="37302"/>
                      <a:pt x="16845" y="37253"/>
                      <a:pt x="16787" y="37203"/>
                    </a:cubicBezTo>
                    <a:cubicBezTo>
                      <a:pt x="16671" y="37095"/>
                      <a:pt x="16546" y="36996"/>
                      <a:pt x="16430" y="36880"/>
                    </a:cubicBezTo>
                    <a:cubicBezTo>
                      <a:pt x="16420" y="36871"/>
                      <a:pt x="16409" y="36868"/>
                      <a:pt x="16399" y="36868"/>
                    </a:cubicBezTo>
                    <a:cubicBezTo>
                      <a:pt x="16358" y="36868"/>
                      <a:pt x="16323" y="36923"/>
                      <a:pt x="16356" y="36963"/>
                    </a:cubicBezTo>
                    <a:cubicBezTo>
                      <a:pt x="16430" y="37070"/>
                      <a:pt x="16513" y="37178"/>
                      <a:pt x="16604" y="37269"/>
                    </a:cubicBezTo>
                    <a:cubicBezTo>
                      <a:pt x="16695" y="37369"/>
                      <a:pt x="16787" y="37460"/>
                      <a:pt x="16886" y="37551"/>
                    </a:cubicBezTo>
                    <a:cubicBezTo>
                      <a:pt x="16911" y="37576"/>
                      <a:pt x="16936" y="37592"/>
                      <a:pt x="16961" y="37609"/>
                    </a:cubicBezTo>
                    <a:lnTo>
                      <a:pt x="16969" y="37625"/>
                    </a:lnTo>
                    <a:cubicBezTo>
                      <a:pt x="16944" y="37659"/>
                      <a:pt x="16894" y="37692"/>
                      <a:pt x="16861" y="37717"/>
                    </a:cubicBezTo>
                    <a:cubicBezTo>
                      <a:pt x="16811" y="37750"/>
                      <a:pt x="16753" y="37791"/>
                      <a:pt x="16704" y="37824"/>
                    </a:cubicBezTo>
                    <a:cubicBezTo>
                      <a:pt x="16662" y="37849"/>
                      <a:pt x="16621" y="37874"/>
                      <a:pt x="16596" y="37899"/>
                    </a:cubicBezTo>
                    <a:cubicBezTo>
                      <a:pt x="16567" y="37905"/>
                      <a:pt x="16538" y="37907"/>
                      <a:pt x="16511" y="37907"/>
                    </a:cubicBezTo>
                    <a:cubicBezTo>
                      <a:pt x="16460" y="37907"/>
                      <a:pt x="16412" y="37898"/>
                      <a:pt x="16364" y="37882"/>
                    </a:cubicBezTo>
                    <a:cubicBezTo>
                      <a:pt x="16273" y="37857"/>
                      <a:pt x="16207" y="37791"/>
                      <a:pt x="16124" y="37741"/>
                    </a:cubicBezTo>
                    <a:cubicBezTo>
                      <a:pt x="16049" y="37692"/>
                      <a:pt x="15966" y="37659"/>
                      <a:pt x="15875" y="37625"/>
                    </a:cubicBezTo>
                    <a:cubicBezTo>
                      <a:pt x="15701" y="37567"/>
                      <a:pt x="15519" y="37518"/>
                      <a:pt x="15345" y="37476"/>
                    </a:cubicBezTo>
                    <a:cubicBezTo>
                      <a:pt x="15295" y="37435"/>
                      <a:pt x="15229" y="37418"/>
                      <a:pt x="15171" y="37393"/>
                    </a:cubicBezTo>
                    <a:cubicBezTo>
                      <a:pt x="15080" y="37360"/>
                      <a:pt x="14997" y="37311"/>
                      <a:pt x="14914" y="37261"/>
                    </a:cubicBezTo>
                    <a:cubicBezTo>
                      <a:pt x="14748" y="37161"/>
                      <a:pt x="14641" y="37037"/>
                      <a:pt x="14583" y="36855"/>
                    </a:cubicBezTo>
                    <a:cubicBezTo>
                      <a:pt x="14525" y="36681"/>
                      <a:pt x="14508" y="36490"/>
                      <a:pt x="14491" y="36308"/>
                    </a:cubicBezTo>
                    <a:cubicBezTo>
                      <a:pt x="14467" y="36159"/>
                      <a:pt x="14433" y="36018"/>
                      <a:pt x="14367" y="35885"/>
                    </a:cubicBezTo>
                    <a:cubicBezTo>
                      <a:pt x="14359" y="35819"/>
                      <a:pt x="14351" y="35761"/>
                      <a:pt x="14342" y="35703"/>
                    </a:cubicBezTo>
                    <a:cubicBezTo>
                      <a:pt x="14309" y="35513"/>
                      <a:pt x="14251" y="35314"/>
                      <a:pt x="14177" y="35131"/>
                    </a:cubicBezTo>
                    <a:cubicBezTo>
                      <a:pt x="14110" y="34966"/>
                      <a:pt x="14036" y="34783"/>
                      <a:pt x="13903" y="34651"/>
                    </a:cubicBezTo>
                    <a:cubicBezTo>
                      <a:pt x="13820" y="34568"/>
                      <a:pt x="13729" y="34493"/>
                      <a:pt x="13638" y="34427"/>
                    </a:cubicBezTo>
                    <a:cubicBezTo>
                      <a:pt x="13671" y="34402"/>
                      <a:pt x="13696" y="34369"/>
                      <a:pt x="13679" y="34328"/>
                    </a:cubicBezTo>
                    <a:cubicBezTo>
                      <a:pt x="13555" y="34087"/>
                      <a:pt x="13423" y="33864"/>
                      <a:pt x="13448" y="33582"/>
                    </a:cubicBezTo>
                    <a:cubicBezTo>
                      <a:pt x="13464" y="33309"/>
                      <a:pt x="13547" y="33044"/>
                      <a:pt x="13580" y="32770"/>
                    </a:cubicBezTo>
                    <a:cubicBezTo>
                      <a:pt x="13646" y="32207"/>
                      <a:pt x="13605" y="31635"/>
                      <a:pt x="13539" y="31072"/>
                    </a:cubicBezTo>
                    <a:cubicBezTo>
                      <a:pt x="13514" y="30873"/>
                      <a:pt x="13481" y="30674"/>
                      <a:pt x="13448" y="30483"/>
                    </a:cubicBezTo>
                    <a:cubicBezTo>
                      <a:pt x="13439" y="30268"/>
                      <a:pt x="13431" y="30052"/>
                      <a:pt x="13398" y="29845"/>
                    </a:cubicBezTo>
                    <a:cubicBezTo>
                      <a:pt x="13398" y="29829"/>
                      <a:pt x="13381" y="29812"/>
                      <a:pt x="13373" y="29812"/>
                    </a:cubicBezTo>
                    <a:cubicBezTo>
                      <a:pt x="13373" y="29729"/>
                      <a:pt x="13373" y="29638"/>
                      <a:pt x="13365" y="29555"/>
                    </a:cubicBezTo>
                    <a:cubicBezTo>
                      <a:pt x="13348" y="29257"/>
                      <a:pt x="13307" y="28959"/>
                      <a:pt x="13249" y="28661"/>
                    </a:cubicBezTo>
                    <a:cubicBezTo>
                      <a:pt x="13224" y="28511"/>
                      <a:pt x="13191" y="28362"/>
                      <a:pt x="13149" y="28221"/>
                    </a:cubicBezTo>
                    <a:cubicBezTo>
                      <a:pt x="13116" y="28064"/>
                      <a:pt x="13075" y="27907"/>
                      <a:pt x="13008" y="27774"/>
                    </a:cubicBezTo>
                    <a:cubicBezTo>
                      <a:pt x="13000" y="27754"/>
                      <a:pt x="12979" y="27744"/>
                      <a:pt x="12959" y="27744"/>
                    </a:cubicBezTo>
                    <a:cubicBezTo>
                      <a:pt x="12938" y="27744"/>
                      <a:pt x="12917" y="27756"/>
                      <a:pt x="12917" y="27782"/>
                    </a:cubicBezTo>
                    <a:cubicBezTo>
                      <a:pt x="12909" y="28089"/>
                      <a:pt x="13000" y="28395"/>
                      <a:pt x="13050" y="28694"/>
                    </a:cubicBezTo>
                    <a:cubicBezTo>
                      <a:pt x="13108" y="28984"/>
                      <a:pt x="13149" y="29282"/>
                      <a:pt x="13174" y="29588"/>
                    </a:cubicBezTo>
                    <a:cubicBezTo>
                      <a:pt x="13207" y="30011"/>
                      <a:pt x="13191" y="30434"/>
                      <a:pt x="13224" y="30856"/>
                    </a:cubicBezTo>
                    <a:cubicBezTo>
                      <a:pt x="13207" y="31121"/>
                      <a:pt x="13191" y="31386"/>
                      <a:pt x="13149" y="31660"/>
                    </a:cubicBezTo>
                    <a:cubicBezTo>
                      <a:pt x="13058" y="32190"/>
                      <a:pt x="12859" y="32712"/>
                      <a:pt x="12520" y="33135"/>
                    </a:cubicBezTo>
                    <a:cubicBezTo>
                      <a:pt x="12321" y="33392"/>
                      <a:pt x="12080" y="33624"/>
                      <a:pt x="11848" y="33847"/>
                    </a:cubicBezTo>
                    <a:cubicBezTo>
                      <a:pt x="11808" y="33888"/>
                      <a:pt x="11844" y="33950"/>
                      <a:pt x="11890" y="33950"/>
                    </a:cubicBezTo>
                    <a:cubicBezTo>
                      <a:pt x="11901" y="33950"/>
                      <a:pt x="11912" y="33946"/>
                      <a:pt x="11923" y="33938"/>
                    </a:cubicBezTo>
                    <a:cubicBezTo>
                      <a:pt x="12122" y="33764"/>
                      <a:pt x="12321" y="33599"/>
                      <a:pt x="12511" y="33408"/>
                    </a:cubicBezTo>
                    <a:lnTo>
                      <a:pt x="12511" y="33408"/>
                    </a:lnTo>
                    <a:cubicBezTo>
                      <a:pt x="12445" y="33566"/>
                      <a:pt x="12379" y="33731"/>
                      <a:pt x="12304" y="33880"/>
                    </a:cubicBezTo>
                    <a:cubicBezTo>
                      <a:pt x="12163" y="34203"/>
                      <a:pt x="11981" y="34502"/>
                      <a:pt x="11840" y="34817"/>
                    </a:cubicBezTo>
                    <a:cubicBezTo>
                      <a:pt x="11823" y="34863"/>
                      <a:pt x="11858" y="34893"/>
                      <a:pt x="11895" y="34893"/>
                    </a:cubicBezTo>
                    <a:cubicBezTo>
                      <a:pt x="11911" y="34893"/>
                      <a:pt x="11927" y="34887"/>
                      <a:pt x="11940" y="34875"/>
                    </a:cubicBezTo>
                    <a:cubicBezTo>
                      <a:pt x="12014" y="34783"/>
                      <a:pt x="12089" y="34692"/>
                      <a:pt x="12147" y="34593"/>
                    </a:cubicBezTo>
                    <a:lnTo>
                      <a:pt x="12147" y="34593"/>
                    </a:lnTo>
                    <a:cubicBezTo>
                      <a:pt x="12130" y="34825"/>
                      <a:pt x="12047" y="35049"/>
                      <a:pt x="11931" y="35239"/>
                    </a:cubicBezTo>
                    <a:cubicBezTo>
                      <a:pt x="11857" y="35347"/>
                      <a:pt x="11774" y="35446"/>
                      <a:pt x="11683" y="35529"/>
                    </a:cubicBezTo>
                    <a:cubicBezTo>
                      <a:pt x="11658" y="35546"/>
                      <a:pt x="11641" y="35571"/>
                      <a:pt x="11616" y="35587"/>
                    </a:cubicBezTo>
                    <a:cubicBezTo>
                      <a:pt x="11592" y="35438"/>
                      <a:pt x="11567" y="35289"/>
                      <a:pt x="11542" y="35140"/>
                    </a:cubicBezTo>
                    <a:cubicBezTo>
                      <a:pt x="11509" y="34883"/>
                      <a:pt x="11476" y="34626"/>
                      <a:pt x="11442" y="34361"/>
                    </a:cubicBezTo>
                    <a:cubicBezTo>
                      <a:pt x="11409" y="34096"/>
                      <a:pt x="11368" y="33831"/>
                      <a:pt x="11343" y="33557"/>
                    </a:cubicBezTo>
                    <a:cubicBezTo>
                      <a:pt x="11339" y="33535"/>
                      <a:pt x="11323" y="33525"/>
                      <a:pt x="11305" y="33525"/>
                    </a:cubicBezTo>
                    <a:cubicBezTo>
                      <a:pt x="11283" y="33525"/>
                      <a:pt x="11260" y="33541"/>
                      <a:pt x="11260" y="33574"/>
                    </a:cubicBezTo>
                    <a:cubicBezTo>
                      <a:pt x="11260" y="33839"/>
                      <a:pt x="11260" y="34104"/>
                      <a:pt x="11285" y="34369"/>
                    </a:cubicBezTo>
                    <a:cubicBezTo>
                      <a:pt x="11302" y="34634"/>
                      <a:pt x="11326" y="34899"/>
                      <a:pt x="11360" y="35165"/>
                    </a:cubicBezTo>
                    <a:cubicBezTo>
                      <a:pt x="11384" y="35421"/>
                      <a:pt x="11426" y="35678"/>
                      <a:pt x="11467" y="35935"/>
                    </a:cubicBezTo>
                    <a:cubicBezTo>
                      <a:pt x="11476" y="35993"/>
                      <a:pt x="11484" y="36051"/>
                      <a:pt x="11500" y="36109"/>
                    </a:cubicBezTo>
                    <a:cubicBezTo>
                      <a:pt x="11509" y="36341"/>
                      <a:pt x="11542" y="36573"/>
                      <a:pt x="11592" y="36797"/>
                    </a:cubicBezTo>
                    <a:cubicBezTo>
                      <a:pt x="11650" y="37037"/>
                      <a:pt x="11724" y="37269"/>
                      <a:pt x="11790" y="37509"/>
                    </a:cubicBezTo>
                    <a:cubicBezTo>
                      <a:pt x="11824" y="37609"/>
                      <a:pt x="11857" y="37708"/>
                      <a:pt x="11915" y="37808"/>
                    </a:cubicBezTo>
                    <a:cubicBezTo>
                      <a:pt x="11973" y="37891"/>
                      <a:pt x="12047" y="37965"/>
                      <a:pt x="12122" y="38031"/>
                    </a:cubicBezTo>
                    <a:cubicBezTo>
                      <a:pt x="12213" y="38114"/>
                      <a:pt x="12304" y="38189"/>
                      <a:pt x="12395" y="38272"/>
                    </a:cubicBezTo>
                    <a:cubicBezTo>
                      <a:pt x="12412" y="38288"/>
                      <a:pt x="12428" y="38297"/>
                      <a:pt x="12445" y="38313"/>
                    </a:cubicBezTo>
                    <a:cubicBezTo>
                      <a:pt x="12453" y="38321"/>
                      <a:pt x="12462" y="38338"/>
                      <a:pt x="12470" y="38346"/>
                    </a:cubicBezTo>
                    <a:cubicBezTo>
                      <a:pt x="12528" y="38421"/>
                      <a:pt x="12594" y="38495"/>
                      <a:pt x="12660" y="38570"/>
                    </a:cubicBezTo>
                    <a:cubicBezTo>
                      <a:pt x="12718" y="38636"/>
                      <a:pt x="12776" y="38711"/>
                      <a:pt x="12776" y="38802"/>
                    </a:cubicBezTo>
                    <a:cubicBezTo>
                      <a:pt x="12776" y="38835"/>
                      <a:pt x="12768" y="38868"/>
                      <a:pt x="12768" y="38901"/>
                    </a:cubicBezTo>
                    <a:cubicBezTo>
                      <a:pt x="12694" y="38835"/>
                      <a:pt x="12611" y="38777"/>
                      <a:pt x="12536" y="38719"/>
                    </a:cubicBezTo>
                    <a:cubicBezTo>
                      <a:pt x="12453" y="38661"/>
                      <a:pt x="12362" y="38587"/>
                      <a:pt x="12329" y="38487"/>
                    </a:cubicBezTo>
                    <a:cubicBezTo>
                      <a:pt x="12321" y="38446"/>
                      <a:pt x="12288" y="38426"/>
                      <a:pt x="12256" y="38426"/>
                    </a:cubicBezTo>
                    <a:cubicBezTo>
                      <a:pt x="12217" y="38426"/>
                      <a:pt x="12179" y="38454"/>
                      <a:pt x="12188" y="38504"/>
                    </a:cubicBezTo>
                    <a:cubicBezTo>
                      <a:pt x="12213" y="38744"/>
                      <a:pt x="12420" y="38876"/>
                      <a:pt x="12578" y="39034"/>
                    </a:cubicBezTo>
                    <a:cubicBezTo>
                      <a:pt x="12644" y="39100"/>
                      <a:pt x="12702" y="39175"/>
                      <a:pt x="12710" y="39258"/>
                    </a:cubicBezTo>
                    <a:cubicBezTo>
                      <a:pt x="12710" y="39332"/>
                      <a:pt x="12685" y="39390"/>
                      <a:pt x="12660" y="39448"/>
                    </a:cubicBezTo>
                    <a:cubicBezTo>
                      <a:pt x="12644" y="39498"/>
                      <a:pt x="12627" y="39556"/>
                      <a:pt x="12627" y="39606"/>
                    </a:cubicBezTo>
                    <a:cubicBezTo>
                      <a:pt x="12619" y="39614"/>
                      <a:pt x="12611" y="39614"/>
                      <a:pt x="12611" y="39622"/>
                    </a:cubicBezTo>
                    <a:lnTo>
                      <a:pt x="12602" y="39622"/>
                    </a:lnTo>
                    <a:lnTo>
                      <a:pt x="12578" y="39630"/>
                    </a:lnTo>
                    <a:lnTo>
                      <a:pt x="12569" y="39639"/>
                    </a:lnTo>
                    <a:lnTo>
                      <a:pt x="12561" y="39639"/>
                    </a:lnTo>
                    <a:lnTo>
                      <a:pt x="12528" y="39647"/>
                    </a:lnTo>
                    <a:cubicBezTo>
                      <a:pt x="12462" y="39655"/>
                      <a:pt x="12387" y="39664"/>
                      <a:pt x="12312" y="39672"/>
                    </a:cubicBezTo>
                    <a:cubicBezTo>
                      <a:pt x="12238" y="39688"/>
                      <a:pt x="12163" y="39688"/>
                      <a:pt x="12097" y="39705"/>
                    </a:cubicBezTo>
                    <a:lnTo>
                      <a:pt x="12080" y="39705"/>
                    </a:lnTo>
                    <a:cubicBezTo>
                      <a:pt x="12080" y="39572"/>
                      <a:pt x="12039" y="39432"/>
                      <a:pt x="11973" y="39324"/>
                    </a:cubicBezTo>
                    <a:cubicBezTo>
                      <a:pt x="11931" y="39249"/>
                      <a:pt x="11882" y="39191"/>
                      <a:pt x="11832" y="39133"/>
                    </a:cubicBezTo>
                    <a:cubicBezTo>
                      <a:pt x="11782" y="39084"/>
                      <a:pt x="11732" y="39034"/>
                      <a:pt x="11724" y="38959"/>
                    </a:cubicBezTo>
                    <a:cubicBezTo>
                      <a:pt x="11724" y="38918"/>
                      <a:pt x="11689" y="38897"/>
                      <a:pt x="11654" y="38897"/>
                    </a:cubicBezTo>
                    <a:cubicBezTo>
                      <a:pt x="11618" y="38897"/>
                      <a:pt x="11583" y="38918"/>
                      <a:pt x="11583" y="38959"/>
                    </a:cubicBezTo>
                    <a:cubicBezTo>
                      <a:pt x="11575" y="39100"/>
                      <a:pt x="11666" y="39200"/>
                      <a:pt x="11732" y="39316"/>
                    </a:cubicBezTo>
                    <a:cubicBezTo>
                      <a:pt x="11790" y="39423"/>
                      <a:pt x="11832" y="39548"/>
                      <a:pt x="11848" y="39664"/>
                    </a:cubicBezTo>
                    <a:lnTo>
                      <a:pt x="11848" y="39680"/>
                    </a:lnTo>
                    <a:cubicBezTo>
                      <a:pt x="11782" y="39664"/>
                      <a:pt x="11716" y="39647"/>
                      <a:pt x="11650" y="39622"/>
                    </a:cubicBezTo>
                    <a:cubicBezTo>
                      <a:pt x="11525" y="39572"/>
                      <a:pt x="11401" y="39523"/>
                      <a:pt x="11277" y="39481"/>
                    </a:cubicBezTo>
                    <a:cubicBezTo>
                      <a:pt x="11003" y="39382"/>
                      <a:pt x="10722" y="39307"/>
                      <a:pt x="10440" y="39274"/>
                    </a:cubicBezTo>
                    <a:lnTo>
                      <a:pt x="10415" y="39274"/>
                    </a:lnTo>
                    <a:cubicBezTo>
                      <a:pt x="10374" y="39249"/>
                      <a:pt x="10332" y="39224"/>
                      <a:pt x="10291" y="39200"/>
                    </a:cubicBezTo>
                    <a:cubicBezTo>
                      <a:pt x="10208" y="39150"/>
                      <a:pt x="10117" y="39100"/>
                      <a:pt x="10034" y="39050"/>
                    </a:cubicBezTo>
                    <a:cubicBezTo>
                      <a:pt x="9885" y="38968"/>
                      <a:pt x="9736" y="38876"/>
                      <a:pt x="9686" y="38703"/>
                    </a:cubicBezTo>
                    <a:cubicBezTo>
                      <a:pt x="9644" y="38520"/>
                      <a:pt x="9686" y="38321"/>
                      <a:pt x="9694" y="38139"/>
                    </a:cubicBezTo>
                    <a:cubicBezTo>
                      <a:pt x="9694" y="37949"/>
                      <a:pt x="9694" y="37733"/>
                      <a:pt x="9611" y="37559"/>
                    </a:cubicBezTo>
                    <a:cubicBezTo>
                      <a:pt x="9604" y="37537"/>
                      <a:pt x="9585" y="37526"/>
                      <a:pt x="9566" y="37526"/>
                    </a:cubicBezTo>
                    <a:cubicBezTo>
                      <a:pt x="9542" y="37526"/>
                      <a:pt x="9517" y="37543"/>
                      <a:pt x="9512" y="37576"/>
                    </a:cubicBezTo>
                    <a:cubicBezTo>
                      <a:pt x="9512" y="37592"/>
                      <a:pt x="9512" y="37601"/>
                      <a:pt x="9512" y="37617"/>
                    </a:cubicBezTo>
                    <a:cubicBezTo>
                      <a:pt x="9512" y="37617"/>
                      <a:pt x="9504" y="37609"/>
                      <a:pt x="9504" y="37609"/>
                    </a:cubicBezTo>
                    <a:cubicBezTo>
                      <a:pt x="9504" y="37601"/>
                      <a:pt x="9495" y="37584"/>
                      <a:pt x="9495" y="37576"/>
                    </a:cubicBezTo>
                    <a:cubicBezTo>
                      <a:pt x="9470" y="37493"/>
                      <a:pt x="9512" y="37402"/>
                      <a:pt x="9528" y="37327"/>
                    </a:cubicBezTo>
                    <a:cubicBezTo>
                      <a:pt x="9553" y="37228"/>
                      <a:pt x="9570" y="37120"/>
                      <a:pt x="9586" y="37021"/>
                    </a:cubicBezTo>
                    <a:cubicBezTo>
                      <a:pt x="9620" y="36789"/>
                      <a:pt x="9636" y="36557"/>
                      <a:pt x="9636" y="36325"/>
                    </a:cubicBezTo>
                    <a:cubicBezTo>
                      <a:pt x="9678" y="36225"/>
                      <a:pt x="9678" y="36109"/>
                      <a:pt x="9686" y="36018"/>
                    </a:cubicBezTo>
                    <a:cubicBezTo>
                      <a:pt x="9694" y="35852"/>
                      <a:pt x="9686" y="35695"/>
                      <a:pt x="9678" y="35537"/>
                    </a:cubicBezTo>
                    <a:cubicBezTo>
                      <a:pt x="9653" y="35231"/>
                      <a:pt x="9586" y="34924"/>
                      <a:pt x="9504" y="34626"/>
                    </a:cubicBezTo>
                    <a:cubicBezTo>
                      <a:pt x="9491" y="34607"/>
                      <a:pt x="9474" y="34598"/>
                      <a:pt x="9452" y="34598"/>
                    </a:cubicBezTo>
                    <a:cubicBezTo>
                      <a:pt x="9445" y="34598"/>
                      <a:pt x="9437" y="34599"/>
                      <a:pt x="9429" y="34601"/>
                    </a:cubicBezTo>
                    <a:lnTo>
                      <a:pt x="9487" y="33731"/>
                    </a:lnTo>
                    <a:cubicBezTo>
                      <a:pt x="9492" y="33690"/>
                      <a:pt x="9458" y="33666"/>
                      <a:pt x="9426" y="33666"/>
                    </a:cubicBezTo>
                    <a:cubicBezTo>
                      <a:pt x="9400" y="33666"/>
                      <a:pt x="9375" y="33681"/>
                      <a:pt x="9371" y="33715"/>
                    </a:cubicBezTo>
                    <a:lnTo>
                      <a:pt x="9338" y="33955"/>
                    </a:lnTo>
                    <a:cubicBezTo>
                      <a:pt x="9338" y="33855"/>
                      <a:pt x="9330" y="33756"/>
                      <a:pt x="9321" y="33665"/>
                    </a:cubicBezTo>
                    <a:cubicBezTo>
                      <a:pt x="9296" y="33474"/>
                      <a:pt x="9272" y="33292"/>
                      <a:pt x="9238" y="33110"/>
                    </a:cubicBezTo>
                    <a:cubicBezTo>
                      <a:pt x="9197" y="32928"/>
                      <a:pt x="9131" y="32745"/>
                      <a:pt x="9147" y="32555"/>
                    </a:cubicBezTo>
                    <a:cubicBezTo>
                      <a:pt x="9147" y="32522"/>
                      <a:pt x="9120" y="32502"/>
                      <a:pt x="9096" y="32502"/>
                    </a:cubicBezTo>
                    <a:cubicBezTo>
                      <a:pt x="9077" y="32502"/>
                      <a:pt x="9060" y="32513"/>
                      <a:pt x="9056" y="32538"/>
                    </a:cubicBezTo>
                    <a:cubicBezTo>
                      <a:pt x="9056" y="32571"/>
                      <a:pt x="9048" y="32596"/>
                      <a:pt x="9048" y="32621"/>
                    </a:cubicBezTo>
                    <a:cubicBezTo>
                      <a:pt x="9040" y="32555"/>
                      <a:pt x="9023" y="32488"/>
                      <a:pt x="9015" y="32414"/>
                    </a:cubicBezTo>
                    <a:cubicBezTo>
                      <a:pt x="8982" y="32157"/>
                      <a:pt x="8932" y="31892"/>
                      <a:pt x="8907" y="31627"/>
                    </a:cubicBezTo>
                    <a:cubicBezTo>
                      <a:pt x="8903" y="31598"/>
                      <a:pt x="8880" y="31583"/>
                      <a:pt x="8858" y="31583"/>
                    </a:cubicBezTo>
                    <a:cubicBezTo>
                      <a:pt x="8837" y="31583"/>
                      <a:pt x="8816" y="31598"/>
                      <a:pt x="8816" y="31627"/>
                    </a:cubicBezTo>
                    <a:cubicBezTo>
                      <a:pt x="8816" y="31652"/>
                      <a:pt x="8808" y="31676"/>
                      <a:pt x="8808" y="31701"/>
                    </a:cubicBezTo>
                    <a:cubicBezTo>
                      <a:pt x="8791" y="31569"/>
                      <a:pt x="8774" y="31436"/>
                      <a:pt x="8766" y="31304"/>
                    </a:cubicBezTo>
                    <a:cubicBezTo>
                      <a:pt x="8750" y="31121"/>
                      <a:pt x="8758" y="30947"/>
                      <a:pt x="8783" y="30765"/>
                    </a:cubicBezTo>
                    <a:cubicBezTo>
                      <a:pt x="8808" y="30591"/>
                      <a:pt x="8857" y="30409"/>
                      <a:pt x="8841" y="30235"/>
                    </a:cubicBezTo>
                    <a:cubicBezTo>
                      <a:pt x="8841" y="30203"/>
                      <a:pt x="8819" y="30189"/>
                      <a:pt x="8795" y="30189"/>
                    </a:cubicBezTo>
                    <a:cubicBezTo>
                      <a:pt x="8775" y="30189"/>
                      <a:pt x="8753" y="30199"/>
                      <a:pt x="8741" y="30218"/>
                    </a:cubicBezTo>
                    <a:cubicBezTo>
                      <a:pt x="8692" y="30334"/>
                      <a:pt x="8658" y="30475"/>
                      <a:pt x="8634" y="30599"/>
                    </a:cubicBezTo>
                    <a:cubicBezTo>
                      <a:pt x="8625" y="30458"/>
                      <a:pt x="8617" y="30326"/>
                      <a:pt x="8617" y="30185"/>
                    </a:cubicBezTo>
                    <a:cubicBezTo>
                      <a:pt x="8609" y="29878"/>
                      <a:pt x="8600" y="29572"/>
                      <a:pt x="8600" y="29274"/>
                    </a:cubicBezTo>
                    <a:cubicBezTo>
                      <a:pt x="8600" y="29241"/>
                      <a:pt x="8574" y="29221"/>
                      <a:pt x="8549" y="29221"/>
                    </a:cubicBezTo>
                    <a:cubicBezTo>
                      <a:pt x="8530" y="29221"/>
                      <a:pt x="8513" y="29232"/>
                      <a:pt x="8509" y="29257"/>
                    </a:cubicBezTo>
                    <a:cubicBezTo>
                      <a:pt x="8460" y="29564"/>
                      <a:pt x="8443" y="29870"/>
                      <a:pt x="8443" y="30185"/>
                    </a:cubicBezTo>
                    <a:cubicBezTo>
                      <a:pt x="8443" y="30334"/>
                      <a:pt x="8443" y="30475"/>
                      <a:pt x="8451" y="30624"/>
                    </a:cubicBezTo>
                    <a:cubicBezTo>
                      <a:pt x="8460" y="30773"/>
                      <a:pt x="8460" y="30947"/>
                      <a:pt x="8526" y="31080"/>
                    </a:cubicBezTo>
                    <a:cubicBezTo>
                      <a:pt x="8534" y="31105"/>
                      <a:pt x="8542" y="31113"/>
                      <a:pt x="8559" y="31113"/>
                    </a:cubicBezTo>
                    <a:cubicBezTo>
                      <a:pt x="8559" y="31179"/>
                      <a:pt x="8559" y="31237"/>
                      <a:pt x="8559" y="31304"/>
                    </a:cubicBezTo>
                    <a:cubicBezTo>
                      <a:pt x="8576" y="31494"/>
                      <a:pt x="8600" y="31685"/>
                      <a:pt x="8625" y="31875"/>
                    </a:cubicBezTo>
                    <a:cubicBezTo>
                      <a:pt x="8634" y="31966"/>
                      <a:pt x="8642" y="32066"/>
                      <a:pt x="8658" y="32157"/>
                    </a:cubicBezTo>
                    <a:cubicBezTo>
                      <a:pt x="8675" y="32248"/>
                      <a:pt x="8692" y="32348"/>
                      <a:pt x="8741" y="32422"/>
                    </a:cubicBezTo>
                    <a:cubicBezTo>
                      <a:pt x="8752" y="32432"/>
                      <a:pt x="8768" y="32439"/>
                      <a:pt x="8785" y="32439"/>
                    </a:cubicBezTo>
                    <a:cubicBezTo>
                      <a:pt x="8796" y="32439"/>
                      <a:pt x="8806" y="32437"/>
                      <a:pt x="8816" y="32430"/>
                    </a:cubicBezTo>
                    <a:cubicBezTo>
                      <a:pt x="8824" y="32563"/>
                      <a:pt x="8849" y="32687"/>
                      <a:pt x="8866" y="32820"/>
                    </a:cubicBezTo>
                    <a:cubicBezTo>
                      <a:pt x="8890" y="32952"/>
                      <a:pt x="8907" y="33093"/>
                      <a:pt x="8998" y="33193"/>
                    </a:cubicBezTo>
                    <a:cubicBezTo>
                      <a:pt x="9013" y="33207"/>
                      <a:pt x="9033" y="33216"/>
                      <a:pt x="9052" y="33216"/>
                    </a:cubicBezTo>
                    <a:cubicBezTo>
                      <a:pt x="9066" y="33216"/>
                      <a:pt x="9079" y="33211"/>
                      <a:pt x="9089" y="33201"/>
                    </a:cubicBezTo>
                    <a:cubicBezTo>
                      <a:pt x="9106" y="33350"/>
                      <a:pt x="9122" y="33491"/>
                      <a:pt x="9139" y="33640"/>
                    </a:cubicBezTo>
                    <a:cubicBezTo>
                      <a:pt x="9156" y="33831"/>
                      <a:pt x="9156" y="34021"/>
                      <a:pt x="9164" y="34212"/>
                    </a:cubicBezTo>
                    <a:cubicBezTo>
                      <a:pt x="9164" y="34311"/>
                      <a:pt x="9164" y="34402"/>
                      <a:pt x="9172" y="34502"/>
                    </a:cubicBezTo>
                    <a:cubicBezTo>
                      <a:pt x="9172" y="34593"/>
                      <a:pt x="9164" y="34684"/>
                      <a:pt x="9197" y="34775"/>
                    </a:cubicBezTo>
                    <a:cubicBezTo>
                      <a:pt x="9197" y="34800"/>
                      <a:pt x="9214" y="34808"/>
                      <a:pt x="9230" y="34808"/>
                    </a:cubicBezTo>
                    <a:cubicBezTo>
                      <a:pt x="9214" y="34949"/>
                      <a:pt x="9205" y="35090"/>
                      <a:pt x="9205" y="35231"/>
                    </a:cubicBezTo>
                    <a:cubicBezTo>
                      <a:pt x="9197" y="35380"/>
                      <a:pt x="9205" y="35546"/>
                      <a:pt x="9280" y="35678"/>
                    </a:cubicBezTo>
                    <a:cubicBezTo>
                      <a:pt x="9291" y="35693"/>
                      <a:pt x="9308" y="35699"/>
                      <a:pt x="9325" y="35699"/>
                    </a:cubicBezTo>
                    <a:cubicBezTo>
                      <a:pt x="9346" y="35699"/>
                      <a:pt x="9366" y="35689"/>
                      <a:pt x="9371" y="35670"/>
                    </a:cubicBezTo>
                    <a:cubicBezTo>
                      <a:pt x="9421" y="35521"/>
                      <a:pt x="9396" y="35347"/>
                      <a:pt x="9404" y="35189"/>
                    </a:cubicBezTo>
                    <a:cubicBezTo>
                      <a:pt x="9404" y="35065"/>
                      <a:pt x="9412" y="34933"/>
                      <a:pt x="9421" y="34800"/>
                    </a:cubicBezTo>
                    <a:cubicBezTo>
                      <a:pt x="9462" y="35049"/>
                      <a:pt x="9479" y="35297"/>
                      <a:pt x="9479" y="35546"/>
                    </a:cubicBezTo>
                    <a:cubicBezTo>
                      <a:pt x="9479" y="35695"/>
                      <a:pt x="9479" y="35836"/>
                      <a:pt x="9470" y="35985"/>
                    </a:cubicBezTo>
                    <a:cubicBezTo>
                      <a:pt x="9462" y="36109"/>
                      <a:pt x="9437" y="36267"/>
                      <a:pt x="9470" y="36391"/>
                    </a:cubicBezTo>
                    <a:cubicBezTo>
                      <a:pt x="9446" y="36615"/>
                      <a:pt x="9412" y="36838"/>
                      <a:pt x="9371" y="37054"/>
                    </a:cubicBezTo>
                    <a:cubicBezTo>
                      <a:pt x="9354" y="37112"/>
                      <a:pt x="9346" y="37170"/>
                      <a:pt x="9330" y="37228"/>
                    </a:cubicBezTo>
                    <a:cubicBezTo>
                      <a:pt x="9305" y="37186"/>
                      <a:pt x="9272" y="37137"/>
                      <a:pt x="9230" y="37103"/>
                    </a:cubicBezTo>
                    <a:cubicBezTo>
                      <a:pt x="9147" y="37035"/>
                      <a:pt x="9050" y="37013"/>
                      <a:pt x="8950" y="37013"/>
                    </a:cubicBezTo>
                    <a:cubicBezTo>
                      <a:pt x="8880" y="37013"/>
                      <a:pt x="8809" y="37024"/>
                      <a:pt x="8741" y="37037"/>
                    </a:cubicBezTo>
                    <a:cubicBezTo>
                      <a:pt x="8559" y="37079"/>
                      <a:pt x="8368" y="37095"/>
                      <a:pt x="8178" y="37095"/>
                    </a:cubicBezTo>
                    <a:cubicBezTo>
                      <a:pt x="8128" y="37087"/>
                      <a:pt x="8079" y="37087"/>
                      <a:pt x="8037" y="37079"/>
                    </a:cubicBezTo>
                    <a:cubicBezTo>
                      <a:pt x="7963" y="37037"/>
                      <a:pt x="7896" y="36987"/>
                      <a:pt x="7822" y="36946"/>
                    </a:cubicBezTo>
                    <a:cubicBezTo>
                      <a:pt x="7747" y="36896"/>
                      <a:pt x="7673" y="36855"/>
                      <a:pt x="7598" y="36805"/>
                    </a:cubicBezTo>
                    <a:cubicBezTo>
                      <a:pt x="7523" y="36764"/>
                      <a:pt x="7424" y="36722"/>
                      <a:pt x="7374" y="36656"/>
                    </a:cubicBezTo>
                    <a:cubicBezTo>
                      <a:pt x="7333" y="36606"/>
                      <a:pt x="7341" y="36507"/>
                      <a:pt x="7341" y="36441"/>
                    </a:cubicBezTo>
                    <a:lnTo>
                      <a:pt x="7341" y="36441"/>
                    </a:lnTo>
                    <a:cubicBezTo>
                      <a:pt x="7349" y="36444"/>
                      <a:pt x="7359" y="36446"/>
                      <a:pt x="7368" y="36446"/>
                    </a:cubicBezTo>
                    <a:cubicBezTo>
                      <a:pt x="7406" y="36446"/>
                      <a:pt x="7445" y="36419"/>
                      <a:pt x="7432" y="36366"/>
                    </a:cubicBezTo>
                    <a:cubicBezTo>
                      <a:pt x="7407" y="36267"/>
                      <a:pt x="7366" y="36175"/>
                      <a:pt x="7333" y="36084"/>
                    </a:cubicBezTo>
                    <a:cubicBezTo>
                      <a:pt x="7325" y="35910"/>
                      <a:pt x="7316" y="35745"/>
                      <a:pt x="7308" y="35579"/>
                    </a:cubicBezTo>
                    <a:cubicBezTo>
                      <a:pt x="7308" y="35562"/>
                      <a:pt x="7300" y="35562"/>
                      <a:pt x="7291" y="35554"/>
                    </a:cubicBezTo>
                    <a:cubicBezTo>
                      <a:pt x="7308" y="35479"/>
                      <a:pt x="7333" y="35397"/>
                      <a:pt x="7358" y="35322"/>
                    </a:cubicBezTo>
                    <a:cubicBezTo>
                      <a:pt x="7383" y="35297"/>
                      <a:pt x="7407" y="35272"/>
                      <a:pt x="7432" y="35247"/>
                    </a:cubicBezTo>
                    <a:cubicBezTo>
                      <a:pt x="7507" y="35173"/>
                      <a:pt x="7573" y="35090"/>
                      <a:pt x="7639" y="35015"/>
                    </a:cubicBezTo>
                    <a:cubicBezTo>
                      <a:pt x="7639" y="35043"/>
                      <a:pt x="7667" y="35070"/>
                      <a:pt x="7695" y="35070"/>
                    </a:cubicBezTo>
                    <a:cubicBezTo>
                      <a:pt x="7701" y="35070"/>
                      <a:pt x="7708" y="35068"/>
                      <a:pt x="7714" y="35065"/>
                    </a:cubicBezTo>
                    <a:cubicBezTo>
                      <a:pt x="7822" y="35015"/>
                      <a:pt x="7905" y="34924"/>
                      <a:pt x="7979" y="34841"/>
                    </a:cubicBezTo>
                    <a:cubicBezTo>
                      <a:pt x="8062" y="34759"/>
                      <a:pt x="8137" y="34659"/>
                      <a:pt x="8211" y="34560"/>
                    </a:cubicBezTo>
                    <a:cubicBezTo>
                      <a:pt x="8352" y="34361"/>
                      <a:pt x="8468" y="34145"/>
                      <a:pt x="8542" y="33913"/>
                    </a:cubicBezTo>
                    <a:cubicBezTo>
                      <a:pt x="8692" y="33458"/>
                      <a:pt x="8683" y="32952"/>
                      <a:pt x="8410" y="32555"/>
                    </a:cubicBezTo>
                    <a:cubicBezTo>
                      <a:pt x="8410" y="32323"/>
                      <a:pt x="8385" y="32099"/>
                      <a:pt x="8335" y="31875"/>
                    </a:cubicBezTo>
                    <a:cubicBezTo>
                      <a:pt x="8219" y="31386"/>
                      <a:pt x="8004" y="30914"/>
                      <a:pt x="7731" y="30500"/>
                    </a:cubicBezTo>
                    <a:cubicBezTo>
                      <a:pt x="7573" y="30268"/>
                      <a:pt x="7399" y="30052"/>
                      <a:pt x="7192" y="29854"/>
                    </a:cubicBezTo>
                    <a:cubicBezTo>
                      <a:pt x="7183" y="29847"/>
                      <a:pt x="7174" y="29844"/>
                      <a:pt x="7166" y="29844"/>
                    </a:cubicBezTo>
                    <a:cubicBezTo>
                      <a:pt x="7133" y="29844"/>
                      <a:pt x="7106" y="29887"/>
                      <a:pt x="7126" y="29920"/>
                    </a:cubicBezTo>
                    <a:cubicBezTo>
                      <a:pt x="7515" y="30400"/>
                      <a:pt x="7830" y="30914"/>
                      <a:pt x="8004" y="31502"/>
                    </a:cubicBezTo>
                    <a:cubicBezTo>
                      <a:pt x="8095" y="31784"/>
                      <a:pt x="8153" y="32091"/>
                      <a:pt x="8161" y="32381"/>
                    </a:cubicBezTo>
                    <a:cubicBezTo>
                      <a:pt x="8170" y="32530"/>
                      <a:pt x="8170" y="32679"/>
                      <a:pt x="8153" y="32828"/>
                    </a:cubicBezTo>
                    <a:cubicBezTo>
                      <a:pt x="8137" y="32977"/>
                      <a:pt x="8095" y="33118"/>
                      <a:pt x="8095" y="33267"/>
                    </a:cubicBezTo>
                    <a:cubicBezTo>
                      <a:pt x="8095" y="33311"/>
                      <a:pt x="8125" y="33341"/>
                      <a:pt x="8159" y="33341"/>
                    </a:cubicBezTo>
                    <a:cubicBezTo>
                      <a:pt x="8176" y="33341"/>
                      <a:pt x="8194" y="33334"/>
                      <a:pt x="8211" y="33317"/>
                    </a:cubicBezTo>
                    <a:cubicBezTo>
                      <a:pt x="8319" y="33193"/>
                      <a:pt x="8368" y="33019"/>
                      <a:pt x="8393" y="32845"/>
                    </a:cubicBezTo>
                    <a:lnTo>
                      <a:pt x="8393" y="32845"/>
                    </a:lnTo>
                    <a:cubicBezTo>
                      <a:pt x="8476" y="33184"/>
                      <a:pt x="8443" y="33549"/>
                      <a:pt x="8319" y="33880"/>
                    </a:cubicBezTo>
                    <a:cubicBezTo>
                      <a:pt x="8244" y="34079"/>
                      <a:pt x="8137" y="34270"/>
                      <a:pt x="8012" y="34444"/>
                    </a:cubicBezTo>
                    <a:cubicBezTo>
                      <a:pt x="7996" y="34477"/>
                      <a:pt x="7971" y="34510"/>
                      <a:pt x="7946" y="34543"/>
                    </a:cubicBezTo>
                    <a:cubicBezTo>
                      <a:pt x="7938" y="34536"/>
                      <a:pt x="7928" y="34532"/>
                      <a:pt x="7917" y="34532"/>
                    </a:cubicBezTo>
                    <a:cubicBezTo>
                      <a:pt x="7903" y="34532"/>
                      <a:pt x="7889" y="34538"/>
                      <a:pt x="7880" y="34551"/>
                    </a:cubicBezTo>
                    <a:cubicBezTo>
                      <a:pt x="7706" y="34759"/>
                      <a:pt x="7515" y="34957"/>
                      <a:pt x="7325" y="35156"/>
                    </a:cubicBezTo>
                    <a:cubicBezTo>
                      <a:pt x="7142" y="35347"/>
                      <a:pt x="6927" y="35521"/>
                      <a:pt x="6753" y="35728"/>
                    </a:cubicBezTo>
                    <a:cubicBezTo>
                      <a:pt x="6719" y="35762"/>
                      <a:pt x="6757" y="35801"/>
                      <a:pt x="6794" y="35801"/>
                    </a:cubicBezTo>
                    <a:cubicBezTo>
                      <a:pt x="6803" y="35801"/>
                      <a:pt x="6811" y="35799"/>
                      <a:pt x="6819" y="35794"/>
                    </a:cubicBezTo>
                    <a:cubicBezTo>
                      <a:pt x="6919" y="35736"/>
                      <a:pt x="7001" y="35670"/>
                      <a:pt x="7084" y="35595"/>
                    </a:cubicBezTo>
                    <a:lnTo>
                      <a:pt x="7084" y="35595"/>
                    </a:lnTo>
                    <a:cubicBezTo>
                      <a:pt x="7068" y="35670"/>
                      <a:pt x="7059" y="35745"/>
                      <a:pt x="7059" y="35819"/>
                    </a:cubicBezTo>
                    <a:cubicBezTo>
                      <a:pt x="7068" y="35919"/>
                      <a:pt x="7101" y="36026"/>
                      <a:pt x="7142" y="36117"/>
                    </a:cubicBezTo>
                    <a:cubicBezTo>
                      <a:pt x="7151" y="36151"/>
                      <a:pt x="7159" y="36175"/>
                      <a:pt x="7175" y="36200"/>
                    </a:cubicBezTo>
                    <a:cubicBezTo>
                      <a:pt x="7167" y="36300"/>
                      <a:pt x="7159" y="36399"/>
                      <a:pt x="7159" y="36499"/>
                    </a:cubicBezTo>
                    <a:cubicBezTo>
                      <a:pt x="7151" y="36590"/>
                      <a:pt x="7142" y="36689"/>
                      <a:pt x="7192" y="36764"/>
                    </a:cubicBezTo>
                    <a:cubicBezTo>
                      <a:pt x="7242" y="36838"/>
                      <a:pt x="7325" y="36888"/>
                      <a:pt x="7399" y="36938"/>
                    </a:cubicBezTo>
                    <a:cubicBezTo>
                      <a:pt x="7449" y="36971"/>
                      <a:pt x="7499" y="37004"/>
                      <a:pt x="7548" y="37037"/>
                    </a:cubicBezTo>
                    <a:cubicBezTo>
                      <a:pt x="7532" y="37054"/>
                      <a:pt x="7532" y="37095"/>
                      <a:pt x="7565" y="37112"/>
                    </a:cubicBezTo>
                    <a:cubicBezTo>
                      <a:pt x="7656" y="37161"/>
                      <a:pt x="7747" y="37195"/>
                      <a:pt x="7847" y="37219"/>
                    </a:cubicBezTo>
                    <a:cubicBezTo>
                      <a:pt x="7963" y="37277"/>
                      <a:pt x="8079" y="37335"/>
                      <a:pt x="8203" y="37369"/>
                    </a:cubicBezTo>
                    <a:cubicBezTo>
                      <a:pt x="8209" y="37370"/>
                      <a:pt x="8215" y="37371"/>
                      <a:pt x="8221" y="37371"/>
                    </a:cubicBezTo>
                    <a:cubicBezTo>
                      <a:pt x="8276" y="37371"/>
                      <a:pt x="8306" y="37306"/>
                      <a:pt x="8261" y="37261"/>
                    </a:cubicBezTo>
                    <a:cubicBezTo>
                      <a:pt x="8344" y="37261"/>
                      <a:pt x="8418" y="37253"/>
                      <a:pt x="8493" y="37253"/>
                    </a:cubicBezTo>
                    <a:cubicBezTo>
                      <a:pt x="8638" y="37237"/>
                      <a:pt x="8791" y="37194"/>
                      <a:pt x="8937" y="37194"/>
                    </a:cubicBezTo>
                    <a:cubicBezTo>
                      <a:pt x="8949" y="37194"/>
                      <a:pt x="8961" y="37194"/>
                      <a:pt x="8973" y="37195"/>
                    </a:cubicBezTo>
                    <a:cubicBezTo>
                      <a:pt x="9031" y="37195"/>
                      <a:pt x="9089" y="37219"/>
                      <a:pt x="9139" y="37261"/>
                    </a:cubicBezTo>
                    <a:cubicBezTo>
                      <a:pt x="9180" y="37311"/>
                      <a:pt x="9189" y="37360"/>
                      <a:pt x="9197" y="37418"/>
                    </a:cubicBezTo>
                    <a:cubicBezTo>
                      <a:pt x="9204" y="37447"/>
                      <a:pt x="9236" y="37470"/>
                      <a:pt x="9261" y="37470"/>
                    </a:cubicBezTo>
                    <a:cubicBezTo>
                      <a:pt x="9265" y="37470"/>
                      <a:pt x="9268" y="37469"/>
                      <a:pt x="9272" y="37468"/>
                    </a:cubicBezTo>
                    <a:cubicBezTo>
                      <a:pt x="9272" y="37485"/>
                      <a:pt x="9272" y="37501"/>
                      <a:pt x="9272" y="37518"/>
                    </a:cubicBezTo>
                    <a:cubicBezTo>
                      <a:pt x="9234" y="37509"/>
                      <a:pt x="9197" y="37505"/>
                      <a:pt x="9161" y="37505"/>
                    </a:cubicBezTo>
                    <a:cubicBezTo>
                      <a:pt x="9125" y="37505"/>
                      <a:pt x="9089" y="37509"/>
                      <a:pt x="9056" y="37518"/>
                    </a:cubicBezTo>
                    <a:cubicBezTo>
                      <a:pt x="8982" y="37534"/>
                      <a:pt x="8915" y="37567"/>
                      <a:pt x="8849" y="37609"/>
                    </a:cubicBezTo>
                    <a:cubicBezTo>
                      <a:pt x="8806" y="37630"/>
                      <a:pt x="8838" y="37696"/>
                      <a:pt x="8880" y="37696"/>
                    </a:cubicBezTo>
                    <a:cubicBezTo>
                      <a:pt x="8886" y="37696"/>
                      <a:pt x="8892" y="37695"/>
                      <a:pt x="8899" y="37692"/>
                    </a:cubicBezTo>
                    <a:cubicBezTo>
                      <a:pt x="8957" y="37669"/>
                      <a:pt x="9014" y="37662"/>
                      <a:pt x="9072" y="37662"/>
                    </a:cubicBezTo>
                    <a:cubicBezTo>
                      <a:pt x="9122" y="37662"/>
                      <a:pt x="9172" y="37667"/>
                      <a:pt x="9222" y="37675"/>
                    </a:cubicBezTo>
                    <a:cubicBezTo>
                      <a:pt x="9247" y="37683"/>
                      <a:pt x="9263" y="37683"/>
                      <a:pt x="9288" y="37692"/>
                    </a:cubicBezTo>
                    <a:cubicBezTo>
                      <a:pt x="9296" y="37692"/>
                      <a:pt x="9296" y="37700"/>
                      <a:pt x="9305" y="37700"/>
                    </a:cubicBezTo>
                    <a:cubicBezTo>
                      <a:pt x="9321" y="37733"/>
                      <a:pt x="9338" y="37758"/>
                      <a:pt x="9363" y="37783"/>
                    </a:cubicBezTo>
                    <a:cubicBezTo>
                      <a:pt x="9354" y="37808"/>
                      <a:pt x="9346" y="37833"/>
                      <a:pt x="9354" y="37857"/>
                    </a:cubicBezTo>
                    <a:lnTo>
                      <a:pt x="9354" y="37866"/>
                    </a:lnTo>
                    <a:cubicBezTo>
                      <a:pt x="9354" y="37874"/>
                      <a:pt x="9346" y="37891"/>
                      <a:pt x="9346" y="37899"/>
                    </a:cubicBezTo>
                    <a:lnTo>
                      <a:pt x="9346" y="37915"/>
                    </a:lnTo>
                    <a:cubicBezTo>
                      <a:pt x="9338" y="37932"/>
                      <a:pt x="9338" y="37940"/>
                      <a:pt x="9330" y="37957"/>
                    </a:cubicBezTo>
                    <a:cubicBezTo>
                      <a:pt x="9330" y="37965"/>
                      <a:pt x="9321" y="37965"/>
                      <a:pt x="9321" y="37973"/>
                    </a:cubicBezTo>
                    <a:lnTo>
                      <a:pt x="9305" y="38015"/>
                    </a:lnTo>
                    <a:cubicBezTo>
                      <a:pt x="9288" y="38048"/>
                      <a:pt x="9263" y="38073"/>
                      <a:pt x="9247" y="38106"/>
                    </a:cubicBezTo>
                    <a:cubicBezTo>
                      <a:pt x="9205" y="38114"/>
                      <a:pt x="9164" y="38131"/>
                      <a:pt x="9122" y="38156"/>
                    </a:cubicBezTo>
                    <a:cubicBezTo>
                      <a:pt x="9098" y="38164"/>
                      <a:pt x="9089" y="38189"/>
                      <a:pt x="9098" y="38214"/>
                    </a:cubicBezTo>
                    <a:cubicBezTo>
                      <a:pt x="9106" y="38239"/>
                      <a:pt x="9122" y="38247"/>
                      <a:pt x="9147" y="38247"/>
                    </a:cubicBezTo>
                    <a:cubicBezTo>
                      <a:pt x="9139" y="38255"/>
                      <a:pt x="9131" y="38263"/>
                      <a:pt x="9122" y="38272"/>
                    </a:cubicBezTo>
                    <a:cubicBezTo>
                      <a:pt x="9122" y="38280"/>
                      <a:pt x="9114" y="38288"/>
                      <a:pt x="9114" y="38297"/>
                    </a:cubicBezTo>
                    <a:cubicBezTo>
                      <a:pt x="9048" y="38330"/>
                      <a:pt x="8982" y="38346"/>
                      <a:pt x="8907" y="38363"/>
                    </a:cubicBezTo>
                    <a:cubicBezTo>
                      <a:pt x="8786" y="38385"/>
                      <a:pt x="8657" y="38389"/>
                      <a:pt x="8528" y="38389"/>
                    </a:cubicBezTo>
                    <a:cubicBezTo>
                      <a:pt x="8463" y="38389"/>
                      <a:pt x="8399" y="38388"/>
                      <a:pt x="8335" y="38388"/>
                    </a:cubicBezTo>
                    <a:cubicBezTo>
                      <a:pt x="8021" y="38379"/>
                      <a:pt x="7706" y="38346"/>
                      <a:pt x="7391" y="38305"/>
                    </a:cubicBezTo>
                    <a:cubicBezTo>
                      <a:pt x="7366" y="38305"/>
                      <a:pt x="7341" y="38297"/>
                      <a:pt x="7316" y="38297"/>
                    </a:cubicBezTo>
                    <a:cubicBezTo>
                      <a:pt x="7076" y="38247"/>
                      <a:pt x="6836" y="38197"/>
                      <a:pt x="6595" y="38164"/>
                    </a:cubicBezTo>
                    <a:cubicBezTo>
                      <a:pt x="6562" y="38164"/>
                      <a:pt x="6537" y="38181"/>
                      <a:pt x="6529" y="38205"/>
                    </a:cubicBezTo>
                    <a:cubicBezTo>
                      <a:pt x="5974" y="38147"/>
                      <a:pt x="5427" y="38023"/>
                      <a:pt x="4897" y="37849"/>
                    </a:cubicBezTo>
                    <a:cubicBezTo>
                      <a:pt x="4890" y="37847"/>
                      <a:pt x="4884" y="37846"/>
                      <a:pt x="4879" y="37846"/>
                    </a:cubicBezTo>
                    <a:cubicBezTo>
                      <a:pt x="4863" y="37846"/>
                      <a:pt x="4851" y="37854"/>
                      <a:pt x="4839" y="37866"/>
                    </a:cubicBezTo>
                    <a:cubicBezTo>
                      <a:pt x="4773" y="37849"/>
                      <a:pt x="4715" y="37833"/>
                      <a:pt x="4657" y="37808"/>
                    </a:cubicBezTo>
                    <a:cubicBezTo>
                      <a:pt x="4499" y="37766"/>
                      <a:pt x="4350" y="37717"/>
                      <a:pt x="4209" y="37659"/>
                    </a:cubicBezTo>
                    <a:cubicBezTo>
                      <a:pt x="4068" y="37601"/>
                      <a:pt x="3927" y="37534"/>
                      <a:pt x="3787" y="37460"/>
                    </a:cubicBezTo>
                    <a:cubicBezTo>
                      <a:pt x="3753" y="37443"/>
                      <a:pt x="3712" y="37427"/>
                      <a:pt x="3679" y="37402"/>
                    </a:cubicBezTo>
                    <a:cubicBezTo>
                      <a:pt x="3654" y="37393"/>
                      <a:pt x="3604" y="37369"/>
                      <a:pt x="3596" y="37344"/>
                    </a:cubicBezTo>
                    <a:cubicBezTo>
                      <a:pt x="3588" y="37335"/>
                      <a:pt x="3613" y="37335"/>
                      <a:pt x="3637" y="37319"/>
                    </a:cubicBezTo>
                    <a:cubicBezTo>
                      <a:pt x="3654" y="37311"/>
                      <a:pt x="3662" y="37311"/>
                      <a:pt x="3687" y="37302"/>
                    </a:cubicBezTo>
                    <a:cubicBezTo>
                      <a:pt x="3712" y="37304"/>
                      <a:pt x="3737" y="37304"/>
                      <a:pt x="3762" y="37304"/>
                    </a:cubicBezTo>
                    <a:cubicBezTo>
                      <a:pt x="3878" y="37304"/>
                      <a:pt x="3994" y="37290"/>
                      <a:pt x="4110" y="37269"/>
                    </a:cubicBezTo>
                    <a:cubicBezTo>
                      <a:pt x="4176" y="37253"/>
                      <a:pt x="4159" y="37170"/>
                      <a:pt x="4101" y="37170"/>
                    </a:cubicBezTo>
                    <a:cubicBezTo>
                      <a:pt x="4074" y="37171"/>
                      <a:pt x="4046" y="37171"/>
                      <a:pt x="4018" y="37171"/>
                    </a:cubicBezTo>
                    <a:cubicBezTo>
                      <a:pt x="3770" y="37171"/>
                      <a:pt x="3511" y="37138"/>
                      <a:pt x="3273" y="37079"/>
                    </a:cubicBezTo>
                    <a:cubicBezTo>
                      <a:pt x="3008" y="37004"/>
                      <a:pt x="2759" y="36880"/>
                      <a:pt x="2527" y="36731"/>
                    </a:cubicBezTo>
                    <a:cubicBezTo>
                      <a:pt x="2515" y="36722"/>
                      <a:pt x="2504" y="36718"/>
                      <a:pt x="2493" y="36718"/>
                    </a:cubicBezTo>
                    <a:cubicBezTo>
                      <a:pt x="2450" y="36718"/>
                      <a:pt x="2420" y="36774"/>
                      <a:pt x="2453" y="36813"/>
                    </a:cubicBezTo>
                    <a:cubicBezTo>
                      <a:pt x="2436" y="36805"/>
                      <a:pt x="2420" y="36797"/>
                      <a:pt x="2403" y="36797"/>
                    </a:cubicBezTo>
                    <a:cubicBezTo>
                      <a:pt x="2171" y="36706"/>
                      <a:pt x="1947" y="36606"/>
                      <a:pt x="1740" y="36482"/>
                    </a:cubicBezTo>
                    <a:cubicBezTo>
                      <a:pt x="1550" y="36366"/>
                      <a:pt x="1359" y="36225"/>
                      <a:pt x="1202" y="36068"/>
                    </a:cubicBezTo>
                    <a:cubicBezTo>
                      <a:pt x="1160" y="36026"/>
                      <a:pt x="1119" y="35985"/>
                      <a:pt x="1077" y="35935"/>
                    </a:cubicBezTo>
                    <a:lnTo>
                      <a:pt x="1077" y="35935"/>
                    </a:lnTo>
                    <a:cubicBezTo>
                      <a:pt x="1089" y="35941"/>
                      <a:pt x="1101" y="35947"/>
                      <a:pt x="1112" y="35947"/>
                    </a:cubicBezTo>
                    <a:cubicBezTo>
                      <a:pt x="1117" y="35947"/>
                      <a:pt x="1122" y="35946"/>
                      <a:pt x="1127" y="35943"/>
                    </a:cubicBezTo>
                    <a:cubicBezTo>
                      <a:pt x="1177" y="35927"/>
                      <a:pt x="1152" y="35869"/>
                      <a:pt x="1135" y="35836"/>
                    </a:cubicBezTo>
                    <a:cubicBezTo>
                      <a:pt x="1094" y="35761"/>
                      <a:pt x="1036" y="35695"/>
                      <a:pt x="978" y="35629"/>
                    </a:cubicBezTo>
                    <a:cubicBezTo>
                      <a:pt x="920" y="35562"/>
                      <a:pt x="862" y="35488"/>
                      <a:pt x="796" y="35421"/>
                    </a:cubicBezTo>
                    <a:cubicBezTo>
                      <a:pt x="786" y="35408"/>
                      <a:pt x="772" y="35402"/>
                      <a:pt x="757" y="35402"/>
                    </a:cubicBezTo>
                    <a:cubicBezTo>
                      <a:pt x="745" y="35402"/>
                      <a:pt x="732" y="35406"/>
                      <a:pt x="721" y="35413"/>
                    </a:cubicBezTo>
                    <a:cubicBezTo>
                      <a:pt x="688" y="35347"/>
                      <a:pt x="663" y="35289"/>
                      <a:pt x="638" y="35231"/>
                    </a:cubicBezTo>
                    <a:cubicBezTo>
                      <a:pt x="597" y="35107"/>
                      <a:pt x="572" y="34982"/>
                      <a:pt x="539" y="34858"/>
                    </a:cubicBezTo>
                    <a:cubicBezTo>
                      <a:pt x="514" y="34725"/>
                      <a:pt x="489" y="34585"/>
                      <a:pt x="489" y="34452"/>
                    </a:cubicBezTo>
                    <a:cubicBezTo>
                      <a:pt x="489" y="34419"/>
                      <a:pt x="472" y="34402"/>
                      <a:pt x="448" y="34394"/>
                    </a:cubicBezTo>
                    <a:cubicBezTo>
                      <a:pt x="439" y="34361"/>
                      <a:pt x="439" y="34328"/>
                      <a:pt x="431" y="34295"/>
                    </a:cubicBezTo>
                    <a:cubicBezTo>
                      <a:pt x="406" y="34029"/>
                      <a:pt x="390" y="33756"/>
                      <a:pt x="390" y="33491"/>
                    </a:cubicBezTo>
                    <a:cubicBezTo>
                      <a:pt x="373" y="32944"/>
                      <a:pt x="406" y="32389"/>
                      <a:pt x="481" y="31842"/>
                    </a:cubicBezTo>
                    <a:cubicBezTo>
                      <a:pt x="485" y="31803"/>
                      <a:pt x="457" y="31782"/>
                      <a:pt x="427" y="31782"/>
                    </a:cubicBezTo>
                    <a:cubicBezTo>
                      <a:pt x="401" y="31782"/>
                      <a:pt x="373" y="31799"/>
                      <a:pt x="365" y="31834"/>
                    </a:cubicBezTo>
                    <a:cubicBezTo>
                      <a:pt x="340" y="31950"/>
                      <a:pt x="315" y="32074"/>
                      <a:pt x="290" y="32190"/>
                    </a:cubicBezTo>
                    <a:cubicBezTo>
                      <a:pt x="290" y="32165"/>
                      <a:pt x="290" y="32140"/>
                      <a:pt x="282" y="32116"/>
                    </a:cubicBezTo>
                    <a:cubicBezTo>
                      <a:pt x="257" y="31884"/>
                      <a:pt x="240" y="31652"/>
                      <a:pt x="240" y="31411"/>
                    </a:cubicBezTo>
                    <a:cubicBezTo>
                      <a:pt x="249" y="30964"/>
                      <a:pt x="307" y="30475"/>
                      <a:pt x="481" y="30061"/>
                    </a:cubicBezTo>
                    <a:cubicBezTo>
                      <a:pt x="491" y="30024"/>
                      <a:pt x="466" y="30001"/>
                      <a:pt x="439" y="30001"/>
                    </a:cubicBezTo>
                    <a:cubicBezTo>
                      <a:pt x="423" y="30001"/>
                      <a:pt x="407" y="30009"/>
                      <a:pt x="398" y="30028"/>
                    </a:cubicBezTo>
                    <a:cubicBezTo>
                      <a:pt x="365" y="30086"/>
                      <a:pt x="340" y="30135"/>
                      <a:pt x="315" y="30193"/>
                    </a:cubicBezTo>
                    <a:cubicBezTo>
                      <a:pt x="365" y="29895"/>
                      <a:pt x="423" y="29605"/>
                      <a:pt x="522" y="29323"/>
                    </a:cubicBezTo>
                    <a:cubicBezTo>
                      <a:pt x="605" y="29066"/>
                      <a:pt x="721" y="28834"/>
                      <a:pt x="837" y="28594"/>
                    </a:cubicBezTo>
                    <a:cubicBezTo>
                      <a:pt x="841" y="28619"/>
                      <a:pt x="858" y="28632"/>
                      <a:pt x="875" y="28632"/>
                    </a:cubicBezTo>
                    <a:cubicBezTo>
                      <a:pt x="893" y="28632"/>
                      <a:pt x="912" y="28619"/>
                      <a:pt x="920" y="28594"/>
                    </a:cubicBezTo>
                    <a:cubicBezTo>
                      <a:pt x="945" y="28470"/>
                      <a:pt x="970" y="28346"/>
                      <a:pt x="1003" y="28221"/>
                    </a:cubicBezTo>
                    <a:cubicBezTo>
                      <a:pt x="1102" y="28006"/>
                      <a:pt x="1193" y="27782"/>
                      <a:pt x="1293" y="27567"/>
                    </a:cubicBezTo>
                    <a:cubicBezTo>
                      <a:pt x="1310" y="27533"/>
                      <a:pt x="1280" y="27507"/>
                      <a:pt x="1249" y="27507"/>
                    </a:cubicBezTo>
                    <a:cubicBezTo>
                      <a:pt x="1235" y="27507"/>
                      <a:pt x="1220" y="27512"/>
                      <a:pt x="1210" y="27525"/>
                    </a:cubicBezTo>
                    <a:cubicBezTo>
                      <a:pt x="1268" y="27385"/>
                      <a:pt x="1326" y="27235"/>
                      <a:pt x="1392" y="27095"/>
                    </a:cubicBezTo>
                    <a:cubicBezTo>
                      <a:pt x="1624" y="26589"/>
                      <a:pt x="1906" y="26109"/>
                      <a:pt x="2163" y="25611"/>
                    </a:cubicBezTo>
                    <a:cubicBezTo>
                      <a:pt x="2320" y="25305"/>
                      <a:pt x="2461" y="24990"/>
                      <a:pt x="2610" y="24683"/>
                    </a:cubicBezTo>
                    <a:cubicBezTo>
                      <a:pt x="2628" y="24648"/>
                      <a:pt x="2595" y="24617"/>
                      <a:pt x="2566" y="24617"/>
                    </a:cubicBezTo>
                    <a:cubicBezTo>
                      <a:pt x="2554" y="24617"/>
                      <a:pt x="2543" y="24622"/>
                      <a:pt x="2536" y="24634"/>
                    </a:cubicBezTo>
                    <a:lnTo>
                      <a:pt x="2353" y="24924"/>
                    </a:lnTo>
                    <a:cubicBezTo>
                      <a:pt x="2411" y="24808"/>
                      <a:pt x="2461" y="24700"/>
                      <a:pt x="2511" y="24584"/>
                    </a:cubicBezTo>
                    <a:cubicBezTo>
                      <a:pt x="2718" y="24128"/>
                      <a:pt x="2933" y="23673"/>
                      <a:pt x="3182" y="23234"/>
                    </a:cubicBezTo>
                    <a:cubicBezTo>
                      <a:pt x="3323" y="22985"/>
                      <a:pt x="3472" y="22736"/>
                      <a:pt x="3629" y="22504"/>
                    </a:cubicBezTo>
                    <a:cubicBezTo>
                      <a:pt x="3653" y="22463"/>
                      <a:pt x="3626" y="22426"/>
                      <a:pt x="3594" y="22426"/>
                    </a:cubicBezTo>
                    <a:cubicBezTo>
                      <a:pt x="3581" y="22426"/>
                      <a:pt x="3567" y="22432"/>
                      <a:pt x="3555" y="22446"/>
                    </a:cubicBezTo>
                    <a:cubicBezTo>
                      <a:pt x="3463" y="22546"/>
                      <a:pt x="3381" y="22645"/>
                      <a:pt x="3298" y="22753"/>
                    </a:cubicBezTo>
                    <a:cubicBezTo>
                      <a:pt x="3314" y="22720"/>
                      <a:pt x="3323" y="22678"/>
                      <a:pt x="3339" y="22645"/>
                    </a:cubicBezTo>
                    <a:cubicBezTo>
                      <a:pt x="3439" y="22347"/>
                      <a:pt x="3530" y="22040"/>
                      <a:pt x="3662" y="21750"/>
                    </a:cubicBezTo>
                    <a:cubicBezTo>
                      <a:pt x="3795" y="21469"/>
                      <a:pt x="3985" y="21212"/>
                      <a:pt x="4176" y="20972"/>
                    </a:cubicBezTo>
                    <a:cubicBezTo>
                      <a:pt x="4383" y="20706"/>
                      <a:pt x="4582" y="20450"/>
                      <a:pt x="4789" y="20193"/>
                    </a:cubicBezTo>
                    <a:cubicBezTo>
                      <a:pt x="4963" y="19977"/>
                      <a:pt x="5129" y="19762"/>
                      <a:pt x="5295" y="19538"/>
                    </a:cubicBezTo>
                    <a:cubicBezTo>
                      <a:pt x="5303" y="19555"/>
                      <a:pt x="5303" y="19571"/>
                      <a:pt x="5303" y="19588"/>
                    </a:cubicBezTo>
                    <a:cubicBezTo>
                      <a:pt x="5314" y="19620"/>
                      <a:pt x="5342" y="19642"/>
                      <a:pt x="5369" y="19642"/>
                    </a:cubicBezTo>
                    <a:cubicBezTo>
                      <a:pt x="5384" y="19642"/>
                      <a:pt x="5399" y="19636"/>
                      <a:pt x="5411" y="19621"/>
                    </a:cubicBezTo>
                    <a:cubicBezTo>
                      <a:pt x="5469" y="19538"/>
                      <a:pt x="5485" y="19430"/>
                      <a:pt x="5518" y="19339"/>
                    </a:cubicBezTo>
                    <a:cubicBezTo>
                      <a:pt x="5551" y="19240"/>
                      <a:pt x="5576" y="19140"/>
                      <a:pt x="5618" y="19041"/>
                    </a:cubicBezTo>
                    <a:cubicBezTo>
                      <a:pt x="5684" y="18850"/>
                      <a:pt x="5767" y="18660"/>
                      <a:pt x="5891" y="18494"/>
                    </a:cubicBezTo>
                    <a:cubicBezTo>
                      <a:pt x="5957" y="18395"/>
                      <a:pt x="6049" y="18304"/>
                      <a:pt x="6131" y="18221"/>
                    </a:cubicBezTo>
                    <a:cubicBezTo>
                      <a:pt x="6131" y="18262"/>
                      <a:pt x="6148" y="18304"/>
                      <a:pt x="6173" y="18329"/>
                    </a:cubicBezTo>
                    <a:cubicBezTo>
                      <a:pt x="6185" y="18341"/>
                      <a:pt x="6200" y="18347"/>
                      <a:pt x="6213" y="18347"/>
                    </a:cubicBezTo>
                    <a:cubicBezTo>
                      <a:pt x="6227" y="18347"/>
                      <a:pt x="6239" y="18341"/>
                      <a:pt x="6247" y="18329"/>
                    </a:cubicBezTo>
                    <a:cubicBezTo>
                      <a:pt x="6289" y="18287"/>
                      <a:pt x="6289" y="18221"/>
                      <a:pt x="6297" y="18163"/>
                    </a:cubicBezTo>
                    <a:cubicBezTo>
                      <a:pt x="6305" y="18113"/>
                      <a:pt x="6314" y="18055"/>
                      <a:pt x="6322" y="17997"/>
                    </a:cubicBezTo>
                    <a:cubicBezTo>
                      <a:pt x="6438" y="17831"/>
                      <a:pt x="6504" y="17649"/>
                      <a:pt x="6496" y="17450"/>
                    </a:cubicBezTo>
                    <a:cubicBezTo>
                      <a:pt x="6496" y="17409"/>
                      <a:pt x="6463" y="17392"/>
                      <a:pt x="6430" y="17392"/>
                    </a:cubicBezTo>
                    <a:cubicBezTo>
                      <a:pt x="6471" y="17235"/>
                      <a:pt x="6529" y="17086"/>
                      <a:pt x="6604" y="16937"/>
                    </a:cubicBezTo>
                    <a:cubicBezTo>
                      <a:pt x="6703" y="16721"/>
                      <a:pt x="6836" y="16514"/>
                      <a:pt x="6960" y="16307"/>
                    </a:cubicBezTo>
                    <a:cubicBezTo>
                      <a:pt x="6960" y="16307"/>
                      <a:pt x="6960" y="16307"/>
                      <a:pt x="6960" y="16299"/>
                    </a:cubicBezTo>
                    <a:cubicBezTo>
                      <a:pt x="6970" y="16302"/>
                      <a:pt x="6979" y="16304"/>
                      <a:pt x="6987" y="16304"/>
                    </a:cubicBezTo>
                    <a:cubicBezTo>
                      <a:pt x="6999" y="16304"/>
                      <a:pt x="7008" y="16300"/>
                      <a:pt x="7018" y="16290"/>
                    </a:cubicBezTo>
                    <a:cubicBezTo>
                      <a:pt x="7068" y="16207"/>
                      <a:pt x="7093" y="16116"/>
                      <a:pt x="7117" y="16033"/>
                    </a:cubicBezTo>
                    <a:cubicBezTo>
                      <a:pt x="7184" y="15909"/>
                      <a:pt x="7242" y="15793"/>
                      <a:pt x="7300" y="15661"/>
                    </a:cubicBezTo>
                    <a:cubicBezTo>
                      <a:pt x="7316" y="15627"/>
                      <a:pt x="7300" y="15603"/>
                      <a:pt x="7275" y="15594"/>
                    </a:cubicBezTo>
                    <a:cubicBezTo>
                      <a:pt x="7291" y="15594"/>
                      <a:pt x="7316" y="15594"/>
                      <a:pt x="7325" y="15569"/>
                    </a:cubicBezTo>
                    <a:cubicBezTo>
                      <a:pt x="7383" y="15503"/>
                      <a:pt x="7407" y="15420"/>
                      <a:pt x="7441" y="15337"/>
                    </a:cubicBezTo>
                    <a:cubicBezTo>
                      <a:pt x="7474" y="15255"/>
                      <a:pt x="7499" y="15163"/>
                      <a:pt x="7523" y="15081"/>
                    </a:cubicBezTo>
                    <a:cubicBezTo>
                      <a:pt x="7532" y="15064"/>
                      <a:pt x="7540" y="15039"/>
                      <a:pt x="7548" y="15023"/>
                    </a:cubicBezTo>
                    <a:cubicBezTo>
                      <a:pt x="7565" y="15006"/>
                      <a:pt x="7557" y="14989"/>
                      <a:pt x="7557" y="14973"/>
                    </a:cubicBezTo>
                    <a:cubicBezTo>
                      <a:pt x="7598" y="14824"/>
                      <a:pt x="7648" y="14666"/>
                      <a:pt x="7714" y="14525"/>
                    </a:cubicBezTo>
                    <a:cubicBezTo>
                      <a:pt x="7780" y="14401"/>
                      <a:pt x="7863" y="14285"/>
                      <a:pt x="7938" y="14169"/>
                    </a:cubicBezTo>
                    <a:cubicBezTo>
                      <a:pt x="7946" y="14177"/>
                      <a:pt x="7946" y="14194"/>
                      <a:pt x="7946" y="14202"/>
                    </a:cubicBezTo>
                    <a:cubicBezTo>
                      <a:pt x="7950" y="14211"/>
                      <a:pt x="7963" y="14218"/>
                      <a:pt x="7975" y="14218"/>
                    </a:cubicBezTo>
                    <a:cubicBezTo>
                      <a:pt x="7986" y="14218"/>
                      <a:pt x="7996" y="14214"/>
                      <a:pt x="8004" y="14202"/>
                    </a:cubicBezTo>
                    <a:cubicBezTo>
                      <a:pt x="8045" y="14136"/>
                      <a:pt x="8062" y="14037"/>
                      <a:pt x="8079" y="13954"/>
                    </a:cubicBezTo>
                    <a:cubicBezTo>
                      <a:pt x="8112" y="13904"/>
                      <a:pt x="8137" y="13846"/>
                      <a:pt x="8161" y="13788"/>
                    </a:cubicBezTo>
                    <a:lnTo>
                      <a:pt x="8161" y="13788"/>
                    </a:lnTo>
                    <a:cubicBezTo>
                      <a:pt x="8145" y="13846"/>
                      <a:pt x="8128" y="13904"/>
                      <a:pt x="8120" y="13962"/>
                    </a:cubicBezTo>
                    <a:cubicBezTo>
                      <a:pt x="8112" y="14028"/>
                      <a:pt x="8103" y="14095"/>
                      <a:pt x="8103" y="14161"/>
                    </a:cubicBezTo>
                    <a:cubicBezTo>
                      <a:pt x="8103" y="14227"/>
                      <a:pt x="8095" y="14302"/>
                      <a:pt x="8120" y="14368"/>
                    </a:cubicBezTo>
                    <a:cubicBezTo>
                      <a:pt x="8129" y="14381"/>
                      <a:pt x="8147" y="14390"/>
                      <a:pt x="8164" y="14390"/>
                    </a:cubicBezTo>
                    <a:cubicBezTo>
                      <a:pt x="8178" y="14390"/>
                      <a:pt x="8191" y="14383"/>
                      <a:pt x="8194" y="14368"/>
                    </a:cubicBezTo>
                    <a:cubicBezTo>
                      <a:pt x="8219" y="14302"/>
                      <a:pt x="8211" y="14235"/>
                      <a:pt x="8219" y="14169"/>
                    </a:cubicBezTo>
                    <a:cubicBezTo>
                      <a:pt x="8228" y="14103"/>
                      <a:pt x="8228" y="14045"/>
                      <a:pt x="8236" y="13979"/>
                    </a:cubicBezTo>
                    <a:cubicBezTo>
                      <a:pt x="8252" y="13854"/>
                      <a:pt x="8277" y="13722"/>
                      <a:pt x="8319" y="13598"/>
                    </a:cubicBezTo>
                    <a:cubicBezTo>
                      <a:pt x="8335" y="13561"/>
                      <a:pt x="8304" y="13534"/>
                      <a:pt x="8273" y="13534"/>
                    </a:cubicBezTo>
                    <a:cubicBezTo>
                      <a:pt x="8255" y="13534"/>
                      <a:pt x="8237" y="13543"/>
                      <a:pt x="8228" y="13564"/>
                    </a:cubicBezTo>
                    <a:cubicBezTo>
                      <a:pt x="8211" y="13606"/>
                      <a:pt x="8203" y="13647"/>
                      <a:pt x="8186" y="13689"/>
                    </a:cubicBezTo>
                    <a:cubicBezTo>
                      <a:pt x="8186" y="13672"/>
                      <a:pt x="8170" y="13656"/>
                      <a:pt x="8153" y="13639"/>
                    </a:cubicBezTo>
                    <a:cubicBezTo>
                      <a:pt x="8161" y="13598"/>
                      <a:pt x="8178" y="13556"/>
                      <a:pt x="8194" y="13506"/>
                    </a:cubicBezTo>
                    <a:cubicBezTo>
                      <a:pt x="8203" y="13482"/>
                      <a:pt x="8211" y="13448"/>
                      <a:pt x="8219" y="13415"/>
                    </a:cubicBezTo>
                    <a:cubicBezTo>
                      <a:pt x="8228" y="13419"/>
                      <a:pt x="8236" y="13421"/>
                      <a:pt x="8243" y="13421"/>
                    </a:cubicBezTo>
                    <a:cubicBezTo>
                      <a:pt x="8250" y="13421"/>
                      <a:pt x="8257" y="13419"/>
                      <a:pt x="8261" y="13415"/>
                    </a:cubicBezTo>
                    <a:cubicBezTo>
                      <a:pt x="8335" y="13357"/>
                      <a:pt x="8385" y="13274"/>
                      <a:pt x="8426" y="13200"/>
                    </a:cubicBezTo>
                    <a:cubicBezTo>
                      <a:pt x="8468" y="13117"/>
                      <a:pt x="8509" y="13026"/>
                      <a:pt x="8534" y="12935"/>
                    </a:cubicBezTo>
                    <a:cubicBezTo>
                      <a:pt x="8584" y="12802"/>
                      <a:pt x="8625" y="12636"/>
                      <a:pt x="8559" y="12504"/>
                    </a:cubicBezTo>
                    <a:lnTo>
                      <a:pt x="8675" y="12504"/>
                    </a:lnTo>
                    <a:cubicBezTo>
                      <a:pt x="8658" y="12512"/>
                      <a:pt x="8650" y="12520"/>
                      <a:pt x="8650" y="12537"/>
                    </a:cubicBezTo>
                    <a:cubicBezTo>
                      <a:pt x="8650" y="12587"/>
                      <a:pt x="8658" y="12645"/>
                      <a:pt x="8658" y="12694"/>
                    </a:cubicBezTo>
                    <a:cubicBezTo>
                      <a:pt x="8658" y="12744"/>
                      <a:pt x="8658" y="12786"/>
                      <a:pt x="8650" y="12835"/>
                    </a:cubicBezTo>
                    <a:cubicBezTo>
                      <a:pt x="8650" y="12885"/>
                      <a:pt x="8634" y="12935"/>
                      <a:pt x="8625" y="12984"/>
                    </a:cubicBezTo>
                    <a:cubicBezTo>
                      <a:pt x="8617" y="13026"/>
                      <a:pt x="8600" y="13076"/>
                      <a:pt x="8600" y="13125"/>
                    </a:cubicBezTo>
                    <a:cubicBezTo>
                      <a:pt x="8600" y="13144"/>
                      <a:pt x="8619" y="13153"/>
                      <a:pt x="8635" y="13153"/>
                    </a:cubicBezTo>
                    <a:cubicBezTo>
                      <a:pt x="8641" y="13153"/>
                      <a:pt x="8646" y="13152"/>
                      <a:pt x="8650" y="13150"/>
                    </a:cubicBezTo>
                    <a:cubicBezTo>
                      <a:pt x="8692" y="13117"/>
                      <a:pt x="8716" y="13059"/>
                      <a:pt x="8733" y="13018"/>
                    </a:cubicBezTo>
                    <a:cubicBezTo>
                      <a:pt x="8758" y="12960"/>
                      <a:pt x="8766" y="12902"/>
                      <a:pt x="8774" y="12852"/>
                    </a:cubicBezTo>
                    <a:cubicBezTo>
                      <a:pt x="8783" y="12744"/>
                      <a:pt x="8774" y="12620"/>
                      <a:pt x="8725" y="12529"/>
                    </a:cubicBezTo>
                    <a:cubicBezTo>
                      <a:pt x="8717" y="12521"/>
                      <a:pt x="8709" y="12513"/>
                      <a:pt x="8701" y="12512"/>
                    </a:cubicBezTo>
                    <a:lnTo>
                      <a:pt x="8701" y="12512"/>
                    </a:lnTo>
                    <a:cubicBezTo>
                      <a:pt x="8753" y="12514"/>
                      <a:pt x="8806" y="12515"/>
                      <a:pt x="8858" y="12515"/>
                    </a:cubicBezTo>
                    <a:cubicBezTo>
                      <a:pt x="9337" y="12515"/>
                      <a:pt x="9819" y="12447"/>
                      <a:pt x="10274" y="12305"/>
                    </a:cubicBezTo>
                    <a:cubicBezTo>
                      <a:pt x="10432" y="12255"/>
                      <a:pt x="10589" y="12206"/>
                      <a:pt x="10755" y="12164"/>
                    </a:cubicBezTo>
                    <a:cubicBezTo>
                      <a:pt x="10904" y="12131"/>
                      <a:pt x="11053" y="12098"/>
                      <a:pt x="11202" y="12056"/>
                    </a:cubicBezTo>
                    <a:cubicBezTo>
                      <a:pt x="11210" y="12056"/>
                      <a:pt x="11210" y="12048"/>
                      <a:pt x="11219" y="12040"/>
                    </a:cubicBezTo>
                    <a:cubicBezTo>
                      <a:pt x="11244" y="12036"/>
                      <a:pt x="11268" y="12034"/>
                      <a:pt x="11293" y="12034"/>
                    </a:cubicBezTo>
                    <a:cubicBezTo>
                      <a:pt x="11318" y="12034"/>
                      <a:pt x="11343" y="12036"/>
                      <a:pt x="11368" y="12040"/>
                    </a:cubicBezTo>
                    <a:cubicBezTo>
                      <a:pt x="11426" y="12048"/>
                      <a:pt x="11476" y="12073"/>
                      <a:pt x="11534" y="12090"/>
                    </a:cubicBezTo>
                    <a:cubicBezTo>
                      <a:pt x="11558" y="12098"/>
                      <a:pt x="11583" y="12106"/>
                      <a:pt x="11608" y="12114"/>
                    </a:cubicBezTo>
                    <a:cubicBezTo>
                      <a:pt x="11633" y="12123"/>
                      <a:pt x="11658" y="12131"/>
                      <a:pt x="11683" y="12131"/>
                    </a:cubicBezTo>
                    <a:cubicBezTo>
                      <a:pt x="11699" y="12131"/>
                      <a:pt x="11708" y="12114"/>
                      <a:pt x="11708" y="12098"/>
                    </a:cubicBezTo>
                    <a:cubicBezTo>
                      <a:pt x="11699" y="12040"/>
                      <a:pt x="11625" y="12007"/>
                      <a:pt x="11575" y="11990"/>
                    </a:cubicBezTo>
                    <a:cubicBezTo>
                      <a:pt x="11517" y="11965"/>
                      <a:pt x="11451" y="11940"/>
                      <a:pt x="11393" y="11932"/>
                    </a:cubicBezTo>
                    <a:cubicBezTo>
                      <a:pt x="11367" y="11926"/>
                      <a:pt x="11342" y="11923"/>
                      <a:pt x="11317" y="11923"/>
                    </a:cubicBezTo>
                    <a:cubicBezTo>
                      <a:pt x="11276" y="11923"/>
                      <a:pt x="11235" y="11930"/>
                      <a:pt x="11194" y="11940"/>
                    </a:cubicBezTo>
                    <a:cubicBezTo>
                      <a:pt x="11161" y="11949"/>
                      <a:pt x="11136" y="11957"/>
                      <a:pt x="11103" y="11974"/>
                    </a:cubicBezTo>
                    <a:cubicBezTo>
                      <a:pt x="10813" y="11974"/>
                      <a:pt x="10514" y="12090"/>
                      <a:pt x="10233" y="12164"/>
                    </a:cubicBezTo>
                    <a:cubicBezTo>
                      <a:pt x="9918" y="12239"/>
                      <a:pt x="9603" y="12305"/>
                      <a:pt x="9280" y="12330"/>
                    </a:cubicBezTo>
                    <a:cubicBezTo>
                      <a:pt x="9131" y="12345"/>
                      <a:pt x="8981" y="12354"/>
                      <a:pt x="8830" y="12354"/>
                    </a:cubicBezTo>
                    <a:cubicBezTo>
                      <a:pt x="8662" y="12354"/>
                      <a:pt x="8493" y="12343"/>
                      <a:pt x="8327" y="12322"/>
                    </a:cubicBezTo>
                    <a:cubicBezTo>
                      <a:pt x="8070" y="12297"/>
                      <a:pt x="7780" y="12189"/>
                      <a:pt x="7681" y="11940"/>
                    </a:cubicBezTo>
                    <a:lnTo>
                      <a:pt x="7681" y="11932"/>
                    </a:lnTo>
                    <a:cubicBezTo>
                      <a:pt x="7689" y="11940"/>
                      <a:pt x="7697" y="11940"/>
                      <a:pt x="7697" y="11949"/>
                    </a:cubicBezTo>
                    <a:cubicBezTo>
                      <a:pt x="7813" y="12015"/>
                      <a:pt x="7979" y="12032"/>
                      <a:pt x="8112" y="12040"/>
                    </a:cubicBezTo>
                    <a:cubicBezTo>
                      <a:pt x="8148" y="12042"/>
                      <a:pt x="8184" y="12043"/>
                      <a:pt x="8220" y="12043"/>
                    </a:cubicBezTo>
                    <a:cubicBezTo>
                      <a:pt x="8497" y="12043"/>
                      <a:pt x="8768" y="11989"/>
                      <a:pt x="9031" y="11916"/>
                    </a:cubicBezTo>
                    <a:cubicBezTo>
                      <a:pt x="9180" y="11874"/>
                      <a:pt x="9330" y="11833"/>
                      <a:pt x="9462" y="11750"/>
                    </a:cubicBezTo>
                    <a:cubicBezTo>
                      <a:pt x="9520" y="11717"/>
                      <a:pt x="9578" y="11675"/>
                      <a:pt x="9644" y="11650"/>
                    </a:cubicBezTo>
                    <a:cubicBezTo>
                      <a:pt x="9673" y="11646"/>
                      <a:pt x="9699" y="11641"/>
                      <a:pt x="9725" y="11641"/>
                    </a:cubicBezTo>
                    <a:cubicBezTo>
                      <a:pt x="9745" y="11641"/>
                      <a:pt x="9764" y="11643"/>
                      <a:pt x="9785" y="11650"/>
                    </a:cubicBezTo>
                    <a:cubicBezTo>
                      <a:pt x="9818" y="11659"/>
                      <a:pt x="9843" y="11675"/>
                      <a:pt x="9876" y="11675"/>
                    </a:cubicBezTo>
                    <a:cubicBezTo>
                      <a:pt x="9883" y="11676"/>
                      <a:pt x="9888" y="11677"/>
                      <a:pt x="9894" y="11677"/>
                    </a:cubicBezTo>
                    <a:cubicBezTo>
                      <a:pt x="9942" y="11677"/>
                      <a:pt x="9972" y="11647"/>
                      <a:pt x="10009" y="11617"/>
                    </a:cubicBezTo>
                    <a:cubicBezTo>
                      <a:pt x="10052" y="11579"/>
                      <a:pt x="10099" y="11563"/>
                      <a:pt x="10150" y="11563"/>
                    </a:cubicBezTo>
                    <a:cubicBezTo>
                      <a:pt x="10177" y="11563"/>
                      <a:pt x="10204" y="11567"/>
                      <a:pt x="10233" y="11576"/>
                    </a:cubicBezTo>
                    <a:cubicBezTo>
                      <a:pt x="10365" y="11609"/>
                      <a:pt x="10490" y="11667"/>
                      <a:pt x="10630" y="11675"/>
                    </a:cubicBezTo>
                    <a:cubicBezTo>
                      <a:pt x="10651" y="11677"/>
                      <a:pt x="10673" y="11678"/>
                      <a:pt x="10694" y="11678"/>
                    </a:cubicBezTo>
                    <a:cubicBezTo>
                      <a:pt x="10907" y="11678"/>
                      <a:pt x="11126" y="11602"/>
                      <a:pt x="11277" y="11443"/>
                    </a:cubicBezTo>
                    <a:lnTo>
                      <a:pt x="11293" y="11427"/>
                    </a:lnTo>
                    <a:lnTo>
                      <a:pt x="11302" y="11418"/>
                    </a:lnTo>
                    <a:lnTo>
                      <a:pt x="11310" y="11410"/>
                    </a:lnTo>
                    <a:cubicBezTo>
                      <a:pt x="11318" y="11402"/>
                      <a:pt x="11326" y="11394"/>
                      <a:pt x="11335" y="11385"/>
                    </a:cubicBezTo>
                    <a:lnTo>
                      <a:pt x="11343" y="11377"/>
                    </a:lnTo>
                    <a:cubicBezTo>
                      <a:pt x="11360" y="11360"/>
                      <a:pt x="11368" y="11352"/>
                      <a:pt x="11384" y="11344"/>
                    </a:cubicBezTo>
                    <a:cubicBezTo>
                      <a:pt x="11401" y="11319"/>
                      <a:pt x="11426" y="11294"/>
                      <a:pt x="11451" y="11269"/>
                    </a:cubicBezTo>
                    <a:cubicBezTo>
                      <a:pt x="11467" y="11261"/>
                      <a:pt x="11476" y="11253"/>
                      <a:pt x="11492" y="11236"/>
                    </a:cubicBezTo>
                    <a:cubicBezTo>
                      <a:pt x="11500" y="11236"/>
                      <a:pt x="11500" y="11228"/>
                      <a:pt x="11509" y="11220"/>
                    </a:cubicBezTo>
                    <a:cubicBezTo>
                      <a:pt x="11534" y="11203"/>
                      <a:pt x="11542" y="11186"/>
                      <a:pt x="11550" y="11153"/>
                    </a:cubicBezTo>
                    <a:cubicBezTo>
                      <a:pt x="11550" y="11145"/>
                      <a:pt x="11550" y="11137"/>
                      <a:pt x="11550" y="11128"/>
                    </a:cubicBezTo>
                    <a:cubicBezTo>
                      <a:pt x="11550" y="11137"/>
                      <a:pt x="11558" y="11145"/>
                      <a:pt x="11567" y="11145"/>
                    </a:cubicBezTo>
                    <a:lnTo>
                      <a:pt x="11567" y="11162"/>
                    </a:lnTo>
                    <a:cubicBezTo>
                      <a:pt x="11575" y="11170"/>
                      <a:pt x="11583" y="11178"/>
                      <a:pt x="11583" y="11186"/>
                    </a:cubicBezTo>
                    <a:lnTo>
                      <a:pt x="11583" y="11195"/>
                    </a:lnTo>
                    <a:cubicBezTo>
                      <a:pt x="11592" y="11211"/>
                      <a:pt x="11592" y="11228"/>
                      <a:pt x="11600" y="11244"/>
                    </a:cubicBezTo>
                    <a:cubicBezTo>
                      <a:pt x="11616" y="11267"/>
                      <a:pt x="11644" y="11285"/>
                      <a:pt x="11673" y="11285"/>
                    </a:cubicBezTo>
                    <a:cubicBezTo>
                      <a:pt x="11687" y="11285"/>
                      <a:pt x="11702" y="11280"/>
                      <a:pt x="11716" y="11269"/>
                    </a:cubicBezTo>
                    <a:cubicBezTo>
                      <a:pt x="11757" y="11228"/>
                      <a:pt x="11749" y="11153"/>
                      <a:pt x="11724" y="11104"/>
                    </a:cubicBezTo>
                    <a:cubicBezTo>
                      <a:pt x="11683" y="11021"/>
                      <a:pt x="11608" y="10971"/>
                      <a:pt x="11525" y="10938"/>
                    </a:cubicBezTo>
                    <a:cubicBezTo>
                      <a:pt x="11426" y="10905"/>
                      <a:pt x="11335" y="10888"/>
                      <a:pt x="11235" y="10880"/>
                    </a:cubicBezTo>
                    <a:cubicBezTo>
                      <a:pt x="11210" y="10880"/>
                      <a:pt x="11177" y="10896"/>
                      <a:pt x="11177" y="10930"/>
                    </a:cubicBezTo>
                    <a:cubicBezTo>
                      <a:pt x="11169" y="10963"/>
                      <a:pt x="11194" y="10979"/>
                      <a:pt x="11227" y="10988"/>
                    </a:cubicBezTo>
                    <a:cubicBezTo>
                      <a:pt x="11293" y="11004"/>
                      <a:pt x="11368" y="11037"/>
                      <a:pt x="11442" y="11062"/>
                    </a:cubicBezTo>
                    <a:cubicBezTo>
                      <a:pt x="11418" y="11070"/>
                      <a:pt x="11401" y="11087"/>
                      <a:pt x="11384" y="11104"/>
                    </a:cubicBezTo>
                    <a:cubicBezTo>
                      <a:pt x="11368" y="11120"/>
                      <a:pt x="11351" y="11137"/>
                      <a:pt x="11335" y="11153"/>
                    </a:cubicBezTo>
                    <a:cubicBezTo>
                      <a:pt x="11310" y="11178"/>
                      <a:pt x="11285" y="11203"/>
                      <a:pt x="11268" y="11228"/>
                    </a:cubicBezTo>
                    <a:lnTo>
                      <a:pt x="11260" y="11244"/>
                    </a:lnTo>
                    <a:cubicBezTo>
                      <a:pt x="11252" y="11244"/>
                      <a:pt x="11235" y="11253"/>
                      <a:pt x="11227" y="11261"/>
                    </a:cubicBezTo>
                    <a:cubicBezTo>
                      <a:pt x="11083" y="11413"/>
                      <a:pt x="10890" y="11495"/>
                      <a:pt x="10680" y="11495"/>
                    </a:cubicBezTo>
                    <a:cubicBezTo>
                      <a:pt x="10661" y="11495"/>
                      <a:pt x="10642" y="11494"/>
                      <a:pt x="10622" y="11493"/>
                    </a:cubicBezTo>
                    <a:cubicBezTo>
                      <a:pt x="10485" y="11488"/>
                      <a:pt x="10327" y="11418"/>
                      <a:pt x="10181" y="11418"/>
                    </a:cubicBezTo>
                    <a:cubicBezTo>
                      <a:pt x="10099" y="11418"/>
                      <a:pt x="10020" y="11441"/>
                      <a:pt x="9951" y="11510"/>
                    </a:cubicBezTo>
                    <a:cubicBezTo>
                      <a:pt x="9918" y="11534"/>
                      <a:pt x="9918" y="11551"/>
                      <a:pt x="9876" y="11559"/>
                    </a:cubicBezTo>
                    <a:cubicBezTo>
                      <a:pt x="9843" y="11559"/>
                      <a:pt x="9810" y="11543"/>
                      <a:pt x="9777" y="11543"/>
                    </a:cubicBezTo>
                    <a:cubicBezTo>
                      <a:pt x="9764" y="11540"/>
                      <a:pt x="9750" y="11539"/>
                      <a:pt x="9736" y="11539"/>
                    </a:cubicBezTo>
                    <a:cubicBezTo>
                      <a:pt x="9697" y="11539"/>
                      <a:pt x="9656" y="11547"/>
                      <a:pt x="9620" y="11559"/>
                    </a:cubicBezTo>
                    <a:cubicBezTo>
                      <a:pt x="9487" y="11609"/>
                      <a:pt x="9371" y="11692"/>
                      <a:pt x="9230" y="11725"/>
                    </a:cubicBezTo>
                    <a:cubicBezTo>
                      <a:pt x="8965" y="11791"/>
                      <a:pt x="8683" y="11849"/>
                      <a:pt x="8410" y="11874"/>
                    </a:cubicBezTo>
                    <a:cubicBezTo>
                      <a:pt x="8350" y="11880"/>
                      <a:pt x="8290" y="11883"/>
                      <a:pt x="8230" y="11883"/>
                    </a:cubicBezTo>
                    <a:cubicBezTo>
                      <a:pt x="8133" y="11883"/>
                      <a:pt x="8038" y="11876"/>
                      <a:pt x="7946" y="11866"/>
                    </a:cubicBezTo>
                    <a:cubicBezTo>
                      <a:pt x="7880" y="11849"/>
                      <a:pt x="7780" y="11849"/>
                      <a:pt x="7739" y="11783"/>
                    </a:cubicBezTo>
                    <a:cubicBezTo>
                      <a:pt x="7755" y="11675"/>
                      <a:pt x="7714" y="11559"/>
                      <a:pt x="7623" y="11493"/>
                    </a:cubicBezTo>
                    <a:cubicBezTo>
                      <a:pt x="7623" y="11485"/>
                      <a:pt x="7615" y="11468"/>
                      <a:pt x="7606" y="11452"/>
                    </a:cubicBezTo>
                    <a:cubicBezTo>
                      <a:pt x="7623" y="11435"/>
                      <a:pt x="7631" y="11418"/>
                      <a:pt x="7623" y="11394"/>
                    </a:cubicBezTo>
                    <a:cubicBezTo>
                      <a:pt x="7623" y="11369"/>
                      <a:pt x="7631" y="11352"/>
                      <a:pt x="7648" y="11327"/>
                    </a:cubicBezTo>
                    <a:cubicBezTo>
                      <a:pt x="7714" y="11286"/>
                      <a:pt x="7764" y="11220"/>
                      <a:pt x="7797" y="11153"/>
                    </a:cubicBezTo>
                    <a:lnTo>
                      <a:pt x="7805" y="11145"/>
                    </a:lnTo>
                    <a:cubicBezTo>
                      <a:pt x="7871" y="11054"/>
                      <a:pt x="7938" y="10971"/>
                      <a:pt x="7996" y="10880"/>
                    </a:cubicBezTo>
                    <a:cubicBezTo>
                      <a:pt x="8112" y="10689"/>
                      <a:pt x="8211" y="10499"/>
                      <a:pt x="8294" y="10292"/>
                    </a:cubicBezTo>
                    <a:cubicBezTo>
                      <a:pt x="8322" y="10228"/>
                      <a:pt x="8272" y="10170"/>
                      <a:pt x="8210" y="10170"/>
                    </a:cubicBezTo>
                    <a:cubicBezTo>
                      <a:pt x="8200" y="10170"/>
                      <a:pt x="8189" y="10172"/>
                      <a:pt x="8178" y="10176"/>
                    </a:cubicBezTo>
                    <a:cubicBezTo>
                      <a:pt x="8079" y="10217"/>
                      <a:pt x="7987" y="10250"/>
                      <a:pt x="7896" y="10300"/>
                    </a:cubicBezTo>
                    <a:cubicBezTo>
                      <a:pt x="7863" y="10283"/>
                      <a:pt x="7822" y="10275"/>
                      <a:pt x="7789" y="10267"/>
                    </a:cubicBezTo>
                    <a:cubicBezTo>
                      <a:pt x="7711" y="10257"/>
                      <a:pt x="7633" y="10253"/>
                      <a:pt x="7557" y="10253"/>
                    </a:cubicBezTo>
                    <a:cubicBezTo>
                      <a:pt x="7503" y="10253"/>
                      <a:pt x="7451" y="10255"/>
                      <a:pt x="7399" y="10258"/>
                    </a:cubicBezTo>
                    <a:cubicBezTo>
                      <a:pt x="7151" y="10267"/>
                      <a:pt x="6910" y="10316"/>
                      <a:pt x="6687" y="10408"/>
                    </a:cubicBezTo>
                    <a:cubicBezTo>
                      <a:pt x="6711" y="10350"/>
                      <a:pt x="6745" y="10300"/>
                      <a:pt x="6778" y="10250"/>
                    </a:cubicBezTo>
                    <a:cubicBezTo>
                      <a:pt x="6827" y="10159"/>
                      <a:pt x="6877" y="10076"/>
                      <a:pt x="6943" y="9993"/>
                    </a:cubicBezTo>
                    <a:cubicBezTo>
                      <a:pt x="7051" y="9844"/>
                      <a:pt x="7184" y="9703"/>
                      <a:pt x="7308" y="9562"/>
                    </a:cubicBezTo>
                    <a:cubicBezTo>
                      <a:pt x="7507" y="9347"/>
                      <a:pt x="7722" y="9148"/>
                      <a:pt x="7921" y="8933"/>
                    </a:cubicBezTo>
                    <a:cubicBezTo>
                      <a:pt x="7946" y="8933"/>
                      <a:pt x="7971" y="8924"/>
                      <a:pt x="7979" y="8900"/>
                    </a:cubicBezTo>
                    <a:cubicBezTo>
                      <a:pt x="7996" y="8875"/>
                      <a:pt x="8012" y="8850"/>
                      <a:pt x="8021" y="8825"/>
                    </a:cubicBezTo>
                    <a:cubicBezTo>
                      <a:pt x="8079" y="8759"/>
                      <a:pt x="8137" y="8693"/>
                      <a:pt x="8186" y="8626"/>
                    </a:cubicBezTo>
                    <a:cubicBezTo>
                      <a:pt x="8212" y="8593"/>
                      <a:pt x="8181" y="8550"/>
                      <a:pt x="8147" y="8550"/>
                    </a:cubicBezTo>
                    <a:cubicBezTo>
                      <a:pt x="8138" y="8550"/>
                      <a:pt x="8129" y="8553"/>
                      <a:pt x="8120" y="8560"/>
                    </a:cubicBezTo>
                    <a:cubicBezTo>
                      <a:pt x="8095" y="8577"/>
                      <a:pt x="8079" y="8593"/>
                      <a:pt x="8054" y="8610"/>
                    </a:cubicBezTo>
                    <a:cubicBezTo>
                      <a:pt x="8062" y="8593"/>
                      <a:pt x="8062" y="8585"/>
                      <a:pt x="8062" y="8568"/>
                    </a:cubicBezTo>
                    <a:cubicBezTo>
                      <a:pt x="8070" y="8452"/>
                      <a:pt x="8070" y="8336"/>
                      <a:pt x="8062" y="8229"/>
                    </a:cubicBezTo>
                    <a:cubicBezTo>
                      <a:pt x="8054" y="7997"/>
                      <a:pt x="8037" y="7765"/>
                      <a:pt x="8054" y="7533"/>
                    </a:cubicBezTo>
                    <a:cubicBezTo>
                      <a:pt x="8054" y="7507"/>
                      <a:pt x="8032" y="7488"/>
                      <a:pt x="8012" y="7488"/>
                    </a:cubicBezTo>
                    <a:cubicBezTo>
                      <a:pt x="7999" y="7488"/>
                      <a:pt x="7986" y="7496"/>
                      <a:pt x="7979" y="7516"/>
                    </a:cubicBezTo>
                    <a:lnTo>
                      <a:pt x="7971" y="7524"/>
                    </a:lnTo>
                    <a:cubicBezTo>
                      <a:pt x="7971" y="7392"/>
                      <a:pt x="7971" y="7259"/>
                      <a:pt x="7987" y="7127"/>
                    </a:cubicBezTo>
                    <a:cubicBezTo>
                      <a:pt x="7996" y="7102"/>
                      <a:pt x="7996" y="7069"/>
                      <a:pt x="8004" y="7044"/>
                    </a:cubicBezTo>
                    <a:lnTo>
                      <a:pt x="8029" y="7052"/>
                    </a:lnTo>
                    <a:cubicBezTo>
                      <a:pt x="8062" y="7060"/>
                      <a:pt x="8087" y="7085"/>
                      <a:pt x="8112" y="7102"/>
                    </a:cubicBezTo>
                    <a:cubicBezTo>
                      <a:pt x="8145" y="7127"/>
                      <a:pt x="8170" y="7151"/>
                      <a:pt x="8203" y="7168"/>
                    </a:cubicBezTo>
                    <a:cubicBezTo>
                      <a:pt x="8207" y="7173"/>
                      <a:pt x="8213" y="7175"/>
                      <a:pt x="8219" y="7175"/>
                    </a:cubicBezTo>
                    <a:cubicBezTo>
                      <a:pt x="8234" y="7175"/>
                      <a:pt x="8248" y="7161"/>
                      <a:pt x="8236" y="7143"/>
                    </a:cubicBezTo>
                    <a:cubicBezTo>
                      <a:pt x="8203" y="7060"/>
                      <a:pt x="8145" y="6986"/>
                      <a:pt x="8062" y="6953"/>
                    </a:cubicBezTo>
                    <a:cubicBezTo>
                      <a:pt x="8054" y="6953"/>
                      <a:pt x="8037" y="6944"/>
                      <a:pt x="8029" y="6944"/>
                    </a:cubicBezTo>
                    <a:cubicBezTo>
                      <a:pt x="8037" y="6928"/>
                      <a:pt x="8037" y="6911"/>
                      <a:pt x="8045" y="6895"/>
                    </a:cubicBezTo>
                    <a:cubicBezTo>
                      <a:pt x="8095" y="6928"/>
                      <a:pt x="8137" y="6961"/>
                      <a:pt x="8186" y="6994"/>
                    </a:cubicBezTo>
                    <a:cubicBezTo>
                      <a:pt x="8228" y="7035"/>
                      <a:pt x="8269" y="7069"/>
                      <a:pt x="8310" y="7110"/>
                    </a:cubicBezTo>
                    <a:lnTo>
                      <a:pt x="8319" y="7118"/>
                    </a:lnTo>
                    <a:lnTo>
                      <a:pt x="8335" y="7135"/>
                    </a:lnTo>
                    <a:cubicBezTo>
                      <a:pt x="8352" y="7143"/>
                      <a:pt x="8360" y="7160"/>
                      <a:pt x="8377" y="7168"/>
                    </a:cubicBezTo>
                    <a:cubicBezTo>
                      <a:pt x="8402" y="7193"/>
                      <a:pt x="8426" y="7209"/>
                      <a:pt x="8460" y="7226"/>
                    </a:cubicBezTo>
                    <a:cubicBezTo>
                      <a:pt x="8465" y="7227"/>
                      <a:pt x="8470" y="7228"/>
                      <a:pt x="8475" y="7228"/>
                    </a:cubicBezTo>
                    <a:cubicBezTo>
                      <a:pt x="8511" y="7228"/>
                      <a:pt x="8541" y="7203"/>
                      <a:pt x="8534" y="7160"/>
                    </a:cubicBezTo>
                    <a:cubicBezTo>
                      <a:pt x="8526" y="7093"/>
                      <a:pt x="8476" y="7044"/>
                      <a:pt x="8435" y="6994"/>
                    </a:cubicBezTo>
                    <a:cubicBezTo>
                      <a:pt x="8418" y="6977"/>
                      <a:pt x="8393" y="6961"/>
                      <a:pt x="8377" y="6944"/>
                    </a:cubicBezTo>
                    <a:lnTo>
                      <a:pt x="8377" y="6944"/>
                    </a:lnTo>
                    <a:lnTo>
                      <a:pt x="8393" y="6953"/>
                    </a:lnTo>
                    <a:lnTo>
                      <a:pt x="8418" y="6953"/>
                    </a:lnTo>
                    <a:lnTo>
                      <a:pt x="8426" y="6961"/>
                    </a:lnTo>
                    <a:lnTo>
                      <a:pt x="8443" y="6969"/>
                    </a:lnTo>
                    <a:cubicBezTo>
                      <a:pt x="8460" y="6977"/>
                      <a:pt x="8476" y="6994"/>
                      <a:pt x="8493" y="7011"/>
                    </a:cubicBezTo>
                    <a:lnTo>
                      <a:pt x="8501" y="7019"/>
                    </a:lnTo>
                    <a:lnTo>
                      <a:pt x="8509" y="7027"/>
                    </a:lnTo>
                    <a:cubicBezTo>
                      <a:pt x="8518" y="7035"/>
                      <a:pt x="8526" y="7044"/>
                      <a:pt x="8534" y="7052"/>
                    </a:cubicBezTo>
                    <a:cubicBezTo>
                      <a:pt x="8567" y="7085"/>
                      <a:pt x="8592" y="7127"/>
                      <a:pt x="8625" y="7168"/>
                    </a:cubicBezTo>
                    <a:lnTo>
                      <a:pt x="8625" y="7176"/>
                    </a:lnTo>
                    <a:lnTo>
                      <a:pt x="8634" y="7193"/>
                    </a:lnTo>
                    <a:cubicBezTo>
                      <a:pt x="8642" y="7201"/>
                      <a:pt x="8642" y="7209"/>
                      <a:pt x="8650" y="7226"/>
                    </a:cubicBezTo>
                    <a:cubicBezTo>
                      <a:pt x="8658" y="7243"/>
                      <a:pt x="8667" y="7267"/>
                      <a:pt x="8675" y="7292"/>
                    </a:cubicBezTo>
                    <a:cubicBezTo>
                      <a:pt x="8683" y="7317"/>
                      <a:pt x="8710" y="7330"/>
                      <a:pt x="8737" y="7330"/>
                    </a:cubicBezTo>
                    <a:cubicBezTo>
                      <a:pt x="8764" y="7330"/>
                      <a:pt x="8791" y="7317"/>
                      <a:pt x="8799" y="7292"/>
                    </a:cubicBezTo>
                    <a:lnTo>
                      <a:pt x="8799" y="7284"/>
                    </a:lnTo>
                    <a:lnTo>
                      <a:pt x="8808" y="7284"/>
                    </a:lnTo>
                    <a:cubicBezTo>
                      <a:pt x="8814" y="7290"/>
                      <a:pt x="8821" y="7293"/>
                      <a:pt x="8829" y="7293"/>
                    </a:cubicBezTo>
                    <a:cubicBezTo>
                      <a:pt x="8841" y="7293"/>
                      <a:pt x="8852" y="7286"/>
                      <a:pt x="8857" y="7276"/>
                    </a:cubicBezTo>
                    <a:cubicBezTo>
                      <a:pt x="8882" y="7251"/>
                      <a:pt x="8882" y="7209"/>
                      <a:pt x="8874" y="7176"/>
                    </a:cubicBezTo>
                    <a:cubicBezTo>
                      <a:pt x="8874" y="7143"/>
                      <a:pt x="8866" y="7110"/>
                      <a:pt x="8866" y="7085"/>
                    </a:cubicBezTo>
                    <a:cubicBezTo>
                      <a:pt x="8849" y="7019"/>
                      <a:pt x="8841" y="6961"/>
                      <a:pt x="8832" y="6903"/>
                    </a:cubicBezTo>
                    <a:cubicBezTo>
                      <a:pt x="8825" y="6874"/>
                      <a:pt x="8806" y="6852"/>
                      <a:pt x="8784" y="6852"/>
                    </a:cubicBezTo>
                    <a:cubicBezTo>
                      <a:pt x="8781" y="6852"/>
                      <a:pt x="8778" y="6852"/>
                      <a:pt x="8774" y="6853"/>
                    </a:cubicBezTo>
                    <a:cubicBezTo>
                      <a:pt x="8741" y="6861"/>
                      <a:pt x="8725" y="6886"/>
                      <a:pt x="8725" y="6911"/>
                    </a:cubicBezTo>
                    <a:cubicBezTo>
                      <a:pt x="8733" y="6944"/>
                      <a:pt x="8733" y="6977"/>
                      <a:pt x="8741" y="7011"/>
                    </a:cubicBezTo>
                    <a:cubicBezTo>
                      <a:pt x="8708" y="6977"/>
                      <a:pt x="8675" y="6944"/>
                      <a:pt x="8642" y="6911"/>
                    </a:cubicBezTo>
                    <a:cubicBezTo>
                      <a:pt x="8592" y="6861"/>
                      <a:pt x="8534" y="6820"/>
                      <a:pt x="8468" y="6803"/>
                    </a:cubicBezTo>
                    <a:cubicBezTo>
                      <a:pt x="8451" y="6799"/>
                      <a:pt x="8435" y="6797"/>
                      <a:pt x="8418" y="6797"/>
                    </a:cubicBezTo>
                    <a:cubicBezTo>
                      <a:pt x="8402" y="6797"/>
                      <a:pt x="8385" y="6799"/>
                      <a:pt x="8368" y="6803"/>
                    </a:cubicBezTo>
                    <a:cubicBezTo>
                      <a:pt x="8344" y="6812"/>
                      <a:pt x="8327" y="6820"/>
                      <a:pt x="8310" y="6837"/>
                    </a:cubicBezTo>
                    <a:cubicBezTo>
                      <a:pt x="8302" y="6845"/>
                      <a:pt x="8294" y="6861"/>
                      <a:pt x="8294" y="6878"/>
                    </a:cubicBezTo>
                    <a:lnTo>
                      <a:pt x="8277" y="6870"/>
                    </a:lnTo>
                    <a:cubicBezTo>
                      <a:pt x="8219" y="6828"/>
                      <a:pt x="8161" y="6787"/>
                      <a:pt x="8095" y="6754"/>
                    </a:cubicBezTo>
                    <a:cubicBezTo>
                      <a:pt x="8153" y="6629"/>
                      <a:pt x="8236" y="6513"/>
                      <a:pt x="8319" y="6414"/>
                    </a:cubicBezTo>
                    <a:cubicBezTo>
                      <a:pt x="8352" y="6380"/>
                      <a:pt x="8315" y="6330"/>
                      <a:pt x="8273" y="6330"/>
                    </a:cubicBezTo>
                    <a:cubicBezTo>
                      <a:pt x="8264" y="6330"/>
                      <a:pt x="8254" y="6333"/>
                      <a:pt x="8244" y="6339"/>
                    </a:cubicBezTo>
                    <a:cubicBezTo>
                      <a:pt x="8186" y="6397"/>
                      <a:pt x="8128" y="6455"/>
                      <a:pt x="8079" y="6513"/>
                    </a:cubicBezTo>
                    <a:cubicBezTo>
                      <a:pt x="8170" y="6248"/>
                      <a:pt x="8294" y="5991"/>
                      <a:pt x="8443" y="5759"/>
                    </a:cubicBezTo>
                    <a:cubicBezTo>
                      <a:pt x="8542" y="5594"/>
                      <a:pt x="8658" y="5445"/>
                      <a:pt x="8783" y="5295"/>
                    </a:cubicBezTo>
                    <a:cubicBezTo>
                      <a:pt x="8841" y="5221"/>
                      <a:pt x="8907" y="5155"/>
                      <a:pt x="8982" y="5088"/>
                    </a:cubicBezTo>
                    <a:cubicBezTo>
                      <a:pt x="9006" y="5063"/>
                      <a:pt x="9023" y="5047"/>
                      <a:pt x="9048" y="5022"/>
                    </a:cubicBezTo>
                    <a:cubicBezTo>
                      <a:pt x="9139" y="4956"/>
                      <a:pt x="9238" y="4889"/>
                      <a:pt x="9338" y="4831"/>
                    </a:cubicBezTo>
                    <a:cubicBezTo>
                      <a:pt x="9454" y="4757"/>
                      <a:pt x="9570" y="4682"/>
                      <a:pt x="9694" y="4616"/>
                    </a:cubicBezTo>
                    <a:cubicBezTo>
                      <a:pt x="9752" y="4583"/>
                      <a:pt x="9818" y="4541"/>
                      <a:pt x="9876" y="4508"/>
                    </a:cubicBezTo>
                    <a:cubicBezTo>
                      <a:pt x="9885" y="4508"/>
                      <a:pt x="9893" y="4500"/>
                      <a:pt x="9901" y="4500"/>
                    </a:cubicBezTo>
                    <a:cubicBezTo>
                      <a:pt x="9910" y="4503"/>
                      <a:pt x="9918" y="4505"/>
                      <a:pt x="9926" y="4505"/>
                    </a:cubicBezTo>
                    <a:cubicBezTo>
                      <a:pt x="9938" y="4505"/>
                      <a:pt x="9949" y="4499"/>
                      <a:pt x="9959" y="4483"/>
                    </a:cubicBezTo>
                    <a:cubicBezTo>
                      <a:pt x="9968" y="4467"/>
                      <a:pt x="9968" y="4459"/>
                      <a:pt x="9976" y="4442"/>
                    </a:cubicBezTo>
                    <a:cubicBezTo>
                      <a:pt x="9992" y="4425"/>
                      <a:pt x="10009" y="4409"/>
                      <a:pt x="10017" y="4384"/>
                    </a:cubicBezTo>
                    <a:cubicBezTo>
                      <a:pt x="10017" y="4367"/>
                      <a:pt x="10017" y="4351"/>
                      <a:pt x="10017" y="4343"/>
                    </a:cubicBezTo>
                    <a:cubicBezTo>
                      <a:pt x="10017" y="4334"/>
                      <a:pt x="10017" y="4334"/>
                      <a:pt x="10017" y="4326"/>
                    </a:cubicBezTo>
                    <a:lnTo>
                      <a:pt x="10026" y="4326"/>
                    </a:lnTo>
                    <a:cubicBezTo>
                      <a:pt x="10034" y="4326"/>
                      <a:pt x="10050" y="4318"/>
                      <a:pt x="10059" y="4309"/>
                    </a:cubicBezTo>
                    <a:cubicBezTo>
                      <a:pt x="10072" y="4327"/>
                      <a:pt x="10096" y="4338"/>
                      <a:pt x="10118" y="4338"/>
                    </a:cubicBezTo>
                    <a:cubicBezTo>
                      <a:pt x="10137" y="4338"/>
                      <a:pt x="10154" y="4329"/>
                      <a:pt x="10158" y="4309"/>
                    </a:cubicBezTo>
                    <a:cubicBezTo>
                      <a:pt x="10166" y="4276"/>
                      <a:pt x="10175" y="4251"/>
                      <a:pt x="10183" y="4227"/>
                    </a:cubicBezTo>
                    <a:cubicBezTo>
                      <a:pt x="10216" y="4160"/>
                      <a:pt x="10241" y="4086"/>
                      <a:pt x="10258" y="4011"/>
                    </a:cubicBezTo>
                    <a:lnTo>
                      <a:pt x="10258" y="4003"/>
                    </a:lnTo>
                    <a:cubicBezTo>
                      <a:pt x="10258" y="4011"/>
                      <a:pt x="10266" y="4019"/>
                      <a:pt x="10274" y="4028"/>
                    </a:cubicBezTo>
                    <a:lnTo>
                      <a:pt x="10274" y="4036"/>
                    </a:lnTo>
                    <a:lnTo>
                      <a:pt x="10282" y="4053"/>
                    </a:lnTo>
                    <a:cubicBezTo>
                      <a:pt x="10291" y="4061"/>
                      <a:pt x="10291" y="4069"/>
                      <a:pt x="10299" y="4086"/>
                    </a:cubicBezTo>
                    <a:cubicBezTo>
                      <a:pt x="10307" y="4094"/>
                      <a:pt x="10307" y="4111"/>
                      <a:pt x="10316" y="4119"/>
                    </a:cubicBezTo>
                    <a:lnTo>
                      <a:pt x="10316" y="4135"/>
                    </a:lnTo>
                    <a:cubicBezTo>
                      <a:pt x="10316" y="4135"/>
                      <a:pt x="10320" y="4149"/>
                      <a:pt x="10323" y="4149"/>
                    </a:cubicBezTo>
                    <a:cubicBezTo>
                      <a:pt x="10323" y="4149"/>
                      <a:pt x="10324" y="4148"/>
                      <a:pt x="10324" y="4144"/>
                    </a:cubicBezTo>
                    <a:cubicBezTo>
                      <a:pt x="10324" y="4160"/>
                      <a:pt x="10332" y="4177"/>
                      <a:pt x="10349" y="4185"/>
                    </a:cubicBezTo>
                    <a:cubicBezTo>
                      <a:pt x="10357" y="4193"/>
                      <a:pt x="10382" y="4202"/>
                      <a:pt x="10398" y="4202"/>
                    </a:cubicBezTo>
                    <a:cubicBezTo>
                      <a:pt x="10432" y="4193"/>
                      <a:pt x="10465" y="4160"/>
                      <a:pt x="10456" y="4119"/>
                    </a:cubicBezTo>
                    <a:cubicBezTo>
                      <a:pt x="10440" y="4077"/>
                      <a:pt x="10432" y="4036"/>
                      <a:pt x="10407" y="3995"/>
                    </a:cubicBezTo>
                    <a:lnTo>
                      <a:pt x="10407" y="3995"/>
                    </a:lnTo>
                    <a:lnTo>
                      <a:pt x="10415" y="4003"/>
                    </a:lnTo>
                    <a:cubicBezTo>
                      <a:pt x="10427" y="4015"/>
                      <a:pt x="10444" y="4023"/>
                      <a:pt x="10458" y="4023"/>
                    </a:cubicBezTo>
                    <a:cubicBezTo>
                      <a:pt x="10464" y="4023"/>
                      <a:pt x="10469" y="4022"/>
                      <a:pt x="10473" y="4019"/>
                    </a:cubicBezTo>
                    <a:cubicBezTo>
                      <a:pt x="10490" y="4094"/>
                      <a:pt x="10506" y="4169"/>
                      <a:pt x="10523" y="4243"/>
                    </a:cubicBezTo>
                    <a:cubicBezTo>
                      <a:pt x="10530" y="4278"/>
                      <a:pt x="10559" y="4294"/>
                      <a:pt x="10587" y="4294"/>
                    </a:cubicBezTo>
                    <a:cubicBezTo>
                      <a:pt x="10620" y="4294"/>
                      <a:pt x="10651" y="4271"/>
                      <a:pt x="10647" y="4227"/>
                    </a:cubicBezTo>
                    <a:cubicBezTo>
                      <a:pt x="10630" y="4152"/>
                      <a:pt x="10622" y="4086"/>
                      <a:pt x="10614" y="4011"/>
                    </a:cubicBezTo>
                    <a:lnTo>
                      <a:pt x="10614" y="4011"/>
                    </a:lnTo>
                    <a:cubicBezTo>
                      <a:pt x="10622" y="4053"/>
                      <a:pt x="10630" y="4102"/>
                      <a:pt x="10639" y="4144"/>
                    </a:cubicBezTo>
                    <a:cubicBezTo>
                      <a:pt x="10645" y="4169"/>
                      <a:pt x="10666" y="4180"/>
                      <a:pt x="10683" y="4180"/>
                    </a:cubicBezTo>
                    <a:cubicBezTo>
                      <a:pt x="10688" y="4180"/>
                      <a:pt x="10693" y="4179"/>
                      <a:pt x="10697" y="4177"/>
                    </a:cubicBezTo>
                    <a:cubicBezTo>
                      <a:pt x="10705" y="4202"/>
                      <a:pt x="10713" y="4218"/>
                      <a:pt x="10713" y="4235"/>
                    </a:cubicBezTo>
                    <a:cubicBezTo>
                      <a:pt x="10723" y="4260"/>
                      <a:pt x="10744" y="4271"/>
                      <a:pt x="10766" y="4271"/>
                    </a:cubicBezTo>
                    <a:cubicBezTo>
                      <a:pt x="10802" y="4271"/>
                      <a:pt x="10840" y="4243"/>
                      <a:pt x="10829" y="4202"/>
                    </a:cubicBezTo>
                    <a:cubicBezTo>
                      <a:pt x="10813" y="4144"/>
                      <a:pt x="10796" y="4077"/>
                      <a:pt x="10780" y="4011"/>
                    </a:cubicBezTo>
                    <a:cubicBezTo>
                      <a:pt x="10780" y="4007"/>
                      <a:pt x="10780" y="4003"/>
                      <a:pt x="10779" y="4000"/>
                    </a:cubicBezTo>
                    <a:lnTo>
                      <a:pt x="10779" y="4000"/>
                    </a:lnTo>
                    <a:cubicBezTo>
                      <a:pt x="10808" y="4053"/>
                      <a:pt x="10831" y="4107"/>
                      <a:pt x="10854" y="4160"/>
                    </a:cubicBezTo>
                    <a:cubicBezTo>
                      <a:pt x="10861" y="4183"/>
                      <a:pt x="10880" y="4193"/>
                      <a:pt x="10901" y="4193"/>
                    </a:cubicBezTo>
                    <a:cubicBezTo>
                      <a:pt x="10931" y="4193"/>
                      <a:pt x="10964" y="4170"/>
                      <a:pt x="10954" y="4135"/>
                    </a:cubicBezTo>
                    <a:cubicBezTo>
                      <a:pt x="10954" y="4129"/>
                      <a:pt x="10954" y="4118"/>
                      <a:pt x="10950" y="4109"/>
                    </a:cubicBezTo>
                    <a:lnTo>
                      <a:pt x="10950" y="4109"/>
                    </a:lnTo>
                    <a:lnTo>
                      <a:pt x="11028" y="4227"/>
                    </a:lnTo>
                    <a:cubicBezTo>
                      <a:pt x="11039" y="4243"/>
                      <a:pt x="11060" y="4252"/>
                      <a:pt x="11080" y="4252"/>
                    </a:cubicBezTo>
                    <a:cubicBezTo>
                      <a:pt x="11091" y="4252"/>
                      <a:pt x="11102" y="4249"/>
                      <a:pt x="11111" y="4243"/>
                    </a:cubicBezTo>
                    <a:cubicBezTo>
                      <a:pt x="11132" y="4229"/>
                      <a:pt x="11147" y="4203"/>
                      <a:pt x="11141" y="4175"/>
                    </a:cubicBezTo>
                    <a:lnTo>
                      <a:pt x="11141" y="4175"/>
                    </a:lnTo>
                    <a:cubicBezTo>
                      <a:pt x="11148" y="4195"/>
                      <a:pt x="11163" y="4210"/>
                      <a:pt x="11186" y="4210"/>
                    </a:cubicBezTo>
                    <a:lnTo>
                      <a:pt x="11186" y="4218"/>
                    </a:lnTo>
                    <a:cubicBezTo>
                      <a:pt x="11186" y="4247"/>
                      <a:pt x="11210" y="4262"/>
                      <a:pt x="11236" y="4262"/>
                    </a:cubicBezTo>
                    <a:cubicBezTo>
                      <a:pt x="11262" y="4262"/>
                      <a:pt x="11289" y="4247"/>
                      <a:pt x="11293" y="4218"/>
                    </a:cubicBezTo>
                    <a:cubicBezTo>
                      <a:pt x="11293" y="4177"/>
                      <a:pt x="11293" y="4135"/>
                      <a:pt x="11293" y="4086"/>
                    </a:cubicBezTo>
                    <a:cubicBezTo>
                      <a:pt x="11293" y="4086"/>
                      <a:pt x="11302" y="4086"/>
                      <a:pt x="11302" y="4077"/>
                    </a:cubicBezTo>
                    <a:cubicBezTo>
                      <a:pt x="11318" y="4094"/>
                      <a:pt x="11326" y="4111"/>
                      <a:pt x="11335" y="4127"/>
                    </a:cubicBezTo>
                    <a:cubicBezTo>
                      <a:pt x="11344" y="4141"/>
                      <a:pt x="11355" y="4147"/>
                      <a:pt x="11367" y="4147"/>
                    </a:cubicBezTo>
                    <a:cubicBezTo>
                      <a:pt x="11376" y="4147"/>
                      <a:pt x="11385" y="4143"/>
                      <a:pt x="11393" y="4135"/>
                    </a:cubicBezTo>
                    <a:cubicBezTo>
                      <a:pt x="11393" y="4152"/>
                      <a:pt x="11401" y="4160"/>
                      <a:pt x="11401" y="4177"/>
                    </a:cubicBezTo>
                    <a:cubicBezTo>
                      <a:pt x="11401" y="4202"/>
                      <a:pt x="11424" y="4214"/>
                      <a:pt x="11447" y="4214"/>
                    </a:cubicBezTo>
                    <a:cubicBezTo>
                      <a:pt x="11469" y="4214"/>
                      <a:pt x="11492" y="4202"/>
                      <a:pt x="11492" y="4177"/>
                    </a:cubicBezTo>
                    <a:cubicBezTo>
                      <a:pt x="11492" y="4135"/>
                      <a:pt x="11492" y="4086"/>
                      <a:pt x="11492" y="4044"/>
                    </a:cubicBezTo>
                    <a:cubicBezTo>
                      <a:pt x="11500" y="4069"/>
                      <a:pt x="11517" y="4094"/>
                      <a:pt x="11525" y="4119"/>
                    </a:cubicBezTo>
                    <a:cubicBezTo>
                      <a:pt x="11525" y="4152"/>
                      <a:pt x="11525" y="4177"/>
                      <a:pt x="11517" y="4210"/>
                    </a:cubicBezTo>
                    <a:cubicBezTo>
                      <a:pt x="11512" y="4241"/>
                      <a:pt x="11545" y="4266"/>
                      <a:pt x="11573" y="4266"/>
                    </a:cubicBezTo>
                    <a:cubicBezTo>
                      <a:pt x="11590" y="4266"/>
                      <a:pt x="11605" y="4257"/>
                      <a:pt x="11608" y="4235"/>
                    </a:cubicBezTo>
                    <a:cubicBezTo>
                      <a:pt x="11617" y="4239"/>
                      <a:pt x="11626" y="4241"/>
                      <a:pt x="11636" y="4241"/>
                    </a:cubicBezTo>
                    <a:cubicBezTo>
                      <a:pt x="11661" y="4241"/>
                      <a:pt x="11685" y="4226"/>
                      <a:pt x="11691" y="4202"/>
                    </a:cubicBezTo>
                    <a:cubicBezTo>
                      <a:pt x="11716" y="4202"/>
                      <a:pt x="11741" y="4177"/>
                      <a:pt x="11741" y="4144"/>
                    </a:cubicBezTo>
                    <a:cubicBezTo>
                      <a:pt x="11741" y="3920"/>
                      <a:pt x="11699" y="3705"/>
                      <a:pt x="11699" y="3473"/>
                    </a:cubicBezTo>
                    <a:cubicBezTo>
                      <a:pt x="11691" y="3249"/>
                      <a:pt x="11708" y="3025"/>
                      <a:pt x="11741" y="2793"/>
                    </a:cubicBezTo>
                    <a:cubicBezTo>
                      <a:pt x="11799" y="2346"/>
                      <a:pt x="11948" y="1915"/>
                      <a:pt x="12138" y="1509"/>
                    </a:cubicBezTo>
                    <a:cubicBezTo>
                      <a:pt x="12196" y="1385"/>
                      <a:pt x="12263" y="1260"/>
                      <a:pt x="12346" y="1144"/>
                    </a:cubicBezTo>
                    <a:cubicBezTo>
                      <a:pt x="12350" y="1149"/>
                      <a:pt x="12358" y="1154"/>
                      <a:pt x="12367" y="1154"/>
                    </a:cubicBezTo>
                    <a:cubicBezTo>
                      <a:pt x="12373" y="1154"/>
                      <a:pt x="12380" y="1151"/>
                      <a:pt x="12387" y="1144"/>
                    </a:cubicBezTo>
                    <a:cubicBezTo>
                      <a:pt x="12602" y="929"/>
                      <a:pt x="12776" y="689"/>
                      <a:pt x="12950" y="448"/>
                    </a:cubicBezTo>
                    <a:cubicBezTo>
                      <a:pt x="13025" y="349"/>
                      <a:pt x="13108" y="225"/>
                      <a:pt x="13224" y="175"/>
                    </a:cubicBezTo>
                    <a:cubicBezTo>
                      <a:pt x="13251" y="166"/>
                      <a:pt x="13275" y="162"/>
                      <a:pt x="13298" y="162"/>
                    </a:cubicBezTo>
                    <a:close/>
                    <a:moveTo>
                      <a:pt x="13304" y="0"/>
                    </a:moveTo>
                    <a:cubicBezTo>
                      <a:pt x="13297" y="0"/>
                      <a:pt x="13289" y="1"/>
                      <a:pt x="13282" y="1"/>
                    </a:cubicBezTo>
                    <a:cubicBezTo>
                      <a:pt x="13149" y="18"/>
                      <a:pt x="13033" y="100"/>
                      <a:pt x="12942" y="200"/>
                    </a:cubicBezTo>
                    <a:cubicBezTo>
                      <a:pt x="12826" y="332"/>
                      <a:pt x="12727" y="482"/>
                      <a:pt x="12627" y="622"/>
                    </a:cubicBezTo>
                    <a:cubicBezTo>
                      <a:pt x="12569" y="705"/>
                      <a:pt x="12520" y="780"/>
                      <a:pt x="12470" y="863"/>
                    </a:cubicBezTo>
                    <a:cubicBezTo>
                      <a:pt x="11898" y="1575"/>
                      <a:pt x="11542" y="2462"/>
                      <a:pt x="11525" y="3382"/>
                    </a:cubicBezTo>
                    <a:cubicBezTo>
                      <a:pt x="11525" y="3423"/>
                      <a:pt x="11525" y="3456"/>
                      <a:pt x="11525" y="3498"/>
                    </a:cubicBezTo>
                    <a:cubicBezTo>
                      <a:pt x="11509" y="3481"/>
                      <a:pt x="11500" y="3464"/>
                      <a:pt x="11484" y="3456"/>
                    </a:cubicBezTo>
                    <a:cubicBezTo>
                      <a:pt x="11477" y="3449"/>
                      <a:pt x="11469" y="3446"/>
                      <a:pt x="11462" y="3446"/>
                    </a:cubicBezTo>
                    <a:cubicBezTo>
                      <a:pt x="11443" y="3446"/>
                      <a:pt x="11426" y="3465"/>
                      <a:pt x="11426" y="3489"/>
                    </a:cubicBezTo>
                    <a:cubicBezTo>
                      <a:pt x="11426" y="3514"/>
                      <a:pt x="11442" y="3539"/>
                      <a:pt x="11442" y="3572"/>
                    </a:cubicBezTo>
                    <a:cubicBezTo>
                      <a:pt x="11451" y="3605"/>
                      <a:pt x="11459" y="3638"/>
                      <a:pt x="11467" y="3672"/>
                    </a:cubicBezTo>
                    <a:cubicBezTo>
                      <a:pt x="11476" y="3713"/>
                      <a:pt x="11492" y="3746"/>
                      <a:pt x="11500" y="3787"/>
                    </a:cubicBezTo>
                    <a:cubicBezTo>
                      <a:pt x="11484" y="3779"/>
                      <a:pt x="11467" y="3771"/>
                      <a:pt x="11451" y="3763"/>
                    </a:cubicBezTo>
                    <a:cubicBezTo>
                      <a:pt x="11434" y="3763"/>
                      <a:pt x="11426" y="3763"/>
                      <a:pt x="11409" y="3771"/>
                    </a:cubicBezTo>
                    <a:cubicBezTo>
                      <a:pt x="11401" y="3738"/>
                      <a:pt x="11401" y="3705"/>
                      <a:pt x="11384" y="3680"/>
                    </a:cubicBezTo>
                    <a:cubicBezTo>
                      <a:pt x="11376" y="3638"/>
                      <a:pt x="11368" y="3597"/>
                      <a:pt x="11326" y="3572"/>
                    </a:cubicBezTo>
                    <a:cubicBezTo>
                      <a:pt x="11310" y="3572"/>
                      <a:pt x="11293" y="3572"/>
                      <a:pt x="11277" y="3589"/>
                    </a:cubicBezTo>
                    <a:cubicBezTo>
                      <a:pt x="11277" y="3597"/>
                      <a:pt x="11268" y="3597"/>
                      <a:pt x="11268" y="3605"/>
                    </a:cubicBezTo>
                    <a:cubicBezTo>
                      <a:pt x="11260" y="3597"/>
                      <a:pt x="11244" y="3597"/>
                      <a:pt x="11235" y="3597"/>
                    </a:cubicBezTo>
                    <a:cubicBezTo>
                      <a:pt x="11210" y="3605"/>
                      <a:pt x="11177" y="3622"/>
                      <a:pt x="11177" y="3647"/>
                    </a:cubicBezTo>
                    <a:cubicBezTo>
                      <a:pt x="11177" y="3655"/>
                      <a:pt x="11177" y="3663"/>
                      <a:pt x="11169" y="3672"/>
                    </a:cubicBezTo>
                    <a:cubicBezTo>
                      <a:pt x="11169" y="3680"/>
                      <a:pt x="11169" y="3688"/>
                      <a:pt x="11169" y="3705"/>
                    </a:cubicBezTo>
                    <a:cubicBezTo>
                      <a:pt x="11161" y="3721"/>
                      <a:pt x="11161" y="3746"/>
                      <a:pt x="11161" y="3763"/>
                    </a:cubicBezTo>
                    <a:cubicBezTo>
                      <a:pt x="11161" y="3787"/>
                      <a:pt x="11161" y="3804"/>
                      <a:pt x="11161" y="3829"/>
                    </a:cubicBezTo>
                    <a:cubicBezTo>
                      <a:pt x="11128" y="3812"/>
                      <a:pt x="11103" y="3804"/>
                      <a:pt x="11070" y="3787"/>
                    </a:cubicBezTo>
                    <a:cubicBezTo>
                      <a:pt x="11061" y="3787"/>
                      <a:pt x="11061" y="3779"/>
                      <a:pt x="11053" y="3779"/>
                    </a:cubicBezTo>
                    <a:cubicBezTo>
                      <a:pt x="11048" y="3770"/>
                      <a:pt x="11038" y="3765"/>
                      <a:pt x="11026" y="3765"/>
                    </a:cubicBezTo>
                    <a:cubicBezTo>
                      <a:pt x="11018" y="3765"/>
                      <a:pt x="11010" y="3767"/>
                      <a:pt x="11003" y="3771"/>
                    </a:cubicBezTo>
                    <a:cubicBezTo>
                      <a:pt x="11003" y="3771"/>
                      <a:pt x="11003" y="3771"/>
                      <a:pt x="11003" y="3779"/>
                    </a:cubicBezTo>
                    <a:cubicBezTo>
                      <a:pt x="10987" y="3771"/>
                      <a:pt x="10978" y="3771"/>
                      <a:pt x="10970" y="3771"/>
                    </a:cubicBezTo>
                    <a:cubicBezTo>
                      <a:pt x="10945" y="3771"/>
                      <a:pt x="10929" y="3779"/>
                      <a:pt x="10920" y="3796"/>
                    </a:cubicBezTo>
                    <a:lnTo>
                      <a:pt x="10896" y="3796"/>
                    </a:lnTo>
                    <a:cubicBezTo>
                      <a:pt x="10896" y="3796"/>
                      <a:pt x="10887" y="3787"/>
                      <a:pt x="10887" y="3787"/>
                    </a:cubicBezTo>
                    <a:cubicBezTo>
                      <a:pt x="10878" y="3780"/>
                      <a:pt x="10868" y="3777"/>
                      <a:pt x="10858" y="3777"/>
                    </a:cubicBezTo>
                    <a:cubicBezTo>
                      <a:pt x="10834" y="3777"/>
                      <a:pt x="10813" y="3797"/>
                      <a:pt x="10813" y="3821"/>
                    </a:cubicBezTo>
                    <a:lnTo>
                      <a:pt x="10804" y="3812"/>
                    </a:lnTo>
                    <a:cubicBezTo>
                      <a:pt x="10796" y="3796"/>
                      <a:pt x="10780" y="3779"/>
                      <a:pt x="10763" y="3763"/>
                    </a:cubicBezTo>
                    <a:lnTo>
                      <a:pt x="10763" y="3754"/>
                    </a:lnTo>
                    <a:cubicBezTo>
                      <a:pt x="10763" y="3736"/>
                      <a:pt x="10749" y="3726"/>
                      <a:pt x="10735" y="3726"/>
                    </a:cubicBezTo>
                    <a:cubicBezTo>
                      <a:pt x="10730" y="3726"/>
                      <a:pt x="10726" y="3727"/>
                      <a:pt x="10722" y="3730"/>
                    </a:cubicBezTo>
                    <a:cubicBezTo>
                      <a:pt x="10705" y="3713"/>
                      <a:pt x="10680" y="3696"/>
                      <a:pt x="10655" y="3696"/>
                    </a:cubicBezTo>
                    <a:cubicBezTo>
                      <a:pt x="10647" y="3680"/>
                      <a:pt x="10639" y="3663"/>
                      <a:pt x="10630" y="3647"/>
                    </a:cubicBezTo>
                    <a:cubicBezTo>
                      <a:pt x="10621" y="3634"/>
                      <a:pt x="10608" y="3629"/>
                      <a:pt x="10594" y="3629"/>
                    </a:cubicBezTo>
                    <a:cubicBezTo>
                      <a:pt x="10570" y="3629"/>
                      <a:pt x="10545" y="3645"/>
                      <a:pt x="10539" y="3672"/>
                    </a:cubicBezTo>
                    <a:lnTo>
                      <a:pt x="10539" y="3688"/>
                    </a:lnTo>
                    <a:cubicBezTo>
                      <a:pt x="10531" y="3672"/>
                      <a:pt x="10523" y="3655"/>
                      <a:pt x="10498" y="3647"/>
                    </a:cubicBezTo>
                    <a:cubicBezTo>
                      <a:pt x="10493" y="3642"/>
                      <a:pt x="10487" y="3640"/>
                      <a:pt x="10481" y="3640"/>
                    </a:cubicBezTo>
                    <a:cubicBezTo>
                      <a:pt x="10467" y="3640"/>
                      <a:pt x="10454" y="3649"/>
                      <a:pt x="10448" y="3655"/>
                    </a:cubicBezTo>
                    <a:cubicBezTo>
                      <a:pt x="10423" y="3680"/>
                      <a:pt x="10432" y="3713"/>
                      <a:pt x="10432" y="3738"/>
                    </a:cubicBezTo>
                    <a:lnTo>
                      <a:pt x="10432" y="3746"/>
                    </a:lnTo>
                    <a:cubicBezTo>
                      <a:pt x="10423" y="3738"/>
                      <a:pt x="10407" y="3738"/>
                      <a:pt x="10398" y="3738"/>
                    </a:cubicBezTo>
                    <a:cubicBezTo>
                      <a:pt x="10382" y="3746"/>
                      <a:pt x="10374" y="3754"/>
                      <a:pt x="10357" y="3771"/>
                    </a:cubicBezTo>
                    <a:cubicBezTo>
                      <a:pt x="10349" y="3779"/>
                      <a:pt x="10349" y="3796"/>
                      <a:pt x="10340" y="3812"/>
                    </a:cubicBezTo>
                    <a:cubicBezTo>
                      <a:pt x="10340" y="3845"/>
                      <a:pt x="10349" y="3887"/>
                      <a:pt x="10357" y="3920"/>
                    </a:cubicBezTo>
                    <a:cubicBezTo>
                      <a:pt x="10349" y="3903"/>
                      <a:pt x="10332" y="3895"/>
                      <a:pt x="10324" y="3879"/>
                    </a:cubicBezTo>
                    <a:cubicBezTo>
                      <a:pt x="10316" y="3870"/>
                      <a:pt x="10299" y="3862"/>
                      <a:pt x="10282" y="3862"/>
                    </a:cubicBezTo>
                    <a:cubicBezTo>
                      <a:pt x="10274" y="3854"/>
                      <a:pt x="10266" y="3845"/>
                      <a:pt x="10249" y="3837"/>
                    </a:cubicBezTo>
                    <a:cubicBezTo>
                      <a:pt x="10241" y="3804"/>
                      <a:pt x="10224" y="3771"/>
                      <a:pt x="10200" y="3746"/>
                    </a:cubicBezTo>
                    <a:cubicBezTo>
                      <a:pt x="10195" y="3741"/>
                      <a:pt x="10184" y="3737"/>
                      <a:pt x="10175" y="3737"/>
                    </a:cubicBezTo>
                    <a:cubicBezTo>
                      <a:pt x="10168" y="3737"/>
                      <a:pt x="10162" y="3739"/>
                      <a:pt x="10158" y="3746"/>
                    </a:cubicBezTo>
                    <a:cubicBezTo>
                      <a:pt x="10158" y="3730"/>
                      <a:pt x="10150" y="3721"/>
                      <a:pt x="10142" y="3705"/>
                    </a:cubicBezTo>
                    <a:cubicBezTo>
                      <a:pt x="10135" y="3689"/>
                      <a:pt x="10122" y="3681"/>
                      <a:pt x="10109" y="3681"/>
                    </a:cubicBezTo>
                    <a:cubicBezTo>
                      <a:pt x="10089" y="3681"/>
                      <a:pt x="10067" y="3699"/>
                      <a:pt x="10067" y="3730"/>
                    </a:cubicBezTo>
                    <a:cubicBezTo>
                      <a:pt x="10067" y="3779"/>
                      <a:pt x="10067" y="3829"/>
                      <a:pt x="10067" y="3870"/>
                    </a:cubicBezTo>
                    <a:cubicBezTo>
                      <a:pt x="10075" y="3920"/>
                      <a:pt x="10075" y="3970"/>
                      <a:pt x="10075" y="4011"/>
                    </a:cubicBezTo>
                    <a:cubicBezTo>
                      <a:pt x="10075" y="4077"/>
                      <a:pt x="10075" y="4144"/>
                      <a:pt x="10067" y="4210"/>
                    </a:cubicBezTo>
                    <a:cubicBezTo>
                      <a:pt x="10067" y="4177"/>
                      <a:pt x="10059" y="4135"/>
                      <a:pt x="10059" y="4102"/>
                    </a:cubicBezTo>
                    <a:cubicBezTo>
                      <a:pt x="10050" y="4069"/>
                      <a:pt x="10042" y="4036"/>
                      <a:pt x="10034" y="4003"/>
                    </a:cubicBezTo>
                    <a:cubicBezTo>
                      <a:pt x="10026" y="3986"/>
                      <a:pt x="10026" y="3970"/>
                      <a:pt x="10017" y="3953"/>
                    </a:cubicBezTo>
                    <a:cubicBezTo>
                      <a:pt x="10009" y="3920"/>
                      <a:pt x="10009" y="3895"/>
                      <a:pt x="10001" y="3870"/>
                    </a:cubicBezTo>
                    <a:cubicBezTo>
                      <a:pt x="9992" y="3746"/>
                      <a:pt x="9976" y="3622"/>
                      <a:pt x="9951" y="3506"/>
                    </a:cubicBezTo>
                    <a:cubicBezTo>
                      <a:pt x="9934" y="3398"/>
                      <a:pt x="9910" y="3257"/>
                      <a:pt x="9843" y="3174"/>
                    </a:cubicBezTo>
                    <a:cubicBezTo>
                      <a:pt x="9832" y="3166"/>
                      <a:pt x="9820" y="3162"/>
                      <a:pt x="9809" y="3162"/>
                    </a:cubicBezTo>
                    <a:cubicBezTo>
                      <a:pt x="9786" y="3162"/>
                      <a:pt x="9766" y="3177"/>
                      <a:pt x="9760" y="3199"/>
                    </a:cubicBezTo>
                    <a:cubicBezTo>
                      <a:pt x="9736" y="3299"/>
                      <a:pt x="9777" y="3423"/>
                      <a:pt x="9802" y="3522"/>
                    </a:cubicBezTo>
                    <a:cubicBezTo>
                      <a:pt x="9810" y="3580"/>
                      <a:pt x="9818" y="3638"/>
                      <a:pt x="9827" y="3696"/>
                    </a:cubicBezTo>
                    <a:cubicBezTo>
                      <a:pt x="9818" y="3672"/>
                      <a:pt x="9818" y="3655"/>
                      <a:pt x="9810" y="3638"/>
                    </a:cubicBezTo>
                    <a:cubicBezTo>
                      <a:pt x="9760" y="3531"/>
                      <a:pt x="9702" y="3423"/>
                      <a:pt x="9620" y="3340"/>
                    </a:cubicBezTo>
                    <a:cubicBezTo>
                      <a:pt x="9595" y="3299"/>
                      <a:pt x="9570" y="3249"/>
                      <a:pt x="9537" y="3208"/>
                    </a:cubicBezTo>
                    <a:cubicBezTo>
                      <a:pt x="9495" y="3158"/>
                      <a:pt x="9429" y="3100"/>
                      <a:pt x="9354" y="3100"/>
                    </a:cubicBezTo>
                    <a:cubicBezTo>
                      <a:pt x="9346" y="3075"/>
                      <a:pt x="9338" y="3050"/>
                      <a:pt x="9330" y="3025"/>
                    </a:cubicBezTo>
                    <a:cubicBezTo>
                      <a:pt x="9288" y="2901"/>
                      <a:pt x="9238" y="2793"/>
                      <a:pt x="9180" y="2677"/>
                    </a:cubicBezTo>
                    <a:cubicBezTo>
                      <a:pt x="9131" y="2578"/>
                      <a:pt x="9073" y="2462"/>
                      <a:pt x="8982" y="2387"/>
                    </a:cubicBezTo>
                    <a:cubicBezTo>
                      <a:pt x="8975" y="2383"/>
                      <a:pt x="8968" y="2381"/>
                      <a:pt x="8961" y="2381"/>
                    </a:cubicBezTo>
                    <a:cubicBezTo>
                      <a:pt x="8941" y="2381"/>
                      <a:pt x="8924" y="2396"/>
                      <a:pt x="8924" y="2420"/>
                    </a:cubicBezTo>
                    <a:cubicBezTo>
                      <a:pt x="8932" y="2470"/>
                      <a:pt x="8957" y="2520"/>
                      <a:pt x="8973" y="2578"/>
                    </a:cubicBezTo>
                    <a:cubicBezTo>
                      <a:pt x="8890" y="2462"/>
                      <a:pt x="8783" y="2354"/>
                      <a:pt x="8675" y="2263"/>
                    </a:cubicBezTo>
                    <a:cubicBezTo>
                      <a:pt x="8642" y="2230"/>
                      <a:pt x="8609" y="2197"/>
                      <a:pt x="8576" y="2172"/>
                    </a:cubicBezTo>
                    <a:cubicBezTo>
                      <a:pt x="8377" y="1923"/>
                      <a:pt x="8153" y="1700"/>
                      <a:pt x="7938" y="1476"/>
                    </a:cubicBezTo>
                    <a:cubicBezTo>
                      <a:pt x="7738" y="1284"/>
                      <a:pt x="7447" y="1033"/>
                      <a:pt x="7152" y="1033"/>
                    </a:cubicBezTo>
                    <a:cubicBezTo>
                      <a:pt x="7115" y="1033"/>
                      <a:pt x="7079" y="1037"/>
                      <a:pt x="7043" y="1045"/>
                    </a:cubicBezTo>
                    <a:cubicBezTo>
                      <a:pt x="6687" y="1120"/>
                      <a:pt x="6662" y="1526"/>
                      <a:pt x="6670" y="1816"/>
                    </a:cubicBezTo>
                    <a:cubicBezTo>
                      <a:pt x="6687" y="2238"/>
                      <a:pt x="6794" y="2652"/>
                      <a:pt x="6894" y="3067"/>
                    </a:cubicBezTo>
                    <a:cubicBezTo>
                      <a:pt x="6919" y="3158"/>
                      <a:pt x="6943" y="3257"/>
                      <a:pt x="6968" y="3357"/>
                    </a:cubicBezTo>
                    <a:cubicBezTo>
                      <a:pt x="6959" y="3343"/>
                      <a:pt x="6941" y="3335"/>
                      <a:pt x="6925" y="3335"/>
                    </a:cubicBezTo>
                    <a:cubicBezTo>
                      <a:pt x="6910" y="3335"/>
                      <a:pt x="6898" y="3341"/>
                      <a:pt x="6894" y="3357"/>
                    </a:cubicBezTo>
                    <a:cubicBezTo>
                      <a:pt x="6819" y="3589"/>
                      <a:pt x="6952" y="3837"/>
                      <a:pt x="7068" y="4036"/>
                    </a:cubicBezTo>
                    <a:cubicBezTo>
                      <a:pt x="7126" y="4127"/>
                      <a:pt x="7192" y="4218"/>
                      <a:pt x="7258" y="4301"/>
                    </a:cubicBezTo>
                    <a:cubicBezTo>
                      <a:pt x="7275" y="4334"/>
                      <a:pt x="7283" y="4359"/>
                      <a:pt x="7300" y="4384"/>
                    </a:cubicBezTo>
                    <a:cubicBezTo>
                      <a:pt x="7291" y="4376"/>
                      <a:pt x="7275" y="4376"/>
                      <a:pt x="7267" y="4367"/>
                    </a:cubicBezTo>
                    <a:cubicBezTo>
                      <a:pt x="7142" y="4210"/>
                      <a:pt x="7018" y="4061"/>
                      <a:pt x="6894" y="3912"/>
                    </a:cubicBezTo>
                    <a:cubicBezTo>
                      <a:pt x="6884" y="3902"/>
                      <a:pt x="6872" y="3898"/>
                      <a:pt x="6860" y="3898"/>
                    </a:cubicBezTo>
                    <a:cubicBezTo>
                      <a:pt x="6823" y="3898"/>
                      <a:pt x="6788" y="3940"/>
                      <a:pt x="6819" y="3978"/>
                    </a:cubicBezTo>
                    <a:cubicBezTo>
                      <a:pt x="6919" y="4111"/>
                      <a:pt x="7018" y="4243"/>
                      <a:pt x="7117" y="4376"/>
                    </a:cubicBezTo>
                    <a:cubicBezTo>
                      <a:pt x="7109" y="4384"/>
                      <a:pt x="7117" y="4401"/>
                      <a:pt x="7117" y="4409"/>
                    </a:cubicBezTo>
                    <a:cubicBezTo>
                      <a:pt x="7217" y="4566"/>
                      <a:pt x="7300" y="4724"/>
                      <a:pt x="7383" y="4881"/>
                    </a:cubicBezTo>
                    <a:cubicBezTo>
                      <a:pt x="7424" y="4956"/>
                      <a:pt x="7457" y="5030"/>
                      <a:pt x="7499" y="5113"/>
                    </a:cubicBezTo>
                    <a:cubicBezTo>
                      <a:pt x="7515" y="5146"/>
                      <a:pt x="7532" y="5179"/>
                      <a:pt x="7548" y="5213"/>
                    </a:cubicBezTo>
                    <a:cubicBezTo>
                      <a:pt x="7532" y="5213"/>
                      <a:pt x="7515" y="5213"/>
                      <a:pt x="7499" y="5221"/>
                    </a:cubicBezTo>
                    <a:cubicBezTo>
                      <a:pt x="7449" y="5155"/>
                      <a:pt x="7399" y="5088"/>
                      <a:pt x="7341" y="5022"/>
                    </a:cubicBezTo>
                    <a:cubicBezTo>
                      <a:pt x="7330" y="5011"/>
                      <a:pt x="7318" y="5006"/>
                      <a:pt x="7306" y="5006"/>
                    </a:cubicBezTo>
                    <a:cubicBezTo>
                      <a:pt x="7275" y="5006"/>
                      <a:pt x="7248" y="5041"/>
                      <a:pt x="7267" y="5072"/>
                    </a:cubicBezTo>
                    <a:cubicBezTo>
                      <a:pt x="7349" y="5213"/>
                      <a:pt x="7441" y="5345"/>
                      <a:pt x="7515" y="5486"/>
                    </a:cubicBezTo>
                    <a:cubicBezTo>
                      <a:pt x="7548" y="5552"/>
                      <a:pt x="7590" y="5619"/>
                      <a:pt x="7623" y="5685"/>
                    </a:cubicBezTo>
                    <a:cubicBezTo>
                      <a:pt x="7623" y="5693"/>
                      <a:pt x="7631" y="5701"/>
                      <a:pt x="7631" y="5710"/>
                    </a:cubicBezTo>
                    <a:cubicBezTo>
                      <a:pt x="7615" y="5685"/>
                      <a:pt x="7590" y="5652"/>
                      <a:pt x="7565" y="5627"/>
                    </a:cubicBezTo>
                    <a:cubicBezTo>
                      <a:pt x="7482" y="5527"/>
                      <a:pt x="7383" y="5436"/>
                      <a:pt x="7283" y="5345"/>
                    </a:cubicBezTo>
                    <a:cubicBezTo>
                      <a:pt x="7277" y="5340"/>
                      <a:pt x="7270" y="5338"/>
                      <a:pt x="7263" y="5338"/>
                    </a:cubicBezTo>
                    <a:cubicBezTo>
                      <a:pt x="7234" y="5338"/>
                      <a:pt x="7206" y="5376"/>
                      <a:pt x="7233" y="5403"/>
                    </a:cubicBezTo>
                    <a:cubicBezTo>
                      <a:pt x="7316" y="5503"/>
                      <a:pt x="7391" y="5602"/>
                      <a:pt x="7465" y="5701"/>
                    </a:cubicBezTo>
                    <a:cubicBezTo>
                      <a:pt x="7482" y="5718"/>
                      <a:pt x="7490" y="5735"/>
                      <a:pt x="7499" y="5743"/>
                    </a:cubicBezTo>
                    <a:cubicBezTo>
                      <a:pt x="7507" y="5892"/>
                      <a:pt x="7532" y="6033"/>
                      <a:pt x="7557" y="6174"/>
                    </a:cubicBezTo>
                    <a:cubicBezTo>
                      <a:pt x="7573" y="6248"/>
                      <a:pt x="7590" y="6323"/>
                      <a:pt x="7606" y="6397"/>
                    </a:cubicBezTo>
                    <a:cubicBezTo>
                      <a:pt x="7606" y="6397"/>
                      <a:pt x="7606" y="6406"/>
                      <a:pt x="7615" y="6414"/>
                    </a:cubicBezTo>
                    <a:cubicBezTo>
                      <a:pt x="7615" y="6464"/>
                      <a:pt x="7623" y="6513"/>
                      <a:pt x="7623" y="6563"/>
                    </a:cubicBezTo>
                    <a:cubicBezTo>
                      <a:pt x="7639" y="6654"/>
                      <a:pt x="7648" y="6745"/>
                      <a:pt x="7664" y="6837"/>
                    </a:cubicBezTo>
                    <a:cubicBezTo>
                      <a:pt x="7681" y="6903"/>
                      <a:pt x="7697" y="6986"/>
                      <a:pt x="7739" y="7044"/>
                    </a:cubicBezTo>
                    <a:cubicBezTo>
                      <a:pt x="7739" y="7069"/>
                      <a:pt x="7755" y="7093"/>
                      <a:pt x="7780" y="7093"/>
                    </a:cubicBezTo>
                    <a:cubicBezTo>
                      <a:pt x="7789" y="7102"/>
                      <a:pt x="7805" y="7110"/>
                      <a:pt x="7813" y="7110"/>
                    </a:cubicBezTo>
                    <a:cubicBezTo>
                      <a:pt x="7789" y="7259"/>
                      <a:pt x="7789" y="7417"/>
                      <a:pt x="7789" y="7566"/>
                    </a:cubicBezTo>
                    <a:cubicBezTo>
                      <a:pt x="7797" y="7723"/>
                      <a:pt x="7797" y="7922"/>
                      <a:pt x="7871" y="8063"/>
                    </a:cubicBezTo>
                    <a:cubicBezTo>
                      <a:pt x="7871" y="8104"/>
                      <a:pt x="7871" y="8146"/>
                      <a:pt x="7871" y="8195"/>
                    </a:cubicBezTo>
                    <a:cubicBezTo>
                      <a:pt x="7863" y="8303"/>
                      <a:pt x="7863" y="8419"/>
                      <a:pt x="7855" y="8527"/>
                    </a:cubicBezTo>
                    <a:cubicBezTo>
                      <a:pt x="7847" y="8626"/>
                      <a:pt x="7822" y="8734"/>
                      <a:pt x="7830" y="8833"/>
                    </a:cubicBezTo>
                    <a:cubicBezTo>
                      <a:pt x="7747" y="8916"/>
                      <a:pt x="7664" y="9007"/>
                      <a:pt x="7581" y="9090"/>
                    </a:cubicBezTo>
                    <a:cubicBezTo>
                      <a:pt x="7424" y="9248"/>
                      <a:pt x="7267" y="9405"/>
                      <a:pt x="7117" y="9571"/>
                    </a:cubicBezTo>
                    <a:cubicBezTo>
                      <a:pt x="6968" y="9745"/>
                      <a:pt x="6827" y="9927"/>
                      <a:pt x="6687" y="10109"/>
                    </a:cubicBezTo>
                    <a:cubicBezTo>
                      <a:pt x="6562" y="10275"/>
                      <a:pt x="6430" y="10457"/>
                      <a:pt x="6504" y="10664"/>
                    </a:cubicBezTo>
                    <a:cubicBezTo>
                      <a:pt x="6513" y="10698"/>
                      <a:pt x="6529" y="10739"/>
                      <a:pt x="6546" y="10772"/>
                    </a:cubicBezTo>
                    <a:cubicBezTo>
                      <a:pt x="6537" y="10830"/>
                      <a:pt x="6562" y="10888"/>
                      <a:pt x="6612" y="10913"/>
                    </a:cubicBezTo>
                    <a:cubicBezTo>
                      <a:pt x="6629" y="10938"/>
                      <a:pt x="6645" y="10963"/>
                      <a:pt x="6662" y="10988"/>
                    </a:cubicBezTo>
                    <a:cubicBezTo>
                      <a:pt x="6728" y="11062"/>
                      <a:pt x="6803" y="11128"/>
                      <a:pt x="6894" y="11186"/>
                    </a:cubicBezTo>
                    <a:cubicBezTo>
                      <a:pt x="6910" y="11294"/>
                      <a:pt x="6943" y="11410"/>
                      <a:pt x="6985" y="11518"/>
                    </a:cubicBezTo>
                    <a:lnTo>
                      <a:pt x="6910" y="11518"/>
                    </a:lnTo>
                    <a:cubicBezTo>
                      <a:pt x="6894" y="11526"/>
                      <a:pt x="6885" y="11526"/>
                      <a:pt x="6877" y="11534"/>
                    </a:cubicBezTo>
                    <a:cubicBezTo>
                      <a:pt x="6844" y="11551"/>
                      <a:pt x="6811" y="11576"/>
                      <a:pt x="6819" y="11609"/>
                    </a:cubicBezTo>
                    <a:cubicBezTo>
                      <a:pt x="6827" y="11634"/>
                      <a:pt x="6852" y="11642"/>
                      <a:pt x="6877" y="11642"/>
                    </a:cubicBezTo>
                    <a:lnTo>
                      <a:pt x="6919" y="11642"/>
                    </a:lnTo>
                    <a:cubicBezTo>
                      <a:pt x="6927" y="11642"/>
                      <a:pt x="6935" y="11634"/>
                      <a:pt x="6943" y="11634"/>
                    </a:cubicBezTo>
                    <a:lnTo>
                      <a:pt x="6927" y="11642"/>
                    </a:lnTo>
                    <a:cubicBezTo>
                      <a:pt x="6952" y="11634"/>
                      <a:pt x="6977" y="11626"/>
                      <a:pt x="7001" y="11626"/>
                    </a:cubicBezTo>
                    <a:lnTo>
                      <a:pt x="7018" y="11626"/>
                    </a:lnTo>
                    <a:cubicBezTo>
                      <a:pt x="7026" y="11634"/>
                      <a:pt x="7026" y="11642"/>
                      <a:pt x="7035" y="11650"/>
                    </a:cubicBezTo>
                    <a:cubicBezTo>
                      <a:pt x="7001" y="11659"/>
                      <a:pt x="6968" y="11667"/>
                      <a:pt x="6943" y="11692"/>
                    </a:cubicBezTo>
                    <a:cubicBezTo>
                      <a:pt x="6927" y="11708"/>
                      <a:pt x="6902" y="11725"/>
                      <a:pt x="6894" y="11750"/>
                    </a:cubicBezTo>
                    <a:cubicBezTo>
                      <a:pt x="6885" y="11775"/>
                      <a:pt x="6885" y="11808"/>
                      <a:pt x="6902" y="11833"/>
                    </a:cubicBezTo>
                    <a:cubicBezTo>
                      <a:pt x="6908" y="11845"/>
                      <a:pt x="6923" y="11853"/>
                      <a:pt x="6934" y="11853"/>
                    </a:cubicBezTo>
                    <a:cubicBezTo>
                      <a:pt x="6938" y="11853"/>
                      <a:pt x="6941" y="11851"/>
                      <a:pt x="6943" y="11849"/>
                    </a:cubicBezTo>
                    <a:cubicBezTo>
                      <a:pt x="6960" y="11841"/>
                      <a:pt x="6968" y="11841"/>
                      <a:pt x="6968" y="11833"/>
                    </a:cubicBezTo>
                    <a:cubicBezTo>
                      <a:pt x="6985" y="11824"/>
                      <a:pt x="6993" y="11816"/>
                      <a:pt x="7001" y="11800"/>
                    </a:cubicBezTo>
                    <a:cubicBezTo>
                      <a:pt x="7010" y="11791"/>
                      <a:pt x="7018" y="11775"/>
                      <a:pt x="7026" y="11766"/>
                    </a:cubicBezTo>
                    <a:lnTo>
                      <a:pt x="7035" y="11758"/>
                    </a:lnTo>
                    <a:lnTo>
                      <a:pt x="7035" y="11758"/>
                    </a:lnTo>
                    <a:cubicBezTo>
                      <a:pt x="7043" y="11750"/>
                      <a:pt x="7051" y="11742"/>
                      <a:pt x="7059" y="11742"/>
                    </a:cubicBezTo>
                    <a:cubicBezTo>
                      <a:pt x="7084" y="11800"/>
                      <a:pt x="7117" y="11866"/>
                      <a:pt x="7167" y="11924"/>
                    </a:cubicBezTo>
                    <a:cubicBezTo>
                      <a:pt x="7159" y="11932"/>
                      <a:pt x="7151" y="11949"/>
                      <a:pt x="7142" y="11965"/>
                    </a:cubicBezTo>
                    <a:cubicBezTo>
                      <a:pt x="7134" y="11974"/>
                      <a:pt x="7134" y="11990"/>
                      <a:pt x="7126" y="12007"/>
                    </a:cubicBezTo>
                    <a:cubicBezTo>
                      <a:pt x="7126" y="12015"/>
                      <a:pt x="7126" y="12023"/>
                      <a:pt x="7126" y="12032"/>
                    </a:cubicBezTo>
                    <a:cubicBezTo>
                      <a:pt x="7126" y="12040"/>
                      <a:pt x="7126" y="12040"/>
                      <a:pt x="7126" y="12048"/>
                    </a:cubicBezTo>
                    <a:lnTo>
                      <a:pt x="7126" y="12065"/>
                    </a:lnTo>
                    <a:cubicBezTo>
                      <a:pt x="7130" y="12078"/>
                      <a:pt x="7142" y="12085"/>
                      <a:pt x="7154" y="12085"/>
                    </a:cubicBezTo>
                    <a:cubicBezTo>
                      <a:pt x="7163" y="12085"/>
                      <a:pt x="7172" y="12080"/>
                      <a:pt x="7175" y="12073"/>
                    </a:cubicBezTo>
                    <a:lnTo>
                      <a:pt x="7184" y="12065"/>
                    </a:lnTo>
                    <a:lnTo>
                      <a:pt x="7192" y="12056"/>
                    </a:lnTo>
                    <a:lnTo>
                      <a:pt x="7192" y="12048"/>
                    </a:lnTo>
                    <a:cubicBezTo>
                      <a:pt x="7192" y="12040"/>
                      <a:pt x="7192" y="12040"/>
                      <a:pt x="7200" y="12032"/>
                    </a:cubicBezTo>
                    <a:cubicBezTo>
                      <a:pt x="7200" y="12015"/>
                      <a:pt x="7209" y="12007"/>
                      <a:pt x="7217" y="11990"/>
                    </a:cubicBezTo>
                    <a:lnTo>
                      <a:pt x="7217" y="11982"/>
                    </a:lnTo>
                    <a:cubicBezTo>
                      <a:pt x="7250" y="12015"/>
                      <a:pt x="7291" y="12040"/>
                      <a:pt x="7341" y="12048"/>
                    </a:cubicBezTo>
                    <a:cubicBezTo>
                      <a:pt x="7368" y="12056"/>
                      <a:pt x="7395" y="12060"/>
                      <a:pt x="7423" y="12060"/>
                    </a:cubicBezTo>
                    <a:cubicBezTo>
                      <a:pt x="7481" y="12060"/>
                      <a:pt x="7539" y="12043"/>
                      <a:pt x="7590" y="12015"/>
                    </a:cubicBezTo>
                    <a:cubicBezTo>
                      <a:pt x="7639" y="12172"/>
                      <a:pt x="7755" y="12297"/>
                      <a:pt x="7905" y="12380"/>
                    </a:cubicBezTo>
                    <a:cubicBezTo>
                      <a:pt x="8054" y="12454"/>
                      <a:pt x="8228" y="12487"/>
                      <a:pt x="8393" y="12504"/>
                    </a:cubicBezTo>
                    <a:cubicBezTo>
                      <a:pt x="8393" y="12512"/>
                      <a:pt x="8402" y="12512"/>
                      <a:pt x="8402" y="12520"/>
                    </a:cubicBezTo>
                    <a:cubicBezTo>
                      <a:pt x="8460" y="12595"/>
                      <a:pt x="8451" y="12686"/>
                      <a:pt x="8418" y="12777"/>
                    </a:cubicBezTo>
                    <a:cubicBezTo>
                      <a:pt x="8410" y="12777"/>
                      <a:pt x="8402" y="12786"/>
                      <a:pt x="8393" y="12794"/>
                    </a:cubicBezTo>
                    <a:cubicBezTo>
                      <a:pt x="8252" y="13009"/>
                      <a:pt x="8137" y="13233"/>
                      <a:pt x="8054" y="13482"/>
                    </a:cubicBezTo>
                    <a:cubicBezTo>
                      <a:pt x="8012" y="13598"/>
                      <a:pt x="7979" y="13714"/>
                      <a:pt x="7946" y="13838"/>
                    </a:cubicBezTo>
                    <a:cubicBezTo>
                      <a:pt x="7946" y="13863"/>
                      <a:pt x="7938" y="13887"/>
                      <a:pt x="7938" y="13904"/>
                    </a:cubicBezTo>
                    <a:cubicBezTo>
                      <a:pt x="7797" y="14095"/>
                      <a:pt x="7623" y="14260"/>
                      <a:pt x="7515" y="14476"/>
                    </a:cubicBezTo>
                    <a:cubicBezTo>
                      <a:pt x="7432" y="14633"/>
                      <a:pt x="7374" y="14824"/>
                      <a:pt x="7325" y="14998"/>
                    </a:cubicBezTo>
                    <a:cubicBezTo>
                      <a:pt x="7291" y="15089"/>
                      <a:pt x="7267" y="15172"/>
                      <a:pt x="7242" y="15263"/>
                    </a:cubicBezTo>
                    <a:cubicBezTo>
                      <a:pt x="7242" y="15288"/>
                      <a:pt x="7233" y="15304"/>
                      <a:pt x="7233" y="15329"/>
                    </a:cubicBezTo>
                    <a:cubicBezTo>
                      <a:pt x="7184" y="15412"/>
                      <a:pt x="7134" y="15503"/>
                      <a:pt x="7101" y="15594"/>
                    </a:cubicBezTo>
                    <a:cubicBezTo>
                      <a:pt x="7051" y="15702"/>
                      <a:pt x="7010" y="15810"/>
                      <a:pt x="6968" y="15926"/>
                    </a:cubicBezTo>
                    <a:cubicBezTo>
                      <a:pt x="6960" y="15951"/>
                      <a:pt x="6952" y="15984"/>
                      <a:pt x="6943" y="16009"/>
                    </a:cubicBezTo>
                    <a:cubicBezTo>
                      <a:pt x="6753" y="16307"/>
                      <a:pt x="6546" y="16589"/>
                      <a:pt x="6388" y="16903"/>
                    </a:cubicBezTo>
                    <a:cubicBezTo>
                      <a:pt x="6281" y="17127"/>
                      <a:pt x="6198" y="17367"/>
                      <a:pt x="6148" y="17616"/>
                    </a:cubicBezTo>
                    <a:cubicBezTo>
                      <a:pt x="6131" y="17715"/>
                      <a:pt x="6115" y="17823"/>
                      <a:pt x="6107" y="17923"/>
                    </a:cubicBezTo>
                    <a:cubicBezTo>
                      <a:pt x="6090" y="17939"/>
                      <a:pt x="6073" y="17956"/>
                      <a:pt x="6057" y="17972"/>
                    </a:cubicBezTo>
                    <a:cubicBezTo>
                      <a:pt x="5908" y="18130"/>
                      <a:pt x="5750" y="18271"/>
                      <a:pt x="5634" y="18453"/>
                    </a:cubicBezTo>
                    <a:cubicBezTo>
                      <a:pt x="5527" y="18619"/>
                      <a:pt x="5444" y="18809"/>
                      <a:pt x="5386" y="18991"/>
                    </a:cubicBezTo>
                    <a:cubicBezTo>
                      <a:pt x="5361" y="19091"/>
                      <a:pt x="5336" y="19190"/>
                      <a:pt x="5319" y="19290"/>
                    </a:cubicBezTo>
                    <a:cubicBezTo>
                      <a:pt x="5311" y="19314"/>
                      <a:pt x="5303" y="19339"/>
                      <a:pt x="5303" y="19372"/>
                    </a:cubicBezTo>
                    <a:cubicBezTo>
                      <a:pt x="4880" y="19828"/>
                      <a:pt x="4483" y="20309"/>
                      <a:pt x="4085" y="20798"/>
                    </a:cubicBezTo>
                    <a:cubicBezTo>
                      <a:pt x="3886" y="21046"/>
                      <a:pt x="3679" y="21286"/>
                      <a:pt x="3530" y="21568"/>
                    </a:cubicBezTo>
                    <a:cubicBezTo>
                      <a:pt x="3381" y="21850"/>
                      <a:pt x="3281" y="22156"/>
                      <a:pt x="3173" y="22455"/>
                    </a:cubicBezTo>
                    <a:cubicBezTo>
                      <a:pt x="3107" y="22637"/>
                      <a:pt x="3057" y="22811"/>
                      <a:pt x="2999" y="22993"/>
                    </a:cubicBezTo>
                    <a:cubicBezTo>
                      <a:pt x="2966" y="23109"/>
                      <a:pt x="2925" y="23217"/>
                      <a:pt x="2900" y="23333"/>
                    </a:cubicBezTo>
                    <a:cubicBezTo>
                      <a:pt x="2569" y="23888"/>
                      <a:pt x="2312" y="24485"/>
                      <a:pt x="2038" y="25073"/>
                    </a:cubicBezTo>
                    <a:cubicBezTo>
                      <a:pt x="1980" y="25197"/>
                      <a:pt x="1922" y="25330"/>
                      <a:pt x="1864" y="25462"/>
                    </a:cubicBezTo>
                    <a:cubicBezTo>
                      <a:pt x="1806" y="25587"/>
                      <a:pt x="1732" y="25727"/>
                      <a:pt x="1715" y="25868"/>
                    </a:cubicBezTo>
                    <a:cubicBezTo>
                      <a:pt x="1707" y="25893"/>
                      <a:pt x="1724" y="25918"/>
                      <a:pt x="1748" y="25935"/>
                    </a:cubicBezTo>
                    <a:cubicBezTo>
                      <a:pt x="1690" y="26026"/>
                      <a:pt x="1632" y="26125"/>
                      <a:pt x="1583" y="26225"/>
                    </a:cubicBezTo>
                    <a:cubicBezTo>
                      <a:pt x="1318" y="26697"/>
                      <a:pt x="1061" y="27186"/>
                      <a:pt x="912" y="27708"/>
                    </a:cubicBezTo>
                    <a:cubicBezTo>
                      <a:pt x="862" y="27873"/>
                      <a:pt x="829" y="28039"/>
                      <a:pt x="812" y="28213"/>
                    </a:cubicBezTo>
                    <a:cubicBezTo>
                      <a:pt x="613" y="28553"/>
                      <a:pt x="431" y="28909"/>
                      <a:pt x="307" y="29282"/>
                    </a:cubicBezTo>
                    <a:cubicBezTo>
                      <a:pt x="207" y="29572"/>
                      <a:pt x="141" y="29870"/>
                      <a:pt x="91" y="30168"/>
                    </a:cubicBezTo>
                    <a:cubicBezTo>
                      <a:pt x="66" y="30326"/>
                      <a:pt x="42" y="30483"/>
                      <a:pt x="33" y="30641"/>
                    </a:cubicBezTo>
                    <a:cubicBezTo>
                      <a:pt x="17" y="30798"/>
                      <a:pt x="0" y="30964"/>
                      <a:pt x="33" y="31121"/>
                    </a:cubicBezTo>
                    <a:cubicBezTo>
                      <a:pt x="33" y="31138"/>
                      <a:pt x="42" y="31146"/>
                      <a:pt x="42" y="31154"/>
                    </a:cubicBezTo>
                    <a:cubicBezTo>
                      <a:pt x="42" y="31237"/>
                      <a:pt x="33" y="31312"/>
                      <a:pt x="33" y="31395"/>
                    </a:cubicBezTo>
                    <a:cubicBezTo>
                      <a:pt x="25" y="31635"/>
                      <a:pt x="42" y="31875"/>
                      <a:pt x="66" y="32107"/>
                    </a:cubicBezTo>
                    <a:cubicBezTo>
                      <a:pt x="83" y="32323"/>
                      <a:pt x="108" y="32563"/>
                      <a:pt x="199" y="32762"/>
                    </a:cubicBezTo>
                    <a:cubicBezTo>
                      <a:pt x="174" y="33010"/>
                      <a:pt x="158" y="33259"/>
                      <a:pt x="158" y="33516"/>
                    </a:cubicBezTo>
                    <a:cubicBezTo>
                      <a:pt x="158" y="33789"/>
                      <a:pt x="166" y="34071"/>
                      <a:pt x="199" y="34353"/>
                    </a:cubicBezTo>
                    <a:cubicBezTo>
                      <a:pt x="216" y="34485"/>
                      <a:pt x="232" y="34626"/>
                      <a:pt x="257" y="34767"/>
                    </a:cubicBezTo>
                    <a:cubicBezTo>
                      <a:pt x="282" y="34891"/>
                      <a:pt x="307" y="35015"/>
                      <a:pt x="373" y="35131"/>
                    </a:cubicBezTo>
                    <a:cubicBezTo>
                      <a:pt x="381" y="35189"/>
                      <a:pt x="398" y="35247"/>
                      <a:pt x="414" y="35297"/>
                    </a:cubicBezTo>
                    <a:cubicBezTo>
                      <a:pt x="456" y="35438"/>
                      <a:pt x="522" y="35562"/>
                      <a:pt x="588" y="35687"/>
                    </a:cubicBezTo>
                    <a:cubicBezTo>
                      <a:pt x="655" y="35794"/>
                      <a:pt x="746" y="35968"/>
                      <a:pt x="887" y="35977"/>
                    </a:cubicBezTo>
                    <a:cubicBezTo>
                      <a:pt x="1086" y="36242"/>
                      <a:pt x="1351" y="36465"/>
                      <a:pt x="1616" y="36631"/>
                    </a:cubicBezTo>
                    <a:cubicBezTo>
                      <a:pt x="1831" y="36772"/>
                      <a:pt x="2063" y="36880"/>
                      <a:pt x="2304" y="36971"/>
                    </a:cubicBezTo>
                    <a:cubicBezTo>
                      <a:pt x="2428" y="37012"/>
                      <a:pt x="2544" y="37054"/>
                      <a:pt x="2668" y="37087"/>
                    </a:cubicBezTo>
                    <a:cubicBezTo>
                      <a:pt x="2759" y="37103"/>
                      <a:pt x="2850" y="37137"/>
                      <a:pt x="2950" y="37145"/>
                    </a:cubicBezTo>
                    <a:cubicBezTo>
                      <a:pt x="3091" y="37203"/>
                      <a:pt x="3248" y="37253"/>
                      <a:pt x="3405" y="37277"/>
                    </a:cubicBezTo>
                    <a:cubicBezTo>
                      <a:pt x="3389" y="37319"/>
                      <a:pt x="3381" y="37369"/>
                      <a:pt x="3405" y="37427"/>
                    </a:cubicBezTo>
                    <a:cubicBezTo>
                      <a:pt x="3447" y="37518"/>
                      <a:pt x="3538" y="37559"/>
                      <a:pt x="3613" y="37601"/>
                    </a:cubicBezTo>
                    <a:cubicBezTo>
                      <a:pt x="3704" y="37650"/>
                      <a:pt x="3803" y="37700"/>
                      <a:pt x="3894" y="37750"/>
                    </a:cubicBezTo>
                    <a:cubicBezTo>
                      <a:pt x="4085" y="37833"/>
                      <a:pt x="4275" y="37907"/>
                      <a:pt x="4474" y="37965"/>
                    </a:cubicBezTo>
                    <a:cubicBezTo>
                      <a:pt x="4639" y="38008"/>
                      <a:pt x="4817" y="38051"/>
                      <a:pt x="4996" y="38051"/>
                    </a:cubicBezTo>
                    <a:cubicBezTo>
                      <a:pt x="5024" y="38051"/>
                      <a:pt x="5051" y="38050"/>
                      <a:pt x="5079" y="38048"/>
                    </a:cubicBezTo>
                    <a:lnTo>
                      <a:pt x="5096" y="38048"/>
                    </a:lnTo>
                    <a:cubicBezTo>
                      <a:pt x="5676" y="38247"/>
                      <a:pt x="6289" y="38355"/>
                      <a:pt x="6910" y="38363"/>
                    </a:cubicBezTo>
                    <a:cubicBezTo>
                      <a:pt x="7026" y="38388"/>
                      <a:pt x="7151" y="38413"/>
                      <a:pt x="7275" y="38437"/>
                    </a:cubicBezTo>
                    <a:cubicBezTo>
                      <a:pt x="7391" y="38462"/>
                      <a:pt x="7507" y="38487"/>
                      <a:pt x="7623" y="38512"/>
                    </a:cubicBezTo>
                    <a:cubicBezTo>
                      <a:pt x="7739" y="38537"/>
                      <a:pt x="7863" y="38570"/>
                      <a:pt x="7987" y="38570"/>
                    </a:cubicBezTo>
                    <a:cubicBezTo>
                      <a:pt x="7990" y="38571"/>
                      <a:pt x="7993" y="38571"/>
                      <a:pt x="7996" y="38571"/>
                    </a:cubicBezTo>
                    <a:cubicBezTo>
                      <a:pt x="8023" y="38571"/>
                      <a:pt x="8036" y="38535"/>
                      <a:pt x="8029" y="38512"/>
                    </a:cubicBezTo>
                    <a:lnTo>
                      <a:pt x="8029" y="38512"/>
                    </a:lnTo>
                    <a:cubicBezTo>
                      <a:pt x="8153" y="38520"/>
                      <a:pt x="8286" y="38529"/>
                      <a:pt x="8418" y="38537"/>
                    </a:cubicBezTo>
                    <a:cubicBezTo>
                      <a:pt x="8509" y="38541"/>
                      <a:pt x="8607" y="38547"/>
                      <a:pt x="8704" y="38547"/>
                    </a:cubicBezTo>
                    <a:cubicBezTo>
                      <a:pt x="8801" y="38547"/>
                      <a:pt x="8899" y="38541"/>
                      <a:pt x="8990" y="38520"/>
                    </a:cubicBezTo>
                    <a:cubicBezTo>
                      <a:pt x="9073" y="38504"/>
                      <a:pt x="9156" y="38479"/>
                      <a:pt x="9230" y="38437"/>
                    </a:cubicBezTo>
                    <a:cubicBezTo>
                      <a:pt x="9272" y="38421"/>
                      <a:pt x="9305" y="38396"/>
                      <a:pt x="9338" y="38363"/>
                    </a:cubicBezTo>
                    <a:cubicBezTo>
                      <a:pt x="9371" y="38330"/>
                      <a:pt x="9379" y="38297"/>
                      <a:pt x="9404" y="38255"/>
                    </a:cubicBezTo>
                    <a:cubicBezTo>
                      <a:pt x="9412" y="38230"/>
                      <a:pt x="9412" y="38222"/>
                      <a:pt x="9404" y="38205"/>
                    </a:cubicBezTo>
                    <a:cubicBezTo>
                      <a:pt x="9404" y="38205"/>
                      <a:pt x="9404" y="38197"/>
                      <a:pt x="9412" y="38197"/>
                    </a:cubicBezTo>
                    <a:cubicBezTo>
                      <a:pt x="9412" y="38197"/>
                      <a:pt x="9421" y="38189"/>
                      <a:pt x="9421" y="38181"/>
                    </a:cubicBezTo>
                    <a:cubicBezTo>
                      <a:pt x="9446" y="38147"/>
                      <a:pt x="9462" y="38114"/>
                      <a:pt x="9487" y="38073"/>
                    </a:cubicBezTo>
                    <a:lnTo>
                      <a:pt x="9487" y="38073"/>
                    </a:lnTo>
                    <a:cubicBezTo>
                      <a:pt x="9479" y="38123"/>
                      <a:pt x="9479" y="38164"/>
                      <a:pt x="9470" y="38205"/>
                    </a:cubicBezTo>
                    <a:cubicBezTo>
                      <a:pt x="9437" y="38413"/>
                      <a:pt x="9404" y="38636"/>
                      <a:pt x="9470" y="38835"/>
                    </a:cubicBezTo>
                    <a:cubicBezTo>
                      <a:pt x="9537" y="39026"/>
                      <a:pt x="9694" y="39142"/>
                      <a:pt x="9860" y="39233"/>
                    </a:cubicBezTo>
                    <a:cubicBezTo>
                      <a:pt x="9951" y="39291"/>
                      <a:pt x="10042" y="39340"/>
                      <a:pt x="10142" y="39382"/>
                    </a:cubicBezTo>
                    <a:cubicBezTo>
                      <a:pt x="10233" y="39432"/>
                      <a:pt x="10349" y="39498"/>
                      <a:pt x="10456" y="39498"/>
                    </a:cubicBezTo>
                    <a:cubicBezTo>
                      <a:pt x="10461" y="39499"/>
                      <a:pt x="10465" y="39499"/>
                      <a:pt x="10469" y="39499"/>
                    </a:cubicBezTo>
                    <a:cubicBezTo>
                      <a:pt x="10504" y="39499"/>
                      <a:pt x="10531" y="39469"/>
                      <a:pt x="10531" y="39432"/>
                    </a:cubicBezTo>
                    <a:cubicBezTo>
                      <a:pt x="10771" y="39514"/>
                      <a:pt x="11012" y="39597"/>
                      <a:pt x="11252" y="39697"/>
                    </a:cubicBezTo>
                    <a:cubicBezTo>
                      <a:pt x="11391" y="39752"/>
                      <a:pt x="11611" y="39878"/>
                      <a:pt x="11801" y="39878"/>
                    </a:cubicBezTo>
                    <a:cubicBezTo>
                      <a:pt x="11838" y="39878"/>
                      <a:pt x="11873" y="39873"/>
                      <a:pt x="11906" y="39862"/>
                    </a:cubicBezTo>
                    <a:lnTo>
                      <a:pt x="11923" y="39871"/>
                    </a:lnTo>
                    <a:cubicBezTo>
                      <a:pt x="11931" y="39879"/>
                      <a:pt x="11940" y="39879"/>
                      <a:pt x="11948" y="39879"/>
                    </a:cubicBezTo>
                    <a:cubicBezTo>
                      <a:pt x="11985" y="39916"/>
                      <a:pt x="12046" y="39921"/>
                      <a:pt x="12102" y="39921"/>
                    </a:cubicBezTo>
                    <a:cubicBezTo>
                      <a:pt x="12120" y="39921"/>
                      <a:pt x="12138" y="39920"/>
                      <a:pt x="12155" y="39920"/>
                    </a:cubicBezTo>
                    <a:cubicBezTo>
                      <a:pt x="12238" y="39920"/>
                      <a:pt x="12321" y="39912"/>
                      <a:pt x="12395" y="39904"/>
                    </a:cubicBezTo>
                    <a:cubicBezTo>
                      <a:pt x="12470" y="39896"/>
                      <a:pt x="12544" y="39887"/>
                      <a:pt x="12611" y="39871"/>
                    </a:cubicBezTo>
                    <a:cubicBezTo>
                      <a:pt x="12694" y="39846"/>
                      <a:pt x="12752" y="39804"/>
                      <a:pt x="12785" y="39730"/>
                    </a:cubicBezTo>
                    <a:cubicBezTo>
                      <a:pt x="12793" y="39713"/>
                      <a:pt x="12793" y="39697"/>
                      <a:pt x="12793" y="39680"/>
                    </a:cubicBezTo>
                    <a:cubicBezTo>
                      <a:pt x="12826" y="39647"/>
                      <a:pt x="12859" y="39606"/>
                      <a:pt x="12876" y="39564"/>
                    </a:cubicBezTo>
                    <a:cubicBezTo>
                      <a:pt x="12909" y="39490"/>
                      <a:pt x="12934" y="39407"/>
                      <a:pt x="12942" y="39324"/>
                    </a:cubicBezTo>
                    <a:cubicBezTo>
                      <a:pt x="12942" y="39282"/>
                      <a:pt x="12934" y="39241"/>
                      <a:pt x="12934" y="39200"/>
                    </a:cubicBezTo>
                    <a:cubicBezTo>
                      <a:pt x="12950" y="39150"/>
                      <a:pt x="12959" y="39084"/>
                      <a:pt x="12967" y="39034"/>
                    </a:cubicBezTo>
                    <a:cubicBezTo>
                      <a:pt x="12984" y="38951"/>
                      <a:pt x="12992" y="38876"/>
                      <a:pt x="12992" y="38794"/>
                    </a:cubicBezTo>
                    <a:cubicBezTo>
                      <a:pt x="12992" y="38678"/>
                      <a:pt x="12942" y="38570"/>
                      <a:pt x="12868" y="38471"/>
                    </a:cubicBezTo>
                    <a:cubicBezTo>
                      <a:pt x="12834" y="38437"/>
                      <a:pt x="12801" y="38396"/>
                      <a:pt x="12760" y="38363"/>
                    </a:cubicBezTo>
                    <a:cubicBezTo>
                      <a:pt x="12710" y="38255"/>
                      <a:pt x="12627" y="38181"/>
                      <a:pt x="12544" y="38106"/>
                    </a:cubicBezTo>
                    <a:cubicBezTo>
                      <a:pt x="12453" y="38031"/>
                      <a:pt x="12370" y="37957"/>
                      <a:pt x="12279" y="37882"/>
                    </a:cubicBezTo>
                    <a:cubicBezTo>
                      <a:pt x="12271" y="37874"/>
                      <a:pt x="12263" y="37866"/>
                      <a:pt x="12254" y="37857"/>
                    </a:cubicBezTo>
                    <a:cubicBezTo>
                      <a:pt x="12279" y="37857"/>
                      <a:pt x="12304" y="37866"/>
                      <a:pt x="12329" y="37866"/>
                    </a:cubicBezTo>
                    <a:cubicBezTo>
                      <a:pt x="12470" y="37899"/>
                      <a:pt x="12611" y="37924"/>
                      <a:pt x="12760" y="37949"/>
                    </a:cubicBezTo>
                    <a:cubicBezTo>
                      <a:pt x="12872" y="37967"/>
                      <a:pt x="12988" y="37982"/>
                      <a:pt x="13102" y="37982"/>
                    </a:cubicBezTo>
                    <a:cubicBezTo>
                      <a:pt x="13249" y="37982"/>
                      <a:pt x="13395" y="37957"/>
                      <a:pt x="13530" y="37882"/>
                    </a:cubicBezTo>
                    <a:cubicBezTo>
                      <a:pt x="13663" y="37816"/>
                      <a:pt x="13754" y="37683"/>
                      <a:pt x="13779" y="37551"/>
                    </a:cubicBezTo>
                    <a:lnTo>
                      <a:pt x="13787" y="37543"/>
                    </a:lnTo>
                    <a:cubicBezTo>
                      <a:pt x="13804" y="37526"/>
                      <a:pt x="13820" y="37509"/>
                      <a:pt x="13829" y="37485"/>
                    </a:cubicBezTo>
                    <a:cubicBezTo>
                      <a:pt x="13853" y="37451"/>
                      <a:pt x="13870" y="37418"/>
                      <a:pt x="13878" y="37385"/>
                    </a:cubicBezTo>
                    <a:cubicBezTo>
                      <a:pt x="13920" y="37302"/>
                      <a:pt x="13936" y="37219"/>
                      <a:pt x="13945" y="37128"/>
                    </a:cubicBezTo>
                    <a:cubicBezTo>
                      <a:pt x="13961" y="36987"/>
                      <a:pt x="13953" y="36805"/>
                      <a:pt x="13845" y="36689"/>
                    </a:cubicBezTo>
                    <a:cubicBezTo>
                      <a:pt x="13829" y="36673"/>
                      <a:pt x="13804" y="36656"/>
                      <a:pt x="13779" y="36639"/>
                    </a:cubicBezTo>
                    <a:lnTo>
                      <a:pt x="13779" y="36631"/>
                    </a:lnTo>
                    <a:cubicBezTo>
                      <a:pt x="13771" y="36581"/>
                      <a:pt x="13762" y="36532"/>
                      <a:pt x="13754" y="36474"/>
                    </a:cubicBezTo>
                    <a:cubicBezTo>
                      <a:pt x="13729" y="36383"/>
                      <a:pt x="13688" y="36283"/>
                      <a:pt x="13588" y="36242"/>
                    </a:cubicBezTo>
                    <a:cubicBezTo>
                      <a:pt x="13550" y="36222"/>
                      <a:pt x="13508" y="36216"/>
                      <a:pt x="13464" y="36216"/>
                    </a:cubicBezTo>
                    <a:cubicBezTo>
                      <a:pt x="13415" y="36216"/>
                      <a:pt x="13364" y="36225"/>
                      <a:pt x="13315" y="36233"/>
                    </a:cubicBezTo>
                    <a:cubicBezTo>
                      <a:pt x="13274" y="36233"/>
                      <a:pt x="13232" y="36242"/>
                      <a:pt x="13191" y="36250"/>
                    </a:cubicBezTo>
                    <a:cubicBezTo>
                      <a:pt x="13174" y="36242"/>
                      <a:pt x="13158" y="36233"/>
                      <a:pt x="13141" y="36225"/>
                    </a:cubicBezTo>
                    <a:cubicBezTo>
                      <a:pt x="13066" y="36200"/>
                      <a:pt x="12992" y="36167"/>
                      <a:pt x="12917" y="36142"/>
                    </a:cubicBezTo>
                    <a:cubicBezTo>
                      <a:pt x="12776" y="36093"/>
                      <a:pt x="12636" y="36043"/>
                      <a:pt x="12495" y="35993"/>
                    </a:cubicBezTo>
                    <a:cubicBezTo>
                      <a:pt x="12370" y="35952"/>
                      <a:pt x="12254" y="35894"/>
                      <a:pt x="12147" y="35811"/>
                    </a:cubicBezTo>
                    <a:cubicBezTo>
                      <a:pt x="12056" y="35736"/>
                      <a:pt x="12006" y="35645"/>
                      <a:pt x="11940" y="35546"/>
                    </a:cubicBezTo>
                    <a:cubicBezTo>
                      <a:pt x="11998" y="35479"/>
                      <a:pt x="12056" y="35405"/>
                      <a:pt x="12097" y="35330"/>
                    </a:cubicBezTo>
                    <a:cubicBezTo>
                      <a:pt x="12263" y="35057"/>
                      <a:pt x="12329" y="34742"/>
                      <a:pt x="12271" y="34419"/>
                    </a:cubicBezTo>
                    <a:cubicBezTo>
                      <a:pt x="12271" y="34411"/>
                      <a:pt x="12263" y="34394"/>
                      <a:pt x="12254" y="34386"/>
                    </a:cubicBezTo>
                    <a:cubicBezTo>
                      <a:pt x="12337" y="34245"/>
                      <a:pt x="12404" y="34096"/>
                      <a:pt x="12470" y="33947"/>
                    </a:cubicBezTo>
                    <a:cubicBezTo>
                      <a:pt x="12586" y="33673"/>
                      <a:pt x="12677" y="33392"/>
                      <a:pt x="12752" y="33102"/>
                    </a:cubicBezTo>
                    <a:cubicBezTo>
                      <a:pt x="12859" y="32961"/>
                      <a:pt x="12959" y="32803"/>
                      <a:pt x="13042" y="32638"/>
                    </a:cubicBezTo>
                    <a:cubicBezTo>
                      <a:pt x="13249" y="32198"/>
                      <a:pt x="13356" y="31718"/>
                      <a:pt x="13406" y="31237"/>
                    </a:cubicBezTo>
                    <a:cubicBezTo>
                      <a:pt x="13414" y="31453"/>
                      <a:pt x="13423" y="31660"/>
                      <a:pt x="13423" y="31875"/>
                    </a:cubicBezTo>
                    <a:cubicBezTo>
                      <a:pt x="13423" y="32174"/>
                      <a:pt x="13406" y="32464"/>
                      <a:pt x="13365" y="32754"/>
                    </a:cubicBezTo>
                    <a:cubicBezTo>
                      <a:pt x="13323" y="33035"/>
                      <a:pt x="13232" y="33317"/>
                      <a:pt x="13224" y="33599"/>
                    </a:cubicBezTo>
                    <a:cubicBezTo>
                      <a:pt x="13216" y="33831"/>
                      <a:pt x="13274" y="34063"/>
                      <a:pt x="13414" y="34253"/>
                    </a:cubicBezTo>
                    <a:cubicBezTo>
                      <a:pt x="13406" y="34250"/>
                      <a:pt x="13398" y="34248"/>
                      <a:pt x="13390" y="34248"/>
                    </a:cubicBezTo>
                    <a:cubicBezTo>
                      <a:pt x="13338" y="34248"/>
                      <a:pt x="13289" y="34310"/>
                      <a:pt x="13332" y="34353"/>
                    </a:cubicBezTo>
                    <a:cubicBezTo>
                      <a:pt x="13456" y="34493"/>
                      <a:pt x="13588" y="34618"/>
                      <a:pt x="13721" y="34750"/>
                    </a:cubicBezTo>
                    <a:cubicBezTo>
                      <a:pt x="13845" y="34883"/>
                      <a:pt x="13911" y="35049"/>
                      <a:pt x="13978" y="35214"/>
                    </a:cubicBezTo>
                    <a:cubicBezTo>
                      <a:pt x="14036" y="35388"/>
                      <a:pt x="14085" y="35562"/>
                      <a:pt x="14127" y="35745"/>
                    </a:cubicBezTo>
                    <a:cubicBezTo>
                      <a:pt x="14143" y="35836"/>
                      <a:pt x="14160" y="35927"/>
                      <a:pt x="14177" y="36010"/>
                    </a:cubicBezTo>
                    <a:cubicBezTo>
                      <a:pt x="14201" y="36101"/>
                      <a:pt x="14210" y="36200"/>
                      <a:pt x="14251" y="36275"/>
                    </a:cubicBezTo>
                    <a:cubicBezTo>
                      <a:pt x="14259" y="36291"/>
                      <a:pt x="14268" y="36300"/>
                      <a:pt x="14284" y="36300"/>
                    </a:cubicBezTo>
                    <a:cubicBezTo>
                      <a:pt x="14301" y="36557"/>
                      <a:pt x="14293" y="36813"/>
                      <a:pt x="14400" y="37054"/>
                    </a:cubicBezTo>
                    <a:cubicBezTo>
                      <a:pt x="14483" y="37244"/>
                      <a:pt x="14624" y="37377"/>
                      <a:pt x="14806" y="37476"/>
                    </a:cubicBezTo>
                    <a:cubicBezTo>
                      <a:pt x="14905" y="37533"/>
                      <a:pt x="15081" y="37655"/>
                      <a:pt x="15223" y="37655"/>
                    </a:cubicBezTo>
                    <a:cubicBezTo>
                      <a:pt x="15248" y="37655"/>
                      <a:pt x="15273" y="37651"/>
                      <a:pt x="15295" y="37642"/>
                    </a:cubicBezTo>
                    <a:cubicBezTo>
                      <a:pt x="15494" y="37717"/>
                      <a:pt x="15685" y="37766"/>
                      <a:pt x="15875" y="37857"/>
                    </a:cubicBezTo>
                    <a:cubicBezTo>
                      <a:pt x="16074" y="37940"/>
                      <a:pt x="16223" y="38106"/>
                      <a:pt x="16447" y="38114"/>
                    </a:cubicBezTo>
                    <a:cubicBezTo>
                      <a:pt x="16463" y="38116"/>
                      <a:pt x="16480" y="38116"/>
                      <a:pt x="16496" y="38116"/>
                    </a:cubicBezTo>
                    <a:cubicBezTo>
                      <a:pt x="16684" y="38116"/>
                      <a:pt x="16858" y="38030"/>
                      <a:pt x="17010" y="37915"/>
                    </a:cubicBezTo>
                    <a:cubicBezTo>
                      <a:pt x="17085" y="37857"/>
                      <a:pt x="17159" y="37791"/>
                      <a:pt x="17217" y="37717"/>
                    </a:cubicBezTo>
                    <a:cubicBezTo>
                      <a:pt x="17234" y="37692"/>
                      <a:pt x="17251" y="37659"/>
                      <a:pt x="17267" y="37625"/>
                    </a:cubicBezTo>
                    <a:lnTo>
                      <a:pt x="17275" y="37625"/>
                    </a:lnTo>
                    <a:cubicBezTo>
                      <a:pt x="17367" y="37601"/>
                      <a:pt x="17425" y="37485"/>
                      <a:pt x="17449" y="37402"/>
                    </a:cubicBezTo>
                    <a:cubicBezTo>
                      <a:pt x="17491" y="37311"/>
                      <a:pt x="17507" y="37211"/>
                      <a:pt x="17483" y="37120"/>
                    </a:cubicBezTo>
                    <a:cubicBezTo>
                      <a:pt x="17474" y="37079"/>
                      <a:pt x="17458" y="37054"/>
                      <a:pt x="17441" y="37021"/>
                    </a:cubicBezTo>
                    <a:cubicBezTo>
                      <a:pt x="17483" y="36905"/>
                      <a:pt x="17466" y="36747"/>
                      <a:pt x="17433" y="36631"/>
                    </a:cubicBezTo>
                    <a:cubicBezTo>
                      <a:pt x="17391" y="36482"/>
                      <a:pt x="17300" y="36391"/>
                      <a:pt x="17159" y="36333"/>
                    </a:cubicBezTo>
                    <a:cubicBezTo>
                      <a:pt x="17019" y="36283"/>
                      <a:pt x="16861" y="36242"/>
                      <a:pt x="16712" y="36200"/>
                    </a:cubicBezTo>
                    <a:cubicBezTo>
                      <a:pt x="16629" y="36184"/>
                      <a:pt x="16546" y="36159"/>
                      <a:pt x="16463" y="36142"/>
                    </a:cubicBezTo>
                    <a:cubicBezTo>
                      <a:pt x="16414" y="36134"/>
                      <a:pt x="16339" y="36117"/>
                      <a:pt x="16314" y="36068"/>
                    </a:cubicBezTo>
                    <a:cubicBezTo>
                      <a:pt x="16310" y="36051"/>
                      <a:pt x="16300" y="36045"/>
                      <a:pt x="16287" y="36045"/>
                    </a:cubicBezTo>
                    <a:cubicBezTo>
                      <a:pt x="16275" y="36045"/>
                      <a:pt x="16260" y="36051"/>
                      <a:pt x="16248" y="36059"/>
                    </a:cubicBezTo>
                    <a:lnTo>
                      <a:pt x="16240" y="36051"/>
                    </a:lnTo>
                    <a:cubicBezTo>
                      <a:pt x="16165" y="35993"/>
                      <a:pt x="16099" y="35919"/>
                      <a:pt x="16041" y="35844"/>
                    </a:cubicBezTo>
                    <a:cubicBezTo>
                      <a:pt x="15908" y="35629"/>
                      <a:pt x="15850" y="35372"/>
                      <a:pt x="15776" y="35131"/>
                    </a:cubicBezTo>
                    <a:cubicBezTo>
                      <a:pt x="15701" y="34875"/>
                      <a:pt x="15618" y="34618"/>
                      <a:pt x="15535" y="34361"/>
                    </a:cubicBezTo>
                    <a:cubicBezTo>
                      <a:pt x="15461" y="34129"/>
                      <a:pt x="15370" y="33905"/>
                      <a:pt x="15287" y="33673"/>
                    </a:cubicBezTo>
                    <a:lnTo>
                      <a:pt x="15303" y="33242"/>
                    </a:lnTo>
                    <a:cubicBezTo>
                      <a:pt x="15312" y="32952"/>
                      <a:pt x="15337" y="32654"/>
                      <a:pt x="15353" y="32364"/>
                    </a:cubicBezTo>
                    <a:cubicBezTo>
                      <a:pt x="15378" y="32074"/>
                      <a:pt x="15403" y="31776"/>
                      <a:pt x="15436" y="31486"/>
                    </a:cubicBezTo>
                    <a:cubicBezTo>
                      <a:pt x="15453" y="31345"/>
                      <a:pt x="15477" y="31196"/>
                      <a:pt x="15494" y="31047"/>
                    </a:cubicBezTo>
                    <a:cubicBezTo>
                      <a:pt x="15511" y="30931"/>
                      <a:pt x="15527" y="30798"/>
                      <a:pt x="15527" y="30674"/>
                    </a:cubicBezTo>
                    <a:cubicBezTo>
                      <a:pt x="15593" y="30483"/>
                      <a:pt x="15651" y="30293"/>
                      <a:pt x="15701" y="30094"/>
                    </a:cubicBezTo>
                    <a:cubicBezTo>
                      <a:pt x="15801" y="29762"/>
                      <a:pt x="15892" y="29423"/>
                      <a:pt x="15983" y="29083"/>
                    </a:cubicBezTo>
                    <a:cubicBezTo>
                      <a:pt x="16157" y="28429"/>
                      <a:pt x="16323" y="27774"/>
                      <a:pt x="16422" y="27103"/>
                    </a:cubicBezTo>
                    <a:cubicBezTo>
                      <a:pt x="16455" y="26921"/>
                      <a:pt x="16480" y="26730"/>
                      <a:pt x="16497" y="26548"/>
                    </a:cubicBezTo>
                    <a:cubicBezTo>
                      <a:pt x="16505" y="26457"/>
                      <a:pt x="16513" y="26365"/>
                      <a:pt x="16521" y="26274"/>
                    </a:cubicBezTo>
                    <a:cubicBezTo>
                      <a:pt x="16530" y="26175"/>
                      <a:pt x="16538" y="26075"/>
                      <a:pt x="16505" y="25993"/>
                    </a:cubicBezTo>
                    <a:cubicBezTo>
                      <a:pt x="16497" y="25976"/>
                      <a:pt x="16480" y="25959"/>
                      <a:pt x="16463" y="25959"/>
                    </a:cubicBezTo>
                    <a:cubicBezTo>
                      <a:pt x="16463" y="25951"/>
                      <a:pt x="16463" y="25951"/>
                      <a:pt x="16463" y="25943"/>
                    </a:cubicBezTo>
                    <a:cubicBezTo>
                      <a:pt x="16472" y="25943"/>
                      <a:pt x="16480" y="25935"/>
                      <a:pt x="16488" y="25926"/>
                    </a:cubicBezTo>
                    <a:cubicBezTo>
                      <a:pt x="16538" y="25877"/>
                      <a:pt x="16563" y="25810"/>
                      <a:pt x="16604" y="25744"/>
                    </a:cubicBezTo>
                    <a:cubicBezTo>
                      <a:pt x="16621" y="25727"/>
                      <a:pt x="16629" y="25703"/>
                      <a:pt x="16646" y="25678"/>
                    </a:cubicBezTo>
                    <a:lnTo>
                      <a:pt x="16646" y="25678"/>
                    </a:lnTo>
                    <a:cubicBezTo>
                      <a:pt x="16637" y="25694"/>
                      <a:pt x="16637" y="25719"/>
                      <a:pt x="16629" y="25744"/>
                    </a:cubicBezTo>
                    <a:cubicBezTo>
                      <a:pt x="16613" y="25819"/>
                      <a:pt x="16571" y="25943"/>
                      <a:pt x="16621" y="26017"/>
                    </a:cubicBezTo>
                    <a:cubicBezTo>
                      <a:pt x="16632" y="26040"/>
                      <a:pt x="16650" y="26051"/>
                      <a:pt x="16671" y="26051"/>
                    </a:cubicBezTo>
                    <a:cubicBezTo>
                      <a:pt x="16682" y="26051"/>
                      <a:pt x="16693" y="26048"/>
                      <a:pt x="16704" y="26042"/>
                    </a:cubicBezTo>
                    <a:cubicBezTo>
                      <a:pt x="16787" y="26001"/>
                      <a:pt x="16811" y="25860"/>
                      <a:pt x="16828" y="25777"/>
                    </a:cubicBezTo>
                    <a:cubicBezTo>
                      <a:pt x="16845" y="25686"/>
                      <a:pt x="16861" y="25587"/>
                      <a:pt x="16861" y="25495"/>
                    </a:cubicBezTo>
                    <a:cubicBezTo>
                      <a:pt x="16869" y="25388"/>
                      <a:pt x="16869" y="25280"/>
                      <a:pt x="16869" y="25172"/>
                    </a:cubicBezTo>
                    <a:cubicBezTo>
                      <a:pt x="16878" y="25139"/>
                      <a:pt x="16886" y="25098"/>
                      <a:pt x="16894" y="25065"/>
                    </a:cubicBezTo>
                    <a:cubicBezTo>
                      <a:pt x="16903" y="25056"/>
                      <a:pt x="16919" y="25048"/>
                      <a:pt x="16919" y="25031"/>
                    </a:cubicBezTo>
                    <a:cubicBezTo>
                      <a:pt x="16944" y="24949"/>
                      <a:pt x="16969" y="24857"/>
                      <a:pt x="16977" y="24775"/>
                    </a:cubicBezTo>
                    <a:cubicBezTo>
                      <a:pt x="17010" y="24692"/>
                      <a:pt x="17052" y="24609"/>
                      <a:pt x="17101" y="24526"/>
                    </a:cubicBezTo>
                    <a:cubicBezTo>
                      <a:pt x="17251" y="24277"/>
                      <a:pt x="17474" y="24079"/>
                      <a:pt x="17632" y="23838"/>
                    </a:cubicBezTo>
                    <a:cubicBezTo>
                      <a:pt x="17764" y="23648"/>
                      <a:pt x="17839" y="23441"/>
                      <a:pt x="17889" y="23225"/>
                    </a:cubicBezTo>
                    <a:cubicBezTo>
                      <a:pt x="17996" y="23026"/>
                      <a:pt x="18087" y="22819"/>
                      <a:pt x="18162" y="22612"/>
                    </a:cubicBezTo>
                    <a:cubicBezTo>
                      <a:pt x="18203" y="22496"/>
                      <a:pt x="18237" y="22372"/>
                      <a:pt x="18270" y="22248"/>
                    </a:cubicBezTo>
                    <a:cubicBezTo>
                      <a:pt x="18278" y="22248"/>
                      <a:pt x="18286" y="22248"/>
                      <a:pt x="18295" y="22239"/>
                    </a:cubicBezTo>
                    <a:cubicBezTo>
                      <a:pt x="18435" y="22123"/>
                      <a:pt x="18493" y="21908"/>
                      <a:pt x="18535" y="21742"/>
                    </a:cubicBezTo>
                    <a:cubicBezTo>
                      <a:pt x="18585" y="21552"/>
                      <a:pt x="18601" y="21353"/>
                      <a:pt x="18593" y="21162"/>
                    </a:cubicBezTo>
                    <a:cubicBezTo>
                      <a:pt x="18593" y="21137"/>
                      <a:pt x="18593" y="21112"/>
                      <a:pt x="18593" y="21088"/>
                    </a:cubicBezTo>
                    <a:cubicBezTo>
                      <a:pt x="18609" y="21021"/>
                      <a:pt x="18626" y="20963"/>
                      <a:pt x="18634" y="20905"/>
                    </a:cubicBezTo>
                    <a:cubicBezTo>
                      <a:pt x="18667" y="20756"/>
                      <a:pt x="18692" y="20607"/>
                      <a:pt x="18709" y="20458"/>
                    </a:cubicBezTo>
                    <a:cubicBezTo>
                      <a:pt x="18725" y="20292"/>
                      <a:pt x="18734" y="20135"/>
                      <a:pt x="18734" y="19969"/>
                    </a:cubicBezTo>
                    <a:cubicBezTo>
                      <a:pt x="18734" y="19812"/>
                      <a:pt x="18734" y="19654"/>
                      <a:pt x="18684" y="19505"/>
                    </a:cubicBezTo>
                    <a:lnTo>
                      <a:pt x="18701" y="19505"/>
                    </a:lnTo>
                    <a:cubicBezTo>
                      <a:pt x="18659" y="19364"/>
                      <a:pt x="18568" y="19248"/>
                      <a:pt x="18469" y="19132"/>
                    </a:cubicBezTo>
                    <a:cubicBezTo>
                      <a:pt x="18469" y="19091"/>
                      <a:pt x="18469" y="19041"/>
                      <a:pt x="18460" y="18991"/>
                    </a:cubicBezTo>
                    <a:cubicBezTo>
                      <a:pt x="18444" y="18900"/>
                      <a:pt x="18427" y="18817"/>
                      <a:pt x="18419" y="18726"/>
                    </a:cubicBezTo>
                    <a:cubicBezTo>
                      <a:pt x="18394" y="18544"/>
                      <a:pt x="18377" y="18362"/>
                      <a:pt x="18361" y="18179"/>
                    </a:cubicBezTo>
                    <a:cubicBezTo>
                      <a:pt x="18353" y="18030"/>
                      <a:pt x="18344" y="17873"/>
                      <a:pt x="18336" y="17724"/>
                    </a:cubicBezTo>
                    <a:lnTo>
                      <a:pt x="18344" y="17715"/>
                    </a:lnTo>
                    <a:cubicBezTo>
                      <a:pt x="18402" y="17533"/>
                      <a:pt x="18419" y="17334"/>
                      <a:pt x="18435" y="17152"/>
                    </a:cubicBezTo>
                    <a:cubicBezTo>
                      <a:pt x="18435" y="17086"/>
                      <a:pt x="18444" y="17028"/>
                      <a:pt x="18452" y="16970"/>
                    </a:cubicBezTo>
                    <a:lnTo>
                      <a:pt x="18477" y="17019"/>
                    </a:lnTo>
                    <a:cubicBezTo>
                      <a:pt x="18493" y="17069"/>
                      <a:pt x="18510" y="17102"/>
                      <a:pt x="18551" y="17119"/>
                    </a:cubicBezTo>
                    <a:cubicBezTo>
                      <a:pt x="18560" y="17125"/>
                      <a:pt x="18569" y="17127"/>
                      <a:pt x="18577" y="17127"/>
                    </a:cubicBezTo>
                    <a:cubicBezTo>
                      <a:pt x="18593" y="17127"/>
                      <a:pt x="18607" y="17118"/>
                      <a:pt x="18618" y="17102"/>
                    </a:cubicBezTo>
                    <a:cubicBezTo>
                      <a:pt x="18643" y="17069"/>
                      <a:pt x="18643" y="17028"/>
                      <a:pt x="18643" y="16986"/>
                    </a:cubicBezTo>
                    <a:cubicBezTo>
                      <a:pt x="18634" y="16945"/>
                      <a:pt x="18634" y="16895"/>
                      <a:pt x="18626" y="16854"/>
                    </a:cubicBezTo>
                    <a:cubicBezTo>
                      <a:pt x="18609" y="16771"/>
                      <a:pt x="18593" y="16688"/>
                      <a:pt x="18585" y="16605"/>
                    </a:cubicBezTo>
                    <a:cubicBezTo>
                      <a:pt x="18576" y="16514"/>
                      <a:pt x="18568" y="16431"/>
                      <a:pt x="18551" y="16340"/>
                    </a:cubicBezTo>
                    <a:cubicBezTo>
                      <a:pt x="18651" y="16125"/>
                      <a:pt x="18667" y="15868"/>
                      <a:pt x="18659" y="15619"/>
                    </a:cubicBezTo>
                    <a:cubicBezTo>
                      <a:pt x="18734" y="15487"/>
                      <a:pt x="18734" y="15329"/>
                      <a:pt x="18734" y="15188"/>
                    </a:cubicBezTo>
                    <a:cubicBezTo>
                      <a:pt x="18734" y="15039"/>
                      <a:pt x="18725" y="14890"/>
                      <a:pt x="18692" y="14741"/>
                    </a:cubicBezTo>
                    <a:cubicBezTo>
                      <a:pt x="18634" y="14484"/>
                      <a:pt x="18527" y="14244"/>
                      <a:pt x="18344" y="14053"/>
                    </a:cubicBezTo>
                    <a:cubicBezTo>
                      <a:pt x="18286" y="13962"/>
                      <a:pt x="18237" y="13863"/>
                      <a:pt x="18179" y="13771"/>
                    </a:cubicBezTo>
                    <a:cubicBezTo>
                      <a:pt x="18145" y="13705"/>
                      <a:pt x="18104" y="13647"/>
                      <a:pt x="18071" y="13581"/>
                    </a:cubicBezTo>
                    <a:cubicBezTo>
                      <a:pt x="18063" y="13564"/>
                      <a:pt x="18054" y="13556"/>
                      <a:pt x="18046" y="13540"/>
                    </a:cubicBezTo>
                    <a:cubicBezTo>
                      <a:pt x="18063" y="13374"/>
                      <a:pt x="17963" y="13183"/>
                      <a:pt x="17897" y="13042"/>
                    </a:cubicBezTo>
                    <a:cubicBezTo>
                      <a:pt x="17864" y="12984"/>
                      <a:pt x="17839" y="12926"/>
                      <a:pt x="17806" y="12868"/>
                    </a:cubicBezTo>
                    <a:lnTo>
                      <a:pt x="17839" y="12868"/>
                    </a:lnTo>
                    <a:cubicBezTo>
                      <a:pt x="17864" y="12860"/>
                      <a:pt x="17872" y="12810"/>
                      <a:pt x="17855" y="12794"/>
                    </a:cubicBezTo>
                    <a:cubicBezTo>
                      <a:pt x="17806" y="12728"/>
                      <a:pt x="17739" y="12686"/>
                      <a:pt x="17673" y="12628"/>
                    </a:cubicBezTo>
                    <a:cubicBezTo>
                      <a:pt x="17632" y="12562"/>
                      <a:pt x="17590" y="12496"/>
                      <a:pt x="17549" y="12429"/>
                    </a:cubicBezTo>
                    <a:cubicBezTo>
                      <a:pt x="17541" y="12404"/>
                      <a:pt x="17524" y="12404"/>
                      <a:pt x="17507" y="12404"/>
                    </a:cubicBezTo>
                    <a:cubicBezTo>
                      <a:pt x="17474" y="12346"/>
                      <a:pt x="17449" y="12288"/>
                      <a:pt x="17416" y="12222"/>
                    </a:cubicBezTo>
                    <a:cubicBezTo>
                      <a:pt x="17358" y="12090"/>
                      <a:pt x="17317" y="11940"/>
                      <a:pt x="17275" y="11800"/>
                    </a:cubicBezTo>
                    <a:cubicBezTo>
                      <a:pt x="17300" y="11742"/>
                      <a:pt x="17292" y="11675"/>
                      <a:pt x="17284" y="11609"/>
                    </a:cubicBezTo>
                    <a:cubicBezTo>
                      <a:pt x="17275" y="11568"/>
                      <a:pt x="17275" y="11518"/>
                      <a:pt x="17267" y="11476"/>
                    </a:cubicBezTo>
                    <a:cubicBezTo>
                      <a:pt x="17267" y="11402"/>
                      <a:pt x="17267" y="11327"/>
                      <a:pt x="17259" y="11261"/>
                    </a:cubicBezTo>
                    <a:cubicBezTo>
                      <a:pt x="17251" y="11186"/>
                      <a:pt x="17242" y="11112"/>
                      <a:pt x="17234" y="11037"/>
                    </a:cubicBezTo>
                    <a:lnTo>
                      <a:pt x="17234" y="11037"/>
                    </a:lnTo>
                    <a:cubicBezTo>
                      <a:pt x="17242" y="11070"/>
                      <a:pt x="17259" y="11112"/>
                      <a:pt x="17267" y="11145"/>
                    </a:cubicBezTo>
                    <a:cubicBezTo>
                      <a:pt x="17333" y="11352"/>
                      <a:pt x="17383" y="11559"/>
                      <a:pt x="17433" y="11766"/>
                    </a:cubicBezTo>
                    <a:cubicBezTo>
                      <a:pt x="17443" y="11813"/>
                      <a:pt x="17476" y="11833"/>
                      <a:pt x="17510" y="11833"/>
                    </a:cubicBezTo>
                    <a:cubicBezTo>
                      <a:pt x="17560" y="11833"/>
                      <a:pt x="17613" y="11789"/>
                      <a:pt x="17599" y="11725"/>
                    </a:cubicBezTo>
                    <a:cubicBezTo>
                      <a:pt x="17565" y="11501"/>
                      <a:pt x="17491" y="11286"/>
                      <a:pt x="17408" y="11079"/>
                    </a:cubicBezTo>
                    <a:cubicBezTo>
                      <a:pt x="17383" y="11012"/>
                      <a:pt x="17350" y="10946"/>
                      <a:pt x="17325" y="10880"/>
                    </a:cubicBezTo>
                    <a:cubicBezTo>
                      <a:pt x="17325" y="10872"/>
                      <a:pt x="17333" y="10872"/>
                      <a:pt x="17333" y="10863"/>
                    </a:cubicBezTo>
                    <a:cubicBezTo>
                      <a:pt x="17350" y="10888"/>
                      <a:pt x="17367" y="10905"/>
                      <a:pt x="17391" y="10921"/>
                    </a:cubicBezTo>
                    <a:cubicBezTo>
                      <a:pt x="17425" y="10988"/>
                      <a:pt x="17466" y="11054"/>
                      <a:pt x="17507" y="11112"/>
                    </a:cubicBezTo>
                    <a:cubicBezTo>
                      <a:pt x="17513" y="11127"/>
                      <a:pt x="17526" y="11133"/>
                      <a:pt x="17539" y="11133"/>
                    </a:cubicBezTo>
                    <a:cubicBezTo>
                      <a:pt x="17561" y="11133"/>
                      <a:pt x="17584" y="11113"/>
                      <a:pt x="17574" y="11087"/>
                    </a:cubicBezTo>
                    <a:cubicBezTo>
                      <a:pt x="17541" y="10996"/>
                      <a:pt x="17499" y="10905"/>
                      <a:pt x="17458" y="10814"/>
                    </a:cubicBezTo>
                    <a:cubicBezTo>
                      <a:pt x="17458" y="10772"/>
                      <a:pt x="17449" y="10739"/>
                      <a:pt x="17441" y="10706"/>
                    </a:cubicBezTo>
                    <a:cubicBezTo>
                      <a:pt x="17425" y="10656"/>
                      <a:pt x="17408" y="10606"/>
                      <a:pt x="17391" y="10548"/>
                    </a:cubicBezTo>
                    <a:cubicBezTo>
                      <a:pt x="17408" y="10540"/>
                      <a:pt x="17416" y="10524"/>
                      <a:pt x="17416" y="10507"/>
                    </a:cubicBezTo>
                    <a:cubicBezTo>
                      <a:pt x="17400" y="10408"/>
                      <a:pt x="17350" y="10333"/>
                      <a:pt x="17284" y="10267"/>
                    </a:cubicBezTo>
                    <a:cubicBezTo>
                      <a:pt x="17275" y="10242"/>
                      <a:pt x="17267" y="10217"/>
                      <a:pt x="17251" y="10192"/>
                    </a:cubicBezTo>
                    <a:cubicBezTo>
                      <a:pt x="17259" y="10151"/>
                      <a:pt x="17251" y="10101"/>
                      <a:pt x="17242" y="10060"/>
                    </a:cubicBezTo>
                    <a:lnTo>
                      <a:pt x="17242" y="10060"/>
                    </a:lnTo>
                    <a:cubicBezTo>
                      <a:pt x="17259" y="10093"/>
                      <a:pt x="17284" y="10126"/>
                      <a:pt x="17317" y="10159"/>
                    </a:cubicBezTo>
                    <a:cubicBezTo>
                      <a:pt x="17321" y="10163"/>
                      <a:pt x="17328" y="10166"/>
                      <a:pt x="17336" y="10166"/>
                    </a:cubicBezTo>
                    <a:cubicBezTo>
                      <a:pt x="17356" y="10166"/>
                      <a:pt x="17383" y="10150"/>
                      <a:pt x="17383" y="10126"/>
                    </a:cubicBezTo>
                    <a:cubicBezTo>
                      <a:pt x="17375" y="10018"/>
                      <a:pt x="17309" y="9910"/>
                      <a:pt x="17267" y="9811"/>
                    </a:cubicBezTo>
                    <a:cubicBezTo>
                      <a:pt x="17275" y="9803"/>
                      <a:pt x="17275" y="9786"/>
                      <a:pt x="17284" y="9778"/>
                    </a:cubicBezTo>
                    <a:cubicBezTo>
                      <a:pt x="17300" y="9706"/>
                      <a:pt x="17285" y="9627"/>
                      <a:pt x="17262" y="9554"/>
                    </a:cubicBezTo>
                    <a:lnTo>
                      <a:pt x="17262" y="9554"/>
                    </a:lnTo>
                    <a:cubicBezTo>
                      <a:pt x="17265" y="9559"/>
                      <a:pt x="17270" y="9562"/>
                      <a:pt x="17275" y="9562"/>
                    </a:cubicBezTo>
                    <a:cubicBezTo>
                      <a:pt x="17290" y="9573"/>
                      <a:pt x="17307" y="9579"/>
                      <a:pt x="17323" y="9579"/>
                    </a:cubicBezTo>
                    <a:cubicBezTo>
                      <a:pt x="17344" y="9579"/>
                      <a:pt x="17362" y="9569"/>
                      <a:pt x="17367" y="9546"/>
                    </a:cubicBezTo>
                    <a:cubicBezTo>
                      <a:pt x="17383" y="9463"/>
                      <a:pt x="17358" y="9380"/>
                      <a:pt x="17333" y="9306"/>
                    </a:cubicBezTo>
                    <a:cubicBezTo>
                      <a:pt x="17300" y="9223"/>
                      <a:pt x="17267" y="9148"/>
                      <a:pt x="17217" y="9074"/>
                    </a:cubicBezTo>
                    <a:cubicBezTo>
                      <a:pt x="17135" y="8924"/>
                      <a:pt x="17019" y="8792"/>
                      <a:pt x="16903" y="8668"/>
                    </a:cubicBezTo>
                    <a:cubicBezTo>
                      <a:pt x="16704" y="8469"/>
                      <a:pt x="16472" y="8320"/>
                      <a:pt x="16207" y="8229"/>
                    </a:cubicBezTo>
                    <a:cubicBezTo>
                      <a:pt x="16207" y="8195"/>
                      <a:pt x="16198" y="8154"/>
                      <a:pt x="16190" y="8121"/>
                    </a:cubicBezTo>
                    <a:cubicBezTo>
                      <a:pt x="16173" y="8038"/>
                      <a:pt x="16149" y="7947"/>
                      <a:pt x="16124" y="7864"/>
                    </a:cubicBezTo>
                    <a:cubicBezTo>
                      <a:pt x="16182" y="7715"/>
                      <a:pt x="16099" y="7508"/>
                      <a:pt x="16057" y="7367"/>
                    </a:cubicBezTo>
                    <a:cubicBezTo>
                      <a:pt x="16008" y="7193"/>
                      <a:pt x="15941" y="7019"/>
                      <a:pt x="15867" y="6853"/>
                    </a:cubicBezTo>
                    <a:cubicBezTo>
                      <a:pt x="15792" y="6687"/>
                      <a:pt x="15734" y="6530"/>
                      <a:pt x="15718" y="6356"/>
                    </a:cubicBezTo>
                    <a:cubicBezTo>
                      <a:pt x="15709" y="6273"/>
                      <a:pt x="15701" y="6190"/>
                      <a:pt x="15709" y="6107"/>
                    </a:cubicBezTo>
                    <a:cubicBezTo>
                      <a:pt x="15709" y="6025"/>
                      <a:pt x="15734" y="5933"/>
                      <a:pt x="15718" y="5851"/>
                    </a:cubicBezTo>
                    <a:cubicBezTo>
                      <a:pt x="15718" y="5826"/>
                      <a:pt x="15701" y="5817"/>
                      <a:pt x="15685" y="5809"/>
                    </a:cubicBezTo>
                    <a:cubicBezTo>
                      <a:pt x="15701" y="5511"/>
                      <a:pt x="15676" y="5213"/>
                      <a:pt x="15635" y="4923"/>
                    </a:cubicBezTo>
                    <a:cubicBezTo>
                      <a:pt x="15560" y="4450"/>
                      <a:pt x="15428" y="3978"/>
                      <a:pt x="15221" y="3539"/>
                    </a:cubicBezTo>
                    <a:cubicBezTo>
                      <a:pt x="15138" y="3365"/>
                      <a:pt x="15047" y="3158"/>
                      <a:pt x="14922" y="3000"/>
                    </a:cubicBezTo>
                    <a:cubicBezTo>
                      <a:pt x="14931" y="2926"/>
                      <a:pt x="14931" y="2843"/>
                      <a:pt x="14931" y="2768"/>
                    </a:cubicBezTo>
                    <a:cubicBezTo>
                      <a:pt x="14931" y="2710"/>
                      <a:pt x="14931" y="2652"/>
                      <a:pt x="14931" y="2594"/>
                    </a:cubicBezTo>
                    <a:cubicBezTo>
                      <a:pt x="14931" y="2570"/>
                      <a:pt x="14922" y="2536"/>
                      <a:pt x="14914" y="2512"/>
                    </a:cubicBezTo>
                    <a:cubicBezTo>
                      <a:pt x="14914" y="2487"/>
                      <a:pt x="14906" y="2462"/>
                      <a:pt x="14881" y="2445"/>
                    </a:cubicBezTo>
                    <a:cubicBezTo>
                      <a:pt x="14876" y="2440"/>
                      <a:pt x="14866" y="2436"/>
                      <a:pt x="14856" y="2436"/>
                    </a:cubicBezTo>
                    <a:cubicBezTo>
                      <a:pt x="14849" y="2436"/>
                      <a:pt x="14843" y="2438"/>
                      <a:pt x="14839" y="2445"/>
                    </a:cubicBezTo>
                    <a:cubicBezTo>
                      <a:pt x="14823" y="2462"/>
                      <a:pt x="14815" y="2487"/>
                      <a:pt x="14815" y="2512"/>
                    </a:cubicBezTo>
                    <a:cubicBezTo>
                      <a:pt x="14806" y="2536"/>
                      <a:pt x="14806" y="2570"/>
                      <a:pt x="14806" y="2594"/>
                    </a:cubicBezTo>
                    <a:lnTo>
                      <a:pt x="14806" y="2760"/>
                    </a:lnTo>
                    <a:lnTo>
                      <a:pt x="14806" y="2868"/>
                    </a:lnTo>
                    <a:cubicBezTo>
                      <a:pt x="14795" y="2860"/>
                      <a:pt x="14784" y="2856"/>
                      <a:pt x="14774" y="2856"/>
                    </a:cubicBezTo>
                    <a:cubicBezTo>
                      <a:pt x="14754" y="2856"/>
                      <a:pt x="14737" y="2871"/>
                      <a:pt x="14732" y="2893"/>
                    </a:cubicBezTo>
                    <a:cubicBezTo>
                      <a:pt x="14723" y="2793"/>
                      <a:pt x="14715" y="2702"/>
                      <a:pt x="14699" y="2603"/>
                    </a:cubicBezTo>
                    <a:cubicBezTo>
                      <a:pt x="14699" y="2545"/>
                      <a:pt x="14690" y="2487"/>
                      <a:pt x="14674" y="2429"/>
                    </a:cubicBezTo>
                    <a:cubicBezTo>
                      <a:pt x="14665" y="2371"/>
                      <a:pt x="14657" y="2304"/>
                      <a:pt x="14632" y="2255"/>
                    </a:cubicBezTo>
                    <a:cubicBezTo>
                      <a:pt x="14625" y="2236"/>
                      <a:pt x="14609" y="2227"/>
                      <a:pt x="14593" y="2227"/>
                    </a:cubicBezTo>
                    <a:cubicBezTo>
                      <a:pt x="14574" y="2227"/>
                      <a:pt x="14554" y="2240"/>
                      <a:pt x="14549" y="2263"/>
                    </a:cubicBezTo>
                    <a:cubicBezTo>
                      <a:pt x="14541" y="2313"/>
                      <a:pt x="14541" y="2371"/>
                      <a:pt x="14549" y="2420"/>
                    </a:cubicBezTo>
                    <a:cubicBezTo>
                      <a:pt x="14392" y="1956"/>
                      <a:pt x="14226" y="1492"/>
                      <a:pt x="14019" y="1045"/>
                    </a:cubicBezTo>
                    <a:cubicBezTo>
                      <a:pt x="13953" y="888"/>
                      <a:pt x="13878" y="730"/>
                      <a:pt x="13812" y="581"/>
                    </a:cubicBezTo>
                    <a:cubicBezTo>
                      <a:pt x="13746" y="440"/>
                      <a:pt x="13688" y="291"/>
                      <a:pt x="13605" y="167"/>
                    </a:cubicBezTo>
                    <a:cubicBezTo>
                      <a:pt x="13535" y="65"/>
                      <a:pt x="13427" y="0"/>
                      <a:pt x="133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1" name="Google Shape;4901;p12"/>
              <p:cNvSpPr/>
              <p:nvPr/>
            </p:nvSpPr>
            <p:spPr>
              <a:xfrm>
                <a:off x="2945200" y="4251175"/>
                <a:ext cx="6825" cy="21850"/>
              </a:xfrm>
              <a:custGeom>
                <a:rect b="b" l="l" r="r" t="t"/>
                <a:pathLst>
                  <a:path extrusionOk="0" h="874" w="273">
                    <a:moveTo>
                      <a:pt x="210" y="1"/>
                    </a:moveTo>
                    <a:cubicBezTo>
                      <a:pt x="192" y="1"/>
                      <a:pt x="175" y="10"/>
                      <a:pt x="166" y="31"/>
                    </a:cubicBezTo>
                    <a:cubicBezTo>
                      <a:pt x="100" y="155"/>
                      <a:pt x="58" y="288"/>
                      <a:pt x="33" y="429"/>
                    </a:cubicBezTo>
                    <a:cubicBezTo>
                      <a:pt x="17" y="495"/>
                      <a:pt x="8" y="561"/>
                      <a:pt x="8" y="627"/>
                    </a:cubicBezTo>
                    <a:cubicBezTo>
                      <a:pt x="8" y="694"/>
                      <a:pt x="0" y="777"/>
                      <a:pt x="33" y="843"/>
                    </a:cubicBezTo>
                    <a:cubicBezTo>
                      <a:pt x="42" y="864"/>
                      <a:pt x="62" y="874"/>
                      <a:pt x="83" y="874"/>
                    </a:cubicBezTo>
                    <a:cubicBezTo>
                      <a:pt x="104" y="874"/>
                      <a:pt x="124" y="864"/>
                      <a:pt x="133" y="843"/>
                    </a:cubicBezTo>
                    <a:cubicBezTo>
                      <a:pt x="158" y="777"/>
                      <a:pt x="149" y="710"/>
                      <a:pt x="158" y="644"/>
                    </a:cubicBezTo>
                    <a:cubicBezTo>
                      <a:pt x="158" y="578"/>
                      <a:pt x="166" y="511"/>
                      <a:pt x="174" y="453"/>
                    </a:cubicBezTo>
                    <a:cubicBezTo>
                      <a:pt x="191" y="321"/>
                      <a:pt x="216" y="197"/>
                      <a:pt x="257" y="72"/>
                    </a:cubicBezTo>
                    <a:cubicBezTo>
                      <a:pt x="273" y="30"/>
                      <a:pt x="241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2" name="Google Shape;4902;p12"/>
              <p:cNvSpPr/>
              <p:nvPr/>
            </p:nvSpPr>
            <p:spPr>
              <a:xfrm>
                <a:off x="2942500" y="4255200"/>
                <a:ext cx="2500" cy="15500"/>
              </a:xfrm>
              <a:custGeom>
                <a:rect b="b" l="l" r="r" t="t"/>
                <a:pathLst>
                  <a:path extrusionOk="0" h="620" w="100">
                    <a:moveTo>
                      <a:pt x="48" y="1"/>
                    </a:moveTo>
                    <a:cubicBezTo>
                      <a:pt x="27" y="1"/>
                      <a:pt x="8" y="22"/>
                      <a:pt x="0" y="44"/>
                    </a:cubicBezTo>
                    <a:cubicBezTo>
                      <a:pt x="0" y="218"/>
                      <a:pt x="0" y="400"/>
                      <a:pt x="0" y="582"/>
                    </a:cubicBezTo>
                    <a:cubicBezTo>
                      <a:pt x="0" y="607"/>
                      <a:pt x="23" y="620"/>
                      <a:pt x="46" y="620"/>
                    </a:cubicBezTo>
                    <a:cubicBezTo>
                      <a:pt x="69" y="620"/>
                      <a:pt x="92" y="607"/>
                      <a:pt x="92" y="582"/>
                    </a:cubicBezTo>
                    <a:lnTo>
                      <a:pt x="100" y="582"/>
                    </a:lnTo>
                    <a:cubicBezTo>
                      <a:pt x="100" y="408"/>
                      <a:pt x="100" y="226"/>
                      <a:pt x="100" y="52"/>
                    </a:cubicBezTo>
                    <a:cubicBezTo>
                      <a:pt x="100" y="27"/>
                      <a:pt x="83" y="2"/>
                      <a:pt x="58" y="2"/>
                    </a:cubicBezTo>
                    <a:cubicBezTo>
                      <a:pt x="55" y="1"/>
                      <a:pt x="52" y="1"/>
                      <a:pt x="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3" name="Google Shape;4903;p12"/>
              <p:cNvSpPr/>
              <p:nvPr/>
            </p:nvSpPr>
            <p:spPr>
              <a:xfrm>
                <a:off x="3045125" y="4255200"/>
                <a:ext cx="10425" cy="25900"/>
              </a:xfrm>
              <a:custGeom>
                <a:rect b="b" l="l" r="r" t="t"/>
                <a:pathLst>
                  <a:path extrusionOk="0" h="1036" w="417">
                    <a:moveTo>
                      <a:pt x="42" y="0"/>
                    </a:moveTo>
                    <a:cubicBezTo>
                      <a:pt x="21" y="0"/>
                      <a:pt x="0" y="13"/>
                      <a:pt x="5" y="36"/>
                    </a:cubicBezTo>
                    <a:cubicBezTo>
                      <a:pt x="30" y="218"/>
                      <a:pt x="71" y="384"/>
                      <a:pt x="129" y="549"/>
                    </a:cubicBezTo>
                    <a:cubicBezTo>
                      <a:pt x="179" y="723"/>
                      <a:pt x="245" y="881"/>
                      <a:pt x="353" y="1022"/>
                    </a:cubicBezTo>
                    <a:cubicBezTo>
                      <a:pt x="360" y="1031"/>
                      <a:pt x="369" y="1035"/>
                      <a:pt x="377" y="1035"/>
                    </a:cubicBezTo>
                    <a:cubicBezTo>
                      <a:pt x="398" y="1035"/>
                      <a:pt x="417" y="1012"/>
                      <a:pt x="411" y="988"/>
                    </a:cubicBezTo>
                    <a:cubicBezTo>
                      <a:pt x="361" y="831"/>
                      <a:pt x="287" y="674"/>
                      <a:pt x="229" y="516"/>
                    </a:cubicBezTo>
                    <a:cubicBezTo>
                      <a:pt x="171" y="359"/>
                      <a:pt x="121" y="193"/>
                      <a:pt x="80" y="27"/>
                    </a:cubicBezTo>
                    <a:cubicBezTo>
                      <a:pt x="76" y="9"/>
                      <a:pt x="59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4" name="Google Shape;4904;p12"/>
              <p:cNvSpPr/>
              <p:nvPr/>
            </p:nvSpPr>
            <p:spPr>
              <a:xfrm>
                <a:off x="3057225" y="4272200"/>
                <a:ext cx="6550" cy="13875"/>
              </a:xfrm>
              <a:custGeom>
                <a:rect b="b" l="l" r="r" t="t"/>
                <a:pathLst>
                  <a:path extrusionOk="0" h="555" w="262">
                    <a:moveTo>
                      <a:pt x="55" y="0"/>
                    </a:moveTo>
                    <a:cubicBezTo>
                      <a:pt x="27" y="0"/>
                      <a:pt x="1" y="20"/>
                      <a:pt x="10" y="52"/>
                    </a:cubicBezTo>
                    <a:cubicBezTo>
                      <a:pt x="26" y="143"/>
                      <a:pt x="43" y="226"/>
                      <a:pt x="76" y="308"/>
                    </a:cubicBezTo>
                    <a:cubicBezTo>
                      <a:pt x="101" y="391"/>
                      <a:pt x="134" y="474"/>
                      <a:pt x="192" y="540"/>
                    </a:cubicBezTo>
                    <a:cubicBezTo>
                      <a:pt x="199" y="550"/>
                      <a:pt x="209" y="554"/>
                      <a:pt x="218" y="554"/>
                    </a:cubicBezTo>
                    <a:cubicBezTo>
                      <a:pt x="240" y="554"/>
                      <a:pt x="262" y="531"/>
                      <a:pt x="250" y="507"/>
                    </a:cubicBezTo>
                    <a:cubicBezTo>
                      <a:pt x="234" y="424"/>
                      <a:pt x="200" y="350"/>
                      <a:pt x="167" y="275"/>
                    </a:cubicBezTo>
                    <a:cubicBezTo>
                      <a:pt x="142" y="201"/>
                      <a:pt x="126" y="118"/>
                      <a:pt x="109" y="43"/>
                    </a:cubicBezTo>
                    <a:cubicBezTo>
                      <a:pt x="102" y="13"/>
                      <a:pt x="77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5" name="Google Shape;4905;p12"/>
              <p:cNvSpPr/>
              <p:nvPr/>
            </p:nvSpPr>
            <p:spPr>
              <a:xfrm>
                <a:off x="2928000" y="4330800"/>
                <a:ext cx="25375" cy="43000"/>
              </a:xfrm>
              <a:custGeom>
                <a:rect b="b" l="l" r="r" t="t"/>
                <a:pathLst>
                  <a:path extrusionOk="0" h="1720" w="1015">
                    <a:moveTo>
                      <a:pt x="951" y="0"/>
                    </a:moveTo>
                    <a:cubicBezTo>
                      <a:pt x="946" y="0"/>
                      <a:pt x="942" y="1"/>
                      <a:pt x="937" y="3"/>
                    </a:cubicBezTo>
                    <a:cubicBezTo>
                      <a:pt x="638" y="127"/>
                      <a:pt x="431" y="392"/>
                      <a:pt x="282" y="674"/>
                    </a:cubicBezTo>
                    <a:cubicBezTo>
                      <a:pt x="208" y="831"/>
                      <a:pt x="133" y="989"/>
                      <a:pt x="92" y="1163"/>
                    </a:cubicBezTo>
                    <a:cubicBezTo>
                      <a:pt x="42" y="1328"/>
                      <a:pt x="0" y="1519"/>
                      <a:pt x="67" y="1693"/>
                    </a:cubicBezTo>
                    <a:cubicBezTo>
                      <a:pt x="70" y="1711"/>
                      <a:pt x="86" y="1719"/>
                      <a:pt x="103" y="1719"/>
                    </a:cubicBezTo>
                    <a:cubicBezTo>
                      <a:pt x="125" y="1719"/>
                      <a:pt x="150" y="1705"/>
                      <a:pt x="150" y="1676"/>
                    </a:cubicBezTo>
                    <a:lnTo>
                      <a:pt x="150" y="1685"/>
                    </a:lnTo>
                    <a:cubicBezTo>
                      <a:pt x="174" y="1519"/>
                      <a:pt x="183" y="1353"/>
                      <a:pt x="224" y="1187"/>
                    </a:cubicBezTo>
                    <a:cubicBezTo>
                      <a:pt x="274" y="1038"/>
                      <a:pt x="332" y="889"/>
                      <a:pt x="398" y="748"/>
                    </a:cubicBezTo>
                    <a:cubicBezTo>
                      <a:pt x="531" y="483"/>
                      <a:pt x="705" y="218"/>
                      <a:pt x="970" y="85"/>
                    </a:cubicBezTo>
                    <a:cubicBezTo>
                      <a:pt x="1015" y="63"/>
                      <a:pt x="992" y="0"/>
                      <a:pt x="9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6" name="Google Shape;4906;p12"/>
              <p:cNvSpPr/>
              <p:nvPr/>
            </p:nvSpPr>
            <p:spPr>
              <a:xfrm>
                <a:off x="2929650" y="4361025"/>
                <a:ext cx="9750" cy="30525"/>
              </a:xfrm>
              <a:custGeom>
                <a:rect b="b" l="l" r="r" t="t"/>
                <a:pathLst>
                  <a:path extrusionOk="0" h="1221" w="390">
                    <a:moveTo>
                      <a:pt x="324" y="0"/>
                    </a:moveTo>
                    <a:cubicBezTo>
                      <a:pt x="307" y="0"/>
                      <a:pt x="291" y="8"/>
                      <a:pt x="282" y="28"/>
                    </a:cubicBezTo>
                    <a:cubicBezTo>
                      <a:pt x="200" y="210"/>
                      <a:pt x="133" y="401"/>
                      <a:pt x="92" y="592"/>
                    </a:cubicBezTo>
                    <a:cubicBezTo>
                      <a:pt x="42" y="782"/>
                      <a:pt x="1" y="989"/>
                      <a:pt x="26" y="1180"/>
                    </a:cubicBezTo>
                    <a:cubicBezTo>
                      <a:pt x="30" y="1208"/>
                      <a:pt x="47" y="1220"/>
                      <a:pt x="66" y="1220"/>
                    </a:cubicBezTo>
                    <a:cubicBezTo>
                      <a:pt x="86" y="1220"/>
                      <a:pt x="108" y="1206"/>
                      <a:pt x="117" y="1180"/>
                    </a:cubicBezTo>
                    <a:cubicBezTo>
                      <a:pt x="142" y="1089"/>
                      <a:pt x="150" y="989"/>
                      <a:pt x="166" y="898"/>
                    </a:cubicBezTo>
                    <a:cubicBezTo>
                      <a:pt x="175" y="807"/>
                      <a:pt x="191" y="708"/>
                      <a:pt x="216" y="616"/>
                    </a:cubicBezTo>
                    <a:cubicBezTo>
                      <a:pt x="258" y="434"/>
                      <a:pt x="307" y="252"/>
                      <a:pt x="374" y="70"/>
                    </a:cubicBezTo>
                    <a:cubicBezTo>
                      <a:pt x="390" y="31"/>
                      <a:pt x="356" y="0"/>
                      <a:pt x="3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7" name="Google Shape;4907;p12"/>
              <p:cNvSpPr/>
              <p:nvPr/>
            </p:nvSpPr>
            <p:spPr>
              <a:xfrm>
                <a:off x="2932350" y="4382100"/>
                <a:ext cx="7475" cy="29375"/>
              </a:xfrm>
              <a:custGeom>
                <a:rect b="b" l="l" r="r" t="t"/>
                <a:pathLst>
                  <a:path extrusionOk="0" h="1175" w="299">
                    <a:moveTo>
                      <a:pt x="233" y="0"/>
                    </a:moveTo>
                    <a:cubicBezTo>
                      <a:pt x="214" y="0"/>
                      <a:pt x="195" y="9"/>
                      <a:pt x="183" y="30"/>
                    </a:cubicBezTo>
                    <a:cubicBezTo>
                      <a:pt x="58" y="320"/>
                      <a:pt x="0" y="635"/>
                      <a:pt x="58" y="950"/>
                    </a:cubicBezTo>
                    <a:cubicBezTo>
                      <a:pt x="75" y="1016"/>
                      <a:pt x="92" y="1116"/>
                      <a:pt x="150" y="1157"/>
                    </a:cubicBezTo>
                    <a:cubicBezTo>
                      <a:pt x="165" y="1167"/>
                      <a:pt x="180" y="1174"/>
                      <a:pt x="196" y="1174"/>
                    </a:cubicBezTo>
                    <a:cubicBezTo>
                      <a:pt x="205" y="1174"/>
                      <a:pt x="215" y="1172"/>
                      <a:pt x="224" y="1165"/>
                    </a:cubicBezTo>
                    <a:cubicBezTo>
                      <a:pt x="257" y="1141"/>
                      <a:pt x="249" y="1099"/>
                      <a:pt x="249" y="1066"/>
                    </a:cubicBezTo>
                    <a:cubicBezTo>
                      <a:pt x="249" y="909"/>
                      <a:pt x="216" y="759"/>
                      <a:pt x="216" y="610"/>
                    </a:cubicBezTo>
                    <a:cubicBezTo>
                      <a:pt x="224" y="428"/>
                      <a:pt x="232" y="246"/>
                      <a:pt x="282" y="72"/>
                    </a:cubicBezTo>
                    <a:cubicBezTo>
                      <a:pt x="298" y="29"/>
                      <a:pt x="266" y="0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8" name="Google Shape;4908;p12"/>
              <p:cNvSpPr/>
              <p:nvPr/>
            </p:nvSpPr>
            <p:spPr>
              <a:xfrm>
                <a:off x="2941250" y="4402325"/>
                <a:ext cx="3125" cy="21100"/>
              </a:xfrm>
              <a:custGeom>
                <a:rect b="b" l="l" r="r" t="t"/>
                <a:pathLst>
                  <a:path extrusionOk="0" h="844" w="125">
                    <a:moveTo>
                      <a:pt x="75" y="0"/>
                    </a:moveTo>
                    <a:cubicBezTo>
                      <a:pt x="42" y="8"/>
                      <a:pt x="34" y="33"/>
                      <a:pt x="34" y="58"/>
                    </a:cubicBezTo>
                    <a:cubicBezTo>
                      <a:pt x="34" y="182"/>
                      <a:pt x="34" y="315"/>
                      <a:pt x="26" y="448"/>
                    </a:cubicBezTo>
                    <a:cubicBezTo>
                      <a:pt x="17" y="572"/>
                      <a:pt x="1" y="696"/>
                      <a:pt x="17" y="820"/>
                    </a:cubicBezTo>
                    <a:cubicBezTo>
                      <a:pt x="17" y="835"/>
                      <a:pt x="31" y="844"/>
                      <a:pt x="45" y="844"/>
                    </a:cubicBezTo>
                    <a:cubicBezTo>
                      <a:pt x="54" y="844"/>
                      <a:pt x="63" y="839"/>
                      <a:pt x="67" y="829"/>
                    </a:cubicBezTo>
                    <a:cubicBezTo>
                      <a:pt x="108" y="704"/>
                      <a:pt x="117" y="572"/>
                      <a:pt x="125" y="439"/>
                    </a:cubicBezTo>
                    <a:cubicBezTo>
                      <a:pt x="125" y="307"/>
                      <a:pt x="125" y="174"/>
                      <a:pt x="125" y="42"/>
                    </a:cubicBezTo>
                    <a:cubicBezTo>
                      <a:pt x="125" y="17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9" name="Google Shape;4909;p12"/>
              <p:cNvSpPr/>
              <p:nvPr/>
            </p:nvSpPr>
            <p:spPr>
              <a:xfrm>
                <a:off x="3003675" y="4383350"/>
                <a:ext cx="6175" cy="26075"/>
              </a:xfrm>
              <a:custGeom>
                <a:rect b="b" l="l" r="r" t="t"/>
                <a:pathLst>
                  <a:path extrusionOk="0" h="1043" w="247">
                    <a:moveTo>
                      <a:pt x="155" y="1"/>
                    </a:moveTo>
                    <a:cubicBezTo>
                      <a:pt x="143" y="1"/>
                      <a:pt x="130" y="5"/>
                      <a:pt x="122" y="13"/>
                    </a:cubicBezTo>
                    <a:cubicBezTo>
                      <a:pt x="80" y="80"/>
                      <a:pt x="89" y="179"/>
                      <a:pt x="89" y="254"/>
                    </a:cubicBezTo>
                    <a:cubicBezTo>
                      <a:pt x="89" y="337"/>
                      <a:pt x="89" y="419"/>
                      <a:pt x="80" y="502"/>
                    </a:cubicBezTo>
                    <a:cubicBezTo>
                      <a:pt x="64" y="668"/>
                      <a:pt x="47" y="842"/>
                      <a:pt x="6" y="1008"/>
                    </a:cubicBezTo>
                    <a:cubicBezTo>
                      <a:pt x="1" y="1028"/>
                      <a:pt x="24" y="1042"/>
                      <a:pt x="47" y="1042"/>
                    </a:cubicBezTo>
                    <a:cubicBezTo>
                      <a:pt x="61" y="1042"/>
                      <a:pt x="74" y="1037"/>
                      <a:pt x="80" y="1024"/>
                    </a:cubicBezTo>
                    <a:cubicBezTo>
                      <a:pt x="138" y="859"/>
                      <a:pt x="196" y="701"/>
                      <a:pt x="221" y="527"/>
                    </a:cubicBezTo>
                    <a:cubicBezTo>
                      <a:pt x="230" y="436"/>
                      <a:pt x="238" y="353"/>
                      <a:pt x="238" y="262"/>
                    </a:cubicBezTo>
                    <a:lnTo>
                      <a:pt x="238" y="270"/>
                    </a:lnTo>
                    <a:cubicBezTo>
                      <a:pt x="238" y="187"/>
                      <a:pt x="246" y="71"/>
                      <a:pt x="188" y="13"/>
                    </a:cubicBezTo>
                    <a:cubicBezTo>
                      <a:pt x="180" y="5"/>
                      <a:pt x="167" y="1"/>
                      <a:pt x="1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0" name="Google Shape;4910;p12"/>
              <p:cNvSpPr/>
              <p:nvPr/>
            </p:nvSpPr>
            <p:spPr>
              <a:xfrm>
                <a:off x="3004425" y="4370825"/>
                <a:ext cx="2300" cy="5425"/>
              </a:xfrm>
              <a:custGeom>
                <a:rect b="b" l="l" r="r" t="t"/>
                <a:pathLst>
                  <a:path extrusionOk="0" h="217" w="92">
                    <a:moveTo>
                      <a:pt x="67" y="1"/>
                    </a:moveTo>
                    <a:cubicBezTo>
                      <a:pt x="59" y="1"/>
                      <a:pt x="50" y="1"/>
                      <a:pt x="42" y="17"/>
                    </a:cubicBezTo>
                    <a:cubicBezTo>
                      <a:pt x="42" y="26"/>
                      <a:pt x="34" y="42"/>
                      <a:pt x="26" y="50"/>
                    </a:cubicBezTo>
                    <a:cubicBezTo>
                      <a:pt x="17" y="67"/>
                      <a:pt x="17" y="84"/>
                      <a:pt x="17" y="100"/>
                    </a:cubicBezTo>
                    <a:cubicBezTo>
                      <a:pt x="9" y="125"/>
                      <a:pt x="9" y="150"/>
                      <a:pt x="1" y="175"/>
                    </a:cubicBezTo>
                    <a:cubicBezTo>
                      <a:pt x="1" y="191"/>
                      <a:pt x="17" y="216"/>
                      <a:pt x="34" y="216"/>
                    </a:cubicBezTo>
                    <a:cubicBezTo>
                      <a:pt x="50" y="216"/>
                      <a:pt x="75" y="208"/>
                      <a:pt x="75" y="183"/>
                    </a:cubicBezTo>
                    <a:cubicBezTo>
                      <a:pt x="75" y="158"/>
                      <a:pt x="84" y="133"/>
                      <a:pt x="84" y="108"/>
                    </a:cubicBezTo>
                    <a:cubicBezTo>
                      <a:pt x="92" y="92"/>
                      <a:pt x="92" y="75"/>
                      <a:pt x="92" y="59"/>
                    </a:cubicBezTo>
                    <a:cubicBezTo>
                      <a:pt x="92" y="50"/>
                      <a:pt x="92" y="34"/>
                      <a:pt x="92" y="17"/>
                    </a:cubicBezTo>
                    <a:cubicBezTo>
                      <a:pt x="92" y="9"/>
                      <a:pt x="75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1" name="Google Shape;4911;p12"/>
              <p:cNvSpPr/>
              <p:nvPr/>
            </p:nvSpPr>
            <p:spPr>
              <a:xfrm>
                <a:off x="3012300" y="4386000"/>
                <a:ext cx="3550" cy="13925"/>
              </a:xfrm>
              <a:custGeom>
                <a:rect b="b" l="l" r="r" t="t"/>
                <a:pathLst>
                  <a:path extrusionOk="0" h="557" w="142">
                    <a:moveTo>
                      <a:pt x="62" y="0"/>
                    </a:moveTo>
                    <a:cubicBezTo>
                      <a:pt x="41" y="0"/>
                      <a:pt x="22" y="13"/>
                      <a:pt x="17" y="40"/>
                    </a:cubicBezTo>
                    <a:cubicBezTo>
                      <a:pt x="1" y="123"/>
                      <a:pt x="25" y="206"/>
                      <a:pt x="25" y="280"/>
                    </a:cubicBezTo>
                    <a:cubicBezTo>
                      <a:pt x="25" y="363"/>
                      <a:pt x="34" y="446"/>
                      <a:pt x="25" y="521"/>
                    </a:cubicBezTo>
                    <a:cubicBezTo>
                      <a:pt x="21" y="543"/>
                      <a:pt x="39" y="556"/>
                      <a:pt x="57" y="556"/>
                    </a:cubicBezTo>
                    <a:cubicBezTo>
                      <a:pt x="72" y="556"/>
                      <a:pt x="88" y="547"/>
                      <a:pt x="92" y="529"/>
                    </a:cubicBezTo>
                    <a:cubicBezTo>
                      <a:pt x="108" y="446"/>
                      <a:pt x="133" y="363"/>
                      <a:pt x="133" y="280"/>
                    </a:cubicBezTo>
                    <a:cubicBezTo>
                      <a:pt x="141" y="197"/>
                      <a:pt x="141" y="106"/>
                      <a:pt x="108" y="23"/>
                    </a:cubicBezTo>
                    <a:cubicBezTo>
                      <a:pt x="97" y="9"/>
                      <a:pt x="79" y="0"/>
                      <a:pt x="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2" name="Google Shape;4912;p12"/>
              <p:cNvSpPr/>
              <p:nvPr/>
            </p:nvSpPr>
            <p:spPr>
              <a:xfrm>
                <a:off x="3016450" y="4384825"/>
                <a:ext cx="3750" cy="9425"/>
              </a:xfrm>
              <a:custGeom>
                <a:rect b="b" l="l" r="r" t="t"/>
                <a:pathLst>
                  <a:path extrusionOk="0" h="377" w="150">
                    <a:moveTo>
                      <a:pt x="96" y="1"/>
                    </a:moveTo>
                    <a:cubicBezTo>
                      <a:pt x="85" y="1"/>
                      <a:pt x="74" y="5"/>
                      <a:pt x="67" y="12"/>
                    </a:cubicBezTo>
                    <a:cubicBezTo>
                      <a:pt x="58" y="29"/>
                      <a:pt x="50" y="46"/>
                      <a:pt x="42" y="62"/>
                    </a:cubicBezTo>
                    <a:cubicBezTo>
                      <a:pt x="33" y="70"/>
                      <a:pt x="33" y="87"/>
                      <a:pt x="33" y="104"/>
                    </a:cubicBezTo>
                    <a:cubicBezTo>
                      <a:pt x="25" y="112"/>
                      <a:pt x="25" y="120"/>
                      <a:pt x="17" y="128"/>
                    </a:cubicBezTo>
                    <a:cubicBezTo>
                      <a:pt x="17" y="137"/>
                      <a:pt x="17" y="145"/>
                      <a:pt x="17" y="153"/>
                    </a:cubicBezTo>
                    <a:cubicBezTo>
                      <a:pt x="17" y="170"/>
                      <a:pt x="17" y="186"/>
                      <a:pt x="17" y="203"/>
                    </a:cubicBezTo>
                    <a:cubicBezTo>
                      <a:pt x="9" y="236"/>
                      <a:pt x="9" y="269"/>
                      <a:pt x="0" y="302"/>
                    </a:cubicBezTo>
                    <a:cubicBezTo>
                      <a:pt x="0" y="336"/>
                      <a:pt x="25" y="369"/>
                      <a:pt x="58" y="377"/>
                    </a:cubicBezTo>
                    <a:cubicBezTo>
                      <a:pt x="91" y="377"/>
                      <a:pt x="125" y="352"/>
                      <a:pt x="125" y="319"/>
                    </a:cubicBezTo>
                    <a:cubicBezTo>
                      <a:pt x="133" y="269"/>
                      <a:pt x="141" y="228"/>
                      <a:pt x="141" y="178"/>
                    </a:cubicBezTo>
                    <a:cubicBezTo>
                      <a:pt x="149" y="162"/>
                      <a:pt x="149" y="153"/>
                      <a:pt x="149" y="137"/>
                    </a:cubicBezTo>
                    <a:cubicBezTo>
                      <a:pt x="149" y="128"/>
                      <a:pt x="149" y="112"/>
                      <a:pt x="141" y="104"/>
                    </a:cubicBezTo>
                    <a:lnTo>
                      <a:pt x="141" y="95"/>
                    </a:lnTo>
                    <a:cubicBezTo>
                      <a:pt x="141" y="87"/>
                      <a:pt x="141" y="79"/>
                      <a:pt x="141" y="62"/>
                    </a:cubicBezTo>
                    <a:cubicBezTo>
                      <a:pt x="141" y="46"/>
                      <a:pt x="133" y="37"/>
                      <a:pt x="133" y="21"/>
                    </a:cubicBezTo>
                    <a:cubicBezTo>
                      <a:pt x="124" y="7"/>
                      <a:pt x="110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3" name="Google Shape;4913;p12"/>
              <p:cNvSpPr/>
              <p:nvPr/>
            </p:nvSpPr>
            <p:spPr>
              <a:xfrm>
                <a:off x="3065750" y="4354375"/>
                <a:ext cx="5200" cy="21200"/>
              </a:xfrm>
              <a:custGeom>
                <a:rect b="b" l="l" r="r" t="t"/>
                <a:pathLst>
                  <a:path extrusionOk="0" h="848" w="208">
                    <a:moveTo>
                      <a:pt x="84" y="1"/>
                    </a:moveTo>
                    <a:cubicBezTo>
                      <a:pt x="67" y="1"/>
                      <a:pt x="49" y="9"/>
                      <a:pt x="42" y="29"/>
                    </a:cubicBezTo>
                    <a:cubicBezTo>
                      <a:pt x="0" y="153"/>
                      <a:pt x="25" y="286"/>
                      <a:pt x="25" y="410"/>
                    </a:cubicBezTo>
                    <a:cubicBezTo>
                      <a:pt x="25" y="534"/>
                      <a:pt x="33" y="667"/>
                      <a:pt x="17" y="800"/>
                    </a:cubicBezTo>
                    <a:cubicBezTo>
                      <a:pt x="12" y="831"/>
                      <a:pt x="36" y="847"/>
                      <a:pt x="61" y="847"/>
                    </a:cubicBezTo>
                    <a:cubicBezTo>
                      <a:pt x="82" y="847"/>
                      <a:pt x="104" y="835"/>
                      <a:pt x="108" y="808"/>
                    </a:cubicBezTo>
                    <a:cubicBezTo>
                      <a:pt x="141" y="675"/>
                      <a:pt x="174" y="551"/>
                      <a:pt x="183" y="427"/>
                    </a:cubicBezTo>
                    <a:cubicBezTo>
                      <a:pt x="191" y="294"/>
                      <a:pt x="207" y="145"/>
                      <a:pt x="133" y="29"/>
                    </a:cubicBezTo>
                    <a:cubicBezTo>
                      <a:pt x="124" y="12"/>
                      <a:pt x="104" y="1"/>
                      <a:pt x="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4" name="Google Shape;4914;p12"/>
              <p:cNvSpPr/>
              <p:nvPr/>
            </p:nvSpPr>
            <p:spPr>
              <a:xfrm>
                <a:off x="3063875" y="4338425"/>
                <a:ext cx="2300" cy="6750"/>
              </a:xfrm>
              <a:custGeom>
                <a:rect b="b" l="l" r="r" t="t"/>
                <a:pathLst>
                  <a:path extrusionOk="0" h="270" w="92">
                    <a:moveTo>
                      <a:pt x="38" y="0"/>
                    </a:moveTo>
                    <a:cubicBezTo>
                      <a:pt x="30" y="0"/>
                      <a:pt x="21" y="4"/>
                      <a:pt x="17" y="12"/>
                    </a:cubicBezTo>
                    <a:cubicBezTo>
                      <a:pt x="9" y="21"/>
                      <a:pt x="1" y="29"/>
                      <a:pt x="1" y="37"/>
                    </a:cubicBezTo>
                    <a:cubicBezTo>
                      <a:pt x="1" y="54"/>
                      <a:pt x="1" y="62"/>
                      <a:pt x="1" y="79"/>
                    </a:cubicBezTo>
                    <a:lnTo>
                      <a:pt x="1" y="128"/>
                    </a:lnTo>
                    <a:cubicBezTo>
                      <a:pt x="1" y="162"/>
                      <a:pt x="1" y="195"/>
                      <a:pt x="9" y="236"/>
                    </a:cubicBezTo>
                    <a:cubicBezTo>
                      <a:pt x="9" y="253"/>
                      <a:pt x="34" y="269"/>
                      <a:pt x="50" y="269"/>
                    </a:cubicBezTo>
                    <a:cubicBezTo>
                      <a:pt x="75" y="261"/>
                      <a:pt x="92" y="244"/>
                      <a:pt x="92" y="220"/>
                    </a:cubicBezTo>
                    <a:cubicBezTo>
                      <a:pt x="84" y="186"/>
                      <a:pt x="84" y="153"/>
                      <a:pt x="84" y="120"/>
                    </a:cubicBezTo>
                    <a:cubicBezTo>
                      <a:pt x="84" y="104"/>
                      <a:pt x="84" y="87"/>
                      <a:pt x="75" y="62"/>
                    </a:cubicBezTo>
                    <a:lnTo>
                      <a:pt x="75" y="62"/>
                    </a:lnTo>
                    <a:lnTo>
                      <a:pt x="84" y="70"/>
                    </a:lnTo>
                    <a:cubicBezTo>
                      <a:pt x="84" y="62"/>
                      <a:pt x="84" y="46"/>
                      <a:pt x="75" y="37"/>
                    </a:cubicBezTo>
                    <a:cubicBezTo>
                      <a:pt x="75" y="29"/>
                      <a:pt x="67" y="21"/>
                      <a:pt x="59" y="12"/>
                    </a:cubicBezTo>
                    <a:cubicBezTo>
                      <a:pt x="55" y="4"/>
                      <a:pt x="46" y="0"/>
                      <a:pt x="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5" name="Google Shape;4915;p12"/>
              <p:cNvSpPr/>
              <p:nvPr/>
            </p:nvSpPr>
            <p:spPr>
              <a:xfrm>
                <a:off x="3059175" y="4329400"/>
                <a:ext cx="3625" cy="2725"/>
              </a:xfrm>
              <a:custGeom>
                <a:rect b="b" l="l" r="r" t="t"/>
                <a:pathLst>
                  <a:path extrusionOk="0" h="109" w="145">
                    <a:moveTo>
                      <a:pt x="80" y="0"/>
                    </a:moveTo>
                    <a:cubicBezTo>
                      <a:pt x="77" y="0"/>
                      <a:pt x="75" y="0"/>
                      <a:pt x="73" y="1"/>
                    </a:cubicBezTo>
                    <a:cubicBezTo>
                      <a:pt x="1" y="9"/>
                      <a:pt x="14" y="109"/>
                      <a:pt x="74" y="109"/>
                    </a:cubicBezTo>
                    <a:cubicBezTo>
                      <a:pt x="76" y="109"/>
                      <a:pt x="79" y="109"/>
                      <a:pt x="81" y="108"/>
                    </a:cubicBezTo>
                    <a:cubicBezTo>
                      <a:pt x="145" y="100"/>
                      <a:pt x="139" y="0"/>
                      <a:pt x="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6" name="Google Shape;4916;p12"/>
              <p:cNvSpPr/>
              <p:nvPr/>
            </p:nvSpPr>
            <p:spPr>
              <a:xfrm>
                <a:off x="2775550" y="4270475"/>
                <a:ext cx="12475" cy="27600"/>
              </a:xfrm>
              <a:custGeom>
                <a:rect b="b" l="l" r="r" t="t"/>
                <a:pathLst>
                  <a:path extrusionOk="0" h="1104" w="499">
                    <a:moveTo>
                      <a:pt x="428" y="1"/>
                    </a:moveTo>
                    <a:cubicBezTo>
                      <a:pt x="413" y="1"/>
                      <a:pt x="399" y="7"/>
                      <a:pt x="390" y="21"/>
                    </a:cubicBezTo>
                    <a:cubicBezTo>
                      <a:pt x="232" y="270"/>
                      <a:pt x="100" y="543"/>
                      <a:pt x="42" y="841"/>
                    </a:cubicBezTo>
                    <a:cubicBezTo>
                      <a:pt x="25" y="916"/>
                      <a:pt x="0" y="1015"/>
                      <a:pt x="58" y="1082"/>
                    </a:cubicBezTo>
                    <a:cubicBezTo>
                      <a:pt x="76" y="1097"/>
                      <a:pt x="92" y="1104"/>
                      <a:pt x="108" y="1104"/>
                    </a:cubicBezTo>
                    <a:cubicBezTo>
                      <a:pt x="161" y="1104"/>
                      <a:pt x="203" y="1033"/>
                      <a:pt x="216" y="982"/>
                    </a:cubicBezTo>
                    <a:cubicBezTo>
                      <a:pt x="241" y="833"/>
                      <a:pt x="257" y="684"/>
                      <a:pt x="299" y="543"/>
                    </a:cubicBezTo>
                    <a:cubicBezTo>
                      <a:pt x="340" y="377"/>
                      <a:pt x="398" y="220"/>
                      <a:pt x="481" y="71"/>
                    </a:cubicBezTo>
                    <a:cubicBezTo>
                      <a:pt x="498" y="36"/>
                      <a:pt x="462" y="1"/>
                      <a:pt x="4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7" name="Google Shape;4917;p12"/>
              <p:cNvSpPr/>
              <p:nvPr/>
            </p:nvSpPr>
            <p:spPr>
              <a:xfrm>
                <a:off x="2781550" y="4286525"/>
                <a:ext cx="4575" cy="13600"/>
              </a:xfrm>
              <a:custGeom>
                <a:rect b="b" l="l" r="r" t="t"/>
                <a:pathLst>
                  <a:path extrusionOk="0" h="544" w="183">
                    <a:moveTo>
                      <a:pt x="133" y="1"/>
                    </a:moveTo>
                    <a:cubicBezTo>
                      <a:pt x="108" y="1"/>
                      <a:pt x="83" y="25"/>
                      <a:pt x="75" y="50"/>
                    </a:cubicBezTo>
                    <a:cubicBezTo>
                      <a:pt x="59" y="125"/>
                      <a:pt x="42" y="199"/>
                      <a:pt x="34" y="282"/>
                    </a:cubicBezTo>
                    <a:cubicBezTo>
                      <a:pt x="25" y="315"/>
                      <a:pt x="17" y="349"/>
                      <a:pt x="17" y="390"/>
                    </a:cubicBezTo>
                    <a:cubicBezTo>
                      <a:pt x="9" y="431"/>
                      <a:pt x="1" y="473"/>
                      <a:pt x="17" y="514"/>
                    </a:cubicBezTo>
                    <a:cubicBezTo>
                      <a:pt x="17" y="530"/>
                      <a:pt x="35" y="543"/>
                      <a:pt x="52" y="543"/>
                    </a:cubicBezTo>
                    <a:cubicBezTo>
                      <a:pt x="61" y="543"/>
                      <a:pt x="69" y="539"/>
                      <a:pt x="75" y="531"/>
                    </a:cubicBezTo>
                    <a:cubicBezTo>
                      <a:pt x="83" y="514"/>
                      <a:pt x="100" y="498"/>
                      <a:pt x="100" y="473"/>
                    </a:cubicBezTo>
                    <a:cubicBezTo>
                      <a:pt x="108" y="456"/>
                      <a:pt x="108" y="431"/>
                      <a:pt x="117" y="415"/>
                    </a:cubicBezTo>
                    <a:cubicBezTo>
                      <a:pt x="125" y="373"/>
                      <a:pt x="133" y="340"/>
                      <a:pt x="141" y="299"/>
                    </a:cubicBezTo>
                    <a:cubicBezTo>
                      <a:pt x="158" y="224"/>
                      <a:pt x="166" y="141"/>
                      <a:pt x="183" y="67"/>
                    </a:cubicBezTo>
                    <a:cubicBezTo>
                      <a:pt x="183" y="34"/>
                      <a:pt x="158" y="9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8" name="Google Shape;4918;p12"/>
              <p:cNvSpPr/>
              <p:nvPr/>
            </p:nvSpPr>
            <p:spPr>
              <a:xfrm>
                <a:off x="2785075" y="4294750"/>
                <a:ext cx="4775" cy="14200"/>
              </a:xfrm>
              <a:custGeom>
                <a:rect b="b" l="l" r="r" t="t"/>
                <a:pathLst>
                  <a:path extrusionOk="0" h="568" w="191">
                    <a:moveTo>
                      <a:pt x="118" y="1"/>
                    </a:moveTo>
                    <a:cubicBezTo>
                      <a:pt x="94" y="1"/>
                      <a:pt x="65" y="16"/>
                      <a:pt x="58" y="36"/>
                    </a:cubicBezTo>
                    <a:cubicBezTo>
                      <a:pt x="34" y="119"/>
                      <a:pt x="17" y="202"/>
                      <a:pt x="0" y="285"/>
                    </a:cubicBezTo>
                    <a:cubicBezTo>
                      <a:pt x="0" y="318"/>
                      <a:pt x="0" y="359"/>
                      <a:pt x="0" y="401"/>
                    </a:cubicBezTo>
                    <a:lnTo>
                      <a:pt x="0" y="467"/>
                    </a:lnTo>
                    <a:cubicBezTo>
                      <a:pt x="0" y="492"/>
                      <a:pt x="0" y="508"/>
                      <a:pt x="9" y="533"/>
                    </a:cubicBezTo>
                    <a:cubicBezTo>
                      <a:pt x="17" y="555"/>
                      <a:pt x="42" y="567"/>
                      <a:pt x="66" y="567"/>
                    </a:cubicBezTo>
                    <a:cubicBezTo>
                      <a:pt x="87" y="567"/>
                      <a:pt x="108" y="557"/>
                      <a:pt x="116" y="533"/>
                    </a:cubicBezTo>
                    <a:cubicBezTo>
                      <a:pt x="125" y="517"/>
                      <a:pt x="125" y="492"/>
                      <a:pt x="125" y="475"/>
                    </a:cubicBezTo>
                    <a:cubicBezTo>
                      <a:pt x="125" y="459"/>
                      <a:pt x="133" y="434"/>
                      <a:pt x="133" y="417"/>
                    </a:cubicBezTo>
                    <a:cubicBezTo>
                      <a:pt x="133" y="376"/>
                      <a:pt x="141" y="343"/>
                      <a:pt x="141" y="301"/>
                    </a:cubicBezTo>
                    <a:cubicBezTo>
                      <a:pt x="150" y="227"/>
                      <a:pt x="166" y="152"/>
                      <a:pt x="183" y="78"/>
                    </a:cubicBezTo>
                    <a:cubicBezTo>
                      <a:pt x="191" y="44"/>
                      <a:pt x="166" y="11"/>
                      <a:pt x="133" y="3"/>
                    </a:cubicBezTo>
                    <a:cubicBezTo>
                      <a:pt x="129" y="1"/>
                      <a:pt x="124" y="1"/>
                      <a:pt x="1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9" name="Google Shape;4919;p12"/>
              <p:cNvSpPr/>
              <p:nvPr/>
            </p:nvSpPr>
            <p:spPr>
              <a:xfrm>
                <a:off x="2823175" y="4354500"/>
                <a:ext cx="7400" cy="33100"/>
              </a:xfrm>
              <a:custGeom>
                <a:rect b="b" l="l" r="r" t="t"/>
                <a:pathLst>
                  <a:path extrusionOk="0" h="1324" w="296">
                    <a:moveTo>
                      <a:pt x="251" y="1"/>
                    </a:moveTo>
                    <a:cubicBezTo>
                      <a:pt x="237" y="1"/>
                      <a:pt x="223" y="8"/>
                      <a:pt x="216" y="24"/>
                    </a:cubicBezTo>
                    <a:cubicBezTo>
                      <a:pt x="133" y="231"/>
                      <a:pt x="67" y="438"/>
                      <a:pt x="42" y="662"/>
                    </a:cubicBezTo>
                    <a:cubicBezTo>
                      <a:pt x="26" y="770"/>
                      <a:pt x="26" y="877"/>
                      <a:pt x="26" y="985"/>
                    </a:cubicBezTo>
                    <a:cubicBezTo>
                      <a:pt x="26" y="1085"/>
                      <a:pt x="1" y="1250"/>
                      <a:pt x="92" y="1308"/>
                    </a:cubicBezTo>
                    <a:cubicBezTo>
                      <a:pt x="106" y="1317"/>
                      <a:pt x="122" y="1324"/>
                      <a:pt x="138" y="1324"/>
                    </a:cubicBezTo>
                    <a:cubicBezTo>
                      <a:pt x="151" y="1324"/>
                      <a:pt x="164" y="1319"/>
                      <a:pt x="175" y="1308"/>
                    </a:cubicBezTo>
                    <a:cubicBezTo>
                      <a:pt x="249" y="1234"/>
                      <a:pt x="216" y="1101"/>
                      <a:pt x="216" y="1010"/>
                    </a:cubicBezTo>
                    <a:cubicBezTo>
                      <a:pt x="208" y="902"/>
                      <a:pt x="216" y="795"/>
                      <a:pt x="216" y="687"/>
                    </a:cubicBezTo>
                    <a:cubicBezTo>
                      <a:pt x="233" y="471"/>
                      <a:pt x="249" y="256"/>
                      <a:pt x="291" y="49"/>
                    </a:cubicBezTo>
                    <a:cubicBezTo>
                      <a:pt x="296" y="19"/>
                      <a:pt x="273" y="1"/>
                      <a:pt x="2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0" name="Google Shape;4920;p12"/>
              <p:cNvSpPr/>
              <p:nvPr/>
            </p:nvSpPr>
            <p:spPr>
              <a:xfrm>
                <a:off x="2829200" y="4372200"/>
                <a:ext cx="3950" cy="16675"/>
              </a:xfrm>
              <a:custGeom>
                <a:rect b="b" l="l" r="r" t="t"/>
                <a:pathLst>
                  <a:path extrusionOk="0" h="667" w="158">
                    <a:moveTo>
                      <a:pt x="101" y="1"/>
                    </a:moveTo>
                    <a:cubicBezTo>
                      <a:pt x="81" y="1"/>
                      <a:pt x="62" y="12"/>
                      <a:pt x="58" y="37"/>
                    </a:cubicBezTo>
                    <a:cubicBezTo>
                      <a:pt x="50" y="136"/>
                      <a:pt x="33" y="236"/>
                      <a:pt x="25" y="335"/>
                    </a:cubicBezTo>
                    <a:cubicBezTo>
                      <a:pt x="17" y="435"/>
                      <a:pt x="0" y="534"/>
                      <a:pt x="8" y="633"/>
                    </a:cubicBezTo>
                    <a:cubicBezTo>
                      <a:pt x="13" y="653"/>
                      <a:pt x="35" y="666"/>
                      <a:pt x="54" y="666"/>
                    </a:cubicBezTo>
                    <a:cubicBezTo>
                      <a:pt x="67" y="666"/>
                      <a:pt x="80" y="659"/>
                      <a:pt x="83" y="642"/>
                    </a:cubicBezTo>
                    <a:cubicBezTo>
                      <a:pt x="116" y="551"/>
                      <a:pt x="124" y="443"/>
                      <a:pt x="133" y="352"/>
                    </a:cubicBezTo>
                    <a:cubicBezTo>
                      <a:pt x="141" y="252"/>
                      <a:pt x="149" y="153"/>
                      <a:pt x="158" y="53"/>
                    </a:cubicBezTo>
                    <a:cubicBezTo>
                      <a:pt x="158" y="20"/>
                      <a:pt x="128" y="1"/>
                      <a:pt x="1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1" name="Google Shape;4921;p12"/>
              <p:cNvSpPr/>
              <p:nvPr/>
            </p:nvSpPr>
            <p:spPr>
              <a:xfrm>
                <a:off x="2829825" y="4397550"/>
                <a:ext cx="9750" cy="35625"/>
              </a:xfrm>
              <a:custGeom>
                <a:rect b="b" l="l" r="r" t="t"/>
                <a:pathLst>
                  <a:path extrusionOk="0" h="1425" w="390">
                    <a:moveTo>
                      <a:pt x="347" y="1"/>
                    </a:moveTo>
                    <a:cubicBezTo>
                      <a:pt x="334" y="1"/>
                      <a:pt x="319" y="9"/>
                      <a:pt x="315" y="25"/>
                    </a:cubicBezTo>
                    <a:cubicBezTo>
                      <a:pt x="298" y="257"/>
                      <a:pt x="240" y="489"/>
                      <a:pt x="191" y="713"/>
                    </a:cubicBezTo>
                    <a:cubicBezTo>
                      <a:pt x="166" y="829"/>
                      <a:pt x="133" y="937"/>
                      <a:pt x="99" y="1053"/>
                    </a:cubicBezTo>
                    <a:cubicBezTo>
                      <a:pt x="75" y="1144"/>
                      <a:pt x="0" y="1276"/>
                      <a:pt x="25" y="1376"/>
                    </a:cubicBezTo>
                    <a:cubicBezTo>
                      <a:pt x="31" y="1404"/>
                      <a:pt x="51" y="1424"/>
                      <a:pt x="77" y="1424"/>
                    </a:cubicBezTo>
                    <a:cubicBezTo>
                      <a:pt x="89" y="1424"/>
                      <a:pt x="103" y="1420"/>
                      <a:pt x="116" y="1409"/>
                    </a:cubicBezTo>
                    <a:cubicBezTo>
                      <a:pt x="207" y="1351"/>
                      <a:pt x="232" y="1194"/>
                      <a:pt x="265" y="1094"/>
                    </a:cubicBezTo>
                    <a:cubicBezTo>
                      <a:pt x="298" y="978"/>
                      <a:pt x="323" y="862"/>
                      <a:pt x="348" y="746"/>
                    </a:cubicBezTo>
                    <a:cubicBezTo>
                      <a:pt x="389" y="506"/>
                      <a:pt x="381" y="266"/>
                      <a:pt x="373" y="25"/>
                    </a:cubicBezTo>
                    <a:cubicBezTo>
                      <a:pt x="373" y="9"/>
                      <a:pt x="360" y="1"/>
                      <a:pt x="3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2" name="Google Shape;4922;p12"/>
              <p:cNvSpPr/>
              <p:nvPr/>
            </p:nvSpPr>
            <p:spPr>
              <a:xfrm>
                <a:off x="2836500" y="4417625"/>
                <a:ext cx="10100" cy="16425"/>
              </a:xfrm>
              <a:custGeom>
                <a:rect b="b" l="l" r="r" t="t"/>
                <a:pathLst>
                  <a:path extrusionOk="0" h="657" w="404">
                    <a:moveTo>
                      <a:pt x="335" y="0"/>
                    </a:moveTo>
                    <a:cubicBezTo>
                      <a:pt x="316" y="0"/>
                      <a:pt x="297" y="10"/>
                      <a:pt x="288" y="34"/>
                    </a:cubicBezTo>
                    <a:lnTo>
                      <a:pt x="296" y="34"/>
                    </a:lnTo>
                    <a:cubicBezTo>
                      <a:pt x="255" y="134"/>
                      <a:pt x="214" y="233"/>
                      <a:pt x="156" y="324"/>
                    </a:cubicBezTo>
                    <a:cubicBezTo>
                      <a:pt x="131" y="374"/>
                      <a:pt x="106" y="415"/>
                      <a:pt x="81" y="465"/>
                    </a:cubicBezTo>
                    <a:cubicBezTo>
                      <a:pt x="56" y="507"/>
                      <a:pt x="23" y="556"/>
                      <a:pt x="6" y="598"/>
                    </a:cubicBezTo>
                    <a:cubicBezTo>
                      <a:pt x="0" y="629"/>
                      <a:pt x="18" y="656"/>
                      <a:pt x="45" y="656"/>
                    </a:cubicBezTo>
                    <a:cubicBezTo>
                      <a:pt x="53" y="656"/>
                      <a:pt x="63" y="653"/>
                      <a:pt x="73" y="647"/>
                    </a:cubicBezTo>
                    <a:cubicBezTo>
                      <a:pt x="114" y="614"/>
                      <a:pt x="139" y="565"/>
                      <a:pt x="172" y="523"/>
                    </a:cubicBezTo>
                    <a:cubicBezTo>
                      <a:pt x="197" y="473"/>
                      <a:pt x="230" y="424"/>
                      <a:pt x="255" y="374"/>
                    </a:cubicBezTo>
                    <a:cubicBezTo>
                      <a:pt x="305" y="275"/>
                      <a:pt x="346" y="175"/>
                      <a:pt x="388" y="68"/>
                    </a:cubicBezTo>
                    <a:cubicBezTo>
                      <a:pt x="403" y="31"/>
                      <a:pt x="369" y="0"/>
                      <a:pt x="3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3" name="Google Shape;4923;p12"/>
              <p:cNvSpPr/>
              <p:nvPr/>
            </p:nvSpPr>
            <p:spPr>
              <a:xfrm>
                <a:off x="2828425" y="4441475"/>
                <a:ext cx="6500" cy="17300"/>
              </a:xfrm>
              <a:custGeom>
                <a:rect b="b" l="l" r="r" t="t"/>
                <a:pathLst>
                  <a:path extrusionOk="0" h="692" w="260">
                    <a:moveTo>
                      <a:pt x="213" y="1"/>
                    </a:moveTo>
                    <a:cubicBezTo>
                      <a:pt x="194" y="1"/>
                      <a:pt x="176" y="11"/>
                      <a:pt x="172" y="33"/>
                    </a:cubicBezTo>
                    <a:cubicBezTo>
                      <a:pt x="155" y="141"/>
                      <a:pt x="131" y="249"/>
                      <a:pt x="97" y="348"/>
                    </a:cubicBezTo>
                    <a:cubicBezTo>
                      <a:pt x="64" y="447"/>
                      <a:pt x="23" y="555"/>
                      <a:pt x="6" y="655"/>
                    </a:cubicBezTo>
                    <a:cubicBezTo>
                      <a:pt x="1" y="677"/>
                      <a:pt x="17" y="691"/>
                      <a:pt x="34" y="691"/>
                    </a:cubicBezTo>
                    <a:cubicBezTo>
                      <a:pt x="42" y="691"/>
                      <a:pt x="51" y="688"/>
                      <a:pt x="56" y="679"/>
                    </a:cubicBezTo>
                    <a:cubicBezTo>
                      <a:pt x="114" y="588"/>
                      <a:pt x="147" y="481"/>
                      <a:pt x="180" y="373"/>
                    </a:cubicBezTo>
                    <a:cubicBezTo>
                      <a:pt x="213" y="265"/>
                      <a:pt x="238" y="157"/>
                      <a:pt x="255" y="50"/>
                    </a:cubicBezTo>
                    <a:cubicBezTo>
                      <a:pt x="260" y="17"/>
                      <a:pt x="236" y="1"/>
                      <a:pt x="2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4" name="Google Shape;4924;p12"/>
              <p:cNvSpPr/>
              <p:nvPr/>
            </p:nvSpPr>
            <p:spPr>
              <a:xfrm>
                <a:off x="2791025" y="4361400"/>
                <a:ext cx="18525" cy="32650"/>
              </a:xfrm>
              <a:custGeom>
                <a:rect b="b" l="l" r="r" t="t"/>
                <a:pathLst>
                  <a:path extrusionOk="0" h="1306" w="741">
                    <a:moveTo>
                      <a:pt x="43" y="1"/>
                    </a:moveTo>
                    <a:cubicBezTo>
                      <a:pt x="21" y="1"/>
                      <a:pt x="0" y="22"/>
                      <a:pt x="11" y="55"/>
                    </a:cubicBezTo>
                    <a:cubicBezTo>
                      <a:pt x="52" y="179"/>
                      <a:pt x="86" y="303"/>
                      <a:pt x="135" y="427"/>
                    </a:cubicBezTo>
                    <a:cubicBezTo>
                      <a:pt x="177" y="535"/>
                      <a:pt x="218" y="651"/>
                      <a:pt x="260" y="759"/>
                    </a:cubicBezTo>
                    <a:cubicBezTo>
                      <a:pt x="309" y="858"/>
                      <a:pt x="367" y="966"/>
                      <a:pt x="425" y="1065"/>
                    </a:cubicBezTo>
                    <a:cubicBezTo>
                      <a:pt x="475" y="1157"/>
                      <a:pt x="550" y="1297"/>
                      <a:pt x="666" y="1306"/>
                    </a:cubicBezTo>
                    <a:cubicBezTo>
                      <a:pt x="699" y="1306"/>
                      <a:pt x="715" y="1289"/>
                      <a:pt x="724" y="1264"/>
                    </a:cubicBezTo>
                    <a:cubicBezTo>
                      <a:pt x="740" y="1157"/>
                      <a:pt x="649" y="1049"/>
                      <a:pt x="591" y="966"/>
                    </a:cubicBezTo>
                    <a:cubicBezTo>
                      <a:pt x="533" y="867"/>
                      <a:pt x="483" y="759"/>
                      <a:pt x="434" y="659"/>
                    </a:cubicBezTo>
                    <a:cubicBezTo>
                      <a:pt x="376" y="552"/>
                      <a:pt x="318" y="444"/>
                      <a:pt x="268" y="345"/>
                    </a:cubicBezTo>
                    <a:cubicBezTo>
                      <a:pt x="202" y="237"/>
                      <a:pt x="135" y="129"/>
                      <a:pt x="77" y="21"/>
                    </a:cubicBezTo>
                    <a:cubicBezTo>
                      <a:pt x="69" y="7"/>
                      <a:pt x="56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5" name="Google Shape;4925;p12"/>
              <p:cNvSpPr/>
              <p:nvPr/>
            </p:nvSpPr>
            <p:spPr>
              <a:xfrm>
                <a:off x="2794800" y="4383175"/>
                <a:ext cx="10975" cy="15275"/>
              </a:xfrm>
              <a:custGeom>
                <a:rect b="b" l="l" r="r" t="t"/>
                <a:pathLst>
                  <a:path extrusionOk="0" h="611" w="439">
                    <a:moveTo>
                      <a:pt x="45" y="1"/>
                    </a:moveTo>
                    <a:cubicBezTo>
                      <a:pt x="39" y="1"/>
                      <a:pt x="32" y="2"/>
                      <a:pt x="26" y="4"/>
                    </a:cubicBezTo>
                    <a:cubicBezTo>
                      <a:pt x="1" y="12"/>
                      <a:pt x="1" y="37"/>
                      <a:pt x="1" y="62"/>
                    </a:cubicBezTo>
                    <a:cubicBezTo>
                      <a:pt x="34" y="170"/>
                      <a:pt x="84" y="277"/>
                      <a:pt x="142" y="377"/>
                    </a:cubicBezTo>
                    <a:cubicBezTo>
                      <a:pt x="208" y="468"/>
                      <a:pt x="283" y="567"/>
                      <a:pt x="390" y="609"/>
                    </a:cubicBezTo>
                    <a:cubicBezTo>
                      <a:pt x="394" y="610"/>
                      <a:pt x="397" y="610"/>
                      <a:pt x="400" y="610"/>
                    </a:cubicBezTo>
                    <a:cubicBezTo>
                      <a:pt x="421" y="610"/>
                      <a:pt x="439" y="589"/>
                      <a:pt x="432" y="567"/>
                    </a:cubicBezTo>
                    <a:lnTo>
                      <a:pt x="432" y="567"/>
                    </a:lnTo>
                    <a:lnTo>
                      <a:pt x="432" y="576"/>
                    </a:lnTo>
                    <a:cubicBezTo>
                      <a:pt x="382" y="476"/>
                      <a:pt x="299" y="402"/>
                      <a:pt x="241" y="310"/>
                    </a:cubicBezTo>
                    <a:cubicBezTo>
                      <a:pt x="175" y="219"/>
                      <a:pt x="125" y="128"/>
                      <a:pt x="92" y="29"/>
                    </a:cubicBezTo>
                    <a:cubicBezTo>
                      <a:pt x="86" y="10"/>
                      <a:pt x="66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6" name="Google Shape;4926;p12"/>
              <p:cNvSpPr/>
              <p:nvPr/>
            </p:nvSpPr>
            <p:spPr>
              <a:xfrm>
                <a:off x="2801650" y="4398550"/>
                <a:ext cx="4775" cy="11925"/>
              </a:xfrm>
              <a:custGeom>
                <a:rect b="b" l="l" r="r" t="t"/>
                <a:pathLst>
                  <a:path extrusionOk="0" h="477" w="191">
                    <a:moveTo>
                      <a:pt x="52" y="0"/>
                    </a:moveTo>
                    <a:cubicBezTo>
                      <a:pt x="48" y="0"/>
                      <a:pt x="45" y="1"/>
                      <a:pt x="42" y="2"/>
                    </a:cubicBezTo>
                    <a:cubicBezTo>
                      <a:pt x="17" y="2"/>
                      <a:pt x="0" y="27"/>
                      <a:pt x="0" y="60"/>
                    </a:cubicBezTo>
                    <a:cubicBezTo>
                      <a:pt x="9" y="126"/>
                      <a:pt x="17" y="201"/>
                      <a:pt x="42" y="267"/>
                    </a:cubicBezTo>
                    <a:cubicBezTo>
                      <a:pt x="58" y="342"/>
                      <a:pt x="83" y="416"/>
                      <a:pt x="133" y="466"/>
                    </a:cubicBezTo>
                    <a:cubicBezTo>
                      <a:pt x="140" y="473"/>
                      <a:pt x="148" y="476"/>
                      <a:pt x="156" y="476"/>
                    </a:cubicBezTo>
                    <a:cubicBezTo>
                      <a:pt x="174" y="476"/>
                      <a:pt x="191" y="459"/>
                      <a:pt x="191" y="441"/>
                    </a:cubicBezTo>
                    <a:cubicBezTo>
                      <a:pt x="183" y="400"/>
                      <a:pt x="174" y="367"/>
                      <a:pt x="158" y="333"/>
                    </a:cubicBezTo>
                    <a:cubicBezTo>
                      <a:pt x="149" y="309"/>
                      <a:pt x="141" y="275"/>
                      <a:pt x="133" y="242"/>
                    </a:cubicBezTo>
                    <a:cubicBezTo>
                      <a:pt x="116" y="176"/>
                      <a:pt x="108" y="110"/>
                      <a:pt x="100" y="43"/>
                    </a:cubicBezTo>
                    <a:cubicBezTo>
                      <a:pt x="100" y="22"/>
                      <a:pt x="75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7" name="Google Shape;4927;p12"/>
              <p:cNvSpPr/>
              <p:nvPr/>
            </p:nvSpPr>
            <p:spPr>
              <a:xfrm>
                <a:off x="2933600" y="4432425"/>
                <a:ext cx="9800" cy="54475"/>
              </a:xfrm>
              <a:custGeom>
                <a:rect b="b" l="l" r="r" t="t"/>
                <a:pathLst>
                  <a:path extrusionOk="0" h="2179" w="392">
                    <a:moveTo>
                      <a:pt x="333" y="0"/>
                    </a:moveTo>
                    <a:cubicBezTo>
                      <a:pt x="316" y="0"/>
                      <a:pt x="299" y="9"/>
                      <a:pt x="290" y="31"/>
                    </a:cubicBezTo>
                    <a:lnTo>
                      <a:pt x="298" y="31"/>
                    </a:lnTo>
                    <a:cubicBezTo>
                      <a:pt x="158" y="362"/>
                      <a:pt x="75" y="718"/>
                      <a:pt x="42" y="1083"/>
                    </a:cubicBezTo>
                    <a:cubicBezTo>
                      <a:pt x="17" y="1265"/>
                      <a:pt x="8" y="1439"/>
                      <a:pt x="8" y="1621"/>
                    </a:cubicBezTo>
                    <a:cubicBezTo>
                      <a:pt x="0" y="1713"/>
                      <a:pt x="0" y="1804"/>
                      <a:pt x="8" y="1887"/>
                    </a:cubicBezTo>
                    <a:cubicBezTo>
                      <a:pt x="8" y="1978"/>
                      <a:pt x="8" y="2077"/>
                      <a:pt x="42" y="2160"/>
                    </a:cubicBezTo>
                    <a:cubicBezTo>
                      <a:pt x="46" y="2172"/>
                      <a:pt x="60" y="2179"/>
                      <a:pt x="75" y="2179"/>
                    </a:cubicBezTo>
                    <a:cubicBezTo>
                      <a:pt x="89" y="2179"/>
                      <a:pt x="104" y="2172"/>
                      <a:pt x="108" y="2160"/>
                    </a:cubicBezTo>
                    <a:cubicBezTo>
                      <a:pt x="166" y="2011"/>
                      <a:pt x="141" y="1812"/>
                      <a:pt x="141" y="1655"/>
                    </a:cubicBezTo>
                    <a:cubicBezTo>
                      <a:pt x="149" y="1472"/>
                      <a:pt x="158" y="1298"/>
                      <a:pt x="174" y="1116"/>
                    </a:cubicBezTo>
                    <a:cubicBezTo>
                      <a:pt x="207" y="760"/>
                      <a:pt x="265" y="403"/>
                      <a:pt x="381" y="64"/>
                    </a:cubicBezTo>
                    <a:cubicBezTo>
                      <a:pt x="392" y="27"/>
                      <a:pt x="362" y="0"/>
                      <a:pt x="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8" name="Google Shape;4928;p12"/>
              <p:cNvSpPr/>
              <p:nvPr/>
            </p:nvSpPr>
            <p:spPr>
              <a:xfrm>
                <a:off x="2937525" y="4469950"/>
                <a:ext cx="3875" cy="23125"/>
              </a:xfrm>
              <a:custGeom>
                <a:rect b="b" l="l" r="r" t="t"/>
                <a:pathLst>
                  <a:path extrusionOk="0" h="925" w="155">
                    <a:moveTo>
                      <a:pt x="112" y="1"/>
                    </a:moveTo>
                    <a:cubicBezTo>
                      <a:pt x="95" y="1"/>
                      <a:pt x="79" y="12"/>
                      <a:pt x="75" y="38"/>
                    </a:cubicBezTo>
                    <a:lnTo>
                      <a:pt x="75" y="29"/>
                    </a:lnTo>
                    <a:cubicBezTo>
                      <a:pt x="34" y="319"/>
                      <a:pt x="1" y="609"/>
                      <a:pt x="34" y="899"/>
                    </a:cubicBezTo>
                    <a:cubicBezTo>
                      <a:pt x="38" y="916"/>
                      <a:pt x="54" y="924"/>
                      <a:pt x="70" y="924"/>
                    </a:cubicBezTo>
                    <a:cubicBezTo>
                      <a:pt x="85" y="924"/>
                      <a:pt x="100" y="916"/>
                      <a:pt x="100" y="899"/>
                    </a:cubicBezTo>
                    <a:cubicBezTo>
                      <a:pt x="125" y="618"/>
                      <a:pt x="125" y="328"/>
                      <a:pt x="150" y="46"/>
                    </a:cubicBezTo>
                    <a:cubicBezTo>
                      <a:pt x="154" y="18"/>
                      <a:pt x="133" y="1"/>
                      <a:pt x="1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9" name="Google Shape;4929;p12"/>
              <p:cNvSpPr/>
              <p:nvPr/>
            </p:nvSpPr>
            <p:spPr>
              <a:xfrm>
                <a:off x="2943750" y="4484600"/>
                <a:ext cx="6425" cy="40725"/>
              </a:xfrm>
              <a:custGeom>
                <a:rect b="b" l="l" r="r" t="t"/>
                <a:pathLst>
                  <a:path extrusionOk="0" h="1629" w="257">
                    <a:moveTo>
                      <a:pt x="141" y="0"/>
                    </a:moveTo>
                    <a:cubicBezTo>
                      <a:pt x="121" y="0"/>
                      <a:pt x="99" y="13"/>
                      <a:pt x="91" y="40"/>
                    </a:cubicBezTo>
                    <a:cubicBezTo>
                      <a:pt x="33" y="305"/>
                      <a:pt x="0" y="570"/>
                      <a:pt x="17" y="844"/>
                    </a:cubicBezTo>
                    <a:cubicBezTo>
                      <a:pt x="17" y="976"/>
                      <a:pt x="33" y="1109"/>
                      <a:pt x="58" y="1241"/>
                    </a:cubicBezTo>
                    <a:cubicBezTo>
                      <a:pt x="83" y="1366"/>
                      <a:pt x="108" y="1506"/>
                      <a:pt x="182" y="1614"/>
                    </a:cubicBezTo>
                    <a:cubicBezTo>
                      <a:pt x="189" y="1624"/>
                      <a:pt x="201" y="1629"/>
                      <a:pt x="212" y="1629"/>
                    </a:cubicBezTo>
                    <a:cubicBezTo>
                      <a:pt x="230" y="1629"/>
                      <a:pt x="249" y="1618"/>
                      <a:pt x="249" y="1598"/>
                    </a:cubicBezTo>
                    <a:cubicBezTo>
                      <a:pt x="257" y="1473"/>
                      <a:pt x="224" y="1341"/>
                      <a:pt x="199" y="1225"/>
                    </a:cubicBezTo>
                    <a:cubicBezTo>
                      <a:pt x="182" y="1092"/>
                      <a:pt x="166" y="968"/>
                      <a:pt x="158" y="844"/>
                    </a:cubicBezTo>
                    <a:lnTo>
                      <a:pt x="158" y="835"/>
                    </a:lnTo>
                    <a:cubicBezTo>
                      <a:pt x="141" y="578"/>
                      <a:pt x="149" y="313"/>
                      <a:pt x="182" y="48"/>
                    </a:cubicBezTo>
                    <a:cubicBezTo>
                      <a:pt x="187" y="17"/>
                      <a:pt x="165" y="0"/>
                      <a:pt x="1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0" name="Google Shape;4930;p12"/>
              <p:cNvSpPr/>
              <p:nvPr/>
            </p:nvSpPr>
            <p:spPr>
              <a:xfrm>
                <a:off x="2953375" y="4503175"/>
                <a:ext cx="3025" cy="18250"/>
              </a:xfrm>
              <a:custGeom>
                <a:rect b="b" l="l" r="r" t="t"/>
                <a:pathLst>
                  <a:path extrusionOk="0" h="730" w="121">
                    <a:moveTo>
                      <a:pt x="40" y="1"/>
                    </a:moveTo>
                    <a:cubicBezTo>
                      <a:pt x="20" y="1"/>
                      <a:pt x="0" y="16"/>
                      <a:pt x="5" y="43"/>
                    </a:cubicBezTo>
                    <a:cubicBezTo>
                      <a:pt x="13" y="150"/>
                      <a:pt x="21" y="266"/>
                      <a:pt x="29" y="382"/>
                    </a:cubicBezTo>
                    <a:cubicBezTo>
                      <a:pt x="38" y="490"/>
                      <a:pt x="54" y="598"/>
                      <a:pt x="79" y="714"/>
                    </a:cubicBezTo>
                    <a:cubicBezTo>
                      <a:pt x="79" y="723"/>
                      <a:pt x="92" y="729"/>
                      <a:pt x="103" y="729"/>
                    </a:cubicBezTo>
                    <a:cubicBezTo>
                      <a:pt x="112" y="729"/>
                      <a:pt x="120" y="725"/>
                      <a:pt x="120" y="714"/>
                    </a:cubicBezTo>
                    <a:cubicBezTo>
                      <a:pt x="120" y="598"/>
                      <a:pt x="120" y="490"/>
                      <a:pt x="112" y="374"/>
                    </a:cubicBezTo>
                    <a:lnTo>
                      <a:pt x="79" y="34"/>
                    </a:lnTo>
                    <a:cubicBezTo>
                      <a:pt x="75" y="11"/>
                      <a:pt x="58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1" name="Google Shape;4931;p12"/>
              <p:cNvSpPr/>
              <p:nvPr/>
            </p:nvSpPr>
            <p:spPr>
              <a:xfrm>
                <a:off x="3008375" y="4488725"/>
                <a:ext cx="5400" cy="31525"/>
              </a:xfrm>
              <a:custGeom>
                <a:rect b="b" l="l" r="r" t="t"/>
                <a:pathLst>
                  <a:path extrusionOk="0" h="1261" w="216">
                    <a:moveTo>
                      <a:pt x="133" y="0"/>
                    </a:moveTo>
                    <a:cubicBezTo>
                      <a:pt x="114" y="0"/>
                      <a:pt x="95" y="8"/>
                      <a:pt x="83" y="24"/>
                    </a:cubicBezTo>
                    <a:cubicBezTo>
                      <a:pt x="33" y="99"/>
                      <a:pt x="25" y="223"/>
                      <a:pt x="17" y="306"/>
                    </a:cubicBezTo>
                    <a:cubicBezTo>
                      <a:pt x="8" y="405"/>
                      <a:pt x="0" y="513"/>
                      <a:pt x="0" y="612"/>
                    </a:cubicBezTo>
                    <a:cubicBezTo>
                      <a:pt x="0" y="819"/>
                      <a:pt x="25" y="1018"/>
                      <a:pt x="58" y="1217"/>
                    </a:cubicBezTo>
                    <a:cubicBezTo>
                      <a:pt x="62" y="1247"/>
                      <a:pt x="82" y="1260"/>
                      <a:pt x="103" y="1260"/>
                    </a:cubicBezTo>
                    <a:cubicBezTo>
                      <a:pt x="128" y="1260"/>
                      <a:pt x="154" y="1241"/>
                      <a:pt x="149" y="1209"/>
                    </a:cubicBezTo>
                    <a:cubicBezTo>
                      <a:pt x="149" y="1010"/>
                      <a:pt x="158" y="811"/>
                      <a:pt x="166" y="612"/>
                    </a:cubicBezTo>
                    <a:cubicBezTo>
                      <a:pt x="166" y="521"/>
                      <a:pt x="174" y="422"/>
                      <a:pt x="182" y="331"/>
                    </a:cubicBezTo>
                    <a:cubicBezTo>
                      <a:pt x="191" y="239"/>
                      <a:pt x="216" y="123"/>
                      <a:pt x="182" y="32"/>
                    </a:cubicBezTo>
                    <a:cubicBezTo>
                      <a:pt x="174" y="10"/>
                      <a:pt x="153" y="0"/>
                      <a:pt x="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2" name="Google Shape;4932;p12"/>
              <p:cNvSpPr/>
              <p:nvPr/>
            </p:nvSpPr>
            <p:spPr>
              <a:xfrm>
                <a:off x="3015100" y="4484575"/>
                <a:ext cx="2825" cy="10575"/>
              </a:xfrm>
              <a:custGeom>
                <a:rect b="b" l="l" r="r" t="t"/>
                <a:pathLst>
                  <a:path extrusionOk="0" h="423" w="113">
                    <a:moveTo>
                      <a:pt x="89" y="0"/>
                    </a:moveTo>
                    <a:cubicBezTo>
                      <a:pt x="79" y="0"/>
                      <a:pt x="71" y="5"/>
                      <a:pt x="71" y="16"/>
                    </a:cubicBezTo>
                    <a:cubicBezTo>
                      <a:pt x="29" y="132"/>
                      <a:pt x="21" y="256"/>
                      <a:pt x="5" y="381"/>
                    </a:cubicBezTo>
                    <a:cubicBezTo>
                      <a:pt x="0" y="407"/>
                      <a:pt x="17" y="422"/>
                      <a:pt x="36" y="422"/>
                    </a:cubicBezTo>
                    <a:cubicBezTo>
                      <a:pt x="51" y="422"/>
                      <a:pt x="67" y="412"/>
                      <a:pt x="71" y="389"/>
                    </a:cubicBezTo>
                    <a:cubicBezTo>
                      <a:pt x="79" y="331"/>
                      <a:pt x="96" y="265"/>
                      <a:pt x="96" y="207"/>
                    </a:cubicBezTo>
                    <a:cubicBezTo>
                      <a:pt x="104" y="173"/>
                      <a:pt x="104" y="140"/>
                      <a:pt x="104" y="115"/>
                    </a:cubicBezTo>
                    <a:cubicBezTo>
                      <a:pt x="112" y="82"/>
                      <a:pt x="112" y="49"/>
                      <a:pt x="112" y="16"/>
                    </a:cubicBezTo>
                    <a:cubicBezTo>
                      <a:pt x="112" y="7"/>
                      <a:pt x="100" y="0"/>
                      <a:pt x="8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3" name="Google Shape;4933;p12"/>
              <p:cNvSpPr/>
              <p:nvPr/>
            </p:nvSpPr>
            <p:spPr>
              <a:xfrm>
                <a:off x="3034875" y="4423225"/>
                <a:ext cx="3750" cy="15575"/>
              </a:xfrm>
              <a:custGeom>
                <a:rect b="b" l="l" r="r" t="t"/>
                <a:pathLst>
                  <a:path extrusionOk="0" h="623" w="150">
                    <a:moveTo>
                      <a:pt x="59" y="0"/>
                    </a:moveTo>
                    <a:cubicBezTo>
                      <a:pt x="1" y="0"/>
                      <a:pt x="1" y="86"/>
                      <a:pt x="1" y="125"/>
                    </a:cubicBezTo>
                    <a:cubicBezTo>
                      <a:pt x="1" y="183"/>
                      <a:pt x="9" y="233"/>
                      <a:pt x="9" y="283"/>
                    </a:cubicBezTo>
                    <a:cubicBezTo>
                      <a:pt x="9" y="324"/>
                      <a:pt x="9" y="374"/>
                      <a:pt x="17" y="423"/>
                    </a:cubicBezTo>
                    <a:cubicBezTo>
                      <a:pt x="17" y="473"/>
                      <a:pt x="26" y="515"/>
                      <a:pt x="26" y="564"/>
                    </a:cubicBezTo>
                    <a:cubicBezTo>
                      <a:pt x="26" y="597"/>
                      <a:pt x="34" y="622"/>
                      <a:pt x="67" y="622"/>
                    </a:cubicBezTo>
                    <a:cubicBezTo>
                      <a:pt x="92" y="622"/>
                      <a:pt x="117" y="606"/>
                      <a:pt x="117" y="581"/>
                    </a:cubicBezTo>
                    <a:cubicBezTo>
                      <a:pt x="125" y="531"/>
                      <a:pt x="142" y="481"/>
                      <a:pt x="142" y="432"/>
                    </a:cubicBezTo>
                    <a:cubicBezTo>
                      <a:pt x="150" y="382"/>
                      <a:pt x="150" y="341"/>
                      <a:pt x="150" y="291"/>
                    </a:cubicBezTo>
                    <a:cubicBezTo>
                      <a:pt x="150" y="241"/>
                      <a:pt x="142" y="183"/>
                      <a:pt x="142" y="134"/>
                    </a:cubicBezTo>
                    <a:cubicBezTo>
                      <a:pt x="133" y="109"/>
                      <a:pt x="125" y="84"/>
                      <a:pt x="125" y="59"/>
                    </a:cubicBezTo>
                    <a:cubicBezTo>
                      <a:pt x="117" y="34"/>
                      <a:pt x="100" y="1"/>
                      <a:pt x="67" y="1"/>
                    </a:cubicBezTo>
                    <a:cubicBezTo>
                      <a:pt x="64" y="1"/>
                      <a:pt x="61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4" name="Google Shape;4934;p12"/>
              <p:cNvSpPr/>
              <p:nvPr/>
            </p:nvSpPr>
            <p:spPr>
              <a:xfrm>
                <a:off x="3038400" y="4420250"/>
                <a:ext cx="4575" cy="10725"/>
              </a:xfrm>
              <a:custGeom>
                <a:rect b="b" l="l" r="r" t="t"/>
                <a:pathLst>
                  <a:path extrusionOk="0" h="429" w="183">
                    <a:moveTo>
                      <a:pt x="109" y="1"/>
                    </a:moveTo>
                    <a:cubicBezTo>
                      <a:pt x="95" y="1"/>
                      <a:pt x="81" y="6"/>
                      <a:pt x="75" y="12"/>
                    </a:cubicBezTo>
                    <a:cubicBezTo>
                      <a:pt x="67" y="37"/>
                      <a:pt x="59" y="54"/>
                      <a:pt x="59" y="79"/>
                    </a:cubicBezTo>
                    <a:cubicBezTo>
                      <a:pt x="59" y="87"/>
                      <a:pt x="59" y="103"/>
                      <a:pt x="59" y="112"/>
                    </a:cubicBezTo>
                    <a:lnTo>
                      <a:pt x="59" y="128"/>
                    </a:lnTo>
                    <a:lnTo>
                      <a:pt x="59" y="153"/>
                    </a:lnTo>
                    <a:cubicBezTo>
                      <a:pt x="59" y="161"/>
                      <a:pt x="59" y="178"/>
                      <a:pt x="59" y="195"/>
                    </a:cubicBezTo>
                    <a:cubicBezTo>
                      <a:pt x="59" y="203"/>
                      <a:pt x="50" y="219"/>
                      <a:pt x="50" y="236"/>
                    </a:cubicBezTo>
                    <a:cubicBezTo>
                      <a:pt x="50" y="236"/>
                      <a:pt x="50" y="244"/>
                      <a:pt x="50" y="253"/>
                    </a:cubicBezTo>
                    <a:lnTo>
                      <a:pt x="42" y="269"/>
                    </a:lnTo>
                    <a:cubicBezTo>
                      <a:pt x="34" y="294"/>
                      <a:pt x="25" y="319"/>
                      <a:pt x="17" y="344"/>
                    </a:cubicBezTo>
                    <a:cubicBezTo>
                      <a:pt x="1" y="377"/>
                      <a:pt x="17" y="410"/>
                      <a:pt x="42" y="426"/>
                    </a:cubicBezTo>
                    <a:cubicBezTo>
                      <a:pt x="48" y="428"/>
                      <a:pt x="54" y="429"/>
                      <a:pt x="59" y="429"/>
                    </a:cubicBezTo>
                    <a:cubicBezTo>
                      <a:pt x="86" y="429"/>
                      <a:pt x="111" y="414"/>
                      <a:pt x="125" y="393"/>
                    </a:cubicBezTo>
                    <a:cubicBezTo>
                      <a:pt x="150" y="335"/>
                      <a:pt x="175" y="269"/>
                      <a:pt x="175" y="203"/>
                    </a:cubicBezTo>
                    <a:cubicBezTo>
                      <a:pt x="183" y="170"/>
                      <a:pt x="183" y="137"/>
                      <a:pt x="175" y="103"/>
                    </a:cubicBezTo>
                    <a:cubicBezTo>
                      <a:pt x="175" y="87"/>
                      <a:pt x="175" y="79"/>
                      <a:pt x="166" y="62"/>
                    </a:cubicBezTo>
                    <a:cubicBezTo>
                      <a:pt x="166" y="29"/>
                      <a:pt x="150" y="12"/>
                      <a:pt x="125" y="4"/>
                    </a:cubicBezTo>
                    <a:cubicBezTo>
                      <a:pt x="120" y="2"/>
                      <a:pt x="114" y="1"/>
                      <a:pt x="1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5" name="Google Shape;4935;p12"/>
              <p:cNvSpPr/>
              <p:nvPr/>
            </p:nvSpPr>
            <p:spPr>
              <a:xfrm>
                <a:off x="3052700" y="4401775"/>
                <a:ext cx="3750" cy="15750"/>
              </a:xfrm>
              <a:custGeom>
                <a:rect b="b" l="l" r="r" t="t"/>
                <a:pathLst>
                  <a:path extrusionOk="0" h="630" w="150">
                    <a:moveTo>
                      <a:pt x="73" y="0"/>
                    </a:moveTo>
                    <a:cubicBezTo>
                      <a:pt x="58" y="0"/>
                      <a:pt x="46" y="7"/>
                      <a:pt x="42" y="22"/>
                    </a:cubicBezTo>
                    <a:cubicBezTo>
                      <a:pt x="25" y="72"/>
                      <a:pt x="33" y="122"/>
                      <a:pt x="25" y="163"/>
                    </a:cubicBezTo>
                    <a:cubicBezTo>
                      <a:pt x="25" y="213"/>
                      <a:pt x="33" y="254"/>
                      <a:pt x="25" y="304"/>
                    </a:cubicBezTo>
                    <a:cubicBezTo>
                      <a:pt x="25" y="395"/>
                      <a:pt x="17" y="486"/>
                      <a:pt x="9" y="577"/>
                    </a:cubicBezTo>
                    <a:cubicBezTo>
                      <a:pt x="0" y="602"/>
                      <a:pt x="17" y="627"/>
                      <a:pt x="42" y="627"/>
                    </a:cubicBezTo>
                    <a:cubicBezTo>
                      <a:pt x="46" y="628"/>
                      <a:pt x="50" y="629"/>
                      <a:pt x="55" y="629"/>
                    </a:cubicBezTo>
                    <a:cubicBezTo>
                      <a:pt x="75" y="629"/>
                      <a:pt x="91" y="614"/>
                      <a:pt x="91" y="594"/>
                    </a:cubicBezTo>
                    <a:cubicBezTo>
                      <a:pt x="116" y="503"/>
                      <a:pt x="133" y="403"/>
                      <a:pt x="141" y="312"/>
                    </a:cubicBezTo>
                    <a:cubicBezTo>
                      <a:pt x="141" y="262"/>
                      <a:pt x="149" y="213"/>
                      <a:pt x="141" y="163"/>
                    </a:cubicBezTo>
                    <a:cubicBezTo>
                      <a:pt x="133" y="113"/>
                      <a:pt x="133" y="64"/>
                      <a:pt x="116" y="22"/>
                    </a:cubicBezTo>
                    <a:cubicBezTo>
                      <a:pt x="107" y="9"/>
                      <a:pt x="89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6" name="Google Shape;4936;p12"/>
              <p:cNvSpPr/>
              <p:nvPr/>
            </p:nvSpPr>
            <p:spPr>
              <a:xfrm>
                <a:off x="2985175" y="4322975"/>
                <a:ext cx="3550" cy="7500"/>
              </a:xfrm>
              <a:custGeom>
                <a:rect b="b" l="l" r="r" t="t"/>
                <a:pathLst>
                  <a:path extrusionOk="0" h="300" w="142">
                    <a:moveTo>
                      <a:pt x="108" y="1"/>
                    </a:moveTo>
                    <a:cubicBezTo>
                      <a:pt x="83" y="1"/>
                      <a:pt x="66" y="17"/>
                      <a:pt x="66" y="34"/>
                    </a:cubicBezTo>
                    <a:cubicBezTo>
                      <a:pt x="58" y="84"/>
                      <a:pt x="50" y="108"/>
                      <a:pt x="33" y="150"/>
                    </a:cubicBezTo>
                    <a:cubicBezTo>
                      <a:pt x="33" y="166"/>
                      <a:pt x="25" y="183"/>
                      <a:pt x="17" y="200"/>
                    </a:cubicBezTo>
                    <a:cubicBezTo>
                      <a:pt x="8" y="224"/>
                      <a:pt x="8" y="249"/>
                      <a:pt x="0" y="266"/>
                    </a:cubicBezTo>
                    <a:cubicBezTo>
                      <a:pt x="0" y="274"/>
                      <a:pt x="8" y="291"/>
                      <a:pt x="17" y="299"/>
                    </a:cubicBezTo>
                    <a:cubicBezTo>
                      <a:pt x="25" y="299"/>
                      <a:pt x="42" y="299"/>
                      <a:pt x="50" y="291"/>
                    </a:cubicBezTo>
                    <a:cubicBezTo>
                      <a:pt x="66" y="274"/>
                      <a:pt x="75" y="249"/>
                      <a:pt x="83" y="233"/>
                    </a:cubicBezTo>
                    <a:cubicBezTo>
                      <a:pt x="91" y="216"/>
                      <a:pt x="100" y="191"/>
                      <a:pt x="108" y="175"/>
                    </a:cubicBezTo>
                    <a:cubicBezTo>
                      <a:pt x="124" y="133"/>
                      <a:pt x="133" y="92"/>
                      <a:pt x="141" y="50"/>
                    </a:cubicBezTo>
                    <a:cubicBezTo>
                      <a:pt x="141" y="26"/>
                      <a:pt x="124" y="9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7" name="Google Shape;4937;p12"/>
              <p:cNvSpPr/>
              <p:nvPr/>
            </p:nvSpPr>
            <p:spPr>
              <a:xfrm>
                <a:off x="2986825" y="4305750"/>
                <a:ext cx="3125" cy="10875"/>
              </a:xfrm>
              <a:custGeom>
                <a:rect b="b" l="l" r="r" t="t"/>
                <a:pathLst>
                  <a:path extrusionOk="0" h="435" w="125">
                    <a:moveTo>
                      <a:pt x="71" y="0"/>
                    </a:moveTo>
                    <a:cubicBezTo>
                      <a:pt x="46" y="0"/>
                      <a:pt x="32" y="22"/>
                      <a:pt x="25" y="43"/>
                    </a:cubicBezTo>
                    <a:cubicBezTo>
                      <a:pt x="9" y="101"/>
                      <a:pt x="0" y="168"/>
                      <a:pt x="0" y="226"/>
                    </a:cubicBezTo>
                    <a:cubicBezTo>
                      <a:pt x="0" y="259"/>
                      <a:pt x="9" y="292"/>
                      <a:pt x="17" y="325"/>
                    </a:cubicBezTo>
                    <a:cubicBezTo>
                      <a:pt x="17" y="342"/>
                      <a:pt x="17" y="358"/>
                      <a:pt x="25" y="367"/>
                    </a:cubicBezTo>
                    <a:cubicBezTo>
                      <a:pt x="34" y="383"/>
                      <a:pt x="42" y="400"/>
                      <a:pt x="42" y="416"/>
                    </a:cubicBezTo>
                    <a:cubicBezTo>
                      <a:pt x="50" y="428"/>
                      <a:pt x="63" y="434"/>
                      <a:pt x="74" y="434"/>
                    </a:cubicBezTo>
                    <a:cubicBezTo>
                      <a:pt x="88" y="434"/>
                      <a:pt x="100" y="426"/>
                      <a:pt x="100" y="408"/>
                    </a:cubicBezTo>
                    <a:cubicBezTo>
                      <a:pt x="100" y="391"/>
                      <a:pt x="108" y="375"/>
                      <a:pt x="108" y="367"/>
                    </a:cubicBezTo>
                    <a:cubicBezTo>
                      <a:pt x="108" y="350"/>
                      <a:pt x="108" y="325"/>
                      <a:pt x="108" y="309"/>
                    </a:cubicBezTo>
                    <a:cubicBezTo>
                      <a:pt x="108" y="284"/>
                      <a:pt x="108" y="259"/>
                      <a:pt x="108" y="226"/>
                    </a:cubicBezTo>
                    <a:cubicBezTo>
                      <a:pt x="108" y="168"/>
                      <a:pt x="116" y="110"/>
                      <a:pt x="125" y="52"/>
                    </a:cubicBezTo>
                    <a:cubicBezTo>
                      <a:pt x="125" y="27"/>
                      <a:pt x="108" y="2"/>
                      <a:pt x="83" y="2"/>
                    </a:cubicBezTo>
                    <a:cubicBezTo>
                      <a:pt x="79" y="1"/>
                      <a:pt x="75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8" name="Google Shape;4938;p12"/>
              <p:cNvSpPr/>
              <p:nvPr/>
            </p:nvSpPr>
            <p:spPr>
              <a:xfrm>
                <a:off x="3064500" y="4260525"/>
                <a:ext cx="3350" cy="15325"/>
              </a:xfrm>
              <a:custGeom>
                <a:rect b="b" l="l" r="r" t="t"/>
                <a:pathLst>
                  <a:path extrusionOk="0" h="613" w="134">
                    <a:moveTo>
                      <a:pt x="85" y="0"/>
                    </a:moveTo>
                    <a:cubicBezTo>
                      <a:pt x="71" y="0"/>
                      <a:pt x="58" y="7"/>
                      <a:pt x="50" y="21"/>
                    </a:cubicBezTo>
                    <a:cubicBezTo>
                      <a:pt x="42" y="63"/>
                      <a:pt x="34" y="104"/>
                      <a:pt x="25" y="154"/>
                    </a:cubicBezTo>
                    <a:cubicBezTo>
                      <a:pt x="17" y="195"/>
                      <a:pt x="17" y="245"/>
                      <a:pt x="17" y="295"/>
                    </a:cubicBezTo>
                    <a:cubicBezTo>
                      <a:pt x="9" y="386"/>
                      <a:pt x="9" y="485"/>
                      <a:pt x="1" y="577"/>
                    </a:cubicBezTo>
                    <a:cubicBezTo>
                      <a:pt x="1" y="599"/>
                      <a:pt x="18" y="612"/>
                      <a:pt x="35" y="612"/>
                    </a:cubicBezTo>
                    <a:cubicBezTo>
                      <a:pt x="49" y="612"/>
                      <a:pt x="63" y="603"/>
                      <a:pt x="67" y="585"/>
                    </a:cubicBezTo>
                    <a:cubicBezTo>
                      <a:pt x="83" y="494"/>
                      <a:pt x="92" y="394"/>
                      <a:pt x="108" y="303"/>
                    </a:cubicBezTo>
                    <a:cubicBezTo>
                      <a:pt x="117" y="212"/>
                      <a:pt x="133" y="121"/>
                      <a:pt x="125" y="30"/>
                    </a:cubicBezTo>
                    <a:cubicBezTo>
                      <a:pt x="120" y="11"/>
                      <a:pt x="102" y="0"/>
                      <a:pt x="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9" name="Google Shape;4939;p12"/>
              <p:cNvSpPr/>
              <p:nvPr/>
            </p:nvSpPr>
            <p:spPr>
              <a:xfrm>
                <a:off x="2948100" y="4441100"/>
                <a:ext cx="5200" cy="20100"/>
              </a:xfrm>
              <a:custGeom>
                <a:rect b="b" l="l" r="r" t="t"/>
                <a:pathLst>
                  <a:path extrusionOk="0" h="804" w="208">
                    <a:moveTo>
                      <a:pt x="132" y="0"/>
                    </a:moveTo>
                    <a:cubicBezTo>
                      <a:pt x="111" y="0"/>
                      <a:pt x="90" y="8"/>
                      <a:pt x="75" y="23"/>
                    </a:cubicBezTo>
                    <a:cubicBezTo>
                      <a:pt x="42" y="73"/>
                      <a:pt x="42" y="156"/>
                      <a:pt x="33" y="206"/>
                    </a:cubicBezTo>
                    <a:cubicBezTo>
                      <a:pt x="25" y="272"/>
                      <a:pt x="17" y="338"/>
                      <a:pt x="8" y="396"/>
                    </a:cubicBezTo>
                    <a:cubicBezTo>
                      <a:pt x="0" y="520"/>
                      <a:pt x="8" y="645"/>
                      <a:pt x="17" y="769"/>
                    </a:cubicBezTo>
                    <a:cubicBezTo>
                      <a:pt x="17" y="793"/>
                      <a:pt x="32" y="803"/>
                      <a:pt x="48" y="803"/>
                    </a:cubicBezTo>
                    <a:cubicBezTo>
                      <a:pt x="67" y="803"/>
                      <a:pt x="87" y="791"/>
                      <a:pt x="91" y="769"/>
                    </a:cubicBezTo>
                    <a:cubicBezTo>
                      <a:pt x="100" y="653"/>
                      <a:pt x="124" y="529"/>
                      <a:pt x="141" y="404"/>
                    </a:cubicBezTo>
                    <a:cubicBezTo>
                      <a:pt x="149" y="346"/>
                      <a:pt x="166" y="288"/>
                      <a:pt x="174" y="230"/>
                    </a:cubicBezTo>
                    <a:cubicBezTo>
                      <a:pt x="182" y="164"/>
                      <a:pt x="207" y="98"/>
                      <a:pt x="191" y="40"/>
                    </a:cubicBezTo>
                    <a:cubicBezTo>
                      <a:pt x="182" y="13"/>
                      <a:pt x="157" y="0"/>
                      <a:pt x="1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0" name="Google Shape;4940;p12"/>
              <p:cNvSpPr/>
              <p:nvPr/>
            </p:nvSpPr>
            <p:spPr>
              <a:xfrm>
                <a:off x="2954100" y="4447550"/>
                <a:ext cx="2925" cy="10100"/>
              </a:xfrm>
              <a:custGeom>
                <a:rect b="b" l="l" r="r" t="t"/>
                <a:pathLst>
                  <a:path extrusionOk="0" h="404" w="117">
                    <a:moveTo>
                      <a:pt x="88" y="0"/>
                    </a:moveTo>
                    <a:cubicBezTo>
                      <a:pt x="75" y="0"/>
                      <a:pt x="62" y="7"/>
                      <a:pt x="58" y="22"/>
                    </a:cubicBezTo>
                    <a:cubicBezTo>
                      <a:pt x="42" y="72"/>
                      <a:pt x="25" y="130"/>
                      <a:pt x="25" y="188"/>
                    </a:cubicBezTo>
                    <a:cubicBezTo>
                      <a:pt x="17" y="238"/>
                      <a:pt x="9" y="296"/>
                      <a:pt x="0" y="354"/>
                    </a:cubicBezTo>
                    <a:cubicBezTo>
                      <a:pt x="0" y="378"/>
                      <a:pt x="17" y="403"/>
                      <a:pt x="42" y="403"/>
                    </a:cubicBezTo>
                    <a:cubicBezTo>
                      <a:pt x="67" y="403"/>
                      <a:pt x="91" y="387"/>
                      <a:pt x="91" y="362"/>
                    </a:cubicBezTo>
                    <a:cubicBezTo>
                      <a:pt x="100" y="304"/>
                      <a:pt x="108" y="254"/>
                      <a:pt x="116" y="196"/>
                    </a:cubicBezTo>
                    <a:cubicBezTo>
                      <a:pt x="116" y="138"/>
                      <a:pt x="116" y="80"/>
                      <a:pt x="116" y="22"/>
                    </a:cubicBezTo>
                    <a:cubicBezTo>
                      <a:pt x="116" y="9"/>
                      <a:pt x="102" y="0"/>
                      <a:pt x="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1" name="Google Shape;4941;p12"/>
              <p:cNvSpPr/>
              <p:nvPr/>
            </p:nvSpPr>
            <p:spPr>
              <a:xfrm>
                <a:off x="2962900" y="4509800"/>
                <a:ext cx="3450" cy="23925"/>
              </a:xfrm>
              <a:custGeom>
                <a:rect b="b" l="l" r="r" t="t"/>
                <a:pathLst>
                  <a:path extrusionOk="0" h="957" w="138">
                    <a:moveTo>
                      <a:pt x="70" y="1"/>
                    </a:moveTo>
                    <a:cubicBezTo>
                      <a:pt x="59" y="1"/>
                      <a:pt x="46" y="8"/>
                      <a:pt x="46" y="18"/>
                    </a:cubicBezTo>
                    <a:cubicBezTo>
                      <a:pt x="21" y="167"/>
                      <a:pt x="38" y="316"/>
                      <a:pt x="38" y="465"/>
                    </a:cubicBezTo>
                    <a:cubicBezTo>
                      <a:pt x="29" y="614"/>
                      <a:pt x="21" y="772"/>
                      <a:pt x="5" y="921"/>
                    </a:cubicBezTo>
                    <a:cubicBezTo>
                      <a:pt x="0" y="944"/>
                      <a:pt x="18" y="956"/>
                      <a:pt x="37" y="956"/>
                    </a:cubicBezTo>
                    <a:cubicBezTo>
                      <a:pt x="52" y="956"/>
                      <a:pt x="67" y="948"/>
                      <a:pt x="71" y="929"/>
                    </a:cubicBezTo>
                    <a:cubicBezTo>
                      <a:pt x="104" y="772"/>
                      <a:pt x="129" y="623"/>
                      <a:pt x="137" y="465"/>
                    </a:cubicBezTo>
                    <a:cubicBezTo>
                      <a:pt x="137" y="308"/>
                      <a:pt x="137" y="159"/>
                      <a:pt x="87" y="10"/>
                    </a:cubicBezTo>
                    <a:cubicBezTo>
                      <a:pt x="84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2" name="Google Shape;4942;p12"/>
              <p:cNvSpPr/>
              <p:nvPr/>
            </p:nvSpPr>
            <p:spPr>
              <a:xfrm>
                <a:off x="2967975" y="4508450"/>
                <a:ext cx="3350" cy="16700"/>
              </a:xfrm>
              <a:custGeom>
                <a:rect b="b" l="l" r="r" t="t"/>
                <a:pathLst>
                  <a:path extrusionOk="0" h="668" w="134">
                    <a:moveTo>
                      <a:pt x="102" y="0"/>
                    </a:moveTo>
                    <a:cubicBezTo>
                      <a:pt x="88" y="0"/>
                      <a:pt x="71" y="9"/>
                      <a:pt x="67" y="22"/>
                    </a:cubicBezTo>
                    <a:cubicBezTo>
                      <a:pt x="25" y="221"/>
                      <a:pt x="17" y="420"/>
                      <a:pt x="0" y="619"/>
                    </a:cubicBezTo>
                    <a:cubicBezTo>
                      <a:pt x="0" y="651"/>
                      <a:pt x="24" y="668"/>
                      <a:pt x="46" y="668"/>
                    </a:cubicBezTo>
                    <a:cubicBezTo>
                      <a:pt x="63" y="668"/>
                      <a:pt x="80" y="657"/>
                      <a:pt x="83" y="635"/>
                    </a:cubicBezTo>
                    <a:cubicBezTo>
                      <a:pt x="100" y="428"/>
                      <a:pt x="133" y="229"/>
                      <a:pt x="125" y="22"/>
                    </a:cubicBezTo>
                    <a:cubicBezTo>
                      <a:pt x="125" y="7"/>
                      <a:pt x="114" y="0"/>
                      <a:pt x="1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3" name="Google Shape;4943;p12"/>
              <p:cNvSpPr/>
              <p:nvPr/>
            </p:nvSpPr>
            <p:spPr>
              <a:xfrm>
                <a:off x="2987350" y="4503875"/>
                <a:ext cx="19800" cy="40775"/>
              </a:xfrm>
              <a:custGeom>
                <a:rect b="b" l="l" r="r" t="t"/>
                <a:pathLst>
                  <a:path extrusionOk="0" h="1631" w="792">
                    <a:moveTo>
                      <a:pt x="608" y="1"/>
                    </a:moveTo>
                    <a:cubicBezTo>
                      <a:pt x="579" y="1"/>
                      <a:pt x="552" y="28"/>
                      <a:pt x="568" y="64"/>
                    </a:cubicBezTo>
                    <a:cubicBezTo>
                      <a:pt x="601" y="197"/>
                      <a:pt x="559" y="338"/>
                      <a:pt x="518" y="462"/>
                    </a:cubicBezTo>
                    <a:cubicBezTo>
                      <a:pt x="468" y="586"/>
                      <a:pt x="410" y="702"/>
                      <a:pt x="361" y="827"/>
                    </a:cubicBezTo>
                    <a:cubicBezTo>
                      <a:pt x="245" y="1067"/>
                      <a:pt x="95" y="1299"/>
                      <a:pt x="13" y="1556"/>
                    </a:cubicBezTo>
                    <a:cubicBezTo>
                      <a:pt x="1" y="1597"/>
                      <a:pt x="36" y="1630"/>
                      <a:pt x="72" y="1630"/>
                    </a:cubicBezTo>
                    <a:cubicBezTo>
                      <a:pt x="86" y="1630"/>
                      <a:pt x="100" y="1625"/>
                      <a:pt x="112" y="1614"/>
                    </a:cubicBezTo>
                    <a:cubicBezTo>
                      <a:pt x="303" y="1390"/>
                      <a:pt x="427" y="1100"/>
                      <a:pt x="551" y="835"/>
                    </a:cubicBezTo>
                    <a:cubicBezTo>
                      <a:pt x="659" y="578"/>
                      <a:pt x="791" y="296"/>
                      <a:pt x="659" y="31"/>
                    </a:cubicBezTo>
                    <a:lnTo>
                      <a:pt x="651" y="31"/>
                    </a:lnTo>
                    <a:cubicBezTo>
                      <a:pt x="641" y="10"/>
                      <a:pt x="625" y="1"/>
                      <a:pt x="6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4" name="Google Shape;4944;p12"/>
              <p:cNvSpPr/>
              <p:nvPr/>
            </p:nvSpPr>
            <p:spPr>
              <a:xfrm>
                <a:off x="2974600" y="4538025"/>
                <a:ext cx="6150" cy="19500"/>
              </a:xfrm>
              <a:custGeom>
                <a:rect b="b" l="l" r="r" t="t"/>
                <a:pathLst>
                  <a:path extrusionOk="0" h="780" w="246">
                    <a:moveTo>
                      <a:pt x="200" y="1"/>
                    </a:moveTo>
                    <a:cubicBezTo>
                      <a:pt x="179" y="1"/>
                      <a:pt x="157" y="14"/>
                      <a:pt x="150" y="41"/>
                    </a:cubicBezTo>
                    <a:cubicBezTo>
                      <a:pt x="125" y="157"/>
                      <a:pt x="92" y="273"/>
                      <a:pt x="67" y="397"/>
                    </a:cubicBezTo>
                    <a:cubicBezTo>
                      <a:pt x="50" y="455"/>
                      <a:pt x="42" y="513"/>
                      <a:pt x="25" y="571"/>
                    </a:cubicBezTo>
                    <a:cubicBezTo>
                      <a:pt x="17" y="629"/>
                      <a:pt x="1" y="687"/>
                      <a:pt x="9" y="753"/>
                    </a:cubicBezTo>
                    <a:cubicBezTo>
                      <a:pt x="9" y="771"/>
                      <a:pt x="23" y="779"/>
                      <a:pt x="39" y="779"/>
                    </a:cubicBezTo>
                    <a:cubicBezTo>
                      <a:pt x="53" y="779"/>
                      <a:pt x="67" y="773"/>
                      <a:pt x="75" y="761"/>
                    </a:cubicBezTo>
                    <a:cubicBezTo>
                      <a:pt x="100" y="703"/>
                      <a:pt x="117" y="645"/>
                      <a:pt x="125" y="587"/>
                    </a:cubicBezTo>
                    <a:cubicBezTo>
                      <a:pt x="141" y="529"/>
                      <a:pt x="150" y="463"/>
                      <a:pt x="166" y="405"/>
                    </a:cubicBezTo>
                    <a:cubicBezTo>
                      <a:pt x="191" y="289"/>
                      <a:pt x="216" y="173"/>
                      <a:pt x="241" y="49"/>
                    </a:cubicBezTo>
                    <a:cubicBezTo>
                      <a:pt x="245" y="18"/>
                      <a:pt x="224" y="1"/>
                      <a:pt x="2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5" name="Google Shape;4945;p12"/>
              <p:cNvSpPr/>
              <p:nvPr/>
            </p:nvSpPr>
            <p:spPr>
              <a:xfrm>
                <a:off x="2805375" y="4479675"/>
                <a:ext cx="11175" cy="41650"/>
              </a:xfrm>
              <a:custGeom>
                <a:rect b="b" l="l" r="r" t="t"/>
                <a:pathLst>
                  <a:path extrusionOk="0" h="1666" w="447">
                    <a:moveTo>
                      <a:pt x="396" y="0"/>
                    </a:moveTo>
                    <a:cubicBezTo>
                      <a:pt x="391" y="0"/>
                      <a:pt x="386" y="2"/>
                      <a:pt x="382" y="5"/>
                    </a:cubicBezTo>
                    <a:cubicBezTo>
                      <a:pt x="266" y="63"/>
                      <a:pt x="199" y="204"/>
                      <a:pt x="141" y="311"/>
                    </a:cubicBezTo>
                    <a:cubicBezTo>
                      <a:pt x="83" y="444"/>
                      <a:pt x="50" y="593"/>
                      <a:pt x="25" y="734"/>
                    </a:cubicBezTo>
                    <a:cubicBezTo>
                      <a:pt x="0" y="891"/>
                      <a:pt x="0" y="1049"/>
                      <a:pt x="9" y="1215"/>
                    </a:cubicBezTo>
                    <a:cubicBezTo>
                      <a:pt x="17" y="1347"/>
                      <a:pt x="34" y="1554"/>
                      <a:pt x="141" y="1654"/>
                    </a:cubicBezTo>
                    <a:cubicBezTo>
                      <a:pt x="150" y="1662"/>
                      <a:pt x="160" y="1666"/>
                      <a:pt x="169" y="1666"/>
                    </a:cubicBezTo>
                    <a:cubicBezTo>
                      <a:pt x="187" y="1666"/>
                      <a:pt x="205" y="1653"/>
                      <a:pt x="216" y="1637"/>
                    </a:cubicBezTo>
                    <a:cubicBezTo>
                      <a:pt x="241" y="1579"/>
                      <a:pt x="241" y="1496"/>
                      <a:pt x="232" y="1430"/>
                    </a:cubicBezTo>
                    <a:cubicBezTo>
                      <a:pt x="232" y="1355"/>
                      <a:pt x="224" y="1281"/>
                      <a:pt x="216" y="1198"/>
                    </a:cubicBezTo>
                    <a:cubicBezTo>
                      <a:pt x="208" y="1057"/>
                      <a:pt x="199" y="916"/>
                      <a:pt x="216" y="767"/>
                    </a:cubicBezTo>
                    <a:cubicBezTo>
                      <a:pt x="232" y="643"/>
                      <a:pt x="266" y="527"/>
                      <a:pt x="299" y="403"/>
                    </a:cubicBezTo>
                    <a:cubicBezTo>
                      <a:pt x="324" y="345"/>
                      <a:pt x="348" y="278"/>
                      <a:pt x="373" y="220"/>
                    </a:cubicBezTo>
                    <a:cubicBezTo>
                      <a:pt x="398" y="171"/>
                      <a:pt x="431" y="113"/>
                      <a:pt x="440" y="55"/>
                    </a:cubicBezTo>
                    <a:cubicBezTo>
                      <a:pt x="446" y="28"/>
                      <a:pt x="420" y="0"/>
                      <a:pt x="3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6" name="Google Shape;4946;p12"/>
              <p:cNvSpPr/>
              <p:nvPr/>
            </p:nvSpPr>
            <p:spPr>
              <a:xfrm>
                <a:off x="2812825" y="4499850"/>
                <a:ext cx="3750" cy="20675"/>
              </a:xfrm>
              <a:custGeom>
                <a:rect b="b" l="l" r="r" t="t"/>
                <a:pathLst>
                  <a:path extrusionOk="0" h="827" w="150">
                    <a:moveTo>
                      <a:pt x="59" y="1"/>
                    </a:moveTo>
                    <a:cubicBezTo>
                      <a:pt x="35" y="1"/>
                      <a:pt x="13" y="14"/>
                      <a:pt x="9" y="43"/>
                    </a:cubicBezTo>
                    <a:cubicBezTo>
                      <a:pt x="1" y="176"/>
                      <a:pt x="1" y="308"/>
                      <a:pt x="1" y="432"/>
                    </a:cubicBezTo>
                    <a:cubicBezTo>
                      <a:pt x="9" y="499"/>
                      <a:pt x="17" y="557"/>
                      <a:pt x="26" y="615"/>
                    </a:cubicBezTo>
                    <a:cubicBezTo>
                      <a:pt x="34" y="681"/>
                      <a:pt x="42" y="747"/>
                      <a:pt x="75" y="805"/>
                    </a:cubicBezTo>
                    <a:cubicBezTo>
                      <a:pt x="82" y="820"/>
                      <a:pt x="95" y="826"/>
                      <a:pt x="106" y="826"/>
                    </a:cubicBezTo>
                    <a:cubicBezTo>
                      <a:pt x="122" y="826"/>
                      <a:pt x="137" y="816"/>
                      <a:pt x="142" y="797"/>
                    </a:cubicBezTo>
                    <a:cubicBezTo>
                      <a:pt x="150" y="739"/>
                      <a:pt x="142" y="681"/>
                      <a:pt x="142" y="615"/>
                    </a:cubicBezTo>
                    <a:cubicBezTo>
                      <a:pt x="133" y="557"/>
                      <a:pt x="133" y="490"/>
                      <a:pt x="125" y="432"/>
                    </a:cubicBezTo>
                    <a:cubicBezTo>
                      <a:pt x="117" y="308"/>
                      <a:pt x="117" y="184"/>
                      <a:pt x="117" y="60"/>
                    </a:cubicBezTo>
                    <a:cubicBezTo>
                      <a:pt x="121" y="22"/>
                      <a:pt x="89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7" name="Google Shape;4947;p12"/>
              <p:cNvSpPr/>
              <p:nvPr/>
            </p:nvSpPr>
            <p:spPr>
              <a:xfrm>
                <a:off x="2897950" y="4492075"/>
                <a:ext cx="8325" cy="42275"/>
              </a:xfrm>
              <a:custGeom>
                <a:rect b="b" l="l" r="r" t="t"/>
                <a:pathLst>
                  <a:path extrusionOk="0" h="1691" w="333">
                    <a:moveTo>
                      <a:pt x="243" y="1"/>
                    </a:moveTo>
                    <a:cubicBezTo>
                      <a:pt x="232" y="1"/>
                      <a:pt x="221" y="5"/>
                      <a:pt x="216" y="14"/>
                    </a:cubicBezTo>
                    <a:cubicBezTo>
                      <a:pt x="167" y="81"/>
                      <a:pt x="192" y="197"/>
                      <a:pt x="192" y="271"/>
                    </a:cubicBezTo>
                    <a:cubicBezTo>
                      <a:pt x="192" y="346"/>
                      <a:pt x="192" y="429"/>
                      <a:pt x="183" y="503"/>
                    </a:cubicBezTo>
                    <a:cubicBezTo>
                      <a:pt x="175" y="487"/>
                      <a:pt x="175" y="462"/>
                      <a:pt x="158" y="445"/>
                    </a:cubicBezTo>
                    <a:cubicBezTo>
                      <a:pt x="154" y="433"/>
                      <a:pt x="144" y="426"/>
                      <a:pt x="133" y="426"/>
                    </a:cubicBezTo>
                    <a:cubicBezTo>
                      <a:pt x="121" y="426"/>
                      <a:pt x="109" y="433"/>
                      <a:pt x="100" y="445"/>
                    </a:cubicBezTo>
                    <a:cubicBezTo>
                      <a:pt x="84" y="487"/>
                      <a:pt x="84" y="536"/>
                      <a:pt x="84" y="586"/>
                    </a:cubicBezTo>
                    <a:cubicBezTo>
                      <a:pt x="76" y="636"/>
                      <a:pt x="76" y="685"/>
                      <a:pt x="76" y="743"/>
                    </a:cubicBezTo>
                    <a:cubicBezTo>
                      <a:pt x="76" y="843"/>
                      <a:pt x="67" y="942"/>
                      <a:pt x="59" y="1042"/>
                    </a:cubicBezTo>
                    <a:cubicBezTo>
                      <a:pt x="42" y="1249"/>
                      <a:pt x="34" y="1456"/>
                      <a:pt x="1" y="1655"/>
                    </a:cubicBezTo>
                    <a:cubicBezTo>
                      <a:pt x="1" y="1678"/>
                      <a:pt x="19" y="1690"/>
                      <a:pt x="36" y="1690"/>
                    </a:cubicBezTo>
                    <a:cubicBezTo>
                      <a:pt x="50" y="1690"/>
                      <a:pt x="64" y="1682"/>
                      <a:pt x="67" y="1663"/>
                    </a:cubicBezTo>
                    <a:cubicBezTo>
                      <a:pt x="109" y="1497"/>
                      <a:pt x="142" y="1332"/>
                      <a:pt x="167" y="1166"/>
                    </a:cubicBezTo>
                    <a:cubicBezTo>
                      <a:pt x="183" y="1166"/>
                      <a:pt x="208" y="1158"/>
                      <a:pt x="216" y="1133"/>
                    </a:cubicBezTo>
                    <a:cubicBezTo>
                      <a:pt x="250" y="934"/>
                      <a:pt x="283" y="743"/>
                      <a:pt x="308" y="545"/>
                    </a:cubicBezTo>
                    <a:cubicBezTo>
                      <a:pt x="316" y="445"/>
                      <a:pt x="324" y="354"/>
                      <a:pt x="324" y="255"/>
                    </a:cubicBezTo>
                    <a:cubicBezTo>
                      <a:pt x="324" y="180"/>
                      <a:pt x="332" y="56"/>
                      <a:pt x="266" y="6"/>
                    </a:cubicBezTo>
                    <a:cubicBezTo>
                      <a:pt x="259" y="3"/>
                      <a:pt x="251" y="1"/>
                      <a:pt x="2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8" name="Google Shape;4948;p12"/>
              <p:cNvSpPr/>
              <p:nvPr/>
            </p:nvSpPr>
            <p:spPr>
              <a:xfrm>
                <a:off x="2900450" y="4467900"/>
                <a:ext cx="3325" cy="12125"/>
              </a:xfrm>
              <a:custGeom>
                <a:rect b="b" l="l" r="r" t="t"/>
                <a:pathLst>
                  <a:path extrusionOk="0" h="485" w="133">
                    <a:moveTo>
                      <a:pt x="52" y="0"/>
                    </a:moveTo>
                    <a:cubicBezTo>
                      <a:pt x="41" y="0"/>
                      <a:pt x="31" y="6"/>
                      <a:pt x="25" y="12"/>
                    </a:cubicBezTo>
                    <a:cubicBezTo>
                      <a:pt x="0" y="37"/>
                      <a:pt x="0" y="86"/>
                      <a:pt x="0" y="120"/>
                    </a:cubicBezTo>
                    <a:cubicBezTo>
                      <a:pt x="0" y="153"/>
                      <a:pt x="9" y="194"/>
                      <a:pt x="9" y="227"/>
                    </a:cubicBezTo>
                    <a:cubicBezTo>
                      <a:pt x="17" y="302"/>
                      <a:pt x="25" y="368"/>
                      <a:pt x="34" y="443"/>
                    </a:cubicBezTo>
                    <a:cubicBezTo>
                      <a:pt x="34" y="468"/>
                      <a:pt x="58" y="484"/>
                      <a:pt x="92" y="484"/>
                    </a:cubicBezTo>
                    <a:cubicBezTo>
                      <a:pt x="116" y="476"/>
                      <a:pt x="133" y="451"/>
                      <a:pt x="133" y="426"/>
                    </a:cubicBezTo>
                    <a:cubicBezTo>
                      <a:pt x="125" y="352"/>
                      <a:pt x="116" y="285"/>
                      <a:pt x="116" y="211"/>
                    </a:cubicBezTo>
                    <a:cubicBezTo>
                      <a:pt x="116" y="178"/>
                      <a:pt x="108" y="144"/>
                      <a:pt x="100" y="111"/>
                    </a:cubicBezTo>
                    <a:cubicBezTo>
                      <a:pt x="100" y="78"/>
                      <a:pt x="92" y="28"/>
                      <a:pt x="67" y="4"/>
                    </a:cubicBezTo>
                    <a:cubicBezTo>
                      <a:pt x="62" y="1"/>
                      <a:pt x="57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9" name="Google Shape;4949;p12"/>
              <p:cNvSpPr/>
              <p:nvPr/>
            </p:nvSpPr>
            <p:spPr>
              <a:xfrm>
                <a:off x="2898375" y="4448575"/>
                <a:ext cx="3450" cy="11225"/>
              </a:xfrm>
              <a:custGeom>
                <a:rect b="b" l="l" r="r" t="t"/>
                <a:pathLst>
                  <a:path extrusionOk="0" h="449" w="138">
                    <a:moveTo>
                      <a:pt x="34" y="1"/>
                    </a:moveTo>
                    <a:cubicBezTo>
                      <a:pt x="24" y="1"/>
                      <a:pt x="14" y="5"/>
                      <a:pt x="9" y="14"/>
                    </a:cubicBezTo>
                    <a:cubicBezTo>
                      <a:pt x="1" y="47"/>
                      <a:pt x="9" y="81"/>
                      <a:pt x="9" y="114"/>
                    </a:cubicBezTo>
                    <a:cubicBezTo>
                      <a:pt x="9" y="147"/>
                      <a:pt x="9" y="180"/>
                      <a:pt x="9" y="213"/>
                    </a:cubicBezTo>
                    <a:cubicBezTo>
                      <a:pt x="17" y="279"/>
                      <a:pt x="34" y="346"/>
                      <a:pt x="42" y="412"/>
                    </a:cubicBezTo>
                    <a:cubicBezTo>
                      <a:pt x="46" y="437"/>
                      <a:pt x="64" y="448"/>
                      <a:pt x="84" y="448"/>
                    </a:cubicBezTo>
                    <a:cubicBezTo>
                      <a:pt x="110" y="448"/>
                      <a:pt x="138" y="429"/>
                      <a:pt x="133" y="395"/>
                    </a:cubicBezTo>
                    <a:cubicBezTo>
                      <a:pt x="125" y="329"/>
                      <a:pt x="117" y="263"/>
                      <a:pt x="108" y="197"/>
                    </a:cubicBezTo>
                    <a:cubicBezTo>
                      <a:pt x="100" y="163"/>
                      <a:pt x="92" y="130"/>
                      <a:pt x="83" y="97"/>
                    </a:cubicBezTo>
                    <a:cubicBezTo>
                      <a:pt x="75" y="72"/>
                      <a:pt x="67" y="31"/>
                      <a:pt x="50" y="6"/>
                    </a:cubicBezTo>
                    <a:cubicBezTo>
                      <a:pt x="47" y="3"/>
                      <a:pt x="41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0" name="Google Shape;4950;p12"/>
              <p:cNvSpPr/>
              <p:nvPr/>
            </p:nvSpPr>
            <p:spPr>
              <a:xfrm>
                <a:off x="2901700" y="4425400"/>
                <a:ext cx="2925" cy="8050"/>
              </a:xfrm>
              <a:custGeom>
                <a:rect b="b" l="l" r="r" t="t"/>
                <a:pathLst>
                  <a:path extrusionOk="0" h="322" w="117">
                    <a:moveTo>
                      <a:pt x="46" y="1"/>
                    </a:moveTo>
                    <a:cubicBezTo>
                      <a:pt x="37" y="1"/>
                      <a:pt x="29" y="5"/>
                      <a:pt x="25" y="13"/>
                    </a:cubicBezTo>
                    <a:cubicBezTo>
                      <a:pt x="17" y="22"/>
                      <a:pt x="8" y="38"/>
                      <a:pt x="8" y="47"/>
                    </a:cubicBezTo>
                    <a:lnTo>
                      <a:pt x="8" y="63"/>
                    </a:lnTo>
                    <a:cubicBezTo>
                      <a:pt x="8" y="63"/>
                      <a:pt x="3" y="74"/>
                      <a:pt x="5" y="74"/>
                    </a:cubicBezTo>
                    <a:cubicBezTo>
                      <a:pt x="6" y="74"/>
                      <a:pt x="7" y="73"/>
                      <a:pt x="8" y="71"/>
                    </a:cubicBezTo>
                    <a:lnTo>
                      <a:pt x="8" y="71"/>
                    </a:lnTo>
                    <a:cubicBezTo>
                      <a:pt x="0" y="80"/>
                      <a:pt x="0" y="96"/>
                      <a:pt x="0" y="104"/>
                    </a:cubicBezTo>
                    <a:lnTo>
                      <a:pt x="0" y="138"/>
                    </a:lnTo>
                    <a:cubicBezTo>
                      <a:pt x="0" y="179"/>
                      <a:pt x="0" y="229"/>
                      <a:pt x="0" y="270"/>
                    </a:cubicBezTo>
                    <a:cubicBezTo>
                      <a:pt x="0" y="299"/>
                      <a:pt x="25" y="322"/>
                      <a:pt x="53" y="322"/>
                    </a:cubicBezTo>
                    <a:cubicBezTo>
                      <a:pt x="58" y="322"/>
                      <a:pt x="62" y="321"/>
                      <a:pt x="66" y="320"/>
                    </a:cubicBezTo>
                    <a:cubicBezTo>
                      <a:pt x="91" y="312"/>
                      <a:pt x="116" y="287"/>
                      <a:pt x="108" y="262"/>
                    </a:cubicBezTo>
                    <a:cubicBezTo>
                      <a:pt x="108" y="220"/>
                      <a:pt x="108" y="179"/>
                      <a:pt x="108" y="138"/>
                    </a:cubicBezTo>
                    <a:cubicBezTo>
                      <a:pt x="108" y="129"/>
                      <a:pt x="100" y="113"/>
                      <a:pt x="100" y="104"/>
                    </a:cubicBezTo>
                    <a:cubicBezTo>
                      <a:pt x="100" y="96"/>
                      <a:pt x="91" y="80"/>
                      <a:pt x="91" y="71"/>
                    </a:cubicBezTo>
                    <a:cubicBezTo>
                      <a:pt x="83" y="47"/>
                      <a:pt x="83" y="30"/>
                      <a:pt x="66" y="13"/>
                    </a:cubicBezTo>
                    <a:cubicBezTo>
                      <a:pt x="62" y="5"/>
                      <a:pt x="54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1" name="Google Shape;4951;p12"/>
              <p:cNvSpPr/>
              <p:nvPr/>
            </p:nvSpPr>
            <p:spPr>
              <a:xfrm>
                <a:off x="2729350" y="4363500"/>
                <a:ext cx="5325" cy="28525"/>
              </a:xfrm>
              <a:custGeom>
                <a:rect b="b" l="l" r="r" t="t"/>
                <a:pathLst>
                  <a:path extrusionOk="0" h="1141" w="213">
                    <a:moveTo>
                      <a:pt x="163" y="1"/>
                    </a:moveTo>
                    <a:cubicBezTo>
                      <a:pt x="147" y="1"/>
                      <a:pt x="131" y="9"/>
                      <a:pt x="125" y="29"/>
                    </a:cubicBezTo>
                    <a:cubicBezTo>
                      <a:pt x="67" y="203"/>
                      <a:pt x="17" y="377"/>
                      <a:pt x="1" y="559"/>
                    </a:cubicBezTo>
                    <a:cubicBezTo>
                      <a:pt x="1" y="658"/>
                      <a:pt x="1" y="749"/>
                      <a:pt x="1" y="841"/>
                    </a:cubicBezTo>
                    <a:cubicBezTo>
                      <a:pt x="9" y="882"/>
                      <a:pt x="9" y="932"/>
                      <a:pt x="17" y="973"/>
                    </a:cubicBezTo>
                    <a:cubicBezTo>
                      <a:pt x="17" y="1023"/>
                      <a:pt x="25" y="1073"/>
                      <a:pt x="59" y="1114"/>
                    </a:cubicBezTo>
                    <a:cubicBezTo>
                      <a:pt x="73" y="1132"/>
                      <a:pt x="95" y="1140"/>
                      <a:pt x="117" y="1140"/>
                    </a:cubicBezTo>
                    <a:cubicBezTo>
                      <a:pt x="145" y="1140"/>
                      <a:pt x="173" y="1126"/>
                      <a:pt x="183" y="1097"/>
                    </a:cubicBezTo>
                    <a:cubicBezTo>
                      <a:pt x="199" y="1056"/>
                      <a:pt x="191" y="1015"/>
                      <a:pt x="183" y="965"/>
                    </a:cubicBezTo>
                    <a:cubicBezTo>
                      <a:pt x="183" y="923"/>
                      <a:pt x="175" y="882"/>
                      <a:pt x="175" y="841"/>
                    </a:cubicBezTo>
                    <a:cubicBezTo>
                      <a:pt x="166" y="749"/>
                      <a:pt x="158" y="658"/>
                      <a:pt x="166" y="575"/>
                    </a:cubicBezTo>
                    <a:cubicBezTo>
                      <a:pt x="166" y="401"/>
                      <a:pt x="175" y="219"/>
                      <a:pt x="208" y="45"/>
                    </a:cubicBezTo>
                    <a:cubicBezTo>
                      <a:pt x="213" y="20"/>
                      <a:pt x="187" y="1"/>
                      <a:pt x="1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2" name="Google Shape;4952;p12"/>
              <p:cNvSpPr/>
              <p:nvPr/>
            </p:nvSpPr>
            <p:spPr>
              <a:xfrm>
                <a:off x="2735150" y="4371250"/>
                <a:ext cx="2525" cy="10450"/>
              </a:xfrm>
              <a:custGeom>
                <a:rect b="b" l="l" r="r" t="t"/>
                <a:pathLst>
                  <a:path extrusionOk="0" h="418" w="101">
                    <a:moveTo>
                      <a:pt x="67" y="0"/>
                    </a:moveTo>
                    <a:lnTo>
                      <a:pt x="67" y="9"/>
                    </a:lnTo>
                    <a:cubicBezTo>
                      <a:pt x="64" y="7"/>
                      <a:pt x="61" y="6"/>
                      <a:pt x="58" y="6"/>
                    </a:cubicBezTo>
                    <a:cubicBezTo>
                      <a:pt x="45" y="6"/>
                      <a:pt x="34" y="20"/>
                      <a:pt x="34" y="33"/>
                    </a:cubicBezTo>
                    <a:cubicBezTo>
                      <a:pt x="17" y="91"/>
                      <a:pt x="1" y="158"/>
                      <a:pt x="1" y="216"/>
                    </a:cubicBezTo>
                    <a:cubicBezTo>
                      <a:pt x="1" y="249"/>
                      <a:pt x="1" y="282"/>
                      <a:pt x="9" y="315"/>
                    </a:cubicBezTo>
                    <a:cubicBezTo>
                      <a:pt x="9" y="332"/>
                      <a:pt x="9" y="340"/>
                      <a:pt x="9" y="357"/>
                    </a:cubicBezTo>
                    <a:cubicBezTo>
                      <a:pt x="9" y="373"/>
                      <a:pt x="17" y="390"/>
                      <a:pt x="25" y="406"/>
                    </a:cubicBezTo>
                    <a:cubicBezTo>
                      <a:pt x="29" y="414"/>
                      <a:pt x="38" y="418"/>
                      <a:pt x="46" y="418"/>
                    </a:cubicBezTo>
                    <a:cubicBezTo>
                      <a:pt x="57" y="418"/>
                      <a:pt x="67" y="412"/>
                      <a:pt x="67" y="398"/>
                    </a:cubicBezTo>
                    <a:cubicBezTo>
                      <a:pt x="75" y="381"/>
                      <a:pt x="75" y="365"/>
                      <a:pt x="75" y="348"/>
                    </a:cubicBezTo>
                    <a:cubicBezTo>
                      <a:pt x="75" y="340"/>
                      <a:pt x="75" y="323"/>
                      <a:pt x="75" y="307"/>
                    </a:cubicBezTo>
                    <a:cubicBezTo>
                      <a:pt x="75" y="274"/>
                      <a:pt x="75" y="249"/>
                      <a:pt x="75" y="224"/>
                    </a:cubicBezTo>
                    <a:cubicBezTo>
                      <a:pt x="75" y="158"/>
                      <a:pt x="83" y="100"/>
                      <a:pt x="92" y="42"/>
                    </a:cubicBezTo>
                    <a:cubicBezTo>
                      <a:pt x="100" y="25"/>
                      <a:pt x="83" y="9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3" name="Google Shape;4953;p12"/>
              <p:cNvSpPr/>
              <p:nvPr/>
            </p:nvSpPr>
            <p:spPr>
              <a:xfrm>
                <a:off x="2686900" y="4441750"/>
                <a:ext cx="8725" cy="17650"/>
              </a:xfrm>
              <a:custGeom>
                <a:rect b="b" l="l" r="r" t="t"/>
                <a:pathLst>
                  <a:path extrusionOk="0" h="706" w="349">
                    <a:moveTo>
                      <a:pt x="291" y="0"/>
                    </a:moveTo>
                    <a:cubicBezTo>
                      <a:pt x="279" y="0"/>
                      <a:pt x="267" y="4"/>
                      <a:pt x="257" y="14"/>
                    </a:cubicBezTo>
                    <a:cubicBezTo>
                      <a:pt x="215" y="55"/>
                      <a:pt x="182" y="113"/>
                      <a:pt x="157" y="163"/>
                    </a:cubicBezTo>
                    <a:cubicBezTo>
                      <a:pt x="133" y="221"/>
                      <a:pt x="108" y="271"/>
                      <a:pt x="83" y="329"/>
                    </a:cubicBezTo>
                    <a:cubicBezTo>
                      <a:pt x="58" y="378"/>
                      <a:pt x="42" y="436"/>
                      <a:pt x="33" y="494"/>
                    </a:cubicBezTo>
                    <a:cubicBezTo>
                      <a:pt x="17" y="552"/>
                      <a:pt x="8" y="610"/>
                      <a:pt x="0" y="677"/>
                    </a:cubicBezTo>
                    <a:cubicBezTo>
                      <a:pt x="0" y="693"/>
                      <a:pt x="21" y="706"/>
                      <a:pt x="38" y="706"/>
                    </a:cubicBezTo>
                    <a:cubicBezTo>
                      <a:pt x="47" y="706"/>
                      <a:pt x="55" y="702"/>
                      <a:pt x="58" y="693"/>
                    </a:cubicBezTo>
                    <a:cubicBezTo>
                      <a:pt x="75" y="635"/>
                      <a:pt x="99" y="586"/>
                      <a:pt x="116" y="536"/>
                    </a:cubicBezTo>
                    <a:cubicBezTo>
                      <a:pt x="141" y="486"/>
                      <a:pt x="166" y="428"/>
                      <a:pt x="182" y="378"/>
                    </a:cubicBezTo>
                    <a:cubicBezTo>
                      <a:pt x="207" y="320"/>
                      <a:pt x="232" y="271"/>
                      <a:pt x="265" y="221"/>
                    </a:cubicBezTo>
                    <a:cubicBezTo>
                      <a:pt x="290" y="171"/>
                      <a:pt x="323" y="130"/>
                      <a:pt x="348" y="72"/>
                    </a:cubicBezTo>
                    <a:cubicBezTo>
                      <a:pt x="348" y="55"/>
                      <a:pt x="348" y="30"/>
                      <a:pt x="340" y="22"/>
                    </a:cubicBezTo>
                    <a:cubicBezTo>
                      <a:pt x="331" y="14"/>
                      <a:pt x="323" y="6"/>
                      <a:pt x="315" y="6"/>
                    </a:cubicBezTo>
                    <a:cubicBezTo>
                      <a:pt x="308" y="2"/>
                      <a:pt x="300" y="0"/>
                      <a:pt x="2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4" name="Google Shape;4954;p12"/>
              <p:cNvSpPr/>
              <p:nvPr/>
            </p:nvSpPr>
            <p:spPr>
              <a:xfrm>
                <a:off x="2694350" y="4447275"/>
                <a:ext cx="3325" cy="6925"/>
              </a:xfrm>
              <a:custGeom>
                <a:rect b="b" l="l" r="r" t="t"/>
                <a:pathLst>
                  <a:path extrusionOk="0" h="277" w="133">
                    <a:moveTo>
                      <a:pt x="125" y="0"/>
                    </a:moveTo>
                    <a:cubicBezTo>
                      <a:pt x="116" y="0"/>
                      <a:pt x="108" y="0"/>
                      <a:pt x="108" y="8"/>
                    </a:cubicBezTo>
                    <a:cubicBezTo>
                      <a:pt x="83" y="41"/>
                      <a:pt x="67" y="83"/>
                      <a:pt x="50" y="124"/>
                    </a:cubicBezTo>
                    <a:cubicBezTo>
                      <a:pt x="33" y="157"/>
                      <a:pt x="17" y="199"/>
                      <a:pt x="9" y="232"/>
                    </a:cubicBezTo>
                    <a:cubicBezTo>
                      <a:pt x="0" y="249"/>
                      <a:pt x="9" y="265"/>
                      <a:pt x="17" y="273"/>
                    </a:cubicBezTo>
                    <a:cubicBezTo>
                      <a:pt x="21" y="276"/>
                      <a:pt x="26" y="277"/>
                      <a:pt x="30" y="277"/>
                    </a:cubicBezTo>
                    <a:cubicBezTo>
                      <a:pt x="42" y="277"/>
                      <a:pt x="52" y="269"/>
                      <a:pt x="58" y="257"/>
                    </a:cubicBezTo>
                    <a:cubicBezTo>
                      <a:pt x="75" y="215"/>
                      <a:pt x="91" y="182"/>
                      <a:pt x="100" y="141"/>
                    </a:cubicBezTo>
                    <a:cubicBezTo>
                      <a:pt x="108" y="99"/>
                      <a:pt x="125" y="58"/>
                      <a:pt x="133" y="17"/>
                    </a:cubicBezTo>
                    <a:cubicBezTo>
                      <a:pt x="133" y="8"/>
                      <a:pt x="125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5" name="Google Shape;4955;p12"/>
              <p:cNvSpPr/>
              <p:nvPr/>
            </p:nvSpPr>
            <p:spPr>
              <a:xfrm>
                <a:off x="2704900" y="4438775"/>
                <a:ext cx="2925" cy="10150"/>
              </a:xfrm>
              <a:custGeom>
                <a:rect b="b" l="l" r="r" t="t"/>
                <a:pathLst>
                  <a:path extrusionOk="0" h="406" w="117">
                    <a:moveTo>
                      <a:pt x="67" y="0"/>
                    </a:moveTo>
                    <a:cubicBezTo>
                      <a:pt x="42" y="0"/>
                      <a:pt x="17" y="17"/>
                      <a:pt x="9" y="42"/>
                    </a:cubicBezTo>
                    <a:cubicBezTo>
                      <a:pt x="1" y="100"/>
                      <a:pt x="1" y="158"/>
                      <a:pt x="1" y="216"/>
                    </a:cubicBezTo>
                    <a:cubicBezTo>
                      <a:pt x="1" y="241"/>
                      <a:pt x="9" y="274"/>
                      <a:pt x="9" y="299"/>
                    </a:cubicBezTo>
                    <a:cubicBezTo>
                      <a:pt x="17" y="323"/>
                      <a:pt x="17" y="357"/>
                      <a:pt x="34" y="381"/>
                    </a:cubicBezTo>
                    <a:cubicBezTo>
                      <a:pt x="42" y="397"/>
                      <a:pt x="57" y="405"/>
                      <a:pt x="72" y="405"/>
                    </a:cubicBezTo>
                    <a:cubicBezTo>
                      <a:pt x="88" y="405"/>
                      <a:pt x="104" y="395"/>
                      <a:pt x="109" y="373"/>
                    </a:cubicBezTo>
                    <a:cubicBezTo>
                      <a:pt x="117" y="348"/>
                      <a:pt x="109" y="315"/>
                      <a:pt x="109" y="290"/>
                    </a:cubicBezTo>
                    <a:cubicBezTo>
                      <a:pt x="109" y="257"/>
                      <a:pt x="109" y="232"/>
                      <a:pt x="109" y="207"/>
                    </a:cubicBezTo>
                    <a:cubicBezTo>
                      <a:pt x="100" y="158"/>
                      <a:pt x="109" y="108"/>
                      <a:pt x="109" y="58"/>
                    </a:cubicBezTo>
                    <a:cubicBezTo>
                      <a:pt x="109" y="33"/>
                      <a:pt x="92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6" name="Google Shape;4956;p12"/>
              <p:cNvSpPr/>
              <p:nvPr/>
            </p:nvSpPr>
            <p:spPr>
              <a:xfrm>
                <a:off x="2794775" y="4228125"/>
                <a:ext cx="8350" cy="15350"/>
              </a:xfrm>
              <a:custGeom>
                <a:rect b="b" l="l" r="r" t="t"/>
                <a:pathLst>
                  <a:path extrusionOk="0" h="614" w="334">
                    <a:moveTo>
                      <a:pt x="273" y="0"/>
                    </a:moveTo>
                    <a:cubicBezTo>
                      <a:pt x="261" y="0"/>
                      <a:pt x="250" y="3"/>
                      <a:pt x="242" y="8"/>
                    </a:cubicBezTo>
                    <a:cubicBezTo>
                      <a:pt x="250" y="8"/>
                      <a:pt x="234" y="17"/>
                      <a:pt x="234" y="17"/>
                    </a:cubicBezTo>
                    <a:cubicBezTo>
                      <a:pt x="226" y="25"/>
                      <a:pt x="217" y="33"/>
                      <a:pt x="217" y="41"/>
                    </a:cubicBezTo>
                    <a:cubicBezTo>
                      <a:pt x="209" y="50"/>
                      <a:pt x="201" y="66"/>
                      <a:pt x="201" y="83"/>
                    </a:cubicBezTo>
                    <a:cubicBezTo>
                      <a:pt x="192" y="99"/>
                      <a:pt x="184" y="124"/>
                      <a:pt x="176" y="149"/>
                    </a:cubicBezTo>
                    <a:cubicBezTo>
                      <a:pt x="159" y="199"/>
                      <a:pt x="143" y="240"/>
                      <a:pt x="126" y="282"/>
                    </a:cubicBezTo>
                    <a:cubicBezTo>
                      <a:pt x="93" y="373"/>
                      <a:pt x="52" y="464"/>
                      <a:pt x="18" y="547"/>
                    </a:cubicBezTo>
                    <a:cubicBezTo>
                      <a:pt x="1" y="582"/>
                      <a:pt x="33" y="614"/>
                      <a:pt x="63" y="614"/>
                    </a:cubicBezTo>
                    <a:cubicBezTo>
                      <a:pt x="75" y="614"/>
                      <a:pt x="86" y="608"/>
                      <a:pt x="93" y="597"/>
                    </a:cubicBezTo>
                    <a:cubicBezTo>
                      <a:pt x="151" y="514"/>
                      <a:pt x="209" y="431"/>
                      <a:pt x="250" y="331"/>
                    </a:cubicBezTo>
                    <a:cubicBezTo>
                      <a:pt x="267" y="290"/>
                      <a:pt x="284" y="249"/>
                      <a:pt x="300" y="199"/>
                    </a:cubicBezTo>
                    <a:cubicBezTo>
                      <a:pt x="308" y="174"/>
                      <a:pt x="317" y="157"/>
                      <a:pt x="325" y="133"/>
                    </a:cubicBezTo>
                    <a:cubicBezTo>
                      <a:pt x="333" y="116"/>
                      <a:pt x="333" y="99"/>
                      <a:pt x="333" y="83"/>
                    </a:cubicBezTo>
                    <a:cubicBezTo>
                      <a:pt x="333" y="66"/>
                      <a:pt x="333" y="58"/>
                      <a:pt x="333" y="50"/>
                    </a:cubicBezTo>
                    <a:lnTo>
                      <a:pt x="325" y="33"/>
                    </a:lnTo>
                    <a:cubicBezTo>
                      <a:pt x="319" y="11"/>
                      <a:pt x="295" y="0"/>
                      <a:pt x="2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7" name="Google Shape;4957;p12"/>
              <p:cNvSpPr/>
              <p:nvPr/>
            </p:nvSpPr>
            <p:spPr>
              <a:xfrm>
                <a:off x="2802475" y="4236250"/>
                <a:ext cx="2725" cy="7475"/>
              </a:xfrm>
              <a:custGeom>
                <a:rect b="b" l="l" r="r" t="t"/>
                <a:pathLst>
                  <a:path extrusionOk="0" h="299" w="109">
                    <a:moveTo>
                      <a:pt x="67" y="1"/>
                    </a:moveTo>
                    <a:cubicBezTo>
                      <a:pt x="60" y="1"/>
                      <a:pt x="54" y="3"/>
                      <a:pt x="50" y="6"/>
                    </a:cubicBezTo>
                    <a:cubicBezTo>
                      <a:pt x="42" y="15"/>
                      <a:pt x="34" y="31"/>
                      <a:pt x="34" y="40"/>
                    </a:cubicBezTo>
                    <a:lnTo>
                      <a:pt x="25" y="48"/>
                    </a:lnTo>
                    <a:cubicBezTo>
                      <a:pt x="17" y="56"/>
                      <a:pt x="17" y="64"/>
                      <a:pt x="17" y="73"/>
                    </a:cubicBezTo>
                    <a:lnTo>
                      <a:pt x="17" y="139"/>
                    </a:lnTo>
                    <a:cubicBezTo>
                      <a:pt x="9" y="180"/>
                      <a:pt x="9" y="222"/>
                      <a:pt x="0" y="263"/>
                    </a:cubicBezTo>
                    <a:cubicBezTo>
                      <a:pt x="0" y="280"/>
                      <a:pt x="9" y="296"/>
                      <a:pt x="34" y="296"/>
                    </a:cubicBezTo>
                    <a:cubicBezTo>
                      <a:pt x="37" y="298"/>
                      <a:pt x="40" y="299"/>
                      <a:pt x="43" y="299"/>
                    </a:cubicBezTo>
                    <a:cubicBezTo>
                      <a:pt x="56" y="299"/>
                      <a:pt x="67" y="285"/>
                      <a:pt x="67" y="272"/>
                    </a:cubicBezTo>
                    <a:cubicBezTo>
                      <a:pt x="75" y="230"/>
                      <a:pt x="83" y="189"/>
                      <a:pt x="92" y="147"/>
                    </a:cubicBezTo>
                    <a:cubicBezTo>
                      <a:pt x="100" y="122"/>
                      <a:pt x="100" y="106"/>
                      <a:pt x="100" y="89"/>
                    </a:cubicBezTo>
                    <a:cubicBezTo>
                      <a:pt x="108" y="81"/>
                      <a:pt x="108" y="73"/>
                      <a:pt x="108" y="64"/>
                    </a:cubicBezTo>
                    <a:cubicBezTo>
                      <a:pt x="104" y="60"/>
                      <a:pt x="102" y="56"/>
                      <a:pt x="100" y="53"/>
                    </a:cubicBezTo>
                    <a:lnTo>
                      <a:pt x="100" y="53"/>
                    </a:lnTo>
                    <a:cubicBezTo>
                      <a:pt x="100" y="52"/>
                      <a:pt x="100" y="50"/>
                      <a:pt x="100" y="48"/>
                    </a:cubicBezTo>
                    <a:cubicBezTo>
                      <a:pt x="100" y="40"/>
                      <a:pt x="92" y="23"/>
                      <a:pt x="92" y="15"/>
                    </a:cubicBezTo>
                    <a:cubicBezTo>
                      <a:pt x="87" y="5"/>
                      <a:pt x="76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8" name="Google Shape;4958;p12"/>
              <p:cNvSpPr/>
              <p:nvPr/>
            </p:nvSpPr>
            <p:spPr>
              <a:xfrm>
                <a:off x="2888225" y="4213875"/>
                <a:ext cx="4575" cy="7300"/>
              </a:xfrm>
              <a:custGeom>
                <a:rect b="b" l="l" r="r" t="t"/>
                <a:pathLst>
                  <a:path extrusionOk="0" h="292" w="183">
                    <a:moveTo>
                      <a:pt x="159" y="0"/>
                    </a:moveTo>
                    <a:cubicBezTo>
                      <a:pt x="154" y="0"/>
                      <a:pt x="150" y="2"/>
                      <a:pt x="150" y="7"/>
                    </a:cubicBezTo>
                    <a:cubicBezTo>
                      <a:pt x="133" y="31"/>
                      <a:pt x="117" y="40"/>
                      <a:pt x="100" y="65"/>
                    </a:cubicBezTo>
                    <a:cubicBezTo>
                      <a:pt x="92" y="81"/>
                      <a:pt x="75" y="98"/>
                      <a:pt x="67" y="123"/>
                    </a:cubicBezTo>
                    <a:cubicBezTo>
                      <a:pt x="59" y="139"/>
                      <a:pt x="42" y="164"/>
                      <a:pt x="34" y="181"/>
                    </a:cubicBezTo>
                    <a:cubicBezTo>
                      <a:pt x="25" y="205"/>
                      <a:pt x="17" y="222"/>
                      <a:pt x="9" y="247"/>
                    </a:cubicBezTo>
                    <a:cubicBezTo>
                      <a:pt x="1" y="263"/>
                      <a:pt x="9" y="288"/>
                      <a:pt x="34" y="288"/>
                    </a:cubicBezTo>
                    <a:cubicBezTo>
                      <a:pt x="38" y="291"/>
                      <a:pt x="43" y="292"/>
                      <a:pt x="47" y="292"/>
                    </a:cubicBezTo>
                    <a:cubicBezTo>
                      <a:pt x="59" y="292"/>
                      <a:pt x="69" y="284"/>
                      <a:pt x="75" y="272"/>
                    </a:cubicBezTo>
                    <a:cubicBezTo>
                      <a:pt x="92" y="230"/>
                      <a:pt x="108" y="189"/>
                      <a:pt x="125" y="147"/>
                    </a:cubicBezTo>
                    <a:cubicBezTo>
                      <a:pt x="133" y="131"/>
                      <a:pt x="141" y="106"/>
                      <a:pt x="158" y="89"/>
                    </a:cubicBezTo>
                    <a:cubicBezTo>
                      <a:pt x="166" y="73"/>
                      <a:pt x="175" y="48"/>
                      <a:pt x="183" y="31"/>
                    </a:cubicBezTo>
                    <a:cubicBezTo>
                      <a:pt x="183" y="23"/>
                      <a:pt x="183" y="7"/>
                      <a:pt x="175" y="7"/>
                    </a:cubicBezTo>
                    <a:cubicBezTo>
                      <a:pt x="170" y="2"/>
                      <a:pt x="164" y="0"/>
                      <a:pt x="1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9" name="Google Shape;4959;p12"/>
              <p:cNvSpPr/>
              <p:nvPr/>
            </p:nvSpPr>
            <p:spPr>
              <a:xfrm>
                <a:off x="2979925" y="4136225"/>
                <a:ext cx="6100" cy="21550"/>
              </a:xfrm>
              <a:custGeom>
                <a:rect b="b" l="l" r="r" t="t"/>
                <a:pathLst>
                  <a:path extrusionOk="0" h="862" w="244">
                    <a:moveTo>
                      <a:pt x="41" y="1"/>
                    </a:moveTo>
                    <a:cubicBezTo>
                      <a:pt x="21" y="1"/>
                      <a:pt x="1" y="21"/>
                      <a:pt x="11" y="47"/>
                    </a:cubicBezTo>
                    <a:cubicBezTo>
                      <a:pt x="53" y="180"/>
                      <a:pt x="86" y="312"/>
                      <a:pt x="111" y="453"/>
                    </a:cubicBezTo>
                    <a:cubicBezTo>
                      <a:pt x="119" y="511"/>
                      <a:pt x="127" y="577"/>
                      <a:pt x="136" y="644"/>
                    </a:cubicBezTo>
                    <a:cubicBezTo>
                      <a:pt x="144" y="710"/>
                      <a:pt x="152" y="776"/>
                      <a:pt x="177" y="842"/>
                    </a:cubicBezTo>
                    <a:cubicBezTo>
                      <a:pt x="181" y="855"/>
                      <a:pt x="192" y="861"/>
                      <a:pt x="202" y="861"/>
                    </a:cubicBezTo>
                    <a:cubicBezTo>
                      <a:pt x="212" y="861"/>
                      <a:pt x="223" y="855"/>
                      <a:pt x="227" y="842"/>
                    </a:cubicBezTo>
                    <a:cubicBezTo>
                      <a:pt x="243" y="776"/>
                      <a:pt x="243" y="710"/>
                      <a:pt x="235" y="644"/>
                    </a:cubicBezTo>
                    <a:cubicBezTo>
                      <a:pt x="235" y="569"/>
                      <a:pt x="227" y="503"/>
                      <a:pt x="210" y="428"/>
                    </a:cubicBezTo>
                    <a:cubicBezTo>
                      <a:pt x="177" y="287"/>
                      <a:pt x="136" y="155"/>
                      <a:pt x="69" y="22"/>
                    </a:cubicBezTo>
                    <a:cubicBezTo>
                      <a:pt x="63" y="7"/>
                      <a:pt x="52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0" name="Google Shape;4960;p12"/>
              <p:cNvSpPr/>
              <p:nvPr/>
            </p:nvSpPr>
            <p:spPr>
              <a:xfrm>
                <a:off x="2987850" y="4154100"/>
                <a:ext cx="3350" cy="9350"/>
              </a:xfrm>
              <a:custGeom>
                <a:rect b="b" l="l" r="r" t="t"/>
                <a:pathLst>
                  <a:path extrusionOk="0" h="374" w="134">
                    <a:moveTo>
                      <a:pt x="55" y="1"/>
                    </a:moveTo>
                    <a:cubicBezTo>
                      <a:pt x="51" y="1"/>
                      <a:pt x="47" y="2"/>
                      <a:pt x="42" y="3"/>
                    </a:cubicBezTo>
                    <a:cubicBezTo>
                      <a:pt x="17" y="3"/>
                      <a:pt x="1" y="28"/>
                      <a:pt x="9" y="53"/>
                    </a:cubicBezTo>
                    <a:lnTo>
                      <a:pt x="9" y="45"/>
                    </a:lnTo>
                    <a:cubicBezTo>
                      <a:pt x="9" y="103"/>
                      <a:pt x="17" y="152"/>
                      <a:pt x="26" y="202"/>
                    </a:cubicBezTo>
                    <a:cubicBezTo>
                      <a:pt x="26" y="227"/>
                      <a:pt x="34" y="252"/>
                      <a:pt x="42" y="277"/>
                    </a:cubicBezTo>
                    <a:cubicBezTo>
                      <a:pt x="42" y="301"/>
                      <a:pt x="51" y="335"/>
                      <a:pt x="59" y="359"/>
                    </a:cubicBezTo>
                    <a:cubicBezTo>
                      <a:pt x="65" y="369"/>
                      <a:pt x="76" y="374"/>
                      <a:pt x="87" y="374"/>
                    </a:cubicBezTo>
                    <a:cubicBezTo>
                      <a:pt x="103" y="374"/>
                      <a:pt x="120" y="363"/>
                      <a:pt x="125" y="343"/>
                    </a:cubicBezTo>
                    <a:cubicBezTo>
                      <a:pt x="133" y="318"/>
                      <a:pt x="125" y="293"/>
                      <a:pt x="125" y="268"/>
                    </a:cubicBezTo>
                    <a:cubicBezTo>
                      <a:pt x="125" y="243"/>
                      <a:pt x="125" y="210"/>
                      <a:pt x="117" y="185"/>
                    </a:cubicBezTo>
                    <a:cubicBezTo>
                      <a:pt x="109" y="136"/>
                      <a:pt x="100" y="86"/>
                      <a:pt x="92" y="36"/>
                    </a:cubicBezTo>
                    <a:cubicBezTo>
                      <a:pt x="92" y="16"/>
                      <a:pt x="75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1" name="Google Shape;4961;p12"/>
              <p:cNvSpPr/>
              <p:nvPr/>
            </p:nvSpPr>
            <p:spPr>
              <a:xfrm>
                <a:off x="2992625" y="4153650"/>
                <a:ext cx="3125" cy="12525"/>
              </a:xfrm>
              <a:custGeom>
                <a:rect b="b" l="l" r="r" t="t"/>
                <a:pathLst>
                  <a:path extrusionOk="0" h="501" w="125">
                    <a:moveTo>
                      <a:pt x="61" y="0"/>
                    </a:moveTo>
                    <a:cubicBezTo>
                      <a:pt x="37" y="0"/>
                      <a:pt x="13" y="15"/>
                      <a:pt x="9" y="46"/>
                    </a:cubicBezTo>
                    <a:cubicBezTo>
                      <a:pt x="0" y="121"/>
                      <a:pt x="0" y="195"/>
                      <a:pt x="0" y="270"/>
                    </a:cubicBezTo>
                    <a:cubicBezTo>
                      <a:pt x="9" y="295"/>
                      <a:pt x="9" y="311"/>
                      <a:pt x="17" y="328"/>
                    </a:cubicBezTo>
                    <a:cubicBezTo>
                      <a:pt x="17" y="344"/>
                      <a:pt x="17" y="361"/>
                      <a:pt x="25" y="386"/>
                    </a:cubicBezTo>
                    <a:cubicBezTo>
                      <a:pt x="34" y="419"/>
                      <a:pt x="42" y="452"/>
                      <a:pt x="67" y="485"/>
                    </a:cubicBezTo>
                    <a:cubicBezTo>
                      <a:pt x="70" y="495"/>
                      <a:pt x="79" y="500"/>
                      <a:pt x="89" y="500"/>
                    </a:cubicBezTo>
                    <a:cubicBezTo>
                      <a:pt x="102" y="500"/>
                      <a:pt x="116" y="491"/>
                      <a:pt x="116" y="477"/>
                    </a:cubicBezTo>
                    <a:cubicBezTo>
                      <a:pt x="125" y="435"/>
                      <a:pt x="116" y="402"/>
                      <a:pt x="116" y="369"/>
                    </a:cubicBezTo>
                    <a:cubicBezTo>
                      <a:pt x="108" y="353"/>
                      <a:pt x="108" y="336"/>
                      <a:pt x="108" y="311"/>
                    </a:cubicBezTo>
                    <a:cubicBezTo>
                      <a:pt x="108" y="295"/>
                      <a:pt x="108" y="278"/>
                      <a:pt x="108" y="261"/>
                    </a:cubicBezTo>
                    <a:cubicBezTo>
                      <a:pt x="108" y="195"/>
                      <a:pt x="108" y="129"/>
                      <a:pt x="116" y="54"/>
                    </a:cubicBezTo>
                    <a:cubicBezTo>
                      <a:pt x="116" y="19"/>
                      <a:pt x="88" y="0"/>
                      <a:pt x="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2" name="Google Shape;4962;p12"/>
              <p:cNvSpPr/>
              <p:nvPr/>
            </p:nvSpPr>
            <p:spPr>
              <a:xfrm>
                <a:off x="2814475" y="4521925"/>
                <a:ext cx="7750" cy="32850"/>
              </a:xfrm>
              <a:custGeom>
                <a:rect b="b" l="l" r="r" t="t"/>
                <a:pathLst>
                  <a:path extrusionOk="0" h="1314" w="310">
                    <a:moveTo>
                      <a:pt x="253" y="1"/>
                    </a:moveTo>
                    <a:cubicBezTo>
                      <a:pt x="234" y="1"/>
                      <a:pt x="215" y="10"/>
                      <a:pt x="208" y="30"/>
                    </a:cubicBezTo>
                    <a:cubicBezTo>
                      <a:pt x="175" y="121"/>
                      <a:pt x="134" y="221"/>
                      <a:pt x="109" y="312"/>
                    </a:cubicBezTo>
                    <a:cubicBezTo>
                      <a:pt x="84" y="419"/>
                      <a:pt x="67" y="519"/>
                      <a:pt x="51" y="627"/>
                    </a:cubicBezTo>
                    <a:cubicBezTo>
                      <a:pt x="34" y="726"/>
                      <a:pt x="26" y="825"/>
                      <a:pt x="18" y="933"/>
                    </a:cubicBezTo>
                    <a:cubicBezTo>
                      <a:pt x="9" y="1033"/>
                      <a:pt x="1" y="1140"/>
                      <a:pt x="26" y="1248"/>
                    </a:cubicBezTo>
                    <a:cubicBezTo>
                      <a:pt x="39" y="1290"/>
                      <a:pt x="75" y="1313"/>
                      <a:pt x="110" y="1313"/>
                    </a:cubicBezTo>
                    <a:cubicBezTo>
                      <a:pt x="143" y="1313"/>
                      <a:pt x="175" y="1292"/>
                      <a:pt x="183" y="1248"/>
                    </a:cubicBezTo>
                    <a:cubicBezTo>
                      <a:pt x="200" y="1149"/>
                      <a:pt x="192" y="1041"/>
                      <a:pt x="200" y="941"/>
                    </a:cubicBezTo>
                    <a:cubicBezTo>
                      <a:pt x="200" y="842"/>
                      <a:pt x="208" y="743"/>
                      <a:pt x="225" y="651"/>
                    </a:cubicBezTo>
                    <a:cubicBezTo>
                      <a:pt x="233" y="552"/>
                      <a:pt x="241" y="453"/>
                      <a:pt x="258" y="353"/>
                    </a:cubicBezTo>
                    <a:cubicBezTo>
                      <a:pt x="274" y="254"/>
                      <a:pt x="283" y="154"/>
                      <a:pt x="299" y="55"/>
                    </a:cubicBezTo>
                    <a:cubicBezTo>
                      <a:pt x="309" y="20"/>
                      <a:pt x="281" y="1"/>
                      <a:pt x="2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3" name="Google Shape;4963;p12"/>
              <p:cNvSpPr/>
              <p:nvPr/>
            </p:nvSpPr>
            <p:spPr>
              <a:xfrm>
                <a:off x="2821525" y="4543725"/>
                <a:ext cx="3250" cy="19475"/>
              </a:xfrm>
              <a:custGeom>
                <a:rect b="b" l="l" r="r" t="t"/>
                <a:pathLst>
                  <a:path extrusionOk="0" h="779" w="130">
                    <a:moveTo>
                      <a:pt x="81" y="0"/>
                    </a:moveTo>
                    <a:cubicBezTo>
                      <a:pt x="63" y="0"/>
                      <a:pt x="46" y="11"/>
                      <a:pt x="42" y="36"/>
                    </a:cubicBezTo>
                    <a:cubicBezTo>
                      <a:pt x="17" y="161"/>
                      <a:pt x="9" y="285"/>
                      <a:pt x="1" y="409"/>
                    </a:cubicBezTo>
                    <a:cubicBezTo>
                      <a:pt x="1" y="467"/>
                      <a:pt x="1" y="533"/>
                      <a:pt x="1" y="591"/>
                    </a:cubicBezTo>
                    <a:cubicBezTo>
                      <a:pt x="1" y="649"/>
                      <a:pt x="1" y="707"/>
                      <a:pt x="34" y="765"/>
                    </a:cubicBezTo>
                    <a:cubicBezTo>
                      <a:pt x="40" y="774"/>
                      <a:pt x="48" y="778"/>
                      <a:pt x="57" y="778"/>
                    </a:cubicBezTo>
                    <a:cubicBezTo>
                      <a:pt x="71" y="778"/>
                      <a:pt x="87" y="768"/>
                      <a:pt x="92" y="757"/>
                    </a:cubicBezTo>
                    <a:cubicBezTo>
                      <a:pt x="117" y="699"/>
                      <a:pt x="100" y="633"/>
                      <a:pt x="108" y="575"/>
                    </a:cubicBezTo>
                    <a:cubicBezTo>
                      <a:pt x="108" y="517"/>
                      <a:pt x="108" y="467"/>
                      <a:pt x="108" y="409"/>
                    </a:cubicBezTo>
                    <a:cubicBezTo>
                      <a:pt x="108" y="285"/>
                      <a:pt x="117" y="169"/>
                      <a:pt x="125" y="53"/>
                    </a:cubicBezTo>
                    <a:cubicBezTo>
                      <a:pt x="130" y="20"/>
                      <a:pt x="105" y="0"/>
                      <a:pt x="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4" name="Google Shape;4964;p12"/>
              <p:cNvSpPr/>
              <p:nvPr/>
            </p:nvSpPr>
            <p:spPr>
              <a:xfrm>
                <a:off x="2824625" y="4563050"/>
                <a:ext cx="1275" cy="2525"/>
              </a:xfrm>
              <a:custGeom>
                <a:rect b="b" l="l" r="r" t="t"/>
                <a:pathLst>
                  <a:path extrusionOk="0" h="101" w="51">
                    <a:moveTo>
                      <a:pt x="34" y="1"/>
                    </a:moveTo>
                    <a:cubicBezTo>
                      <a:pt x="26" y="1"/>
                      <a:pt x="9" y="9"/>
                      <a:pt x="9" y="25"/>
                    </a:cubicBezTo>
                    <a:cubicBezTo>
                      <a:pt x="9" y="42"/>
                      <a:pt x="1" y="59"/>
                      <a:pt x="1" y="75"/>
                    </a:cubicBezTo>
                    <a:lnTo>
                      <a:pt x="1" y="92"/>
                    </a:lnTo>
                    <a:lnTo>
                      <a:pt x="17" y="100"/>
                    </a:lnTo>
                    <a:cubicBezTo>
                      <a:pt x="34" y="100"/>
                      <a:pt x="42" y="92"/>
                      <a:pt x="42" y="83"/>
                    </a:cubicBezTo>
                    <a:cubicBezTo>
                      <a:pt x="51" y="59"/>
                      <a:pt x="51" y="42"/>
                      <a:pt x="51" y="25"/>
                    </a:cubicBezTo>
                    <a:lnTo>
                      <a:pt x="51" y="9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5" name="Google Shape;4965;p12"/>
              <p:cNvSpPr/>
              <p:nvPr/>
            </p:nvSpPr>
            <p:spPr>
              <a:xfrm>
                <a:off x="2897950" y="4571025"/>
                <a:ext cx="8525" cy="108775"/>
              </a:xfrm>
              <a:custGeom>
                <a:rect b="b" l="l" r="r" t="t"/>
                <a:pathLst>
                  <a:path extrusionOk="0" h="4351" w="341">
                    <a:moveTo>
                      <a:pt x="106" y="0"/>
                    </a:moveTo>
                    <a:cubicBezTo>
                      <a:pt x="82" y="0"/>
                      <a:pt x="56" y="20"/>
                      <a:pt x="51" y="46"/>
                    </a:cubicBezTo>
                    <a:cubicBezTo>
                      <a:pt x="34" y="137"/>
                      <a:pt x="59" y="237"/>
                      <a:pt x="76" y="336"/>
                    </a:cubicBezTo>
                    <a:cubicBezTo>
                      <a:pt x="84" y="436"/>
                      <a:pt x="100" y="543"/>
                      <a:pt x="109" y="643"/>
                    </a:cubicBezTo>
                    <a:cubicBezTo>
                      <a:pt x="142" y="850"/>
                      <a:pt x="158" y="1065"/>
                      <a:pt x="175" y="1272"/>
                    </a:cubicBezTo>
                    <a:cubicBezTo>
                      <a:pt x="192" y="1579"/>
                      <a:pt x="192" y="1894"/>
                      <a:pt x="167" y="2200"/>
                    </a:cubicBezTo>
                    <a:cubicBezTo>
                      <a:pt x="167" y="2192"/>
                      <a:pt x="167" y="2184"/>
                      <a:pt x="167" y="2167"/>
                    </a:cubicBezTo>
                    <a:cubicBezTo>
                      <a:pt x="158" y="1935"/>
                      <a:pt x="158" y="1687"/>
                      <a:pt x="100" y="1455"/>
                    </a:cubicBezTo>
                    <a:cubicBezTo>
                      <a:pt x="96" y="1438"/>
                      <a:pt x="82" y="1430"/>
                      <a:pt x="68" y="1430"/>
                    </a:cubicBezTo>
                    <a:cubicBezTo>
                      <a:pt x="55" y="1430"/>
                      <a:pt x="42" y="1438"/>
                      <a:pt x="42" y="1455"/>
                    </a:cubicBezTo>
                    <a:cubicBezTo>
                      <a:pt x="1" y="1687"/>
                      <a:pt x="18" y="1927"/>
                      <a:pt x="34" y="2159"/>
                    </a:cubicBezTo>
                    <a:cubicBezTo>
                      <a:pt x="42" y="2399"/>
                      <a:pt x="51" y="2640"/>
                      <a:pt x="67" y="2880"/>
                    </a:cubicBezTo>
                    <a:cubicBezTo>
                      <a:pt x="84" y="3360"/>
                      <a:pt x="100" y="3833"/>
                      <a:pt x="150" y="4313"/>
                    </a:cubicBezTo>
                    <a:cubicBezTo>
                      <a:pt x="150" y="4338"/>
                      <a:pt x="171" y="4350"/>
                      <a:pt x="192" y="4350"/>
                    </a:cubicBezTo>
                    <a:cubicBezTo>
                      <a:pt x="212" y="4350"/>
                      <a:pt x="233" y="4338"/>
                      <a:pt x="233" y="4313"/>
                    </a:cubicBezTo>
                    <a:cubicBezTo>
                      <a:pt x="241" y="3841"/>
                      <a:pt x="216" y="3369"/>
                      <a:pt x="200" y="2888"/>
                    </a:cubicBezTo>
                    <a:cubicBezTo>
                      <a:pt x="192" y="2789"/>
                      <a:pt x="192" y="2689"/>
                      <a:pt x="183" y="2590"/>
                    </a:cubicBezTo>
                    <a:cubicBezTo>
                      <a:pt x="200" y="2582"/>
                      <a:pt x="216" y="2573"/>
                      <a:pt x="216" y="2557"/>
                    </a:cubicBezTo>
                    <a:cubicBezTo>
                      <a:pt x="291" y="2126"/>
                      <a:pt x="341" y="1703"/>
                      <a:pt x="332" y="1264"/>
                    </a:cubicBezTo>
                    <a:cubicBezTo>
                      <a:pt x="332" y="1057"/>
                      <a:pt x="316" y="842"/>
                      <a:pt x="291" y="634"/>
                    </a:cubicBezTo>
                    <a:cubicBezTo>
                      <a:pt x="283" y="527"/>
                      <a:pt x="266" y="419"/>
                      <a:pt x="241" y="311"/>
                    </a:cubicBezTo>
                    <a:lnTo>
                      <a:pt x="233" y="311"/>
                    </a:lnTo>
                    <a:cubicBezTo>
                      <a:pt x="216" y="212"/>
                      <a:pt x="192" y="104"/>
                      <a:pt x="142" y="21"/>
                    </a:cubicBezTo>
                    <a:cubicBezTo>
                      <a:pt x="133" y="6"/>
                      <a:pt x="120" y="0"/>
                      <a:pt x="1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6" name="Google Shape;4966;p12"/>
              <p:cNvSpPr/>
              <p:nvPr/>
            </p:nvSpPr>
            <p:spPr>
              <a:xfrm>
                <a:off x="2899100" y="4538225"/>
                <a:ext cx="5925" cy="27500"/>
              </a:xfrm>
              <a:custGeom>
                <a:rect b="b" l="l" r="r" t="t"/>
                <a:pathLst>
                  <a:path extrusionOk="0" h="1100" w="237">
                    <a:moveTo>
                      <a:pt x="181" y="1"/>
                    </a:moveTo>
                    <a:cubicBezTo>
                      <a:pt x="171" y="1"/>
                      <a:pt x="161" y="6"/>
                      <a:pt x="154" y="16"/>
                    </a:cubicBezTo>
                    <a:cubicBezTo>
                      <a:pt x="146" y="33"/>
                      <a:pt x="137" y="49"/>
                      <a:pt x="137" y="74"/>
                    </a:cubicBezTo>
                    <a:cubicBezTo>
                      <a:pt x="129" y="91"/>
                      <a:pt x="129" y="115"/>
                      <a:pt x="129" y="132"/>
                    </a:cubicBezTo>
                    <a:cubicBezTo>
                      <a:pt x="121" y="173"/>
                      <a:pt x="121" y="207"/>
                      <a:pt x="112" y="248"/>
                    </a:cubicBezTo>
                    <a:cubicBezTo>
                      <a:pt x="112" y="289"/>
                      <a:pt x="112" y="331"/>
                      <a:pt x="104" y="364"/>
                    </a:cubicBezTo>
                    <a:cubicBezTo>
                      <a:pt x="88" y="364"/>
                      <a:pt x="63" y="381"/>
                      <a:pt x="63" y="397"/>
                    </a:cubicBezTo>
                    <a:cubicBezTo>
                      <a:pt x="63" y="455"/>
                      <a:pt x="54" y="513"/>
                      <a:pt x="54" y="563"/>
                    </a:cubicBezTo>
                    <a:cubicBezTo>
                      <a:pt x="54" y="621"/>
                      <a:pt x="54" y="670"/>
                      <a:pt x="46" y="720"/>
                    </a:cubicBezTo>
                    <a:cubicBezTo>
                      <a:pt x="38" y="836"/>
                      <a:pt x="30" y="944"/>
                      <a:pt x="5" y="1052"/>
                    </a:cubicBezTo>
                    <a:cubicBezTo>
                      <a:pt x="0" y="1083"/>
                      <a:pt x="24" y="1099"/>
                      <a:pt x="50" y="1099"/>
                    </a:cubicBezTo>
                    <a:cubicBezTo>
                      <a:pt x="73" y="1099"/>
                      <a:pt x="96" y="1087"/>
                      <a:pt x="104" y="1060"/>
                    </a:cubicBezTo>
                    <a:cubicBezTo>
                      <a:pt x="121" y="952"/>
                      <a:pt x="137" y="844"/>
                      <a:pt x="154" y="728"/>
                    </a:cubicBezTo>
                    <a:cubicBezTo>
                      <a:pt x="154" y="679"/>
                      <a:pt x="154" y="621"/>
                      <a:pt x="154" y="563"/>
                    </a:cubicBezTo>
                    <a:cubicBezTo>
                      <a:pt x="154" y="555"/>
                      <a:pt x="154" y="538"/>
                      <a:pt x="154" y="521"/>
                    </a:cubicBezTo>
                    <a:cubicBezTo>
                      <a:pt x="170" y="521"/>
                      <a:pt x="187" y="505"/>
                      <a:pt x="187" y="488"/>
                    </a:cubicBezTo>
                    <a:cubicBezTo>
                      <a:pt x="204" y="414"/>
                      <a:pt x="212" y="339"/>
                      <a:pt x="220" y="256"/>
                    </a:cubicBezTo>
                    <a:cubicBezTo>
                      <a:pt x="228" y="223"/>
                      <a:pt x="228" y="182"/>
                      <a:pt x="228" y="149"/>
                    </a:cubicBezTo>
                    <a:cubicBezTo>
                      <a:pt x="228" y="99"/>
                      <a:pt x="237" y="66"/>
                      <a:pt x="220" y="24"/>
                    </a:cubicBezTo>
                    <a:cubicBezTo>
                      <a:pt x="210" y="10"/>
                      <a:pt x="195" y="1"/>
                      <a:pt x="1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7" name="Google Shape;4967;p12"/>
              <p:cNvSpPr/>
              <p:nvPr/>
            </p:nvSpPr>
            <p:spPr>
              <a:xfrm>
                <a:off x="2897350" y="4732425"/>
                <a:ext cx="4975" cy="23350"/>
              </a:xfrm>
              <a:custGeom>
                <a:rect b="b" l="l" r="r" t="t"/>
                <a:pathLst>
                  <a:path extrusionOk="0" h="934" w="199">
                    <a:moveTo>
                      <a:pt x="91" y="0"/>
                    </a:moveTo>
                    <a:cubicBezTo>
                      <a:pt x="64" y="0"/>
                      <a:pt x="38" y="20"/>
                      <a:pt x="33" y="53"/>
                    </a:cubicBezTo>
                    <a:lnTo>
                      <a:pt x="33" y="45"/>
                    </a:lnTo>
                    <a:lnTo>
                      <a:pt x="33" y="45"/>
                    </a:lnTo>
                    <a:cubicBezTo>
                      <a:pt x="0" y="185"/>
                      <a:pt x="33" y="343"/>
                      <a:pt x="50" y="484"/>
                    </a:cubicBezTo>
                    <a:cubicBezTo>
                      <a:pt x="66" y="633"/>
                      <a:pt x="108" y="774"/>
                      <a:pt x="133" y="915"/>
                    </a:cubicBezTo>
                    <a:cubicBezTo>
                      <a:pt x="133" y="927"/>
                      <a:pt x="143" y="933"/>
                      <a:pt x="153" y="933"/>
                    </a:cubicBezTo>
                    <a:cubicBezTo>
                      <a:pt x="164" y="933"/>
                      <a:pt x="174" y="927"/>
                      <a:pt x="174" y="915"/>
                    </a:cubicBezTo>
                    <a:cubicBezTo>
                      <a:pt x="174" y="765"/>
                      <a:pt x="199" y="625"/>
                      <a:pt x="191" y="475"/>
                    </a:cubicBezTo>
                    <a:cubicBezTo>
                      <a:pt x="191" y="326"/>
                      <a:pt x="199" y="169"/>
                      <a:pt x="141" y="36"/>
                    </a:cubicBezTo>
                    <a:cubicBezTo>
                      <a:pt x="130" y="11"/>
                      <a:pt x="110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8" name="Google Shape;4968;p12"/>
              <p:cNvSpPr/>
              <p:nvPr/>
            </p:nvSpPr>
            <p:spPr>
              <a:xfrm>
                <a:off x="2896725" y="4718400"/>
                <a:ext cx="2100" cy="7700"/>
              </a:xfrm>
              <a:custGeom>
                <a:rect b="b" l="l" r="r" t="t"/>
                <a:pathLst>
                  <a:path extrusionOk="0" h="308" w="84">
                    <a:moveTo>
                      <a:pt x="42" y="1"/>
                    </a:moveTo>
                    <a:cubicBezTo>
                      <a:pt x="9" y="1"/>
                      <a:pt x="0" y="50"/>
                      <a:pt x="0" y="75"/>
                    </a:cubicBezTo>
                    <a:cubicBezTo>
                      <a:pt x="0" y="100"/>
                      <a:pt x="0" y="117"/>
                      <a:pt x="0" y="142"/>
                    </a:cubicBezTo>
                    <a:cubicBezTo>
                      <a:pt x="0" y="191"/>
                      <a:pt x="9" y="233"/>
                      <a:pt x="9" y="274"/>
                    </a:cubicBezTo>
                    <a:cubicBezTo>
                      <a:pt x="9" y="291"/>
                      <a:pt x="25" y="307"/>
                      <a:pt x="42" y="307"/>
                    </a:cubicBezTo>
                    <a:cubicBezTo>
                      <a:pt x="58" y="307"/>
                      <a:pt x="75" y="291"/>
                      <a:pt x="75" y="274"/>
                    </a:cubicBezTo>
                    <a:cubicBezTo>
                      <a:pt x="83" y="233"/>
                      <a:pt x="83" y="191"/>
                      <a:pt x="83" y="150"/>
                    </a:cubicBezTo>
                    <a:cubicBezTo>
                      <a:pt x="83" y="125"/>
                      <a:pt x="83" y="100"/>
                      <a:pt x="83" y="84"/>
                    </a:cubicBezTo>
                    <a:cubicBezTo>
                      <a:pt x="83" y="67"/>
                      <a:pt x="83" y="59"/>
                      <a:pt x="83" y="42"/>
                    </a:cubicBezTo>
                    <a:cubicBezTo>
                      <a:pt x="83" y="17"/>
                      <a:pt x="67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9" name="Google Shape;4969;p12"/>
              <p:cNvSpPr/>
              <p:nvPr/>
            </p:nvSpPr>
            <p:spPr>
              <a:xfrm>
                <a:off x="2892775" y="4735175"/>
                <a:ext cx="2725" cy="12000"/>
              </a:xfrm>
              <a:custGeom>
                <a:rect b="b" l="l" r="r" t="t"/>
                <a:pathLst>
                  <a:path extrusionOk="0" h="480" w="109">
                    <a:moveTo>
                      <a:pt x="52" y="0"/>
                    </a:moveTo>
                    <a:cubicBezTo>
                      <a:pt x="42" y="0"/>
                      <a:pt x="31" y="7"/>
                      <a:pt x="26" y="17"/>
                    </a:cubicBezTo>
                    <a:cubicBezTo>
                      <a:pt x="9" y="51"/>
                      <a:pt x="9" y="84"/>
                      <a:pt x="9" y="117"/>
                    </a:cubicBezTo>
                    <a:cubicBezTo>
                      <a:pt x="1" y="158"/>
                      <a:pt x="9" y="200"/>
                      <a:pt x="9" y="233"/>
                    </a:cubicBezTo>
                    <a:cubicBezTo>
                      <a:pt x="17" y="307"/>
                      <a:pt x="26" y="382"/>
                      <a:pt x="34" y="448"/>
                    </a:cubicBezTo>
                    <a:cubicBezTo>
                      <a:pt x="34" y="469"/>
                      <a:pt x="51" y="479"/>
                      <a:pt x="67" y="479"/>
                    </a:cubicBezTo>
                    <a:cubicBezTo>
                      <a:pt x="84" y="479"/>
                      <a:pt x="100" y="469"/>
                      <a:pt x="100" y="448"/>
                    </a:cubicBezTo>
                    <a:cubicBezTo>
                      <a:pt x="100" y="382"/>
                      <a:pt x="100" y="307"/>
                      <a:pt x="100" y="233"/>
                    </a:cubicBezTo>
                    <a:cubicBezTo>
                      <a:pt x="100" y="191"/>
                      <a:pt x="109" y="150"/>
                      <a:pt x="100" y="117"/>
                    </a:cubicBezTo>
                    <a:cubicBezTo>
                      <a:pt x="92" y="84"/>
                      <a:pt x="92" y="42"/>
                      <a:pt x="75" y="9"/>
                    </a:cubicBezTo>
                    <a:lnTo>
                      <a:pt x="67" y="9"/>
                    </a:lnTo>
                    <a:cubicBezTo>
                      <a:pt x="64" y="3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0" name="Google Shape;4970;p12"/>
              <p:cNvSpPr/>
              <p:nvPr/>
            </p:nvSpPr>
            <p:spPr>
              <a:xfrm>
                <a:off x="2997875" y="4581850"/>
                <a:ext cx="5950" cy="17525"/>
              </a:xfrm>
              <a:custGeom>
                <a:rect b="b" l="l" r="r" t="t"/>
                <a:pathLst>
                  <a:path extrusionOk="0" h="701" w="238">
                    <a:moveTo>
                      <a:pt x="171" y="1"/>
                    </a:moveTo>
                    <a:cubicBezTo>
                      <a:pt x="154" y="1"/>
                      <a:pt x="137" y="10"/>
                      <a:pt x="130" y="27"/>
                    </a:cubicBezTo>
                    <a:cubicBezTo>
                      <a:pt x="89" y="127"/>
                      <a:pt x="80" y="235"/>
                      <a:pt x="64" y="342"/>
                    </a:cubicBezTo>
                    <a:cubicBezTo>
                      <a:pt x="47" y="442"/>
                      <a:pt x="31" y="549"/>
                      <a:pt x="6" y="649"/>
                    </a:cubicBezTo>
                    <a:cubicBezTo>
                      <a:pt x="1" y="680"/>
                      <a:pt x="30" y="701"/>
                      <a:pt x="58" y="701"/>
                    </a:cubicBezTo>
                    <a:cubicBezTo>
                      <a:pt x="75" y="701"/>
                      <a:pt x="91" y="693"/>
                      <a:pt x="97" y="674"/>
                    </a:cubicBezTo>
                    <a:cubicBezTo>
                      <a:pt x="130" y="574"/>
                      <a:pt x="163" y="467"/>
                      <a:pt x="188" y="359"/>
                    </a:cubicBezTo>
                    <a:cubicBezTo>
                      <a:pt x="213" y="259"/>
                      <a:pt x="238" y="152"/>
                      <a:pt x="221" y="44"/>
                    </a:cubicBezTo>
                    <a:cubicBezTo>
                      <a:pt x="217" y="16"/>
                      <a:pt x="193" y="1"/>
                      <a:pt x="1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1" name="Google Shape;4971;p12"/>
              <p:cNvSpPr/>
              <p:nvPr/>
            </p:nvSpPr>
            <p:spPr>
              <a:xfrm>
                <a:off x="3002575" y="4560975"/>
                <a:ext cx="4150" cy="9850"/>
              </a:xfrm>
              <a:custGeom>
                <a:rect b="b" l="l" r="r" t="t"/>
                <a:pathLst>
                  <a:path extrusionOk="0" h="394" w="166">
                    <a:moveTo>
                      <a:pt x="116" y="1"/>
                    </a:moveTo>
                    <a:cubicBezTo>
                      <a:pt x="108" y="1"/>
                      <a:pt x="91" y="9"/>
                      <a:pt x="91" y="17"/>
                    </a:cubicBezTo>
                    <a:cubicBezTo>
                      <a:pt x="66" y="75"/>
                      <a:pt x="58" y="125"/>
                      <a:pt x="50" y="183"/>
                    </a:cubicBezTo>
                    <a:cubicBezTo>
                      <a:pt x="42" y="233"/>
                      <a:pt x="25" y="282"/>
                      <a:pt x="8" y="332"/>
                    </a:cubicBezTo>
                    <a:cubicBezTo>
                      <a:pt x="0" y="357"/>
                      <a:pt x="8" y="382"/>
                      <a:pt x="33" y="390"/>
                    </a:cubicBezTo>
                    <a:cubicBezTo>
                      <a:pt x="40" y="392"/>
                      <a:pt x="46" y="393"/>
                      <a:pt x="52" y="393"/>
                    </a:cubicBezTo>
                    <a:cubicBezTo>
                      <a:pt x="70" y="393"/>
                      <a:pt x="85" y="384"/>
                      <a:pt x="91" y="365"/>
                    </a:cubicBezTo>
                    <a:cubicBezTo>
                      <a:pt x="116" y="316"/>
                      <a:pt x="133" y="258"/>
                      <a:pt x="149" y="200"/>
                    </a:cubicBezTo>
                    <a:cubicBezTo>
                      <a:pt x="158" y="142"/>
                      <a:pt x="166" y="84"/>
                      <a:pt x="149" y="26"/>
                    </a:cubicBezTo>
                    <a:cubicBezTo>
                      <a:pt x="141" y="9"/>
                      <a:pt x="133" y="1"/>
                      <a:pt x="1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2" name="Google Shape;4972;p12"/>
              <p:cNvSpPr/>
              <p:nvPr/>
            </p:nvSpPr>
            <p:spPr>
              <a:xfrm>
                <a:off x="2991800" y="4666825"/>
                <a:ext cx="3550" cy="16175"/>
              </a:xfrm>
              <a:custGeom>
                <a:rect b="b" l="l" r="r" t="t"/>
                <a:pathLst>
                  <a:path extrusionOk="0" h="647" w="142">
                    <a:moveTo>
                      <a:pt x="62" y="1"/>
                    </a:moveTo>
                    <a:cubicBezTo>
                      <a:pt x="46" y="1"/>
                      <a:pt x="29" y="9"/>
                      <a:pt x="17" y="26"/>
                    </a:cubicBezTo>
                    <a:cubicBezTo>
                      <a:pt x="17" y="42"/>
                      <a:pt x="9" y="50"/>
                      <a:pt x="9" y="67"/>
                    </a:cubicBezTo>
                    <a:cubicBezTo>
                      <a:pt x="9" y="75"/>
                      <a:pt x="0" y="92"/>
                      <a:pt x="0" y="100"/>
                    </a:cubicBezTo>
                    <a:cubicBezTo>
                      <a:pt x="0" y="125"/>
                      <a:pt x="0" y="150"/>
                      <a:pt x="0" y="166"/>
                    </a:cubicBezTo>
                    <a:cubicBezTo>
                      <a:pt x="0" y="216"/>
                      <a:pt x="0" y="266"/>
                      <a:pt x="0" y="316"/>
                    </a:cubicBezTo>
                    <a:cubicBezTo>
                      <a:pt x="9" y="415"/>
                      <a:pt x="17" y="506"/>
                      <a:pt x="25" y="597"/>
                    </a:cubicBezTo>
                    <a:cubicBezTo>
                      <a:pt x="29" y="630"/>
                      <a:pt x="56" y="647"/>
                      <a:pt x="82" y="647"/>
                    </a:cubicBezTo>
                    <a:cubicBezTo>
                      <a:pt x="108" y="647"/>
                      <a:pt x="133" y="630"/>
                      <a:pt x="133" y="597"/>
                    </a:cubicBezTo>
                    <a:cubicBezTo>
                      <a:pt x="141" y="506"/>
                      <a:pt x="141" y="407"/>
                      <a:pt x="141" y="316"/>
                    </a:cubicBezTo>
                    <a:cubicBezTo>
                      <a:pt x="141" y="266"/>
                      <a:pt x="141" y="216"/>
                      <a:pt x="141" y="166"/>
                    </a:cubicBezTo>
                    <a:cubicBezTo>
                      <a:pt x="141" y="150"/>
                      <a:pt x="133" y="125"/>
                      <a:pt x="133" y="108"/>
                    </a:cubicBezTo>
                    <a:lnTo>
                      <a:pt x="133" y="100"/>
                    </a:lnTo>
                    <a:cubicBezTo>
                      <a:pt x="133" y="92"/>
                      <a:pt x="125" y="84"/>
                      <a:pt x="125" y="75"/>
                    </a:cubicBezTo>
                    <a:cubicBezTo>
                      <a:pt x="116" y="59"/>
                      <a:pt x="116" y="42"/>
                      <a:pt x="108" y="26"/>
                    </a:cubicBezTo>
                    <a:cubicBezTo>
                      <a:pt x="96" y="9"/>
                      <a:pt x="79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3" name="Google Shape;4973;p12"/>
              <p:cNvSpPr/>
              <p:nvPr/>
            </p:nvSpPr>
            <p:spPr>
              <a:xfrm>
                <a:off x="2983925" y="4667925"/>
                <a:ext cx="1900" cy="8500"/>
              </a:xfrm>
              <a:custGeom>
                <a:rect b="b" l="l" r="r" t="t"/>
                <a:pathLst>
                  <a:path extrusionOk="0" h="340" w="76">
                    <a:moveTo>
                      <a:pt x="34" y="0"/>
                    </a:moveTo>
                    <a:cubicBezTo>
                      <a:pt x="27" y="0"/>
                      <a:pt x="21" y="2"/>
                      <a:pt x="17" y="6"/>
                    </a:cubicBezTo>
                    <a:cubicBezTo>
                      <a:pt x="0" y="31"/>
                      <a:pt x="0" y="64"/>
                      <a:pt x="0" y="89"/>
                    </a:cubicBezTo>
                    <a:cubicBezTo>
                      <a:pt x="0" y="114"/>
                      <a:pt x="0" y="139"/>
                      <a:pt x="0" y="164"/>
                    </a:cubicBezTo>
                    <a:cubicBezTo>
                      <a:pt x="9" y="214"/>
                      <a:pt x="9" y="263"/>
                      <a:pt x="9" y="313"/>
                    </a:cubicBezTo>
                    <a:cubicBezTo>
                      <a:pt x="9" y="326"/>
                      <a:pt x="25" y="340"/>
                      <a:pt x="40" y="340"/>
                    </a:cubicBezTo>
                    <a:cubicBezTo>
                      <a:pt x="44" y="340"/>
                      <a:pt x="47" y="339"/>
                      <a:pt x="50" y="338"/>
                    </a:cubicBezTo>
                    <a:cubicBezTo>
                      <a:pt x="67" y="338"/>
                      <a:pt x="75" y="321"/>
                      <a:pt x="75" y="305"/>
                    </a:cubicBezTo>
                    <a:cubicBezTo>
                      <a:pt x="75" y="255"/>
                      <a:pt x="75" y="205"/>
                      <a:pt x="75" y="156"/>
                    </a:cubicBezTo>
                    <a:lnTo>
                      <a:pt x="75" y="81"/>
                    </a:lnTo>
                    <a:cubicBezTo>
                      <a:pt x="75" y="56"/>
                      <a:pt x="75" y="31"/>
                      <a:pt x="50" y="6"/>
                    </a:cubicBezTo>
                    <a:cubicBezTo>
                      <a:pt x="46" y="2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4" name="Google Shape;4974;p12"/>
              <p:cNvSpPr/>
              <p:nvPr/>
            </p:nvSpPr>
            <p:spPr>
              <a:xfrm>
                <a:off x="2981225" y="4669000"/>
                <a:ext cx="2225" cy="8525"/>
              </a:xfrm>
              <a:custGeom>
                <a:rect b="b" l="l" r="r" t="t"/>
                <a:pathLst>
                  <a:path extrusionOk="0" h="341" w="89">
                    <a:moveTo>
                      <a:pt x="14" y="1"/>
                    </a:moveTo>
                    <a:cubicBezTo>
                      <a:pt x="7" y="1"/>
                      <a:pt x="1" y="5"/>
                      <a:pt x="1" y="13"/>
                    </a:cubicBezTo>
                    <a:cubicBezTo>
                      <a:pt x="1" y="113"/>
                      <a:pt x="17" y="220"/>
                      <a:pt x="34" y="320"/>
                    </a:cubicBezTo>
                    <a:cubicBezTo>
                      <a:pt x="34" y="334"/>
                      <a:pt x="45" y="341"/>
                      <a:pt x="57" y="341"/>
                    </a:cubicBezTo>
                    <a:cubicBezTo>
                      <a:pt x="72" y="341"/>
                      <a:pt x="88" y="330"/>
                      <a:pt x="84" y="311"/>
                    </a:cubicBezTo>
                    <a:cubicBezTo>
                      <a:pt x="67" y="212"/>
                      <a:pt x="59" y="104"/>
                      <a:pt x="34" y="13"/>
                    </a:cubicBezTo>
                    <a:cubicBezTo>
                      <a:pt x="30" y="5"/>
                      <a:pt x="21" y="1"/>
                      <a:pt x="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5" name="Google Shape;4975;p12"/>
              <p:cNvSpPr/>
              <p:nvPr/>
            </p:nvSpPr>
            <p:spPr>
              <a:xfrm>
                <a:off x="2974600" y="4662625"/>
                <a:ext cx="2300" cy="10925"/>
              </a:xfrm>
              <a:custGeom>
                <a:rect b="b" l="l" r="r" t="t"/>
                <a:pathLst>
                  <a:path extrusionOk="0" h="437" w="92">
                    <a:moveTo>
                      <a:pt x="25" y="1"/>
                    </a:moveTo>
                    <a:cubicBezTo>
                      <a:pt x="17" y="1"/>
                      <a:pt x="9" y="7"/>
                      <a:pt x="9" y="20"/>
                    </a:cubicBezTo>
                    <a:cubicBezTo>
                      <a:pt x="1" y="144"/>
                      <a:pt x="17" y="276"/>
                      <a:pt x="34" y="409"/>
                    </a:cubicBezTo>
                    <a:cubicBezTo>
                      <a:pt x="34" y="428"/>
                      <a:pt x="46" y="436"/>
                      <a:pt x="58" y="436"/>
                    </a:cubicBezTo>
                    <a:cubicBezTo>
                      <a:pt x="74" y="436"/>
                      <a:pt x="92" y="423"/>
                      <a:pt x="92" y="401"/>
                    </a:cubicBezTo>
                    <a:cubicBezTo>
                      <a:pt x="83" y="268"/>
                      <a:pt x="75" y="144"/>
                      <a:pt x="42" y="20"/>
                    </a:cubicBezTo>
                    <a:cubicBezTo>
                      <a:pt x="42" y="7"/>
                      <a:pt x="34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6" name="Google Shape;4976;p12"/>
              <p:cNvSpPr/>
              <p:nvPr/>
            </p:nvSpPr>
            <p:spPr>
              <a:xfrm>
                <a:off x="2967350" y="4655600"/>
                <a:ext cx="3175" cy="12125"/>
              </a:xfrm>
              <a:custGeom>
                <a:rect b="b" l="l" r="r" t="t"/>
                <a:pathLst>
                  <a:path extrusionOk="0" h="485" w="127">
                    <a:moveTo>
                      <a:pt x="69" y="0"/>
                    </a:moveTo>
                    <a:cubicBezTo>
                      <a:pt x="61" y="0"/>
                      <a:pt x="54" y="6"/>
                      <a:pt x="50" y="19"/>
                    </a:cubicBezTo>
                    <a:cubicBezTo>
                      <a:pt x="1" y="160"/>
                      <a:pt x="17" y="317"/>
                      <a:pt x="50" y="458"/>
                    </a:cubicBezTo>
                    <a:cubicBezTo>
                      <a:pt x="54" y="476"/>
                      <a:pt x="70" y="484"/>
                      <a:pt x="86" y="484"/>
                    </a:cubicBezTo>
                    <a:cubicBezTo>
                      <a:pt x="106" y="484"/>
                      <a:pt x="126" y="470"/>
                      <a:pt x="117" y="441"/>
                    </a:cubicBezTo>
                    <a:cubicBezTo>
                      <a:pt x="92" y="309"/>
                      <a:pt x="92" y="168"/>
                      <a:pt x="92" y="27"/>
                    </a:cubicBezTo>
                    <a:cubicBezTo>
                      <a:pt x="92" y="12"/>
                      <a:pt x="80" y="0"/>
                      <a:pt x="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7" name="Google Shape;4977;p12"/>
              <p:cNvSpPr/>
              <p:nvPr/>
            </p:nvSpPr>
            <p:spPr>
              <a:xfrm>
                <a:off x="2932550" y="4321875"/>
                <a:ext cx="9550" cy="14775"/>
              </a:xfrm>
              <a:custGeom>
                <a:rect b="b" l="l" r="r" t="t"/>
                <a:pathLst>
                  <a:path extrusionOk="0" h="591" w="382">
                    <a:moveTo>
                      <a:pt x="333" y="0"/>
                    </a:moveTo>
                    <a:cubicBezTo>
                      <a:pt x="324" y="0"/>
                      <a:pt x="315" y="4"/>
                      <a:pt x="307" y="12"/>
                    </a:cubicBezTo>
                    <a:cubicBezTo>
                      <a:pt x="282" y="28"/>
                      <a:pt x="274" y="45"/>
                      <a:pt x="266" y="70"/>
                    </a:cubicBezTo>
                    <a:cubicBezTo>
                      <a:pt x="258" y="78"/>
                      <a:pt x="249" y="86"/>
                      <a:pt x="241" y="103"/>
                    </a:cubicBezTo>
                    <a:cubicBezTo>
                      <a:pt x="241" y="111"/>
                      <a:pt x="233" y="119"/>
                      <a:pt x="233" y="128"/>
                    </a:cubicBezTo>
                    <a:cubicBezTo>
                      <a:pt x="224" y="152"/>
                      <a:pt x="216" y="169"/>
                      <a:pt x="208" y="186"/>
                    </a:cubicBezTo>
                    <a:cubicBezTo>
                      <a:pt x="200" y="227"/>
                      <a:pt x="183" y="268"/>
                      <a:pt x="158" y="302"/>
                    </a:cubicBezTo>
                    <a:cubicBezTo>
                      <a:pt x="125" y="368"/>
                      <a:pt x="84" y="434"/>
                      <a:pt x="26" y="492"/>
                    </a:cubicBezTo>
                    <a:cubicBezTo>
                      <a:pt x="9" y="517"/>
                      <a:pt x="1" y="542"/>
                      <a:pt x="17" y="567"/>
                    </a:cubicBezTo>
                    <a:cubicBezTo>
                      <a:pt x="27" y="581"/>
                      <a:pt x="45" y="590"/>
                      <a:pt x="62" y="590"/>
                    </a:cubicBezTo>
                    <a:cubicBezTo>
                      <a:pt x="74" y="590"/>
                      <a:pt x="85" y="585"/>
                      <a:pt x="92" y="575"/>
                    </a:cubicBezTo>
                    <a:lnTo>
                      <a:pt x="100" y="575"/>
                    </a:lnTo>
                    <a:cubicBezTo>
                      <a:pt x="133" y="550"/>
                      <a:pt x="166" y="517"/>
                      <a:pt x="200" y="484"/>
                    </a:cubicBezTo>
                    <a:cubicBezTo>
                      <a:pt x="224" y="451"/>
                      <a:pt x="258" y="418"/>
                      <a:pt x="282" y="376"/>
                    </a:cubicBezTo>
                    <a:cubicBezTo>
                      <a:pt x="307" y="335"/>
                      <a:pt x="332" y="293"/>
                      <a:pt x="349" y="252"/>
                    </a:cubicBezTo>
                    <a:cubicBezTo>
                      <a:pt x="357" y="227"/>
                      <a:pt x="365" y="210"/>
                      <a:pt x="374" y="186"/>
                    </a:cubicBezTo>
                    <a:cubicBezTo>
                      <a:pt x="374" y="177"/>
                      <a:pt x="382" y="161"/>
                      <a:pt x="382" y="144"/>
                    </a:cubicBezTo>
                    <a:cubicBezTo>
                      <a:pt x="382" y="136"/>
                      <a:pt x="382" y="128"/>
                      <a:pt x="382" y="119"/>
                    </a:cubicBezTo>
                    <a:cubicBezTo>
                      <a:pt x="382" y="111"/>
                      <a:pt x="382" y="103"/>
                      <a:pt x="382" y="94"/>
                    </a:cubicBezTo>
                    <a:cubicBezTo>
                      <a:pt x="382" y="70"/>
                      <a:pt x="382" y="45"/>
                      <a:pt x="365" y="20"/>
                    </a:cubicBezTo>
                    <a:cubicBezTo>
                      <a:pt x="356" y="6"/>
                      <a:pt x="344" y="0"/>
                      <a:pt x="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8" name="Google Shape;4978;p12"/>
              <p:cNvSpPr/>
              <p:nvPr/>
            </p:nvSpPr>
            <p:spPr>
              <a:xfrm>
                <a:off x="2941675" y="4341175"/>
                <a:ext cx="5000" cy="9850"/>
              </a:xfrm>
              <a:custGeom>
                <a:rect b="b" l="l" r="r" t="t"/>
                <a:pathLst>
                  <a:path extrusionOk="0" h="394" w="200">
                    <a:moveTo>
                      <a:pt x="145" y="0"/>
                    </a:moveTo>
                    <a:cubicBezTo>
                      <a:pt x="134" y="0"/>
                      <a:pt x="123" y="6"/>
                      <a:pt x="116" y="18"/>
                    </a:cubicBezTo>
                    <a:cubicBezTo>
                      <a:pt x="108" y="35"/>
                      <a:pt x="100" y="43"/>
                      <a:pt x="91" y="60"/>
                    </a:cubicBezTo>
                    <a:cubicBezTo>
                      <a:pt x="91" y="76"/>
                      <a:pt x="83" y="85"/>
                      <a:pt x="83" y="101"/>
                    </a:cubicBezTo>
                    <a:cubicBezTo>
                      <a:pt x="75" y="118"/>
                      <a:pt x="75" y="126"/>
                      <a:pt x="67" y="143"/>
                    </a:cubicBezTo>
                    <a:lnTo>
                      <a:pt x="67" y="151"/>
                    </a:lnTo>
                    <a:cubicBezTo>
                      <a:pt x="67" y="159"/>
                      <a:pt x="58" y="168"/>
                      <a:pt x="58" y="176"/>
                    </a:cubicBezTo>
                    <a:cubicBezTo>
                      <a:pt x="42" y="226"/>
                      <a:pt x="25" y="275"/>
                      <a:pt x="9" y="325"/>
                    </a:cubicBezTo>
                    <a:cubicBezTo>
                      <a:pt x="0" y="350"/>
                      <a:pt x="9" y="383"/>
                      <a:pt x="33" y="391"/>
                    </a:cubicBezTo>
                    <a:cubicBezTo>
                      <a:pt x="38" y="393"/>
                      <a:pt x="42" y="393"/>
                      <a:pt x="46" y="393"/>
                    </a:cubicBezTo>
                    <a:cubicBezTo>
                      <a:pt x="67" y="393"/>
                      <a:pt x="85" y="379"/>
                      <a:pt x="91" y="358"/>
                    </a:cubicBezTo>
                    <a:cubicBezTo>
                      <a:pt x="116" y="308"/>
                      <a:pt x="141" y="259"/>
                      <a:pt x="158" y="209"/>
                    </a:cubicBezTo>
                    <a:cubicBezTo>
                      <a:pt x="174" y="159"/>
                      <a:pt x="199" y="93"/>
                      <a:pt x="183" y="35"/>
                    </a:cubicBezTo>
                    <a:cubicBezTo>
                      <a:pt x="183" y="15"/>
                      <a:pt x="164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9" name="Google Shape;4979;p12"/>
              <p:cNvSpPr/>
              <p:nvPr/>
            </p:nvSpPr>
            <p:spPr>
              <a:xfrm>
                <a:off x="2943525" y="4353225"/>
                <a:ext cx="4600" cy="6525"/>
              </a:xfrm>
              <a:custGeom>
                <a:rect b="b" l="l" r="r" t="t"/>
                <a:pathLst>
                  <a:path extrusionOk="0" h="261" w="184">
                    <a:moveTo>
                      <a:pt x="133" y="0"/>
                    </a:moveTo>
                    <a:cubicBezTo>
                      <a:pt x="117" y="0"/>
                      <a:pt x="109" y="9"/>
                      <a:pt x="100" y="17"/>
                    </a:cubicBezTo>
                    <a:cubicBezTo>
                      <a:pt x="100" y="17"/>
                      <a:pt x="92" y="25"/>
                      <a:pt x="84" y="34"/>
                    </a:cubicBezTo>
                    <a:cubicBezTo>
                      <a:pt x="84" y="42"/>
                      <a:pt x="75" y="42"/>
                      <a:pt x="75" y="50"/>
                    </a:cubicBezTo>
                    <a:cubicBezTo>
                      <a:pt x="67" y="67"/>
                      <a:pt x="59" y="83"/>
                      <a:pt x="51" y="100"/>
                    </a:cubicBezTo>
                    <a:cubicBezTo>
                      <a:pt x="34" y="125"/>
                      <a:pt x="17" y="158"/>
                      <a:pt x="9" y="183"/>
                    </a:cubicBezTo>
                    <a:cubicBezTo>
                      <a:pt x="1" y="199"/>
                      <a:pt x="1" y="216"/>
                      <a:pt x="9" y="224"/>
                    </a:cubicBezTo>
                    <a:cubicBezTo>
                      <a:pt x="9" y="241"/>
                      <a:pt x="26" y="257"/>
                      <a:pt x="42" y="257"/>
                    </a:cubicBezTo>
                    <a:cubicBezTo>
                      <a:pt x="48" y="259"/>
                      <a:pt x="54" y="260"/>
                      <a:pt x="61" y="260"/>
                    </a:cubicBezTo>
                    <a:cubicBezTo>
                      <a:pt x="82" y="260"/>
                      <a:pt x="104" y="249"/>
                      <a:pt x="117" y="224"/>
                    </a:cubicBezTo>
                    <a:lnTo>
                      <a:pt x="109" y="224"/>
                    </a:lnTo>
                    <a:cubicBezTo>
                      <a:pt x="125" y="199"/>
                      <a:pt x="142" y="174"/>
                      <a:pt x="150" y="141"/>
                    </a:cubicBezTo>
                    <a:cubicBezTo>
                      <a:pt x="158" y="133"/>
                      <a:pt x="167" y="116"/>
                      <a:pt x="167" y="100"/>
                    </a:cubicBezTo>
                    <a:cubicBezTo>
                      <a:pt x="175" y="92"/>
                      <a:pt x="175" y="83"/>
                      <a:pt x="175" y="67"/>
                    </a:cubicBezTo>
                    <a:cubicBezTo>
                      <a:pt x="183" y="58"/>
                      <a:pt x="183" y="58"/>
                      <a:pt x="183" y="50"/>
                    </a:cubicBezTo>
                    <a:cubicBezTo>
                      <a:pt x="183" y="25"/>
                      <a:pt x="175" y="9"/>
                      <a:pt x="1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0" name="Google Shape;4980;p12"/>
              <p:cNvSpPr/>
              <p:nvPr/>
            </p:nvSpPr>
            <p:spPr>
              <a:xfrm>
                <a:off x="2831475" y="4220775"/>
                <a:ext cx="6025" cy="16175"/>
              </a:xfrm>
              <a:custGeom>
                <a:rect b="b" l="l" r="r" t="t"/>
                <a:pathLst>
                  <a:path extrusionOk="0" h="647" w="241">
                    <a:moveTo>
                      <a:pt x="99" y="0"/>
                    </a:moveTo>
                    <a:cubicBezTo>
                      <a:pt x="80" y="0"/>
                      <a:pt x="62" y="11"/>
                      <a:pt x="58" y="37"/>
                    </a:cubicBezTo>
                    <a:cubicBezTo>
                      <a:pt x="42" y="103"/>
                      <a:pt x="33" y="170"/>
                      <a:pt x="25" y="236"/>
                    </a:cubicBezTo>
                    <a:cubicBezTo>
                      <a:pt x="17" y="311"/>
                      <a:pt x="0" y="393"/>
                      <a:pt x="42" y="460"/>
                    </a:cubicBezTo>
                    <a:cubicBezTo>
                      <a:pt x="50" y="472"/>
                      <a:pt x="65" y="478"/>
                      <a:pt x="79" y="478"/>
                    </a:cubicBezTo>
                    <a:cubicBezTo>
                      <a:pt x="94" y="478"/>
                      <a:pt x="108" y="472"/>
                      <a:pt x="116" y="460"/>
                    </a:cubicBezTo>
                    <a:lnTo>
                      <a:pt x="125" y="443"/>
                    </a:lnTo>
                    <a:cubicBezTo>
                      <a:pt x="125" y="493"/>
                      <a:pt x="133" y="551"/>
                      <a:pt x="133" y="609"/>
                    </a:cubicBezTo>
                    <a:cubicBezTo>
                      <a:pt x="137" y="634"/>
                      <a:pt x="158" y="646"/>
                      <a:pt x="178" y="646"/>
                    </a:cubicBezTo>
                    <a:cubicBezTo>
                      <a:pt x="199" y="646"/>
                      <a:pt x="220" y="634"/>
                      <a:pt x="224" y="609"/>
                    </a:cubicBezTo>
                    <a:cubicBezTo>
                      <a:pt x="241" y="493"/>
                      <a:pt x="224" y="377"/>
                      <a:pt x="191" y="261"/>
                    </a:cubicBezTo>
                    <a:cubicBezTo>
                      <a:pt x="191" y="240"/>
                      <a:pt x="174" y="226"/>
                      <a:pt x="154" y="226"/>
                    </a:cubicBezTo>
                    <a:cubicBezTo>
                      <a:pt x="150" y="226"/>
                      <a:pt x="146" y="226"/>
                      <a:pt x="141" y="228"/>
                    </a:cubicBezTo>
                    <a:cubicBezTo>
                      <a:pt x="141" y="170"/>
                      <a:pt x="141" y="103"/>
                      <a:pt x="141" y="45"/>
                    </a:cubicBezTo>
                    <a:cubicBezTo>
                      <a:pt x="146" y="18"/>
                      <a:pt x="122" y="0"/>
                      <a:pt x="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1" name="Google Shape;4981;p12"/>
              <p:cNvSpPr/>
              <p:nvPr/>
            </p:nvSpPr>
            <p:spPr>
              <a:xfrm>
                <a:off x="2869575" y="4210925"/>
                <a:ext cx="6675" cy="9275"/>
              </a:xfrm>
              <a:custGeom>
                <a:rect b="b" l="l" r="r" t="t"/>
                <a:pathLst>
                  <a:path extrusionOk="0" h="371" w="267">
                    <a:moveTo>
                      <a:pt x="233" y="0"/>
                    </a:moveTo>
                    <a:cubicBezTo>
                      <a:pt x="208" y="0"/>
                      <a:pt x="183" y="0"/>
                      <a:pt x="175" y="17"/>
                    </a:cubicBezTo>
                    <a:cubicBezTo>
                      <a:pt x="167" y="33"/>
                      <a:pt x="158" y="50"/>
                      <a:pt x="150" y="58"/>
                    </a:cubicBezTo>
                    <a:lnTo>
                      <a:pt x="142" y="67"/>
                    </a:lnTo>
                    <a:lnTo>
                      <a:pt x="142" y="75"/>
                    </a:lnTo>
                    <a:lnTo>
                      <a:pt x="133" y="91"/>
                    </a:lnTo>
                    <a:cubicBezTo>
                      <a:pt x="117" y="116"/>
                      <a:pt x="109" y="141"/>
                      <a:pt x="92" y="166"/>
                    </a:cubicBezTo>
                    <a:cubicBezTo>
                      <a:pt x="92" y="183"/>
                      <a:pt x="84" y="191"/>
                      <a:pt x="75" y="207"/>
                    </a:cubicBezTo>
                    <a:lnTo>
                      <a:pt x="67" y="216"/>
                    </a:lnTo>
                    <a:lnTo>
                      <a:pt x="67" y="224"/>
                    </a:lnTo>
                    <a:lnTo>
                      <a:pt x="67" y="232"/>
                    </a:lnTo>
                    <a:cubicBezTo>
                      <a:pt x="51" y="257"/>
                      <a:pt x="34" y="274"/>
                      <a:pt x="17" y="299"/>
                    </a:cubicBezTo>
                    <a:cubicBezTo>
                      <a:pt x="1" y="315"/>
                      <a:pt x="9" y="348"/>
                      <a:pt x="26" y="365"/>
                    </a:cubicBezTo>
                    <a:cubicBezTo>
                      <a:pt x="36" y="368"/>
                      <a:pt x="46" y="370"/>
                      <a:pt x="56" y="370"/>
                    </a:cubicBezTo>
                    <a:cubicBezTo>
                      <a:pt x="70" y="370"/>
                      <a:pt x="82" y="366"/>
                      <a:pt x="92" y="357"/>
                    </a:cubicBezTo>
                    <a:cubicBezTo>
                      <a:pt x="125" y="315"/>
                      <a:pt x="158" y="265"/>
                      <a:pt x="191" y="224"/>
                    </a:cubicBezTo>
                    <a:cubicBezTo>
                      <a:pt x="200" y="216"/>
                      <a:pt x="208" y="199"/>
                      <a:pt x="208" y="191"/>
                    </a:cubicBezTo>
                    <a:cubicBezTo>
                      <a:pt x="216" y="174"/>
                      <a:pt x="233" y="166"/>
                      <a:pt x="233" y="149"/>
                    </a:cubicBezTo>
                    <a:cubicBezTo>
                      <a:pt x="249" y="116"/>
                      <a:pt x="258" y="83"/>
                      <a:pt x="258" y="58"/>
                    </a:cubicBezTo>
                    <a:cubicBezTo>
                      <a:pt x="266" y="33"/>
                      <a:pt x="249" y="9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2" name="Google Shape;4982;p12"/>
              <p:cNvSpPr/>
              <p:nvPr/>
            </p:nvSpPr>
            <p:spPr>
              <a:xfrm>
                <a:off x="2873525" y="4217675"/>
                <a:ext cx="3950" cy="6125"/>
              </a:xfrm>
              <a:custGeom>
                <a:rect b="b" l="l" r="r" t="t"/>
                <a:pathLst>
                  <a:path extrusionOk="0" h="245" w="158">
                    <a:moveTo>
                      <a:pt x="129" y="0"/>
                    </a:moveTo>
                    <a:cubicBezTo>
                      <a:pt x="120" y="0"/>
                      <a:pt x="114" y="6"/>
                      <a:pt x="108" y="12"/>
                    </a:cubicBezTo>
                    <a:cubicBezTo>
                      <a:pt x="100" y="20"/>
                      <a:pt x="100" y="29"/>
                      <a:pt x="91" y="37"/>
                    </a:cubicBezTo>
                    <a:cubicBezTo>
                      <a:pt x="83" y="45"/>
                      <a:pt x="83" y="53"/>
                      <a:pt x="75" y="62"/>
                    </a:cubicBezTo>
                    <a:cubicBezTo>
                      <a:pt x="67" y="78"/>
                      <a:pt x="67" y="87"/>
                      <a:pt x="58" y="103"/>
                    </a:cubicBezTo>
                    <a:lnTo>
                      <a:pt x="9" y="194"/>
                    </a:lnTo>
                    <a:cubicBezTo>
                      <a:pt x="0" y="211"/>
                      <a:pt x="9" y="236"/>
                      <a:pt x="25" y="244"/>
                    </a:cubicBezTo>
                    <a:cubicBezTo>
                      <a:pt x="42" y="244"/>
                      <a:pt x="67" y="244"/>
                      <a:pt x="67" y="219"/>
                    </a:cubicBezTo>
                    <a:cubicBezTo>
                      <a:pt x="83" y="194"/>
                      <a:pt x="100" y="161"/>
                      <a:pt x="116" y="128"/>
                    </a:cubicBezTo>
                    <a:cubicBezTo>
                      <a:pt x="125" y="111"/>
                      <a:pt x="133" y="95"/>
                      <a:pt x="133" y="87"/>
                    </a:cubicBezTo>
                    <a:cubicBezTo>
                      <a:pt x="141" y="78"/>
                      <a:pt x="141" y="62"/>
                      <a:pt x="149" y="62"/>
                    </a:cubicBezTo>
                    <a:cubicBezTo>
                      <a:pt x="149" y="45"/>
                      <a:pt x="149" y="37"/>
                      <a:pt x="158" y="29"/>
                    </a:cubicBezTo>
                    <a:cubicBezTo>
                      <a:pt x="158" y="20"/>
                      <a:pt x="149" y="4"/>
                      <a:pt x="141" y="4"/>
                    </a:cubicBezTo>
                    <a:cubicBezTo>
                      <a:pt x="136" y="1"/>
                      <a:pt x="132" y="0"/>
                      <a:pt x="1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3" name="Google Shape;4983;p12"/>
              <p:cNvSpPr/>
              <p:nvPr/>
            </p:nvSpPr>
            <p:spPr>
              <a:xfrm>
                <a:off x="2953225" y="4129675"/>
                <a:ext cx="13325" cy="19925"/>
              </a:xfrm>
              <a:custGeom>
                <a:rect b="b" l="l" r="r" t="t"/>
                <a:pathLst>
                  <a:path extrusionOk="0" h="797" w="533">
                    <a:moveTo>
                      <a:pt x="59" y="1"/>
                    </a:moveTo>
                    <a:cubicBezTo>
                      <a:pt x="26" y="1"/>
                      <a:pt x="1" y="43"/>
                      <a:pt x="27" y="69"/>
                    </a:cubicBezTo>
                    <a:cubicBezTo>
                      <a:pt x="110" y="168"/>
                      <a:pt x="184" y="284"/>
                      <a:pt x="242" y="408"/>
                    </a:cubicBezTo>
                    <a:cubicBezTo>
                      <a:pt x="267" y="466"/>
                      <a:pt x="284" y="533"/>
                      <a:pt x="309" y="591"/>
                    </a:cubicBezTo>
                    <a:cubicBezTo>
                      <a:pt x="325" y="665"/>
                      <a:pt x="325" y="748"/>
                      <a:pt x="392" y="790"/>
                    </a:cubicBezTo>
                    <a:cubicBezTo>
                      <a:pt x="401" y="794"/>
                      <a:pt x="410" y="796"/>
                      <a:pt x="419" y="796"/>
                    </a:cubicBezTo>
                    <a:cubicBezTo>
                      <a:pt x="442" y="796"/>
                      <a:pt x="463" y="783"/>
                      <a:pt x="474" y="765"/>
                    </a:cubicBezTo>
                    <a:cubicBezTo>
                      <a:pt x="532" y="707"/>
                      <a:pt x="483" y="599"/>
                      <a:pt x="458" y="533"/>
                    </a:cubicBezTo>
                    <a:cubicBezTo>
                      <a:pt x="433" y="466"/>
                      <a:pt x="400" y="400"/>
                      <a:pt x="367" y="334"/>
                    </a:cubicBezTo>
                    <a:cubicBezTo>
                      <a:pt x="292" y="210"/>
                      <a:pt x="201" y="102"/>
                      <a:pt x="85" y="11"/>
                    </a:cubicBezTo>
                    <a:cubicBezTo>
                      <a:pt x="76" y="4"/>
                      <a:pt x="67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4" name="Google Shape;4984;p12"/>
              <p:cNvSpPr/>
              <p:nvPr/>
            </p:nvSpPr>
            <p:spPr>
              <a:xfrm>
                <a:off x="2952650" y="4138575"/>
                <a:ext cx="3950" cy="6775"/>
              </a:xfrm>
              <a:custGeom>
                <a:rect b="b" l="l" r="r" t="t"/>
                <a:pathLst>
                  <a:path extrusionOk="0" h="271" w="158">
                    <a:moveTo>
                      <a:pt x="39" y="0"/>
                    </a:moveTo>
                    <a:cubicBezTo>
                      <a:pt x="34" y="0"/>
                      <a:pt x="30" y="1"/>
                      <a:pt x="25" y="3"/>
                    </a:cubicBezTo>
                    <a:cubicBezTo>
                      <a:pt x="9" y="19"/>
                      <a:pt x="0" y="44"/>
                      <a:pt x="9" y="61"/>
                    </a:cubicBezTo>
                    <a:cubicBezTo>
                      <a:pt x="17" y="94"/>
                      <a:pt x="34" y="135"/>
                      <a:pt x="42" y="168"/>
                    </a:cubicBezTo>
                    <a:cubicBezTo>
                      <a:pt x="50" y="185"/>
                      <a:pt x="58" y="202"/>
                      <a:pt x="67" y="210"/>
                    </a:cubicBezTo>
                    <a:cubicBezTo>
                      <a:pt x="75" y="226"/>
                      <a:pt x="75" y="235"/>
                      <a:pt x="91" y="251"/>
                    </a:cubicBezTo>
                    <a:lnTo>
                      <a:pt x="108" y="268"/>
                    </a:lnTo>
                    <a:cubicBezTo>
                      <a:pt x="112" y="270"/>
                      <a:pt x="117" y="271"/>
                      <a:pt x="122" y="271"/>
                    </a:cubicBezTo>
                    <a:cubicBezTo>
                      <a:pt x="136" y="271"/>
                      <a:pt x="149" y="262"/>
                      <a:pt x="149" y="243"/>
                    </a:cubicBezTo>
                    <a:cubicBezTo>
                      <a:pt x="149" y="235"/>
                      <a:pt x="158" y="226"/>
                      <a:pt x="158" y="218"/>
                    </a:cubicBezTo>
                    <a:cubicBezTo>
                      <a:pt x="158" y="202"/>
                      <a:pt x="149" y="193"/>
                      <a:pt x="141" y="177"/>
                    </a:cubicBezTo>
                    <a:cubicBezTo>
                      <a:pt x="141" y="160"/>
                      <a:pt x="133" y="144"/>
                      <a:pt x="125" y="127"/>
                    </a:cubicBezTo>
                    <a:cubicBezTo>
                      <a:pt x="116" y="94"/>
                      <a:pt x="100" y="61"/>
                      <a:pt x="83" y="28"/>
                    </a:cubicBezTo>
                    <a:cubicBezTo>
                      <a:pt x="76" y="14"/>
                      <a:pt x="5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5" name="Google Shape;4985;p12"/>
              <p:cNvSpPr/>
              <p:nvPr/>
            </p:nvSpPr>
            <p:spPr>
              <a:xfrm>
                <a:off x="3021000" y="4137750"/>
                <a:ext cx="4575" cy="10250"/>
              </a:xfrm>
              <a:custGeom>
                <a:rect b="b" l="l" r="r" t="t"/>
                <a:pathLst>
                  <a:path extrusionOk="0" h="410" w="183">
                    <a:moveTo>
                      <a:pt x="63" y="1"/>
                    </a:moveTo>
                    <a:cubicBezTo>
                      <a:pt x="59" y="1"/>
                      <a:pt x="55" y="1"/>
                      <a:pt x="50" y="3"/>
                    </a:cubicBezTo>
                    <a:cubicBezTo>
                      <a:pt x="25" y="3"/>
                      <a:pt x="1" y="27"/>
                      <a:pt x="9" y="61"/>
                    </a:cubicBezTo>
                    <a:cubicBezTo>
                      <a:pt x="25" y="119"/>
                      <a:pt x="34" y="185"/>
                      <a:pt x="50" y="243"/>
                    </a:cubicBezTo>
                    <a:cubicBezTo>
                      <a:pt x="59" y="276"/>
                      <a:pt x="59" y="309"/>
                      <a:pt x="75" y="342"/>
                    </a:cubicBezTo>
                    <a:cubicBezTo>
                      <a:pt x="83" y="372"/>
                      <a:pt x="97" y="410"/>
                      <a:pt x="131" y="410"/>
                    </a:cubicBezTo>
                    <a:cubicBezTo>
                      <a:pt x="134" y="410"/>
                      <a:pt x="138" y="409"/>
                      <a:pt x="141" y="409"/>
                    </a:cubicBezTo>
                    <a:cubicBezTo>
                      <a:pt x="183" y="409"/>
                      <a:pt x="183" y="351"/>
                      <a:pt x="175" y="317"/>
                    </a:cubicBezTo>
                    <a:lnTo>
                      <a:pt x="175" y="317"/>
                    </a:lnTo>
                    <a:lnTo>
                      <a:pt x="175" y="326"/>
                    </a:lnTo>
                    <a:cubicBezTo>
                      <a:pt x="175" y="293"/>
                      <a:pt x="166" y="259"/>
                      <a:pt x="158" y="235"/>
                    </a:cubicBezTo>
                    <a:cubicBezTo>
                      <a:pt x="141" y="168"/>
                      <a:pt x="125" y="102"/>
                      <a:pt x="108" y="44"/>
                    </a:cubicBezTo>
                    <a:cubicBezTo>
                      <a:pt x="101" y="22"/>
                      <a:pt x="88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6" name="Google Shape;4986;p12"/>
              <p:cNvSpPr/>
              <p:nvPr/>
            </p:nvSpPr>
            <p:spPr>
              <a:xfrm>
                <a:off x="2808375" y="4622075"/>
                <a:ext cx="5300" cy="21275"/>
              </a:xfrm>
              <a:custGeom>
                <a:rect b="b" l="l" r="r" t="t"/>
                <a:pathLst>
                  <a:path extrusionOk="0" h="851" w="212">
                    <a:moveTo>
                      <a:pt x="45" y="1"/>
                    </a:moveTo>
                    <a:cubicBezTo>
                      <a:pt x="22" y="1"/>
                      <a:pt x="0" y="16"/>
                      <a:pt x="5" y="42"/>
                    </a:cubicBezTo>
                    <a:cubicBezTo>
                      <a:pt x="30" y="175"/>
                      <a:pt x="54" y="308"/>
                      <a:pt x="71" y="440"/>
                    </a:cubicBezTo>
                    <a:cubicBezTo>
                      <a:pt x="79" y="506"/>
                      <a:pt x="96" y="573"/>
                      <a:pt x="104" y="639"/>
                    </a:cubicBezTo>
                    <a:cubicBezTo>
                      <a:pt x="112" y="705"/>
                      <a:pt x="112" y="772"/>
                      <a:pt x="137" y="830"/>
                    </a:cubicBezTo>
                    <a:cubicBezTo>
                      <a:pt x="144" y="844"/>
                      <a:pt x="157" y="851"/>
                      <a:pt x="168" y="851"/>
                    </a:cubicBezTo>
                    <a:cubicBezTo>
                      <a:pt x="184" y="851"/>
                      <a:pt x="199" y="840"/>
                      <a:pt x="204" y="821"/>
                    </a:cubicBezTo>
                    <a:cubicBezTo>
                      <a:pt x="212" y="755"/>
                      <a:pt x="204" y="697"/>
                      <a:pt x="195" y="631"/>
                    </a:cubicBezTo>
                    <a:cubicBezTo>
                      <a:pt x="187" y="564"/>
                      <a:pt x="179" y="498"/>
                      <a:pt x="170" y="432"/>
                    </a:cubicBezTo>
                    <a:cubicBezTo>
                      <a:pt x="146" y="299"/>
                      <a:pt x="121" y="167"/>
                      <a:pt x="88" y="34"/>
                    </a:cubicBezTo>
                    <a:cubicBezTo>
                      <a:pt x="84" y="11"/>
                      <a:pt x="64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7" name="Google Shape;4987;p12"/>
              <p:cNvSpPr/>
              <p:nvPr/>
            </p:nvSpPr>
            <p:spPr>
              <a:xfrm>
                <a:off x="2809925" y="4689125"/>
                <a:ext cx="7475" cy="11500"/>
              </a:xfrm>
              <a:custGeom>
                <a:rect b="b" l="l" r="r" t="t"/>
                <a:pathLst>
                  <a:path extrusionOk="0" h="460" w="299">
                    <a:moveTo>
                      <a:pt x="241" y="0"/>
                    </a:moveTo>
                    <a:cubicBezTo>
                      <a:pt x="218" y="0"/>
                      <a:pt x="197" y="10"/>
                      <a:pt x="191" y="28"/>
                    </a:cubicBezTo>
                    <a:cubicBezTo>
                      <a:pt x="166" y="95"/>
                      <a:pt x="133" y="153"/>
                      <a:pt x="100" y="219"/>
                    </a:cubicBezTo>
                    <a:cubicBezTo>
                      <a:pt x="92" y="227"/>
                      <a:pt x="84" y="244"/>
                      <a:pt x="75" y="260"/>
                    </a:cubicBezTo>
                    <a:lnTo>
                      <a:pt x="67" y="269"/>
                    </a:lnTo>
                    <a:cubicBezTo>
                      <a:pt x="67" y="285"/>
                      <a:pt x="59" y="293"/>
                      <a:pt x="50" y="302"/>
                    </a:cubicBezTo>
                    <a:cubicBezTo>
                      <a:pt x="34" y="335"/>
                      <a:pt x="26" y="368"/>
                      <a:pt x="9" y="401"/>
                    </a:cubicBezTo>
                    <a:cubicBezTo>
                      <a:pt x="1" y="418"/>
                      <a:pt x="9" y="443"/>
                      <a:pt x="26" y="451"/>
                    </a:cubicBezTo>
                    <a:cubicBezTo>
                      <a:pt x="35" y="457"/>
                      <a:pt x="45" y="460"/>
                      <a:pt x="54" y="460"/>
                    </a:cubicBezTo>
                    <a:cubicBezTo>
                      <a:pt x="68" y="460"/>
                      <a:pt x="82" y="453"/>
                      <a:pt x="92" y="443"/>
                    </a:cubicBezTo>
                    <a:cubicBezTo>
                      <a:pt x="108" y="418"/>
                      <a:pt x="133" y="393"/>
                      <a:pt x="150" y="360"/>
                    </a:cubicBezTo>
                    <a:cubicBezTo>
                      <a:pt x="175" y="327"/>
                      <a:pt x="191" y="293"/>
                      <a:pt x="208" y="260"/>
                    </a:cubicBezTo>
                    <a:cubicBezTo>
                      <a:pt x="233" y="202"/>
                      <a:pt x="266" y="136"/>
                      <a:pt x="291" y="70"/>
                    </a:cubicBezTo>
                    <a:cubicBezTo>
                      <a:pt x="299" y="45"/>
                      <a:pt x="291" y="12"/>
                      <a:pt x="266" y="3"/>
                    </a:cubicBezTo>
                    <a:cubicBezTo>
                      <a:pt x="258" y="1"/>
                      <a:pt x="249" y="0"/>
                      <a:pt x="2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8" name="Google Shape;4988;p12"/>
              <p:cNvSpPr/>
              <p:nvPr/>
            </p:nvSpPr>
            <p:spPr>
              <a:xfrm>
                <a:off x="2638775" y="4718225"/>
                <a:ext cx="38700" cy="30500"/>
              </a:xfrm>
              <a:custGeom>
                <a:rect b="b" l="l" r="r" t="t"/>
                <a:pathLst>
                  <a:path extrusionOk="0" h="1220" w="1548">
                    <a:moveTo>
                      <a:pt x="96" y="1"/>
                    </a:moveTo>
                    <a:cubicBezTo>
                      <a:pt x="48" y="1"/>
                      <a:pt x="0" y="44"/>
                      <a:pt x="28" y="99"/>
                    </a:cubicBezTo>
                    <a:cubicBezTo>
                      <a:pt x="160" y="372"/>
                      <a:pt x="417" y="579"/>
                      <a:pt x="657" y="762"/>
                    </a:cubicBezTo>
                    <a:cubicBezTo>
                      <a:pt x="782" y="853"/>
                      <a:pt x="906" y="944"/>
                      <a:pt x="1039" y="1019"/>
                    </a:cubicBezTo>
                    <a:cubicBezTo>
                      <a:pt x="1171" y="1101"/>
                      <a:pt x="1312" y="1184"/>
                      <a:pt x="1461" y="1217"/>
                    </a:cubicBezTo>
                    <a:cubicBezTo>
                      <a:pt x="1466" y="1219"/>
                      <a:pt x="1471" y="1220"/>
                      <a:pt x="1476" y="1220"/>
                    </a:cubicBezTo>
                    <a:cubicBezTo>
                      <a:pt x="1524" y="1220"/>
                      <a:pt x="1548" y="1148"/>
                      <a:pt x="1503" y="1118"/>
                    </a:cubicBezTo>
                    <a:cubicBezTo>
                      <a:pt x="1445" y="1068"/>
                      <a:pt x="1387" y="1043"/>
                      <a:pt x="1320" y="1002"/>
                    </a:cubicBezTo>
                    <a:cubicBezTo>
                      <a:pt x="1254" y="969"/>
                      <a:pt x="1196" y="927"/>
                      <a:pt x="1130" y="886"/>
                    </a:cubicBezTo>
                    <a:cubicBezTo>
                      <a:pt x="1005" y="820"/>
                      <a:pt x="881" y="737"/>
                      <a:pt x="765" y="654"/>
                    </a:cubicBezTo>
                    <a:cubicBezTo>
                      <a:pt x="541" y="480"/>
                      <a:pt x="285" y="298"/>
                      <a:pt x="160" y="41"/>
                    </a:cubicBezTo>
                    <a:cubicBezTo>
                      <a:pt x="146" y="13"/>
                      <a:pt x="121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9" name="Google Shape;4989;p12"/>
              <p:cNvSpPr/>
              <p:nvPr/>
            </p:nvSpPr>
            <p:spPr>
              <a:xfrm>
                <a:off x="2803575" y="4697475"/>
                <a:ext cx="3900" cy="9250"/>
              </a:xfrm>
              <a:custGeom>
                <a:rect b="b" l="l" r="r" t="t"/>
                <a:pathLst>
                  <a:path extrusionOk="0" h="370" w="156">
                    <a:moveTo>
                      <a:pt x="121" y="1"/>
                    </a:moveTo>
                    <a:cubicBezTo>
                      <a:pt x="108" y="1"/>
                      <a:pt x="93" y="9"/>
                      <a:pt x="89" y="26"/>
                    </a:cubicBezTo>
                    <a:cubicBezTo>
                      <a:pt x="89" y="34"/>
                      <a:pt x="89" y="51"/>
                      <a:pt x="81" y="59"/>
                    </a:cubicBezTo>
                    <a:cubicBezTo>
                      <a:pt x="81" y="75"/>
                      <a:pt x="72" y="84"/>
                      <a:pt x="72" y="100"/>
                    </a:cubicBezTo>
                    <a:cubicBezTo>
                      <a:pt x="64" y="125"/>
                      <a:pt x="56" y="150"/>
                      <a:pt x="48" y="175"/>
                    </a:cubicBezTo>
                    <a:lnTo>
                      <a:pt x="39" y="216"/>
                    </a:lnTo>
                    <a:cubicBezTo>
                      <a:pt x="31" y="233"/>
                      <a:pt x="23" y="241"/>
                      <a:pt x="23" y="258"/>
                    </a:cubicBezTo>
                    <a:cubicBezTo>
                      <a:pt x="23" y="266"/>
                      <a:pt x="23" y="283"/>
                      <a:pt x="23" y="291"/>
                    </a:cubicBezTo>
                    <a:cubicBezTo>
                      <a:pt x="14" y="307"/>
                      <a:pt x="14" y="324"/>
                      <a:pt x="6" y="341"/>
                    </a:cubicBezTo>
                    <a:cubicBezTo>
                      <a:pt x="1" y="357"/>
                      <a:pt x="16" y="369"/>
                      <a:pt x="35" y="369"/>
                    </a:cubicBezTo>
                    <a:cubicBezTo>
                      <a:pt x="45" y="369"/>
                      <a:pt x="55" y="366"/>
                      <a:pt x="64" y="357"/>
                    </a:cubicBezTo>
                    <a:cubicBezTo>
                      <a:pt x="72" y="349"/>
                      <a:pt x="81" y="332"/>
                      <a:pt x="81" y="324"/>
                    </a:cubicBezTo>
                    <a:cubicBezTo>
                      <a:pt x="89" y="316"/>
                      <a:pt x="89" y="307"/>
                      <a:pt x="97" y="299"/>
                    </a:cubicBezTo>
                    <a:lnTo>
                      <a:pt x="106" y="291"/>
                    </a:lnTo>
                    <a:cubicBezTo>
                      <a:pt x="114" y="274"/>
                      <a:pt x="122" y="258"/>
                      <a:pt x="122" y="249"/>
                    </a:cubicBezTo>
                    <a:cubicBezTo>
                      <a:pt x="130" y="233"/>
                      <a:pt x="139" y="216"/>
                      <a:pt x="139" y="200"/>
                    </a:cubicBezTo>
                    <a:cubicBezTo>
                      <a:pt x="147" y="167"/>
                      <a:pt x="155" y="142"/>
                      <a:pt x="155" y="117"/>
                    </a:cubicBezTo>
                    <a:cubicBezTo>
                      <a:pt x="155" y="100"/>
                      <a:pt x="155" y="84"/>
                      <a:pt x="147" y="67"/>
                    </a:cubicBezTo>
                    <a:cubicBezTo>
                      <a:pt x="147" y="51"/>
                      <a:pt x="147" y="34"/>
                      <a:pt x="147" y="26"/>
                    </a:cubicBezTo>
                    <a:cubicBezTo>
                      <a:pt x="147" y="9"/>
                      <a:pt x="135" y="1"/>
                      <a:pt x="1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0" name="Google Shape;4990;p12"/>
              <p:cNvSpPr/>
              <p:nvPr/>
            </p:nvSpPr>
            <p:spPr>
              <a:xfrm>
                <a:off x="2802475" y="4726975"/>
                <a:ext cx="6650" cy="8725"/>
              </a:xfrm>
              <a:custGeom>
                <a:rect b="b" l="l" r="r" t="t"/>
                <a:pathLst>
                  <a:path extrusionOk="0" h="349" w="266">
                    <a:moveTo>
                      <a:pt x="220" y="0"/>
                    </a:moveTo>
                    <a:cubicBezTo>
                      <a:pt x="210" y="0"/>
                      <a:pt x="201" y="4"/>
                      <a:pt x="191" y="14"/>
                    </a:cubicBezTo>
                    <a:cubicBezTo>
                      <a:pt x="158" y="55"/>
                      <a:pt x="133" y="97"/>
                      <a:pt x="100" y="138"/>
                    </a:cubicBezTo>
                    <a:cubicBezTo>
                      <a:pt x="67" y="180"/>
                      <a:pt x="42" y="229"/>
                      <a:pt x="17" y="271"/>
                    </a:cubicBezTo>
                    <a:cubicBezTo>
                      <a:pt x="0" y="287"/>
                      <a:pt x="0" y="321"/>
                      <a:pt x="25" y="337"/>
                    </a:cubicBezTo>
                    <a:cubicBezTo>
                      <a:pt x="36" y="345"/>
                      <a:pt x="49" y="349"/>
                      <a:pt x="61" y="349"/>
                    </a:cubicBezTo>
                    <a:cubicBezTo>
                      <a:pt x="75" y="349"/>
                      <a:pt x="87" y="343"/>
                      <a:pt x="92" y="329"/>
                    </a:cubicBezTo>
                    <a:cubicBezTo>
                      <a:pt x="125" y="279"/>
                      <a:pt x="158" y="238"/>
                      <a:pt x="183" y="188"/>
                    </a:cubicBezTo>
                    <a:cubicBezTo>
                      <a:pt x="208" y="147"/>
                      <a:pt x="232" y="97"/>
                      <a:pt x="257" y="55"/>
                    </a:cubicBezTo>
                    <a:cubicBezTo>
                      <a:pt x="266" y="39"/>
                      <a:pt x="257" y="14"/>
                      <a:pt x="241" y="6"/>
                    </a:cubicBezTo>
                    <a:cubicBezTo>
                      <a:pt x="234" y="2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1" name="Google Shape;4991;p12"/>
              <p:cNvSpPr/>
              <p:nvPr/>
            </p:nvSpPr>
            <p:spPr>
              <a:xfrm>
                <a:off x="2818225" y="4715225"/>
                <a:ext cx="4975" cy="7600"/>
              </a:xfrm>
              <a:custGeom>
                <a:rect b="b" l="l" r="r" t="t"/>
                <a:pathLst>
                  <a:path extrusionOk="0" h="304" w="199">
                    <a:moveTo>
                      <a:pt x="152" y="0"/>
                    </a:moveTo>
                    <a:cubicBezTo>
                      <a:pt x="138" y="0"/>
                      <a:pt x="122" y="10"/>
                      <a:pt x="116" y="28"/>
                    </a:cubicBezTo>
                    <a:cubicBezTo>
                      <a:pt x="83" y="95"/>
                      <a:pt x="42" y="169"/>
                      <a:pt x="8" y="244"/>
                    </a:cubicBezTo>
                    <a:cubicBezTo>
                      <a:pt x="0" y="260"/>
                      <a:pt x="8" y="293"/>
                      <a:pt x="33" y="302"/>
                    </a:cubicBezTo>
                    <a:cubicBezTo>
                      <a:pt x="38" y="303"/>
                      <a:pt x="42" y="304"/>
                      <a:pt x="47" y="304"/>
                    </a:cubicBezTo>
                    <a:cubicBezTo>
                      <a:pt x="67" y="304"/>
                      <a:pt x="84" y="290"/>
                      <a:pt x="91" y="277"/>
                    </a:cubicBezTo>
                    <a:cubicBezTo>
                      <a:pt x="124" y="202"/>
                      <a:pt x="157" y="128"/>
                      <a:pt x="191" y="53"/>
                    </a:cubicBezTo>
                    <a:cubicBezTo>
                      <a:pt x="199" y="37"/>
                      <a:pt x="191" y="12"/>
                      <a:pt x="174" y="3"/>
                    </a:cubicBezTo>
                    <a:lnTo>
                      <a:pt x="166" y="3"/>
                    </a:lnTo>
                    <a:cubicBezTo>
                      <a:pt x="162" y="1"/>
                      <a:pt x="157" y="0"/>
                      <a:pt x="1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2" name="Google Shape;4992;p12"/>
              <p:cNvSpPr/>
              <p:nvPr/>
            </p:nvSpPr>
            <p:spPr>
              <a:xfrm>
                <a:off x="2789825" y="4589150"/>
                <a:ext cx="11625" cy="18500"/>
              </a:xfrm>
              <a:custGeom>
                <a:rect b="b" l="l" r="r" t="t"/>
                <a:pathLst>
                  <a:path extrusionOk="0" h="740" w="465">
                    <a:moveTo>
                      <a:pt x="89" y="1"/>
                    </a:moveTo>
                    <a:cubicBezTo>
                      <a:pt x="49" y="1"/>
                      <a:pt x="9" y="30"/>
                      <a:pt x="9" y="75"/>
                    </a:cubicBezTo>
                    <a:cubicBezTo>
                      <a:pt x="1" y="150"/>
                      <a:pt x="42" y="208"/>
                      <a:pt x="84" y="266"/>
                    </a:cubicBezTo>
                    <a:cubicBezTo>
                      <a:pt x="117" y="324"/>
                      <a:pt x="150" y="373"/>
                      <a:pt x="192" y="423"/>
                    </a:cubicBezTo>
                    <a:cubicBezTo>
                      <a:pt x="225" y="473"/>
                      <a:pt x="258" y="514"/>
                      <a:pt x="291" y="564"/>
                    </a:cubicBezTo>
                    <a:cubicBezTo>
                      <a:pt x="324" y="605"/>
                      <a:pt x="357" y="647"/>
                      <a:pt x="366" y="705"/>
                    </a:cubicBezTo>
                    <a:cubicBezTo>
                      <a:pt x="369" y="729"/>
                      <a:pt x="387" y="739"/>
                      <a:pt x="404" y="739"/>
                    </a:cubicBezTo>
                    <a:cubicBezTo>
                      <a:pt x="424" y="739"/>
                      <a:pt x="444" y="727"/>
                      <a:pt x="448" y="705"/>
                    </a:cubicBezTo>
                    <a:cubicBezTo>
                      <a:pt x="457" y="647"/>
                      <a:pt x="465" y="581"/>
                      <a:pt x="448" y="523"/>
                    </a:cubicBezTo>
                    <a:cubicBezTo>
                      <a:pt x="432" y="465"/>
                      <a:pt x="399" y="407"/>
                      <a:pt x="374" y="349"/>
                    </a:cubicBezTo>
                    <a:cubicBezTo>
                      <a:pt x="341" y="282"/>
                      <a:pt x="308" y="224"/>
                      <a:pt x="266" y="166"/>
                    </a:cubicBezTo>
                    <a:cubicBezTo>
                      <a:pt x="233" y="100"/>
                      <a:pt x="192" y="34"/>
                      <a:pt x="125" y="9"/>
                    </a:cubicBezTo>
                    <a:cubicBezTo>
                      <a:pt x="114" y="3"/>
                      <a:pt x="102" y="1"/>
                      <a:pt x="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3" name="Google Shape;4993;p12"/>
              <p:cNvSpPr/>
              <p:nvPr/>
            </p:nvSpPr>
            <p:spPr>
              <a:xfrm>
                <a:off x="2783050" y="4576975"/>
                <a:ext cx="2875" cy="4325"/>
              </a:xfrm>
              <a:custGeom>
                <a:rect b="b" l="l" r="r" t="t"/>
                <a:pathLst>
                  <a:path extrusionOk="0" h="173" w="115">
                    <a:moveTo>
                      <a:pt x="24" y="0"/>
                    </a:moveTo>
                    <a:cubicBezTo>
                      <a:pt x="12" y="0"/>
                      <a:pt x="1" y="12"/>
                      <a:pt x="7" y="24"/>
                    </a:cubicBezTo>
                    <a:cubicBezTo>
                      <a:pt x="7" y="32"/>
                      <a:pt x="7" y="48"/>
                      <a:pt x="7" y="57"/>
                    </a:cubicBezTo>
                    <a:cubicBezTo>
                      <a:pt x="7" y="65"/>
                      <a:pt x="15" y="82"/>
                      <a:pt x="15" y="90"/>
                    </a:cubicBezTo>
                    <a:cubicBezTo>
                      <a:pt x="23" y="106"/>
                      <a:pt x="32" y="131"/>
                      <a:pt x="32" y="148"/>
                    </a:cubicBezTo>
                    <a:cubicBezTo>
                      <a:pt x="40" y="156"/>
                      <a:pt x="48" y="164"/>
                      <a:pt x="57" y="173"/>
                    </a:cubicBezTo>
                    <a:lnTo>
                      <a:pt x="98" y="173"/>
                    </a:lnTo>
                    <a:cubicBezTo>
                      <a:pt x="106" y="164"/>
                      <a:pt x="106" y="156"/>
                      <a:pt x="115" y="148"/>
                    </a:cubicBezTo>
                    <a:lnTo>
                      <a:pt x="115" y="123"/>
                    </a:lnTo>
                    <a:cubicBezTo>
                      <a:pt x="115" y="123"/>
                      <a:pt x="115" y="115"/>
                      <a:pt x="106" y="106"/>
                    </a:cubicBezTo>
                    <a:lnTo>
                      <a:pt x="73" y="57"/>
                    </a:lnTo>
                    <a:cubicBezTo>
                      <a:pt x="73" y="48"/>
                      <a:pt x="65" y="40"/>
                      <a:pt x="57" y="32"/>
                    </a:cubicBezTo>
                    <a:cubicBezTo>
                      <a:pt x="57" y="24"/>
                      <a:pt x="48" y="15"/>
                      <a:pt x="40" y="7"/>
                    </a:cubicBezTo>
                    <a:cubicBezTo>
                      <a:pt x="35" y="2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4" name="Google Shape;4994;p12"/>
              <p:cNvSpPr/>
              <p:nvPr/>
            </p:nvSpPr>
            <p:spPr>
              <a:xfrm>
                <a:off x="2829200" y="4508375"/>
                <a:ext cx="3950" cy="13575"/>
              </a:xfrm>
              <a:custGeom>
                <a:rect b="b" l="l" r="r" t="t"/>
                <a:pathLst>
                  <a:path extrusionOk="0" h="543" w="158">
                    <a:moveTo>
                      <a:pt x="75" y="0"/>
                    </a:moveTo>
                    <a:cubicBezTo>
                      <a:pt x="50" y="0"/>
                      <a:pt x="33" y="17"/>
                      <a:pt x="25" y="42"/>
                    </a:cubicBezTo>
                    <a:cubicBezTo>
                      <a:pt x="8" y="125"/>
                      <a:pt x="0" y="207"/>
                      <a:pt x="8" y="290"/>
                    </a:cubicBezTo>
                    <a:cubicBezTo>
                      <a:pt x="17" y="373"/>
                      <a:pt x="42" y="464"/>
                      <a:pt x="91" y="531"/>
                    </a:cubicBezTo>
                    <a:cubicBezTo>
                      <a:pt x="100" y="539"/>
                      <a:pt x="110" y="543"/>
                      <a:pt x="120" y="543"/>
                    </a:cubicBezTo>
                    <a:cubicBezTo>
                      <a:pt x="139" y="543"/>
                      <a:pt x="158" y="528"/>
                      <a:pt x="158" y="506"/>
                    </a:cubicBezTo>
                    <a:cubicBezTo>
                      <a:pt x="141" y="431"/>
                      <a:pt x="116" y="357"/>
                      <a:pt x="108" y="282"/>
                    </a:cubicBezTo>
                    <a:cubicBezTo>
                      <a:pt x="100" y="199"/>
                      <a:pt x="100" y="125"/>
                      <a:pt x="116" y="50"/>
                    </a:cubicBezTo>
                    <a:cubicBezTo>
                      <a:pt x="116" y="25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5" name="Google Shape;4995;p12"/>
              <p:cNvSpPr/>
              <p:nvPr/>
            </p:nvSpPr>
            <p:spPr>
              <a:xfrm>
                <a:off x="2836650" y="4515575"/>
                <a:ext cx="3125" cy="11400"/>
              </a:xfrm>
              <a:custGeom>
                <a:rect b="b" l="l" r="r" t="t"/>
                <a:pathLst>
                  <a:path extrusionOk="0" h="456" w="125">
                    <a:moveTo>
                      <a:pt x="62" y="1"/>
                    </a:moveTo>
                    <a:cubicBezTo>
                      <a:pt x="36" y="1"/>
                      <a:pt x="17" y="22"/>
                      <a:pt x="17" y="44"/>
                    </a:cubicBezTo>
                    <a:cubicBezTo>
                      <a:pt x="0" y="110"/>
                      <a:pt x="0" y="185"/>
                      <a:pt x="0" y="251"/>
                    </a:cubicBezTo>
                    <a:cubicBezTo>
                      <a:pt x="9" y="284"/>
                      <a:pt x="17" y="317"/>
                      <a:pt x="17" y="350"/>
                    </a:cubicBezTo>
                    <a:cubicBezTo>
                      <a:pt x="34" y="383"/>
                      <a:pt x="42" y="417"/>
                      <a:pt x="67" y="441"/>
                    </a:cubicBezTo>
                    <a:cubicBezTo>
                      <a:pt x="73" y="451"/>
                      <a:pt x="82" y="456"/>
                      <a:pt x="91" y="456"/>
                    </a:cubicBezTo>
                    <a:cubicBezTo>
                      <a:pt x="104" y="456"/>
                      <a:pt x="116" y="445"/>
                      <a:pt x="116" y="425"/>
                    </a:cubicBezTo>
                    <a:cubicBezTo>
                      <a:pt x="125" y="392"/>
                      <a:pt x="125" y="359"/>
                      <a:pt x="116" y="325"/>
                    </a:cubicBezTo>
                    <a:cubicBezTo>
                      <a:pt x="116" y="317"/>
                      <a:pt x="116" y="301"/>
                      <a:pt x="116" y="284"/>
                    </a:cubicBezTo>
                    <a:lnTo>
                      <a:pt x="116" y="251"/>
                    </a:lnTo>
                    <a:cubicBezTo>
                      <a:pt x="116" y="218"/>
                      <a:pt x="116" y="185"/>
                      <a:pt x="116" y="160"/>
                    </a:cubicBezTo>
                    <a:cubicBezTo>
                      <a:pt x="116" y="127"/>
                      <a:pt x="116" y="93"/>
                      <a:pt x="125" y="60"/>
                    </a:cubicBezTo>
                    <a:cubicBezTo>
                      <a:pt x="125" y="35"/>
                      <a:pt x="100" y="2"/>
                      <a:pt x="75" y="2"/>
                    </a:cubicBezTo>
                    <a:cubicBezTo>
                      <a:pt x="71" y="1"/>
                      <a:pt x="66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6" name="Google Shape;4996;p12"/>
              <p:cNvSpPr/>
              <p:nvPr/>
            </p:nvSpPr>
            <p:spPr>
              <a:xfrm>
                <a:off x="2867300" y="4525975"/>
                <a:ext cx="3750" cy="6100"/>
              </a:xfrm>
              <a:custGeom>
                <a:rect b="b" l="l" r="r" t="t"/>
                <a:pathLst>
                  <a:path extrusionOk="0" h="244" w="150">
                    <a:moveTo>
                      <a:pt x="125" y="1"/>
                    </a:moveTo>
                    <a:cubicBezTo>
                      <a:pt x="125" y="1"/>
                      <a:pt x="125" y="1"/>
                      <a:pt x="125" y="1"/>
                    </a:cubicBezTo>
                    <a:lnTo>
                      <a:pt x="125" y="1"/>
                    </a:lnTo>
                    <a:cubicBezTo>
                      <a:pt x="128" y="1"/>
                      <a:pt x="131" y="1"/>
                      <a:pt x="133" y="1"/>
                    </a:cubicBezTo>
                    <a:close/>
                    <a:moveTo>
                      <a:pt x="125" y="1"/>
                    </a:moveTo>
                    <a:cubicBezTo>
                      <a:pt x="112" y="1"/>
                      <a:pt x="99" y="3"/>
                      <a:pt x="92" y="17"/>
                    </a:cubicBezTo>
                    <a:cubicBezTo>
                      <a:pt x="75" y="25"/>
                      <a:pt x="67" y="42"/>
                      <a:pt x="59" y="59"/>
                    </a:cubicBezTo>
                    <a:cubicBezTo>
                      <a:pt x="59" y="75"/>
                      <a:pt x="50" y="83"/>
                      <a:pt x="42" y="100"/>
                    </a:cubicBezTo>
                    <a:cubicBezTo>
                      <a:pt x="34" y="125"/>
                      <a:pt x="17" y="150"/>
                      <a:pt x="9" y="183"/>
                    </a:cubicBezTo>
                    <a:cubicBezTo>
                      <a:pt x="1" y="199"/>
                      <a:pt x="9" y="233"/>
                      <a:pt x="34" y="241"/>
                    </a:cubicBezTo>
                    <a:cubicBezTo>
                      <a:pt x="40" y="243"/>
                      <a:pt x="47" y="244"/>
                      <a:pt x="54" y="244"/>
                    </a:cubicBezTo>
                    <a:cubicBezTo>
                      <a:pt x="74" y="244"/>
                      <a:pt x="94" y="235"/>
                      <a:pt x="100" y="216"/>
                    </a:cubicBezTo>
                    <a:cubicBezTo>
                      <a:pt x="108" y="191"/>
                      <a:pt x="117" y="158"/>
                      <a:pt x="125" y="133"/>
                    </a:cubicBezTo>
                    <a:cubicBezTo>
                      <a:pt x="133" y="117"/>
                      <a:pt x="133" y="108"/>
                      <a:pt x="142" y="92"/>
                    </a:cubicBezTo>
                    <a:cubicBezTo>
                      <a:pt x="142" y="83"/>
                      <a:pt x="150" y="75"/>
                      <a:pt x="150" y="67"/>
                    </a:cubicBezTo>
                    <a:cubicBezTo>
                      <a:pt x="150" y="59"/>
                      <a:pt x="150" y="50"/>
                      <a:pt x="150" y="42"/>
                    </a:cubicBezTo>
                    <a:cubicBezTo>
                      <a:pt x="150" y="25"/>
                      <a:pt x="142" y="9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7" name="Google Shape;4997;p12"/>
              <p:cNvSpPr/>
              <p:nvPr/>
            </p:nvSpPr>
            <p:spPr>
              <a:xfrm>
                <a:off x="2879950" y="4529050"/>
                <a:ext cx="1675" cy="1300"/>
              </a:xfrm>
              <a:custGeom>
                <a:rect b="b" l="l" r="r" t="t"/>
                <a:pathLst>
                  <a:path extrusionOk="0" h="52" w="67">
                    <a:moveTo>
                      <a:pt x="40" y="1"/>
                    </a:moveTo>
                    <a:cubicBezTo>
                      <a:pt x="38" y="1"/>
                      <a:pt x="36" y="1"/>
                      <a:pt x="33" y="2"/>
                    </a:cubicBezTo>
                    <a:cubicBezTo>
                      <a:pt x="0" y="2"/>
                      <a:pt x="0" y="52"/>
                      <a:pt x="33" y="52"/>
                    </a:cubicBezTo>
                    <a:cubicBezTo>
                      <a:pt x="64" y="44"/>
                      <a:pt x="66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8" name="Google Shape;4998;p12"/>
              <p:cNvSpPr/>
              <p:nvPr/>
            </p:nvSpPr>
            <p:spPr>
              <a:xfrm>
                <a:off x="2882625" y="4530950"/>
                <a:ext cx="3750" cy="6450"/>
              </a:xfrm>
              <a:custGeom>
                <a:rect b="b" l="l" r="r" t="t"/>
                <a:pathLst>
                  <a:path extrusionOk="0" h="258" w="150">
                    <a:moveTo>
                      <a:pt x="100" y="0"/>
                    </a:moveTo>
                    <a:cubicBezTo>
                      <a:pt x="92" y="0"/>
                      <a:pt x="75" y="9"/>
                      <a:pt x="75" y="17"/>
                    </a:cubicBezTo>
                    <a:cubicBezTo>
                      <a:pt x="67" y="34"/>
                      <a:pt x="59" y="42"/>
                      <a:pt x="51" y="58"/>
                    </a:cubicBezTo>
                    <a:cubicBezTo>
                      <a:pt x="51" y="75"/>
                      <a:pt x="42" y="83"/>
                      <a:pt x="34" y="100"/>
                    </a:cubicBezTo>
                    <a:cubicBezTo>
                      <a:pt x="26" y="125"/>
                      <a:pt x="17" y="150"/>
                      <a:pt x="9" y="183"/>
                    </a:cubicBezTo>
                    <a:cubicBezTo>
                      <a:pt x="1" y="208"/>
                      <a:pt x="17" y="241"/>
                      <a:pt x="51" y="257"/>
                    </a:cubicBezTo>
                    <a:cubicBezTo>
                      <a:pt x="59" y="257"/>
                      <a:pt x="75" y="257"/>
                      <a:pt x="92" y="249"/>
                    </a:cubicBezTo>
                    <a:cubicBezTo>
                      <a:pt x="109" y="241"/>
                      <a:pt x="117" y="224"/>
                      <a:pt x="117" y="208"/>
                    </a:cubicBezTo>
                    <a:cubicBezTo>
                      <a:pt x="125" y="183"/>
                      <a:pt x="133" y="158"/>
                      <a:pt x="133" y="125"/>
                    </a:cubicBezTo>
                    <a:lnTo>
                      <a:pt x="142" y="92"/>
                    </a:lnTo>
                    <a:cubicBezTo>
                      <a:pt x="150" y="83"/>
                      <a:pt x="150" y="75"/>
                      <a:pt x="150" y="67"/>
                    </a:cubicBezTo>
                    <a:lnTo>
                      <a:pt x="150" y="50"/>
                    </a:lnTo>
                    <a:cubicBezTo>
                      <a:pt x="150" y="34"/>
                      <a:pt x="150" y="25"/>
                      <a:pt x="142" y="17"/>
                    </a:cubicBezTo>
                    <a:cubicBezTo>
                      <a:pt x="142" y="9"/>
                      <a:pt x="133" y="9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9" name="Google Shape;4999;p12"/>
              <p:cNvSpPr/>
              <p:nvPr/>
            </p:nvSpPr>
            <p:spPr>
              <a:xfrm>
                <a:off x="2992000" y="4463525"/>
                <a:ext cx="3550" cy="9250"/>
              </a:xfrm>
              <a:custGeom>
                <a:rect b="b" l="l" r="r" t="t"/>
                <a:pathLst>
                  <a:path extrusionOk="0" h="370" w="142">
                    <a:moveTo>
                      <a:pt x="71" y="0"/>
                    </a:moveTo>
                    <a:cubicBezTo>
                      <a:pt x="59" y="0"/>
                      <a:pt x="46" y="5"/>
                      <a:pt x="34" y="13"/>
                    </a:cubicBezTo>
                    <a:cubicBezTo>
                      <a:pt x="1" y="38"/>
                      <a:pt x="9" y="79"/>
                      <a:pt x="9" y="112"/>
                    </a:cubicBezTo>
                    <a:lnTo>
                      <a:pt x="17" y="187"/>
                    </a:lnTo>
                    <a:lnTo>
                      <a:pt x="25" y="328"/>
                    </a:lnTo>
                    <a:cubicBezTo>
                      <a:pt x="25" y="353"/>
                      <a:pt x="50" y="369"/>
                      <a:pt x="75" y="369"/>
                    </a:cubicBezTo>
                    <a:cubicBezTo>
                      <a:pt x="100" y="369"/>
                      <a:pt x="125" y="353"/>
                      <a:pt x="125" y="328"/>
                    </a:cubicBezTo>
                    <a:cubicBezTo>
                      <a:pt x="125" y="278"/>
                      <a:pt x="125" y="228"/>
                      <a:pt x="133" y="187"/>
                    </a:cubicBezTo>
                    <a:cubicBezTo>
                      <a:pt x="133" y="162"/>
                      <a:pt x="133" y="137"/>
                      <a:pt x="133" y="121"/>
                    </a:cubicBezTo>
                    <a:cubicBezTo>
                      <a:pt x="133" y="79"/>
                      <a:pt x="141" y="38"/>
                      <a:pt x="108" y="13"/>
                    </a:cubicBezTo>
                    <a:cubicBezTo>
                      <a:pt x="96" y="5"/>
                      <a:pt x="83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00" name="Google Shape;5000;p12"/>
              <p:cNvSpPr/>
              <p:nvPr/>
            </p:nvSpPr>
            <p:spPr>
              <a:xfrm>
                <a:off x="2995100" y="4467250"/>
                <a:ext cx="3350" cy="8450"/>
              </a:xfrm>
              <a:custGeom>
                <a:rect b="b" l="l" r="r" t="t"/>
                <a:pathLst>
                  <a:path extrusionOk="0" h="338" w="134">
                    <a:moveTo>
                      <a:pt x="98" y="0"/>
                    </a:moveTo>
                    <a:cubicBezTo>
                      <a:pt x="90" y="0"/>
                      <a:pt x="82" y="4"/>
                      <a:pt x="75" y="13"/>
                    </a:cubicBezTo>
                    <a:cubicBezTo>
                      <a:pt x="67" y="30"/>
                      <a:pt x="59" y="54"/>
                      <a:pt x="51" y="71"/>
                    </a:cubicBezTo>
                    <a:cubicBezTo>
                      <a:pt x="42" y="88"/>
                      <a:pt x="34" y="104"/>
                      <a:pt x="34" y="112"/>
                    </a:cubicBezTo>
                    <a:cubicBezTo>
                      <a:pt x="34" y="129"/>
                      <a:pt x="26" y="137"/>
                      <a:pt x="26" y="146"/>
                    </a:cubicBezTo>
                    <a:cubicBezTo>
                      <a:pt x="17" y="195"/>
                      <a:pt x="9" y="237"/>
                      <a:pt x="1" y="286"/>
                    </a:cubicBezTo>
                    <a:cubicBezTo>
                      <a:pt x="1" y="311"/>
                      <a:pt x="17" y="336"/>
                      <a:pt x="42" y="336"/>
                    </a:cubicBezTo>
                    <a:cubicBezTo>
                      <a:pt x="47" y="337"/>
                      <a:pt x="51" y="338"/>
                      <a:pt x="55" y="338"/>
                    </a:cubicBezTo>
                    <a:cubicBezTo>
                      <a:pt x="80" y="338"/>
                      <a:pt x="93" y="316"/>
                      <a:pt x="100" y="295"/>
                    </a:cubicBezTo>
                    <a:cubicBezTo>
                      <a:pt x="109" y="253"/>
                      <a:pt x="117" y="212"/>
                      <a:pt x="125" y="162"/>
                    </a:cubicBezTo>
                    <a:cubicBezTo>
                      <a:pt x="125" y="154"/>
                      <a:pt x="133" y="137"/>
                      <a:pt x="133" y="129"/>
                    </a:cubicBezTo>
                    <a:cubicBezTo>
                      <a:pt x="133" y="121"/>
                      <a:pt x="133" y="104"/>
                      <a:pt x="133" y="88"/>
                    </a:cubicBezTo>
                    <a:cubicBezTo>
                      <a:pt x="133" y="71"/>
                      <a:pt x="133" y="46"/>
                      <a:pt x="125" y="21"/>
                    </a:cubicBezTo>
                    <a:cubicBezTo>
                      <a:pt x="125" y="11"/>
                      <a:pt x="112" y="0"/>
                      <a:pt x="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01" name="Google Shape;5001;p12"/>
              <p:cNvSpPr/>
              <p:nvPr/>
            </p:nvSpPr>
            <p:spPr>
              <a:xfrm>
                <a:off x="2648975" y="4692775"/>
                <a:ext cx="3975" cy="6600"/>
              </a:xfrm>
              <a:custGeom>
                <a:rect b="b" l="l" r="r" t="t"/>
                <a:pathLst>
                  <a:path extrusionOk="0" h="264" w="159">
                    <a:moveTo>
                      <a:pt x="58" y="0"/>
                    </a:moveTo>
                    <a:cubicBezTo>
                      <a:pt x="51" y="0"/>
                      <a:pt x="42" y="2"/>
                      <a:pt x="34" y="7"/>
                    </a:cubicBezTo>
                    <a:cubicBezTo>
                      <a:pt x="9" y="15"/>
                      <a:pt x="1" y="31"/>
                      <a:pt x="9" y="56"/>
                    </a:cubicBezTo>
                    <a:lnTo>
                      <a:pt x="34" y="222"/>
                    </a:lnTo>
                    <a:cubicBezTo>
                      <a:pt x="34" y="239"/>
                      <a:pt x="51" y="247"/>
                      <a:pt x="59" y="255"/>
                    </a:cubicBezTo>
                    <a:cubicBezTo>
                      <a:pt x="75" y="263"/>
                      <a:pt x="92" y="263"/>
                      <a:pt x="109" y="263"/>
                    </a:cubicBezTo>
                    <a:cubicBezTo>
                      <a:pt x="125" y="255"/>
                      <a:pt x="133" y="247"/>
                      <a:pt x="142" y="239"/>
                    </a:cubicBezTo>
                    <a:cubicBezTo>
                      <a:pt x="150" y="222"/>
                      <a:pt x="158" y="205"/>
                      <a:pt x="150" y="189"/>
                    </a:cubicBezTo>
                    <a:cubicBezTo>
                      <a:pt x="133" y="139"/>
                      <a:pt x="117" y="89"/>
                      <a:pt x="92" y="31"/>
                    </a:cubicBezTo>
                    <a:cubicBezTo>
                      <a:pt x="92" y="23"/>
                      <a:pt x="84" y="15"/>
                      <a:pt x="75" y="7"/>
                    </a:cubicBezTo>
                    <a:cubicBezTo>
                      <a:pt x="71" y="2"/>
                      <a:pt x="65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02" name="Google Shape;5002;p12"/>
              <p:cNvSpPr/>
              <p:nvPr/>
            </p:nvSpPr>
            <p:spPr>
              <a:xfrm>
                <a:off x="2983500" y="4026675"/>
                <a:ext cx="8325" cy="11100"/>
              </a:xfrm>
              <a:custGeom>
                <a:rect b="b" l="l" r="r" t="t"/>
                <a:pathLst>
                  <a:path extrusionOk="0" h="444" w="333">
                    <a:moveTo>
                      <a:pt x="75" y="0"/>
                    </a:moveTo>
                    <a:cubicBezTo>
                      <a:pt x="61" y="0"/>
                      <a:pt x="46" y="5"/>
                      <a:pt x="34" y="13"/>
                    </a:cubicBezTo>
                    <a:cubicBezTo>
                      <a:pt x="9" y="29"/>
                      <a:pt x="1" y="63"/>
                      <a:pt x="17" y="87"/>
                    </a:cubicBezTo>
                    <a:cubicBezTo>
                      <a:pt x="59" y="137"/>
                      <a:pt x="100" y="195"/>
                      <a:pt x="125" y="261"/>
                    </a:cubicBezTo>
                    <a:cubicBezTo>
                      <a:pt x="142" y="295"/>
                      <a:pt x="158" y="319"/>
                      <a:pt x="175" y="353"/>
                    </a:cubicBezTo>
                    <a:cubicBezTo>
                      <a:pt x="183" y="361"/>
                      <a:pt x="183" y="369"/>
                      <a:pt x="191" y="377"/>
                    </a:cubicBezTo>
                    <a:lnTo>
                      <a:pt x="200" y="386"/>
                    </a:lnTo>
                    <a:lnTo>
                      <a:pt x="208" y="394"/>
                    </a:lnTo>
                    <a:cubicBezTo>
                      <a:pt x="208" y="394"/>
                      <a:pt x="216" y="402"/>
                      <a:pt x="216" y="411"/>
                    </a:cubicBezTo>
                    <a:cubicBezTo>
                      <a:pt x="233" y="427"/>
                      <a:pt x="241" y="435"/>
                      <a:pt x="258" y="444"/>
                    </a:cubicBezTo>
                    <a:cubicBezTo>
                      <a:pt x="283" y="444"/>
                      <a:pt x="307" y="435"/>
                      <a:pt x="316" y="419"/>
                    </a:cubicBezTo>
                    <a:cubicBezTo>
                      <a:pt x="324" y="402"/>
                      <a:pt x="332" y="386"/>
                      <a:pt x="324" y="377"/>
                    </a:cubicBezTo>
                    <a:cubicBezTo>
                      <a:pt x="324" y="361"/>
                      <a:pt x="324" y="353"/>
                      <a:pt x="324" y="344"/>
                    </a:cubicBezTo>
                    <a:cubicBezTo>
                      <a:pt x="316" y="319"/>
                      <a:pt x="316" y="303"/>
                      <a:pt x="307" y="286"/>
                    </a:cubicBezTo>
                    <a:cubicBezTo>
                      <a:pt x="291" y="253"/>
                      <a:pt x="266" y="220"/>
                      <a:pt x="249" y="187"/>
                    </a:cubicBezTo>
                    <a:cubicBezTo>
                      <a:pt x="208" y="129"/>
                      <a:pt x="167" y="71"/>
                      <a:pt x="117" y="13"/>
                    </a:cubicBezTo>
                    <a:cubicBezTo>
                      <a:pt x="104" y="5"/>
                      <a:pt x="9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03" name="Google Shape;5003;p12"/>
              <p:cNvSpPr/>
              <p:nvPr/>
            </p:nvSpPr>
            <p:spPr>
              <a:xfrm>
                <a:off x="2992825" y="4024650"/>
                <a:ext cx="3975" cy="8825"/>
              </a:xfrm>
              <a:custGeom>
                <a:rect b="b" l="l" r="r" t="t"/>
                <a:pathLst>
                  <a:path extrusionOk="0" h="353" w="159">
                    <a:moveTo>
                      <a:pt x="55" y="1"/>
                    </a:moveTo>
                    <a:cubicBezTo>
                      <a:pt x="51" y="1"/>
                      <a:pt x="47" y="1"/>
                      <a:pt x="42" y="3"/>
                    </a:cubicBezTo>
                    <a:cubicBezTo>
                      <a:pt x="17" y="11"/>
                      <a:pt x="1" y="36"/>
                      <a:pt x="9" y="61"/>
                    </a:cubicBezTo>
                    <a:cubicBezTo>
                      <a:pt x="17" y="102"/>
                      <a:pt x="34" y="152"/>
                      <a:pt x="42" y="193"/>
                    </a:cubicBezTo>
                    <a:lnTo>
                      <a:pt x="42" y="202"/>
                    </a:lnTo>
                    <a:cubicBezTo>
                      <a:pt x="50" y="218"/>
                      <a:pt x="59" y="243"/>
                      <a:pt x="67" y="268"/>
                    </a:cubicBezTo>
                    <a:cubicBezTo>
                      <a:pt x="67" y="276"/>
                      <a:pt x="67" y="284"/>
                      <a:pt x="75" y="301"/>
                    </a:cubicBezTo>
                    <a:cubicBezTo>
                      <a:pt x="75" y="309"/>
                      <a:pt x="84" y="326"/>
                      <a:pt x="92" y="334"/>
                    </a:cubicBezTo>
                    <a:cubicBezTo>
                      <a:pt x="98" y="347"/>
                      <a:pt x="109" y="352"/>
                      <a:pt x="121" y="352"/>
                    </a:cubicBezTo>
                    <a:cubicBezTo>
                      <a:pt x="139" y="352"/>
                      <a:pt x="158" y="338"/>
                      <a:pt x="158" y="318"/>
                    </a:cubicBezTo>
                    <a:cubicBezTo>
                      <a:pt x="158" y="301"/>
                      <a:pt x="158" y="284"/>
                      <a:pt x="158" y="276"/>
                    </a:cubicBezTo>
                    <a:cubicBezTo>
                      <a:pt x="158" y="260"/>
                      <a:pt x="150" y="251"/>
                      <a:pt x="150" y="243"/>
                    </a:cubicBezTo>
                    <a:cubicBezTo>
                      <a:pt x="142" y="218"/>
                      <a:pt x="142" y="193"/>
                      <a:pt x="133" y="168"/>
                    </a:cubicBezTo>
                    <a:cubicBezTo>
                      <a:pt x="125" y="127"/>
                      <a:pt x="108" y="77"/>
                      <a:pt x="100" y="36"/>
                    </a:cubicBezTo>
                    <a:cubicBezTo>
                      <a:pt x="93" y="15"/>
                      <a:pt x="75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pic>
        <p:nvPicPr>
          <p:cNvPr id="5004" name="Google Shape;5004;p12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3246736" y="1506872"/>
            <a:ext cx="2896004" cy="311511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008" name="Shape 5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9" name="Google Shape;5009;p13"/>
          <p:cNvSpPr txBox="1"/>
          <p:nvPr>
            <p:ph type="title"/>
          </p:nvPr>
        </p:nvSpPr>
        <p:spPr>
          <a:xfrm>
            <a:off x="1589856" y="454431"/>
            <a:ext cx="69762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Örökbefogadási folyamat</a:t>
            </a:r>
            <a:endParaRPr/>
          </a:p>
        </p:txBody>
      </p:sp>
      <p:grpSp>
        <p:nvGrpSpPr>
          <p:cNvPr id="5010" name="Google Shape;5010;p13"/>
          <p:cNvGrpSpPr/>
          <p:nvPr/>
        </p:nvGrpSpPr>
        <p:grpSpPr>
          <a:xfrm>
            <a:off x="7925826" y="4004921"/>
            <a:ext cx="1010182" cy="921712"/>
            <a:chOff x="5547250" y="2728650"/>
            <a:chExt cx="446825" cy="407675"/>
          </a:xfrm>
        </p:grpSpPr>
        <p:sp>
          <p:nvSpPr>
            <p:cNvPr id="5011" name="Google Shape;5011;p13"/>
            <p:cNvSpPr/>
            <p:nvPr/>
          </p:nvSpPr>
          <p:spPr>
            <a:xfrm>
              <a:off x="5551600" y="2734750"/>
              <a:ext cx="436050" cy="396300"/>
            </a:xfrm>
            <a:custGeom>
              <a:rect b="b" l="l" r="r" t="t"/>
              <a:pathLst>
                <a:path extrusionOk="0" h="15852" w="17442">
                  <a:moveTo>
                    <a:pt x="7721" y="1"/>
                  </a:moveTo>
                  <a:cubicBezTo>
                    <a:pt x="7683" y="1"/>
                    <a:pt x="7645" y="2"/>
                    <a:pt x="7606" y="5"/>
                  </a:cubicBezTo>
                  <a:cubicBezTo>
                    <a:pt x="7408" y="13"/>
                    <a:pt x="7201" y="71"/>
                    <a:pt x="7018" y="146"/>
                  </a:cubicBezTo>
                  <a:cubicBezTo>
                    <a:pt x="7002" y="146"/>
                    <a:pt x="6993" y="154"/>
                    <a:pt x="6977" y="162"/>
                  </a:cubicBezTo>
                  <a:cubicBezTo>
                    <a:pt x="6977" y="162"/>
                    <a:pt x="6969" y="171"/>
                    <a:pt x="6960" y="171"/>
                  </a:cubicBezTo>
                  <a:cubicBezTo>
                    <a:pt x="6828" y="254"/>
                    <a:pt x="6687" y="303"/>
                    <a:pt x="6538" y="336"/>
                  </a:cubicBezTo>
                  <a:cubicBezTo>
                    <a:pt x="6521" y="336"/>
                    <a:pt x="6505" y="345"/>
                    <a:pt x="6488" y="345"/>
                  </a:cubicBezTo>
                  <a:cubicBezTo>
                    <a:pt x="6273" y="386"/>
                    <a:pt x="6041" y="386"/>
                    <a:pt x="5825" y="386"/>
                  </a:cubicBezTo>
                  <a:cubicBezTo>
                    <a:pt x="5775" y="386"/>
                    <a:pt x="5724" y="384"/>
                    <a:pt x="5673" y="384"/>
                  </a:cubicBezTo>
                  <a:cubicBezTo>
                    <a:pt x="5622" y="384"/>
                    <a:pt x="5572" y="386"/>
                    <a:pt x="5527" y="394"/>
                  </a:cubicBezTo>
                  <a:cubicBezTo>
                    <a:pt x="5436" y="411"/>
                    <a:pt x="5361" y="452"/>
                    <a:pt x="5287" y="510"/>
                  </a:cubicBezTo>
                  <a:cubicBezTo>
                    <a:pt x="5262" y="527"/>
                    <a:pt x="5245" y="535"/>
                    <a:pt x="5229" y="552"/>
                  </a:cubicBezTo>
                  <a:lnTo>
                    <a:pt x="5262" y="552"/>
                  </a:lnTo>
                  <a:cubicBezTo>
                    <a:pt x="5502" y="593"/>
                    <a:pt x="5717" y="726"/>
                    <a:pt x="5958" y="742"/>
                  </a:cubicBezTo>
                  <a:cubicBezTo>
                    <a:pt x="6024" y="742"/>
                    <a:pt x="6041" y="834"/>
                    <a:pt x="5974" y="850"/>
                  </a:cubicBezTo>
                  <a:cubicBezTo>
                    <a:pt x="5906" y="873"/>
                    <a:pt x="5839" y="882"/>
                    <a:pt x="5772" y="882"/>
                  </a:cubicBezTo>
                  <a:cubicBezTo>
                    <a:pt x="5620" y="882"/>
                    <a:pt x="5470" y="835"/>
                    <a:pt x="5320" y="800"/>
                  </a:cubicBezTo>
                  <a:cubicBezTo>
                    <a:pt x="5249" y="782"/>
                    <a:pt x="5172" y="767"/>
                    <a:pt x="5097" y="767"/>
                  </a:cubicBezTo>
                  <a:cubicBezTo>
                    <a:pt x="5005" y="767"/>
                    <a:pt x="4916" y="790"/>
                    <a:pt x="4847" y="858"/>
                  </a:cubicBezTo>
                  <a:cubicBezTo>
                    <a:pt x="4831" y="875"/>
                    <a:pt x="4814" y="883"/>
                    <a:pt x="4798" y="883"/>
                  </a:cubicBezTo>
                  <a:cubicBezTo>
                    <a:pt x="4814" y="883"/>
                    <a:pt x="4831" y="883"/>
                    <a:pt x="4847" y="875"/>
                  </a:cubicBezTo>
                  <a:cubicBezTo>
                    <a:pt x="4930" y="867"/>
                    <a:pt x="5021" y="858"/>
                    <a:pt x="5104" y="858"/>
                  </a:cubicBezTo>
                  <a:cubicBezTo>
                    <a:pt x="5132" y="858"/>
                    <a:pt x="5159" y="857"/>
                    <a:pt x="5185" y="857"/>
                  </a:cubicBezTo>
                  <a:cubicBezTo>
                    <a:pt x="5237" y="857"/>
                    <a:pt x="5287" y="861"/>
                    <a:pt x="5336" y="883"/>
                  </a:cubicBezTo>
                  <a:cubicBezTo>
                    <a:pt x="5369" y="900"/>
                    <a:pt x="5369" y="950"/>
                    <a:pt x="5336" y="966"/>
                  </a:cubicBezTo>
                  <a:cubicBezTo>
                    <a:pt x="5262" y="999"/>
                    <a:pt x="5179" y="999"/>
                    <a:pt x="5104" y="1016"/>
                  </a:cubicBezTo>
                  <a:cubicBezTo>
                    <a:pt x="5013" y="1032"/>
                    <a:pt x="4930" y="1041"/>
                    <a:pt x="4847" y="1057"/>
                  </a:cubicBezTo>
                  <a:cubicBezTo>
                    <a:pt x="4773" y="1074"/>
                    <a:pt x="4690" y="1082"/>
                    <a:pt x="4624" y="1115"/>
                  </a:cubicBezTo>
                  <a:cubicBezTo>
                    <a:pt x="4557" y="1140"/>
                    <a:pt x="4516" y="1190"/>
                    <a:pt x="4483" y="1248"/>
                  </a:cubicBezTo>
                  <a:cubicBezTo>
                    <a:pt x="4408" y="1389"/>
                    <a:pt x="4342" y="1530"/>
                    <a:pt x="4251" y="1662"/>
                  </a:cubicBezTo>
                  <a:cubicBezTo>
                    <a:pt x="4218" y="1712"/>
                    <a:pt x="4185" y="1753"/>
                    <a:pt x="4143" y="1786"/>
                  </a:cubicBezTo>
                  <a:cubicBezTo>
                    <a:pt x="4102" y="1844"/>
                    <a:pt x="4052" y="1894"/>
                    <a:pt x="3986" y="1919"/>
                  </a:cubicBezTo>
                  <a:cubicBezTo>
                    <a:pt x="3940" y="1936"/>
                    <a:pt x="3897" y="1940"/>
                    <a:pt x="3854" y="1940"/>
                  </a:cubicBezTo>
                  <a:cubicBezTo>
                    <a:pt x="3812" y="1940"/>
                    <a:pt x="3770" y="1936"/>
                    <a:pt x="3729" y="1936"/>
                  </a:cubicBezTo>
                  <a:cubicBezTo>
                    <a:pt x="3663" y="1944"/>
                    <a:pt x="3605" y="1977"/>
                    <a:pt x="3555" y="2010"/>
                  </a:cubicBezTo>
                  <a:cubicBezTo>
                    <a:pt x="3538" y="2027"/>
                    <a:pt x="3522" y="2035"/>
                    <a:pt x="3513" y="2043"/>
                  </a:cubicBezTo>
                  <a:cubicBezTo>
                    <a:pt x="3522" y="2052"/>
                    <a:pt x="3538" y="2052"/>
                    <a:pt x="3547" y="2060"/>
                  </a:cubicBezTo>
                  <a:cubicBezTo>
                    <a:pt x="3596" y="2076"/>
                    <a:pt x="3605" y="2143"/>
                    <a:pt x="3547" y="2159"/>
                  </a:cubicBezTo>
                  <a:cubicBezTo>
                    <a:pt x="3447" y="2184"/>
                    <a:pt x="3339" y="2184"/>
                    <a:pt x="3240" y="2226"/>
                  </a:cubicBezTo>
                  <a:cubicBezTo>
                    <a:pt x="3132" y="2259"/>
                    <a:pt x="3041" y="2308"/>
                    <a:pt x="2958" y="2375"/>
                  </a:cubicBezTo>
                  <a:cubicBezTo>
                    <a:pt x="2776" y="2507"/>
                    <a:pt x="2635" y="2689"/>
                    <a:pt x="2519" y="2880"/>
                  </a:cubicBezTo>
                  <a:cubicBezTo>
                    <a:pt x="2403" y="3079"/>
                    <a:pt x="2287" y="3286"/>
                    <a:pt x="2196" y="3501"/>
                  </a:cubicBezTo>
                  <a:cubicBezTo>
                    <a:pt x="2146" y="3601"/>
                    <a:pt x="2105" y="3709"/>
                    <a:pt x="2072" y="3816"/>
                  </a:cubicBezTo>
                  <a:cubicBezTo>
                    <a:pt x="2030" y="3924"/>
                    <a:pt x="2014" y="4040"/>
                    <a:pt x="1964" y="4148"/>
                  </a:cubicBezTo>
                  <a:cubicBezTo>
                    <a:pt x="1957" y="4162"/>
                    <a:pt x="1942" y="4168"/>
                    <a:pt x="1926" y="4168"/>
                  </a:cubicBezTo>
                  <a:cubicBezTo>
                    <a:pt x="1904" y="4168"/>
                    <a:pt x="1881" y="4155"/>
                    <a:pt x="1881" y="4131"/>
                  </a:cubicBezTo>
                  <a:cubicBezTo>
                    <a:pt x="1856" y="4015"/>
                    <a:pt x="1890" y="3891"/>
                    <a:pt x="1914" y="3775"/>
                  </a:cubicBezTo>
                  <a:cubicBezTo>
                    <a:pt x="1948" y="3651"/>
                    <a:pt x="1997" y="3526"/>
                    <a:pt x="2047" y="3410"/>
                  </a:cubicBezTo>
                  <a:cubicBezTo>
                    <a:pt x="2080" y="3319"/>
                    <a:pt x="2121" y="3236"/>
                    <a:pt x="2163" y="3145"/>
                  </a:cubicBezTo>
                  <a:lnTo>
                    <a:pt x="2163" y="3145"/>
                  </a:lnTo>
                  <a:cubicBezTo>
                    <a:pt x="2030" y="3269"/>
                    <a:pt x="1881" y="3377"/>
                    <a:pt x="1732" y="3477"/>
                  </a:cubicBezTo>
                  <a:cubicBezTo>
                    <a:pt x="1658" y="3526"/>
                    <a:pt x="1591" y="3576"/>
                    <a:pt x="1525" y="3626"/>
                  </a:cubicBezTo>
                  <a:cubicBezTo>
                    <a:pt x="1376" y="3725"/>
                    <a:pt x="1235" y="3841"/>
                    <a:pt x="1102" y="3965"/>
                  </a:cubicBezTo>
                  <a:cubicBezTo>
                    <a:pt x="1094" y="4173"/>
                    <a:pt x="953" y="4330"/>
                    <a:pt x="779" y="4454"/>
                  </a:cubicBezTo>
                  <a:cubicBezTo>
                    <a:pt x="771" y="4471"/>
                    <a:pt x="763" y="4487"/>
                    <a:pt x="763" y="4496"/>
                  </a:cubicBezTo>
                  <a:cubicBezTo>
                    <a:pt x="721" y="4612"/>
                    <a:pt x="705" y="4736"/>
                    <a:pt x="663" y="4852"/>
                  </a:cubicBezTo>
                  <a:cubicBezTo>
                    <a:pt x="655" y="4880"/>
                    <a:pt x="634" y="4892"/>
                    <a:pt x="612" y="4892"/>
                  </a:cubicBezTo>
                  <a:cubicBezTo>
                    <a:pt x="588" y="4892"/>
                    <a:pt x="564" y="4878"/>
                    <a:pt x="556" y="4852"/>
                  </a:cubicBezTo>
                  <a:cubicBezTo>
                    <a:pt x="522" y="4777"/>
                    <a:pt x="514" y="4703"/>
                    <a:pt x="522" y="4620"/>
                  </a:cubicBezTo>
                  <a:lnTo>
                    <a:pt x="522" y="4620"/>
                  </a:lnTo>
                  <a:cubicBezTo>
                    <a:pt x="456" y="4661"/>
                    <a:pt x="390" y="4695"/>
                    <a:pt x="332" y="4736"/>
                  </a:cubicBezTo>
                  <a:cubicBezTo>
                    <a:pt x="141" y="4869"/>
                    <a:pt x="34" y="5051"/>
                    <a:pt x="9" y="5283"/>
                  </a:cubicBezTo>
                  <a:cubicBezTo>
                    <a:pt x="0" y="5407"/>
                    <a:pt x="9" y="5523"/>
                    <a:pt x="42" y="5639"/>
                  </a:cubicBezTo>
                  <a:cubicBezTo>
                    <a:pt x="50" y="5705"/>
                    <a:pt x="75" y="5772"/>
                    <a:pt x="83" y="5838"/>
                  </a:cubicBezTo>
                  <a:cubicBezTo>
                    <a:pt x="92" y="5855"/>
                    <a:pt x="92" y="5863"/>
                    <a:pt x="92" y="5879"/>
                  </a:cubicBezTo>
                  <a:cubicBezTo>
                    <a:pt x="133" y="5813"/>
                    <a:pt x="183" y="5755"/>
                    <a:pt x="232" y="5689"/>
                  </a:cubicBezTo>
                  <a:cubicBezTo>
                    <a:pt x="332" y="5548"/>
                    <a:pt x="448" y="5415"/>
                    <a:pt x="489" y="5250"/>
                  </a:cubicBezTo>
                  <a:cubicBezTo>
                    <a:pt x="497" y="5220"/>
                    <a:pt x="521" y="5207"/>
                    <a:pt x="545" y="5207"/>
                  </a:cubicBezTo>
                  <a:cubicBezTo>
                    <a:pt x="574" y="5207"/>
                    <a:pt x="602" y="5226"/>
                    <a:pt x="597" y="5258"/>
                  </a:cubicBezTo>
                  <a:cubicBezTo>
                    <a:pt x="580" y="5424"/>
                    <a:pt x="522" y="5573"/>
                    <a:pt x="440" y="5714"/>
                  </a:cubicBezTo>
                  <a:cubicBezTo>
                    <a:pt x="365" y="5846"/>
                    <a:pt x="266" y="5971"/>
                    <a:pt x="208" y="6120"/>
                  </a:cubicBezTo>
                  <a:cubicBezTo>
                    <a:pt x="141" y="6285"/>
                    <a:pt x="150" y="6435"/>
                    <a:pt x="232" y="6592"/>
                  </a:cubicBezTo>
                  <a:cubicBezTo>
                    <a:pt x="282" y="6683"/>
                    <a:pt x="340" y="6774"/>
                    <a:pt x="398" y="6857"/>
                  </a:cubicBezTo>
                  <a:cubicBezTo>
                    <a:pt x="423" y="6890"/>
                    <a:pt x="448" y="6923"/>
                    <a:pt x="473" y="6965"/>
                  </a:cubicBezTo>
                  <a:cubicBezTo>
                    <a:pt x="464" y="6882"/>
                    <a:pt x="473" y="6807"/>
                    <a:pt x="489" y="6733"/>
                  </a:cubicBezTo>
                  <a:cubicBezTo>
                    <a:pt x="547" y="6484"/>
                    <a:pt x="705" y="6269"/>
                    <a:pt x="754" y="6020"/>
                  </a:cubicBezTo>
                  <a:cubicBezTo>
                    <a:pt x="762" y="5991"/>
                    <a:pt x="785" y="5978"/>
                    <a:pt x="809" y="5978"/>
                  </a:cubicBezTo>
                  <a:cubicBezTo>
                    <a:pt x="839" y="5978"/>
                    <a:pt x="870" y="6000"/>
                    <a:pt x="870" y="6037"/>
                  </a:cubicBezTo>
                  <a:cubicBezTo>
                    <a:pt x="870" y="6145"/>
                    <a:pt x="854" y="6261"/>
                    <a:pt x="821" y="6360"/>
                  </a:cubicBezTo>
                  <a:cubicBezTo>
                    <a:pt x="796" y="6476"/>
                    <a:pt x="754" y="6575"/>
                    <a:pt x="730" y="6691"/>
                  </a:cubicBezTo>
                  <a:cubicBezTo>
                    <a:pt x="680" y="6890"/>
                    <a:pt x="705" y="7081"/>
                    <a:pt x="812" y="7255"/>
                  </a:cubicBezTo>
                  <a:cubicBezTo>
                    <a:pt x="920" y="7429"/>
                    <a:pt x="1086" y="7545"/>
                    <a:pt x="1276" y="7628"/>
                  </a:cubicBezTo>
                  <a:cubicBezTo>
                    <a:pt x="1384" y="7669"/>
                    <a:pt x="1492" y="7702"/>
                    <a:pt x="1608" y="7727"/>
                  </a:cubicBezTo>
                  <a:cubicBezTo>
                    <a:pt x="1691" y="7744"/>
                    <a:pt x="1790" y="7744"/>
                    <a:pt x="1881" y="7768"/>
                  </a:cubicBezTo>
                  <a:lnTo>
                    <a:pt x="1890" y="7768"/>
                  </a:lnTo>
                  <a:cubicBezTo>
                    <a:pt x="1890" y="7760"/>
                    <a:pt x="1898" y="7752"/>
                    <a:pt x="1898" y="7752"/>
                  </a:cubicBezTo>
                  <a:cubicBezTo>
                    <a:pt x="1906" y="7735"/>
                    <a:pt x="1914" y="7727"/>
                    <a:pt x="1923" y="7710"/>
                  </a:cubicBezTo>
                  <a:cubicBezTo>
                    <a:pt x="1972" y="7628"/>
                    <a:pt x="2039" y="7553"/>
                    <a:pt x="2113" y="7487"/>
                  </a:cubicBezTo>
                  <a:cubicBezTo>
                    <a:pt x="2188" y="7412"/>
                    <a:pt x="2279" y="7354"/>
                    <a:pt x="2370" y="7305"/>
                  </a:cubicBezTo>
                  <a:cubicBezTo>
                    <a:pt x="2511" y="7147"/>
                    <a:pt x="2718" y="7048"/>
                    <a:pt x="2917" y="6981"/>
                  </a:cubicBezTo>
                  <a:cubicBezTo>
                    <a:pt x="3149" y="6899"/>
                    <a:pt x="3406" y="6857"/>
                    <a:pt x="3654" y="6857"/>
                  </a:cubicBezTo>
                  <a:cubicBezTo>
                    <a:pt x="3919" y="6857"/>
                    <a:pt x="4176" y="6907"/>
                    <a:pt x="4425" y="6973"/>
                  </a:cubicBezTo>
                  <a:cubicBezTo>
                    <a:pt x="4604" y="7022"/>
                    <a:pt x="4791" y="7078"/>
                    <a:pt x="4973" y="7078"/>
                  </a:cubicBezTo>
                  <a:cubicBezTo>
                    <a:pt x="5068" y="7078"/>
                    <a:pt x="5162" y="7063"/>
                    <a:pt x="5253" y="7023"/>
                  </a:cubicBezTo>
                  <a:cubicBezTo>
                    <a:pt x="5258" y="7021"/>
                    <a:pt x="5263" y="7021"/>
                    <a:pt x="5267" y="7021"/>
                  </a:cubicBezTo>
                  <a:cubicBezTo>
                    <a:pt x="5318" y="7021"/>
                    <a:pt x="5348" y="7099"/>
                    <a:pt x="5295" y="7122"/>
                  </a:cubicBezTo>
                  <a:cubicBezTo>
                    <a:pt x="5161" y="7196"/>
                    <a:pt x="5020" y="7224"/>
                    <a:pt x="4875" y="7224"/>
                  </a:cubicBezTo>
                  <a:cubicBezTo>
                    <a:pt x="4760" y="7224"/>
                    <a:pt x="4642" y="7206"/>
                    <a:pt x="4524" y="7180"/>
                  </a:cubicBezTo>
                  <a:cubicBezTo>
                    <a:pt x="4276" y="7139"/>
                    <a:pt x="4027" y="7064"/>
                    <a:pt x="3770" y="7056"/>
                  </a:cubicBezTo>
                  <a:cubicBezTo>
                    <a:pt x="3721" y="7053"/>
                    <a:pt x="3671" y="7051"/>
                    <a:pt x="3621" y="7051"/>
                  </a:cubicBezTo>
                  <a:cubicBezTo>
                    <a:pt x="3423" y="7051"/>
                    <a:pt x="3225" y="7077"/>
                    <a:pt x="3033" y="7131"/>
                  </a:cubicBezTo>
                  <a:cubicBezTo>
                    <a:pt x="2983" y="7147"/>
                    <a:pt x="2925" y="7164"/>
                    <a:pt x="2875" y="7189"/>
                  </a:cubicBezTo>
                  <a:cubicBezTo>
                    <a:pt x="2884" y="7213"/>
                    <a:pt x="2875" y="7247"/>
                    <a:pt x="2834" y="7255"/>
                  </a:cubicBezTo>
                  <a:cubicBezTo>
                    <a:pt x="2536" y="7346"/>
                    <a:pt x="2271" y="7553"/>
                    <a:pt x="2097" y="7818"/>
                  </a:cubicBezTo>
                  <a:cubicBezTo>
                    <a:pt x="2039" y="7909"/>
                    <a:pt x="1997" y="8000"/>
                    <a:pt x="1964" y="8100"/>
                  </a:cubicBezTo>
                  <a:cubicBezTo>
                    <a:pt x="1972" y="8100"/>
                    <a:pt x="1981" y="8092"/>
                    <a:pt x="1989" y="8083"/>
                  </a:cubicBezTo>
                  <a:cubicBezTo>
                    <a:pt x="2039" y="8025"/>
                    <a:pt x="2113" y="7984"/>
                    <a:pt x="2163" y="7926"/>
                  </a:cubicBezTo>
                  <a:cubicBezTo>
                    <a:pt x="2174" y="7912"/>
                    <a:pt x="2187" y="7907"/>
                    <a:pt x="2200" y="7907"/>
                  </a:cubicBezTo>
                  <a:cubicBezTo>
                    <a:pt x="2234" y="7907"/>
                    <a:pt x="2264" y="7948"/>
                    <a:pt x="2246" y="7984"/>
                  </a:cubicBezTo>
                  <a:cubicBezTo>
                    <a:pt x="2171" y="8100"/>
                    <a:pt x="2072" y="8216"/>
                    <a:pt x="2047" y="8357"/>
                  </a:cubicBezTo>
                  <a:cubicBezTo>
                    <a:pt x="2022" y="8489"/>
                    <a:pt x="2055" y="8622"/>
                    <a:pt x="2097" y="8746"/>
                  </a:cubicBezTo>
                  <a:cubicBezTo>
                    <a:pt x="2113" y="8796"/>
                    <a:pt x="2138" y="8854"/>
                    <a:pt x="2163" y="8904"/>
                  </a:cubicBezTo>
                  <a:cubicBezTo>
                    <a:pt x="2179" y="8771"/>
                    <a:pt x="2221" y="8647"/>
                    <a:pt x="2279" y="8522"/>
                  </a:cubicBezTo>
                  <a:cubicBezTo>
                    <a:pt x="2285" y="8505"/>
                    <a:pt x="2298" y="8498"/>
                    <a:pt x="2311" y="8498"/>
                  </a:cubicBezTo>
                  <a:cubicBezTo>
                    <a:pt x="2337" y="8498"/>
                    <a:pt x="2367" y="8523"/>
                    <a:pt x="2362" y="8556"/>
                  </a:cubicBezTo>
                  <a:cubicBezTo>
                    <a:pt x="2329" y="8688"/>
                    <a:pt x="2329" y="8829"/>
                    <a:pt x="2345" y="8962"/>
                  </a:cubicBezTo>
                  <a:cubicBezTo>
                    <a:pt x="2362" y="9086"/>
                    <a:pt x="2395" y="9218"/>
                    <a:pt x="2453" y="9326"/>
                  </a:cubicBezTo>
                  <a:cubicBezTo>
                    <a:pt x="2511" y="9450"/>
                    <a:pt x="2577" y="9558"/>
                    <a:pt x="2668" y="9649"/>
                  </a:cubicBezTo>
                  <a:cubicBezTo>
                    <a:pt x="2718" y="9699"/>
                    <a:pt x="2768" y="9740"/>
                    <a:pt x="2817" y="9790"/>
                  </a:cubicBezTo>
                  <a:cubicBezTo>
                    <a:pt x="2851" y="9815"/>
                    <a:pt x="2900" y="9848"/>
                    <a:pt x="2925" y="9890"/>
                  </a:cubicBezTo>
                  <a:cubicBezTo>
                    <a:pt x="2917" y="9699"/>
                    <a:pt x="2942" y="9517"/>
                    <a:pt x="2991" y="9334"/>
                  </a:cubicBezTo>
                  <a:cubicBezTo>
                    <a:pt x="2998" y="9311"/>
                    <a:pt x="3015" y="9301"/>
                    <a:pt x="3033" y="9301"/>
                  </a:cubicBezTo>
                  <a:cubicBezTo>
                    <a:pt x="3060" y="9301"/>
                    <a:pt x="3088" y="9324"/>
                    <a:pt x="3083" y="9359"/>
                  </a:cubicBezTo>
                  <a:cubicBezTo>
                    <a:pt x="3041" y="9591"/>
                    <a:pt x="3074" y="9840"/>
                    <a:pt x="3149" y="10064"/>
                  </a:cubicBezTo>
                  <a:cubicBezTo>
                    <a:pt x="3174" y="10138"/>
                    <a:pt x="3199" y="10213"/>
                    <a:pt x="3232" y="10279"/>
                  </a:cubicBezTo>
                  <a:cubicBezTo>
                    <a:pt x="3232" y="10279"/>
                    <a:pt x="3232" y="10271"/>
                    <a:pt x="3232" y="10271"/>
                  </a:cubicBezTo>
                  <a:cubicBezTo>
                    <a:pt x="3199" y="10146"/>
                    <a:pt x="3190" y="10030"/>
                    <a:pt x="3182" y="9906"/>
                  </a:cubicBezTo>
                  <a:cubicBezTo>
                    <a:pt x="3182" y="9878"/>
                    <a:pt x="3209" y="9863"/>
                    <a:pt x="3233" y="9863"/>
                  </a:cubicBezTo>
                  <a:cubicBezTo>
                    <a:pt x="3252" y="9863"/>
                    <a:pt x="3270" y="9872"/>
                    <a:pt x="3273" y="9890"/>
                  </a:cubicBezTo>
                  <a:cubicBezTo>
                    <a:pt x="3315" y="10105"/>
                    <a:pt x="3406" y="10312"/>
                    <a:pt x="3522" y="10494"/>
                  </a:cubicBezTo>
                  <a:cubicBezTo>
                    <a:pt x="3580" y="10586"/>
                    <a:pt x="3638" y="10677"/>
                    <a:pt x="3712" y="10743"/>
                  </a:cubicBezTo>
                  <a:cubicBezTo>
                    <a:pt x="3745" y="10776"/>
                    <a:pt x="3779" y="10809"/>
                    <a:pt x="3820" y="10834"/>
                  </a:cubicBezTo>
                  <a:cubicBezTo>
                    <a:pt x="3861" y="10859"/>
                    <a:pt x="3911" y="10876"/>
                    <a:pt x="3936" y="10909"/>
                  </a:cubicBezTo>
                  <a:cubicBezTo>
                    <a:pt x="3961" y="10934"/>
                    <a:pt x="3953" y="10967"/>
                    <a:pt x="3928" y="10992"/>
                  </a:cubicBezTo>
                  <a:cubicBezTo>
                    <a:pt x="3905" y="11008"/>
                    <a:pt x="3879" y="11015"/>
                    <a:pt x="3851" y="11015"/>
                  </a:cubicBezTo>
                  <a:cubicBezTo>
                    <a:pt x="3764" y="11015"/>
                    <a:pt x="3661" y="10950"/>
                    <a:pt x="3605" y="10900"/>
                  </a:cubicBezTo>
                  <a:cubicBezTo>
                    <a:pt x="3547" y="10851"/>
                    <a:pt x="3497" y="10784"/>
                    <a:pt x="3447" y="10718"/>
                  </a:cubicBezTo>
                  <a:cubicBezTo>
                    <a:pt x="3439" y="10743"/>
                    <a:pt x="3414" y="10760"/>
                    <a:pt x="3381" y="10760"/>
                  </a:cubicBezTo>
                  <a:cubicBezTo>
                    <a:pt x="3356" y="10760"/>
                    <a:pt x="3339" y="10751"/>
                    <a:pt x="3315" y="10735"/>
                  </a:cubicBezTo>
                  <a:cubicBezTo>
                    <a:pt x="3315" y="10784"/>
                    <a:pt x="3306" y="10834"/>
                    <a:pt x="3298" y="10884"/>
                  </a:cubicBezTo>
                  <a:cubicBezTo>
                    <a:pt x="3257" y="11041"/>
                    <a:pt x="3141" y="11166"/>
                    <a:pt x="3016" y="11265"/>
                  </a:cubicBezTo>
                  <a:cubicBezTo>
                    <a:pt x="2892" y="11356"/>
                    <a:pt x="2751" y="11431"/>
                    <a:pt x="2660" y="11555"/>
                  </a:cubicBezTo>
                  <a:cubicBezTo>
                    <a:pt x="2610" y="11630"/>
                    <a:pt x="2585" y="11712"/>
                    <a:pt x="2569" y="11804"/>
                  </a:cubicBezTo>
                  <a:cubicBezTo>
                    <a:pt x="2552" y="11895"/>
                    <a:pt x="2552" y="12002"/>
                    <a:pt x="2511" y="12085"/>
                  </a:cubicBezTo>
                  <a:cubicBezTo>
                    <a:pt x="2503" y="12106"/>
                    <a:pt x="2484" y="12116"/>
                    <a:pt x="2464" y="12116"/>
                  </a:cubicBezTo>
                  <a:cubicBezTo>
                    <a:pt x="2445" y="12116"/>
                    <a:pt x="2424" y="12106"/>
                    <a:pt x="2411" y="12085"/>
                  </a:cubicBezTo>
                  <a:cubicBezTo>
                    <a:pt x="2378" y="12036"/>
                    <a:pt x="2362" y="11969"/>
                    <a:pt x="2362" y="11895"/>
                  </a:cubicBezTo>
                  <a:cubicBezTo>
                    <a:pt x="2204" y="12052"/>
                    <a:pt x="2022" y="12185"/>
                    <a:pt x="1848" y="12309"/>
                  </a:cubicBezTo>
                  <a:cubicBezTo>
                    <a:pt x="1707" y="12408"/>
                    <a:pt x="1558" y="12508"/>
                    <a:pt x="1450" y="12640"/>
                  </a:cubicBezTo>
                  <a:cubicBezTo>
                    <a:pt x="1401" y="12707"/>
                    <a:pt x="1359" y="12781"/>
                    <a:pt x="1326" y="12864"/>
                  </a:cubicBezTo>
                  <a:cubicBezTo>
                    <a:pt x="1301" y="12939"/>
                    <a:pt x="1293" y="13013"/>
                    <a:pt x="1276" y="13088"/>
                  </a:cubicBezTo>
                  <a:cubicBezTo>
                    <a:pt x="1271" y="13108"/>
                    <a:pt x="1250" y="13122"/>
                    <a:pt x="1229" y="13122"/>
                  </a:cubicBezTo>
                  <a:cubicBezTo>
                    <a:pt x="1216" y="13122"/>
                    <a:pt x="1203" y="13117"/>
                    <a:pt x="1194" y="13104"/>
                  </a:cubicBezTo>
                  <a:cubicBezTo>
                    <a:pt x="1136" y="13038"/>
                    <a:pt x="1119" y="12947"/>
                    <a:pt x="1119" y="12856"/>
                  </a:cubicBezTo>
                  <a:cubicBezTo>
                    <a:pt x="1053" y="12988"/>
                    <a:pt x="995" y="13121"/>
                    <a:pt x="953" y="13262"/>
                  </a:cubicBezTo>
                  <a:cubicBezTo>
                    <a:pt x="920" y="13369"/>
                    <a:pt x="904" y="13477"/>
                    <a:pt x="895" y="13585"/>
                  </a:cubicBezTo>
                  <a:cubicBezTo>
                    <a:pt x="895" y="13601"/>
                    <a:pt x="887" y="13618"/>
                    <a:pt x="887" y="13635"/>
                  </a:cubicBezTo>
                  <a:cubicBezTo>
                    <a:pt x="887" y="13651"/>
                    <a:pt x="887" y="13668"/>
                    <a:pt x="879" y="13684"/>
                  </a:cubicBezTo>
                  <a:cubicBezTo>
                    <a:pt x="862" y="13809"/>
                    <a:pt x="837" y="13933"/>
                    <a:pt x="895" y="14049"/>
                  </a:cubicBezTo>
                  <a:cubicBezTo>
                    <a:pt x="945" y="14157"/>
                    <a:pt x="1028" y="14248"/>
                    <a:pt x="1119" y="14322"/>
                  </a:cubicBezTo>
                  <a:cubicBezTo>
                    <a:pt x="1285" y="14471"/>
                    <a:pt x="1475" y="14579"/>
                    <a:pt x="1682" y="14662"/>
                  </a:cubicBezTo>
                  <a:cubicBezTo>
                    <a:pt x="2179" y="14853"/>
                    <a:pt x="2710" y="14861"/>
                    <a:pt x="3232" y="14886"/>
                  </a:cubicBezTo>
                  <a:cubicBezTo>
                    <a:pt x="3779" y="14919"/>
                    <a:pt x="4309" y="14993"/>
                    <a:pt x="4847" y="15134"/>
                  </a:cubicBezTo>
                  <a:cubicBezTo>
                    <a:pt x="5361" y="15267"/>
                    <a:pt x="5850" y="15482"/>
                    <a:pt x="6355" y="15656"/>
                  </a:cubicBezTo>
                  <a:cubicBezTo>
                    <a:pt x="6763" y="15788"/>
                    <a:pt x="7181" y="15851"/>
                    <a:pt x="7609" y="15851"/>
                  </a:cubicBezTo>
                  <a:cubicBezTo>
                    <a:pt x="7721" y="15851"/>
                    <a:pt x="7833" y="15847"/>
                    <a:pt x="7946" y="15839"/>
                  </a:cubicBezTo>
                  <a:cubicBezTo>
                    <a:pt x="8485" y="15805"/>
                    <a:pt x="9015" y="15689"/>
                    <a:pt x="9554" y="15598"/>
                  </a:cubicBezTo>
                  <a:cubicBezTo>
                    <a:pt x="10100" y="15491"/>
                    <a:pt x="10647" y="15408"/>
                    <a:pt x="11202" y="15375"/>
                  </a:cubicBezTo>
                  <a:cubicBezTo>
                    <a:pt x="11741" y="15341"/>
                    <a:pt x="12280" y="15333"/>
                    <a:pt x="12801" y="15209"/>
                  </a:cubicBezTo>
                  <a:cubicBezTo>
                    <a:pt x="13265" y="15101"/>
                    <a:pt x="13721" y="14919"/>
                    <a:pt x="14069" y="14579"/>
                  </a:cubicBezTo>
                  <a:cubicBezTo>
                    <a:pt x="14309" y="14355"/>
                    <a:pt x="14483" y="14065"/>
                    <a:pt x="14575" y="13751"/>
                  </a:cubicBezTo>
                  <a:cubicBezTo>
                    <a:pt x="14541" y="13734"/>
                    <a:pt x="14525" y="13701"/>
                    <a:pt x="14525" y="13668"/>
                  </a:cubicBezTo>
                  <a:cubicBezTo>
                    <a:pt x="14517" y="13593"/>
                    <a:pt x="14575" y="13519"/>
                    <a:pt x="14608" y="13452"/>
                  </a:cubicBezTo>
                  <a:cubicBezTo>
                    <a:pt x="14641" y="13386"/>
                    <a:pt x="14666" y="13328"/>
                    <a:pt x="14691" y="13253"/>
                  </a:cubicBezTo>
                  <a:cubicBezTo>
                    <a:pt x="14715" y="13146"/>
                    <a:pt x="14682" y="13046"/>
                    <a:pt x="14624" y="12955"/>
                  </a:cubicBezTo>
                  <a:cubicBezTo>
                    <a:pt x="14591" y="12914"/>
                    <a:pt x="14558" y="12872"/>
                    <a:pt x="14525" y="12831"/>
                  </a:cubicBezTo>
                  <a:cubicBezTo>
                    <a:pt x="14517" y="12831"/>
                    <a:pt x="14500" y="12823"/>
                    <a:pt x="14492" y="12814"/>
                  </a:cubicBezTo>
                  <a:cubicBezTo>
                    <a:pt x="14475" y="12789"/>
                    <a:pt x="14459" y="12765"/>
                    <a:pt x="14450" y="12740"/>
                  </a:cubicBezTo>
                  <a:cubicBezTo>
                    <a:pt x="14442" y="12731"/>
                    <a:pt x="14425" y="12715"/>
                    <a:pt x="14417" y="12698"/>
                  </a:cubicBezTo>
                  <a:cubicBezTo>
                    <a:pt x="14384" y="12657"/>
                    <a:pt x="14351" y="12607"/>
                    <a:pt x="14326" y="12557"/>
                  </a:cubicBezTo>
                  <a:cubicBezTo>
                    <a:pt x="14301" y="12508"/>
                    <a:pt x="14301" y="12458"/>
                    <a:pt x="14293" y="12400"/>
                  </a:cubicBezTo>
                  <a:cubicBezTo>
                    <a:pt x="14293" y="12367"/>
                    <a:pt x="14318" y="12350"/>
                    <a:pt x="14343" y="12350"/>
                  </a:cubicBezTo>
                  <a:cubicBezTo>
                    <a:pt x="14301" y="12226"/>
                    <a:pt x="14218" y="12135"/>
                    <a:pt x="14102" y="12052"/>
                  </a:cubicBezTo>
                  <a:cubicBezTo>
                    <a:pt x="13970" y="11961"/>
                    <a:pt x="13845" y="11870"/>
                    <a:pt x="13738" y="11737"/>
                  </a:cubicBezTo>
                  <a:cubicBezTo>
                    <a:pt x="13713" y="11704"/>
                    <a:pt x="13688" y="11671"/>
                    <a:pt x="13663" y="11638"/>
                  </a:cubicBezTo>
                  <a:cubicBezTo>
                    <a:pt x="13647" y="11712"/>
                    <a:pt x="13622" y="11853"/>
                    <a:pt x="13555" y="11911"/>
                  </a:cubicBezTo>
                  <a:cubicBezTo>
                    <a:pt x="13540" y="11923"/>
                    <a:pt x="13517" y="11931"/>
                    <a:pt x="13495" y="11931"/>
                  </a:cubicBezTo>
                  <a:cubicBezTo>
                    <a:pt x="13471" y="11931"/>
                    <a:pt x="13448" y="11921"/>
                    <a:pt x="13439" y="11895"/>
                  </a:cubicBezTo>
                  <a:cubicBezTo>
                    <a:pt x="13398" y="11812"/>
                    <a:pt x="13431" y="11696"/>
                    <a:pt x="13431" y="11605"/>
                  </a:cubicBezTo>
                  <a:cubicBezTo>
                    <a:pt x="13439" y="11514"/>
                    <a:pt x="13456" y="11414"/>
                    <a:pt x="13456" y="11323"/>
                  </a:cubicBezTo>
                  <a:cubicBezTo>
                    <a:pt x="13456" y="11132"/>
                    <a:pt x="13398" y="10967"/>
                    <a:pt x="13265" y="10826"/>
                  </a:cubicBezTo>
                  <a:cubicBezTo>
                    <a:pt x="13133" y="10677"/>
                    <a:pt x="12984" y="10561"/>
                    <a:pt x="12868" y="10403"/>
                  </a:cubicBezTo>
                  <a:cubicBezTo>
                    <a:pt x="12801" y="10312"/>
                    <a:pt x="12752" y="10213"/>
                    <a:pt x="12719" y="10113"/>
                  </a:cubicBezTo>
                  <a:cubicBezTo>
                    <a:pt x="12702" y="10113"/>
                    <a:pt x="12694" y="10113"/>
                    <a:pt x="12685" y="10105"/>
                  </a:cubicBezTo>
                  <a:cubicBezTo>
                    <a:pt x="12594" y="10072"/>
                    <a:pt x="12553" y="9997"/>
                    <a:pt x="12545" y="9906"/>
                  </a:cubicBezTo>
                  <a:cubicBezTo>
                    <a:pt x="12528" y="9815"/>
                    <a:pt x="12520" y="9716"/>
                    <a:pt x="12512" y="9624"/>
                  </a:cubicBezTo>
                  <a:cubicBezTo>
                    <a:pt x="12512" y="9624"/>
                    <a:pt x="12512" y="9616"/>
                    <a:pt x="12512" y="9616"/>
                  </a:cubicBezTo>
                  <a:cubicBezTo>
                    <a:pt x="12487" y="9409"/>
                    <a:pt x="12470" y="9218"/>
                    <a:pt x="12512" y="9020"/>
                  </a:cubicBezTo>
                  <a:cubicBezTo>
                    <a:pt x="12515" y="8985"/>
                    <a:pt x="12539" y="8970"/>
                    <a:pt x="12566" y="8970"/>
                  </a:cubicBezTo>
                  <a:cubicBezTo>
                    <a:pt x="12597" y="8970"/>
                    <a:pt x="12631" y="8989"/>
                    <a:pt x="12644" y="9020"/>
                  </a:cubicBezTo>
                  <a:cubicBezTo>
                    <a:pt x="12710" y="9210"/>
                    <a:pt x="12735" y="9409"/>
                    <a:pt x="12752" y="9616"/>
                  </a:cubicBezTo>
                  <a:cubicBezTo>
                    <a:pt x="12760" y="9666"/>
                    <a:pt x="12768" y="9716"/>
                    <a:pt x="12768" y="9765"/>
                  </a:cubicBezTo>
                  <a:cubicBezTo>
                    <a:pt x="12777" y="9782"/>
                    <a:pt x="12785" y="9848"/>
                    <a:pt x="12793" y="9881"/>
                  </a:cubicBezTo>
                  <a:cubicBezTo>
                    <a:pt x="12801" y="9877"/>
                    <a:pt x="12810" y="9877"/>
                    <a:pt x="12818" y="9877"/>
                  </a:cubicBezTo>
                  <a:cubicBezTo>
                    <a:pt x="12826" y="9877"/>
                    <a:pt x="12835" y="9877"/>
                    <a:pt x="12843" y="9873"/>
                  </a:cubicBezTo>
                  <a:lnTo>
                    <a:pt x="12959" y="9873"/>
                  </a:lnTo>
                  <a:cubicBezTo>
                    <a:pt x="13265" y="9890"/>
                    <a:pt x="13497" y="10130"/>
                    <a:pt x="13787" y="10204"/>
                  </a:cubicBezTo>
                  <a:cubicBezTo>
                    <a:pt x="13945" y="10246"/>
                    <a:pt x="14111" y="10254"/>
                    <a:pt x="14268" y="10262"/>
                  </a:cubicBezTo>
                  <a:cubicBezTo>
                    <a:pt x="14364" y="10267"/>
                    <a:pt x="14459" y="10272"/>
                    <a:pt x="14555" y="10272"/>
                  </a:cubicBezTo>
                  <a:cubicBezTo>
                    <a:pt x="14625" y="10272"/>
                    <a:pt x="14695" y="10269"/>
                    <a:pt x="14765" y="10262"/>
                  </a:cubicBezTo>
                  <a:cubicBezTo>
                    <a:pt x="15030" y="10246"/>
                    <a:pt x="15329" y="10105"/>
                    <a:pt x="15312" y="9798"/>
                  </a:cubicBezTo>
                  <a:cubicBezTo>
                    <a:pt x="15304" y="9624"/>
                    <a:pt x="15271" y="9459"/>
                    <a:pt x="15287" y="9293"/>
                  </a:cubicBezTo>
                  <a:cubicBezTo>
                    <a:pt x="15304" y="9119"/>
                    <a:pt x="15345" y="8962"/>
                    <a:pt x="15411" y="8796"/>
                  </a:cubicBezTo>
                  <a:cubicBezTo>
                    <a:pt x="15421" y="8773"/>
                    <a:pt x="15440" y="8763"/>
                    <a:pt x="15459" y="8763"/>
                  </a:cubicBezTo>
                  <a:cubicBezTo>
                    <a:pt x="15486" y="8763"/>
                    <a:pt x="15513" y="8786"/>
                    <a:pt x="15503" y="8821"/>
                  </a:cubicBezTo>
                  <a:cubicBezTo>
                    <a:pt x="15461" y="9020"/>
                    <a:pt x="15461" y="9235"/>
                    <a:pt x="15494" y="9434"/>
                  </a:cubicBezTo>
                  <a:cubicBezTo>
                    <a:pt x="15577" y="9334"/>
                    <a:pt x="15668" y="9243"/>
                    <a:pt x="15759" y="9177"/>
                  </a:cubicBezTo>
                  <a:cubicBezTo>
                    <a:pt x="15958" y="9028"/>
                    <a:pt x="16190" y="8937"/>
                    <a:pt x="16381" y="8796"/>
                  </a:cubicBezTo>
                  <a:cubicBezTo>
                    <a:pt x="16563" y="8663"/>
                    <a:pt x="16679" y="8473"/>
                    <a:pt x="16745" y="8257"/>
                  </a:cubicBezTo>
                  <a:cubicBezTo>
                    <a:pt x="16895" y="7752"/>
                    <a:pt x="16754" y="7213"/>
                    <a:pt x="16663" y="6708"/>
                  </a:cubicBezTo>
                  <a:cubicBezTo>
                    <a:pt x="16653" y="6669"/>
                    <a:pt x="16683" y="6644"/>
                    <a:pt x="16715" y="6644"/>
                  </a:cubicBezTo>
                  <a:cubicBezTo>
                    <a:pt x="16737" y="6644"/>
                    <a:pt x="16760" y="6656"/>
                    <a:pt x="16770" y="6683"/>
                  </a:cubicBezTo>
                  <a:cubicBezTo>
                    <a:pt x="16895" y="6990"/>
                    <a:pt x="17002" y="7288"/>
                    <a:pt x="17044" y="7619"/>
                  </a:cubicBezTo>
                  <a:cubicBezTo>
                    <a:pt x="17110" y="7495"/>
                    <a:pt x="17185" y="7379"/>
                    <a:pt x="17259" y="7255"/>
                  </a:cubicBezTo>
                  <a:cubicBezTo>
                    <a:pt x="17325" y="7131"/>
                    <a:pt x="17408" y="7015"/>
                    <a:pt x="17425" y="6874"/>
                  </a:cubicBezTo>
                  <a:lnTo>
                    <a:pt x="17417" y="6874"/>
                  </a:lnTo>
                  <a:cubicBezTo>
                    <a:pt x="17441" y="6741"/>
                    <a:pt x="17400" y="6609"/>
                    <a:pt x="17359" y="6484"/>
                  </a:cubicBezTo>
                  <a:cubicBezTo>
                    <a:pt x="17267" y="6244"/>
                    <a:pt x="17143" y="6020"/>
                    <a:pt x="17044" y="5780"/>
                  </a:cubicBezTo>
                  <a:cubicBezTo>
                    <a:pt x="16944" y="5540"/>
                    <a:pt x="16878" y="5308"/>
                    <a:pt x="16886" y="5043"/>
                  </a:cubicBezTo>
                  <a:cubicBezTo>
                    <a:pt x="16886" y="5009"/>
                    <a:pt x="16911" y="4993"/>
                    <a:pt x="16937" y="4993"/>
                  </a:cubicBezTo>
                  <a:cubicBezTo>
                    <a:pt x="16963" y="4993"/>
                    <a:pt x="16990" y="5009"/>
                    <a:pt x="16994" y="5043"/>
                  </a:cubicBezTo>
                  <a:cubicBezTo>
                    <a:pt x="17011" y="5192"/>
                    <a:pt x="17052" y="5324"/>
                    <a:pt x="17118" y="5457"/>
                  </a:cubicBezTo>
                  <a:cubicBezTo>
                    <a:pt x="17118" y="5457"/>
                    <a:pt x="17118" y="5465"/>
                    <a:pt x="17118" y="5465"/>
                  </a:cubicBezTo>
                  <a:cubicBezTo>
                    <a:pt x="17127" y="5473"/>
                    <a:pt x="17127" y="5490"/>
                    <a:pt x="17135" y="5498"/>
                  </a:cubicBezTo>
                  <a:cubicBezTo>
                    <a:pt x="17135" y="5498"/>
                    <a:pt x="17135" y="5498"/>
                    <a:pt x="17135" y="5507"/>
                  </a:cubicBezTo>
                  <a:cubicBezTo>
                    <a:pt x="17185" y="5598"/>
                    <a:pt x="17234" y="5697"/>
                    <a:pt x="17284" y="5788"/>
                  </a:cubicBezTo>
                  <a:cubicBezTo>
                    <a:pt x="17301" y="5821"/>
                    <a:pt x="17317" y="5846"/>
                    <a:pt x="17325" y="5879"/>
                  </a:cubicBezTo>
                  <a:cubicBezTo>
                    <a:pt x="17342" y="5813"/>
                    <a:pt x="17350" y="5739"/>
                    <a:pt x="17367" y="5672"/>
                  </a:cubicBezTo>
                  <a:cubicBezTo>
                    <a:pt x="17392" y="5482"/>
                    <a:pt x="17400" y="5283"/>
                    <a:pt x="17359" y="5101"/>
                  </a:cubicBezTo>
                  <a:cubicBezTo>
                    <a:pt x="17276" y="4719"/>
                    <a:pt x="16986" y="4463"/>
                    <a:pt x="16721" y="4206"/>
                  </a:cubicBezTo>
                  <a:cubicBezTo>
                    <a:pt x="16588" y="4081"/>
                    <a:pt x="16447" y="3957"/>
                    <a:pt x="16306" y="3841"/>
                  </a:cubicBezTo>
                  <a:cubicBezTo>
                    <a:pt x="16165" y="3725"/>
                    <a:pt x="16008" y="3609"/>
                    <a:pt x="15851" y="3493"/>
                  </a:cubicBezTo>
                  <a:cubicBezTo>
                    <a:pt x="15544" y="3269"/>
                    <a:pt x="15213" y="3079"/>
                    <a:pt x="14881" y="2880"/>
                  </a:cubicBezTo>
                  <a:cubicBezTo>
                    <a:pt x="14757" y="2805"/>
                    <a:pt x="14641" y="2723"/>
                    <a:pt x="14550" y="2631"/>
                  </a:cubicBezTo>
                  <a:cubicBezTo>
                    <a:pt x="14533" y="2631"/>
                    <a:pt x="14525" y="2623"/>
                    <a:pt x="14517" y="2615"/>
                  </a:cubicBezTo>
                  <a:cubicBezTo>
                    <a:pt x="14483" y="2582"/>
                    <a:pt x="14467" y="2549"/>
                    <a:pt x="14450" y="2507"/>
                  </a:cubicBezTo>
                  <a:cubicBezTo>
                    <a:pt x="14367" y="2391"/>
                    <a:pt x="14309" y="2259"/>
                    <a:pt x="14293" y="2101"/>
                  </a:cubicBezTo>
                  <a:cubicBezTo>
                    <a:pt x="14293" y="2093"/>
                    <a:pt x="14293" y="2085"/>
                    <a:pt x="14293" y="2076"/>
                  </a:cubicBezTo>
                  <a:cubicBezTo>
                    <a:pt x="14227" y="1985"/>
                    <a:pt x="14135" y="1936"/>
                    <a:pt x="14019" y="1886"/>
                  </a:cubicBezTo>
                  <a:cubicBezTo>
                    <a:pt x="13845" y="1811"/>
                    <a:pt x="13663" y="1745"/>
                    <a:pt x="13489" y="1670"/>
                  </a:cubicBezTo>
                  <a:cubicBezTo>
                    <a:pt x="13398" y="1629"/>
                    <a:pt x="13307" y="1588"/>
                    <a:pt x="13216" y="1554"/>
                  </a:cubicBezTo>
                  <a:cubicBezTo>
                    <a:pt x="13133" y="1513"/>
                    <a:pt x="13033" y="1472"/>
                    <a:pt x="12975" y="1414"/>
                  </a:cubicBezTo>
                  <a:cubicBezTo>
                    <a:pt x="12934" y="1372"/>
                    <a:pt x="12967" y="1322"/>
                    <a:pt x="13009" y="1314"/>
                  </a:cubicBezTo>
                  <a:cubicBezTo>
                    <a:pt x="13019" y="1313"/>
                    <a:pt x="13029" y="1312"/>
                    <a:pt x="13039" y="1312"/>
                  </a:cubicBezTo>
                  <a:cubicBezTo>
                    <a:pt x="13105" y="1312"/>
                    <a:pt x="13175" y="1334"/>
                    <a:pt x="13232" y="1356"/>
                  </a:cubicBezTo>
                  <a:cubicBezTo>
                    <a:pt x="13232" y="1347"/>
                    <a:pt x="13224" y="1339"/>
                    <a:pt x="13216" y="1331"/>
                  </a:cubicBezTo>
                  <a:cubicBezTo>
                    <a:pt x="13191" y="1306"/>
                    <a:pt x="13166" y="1273"/>
                    <a:pt x="13149" y="1240"/>
                  </a:cubicBezTo>
                  <a:cubicBezTo>
                    <a:pt x="13100" y="1198"/>
                    <a:pt x="13058" y="1148"/>
                    <a:pt x="13009" y="1099"/>
                  </a:cubicBezTo>
                  <a:cubicBezTo>
                    <a:pt x="12843" y="925"/>
                    <a:pt x="12677" y="767"/>
                    <a:pt x="12462" y="660"/>
                  </a:cubicBezTo>
                  <a:cubicBezTo>
                    <a:pt x="12339" y="600"/>
                    <a:pt x="12198" y="565"/>
                    <a:pt x="12058" y="565"/>
                  </a:cubicBezTo>
                  <a:cubicBezTo>
                    <a:pt x="11964" y="565"/>
                    <a:pt x="11870" y="581"/>
                    <a:pt x="11782" y="618"/>
                  </a:cubicBezTo>
                  <a:cubicBezTo>
                    <a:pt x="11675" y="660"/>
                    <a:pt x="11592" y="734"/>
                    <a:pt x="11517" y="825"/>
                  </a:cubicBezTo>
                  <a:cubicBezTo>
                    <a:pt x="11443" y="900"/>
                    <a:pt x="11385" y="1008"/>
                    <a:pt x="11294" y="1074"/>
                  </a:cubicBezTo>
                  <a:cubicBezTo>
                    <a:pt x="11283" y="1081"/>
                    <a:pt x="11273" y="1084"/>
                    <a:pt x="11264" y="1084"/>
                  </a:cubicBezTo>
                  <a:cubicBezTo>
                    <a:pt x="11226" y="1084"/>
                    <a:pt x="11196" y="1039"/>
                    <a:pt x="11202" y="999"/>
                  </a:cubicBezTo>
                  <a:cubicBezTo>
                    <a:pt x="11219" y="883"/>
                    <a:pt x="11318" y="751"/>
                    <a:pt x="11393" y="660"/>
                  </a:cubicBezTo>
                  <a:cubicBezTo>
                    <a:pt x="11401" y="643"/>
                    <a:pt x="11418" y="626"/>
                    <a:pt x="11434" y="610"/>
                  </a:cubicBezTo>
                  <a:lnTo>
                    <a:pt x="11434" y="610"/>
                  </a:lnTo>
                  <a:cubicBezTo>
                    <a:pt x="11356" y="631"/>
                    <a:pt x="11277" y="639"/>
                    <a:pt x="11198" y="639"/>
                  </a:cubicBezTo>
                  <a:cubicBezTo>
                    <a:pt x="11120" y="639"/>
                    <a:pt x="11041" y="631"/>
                    <a:pt x="10962" y="618"/>
                  </a:cubicBezTo>
                  <a:cubicBezTo>
                    <a:pt x="10805" y="593"/>
                    <a:pt x="10647" y="535"/>
                    <a:pt x="10490" y="494"/>
                  </a:cubicBezTo>
                  <a:cubicBezTo>
                    <a:pt x="10407" y="477"/>
                    <a:pt x="10332" y="461"/>
                    <a:pt x="10250" y="452"/>
                  </a:cubicBezTo>
                  <a:cubicBezTo>
                    <a:pt x="10183" y="444"/>
                    <a:pt x="10100" y="444"/>
                    <a:pt x="10042" y="411"/>
                  </a:cubicBezTo>
                  <a:cubicBezTo>
                    <a:pt x="10018" y="394"/>
                    <a:pt x="10009" y="353"/>
                    <a:pt x="10034" y="336"/>
                  </a:cubicBezTo>
                  <a:cubicBezTo>
                    <a:pt x="10051" y="312"/>
                    <a:pt x="10076" y="303"/>
                    <a:pt x="10100" y="287"/>
                  </a:cubicBezTo>
                  <a:cubicBezTo>
                    <a:pt x="10059" y="270"/>
                    <a:pt x="10018" y="245"/>
                    <a:pt x="9976" y="229"/>
                  </a:cubicBezTo>
                  <a:cubicBezTo>
                    <a:pt x="9852" y="179"/>
                    <a:pt x="9719" y="138"/>
                    <a:pt x="9587" y="121"/>
                  </a:cubicBezTo>
                  <a:cubicBezTo>
                    <a:pt x="9552" y="117"/>
                    <a:pt x="9517" y="115"/>
                    <a:pt x="9484" y="115"/>
                  </a:cubicBezTo>
                  <a:cubicBezTo>
                    <a:pt x="9262" y="115"/>
                    <a:pt x="9068" y="204"/>
                    <a:pt x="8874" y="312"/>
                  </a:cubicBezTo>
                  <a:cubicBezTo>
                    <a:pt x="8642" y="452"/>
                    <a:pt x="8427" y="585"/>
                    <a:pt x="8178" y="684"/>
                  </a:cubicBezTo>
                  <a:cubicBezTo>
                    <a:pt x="8046" y="742"/>
                    <a:pt x="7905" y="784"/>
                    <a:pt x="7772" y="825"/>
                  </a:cubicBezTo>
                  <a:cubicBezTo>
                    <a:pt x="7706" y="842"/>
                    <a:pt x="7640" y="858"/>
                    <a:pt x="7573" y="875"/>
                  </a:cubicBezTo>
                  <a:cubicBezTo>
                    <a:pt x="7532" y="880"/>
                    <a:pt x="7494" y="892"/>
                    <a:pt x="7457" y="892"/>
                  </a:cubicBezTo>
                  <a:cubicBezTo>
                    <a:pt x="7435" y="892"/>
                    <a:pt x="7413" y="887"/>
                    <a:pt x="7391" y="875"/>
                  </a:cubicBezTo>
                  <a:cubicBezTo>
                    <a:pt x="7358" y="858"/>
                    <a:pt x="7358" y="825"/>
                    <a:pt x="7366" y="800"/>
                  </a:cubicBezTo>
                  <a:cubicBezTo>
                    <a:pt x="7399" y="742"/>
                    <a:pt x="7474" y="726"/>
                    <a:pt x="7532" y="701"/>
                  </a:cubicBezTo>
                  <a:cubicBezTo>
                    <a:pt x="7606" y="668"/>
                    <a:pt x="7673" y="643"/>
                    <a:pt x="7747" y="618"/>
                  </a:cubicBezTo>
                  <a:cubicBezTo>
                    <a:pt x="7880" y="568"/>
                    <a:pt x="8012" y="519"/>
                    <a:pt x="8145" y="461"/>
                  </a:cubicBezTo>
                  <a:cubicBezTo>
                    <a:pt x="8278" y="403"/>
                    <a:pt x="8394" y="328"/>
                    <a:pt x="8518" y="254"/>
                  </a:cubicBezTo>
                  <a:cubicBezTo>
                    <a:pt x="8291" y="85"/>
                    <a:pt x="8012" y="1"/>
                    <a:pt x="77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2" name="Google Shape;5012;p13"/>
            <p:cNvSpPr/>
            <p:nvPr/>
          </p:nvSpPr>
          <p:spPr>
            <a:xfrm>
              <a:off x="5756800" y="2845350"/>
              <a:ext cx="78800" cy="57400"/>
            </a:xfrm>
            <a:custGeom>
              <a:rect b="b" l="l" r="r" t="t"/>
              <a:pathLst>
                <a:path extrusionOk="0" h="2296" w="3152">
                  <a:moveTo>
                    <a:pt x="1431" y="1"/>
                  </a:moveTo>
                  <a:cubicBezTo>
                    <a:pt x="1217" y="1"/>
                    <a:pt x="1011" y="70"/>
                    <a:pt x="824" y="171"/>
                  </a:cubicBezTo>
                  <a:cubicBezTo>
                    <a:pt x="790" y="188"/>
                    <a:pt x="774" y="221"/>
                    <a:pt x="774" y="246"/>
                  </a:cubicBezTo>
                  <a:cubicBezTo>
                    <a:pt x="716" y="287"/>
                    <a:pt x="666" y="329"/>
                    <a:pt x="625" y="378"/>
                  </a:cubicBezTo>
                  <a:cubicBezTo>
                    <a:pt x="517" y="494"/>
                    <a:pt x="459" y="643"/>
                    <a:pt x="434" y="793"/>
                  </a:cubicBezTo>
                  <a:cubicBezTo>
                    <a:pt x="227" y="1099"/>
                    <a:pt x="111" y="1455"/>
                    <a:pt x="12" y="1820"/>
                  </a:cubicBezTo>
                  <a:cubicBezTo>
                    <a:pt x="1" y="1852"/>
                    <a:pt x="29" y="1878"/>
                    <a:pt x="56" y="1878"/>
                  </a:cubicBezTo>
                  <a:cubicBezTo>
                    <a:pt x="71" y="1878"/>
                    <a:pt x="86" y="1870"/>
                    <a:pt x="94" y="1853"/>
                  </a:cubicBezTo>
                  <a:cubicBezTo>
                    <a:pt x="194" y="1646"/>
                    <a:pt x="302" y="1431"/>
                    <a:pt x="418" y="1232"/>
                  </a:cubicBezTo>
                  <a:cubicBezTo>
                    <a:pt x="442" y="1339"/>
                    <a:pt x="500" y="1431"/>
                    <a:pt x="616" y="1480"/>
                  </a:cubicBezTo>
                  <a:cubicBezTo>
                    <a:pt x="657" y="1495"/>
                    <a:pt x="696" y="1502"/>
                    <a:pt x="733" y="1502"/>
                  </a:cubicBezTo>
                  <a:cubicBezTo>
                    <a:pt x="901" y="1502"/>
                    <a:pt x="1037" y="1368"/>
                    <a:pt x="1180" y="1273"/>
                  </a:cubicBezTo>
                  <a:cubicBezTo>
                    <a:pt x="1315" y="1173"/>
                    <a:pt x="1487" y="1129"/>
                    <a:pt x="1659" y="1129"/>
                  </a:cubicBezTo>
                  <a:cubicBezTo>
                    <a:pt x="1687" y="1129"/>
                    <a:pt x="1715" y="1130"/>
                    <a:pt x="1743" y="1132"/>
                  </a:cubicBezTo>
                  <a:cubicBezTo>
                    <a:pt x="1768" y="1215"/>
                    <a:pt x="1793" y="1290"/>
                    <a:pt x="1818" y="1364"/>
                  </a:cubicBezTo>
                  <a:cubicBezTo>
                    <a:pt x="1934" y="1696"/>
                    <a:pt x="2058" y="2118"/>
                    <a:pt x="2431" y="2243"/>
                  </a:cubicBezTo>
                  <a:cubicBezTo>
                    <a:pt x="2522" y="2276"/>
                    <a:pt x="2622" y="2284"/>
                    <a:pt x="2721" y="2292"/>
                  </a:cubicBezTo>
                  <a:cubicBezTo>
                    <a:pt x="2761" y="2292"/>
                    <a:pt x="2807" y="2296"/>
                    <a:pt x="2852" y="2296"/>
                  </a:cubicBezTo>
                  <a:cubicBezTo>
                    <a:pt x="2909" y="2296"/>
                    <a:pt x="2965" y="2290"/>
                    <a:pt x="3011" y="2267"/>
                  </a:cubicBezTo>
                  <a:cubicBezTo>
                    <a:pt x="3102" y="2226"/>
                    <a:pt x="3152" y="2135"/>
                    <a:pt x="3135" y="2044"/>
                  </a:cubicBezTo>
                  <a:cubicBezTo>
                    <a:pt x="3119" y="1936"/>
                    <a:pt x="3028" y="1878"/>
                    <a:pt x="2970" y="1795"/>
                  </a:cubicBezTo>
                  <a:cubicBezTo>
                    <a:pt x="2738" y="1505"/>
                    <a:pt x="2688" y="1116"/>
                    <a:pt x="2539" y="776"/>
                  </a:cubicBezTo>
                  <a:cubicBezTo>
                    <a:pt x="2431" y="519"/>
                    <a:pt x="2257" y="287"/>
                    <a:pt x="2008" y="171"/>
                  </a:cubicBezTo>
                  <a:cubicBezTo>
                    <a:pt x="1950" y="113"/>
                    <a:pt x="1884" y="63"/>
                    <a:pt x="1818" y="22"/>
                  </a:cubicBezTo>
                  <a:cubicBezTo>
                    <a:pt x="1803" y="13"/>
                    <a:pt x="1787" y="10"/>
                    <a:pt x="1770" y="10"/>
                  </a:cubicBezTo>
                  <a:cubicBezTo>
                    <a:pt x="1739" y="10"/>
                    <a:pt x="1707" y="22"/>
                    <a:pt x="1685" y="39"/>
                  </a:cubicBezTo>
                  <a:cubicBezTo>
                    <a:pt x="1636" y="22"/>
                    <a:pt x="1586" y="14"/>
                    <a:pt x="1528" y="5"/>
                  </a:cubicBezTo>
                  <a:cubicBezTo>
                    <a:pt x="1496" y="2"/>
                    <a:pt x="1463" y="1"/>
                    <a:pt x="14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3" name="Google Shape;5013;p13"/>
            <p:cNvSpPr/>
            <p:nvPr/>
          </p:nvSpPr>
          <p:spPr>
            <a:xfrm>
              <a:off x="5638400" y="2847250"/>
              <a:ext cx="56975" cy="42675"/>
            </a:xfrm>
            <a:custGeom>
              <a:rect b="b" l="l" r="r" t="t"/>
              <a:pathLst>
                <a:path extrusionOk="0" h="1707" w="2279">
                  <a:moveTo>
                    <a:pt x="1029" y="0"/>
                  </a:moveTo>
                  <a:cubicBezTo>
                    <a:pt x="949" y="0"/>
                    <a:pt x="868" y="10"/>
                    <a:pt x="787" y="29"/>
                  </a:cubicBezTo>
                  <a:cubicBezTo>
                    <a:pt x="646" y="70"/>
                    <a:pt x="497" y="145"/>
                    <a:pt x="373" y="253"/>
                  </a:cubicBezTo>
                  <a:cubicBezTo>
                    <a:pt x="215" y="335"/>
                    <a:pt x="0" y="485"/>
                    <a:pt x="8" y="683"/>
                  </a:cubicBezTo>
                  <a:cubicBezTo>
                    <a:pt x="8" y="711"/>
                    <a:pt x="35" y="732"/>
                    <a:pt x="62" y="732"/>
                  </a:cubicBezTo>
                  <a:cubicBezTo>
                    <a:pt x="75" y="732"/>
                    <a:pt x="89" y="727"/>
                    <a:pt x="99" y="717"/>
                  </a:cubicBezTo>
                  <a:cubicBezTo>
                    <a:pt x="99" y="717"/>
                    <a:pt x="108" y="708"/>
                    <a:pt x="116" y="700"/>
                  </a:cubicBezTo>
                  <a:lnTo>
                    <a:pt x="116" y="700"/>
                  </a:lnTo>
                  <a:cubicBezTo>
                    <a:pt x="116" y="733"/>
                    <a:pt x="108" y="766"/>
                    <a:pt x="108" y="799"/>
                  </a:cubicBezTo>
                  <a:cubicBezTo>
                    <a:pt x="116" y="982"/>
                    <a:pt x="224" y="1156"/>
                    <a:pt x="398" y="1230"/>
                  </a:cubicBezTo>
                  <a:cubicBezTo>
                    <a:pt x="448" y="1252"/>
                    <a:pt x="495" y="1261"/>
                    <a:pt x="541" y="1261"/>
                  </a:cubicBezTo>
                  <a:cubicBezTo>
                    <a:pt x="600" y="1261"/>
                    <a:pt x="656" y="1245"/>
                    <a:pt x="713" y="1222"/>
                  </a:cubicBezTo>
                  <a:cubicBezTo>
                    <a:pt x="725" y="1226"/>
                    <a:pt x="735" y="1228"/>
                    <a:pt x="746" y="1228"/>
                  </a:cubicBezTo>
                  <a:cubicBezTo>
                    <a:pt x="756" y="1228"/>
                    <a:pt x="766" y="1226"/>
                    <a:pt x="779" y="1222"/>
                  </a:cubicBezTo>
                  <a:cubicBezTo>
                    <a:pt x="882" y="1188"/>
                    <a:pt x="987" y="1171"/>
                    <a:pt x="1090" y="1171"/>
                  </a:cubicBezTo>
                  <a:cubicBezTo>
                    <a:pt x="1187" y="1171"/>
                    <a:pt x="1283" y="1186"/>
                    <a:pt x="1375" y="1214"/>
                  </a:cubicBezTo>
                  <a:cubicBezTo>
                    <a:pt x="1516" y="1280"/>
                    <a:pt x="1649" y="1355"/>
                    <a:pt x="1765" y="1454"/>
                  </a:cubicBezTo>
                  <a:cubicBezTo>
                    <a:pt x="1792" y="1476"/>
                    <a:pt x="1827" y="1487"/>
                    <a:pt x="1860" y="1487"/>
                  </a:cubicBezTo>
                  <a:cubicBezTo>
                    <a:pt x="1876" y="1487"/>
                    <a:pt x="1892" y="1484"/>
                    <a:pt x="1906" y="1479"/>
                  </a:cubicBezTo>
                  <a:cubicBezTo>
                    <a:pt x="1931" y="1529"/>
                    <a:pt x="1947" y="1570"/>
                    <a:pt x="1964" y="1620"/>
                  </a:cubicBezTo>
                  <a:cubicBezTo>
                    <a:pt x="1980" y="1680"/>
                    <a:pt x="2021" y="1707"/>
                    <a:pt x="2064" y="1707"/>
                  </a:cubicBezTo>
                  <a:cubicBezTo>
                    <a:pt x="2111" y="1707"/>
                    <a:pt x="2162" y="1675"/>
                    <a:pt x="2187" y="1620"/>
                  </a:cubicBezTo>
                  <a:cubicBezTo>
                    <a:pt x="2279" y="1404"/>
                    <a:pt x="2187" y="1131"/>
                    <a:pt x="2113" y="915"/>
                  </a:cubicBezTo>
                  <a:cubicBezTo>
                    <a:pt x="2096" y="849"/>
                    <a:pt x="2080" y="783"/>
                    <a:pt x="2063" y="717"/>
                  </a:cubicBezTo>
                  <a:cubicBezTo>
                    <a:pt x="2063" y="708"/>
                    <a:pt x="2055" y="700"/>
                    <a:pt x="2047" y="692"/>
                  </a:cubicBezTo>
                  <a:cubicBezTo>
                    <a:pt x="2030" y="601"/>
                    <a:pt x="1955" y="526"/>
                    <a:pt x="1889" y="460"/>
                  </a:cubicBezTo>
                  <a:cubicBezTo>
                    <a:pt x="1864" y="435"/>
                    <a:pt x="1831" y="410"/>
                    <a:pt x="1806" y="385"/>
                  </a:cubicBezTo>
                  <a:cubicBezTo>
                    <a:pt x="1781" y="360"/>
                    <a:pt x="1765" y="327"/>
                    <a:pt x="1740" y="302"/>
                  </a:cubicBezTo>
                  <a:cubicBezTo>
                    <a:pt x="1555" y="105"/>
                    <a:pt x="1297" y="0"/>
                    <a:pt x="10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4" name="Google Shape;5014;p13"/>
            <p:cNvSpPr/>
            <p:nvPr/>
          </p:nvSpPr>
          <p:spPr>
            <a:xfrm>
              <a:off x="5630675" y="2926000"/>
              <a:ext cx="160800" cy="68900"/>
            </a:xfrm>
            <a:custGeom>
              <a:rect b="b" l="l" r="r" t="t"/>
              <a:pathLst>
                <a:path extrusionOk="0" h="2756" w="6432">
                  <a:moveTo>
                    <a:pt x="5123" y="2422"/>
                  </a:moveTo>
                  <a:cubicBezTo>
                    <a:pt x="5123" y="2438"/>
                    <a:pt x="5131" y="2455"/>
                    <a:pt x="5139" y="2463"/>
                  </a:cubicBezTo>
                  <a:cubicBezTo>
                    <a:pt x="5126" y="2462"/>
                    <a:pt x="5112" y="2462"/>
                    <a:pt x="5099" y="2462"/>
                  </a:cubicBezTo>
                  <a:cubicBezTo>
                    <a:pt x="5013" y="2462"/>
                    <a:pt x="4928" y="2482"/>
                    <a:pt x="4849" y="2496"/>
                  </a:cubicBezTo>
                  <a:cubicBezTo>
                    <a:pt x="4749" y="2503"/>
                    <a:pt x="4648" y="2515"/>
                    <a:pt x="4548" y="2515"/>
                  </a:cubicBezTo>
                  <a:cubicBezTo>
                    <a:pt x="4524" y="2515"/>
                    <a:pt x="4500" y="2515"/>
                    <a:pt x="4477" y="2513"/>
                  </a:cubicBezTo>
                  <a:cubicBezTo>
                    <a:pt x="4352" y="2513"/>
                    <a:pt x="4228" y="2488"/>
                    <a:pt x="4104" y="2463"/>
                  </a:cubicBezTo>
                  <a:lnTo>
                    <a:pt x="4104" y="2463"/>
                  </a:lnTo>
                  <a:cubicBezTo>
                    <a:pt x="4211" y="2476"/>
                    <a:pt x="4319" y="2481"/>
                    <a:pt x="4427" y="2481"/>
                  </a:cubicBezTo>
                  <a:cubicBezTo>
                    <a:pt x="4602" y="2481"/>
                    <a:pt x="4778" y="2467"/>
                    <a:pt x="4957" y="2447"/>
                  </a:cubicBezTo>
                  <a:cubicBezTo>
                    <a:pt x="5007" y="2438"/>
                    <a:pt x="5065" y="2430"/>
                    <a:pt x="5123" y="2422"/>
                  </a:cubicBezTo>
                  <a:close/>
                  <a:moveTo>
                    <a:pt x="4050" y="0"/>
                  </a:moveTo>
                  <a:cubicBezTo>
                    <a:pt x="4029" y="0"/>
                    <a:pt x="4009" y="15"/>
                    <a:pt x="4004" y="44"/>
                  </a:cubicBezTo>
                  <a:cubicBezTo>
                    <a:pt x="3988" y="234"/>
                    <a:pt x="3806" y="384"/>
                    <a:pt x="3656" y="466"/>
                  </a:cubicBezTo>
                  <a:cubicBezTo>
                    <a:pt x="3482" y="574"/>
                    <a:pt x="3308" y="657"/>
                    <a:pt x="3159" y="781"/>
                  </a:cubicBezTo>
                  <a:cubicBezTo>
                    <a:pt x="3035" y="872"/>
                    <a:pt x="2902" y="980"/>
                    <a:pt x="2820" y="1113"/>
                  </a:cubicBezTo>
                  <a:cubicBezTo>
                    <a:pt x="2803" y="1097"/>
                    <a:pt x="2781" y="1088"/>
                    <a:pt x="2757" y="1088"/>
                  </a:cubicBezTo>
                  <a:cubicBezTo>
                    <a:pt x="2745" y="1088"/>
                    <a:pt x="2732" y="1090"/>
                    <a:pt x="2720" y="1096"/>
                  </a:cubicBezTo>
                  <a:cubicBezTo>
                    <a:pt x="2662" y="1055"/>
                    <a:pt x="2596" y="1022"/>
                    <a:pt x="2521" y="988"/>
                  </a:cubicBezTo>
                  <a:cubicBezTo>
                    <a:pt x="2405" y="939"/>
                    <a:pt x="2289" y="889"/>
                    <a:pt x="2182" y="823"/>
                  </a:cubicBezTo>
                  <a:cubicBezTo>
                    <a:pt x="2182" y="823"/>
                    <a:pt x="2173" y="814"/>
                    <a:pt x="2173" y="814"/>
                  </a:cubicBezTo>
                  <a:cubicBezTo>
                    <a:pt x="2165" y="814"/>
                    <a:pt x="2165" y="806"/>
                    <a:pt x="2157" y="806"/>
                  </a:cubicBezTo>
                  <a:cubicBezTo>
                    <a:pt x="2132" y="781"/>
                    <a:pt x="2107" y="765"/>
                    <a:pt x="2074" y="748"/>
                  </a:cubicBezTo>
                  <a:cubicBezTo>
                    <a:pt x="1900" y="607"/>
                    <a:pt x="1776" y="408"/>
                    <a:pt x="1784" y="176"/>
                  </a:cubicBezTo>
                  <a:cubicBezTo>
                    <a:pt x="1792" y="118"/>
                    <a:pt x="1751" y="69"/>
                    <a:pt x="1701" y="52"/>
                  </a:cubicBezTo>
                  <a:cubicBezTo>
                    <a:pt x="1694" y="51"/>
                    <a:pt x="1686" y="51"/>
                    <a:pt x="1679" y="51"/>
                  </a:cubicBezTo>
                  <a:cubicBezTo>
                    <a:pt x="1630" y="51"/>
                    <a:pt x="1589" y="74"/>
                    <a:pt x="1560" y="110"/>
                  </a:cubicBezTo>
                  <a:cubicBezTo>
                    <a:pt x="1394" y="350"/>
                    <a:pt x="1577" y="665"/>
                    <a:pt x="1718" y="864"/>
                  </a:cubicBezTo>
                  <a:cubicBezTo>
                    <a:pt x="1751" y="914"/>
                    <a:pt x="1784" y="964"/>
                    <a:pt x="1825" y="1013"/>
                  </a:cubicBezTo>
                  <a:cubicBezTo>
                    <a:pt x="1776" y="1030"/>
                    <a:pt x="1718" y="1046"/>
                    <a:pt x="1668" y="1063"/>
                  </a:cubicBezTo>
                  <a:cubicBezTo>
                    <a:pt x="1560" y="1096"/>
                    <a:pt x="1461" y="1121"/>
                    <a:pt x="1353" y="1146"/>
                  </a:cubicBezTo>
                  <a:cubicBezTo>
                    <a:pt x="1245" y="1171"/>
                    <a:pt x="1121" y="1187"/>
                    <a:pt x="1030" y="1254"/>
                  </a:cubicBezTo>
                  <a:cubicBezTo>
                    <a:pt x="988" y="1278"/>
                    <a:pt x="980" y="1336"/>
                    <a:pt x="997" y="1378"/>
                  </a:cubicBezTo>
                  <a:lnTo>
                    <a:pt x="922" y="1378"/>
                  </a:lnTo>
                  <a:cubicBezTo>
                    <a:pt x="798" y="1378"/>
                    <a:pt x="674" y="1361"/>
                    <a:pt x="549" y="1353"/>
                  </a:cubicBezTo>
                  <a:cubicBezTo>
                    <a:pt x="309" y="1353"/>
                    <a:pt x="176" y="1568"/>
                    <a:pt x="268" y="1792"/>
                  </a:cubicBezTo>
                  <a:cubicBezTo>
                    <a:pt x="350" y="1974"/>
                    <a:pt x="541" y="2115"/>
                    <a:pt x="715" y="2206"/>
                  </a:cubicBezTo>
                  <a:cubicBezTo>
                    <a:pt x="740" y="2215"/>
                    <a:pt x="765" y="2231"/>
                    <a:pt x="790" y="2240"/>
                  </a:cubicBezTo>
                  <a:cubicBezTo>
                    <a:pt x="516" y="2165"/>
                    <a:pt x="268" y="2016"/>
                    <a:pt x="77" y="1800"/>
                  </a:cubicBezTo>
                  <a:cubicBezTo>
                    <a:pt x="68" y="1792"/>
                    <a:pt x="59" y="1788"/>
                    <a:pt x="49" y="1788"/>
                  </a:cubicBezTo>
                  <a:cubicBezTo>
                    <a:pt x="23" y="1788"/>
                    <a:pt x="1" y="1817"/>
                    <a:pt x="19" y="1842"/>
                  </a:cubicBezTo>
                  <a:cubicBezTo>
                    <a:pt x="201" y="2182"/>
                    <a:pt x="549" y="2405"/>
                    <a:pt x="914" y="2488"/>
                  </a:cubicBezTo>
                  <a:cubicBezTo>
                    <a:pt x="1029" y="2513"/>
                    <a:pt x="1145" y="2524"/>
                    <a:pt x="1261" y="2524"/>
                  </a:cubicBezTo>
                  <a:cubicBezTo>
                    <a:pt x="1572" y="2524"/>
                    <a:pt x="1881" y="2443"/>
                    <a:pt x="2165" y="2322"/>
                  </a:cubicBezTo>
                  <a:cubicBezTo>
                    <a:pt x="2397" y="2215"/>
                    <a:pt x="2621" y="2082"/>
                    <a:pt x="2795" y="1892"/>
                  </a:cubicBezTo>
                  <a:cubicBezTo>
                    <a:pt x="2836" y="1850"/>
                    <a:pt x="2797" y="1792"/>
                    <a:pt x="2750" y="1792"/>
                  </a:cubicBezTo>
                  <a:cubicBezTo>
                    <a:pt x="2740" y="1792"/>
                    <a:pt x="2730" y="1795"/>
                    <a:pt x="2720" y="1800"/>
                  </a:cubicBezTo>
                  <a:cubicBezTo>
                    <a:pt x="2679" y="1817"/>
                    <a:pt x="2646" y="1834"/>
                    <a:pt x="2604" y="1850"/>
                  </a:cubicBezTo>
                  <a:cubicBezTo>
                    <a:pt x="2621" y="1834"/>
                    <a:pt x="2637" y="1817"/>
                    <a:pt x="2654" y="1800"/>
                  </a:cubicBezTo>
                  <a:cubicBezTo>
                    <a:pt x="2712" y="1734"/>
                    <a:pt x="2762" y="1660"/>
                    <a:pt x="2803" y="1577"/>
                  </a:cubicBezTo>
                  <a:cubicBezTo>
                    <a:pt x="2828" y="1684"/>
                    <a:pt x="2844" y="1792"/>
                    <a:pt x="2886" y="1892"/>
                  </a:cubicBezTo>
                  <a:cubicBezTo>
                    <a:pt x="2919" y="1999"/>
                    <a:pt x="2969" y="2099"/>
                    <a:pt x="3035" y="2190"/>
                  </a:cubicBezTo>
                  <a:cubicBezTo>
                    <a:pt x="3192" y="2397"/>
                    <a:pt x="3416" y="2496"/>
                    <a:pt x="3656" y="2579"/>
                  </a:cubicBezTo>
                  <a:cubicBezTo>
                    <a:pt x="3913" y="2662"/>
                    <a:pt x="4178" y="2745"/>
                    <a:pt x="4452" y="2753"/>
                  </a:cubicBezTo>
                  <a:cubicBezTo>
                    <a:pt x="4477" y="2755"/>
                    <a:pt x="4501" y="2755"/>
                    <a:pt x="4526" y="2755"/>
                  </a:cubicBezTo>
                  <a:cubicBezTo>
                    <a:pt x="4640" y="2755"/>
                    <a:pt x="4750" y="2741"/>
                    <a:pt x="4866" y="2720"/>
                  </a:cubicBezTo>
                  <a:cubicBezTo>
                    <a:pt x="4990" y="2695"/>
                    <a:pt x="5139" y="2670"/>
                    <a:pt x="5247" y="2588"/>
                  </a:cubicBezTo>
                  <a:cubicBezTo>
                    <a:pt x="5272" y="2563"/>
                    <a:pt x="5264" y="2513"/>
                    <a:pt x="5247" y="2488"/>
                  </a:cubicBezTo>
                  <a:lnTo>
                    <a:pt x="5247" y="2488"/>
                  </a:lnTo>
                  <a:cubicBezTo>
                    <a:pt x="5313" y="2505"/>
                    <a:pt x="5380" y="2513"/>
                    <a:pt x="5446" y="2530"/>
                  </a:cubicBezTo>
                  <a:cubicBezTo>
                    <a:pt x="5537" y="2554"/>
                    <a:pt x="5637" y="2588"/>
                    <a:pt x="5736" y="2588"/>
                  </a:cubicBezTo>
                  <a:cubicBezTo>
                    <a:pt x="5777" y="2588"/>
                    <a:pt x="5786" y="2538"/>
                    <a:pt x="5753" y="2513"/>
                  </a:cubicBezTo>
                  <a:cubicBezTo>
                    <a:pt x="5670" y="2463"/>
                    <a:pt x="5562" y="2447"/>
                    <a:pt x="5471" y="2422"/>
                  </a:cubicBezTo>
                  <a:cubicBezTo>
                    <a:pt x="5454" y="2422"/>
                    <a:pt x="5429" y="2414"/>
                    <a:pt x="5413" y="2414"/>
                  </a:cubicBezTo>
                  <a:cubicBezTo>
                    <a:pt x="5496" y="2414"/>
                    <a:pt x="5579" y="2422"/>
                    <a:pt x="5653" y="2447"/>
                  </a:cubicBezTo>
                  <a:cubicBezTo>
                    <a:pt x="5744" y="2472"/>
                    <a:pt x="5819" y="2505"/>
                    <a:pt x="5902" y="2554"/>
                  </a:cubicBezTo>
                  <a:cubicBezTo>
                    <a:pt x="5976" y="2604"/>
                    <a:pt x="6043" y="2670"/>
                    <a:pt x="6109" y="2737"/>
                  </a:cubicBezTo>
                  <a:cubicBezTo>
                    <a:pt x="6121" y="2749"/>
                    <a:pt x="6134" y="2754"/>
                    <a:pt x="6147" y="2754"/>
                  </a:cubicBezTo>
                  <a:cubicBezTo>
                    <a:pt x="6180" y="2754"/>
                    <a:pt x="6211" y="2722"/>
                    <a:pt x="6217" y="2687"/>
                  </a:cubicBezTo>
                  <a:cubicBezTo>
                    <a:pt x="6432" y="2554"/>
                    <a:pt x="6407" y="2264"/>
                    <a:pt x="6275" y="2066"/>
                  </a:cubicBezTo>
                  <a:cubicBezTo>
                    <a:pt x="6109" y="1834"/>
                    <a:pt x="5844" y="1684"/>
                    <a:pt x="5570" y="1602"/>
                  </a:cubicBezTo>
                  <a:cubicBezTo>
                    <a:pt x="5537" y="1593"/>
                    <a:pt x="5504" y="1585"/>
                    <a:pt x="5471" y="1577"/>
                  </a:cubicBezTo>
                  <a:lnTo>
                    <a:pt x="5487" y="1577"/>
                  </a:lnTo>
                  <a:cubicBezTo>
                    <a:pt x="5512" y="1552"/>
                    <a:pt x="5521" y="1510"/>
                    <a:pt x="5487" y="1494"/>
                  </a:cubicBezTo>
                  <a:cubicBezTo>
                    <a:pt x="5425" y="1463"/>
                    <a:pt x="5349" y="1453"/>
                    <a:pt x="5272" y="1453"/>
                  </a:cubicBezTo>
                  <a:cubicBezTo>
                    <a:pt x="5186" y="1453"/>
                    <a:pt x="5098" y="1465"/>
                    <a:pt x="5023" y="1469"/>
                  </a:cubicBezTo>
                  <a:cubicBezTo>
                    <a:pt x="4858" y="1469"/>
                    <a:pt x="4692" y="1461"/>
                    <a:pt x="4535" y="1436"/>
                  </a:cubicBezTo>
                  <a:cubicBezTo>
                    <a:pt x="4435" y="1411"/>
                    <a:pt x="4327" y="1386"/>
                    <a:pt x="4236" y="1353"/>
                  </a:cubicBezTo>
                  <a:cubicBezTo>
                    <a:pt x="4187" y="1312"/>
                    <a:pt x="4145" y="1262"/>
                    <a:pt x="4104" y="1212"/>
                  </a:cubicBezTo>
                  <a:lnTo>
                    <a:pt x="4104" y="1212"/>
                  </a:lnTo>
                  <a:cubicBezTo>
                    <a:pt x="4187" y="1254"/>
                    <a:pt x="4278" y="1278"/>
                    <a:pt x="4369" y="1303"/>
                  </a:cubicBezTo>
                  <a:cubicBezTo>
                    <a:pt x="4427" y="1312"/>
                    <a:pt x="4485" y="1320"/>
                    <a:pt x="4543" y="1328"/>
                  </a:cubicBezTo>
                  <a:lnTo>
                    <a:pt x="4626" y="1328"/>
                  </a:lnTo>
                  <a:cubicBezTo>
                    <a:pt x="4659" y="1328"/>
                    <a:pt x="4684" y="1320"/>
                    <a:pt x="4717" y="1303"/>
                  </a:cubicBezTo>
                  <a:cubicBezTo>
                    <a:pt x="4742" y="1295"/>
                    <a:pt x="4733" y="1245"/>
                    <a:pt x="4709" y="1237"/>
                  </a:cubicBezTo>
                  <a:cubicBezTo>
                    <a:pt x="4651" y="1220"/>
                    <a:pt x="4601" y="1229"/>
                    <a:pt x="4551" y="1220"/>
                  </a:cubicBezTo>
                  <a:cubicBezTo>
                    <a:pt x="4493" y="1220"/>
                    <a:pt x="4435" y="1212"/>
                    <a:pt x="4385" y="1204"/>
                  </a:cubicBezTo>
                  <a:cubicBezTo>
                    <a:pt x="4278" y="1187"/>
                    <a:pt x="4170" y="1154"/>
                    <a:pt x="4071" y="1121"/>
                  </a:cubicBezTo>
                  <a:cubicBezTo>
                    <a:pt x="4067" y="1117"/>
                    <a:pt x="4062" y="1115"/>
                    <a:pt x="4059" y="1115"/>
                  </a:cubicBezTo>
                  <a:cubicBezTo>
                    <a:pt x="4056" y="1115"/>
                    <a:pt x="4054" y="1117"/>
                    <a:pt x="4054" y="1121"/>
                  </a:cubicBezTo>
                  <a:cubicBezTo>
                    <a:pt x="4046" y="1104"/>
                    <a:pt x="4038" y="1096"/>
                    <a:pt x="4038" y="1088"/>
                  </a:cubicBezTo>
                  <a:cubicBezTo>
                    <a:pt x="3988" y="947"/>
                    <a:pt x="3980" y="806"/>
                    <a:pt x="4013" y="665"/>
                  </a:cubicBezTo>
                  <a:cubicBezTo>
                    <a:pt x="4029" y="591"/>
                    <a:pt x="4062" y="533"/>
                    <a:pt x="4096" y="466"/>
                  </a:cubicBezTo>
                  <a:cubicBezTo>
                    <a:pt x="4137" y="392"/>
                    <a:pt x="4195" y="326"/>
                    <a:pt x="4211" y="251"/>
                  </a:cubicBezTo>
                  <a:cubicBezTo>
                    <a:pt x="4219" y="193"/>
                    <a:pt x="4181" y="140"/>
                    <a:pt x="4126" y="140"/>
                  </a:cubicBezTo>
                  <a:cubicBezTo>
                    <a:pt x="4119" y="140"/>
                    <a:pt x="4112" y="141"/>
                    <a:pt x="4104" y="143"/>
                  </a:cubicBezTo>
                  <a:cubicBezTo>
                    <a:pt x="4104" y="110"/>
                    <a:pt x="4104" y="85"/>
                    <a:pt x="4096" y="44"/>
                  </a:cubicBezTo>
                  <a:cubicBezTo>
                    <a:pt x="4091" y="15"/>
                    <a:pt x="4071" y="0"/>
                    <a:pt x="40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5" name="Google Shape;5015;p13"/>
            <p:cNvSpPr/>
            <p:nvPr/>
          </p:nvSpPr>
          <p:spPr>
            <a:xfrm>
              <a:off x="5599650" y="2914650"/>
              <a:ext cx="48300" cy="91650"/>
            </a:xfrm>
            <a:custGeom>
              <a:rect b="b" l="l" r="r" t="t"/>
              <a:pathLst>
                <a:path extrusionOk="0" h="3666" w="1932">
                  <a:moveTo>
                    <a:pt x="1168" y="0"/>
                  </a:moveTo>
                  <a:cubicBezTo>
                    <a:pt x="1166" y="0"/>
                    <a:pt x="1163" y="0"/>
                    <a:pt x="1161" y="1"/>
                  </a:cubicBezTo>
                  <a:cubicBezTo>
                    <a:pt x="953" y="17"/>
                    <a:pt x="771" y="75"/>
                    <a:pt x="605" y="200"/>
                  </a:cubicBezTo>
                  <a:cubicBezTo>
                    <a:pt x="440" y="324"/>
                    <a:pt x="274" y="490"/>
                    <a:pt x="150" y="672"/>
                  </a:cubicBezTo>
                  <a:cubicBezTo>
                    <a:pt x="26" y="862"/>
                    <a:pt x="1" y="1119"/>
                    <a:pt x="1" y="1351"/>
                  </a:cubicBezTo>
                  <a:cubicBezTo>
                    <a:pt x="1" y="1575"/>
                    <a:pt x="17" y="1857"/>
                    <a:pt x="175" y="2031"/>
                  </a:cubicBezTo>
                  <a:cubicBezTo>
                    <a:pt x="187" y="2047"/>
                    <a:pt x="204" y="2054"/>
                    <a:pt x="220" y="2054"/>
                  </a:cubicBezTo>
                  <a:cubicBezTo>
                    <a:pt x="237" y="2054"/>
                    <a:pt x="253" y="2047"/>
                    <a:pt x="266" y="2039"/>
                  </a:cubicBezTo>
                  <a:cubicBezTo>
                    <a:pt x="291" y="2138"/>
                    <a:pt x="324" y="2238"/>
                    <a:pt x="390" y="2296"/>
                  </a:cubicBezTo>
                  <a:cubicBezTo>
                    <a:pt x="412" y="2318"/>
                    <a:pt x="434" y="2325"/>
                    <a:pt x="459" y="2325"/>
                  </a:cubicBezTo>
                  <a:cubicBezTo>
                    <a:pt x="471" y="2325"/>
                    <a:pt x="484" y="2323"/>
                    <a:pt x="498" y="2321"/>
                  </a:cubicBezTo>
                  <a:cubicBezTo>
                    <a:pt x="547" y="2437"/>
                    <a:pt x="605" y="2561"/>
                    <a:pt x="713" y="2627"/>
                  </a:cubicBezTo>
                  <a:cubicBezTo>
                    <a:pt x="721" y="2636"/>
                    <a:pt x="738" y="2636"/>
                    <a:pt x="746" y="2636"/>
                  </a:cubicBezTo>
                  <a:cubicBezTo>
                    <a:pt x="790" y="2709"/>
                    <a:pt x="854" y="2763"/>
                    <a:pt x="937" y="2763"/>
                  </a:cubicBezTo>
                  <a:cubicBezTo>
                    <a:pt x="947" y="2763"/>
                    <a:pt x="959" y="2762"/>
                    <a:pt x="970" y="2760"/>
                  </a:cubicBezTo>
                  <a:lnTo>
                    <a:pt x="978" y="2760"/>
                  </a:lnTo>
                  <a:cubicBezTo>
                    <a:pt x="987" y="2776"/>
                    <a:pt x="995" y="2793"/>
                    <a:pt x="1003" y="2810"/>
                  </a:cubicBezTo>
                  <a:cubicBezTo>
                    <a:pt x="1061" y="2926"/>
                    <a:pt x="1136" y="3075"/>
                    <a:pt x="1260" y="3124"/>
                  </a:cubicBezTo>
                  <a:cubicBezTo>
                    <a:pt x="1285" y="3124"/>
                    <a:pt x="1301" y="3116"/>
                    <a:pt x="1318" y="3100"/>
                  </a:cubicBezTo>
                  <a:cubicBezTo>
                    <a:pt x="1326" y="3116"/>
                    <a:pt x="1335" y="3133"/>
                    <a:pt x="1343" y="3141"/>
                  </a:cubicBezTo>
                  <a:cubicBezTo>
                    <a:pt x="1384" y="3191"/>
                    <a:pt x="1426" y="3232"/>
                    <a:pt x="1484" y="3257"/>
                  </a:cubicBezTo>
                  <a:cubicBezTo>
                    <a:pt x="1492" y="3265"/>
                    <a:pt x="1509" y="3265"/>
                    <a:pt x="1525" y="3265"/>
                  </a:cubicBezTo>
                  <a:cubicBezTo>
                    <a:pt x="1550" y="3298"/>
                    <a:pt x="1575" y="3340"/>
                    <a:pt x="1600" y="3381"/>
                  </a:cubicBezTo>
                  <a:cubicBezTo>
                    <a:pt x="1633" y="3431"/>
                    <a:pt x="1674" y="3489"/>
                    <a:pt x="1716" y="3539"/>
                  </a:cubicBezTo>
                  <a:cubicBezTo>
                    <a:pt x="1757" y="3588"/>
                    <a:pt x="1807" y="3655"/>
                    <a:pt x="1873" y="3663"/>
                  </a:cubicBezTo>
                  <a:cubicBezTo>
                    <a:pt x="1877" y="3664"/>
                    <a:pt x="1882" y="3665"/>
                    <a:pt x="1886" y="3665"/>
                  </a:cubicBezTo>
                  <a:cubicBezTo>
                    <a:pt x="1908" y="3665"/>
                    <a:pt x="1931" y="3649"/>
                    <a:pt x="1931" y="3622"/>
                  </a:cubicBezTo>
                  <a:cubicBezTo>
                    <a:pt x="1931" y="3564"/>
                    <a:pt x="1890" y="3506"/>
                    <a:pt x="1857" y="3464"/>
                  </a:cubicBezTo>
                  <a:cubicBezTo>
                    <a:pt x="1823" y="3414"/>
                    <a:pt x="1782" y="3365"/>
                    <a:pt x="1749" y="3315"/>
                  </a:cubicBezTo>
                  <a:cubicBezTo>
                    <a:pt x="1774" y="3307"/>
                    <a:pt x="1799" y="3282"/>
                    <a:pt x="1790" y="3240"/>
                  </a:cubicBezTo>
                  <a:cubicBezTo>
                    <a:pt x="1790" y="3216"/>
                    <a:pt x="1782" y="3191"/>
                    <a:pt x="1765" y="3166"/>
                  </a:cubicBezTo>
                  <a:cubicBezTo>
                    <a:pt x="1757" y="3149"/>
                    <a:pt x="1741" y="3133"/>
                    <a:pt x="1732" y="3116"/>
                  </a:cubicBezTo>
                  <a:cubicBezTo>
                    <a:pt x="1707" y="3075"/>
                    <a:pt x="1691" y="3033"/>
                    <a:pt x="1666" y="3000"/>
                  </a:cubicBezTo>
                  <a:cubicBezTo>
                    <a:pt x="1616" y="2917"/>
                    <a:pt x="1575" y="2843"/>
                    <a:pt x="1533" y="2760"/>
                  </a:cubicBezTo>
                  <a:cubicBezTo>
                    <a:pt x="1519" y="2738"/>
                    <a:pt x="1500" y="2729"/>
                    <a:pt x="1482" y="2729"/>
                  </a:cubicBezTo>
                  <a:cubicBezTo>
                    <a:pt x="1458" y="2729"/>
                    <a:pt x="1435" y="2745"/>
                    <a:pt x="1426" y="2768"/>
                  </a:cubicBezTo>
                  <a:cubicBezTo>
                    <a:pt x="1335" y="2594"/>
                    <a:pt x="1260" y="2404"/>
                    <a:pt x="1202" y="2221"/>
                  </a:cubicBezTo>
                  <a:cubicBezTo>
                    <a:pt x="1192" y="2191"/>
                    <a:pt x="1169" y="2179"/>
                    <a:pt x="1146" y="2179"/>
                  </a:cubicBezTo>
                  <a:cubicBezTo>
                    <a:pt x="1112" y="2179"/>
                    <a:pt x="1079" y="2207"/>
                    <a:pt x="1094" y="2246"/>
                  </a:cubicBezTo>
                  <a:cubicBezTo>
                    <a:pt x="1111" y="2337"/>
                    <a:pt x="1144" y="2420"/>
                    <a:pt x="1169" y="2503"/>
                  </a:cubicBezTo>
                  <a:cubicBezTo>
                    <a:pt x="1094" y="2346"/>
                    <a:pt x="1028" y="2180"/>
                    <a:pt x="978" y="2014"/>
                  </a:cubicBezTo>
                  <a:cubicBezTo>
                    <a:pt x="966" y="1989"/>
                    <a:pt x="943" y="1978"/>
                    <a:pt x="922" y="1978"/>
                  </a:cubicBezTo>
                  <a:cubicBezTo>
                    <a:pt x="916" y="1978"/>
                    <a:pt x="910" y="1979"/>
                    <a:pt x="904" y="1981"/>
                  </a:cubicBezTo>
                  <a:cubicBezTo>
                    <a:pt x="862" y="1840"/>
                    <a:pt x="846" y="1691"/>
                    <a:pt x="829" y="1542"/>
                  </a:cubicBezTo>
                  <a:cubicBezTo>
                    <a:pt x="829" y="1505"/>
                    <a:pt x="800" y="1486"/>
                    <a:pt x="771" y="1486"/>
                  </a:cubicBezTo>
                  <a:cubicBezTo>
                    <a:pt x="742" y="1486"/>
                    <a:pt x="713" y="1505"/>
                    <a:pt x="713" y="1542"/>
                  </a:cubicBezTo>
                  <a:cubicBezTo>
                    <a:pt x="713" y="1716"/>
                    <a:pt x="721" y="1890"/>
                    <a:pt x="755" y="2064"/>
                  </a:cubicBezTo>
                  <a:cubicBezTo>
                    <a:pt x="746" y="2047"/>
                    <a:pt x="746" y="2031"/>
                    <a:pt x="738" y="2014"/>
                  </a:cubicBezTo>
                  <a:cubicBezTo>
                    <a:pt x="655" y="1766"/>
                    <a:pt x="589" y="1500"/>
                    <a:pt x="589" y="1235"/>
                  </a:cubicBezTo>
                  <a:cubicBezTo>
                    <a:pt x="596" y="1189"/>
                    <a:pt x="560" y="1164"/>
                    <a:pt x="525" y="1164"/>
                  </a:cubicBezTo>
                  <a:cubicBezTo>
                    <a:pt x="515" y="1164"/>
                    <a:pt x="506" y="1166"/>
                    <a:pt x="498" y="1169"/>
                  </a:cubicBezTo>
                  <a:cubicBezTo>
                    <a:pt x="498" y="1103"/>
                    <a:pt x="506" y="1028"/>
                    <a:pt x="514" y="962"/>
                  </a:cubicBezTo>
                  <a:cubicBezTo>
                    <a:pt x="514" y="937"/>
                    <a:pt x="498" y="920"/>
                    <a:pt x="481" y="912"/>
                  </a:cubicBezTo>
                  <a:cubicBezTo>
                    <a:pt x="498" y="829"/>
                    <a:pt x="523" y="746"/>
                    <a:pt x="547" y="672"/>
                  </a:cubicBezTo>
                  <a:cubicBezTo>
                    <a:pt x="564" y="639"/>
                    <a:pt x="539" y="606"/>
                    <a:pt x="506" y="597"/>
                  </a:cubicBezTo>
                  <a:cubicBezTo>
                    <a:pt x="572" y="523"/>
                    <a:pt x="647" y="448"/>
                    <a:pt x="713" y="382"/>
                  </a:cubicBezTo>
                  <a:cubicBezTo>
                    <a:pt x="846" y="258"/>
                    <a:pt x="995" y="133"/>
                    <a:pt x="1169" y="84"/>
                  </a:cubicBezTo>
                  <a:cubicBezTo>
                    <a:pt x="1208" y="68"/>
                    <a:pt x="1210" y="0"/>
                    <a:pt x="1168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6" name="Google Shape;5016;p13"/>
            <p:cNvSpPr/>
            <p:nvPr/>
          </p:nvSpPr>
          <p:spPr>
            <a:xfrm>
              <a:off x="5551600" y="2812450"/>
              <a:ext cx="92075" cy="116525"/>
            </a:xfrm>
            <a:custGeom>
              <a:rect b="b" l="l" r="r" t="t"/>
              <a:pathLst>
                <a:path extrusionOk="0" h="4661" w="3683">
                  <a:moveTo>
                    <a:pt x="3592" y="0"/>
                  </a:moveTo>
                  <a:cubicBezTo>
                    <a:pt x="3586" y="0"/>
                    <a:pt x="3579" y="1"/>
                    <a:pt x="3571" y="4"/>
                  </a:cubicBezTo>
                  <a:cubicBezTo>
                    <a:pt x="3323" y="103"/>
                    <a:pt x="3165" y="327"/>
                    <a:pt x="3058" y="567"/>
                  </a:cubicBezTo>
                  <a:cubicBezTo>
                    <a:pt x="2950" y="642"/>
                    <a:pt x="2867" y="741"/>
                    <a:pt x="2801" y="841"/>
                  </a:cubicBezTo>
                  <a:cubicBezTo>
                    <a:pt x="2817" y="816"/>
                    <a:pt x="2826" y="791"/>
                    <a:pt x="2834" y="775"/>
                  </a:cubicBezTo>
                  <a:cubicBezTo>
                    <a:pt x="2859" y="717"/>
                    <a:pt x="2892" y="667"/>
                    <a:pt x="2917" y="609"/>
                  </a:cubicBezTo>
                  <a:cubicBezTo>
                    <a:pt x="2942" y="567"/>
                    <a:pt x="2975" y="526"/>
                    <a:pt x="2983" y="476"/>
                  </a:cubicBezTo>
                  <a:cubicBezTo>
                    <a:pt x="2983" y="456"/>
                    <a:pt x="2966" y="441"/>
                    <a:pt x="2947" y="441"/>
                  </a:cubicBezTo>
                  <a:cubicBezTo>
                    <a:pt x="2942" y="441"/>
                    <a:pt x="2938" y="442"/>
                    <a:pt x="2933" y="443"/>
                  </a:cubicBezTo>
                  <a:cubicBezTo>
                    <a:pt x="2842" y="460"/>
                    <a:pt x="2776" y="576"/>
                    <a:pt x="2726" y="650"/>
                  </a:cubicBezTo>
                  <a:cubicBezTo>
                    <a:pt x="2668" y="750"/>
                    <a:pt x="2627" y="849"/>
                    <a:pt x="2585" y="949"/>
                  </a:cubicBezTo>
                  <a:cubicBezTo>
                    <a:pt x="2494" y="1172"/>
                    <a:pt x="2436" y="1404"/>
                    <a:pt x="2370" y="1636"/>
                  </a:cubicBezTo>
                  <a:cubicBezTo>
                    <a:pt x="2295" y="1877"/>
                    <a:pt x="2204" y="2125"/>
                    <a:pt x="2055" y="2324"/>
                  </a:cubicBezTo>
                  <a:cubicBezTo>
                    <a:pt x="1981" y="2382"/>
                    <a:pt x="1898" y="2432"/>
                    <a:pt x="1815" y="2465"/>
                  </a:cubicBezTo>
                  <a:cubicBezTo>
                    <a:pt x="1757" y="2490"/>
                    <a:pt x="1682" y="2498"/>
                    <a:pt x="1624" y="2523"/>
                  </a:cubicBezTo>
                  <a:lnTo>
                    <a:pt x="1616" y="2523"/>
                  </a:lnTo>
                  <a:cubicBezTo>
                    <a:pt x="1616" y="2506"/>
                    <a:pt x="1616" y="2490"/>
                    <a:pt x="1616" y="2473"/>
                  </a:cubicBezTo>
                  <a:cubicBezTo>
                    <a:pt x="1616" y="2440"/>
                    <a:pt x="1624" y="2399"/>
                    <a:pt x="1624" y="2357"/>
                  </a:cubicBezTo>
                  <a:cubicBezTo>
                    <a:pt x="1641" y="2200"/>
                    <a:pt x="1666" y="2051"/>
                    <a:pt x="1707" y="1893"/>
                  </a:cubicBezTo>
                  <a:cubicBezTo>
                    <a:pt x="1716" y="1877"/>
                    <a:pt x="1716" y="1860"/>
                    <a:pt x="1707" y="1843"/>
                  </a:cubicBezTo>
                  <a:cubicBezTo>
                    <a:pt x="1740" y="1794"/>
                    <a:pt x="1765" y="1736"/>
                    <a:pt x="1798" y="1686"/>
                  </a:cubicBezTo>
                  <a:cubicBezTo>
                    <a:pt x="1848" y="1603"/>
                    <a:pt x="1964" y="1487"/>
                    <a:pt x="1931" y="1396"/>
                  </a:cubicBezTo>
                  <a:cubicBezTo>
                    <a:pt x="1923" y="1363"/>
                    <a:pt x="1906" y="1346"/>
                    <a:pt x="1873" y="1346"/>
                  </a:cubicBezTo>
                  <a:cubicBezTo>
                    <a:pt x="1868" y="1346"/>
                    <a:pt x="1863" y="1345"/>
                    <a:pt x="1858" y="1345"/>
                  </a:cubicBezTo>
                  <a:cubicBezTo>
                    <a:pt x="1757" y="1345"/>
                    <a:pt x="1672" y="1499"/>
                    <a:pt x="1633" y="1570"/>
                  </a:cubicBezTo>
                  <a:cubicBezTo>
                    <a:pt x="1591" y="1653"/>
                    <a:pt x="1550" y="1736"/>
                    <a:pt x="1517" y="1819"/>
                  </a:cubicBezTo>
                  <a:cubicBezTo>
                    <a:pt x="1417" y="1885"/>
                    <a:pt x="1310" y="1943"/>
                    <a:pt x="1210" y="2009"/>
                  </a:cubicBezTo>
                  <a:cubicBezTo>
                    <a:pt x="1161" y="2044"/>
                    <a:pt x="1066" y="2108"/>
                    <a:pt x="992" y="2108"/>
                  </a:cubicBezTo>
                  <a:cubicBezTo>
                    <a:pt x="978" y="2108"/>
                    <a:pt x="965" y="2106"/>
                    <a:pt x="953" y="2100"/>
                  </a:cubicBezTo>
                  <a:cubicBezTo>
                    <a:pt x="870" y="2051"/>
                    <a:pt x="895" y="1868"/>
                    <a:pt x="912" y="1802"/>
                  </a:cubicBezTo>
                  <a:cubicBezTo>
                    <a:pt x="937" y="1686"/>
                    <a:pt x="986" y="1578"/>
                    <a:pt x="1053" y="1479"/>
                  </a:cubicBezTo>
                  <a:cubicBezTo>
                    <a:pt x="1276" y="1106"/>
                    <a:pt x="1699" y="833"/>
                    <a:pt x="1732" y="369"/>
                  </a:cubicBezTo>
                  <a:lnTo>
                    <a:pt x="1732" y="369"/>
                  </a:lnTo>
                  <a:cubicBezTo>
                    <a:pt x="1666" y="418"/>
                    <a:pt x="1591" y="468"/>
                    <a:pt x="1525" y="518"/>
                  </a:cubicBezTo>
                  <a:cubicBezTo>
                    <a:pt x="1376" y="617"/>
                    <a:pt x="1235" y="733"/>
                    <a:pt x="1111" y="857"/>
                  </a:cubicBezTo>
                  <a:cubicBezTo>
                    <a:pt x="1102" y="1065"/>
                    <a:pt x="953" y="1222"/>
                    <a:pt x="779" y="1346"/>
                  </a:cubicBezTo>
                  <a:cubicBezTo>
                    <a:pt x="771" y="1363"/>
                    <a:pt x="771" y="1379"/>
                    <a:pt x="763" y="1388"/>
                  </a:cubicBezTo>
                  <a:cubicBezTo>
                    <a:pt x="721" y="1504"/>
                    <a:pt x="705" y="1628"/>
                    <a:pt x="663" y="1744"/>
                  </a:cubicBezTo>
                  <a:cubicBezTo>
                    <a:pt x="655" y="1772"/>
                    <a:pt x="636" y="1784"/>
                    <a:pt x="615" y="1784"/>
                  </a:cubicBezTo>
                  <a:cubicBezTo>
                    <a:pt x="593" y="1784"/>
                    <a:pt x="568" y="1770"/>
                    <a:pt x="556" y="1744"/>
                  </a:cubicBezTo>
                  <a:cubicBezTo>
                    <a:pt x="522" y="1669"/>
                    <a:pt x="514" y="1587"/>
                    <a:pt x="522" y="1512"/>
                  </a:cubicBezTo>
                  <a:lnTo>
                    <a:pt x="522" y="1512"/>
                  </a:lnTo>
                  <a:cubicBezTo>
                    <a:pt x="456" y="1553"/>
                    <a:pt x="390" y="1587"/>
                    <a:pt x="340" y="1628"/>
                  </a:cubicBezTo>
                  <a:cubicBezTo>
                    <a:pt x="282" y="1661"/>
                    <a:pt x="232" y="1711"/>
                    <a:pt x="191" y="1752"/>
                  </a:cubicBezTo>
                  <a:cubicBezTo>
                    <a:pt x="92" y="1868"/>
                    <a:pt x="25" y="2009"/>
                    <a:pt x="9" y="2175"/>
                  </a:cubicBezTo>
                  <a:cubicBezTo>
                    <a:pt x="0" y="2299"/>
                    <a:pt x="17" y="2415"/>
                    <a:pt x="42" y="2531"/>
                  </a:cubicBezTo>
                  <a:cubicBezTo>
                    <a:pt x="58" y="2597"/>
                    <a:pt x="75" y="2664"/>
                    <a:pt x="92" y="2730"/>
                  </a:cubicBezTo>
                  <a:cubicBezTo>
                    <a:pt x="92" y="2747"/>
                    <a:pt x="92" y="2755"/>
                    <a:pt x="92" y="2771"/>
                  </a:cubicBezTo>
                  <a:cubicBezTo>
                    <a:pt x="108" y="2747"/>
                    <a:pt x="125" y="2722"/>
                    <a:pt x="141" y="2705"/>
                  </a:cubicBezTo>
                  <a:cubicBezTo>
                    <a:pt x="174" y="2664"/>
                    <a:pt x="199" y="2622"/>
                    <a:pt x="232" y="2581"/>
                  </a:cubicBezTo>
                  <a:cubicBezTo>
                    <a:pt x="332" y="2440"/>
                    <a:pt x="448" y="2307"/>
                    <a:pt x="489" y="2142"/>
                  </a:cubicBezTo>
                  <a:cubicBezTo>
                    <a:pt x="497" y="2112"/>
                    <a:pt x="521" y="2099"/>
                    <a:pt x="545" y="2099"/>
                  </a:cubicBezTo>
                  <a:cubicBezTo>
                    <a:pt x="574" y="2099"/>
                    <a:pt x="602" y="2118"/>
                    <a:pt x="597" y="2150"/>
                  </a:cubicBezTo>
                  <a:cubicBezTo>
                    <a:pt x="580" y="2316"/>
                    <a:pt x="522" y="2465"/>
                    <a:pt x="440" y="2606"/>
                  </a:cubicBezTo>
                  <a:cubicBezTo>
                    <a:pt x="398" y="2689"/>
                    <a:pt x="340" y="2763"/>
                    <a:pt x="290" y="2846"/>
                  </a:cubicBezTo>
                  <a:cubicBezTo>
                    <a:pt x="257" y="2904"/>
                    <a:pt x="232" y="2954"/>
                    <a:pt x="208" y="3012"/>
                  </a:cubicBezTo>
                  <a:cubicBezTo>
                    <a:pt x="141" y="3177"/>
                    <a:pt x="150" y="3327"/>
                    <a:pt x="232" y="3484"/>
                  </a:cubicBezTo>
                  <a:cubicBezTo>
                    <a:pt x="282" y="3575"/>
                    <a:pt x="340" y="3666"/>
                    <a:pt x="398" y="3749"/>
                  </a:cubicBezTo>
                  <a:cubicBezTo>
                    <a:pt x="423" y="3782"/>
                    <a:pt x="448" y="3815"/>
                    <a:pt x="473" y="3857"/>
                  </a:cubicBezTo>
                  <a:cubicBezTo>
                    <a:pt x="473" y="3774"/>
                    <a:pt x="473" y="3699"/>
                    <a:pt x="489" y="3625"/>
                  </a:cubicBezTo>
                  <a:cubicBezTo>
                    <a:pt x="514" y="3534"/>
                    <a:pt x="547" y="3451"/>
                    <a:pt x="580" y="3368"/>
                  </a:cubicBezTo>
                  <a:cubicBezTo>
                    <a:pt x="647" y="3219"/>
                    <a:pt x="730" y="3070"/>
                    <a:pt x="754" y="2912"/>
                  </a:cubicBezTo>
                  <a:cubicBezTo>
                    <a:pt x="762" y="2883"/>
                    <a:pt x="785" y="2870"/>
                    <a:pt x="809" y="2870"/>
                  </a:cubicBezTo>
                  <a:cubicBezTo>
                    <a:pt x="839" y="2870"/>
                    <a:pt x="870" y="2892"/>
                    <a:pt x="870" y="2929"/>
                  </a:cubicBezTo>
                  <a:cubicBezTo>
                    <a:pt x="870" y="3037"/>
                    <a:pt x="854" y="3153"/>
                    <a:pt x="829" y="3252"/>
                  </a:cubicBezTo>
                  <a:cubicBezTo>
                    <a:pt x="796" y="3360"/>
                    <a:pt x="754" y="3467"/>
                    <a:pt x="730" y="3575"/>
                  </a:cubicBezTo>
                  <a:cubicBezTo>
                    <a:pt x="730" y="3575"/>
                    <a:pt x="730" y="3583"/>
                    <a:pt x="730" y="3583"/>
                  </a:cubicBezTo>
                  <a:cubicBezTo>
                    <a:pt x="680" y="3782"/>
                    <a:pt x="705" y="3973"/>
                    <a:pt x="812" y="4147"/>
                  </a:cubicBezTo>
                  <a:cubicBezTo>
                    <a:pt x="920" y="4321"/>
                    <a:pt x="1094" y="4437"/>
                    <a:pt x="1276" y="4520"/>
                  </a:cubicBezTo>
                  <a:cubicBezTo>
                    <a:pt x="1384" y="4561"/>
                    <a:pt x="1492" y="4594"/>
                    <a:pt x="1608" y="4619"/>
                  </a:cubicBezTo>
                  <a:cubicBezTo>
                    <a:pt x="1674" y="4627"/>
                    <a:pt x="1757" y="4636"/>
                    <a:pt x="1840" y="4644"/>
                  </a:cubicBezTo>
                  <a:cubicBezTo>
                    <a:pt x="1848" y="4652"/>
                    <a:pt x="1865" y="4652"/>
                    <a:pt x="1881" y="4660"/>
                  </a:cubicBezTo>
                  <a:cubicBezTo>
                    <a:pt x="1890" y="4652"/>
                    <a:pt x="1890" y="4644"/>
                    <a:pt x="1898" y="4644"/>
                  </a:cubicBezTo>
                  <a:cubicBezTo>
                    <a:pt x="1989" y="4569"/>
                    <a:pt x="2047" y="4470"/>
                    <a:pt x="2113" y="4379"/>
                  </a:cubicBezTo>
                  <a:cubicBezTo>
                    <a:pt x="2138" y="4354"/>
                    <a:pt x="2155" y="4329"/>
                    <a:pt x="2179" y="4304"/>
                  </a:cubicBezTo>
                  <a:cubicBezTo>
                    <a:pt x="2271" y="4197"/>
                    <a:pt x="2378" y="4114"/>
                    <a:pt x="2494" y="4031"/>
                  </a:cubicBezTo>
                  <a:cubicBezTo>
                    <a:pt x="2527" y="4006"/>
                    <a:pt x="2569" y="3981"/>
                    <a:pt x="2602" y="3948"/>
                  </a:cubicBezTo>
                  <a:cubicBezTo>
                    <a:pt x="2759" y="3832"/>
                    <a:pt x="2851" y="3683"/>
                    <a:pt x="2875" y="3492"/>
                  </a:cubicBezTo>
                  <a:cubicBezTo>
                    <a:pt x="2950" y="3020"/>
                    <a:pt x="2909" y="2548"/>
                    <a:pt x="2900" y="2075"/>
                  </a:cubicBezTo>
                  <a:cubicBezTo>
                    <a:pt x="2892" y="1761"/>
                    <a:pt x="2950" y="1462"/>
                    <a:pt x="3033" y="1164"/>
                  </a:cubicBezTo>
                  <a:cubicBezTo>
                    <a:pt x="3049" y="1131"/>
                    <a:pt x="3066" y="1098"/>
                    <a:pt x="3083" y="1065"/>
                  </a:cubicBezTo>
                  <a:cubicBezTo>
                    <a:pt x="3157" y="899"/>
                    <a:pt x="3223" y="725"/>
                    <a:pt x="3315" y="559"/>
                  </a:cubicBezTo>
                  <a:cubicBezTo>
                    <a:pt x="3406" y="402"/>
                    <a:pt x="3522" y="261"/>
                    <a:pt x="3638" y="120"/>
                  </a:cubicBezTo>
                  <a:lnTo>
                    <a:pt x="3638" y="128"/>
                  </a:lnTo>
                  <a:cubicBezTo>
                    <a:pt x="3682" y="84"/>
                    <a:pt x="3647" y="0"/>
                    <a:pt x="35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7" name="Google Shape;5017;p13"/>
            <p:cNvSpPr/>
            <p:nvPr/>
          </p:nvSpPr>
          <p:spPr>
            <a:xfrm>
              <a:off x="5669250" y="2828700"/>
              <a:ext cx="31300" cy="67675"/>
            </a:xfrm>
            <a:custGeom>
              <a:rect b="b" l="l" r="r" t="t"/>
              <a:pathLst>
                <a:path extrusionOk="0" h="2707" w="1252">
                  <a:moveTo>
                    <a:pt x="59" y="0"/>
                  </a:moveTo>
                  <a:cubicBezTo>
                    <a:pt x="25" y="0"/>
                    <a:pt x="1" y="58"/>
                    <a:pt x="34" y="83"/>
                  </a:cubicBezTo>
                  <a:cubicBezTo>
                    <a:pt x="332" y="323"/>
                    <a:pt x="514" y="680"/>
                    <a:pt x="680" y="1028"/>
                  </a:cubicBezTo>
                  <a:cubicBezTo>
                    <a:pt x="854" y="1384"/>
                    <a:pt x="978" y="1798"/>
                    <a:pt x="1003" y="2196"/>
                  </a:cubicBezTo>
                  <a:cubicBezTo>
                    <a:pt x="1011" y="2304"/>
                    <a:pt x="1003" y="2403"/>
                    <a:pt x="987" y="2511"/>
                  </a:cubicBezTo>
                  <a:cubicBezTo>
                    <a:pt x="972" y="2585"/>
                    <a:pt x="990" y="2706"/>
                    <a:pt x="1084" y="2706"/>
                  </a:cubicBezTo>
                  <a:cubicBezTo>
                    <a:pt x="1095" y="2706"/>
                    <a:pt x="1106" y="2705"/>
                    <a:pt x="1119" y="2701"/>
                  </a:cubicBezTo>
                  <a:cubicBezTo>
                    <a:pt x="1219" y="2668"/>
                    <a:pt x="1235" y="2527"/>
                    <a:pt x="1243" y="2445"/>
                  </a:cubicBezTo>
                  <a:cubicBezTo>
                    <a:pt x="1252" y="2329"/>
                    <a:pt x="1252" y="2221"/>
                    <a:pt x="1243" y="2113"/>
                  </a:cubicBezTo>
                  <a:cubicBezTo>
                    <a:pt x="1202" y="1699"/>
                    <a:pt x="1078" y="1301"/>
                    <a:pt x="904" y="928"/>
                  </a:cubicBezTo>
                  <a:cubicBezTo>
                    <a:pt x="804" y="721"/>
                    <a:pt x="688" y="531"/>
                    <a:pt x="547" y="357"/>
                  </a:cubicBezTo>
                  <a:cubicBezTo>
                    <a:pt x="423" y="199"/>
                    <a:pt x="274" y="25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8" name="Google Shape;5018;p13"/>
            <p:cNvSpPr/>
            <p:nvPr/>
          </p:nvSpPr>
          <p:spPr>
            <a:xfrm>
              <a:off x="5698675" y="2867800"/>
              <a:ext cx="5200" cy="12550"/>
            </a:xfrm>
            <a:custGeom>
              <a:rect b="b" l="l" r="r" t="t"/>
              <a:pathLst>
                <a:path extrusionOk="0" h="502" w="208">
                  <a:moveTo>
                    <a:pt x="72" y="1"/>
                  </a:moveTo>
                  <a:cubicBezTo>
                    <a:pt x="67" y="1"/>
                    <a:pt x="62" y="1"/>
                    <a:pt x="58" y="2"/>
                  </a:cubicBezTo>
                  <a:cubicBezTo>
                    <a:pt x="17" y="19"/>
                    <a:pt x="0" y="52"/>
                    <a:pt x="8" y="85"/>
                  </a:cubicBezTo>
                  <a:cubicBezTo>
                    <a:pt x="17" y="151"/>
                    <a:pt x="33" y="218"/>
                    <a:pt x="42" y="284"/>
                  </a:cubicBezTo>
                  <a:cubicBezTo>
                    <a:pt x="50" y="317"/>
                    <a:pt x="58" y="342"/>
                    <a:pt x="66" y="375"/>
                  </a:cubicBezTo>
                  <a:cubicBezTo>
                    <a:pt x="75" y="408"/>
                    <a:pt x="83" y="441"/>
                    <a:pt x="108" y="475"/>
                  </a:cubicBezTo>
                  <a:cubicBezTo>
                    <a:pt x="115" y="488"/>
                    <a:pt x="132" y="502"/>
                    <a:pt x="148" y="502"/>
                  </a:cubicBezTo>
                  <a:cubicBezTo>
                    <a:pt x="151" y="502"/>
                    <a:pt x="154" y="501"/>
                    <a:pt x="158" y="499"/>
                  </a:cubicBezTo>
                  <a:cubicBezTo>
                    <a:pt x="174" y="499"/>
                    <a:pt x="199" y="483"/>
                    <a:pt x="199" y="466"/>
                  </a:cubicBezTo>
                  <a:cubicBezTo>
                    <a:pt x="207" y="441"/>
                    <a:pt x="207" y="425"/>
                    <a:pt x="207" y="408"/>
                  </a:cubicBezTo>
                  <a:cubicBezTo>
                    <a:pt x="207" y="392"/>
                    <a:pt x="199" y="375"/>
                    <a:pt x="199" y="350"/>
                  </a:cubicBezTo>
                  <a:lnTo>
                    <a:pt x="199" y="359"/>
                  </a:lnTo>
                  <a:cubicBezTo>
                    <a:pt x="199" y="317"/>
                    <a:pt x="191" y="284"/>
                    <a:pt x="182" y="251"/>
                  </a:cubicBezTo>
                  <a:cubicBezTo>
                    <a:pt x="166" y="185"/>
                    <a:pt x="158" y="118"/>
                    <a:pt x="141" y="52"/>
                  </a:cubicBezTo>
                  <a:cubicBezTo>
                    <a:pt x="134" y="23"/>
                    <a:pt x="102" y="1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9" name="Google Shape;5019;p13"/>
            <p:cNvSpPr/>
            <p:nvPr/>
          </p:nvSpPr>
          <p:spPr>
            <a:xfrm>
              <a:off x="5749175" y="2823750"/>
              <a:ext cx="63850" cy="60150"/>
            </a:xfrm>
            <a:custGeom>
              <a:rect b="b" l="l" r="r" t="t"/>
              <a:pathLst>
                <a:path extrusionOk="0" h="2406" w="2554">
                  <a:moveTo>
                    <a:pt x="2214" y="1"/>
                  </a:moveTo>
                  <a:cubicBezTo>
                    <a:pt x="1939" y="1"/>
                    <a:pt x="1653" y="131"/>
                    <a:pt x="1419" y="248"/>
                  </a:cubicBezTo>
                  <a:cubicBezTo>
                    <a:pt x="1137" y="389"/>
                    <a:pt x="888" y="588"/>
                    <a:pt x="673" y="820"/>
                  </a:cubicBezTo>
                  <a:cubicBezTo>
                    <a:pt x="635" y="857"/>
                    <a:pt x="669" y="914"/>
                    <a:pt x="709" y="914"/>
                  </a:cubicBezTo>
                  <a:cubicBezTo>
                    <a:pt x="722" y="914"/>
                    <a:pt x="735" y="908"/>
                    <a:pt x="747" y="894"/>
                  </a:cubicBezTo>
                  <a:cubicBezTo>
                    <a:pt x="888" y="770"/>
                    <a:pt x="1037" y="662"/>
                    <a:pt x="1187" y="563"/>
                  </a:cubicBezTo>
                  <a:lnTo>
                    <a:pt x="1187" y="563"/>
                  </a:lnTo>
                  <a:cubicBezTo>
                    <a:pt x="830" y="845"/>
                    <a:pt x="507" y="1184"/>
                    <a:pt x="283" y="1582"/>
                  </a:cubicBezTo>
                  <a:cubicBezTo>
                    <a:pt x="151" y="1814"/>
                    <a:pt x="68" y="2071"/>
                    <a:pt x="10" y="2328"/>
                  </a:cubicBezTo>
                  <a:cubicBezTo>
                    <a:pt x="0" y="2377"/>
                    <a:pt x="34" y="2405"/>
                    <a:pt x="70" y="2405"/>
                  </a:cubicBezTo>
                  <a:cubicBezTo>
                    <a:pt x="95" y="2405"/>
                    <a:pt x="121" y="2391"/>
                    <a:pt x="134" y="2361"/>
                  </a:cubicBezTo>
                  <a:cubicBezTo>
                    <a:pt x="217" y="2162"/>
                    <a:pt x="325" y="1971"/>
                    <a:pt x="441" y="1781"/>
                  </a:cubicBezTo>
                  <a:cubicBezTo>
                    <a:pt x="549" y="1599"/>
                    <a:pt x="673" y="1416"/>
                    <a:pt x="814" y="1259"/>
                  </a:cubicBezTo>
                  <a:cubicBezTo>
                    <a:pt x="1095" y="927"/>
                    <a:pt x="1443" y="654"/>
                    <a:pt x="1833" y="455"/>
                  </a:cubicBezTo>
                  <a:cubicBezTo>
                    <a:pt x="1932" y="397"/>
                    <a:pt x="2040" y="356"/>
                    <a:pt x="2148" y="306"/>
                  </a:cubicBezTo>
                  <a:cubicBezTo>
                    <a:pt x="2272" y="265"/>
                    <a:pt x="2396" y="223"/>
                    <a:pt x="2504" y="149"/>
                  </a:cubicBezTo>
                  <a:cubicBezTo>
                    <a:pt x="2545" y="115"/>
                    <a:pt x="2554" y="24"/>
                    <a:pt x="2487" y="16"/>
                  </a:cubicBezTo>
                  <a:cubicBezTo>
                    <a:pt x="2446" y="10"/>
                    <a:pt x="2414" y="4"/>
                    <a:pt x="2378" y="4"/>
                  </a:cubicBezTo>
                  <a:cubicBezTo>
                    <a:pt x="2363" y="4"/>
                    <a:pt x="2347" y="5"/>
                    <a:pt x="2330" y="8"/>
                  </a:cubicBezTo>
                  <a:lnTo>
                    <a:pt x="2322" y="8"/>
                  </a:lnTo>
                  <a:cubicBezTo>
                    <a:pt x="2286" y="3"/>
                    <a:pt x="2250" y="1"/>
                    <a:pt x="22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0" name="Google Shape;5020;p13"/>
            <p:cNvSpPr/>
            <p:nvPr/>
          </p:nvSpPr>
          <p:spPr>
            <a:xfrm>
              <a:off x="5771300" y="2816250"/>
              <a:ext cx="41875" cy="11700"/>
            </a:xfrm>
            <a:custGeom>
              <a:rect b="b" l="l" r="r" t="t"/>
              <a:pathLst>
                <a:path extrusionOk="0" h="468" w="1675">
                  <a:moveTo>
                    <a:pt x="1617" y="1"/>
                  </a:moveTo>
                  <a:cubicBezTo>
                    <a:pt x="1615" y="1"/>
                    <a:pt x="1613" y="1"/>
                    <a:pt x="1611" y="1"/>
                  </a:cubicBezTo>
                  <a:cubicBezTo>
                    <a:pt x="1346" y="26"/>
                    <a:pt x="1089" y="84"/>
                    <a:pt x="832" y="150"/>
                  </a:cubicBezTo>
                  <a:cubicBezTo>
                    <a:pt x="575" y="217"/>
                    <a:pt x="310" y="291"/>
                    <a:pt x="61" y="374"/>
                  </a:cubicBezTo>
                  <a:cubicBezTo>
                    <a:pt x="1" y="389"/>
                    <a:pt x="16" y="467"/>
                    <a:pt x="71" y="467"/>
                  </a:cubicBezTo>
                  <a:cubicBezTo>
                    <a:pt x="75" y="467"/>
                    <a:pt x="81" y="467"/>
                    <a:pt x="86" y="465"/>
                  </a:cubicBezTo>
                  <a:cubicBezTo>
                    <a:pt x="335" y="399"/>
                    <a:pt x="592" y="333"/>
                    <a:pt x="848" y="275"/>
                  </a:cubicBezTo>
                  <a:cubicBezTo>
                    <a:pt x="1105" y="217"/>
                    <a:pt x="1370" y="175"/>
                    <a:pt x="1627" y="101"/>
                  </a:cubicBezTo>
                  <a:cubicBezTo>
                    <a:pt x="1675" y="93"/>
                    <a:pt x="1669" y="1"/>
                    <a:pt x="16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1" name="Google Shape;5021;p13"/>
            <p:cNvSpPr/>
            <p:nvPr/>
          </p:nvSpPr>
          <p:spPr>
            <a:xfrm>
              <a:off x="5742575" y="2804875"/>
              <a:ext cx="21125" cy="46400"/>
            </a:xfrm>
            <a:custGeom>
              <a:rect b="b" l="l" r="r" t="t"/>
              <a:pathLst>
                <a:path extrusionOk="0" h="1856" w="845">
                  <a:moveTo>
                    <a:pt x="752" y="1"/>
                  </a:moveTo>
                  <a:cubicBezTo>
                    <a:pt x="738" y="1"/>
                    <a:pt x="725" y="6"/>
                    <a:pt x="713" y="17"/>
                  </a:cubicBezTo>
                  <a:cubicBezTo>
                    <a:pt x="489" y="257"/>
                    <a:pt x="315" y="514"/>
                    <a:pt x="191" y="821"/>
                  </a:cubicBezTo>
                  <a:cubicBezTo>
                    <a:pt x="133" y="970"/>
                    <a:pt x="100" y="1127"/>
                    <a:pt x="75" y="1293"/>
                  </a:cubicBezTo>
                  <a:cubicBezTo>
                    <a:pt x="59" y="1450"/>
                    <a:pt x="1" y="1674"/>
                    <a:pt x="92" y="1815"/>
                  </a:cubicBezTo>
                  <a:cubicBezTo>
                    <a:pt x="107" y="1840"/>
                    <a:pt x="136" y="1856"/>
                    <a:pt x="165" y="1856"/>
                  </a:cubicBezTo>
                  <a:cubicBezTo>
                    <a:pt x="184" y="1856"/>
                    <a:pt x="203" y="1848"/>
                    <a:pt x="216" y="1832"/>
                  </a:cubicBezTo>
                  <a:cubicBezTo>
                    <a:pt x="307" y="1707"/>
                    <a:pt x="291" y="1517"/>
                    <a:pt x="315" y="1368"/>
                  </a:cubicBezTo>
                  <a:cubicBezTo>
                    <a:pt x="332" y="1210"/>
                    <a:pt x="365" y="1061"/>
                    <a:pt x="415" y="912"/>
                  </a:cubicBezTo>
                  <a:cubicBezTo>
                    <a:pt x="506" y="622"/>
                    <a:pt x="647" y="348"/>
                    <a:pt x="813" y="100"/>
                  </a:cubicBezTo>
                  <a:cubicBezTo>
                    <a:pt x="845" y="55"/>
                    <a:pt x="798" y="1"/>
                    <a:pt x="7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2" name="Google Shape;5022;p13"/>
            <p:cNvSpPr/>
            <p:nvPr/>
          </p:nvSpPr>
          <p:spPr>
            <a:xfrm>
              <a:off x="5732225" y="2816475"/>
              <a:ext cx="4375" cy="23500"/>
            </a:xfrm>
            <a:custGeom>
              <a:rect b="b" l="l" r="r" t="t"/>
              <a:pathLst>
                <a:path extrusionOk="0" h="940" w="175">
                  <a:moveTo>
                    <a:pt x="92" y="0"/>
                  </a:moveTo>
                  <a:cubicBezTo>
                    <a:pt x="58" y="0"/>
                    <a:pt x="34" y="25"/>
                    <a:pt x="34" y="58"/>
                  </a:cubicBezTo>
                  <a:cubicBezTo>
                    <a:pt x="17" y="208"/>
                    <a:pt x="0" y="348"/>
                    <a:pt x="9" y="489"/>
                  </a:cubicBezTo>
                  <a:cubicBezTo>
                    <a:pt x="9" y="564"/>
                    <a:pt x="17" y="630"/>
                    <a:pt x="17" y="705"/>
                  </a:cubicBezTo>
                  <a:cubicBezTo>
                    <a:pt x="25" y="771"/>
                    <a:pt x="34" y="846"/>
                    <a:pt x="67" y="912"/>
                  </a:cubicBezTo>
                  <a:cubicBezTo>
                    <a:pt x="74" y="931"/>
                    <a:pt x="92" y="939"/>
                    <a:pt x="109" y="939"/>
                  </a:cubicBezTo>
                  <a:cubicBezTo>
                    <a:pt x="131" y="939"/>
                    <a:pt x="153" y="926"/>
                    <a:pt x="158" y="904"/>
                  </a:cubicBezTo>
                  <a:cubicBezTo>
                    <a:pt x="174" y="829"/>
                    <a:pt x="158" y="763"/>
                    <a:pt x="158" y="696"/>
                  </a:cubicBezTo>
                  <a:cubicBezTo>
                    <a:pt x="149" y="622"/>
                    <a:pt x="149" y="556"/>
                    <a:pt x="149" y="481"/>
                  </a:cubicBezTo>
                  <a:cubicBezTo>
                    <a:pt x="141" y="340"/>
                    <a:pt x="149" y="199"/>
                    <a:pt x="158" y="58"/>
                  </a:cubicBezTo>
                  <a:cubicBezTo>
                    <a:pt x="158" y="25"/>
                    <a:pt x="125" y="0"/>
                    <a:pt x="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3" name="Google Shape;5023;p13"/>
            <p:cNvSpPr/>
            <p:nvPr/>
          </p:nvSpPr>
          <p:spPr>
            <a:xfrm>
              <a:off x="5724350" y="2818225"/>
              <a:ext cx="2300" cy="12400"/>
            </a:xfrm>
            <a:custGeom>
              <a:rect b="b" l="l" r="r" t="t"/>
              <a:pathLst>
                <a:path extrusionOk="0" h="496" w="92">
                  <a:moveTo>
                    <a:pt x="42" y="1"/>
                  </a:moveTo>
                  <a:cubicBezTo>
                    <a:pt x="21" y="1"/>
                    <a:pt x="1" y="13"/>
                    <a:pt x="1" y="38"/>
                  </a:cubicBezTo>
                  <a:cubicBezTo>
                    <a:pt x="1" y="113"/>
                    <a:pt x="1" y="187"/>
                    <a:pt x="1" y="254"/>
                  </a:cubicBezTo>
                  <a:lnTo>
                    <a:pt x="1" y="370"/>
                  </a:lnTo>
                  <a:lnTo>
                    <a:pt x="1" y="419"/>
                  </a:lnTo>
                  <a:cubicBezTo>
                    <a:pt x="1" y="436"/>
                    <a:pt x="9" y="452"/>
                    <a:pt x="17" y="477"/>
                  </a:cubicBezTo>
                  <a:cubicBezTo>
                    <a:pt x="21" y="490"/>
                    <a:pt x="34" y="496"/>
                    <a:pt x="46" y="496"/>
                  </a:cubicBezTo>
                  <a:cubicBezTo>
                    <a:pt x="59" y="496"/>
                    <a:pt x="71" y="490"/>
                    <a:pt x="75" y="477"/>
                  </a:cubicBezTo>
                  <a:cubicBezTo>
                    <a:pt x="83" y="452"/>
                    <a:pt x="83" y="436"/>
                    <a:pt x="92" y="419"/>
                  </a:cubicBezTo>
                  <a:lnTo>
                    <a:pt x="92" y="370"/>
                  </a:lnTo>
                  <a:lnTo>
                    <a:pt x="92" y="254"/>
                  </a:lnTo>
                  <a:cubicBezTo>
                    <a:pt x="92" y="187"/>
                    <a:pt x="83" y="113"/>
                    <a:pt x="83" y="38"/>
                  </a:cubicBezTo>
                  <a:cubicBezTo>
                    <a:pt x="83" y="13"/>
                    <a:pt x="63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4" name="Google Shape;5024;p13"/>
            <p:cNvSpPr/>
            <p:nvPr/>
          </p:nvSpPr>
          <p:spPr>
            <a:xfrm>
              <a:off x="5750925" y="2971950"/>
              <a:ext cx="94425" cy="54100"/>
            </a:xfrm>
            <a:custGeom>
              <a:rect b="b" l="l" r="r" t="t"/>
              <a:pathLst>
                <a:path extrusionOk="0" h="2164" w="3777">
                  <a:moveTo>
                    <a:pt x="3359" y="1"/>
                  </a:moveTo>
                  <a:cubicBezTo>
                    <a:pt x="3342" y="1"/>
                    <a:pt x="3327" y="8"/>
                    <a:pt x="3321" y="20"/>
                  </a:cubicBezTo>
                  <a:cubicBezTo>
                    <a:pt x="3271" y="95"/>
                    <a:pt x="3296" y="194"/>
                    <a:pt x="3304" y="277"/>
                  </a:cubicBezTo>
                  <a:cubicBezTo>
                    <a:pt x="3312" y="368"/>
                    <a:pt x="3321" y="468"/>
                    <a:pt x="3304" y="567"/>
                  </a:cubicBezTo>
                  <a:cubicBezTo>
                    <a:pt x="3279" y="725"/>
                    <a:pt x="3213" y="874"/>
                    <a:pt x="3122" y="1006"/>
                  </a:cubicBezTo>
                  <a:cubicBezTo>
                    <a:pt x="3047" y="1122"/>
                    <a:pt x="2956" y="1214"/>
                    <a:pt x="2865" y="1321"/>
                  </a:cubicBezTo>
                  <a:cubicBezTo>
                    <a:pt x="2840" y="1321"/>
                    <a:pt x="2823" y="1330"/>
                    <a:pt x="2799" y="1346"/>
                  </a:cubicBezTo>
                  <a:cubicBezTo>
                    <a:pt x="2749" y="1388"/>
                    <a:pt x="2691" y="1429"/>
                    <a:pt x="2633" y="1479"/>
                  </a:cubicBezTo>
                  <a:cubicBezTo>
                    <a:pt x="2625" y="1421"/>
                    <a:pt x="2583" y="1379"/>
                    <a:pt x="2533" y="1371"/>
                  </a:cubicBezTo>
                  <a:cubicBezTo>
                    <a:pt x="2533" y="1346"/>
                    <a:pt x="2517" y="1313"/>
                    <a:pt x="2500" y="1296"/>
                  </a:cubicBezTo>
                  <a:cubicBezTo>
                    <a:pt x="2509" y="1280"/>
                    <a:pt x="2525" y="1272"/>
                    <a:pt x="2542" y="1255"/>
                  </a:cubicBezTo>
                  <a:cubicBezTo>
                    <a:pt x="2616" y="1164"/>
                    <a:pt x="2699" y="1073"/>
                    <a:pt x="2757" y="965"/>
                  </a:cubicBezTo>
                  <a:cubicBezTo>
                    <a:pt x="2807" y="866"/>
                    <a:pt x="2865" y="741"/>
                    <a:pt x="2857" y="625"/>
                  </a:cubicBezTo>
                  <a:cubicBezTo>
                    <a:pt x="2851" y="585"/>
                    <a:pt x="2817" y="557"/>
                    <a:pt x="2786" y="557"/>
                  </a:cubicBezTo>
                  <a:cubicBezTo>
                    <a:pt x="2773" y="557"/>
                    <a:pt x="2759" y="563"/>
                    <a:pt x="2749" y="576"/>
                  </a:cubicBezTo>
                  <a:cubicBezTo>
                    <a:pt x="2666" y="667"/>
                    <a:pt x="2608" y="774"/>
                    <a:pt x="2542" y="866"/>
                  </a:cubicBezTo>
                  <a:cubicBezTo>
                    <a:pt x="2467" y="965"/>
                    <a:pt x="2393" y="1056"/>
                    <a:pt x="2310" y="1139"/>
                  </a:cubicBezTo>
                  <a:cubicBezTo>
                    <a:pt x="2119" y="1321"/>
                    <a:pt x="1904" y="1479"/>
                    <a:pt x="1688" y="1611"/>
                  </a:cubicBezTo>
                  <a:cubicBezTo>
                    <a:pt x="1384" y="1797"/>
                    <a:pt x="1018" y="1937"/>
                    <a:pt x="656" y="1937"/>
                  </a:cubicBezTo>
                  <a:cubicBezTo>
                    <a:pt x="486" y="1937"/>
                    <a:pt x="317" y="1906"/>
                    <a:pt x="155" y="1835"/>
                  </a:cubicBezTo>
                  <a:cubicBezTo>
                    <a:pt x="145" y="1831"/>
                    <a:pt x="135" y="1829"/>
                    <a:pt x="126" y="1829"/>
                  </a:cubicBezTo>
                  <a:cubicBezTo>
                    <a:pt x="55" y="1829"/>
                    <a:pt x="1" y="1925"/>
                    <a:pt x="81" y="1976"/>
                  </a:cubicBezTo>
                  <a:cubicBezTo>
                    <a:pt x="290" y="2106"/>
                    <a:pt x="526" y="2164"/>
                    <a:pt x="764" y="2164"/>
                  </a:cubicBezTo>
                  <a:cubicBezTo>
                    <a:pt x="980" y="2164"/>
                    <a:pt x="1197" y="2117"/>
                    <a:pt x="1398" y="2034"/>
                  </a:cubicBezTo>
                  <a:cubicBezTo>
                    <a:pt x="1473" y="2001"/>
                    <a:pt x="1539" y="1968"/>
                    <a:pt x="1614" y="1934"/>
                  </a:cubicBezTo>
                  <a:cubicBezTo>
                    <a:pt x="1647" y="1934"/>
                    <a:pt x="1688" y="1934"/>
                    <a:pt x="1730" y="1926"/>
                  </a:cubicBezTo>
                  <a:lnTo>
                    <a:pt x="1730" y="1926"/>
                  </a:lnTo>
                  <a:cubicBezTo>
                    <a:pt x="1705" y="1993"/>
                    <a:pt x="1766" y="2065"/>
                    <a:pt x="1833" y="2065"/>
                  </a:cubicBezTo>
                  <a:cubicBezTo>
                    <a:pt x="1857" y="2065"/>
                    <a:pt x="1882" y="2056"/>
                    <a:pt x="1904" y="2034"/>
                  </a:cubicBezTo>
                  <a:cubicBezTo>
                    <a:pt x="1987" y="1968"/>
                    <a:pt x="2061" y="1893"/>
                    <a:pt x="2144" y="1827"/>
                  </a:cubicBezTo>
                  <a:lnTo>
                    <a:pt x="2144" y="1827"/>
                  </a:lnTo>
                  <a:cubicBezTo>
                    <a:pt x="2119" y="1860"/>
                    <a:pt x="2094" y="1893"/>
                    <a:pt x="2061" y="1926"/>
                  </a:cubicBezTo>
                  <a:cubicBezTo>
                    <a:pt x="1990" y="2010"/>
                    <a:pt x="2060" y="2109"/>
                    <a:pt x="2146" y="2109"/>
                  </a:cubicBezTo>
                  <a:cubicBezTo>
                    <a:pt x="2170" y="2109"/>
                    <a:pt x="2195" y="2102"/>
                    <a:pt x="2219" y="2084"/>
                  </a:cubicBezTo>
                  <a:cubicBezTo>
                    <a:pt x="2343" y="1984"/>
                    <a:pt x="2475" y="1885"/>
                    <a:pt x="2600" y="1785"/>
                  </a:cubicBezTo>
                  <a:cubicBezTo>
                    <a:pt x="2600" y="1843"/>
                    <a:pt x="2652" y="1889"/>
                    <a:pt x="2712" y="1889"/>
                  </a:cubicBezTo>
                  <a:cubicBezTo>
                    <a:pt x="2738" y="1889"/>
                    <a:pt x="2765" y="1880"/>
                    <a:pt x="2790" y="1860"/>
                  </a:cubicBezTo>
                  <a:cubicBezTo>
                    <a:pt x="3072" y="1644"/>
                    <a:pt x="3321" y="1363"/>
                    <a:pt x="3495" y="1056"/>
                  </a:cubicBezTo>
                  <a:cubicBezTo>
                    <a:pt x="3660" y="758"/>
                    <a:pt x="3776" y="368"/>
                    <a:pt x="3602" y="54"/>
                  </a:cubicBezTo>
                  <a:cubicBezTo>
                    <a:pt x="3590" y="34"/>
                    <a:pt x="3566" y="25"/>
                    <a:pt x="3542" y="25"/>
                  </a:cubicBezTo>
                  <a:cubicBezTo>
                    <a:pt x="3503" y="25"/>
                    <a:pt x="3465" y="49"/>
                    <a:pt x="3470" y="95"/>
                  </a:cubicBezTo>
                  <a:cubicBezTo>
                    <a:pt x="3470" y="128"/>
                    <a:pt x="3478" y="170"/>
                    <a:pt x="3478" y="211"/>
                  </a:cubicBezTo>
                  <a:cubicBezTo>
                    <a:pt x="3461" y="128"/>
                    <a:pt x="3445" y="54"/>
                    <a:pt x="3379" y="4"/>
                  </a:cubicBezTo>
                  <a:cubicBezTo>
                    <a:pt x="3372" y="2"/>
                    <a:pt x="3365" y="1"/>
                    <a:pt x="3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5" name="Google Shape;5025;p13"/>
            <p:cNvSpPr/>
            <p:nvPr/>
          </p:nvSpPr>
          <p:spPr>
            <a:xfrm>
              <a:off x="5750875" y="2915075"/>
              <a:ext cx="106275" cy="110200"/>
            </a:xfrm>
            <a:custGeom>
              <a:rect b="b" l="l" r="r" t="t"/>
              <a:pathLst>
                <a:path extrusionOk="0" h="4408" w="4251">
                  <a:moveTo>
                    <a:pt x="1205" y="0"/>
                  </a:moveTo>
                  <a:cubicBezTo>
                    <a:pt x="1171" y="0"/>
                    <a:pt x="1137" y="3"/>
                    <a:pt x="1102" y="9"/>
                  </a:cubicBezTo>
                  <a:cubicBezTo>
                    <a:pt x="1069" y="9"/>
                    <a:pt x="1052" y="42"/>
                    <a:pt x="1052" y="75"/>
                  </a:cubicBezTo>
                  <a:cubicBezTo>
                    <a:pt x="928" y="58"/>
                    <a:pt x="812" y="42"/>
                    <a:pt x="688" y="42"/>
                  </a:cubicBezTo>
                  <a:cubicBezTo>
                    <a:pt x="572" y="50"/>
                    <a:pt x="456" y="58"/>
                    <a:pt x="340" y="92"/>
                  </a:cubicBezTo>
                  <a:cubicBezTo>
                    <a:pt x="240" y="116"/>
                    <a:pt x="83" y="158"/>
                    <a:pt x="50" y="274"/>
                  </a:cubicBezTo>
                  <a:cubicBezTo>
                    <a:pt x="0" y="290"/>
                    <a:pt x="0" y="381"/>
                    <a:pt x="58" y="390"/>
                  </a:cubicBezTo>
                  <a:cubicBezTo>
                    <a:pt x="182" y="415"/>
                    <a:pt x="315" y="415"/>
                    <a:pt x="439" y="415"/>
                  </a:cubicBezTo>
                  <a:cubicBezTo>
                    <a:pt x="572" y="406"/>
                    <a:pt x="696" y="406"/>
                    <a:pt x="820" y="398"/>
                  </a:cubicBezTo>
                  <a:cubicBezTo>
                    <a:pt x="878" y="398"/>
                    <a:pt x="895" y="340"/>
                    <a:pt x="878" y="299"/>
                  </a:cubicBezTo>
                  <a:lnTo>
                    <a:pt x="878" y="299"/>
                  </a:lnTo>
                  <a:cubicBezTo>
                    <a:pt x="1069" y="324"/>
                    <a:pt x="1259" y="373"/>
                    <a:pt x="1442" y="448"/>
                  </a:cubicBezTo>
                  <a:cubicBezTo>
                    <a:pt x="1649" y="539"/>
                    <a:pt x="1856" y="663"/>
                    <a:pt x="2022" y="804"/>
                  </a:cubicBezTo>
                  <a:cubicBezTo>
                    <a:pt x="2129" y="895"/>
                    <a:pt x="2229" y="1003"/>
                    <a:pt x="2295" y="1119"/>
                  </a:cubicBezTo>
                  <a:cubicBezTo>
                    <a:pt x="2328" y="1251"/>
                    <a:pt x="2345" y="1376"/>
                    <a:pt x="2378" y="1508"/>
                  </a:cubicBezTo>
                  <a:cubicBezTo>
                    <a:pt x="2391" y="1551"/>
                    <a:pt x="2432" y="1574"/>
                    <a:pt x="2471" y="1574"/>
                  </a:cubicBezTo>
                  <a:cubicBezTo>
                    <a:pt x="2508" y="1574"/>
                    <a:pt x="2544" y="1553"/>
                    <a:pt x="2552" y="1508"/>
                  </a:cubicBezTo>
                  <a:cubicBezTo>
                    <a:pt x="2569" y="1417"/>
                    <a:pt x="2569" y="1343"/>
                    <a:pt x="2552" y="1251"/>
                  </a:cubicBezTo>
                  <a:cubicBezTo>
                    <a:pt x="2535" y="1169"/>
                    <a:pt x="2519" y="1086"/>
                    <a:pt x="2486" y="1003"/>
                  </a:cubicBezTo>
                  <a:cubicBezTo>
                    <a:pt x="2444" y="870"/>
                    <a:pt x="2378" y="738"/>
                    <a:pt x="2295" y="613"/>
                  </a:cubicBezTo>
                  <a:lnTo>
                    <a:pt x="2295" y="613"/>
                  </a:lnTo>
                  <a:cubicBezTo>
                    <a:pt x="2337" y="638"/>
                    <a:pt x="2370" y="655"/>
                    <a:pt x="2411" y="680"/>
                  </a:cubicBezTo>
                  <a:cubicBezTo>
                    <a:pt x="2602" y="796"/>
                    <a:pt x="2751" y="945"/>
                    <a:pt x="2875" y="1127"/>
                  </a:cubicBezTo>
                  <a:cubicBezTo>
                    <a:pt x="2941" y="1218"/>
                    <a:pt x="2999" y="1318"/>
                    <a:pt x="3049" y="1409"/>
                  </a:cubicBezTo>
                  <a:cubicBezTo>
                    <a:pt x="3107" y="1508"/>
                    <a:pt x="3173" y="1599"/>
                    <a:pt x="3231" y="1691"/>
                  </a:cubicBezTo>
                  <a:cubicBezTo>
                    <a:pt x="3243" y="1714"/>
                    <a:pt x="3265" y="1724"/>
                    <a:pt x="3287" y="1724"/>
                  </a:cubicBezTo>
                  <a:cubicBezTo>
                    <a:pt x="3328" y="1724"/>
                    <a:pt x="3372" y="1689"/>
                    <a:pt x="3356" y="1641"/>
                  </a:cubicBezTo>
                  <a:cubicBezTo>
                    <a:pt x="3314" y="1533"/>
                    <a:pt x="3289" y="1409"/>
                    <a:pt x="3240" y="1301"/>
                  </a:cubicBezTo>
                  <a:cubicBezTo>
                    <a:pt x="3190" y="1193"/>
                    <a:pt x="3132" y="1086"/>
                    <a:pt x="3074" y="986"/>
                  </a:cubicBezTo>
                  <a:cubicBezTo>
                    <a:pt x="3033" y="920"/>
                    <a:pt x="2983" y="862"/>
                    <a:pt x="2941" y="804"/>
                  </a:cubicBezTo>
                  <a:lnTo>
                    <a:pt x="2941" y="804"/>
                  </a:lnTo>
                  <a:cubicBezTo>
                    <a:pt x="3033" y="862"/>
                    <a:pt x="3132" y="912"/>
                    <a:pt x="3223" y="978"/>
                  </a:cubicBezTo>
                  <a:cubicBezTo>
                    <a:pt x="3397" y="1111"/>
                    <a:pt x="3555" y="1285"/>
                    <a:pt x="3679" y="1467"/>
                  </a:cubicBezTo>
                  <a:cubicBezTo>
                    <a:pt x="3720" y="1533"/>
                    <a:pt x="3762" y="1599"/>
                    <a:pt x="3795" y="1666"/>
                  </a:cubicBezTo>
                  <a:cubicBezTo>
                    <a:pt x="3886" y="2014"/>
                    <a:pt x="3927" y="2370"/>
                    <a:pt x="3886" y="2726"/>
                  </a:cubicBezTo>
                  <a:cubicBezTo>
                    <a:pt x="3878" y="2892"/>
                    <a:pt x="3845" y="3049"/>
                    <a:pt x="3803" y="3199"/>
                  </a:cubicBezTo>
                  <a:cubicBezTo>
                    <a:pt x="3778" y="3207"/>
                    <a:pt x="3762" y="3223"/>
                    <a:pt x="3745" y="3248"/>
                  </a:cubicBezTo>
                  <a:cubicBezTo>
                    <a:pt x="3737" y="3273"/>
                    <a:pt x="3729" y="3290"/>
                    <a:pt x="3712" y="3315"/>
                  </a:cubicBezTo>
                  <a:cubicBezTo>
                    <a:pt x="3693" y="3299"/>
                    <a:pt x="3669" y="3289"/>
                    <a:pt x="3645" y="3289"/>
                  </a:cubicBezTo>
                  <a:cubicBezTo>
                    <a:pt x="3617" y="3289"/>
                    <a:pt x="3589" y="3303"/>
                    <a:pt x="3571" y="3339"/>
                  </a:cubicBezTo>
                  <a:cubicBezTo>
                    <a:pt x="3364" y="3729"/>
                    <a:pt x="3057" y="4044"/>
                    <a:pt x="2701" y="4301"/>
                  </a:cubicBezTo>
                  <a:cubicBezTo>
                    <a:pt x="2645" y="4336"/>
                    <a:pt x="2672" y="4407"/>
                    <a:pt x="2728" y="4407"/>
                  </a:cubicBezTo>
                  <a:cubicBezTo>
                    <a:pt x="2737" y="4407"/>
                    <a:pt x="2748" y="4405"/>
                    <a:pt x="2759" y="4400"/>
                  </a:cubicBezTo>
                  <a:cubicBezTo>
                    <a:pt x="2908" y="4325"/>
                    <a:pt x="3049" y="4234"/>
                    <a:pt x="3182" y="4118"/>
                  </a:cubicBezTo>
                  <a:cubicBezTo>
                    <a:pt x="3182" y="4127"/>
                    <a:pt x="3182" y="4127"/>
                    <a:pt x="3182" y="4127"/>
                  </a:cubicBezTo>
                  <a:cubicBezTo>
                    <a:pt x="3139" y="4200"/>
                    <a:pt x="3205" y="4287"/>
                    <a:pt x="3276" y="4287"/>
                  </a:cubicBezTo>
                  <a:cubicBezTo>
                    <a:pt x="3300" y="4287"/>
                    <a:pt x="3326" y="4277"/>
                    <a:pt x="3347" y="4251"/>
                  </a:cubicBezTo>
                  <a:cubicBezTo>
                    <a:pt x="3372" y="4218"/>
                    <a:pt x="3397" y="4185"/>
                    <a:pt x="3430" y="4151"/>
                  </a:cubicBezTo>
                  <a:cubicBezTo>
                    <a:pt x="3445" y="4192"/>
                    <a:pt x="3489" y="4217"/>
                    <a:pt x="3531" y="4217"/>
                  </a:cubicBezTo>
                  <a:cubicBezTo>
                    <a:pt x="3558" y="4217"/>
                    <a:pt x="3585" y="4207"/>
                    <a:pt x="3604" y="4185"/>
                  </a:cubicBezTo>
                  <a:cubicBezTo>
                    <a:pt x="3662" y="4135"/>
                    <a:pt x="3712" y="4069"/>
                    <a:pt x="3753" y="4011"/>
                  </a:cubicBezTo>
                  <a:cubicBezTo>
                    <a:pt x="3787" y="4011"/>
                    <a:pt x="3811" y="4002"/>
                    <a:pt x="3836" y="3977"/>
                  </a:cubicBezTo>
                  <a:cubicBezTo>
                    <a:pt x="4135" y="3671"/>
                    <a:pt x="4217" y="3257"/>
                    <a:pt x="4234" y="2851"/>
                  </a:cubicBezTo>
                  <a:cubicBezTo>
                    <a:pt x="4251" y="2635"/>
                    <a:pt x="4242" y="2420"/>
                    <a:pt x="4234" y="2204"/>
                  </a:cubicBezTo>
                  <a:lnTo>
                    <a:pt x="4234" y="2213"/>
                  </a:lnTo>
                  <a:cubicBezTo>
                    <a:pt x="4226" y="1972"/>
                    <a:pt x="4209" y="1740"/>
                    <a:pt x="4168" y="1508"/>
                  </a:cubicBezTo>
                  <a:cubicBezTo>
                    <a:pt x="4118" y="1260"/>
                    <a:pt x="4043" y="1003"/>
                    <a:pt x="3861" y="821"/>
                  </a:cubicBezTo>
                  <a:cubicBezTo>
                    <a:pt x="3847" y="807"/>
                    <a:pt x="3830" y="800"/>
                    <a:pt x="3812" y="800"/>
                  </a:cubicBezTo>
                  <a:cubicBezTo>
                    <a:pt x="3769" y="800"/>
                    <a:pt x="3727" y="839"/>
                    <a:pt x="3745" y="887"/>
                  </a:cubicBezTo>
                  <a:cubicBezTo>
                    <a:pt x="3787" y="1036"/>
                    <a:pt x="3836" y="1177"/>
                    <a:pt x="3878" y="1318"/>
                  </a:cubicBezTo>
                  <a:cubicBezTo>
                    <a:pt x="3737" y="1111"/>
                    <a:pt x="3563" y="937"/>
                    <a:pt x="3364" y="787"/>
                  </a:cubicBezTo>
                  <a:cubicBezTo>
                    <a:pt x="3265" y="705"/>
                    <a:pt x="3157" y="638"/>
                    <a:pt x="3041" y="580"/>
                  </a:cubicBezTo>
                  <a:cubicBezTo>
                    <a:pt x="2925" y="522"/>
                    <a:pt x="2801" y="473"/>
                    <a:pt x="2668" y="473"/>
                  </a:cubicBezTo>
                  <a:cubicBezTo>
                    <a:pt x="2635" y="473"/>
                    <a:pt x="2610" y="481"/>
                    <a:pt x="2593" y="506"/>
                  </a:cubicBezTo>
                  <a:lnTo>
                    <a:pt x="2569" y="481"/>
                  </a:lnTo>
                  <a:cubicBezTo>
                    <a:pt x="2361" y="357"/>
                    <a:pt x="2138" y="266"/>
                    <a:pt x="1906" y="191"/>
                  </a:cubicBezTo>
                  <a:cubicBezTo>
                    <a:pt x="1906" y="191"/>
                    <a:pt x="1906" y="183"/>
                    <a:pt x="1897" y="183"/>
                  </a:cubicBezTo>
                  <a:cubicBezTo>
                    <a:pt x="1779" y="94"/>
                    <a:pt x="1634" y="5"/>
                    <a:pt x="1480" y="5"/>
                  </a:cubicBezTo>
                  <a:cubicBezTo>
                    <a:pt x="1462" y="5"/>
                    <a:pt x="1444" y="6"/>
                    <a:pt x="1425" y="9"/>
                  </a:cubicBezTo>
                  <a:cubicBezTo>
                    <a:pt x="1409" y="9"/>
                    <a:pt x="1400" y="17"/>
                    <a:pt x="1392" y="25"/>
                  </a:cubicBezTo>
                  <a:cubicBezTo>
                    <a:pt x="1328" y="9"/>
                    <a:pt x="1267" y="0"/>
                    <a:pt x="1205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6" name="Google Shape;5026;p13"/>
            <p:cNvSpPr/>
            <p:nvPr/>
          </p:nvSpPr>
          <p:spPr>
            <a:xfrm>
              <a:off x="5850925" y="2816025"/>
              <a:ext cx="136925" cy="175525"/>
            </a:xfrm>
            <a:custGeom>
              <a:rect b="b" l="l" r="r" t="t"/>
              <a:pathLst>
                <a:path extrusionOk="0" h="7021" w="5477">
                  <a:moveTo>
                    <a:pt x="3815" y="1"/>
                  </a:moveTo>
                  <a:cubicBezTo>
                    <a:pt x="3734" y="1"/>
                    <a:pt x="3649" y="78"/>
                    <a:pt x="3712" y="159"/>
                  </a:cubicBezTo>
                  <a:cubicBezTo>
                    <a:pt x="3936" y="449"/>
                    <a:pt x="4118" y="764"/>
                    <a:pt x="4267" y="1096"/>
                  </a:cubicBezTo>
                  <a:cubicBezTo>
                    <a:pt x="4284" y="1137"/>
                    <a:pt x="4308" y="1178"/>
                    <a:pt x="4325" y="1220"/>
                  </a:cubicBezTo>
                  <a:cubicBezTo>
                    <a:pt x="4292" y="1502"/>
                    <a:pt x="4217" y="1775"/>
                    <a:pt x="4110" y="2032"/>
                  </a:cubicBezTo>
                  <a:cubicBezTo>
                    <a:pt x="3985" y="1667"/>
                    <a:pt x="3762" y="1336"/>
                    <a:pt x="3455" y="1096"/>
                  </a:cubicBezTo>
                  <a:cubicBezTo>
                    <a:pt x="3430" y="1075"/>
                    <a:pt x="3400" y="1065"/>
                    <a:pt x="3372" y="1065"/>
                  </a:cubicBezTo>
                  <a:cubicBezTo>
                    <a:pt x="3287" y="1065"/>
                    <a:pt x="3209" y="1146"/>
                    <a:pt x="3264" y="1245"/>
                  </a:cubicBezTo>
                  <a:cubicBezTo>
                    <a:pt x="3380" y="1452"/>
                    <a:pt x="3496" y="1659"/>
                    <a:pt x="3604" y="1874"/>
                  </a:cubicBezTo>
                  <a:cubicBezTo>
                    <a:pt x="3621" y="1941"/>
                    <a:pt x="3637" y="1999"/>
                    <a:pt x="3646" y="2065"/>
                  </a:cubicBezTo>
                  <a:cubicBezTo>
                    <a:pt x="3687" y="2264"/>
                    <a:pt x="3712" y="2479"/>
                    <a:pt x="3695" y="2678"/>
                  </a:cubicBezTo>
                  <a:cubicBezTo>
                    <a:pt x="3554" y="2836"/>
                    <a:pt x="3397" y="2968"/>
                    <a:pt x="3215" y="3068"/>
                  </a:cubicBezTo>
                  <a:cubicBezTo>
                    <a:pt x="2999" y="3186"/>
                    <a:pt x="2755" y="3259"/>
                    <a:pt x="2513" y="3259"/>
                  </a:cubicBezTo>
                  <a:cubicBezTo>
                    <a:pt x="2383" y="3259"/>
                    <a:pt x="2254" y="3238"/>
                    <a:pt x="2129" y="3192"/>
                  </a:cubicBezTo>
                  <a:cubicBezTo>
                    <a:pt x="2088" y="3043"/>
                    <a:pt x="2038" y="2902"/>
                    <a:pt x="1980" y="2761"/>
                  </a:cubicBezTo>
                  <a:cubicBezTo>
                    <a:pt x="1964" y="2728"/>
                    <a:pt x="1947" y="2720"/>
                    <a:pt x="1922" y="2720"/>
                  </a:cubicBezTo>
                  <a:cubicBezTo>
                    <a:pt x="1864" y="2562"/>
                    <a:pt x="1790" y="2405"/>
                    <a:pt x="1707" y="2256"/>
                  </a:cubicBezTo>
                  <a:cubicBezTo>
                    <a:pt x="1574" y="2024"/>
                    <a:pt x="1400" y="1825"/>
                    <a:pt x="1218" y="1626"/>
                  </a:cubicBezTo>
                  <a:cubicBezTo>
                    <a:pt x="1209" y="1615"/>
                    <a:pt x="1198" y="1610"/>
                    <a:pt x="1186" y="1610"/>
                  </a:cubicBezTo>
                  <a:cubicBezTo>
                    <a:pt x="1153" y="1610"/>
                    <a:pt x="1119" y="1647"/>
                    <a:pt x="1143" y="1684"/>
                  </a:cubicBezTo>
                  <a:cubicBezTo>
                    <a:pt x="1292" y="1883"/>
                    <a:pt x="1408" y="2115"/>
                    <a:pt x="1516" y="2347"/>
                  </a:cubicBezTo>
                  <a:cubicBezTo>
                    <a:pt x="1607" y="2546"/>
                    <a:pt x="1682" y="2744"/>
                    <a:pt x="1748" y="2960"/>
                  </a:cubicBezTo>
                  <a:cubicBezTo>
                    <a:pt x="1516" y="2744"/>
                    <a:pt x="1342" y="2463"/>
                    <a:pt x="1210" y="2189"/>
                  </a:cubicBezTo>
                  <a:cubicBezTo>
                    <a:pt x="1019" y="1783"/>
                    <a:pt x="886" y="1352"/>
                    <a:pt x="663" y="963"/>
                  </a:cubicBezTo>
                  <a:cubicBezTo>
                    <a:pt x="555" y="781"/>
                    <a:pt x="423" y="598"/>
                    <a:pt x="265" y="449"/>
                  </a:cubicBezTo>
                  <a:cubicBezTo>
                    <a:pt x="239" y="425"/>
                    <a:pt x="211" y="415"/>
                    <a:pt x="183" y="415"/>
                  </a:cubicBezTo>
                  <a:cubicBezTo>
                    <a:pt x="86" y="415"/>
                    <a:pt x="1" y="539"/>
                    <a:pt x="91" y="623"/>
                  </a:cubicBezTo>
                  <a:cubicBezTo>
                    <a:pt x="99" y="632"/>
                    <a:pt x="108" y="640"/>
                    <a:pt x="116" y="656"/>
                  </a:cubicBezTo>
                  <a:cubicBezTo>
                    <a:pt x="331" y="1062"/>
                    <a:pt x="439" y="1526"/>
                    <a:pt x="423" y="1982"/>
                  </a:cubicBezTo>
                  <a:cubicBezTo>
                    <a:pt x="406" y="2496"/>
                    <a:pt x="215" y="2976"/>
                    <a:pt x="124" y="3474"/>
                  </a:cubicBezTo>
                  <a:cubicBezTo>
                    <a:pt x="75" y="3722"/>
                    <a:pt x="50" y="3987"/>
                    <a:pt x="83" y="4244"/>
                  </a:cubicBezTo>
                  <a:cubicBezTo>
                    <a:pt x="116" y="4484"/>
                    <a:pt x="199" y="4716"/>
                    <a:pt x="282" y="4940"/>
                  </a:cubicBezTo>
                  <a:cubicBezTo>
                    <a:pt x="365" y="5172"/>
                    <a:pt x="456" y="5404"/>
                    <a:pt x="472" y="5653"/>
                  </a:cubicBezTo>
                  <a:cubicBezTo>
                    <a:pt x="489" y="5876"/>
                    <a:pt x="464" y="6117"/>
                    <a:pt x="530" y="6340"/>
                  </a:cubicBezTo>
                  <a:cubicBezTo>
                    <a:pt x="530" y="6349"/>
                    <a:pt x="530" y="6365"/>
                    <a:pt x="539" y="6373"/>
                  </a:cubicBezTo>
                  <a:cubicBezTo>
                    <a:pt x="539" y="6373"/>
                    <a:pt x="539" y="6365"/>
                    <a:pt x="539" y="6365"/>
                  </a:cubicBezTo>
                  <a:cubicBezTo>
                    <a:pt x="514" y="6158"/>
                    <a:pt x="497" y="5967"/>
                    <a:pt x="539" y="5769"/>
                  </a:cubicBezTo>
                  <a:cubicBezTo>
                    <a:pt x="539" y="5744"/>
                    <a:pt x="555" y="5727"/>
                    <a:pt x="572" y="5719"/>
                  </a:cubicBezTo>
                  <a:cubicBezTo>
                    <a:pt x="577" y="5718"/>
                    <a:pt x="583" y="5717"/>
                    <a:pt x="589" y="5717"/>
                  </a:cubicBezTo>
                  <a:cubicBezTo>
                    <a:pt x="620" y="5717"/>
                    <a:pt x="657" y="5734"/>
                    <a:pt x="671" y="5769"/>
                  </a:cubicBezTo>
                  <a:cubicBezTo>
                    <a:pt x="737" y="5959"/>
                    <a:pt x="762" y="6158"/>
                    <a:pt x="779" y="6365"/>
                  </a:cubicBezTo>
                  <a:cubicBezTo>
                    <a:pt x="787" y="6415"/>
                    <a:pt x="795" y="6465"/>
                    <a:pt x="804" y="6514"/>
                  </a:cubicBezTo>
                  <a:cubicBezTo>
                    <a:pt x="804" y="6523"/>
                    <a:pt x="804" y="6523"/>
                    <a:pt x="804" y="6531"/>
                  </a:cubicBezTo>
                  <a:cubicBezTo>
                    <a:pt x="812" y="6564"/>
                    <a:pt x="820" y="6605"/>
                    <a:pt x="820" y="6630"/>
                  </a:cubicBezTo>
                  <a:lnTo>
                    <a:pt x="845" y="6630"/>
                  </a:lnTo>
                  <a:cubicBezTo>
                    <a:pt x="853" y="6622"/>
                    <a:pt x="862" y="6622"/>
                    <a:pt x="870" y="6622"/>
                  </a:cubicBezTo>
                  <a:lnTo>
                    <a:pt x="986" y="6622"/>
                  </a:lnTo>
                  <a:cubicBezTo>
                    <a:pt x="1292" y="6639"/>
                    <a:pt x="1524" y="6879"/>
                    <a:pt x="1814" y="6953"/>
                  </a:cubicBezTo>
                  <a:cubicBezTo>
                    <a:pt x="1972" y="6995"/>
                    <a:pt x="2138" y="7003"/>
                    <a:pt x="2295" y="7011"/>
                  </a:cubicBezTo>
                  <a:cubicBezTo>
                    <a:pt x="2391" y="7016"/>
                    <a:pt x="2486" y="7021"/>
                    <a:pt x="2582" y="7021"/>
                  </a:cubicBezTo>
                  <a:cubicBezTo>
                    <a:pt x="2652" y="7021"/>
                    <a:pt x="2722" y="7018"/>
                    <a:pt x="2792" y="7011"/>
                  </a:cubicBezTo>
                  <a:cubicBezTo>
                    <a:pt x="3057" y="6995"/>
                    <a:pt x="3356" y="6854"/>
                    <a:pt x="3339" y="6547"/>
                  </a:cubicBezTo>
                  <a:cubicBezTo>
                    <a:pt x="3331" y="6373"/>
                    <a:pt x="3298" y="6208"/>
                    <a:pt x="3314" y="6042"/>
                  </a:cubicBezTo>
                  <a:cubicBezTo>
                    <a:pt x="3331" y="5868"/>
                    <a:pt x="3372" y="5711"/>
                    <a:pt x="3438" y="5545"/>
                  </a:cubicBezTo>
                  <a:cubicBezTo>
                    <a:pt x="3448" y="5522"/>
                    <a:pt x="3467" y="5512"/>
                    <a:pt x="3486" y="5512"/>
                  </a:cubicBezTo>
                  <a:cubicBezTo>
                    <a:pt x="3513" y="5512"/>
                    <a:pt x="3540" y="5535"/>
                    <a:pt x="3530" y="5570"/>
                  </a:cubicBezTo>
                  <a:cubicBezTo>
                    <a:pt x="3488" y="5769"/>
                    <a:pt x="3488" y="5984"/>
                    <a:pt x="3521" y="6183"/>
                  </a:cubicBezTo>
                  <a:cubicBezTo>
                    <a:pt x="3604" y="6083"/>
                    <a:pt x="3695" y="5992"/>
                    <a:pt x="3786" y="5926"/>
                  </a:cubicBezTo>
                  <a:cubicBezTo>
                    <a:pt x="3985" y="5777"/>
                    <a:pt x="4217" y="5686"/>
                    <a:pt x="4408" y="5545"/>
                  </a:cubicBezTo>
                  <a:cubicBezTo>
                    <a:pt x="4590" y="5412"/>
                    <a:pt x="4706" y="5222"/>
                    <a:pt x="4772" y="5006"/>
                  </a:cubicBezTo>
                  <a:cubicBezTo>
                    <a:pt x="4922" y="4501"/>
                    <a:pt x="4781" y="3962"/>
                    <a:pt x="4690" y="3457"/>
                  </a:cubicBezTo>
                  <a:cubicBezTo>
                    <a:pt x="4680" y="3418"/>
                    <a:pt x="4710" y="3393"/>
                    <a:pt x="4742" y="3393"/>
                  </a:cubicBezTo>
                  <a:cubicBezTo>
                    <a:pt x="4764" y="3393"/>
                    <a:pt x="4787" y="3405"/>
                    <a:pt x="4797" y="3432"/>
                  </a:cubicBezTo>
                  <a:cubicBezTo>
                    <a:pt x="4922" y="3739"/>
                    <a:pt x="5029" y="4037"/>
                    <a:pt x="5071" y="4368"/>
                  </a:cubicBezTo>
                  <a:cubicBezTo>
                    <a:pt x="5137" y="4244"/>
                    <a:pt x="5212" y="4128"/>
                    <a:pt x="5286" y="4004"/>
                  </a:cubicBezTo>
                  <a:cubicBezTo>
                    <a:pt x="5352" y="3880"/>
                    <a:pt x="5435" y="3764"/>
                    <a:pt x="5452" y="3623"/>
                  </a:cubicBezTo>
                  <a:lnTo>
                    <a:pt x="5452" y="3614"/>
                  </a:lnTo>
                  <a:cubicBezTo>
                    <a:pt x="5477" y="3482"/>
                    <a:pt x="5435" y="3349"/>
                    <a:pt x="5386" y="3225"/>
                  </a:cubicBezTo>
                  <a:cubicBezTo>
                    <a:pt x="5303" y="2985"/>
                    <a:pt x="5170" y="2761"/>
                    <a:pt x="5071" y="2521"/>
                  </a:cubicBezTo>
                  <a:cubicBezTo>
                    <a:pt x="5071" y="2512"/>
                    <a:pt x="5062" y="2496"/>
                    <a:pt x="5062" y="2488"/>
                  </a:cubicBezTo>
                  <a:cubicBezTo>
                    <a:pt x="4971" y="2256"/>
                    <a:pt x="4913" y="2032"/>
                    <a:pt x="4922" y="1783"/>
                  </a:cubicBezTo>
                  <a:cubicBezTo>
                    <a:pt x="4922" y="1750"/>
                    <a:pt x="4946" y="1734"/>
                    <a:pt x="4972" y="1734"/>
                  </a:cubicBezTo>
                  <a:cubicBezTo>
                    <a:pt x="4998" y="1734"/>
                    <a:pt x="5025" y="1750"/>
                    <a:pt x="5029" y="1783"/>
                  </a:cubicBezTo>
                  <a:cubicBezTo>
                    <a:pt x="5038" y="1899"/>
                    <a:pt x="5071" y="2015"/>
                    <a:pt x="5112" y="2123"/>
                  </a:cubicBezTo>
                  <a:cubicBezTo>
                    <a:pt x="5129" y="2148"/>
                    <a:pt x="5137" y="2173"/>
                    <a:pt x="5145" y="2198"/>
                  </a:cubicBezTo>
                  <a:cubicBezTo>
                    <a:pt x="5145" y="2198"/>
                    <a:pt x="5154" y="2206"/>
                    <a:pt x="5154" y="2206"/>
                  </a:cubicBezTo>
                  <a:cubicBezTo>
                    <a:pt x="5154" y="2214"/>
                    <a:pt x="5162" y="2231"/>
                    <a:pt x="5162" y="2239"/>
                  </a:cubicBezTo>
                  <a:cubicBezTo>
                    <a:pt x="5170" y="2239"/>
                    <a:pt x="5170" y="2239"/>
                    <a:pt x="5170" y="2247"/>
                  </a:cubicBezTo>
                  <a:cubicBezTo>
                    <a:pt x="5212" y="2338"/>
                    <a:pt x="5261" y="2438"/>
                    <a:pt x="5311" y="2529"/>
                  </a:cubicBezTo>
                  <a:cubicBezTo>
                    <a:pt x="5328" y="2562"/>
                    <a:pt x="5344" y="2587"/>
                    <a:pt x="5361" y="2620"/>
                  </a:cubicBezTo>
                  <a:cubicBezTo>
                    <a:pt x="5377" y="2554"/>
                    <a:pt x="5386" y="2479"/>
                    <a:pt x="5394" y="2413"/>
                  </a:cubicBezTo>
                  <a:cubicBezTo>
                    <a:pt x="5419" y="2222"/>
                    <a:pt x="5427" y="2024"/>
                    <a:pt x="5394" y="1841"/>
                  </a:cubicBezTo>
                  <a:cubicBezTo>
                    <a:pt x="5361" y="1692"/>
                    <a:pt x="5303" y="1568"/>
                    <a:pt x="5220" y="1452"/>
                  </a:cubicBezTo>
                  <a:cubicBezTo>
                    <a:pt x="5087" y="1261"/>
                    <a:pt x="4913" y="1104"/>
                    <a:pt x="4748" y="946"/>
                  </a:cubicBezTo>
                  <a:cubicBezTo>
                    <a:pt x="4706" y="888"/>
                    <a:pt x="4673" y="830"/>
                    <a:pt x="4632" y="772"/>
                  </a:cubicBezTo>
                  <a:cubicBezTo>
                    <a:pt x="4416" y="491"/>
                    <a:pt x="4151" y="259"/>
                    <a:pt x="3886" y="27"/>
                  </a:cubicBezTo>
                  <a:cubicBezTo>
                    <a:pt x="3866" y="9"/>
                    <a:pt x="3840" y="1"/>
                    <a:pt x="38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7" name="Google Shape;5027;p13"/>
            <p:cNvSpPr/>
            <p:nvPr/>
          </p:nvSpPr>
          <p:spPr>
            <a:xfrm>
              <a:off x="5898800" y="2853525"/>
              <a:ext cx="12825" cy="22800"/>
            </a:xfrm>
            <a:custGeom>
              <a:rect b="b" l="l" r="r" t="t"/>
              <a:pathLst>
                <a:path extrusionOk="0" h="912" w="513">
                  <a:moveTo>
                    <a:pt x="76" y="1"/>
                  </a:moveTo>
                  <a:cubicBezTo>
                    <a:pt x="37" y="1"/>
                    <a:pt x="1" y="39"/>
                    <a:pt x="24" y="84"/>
                  </a:cubicBezTo>
                  <a:cubicBezTo>
                    <a:pt x="107" y="209"/>
                    <a:pt x="173" y="341"/>
                    <a:pt x="231" y="482"/>
                  </a:cubicBezTo>
                  <a:cubicBezTo>
                    <a:pt x="264" y="548"/>
                    <a:pt x="289" y="615"/>
                    <a:pt x="322" y="681"/>
                  </a:cubicBezTo>
                  <a:cubicBezTo>
                    <a:pt x="347" y="747"/>
                    <a:pt x="372" y="822"/>
                    <a:pt x="413" y="888"/>
                  </a:cubicBezTo>
                  <a:cubicBezTo>
                    <a:pt x="426" y="904"/>
                    <a:pt x="444" y="912"/>
                    <a:pt x="461" y="912"/>
                  </a:cubicBezTo>
                  <a:cubicBezTo>
                    <a:pt x="488" y="912"/>
                    <a:pt x="513" y="894"/>
                    <a:pt x="513" y="863"/>
                  </a:cubicBezTo>
                  <a:cubicBezTo>
                    <a:pt x="513" y="780"/>
                    <a:pt x="479" y="706"/>
                    <a:pt x="455" y="631"/>
                  </a:cubicBezTo>
                  <a:cubicBezTo>
                    <a:pt x="421" y="565"/>
                    <a:pt x="388" y="490"/>
                    <a:pt x="355" y="424"/>
                  </a:cubicBezTo>
                  <a:cubicBezTo>
                    <a:pt x="289" y="283"/>
                    <a:pt x="206" y="151"/>
                    <a:pt x="123" y="26"/>
                  </a:cubicBezTo>
                  <a:cubicBezTo>
                    <a:pt x="110" y="8"/>
                    <a:pt x="93" y="1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8" name="Google Shape;5028;p13"/>
            <p:cNvSpPr/>
            <p:nvPr/>
          </p:nvSpPr>
          <p:spPr>
            <a:xfrm>
              <a:off x="5912425" y="2852100"/>
              <a:ext cx="6050" cy="9925"/>
            </a:xfrm>
            <a:custGeom>
              <a:rect b="b" l="l" r="r" t="t"/>
              <a:pathLst>
                <a:path extrusionOk="0" h="397" w="242">
                  <a:moveTo>
                    <a:pt x="54" y="0"/>
                  </a:moveTo>
                  <a:cubicBezTo>
                    <a:pt x="44" y="0"/>
                    <a:pt x="34" y="3"/>
                    <a:pt x="26" y="9"/>
                  </a:cubicBezTo>
                  <a:cubicBezTo>
                    <a:pt x="1" y="17"/>
                    <a:pt x="1" y="50"/>
                    <a:pt x="9" y="75"/>
                  </a:cubicBezTo>
                  <a:cubicBezTo>
                    <a:pt x="34" y="125"/>
                    <a:pt x="59" y="183"/>
                    <a:pt x="92" y="233"/>
                  </a:cubicBezTo>
                  <a:cubicBezTo>
                    <a:pt x="108" y="257"/>
                    <a:pt x="117" y="282"/>
                    <a:pt x="133" y="307"/>
                  </a:cubicBezTo>
                  <a:cubicBezTo>
                    <a:pt x="142" y="324"/>
                    <a:pt x="150" y="340"/>
                    <a:pt x="158" y="349"/>
                  </a:cubicBezTo>
                  <a:cubicBezTo>
                    <a:pt x="166" y="365"/>
                    <a:pt x="175" y="373"/>
                    <a:pt x="191" y="390"/>
                  </a:cubicBezTo>
                  <a:cubicBezTo>
                    <a:pt x="195" y="394"/>
                    <a:pt x="202" y="396"/>
                    <a:pt x="208" y="396"/>
                  </a:cubicBezTo>
                  <a:cubicBezTo>
                    <a:pt x="214" y="396"/>
                    <a:pt x="220" y="394"/>
                    <a:pt x="224" y="390"/>
                  </a:cubicBezTo>
                  <a:cubicBezTo>
                    <a:pt x="241" y="382"/>
                    <a:pt x="241" y="373"/>
                    <a:pt x="241" y="357"/>
                  </a:cubicBezTo>
                  <a:cubicBezTo>
                    <a:pt x="233" y="340"/>
                    <a:pt x="233" y="332"/>
                    <a:pt x="233" y="315"/>
                  </a:cubicBezTo>
                  <a:cubicBezTo>
                    <a:pt x="224" y="299"/>
                    <a:pt x="216" y="282"/>
                    <a:pt x="216" y="266"/>
                  </a:cubicBezTo>
                  <a:lnTo>
                    <a:pt x="175" y="183"/>
                  </a:lnTo>
                  <a:cubicBezTo>
                    <a:pt x="150" y="133"/>
                    <a:pt x="117" y="75"/>
                    <a:pt x="92" y="25"/>
                  </a:cubicBezTo>
                  <a:cubicBezTo>
                    <a:pt x="87" y="9"/>
                    <a:pt x="71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9" name="Google Shape;5029;p13"/>
            <p:cNvSpPr/>
            <p:nvPr/>
          </p:nvSpPr>
          <p:spPr>
            <a:xfrm>
              <a:off x="5791175" y="2748025"/>
              <a:ext cx="78525" cy="20875"/>
            </a:xfrm>
            <a:custGeom>
              <a:rect b="b" l="l" r="r" t="t"/>
              <a:pathLst>
                <a:path extrusionOk="0" h="835" w="3141">
                  <a:moveTo>
                    <a:pt x="1972" y="0"/>
                  </a:moveTo>
                  <a:cubicBezTo>
                    <a:pt x="1806" y="0"/>
                    <a:pt x="1636" y="32"/>
                    <a:pt x="1479" y="87"/>
                  </a:cubicBezTo>
                  <a:cubicBezTo>
                    <a:pt x="1247" y="170"/>
                    <a:pt x="1056" y="319"/>
                    <a:pt x="841" y="427"/>
                  </a:cubicBezTo>
                  <a:cubicBezTo>
                    <a:pt x="725" y="485"/>
                    <a:pt x="600" y="535"/>
                    <a:pt x="468" y="584"/>
                  </a:cubicBezTo>
                  <a:cubicBezTo>
                    <a:pt x="335" y="634"/>
                    <a:pt x="203" y="692"/>
                    <a:pt x="62" y="733"/>
                  </a:cubicBezTo>
                  <a:cubicBezTo>
                    <a:pt x="1" y="756"/>
                    <a:pt x="17" y="835"/>
                    <a:pt x="71" y="835"/>
                  </a:cubicBezTo>
                  <a:cubicBezTo>
                    <a:pt x="76" y="835"/>
                    <a:pt x="81" y="834"/>
                    <a:pt x="87" y="833"/>
                  </a:cubicBezTo>
                  <a:cubicBezTo>
                    <a:pt x="236" y="808"/>
                    <a:pt x="385" y="800"/>
                    <a:pt x="534" y="758"/>
                  </a:cubicBezTo>
                  <a:cubicBezTo>
                    <a:pt x="675" y="725"/>
                    <a:pt x="816" y="675"/>
                    <a:pt x="957" y="617"/>
                  </a:cubicBezTo>
                  <a:cubicBezTo>
                    <a:pt x="1205" y="501"/>
                    <a:pt x="1429" y="336"/>
                    <a:pt x="1702" y="278"/>
                  </a:cubicBezTo>
                  <a:cubicBezTo>
                    <a:pt x="1799" y="253"/>
                    <a:pt x="1898" y="242"/>
                    <a:pt x="1996" y="242"/>
                  </a:cubicBezTo>
                  <a:cubicBezTo>
                    <a:pt x="2132" y="242"/>
                    <a:pt x="2268" y="264"/>
                    <a:pt x="2398" y="303"/>
                  </a:cubicBezTo>
                  <a:cubicBezTo>
                    <a:pt x="2514" y="336"/>
                    <a:pt x="2622" y="385"/>
                    <a:pt x="2730" y="435"/>
                  </a:cubicBezTo>
                  <a:cubicBezTo>
                    <a:pt x="2738" y="443"/>
                    <a:pt x="2746" y="443"/>
                    <a:pt x="2755" y="452"/>
                  </a:cubicBezTo>
                  <a:cubicBezTo>
                    <a:pt x="2581" y="402"/>
                    <a:pt x="2398" y="377"/>
                    <a:pt x="2216" y="377"/>
                  </a:cubicBezTo>
                  <a:cubicBezTo>
                    <a:pt x="2117" y="377"/>
                    <a:pt x="2017" y="385"/>
                    <a:pt x="1926" y="402"/>
                  </a:cubicBezTo>
                  <a:cubicBezTo>
                    <a:pt x="1835" y="419"/>
                    <a:pt x="1727" y="427"/>
                    <a:pt x="1661" y="485"/>
                  </a:cubicBezTo>
                  <a:cubicBezTo>
                    <a:pt x="1628" y="510"/>
                    <a:pt x="1628" y="559"/>
                    <a:pt x="1669" y="576"/>
                  </a:cubicBezTo>
                  <a:cubicBezTo>
                    <a:pt x="1695" y="581"/>
                    <a:pt x="1721" y="583"/>
                    <a:pt x="1748" y="583"/>
                  </a:cubicBezTo>
                  <a:cubicBezTo>
                    <a:pt x="1808" y="583"/>
                    <a:pt x="1869" y="573"/>
                    <a:pt x="1926" y="568"/>
                  </a:cubicBezTo>
                  <a:cubicBezTo>
                    <a:pt x="2017" y="559"/>
                    <a:pt x="2108" y="551"/>
                    <a:pt x="2199" y="551"/>
                  </a:cubicBezTo>
                  <a:cubicBezTo>
                    <a:pt x="2242" y="549"/>
                    <a:pt x="2285" y="548"/>
                    <a:pt x="2328" y="548"/>
                  </a:cubicBezTo>
                  <a:cubicBezTo>
                    <a:pt x="2468" y="548"/>
                    <a:pt x="2607" y="559"/>
                    <a:pt x="2746" y="584"/>
                  </a:cubicBezTo>
                  <a:cubicBezTo>
                    <a:pt x="2750" y="585"/>
                    <a:pt x="2753" y="585"/>
                    <a:pt x="2756" y="585"/>
                  </a:cubicBezTo>
                  <a:cubicBezTo>
                    <a:pt x="2808" y="585"/>
                    <a:pt x="2836" y="524"/>
                    <a:pt x="2821" y="485"/>
                  </a:cubicBezTo>
                  <a:lnTo>
                    <a:pt x="2821" y="485"/>
                  </a:lnTo>
                  <a:cubicBezTo>
                    <a:pt x="2895" y="535"/>
                    <a:pt x="2962" y="576"/>
                    <a:pt x="3036" y="601"/>
                  </a:cubicBezTo>
                  <a:cubicBezTo>
                    <a:pt x="3043" y="603"/>
                    <a:pt x="3050" y="604"/>
                    <a:pt x="3056" y="604"/>
                  </a:cubicBezTo>
                  <a:cubicBezTo>
                    <a:pt x="3100" y="604"/>
                    <a:pt x="3141" y="561"/>
                    <a:pt x="3119" y="518"/>
                  </a:cubicBezTo>
                  <a:lnTo>
                    <a:pt x="3119" y="518"/>
                  </a:lnTo>
                  <a:lnTo>
                    <a:pt x="3119" y="526"/>
                  </a:lnTo>
                  <a:cubicBezTo>
                    <a:pt x="3053" y="352"/>
                    <a:pt x="2846" y="211"/>
                    <a:pt x="2680" y="145"/>
                  </a:cubicBezTo>
                  <a:cubicBezTo>
                    <a:pt x="2489" y="62"/>
                    <a:pt x="2282" y="13"/>
                    <a:pt x="2075" y="4"/>
                  </a:cubicBezTo>
                  <a:cubicBezTo>
                    <a:pt x="2041" y="1"/>
                    <a:pt x="2007" y="0"/>
                    <a:pt x="19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0" name="Google Shape;5030;p13"/>
            <p:cNvSpPr/>
            <p:nvPr/>
          </p:nvSpPr>
          <p:spPr>
            <a:xfrm>
              <a:off x="5770325" y="2755125"/>
              <a:ext cx="26625" cy="6075"/>
            </a:xfrm>
            <a:custGeom>
              <a:rect b="b" l="l" r="r" t="t"/>
              <a:pathLst>
                <a:path extrusionOk="0" h="243" w="1065">
                  <a:moveTo>
                    <a:pt x="963" y="0"/>
                  </a:moveTo>
                  <a:cubicBezTo>
                    <a:pt x="957" y="0"/>
                    <a:pt x="951" y="1"/>
                    <a:pt x="945" y="2"/>
                  </a:cubicBezTo>
                  <a:cubicBezTo>
                    <a:pt x="796" y="27"/>
                    <a:pt x="647" y="35"/>
                    <a:pt x="490" y="43"/>
                  </a:cubicBezTo>
                  <a:cubicBezTo>
                    <a:pt x="452" y="48"/>
                    <a:pt x="415" y="50"/>
                    <a:pt x="378" y="50"/>
                  </a:cubicBezTo>
                  <a:cubicBezTo>
                    <a:pt x="341" y="50"/>
                    <a:pt x="303" y="48"/>
                    <a:pt x="266" y="43"/>
                  </a:cubicBezTo>
                  <a:cubicBezTo>
                    <a:pt x="247" y="43"/>
                    <a:pt x="227" y="43"/>
                    <a:pt x="206" y="43"/>
                  </a:cubicBezTo>
                  <a:cubicBezTo>
                    <a:pt x="144" y="43"/>
                    <a:pt x="78" y="48"/>
                    <a:pt x="34" y="85"/>
                  </a:cubicBezTo>
                  <a:cubicBezTo>
                    <a:pt x="1" y="110"/>
                    <a:pt x="9" y="151"/>
                    <a:pt x="34" y="176"/>
                  </a:cubicBezTo>
                  <a:cubicBezTo>
                    <a:pt x="75" y="234"/>
                    <a:pt x="200" y="234"/>
                    <a:pt x="266" y="242"/>
                  </a:cubicBezTo>
                  <a:cubicBezTo>
                    <a:pt x="349" y="242"/>
                    <a:pt x="423" y="242"/>
                    <a:pt x="506" y="234"/>
                  </a:cubicBezTo>
                  <a:cubicBezTo>
                    <a:pt x="672" y="217"/>
                    <a:pt x="829" y="184"/>
                    <a:pt x="987" y="126"/>
                  </a:cubicBezTo>
                  <a:cubicBezTo>
                    <a:pt x="1064" y="103"/>
                    <a:pt x="1040" y="0"/>
                    <a:pt x="9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1" name="Google Shape;5031;p13"/>
            <p:cNvSpPr/>
            <p:nvPr/>
          </p:nvSpPr>
          <p:spPr>
            <a:xfrm>
              <a:off x="5753800" y="2750200"/>
              <a:ext cx="16350" cy="8200"/>
            </a:xfrm>
            <a:custGeom>
              <a:rect b="b" l="l" r="r" t="t"/>
              <a:pathLst>
                <a:path extrusionOk="0" h="328" w="654">
                  <a:moveTo>
                    <a:pt x="596" y="0"/>
                  </a:moveTo>
                  <a:cubicBezTo>
                    <a:pt x="488" y="0"/>
                    <a:pt x="372" y="25"/>
                    <a:pt x="272" y="66"/>
                  </a:cubicBezTo>
                  <a:cubicBezTo>
                    <a:pt x="223" y="91"/>
                    <a:pt x="173" y="116"/>
                    <a:pt x="132" y="149"/>
                  </a:cubicBezTo>
                  <a:cubicBezTo>
                    <a:pt x="82" y="182"/>
                    <a:pt x="40" y="224"/>
                    <a:pt x="7" y="274"/>
                  </a:cubicBezTo>
                  <a:cubicBezTo>
                    <a:pt x="0" y="294"/>
                    <a:pt x="17" y="327"/>
                    <a:pt x="37" y="327"/>
                  </a:cubicBezTo>
                  <a:cubicBezTo>
                    <a:pt x="41" y="327"/>
                    <a:pt x="45" y="326"/>
                    <a:pt x="49" y="323"/>
                  </a:cubicBezTo>
                  <a:cubicBezTo>
                    <a:pt x="98" y="307"/>
                    <a:pt x="140" y="282"/>
                    <a:pt x="181" y="257"/>
                  </a:cubicBezTo>
                  <a:cubicBezTo>
                    <a:pt x="231" y="232"/>
                    <a:pt x="272" y="216"/>
                    <a:pt x="322" y="199"/>
                  </a:cubicBezTo>
                  <a:cubicBezTo>
                    <a:pt x="405" y="158"/>
                    <a:pt x="504" y="133"/>
                    <a:pt x="596" y="116"/>
                  </a:cubicBezTo>
                  <a:cubicBezTo>
                    <a:pt x="629" y="116"/>
                    <a:pt x="654" y="91"/>
                    <a:pt x="654" y="58"/>
                  </a:cubicBezTo>
                  <a:cubicBezTo>
                    <a:pt x="654" y="25"/>
                    <a:pt x="629" y="0"/>
                    <a:pt x="5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2" name="Google Shape;5032;p13"/>
            <p:cNvSpPr/>
            <p:nvPr/>
          </p:nvSpPr>
          <p:spPr>
            <a:xfrm>
              <a:off x="5678150" y="2758725"/>
              <a:ext cx="45400" cy="17400"/>
            </a:xfrm>
            <a:custGeom>
              <a:rect b="b" l="l" r="r" t="t"/>
              <a:pathLst>
                <a:path extrusionOk="0" h="696" w="1816">
                  <a:moveTo>
                    <a:pt x="1458" y="0"/>
                  </a:moveTo>
                  <a:cubicBezTo>
                    <a:pt x="1342" y="0"/>
                    <a:pt x="1227" y="9"/>
                    <a:pt x="1111" y="24"/>
                  </a:cubicBezTo>
                  <a:cubicBezTo>
                    <a:pt x="929" y="40"/>
                    <a:pt x="738" y="65"/>
                    <a:pt x="556" y="131"/>
                  </a:cubicBezTo>
                  <a:cubicBezTo>
                    <a:pt x="399" y="189"/>
                    <a:pt x="241" y="264"/>
                    <a:pt x="117" y="380"/>
                  </a:cubicBezTo>
                  <a:cubicBezTo>
                    <a:pt x="59" y="430"/>
                    <a:pt x="1" y="504"/>
                    <a:pt x="17" y="587"/>
                  </a:cubicBezTo>
                  <a:cubicBezTo>
                    <a:pt x="33" y="655"/>
                    <a:pt x="82" y="696"/>
                    <a:pt x="148" y="696"/>
                  </a:cubicBezTo>
                  <a:cubicBezTo>
                    <a:pt x="154" y="696"/>
                    <a:pt x="160" y="696"/>
                    <a:pt x="167" y="695"/>
                  </a:cubicBezTo>
                  <a:cubicBezTo>
                    <a:pt x="191" y="687"/>
                    <a:pt x="216" y="653"/>
                    <a:pt x="216" y="629"/>
                  </a:cubicBezTo>
                  <a:cubicBezTo>
                    <a:pt x="225" y="629"/>
                    <a:pt x="225" y="620"/>
                    <a:pt x="225" y="612"/>
                  </a:cubicBezTo>
                  <a:cubicBezTo>
                    <a:pt x="241" y="595"/>
                    <a:pt x="258" y="579"/>
                    <a:pt x="274" y="562"/>
                  </a:cubicBezTo>
                  <a:cubicBezTo>
                    <a:pt x="324" y="521"/>
                    <a:pt x="382" y="479"/>
                    <a:pt x="440" y="446"/>
                  </a:cubicBezTo>
                  <a:cubicBezTo>
                    <a:pt x="556" y="388"/>
                    <a:pt x="689" y="347"/>
                    <a:pt x="813" y="314"/>
                  </a:cubicBezTo>
                  <a:cubicBezTo>
                    <a:pt x="1119" y="247"/>
                    <a:pt x="1426" y="256"/>
                    <a:pt x="1724" y="173"/>
                  </a:cubicBezTo>
                  <a:cubicBezTo>
                    <a:pt x="1815" y="140"/>
                    <a:pt x="1791" y="24"/>
                    <a:pt x="1708" y="15"/>
                  </a:cubicBezTo>
                  <a:cubicBezTo>
                    <a:pt x="1624" y="5"/>
                    <a:pt x="1541" y="0"/>
                    <a:pt x="14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3" name="Google Shape;5033;p13"/>
            <p:cNvSpPr/>
            <p:nvPr/>
          </p:nvSpPr>
          <p:spPr>
            <a:xfrm>
              <a:off x="5693700" y="2770200"/>
              <a:ext cx="13275" cy="7775"/>
            </a:xfrm>
            <a:custGeom>
              <a:rect b="b" l="l" r="r" t="t"/>
              <a:pathLst>
                <a:path extrusionOk="0" h="311" w="531">
                  <a:moveTo>
                    <a:pt x="343" y="1"/>
                  </a:moveTo>
                  <a:cubicBezTo>
                    <a:pt x="309" y="1"/>
                    <a:pt x="277" y="8"/>
                    <a:pt x="241" y="20"/>
                  </a:cubicBezTo>
                  <a:cubicBezTo>
                    <a:pt x="149" y="54"/>
                    <a:pt x="67" y="112"/>
                    <a:pt x="17" y="194"/>
                  </a:cubicBezTo>
                  <a:cubicBezTo>
                    <a:pt x="0" y="228"/>
                    <a:pt x="9" y="277"/>
                    <a:pt x="50" y="302"/>
                  </a:cubicBezTo>
                  <a:cubicBezTo>
                    <a:pt x="60" y="307"/>
                    <a:pt x="73" y="310"/>
                    <a:pt x="85" y="310"/>
                  </a:cubicBezTo>
                  <a:cubicBezTo>
                    <a:pt x="111" y="310"/>
                    <a:pt x="138" y="297"/>
                    <a:pt x="149" y="269"/>
                  </a:cubicBezTo>
                  <a:cubicBezTo>
                    <a:pt x="158" y="261"/>
                    <a:pt x="158" y="252"/>
                    <a:pt x="166" y="252"/>
                  </a:cubicBezTo>
                  <a:cubicBezTo>
                    <a:pt x="166" y="252"/>
                    <a:pt x="169" y="246"/>
                    <a:pt x="170" y="243"/>
                  </a:cubicBezTo>
                  <a:lnTo>
                    <a:pt x="170" y="243"/>
                  </a:lnTo>
                  <a:cubicBezTo>
                    <a:pt x="174" y="241"/>
                    <a:pt x="174" y="236"/>
                    <a:pt x="174" y="236"/>
                  </a:cubicBezTo>
                  <a:cubicBezTo>
                    <a:pt x="183" y="236"/>
                    <a:pt x="183" y="228"/>
                    <a:pt x="191" y="219"/>
                  </a:cubicBezTo>
                  <a:cubicBezTo>
                    <a:pt x="199" y="219"/>
                    <a:pt x="216" y="203"/>
                    <a:pt x="216" y="203"/>
                  </a:cubicBezTo>
                  <a:lnTo>
                    <a:pt x="224" y="194"/>
                  </a:lnTo>
                  <a:cubicBezTo>
                    <a:pt x="232" y="186"/>
                    <a:pt x="241" y="186"/>
                    <a:pt x="249" y="178"/>
                  </a:cubicBezTo>
                  <a:cubicBezTo>
                    <a:pt x="257" y="178"/>
                    <a:pt x="265" y="170"/>
                    <a:pt x="274" y="170"/>
                  </a:cubicBezTo>
                  <a:cubicBezTo>
                    <a:pt x="274" y="170"/>
                    <a:pt x="282" y="161"/>
                    <a:pt x="282" y="161"/>
                  </a:cubicBezTo>
                  <a:cubicBezTo>
                    <a:pt x="299" y="153"/>
                    <a:pt x="315" y="153"/>
                    <a:pt x="332" y="145"/>
                  </a:cubicBezTo>
                  <a:lnTo>
                    <a:pt x="365" y="145"/>
                  </a:lnTo>
                  <a:cubicBezTo>
                    <a:pt x="365" y="145"/>
                    <a:pt x="365" y="145"/>
                    <a:pt x="373" y="136"/>
                  </a:cubicBezTo>
                  <a:cubicBezTo>
                    <a:pt x="394" y="136"/>
                    <a:pt x="412" y="138"/>
                    <a:pt x="431" y="138"/>
                  </a:cubicBezTo>
                  <a:cubicBezTo>
                    <a:pt x="450" y="138"/>
                    <a:pt x="468" y="136"/>
                    <a:pt x="489" y="128"/>
                  </a:cubicBezTo>
                  <a:cubicBezTo>
                    <a:pt x="514" y="120"/>
                    <a:pt x="531" y="95"/>
                    <a:pt x="514" y="70"/>
                  </a:cubicBezTo>
                  <a:cubicBezTo>
                    <a:pt x="497" y="45"/>
                    <a:pt x="481" y="29"/>
                    <a:pt x="448" y="20"/>
                  </a:cubicBezTo>
                  <a:cubicBezTo>
                    <a:pt x="431" y="12"/>
                    <a:pt x="406" y="4"/>
                    <a:pt x="381" y="4"/>
                  </a:cubicBezTo>
                  <a:cubicBezTo>
                    <a:pt x="368" y="2"/>
                    <a:pt x="355" y="1"/>
                    <a:pt x="3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4" name="Google Shape;5034;p13"/>
            <p:cNvSpPr/>
            <p:nvPr/>
          </p:nvSpPr>
          <p:spPr>
            <a:xfrm>
              <a:off x="5703025" y="2773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5" name="Google Shape;5035;p13"/>
            <p:cNvSpPr/>
            <p:nvPr/>
          </p:nvSpPr>
          <p:spPr>
            <a:xfrm>
              <a:off x="5657850" y="2781775"/>
              <a:ext cx="6050" cy="8300"/>
            </a:xfrm>
            <a:custGeom>
              <a:rect b="b" l="l" r="r" t="t"/>
              <a:pathLst>
                <a:path extrusionOk="0" h="332" w="242">
                  <a:moveTo>
                    <a:pt x="28" y="173"/>
                  </a:moveTo>
                  <a:cubicBezTo>
                    <a:pt x="26" y="175"/>
                    <a:pt x="26" y="179"/>
                    <a:pt x="26" y="179"/>
                  </a:cubicBezTo>
                  <a:cubicBezTo>
                    <a:pt x="26" y="179"/>
                    <a:pt x="27" y="176"/>
                    <a:pt x="28" y="173"/>
                  </a:cubicBezTo>
                  <a:close/>
                  <a:moveTo>
                    <a:pt x="184" y="1"/>
                  </a:moveTo>
                  <a:cubicBezTo>
                    <a:pt x="171" y="1"/>
                    <a:pt x="158" y="5"/>
                    <a:pt x="150" y="13"/>
                  </a:cubicBezTo>
                  <a:cubicBezTo>
                    <a:pt x="109" y="46"/>
                    <a:pt x="75" y="88"/>
                    <a:pt x="42" y="137"/>
                  </a:cubicBezTo>
                  <a:cubicBezTo>
                    <a:pt x="42" y="137"/>
                    <a:pt x="33" y="161"/>
                    <a:pt x="28" y="173"/>
                  </a:cubicBezTo>
                  <a:lnTo>
                    <a:pt x="28" y="173"/>
                  </a:lnTo>
                  <a:cubicBezTo>
                    <a:pt x="29" y="171"/>
                    <a:pt x="31" y="171"/>
                    <a:pt x="34" y="171"/>
                  </a:cubicBezTo>
                  <a:lnTo>
                    <a:pt x="34" y="171"/>
                  </a:lnTo>
                  <a:cubicBezTo>
                    <a:pt x="26" y="179"/>
                    <a:pt x="26" y="179"/>
                    <a:pt x="26" y="187"/>
                  </a:cubicBezTo>
                  <a:cubicBezTo>
                    <a:pt x="26" y="187"/>
                    <a:pt x="26" y="187"/>
                    <a:pt x="17" y="195"/>
                  </a:cubicBezTo>
                  <a:cubicBezTo>
                    <a:pt x="17" y="195"/>
                    <a:pt x="17" y="204"/>
                    <a:pt x="17" y="212"/>
                  </a:cubicBezTo>
                  <a:cubicBezTo>
                    <a:pt x="9" y="237"/>
                    <a:pt x="1" y="262"/>
                    <a:pt x="1" y="295"/>
                  </a:cubicBezTo>
                  <a:cubicBezTo>
                    <a:pt x="1" y="303"/>
                    <a:pt x="17" y="328"/>
                    <a:pt x="34" y="328"/>
                  </a:cubicBezTo>
                  <a:cubicBezTo>
                    <a:pt x="38" y="330"/>
                    <a:pt x="43" y="331"/>
                    <a:pt x="47" y="331"/>
                  </a:cubicBezTo>
                  <a:cubicBezTo>
                    <a:pt x="59" y="331"/>
                    <a:pt x="69" y="323"/>
                    <a:pt x="75" y="311"/>
                  </a:cubicBezTo>
                  <a:cubicBezTo>
                    <a:pt x="84" y="303"/>
                    <a:pt x="92" y="295"/>
                    <a:pt x="92" y="278"/>
                  </a:cubicBezTo>
                  <a:cubicBezTo>
                    <a:pt x="100" y="270"/>
                    <a:pt x="100" y="262"/>
                    <a:pt x="100" y="253"/>
                  </a:cubicBezTo>
                  <a:cubicBezTo>
                    <a:pt x="100" y="253"/>
                    <a:pt x="109" y="253"/>
                    <a:pt x="109" y="245"/>
                  </a:cubicBezTo>
                  <a:cubicBezTo>
                    <a:pt x="109" y="237"/>
                    <a:pt x="117" y="229"/>
                    <a:pt x="117" y="220"/>
                  </a:cubicBezTo>
                  <a:cubicBezTo>
                    <a:pt x="125" y="204"/>
                    <a:pt x="133" y="195"/>
                    <a:pt x="142" y="187"/>
                  </a:cubicBezTo>
                  <a:cubicBezTo>
                    <a:pt x="150" y="179"/>
                    <a:pt x="150" y="171"/>
                    <a:pt x="158" y="162"/>
                  </a:cubicBezTo>
                  <a:cubicBezTo>
                    <a:pt x="158" y="154"/>
                    <a:pt x="167" y="146"/>
                    <a:pt x="167" y="146"/>
                  </a:cubicBezTo>
                  <a:cubicBezTo>
                    <a:pt x="167" y="146"/>
                    <a:pt x="174" y="138"/>
                    <a:pt x="175" y="137"/>
                  </a:cubicBezTo>
                  <a:lnTo>
                    <a:pt x="175" y="137"/>
                  </a:lnTo>
                  <a:cubicBezTo>
                    <a:pt x="171" y="142"/>
                    <a:pt x="171" y="144"/>
                    <a:pt x="172" y="144"/>
                  </a:cubicBezTo>
                  <a:cubicBezTo>
                    <a:pt x="173" y="144"/>
                    <a:pt x="175" y="142"/>
                    <a:pt x="175" y="137"/>
                  </a:cubicBezTo>
                  <a:lnTo>
                    <a:pt x="175" y="137"/>
                  </a:lnTo>
                  <a:cubicBezTo>
                    <a:pt x="175" y="137"/>
                    <a:pt x="175" y="137"/>
                    <a:pt x="175" y="137"/>
                  </a:cubicBezTo>
                  <a:cubicBezTo>
                    <a:pt x="191" y="121"/>
                    <a:pt x="208" y="104"/>
                    <a:pt x="225" y="88"/>
                  </a:cubicBezTo>
                  <a:cubicBezTo>
                    <a:pt x="241" y="71"/>
                    <a:pt x="241" y="30"/>
                    <a:pt x="225" y="13"/>
                  </a:cubicBezTo>
                  <a:cubicBezTo>
                    <a:pt x="212" y="5"/>
                    <a:pt x="198" y="1"/>
                    <a:pt x="1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6" name="Google Shape;5036;p13"/>
            <p:cNvSpPr/>
            <p:nvPr/>
          </p:nvSpPr>
          <p:spPr>
            <a:xfrm>
              <a:off x="5832275" y="2916550"/>
              <a:ext cx="18650" cy="26050"/>
            </a:xfrm>
            <a:custGeom>
              <a:rect b="b" l="l" r="r" t="t"/>
              <a:pathLst>
                <a:path extrusionOk="0" h="1042" w="746">
                  <a:moveTo>
                    <a:pt x="81" y="0"/>
                  </a:moveTo>
                  <a:cubicBezTo>
                    <a:pt x="65" y="0"/>
                    <a:pt x="48" y="5"/>
                    <a:pt x="33" y="16"/>
                  </a:cubicBezTo>
                  <a:cubicBezTo>
                    <a:pt x="9" y="33"/>
                    <a:pt x="0" y="74"/>
                    <a:pt x="17" y="107"/>
                  </a:cubicBezTo>
                  <a:cubicBezTo>
                    <a:pt x="125" y="240"/>
                    <a:pt x="241" y="372"/>
                    <a:pt x="332" y="521"/>
                  </a:cubicBezTo>
                  <a:cubicBezTo>
                    <a:pt x="373" y="588"/>
                    <a:pt x="415" y="662"/>
                    <a:pt x="439" y="728"/>
                  </a:cubicBezTo>
                  <a:cubicBezTo>
                    <a:pt x="456" y="762"/>
                    <a:pt x="464" y="803"/>
                    <a:pt x="473" y="844"/>
                  </a:cubicBezTo>
                  <a:cubicBezTo>
                    <a:pt x="481" y="894"/>
                    <a:pt x="481" y="936"/>
                    <a:pt x="514" y="985"/>
                  </a:cubicBezTo>
                  <a:cubicBezTo>
                    <a:pt x="536" y="1020"/>
                    <a:pt x="576" y="1041"/>
                    <a:pt x="615" y="1041"/>
                  </a:cubicBezTo>
                  <a:cubicBezTo>
                    <a:pt x="651" y="1041"/>
                    <a:pt x="685" y="1024"/>
                    <a:pt x="705" y="985"/>
                  </a:cubicBezTo>
                  <a:cubicBezTo>
                    <a:pt x="746" y="894"/>
                    <a:pt x="713" y="778"/>
                    <a:pt x="680" y="687"/>
                  </a:cubicBezTo>
                  <a:cubicBezTo>
                    <a:pt x="638" y="588"/>
                    <a:pt x="597" y="505"/>
                    <a:pt x="531" y="422"/>
                  </a:cubicBezTo>
                  <a:cubicBezTo>
                    <a:pt x="415" y="273"/>
                    <a:pt x="265" y="149"/>
                    <a:pt x="133" y="16"/>
                  </a:cubicBezTo>
                  <a:cubicBezTo>
                    <a:pt x="119" y="7"/>
                    <a:pt x="101" y="0"/>
                    <a:pt x="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7" name="Google Shape;5037;p13"/>
            <p:cNvSpPr/>
            <p:nvPr/>
          </p:nvSpPr>
          <p:spPr>
            <a:xfrm>
              <a:off x="5842825" y="2917350"/>
              <a:ext cx="8100" cy="14250"/>
            </a:xfrm>
            <a:custGeom>
              <a:rect b="b" l="l" r="r" t="t"/>
              <a:pathLst>
                <a:path extrusionOk="0" h="570" w="324">
                  <a:moveTo>
                    <a:pt x="62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5"/>
                    <a:pt x="1" y="59"/>
                    <a:pt x="17" y="83"/>
                  </a:cubicBezTo>
                  <a:cubicBezTo>
                    <a:pt x="51" y="166"/>
                    <a:pt x="92" y="249"/>
                    <a:pt x="125" y="332"/>
                  </a:cubicBezTo>
                  <a:cubicBezTo>
                    <a:pt x="142" y="365"/>
                    <a:pt x="167" y="406"/>
                    <a:pt x="183" y="448"/>
                  </a:cubicBezTo>
                  <a:cubicBezTo>
                    <a:pt x="208" y="489"/>
                    <a:pt x="225" y="531"/>
                    <a:pt x="266" y="564"/>
                  </a:cubicBezTo>
                  <a:cubicBezTo>
                    <a:pt x="272" y="568"/>
                    <a:pt x="278" y="569"/>
                    <a:pt x="284" y="569"/>
                  </a:cubicBezTo>
                  <a:cubicBezTo>
                    <a:pt x="304" y="569"/>
                    <a:pt x="324" y="550"/>
                    <a:pt x="324" y="531"/>
                  </a:cubicBezTo>
                  <a:cubicBezTo>
                    <a:pt x="324" y="473"/>
                    <a:pt x="299" y="431"/>
                    <a:pt x="283" y="390"/>
                  </a:cubicBezTo>
                  <a:cubicBezTo>
                    <a:pt x="266" y="348"/>
                    <a:pt x="249" y="307"/>
                    <a:pt x="225" y="274"/>
                  </a:cubicBezTo>
                  <a:cubicBezTo>
                    <a:pt x="183" y="191"/>
                    <a:pt x="150" y="108"/>
                    <a:pt x="109" y="25"/>
                  </a:cubicBezTo>
                  <a:cubicBezTo>
                    <a:pt x="98" y="9"/>
                    <a:pt x="80" y="0"/>
                    <a:pt x="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8" name="Google Shape;5038;p13"/>
            <p:cNvSpPr/>
            <p:nvPr/>
          </p:nvSpPr>
          <p:spPr>
            <a:xfrm>
              <a:off x="5842550" y="2903050"/>
              <a:ext cx="22050" cy="51725"/>
            </a:xfrm>
            <a:custGeom>
              <a:rect b="b" l="l" r="r" t="t"/>
              <a:pathLst>
                <a:path extrusionOk="0" h="2069" w="882">
                  <a:moveTo>
                    <a:pt x="441" y="0"/>
                  </a:moveTo>
                  <a:cubicBezTo>
                    <a:pt x="405" y="0"/>
                    <a:pt x="366" y="30"/>
                    <a:pt x="376" y="75"/>
                  </a:cubicBezTo>
                  <a:cubicBezTo>
                    <a:pt x="418" y="266"/>
                    <a:pt x="459" y="457"/>
                    <a:pt x="509" y="647"/>
                  </a:cubicBezTo>
                  <a:cubicBezTo>
                    <a:pt x="509" y="664"/>
                    <a:pt x="517" y="689"/>
                    <a:pt x="517" y="705"/>
                  </a:cubicBezTo>
                  <a:cubicBezTo>
                    <a:pt x="418" y="539"/>
                    <a:pt x="294" y="382"/>
                    <a:pt x="144" y="241"/>
                  </a:cubicBezTo>
                  <a:cubicBezTo>
                    <a:pt x="129" y="226"/>
                    <a:pt x="112" y="219"/>
                    <a:pt x="96" y="219"/>
                  </a:cubicBezTo>
                  <a:cubicBezTo>
                    <a:pt x="44" y="219"/>
                    <a:pt x="0" y="290"/>
                    <a:pt x="45" y="341"/>
                  </a:cubicBezTo>
                  <a:cubicBezTo>
                    <a:pt x="244" y="573"/>
                    <a:pt x="393" y="854"/>
                    <a:pt x="492" y="1144"/>
                  </a:cubicBezTo>
                  <a:cubicBezTo>
                    <a:pt x="542" y="1285"/>
                    <a:pt x="575" y="1426"/>
                    <a:pt x="600" y="1575"/>
                  </a:cubicBezTo>
                  <a:cubicBezTo>
                    <a:pt x="608" y="1650"/>
                    <a:pt x="617" y="1724"/>
                    <a:pt x="617" y="1799"/>
                  </a:cubicBezTo>
                  <a:cubicBezTo>
                    <a:pt x="625" y="1882"/>
                    <a:pt x="617" y="1956"/>
                    <a:pt x="658" y="2031"/>
                  </a:cubicBezTo>
                  <a:cubicBezTo>
                    <a:pt x="675" y="2056"/>
                    <a:pt x="702" y="2068"/>
                    <a:pt x="729" y="2068"/>
                  </a:cubicBezTo>
                  <a:cubicBezTo>
                    <a:pt x="755" y="2068"/>
                    <a:pt x="782" y="2056"/>
                    <a:pt x="799" y="2031"/>
                  </a:cubicBezTo>
                  <a:cubicBezTo>
                    <a:pt x="882" y="1898"/>
                    <a:pt x="840" y="1683"/>
                    <a:pt x="816" y="1534"/>
                  </a:cubicBezTo>
                  <a:cubicBezTo>
                    <a:pt x="799" y="1418"/>
                    <a:pt x="774" y="1302"/>
                    <a:pt x="741" y="1194"/>
                  </a:cubicBezTo>
                  <a:cubicBezTo>
                    <a:pt x="741" y="1186"/>
                    <a:pt x="741" y="1186"/>
                    <a:pt x="741" y="1177"/>
                  </a:cubicBezTo>
                  <a:cubicBezTo>
                    <a:pt x="758" y="1086"/>
                    <a:pt x="724" y="987"/>
                    <a:pt x="708" y="904"/>
                  </a:cubicBezTo>
                  <a:cubicBezTo>
                    <a:pt x="683" y="805"/>
                    <a:pt x="658" y="705"/>
                    <a:pt x="633" y="614"/>
                  </a:cubicBezTo>
                  <a:cubicBezTo>
                    <a:pt x="584" y="423"/>
                    <a:pt x="542" y="233"/>
                    <a:pt x="492" y="42"/>
                  </a:cubicBezTo>
                  <a:cubicBezTo>
                    <a:pt x="486" y="13"/>
                    <a:pt x="464" y="0"/>
                    <a:pt x="4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9" name="Google Shape;5039;p13"/>
            <p:cNvSpPr/>
            <p:nvPr/>
          </p:nvSpPr>
          <p:spPr>
            <a:xfrm>
              <a:off x="5682500" y="3005125"/>
              <a:ext cx="63975" cy="34525"/>
            </a:xfrm>
            <a:custGeom>
              <a:rect b="b" l="l" r="r" t="t"/>
              <a:pathLst>
                <a:path extrusionOk="0" h="1381" w="2559">
                  <a:moveTo>
                    <a:pt x="86" y="1"/>
                  </a:moveTo>
                  <a:cubicBezTo>
                    <a:pt x="45" y="1"/>
                    <a:pt x="1" y="31"/>
                    <a:pt x="1" y="77"/>
                  </a:cubicBezTo>
                  <a:cubicBezTo>
                    <a:pt x="17" y="226"/>
                    <a:pt x="67" y="367"/>
                    <a:pt x="133" y="500"/>
                  </a:cubicBezTo>
                  <a:cubicBezTo>
                    <a:pt x="191" y="632"/>
                    <a:pt x="258" y="740"/>
                    <a:pt x="349" y="848"/>
                  </a:cubicBezTo>
                  <a:cubicBezTo>
                    <a:pt x="440" y="947"/>
                    <a:pt x="539" y="1030"/>
                    <a:pt x="647" y="1096"/>
                  </a:cubicBezTo>
                  <a:cubicBezTo>
                    <a:pt x="710" y="1130"/>
                    <a:pt x="790" y="1161"/>
                    <a:pt x="863" y="1161"/>
                  </a:cubicBezTo>
                  <a:cubicBezTo>
                    <a:pt x="914" y="1161"/>
                    <a:pt x="961" y="1146"/>
                    <a:pt x="995" y="1105"/>
                  </a:cubicBezTo>
                  <a:cubicBezTo>
                    <a:pt x="1012" y="1088"/>
                    <a:pt x="1028" y="1063"/>
                    <a:pt x="1037" y="1038"/>
                  </a:cubicBezTo>
                  <a:cubicBezTo>
                    <a:pt x="1119" y="1113"/>
                    <a:pt x="1211" y="1179"/>
                    <a:pt x="1302" y="1245"/>
                  </a:cubicBezTo>
                  <a:cubicBezTo>
                    <a:pt x="1320" y="1260"/>
                    <a:pt x="1340" y="1266"/>
                    <a:pt x="1360" y="1266"/>
                  </a:cubicBezTo>
                  <a:cubicBezTo>
                    <a:pt x="1385" y="1266"/>
                    <a:pt x="1411" y="1256"/>
                    <a:pt x="1434" y="1237"/>
                  </a:cubicBezTo>
                  <a:cubicBezTo>
                    <a:pt x="1452" y="1247"/>
                    <a:pt x="1470" y="1252"/>
                    <a:pt x="1489" y="1252"/>
                  </a:cubicBezTo>
                  <a:cubicBezTo>
                    <a:pt x="1514" y="1252"/>
                    <a:pt x="1539" y="1243"/>
                    <a:pt x="1559" y="1229"/>
                  </a:cubicBezTo>
                  <a:cubicBezTo>
                    <a:pt x="1600" y="1262"/>
                    <a:pt x="1641" y="1295"/>
                    <a:pt x="1683" y="1328"/>
                  </a:cubicBezTo>
                  <a:cubicBezTo>
                    <a:pt x="1709" y="1348"/>
                    <a:pt x="1738" y="1357"/>
                    <a:pt x="1767" y="1357"/>
                  </a:cubicBezTo>
                  <a:cubicBezTo>
                    <a:pt x="1822" y="1357"/>
                    <a:pt x="1874" y="1324"/>
                    <a:pt x="1890" y="1270"/>
                  </a:cubicBezTo>
                  <a:lnTo>
                    <a:pt x="1931" y="1270"/>
                  </a:lnTo>
                  <a:cubicBezTo>
                    <a:pt x="1948" y="1295"/>
                    <a:pt x="1965" y="1320"/>
                    <a:pt x="1981" y="1337"/>
                  </a:cubicBezTo>
                  <a:cubicBezTo>
                    <a:pt x="2007" y="1368"/>
                    <a:pt x="2036" y="1380"/>
                    <a:pt x="2065" y="1380"/>
                  </a:cubicBezTo>
                  <a:cubicBezTo>
                    <a:pt x="2120" y="1380"/>
                    <a:pt x="2172" y="1333"/>
                    <a:pt x="2188" y="1279"/>
                  </a:cubicBezTo>
                  <a:cubicBezTo>
                    <a:pt x="2188" y="1279"/>
                    <a:pt x="2188" y="1287"/>
                    <a:pt x="2196" y="1287"/>
                  </a:cubicBezTo>
                  <a:cubicBezTo>
                    <a:pt x="2215" y="1311"/>
                    <a:pt x="2243" y="1322"/>
                    <a:pt x="2272" y="1322"/>
                  </a:cubicBezTo>
                  <a:cubicBezTo>
                    <a:pt x="2323" y="1322"/>
                    <a:pt x="2377" y="1290"/>
                    <a:pt x="2387" y="1237"/>
                  </a:cubicBezTo>
                  <a:lnTo>
                    <a:pt x="2404" y="1146"/>
                  </a:lnTo>
                  <a:cubicBezTo>
                    <a:pt x="2412" y="1163"/>
                    <a:pt x="2420" y="1171"/>
                    <a:pt x="2437" y="1187"/>
                  </a:cubicBezTo>
                  <a:cubicBezTo>
                    <a:pt x="2450" y="1203"/>
                    <a:pt x="2466" y="1210"/>
                    <a:pt x="2481" y="1210"/>
                  </a:cubicBezTo>
                  <a:cubicBezTo>
                    <a:pt x="2521" y="1210"/>
                    <a:pt x="2559" y="1163"/>
                    <a:pt x="2553" y="1121"/>
                  </a:cubicBezTo>
                  <a:cubicBezTo>
                    <a:pt x="2536" y="997"/>
                    <a:pt x="2486" y="889"/>
                    <a:pt x="2437" y="773"/>
                  </a:cubicBezTo>
                  <a:lnTo>
                    <a:pt x="2437" y="781"/>
                  </a:lnTo>
                  <a:cubicBezTo>
                    <a:pt x="2418" y="731"/>
                    <a:pt x="2375" y="706"/>
                    <a:pt x="2334" y="706"/>
                  </a:cubicBezTo>
                  <a:cubicBezTo>
                    <a:pt x="2287" y="706"/>
                    <a:pt x="2242" y="740"/>
                    <a:pt x="2238" y="806"/>
                  </a:cubicBezTo>
                  <a:cubicBezTo>
                    <a:pt x="2238" y="815"/>
                    <a:pt x="2238" y="831"/>
                    <a:pt x="2238" y="839"/>
                  </a:cubicBezTo>
                  <a:cubicBezTo>
                    <a:pt x="2230" y="831"/>
                    <a:pt x="2230" y="823"/>
                    <a:pt x="2230" y="823"/>
                  </a:cubicBezTo>
                  <a:cubicBezTo>
                    <a:pt x="2215" y="758"/>
                    <a:pt x="2171" y="731"/>
                    <a:pt x="2125" y="731"/>
                  </a:cubicBezTo>
                  <a:cubicBezTo>
                    <a:pt x="2064" y="731"/>
                    <a:pt x="1999" y="777"/>
                    <a:pt x="1989" y="848"/>
                  </a:cubicBezTo>
                  <a:cubicBezTo>
                    <a:pt x="1989" y="856"/>
                    <a:pt x="1989" y="864"/>
                    <a:pt x="1989" y="873"/>
                  </a:cubicBezTo>
                  <a:cubicBezTo>
                    <a:pt x="1973" y="831"/>
                    <a:pt x="1965" y="790"/>
                    <a:pt x="1948" y="748"/>
                  </a:cubicBezTo>
                  <a:cubicBezTo>
                    <a:pt x="1923" y="690"/>
                    <a:pt x="1873" y="663"/>
                    <a:pt x="1825" y="663"/>
                  </a:cubicBezTo>
                  <a:cubicBezTo>
                    <a:pt x="1776" y="663"/>
                    <a:pt x="1728" y="690"/>
                    <a:pt x="1708" y="740"/>
                  </a:cubicBezTo>
                  <a:cubicBezTo>
                    <a:pt x="1708" y="732"/>
                    <a:pt x="1699" y="723"/>
                    <a:pt x="1691" y="707"/>
                  </a:cubicBezTo>
                  <a:cubicBezTo>
                    <a:pt x="1668" y="666"/>
                    <a:pt x="1632" y="649"/>
                    <a:pt x="1596" y="649"/>
                  </a:cubicBezTo>
                  <a:cubicBezTo>
                    <a:pt x="1515" y="649"/>
                    <a:pt x="1432" y="734"/>
                    <a:pt x="1484" y="831"/>
                  </a:cubicBezTo>
                  <a:cubicBezTo>
                    <a:pt x="1484" y="839"/>
                    <a:pt x="1492" y="848"/>
                    <a:pt x="1492" y="856"/>
                  </a:cubicBezTo>
                  <a:cubicBezTo>
                    <a:pt x="1418" y="790"/>
                    <a:pt x="1343" y="732"/>
                    <a:pt x="1269" y="657"/>
                  </a:cubicBezTo>
                  <a:cubicBezTo>
                    <a:pt x="1248" y="636"/>
                    <a:pt x="1223" y="628"/>
                    <a:pt x="1198" y="628"/>
                  </a:cubicBezTo>
                  <a:cubicBezTo>
                    <a:pt x="1173" y="628"/>
                    <a:pt x="1148" y="636"/>
                    <a:pt x="1128" y="649"/>
                  </a:cubicBezTo>
                  <a:cubicBezTo>
                    <a:pt x="1078" y="599"/>
                    <a:pt x="1028" y="549"/>
                    <a:pt x="970" y="500"/>
                  </a:cubicBezTo>
                  <a:cubicBezTo>
                    <a:pt x="946" y="479"/>
                    <a:pt x="917" y="470"/>
                    <a:pt x="889" y="470"/>
                  </a:cubicBezTo>
                  <a:cubicBezTo>
                    <a:pt x="850" y="470"/>
                    <a:pt x="812" y="487"/>
                    <a:pt x="788" y="516"/>
                  </a:cubicBezTo>
                  <a:cubicBezTo>
                    <a:pt x="747" y="483"/>
                    <a:pt x="697" y="442"/>
                    <a:pt x="655" y="400"/>
                  </a:cubicBezTo>
                  <a:cubicBezTo>
                    <a:pt x="640" y="387"/>
                    <a:pt x="623" y="382"/>
                    <a:pt x="605" y="382"/>
                  </a:cubicBezTo>
                  <a:cubicBezTo>
                    <a:pt x="555" y="382"/>
                    <a:pt x="509" y="428"/>
                    <a:pt x="539" y="483"/>
                  </a:cubicBezTo>
                  <a:cubicBezTo>
                    <a:pt x="639" y="649"/>
                    <a:pt x="763" y="790"/>
                    <a:pt x="904" y="922"/>
                  </a:cubicBezTo>
                  <a:lnTo>
                    <a:pt x="854" y="922"/>
                  </a:lnTo>
                  <a:cubicBezTo>
                    <a:pt x="854" y="922"/>
                    <a:pt x="838" y="914"/>
                    <a:pt x="838" y="914"/>
                  </a:cubicBezTo>
                  <a:cubicBezTo>
                    <a:pt x="838" y="914"/>
                    <a:pt x="813" y="906"/>
                    <a:pt x="813" y="906"/>
                  </a:cubicBezTo>
                  <a:cubicBezTo>
                    <a:pt x="805" y="906"/>
                    <a:pt x="796" y="897"/>
                    <a:pt x="788" y="897"/>
                  </a:cubicBezTo>
                  <a:cubicBezTo>
                    <a:pt x="771" y="881"/>
                    <a:pt x="747" y="864"/>
                    <a:pt x="722" y="856"/>
                  </a:cubicBezTo>
                  <a:cubicBezTo>
                    <a:pt x="705" y="839"/>
                    <a:pt x="689" y="831"/>
                    <a:pt x="672" y="815"/>
                  </a:cubicBezTo>
                  <a:cubicBezTo>
                    <a:pt x="614" y="757"/>
                    <a:pt x="548" y="690"/>
                    <a:pt x="481" y="624"/>
                  </a:cubicBezTo>
                  <a:cubicBezTo>
                    <a:pt x="349" y="442"/>
                    <a:pt x="283" y="201"/>
                    <a:pt x="133" y="19"/>
                  </a:cubicBezTo>
                  <a:cubicBezTo>
                    <a:pt x="121" y="7"/>
                    <a:pt x="104" y="1"/>
                    <a:pt x="86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0" name="Google Shape;5040;p13"/>
            <p:cNvSpPr/>
            <p:nvPr/>
          </p:nvSpPr>
          <p:spPr>
            <a:xfrm>
              <a:off x="5676075" y="3008150"/>
              <a:ext cx="10175" cy="18650"/>
            </a:xfrm>
            <a:custGeom>
              <a:rect b="b" l="l" r="r" t="t"/>
              <a:pathLst>
                <a:path extrusionOk="0" h="746" w="407">
                  <a:moveTo>
                    <a:pt x="50" y="1"/>
                  </a:moveTo>
                  <a:cubicBezTo>
                    <a:pt x="23" y="1"/>
                    <a:pt x="1" y="28"/>
                    <a:pt x="1" y="64"/>
                  </a:cubicBezTo>
                  <a:cubicBezTo>
                    <a:pt x="9" y="122"/>
                    <a:pt x="42" y="180"/>
                    <a:pt x="67" y="238"/>
                  </a:cubicBezTo>
                  <a:cubicBezTo>
                    <a:pt x="92" y="288"/>
                    <a:pt x="117" y="337"/>
                    <a:pt x="142" y="395"/>
                  </a:cubicBezTo>
                  <a:cubicBezTo>
                    <a:pt x="192" y="503"/>
                    <a:pt x="241" y="611"/>
                    <a:pt x="283" y="718"/>
                  </a:cubicBezTo>
                  <a:cubicBezTo>
                    <a:pt x="294" y="738"/>
                    <a:pt x="312" y="746"/>
                    <a:pt x="331" y="746"/>
                  </a:cubicBezTo>
                  <a:cubicBezTo>
                    <a:pt x="368" y="746"/>
                    <a:pt x="407" y="713"/>
                    <a:pt x="390" y="669"/>
                  </a:cubicBezTo>
                  <a:lnTo>
                    <a:pt x="399" y="669"/>
                  </a:lnTo>
                  <a:cubicBezTo>
                    <a:pt x="349" y="561"/>
                    <a:pt x="308" y="445"/>
                    <a:pt x="258" y="329"/>
                  </a:cubicBezTo>
                  <a:cubicBezTo>
                    <a:pt x="233" y="279"/>
                    <a:pt x="208" y="221"/>
                    <a:pt x="183" y="172"/>
                  </a:cubicBezTo>
                  <a:cubicBezTo>
                    <a:pt x="150" y="114"/>
                    <a:pt x="125" y="56"/>
                    <a:pt x="84" y="14"/>
                  </a:cubicBezTo>
                  <a:cubicBezTo>
                    <a:pt x="72" y="5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1" name="Google Shape;5041;p13"/>
            <p:cNvSpPr/>
            <p:nvPr/>
          </p:nvSpPr>
          <p:spPr>
            <a:xfrm>
              <a:off x="5672775" y="3008325"/>
              <a:ext cx="3550" cy="9100"/>
            </a:xfrm>
            <a:custGeom>
              <a:rect b="b" l="l" r="r" t="t"/>
              <a:pathLst>
                <a:path extrusionOk="0" h="364" w="142">
                  <a:moveTo>
                    <a:pt x="48" y="0"/>
                  </a:moveTo>
                  <a:cubicBezTo>
                    <a:pt x="35" y="0"/>
                    <a:pt x="22" y="9"/>
                    <a:pt x="17" y="24"/>
                  </a:cubicBezTo>
                  <a:cubicBezTo>
                    <a:pt x="9" y="49"/>
                    <a:pt x="0" y="65"/>
                    <a:pt x="0" y="90"/>
                  </a:cubicBezTo>
                  <a:cubicBezTo>
                    <a:pt x="0" y="115"/>
                    <a:pt x="9" y="140"/>
                    <a:pt x="0" y="165"/>
                  </a:cubicBezTo>
                  <a:cubicBezTo>
                    <a:pt x="0" y="173"/>
                    <a:pt x="0" y="181"/>
                    <a:pt x="0" y="189"/>
                  </a:cubicBezTo>
                  <a:cubicBezTo>
                    <a:pt x="0" y="206"/>
                    <a:pt x="0" y="214"/>
                    <a:pt x="9" y="231"/>
                  </a:cubicBezTo>
                  <a:cubicBezTo>
                    <a:pt x="9" y="256"/>
                    <a:pt x="9" y="272"/>
                    <a:pt x="17" y="297"/>
                  </a:cubicBezTo>
                  <a:cubicBezTo>
                    <a:pt x="17" y="314"/>
                    <a:pt x="17" y="330"/>
                    <a:pt x="34" y="347"/>
                  </a:cubicBezTo>
                  <a:cubicBezTo>
                    <a:pt x="42" y="355"/>
                    <a:pt x="58" y="363"/>
                    <a:pt x="75" y="363"/>
                  </a:cubicBezTo>
                  <a:cubicBezTo>
                    <a:pt x="108" y="363"/>
                    <a:pt x="141" y="330"/>
                    <a:pt x="141" y="297"/>
                  </a:cubicBezTo>
                  <a:cubicBezTo>
                    <a:pt x="133" y="272"/>
                    <a:pt x="133" y="256"/>
                    <a:pt x="133" y="231"/>
                  </a:cubicBezTo>
                  <a:cubicBezTo>
                    <a:pt x="133" y="214"/>
                    <a:pt x="125" y="198"/>
                    <a:pt x="125" y="181"/>
                  </a:cubicBezTo>
                  <a:cubicBezTo>
                    <a:pt x="125" y="173"/>
                    <a:pt x="116" y="156"/>
                    <a:pt x="116" y="148"/>
                  </a:cubicBezTo>
                  <a:cubicBezTo>
                    <a:pt x="108" y="131"/>
                    <a:pt x="108" y="107"/>
                    <a:pt x="100" y="82"/>
                  </a:cubicBezTo>
                  <a:cubicBezTo>
                    <a:pt x="92" y="57"/>
                    <a:pt x="83" y="32"/>
                    <a:pt x="75" y="15"/>
                  </a:cubicBezTo>
                  <a:cubicBezTo>
                    <a:pt x="68" y="5"/>
                    <a:pt x="58" y="0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2" name="Google Shape;5042;p13"/>
            <p:cNvSpPr/>
            <p:nvPr/>
          </p:nvSpPr>
          <p:spPr>
            <a:xfrm>
              <a:off x="5863550" y="2985300"/>
              <a:ext cx="28200" cy="70100"/>
            </a:xfrm>
            <a:custGeom>
              <a:rect b="b" l="l" r="r" t="t"/>
              <a:pathLst>
                <a:path extrusionOk="0" h="2804" w="1128">
                  <a:moveTo>
                    <a:pt x="95" y="0"/>
                  </a:moveTo>
                  <a:cubicBezTo>
                    <a:pt x="48" y="0"/>
                    <a:pt x="1" y="37"/>
                    <a:pt x="17" y="91"/>
                  </a:cubicBezTo>
                  <a:cubicBezTo>
                    <a:pt x="92" y="315"/>
                    <a:pt x="183" y="530"/>
                    <a:pt x="282" y="746"/>
                  </a:cubicBezTo>
                  <a:cubicBezTo>
                    <a:pt x="381" y="945"/>
                    <a:pt x="497" y="1144"/>
                    <a:pt x="572" y="1359"/>
                  </a:cubicBezTo>
                  <a:cubicBezTo>
                    <a:pt x="638" y="1558"/>
                    <a:pt x="647" y="1757"/>
                    <a:pt x="597" y="1964"/>
                  </a:cubicBezTo>
                  <a:cubicBezTo>
                    <a:pt x="572" y="2072"/>
                    <a:pt x="531" y="2179"/>
                    <a:pt x="489" y="2279"/>
                  </a:cubicBezTo>
                  <a:cubicBezTo>
                    <a:pt x="439" y="2378"/>
                    <a:pt x="381" y="2478"/>
                    <a:pt x="357" y="2585"/>
                  </a:cubicBezTo>
                  <a:cubicBezTo>
                    <a:pt x="345" y="2657"/>
                    <a:pt x="397" y="2711"/>
                    <a:pt x="456" y="2711"/>
                  </a:cubicBezTo>
                  <a:cubicBezTo>
                    <a:pt x="478" y="2711"/>
                    <a:pt x="502" y="2703"/>
                    <a:pt x="522" y="2685"/>
                  </a:cubicBezTo>
                  <a:cubicBezTo>
                    <a:pt x="539" y="2660"/>
                    <a:pt x="555" y="2643"/>
                    <a:pt x="572" y="2627"/>
                  </a:cubicBezTo>
                  <a:lnTo>
                    <a:pt x="572" y="2627"/>
                  </a:lnTo>
                  <a:cubicBezTo>
                    <a:pt x="564" y="2643"/>
                    <a:pt x="555" y="2668"/>
                    <a:pt x="547" y="2693"/>
                  </a:cubicBezTo>
                  <a:cubicBezTo>
                    <a:pt x="526" y="2761"/>
                    <a:pt x="579" y="2803"/>
                    <a:pt x="635" y="2803"/>
                  </a:cubicBezTo>
                  <a:cubicBezTo>
                    <a:pt x="667" y="2803"/>
                    <a:pt x="700" y="2789"/>
                    <a:pt x="721" y="2759"/>
                  </a:cubicBezTo>
                  <a:cubicBezTo>
                    <a:pt x="879" y="2560"/>
                    <a:pt x="961" y="2295"/>
                    <a:pt x="995" y="2030"/>
                  </a:cubicBezTo>
                  <a:cubicBezTo>
                    <a:pt x="1003" y="2014"/>
                    <a:pt x="1011" y="1989"/>
                    <a:pt x="1019" y="1972"/>
                  </a:cubicBezTo>
                  <a:cubicBezTo>
                    <a:pt x="1061" y="1823"/>
                    <a:pt x="1069" y="1666"/>
                    <a:pt x="1053" y="1516"/>
                  </a:cubicBezTo>
                  <a:cubicBezTo>
                    <a:pt x="1102" y="1492"/>
                    <a:pt x="1127" y="1442"/>
                    <a:pt x="1111" y="1384"/>
                  </a:cubicBezTo>
                  <a:cubicBezTo>
                    <a:pt x="1028" y="1185"/>
                    <a:pt x="937" y="986"/>
                    <a:pt x="821" y="796"/>
                  </a:cubicBezTo>
                  <a:cubicBezTo>
                    <a:pt x="804" y="746"/>
                    <a:pt x="779" y="688"/>
                    <a:pt x="746" y="638"/>
                  </a:cubicBezTo>
                  <a:cubicBezTo>
                    <a:pt x="729" y="605"/>
                    <a:pt x="713" y="588"/>
                    <a:pt x="680" y="580"/>
                  </a:cubicBezTo>
                  <a:cubicBezTo>
                    <a:pt x="655" y="547"/>
                    <a:pt x="630" y="506"/>
                    <a:pt x="597" y="472"/>
                  </a:cubicBezTo>
                  <a:cubicBezTo>
                    <a:pt x="575" y="447"/>
                    <a:pt x="548" y="436"/>
                    <a:pt x="520" y="436"/>
                  </a:cubicBezTo>
                  <a:cubicBezTo>
                    <a:pt x="486" y="436"/>
                    <a:pt x="451" y="453"/>
                    <a:pt x="423" y="481"/>
                  </a:cubicBezTo>
                  <a:cubicBezTo>
                    <a:pt x="348" y="323"/>
                    <a:pt x="257" y="174"/>
                    <a:pt x="158" y="33"/>
                  </a:cubicBezTo>
                  <a:cubicBezTo>
                    <a:pt x="144" y="10"/>
                    <a:pt x="119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3" name="Google Shape;5043;p13"/>
            <p:cNvSpPr/>
            <p:nvPr/>
          </p:nvSpPr>
          <p:spPr>
            <a:xfrm>
              <a:off x="5582800" y="3005975"/>
              <a:ext cx="57850" cy="65300"/>
            </a:xfrm>
            <a:custGeom>
              <a:rect b="b" l="l" r="r" t="t"/>
              <a:pathLst>
                <a:path extrusionOk="0" h="2612" w="2314">
                  <a:moveTo>
                    <a:pt x="1056" y="1311"/>
                  </a:moveTo>
                  <a:cubicBezTo>
                    <a:pt x="1056" y="1361"/>
                    <a:pt x="1064" y="1410"/>
                    <a:pt x="1064" y="1468"/>
                  </a:cubicBezTo>
                  <a:cubicBezTo>
                    <a:pt x="1023" y="1452"/>
                    <a:pt x="981" y="1435"/>
                    <a:pt x="940" y="1419"/>
                  </a:cubicBezTo>
                  <a:cubicBezTo>
                    <a:pt x="981" y="1385"/>
                    <a:pt x="1023" y="1344"/>
                    <a:pt x="1056" y="1311"/>
                  </a:cubicBezTo>
                  <a:close/>
                  <a:moveTo>
                    <a:pt x="2137" y="0"/>
                  </a:moveTo>
                  <a:cubicBezTo>
                    <a:pt x="2125" y="0"/>
                    <a:pt x="2112" y="3"/>
                    <a:pt x="2100" y="10"/>
                  </a:cubicBezTo>
                  <a:cubicBezTo>
                    <a:pt x="1901" y="109"/>
                    <a:pt x="1710" y="225"/>
                    <a:pt x="1569" y="399"/>
                  </a:cubicBezTo>
                  <a:cubicBezTo>
                    <a:pt x="1503" y="474"/>
                    <a:pt x="1453" y="565"/>
                    <a:pt x="1420" y="656"/>
                  </a:cubicBezTo>
                  <a:cubicBezTo>
                    <a:pt x="1404" y="640"/>
                    <a:pt x="1387" y="623"/>
                    <a:pt x="1362" y="607"/>
                  </a:cubicBezTo>
                  <a:cubicBezTo>
                    <a:pt x="1346" y="598"/>
                    <a:pt x="1313" y="598"/>
                    <a:pt x="1296" y="598"/>
                  </a:cubicBezTo>
                  <a:cubicBezTo>
                    <a:pt x="1288" y="597"/>
                    <a:pt x="1279" y="596"/>
                    <a:pt x="1271" y="596"/>
                  </a:cubicBezTo>
                  <a:cubicBezTo>
                    <a:pt x="1230" y="596"/>
                    <a:pt x="1191" y="613"/>
                    <a:pt x="1163" y="648"/>
                  </a:cubicBezTo>
                  <a:cubicBezTo>
                    <a:pt x="1023" y="839"/>
                    <a:pt x="857" y="1004"/>
                    <a:pt x="683" y="1162"/>
                  </a:cubicBezTo>
                  <a:cubicBezTo>
                    <a:pt x="509" y="1319"/>
                    <a:pt x="318" y="1460"/>
                    <a:pt x="120" y="1576"/>
                  </a:cubicBezTo>
                  <a:cubicBezTo>
                    <a:pt x="1" y="1646"/>
                    <a:pt x="71" y="1810"/>
                    <a:pt x="180" y="1810"/>
                  </a:cubicBezTo>
                  <a:cubicBezTo>
                    <a:pt x="200" y="1810"/>
                    <a:pt x="222" y="1804"/>
                    <a:pt x="244" y="1791"/>
                  </a:cubicBezTo>
                  <a:lnTo>
                    <a:pt x="285" y="1766"/>
                  </a:lnTo>
                  <a:cubicBezTo>
                    <a:pt x="306" y="1809"/>
                    <a:pt x="355" y="1838"/>
                    <a:pt x="404" y="1838"/>
                  </a:cubicBezTo>
                  <a:cubicBezTo>
                    <a:pt x="432" y="1838"/>
                    <a:pt x="460" y="1829"/>
                    <a:pt x="484" y="1808"/>
                  </a:cubicBezTo>
                  <a:cubicBezTo>
                    <a:pt x="567" y="1742"/>
                    <a:pt x="642" y="1675"/>
                    <a:pt x="724" y="1609"/>
                  </a:cubicBezTo>
                  <a:cubicBezTo>
                    <a:pt x="865" y="1642"/>
                    <a:pt x="1006" y="1692"/>
                    <a:pt x="1130" y="1758"/>
                  </a:cubicBezTo>
                  <a:cubicBezTo>
                    <a:pt x="1147" y="1791"/>
                    <a:pt x="1155" y="1824"/>
                    <a:pt x="1172" y="1858"/>
                  </a:cubicBezTo>
                  <a:cubicBezTo>
                    <a:pt x="1263" y="2056"/>
                    <a:pt x="1395" y="2230"/>
                    <a:pt x="1561" y="2363"/>
                  </a:cubicBezTo>
                  <a:cubicBezTo>
                    <a:pt x="1603" y="2429"/>
                    <a:pt x="1636" y="2487"/>
                    <a:pt x="1677" y="2545"/>
                  </a:cubicBezTo>
                  <a:cubicBezTo>
                    <a:pt x="1701" y="2581"/>
                    <a:pt x="1735" y="2596"/>
                    <a:pt x="1769" y="2596"/>
                  </a:cubicBezTo>
                  <a:cubicBezTo>
                    <a:pt x="1805" y="2596"/>
                    <a:pt x="1842" y="2579"/>
                    <a:pt x="1868" y="2554"/>
                  </a:cubicBezTo>
                  <a:cubicBezTo>
                    <a:pt x="1901" y="2570"/>
                    <a:pt x="1934" y="2587"/>
                    <a:pt x="1967" y="2603"/>
                  </a:cubicBezTo>
                  <a:cubicBezTo>
                    <a:pt x="1982" y="2609"/>
                    <a:pt x="1996" y="2612"/>
                    <a:pt x="2009" y="2612"/>
                  </a:cubicBezTo>
                  <a:cubicBezTo>
                    <a:pt x="2052" y="2612"/>
                    <a:pt x="2081" y="2582"/>
                    <a:pt x="2100" y="2537"/>
                  </a:cubicBezTo>
                  <a:cubicBezTo>
                    <a:pt x="2117" y="2546"/>
                    <a:pt x="2135" y="2549"/>
                    <a:pt x="2152" y="2549"/>
                  </a:cubicBezTo>
                  <a:cubicBezTo>
                    <a:pt x="2237" y="2549"/>
                    <a:pt x="2313" y="2459"/>
                    <a:pt x="2265" y="2363"/>
                  </a:cubicBezTo>
                  <a:cubicBezTo>
                    <a:pt x="2075" y="2023"/>
                    <a:pt x="1868" y="1659"/>
                    <a:pt x="1835" y="1253"/>
                  </a:cubicBezTo>
                  <a:cubicBezTo>
                    <a:pt x="1818" y="1021"/>
                    <a:pt x="1859" y="772"/>
                    <a:pt x="1984" y="573"/>
                  </a:cubicBezTo>
                  <a:lnTo>
                    <a:pt x="2158" y="391"/>
                  </a:lnTo>
                  <a:cubicBezTo>
                    <a:pt x="2207" y="333"/>
                    <a:pt x="2199" y="275"/>
                    <a:pt x="2166" y="234"/>
                  </a:cubicBezTo>
                  <a:cubicBezTo>
                    <a:pt x="2166" y="209"/>
                    <a:pt x="2158" y="184"/>
                    <a:pt x="2149" y="159"/>
                  </a:cubicBezTo>
                  <a:cubicBezTo>
                    <a:pt x="2158" y="151"/>
                    <a:pt x="2174" y="134"/>
                    <a:pt x="2191" y="126"/>
                  </a:cubicBezTo>
                  <a:cubicBezTo>
                    <a:pt x="2246" y="78"/>
                    <a:pt x="2198" y="0"/>
                    <a:pt x="2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4" name="Google Shape;5044;p13"/>
            <p:cNvSpPr/>
            <p:nvPr/>
          </p:nvSpPr>
          <p:spPr>
            <a:xfrm>
              <a:off x="5857200" y="3003025"/>
              <a:ext cx="20675" cy="46525"/>
            </a:xfrm>
            <a:custGeom>
              <a:rect b="b" l="l" r="r" t="t"/>
              <a:pathLst>
                <a:path extrusionOk="0" h="1861" w="827">
                  <a:moveTo>
                    <a:pt x="605" y="0"/>
                  </a:moveTo>
                  <a:cubicBezTo>
                    <a:pt x="572" y="0"/>
                    <a:pt x="540" y="21"/>
                    <a:pt x="544" y="62"/>
                  </a:cubicBezTo>
                  <a:cubicBezTo>
                    <a:pt x="577" y="393"/>
                    <a:pt x="611" y="741"/>
                    <a:pt x="511" y="1073"/>
                  </a:cubicBezTo>
                  <a:cubicBezTo>
                    <a:pt x="470" y="1197"/>
                    <a:pt x="412" y="1321"/>
                    <a:pt x="329" y="1429"/>
                  </a:cubicBezTo>
                  <a:cubicBezTo>
                    <a:pt x="246" y="1537"/>
                    <a:pt x="130" y="1619"/>
                    <a:pt x="47" y="1735"/>
                  </a:cubicBezTo>
                  <a:cubicBezTo>
                    <a:pt x="0" y="1798"/>
                    <a:pt x="71" y="1860"/>
                    <a:pt x="135" y="1860"/>
                  </a:cubicBezTo>
                  <a:cubicBezTo>
                    <a:pt x="139" y="1860"/>
                    <a:pt x="143" y="1860"/>
                    <a:pt x="147" y="1860"/>
                  </a:cubicBezTo>
                  <a:cubicBezTo>
                    <a:pt x="304" y="1835"/>
                    <a:pt x="428" y="1702"/>
                    <a:pt x="519" y="1578"/>
                  </a:cubicBezTo>
                  <a:cubicBezTo>
                    <a:pt x="611" y="1454"/>
                    <a:pt x="677" y="1305"/>
                    <a:pt x="718" y="1155"/>
                  </a:cubicBezTo>
                  <a:cubicBezTo>
                    <a:pt x="826" y="791"/>
                    <a:pt x="785" y="401"/>
                    <a:pt x="677" y="45"/>
                  </a:cubicBezTo>
                  <a:lnTo>
                    <a:pt x="669" y="45"/>
                  </a:lnTo>
                  <a:cubicBezTo>
                    <a:pt x="661" y="15"/>
                    <a:pt x="633" y="0"/>
                    <a:pt x="6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5" name="Google Shape;5045;p13"/>
            <p:cNvSpPr/>
            <p:nvPr/>
          </p:nvSpPr>
          <p:spPr>
            <a:xfrm>
              <a:off x="5890675" y="3041875"/>
              <a:ext cx="9750" cy="16775"/>
            </a:xfrm>
            <a:custGeom>
              <a:rect b="b" l="l" r="r" t="t"/>
              <a:pathLst>
                <a:path extrusionOk="0" h="671" w="390">
                  <a:moveTo>
                    <a:pt x="289" y="0"/>
                  </a:moveTo>
                  <a:cubicBezTo>
                    <a:pt x="264" y="0"/>
                    <a:pt x="239" y="12"/>
                    <a:pt x="224" y="41"/>
                  </a:cubicBezTo>
                  <a:lnTo>
                    <a:pt x="233" y="41"/>
                  </a:lnTo>
                  <a:cubicBezTo>
                    <a:pt x="183" y="132"/>
                    <a:pt x="142" y="223"/>
                    <a:pt x="100" y="322"/>
                  </a:cubicBezTo>
                  <a:cubicBezTo>
                    <a:pt x="75" y="372"/>
                    <a:pt x="50" y="422"/>
                    <a:pt x="42" y="480"/>
                  </a:cubicBezTo>
                  <a:cubicBezTo>
                    <a:pt x="26" y="529"/>
                    <a:pt x="1" y="596"/>
                    <a:pt x="34" y="645"/>
                  </a:cubicBezTo>
                  <a:cubicBezTo>
                    <a:pt x="42" y="662"/>
                    <a:pt x="67" y="670"/>
                    <a:pt x="92" y="670"/>
                  </a:cubicBezTo>
                  <a:cubicBezTo>
                    <a:pt x="142" y="654"/>
                    <a:pt x="175" y="587"/>
                    <a:pt x="200" y="546"/>
                  </a:cubicBezTo>
                  <a:cubicBezTo>
                    <a:pt x="224" y="496"/>
                    <a:pt x="249" y="446"/>
                    <a:pt x="266" y="388"/>
                  </a:cubicBezTo>
                  <a:cubicBezTo>
                    <a:pt x="307" y="297"/>
                    <a:pt x="340" y="198"/>
                    <a:pt x="374" y="99"/>
                  </a:cubicBezTo>
                  <a:cubicBezTo>
                    <a:pt x="390" y="44"/>
                    <a:pt x="338" y="0"/>
                    <a:pt x="2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6" name="Google Shape;5046;p13"/>
            <p:cNvSpPr/>
            <p:nvPr/>
          </p:nvSpPr>
          <p:spPr>
            <a:xfrm>
              <a:off x="5895600" y="3057900"/>
              <a:ext cx="9600" cy="11400"/>
            </a:xfrm>
            <a:custGeom>
              <a:rect b="b" l="l" r="r" t="t"/>
              <a:pathLst>
                <a:path extrusionOk="0" h="456" w="384">
                  <a:moveTo>
                    <a:pt x="312" y="1"/>
                  </a:moveTo>
                  <a:cubicBezTo>
                    <a:pt x="288" y="1"/>
                    <a:pt x="268" y="15"/>
                    <a:pt x="251" y="37"/>
                  </a:cubicBezTo>
                  <a:cubicBezTo>
                    <a:pt x="210" y="95"/>
                    <a:pt x="160" y="145"/>
                    <a:pt x="127" y="203"/>
                  </a:cubicBezTo>
                  <a:cubicBezTo>
                    <a:pt x="94" y="261"/>
                    <a:pt x="52" y="319"/>
                    <a:pt x="19" y="385"/>
                  </a:cubicBezTo>
                  <a:cubicBezTo>
                    <a:pt x="1" y="423"/>
                    <a:pt x="29" y="455"/>
                    <a:pt x="61" y="455"/>
                  </a:cubicBezTo>
                  <a:cubicBezTo>
                    <a:pt x="72" y="455"/>
                    <a:pt x="83" y="452"/>
                    <a:pt x="94" y="443"/>
                  </a:cubicBezTo>
                  <a:cubicBezTo>
                    <a:pt x="143" y="394"/>
                    <a:pt x="193" y="344"/>
                    <a:pt x="235" y="286"/>
                  </a:cubicBezTo>
                  <a:cubicBezTo>
                    <a:pt x="293" y="236"/>
                    <a:pt x="334" y="170"/>
                    <a:pt x="375" y="112"/>
                  </a:cubicBezTo>
                  <a:cubicBezTo>
                    <a:pt x="384" y="95"/>
                    <a:pt x="384" y="71"/>
                    <a:pt x="384" y="54"/>
                  </a:cubicBezTo>
                  <a:cubicBezTo>
                    <a:pt x="375" y="37"/>
                    <a:pt x="367" y="21"/>
                    <a:pt x="351" y="13"/>
                  </a:cubicBezTo>
                  <a:cubicBezTo>
                    <a:pt x="337" y="4"/>
                    <a:pt x="324" y="1"/>
                    <a:pt x="3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7" name="Google Shape;5047;p13"/>
            <p:cNvSpPr/>
            <p:nvPr/>
          </p:nvSpPr>
          <p:spPr>
            <a:xfrm>
              <a:off x="5644150" y="2914700"/>
              <a:ext cx="133050" cy="74150"/>
            </a:xfrm>
            <a:custGeom>
              <a:rect b="b" l="l" r="r" t="t"/>
              <a:pathLst>
                <a:path extrusionOk="0" h="2966" w="5322">
                  <a:moveTo>
                    <a:pt x="2330" y="1871"/>
                  </a:moveTo>
                  <a:cubicBezTo>
                    <a:pt x="2339" y="1896"/>
                    <a:pt x="2339" y="1929"/>
                    <a:pt x="2347" y="1962"/>
                  </a:cubicBezTo>
                  <a:cubicBezTo>
                    <a:pt x="2330" y="1954"/>
                    <a:pt x="2322" y="1946"/>
                    <a:pt x="2305" y="1946"/>
                  </a:cubicBezTo>
                  <a:cubicBezTo>
                    <a:pt x="2314" y="1921"/>
                    <a:pt x="2314" y="1896"/>
                    <a:pt x="2322" y="1880"/>
                  </a:cubicBezTo>
                  <a:cubicBezTo>
                    <a:pt x="2322" y="1871"/>
                    <a:pt x="2330" y="1871"/>
                    <a:pt x="2330" y="1871"/>
                  </a:cubicBezTo>
                  <a:close/>
                  <a:moveTo>
                    <a:pt x="3415" y="1"/>
                  </a:moveTo>
                  <a:cubicBezTo>
                    <a:pt x="3389" y="1"/>
                    <a:pt x="3362" y="8"/>
                    <a:pt x="3341" y="24"/>
                  </a:cubicBezTo>
                  <a:cubicBezTo>
                    <a:pt x="3333" y="32"/>
                    <a:pt x="3325" y="40"/>
                    <a:pt x="3316" y="49"/>
                  </a:cubicBezTo>
                  <a:cubicBezTo>
                    <a:pt x="3309" y="42"/>
                    <a:pt x="3298" y="38"/>
                    <a:pt x="3286" y="38"/>
                  </a:cubicBezTo>
                  <a:cubicBezTo>
                    <a:pt x="3270" y="38"/>
                    <a:pt x="3251" y="46"/>
                    <a:pt x="3242" y="65"/>
                  </a:cubicBezTo>
                  <a:cubicBezTo>
                    <a:pt x="3233" y="82"/>
                    <a:pt x="3217" y="107"/>
                    <a:pt x="3209" y="123"/>
                  </a:cubicBezTo>
                  <a:cubicBezTo>
                    <a:pt x="3076" y="198"/>
                    <a:pt x="2927" y="223"/>
                    <a:pt x="2769" y="223"/>
                  </a:cubicBezTo>
                  <a:cubicBezTo>
                    <a:pt x="2745" y="223"/>
                    <a:pt x="2720" y="239"/>
                    <a:pt x="2703" y="264"/>
                  </a:cubicBezTo>
                  <a:cubicBezTo>
                    <a:pt x="2533" y="252"/>
                    <a:pt x="2359" y="244"/>
                    <a:pt x="2184" y="244"/>
                  </a:cubicBezTo>
                  <a:cubicBezTo>
                    <a:pt x="2119" y="244"/>
                    <a:pt x="2055" y="245"/>
                    <a:pt x="1991" y="247"/>
                  </a:cubicBezTo>
                  <a:cubicBezTo>
                    <a:pt x="1866" y="256"/>
                    <a:pt x="1750" y="264"/>
                    <a:pt x="1626" y="281"/>
                  </a:cubicBezTo>
                  <a:cubicBezTo>
                    <a:pt x="1609" y="289"/>
                    <a:pt x="1593" y="289"/>
                    <a:pt x="1576" y="289"/>
                  </a:cubicBezTo>
                  <a:cubicBezTo>
                    <a:pt x="1585" y="281"/>
                    <a:pt x="1601" y="272"/>
                    <a:pt x="1601" y="256"/>
                  </a:cubicBezTo>
                  <a:cubicBezTo>
                    <a:pt x="1618" y="223"/>
                    <a:pt x="1609" y="198"/>
                    <a:pt x="1585" y="173"/>
                  </a:cubicBezTo>
                  <a:cubicBezTo>
                    <a:pt x="1566" y="162"/>
                    <a:pt x="1545" y="157"/>
                    <a:pt x="1525" y="157"/>
                  </a:cubicBezTo>
                  <a:cubicBezTo>
                    <a:pt x="1500" y="157"/>
                    <a:pt x="1475" y="164"/>
                    <a:pt x="1452" y="173"/>
                  </a:cubicBezTo>
                  <a:cubicBezTo>
                    <a:pt x="1411" y="189"/>
                    <a:pt x="1377" y="206"/>
                    <a:pt x="1344" y="239"/>
                  </a:cubicBezTo>
                  <a:cubicBezTo>
                    <a:pt x="1286" y="281"/>
                    <a:pt x="1237" y="339"/>
                    <a:pt x="1203" y="396"/>
                  </a:cubicBezTo>
                  <a:cubicBezTo>
                    <a:pt x="1170" y="454"/>
                    <a:pt x="1154" y="512"/>
                    <a:pt x="1145" y="579"/>
                  </a:cubicBezTo>
                  <a:cubicBezTo>
                    <a:pt x="1129" y="662"/>
                    <a:pt x="1137" y="753"/>
                    <a:pt x="1179" y="836"/>
                  </a:cubicBezTo>
                  <a:cubicBezTo>
                    <a:pt x="1270" y="1043"/>
                    <a:pt x="1444" y="1217"/>
                    <a:pt x="1585" y="1391"/>
                  </a:cubicBezTo>
                  <a:cubicBezTo>
                    <a:pt x="1609" y="1424"/>
                    <a:pt x="1634" y="1457"/>
                    <a:pt x="1659" y="1490"/>
                  </a:cubicBezTo>
                  <a:cubicBezTo>
                    <a:pt x="1643" y="1507"/>
                    <a:pt x="1634" y="1532"/>
                    <a:pt x="1626" y="1548"/>
                  </a:cubicBezTo>
                  <a:cubicBezTo>
                    <a:pt x="1593" y="1598"/>
                    <a:pt x="1568" y="1639"/>
                    <a:pt x="1535" y="1681"/>
                  </a:cubicBezTo>
                  <a:cubicBezTo>
                    <a:pt x="1460" y="1764"/>
                    <a:pt x="1386" y="1838"/>
                    <a:pt x="1295" y="1896"/>
                  </a:cubicBezTo>
                  <a:cubicBezTo>
                    <a:pt x="1260" y="1917"/>
                    <a:pt x="1277" y="1960"/>
                    <a:pt x="1308" y="1960"/>
                  </a:cubicBezTo>
                  <a:cubicBezTo>
                    <a:pt x="1314" y="1960"/>
                    <a:pt x="1321" y="1958"/>
                    <a:pt x="1328" y="1954"/>
                  </a:cubicBezTo>
                  <a:cubicBezTo>
                    <a:pt x="1427" y="1896"/>
                    <a:pt x="1518" y="1830"/>
                    <a:pt x="1593" y="1739"/>
                  </a:cubicBezTo>
                  <a:cubicBezTo>
                    <a:pt x="1634" y="1697"/>
                    <a:pt x="1667" y="1656"/>
                    <a:pt x="1692" y="1606"/>
                  </a:cubicBezTo>
                  <a:cubicBezTo>
                    <a:pt x="1701" y="1590"/>
                    <a:pt x="1709" y="1581"/>
                    <a:pt x="1717" y="1565"/>
                  </a:cubicBezTo>
                  <a:cubicBezTo>
                    <a:pt x="1800" y="1672"/>
                    <a:pt x="1891" y="1772"/>
                    <a:pt x="2007" y="1838"/>
                  </a:cubicBezTo>
                  <a:lnTo>
                    <a:pt x="2015" y="1838"/>
                  </a:lnTo>
                  <a:cubicBezTo>
                    <a:pt x="2007" y="1855"/>
                    <a:pt x="1991" y="1880"/>
                    <a:pt x="1982" y="1896"/>
                  </a:cubicBezTo>
                  <a:cubicBezTo>
                    <a:pt x="1974" y="1929"/>
                    <a:pt x="1966" y="1954"/>
                    <a:pt x="1957" y="1987"/>
                  </a:cubicBezTo>
                  <a:cubicBezTo>
                    <a:pt x="1949" y="2020"/>
                    <a:pt x="1941" y="2070"/>
                    <a:pt x="1974" y="2095"/>
                  </a:cubicBezTo>
                  <a:cubicBezTo>
                    <a:pt x="1978" y="2099"/>
                    <a:pt x="1984" y="2101"/>
                    <a:pt x="1991" y="2101"/>
                  </a:cubicBezTo>
                  <a:cubicBezTo>
                    <a:pt x="1997" y="2101"/>
                    <a:pt x="2003" y="2099"/>
                    <a:pt x="2007" y="2095"/>
                  </a:cubicBezTo>
                  <a:cubicBezTo>
                    <a:pt x="2040" y="2087"/>
                    <a:pt x="2040" y="2045"/>
                    <a:pt x="2049" y="2012"/>
                  </a:cubicBezTo>
                  <a:cubicBezTo>
                    <a:pt x="2057" y="1987"/>
                    <a:pt x="2065" y="1954"/>
                    <a:pt x="2073" y="1929"/>
                  </a:cubicBezTo>
                  <a:cubicBezTo>
                    <a:pt x="2082" y="1904"/>
                    <a:pt x="2090" y="1888"/>
                    <a:pt x="2098" y="1871"/>
                  </a:cubicBezTo>
                  <a:cubicBezTo>
                    <a:pt x="2123" y="1871"/>
                    <a:pt x="2148" y="1880"/>
                    <a:pt x="2165" y="1880"/>
                  </a:cubicBezTo>
                  <a:cubicBezTo>
                    <a:pt x="2123" y="1938"/>
                    <a:pt x="2090" y="2004"/>
                    <a:pt x="2049" y="2062"/>
                  </a:cubicBezTo>
                  <a:cubicBezTo>
                    <a:pt x="1999" y="2136"/>
                    <a:pt x="1949" y="2219"/>
                    <a:pt x="1883" y="2294"/>
                  </a:cubicBezTo>
                  <a:cubicBezTo>
                    <a:pt x="1750" y="2451"/>
                    <a:pt x="1576" y="2542"/>
                    <a:pt x="1369" y="2576"/>
                  </a:cubicBezTo>
                  <a:cubicBezTo>
                    <a:pt x="1231" y="2598"/>
                    <a:pt x="1086" y="2605"/>
                    <a:pt x="940" y="2605"/>
                  </a:cubicBezTo>
                  <a:cubicBezTo>
                    <a:pt x="867" y="2605"/>
                    <a:pt x="795" y="2603"/>
                    <a:pt x="723" y="2600"/>
                  </a:cubicBezTo>
                  <a:cubicBezTo>
                    <a:pt x="507" y="2584"/>
                    <a:pt x="292" y="2551"/>
                    <a:pt x="93" y="2451"/>
                  </a:cubicBezTo>
                  <a:cubicBezTo>
                    <a:pt x="86" y="2448"/>
                    <a:pt x="79" y="2446"/>
                    <a:pt x="73" y="2446"/>
                  </a:cubicBezTo>
                  <a:cubicBezTo>
                    <a:pt x="32" y="2446"/>
                    <a:pt x="1" y="2504"/>
                    <a:pt x="43" y="2526"/>
                  </a:cubicBezTo>
                  <a:cubicBezTo>
                    <a:pt x="251" y="2650"/>
                    <a:pt x="466" y="2716"/>
                    <a:pt x="698" y="2750"/>
                  </a:cubicBezTo>
                  <a:cubicBezTo>
                    <a:pt x="810" y="2761"/>
                    <a:pt x="923" y="2767"/>
                    <a:pt x="1036" y="2767"/>
                  </a:cubicBezTo>
                  <a:cubicBezTo>
                    <a:pt x="1167" y="2767"/>
                    <a:pt x="1298" y="2759"/>
                    <a:pt x="1427" y="2741"/>
                  </a:cubicBezTo>
                  <a:cubicBezTo>
                    <a:pt x="1601" y="2716"/>
                    <a:pt x="1759" y="2650"/>
                    <a:pt x="1891" y="2551"/>
                  </a:cubicBezTo>
                  <a:lnTo>
                    <a:pt x="1916" y="2551"/>
                  </a:lnTo>
                  <a:cubicBezTo>
                    <a:pt x="1916" y="2559"/>
                    <a:pt x="1924" y="2559"/>
                    <a:pt x="1924" y="2559"/>
                  </a:cubicBezTo>
                  <a:cubicBezTo>
                    <a:pt x="1953" y="2568"/>
                    <a:pt x="1982" y="2571"/>
                    <a:pt x="2011" y="2571"/>
                  </a:cubicBezTo>
                  <a:cubicBezTo>
                    <a:pt x="2065" y="2571"/>
                    <a:pt x="2119" y="2559"/>
                    <a:pt x="2173" y="2542"/>
                  </a:cubicBezTo>
                  <a:cubicBezTo>
                    <a:pt x="2214" y="2526"/>
                    <a:pt x="2264" y="2509"/>
                    <a:pt x="2314" y="2501"/>
                  </a:cubicBezTo>
                  <a:lnTo>
                    <a:pt x="2355" y="2501"/>
                  </a:lnTo>
                  <a:cubicBezTo>
                    <a:pt x="2446" y="2509"/>
                    <a:pt x="2529" y="2534"/>
                    <a:pt x="2612" y="2559"/>
                  </a:cubicBezTo>
                  <a:lnTo>
                    <a:pt x="2620" y="2559"/>
                  </a:lnTo>
                  <a:cubicBezTo>
                    <a:pt x="2687" y="2617"/>
                    <a:pt x="2753" y="2658"/>
                    <a:pt x="2836" y="2683"/>
                  </a:cubicBezTo>
                  <a:cubicBezTo>
                    <a:pt x="2847" y="2688"/>
                    <a:pt x="2858" y="2690"/>
                    <a:pt x="2868" y="2690"/>
                  </a:cubicBezTo>
                  <a:cubicBezTo>
                    <a:pt x="2895" y="2690"/>
                    <a:pt x="2917" y="2676"/>
                    <a:pt x="2935" y="2658"/>
                  </a:cubicBezTo>
                  <a:cubicBezTo>
                    <a:pt x="2952" y="2675"/>
                    <a:pt x="2968" y="2683"/>
                    <a:pt x="2985" y="2692"/>
                  </a:cubicBezTo>
                  <a:cubicBezTo>
                    <a:pt x="3175" y="2808"/>
                    <a:pt x="3391" y="2899"/>
                    <a:pt x="3615" y="2940"/>
                  </a:cubicBezTo>
                  <a:cubicBezTo>
                    <a:pt x="3695" y="2956"/>
                    <a:pt x="3775" y="2965"/>
                    <a:pt x="3855" y="2965"/>
                  </a:cubicBezTo>
                  <a:cubicBezTo>
                    <a:pt x="3899" y="2965"/>
                    <a:pt x="3943" y="2963"/>
                    <a:pt x="3987" y="2957"/>
                  </a:cubicBezTo>
                  <a:cubicBezTo>
                    <a:pt x="4120" y="2940"/>
                    <a:pt x="4244" y="2899"/>
                    <a:pt x="4368" y="2874"/>
                  </a:cubicBezTo>
                  <a:cubicBezTo>
                    <a:pt x="4518" y="2841"/>
                    <a:pt x="4667" y="2824"/>
                    <a:pt x="4816" y="2816"/>
                  </a:cubicBezTo>
                  <a:cubicBezTo>
                    <a:pt x="4890" y="2808"/>
                    <a:pt x="4965" y="2808"/>
                    <a:pt x="5040" y="2808"/>
                  </a:cubicBezTo>
                  <a:cubicBezTo>
                    <a:pt x="5081" y="2808"/>
                    <a:pt x="5114" y="2808"/>
                    <a:pt x="5156" y="2799"/>
                  </a:cubicBezTo>
                  <a:cubicBezTo>
                    <a:pt x="5197" y="2799"/>
                    <a:pt x="5238" y="2783"/>
                    <a:pt x="5272" y="2783"/>
                  </a:cubicBezTo>
                  <a:cubicBezTo>
                    <a:pt x="5313" y="2783"/>
                    <a:pt x="5321" y="2725"/>
                    <a:pt x="5288" y="2716"/>
                  </a:cubicBezTo>
                  <a:cubicBezTo>
                    <a:pt x="5247" y="2700"/>
                    <a:pt x="5214" y="2683"/>
                    <a:pt x="5172" y="2675"/>
                  </a:cubicBezTo>
                  <a:cubicBezTo>
                    <a:pt x="5139" y="2667"/>
                    <a:pt x="5106" y="2658"/>
                    <a:pt x="5073" y="2658"/>
                  </a:cubicBezTo>
                  <a:cubicBezTo>
                    <a:pt x="4990" y="2650"/>
                    <a:pt x="4915" y="2642"/>
                    <a:pt x="4832" y="2642"/>
                  </a:cubicBezTo>
                  <a:cubicBezTo>
                    <a:pt x="4675" y="2642"/>
                    <a:pt x="4518" y="2658"/>
                    <a:pt x="4368" y="2683"/>
                  </a:cubicBezTo>
                  <a:cubicBezTo>
                    <a:pt x="4211" y="2708"/>
                    <a:pt x="4062" y="2741"/>
                    <a:pt x="3904" y="2750"/>
                  </a:cubicBezTo>
                  <a:cubicBezTo>
                    <a:pt x="3755" y="2750"/>
                    <a:pt x="3606" y="2725"/>
                    <a:pt x="3465" y="2675"/>
                  </a:cubicBezTo>
                  <a:cubicBezTo>
                    <a:pt x="3250" y="2600"/>
                    <a:pt x="3043" y="2501"/>
                    <a:pt x="2869" y="2360"/>
                  </a:cubicBezTo>
                  <a:cubicBezTo>
                    <a:pt x="2861" y="2327"/>
                    <a:pt x="2844" y="2302"/>
                    <a:pt x="2819" y="2286"/>
                  </a:cubicBezTo>
                  <a:cubicBezTo>
                    <a:pt x="2778" y="2252"/>
                    <a:pt x="2736" y="2228"/>
                    <a:pt x="2695" y="2203"/>
                  </a:cubicBezTo>
                  <a:cubicBezTo>
                    <a:pt x="2653" y="2153"/>
                    <a:pt x="2612" y="2103"/>
                    <a:pt x="2571" y="2045"/>
                  </a:cubicBezTo>
                  <a:cubicBezTo>
                    <a:pt x="2529" y="1979"/>
                    <a:pt x="2479" y="1896"/>
                    <a:pt x="2446" y="1822"/>
                  </a:cubicBezTo>
                  <a:cubicBezTo>
                    <a:pt x="2471" y="1805"/>
                    <a:pt x="2488" y="1788"/>
                    <a:pt x="2504" y="1772"/>
                  </a:cubicBezTo>
                  <a:cubicBezTo>
                    <a:pt x="2504" y="1780"/>
                    <a:pt x="2504" y="1797"/>
                    <a:pt x="2504" y="1805"/>
                  </a:cubicBezTo>
                  <a:cubicBezTo>
                    <a:pt x="2521" y="1822"/>
                    <a:pt x="2529" y="1846"/>
                    <a:pt x="2546" y="1863"/>
                  </a:cubicBezTo>
                  <a:cubicBezTo>
                    <a:pt x="2562" y="1888"/>
                    <a:pt x="2579" y="1913"/>
                    <a:pt x="2595" y="1929"/>
                  </a:cubicBezTo>
                  <a:cubicBezTo>
                    <a:pt x="2612" y="1946"/>
                    <a:pt x="2629" y="1962"/>
                    <a:pt x="2645" y="1979"/>
                  </a:cubicBezTo>
                  <a:cubicBezTo>
                    <a:pt x="2662" y="1987"/>
                    <a:pt x="2670" y="2004"/>
                    <a:pt x="2678" y="2012"/>
                  </a:cubicBezTo>
                  <a:cubicBezTo>
                    <a:pt x="2695" y="2012"/>
                    <a:pt x="2703" y="2020"/>
                    <a:pt x="2711" y="2029"/>
                  </a:cubicBezTo>
                  <a:cubicBezTo>
                    <a:pt x="2715" y="2030"/>
                    <a:pt x="2718" y="2030"/>
                    <a:pt x="2721" y="2030"/>
                  </a:cubicBezTo>
                  <a:cubicBezTo>
                    <a:pt x="2740" y="2030"/>
                    <a:pt x="2751" y="2010"/>
                    <a:pt x="2736" y="1996"/>
                  </a:cubicBezTo>
                  <a:cubicBezTo>
                    <a:pt x="2728" y="1987"/>
                    <a:pt x="2728" y="1979"/>
                    <a:pt x="2720" y="1971"/>
                  </a:cubicBezTo>
                  <a:cubicBezTo>
                    <a:pt x="2711" y="1954"/>
                    <a:pt x="2703" y="1946"/>
                    <a:pt x="2695" y="1938"/>
                  </a:cubicBezTo>
                  <a:cubicBezTo>
                    <a:pt x="2678" y="1921"/>
                    <a:pt x="2662" y="1904"/>
                    <a:pt x="2645" y="1880"/>
                  </a:cubicBezTo>
                  <a:cubicBezTo>
                    <a:pt x="2629" y="1863"/>
                    <a:pt x="2612" y="1846"/>
                    <a:pt x="2595" y="1830"/>
                  </a:cubicBezTo>
                  <a:cubicBezTo>
                    <a:pt x="2587" y="1813"/>
                    <a:pt x="2571" y="1788"/>
                    <a:pt x="2562" y="1772"/>
                  </a:cubicBezTo>
                  <a:cubicBezTo>
                    <a:pt x="2557" y="1762"/>
                    <a:pt x="2550" y="1758"/>
                    <a:pt x="2541" y="1758"/>
                  </a:cubicBezTo>
                  <a:cubicBezTo>
                    <a:pt x="2535" y="1758"/>
                    <a:pt x="2528" y="1760"/>
                    <a:pt x="2521" y="1764"/>
                  </a:cubicBezTo>
                  <a:cubicBezTo>
                    <a:pt x="2604" y="1681"/>
                    <a:pt x="2662" y="1581"/>
                    <a:pt x="2720" y="1474"/>
                  </a:cubicBezTo>
                  <a:cubicBezTo>
                    <a:pt x="2728" y="1523"/>
                    <a:pt x="2745" y="1573"/>
                    <a:pt x="2769" y="1623"/>
                  </a:cubicBezTo>
                  <a:cubicBezTo>
                    <a:pt x="2786" y="1672"/>
                    <a:pt x="2811" y="1714"/>
                    <a:pt x="2836" y="1755"/>
                  </a:cubicBezTo>
                  <a:cubicBezTo>
                    <a:pt x="2869" y="1797"/>
                    <a:pt x="2902" y="1846"/>
                    <a:pt x="2952" y="1863"/>
                  </a:cubicBezTo>
                  <a:cubicBezTo>
                    <a:pt x="2957" y="1867"/>
                    <a:pt x="2963" y="1868"/>
                    <a:pt x="2968" y="1868"/>
                  </a:cubicBezTo>
                  <a:cubicBezTo>
                    <a:pt x="2986" y="1868"/>
                    <a:pt x="3000" y="1847"/>
                    <a:pt x="2993" y="1822"/>
                  </a:cubicBezTo>
                  <a:cubicBezTo>
                    <a:pt x="2977" y="1788"/>
                    <a:pt x="2943" y="1747"/>
                    <a:pt x="2919" y="1714"/>
                  </a:cubicBezTo>
                  <a:cubicBezTo>
                    <a:pt x="2894" y="1672"/>
                    <a:pt x="2869" y="1631"/>
                    <a:pt x="2852" y="1581"/>
                  </a:cubicBezTo>
                  <a:cubicBezTo>
                    <a:pt x="2819" y="1515"/>
                    <a:pt x="2803" y="1440"/>
                    <a:pt x="2794" y="1358"/>
                  </a:cubicBezTo>
                  <a:cubicBezTo>
                    <a:pt x="2803" y="1349"/>
                    <a:pt x="2819" y="1333"/>
                    <a:pt x="2827" y="1316"/>
                  </a:cubicBezTo>
                  <a:cubicBezTo>
                    <a:pt x="2894" y="1233"/>
                    <a:pt x="2977" y="1150"/>
                    <a:pt x="3068" y="1084"/>
                  </a:cubicBezTo>
                  <a:cubicBezTo>
                    <a:pt x="3167" y="1010"/>
                    <a:pt x="3275" y="960"/>
                    <a:pt x="3341" y="852"/>
                  </a:cubicBezTo>
                  <a:cubicBezTo>
                    <a:pt x="3399" y="744"/>
                    <a:pt x="3424" y="620"/>
                    <a:pt x="3457" y="496"/>
                  </a:cubicBezTo>
                  <a:cubicBezTo>
                    <a:pt x="3482" y="372"/>
                    <a:pt x="3507" y="239"/>
                    <a:pt x="3523" y="98"/>
                  </a:cubicBezTo>
                  <a:cubicBezTo>
                    <a:pt x="3529" y="36"/>
                    <a:pt x="3472" y="1"/>
                    <a:pt x="34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8" name="Google Shape;5048;p13"/>
            <p:cNvSpPr/>
            <p:nvPr/>
          </p:nvSpPr>
          <p:spPr>
            <a:xfrm>
              <a:off x="5757700" y="2975875"/>
              <a:ext cx="14950" cy="3325"/>
            </a:xfrm>
            <a:custGeom>
              <a:rect b="b" l="l" r="r" t="t"/>
              <a:pathLst>
                <a:path extrusionOk="0" h="133" w="598">
                  <a:moveTo>
                    <a:pt x="227" y="1"/>
                  </a:moveTo>
                  <a:cubicBezTo>
                    <a:pt x="163" y="1"/>
                    <a:pt x="98" y="7"/>
                    <a:pt x="34" y="13"/>
                  </a:cubicBezTo>
                  <a:cubicBezTo>
                    <a:pt x="17" y="21"/>
                    <a:pt x="0" y="29"/>
                    <a:pt x="0" y="54"/>
                  </a:cubicBezTo>
                  <a:cubicBezTo>
                    <a:pt x="0" y="79"/>
                    <a:pt x="17" y="95"/>
                    <a:pt x="34" y="95"/>
                  </a:cubicBezTo>
                  <a:cubicBezTo>
                    <a:pt x="125" y="95"/>
                    <a:pt x="216" y="95"/>
                    <a:pt x="307" y="104"/>
                  </a:cubicBezTo>
                  <a:cubicBezTo>
                    <a:pt x="348" y="112"/>
                    <a:pt x="390" y="120"/>
                    <a:pt x="431" y="120"/>
                  </a:cubicBezTo>
                  <a:cubicBezTo>
                    <a:pt x="466" y="126"/>
                    <a:pt x="497" y="132"/>
                    <a:pt x="530" y="132"/>
                  </a:cubicBezTo>
                  <a:cubicBezTo>
                    <a:pt x="544" y="132"/>
                    <a:pt x="558" y="131"/>
                    <a:pt x="572" y="129"/>
                  </a:cubicBezTo>
                  <a:cubicBezTo>
                    <a:pt x="597" y="129"/>
                    <a:pt x="597" y="87"/>
                    <a:pt x="572" y="71"/>
                  </a:cubicBezTo>
                  <a:cubicBezTo>
                    <a:pt x="539" y="37"/>
                    <a:pt x="489" y="29"/>
                    <a:pt x="448" y="21"/>
                  </a:cubicBezTo>
                  <a:cubicBezTo>
                    <a:pt x="406" y="13"/>
                    <a:pt x="357" y="13"/>
                    <a:pt x="307" y="4"/>
                  </a:cubicBezTo>
                  <a:cubicBezTo>
                    <a:pt x="280" y="2"/>
                    <a:pt x="254" y="1"/>
                    <a:pt x="2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9" name="Google Shape;5049;p13"/>
            <p:cNvSpPr/>
            <p:nvPr/>
          </p:nvSpPr>
          <p:spPr>
            <a:xfrm>
              <a:off x="5653725" y="2975550"/>
              <a:ext cx="10775" cy="1700"/>
            </a:xfrm>
            <a:custGeom>
              <a:rect b="b" l="l" r="r" t="t"/>
              <a:pathLst>
                <a:path extrusionOk="0" h="68" w="431">
                  <a:moveTo>
                    <a:pt x="42" y="1"/>
                  </a:moveTo>
                  <a:cubicBezTo>
                    <a:pt x="0" y="1"/>
                    <a:pt x="0" y="67"/>
                    <a:pt x="42" y="67"/>
                  </a:cubicBezTo>
                  <a:lnTo>
                    <a:pt x="224" y="67"/>
                  </a:lnTo>
                  <a:cubicBezTo>
                    <a:pt x="257" y="67"/>
                    <a:pt x="290" y="59"/>
                    <a:pt x="323" y="59"/>
                  </a:cubicBezTo>
                  <a:cubicBezTo>
                    <a:pt x="356" y="59"/>
                    <a:pt x="381" y="59"/>
                    <a:pt x="414" y="50"/>
                  </a:cubicBezTo>
                  <a:cubicBezTo>
                    <a:pt x="431" y="50"/>
                    <a:pt x="431" y="26"/>
                    <a:pt x="414" y="17"/>
                  </a:cubicBezTo>
                  <a:cubicBezTo>
                    <a:pt x="381" y="17"/>
                    <a:pt x="348" y="9"/>
                    <a:pt x="323" y="9"/>
                  </a:cubicBezTo>
                  <a:lnTo>
                    <a:pt x="224" y="9"/>
                  </a:lnTo>
                  <a:cubicBezTo>
                    <a:pt x="216" y="1"/>
                    <a:pt x="199" y="1"/>
                    <a:pt x="1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0" name="Google Shape;5050;p13"/>
            <p:cNvSpPr/>
            <p:nvPr/>
          </p:nvSpPr>
          <p:spPr>
            <a:xfrm>
              <a:off x="5738125" y="2912350"/>
              <a:ext cx="109900" cy="58575"/>
            </a:xfrm>
            <a:custGeom>
              <a:rect b="b" l="l" r="r" t="t"/>
              <a:pathLst>
                <a:path extrusionOk="0" h="2343" w="4396">
                  <a:moveTo>
                    <a:pt x="1138" y="0"/>
                  </a:moveTo>
                  <a:cubicBezTo>
                    <a:pt x="961" y="0"/>
                    <a:pt x="790" y="34"/>
                    <a:pt x="626" y="101"/>
                  </a:cubicBezTo>
                  <a:cubicBezTo>
                    <a:pt x="484" y="155"/>
                    <a:pt x="331" y="270"/>
                    <a:pt x="176" y="270"/>
                  </a:cubicBezTo>
                  <a:cubicBezTo>
                    <a:pt x="141" y="270"/>
                    <a:pt x="106" y="264"/>
                    <a:pt x="71" y="250"/>
                  </a:cubicBezTo>
                  <a:cubicBezTo>
                    <a:pt x="67" y="249"/>
                    <a:pt x="63" y="248"/>
                    <a:pt x="59" y="248"/>
                  </a:cubicBezTo>
                  <a:cubicBezTo>
                    <a:pt x="24" y="248"/>
                    <a:pt x="0" y="310"/>
                    <a:pt x="38" y="325"/>
                  </a:cubicBezTo>
                  <a:cubicBezTo>
                    <a:pt x="94" y="351"/>
                    <a:pt x="150" y="362"/>
                    <a:pt x="207" y="362"/>
                  </a:cubicBezTo>
                  <a:cubicBezTo>
                    <a:pt x="311" y="362"/>
                    <a:pt x="414" y="326"/>
                    <a:pt x="510" y="283"/>
                  </a:cubicBezTo>
                  <a:cubicBezTo>
                    <a:pt x="701" y="209"/>
                    <a:pt x="891" y="151"/>
                    <a:pt x="1098" y="151"/>
                  </a:cubicBezTo>
                  <a:cubicBezTo>
                    <a:pt x="1115" y="150"/>
                    <a:pt x="1132" y="150"/>
                    <a:pt x="1149" y="150"/>
                  </a:cubicBezTo>
                  <a:cubicBezTo>
                    <a:pt x="1331" y="150"/>
                    <a:pt x="1511" y="190"/>
                    <a:pt x="1678" y="259"/>
                  </a:cubicBezTo>
                  <a:cubicBezTo>
                    <a:pt x="1778" y="292"/>
                    <a:pt x="1869" y="333"/>
                    <a:pt x="1960" y="375"/>
                  </a:cubicBezTo>
                  <a:cubicBezTo>
                    <a:pt x="2051" y="408"/>
                    <a:pt x="2142" y="457"/>
                    <a:pt x="2242" y="474"/>
                  </a:cubicBezTo>
                  <a:cubicBezTo>
                    <a:pt x="2245" y="475"/>
                    <a:pt x="2249" y="475"/>
                    <a:pt x="2252" y="475"/>
                  </a:cubicBezTo>
                  <a:cubicBezTo>
                    <a:pt x="2287" y="475"/>
                    <a:pt x="2306" y="438"/>
                    <a:pt x="2283" y="408"/>
                  </a:cubicBezTo>
                  <a:cubicBezTo>
                    <a:pt x="2167" y="292"/>
                    <a:pt x="1993" y="209"/>
                    <a:pt x="1836" y="151"/>
                  </a:cubicBezTo>
                  <a:lnTo>
                    <a:pt x="1836" y="151"/>
                  </a:lnTo>
                  <a:cubicBezTo>
                    <a:pt x="2109" y="192"/>
                    <a:pt x="2383" y="292"/>
                    <a:pt x="2606" y="441"/>
                  </a:cubicBezTo>
                  <a:cubicBezTo>
                    <a:pt x="2772" y="565"/>
                    <a:pt x="2905" y="722"/>
                    <a:pt x="3012" y="896"/>
                  </a:cubicBezTo>
                  <a:cubicBezTo>
                    <a:pt x="3070" y="996"/>
                    <a:pt x="3120" y="1095"/>
                    <a:pt x="3170" y="1195"/>
                  </a:cubicBezTo>
                  <a:cubicBezTo>
                    <a:pt x="3186" y="1244"/>
                    <a:pt x="3211" y="1294"/>
                    <a:pt x="3228" y="1352"/>
                  </a:cubicBezTo>
                  <a:cubicBezTo>
                    <a:pt x="3244" y="1410"/>
                    <a:pt x="3253" y="1476"/>
                    <a:pt x="3286" y="1526"/>
                  </a:cubicBezTo>
                  <a:cubicBezTo>
                    <a:pt x="3304" y="1549"/>
                    <a:pt x="3331" y="1564"/>
                    <a:pt x="3358" y="1564"/>
                  </a:cubicBezTo>
                  <a:cubicBezTo>
                    <a:pt x="3381" y="1564"/>
                    <a:pt x="3403" y="1553"/>
                    <a:pt x="3418" y="1526"/>
                  </a:cubicBezTo>
                  <a:cubicBezTo>
                    <a:pt x="3468" y="1418"/>
                    <a:pt x="3427" y="1261"/>
                    <a:pt x="3393" y="1162"/>
                  </a:cubicBezTo>
                  <a:cubicBezTo>
                    <a:pt x="3360" y="1070"/>
                    <a:pt x="3311" y="979"/>
                    <a:pt x="3269" y="888"/>
                  </a:cubicBezTo>
                  <a:lnTo>
                    <a:pt x="3269" y="888"/>
                  </a:lnTo>
                  <a:cubicBezTo>
                    <a:pt x="3369" y="954"/>
                    <a:pt x="3476" y="1004"/>
                    <a:pt x="3567" y="1079"/>
                  </a:cubicBezTo>
                  <a:cubicBezTo>
                    <a:pt x="3700" y="1178"/>
                    <a:pt x="3816" y="1294"/>
                    <a:pt x="3907" y="1435"/>
                  </a:cubicBezTo>
                  <a:cubicBezTo>
                    <a:pt x="3998" y="1568"/>
                    <a:pt x="4073" y="1708"/>
                    <a:pt x="4131" y="1858"/>
                  </a:cubicBezTo>
                  <a:cubicBezTo>
                    <a:pt x="4156" y="1940"/>
                    <a:pt x="4181" y="2015"/>
                    <a:pt x="4205" y="2090"/>
                  </a:cubicBezTo>
                  <a:cubicBezTo>
                    <a:pt x="4230" y="2164"/>
                    <a:pt x="4255" y="2255"/>
                    <a:pt x="4297" y="2322"/>
                  </a:cubicBezTo>
                  <a:cubicBezTo>
                    <a:pt x="4303" y="2335"/>
                    <a:pt x="4316" y="2342"/>
                    <a:pt x="4330" y="2342"/>
                  </a:cubicBezTo>
                  <a:cubicBezTo>
                    <a:pt x="4349" y="2342"/>
                    <a:pt x="4370" y="2329"/>
                    <a:pt x="4379" y="2305"/>
                  </a:cubicBezTo>
                  <a:cubicBezTo>
                    <a:pt x="4396" y="2230"/>
                    <a:pt x="4379" y="2131"/>
                    <a:pt x="4371" y="2056"/>
                  </a:cubicBezTo>
                  <a:cubicBezTo>
                    <a:pt x="4355" y="1974"/>
                    <a:pt x="4330" y="1891"/>
                    <a:pt x="4297" y="1816"/>
                  </a:cubicBezTo>
                  <a:cubicBezTo>
                    <a:pt x="4230" y="1650"/>
                    <a:pt x="4156" y="1501"/>
                    <a:pt x="4048" y="1360"/>
                  </a:cubicBezTo>
                  <a:cubicBezTo>
                    <a:pt x="3949" y="1228"/>
                    <a:pt x="3841" y="1104"/>
                    <a:pt x="3708" y="1004"/>
                  </a:cubicBezTo>
                  <a:cubicBezTo>
                    <a:pt x="3642" y="954"/>
                    <a:pt x="3567" y="913"/>
                    <a:pt x="3493" y="880"/>
                  </a:cubicBezTo>
                  <a:cubicBezTo>
                    <a:pt x="3393" y="830"/>
                    <a:pt x="3294" y="797"/>
                    <a:pt x="3211" y="722"/>
                  </a:cubicBezTo>
                  <a:cubicBezTo>
                    <a:pt x="3201" y="713"/>
                    <a:pt x="3189" y="709"/>
                    <a:pt x="3177" y="709"/>
                  </a:cubicBezTo>
                  <a:cubicBezTo>
                    <a:pt x="3168" y="709"/>
                    <a:pt x="3160" y="711"/>
                    <a:pt x="3153" y="714"/>
                  </a:cubicBezTo>
                  <a:cubicBezTo>
                    <a:pt x="3045" y="548"/>
                    <a:pt x="2905" y="399"/>
                    <a:pt x="2739" y="283"/>
                  </a:cubicBezTo>
                  <a:cubicBezTo>
                    <a:pt x="2548" y="159"/>
                    <a:pt x="2341" y="68"/>
                    <a:pt x="2117" y="35"/>
                  </a:cubicBezTo>
                  <a:cubicBezTo>
                    <a:pt x="2016" y="15"/>
                    <a:pt x="1916" y="7"/>
                    <a:pt x="1816" y="7"/>
                  </a:cubicBezTo>
                  <a:cubicBezTo>
                    <a:pt x="1704" y="7"/>
                    <a:pt x="1593" y="17"/>
                    <a:pt x="1479" y="35"/>
                  </a:cubicBezTo>
                  <a:cubicBezTo>
                    <a:pt x="1388" y="18"/>
                    <a:pt x="1289" y="2"/>
                    <a:pt x="1198" y="2"/>
                  </a:cubicBezTo>
                  <a:cubicBezTo>
                    <a:pt x="1178" y="1"/>
                    <a:pt x="1158" y="0"/>
                    <a:pt x="11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1" name="Google Shape;5051;p13"/>
            <p:cNvSpPr/>
            <p:nvPr/>
          </p:nvSpPr>
          <p:spPr>
            <a:xfrm>
              <a:off x="5824200" y="2948350"/>
              <a:ext cx="6650" cy="16875"/>
            </a:xfrm>
            <a:custGeom>
              <a:rect b="b" l="l" r="r" t="t"/>
              <a:pathLst>
                <a:path extrusionOk="0" h="675" w="266">
                  <a:moveTo>
                    <a:pt x="80" y="1"/>
                  </a:moveTo>
                  <a:cubicBezTo>
                    <a:pt x="42" y="1"/>
                    <a:pt x="0" y="34"/>
                    <a:pt x="17" y="78"/>
                  </a:cubicBezTo>
                  <a:cubicBezTo>
                    <a:pt x="58" y="169"/>
                    <a:pt x="83" y="268"/>
                    <a:pt x="108" y="360"/>
                  </a:cubicBezTo>
                  <a:cubicBezTo>
                    <a:pt x="116" y="409"/>
                    <a:pt x="124" y="459"/>
                    <a:pt x="124" y="509"/>
                  </a:cubicBezTo>
                  <a:cubicBezTo>
                    <a:pt x="133" y="534"/>
                    <a:pt x="133" y="550"/>
                    <a:pt x="133" y="575"/>
                  </a:cubicBezTo>
                  <a:cubicBezTo>
                    <a:pt x="141" y="600"/>
                    <a:pt x="149" y="625"/>
                    <a:pt x="158" y="650"/>
                  </a:cubicBezTo>
                  <a:cubicBezTo>
                    <a:pt x="166" y="666"/>
                    <a:pt x="182" y="674"/>
                    <a:pt x="198" y="674"/>
                  </a:cubicBezTo>
                  <a:cubicBezTo>
                    <a:pt x="213" y="674"/>
                    <a:pt x="228" y="666"/>
                    <a:pt x="232" y="650"/>
                  </a:cubicBezTo>
                  <a:cubicBezTo>
                    <a:pt x="265" y="600"/>
                    <a:pt x="257" y="550"/>
                    <a:pt x="257" y="492"/>
                  </a:cubicBezTo>
                  <a:cubicBezTo>
                    <a:pt x="249" y="442"/>
                    <a:pt x="240" y="384"/>
                    <a:pt x="232" y="335"/>
                  </a:cubicBezTo>
                  <a:cubicBezTo>
                    <a:pt x="207" y="227"/>
                    <a:pt x="174" y="128"/>
                    <a:pt x="124" y="28"/>
                  </a:cubicBezTo>
                  <a:cubicBezTo>
                    <a:pt x="116" y="9"/>
                    <a:pt x="99" y="1"/>
                    <a:pt x="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2" name="Google Shape;5052;p13"/>
            <p:cNvSpPr/>
            <p:nvPr/>
          </p:nvSpPr>
          <p:spPr>
            <a:xfrm>
              <a:off x="5800225" y="2956725"/>
              <a:ext cx="48025" cy="71300"/>
            </a:xfrm>
            <a:custGeom>
              <a:rect b="b" l="l" r="r" t="t"/>
              <a:pathLst>
                <a:path extrusionOk="0" h="2852" w="1921">
                  <a:moveTo>
                    <a:pt x="1523" y="0"/>
                  </a:moveTo>
                  <a:cubicBezTo>
                    <a:pt x="1499" y="0"/>
                    <a:pt x="1473" y="17"/>
                    <a:pt x="1473" y="49"/>
                  </a:cubicBezTo>
                  <a:cubicBezTo>
                    <a:pt x="1481" y="281"/>
                    <a:pt x="1531" y="505"/>
                    <a:pt x="1589" y="729"/>
                  </a:cubicBezTo>
                  <a:cubicBezTo>
                    <a:pt x="1639" y="944"/>
                    <a:pt x="1688" y="1176"/>
                    <a:pt x="1639" y="1400"/>
                  </a:cubicBezTo>
                  <a:cubicBezTo>
                    <a:pt x="1589" y="1615"/>
                    <a:pt x="1473" y="1814"/>
                    <a:pt x="1332" y="1980"/>
                  </a:cubicBezTo>
                  <a:cubicBezTo>
                    <a:pt x="1291" y="2030"/>
                    <a:pt x="1249" y="2079"/>
                    <a:pt x="1199" y="2129"/>
                  </a:cubicBezTo>
                  <a:cubicBezTo>
                    <a:pt x="1193" y="2117"/>
                    <a:pt x="1178" y="2109"/>
                    <a:pt x="1161" y="2109"/>
                  </a:cubicBezTo>
                  <a:cubicBezTo>
                    <a:pt x="1155" y="2109"/>
                    <a:pt x="1148" y="2110"/>
                    <a:pt x="1141" y="2113"/>
                  </a:cubicBezTo>
                  <a:cubicBezTo>
                    <a:pt x="1092" y="2129"/>
                    <a:pt x="1050" y="2171"/>
                    <a:pt x="1009" y="2195"/>
                  </a:cubicBezTo>
                  <a:cubicBezTo>
                    <a:pt x="959" y="2220"/>
                    <a:pt x="918" y="2245"/>
                    <a:pt x="868" y="2270"/>
                  </a:cubicBezTo>
                  <a:lnTo>
                    <a:pt x="851" y="2287"/>
                  </a:lnTo>
                  <a:cubicBezTo>
                    <a:pt x="918" y="2179"/>
                    <a:pt x="976" y="2063"/>
                    <a:pt x="1009" y="1939"/>
                  </a:cubicBezTo>
                  <a:cubicBezTo>
                    <a:pt x="1042" y="1823"/>
                    <a:pt x="1075" y="1665"/>
                    <a:pt x="1025" y="1549"/>
                  </a:cubicBezTo>
                  <a:cubicBezTo>
                    <a:pt x="1013" y="1524"/>
                    <a:pt x="990" y="1512"/>
                    <a:pt x="968" y="1512"/>
                  </a:cubicBezTo>
                  <a:cubicBezTo>
                    <a:pt x="947" y="1512"/>
                    <a:pt x="926" y="1524"/>
                    <a:pt x="918" y="1549"/>
                  </a:cubicBezTo>
                  <a:cubicBezTo>
                    <a:pt x="876" y="1657"/>
                    <a:pt x="876" y="1781"/>
                    <a:pt x="843" y="1889"/>
                  </a:cubicBezTo>
                  <a:cubicBezTo>
                    <a:pt x="810" y="1997"/>
                    <a:pt x="769" y="2104"/>
                    <a:pt x="711" y="2204"/>
                  </a:cubicBezTo>
                  <a:cubicBezTo>
                    <a:pt x="653" y="2287"/>
                    <a:pt x="586" y="2378"/>
                    <a:pt x="512" y="2452"/>
                  </a:cubicBezTo>
                  <a:cubicBezTo>
                    <a:pt x="437" y="2485"/>
                    <a:pt x="363" y="2519"/>
                    <a:pt x="288" y="2560"/>
                  </a:cubicBezTo>
                  <a:cubicBezTo>
                    <a:pt x="189" y="2610"/>
                    <a:pt x="97" y="2676"/>
                    <a:pt x="31" y="2767"/>
                  </a:cubicBezTo>
                  <a:cubicBezTo>
                    <a:pt x="1" y="2813"/>
                    <a:pt x="40" y="2851"/>
                    <a:pt x="78" y="2851"/>
                  </a:cubicBezTo>
                  <a:cubicBezTo>
                    <a:pt x="82" y="2851"/>
                    <a:pt x="86" y="2851"/>
                    <a:pt x="89" y="2850"/>
                  </a:cubicBezTo>
                  <a:cubicBezTo>
                    <a:pt x="313" y="2825"/>
                    <a:pt x="520" y="2709"/>
                    <a:pt x="719" y="2610"/>
                  </a:cubicBezTo>
                  <a:cubicBezTo>
                    <a:pt x="769" y="2585"/>
                    <a:pt x="818" y="2560"/>
                    <a:pt x="860" y="2527"/>
                  </a:cubicBezTo>
                  <a:cubicBezTo>
                    <a:pt x="860" y="2565"/>
                    <a:pt x="887" y="2602"/>
                    <a:pt x="924" y="2602"/>
                  </a:cubicBezTo>
                  <a:cubicBezTo>
                    <a:pt x="927" y="2602"/>
                    <a:pt x="931" y="2602"/>
                    <a:pt x="934" y="2601"/>
                  </a:cubicBezTo>
                  <a:cubicBezTo>
                    <a:pt x="1042" y="2560"/>
                    <a:pt x="1150" y="2461"/>
                    <a:pt x="1241" y="2394"/>
                  </a:cubicBezTo>
                  <a:cubicBezTo>
                    <a:pt x="1340" y="2320"/>
                    <a:pt x="1431" y="2229"/>
                    <a:pt x="1514" y="2129"/>
                  </a:cubicBezTo>
                  <a:cubicBezTo>
                    <a:pt x="1680" y="1947"/>
                    <a:pt x="1804" y="1731"/>
                    <a:pt x="1862" y="1491"/>
                  </a:cubicBezTo>
                  <a:cubicBezTo>
                    <a:pt x="1920" y="1243"/>
                    <a:pt x="1887" y="994"/>
                    <a:pt x="1821" y="754"/>
                  </a:cubicBezTo>
                  <a:cubicBezTo>
                    <a:pt x="1746" y="505"/>
                    <a:pt x="1630" y="273"/>
                    <a:pt x="1564" y="33"/>
                  </a:cubicBezTo>
                  <a:cubicBezTo>
                    <a:pt x="1560" y="11"/>
                    <a:pt x="1542" y="0"/>
                    <a:pt x="1523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3" name="Google Shape;5053;p13"/>
            <p:cNvSpPr/>
            <p:nvPr/>
          </p:nvSpPr>
          <p:spPr>
            <a:xfrm>
              <a:off x="5786900" y="3018125"/>
              <a:ext cx="9975" cy="7225"/>
            </a:xfrm>
            <a:custGeom>
              <a:rect b="b" l="l" r="r" t="t"/>
              <a:pathLst>
                <a:path extrusionOk="0" h="289" w="399">
                  <a:moveTo>
                    <a:pt x="345" y="0"/>
                  </a:moveTo>
                  <a:cubicBezTo>
                    <a:pt x="332" y="0"/>
                    <a:pt x="320" y="5"/>
                    <a:pt x="307" y="13"/>
                  </a:cubicBezTo>
                  <a:cubicBezTo>
                    <a:pt x="291" y="29"/>
                    <a:pt x="266" y="54"/>
                    <a:pt x="241" y="71"/>
                  </a:cubicBezTo>
                  <a:cubicBezTo>
                    <a:pt x="216" y="87"/>
                    <a:pt x="200" y="104"/>
                    <a:pt x="175" y="121"/>
                  </a:cubicBezTo>
                  <a:cubicBezTo>
                    <a:pt x="150" y="137"/>
                    <a:pt x="125" y="154"/>
                    <a:pt x="100" y="170"/>
                  </a:cubicBezTo>
                  <a:cubicBezTo>
                    <a:pt x="75" y="187"/>
                    <a:pt x="50" y="203"/>
                    <a:pt x="26" y="220"/>
                  </a:cubicBezTo>
                  <a:cubicBezTo>
                    <a:pt x="9" y="228"/>
                    <a:pt x="1" y="253"/>
                    <a:pt x="9" y="270"/>
                  </a:cubicBezTo>
                  <a:cubicBezTo>
                    <a:pt x="16" y="276"/>
                    <a:pt x="28" y="288"/>
                    <a:pt x="41" y="288"/>
                  </a:cubicBezTo>
                  <a:cubicBezTo>
                    <a:pt x="44" y="288"/>
                    <a:pt x="47" y="288"/>
                    <a:pt x="50" y="286"/>
                  </a:cubicBezTo>
                  <a:cubicBezTo>
                    <a:pt x="84" y="278"/>
                    <a:pt x="117" y="261"/>
                    <a:pt x="142" y="253"/>
                  </a:cubicBezTo>
                  <a:cubicBezTo>
                    <a:pt x="175" y="237"/>
                    <a:pt x="200" y="220"/>
                    <a:pt x="224" y="203"/>
                  </a:cubicBezTo>
                  <a:cubicBezTo>
                    <a:pt x="282" y="162"/>
                    <a:pt x="332" y="129"/>
                    <a:pt x="382" y="79"/>
                  </a:cubicBezTo>
                  <a:cubicBezTo>
                    <a:pt x="398" y="63"/>
                    <a:pt x="398" y="29"/>
                    <a:pt x="382" y="13"/>
                  </a:cubicBezTo>
                  <a:cubicBezTo>
                    <a:pt x="369" y="5"/>
                    <a:pt x="357" y="0"/>
                    <a:pt x="345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4" name="Google Shape;5054;p13"/>
            <p:cNvSpPr/>
            <p:nvPr/>
          </p:nvSpPr>
          <p:spPr>
            <a:xfrm>
              <a:off x="5653075" y="2997075"/>
              <a:ext cx="22325" cy="25625"/>
            </a:xfrm>
            <a:custGeom>
              <a:rect b="b" l="l" r="r" t="t"/>
              <a:pathLst>
                <a:path extrusionOk="0" h="1025" w="893">
                  <a:moveTo>
                    <a:pt x="51" y="1"/>
                  </a:moveTo>
                  <a:cubicBezTo>
                    <a:pt x="24" y="1"/>
                    <a:pt x="0" y="30"/>
                    <a:pt x="18" y="59"/>
                  </a:cubicBezTo>
                  <a:cubicBezTo>
                    <a:pt x="101" y="217"/>
                    <a:pt x="175" y="383"/>
                    <a:pt x="275" y="532"/>
                  </a:cubicBezTo>
                  <a:cubicBezTo>
                    <a:pt x="316" y="598"/>
                    <a:pt x="358" y="656"/>
                    <a:pt x="416" y="697"/>
                  </a:cubicBezTo>
                  <a:cubicBezTo>
                    <a:pt x="457" y="725"/>
                    <a:pt x="509" y="741"/>
                    <a:pt x="564" y="741"/>
                  </a:cubicBezTo>
                  <a:cubicBezTo>
                    <a:pt x="575" y="741"/>
                    <a:pt x="586" y="740"/>
                    <a:pt x="598" y="739"/>
                  </a:cubicBezTo>
                  <a:cubicBezTo>
                    <a:pt x="598" y="747"/>
                    <a:pt x="598" y="747"/>
                    <a:pt x="598" y="755"/>
                  </a:cubicBezTo>
                  <a:cubicBezTo>
                    <a:pt x="631" y="805"/>
                    <a:pt x="656" y="855"/>
                    <a:pt x="689" y="896"/>
                  </a:cubicBezTo>
                  <a:cubicBezTo>
                    <a:pt x="722" y="946"/>
                    <a:pt x="772" y="987"/>
                    <a:pt x="822" y="1021"/>
                  </a:cubicBezTo>
                  <a:cubicBezTo>
                    <a:pt x="827" y="1023"/>
                    <a:pt x="832" y="1024"/>
                    <a:pt x="837" y="1024"/>
                  </a:cubicBezTo>
                  <a:cubicBezTo>
                    <a:pt x="866" y="1024"/>
                    <a:pt x="892" y="990"/>
                    <a:pt x="871" y="963"/>
                  </a:cubicBezTo>
                  <a:cubicBezTo>
                    <a:pt x="846" y="921"/>
                    <a:pt x="822" y="871"/>
                    <a:pt x="797" y="830"/>
                  </a:cubicBezTo>
                  <a:cubicBezTo>
                    <a:pt x="764" y="789"/>
                    <a:pt x="730" y="739"/>
                    <a:pt x="706" y="689"/>
                  </a:cubicBezTo>
                  <a:cubicBezTo>
                    <a:pt x="648" y="598"/>
                    <a:pt x="606" y="499"/>
                    <a:pt x="573" y="399"/>
                  </a:cubicBezTo>
                  <a:cubicBezTo>
                    <a:pt x="566" y="379"/>
                    <a:pt x="549" y="370"/>
                    <a:pt x="531" y="370"/>
                  </a:cubicBezTo>
                  <a:cubicBezTo>
                    <a:pt x="506" y="370"/>
                    <a:pt x="480" y="390"/>
                    <a:pt x="490" y="424"/>
                  </a:cubicBezTo>
                  <a:cubicBezTo>
                    <a:pt x="507" y="499"/>
                    <a:pt x="523" y="573"/>
                    <a:pt x="556" y="648"/>
                  </a:cubicBezTo>
                  <a:cubicBezTo>
                    <a:pt x="474" y="598"/>
                    <a:pt x="407" y="515"/>
                    <a:pt x="358" y="441"/>
                  </a:cubicBezTo>
                  <a:cubicBezTo>
                    <a:pt x="266" y="300"/>
                    <a:pt x="175" y="159"/>
                    <a:pt x="84" y="18"/>
                  </a:cubicBezTo>
                  <a:cubicBezTo>
                    <a:pt x="74" y="6"/>
                    <a:pt x="63" y="1"/>
                    <a:pt x="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5" name="Google Shape;5055;p13"/>
            <p:cNvSpPr/>
            <p:nvPr/>
          </p:nvSpPr>
          <p:spPr>
            <a:xfrm>
              <a:off x="5762850" y="3016975"/>
              <a:ext cx="16825" cy="18875"/>
            </a:xfrm>
            <a:custGeom>
              <a:rect b="b" l="l" r="r" t="t"/>
              <a:pathLst>
                <a:path extrusionOk="0" h="755" w="673">
                  <a:moveTo>
                    <a:pt x="565" y="1"/>
                  </a:moveTo>
                  <a:cubicBezTo>
                    <a:pt x="553" y="1"/>
                    <a:pt x="540" y="5"/>
                    <a:pt x="532" y="17"/>
                  </a:cubicBezTo>
                  <a:cubicBezTo>
                    <a:pt x="515" y="34"/>
                    <a:pt x="515" y="51"/>
                    <a:pt x="507" y="75"/>
                  </a:cubicBezTo>
                  <a:cubicBezTo>
                    <a:pt x="507" y="84"/>
                    <a:pt x="507" y="92"/>
                    <a:pt x="507" y="100"/>
                  </a:cubicBezTo>
                  <a:cubicBezTo>
                    <a:pt x="490" y="133"/>
                    <a:pt x="482" y="167"/>
                    <a:pt x="474" y="200"/>
                  </a:cubicBezTo>
                  <a:cubicBezTo>
                    <a:pt x="449" y="258"/>
                    <a:pt x="399" y="307"/>
                    <a:pt x="358" y="349"/>
                  </a:cubicBezTo>
                  <a:cubicBezTo>
                    <a:pt x="308" y="399"/>
                    <a:pt x="250" y="448"/>
                    <a:pt x="200" y="498"/>
                  </a:cubicBezTo>
                  <a:cubicBezTo>
                    <a:pt x="151" y="556"/>
                    <a:pt x="93" y="606"/>
                    <a:pt x="35" y="664"/>
                  </a:cubicBezTo>
                  <a:cubicBezTo>
                    <a:pt x="1" y="698"/>
                    <a:pt x="34" y="755"/>
                    <a:pt x="75" y="755"/>
                  </a:cubicBezTo>
                  <a:cubicBezTo>
                    <a:pt x="84" y="755"/>
                    <a:pt x="92" y="752"/>
                    <a:pt x="101" y="747"/>
                  </a:cubicBezTo>
                  <a:cubicBezTo>
                    <a:pt x="234" y="647"/>
                    <a:pt x="374" y="556"/>
                    <a:pt x="507" y="448"/>
                  </a:cubicBezTo>
                  <a:cubicBezTo>
                    <a:pt x="565" y="390"/>
                    <a:pt x="615" y="324"/>
                    <a:pt x="640" y="241"/>
                  </a:cubicBezTo>
                  <a:cubicBezTo>
                    <a:pt x="656" y="208"/>
                    <a:pt x="673" y="158"/>
                    <a:pt x="656" y="117"/>
                  </a:cubicBezTo>
                  <a:cubicBezTo>
                    <a:pt x="648" y="75"/>
                    <a:pt x="640" y="26"/>
                    <a:pt x="606" y="9"/>
                  </a:cubicBezTo>
                  <a:lnTo>
                    <a:pt x="598" y="9"/>
                  </a:lnTo>
                  <a:cubicBezTo>
                    <a:pt x="590" y="5"/>
                    <a:pt x="577" y="1"/>
                    <a:pt x="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6" name="Google Shape;5056;p13"/>
            <p:cNvSpPr/>
            <p:nvPr/>
          </p:nvSpPr>
          <p:spPr>
            <a:xfrm>
              <a:off x="5753775" y="3022475"/>
              <a:ext cx="8875" cy="10650"/>
            </a:xfrm>
            <a:custGeom>
              <a:rect b="b" l="l" r="r" t="t"/>
              <a:pathLst>
                <a:path extrusionOk="0" h="426" w="355">
                  <a:moveTo>
                    <a:pt x="300" y="0"/>
                  </a:moveTo>
                  <a:cubicBezTo>
                    <a:pt x="294" y="0"/>
                    <a:pt x="288" y="1"/>
                    <a:pt x="282" y="5"/>
                  </a:cubicBezTo>
                  <a:cubicBezTo>
                    <a:pt x="224" y="46"/>
                    <a:pt x="174" y="112"/>
                    <a:pt x="133" y="170"/>
                  </a:cubicBezTo>
                  <a:cubicBezTo>
                    <a:pt x="91" y="220"/>
                    <a:pt x="58" y="278"/>
                    <a:pt x="17" y="336"/>
                  </a:cubicBezTo>
                  <a:cubicBezTo>
                    <a:pt x="0" y="361"/>
                    <a:pt x="8" y="402"/>
                    <a:pt x="33" y="419"/>
                  </a:cubicBezTo>
                  <a:cubicBezTo>
                    <a:pt x="42" y="423"/>
                    <a:pt x="52" y="425"/>
                    <a:pt x="61" y="425"/>
                  </a:cubicBezTo>
                  <a:cubicBezTo>
                    <a:pt x="84" y="425"/>
                    <a:pt x="106" y="412"/>
                    <a:pt x="124" y="394"/>
                  </a:cubicBezTo>
                  <a:cubicBezTo>
                    <a:pt x="157" y="344"/>
                    <a:pt x="199" y="286"/>
                    <a:pt x="240" y="237"/>
                  </a:cubicBezTo>
                  <a:cubicBezTo>
                    <a:pt x="282" y="179"/>
                    <a:pt x="323" y="121"/>
                    <a:pt x="348" y="54"/>
                  </a:cubicBezTo>
                  <a:cubicBezTo>
                    <a:pt x="355" y="27"/>
                    <a:pt x="328" y="0"/>
                    <a:pt x="3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7" name="Google Shape;5057;p13"/>
            <p:cNvSpPr/>
            <p:nvPr/>
          </p:nvSpPr>
          <p:spPr>
            <a:xfrm>
              <a:off x="5690025" y="3012050"/>
              <a:ext cx="12150" cy="14925"/>
            </a:xfrm>
            <a:custGeom>
              <a:rect b="b" l="l" r="r" t="t"/>
              <a:pathLst>
                <a:path extrusionOk="0" h="597" w="486">
                  <a:moveTo>
                    <a:pt x="47" y="0"/>
                  </a:moveTo>
                  <a:cubicBezTo>
                    <a:pt x="26" y="0"/>
                    <a:pt x="1" y="21"/>
                    <a:pt x="6" y="49"/>
                  </a:cubicBezTo>
                  <a:cubicBezTo>
                    <a:pt x="40" y="156"/>
                    <a:pt x="89" y="264"/>
                    <a:pt x="156" y="364"/>
                  </a:cubicBezTo>
                  <a:cubicBezTo>
                    <a:pt x="222" y="455"/>
                    <a:pt x="305" y="554"/>
                    <a:pt x="421" y="596"/>
                  </a:cubicBezTo>
                  <a:cubicBezTo>
                    <a:pt x="424" y="596"/>
                    <a:pt x="427" y="597"/>
                    <a:pt x="429" y="597"/>
                  </a:cubicBezTo>
                  <a:cubicBezTo>
                    <a:pt x="459" y="597"/>
                    <a:pt x="486" y="559"/>
                    <a:pt x="470" y="529"/>
                  </a:cubicBezTo>
                  <a:cubicBezTo>
                    <a:pt x="404" y="446"/>
                    <a:pt x="313" y="372"/>
                    <a:pt x="247" y="289"/>
                  </a:cubicBezTo>
                  <a:cubicBezTo>
                    <a:pt x="172" y="206"/>
                    <a:pt x="114" y="115"/>
                    <a:pt x="73" y="16"/>
                  </a:cubicBezTo>
                  <a:cubicBezTo>
                    <a:pt x="67" y="5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8" name="Google Shape;5058;p13"/>
            <p:cNvSpPr/>
            <p:nvPr/>
          </p:nvSpPr>
          <p:spPr>
            <a:xfrm>
              <a:off x="5687275" y="2907250"/>
              <a:ext cx="3125" cy="4075"/>
            </a:xfrm>
            <a:custGeom>
              <a:rect b="b" l="l" r="r" t="t"/>
              <a:pathLst>
                <a:path extrusionOk="0" h="163" w="125">
                  <a:moveTo>
                    <a:pt x="93" y="1"/>
                  </a:moveTo>
                  <a:cubicBezTo>
                    <a:pt x="87" y="1"/>
                    <a:pt x="83" y="3"/>
                    <a:pt x="83" y="7"/>
                  </a:cubicBezTo>
                  <a:cubicBezTo>
                    <a:pt x="75" y="15"/>
                    <a:pt x="67" y="23"/>
                    <a:pt x="58" y="40"/>
                  </a:cubicBezTo>
                  <a:cubicBezTo>
                    <a:pt x="50" y="40"/>
                    <a:pt x="50" y="48"/>
                    <a:pt x="42" y="57"/>
                  </a:cubicBezTo>
                  <a:lnTo>
                    <a:pt x="50" y="57"/>
                  </a:lnTo>
                  <a:cubicBezTo>
                    <a:pt x="34" y="73"/>
                    <a:pt x="25" y="90"/>
                    <a:pt x="17" y="106"/>
                  </a:cubicBezTo>
                  <a:cubicBezTo>
                    <a:pt x="0" y="123"/>
                    <a:pt x="17" y="148"/>
                    <a:pt x="34" y="156"/>
                  </a:cubicBezTo>
                  <a:cubicBezTo>
                    <a:pt x="38" y="160"/>
                    <a:pt x="42" y="162"/>
                    <a:pt x="47" y="162"/>
                  </a:cubicBezTo>
                  <a:cubicBezTo>
                    <a:pt x="52" y="162"/>
                    <a:pt x="58" y="160"/>
                    <a:pt x="67" y="156"/>
                  </a:cubicBezTo>
                  <a:cubicBezTo>
                    <a:pt x="67" y="156"/>
                    <a:pt x="75" y="156"/>
                    <a:pt x="75" y="148"/>
                  </a:cubicBezTo>
                  <a:cubicBezTo>
                    <a:pt x="83" y="139"/>
                    <a:pt x="83" y="139"/>
                    <a:pt x="83" y="131"/>
                  </a:cubicBezTo>
                  <a:cubicBezTo>
                    <a:pt x="92" y="115"/>
                    <a:pt x="100" y="98"/>
                    <a:pt x="108" y="81"/>
                  </a:cubicBezTo>
                  <a:lnTo>
                    <a:pt x="116" y="57"/>
                  </a:lnTo>
                  <a:cubicBezTo>
                    <a:pt x="116" y="48"/>
                    <a:pt x="116" y="40"/>
                    <a:pt x="125" y="32"/>
                  </a:cubicBezTo>
                  <a:cubicBezTo>
                    <a:pt x="125" y="23"/>
                    <a:pt x="116" y="15"/>
                    <a:pt x="108" y="7"/>
                  </a:cubicBezTo>
                  <a:cubicBezTo>
                    <a:pt x="104" y="3"/>
                    <a:pt x="98" y="1"/>
                    <a:pt x="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9" name="Google Shape;5059;p13"/>
            <p:cNvSpPr/>
            <p:nvPr/>
          </p:nvSpPr>
          <p:spPr>
            <a:xfrm>
              <a:off x="5690175" y="2906575"/>
              <a:ext cx="3125" cy="5000"/>
            </a:xfrm>
            <a:custGeom>
              <a:rect b="b" l="l" r="r" t="t"/>
              <a:pathLst>
                <a:path extrusionOk="0" h="200" w="125">
                  <a:moveTo>
                    <a:pt x="100" y="1"/>
                  </a:moveTo>
                  <a:cubicBezTo>
                    <a:pt x="83" y="1"/>
                    <a:pt x="67" y="9"/>
                    <a:pt x="58" y="17"/>
                  </a:cubicBezTo>
                  <a:cubicBezTo>
                    <a:pt x="58" y="17"/>
                    <a:pt x="50" y="26"/>
                    <a:pt x="50" y="34"/>
                  </a:cubicBezTo>
                  <a:cubicBezTo>
                    <a:pt x="42" y="42"/>
                    <a:pt x="42" y="50"/>
                    <a:pt x="42" y="59"/>
                  </a:cubicBezTo>
                  <a:cubicBezTo>
                    <a:pt x="34" y="67"/>
                    <a:pt x="34" y="75"/>
                    <a:pt x="25" y="92"/>
                  </a:cubicBezTo>
                  <a:cubicBezTo>
                    <a:pt x="17" y="108"/>
                    <a:pt x="9" y="133"/>
                    <a:pt x="0" y="150"/>
                  </a:cubicBezTo>
                  <a:cubicBezTo>
                    <a:pt x="0" y="158"/>
                    <a:pt x="0" y="175"/>
                    <a:pt x="9" y="183"/>
                  </a:cubicBezTo>
                  <a:cubicBezTo>
                    <a:pt x="9" y="191"/>
                    <a:pt x="17" y="200"/>
                    <a:pt x="34" y="200"/>
                  </a:cubicBezTo>
                  <a:lnTo>
                    <a:pt x="58" y="200"/>
                  </a:lnTo>
                  <a:cubicBezTo>
                    <a:pt x="75" y="191"/>
                    <a:pt x="75" y="183"/>
                    <a:pt x="83" y="175"/>
                  </a:cubicBezTo>
                  <a:cubicBezTo>
                    <a:pt x="92" y="150"/>
                    <a:pt x="100" y="133"/>
                    <a:pt x="100" y="108"/>
                  </a:cubicBezTo>
                  <a:cubicBezTo>
                    <a:pt x="108" y="100"/>
                    <a:pt x="108" y="92"/>
                    <a:pt x="116" y="75"/>
                  </a:cubicBezTo>
                  <a:cubicBezTo>
                    <a:pt x="125" y="67"/>
                    <a:pt x="125" y="50"/>
                    <a:pt x="125" y="34"/>
                  </a:cubicBezTo>
                  <a:cubicBezTo>
                    <a:pt x="125" y="26"/>
                    <a:pt x="116" y="26"/>
                    <a:pt x="116" y="17"/>
                  </a:cubicBezTo>
                  <a:cubicBezTo>
                    <a:pt x="108" y="9"/>
                    <a:pt x="100" y="1"/>
                    <a:pt x="1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0" name="Google Shape;5060;p13"/>
            <p:cNvSpPr/>
            <p:nvPr/>
          </p:nvSpPr>
          <p:spPr>
            <a:xfrm>
              <a:off x="5724975" y="2907250"/>
              <a:ext cx="4775" cy="5450"/>
            </a:xfrm>
            <a:custGeom>
              <a:rect b="b" l="l" r="r" t="t"/>
              <a:pathLst>
                <a:path extrusionOk="0" h="218" w="191">
                  <a:moveTo>
                    <a:pt x="158" y="1"/>
                  </a:moveTo>
                  <a:cubicBezTo>
                    <a:pt x="150" y="1"/>
                    <a:pt x="141" y="3"/>
                    <a:pt x="133" y="7"/>
                  </a:cubicBezTo>
                  <a:cubicBezTo>
                    <a:pt x="125" y="7"/>
                    <a:pt x="108" y="15"/>
                    <a:pt x="100" y="23"/>
                  </a:cubicBezTo>
                  <a:cubicBezTo>
                    <a:pt x="92" y="32"/>
                    <a:pt x="83" y="40"/>
                    <a:pt x="75" y="48"/>
                  </a:cubicBezTo>
                  <a:cubicBezTo>
                    <a:pt x="67" y="57"/>
                    <a:pt x="58" y="65"/>
                    <a:pt x="50" y="73"/>
                  </a:cubicBezTo>
                  <a:cubicBezTo>
                    <a:pt x="34" y="90"/>
                    <a:pt x="17" y="115"/>
                    <a:pt x="9" y="148"/>
                  </a:cubicBezTo>
                  <a:cubicBezTo>
                    <a:pt x="0" y="156"/>
                    <a:pt x="0" y="173"/>
                    <a:pt x="0" y="181"/>
                  </a:cubicBezTo>
                  <a:cubicBezTo>
                    <a:pt x="9" y="189"/>
                    <a:pt x="17" y="206"/>
                    <a:pt x="25" y="214"/>
                  </a:cubicBezTo>
                  <a:cubicBezTo>
                    <a:pt x="32" y="216"/>
                    <a:pt x="39" y="217"/>
                    <a:pt x="45" y="217"/>
                  </a:cubicBezTo>
                  <a:cubicBezTo>
                    <a:pt x="63" y="217"/>
                    <a:pt x="79" y="210"/>
                    <a:pt x="92" y="197"/>
                  </a:cubicBezTo>
                  <a:cubicBezTo>
                    <a:pt x="100" y="173"/>
                    <a:pt x="116" y="156"/>
                    <a:pt x="125" y="139"/>
                  </a:cubicBezTo>
                  <a:cubicBezTo>
                    <a:pt x="141" y="123"/>
                    <a:pt x="150" y="115"/>
                    <a:pt x="158" y="98"/>
                  </a:cubicBezTo>
                  <a:cubicBezTo>
                    <a:pt x="166" y="81"/>
                    <a:pt x="174" y="73"/>
                    <a:pt x="183" y="57"/>
                  </a:cubicBezTo>
                  <a:cubicBezTo>
                    <a:pt x="191" y="48"/>
                    <a:pt x="191" y="40"/>
                    <a:pt x="191" y="32"/>
                  </a:cubicBezTo>
                  <a:cubicBezTo>
                    <a:pt x="191" y="23"/>
                    <a:pt x="183" y="15"/>
                    <a:pt x="183" y="7"/>
                  </a:cubicBezTo>
                  <a:cubicBezTo>
                    <a:pt x="174" y="3"/>
                    <a:pt x="166" y="1"/>
                    <a:pt x="1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1" name="Google Shape;5061;p13"/>
            <p:cNvSpPr/>
            <p:nvPr/>
          </p:nvSpPr>
          <p:spPr>
            <a:xfrm>
              <a:off x="5733250" y="2909750"/>
              <a:ext cx="4800" cy="4950"/>
            </a:xfrm>
            <a:custGeom>
              <a:rect b="b" l="l" r="r" t="t"/>
              <a:pathLst>
                <a:path extrusionOk="0" h="198" w="192">
                  <a:moveTo>
                    <a:pt x="161" y="0"/>
                  </a:moveTo>
                  <a:cubicBezTo>
                    <a:pt x="156" y="0"/>
                    <a:pt x="150" y="2"/>
                    <a:pt x="142" y="6"/>
                  </a:cubicBezTo>
                  <a:cubicBezTo>
                    <a:pt x="100" y="39"/>
                    <a:pt x="59" y="81"/>
                    <a:pt x="17" y="114"/>
                  </a:cubicBezTo>
                  <a:cubicBezTo>
                    <a:pt x="9" y="122"/>
                    <a:pt x="1" y="139"/>
                    <a:pt x="1" y="147"/>
                  </a:cubicBezTo>
                  <a:cubicBezTo>
                    <a:pt x="1" y="164"/>
                    <a:pt x="9" y="180"/>
                    <a:pt x="17" y="189"/>
                  </a:cubicBezTo>
                  <a:cubicBezTo>
                    <a:pt x="26" y="194"/>
                    <a:pt x="36" y="197"/>
                    <a:pt x="46" y="197"/>
                  </a:cubicBezTo>
                  <a:cubicBezTo>
                    <a:pt x="64" y="197"/>
                    <a:pt x="81" y="188"/>
                    <a:pt x="92" y="172"/>
                  </a:cubicBezTo>
                  <a:cubicBezTo>
                    <a:pt x="125" y="131"/>
                    <a:pt x="150" y="81"/>
                    <a:pt x="183" y="39"/>
                  </a:cubicBezTo>
                  <a:cubicBezTo>
                    <a:pt x="191" y="23"/>
                    <a:pt x="183" y="15"/>
                    <a:pt x="175" y="6"/>
                  </a:cubicBezTo>
                  <a:cubicBezTo>
                    <a:pt x="171" y="2"/>
                    <a:pt x="166" y="0"/>
                    <a:pt x="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2" name="Google Shape;5062;p13"/>
            <p:cNvSpPr/>
            <p:nvPr/>
          </p:nvSpPr>
          <p:spPr>
            <a:xfrm>
              <a:off x="5836400" y="2966550"/>
              <a:ext cx="21175" cy="52500"/>
            </a:xfrm>
            <a:custGeom>
              <a:rect b="b" l="l" r="r" t="t"/>
              <a:pathLst>
                <a:path extrusionOk="0" h="2100" w="847">
                  <a:moveTo>
                    <a:pt x="531" y="0"/>
                  </a:moveTo>
                  <a:cubicBezTo>
                    <a:pt x="499" y="0"/>
                    <a:pt x="465" y="24"/>
                    <a:pt x="482" y="62"/>
                  </a:cubicBezTo>
                  <a:cubicBezTo>
                    <a:pt x="614" y="419"/>
                    <a:pt x="639" y="825"/>
                    <a:pt x="523" y="1189"/>
                  </a:cubicBezTo>
                  <a:cubicBezTo>
                    <a:pt x="473" y="1347"/>
                    <a:pt x="399" y="1504"/>
                    <a:pt x="299" y="1645"/>
                  </a:cubicBezTo>
                  <a:cubicBezTo>
                    <a:pt x="250" y="1711"/>
                    <a:pt x="183" y="1778"/>
                    <a:pt x="134" y="1844"/>
                  </a:cubicBezTo>
                  <a:cubicBezTo>
                    <a:pt x="109" y="1877"/>
                    <a:pt x="84" y="1910"/>
                    <a:pt x="59" y="1943"/>
                  </a:cubicBezTo>
                  <a:cubicBezTo>
                    <a:pt x="34" y="1976"/>
                    <a:pt x="1" y="2001"/>
                    <a:pt x="9" y="2043"/>
                  </a:cubicBezTo>
                  <a:cubicBezTo>
                    <a:pt x="9" y="2068"/>
                    <a:pt x="26" y="2084"/>
                    <a:pt x="42" y="2092"/>
                  </a:cubicBezTo>
                  <a:cubicBezTo>
                    <a:pt x="53" y="2097"/>
                    <a:pt x="65" y="2100"/>
                    <a:pt x="78" y="2100"/>
                  </a:cubicBezTo>
                  <a:cubicBezTo>
                    <a:pt x="148" y="2100"/>
                    <a:pt x="233" y="2028"/>
                    <a:pt x="283" y="1993"/>
                  </a:cubicBezTo>
                  <a:cubicBezTo>
                    <a:pt x="357" y="1927"/>
                    <a:pt x="424" y="1852"/>
                    <a:pt x="482" y="1769"/>
                  </a:cubicBezTo>
                  <a:cubicBezTo>
                    <a:pt x="598" y="1612"/>
                    <a:pt x="680" y="1430"/>
                    <a:pt x="730" y="1247"/>
                  </a:cubicBezTo>
                  <a:cubicBezTo>
                    <a:pt x="846" y="833"/>
                    <a:pt x="796" y="394"/>
                    <a:pt x="573" y="21"/>
                  </a:cubicBezTo>
                  <a:cubicBezTo>
                    <a:pt x="564" y="7"/>
                    <a:pt x="548" y="0"/>
                    <a:pt x="531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3" name="Google Shape;5063;p13"/>
            <p:cNvSpPr/>
            <p:nvPr/>
          </p:nvSpPr>
          <p:spPr>
            <a:xfrm>
              <a:off x="5819225" y="2984175"/>
              <a:ext cx="40400" cy="47075"/>
            </a:xfrm>
            <a:custGeom>
              <a:rect b="b" l="l" r="r" t="t"/>
              <a:pathLst>
                <a:path extrusionOk="0" h="1883" w="1616">
                  <a:moveTo>
                    <a:pt x="1539" y="1"/>
                  </a:moveTo>
                  <a:cubicBezTo>
                    <a:pt x="1525" y="1"/>
                    <a:pt x="1512" y="9"/>
                    <a:pt x="1508" y="29"/>
                  </a:cubicBezTo>
                  <a:cubicBezTo>
                    <a:pt x="1483" y="136"/>
                    <a:pt x="1483" y="244"/>
                    <a:pt x="1467" y="352"/>
                  </a:cubicBezTo>
                  <a:cubicBezTo>
                    <a:pt x="1450" y="451"/>
                    <a:pt x="1425" y="551"/>
                    <a:pt x="1401" y="650"/>
                  </a:cubicBezTo>
                  <a:cubicBezTo>
                    <a:pt x="1343" y="857"/>
                    <a:pt x="1260" y="1056"/>
                    <a:pt x="1127" y="1230"/>
                  </a:cubicBezTo>
                  <a:cubicBezTo>
                    <a:pt x="879" y="1553"/>
                    <a:pt x="489" y="1752"/>
                    <a:pt x="75" y="1769"/>
                  </a:cubicBezTo>
                  <a:cubicBezTo>
                    <a:pt x="17" y="1769"/>
                    <a:pt x="0" y="1860"/>
                    <a:pt x="58" y="1868"/>
                  </a:cubicBezTo>
                  <a:cubicBezTo>
                    <a:pt x="117" y="1878"/>
                    <a:pt x="177" y="1882"/>
                    <a:pt x="236" y="1882"/>
                  </a:cubicBezTo>
                  <a:cubicBezTo>
                    <a:pt x="629" y="1882"/>
                    <a:pt x="1006" y="1674"/>
                    <a:pt x="1251" y="1371"/>
                  </a:cubicBezTo>
                  <a:cubicBezTo>
                    <a:pt x="1401" y="1180"/>
                    <a:pt x="1508" y="965"/>
                    <a:pt x="1566" y="733"/>
                  </a:cubicBezTo>
                  <a:cubicBezTo>
                    <a:pt x="1591" y="625"/>
                    <a:pt x="1616" y="501"/>
                    <a:pt x="1616" y="385"/>
                  </a:cubicBezTo>
                  <a:cubicBezTo>
                    <a:pt x="1616" y="269"/>
                    <a:pt x="1616" y="136"/>
                    <a:pt x="1575" y="29"/>
                  </a:cubicBezTo>
                  <a:cubicBezTo>
                    <a:pt x="1570" y="11"/>
                    <a:pt x="1554" y="1"/>
                    <a:pt x="15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4" name="Google Shape;5064;p13"/>
            <p:cNvSpPr/>
            <p:nvPr/>
          </p:nvSpPr>
          <p:spPr>
            <a:xfrm>
              <a:off x="5716475" y="3016575"/>
              <a:ext cx="13700" cy="21675"/>
            </a:xfrm>
            <a:custGeom>
              <a:rect b="b" l="l" r="r" t="t"/>
              <a:pathLst>
                <a:path extrusionOk="0" h="867" w="548">
                  <a:moveTo>
                    <a:pt x="81" y="1"/>
                  </a:moveTo>
                  <a:cubicBezTo>
                    <a:pt x="61" y="1"/>
                    <a:pt x="41" y="11"/>
                    <a:pt x="34" y="33"/>
                  </a:cubicBezTo>
                  <a:cubicBezTo>
                    <a:pt x="17" y="116"/>
                    <a:pt x="1" y="199"/>
                    <a:pt x="1" y="282"/>
                  </a:cubicBezTo>
                  <a:cubicBezTo>
                    <a:pt x="17" y="373"/>
                    <a:pt x="42" y="456"/>
                    <a:pt x="84" y="539"/>
                  </a:cubicBezTo>
                  <a:cubicBezTo>
                    <a:pt x="117" y="613"/>
                    <a:pt x="175" y="688"/>
                    <a:pt x="233" y="738"/>
                  </a:cubicBezTo>
                  <a:cubicBezTo>
                    <a:pt x="287" y="785"/>
                    <a:pt x="381" y="866"/>
                    <a:pt x="458" y="866"/>
                  </a:cubicBezTo>
                  <a:cubicBezTo>
                    <a:pt x="475" y="866"/>
                    <a:pt x="491" y="863"/>
                    <a:pt x="506" y="854"/>
                  </a:cubicBezTo>
                  <a:lnTo>
                    <a:pt x="506" y="845"/>
                  </a:lnTo>
                  <a:cubicBezTo>
                    <a:pt x="539" y="829"/>
                    <a:pt x="548" y="796"/>
                    <a:pt x="539" y="763"/>
                  </a:cubicBezTo>
                  <a:cubicBezTo>
                    <a:pt x="531" y="713"/>
                    <a:pt x="481" y="688"/>
                    <a:pt x="440" y="663"/>
                  </a:cubicBezTo>
                  <a:cubicBezTo>
                    <a:pt x="407" y="647"/>
                    <a:pt x="382" y="630"/>
                    <a:pt x="357" y="613"/>
                  </a:cubicBezTo>
                  <a:cubicBezTo>
                    <a:pt x="307" y="564"/>
                    <a:pt x="266" y="514"/>
                    <a:pt x="224" y="456"/>
                  </a:cubicBezTo>
                  <a:cubicBezTo>
                    <a:pt x="158" y="340"/>
                    <a:pt x="108" y="183"/>
                    <a:pt x="125" y="50"/>
                  </a:cubicBezTo>
                  <a:cubicBezTo>
                    <a:pt x="130" y="18"/>
                    <a:pt x="106" y="1"/>
                    <a:pt x="81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5" name="Google Shape;5065;p13"/>
            <p:cNvSpPr/>
            <p:nvPr/>
          </p:nvSpPr>
          <p:spPr>
            <a:xfrm>
              <a:off x="5723325" y="3023850"/>
              <a:ext cx="10125" cy="9950"/>
            </a:xfrm>
            <a:custGeom>
              <a:rect b="b" l="l" r="r" t="t"/>
              <a:pathLst>
                <a:path extrusionOk="0" h="398" w="405">
                  <a:moveTo>
                    <a:pt x="55" y="1"/>
                  </a:moveTo>
                  <a:cubicBezTo>
                    <a:pt x="48" y="1"/>
                    <a:pt x="40" y="3"/>
                    <a:pt x="33" y="8"/>
                  </a:cubicBezTo>
                  <a:cubicBezTo>
                    <a:pt x="8" y="24"/>
                    <a:pt x="0" y="57"/>
                    <a:pt x="17" y="82"/>
                  </a:cubicBezTo>
                  <a:cubicBezTo>
                    <a:pt x="50" y="148"/>
                    <a:pt x="91" y="215"/>
                    <a:pt x="149" y="264"/>
                  </a:cubicBezTo>
                  <a:cubicBezTo>
                    <a:pt x="174" y="289"/>
                    <a:pt x="199" y="322"/>
                    <a:pt x="240" y="339"/>
                  </a:cubicBezTo>
                  <a:cubicBezTo>
                    <a:pt x="249" y="347"/>
                    <a:pt x="265" y="364"/>
                    <a:pt x="282" y="372"/>
                  </a:cubicBezTo>
                  <a:cubicBezTo>
                    <a:pt x="298" y="380"/>
                    <a:pt x="315" y="389"/>
                    <a:pt x="340" y="397"/>
                  </a:cubicBezTo>
                  <a:cubicBezTo>
                    <a:pt x="343" y="398"/>
                    <a:pt x="346" y="398"/>
                    <a:pt x="349" y="398"/>
                  </a:cubicBezTo>
                  <a:cubicBezTo>
                    <a:pt x="385" y="398"/>
                    <a:pt x="404" y="353"/>
                    <a:pt x="381" y="322"/>
                  </a:cubicBezTo>
                  <a:cubicBezTo>
                    <a:pt x="365" y="314"/>
                    <a:pt x="356" y="298"/>
                    <a:pt x="340" y="289"/>
                  </a:cubicBezTo>
                  <a:cubicBezTo>
                    <a:pt x="332" y="281"/>
                    <a:pt x="315" y="264"/>
                    <a:pt x="307" y="256"/>
                  </a:cubicBezTo>
                  <a:cubicBezTo>
                    <a:pt x="290" y="248"/>
                    <a:pt x="282" y="231"/>
                    <a:pt x="265" y="223"/>
                  </a:cubicBezTo>
                  <a:cubicBezTo>
                    <a:pt x="257" y="206"/>
                    <a:pt x="240" y="198"/>
                    <a:pt x="232" y="182"/>
                  </a:cubicBezTo>
                  <a:cubicBezTo>
                    <a:pt x="207" y="157"/>
                    <a:pt x="182" y="132"/>
                    <a:pt x="158" y="107"/>
                  </a:cubicBezTo>
                  <a:cubicBezTo>
                    <a:pt x="158" y="107"/>
                    <a:pt x="158" y="99"/>
                    <a:pt x="149" y="99"/>
                  </a:cubicBezTo>
                  <a:lnTo>
                    <a:pt x="149" y="90"/>
                  </a:lnTo>
                  <a:cubicBezTo>
                    <a:pt x="141" y="90"/>
                    <a:pt x="141" y="82"/>
                    <a:pt x="133" y="74"/>
                  </a:cubicBezTo>
                  <a:cubicBezTo>
                    <a:pt x="124" y="57"/>
                    <a:pt x="116" y="41"/>
                    <a:pt x="108" y="32"/>
                  </a:cubicBezTo>
                  <a:cubicBezTo>
                    <a:pt x="96" y="14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6" name="Google Shape;5066;p13"/>
            <p:cNvSpPr/>
            <p:nvPr/>
          </p:nvSpPr>
          <p:spPr>
            <a:xfrm>
              <a:off x="5723525" y="3050700"/>
              <a:ext cx="11825" cy="25950"/>
            </a:xfrm>
            <a:custGeom>
              <a:rect b="b" l="l" r="r" t="t"/>
              <a:pathLst>
                <a:path extrusionOk="0" h="1038" w="473">
                  <a:moveTo>
                    <a:pt x="348" y="0"/>
                  </a:moveTo>
                  <a:cubicBezTo>
                    <a:pt x="317" y="0"/>
                    <a:pt x="290" y="26"/>
                    <a:pt x="290" y="60"/>
                  </a:cubicBezTo>
                  <a:cubicBezTo>
                    <a:pt x="282" y="69"/>
                    <a:pt x="282" y="69"/>
                    <a:pt x="274" y="77"/>
                  </a:cubicBezTo>
                  <a:cubicBezTo>
                    <a:pt x="266" y="85"/>
                    <a:pt x="266" y="93"/>
                    <a:pt x="257" y="102"/>
                  </a:cubicBezTo>
                  <a:cubicBezTo>
                    <a:pt x="241" y="127"/>
                    <a:pt x="224" y="151"/>
                    <a:pt x="199" y="168"/>
                  </a:cubicBezTo>
                  <a:cubicBezTo>
                    <a:pt x="174" y="209"/>
                    <a:pt x="141" y="259"/>
                    <a:pt x="116" y="301"/>
                  </a:cubicBezTo>
                  <a:cubicBezTo>
                    <a:pt x="67" y="408"/>
                    <a:pt x="25" y="516"/>
                    <a:pt x="17" y="640"/>
                  </a:cubicBezTo>
                  <a:cubicBezTo>
                    <a:pt x="0" y="748"/>
                    <a:pt x="25" y="872"/>
                    <a:pt x="100" y="955"/>
                  </a:cubicBezTo>
                  <a:cubicBezTo>
                    <a:pt x="144" y="999"/>
                    <a:pt x="220" y="1038"/>
                    <a:pt x="288" y="1038"/>
                  </a:cubicBezTo>
                  <a:cubicBezTo>
                    <a:pt x="336" y="1038"/>
                    <a:pt x="379" y="1019"/>
                    <a:pt x="406" y="972"/>
                  </a:cubicBezTo>
                  <a:cubicBezTo>
                    <a:pt x="431" y="930"/>
                    <a:pt x="415" y="889"/>
                    <a:pt x="382" y="864"/>
                  </a:cubicBezTo>
                  <a:cubicBezTo>
                    <a:pt x="348" y="839"/>
                    <a:pt x="324" y="839"/>
                    <a:pt x="290" y="823"/>
                  </a:cubicBezTo>
                  <a:cubicBezTo>
                    <a:pt x="274" y="814"/>
                    <a:pt x="282" y="814"/>
                    <a:pt x="266" y="798"/>
                  </a:cubicBezTo>
                  <a:lnTo>
                    <a:pt x="266" y="798"/>
                  </a:lnTo>
                  <a:cubicBezTo>
                    <a:pt x="262" y="795"/>
                    <a:pt x="257" y="789"/>
                    <a:pt x="257" y="789"/>
                  </a:cubicBezTo>
                  <a:cubicBezTo>
                    <a:pt x="257" y="781"/>
                    <a:pt x="249" y="773"/>
                    <a:pt x="249" y="765"/>
                  </a:cubicBezTo>
                  <a:cubicBezTo>
                    <a:pt x="224" y="698"/>
                    <a:pt x="241" y="599"/>
                    <a:pt x="266" y="524"/>
                  </a:cubicBezTo>
                  <a:cubicBezTo>
                    <a:pt x="282" y="441"/>
                    <a:pt x="315" y="359"/>
                    <a:pt x="357" y="284"/>
                  </a:cubicBezTo>
                  <a:lnTo>
                    <a:pt x="365" y="284"/>
                  </a:lnTo>
                  <a:cubicBezTo>
                    <a:pt x="415" y="193"/>
                    <a:pt x="473" y="102"/>
                    <a:pt x="390" y="19"/>
                  </a:cubicBezTo>
                  <a:cubicBezTo>
                    <a:pt x="377" y="6"/>
                    <a:pt x="362" y="0"/>
                    <a:pt x="3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7" name="Google Shape;5067;p13"/>
            <p:cNvSpPr/>
            <p:nvPr/>
          </p:nvSpPr>
          <p:spPr>
            <a:xfrm>
              <a:off x="5737825" y="3061325"/>
              <a:ext cx="6025" cy="13825"/>
            </a:xfrm>
            <a:custGeom>
              <a:rect b="b" l="l" r="r" t="t"/>
              <a:pathLst>
                <a:path extrusionOk="0" h="553" w="241">
                  <a:moveTo>
                    <a:pt x="85" y="0"/>
                  </a:moveTo>
                  <a:cubicBezTo>
                    <a:pt x="72" y="0"/>
                    <a:pt x="60" y="3"/>
                    <a:pt x="50" y="8"/>
                  </a:cubicBezTo>
                  <a:cubicBezTo>
                    <a:pt x="8" y="33"/>
                    <a:pt x="0" y="74"/>
                    <a:pt x="17" y="116"/>
                  </a:cubicBezTo>
                  <a:lnTo>
                    <a:pt x="33" y="141"/>
                  </a:lnTo>
                  <a:cubicBezTo>
                    <a:pt x="33" y="147"/>
                    <a:pt x="33" y="152"/>
                    <a:pt x="33" y="152"/>
                  </a:cubicBezTo>
                  <a:cubicBezTo>
                    <a:pt x="33" y="155"/>
                    <a:pt x="33" y="157"/>
                    <a:pt x="33" y="157"/>
                  </a:cubicBezTo>
                  <a:cubicBezTo>
                    <a:pt x="41" y="174"/>
                    <a:pt x="50" y="190"/>
                    <a:pt x="58" y="207"/>
                  </a:cubicBezTo>
                  <a:cubicBezTo>
                    <a:pt x="66" y="248"/>
                    <a:pt x="75" y="282"/>
                    <a:pt x="75" y="315"/>
                  </a:cubicBezTo>
                  <a:cubicBezTo>
                    <a:pt x="83" y="331"/>
                    <a:pt x="83" y="348"/>
                    <a:pt x="91" y="364"/>
                  </a:cubicBezTo>
                  <a:cubicBezTo>
                    <a:pt x="91" y="373"/>
                    <a:pt x="91" y="381"/>
                    <a:pt x="91" y="389"/>
                  </a:cubicBezTo>
                  <a:cubicBezTo>
                    <a:pt x="91" y="398"/>
                    <a:pt x="91" y="406"/>
                    <a:pt x="91" y="406"/>
                  </a:cubicBezTo>
                  <a:cubicBezTo>
                    <a:pt x="99" y="422"/>
                    <a:pt x="99" y="439"/>
                    <a:pt x="99" y="456"/>
                  </a:cubicBezTo>
                  <a:cubicBezTo>
                    <a:pt x="99" y="480"/>
                    <a:pt x="116" y="505"/>
                    <a:pt x="124" y="530"/>
                  </a:cubicBezTo>
                  <a:cubicBezTo>
                    <a:pt x="132" y="546"/>
                    <a:pt x="145" y="552"/>
                    <a:pt x="159" y="552"/>
                  </a:cubicBezTo>
                  <a:cubicBezTo>
                    <a:pt x="176" y="552"/>
                    <a:pt x="194" y="543"/>
                    <a:pt x="207" y="530"/>
                  </a:cubicBezTo>
                  <a:cubicBezTo>
                    <a:pt x="215" y="514"/>
                    <a:pt x="224" y="489"/>
                    <a:pt x="232" y="464"/>
                  </a:cubicBezTo>
                  <a:cubicBezTo>
                    <a:pt x="240" y="447"/>
                    <a:pt x="240" y="422"/>
                    <a:pt x="240" y="398"/>
                  </a:cubicBezTo>
                  <a:cubicBezTo>
                    <a:pt x="240" y="356"/>
                    <a:pt x="240" y="315"/>
                    <a:pt x="232" y="265"/>
                  </a:cubicBezTo>
                  <a:cubicBezTo>
                    <a:pt x="224" y="190"/>
                    <a:pt x="191" y="108"/>
                    <a:pt x="157" y="33"/>
                  </a:cubicBezTo>
                  <a:lnTo>
                    <a:pt x="157" y="41"/>
                  </a:lnTo>
                  <a:cubicBezTo>
                    <a:pt x="141" y="13"/>
                    <a:pt x="112" y="0"/>
                    <a:pt x="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8" name="Google Shape;5068;p13"/>
            <p:cNvSpPr/>
            <p:nvPr/>
          </p:nvSpPr>
          <p:spPr>
            <a:xfrm>
              <a:off x="5620150" y="3022550"/>
              <a:ext cx="16200" cy="32175"/>
            </a:xfrm>
            <a:custGeom>
              <a:rect b="b" l="l" r="r" t="t"/>
              <a:pathLst>
                <a:path extrusionOk="0" h="1287" w="648">
                  <a:moveTo>
                    <a:pt x="515" y="1"/>
                  </a:moveTo>
                  <a:cubicBezTo>
                    <a:pt x="472" y="1"/>
                    <a:pt x="432" y="49"/>
                    <a:pt x="457" y="93"/>
                  </a:cubicBezTo>
                  <a:cubicBezTo>
                    <a:pt x="515" y="192"/>
                    <a:pt x="415" y="308"/>
                    <a:pt x="349" y="374"/>
                  </a:cubicBezTo>
                  <a:cubicBezTo>
                    <a:pt x="258" y="466"/>
                    <a:pt x="158" y="548"/>
                    <a:pt x="100" y="664"/>
                  </a:cubicBezTo>
                  <a:cubicBezTo>
                    <a:pt x="34" y="772"/>
                    <a:pt x="1" y="905"/>
                    <a:pt x="26" y="1029"/>
                  </a:cubicBezTo>
                  <a:cubicBezTo>
                    <a:pt x="42" y="1126"/>
                    <a:pt x="121" y="1286"/>
                    <a:pt x="241" y="1286"/>
                  </a:cubicBezTo>
                  <a:cubicBezTo>
                    <a:pt x="243" y="1286"/>
                    <a:pt x="246" y="1286"/>
                    <a:pt x="249" y="1286"/>
                  </a:cubicBezTo>
                  <a:cubicBezTo>
                    <a:pt x="274" y="1286"/>
                    <a:pt x="307" y="1261"/>
                    <a:pt x="307" y="1228"/>
                  </a:cubicBezTo>
                  <a:cubicBezTo>
                    <a:pt x="299" y="1178"/>
                    <a:pt x="266" y="1137"/>
                    <a:pt x="258" y="1087"/>
                  </a:cubicBezTo>
                  <a:cubicBezTo>
                    <a:pt x="241" y="1037"/>
                    <a:pt x="233" y="988"/>
                    <a:pt x="241" y="930"/>
                  </a:cubicBezTo>
                  <a:cubicBezTo>
                    <a:pt x="249" y="814"/>
                    <a:pt x="316" y="714"/>
                    <a:pt x="390" y="631"/>
                  </a:cubicBezTo>
                  <a:cubicBezTo>
                    <a:pt x="473" y="540"/>
                    <a:pt x="573" y="457"/>
                    <a:pt x="614" y="333"/>
                  </a:cubicBezTo>
                  <a:cubicBezTo>
                    <a:pt x="647" y="225"/>
                    <a:pt x="631" y="101"/>
                    <a:pt x="556" y="18"/>
                  </a:cubicBezTo>
                  <a:cubicBezTo>
                    <a:pt x="544" y="6"/>
                    <a:pt x="529" y="1"/>
                    <a:pt x="5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9" name="Google Shape;5069;p13"/>
            <p:cNvSpPr/>
            <p:nvPr/>
          </p:nvSpPr>
          <p:spPr>
            <a:xfrm>
              <a:off x="5634650" y="3041200"/>
              <a:ext cx="4375" cy="12400"/>
            </a:xfrm>
            <a:custGeom>
              <a:rect b="b" l="l" r="r" t="t"/>
              <a:pathLst>
                <a:path extrusionOk="0" h="496" w="175">
                  <a:moveTo>
                    <a:pt x="101" y="0"/>
                  </a:moveTo>
                  <a:cubicBezTo>
                    <a:pt x="98" y="0"/>
                    <a:pt x="95" y="1"/>
                    <a:pt x="92" y="1"/>
                  </a:cubicBezTo>
                  <a:cubicBezTo>
                    <a:pt x="51" y="1"/>
                    <a:pt x="17" y="34"/>
                    <a:pt x="17" y="76"/>
                  </a:cubicBezTo>
                  <a:cubicBezTo>
                    <a:pt x="9" y="142"/>
                    <a:pt x="1" y="208"/>
                    <a:pt x="1" y="275"/>
                  </a:cubicBezTo>
                  <a:cubicBezTo>
                    <a:pt x="1" y="299"/>
                    <a:pt x="9" y="333"/>
                    <a:pt x="9" y="366"/>
                  </a:cubicBezTo>
                  <a:cubicBezTo>
                    <a:pt x="9" y="391"/>
                    <a:pt x="9" y="407"/>
                    <a:pt x="17" y="424"/>
                  </a:cubicBezTo>
                  <a:cubicBezTo>
                    <a:pt x="17" y="440"/>
                    <a:pt x="34" y="457"/>
                    <a:pt x="42" y="473"/>
                  </a:cubicBezTo>
                  <a:cubicBezTo>
                    <a:pt x="51" y="487"/>
                    <a:pt x="67" y="495"/>
                    <a:pt x="81" y="495"/>
                  </a:cubicBezTo>
                  <a:cubicBezTo>
                    <a:pt x="94" y="495"/>
                    <a:pt x="105" y="489"/>
                    <a:pt x="109" y="473"/>
                  </a:cubicBezTo>
                  <a:cubicBezTo>
                    <a:pt x="125" y="457"/>
                    <a:pt x="133" y="440"/>
                    <a:pt x="133" y="415"/>
                  </a:cubicBezTo>
                  <a:cubicBezTo>
                    <a:pt x="133" y="399"/>
                    <a:pt x="133" y="391"/>
                    <a:pt x="142" y="374"/>
                  </a:cubicBezTo>
                  <a:lnTo>
                    <a:pt x="142" y="316"/>
                  </a:lnTo>
                  <a:cubicBezTo>
                    <a:pt x="142" y="316"/>
                    <a:pt x="147" y="305"/>
                    <a:pt x="145" y="305"/>
                  </a:cubicBezTo>
                  <a:lnTo>
                    <a:pt x="145" y="305"/>
                  </a:lnTo>
                  <a:cubicBezTo>
                    <a:pt x="144" y="305"/>
                    <a:pt x="143" y="306"/>
                    <a:pt x="142" y="308"/>
                  </a:cubicBezTo>
                  <a:cubicBezTo>
                    <a:pt x="150" y="299"/>
                    <a:pt x="150" y="283"/>
                    <a:pt x="150" y="275"/>
                  </a:cubicBezTo>
                  <a:cubicBezTo>
                    <a:pt x="158" y="208"/>
                    <a:pt x="158" y="142"/>
                    <a:pt x="167" y="76"/>
                  </a:cubicBezTo>
                  <a:cubicBezTo>
                    <a:pt x="174" y="38"/>
                    <a:pt x="133" y="0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0" name="Google Shape;5070;p13"/>
            <p:cNvSpPr/>
            <p:nvPr/>
          </p:nvSpPr>
          <p:spPr>
            <a:xfrm>
              <a:off x="5606275" y="3046550"/>
              <a:ext cx="3150" cy="8750"/>
            </a:xfrm>
            <a:custGeom>
              <a:rect b="b" l="l" r="r" t="t"/>
              <a:pathLst>
                <a:path extrusionOk="0" h="350" w="126">
                  <a:moveTo>
                    <a:pt x="70" y="0"/>
                  </a:moveTo>
                  <a:cubicBezTo>
                    <a:pt x="48" y="0"/>
                    <a:pt x="24" y="15"/>
                    <a:pt x="17" y="36"/>
                  </a:cubicBezTo>
                  <a:cubicBezTo>
                    <a:pt x="9" y="61"/>
                    <a:pt x="9" y="94"/>
                    <a:pt x="9" y="119"/>
                  </a:cubicBezTo>
                  <a:cubicBezTo>
                    <a:pt x="1" y="143"/>
                    <a:pt x="1" y="168"/>
                    <a:pt x="1" y="193"/>
                  </a:cubicBezTo>
                  <a:lnTo>
                    <a:pt x="1" y="201"/>
                  </a:lnTo>
                  <a:lnTo>
                    <a:pt x="1" y="218"/>
                  </a:lnTo>
                  <a:cubicBezTo>
                    <a:pt x="1" y="235"/>
                    <a:pt x="9" y="243"/>
                    <a:pt x="9" y="259"/>
                  </a:cubicBezTo>
                  <a:cubicBezTo>
                    <a:pt x="9" y="268"/>
                    <a:pt x="9" y="284"/>
                    <a:pt x="9" y="301"/>
                  </a:cubicBezTo>
                  <a:cubicBezTo>
                    <a:pt x="17" y="309"/>
                    <a:pt x="26" y="326"/>
                    <a:pt x="26" y="334"/>
                  </a:cubicBezTo>
                  <a:cubicBezTo>
                    <a:pt x="33" y="344"/>
                    <a:pt x="42" y="349"/>
                    <a:pt x="52" y="349"/>
                  </a:cubicBezTo>
                  <a:cubicBezTo>
                    <a:pt x="64" y="349"/>
                    <a:pt x="75" y="340"/>
                    <a:pt x="75" y="326"/>
                  </a:cubicBezTo>
                  <a:cubicBezTo>
                    <a:pt x="84" y="317"/>
                    <a:pt x="92" y="301"/>
                    <a:pt x="92" y="293"/>
                  </a:cubicBezTo>
                  <a:lnTo>
                    <a:pt x="92" y="259"/>
                  </a:lnTo>
                  <a:cubicBezTo>
                    <a:pt x="92" y="235"/>
                    <a:pt x="92" y="218"/>
                    <a:pt x="100" y="201"/>
                  </a:cubicBezTo>
                  <a:cubicBezTo>
                    <a:pt x="108" y="177"/>
                    <a:pt x="108" y="152"/>
                    <a:pt x="108" y="127"/>
                  </a:cubicBezTo>
                  <a:cubicBezTo>
                    <a:pt x="108" y="119"/>
                    <a:pt x="108" y="110"/>
                    <a:pt x="108" y="110"/>
                  </a:cubicBezTo>
                  <a:lnTo>
                    <a:pt x="108" y="102"/>
                  </a:lnTo>
                  <a:cubicBezTo>
                    <a:pt x="117" y="85"/>
                    <a:pt x="117" y="77"/>
                    <a:pt x="117" y="69"/>
                  </a:cubicBezTo>
                  <a:cubicBezTo>
                    <a:pt x="125" y="36"/>
                    <a:pt x="108" y="11"/>
                    <a:pt x="84" y="3"/>
                  </a:cubicBezTo>
                  <a:cubicBezTo>
                    <a:pt x="79" y="1"/>
                    <a:pt x="75" y="0"/>
                    <a:pt x="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1" name="Google Shape;5071;p13"/>
            <p:cNvSpPr/>
            <p:nvPr/>
          </p:nvSpPr>
          <p:spPr>
            <a:xfrm>
              <a:off x="5866650" y="3029950"/>
              <a:ext cx="11825" cy="14625"/>
            </a:xfrm>
            <a:custGeom>
              <a:rect b="b" l="l" r="r" t="t"/>
              <a:pathLst>
                <a:path extrusionOk="0" h="585" w="473">
                  <a:moveTo>
                    <a:pt x="49" y="1"/>
                  </a:moveTo>
                  <a:cubicBezTo>
                    <a:pt x="31" y="1"/>
                    <a:pt x="15" y="10"/>
                    <a:pt x="9" y="29"/>
                  </a:cubicBezTo>
                  <a:cubicBezTo>
                    <a:pt x="1" y="54"/>
                    <a:pt x="17" y="78"/>
                    <a:pt x="42" y="87"/>
                  </a:cubicBezTo>
                  <a:cubicBezTo>
                    <a:pt x="133" y="112"/>
                    <a:pt x="191" y="186"/>
                    <a:pt x="233" y="261"/>
                  </a:cubicBezTo>
                  <a:cubicBezTo>
                    <a:pt x="257" y="302"/>
                    <a:pt x="274" y="352"/>
                    <a:pt x="282" y="402"/>
                  </a:cubicBezTo>
                  <a:cubicBezTo>
                    <a:pt x="291" y="426"/>
                    <a:pt x="299" y="451"/>
                    <a:pt x="315" y="476"/>
                  </a:cubicBezTo>
                  <a:cubicBezTo>
                    <a:pt x="324" y="509"/>
                    <a:pt x="332" y="542"/>
                    <a:pt x="357" y="567"/>
                  </a:cubicBezTo>
                  <a:cubicBezTo>
                    <a:pt x="372" y="579"/>
                    <a:pt x="388" y="585"/>
                    <a:pt x="404" y="585"/>
                  </a:cubicBezTo>
                  <a:cubicBezTo>
                    <a:pt x="430" y="585"/>
                    <a:pt x="454" y="569"/>
                    <a:pt x="465" y="542"/>
                  </a:cubicBezTo>
                  <a:cubicBezTo>
                    <a:pt x="473" y="509"/>
                    <a:pt x="465" y="468"/>
                    <a:pt x="456" y="435"/>
                  </a:cubicBezTo>
                  <a:cubicBezTo>
                    <a:pt x="448" y="402"/>
                    <a:pt x="440" y="377"/>
                    <a:pt x="431" y="344"/>
                  </a:cubicBezTo>
                  <a:cubicBezTo>
                    <a:pt x="407" y="286"/>
                    <a:pt x="382" y="228"/>
                    <a:pt x="340" y="178"/>
                  </a:cubicBezTo>
                  <a:cubicBezTo>
                    <a:pt x="274" y="87"/>
                    <a:pt x="183" y="20"/>
                    <a:pt x="67" y="4"/>
                  </a:cubicBezTo>
                  <a:cubicBezTo>
                    <a:pt x="61" y="2"/>
                    <a:pt x="54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2" name="Google Shape;5072;p13"/>
            <p:cNvSpPr/>
            <p:nvPr/>
          </p:nvSpPr>
          <p:spPr>
            <a:xfrm>
              <a:off x="5877900" y="3031450"/>
              <a:ext cx="7225" cy="16575"/>
            </a:xfrm>
            <a:custGeom>
              <a:rect b="b" l="l" r="r" t="t"/>
              <a:pathLst>
                <a:path extrusionOk="0" h="663" w="289">
                  <a:moveTo>
                    <a:pt x="65" y="1"/>
                  </a:moveTo>
                  <a:cubicBezTo>
                    <a:pt x="32" y="1"/>
                    <a:pt x="0" y="37"/>
                    <a:pt x="23" y="76"/>
                  </a:cubicBezTo>
                  <a:cubicBezTo>
                    <a:pt x="114" y="250"/>
                    <a:pt x="155" y="441"/>
                    <a:pt x="197" y="632"/>
                  </a:cubicBezTo>
                  <a:cubicBezTo>
                    <a:pt x="201" y="653"/>
                    <a:pt x="215" y="662"/>
                    <a:pt x="231" y="662"/>
                  </a:cubicBezTo>
                  <a:cubicBezTo>
                    <a:pt x="252" y="662"/>
                    <a:pt x="275" y="647"/>
                    <a:pt x="280" y="623"/>
                  </a:cubicBezTo>
                  <a:cubicBezTo>
                    <a:pt x="288" y="416"/>
                    <a:pt x="205" y="209"/>
                    <a:pt x="106" y="27"/>
                  </a:cubicBezTo>
                  <a:cubicBezTo>
                    <a:pt x="95" y="8"/>
                    <a:pt x="80" y="1"/>
                    <a:pt x="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3" name="Google Shape;5073;p13"/>
            <p:cNvSpPr/>
            <p:nvPr/>
          </p:nvSpPr>
          <p:spPr>
            <a:xfrm>
              <a:off x="5661375" y="2862500"/>
              <a:ext cx="16400" cy="18850"/>
            </a:xfrm>
            <a:custGeom>
              <a:rect b="b" l="l" r="r" t="t"/>
              <a:pathLst>
                <a:path extrusionOk="0" h="754" w="656">
                  <a:moveTo>
                    <a:pt x="315" y="1"/>
                  </a:moveTo>
                  <a:cubicBezTo>
                    <a:pt x="273" y="1"/>
                    <a:pt x="238" y="16"/>
                    <a:pt x="208" y="40"/>
                  </a:cubicBezTo>
                  <a:cubicBezTo>
                    <a:pt x="142" y="73"/>
                    <a:pt x="108" y="140"/>
                    <a:pt x="84" y="206"/>
                  </a:cubicBezTo>
                  <a:cubicBezTo>
                    <a:pt x="26" y="347"/>
                    <a:pt x="1" y="579"/>
                    <a:pt x="166" y="670"/>
                  </a:cubicBezTo>
                  <a:cubicBezTo>
                    <a:pt x="212" y="715"/>
                    <a:pt x="271" y="754"/>
                    <a:pt x="338" y="754"/>
                  </a:cubicBezTo>
                  <a:cubicBezTo>
                    <a:pt x="344" y="754"/>
                    <a:pt x="351" y="754"/>
                    <a:pt x="357" y="753"/>
                  </a:cubicBezTo>
                  <a:cubicBezTo>
                    <a:pt x="448" y="745"/>
                    <a:pt x="531" y="687"/>
                    <a:pt x="572" y="604"/>
                  </a:cubicBezTo>
                  <a:cubicBezTo>
                    <a:pt x="655" y="446"/>
                    <a:pt x="630" y="231"/>
                    <a:pt x="514" y="98"/>
                  </a:cubicBezTo>
                  <a:cubicBezTo>
                    <a:pt x="490" y="73"/>
                    <a:pt x="448" y="49"/>
                    <a:pt x="415" y="32"/>
                  </a:cubicBezTo>
                  <a:cubicBezTo>
                    <a:pt x="398" y="15"/>
                    <a:pt x="382" y="7"/>
                    <a:pt x="365" y="7"/>
                  </a:cubicBezTo>
                  <a:cubicBezTo>
                    <a:pt x="348" y="3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4" name="Google Shape;5074;p13"/>
            <p:cNvSpPr/>
            <p:nvPr/>
          </p:nvSpPr>
          <p:spPr>
            <a:xfrm>
              <a:off x="5783175" y="2865200"/>
              <a:ext cx="16400" cy="17950"/>
            </a:xfrm>
            <a:custGeom>
              <a:rect b="b" l="l" r="r" t="t"/>
              <a:pathLst>
                <a:path extrusionOk="0" h="718" w="656">
                  <a:moveTo>
                    <a:pt x="369" y="1"/>
                  </a:moveTo>
                  <a:cubicBezTo>
                    <a:pt x="342" y="1"/>
                    <a:pt x="315" y="5"/>
                    <a:pt x="291" y="15"/>
                  </a:cubicBezTo>
                  <a:cubicBezTo>
                    <a:pt x="108" y="81"/>
                    <a:pt x="1" y="305"/>
                    <a:pt x="50" y="487"/>
                  </a:cubicBezTo>
                  <a:cubicBezTo>
                    <a:pt x="67" y="570"/>
                    <a:pt x="125" y="653"/>
                    <a:pt x="208" y="695"/>
                  </a:cubicBezTo>
                  <a:cubicBezTo>
                    <a:pt x="249" y="709"/>
                    <a:pt x="290" y="718"/>
                    <a:pt x="331" y="718"/>
                  </a:cubicBezTo>
                  <a:cubicBezTo>
                    <a:pt x="381" y="718"/>
                    <a:pt x="431" y="705"/>
                    <a:pt x="481" y="678"/>
                  </a:cubicBezTo>
                  <a:cubicBezTo>
                    <a:pt x="556" y="637"/>
                    <a:pt x="614" y="554"/>
                    <a:pt x="639" y="471"/>
                  </a:cubicBezTo>
                  <a:cubicBezTo>
                    <a:pt x="655" y="396"/>
                    <a:pt x="647" y="313"/>
                    <a:pt x="622" y="239"/>
                  </a:cubicBezTo>
                  <a:lnTo>
                    <a:pt x="622" y="247"/>
                  </a:lnTo>
                  <a:cubicBezTo>
                    <a:pt x="605" y="181"/>
                    <a:pt x="581" y="123"/>
                    <a:pt x="539" y="73"/>
                  </a:cubicBezTo>
                  <a:cubicBezTo>
                    <a:pt x="498" y="27"/>
                    <a:pt x="433" y="1"/>
                    <a:pt x="36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5" name="Google Shape;5075;p13"/>
            <p:cNvSpPr/>
            <p:nvPr/>
          </p:nvSpPr>
          <p:spPr>
            <a:xfrm>
              <a:off x="5642750" y="2844500"/>
              <a:ext cx="46625" cy="21450"/>
            </a:xfrm>
            <a:custGeom>
              <a:rect b="b" l="l" r="r" t="t"/>
              <a:pathLst>
                <a:path extrusionOk="0" h="858" w="1865">
                  <a:moveTo>
                    <a:pt x="814" y="1"/>
                  </a:moveTo>
                  <a:cubicBezTo>
                    <a:pt x="682" y="1"/>
                    <a:pt x="550" y="25"/>
                    <a:pt x="423" y="73"/>
                  </a:cubicBezTo>
                  <a:cubicBezTo>
                    <a:pt x="265" y="139"/>
                    <a:pt x="8" y="280"/>
                    <a:pt x="0" y="470"/>
                  </a:cubicBezTo>
                  <a:cubicBezTo>
                    <a:pt x="0" y="514"/>
                    <a:pt x="32" y="538"/>
                    <a:pt x="67" y="538"/>
                  </a:cubicBezTo>
                  <a:cubicBezTo>
                    <a:pt x="72" y="538"/>
                    <a:pt x="78" y="538"/>
                    <a:pt x="83" y="537"/>
                  </a:cubicBezTo>
                  <a:cubicBezTo>
                    <a:pt x="157" y="520"/>
                    <a:pt x="215" y="462"/>
                    <a:pt x="282" y="421"/>
                  </a:cubicBezTo>
                  <a:cubicBezTo>
                    <a:pt x="348" y="387"/>
                    <a:pt x="423" y="346"/>
                    <a:pt x="489" y="313"/>
                  </a:cubicBezTo>
                  <a:cubicBezTo>
                    <a:pt x="602" y="269"/>
                    <a:pt x="720" y="249"/>
                    <a:pt x="835" y="249"/>
                  </a:cubicBezTo>
                  <a:cubicBezTo>
                    <a:pt x="872" y="249"/>
                    <a:pt x="908" y="251"/>
                    <a:pt x="945" y="255"/>
                  </a:cubicBezTo>
                  <a:cubicBezTo>
                    <a:pt x="1243" y="305"/>
                    <a:pt x="1583" y="512"/>
                    <a:pt x="1649" y="818"/>
                  </a:cubicBezTo>
                  <a:cubicBezTo>
                    <a:pt x="1658" y="846"/>
                    <a:pt x="1680" y="858"/>
                    <a:pt x="1701" y="858"/>
                  </a:cubicBezTo>
                  <a:cubicBezTo>
                    <a:pt x="1719" y="858"/>
                    <a:pt x="1737" y="850"/>
                    <a:pt x="1748" y="835"/>
                  </a:cubicBezTo>
                  <a:cubicBezTo>
                    <a:pt x="1864" y="653"/>
                    <a:pt x="1707" y="429"/>
                    <a:pt x="1583" y="305"/>
                  </a:cubicBezTo>
                  <a:cubicBezTo>
                    <a:pt x="1442" y="164"/>
                    <a:pt x="1235" y="64"/>
                    <a:pt x="1036" y="23"/>
                  </a:cubicBezTo>
                  <a:cubicBezTo>
                    <a:pt x="962" y="8"/>
                    <a:pt x="888" y="1"/>
                    <a:pt x="8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6" name="Google Shape;5076;p13"/>
            <p:cNvSpPr/>
            <p:nvPr/>
          </p:nvSpPr>
          <p:spPr>
            <a:xfrm>
              <a:off x="5646150" y="2840250"/>
              <a:ext cx="19800" cy="4475"/>
            </a:xfrm>
            <a:custGeom>
              <a:rect b="b" l="l" r="r" t="t"/>
              <a:pathLst>
                <a:path extrusionOk="0" h="179" w="792">
                  <a:moveTo>
                    <a:pt x="452" y="0"/>
                  </a:moveTo>
                  <a:cubicBezTo>
                    <a:pt x="433" y="0"/>
                    <a:pt x="414" y="1"/>
                    <a:pt x="394" y="2"/>
                  </a:cubicBezTo>
                  <a:cubicBezTo>
                    <a:pt x="270" y="11"/>
                    <a:pt x="154" y="44"/>
                    <a:pt x="38" y="102"/>
                  </a:cubicBezTo>
                  <a:cubicBezTo>
                    <a:pt x="1" y="117"/>
                    <a:pt x="24" y="179"/>
                    <a:pt x="59" y="179"/>
                  </a:cubicBezTo>
                  <a:cubicBezTo>
                    <a:pt x="63" y="179"/>
                    <a:pt x="67" y="178"/>
                    <a:pt x="71" y="176"/>
                  </a:cubicBezTo>
                  <a:cubicBezTo>
                    <a:pt x="179" y="135"/>
                    <a:pt x="287" y="110"/>
                    <a:pt x="403" y="110"/>
                  </a:cubicBezTo>
                  <a:cubicBezTo>
                    <a:pt x="519" y="110"/>
                    <a:pt x="626" y="135"/>
                    <a:pt x="742" y="151"/>
                  </a:cubicBezTo>
                  <a:cubicBezTo>
                    <a:pt x="784" y="151"/>
                    <a:pt x="792" y="93"/>
                    <a:pt x="759" y="77"/>
                  </a:cubicBezTo>
                  <a:cubicBezTo>
                    <a:pt x="668" y="21"/>
                    <a:pt x="559" y="0"/>
                    <a:pt x="4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7" name="Google Shape;5077;p13"/>
            <p:cNvSpPr/>
            <p:nvPr/>
          </p:nvSpPr>
          <p:spPr>
            <a:xfrm>
              <a:off x="5764125" y="2840775"/>
              <a:ext cx="40825" cy="27025"/>
            </a:xfrm>
            <a:custGeom>
              <a:rect b="b" l="l" r="r" t="t"/>
              <a:pathLst>
                <a:path extrusionOk="0" h="1081" w="1633">
                  <a:moveTo>
                    <a:pt x="1191" y="1"/>
                  </a:moveTo>
                  <a:cubicBezTo>
                    <a:pt x="1153" y="1"/>
                    <a:pt x="1115" y="3"/>
                    <a:pt x="1077" y="6"/>
                  </a:cubicBezTo>
                  <a:cubicBezTo>
                    <a:pt x="879" y="23"/>
                    <a:pt x="688" y="72"/>
                    <a:pt x="514" y="180"/>
                  </a:cubicBezTo>
                  <a:cubicBezTo>
                    <a:pt x="365" y="271"/>
                    <a:pt x="241" y="396"/>
                    <a:pt x="149" y="545"/>
                  </a:cubicBezTo>
                  <a:cubicBezTo>
                    <a:pt x="67" y="686"/>
                    <a:pt x="0" y="876"/>
                    <a:pt x="33" y="1034"/>
                  </a:cubicBezTo>
                  <a:cubicBezTo>
                    <a:pt x="38" y="1062"/>
                    <a:pt x="68" y="1080"/>
                    <a:pt x="97" y="1080"/>
                  </a:cubicBezTo>
                  <a:cubicBezTo>
                    <a:pt x="118" y="1080"/>
                    <a:pt x="139" y="1071"/>
                    <a:pt x="149" y="1050"/>
                  </a:cubicBezTo>
                  <a:cubicBezTo>
                    <a:pt x="207" y="918"/>
                    <a:pt x="249" y="785"/>
                    <a:pt x="332" y="661"/>
                  </a:cubicBezTo>
                  <a:cubicBezTo>
                    <a:pt x="415" y="545"/>
                    <a:pt x="522" y="445"/>
                    <a:pt x="647" y="371"/>
                  </a:cubicBezTo>
                  <a:cubicBezTo>
                    <a:pt x="779" y="288"/>
                    <a:pt x="928" y="246"/>
                    <a:pt x="1086" y="230"/>
                  </a:cubicBezTo>
                  <a:cubicBezTo>
                    <a:pt x="1127" y="226"/>
                    <a:pt x="1169" y="224"/>
                    <a:pt x="1210" y="224"/>
                  </a:cubicBezTo>
                  <a:cubicBezTo>
                    <a:pt x="1251" y="224"/>
                    <a:pt x="1293" y="226"/>
                    <a:pt x="1334" y="230"/>
                  </a:cubicBezTo>
                  <a:cubicBezTo>
                    <a:pt x="1382" y="230"/>
                    <a:pt x="1432" y="235"/>
                    <a:pt x="1480" y="235"/>
                  </a:cubicBezTo>
                  <a:cubicBezTo>
                    <a:pt x="1516" y="235"/>
                    <a:pt x="1551" y="232"/>
                    <a:pt x="1583" y="222"/>
                  </a:cubicBezTo>
                  <a:cubicBezTo>
                    <a:pt x="1624" y="213"/>
                    <a:pt x="1633" y="164"/>
                    <a:pt x="1608" y="130"/>
                  </a:cubicBezTo>
                  <a:cubicBezTo>
                    <a:pt x="1550" y="64"/>
                    <a:pt x="1442" y="31"/>
                    <a:pt x="1351" y="14"/>
                  </a:cubicBezTo>
                  <a:cubicBezTo>
                    <a:pt x="1297" y="5"/>
                    <a:pt x="1244" y="1"/>
                    <a:pt x="1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8" name="Google Shape;5078;p13"/>
            <p:cNvSpPr/>
            <p:nvPr/>
          </p:nvSpPr>
          <p:spPr>
            <a:xfrm>
              <a:off x="5784075" y="2833125"/>
              <a:ext cx="24100" cy="4975"/>
            </a:xfrm>
            <a:custGeom>
              <a:rect b="b" l="l" r="r" t="t"/>
              <a:pathLst>
                <a:path extrusionOk="0" h="199" w="964">
                  <a:moveTo>
                    <a:pt x="446" y="0"/>
                  </a:moveTo>
                  <a:cubicBezTo>
                    <a:pt x="310" y="0"/>
                    <a:pt x="173" y="23"/>
                    <a:pt x="47" y="64"/>
                  </a:cubicBezTo>
                  <a:cubicBezTo>
                    <a:pt x="0" y="79"/>
                    <a:pt x="13" y="147"/>
                    <a:pt x="64" y="147"/>
                  </a:cubicBezTo>
                  <a:cubicBezTo>
                    <a:pt x="66" y="147"/>
                    <a:pt x="69" y="147"/>
                    <a:pt x="72" y="146"/>
                  </a:cubicBezTo>
                  <a:cubicBezTo>
                    <a:pt x="174" y="121"/>
                    <a:pt x="280" y="110"/>
                    <a:pt x="387" y="110"/>
                  </a:cubicBezTo>
                  <a:cubicBezTo>
                    <a:pt x="420" y="110"/>
                    <a:pt x="453" y="111"/>
                    <a:pt x="487" y="113"/>
                  </a:cubicBezTo>
                  <a:cubicBezTo>
                    <a:pt x="619" y="130"/>
                    <a:pt x="752" y="163"/>
                    <a:pt x="884" y="196"/>
                  </a:cubicBezTo>
                  <a:cubicBezTo>
                    <a:pt x="890" y="198"/>
                    <a:pt x="895" y="199"/>
                    <a:pt x="900" y="199"/>
                  </a:cubicBezTo>
                  <a:cubicBezTo>
                    <a:pt x="947" y="199"/>
                    <a:pt x="963" y="136"/>
                    <a:pt x="926" y="113"/>
                  </a:cubicBezTo>
                  <a:cubicBezTo>
                    <a:pt x="783" y="35"/>
                    <a:pt x="616" y="0"/>
                    <a:pt x="4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9" name="Google Shape;5079;p13"/>
            <p:cNvSpPr/>
            <p:nvPr/>
          </p:nvSpPr>
          <p:spPr>
            <a:xfrm>
              <a:off x="5804425" y="2852900"/>
              <a:ext cx="37150" cy="46675"/>
            </a:xfrm>
            <a:custGeom>
              <a:rect b="b" l="l" r="r" t="t"/>
              <a:pathLst>
                <a:path extrusionOk="0" h="1867" w="1486">
                  <a:moveTo>
                    <a:pt x="240" y="0"/>
                  </a:moveTo>
                  <a:cubicBezTo>
                    <a:pt x="181" y="0"/>
                    <a:pt x="119" y="13"/>
                    <a:pt x="54" y="43"/>
                  </a:cubicBezTo>
                  <a:cubicBezTo>
                    <a:pt x="0" y="66"/>
                    <a:pt x="31" y="153"/>
                    <a:pt x="89" y="153"/>
                  </a:cubicBezTo>
                  <a:cubicBezTo>
                    <a:pt x="93" y="153"/>
                    <a:pt x="98" y="152"/>
                    <a:pt x="103" y="151"/>
                  </a:cubicBezTo>
                  <a:cubicBezTo>
                    <a:pt x="124" y="144"/>
                    <a:pt x="145" y="141"/>
                    <a:pt x="165" y="141"/>
                  </a:cubicBezTo>
                  <a:cubicBezTo>
                    <a:pt x="322" y="141"/>
                    <a:pt x="460" y="323"/>
                    <a:pt x="526" y="441"/>
                  </a:cubicBezTo>
                  <a:cubicBezTo>
                    <a:pt x="634" y="623"/>
                    <a:pt x="700" y="814"/>
                    <a:pt x="766" y="1004"/>
                  </a:cubicBezTo>
                  <a:cubicBezTo>
                    <a:pt x="833" y="1187"/>
                    <a:pt x="899" y="1369"/>
                    <a:pt x="998" y="1526"/>
                  </a:cubicBezTo>
                  <a:cubicBezTo>
                    <a:pt x="1089" y="1675"/>
                    <a:pt x="1230" y="1849"/>
                    <a:pt x="1413" y="1866"/>
                  </a:cubicBezTo>
                  <a:cubicBezTo>
                    <a:pt x="1416" y="1866"/>
                    <a:pt x="1419" y="1867"/>
                    <a:pt x="1422" y="1867"/>
                  </a:cubicBezTo>
                  <a:cubicBezTo>
                    <a:pt x="1465" y="1867"/>
                    <a:pt x="1485" y="1814"/>
                    <a:pt x="1462" y="1775"/>
                  </a:cubicBezTo>
                  <a:cubicBezTo>
                    <a:pt x="1413" y="1692"/>
                    <a:pt x="1338" y="1626"/>
                    <a:pt x="1280" y="1543"/>
                  </a:cubicBezTo>
                  <a:cubicBezTo>
                    <a:pt x="1230" y="1460"/>
                    <a:pt x="1181" y="1377"/>
                    <a:pt x="1139" y="1294"/>
                  </a:cubicBezTo>
                  <a:cubicBezTo>
                    <a:pt x="1048" y="1104"/>
                    <a:pt x="990" y="905"/>
                    <a:pt x="915" y="706"/>
                  </a:cubicBezTo>
                  <a:cubicBezTo>
                    <a:pt x="803" y="431"/>
                    <a:pt x="576" y="0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0" name="Google Shape;5080;p13"/>
            <p:cNvSpPr/>
            <p:nvPr/>
          </p:nvSpPr>
          <p:spPr>
            <a:xfrm>
              <a:off x="5828675" y="2865075"/>
              <a:ext cx="12050" cy="16100"/>
            </a:xfrm>
            <a:custGeom>
              <a:rect b="b" l="l" r="r" t="t"/>
              <a:pathLst>
                <a:path extrusionOk="0" h="644" w="482">
                  <a:moveTo>
                    <a:pt x="60" y="1"/>
                  </a:moveTo>
                  <a:cubicBezTo>
                    <a:pt x="31" y="1"/>
                    <a:pt x="1" y="36"/>
                    <a:pt x="20" y="62"/>
                  </a:cubicBezTo>
                  <a:cubicBezTo>
                    <a:pt x="86" y="153"/>
                    <a:pt x="153" y="252"/>
                    <a:pt x="211" y="352"/>
                  </a:cubicBezTo>
                  <a:cubicBezTo>
                    <a:pt x="244" y="401"/>
                    <a:pt x="269" y="451"/>
                    <a:pt x="302" y="492"/>
                  </a:cubicBezTo>
                  <a:cubicBezTo>
                    <a:pt x="343" y="542"/>
                    <a:pt x="368" y="592"/>
                    <a:pt x="418" y="633"/>
                  </a:cubicBezTo>
                  <a:cubicBezTo>
                    <a:pt x="425" y="640"/>
                    <a:pt x="433" y="643"/>
                    <a:pt x="441" y="643"/>
                  </a:cubicBezTo>
                  <a:cubicBezTo>
                    <a:pt x="462" y="643"/>
                    <a:pt x="482" y="624"/>
                    <a:pt x="476" y="600"/>
                  </a:cubicBezTo>
                  <a:cubicBezTo>
                    <a:pt x="459" y="476"/>
                    <a:pt x="393" y="368"/>
                    <a:pt x="318" y="277"/>
                  </a:cubicBezTo>
                  <a:cubicBezTo>
                    <a:pt x="244" y="186"/>
                    <a:pt x="169" y="95"/>
                    <a:pt x="86" y="12"/>
                  </a:cubicBezTo>
                  <a:cubicBezTo>
                    <a:pt x="79" y="4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1" name="Google Shape;5081;p13"/>
            <p:cNvSpPr/>
            <p:nvPr/>
          </p:nvSpPr>
          <p:spPr>
            <a:xfrm>
              <a:off x="5689350" y="2873950"/>
              <a:ext cx="7900" cy="22325"/>
            </a:xfrm>
            <a:custGeom>
              <a:rect b="b" l="l" r="r" t="t"/>
              <a:pathLst>
                <a:path extrusionOk="0" h="893" w="316">
                  <a:moveTo>
                    <a:pt x="69" y="1"/>
                  </a:moveTo>
                  <a:cubicBezTo>
                    <a:pt x="49" y="1"/>
                    <a:pt x="28" y="14"/>
                    <a:pt x="17" y="30"/>
                  </a:cubicBezTo>
                  <a:cubicBezTo>
                    <a:pt x="0" y="55"/>
                    <a:pt x="0" y="88"/>
                    <a:pt x="25" y="113"/>
                  </a:cubicBezTo>
                  <a:cubicBezTo>
                    <a:pt x="91" y="204"/>
                    <a:pt x="125" y="328"/>
                    <a:pt x="125" y="436"/>
                  </a:cubicBezTo>
                  <a:cubicBezTo>
                    <a:pt x="133" y="502"/>
                    <a:pt x="133" y="560"/>
                    <a:pt x="125" y="626"/>
                  </a:cubicBezTo>
                  <a:cubicBezTo>
                    <a:pt x="125" y="651"/>
                    <a:pt x="125" y="693"/>
                    <a:pt x="125" y="709"/>
                  </a:cubicBezTo>
                  <a:cubicBezTo>
                    <a:pt x="116" y="742"/>
                    <a:pt x="108" y="775"/>
                    <a:pt x="108" y="817"/>
                  </a:cubicBezTo>
                  <a:cubicBezTo>
                    <a:pt x="115" y="861"/>
                    <a:pt x="143" y="893"/>
                    <a:pt x="190" y="893"/>
                  </a:cubicBezTo>
                  <a:cubicBezTo>
                    <a:pt x="196" y="893"/>
                    <a:pt x="201" y="892"/>
                    <a:pt x="207" y="891"/>
                  </a:cubicBezTo>
                  <a:cubicBezTo>
                    <a:pt x="307" y="867"/>
                    <a:pt x="315" y="742"/>
                    <a:pt x="315" y="651"/>
                  </a:cubicBezTo>
                  <a:cubicBezTo>
                    <a:pt x="315" y="577"/>
                    <a:pt x="315" y="502"/>
                    <a:pt x="307" y="427"/>
                  </a:cubicBezTo>
                  <a:cubicBezTo>
                    <a:pt x="299" y="345"/>
                    <a:pt x="282" y="270"/>
                    <a:pt x="249" y="195"/>
                  </a:cubicBezTo>
                  <a:cubicBezTo>
                    <a:pt x="216" y="113"/>
                    <a:pt x="166" y="63"/>
                    <a:pt x="100" y="13"/>
                  </a:cubicBezTo>
                  <a:cubicBezTo>
                    <a:pt x="91" y="4"/>
                    <a:pt x="80" y="1"/>
                    <a:pt x="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2" name="Google Shape;5082;p13"/>
            <p:cNvSpPr/>
            <p:nvPr/>
          </p:nvSpPr>
          <p:spPr>
            <a:xfrm>
              <a:off x="5697575" y="2872600"/>
              <a:ext cx="4225" cy="15775"/>
            </a:xfrm>
            <a:custGeom>
              <a:rect b="b" l="l" r="r" t="t"/>
              <a:pathLst>
                <a:path extrusionOk="0" h="631" w="169">
                  <a:moveTo>
                    <a:pt x="64" y="1"/>
                  </a:moveTo>
                  <a:cubicBezTo>
                    <a:pt x="33" y="1"/>
                    <a:pt x="1" y="24"/>
                    <a:pt x="11" y="59"/>
                  </a:cubicBezTo>
                  <a:cubicBezTo>
                    <a:pt x="28" y="150"/>
                    <a:pt x="44" y="233"/>
                    <a:pt x="52" y="324"/>
                  </a:cubicBezTo>
                  <a:cubicBezTo>
                    <a:pt x="61" y="407"/>
                    <a:pt x="61" y="498"/>
                    <a:pt x="61" y="589"/>
                  </a:cubicBezTo>
                  <a:cubicBezTo>
                    <a:pt x="61" y="614"/>
                    <a:pt x="86" y="631"/>
                    <a:pt x="110" y="631"/>
                  </a:cubicBezTo>
                  <a:cubicBezTo>
                    <a:pt x="135" y="631"/>
                    <a:pt x="160" y="614"/>
                    <a:pt x="160" y="589"/>
                  </a:cubicBezTo>
                  <a:cubicBezTo>
                    <a:pt x="168" y="498"/>
                    <a:pt x="168" y="407"/>
                    <a:pt x="160" y="307"/>
                  </a:cubicBezTo>
                  <a:cubicBezTo>
                    <a:pt x="152" y="216"/>
                    <a:pt x="135" y="125"/>
                    <a:pt x="110" y="34"/>
                  </a:cubicBezTo>
                  <a:cubicBezTo>
                    <a:pt x="104" y="11"/>
                    <a:pt x="84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3" name="Google Shape;5083;p13"/>
            <p:cNvSpPr/>
            <p:nvPr/>
          </p:nvSpPr>
          <p:spPr>
            <a:xfrm>
              <a:off x="5736025" y="2880425"/>
              <a:ext cx="11125" cy="13550"/>
            </a:xfrm>
            <a:custGeom>
              <a:rect b="b" l="l" r="r" t="t"/>
              <a:pathLst>
                <a:path extrusionOk="0" h="542" w="445">
                  <a:moveTo>
                    <a:pt x="348" y="0"/>
                  </a:moveTo>
                  <a:cubicBezTo>
                    <a:pt x="333" y="0"/>
                    <a:pt x="318" y="4"/>
                    <a:pt x="304" y="11"/>
                  </a:cubicBezTo>
                  <a:cubicBezTo>
                    <a:pt x="279" y="28"/>
                    <a:pt x="263" y="44"/>
                    <a:pt x="238" y="61"/>
                  </a:cubicBezTo>
                  <a:cubicBezTo>
                    <a:pt x="180" y="110"/>
                    <a:pt x="130" y="168"/>
                    <a:pt x="89" y="235"/>
                  </a:cubicBezTo>
                  <a:cubicBezTo>
                    <a:pt x="64" y="276"/>
                    <a:pt x="47" y="318"/>
                    <a:pt x="39" y="359"/>
                  </a:cubicBezTo>
                  <a:cubicBezTo>
                    <a:pt x="31" y="400"/>
                    <a:pt x="14" y="442"/>
                    <a:pt x="6" y="483"/>
                  </a:cubicBezTo>
                  <a:cubicBezTo>
                    <a:pt x="1" y="518"/>
                    <a:pt x="29" y="541"/>
                    <a:pt x="57" y="541"/>
                  </a:cubicBezTo>
                  <a:cubicBezTo>
                    <a:pt x="76" y="541"/>
                    <a:pt x="95" y="531"/>
                    <a:pt x="105" y="508"/>
                  </a:cubicBezTo>
                  <a:cubicBezTo>
                    <a:pt x="113" y="475"/>
                    <a:pt x="130" y="450"/>
                    <a:pt x="147" y="417"/>
                  </a:cubicBezTo>
                  <a:cubicBezTo>
                    <a:pt x="155" y="400"/>
                    <a:pt x="163" y="384"/>
                    <a:pt x="180" y="376"/>
                  </a:cubicBezTo>
                  <a:cubicBezTo>
                    <a:pt x="180" y="367"/>
                    <a:pt x="180" y="367"/>
                    <a:pt x="180" y="367"/>
                  </a:cubicBezTo>
                  <a:cubicBezTo>
                    <a:pt x="180" y="367"/>
                    <a:pt x="188" y="359"/>
                    <a:pt x="188" y="359"/>
                  </a:cubicBezTo>
                  <a:cubicBezTo>
                    <a:pt x="196" y="351"/>
                    <a:pt x="205" y="334"/>
                    <a:pt x="213" y="326"/>
                  </a:cubicBezTo>
                  <a:lnTo>
                    <a:pt x="213" y="326"/>
                  </a:lnTo>
                  <a:cubicBezTo>
                    <a:pt x="216" y="323"/>
                    <a:pt x="221" y="318"/>
                    <a:pt x="221" y="318"/>
                  </a:cubicBezTo>
                  <a:cubicBezTo>
                    <a:pt x="229" y="309"/>
                    <a:pt x="229" y="301"/>
                    <a:pt x="238" y="293"/>
                  </a:cubicBezTo>
                  <a:cubicBezTo>
                    <a:pt x="254" y="284"/>
                    <a:pt x="263" y="268"/>
                    <a:pt x="279" y="251"/>
                  </a:cubicBezTo>
                  <a:lnTo>
                    <a:pt x="321" y="218"/>
                  </a:lnTo>
                  <a:cubicBezTo>
                    <a:pt x="321" y="210"/>
                    <a:pt x="329" y="202"/>
                    <a:pt x="337" y="202"/>
                  </a:cubicBezTo>
                  <a:cubicBezTo>
                    <a:pt x="337" y="193"/>
                    <a:pt x="345" y="193"/>
                    <a:pt x="345" y="193"/>
                  </a:cubicBezTo>
                  <a:cubicBezTo>
                    <a:pt x="349" y="190"/>
                    <a:pt x="352" y="187"/>
                    <a:pt x="354" y="185"/>
                  </a:cubicBezTo>
                  <a:cubicBezTo>
                    <a:pt x="370" y="168"/>
                    <a:pt x="387" y="160"/>
                    <a:pt x="403" y="144"/>
                  </a:cubicBezTo>
                  <a:cubicBezTo>
                    <a:pt x="437" y="119"/>
                    <a:pt x="445" y="61"/>
                    <a:pt x="412" y="28"/>
                  </a:cubicBezTo>
                  <a:cubicBezTo>
                    <a:pt x="392" y="8"/>
                    <a:pt x="370" y="0"/>
                    <a:pt x="3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4" name="Google Shape;5084;p13"/>
            <p:cNvSpPr/>
            <p:nvPr/>
          </p:nvSpPr>
          <p:spPr>
            <a:xfrm>
              <a:off x="5746925" y="2885925"/>
              <a:ext cx="6250" cy="6075"/>
            </a:xfrm>
            <a:custGeom>
              <a:rect b="b" l="l" r="r" t="t"/>
              <a:pathLst>
                <a:path extrusionOk="0" h="243" w="250">
                  <a:moveTo>
                    <a:pt x="216" y="0"/>
                  </a:moveTo>
                  <a:cubicBezTo>
                    <a:pt x="208" y="0"/>
                    <a:pt x="199" y="2"/>
                    <a:pt x="191" y="6"/>
                  </a:cubicBezTo>
                  <a:cubicBezTo>
                    <a:pt x="183" y="6"/>
                    <a:pt x="175" y="15"/>
                    <a:pt x="166" y="23"/>
                  </a:cubicBezTo>
                  <a:cubicBezTo>
                    <a:pt x="158" y="31"/>
                    <a:pt x="150" y="40"/>
                    <a:pt x="141" y="40"/>
                  </a:cubicBezTo>
                  <a:lnTo>
                    <a:pt x="100" y="81"/>
                  </a:lnTo>
                  <a:cubicBezTo>
                    <a:pt x="75" y="106"/>
                    <a:pt x="50" y="139"/>
                    <a:pt x="17" y="164"/>
                  </a:cubicBezTo>
                  <a:cubicBezTo>
                    <a:pt x="9" y="180"/>
                    <a:pt x="1" y="214"/>
                    <a:pt x="17" y="230"/>
                  </a:cubicBezTo>
                  <a:cubicBezTo>
                    <a:pt x="30" y="238"/>
                    <a:pt x="42" y="243"/>
                    <a:pt x="53" y="243"/>
                  </a:cubicBezTo>
                  <a:cubicBezTo>
                    <a:pt x="65" y="243"/>
                    <a:pt x="75" y="238"/>
                    <a:pt x="83" y="230"/>
                  </a:cubicBezTo>
                  <a:cubicBezTo>
                    <a:pt x="117" y="205"/>
                    <a:pt x="141" y="180"/>
                    <a:pt x="166" y="147"/>
                  </a:cubicBezTo>
                  <a:cubicBezTo>
                    <a:pt x="183" y="139"/>
                    <a:pt x="191" y="122"/>
                    <a:pt x="208" y="106"/>
                  </a:cubicBezTo>
                  <a:cubicBezTo>
                    <a:pt x="216" y="98"/>
                    <a:pt x="216" y="98"/>
                    <a:pt x="224" y="89"/>
                  </a:cubicBezTo>
                  <a:cubicBezTo>
                    <a:pt x="233" y="81"/>
                    <a:pt x="241" y="64"/>
                    <a:pt x="249" y="56"/>
                  </a:cubicBezTo>
                  <a:cubicBezTo>
                    <a:pt x="249" y="40"/>
                    <a:pt x="249" y="23"/>
                    <a:pt x="241" y="6"/>
                  </a:cubicBezTo>
                  <a:cubicBezTo>
                    <a:pt x="233" y="2"/>
                    <a:pt x="224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5" name="Google Shape;5085;p13"/>
            <p:cNvSpPr/>
            <p:nvPr/>
          </p:nvSpPr>
          <p:spPr>
            <a:xfrm>
              <a:off x="5667500" y="2827000"/>
              <a:ext cx="22075" cy="23825"/>
            </a:xfrm>
            <a:custGeom>
              <a:rect b="b" l="l" r="r" t="t"/>
              <a:pathLst>
                <a:path extrusionOk="0" h="953" w="883">
                  <a:moveTo>
                    <a:pt x="63" y="0"/>
                  </a:moveTo>
                  <a:cubicBezTo>
                    <a:pt x="10" y="0"/>
                    <a:pt x="1" y="79"/>
                    <a:pt x="54" y="101"/>
                  </a:cubicBezTo>
                  <a:cubicBezTo>
                    <a:pt x="228" y="159"/>
                    <a:pt x="369" y="284"/>
                    <a:pt x="485" y="425"/>
                  </a:cubicBezTo>
                  <a:cubicBezTo>
                    <a:pt x="543" y="491"/>
                    <a:pt x="584" y="574"/>
                    <a:pt x="617" y="657"/>
                  </a:cubicBezTo>
                  <a:cubicBezTo>
                    <a:pt x="634" y="690"/>
                    <a:pt x="651" y="731"/>
                    <a:pt x="659" y="773"/>
                  </a:cubicBezTo>
                  <a:cubicBezTo>
                    <a:pt x="675" y="822"/>
                    <a:pt x="684" y="872"/>
                    <a:pt x="709" y="913"/>
                  </a:cubicBezTo>
                  <a:cubicBezTo>
                    <a:pt x="723" y="940"/>
                    <a:pt x="750" y="952"/>
                    <a:pt x="777" y="952"/>
                  </a:cubicBezTo>
                  <a:cubicBezTo>
                    <a:pt x="810" y="952"/>
                    <a:pt x="844" y="933"/>
                    <a:pt x="858" y="897"/>
                  </a:cubicBezTo>
                  <a:cubicBezTo>
                    <a:pt x="883" y="789"/>
                    <a:pt x="825" y="665"/>
                    <a:pt x="783" y="574"/>
                  </a:cubicBezTo>
                  <a:cubicBezTo>
                    <a:pt x="733" y="483"/>
                    <a:pt x="675" y="391"/>
                    <a:pt x="609" y="309"/>
                  </a:cubicBezTo>
                  <a:cubicBezTo>
                    <a:pt x="468" y="159"/>
                    <a:pt x="278" y="52"/>
                    <a:pt x="79" y="2"/>
                  </a:cubicBezTo>
                  <a:cubicBezTo>
                    <a:pt x="73" y="1"/>
                    <a:pt x="68" y="0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6" name="Google Shape;5086;p13"/>
            <p:cNvSpPr/>
            <p:nvPr/>
          </p:nvSpPr>
          <p:spPr>
            <a:xfrm>
              <a:off x="5689050" y="2835975"/>
              <a:ext cx="7575" cy="8700"/>
            </a:xfrm>
            <a:custGeom>
              <a:rect b="b" l="l" r="r" t="t"/>
              <a:pathLst>
                <a:path extrusionOk="0" h="348" w="303">
                  <a:moveTo>
                    <a:pt x="56" y="0"/>
                  </a:moveTo>
                  <a:cubicBezTo>
                    <a:pt x="28" y="0"/>
                    <a:pt x="1" y="31"/>
                    <a:pt x="21" y="57"/>
                  </a:cubicBezTo>
                  <a:cubicBezTo>
                    <a:pt x="37" y="82"/>
                    <a:pt x="45" y="99"/>
                    <a:pt x="62" y="124"/>
                  </a:cubicBezTo>
                  <a:cubicBezTo>
                    <a:pt x="70" y="140"/>
                    <a:pt x="87" y="148"/>
                    <a:pt x="95" y="165"/>
                  </a:cubicBezTo>
                  <a:lnTo>
                    <a:pt x="103" y="182"/>
                  </a:lnTo>
                  <a:cubicBezTo>
                    <a:pt x="112" y="182"/>
                    <a:pt x="112" y="182"/>
                    <a:pt x="112" y="190"/>
                  </a:cubicBezTo>
                  <a:cubicBezTo>
                    <a:pt x="128" y="206"/>
                    <a:pt x="145" y="231"/>
                    <a:pt x="153" y="248"/>
                  </a:cubicBezTo>
                  <a:cubicBezTo>
                    <a:pt x="170" y="273"/>
                    <a:pt x="186" y="298"/>
                    <a:pt x="195" y="322"/>
                  </a:cubicBezTo>
                  <a:cubicBezTo>
                    <a:pt x="205" y="338"/>
                    <a:pt x="223" y="348"/>
                    <a:pt x="241" y="348"/>
                  </a:cubicBezTo>
                  <a:cubicBezTo>
                    <a:pt x="250" y="348"/>
                    <a:pt x="260" y="345"/>
                    <a:pt x="269" y="339"/>
                  </a:cubicBezTo>
                  <a:cubicBezTo>
                    <a:pt x="294" y="322"/>
                    <a:pt x="302" y="289"/>
                    <a:pt x="294" y="264"/>
                  </a:cubicBezTo>
                  <a:cubicBezTo>
                    <a:pt x="269" y="215"/>
                    <a:pt x="236" y="173"/>
                    <a:pt x="203" y="124"/>
                  </a:cubicBezTo>
                  <a:cubicBezTo>
                    <a:pt x="186" y="99"/>
                    <a:pt x="170" y="74"/>
                    <a:pt x="145" y="57"/>
                  </a:cubicBezTo>
                  <a:cubicBezTo>
                    <a:pt x="128" y="41"/>
                    <a:pt x="103" y="16"/>
                    <a:pt x="79" y="8"/>
                  </a:cubicBezTo>
                  <a:cubicBezTo>
                    <a:pt x="71" y="2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7" name="Google Shape;5087;p13"/>
            <p:cNvSpPr/>
            <p:nvPr/>
          </p:nvSpPr>
          <p:spPr>
            <a:xfrm>
              <a:off x="5759200" y="2822700"/>
              <a:ext cx="22975" cy="21575"/>
            </a:xfrm>
            <a:custGeom>
              <a:rect b="b" l="l" r="r" t="t"/>
              <a:pathLst>
                <a:path extrusionOk="0" h="863" w="919">
                  <a:moveTo>
                    <a:pt x="843" y="0"/>
                  </a:moveTo>
                  <a:cubicBezTo>
                    <a:pt x="811" y="0"/>
                    <a:pt x="776" y="14"/>
                    <a:pt x="744" y="25"/>
                  </a:cubicBezTo>
                  <a:cubicBezTo>
                    <a:pt x="694" y="41"/>
                    <a:pt x="653" y="75"/>
                    <a:pt x="612" y="99"/>
                  </a:cubicBezTo>
                  <a:cubicBezTo>
                    <a:pt x="520" y="157"/>
                    <a:pt x="438" y="224"/>
                    <a:pt x="363" y="290"/>
                  </a:cubicBezTo>
                  <a:cubicBezTo>
                    <a:pt x="214" y="431"/>
                    <a:pt x="114" y="605"/>
                    <a:pt x="23" y="787"/>
                  </a:cubicBezTo>
                  <a:cubicBezTo>
                    <a:pt x="1" y="827"/>
                    <a:pt x="32" y="863"/>
                    <a:pt x="68" y="863"/>
                  </a:cubicBezTo>
                  <a:cubicBezTo>
                    <a:pt x="84" y="863"/>
                    <a:pt x="101" y="855"/>
                    <a:pt x="114" y="837"/>
                  </a:cubicBezTo>
                  <a:cubicBezTo>
                    <a:pt x="214" y="679"/>
                    <a:pt x="355" y="547"/>
                    <a:pt x="496" y="414"/>
                  </a:cubicBezTo>
                  <a:cubicBezTo>
                    <a:pt x="562" y="356"/>
                    <a:pt x="628" y="298"/>
                    <a:pt x="703" y="249"/>
                  </a:cubicBezTo>
                  <a:cubicBezTo>
                    <a:pt x="744" y="224"/>
                    <a:pt x="794" y="199"/>
                    <a:pt x="827" y="166"/>
                  </a:cubicBezTo>
                  <a:cubicBezTo>
                    <a:pt x="852" y="157"/>
                    <a:pt x="868" y="141"/>
                    <a:pt x="885" y="124"/>
                  </a:cubicBezTo>
                  <a:cubicBezTo>
                    <a:pt x="910" y="99"/>
                    <a:pt x="918" y="83"/>
                    <a:pt x="918" y="58"/>
                  </a:cubicBezTo>
                  <a:cubicBezTo>
                    <a:pt x="918" y="41"/>
                    <a:pt x="910" y="17"/>
                    <a:pt x="893" y="17"/>
                  </a:cubicBezTo>
                  <a:cubicBezTo>
                    <a:pt x="878" y="5"/>
                    <a:pt x="861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8" name="Google Shape;5088;p13"/>
            <p:cNvSpPr/>
            <p:nvPr/>
          </p:nvSpPr>
          <p:spPr>
            <a:xfrm>
              <a:off x="5802650" y="2813375"/>
              <a:ext cx="17625" cy="3125"/>
            </a:xfrm>
            <a:custGeom>
              <a:rect b="b" l="l" r="r" t="t"/>
              <a:pathLst>
                <a:path extrusionOk="0" h="125" w="705">
                  <a:moveTo>
                    <a:pt x="521" y="0"/>
                  </a:moveTo>
                  <a:cubicBezTo>
                    <a:pt x="471" y="0"/>
                    <a:pt x="419" y="4"/>
                    <a:pt x="365" y="8"/>
                  </a:cubicBezTo>
                  <a:cubicBezTo>
                    <a:pt x="266" y="8"/>
                    <a:pt x="166" y="17"/>
                    <a:pt x="58" y="25"/>
                  </a:cubicBezTo>
                  <a:cubicBezTo>
                    <a:pt x="0" y="25"/>
                    <a:pt x="0" y="124"/>
                    <a:pt x="58" y="124"/>
                  </a:cubicBezTo>
                  <a:cubicBezTo>
                    <a:pt x="166" y="116"/>
                    <a:pt x="266" y="116"/>
                    <a:pt x="365" y="116"/>
                  </a:cubicBezTo>
                  <a:cubicBezTo>
                    <a:pt x="473" y="116"/>
                    <a:pt x="580" y="116"/>
                    <a:pt x="672" y="83"/>
                  </a:cubicBezTo>
                  <a:cubicBezTo>
                    <a:pt x="705" y="75"/>
                    <a:pt x="705" y="25"/>
                    <a:pt x="672" y="17"/>
                  </a:cubicBezTo>
                  <a:cubicBezTo>
                    <a:pt x="622" y="4"/>
                    <a:pt x="572" y="0"/>
                    <a:pt x="5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9" name="Google Shape;5089;p13"/>
            <p:cNvSpPr/>
            <p:nvPr/>
          </p:nvSpPr>
          <p:spPr>
            <a:xfrm>
              <a:off x="5631150" y="2835875"/>
              <a:ext cx="14725" cy="18875"/>
            </a:xfrm>
            <a:custGeom>
              <a:rect b="b" l="l" r="r" t="t"/>
              <a:pathLst>
                <a:path extrusionOk="0" h="755" w="589">
                  <a:moveTo>
                    <a:pt x="492" y="1"/>
                  </a:moveTo>
                  <a:cubicBezTo>
                    <a:pt x="338" y="1"/>
                    <a:pt x="226" y="137"/>
                    <a:pt x="149" y="252"/>
                  </a:cubicBezTo>
                  <a:cubicBezTo>
                    <a:pt x="99" y="326"/>
                    <a:pt x="58" y="409"/>
                    <a:pt x="33" y="492"/>
                  </a:cubicBezTo>
                  <a:cubicBezTo>
                    <a:pt x="25" y="534"/>
                    <a:pt x="17" y="575"/>
                    <a:pt x="8" y="616"/>
                  </a:cubicBezTo>
                  <a:cubicBezTo>
                    <a:pt x="8" y="658"/>
                    <a:pt x="0" y="699"/>
                    <a:pt x="17" y="741"/>
                  </a:cubicBezTo>
                  <a:cubicBezTo>
                    <a:pt x="26" y="750"/>
                    <a:pt x="36" y="754"/>
                    <a:pt x="46" y="754"/>
                  </a:cubicBezTo>
                  <a:cubicBezTo>
                    <a:pt x="53" y="754"/>
                    <a:pt x="59" y="752"/>
                    <a:pt x="66" y="749"/>
                  </a:cubicBezTo>
                  <a:cubicBezTo>
                    <a:pt x="99" y="724"/>
                    <a:pt x="99" y="683"/>
                    <a:pt x="116" y="650"/>
                  </a:cubicBezTo>
                  <a:cubicBezTo>
                    <a:pt x="124" y="633"/>
                    <a:pt x="141" y="625"/>
                    <a:pt x="141" y="608"/>
                  </a:cubicBezTo>
                  <a:cubicBezTo>
                    <a:pt x="149" y="592"/>
                    <a:pt x="157" y="567"/>
                    <a:pt x="166" y="550"/>
                  </a:cubicBezTo>
                  <a:cubicBezTo>
                    <a:pt x="191" y="484"/>
                    <a:pt x="224" y="418"/>
                    <a:pt x="257" y="360"/>
                  </a:cubicBezTo>
                  <a:cubicBezTo>
                    <a:pt x="282" y="302"/>
                    <a:pt x="323" y="235"/>
                    <a:pt x="365" y="186"/>
                  </a:cubicBezTo>
                  <a:cubicBezTo>
                    <a:pt x="402" y="148"/>
                    <a:pt x="447" y="110"/>
                    <a:pt x="505" y="110"/>
                  </a:cubicBezTo>
                  <a:cubicBezTo>
                    <a:pt x="511" y="110"/>
                    <a:pt x="516" y="110"/>
                    <a:pt x="522" y="111"/>
                  </a:cubicBezTo>
                  <a:cubicBezTo>
                    <a:pt x="580" y="111"/>
                    <a:pt x="588" y="20"/>
                    <a:pt x="530" y="3"/>
                  </a:cubicBezTo>
                  <a:cubicBezTo>
                    <a:pt x="517" y="1"/>
                    <a:pt x="505" y="1"/>
                    <a:pt x="4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0" name="Google Shape;5090;p13"/>
            <p:cNvSpPr/>
            <p:nvPr/>
          </p:nvSpPr>
          <p:spPr>
            <a:xfrm>
              <a:off x="5634025" y="2826750"/>
              <a:ext cx="11850" cy="10475"/>
            </a:xfrm>
            <a:custGeom>
              <a:rect b="b" l="l" r="r" t="t"/>
              <a:pathLst>
                <a:path extrusionOk="0" h="419" w="474">
                  <a:moveTo>
                    <a:pt x="430" y="1"/>
                  </a:moveTo>
                  <a:cubicBezTo>
                    <a:pt x="425" y="1"/>
                    <a:pt x="420" y="2"/>
                    <a:pt x="415" y="4"/>
                  </a:cubicBezTo>
                  <a:cubicBezTo>
                    <a:pt x="332" y="45"/>
                    <a:pt x="250" y="87"/>
                    <a:pt x="183" y="145"/>
                  </a:cubicBezTo>
                  <a:cubicBezTo>
                    <a:pt x="125" y="211"/>
                    <a:pt x="67" y="277"/>
                    <a:pt x="18" y="360"/>
                  </a:cubicBezTo>
                  <a:cubicBezTo>
                    <a:pt x="0" y="389"/>
                    <a:pt x="32" y="419"/>
                    <a:pt x="61" y="419"/>
                  </a:cubicBezTo>
                  <a:cubicBezTo>
                    <a:pt x="73" y="419"/>
                    <a:pt x="85" y="414"/>
                    <a:pt x="92" y="401"/>
                  </a:cubicBezTo>
                  <a:cubicBezTo>
                    <a:pt x="175" y="261"/>
                    <a:pt x="308" y="145"/>
                    <a:pt x="448" y="70"/>
                  </a:cubicBezTo>
                  <a:cubicBezTo>
                    <a:pt x="473" y="62"/>
                    <a:pt x="473" y="37"/>
                    <a:pt x="465" y="20"/>
                  </a:cubicBezTo>
                  <a:cubicBezTo>
                    <a:pt x="459" y="8"/>
                    <a:pt x="444" y="1"/>
                    <a:pt x="4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1" name="Google Shape;5091;p13"/>
            <p:cNvSpPr/>
            <p:nvPr/>
          </p:nvSpPr>
          <p:spPr>
            <a:xfrm>
              <a:off x="5829025" y="2851825"/>
              <a:ext cx="19625" cy="18650"/>
            </a:xfrm>
            <a:custGeom>
              <a:rect b="b" l="l" r="r" t="t"/>
              <a:pathLst>
                <a:path extrusionOk="0" h="746" w="785">
                  <a:moveTo>
                    <a:pt x="151" y="0"/>
                  </a:moveTo>
                  <a:cubicBezTo>
                    <a:pt x="119" y="0"/>
                    <a:pt x="87" y="4"/>
                    <a:pt x="56" y="12"/>
                  </a:cubicBezTo>
                  <a:cubicBezTo>
                    <a:pt x="0" y="20"/>
                    <a:pt x="13" y="103"/>
                    <a:pt x="65" y="103"/>
                  </a:cubicBezTo>
                  <a:cubicBezTo>
                    <a:pt x="67" y="103"/>
                    <a:pt x="70" y="103"/>
                    <a:pt x="72" y="103"/>
                  </a:cubicBezTo>
                  <a:cubicBezTo>
                    <a:pt x="78" y="102"/>
                    <a:pt x="84" y="102"/>
                    <a:pt x="91" y="102"/>
                  </a:cubicBezTo>
                  <a:cubicBezTo>
                    <a:pt x="216" y="102"/>
                    <a:pt x="333" y="182"/>
                    <a:pt x="404" y="285"/>
                  </a:cubicBezTo>
                  <a:cubicBezTo>
                    <a:pt x="420" y="310"/>
                    <a:pt x="437" y="343"/>
                    <a:pt x="453" y="376"/>
                  </a:cubicBezTo>
                  <a:cubicBezTo>
                    <a:pt x="462" y="393"/>
                    <a:pt x="470" y="409"/>
                    <a:pt x="478" y="426"/>
                  </a:cubicBezTo>
                  <a:cubicBezTo>
                    <a:pt x="487" y="434"/>
                    <a:pt x="487" y="442"/>
                    <a:pt x="487" y="451"/>
                  </a:cubicBezTo>
                  <a:cubicBezTo>
                    <a:pt x="495" y="451"/>
                    <a:pt x="495" y="459"/>
                    <a:pt x="495" y="459"/>
                  </a:cubicBezTo>
                  <a:cubicBezTo>
                    <a:pt x="495" y="459"/>
                    <a:pt x="495" y="459"/>
                    <a:pt x="495" y="467"/>
                  </a:cubicBezTo>
                  <a:cubicBezTo>
                    <a:pt x="511" y="500"/>
                    <a:pt x="528" y="534"/>
                    <a:pt x="536" y="575"/>
                  </a:cubicBezTo>
                  <a:cubicBezTo>
                    <a:pt x="553" y="608"/>
                    <a:pt x="561" y="666"/>
                    <a:pt x="594" y="699"/>
                  </a:cubicBezTo>
                  <a:cubicBezTo>
                    <a:pt x="614" y="725"/>
                    <a:pt x="643" y="746"/>
                    <a:pt x="675" y="746"/>
                  </a:cubicBezTo>
                  <a:cubicBezTo>
                    <a:pt x="684" y="746"/>
                    <a:pt x="693" y="744"/>
                    <a:pt x="702" y="741"/>
                  </a:cubicBezTo>
                  <a:cubicBezTo>
                    <a:pt x="743" y="732"/>
                    <a:pt x="785" y="691"/>
                    <a:pt x="777" y="641"/>
                  </a:cubicBezTo>
                  <a:cubicBezTo>
                    <a:pt x="768" y="592"/>
                    <a:pt x="752" y="534"/>
                    <a:pt x="727" y="484"/>
                  </a:cubicBezTo>
                  <a:cubicBezTo>
                    <a:pt x="710" y="451"/>
                    <a:pt x="685" y="409"/>
                    <a:pt x="669" y="376"/>
                  </a:cubicBezTo>
                  <a:cubicBezTo>
                    <a:pt x="627" y="302"/>
                    <a:pt x="578" y="227"/>
                    <a:pt x="511" y="161"/>
                  </a:cubicBezTo>
                  <a:cubicBezTo>
                    <a:pt x="417" y="67"/>
                    <a:pt x="285" y="0"/>
                    <a:pt x="1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2" name="Google Shape;5092;p13"/>
            <p:cNvSpPr/>
            <p:nvPr/>
          </p:nvSpPr>
          <p:spPr>
            <a:xfrm>
              <a:off x="5851325" y="2851475"/>
              <a:ext cx="3550" cy="12000"/>
            </a:xfrm>
            <a:custGeom>
              <a:rect b="b" l="l" r="r" t="t"/>
              <a:pathLst>
                <a:path extrusionOk="0" h="480" w="142">
                  <a:moveTo>
                    <a:pt x="50" y="1"/>
                  </a:moveTo>
                  <a:cubicBezTo>
                    <a:pt x="25" y="1"/>
                    <a:pt x="1" y="26"/>
                    <a:pt x="1" y="50"/>
                  </a:cubicBezTo>
                  <a:cubicBezTo>
                    <a:pt x="9" y="117"/>
                    <a:pt x="17" y="191"/>
                    <a:pt x="25" y="258"/>
                  </a:cubicBezTo>
                  <a:cubicBezTo>
                    <a:pt x="34" y="291"/>
                    <a:pt x="34" y="324"/>
                    <a:pt x="42" y="365"/>
                  </a:cubicBezTo>
                  <a:cubicBezTo>
                    <a:pt x="42" y="382"/>
                    <a:pt x="42" y="398"/>
                    <a:pt x="50" y="415"/>
                  </a:cubicBezTo>
                  <a:cubicBezTo>
                    <a:pt x="50" y="432"/>
                    <a:pt x="59" y="448"/>
                    <a:pt x="67" y="465"/>
                  </a:cubicBezTo>
                  <a:cubicBezTo>
                    <a:pt x="74" y="475"/>
                    <a:pt x="85" y="480"/>
                    <a:pt x="96" y="480"/>
                  </a:cubicBezTo>
                  <a:cubicBezTo>
                    <a:pt x="112" y="480"/>
                    <a:pt x="128" y="471"/>
                    <a:pt x="133" y="456"/>
                  </a:cubicBezTo>
                  <a:cubicBezTo>
                    <a:pt x="133" y="440"/>
                    <a:pt x="141" y="423"/>
                    <a:pt x="141" y="398"/>
                  </a:cubicBezTo>
                  <a:cubicBezTo>
                    <a:pt x="141" y="390"/>
                    <a:pt x="133" y="374"/>
                    <a:pt x="133" y="357"/>
                  </a:cubicBezTo>
                  <a:cubicBezTo>
                    <a:pt x="133" y="324"/>
                    <a:pt x="125" y="291"/>
                    <a:pt x="125" y="249"/>
                  </a:cubicBezTo>
                  <a:lnTo>
                    <a:pt x="92" y="50"/>
                  </a:lnTo>
                  <a:cubicBezTo>
                    <a:pt x="92" y="26"/>
                    <a:pt x="75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3" name="Google Shape;5093;p13"/>
            <p:cNvSpPr/>
            <p:nvPr/>
          </p:nvSpPr>
          <p:spPr>
            <a:xfrm>
              <a:off x="5777950" y="2900325"/>
              <a:ext cx="18100" cy="4425"/>
            </a:xfrm>
            <a:custGeom>
              <a:rect b="b" l="l" r="r" t="t"/>
              <a:pathLst>
                <a:path extrusionOk="0" h="177" w="724">
                  <a:moveTo>
                    <a:pt x="345" y="1"/>
                  </a:moveTo>
                  <a:cubicBezTo>
                    <a:pt x="238" y="1"/>
                    <a:pt x="138" y="25"/>
                    <a:pt x="44" y="68"/>
                  </a:cubicBezTo>
                  <a:cubicBezTo>
                    <a:pt x="1" y="90"/>
                    <a:pt x="20" y="156"/>
                    <a:pt x="59" y="156"/>
                  </a:cubicBezTo>
                  <a:cubicBezTo>
                    <a:pt x="65" y="156"/>
                    <a:pt x="71" y="154"/>
                    <a:pt x="77" y="151"/>
                  </a:cubicBezTo>
                  <a:cubicBezTo>
                    <a:pt x="153" y="126"/>
                    <a:pt x="229" y="115"/>
                    <a:pt x="309" y="115"/>
                  </a:cubicBezTo>
                  <a:cubicBezTo>
                    <a:pt x="333" y="115"/>
                    <a:pt x="358" y="116"/>
                    <a:pt x="384" y="118"/>
                  </a:cubicBezTo>
                  <a:cubicBezTo>
                    <a:pt x="433" y="118"/>
                    <a:pt x="483" y="135"/>
                    <a:pt x="524" y="143"/>
                  </a:cubicBezTo>
                  <a:cubicBezTo>
                    <a:pt x="582" y="151"/>
                    <a:pt x="632" y="176"/>
                    <a:pt x="682" y="176"/>
                  </a:cubicBezTo>
                  <a:cubicBezTo>
                    <a:pt x="707" y="176"/>
                    <a:pt x="723" y="151"/>
                    <a:pt x="707" y="135"/>
                  </a:cubicBezTo>
                  <a:cubicBezTo>
                    <a:pt x="674" y="85"/>
                    <a:pt x="624" y="60"/>
                    <a:pt x="574" y="44"/>
                  </a:cubicBezTo>
                  <a:cubicBezTo>
                    <a:pt x="516" y="19"/>
                    <a:pt x="450" y="10"/>
                    <a:pt x="392" y="2"/>
                  </a:cubicBezTo>
                  <a:cubicBezTo>
                    <a:pt x="376" y="1"/>
                    <a:pt x="360" y="1"/>
                    <a:pt x="3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4" name="Google Shape;5094;p13"/>
            <p:cNvSpPr/>
            <p:nvPr/>
          </p:nvSpPr>
          <p:spPr>
            <a:xfrm>
              <a:off x="5808250" y="2910850"/>
              <a:ext cx="5600" cy="4175"/>
            </a:xfrm>
            <a:custGeom>
              <a:rect b="b" l="l" r="r" t="t"/>
              <a:pathLst>
                <a:path extrusionOk="0" h="167" w="224">
                  <a:moveTo>
                    <a:pt x="50" y="0"/>
                  </a:moveTo>
                  <a:cubicBezTo>
                    <a:pt x="34" y="0"/>
                    <a:pt x="14" y="8"/>
                    <a:pt x="8" y="20"/>
                  </a:cubicBezTo>
                  <a:cubicBezTo>
                    <a:pt x="0" y="37"/>
                    <a:pt x="8" y="62"/>
                    <a:pt x="25" y="70"/>
                  </a:cubicBezTo>
                  <a:cubicBezTo>
                    <a:pt x="50" y="87"/>
                    <a:pt x="75" y="103"/>
                    <a:pt x="100" y="120"/>
                  </a:cubicBezTo>
                  <a:cubicBezTo>
                    <a:pt x="108" y="128"/>
                    <a:pt x="116" y="136"/>
                    <a:pt x="133" y="145"/>
                  </a:cubicBezTo>
                  <a:cubicBezTo>
                    <a:pt x="141" y="153"/>
                    <a:pt x="158" y="161"/>
                    <a:pt x="174" y="161"/>
                  </a:cubicBezTo>
                  <a:cubicBezTo>
                    <a:pt x="178" y="165"/>
                    <a:pt x="182" y="167"/>
                    <a:pt x="188" y="167"/>
                  </a:cubicBezTo>
                  <a:cubicBezTo>
                    <a:pt x="195" y="167"/>
                    <a:pt x="202" y="163"/>
                    <a:pt x="207" y="153"/>
                  </a:cubicBezTo>
                  <a:cubicBezTo>
                    <a:pt x="224" y="145"/>
                    <a:pt x="224" y="128"/>
                    <a:pt x="207" y="111"/>
                  </a:cubicBezTo>
                  <a:cubicBezTo>
                    <a:pt x="199" y="103"/>
                    <a:pt x="182" y="87"/>
                    <a:pt x="174" y="78"/>
                  </a:cubicBezTo>
                  <a:lnTo>
                    <a:pt x="133" y="53"/>
                  </a:lnTo>
                  <a:cubicBezTo>
                    <a:pt x="116" y="37"/>
                    <a:pt x="91" y="20"/>
                    <a:pt x="66" y="4"/>
                  </a:cubicBezTo>
                  <a:cubicBezTo>
                    <a:pt x="62" y="1"/>
                    <a:pt x="56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5" name="Google Shape;5095;p13"/>
            <p:cNvSpPr/>
            <p:nvPr/>
          </p:nvSpPr>
          <p:spPr>
            <a:xfrm>
              <a:off x="5650825" y="2881875"/>
              <a:ext cx="30950" cy="8200"/>
            </a:xfrm>
            <a:custGeom>
              <a:rect b="b" l="l" r="r" t="t"/>
              <a:pathLst>
                <a:path extrusionOk="0" h="328" w="1238">
                  <a:moveTo>
                    <a:pt x="638" y="0"/>
                  </a:moveTo>
                  <a:cubicBezTo>
                    <a:pt x="616" y="0"/>
                    <a:pt x="594" y="1"/>
                    <a:pt x="572" y="3"/>
                  </a:cubicBezTo>
                  <a:cubicBezTo>
                    <a:pt x="464" y="11"/>
                    <a:pt x="356" y="36"/>
                    <a:pt x="249" y="77"/>
                  </a:cubicBezTo>
                  <a:cubicBezTo>
                    <a:pt x="199" y="94"/>
                    <a:pt x="149" y="119"/>
                    <a:pt x="100" y="152"/>
                  </a:cubicBezTo>
                  <a:cubicBezTo>
                    <a:pt x="66" y="177"/>
                    <a:pt x="8" y="226"/>
                    <a:pt x="0" y="276"/>
                  </a:cubicBezTo>
                  <a:cubicBezTo>
                    <a:pt x="0" y="309"/>
                    <a:pt x="17" y="326"/>
                    <a:pt x="42" y="326"/>
                  </a:cubicBezTo>
                  <a:cubicBezTo>
                    <a:pt x="47" y="327"/>
                    <a:pt x="53" y="327"/>
                    <a:pt x="59" y="327"/>
                  </a:cubicBezTo>
                  <a:cubicBezTo>
                    <a:pt x="97" y="327"/>
                    <a:pt x="139" y="308"/>
                    <a:pt x="174" y="301"/>
                  </a:cubicBezTo>
                  <a:cubicBezTo>
                    <a:pt x="216" y="284"/>
                    <a:pt x="257" y="260"/>
                    <a:pt x="298" y="243"/>
                  </a:cubicBezTo>
                  <a:cubicBezTo>
                    <a:pt x="390" y="210"/>
                    <a:pt x="481" y="185"/>
                    <a:pt x="580" y="177"/>
                  </a:cubicBezTo>
                  <a:cubicBezTo>
                    <a:pt x="628" y="172"/>
                    <a:pt x="678" y="170"/>
                    <a:pt x="729" y="170"/>
                  </a:cubicBezTo>
                  <a:cubicBezTo>
                    <a:pt x="869" y="170"/>
                    <a:pt x="1015" y="190"/>
                    <a:pt x="1144" y="251"/>
                  </a:cubicBezTo>
                  <a:cubicBezTo>
                    <a:pt x="1150" y="253"/>
                    <a:pt x="1156" y="254"/>
                    <a:pt x="1162" y="254"/>
                  </a:cubicBezTo>
                  <a:cubicBezTo>
                    <a:pt x="1209" y="254"/>
                    <a:pt x="1238" y="198"/>
                    <a:pt x="1193" y="168"/>
                  </a:cubicBezTo>
                  <a:cubicBezTo>
                    <a:pt x="1022" y="64"/>
                    <a:pt x="831" y="0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6" name="Google Shape;5096;p13"/>
            <p:cNvSpPr/>
            <p:nvPr/>
          </p:nvSpPr>
          <p:spPr>
            <a:xfrm>
              <a:off x="5657250" y="2888350"/>
              <a:ext cx="10375" cy="3550"/>
            </a:xfrm>
            <a:custGeom>
              <a:rect b="b" l="l" r="r" t="t"/>
              <a:pathLst>
                <a:path extrusionOk="0" h="142" w="415">
                  <a:moveTo>
                    <a:pt x="365" y="1"/>
                  </a:moveTo>
                  <a:cubicBezTo>
                    <a:pt x="307" y="9"/>
                    <a:pt x="249" y="17"/>
                    <a:pt x="191" y="25"/>
                  </a:cubicBezTo>
                  <a:cubicBezTo>
                    <a:pt x="166" y="25"/>
                    <a:pt x="133" y="34"/>
                    <a:pt x="108" y="42"/>
                  </a:cubicBezTo>
                  <a:cubicBezTo>
                    <a:pt x="91" y="42"/>
                    <a:pt x="83" y="42"/>
                    <a:pt x="66" y="50"/>
                  </a:cubicBezTo>
                  <a:cubicBezTo>
                    <a:pt x="58" y="50"/>
                    <a:pt x="41" y="59"/>
                    <a:pt x="25" y="67"/>
                  </a:cubicBezTo>
                  <a:cubicBezTo>
                    <a:pt x="0" y="83"/>
                    <a:pt x="8" y="125"/>
                    <a:pt x="33" y="133"/>
                  </a:cubicBezTo>
                  <a:cubicBezTo>
                    <a:pt x="50" y="133"/>
                    <a:pt x="66" y="141"/>
                    <a:pt x="83" y="141"/>
                  </a:cubicBezTo>
                  <a:cubicBezTo>
                    <a:pt x="91" y="141"/>
                    <a:pt x="108" y="141"/>
                    <a:pt x="116" y="133"/>
                  </a:cubicBezTo>
                  <a:cubicBezTo>
                    <a:pt x="149" y="133"/>
                    <a:pt x="174" y="133"/>
                    <a:pt x="199" y="125"/>
                  </a:cubicBezTo>
                  <a:cubicBezTo>
                    <a:pt x="257" y="117"/>
                    <a:pt x="315" y="108"/>
                    <a:pt x="373" y="100"/>
                  </a:cubicBezTo>
                  <a:cubicBezTo>
                    <a:pt x="398" y="92"/>
                    <a:pt x="414" y="67"/>
                    <a:pt x="406" y="42"/>
                  </a:cubicBezTo>
                  <a:cubicBezTo>
                    <a:pt x="406" y="25"/>
                    <a:pt x="381" y="1"/>
                    <a:pt x="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7" name="Google Shape;5097;p13"/>
            <p:cNvSpPr/>
            <p:nvPr/>
          </p:nvSpPr>
          <p:spPr>
            <a:xfrm>
              <a:off x="5778300" y="2889375"/>
              <a:ext cx="20025" cy="5300"/>
            </a:xfrm>
            <a:custGeom>
              <a:rect b="b" l="l" r="r" t="t"/>
              <a:pathLst>
                <a:path extrusionOk="0" h="212" w="801">
                  <a:moveTo>
                    <a:pt x="593" y="1"/>
                  </a:moveTo>
                  <a:cubicBezTo>
                    <a:pt x="527" y="1"/>
                    <a:pt x="461" y="1"/>
                    <a:pt x="394" y="9"/>
                  </a:cubicBezTo>
                  <a:cubicBezTo>
                    <a:pt x="262" y="34"/>
                    <a:pt x="146" y="76"/>
                    <a:pt x="30" y="150"/>
                  </a:cubicBezTo>
                  <a:cubicBezTo>
                    <a:pt x="1" y="165"/>
                    <a:pt x="16" y="211"/>
                    <a:pt x="43" y="211"/>
                  </a:cubicBezTo>
                  <a:cubicBezTo>
                    <a:pt x="47" y="211"/>
                    <a:pt x="51" y="210"/>
                    <a:pt x="55" y="208"/>
                  </a:cubicBezTo>
                  <a:cubicBezTo>
                    <a:pt x="171" y="175"/>
                    <a:pt x="295" y="150"/>
                    <a:pt x="411" y="134"/>
                  </a:cubicBezTo>
                  <a:cubicBezTo>
                    <a:pt x="469" y="134"/>
                    <a:pt x="527" y="125"/>
                    <a:pt x="585" y="125"/>
                  </a:cubicBezTo>
                  <a:cubicBezTo>
                    <a:pt x="651" y="125"/>
                    <a:pt x="718" y="125"/>
                    <a:pt x="776" y="117"/>
                  </a:cubicBezTo>
                  <a:cubicBezTo>
                    <a:pt x="800" y="109"/>
                    <a:pt x="800" y="67"/>
                    <a:pt x="784" y="51"/>
                  </a:cubicBezTo>
                  <a:cubicBezTo>
                    <a:pt x="726" y="18"/>
                    <a:pt x="651" y="9"/>
                    <a:pt x="5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8" name="Google Shape;5098;p13"/>
            <p:cNvSpPr/>
            <p:nvPr/>
          </p:nvSpPr>
          <p:spPr>
            <a:xfrm>
              <a:off x="5609800" y="2811450"/>
              <a:ext cx="39700" cy="100325"/>
            </a:xfrm>
            <a:custGeom>
              <a:rect b="b" l="l" r="r" t="t"/>
              <a:pathLst>
                <a:path extrusionOk="0" h="4013" w="1588">
                  <a:moveTo>
                    <a:pt x="1530" y="1"/>
                  </a:moveTo>
                  <a:cubicBezTo>
                    <a:pt x="1526" y="1"/>
                    <a:pt x="1522" y="1"/>
                    <a:pt x="1517" y="3"/>
                  </a:cubicBezTo>
                  <a:cubicBezTo>
                    <a:pt x="1235" y="85"/>
                    <a:pt x="1045" y="293"/>
                    <a:pt x="879" y="525"/>
                  </a:cubicBezTo>
                  <a:cubicBezTo>
                    <a:pt x="713" y="757"/>
                    <a:pt x="605" y="1030"/>
                    <a:pt x="539" y="1312"/>
                  </a:cubicBezTo>
                  <a:cubicBezTo>
                    <a:pt x="465" y="1593"/>
                    <a:pt x="440" y="1892"/>
                    <a:pt x="456" y="2190"/>
                  </a:cubicBezTo>
                  <a:cubicBezTo>
                    <a:pt x="473" y="2513"/>
                    <a:pt x="572" y="2845"/>
                    <a:pt x="547" y="3176"/>
                  </a:cubicBezTo>
                  <a:cubicBezTo>
                    <a:pt x="531" y="3325"/>
                    <a:pt x="489" y="3466"/>
                    <a:pt x="407" y="3590"/>
                  </a:cubicBezTo>
                  <a:cubicBezTo>
                    <a:pt x="332" y="3698"/>
                    <a:pt x="208" y="3797"/>
                    <a:pt x="92" y="3839"/>
                  </a:cubicBezTo>
                  <a:cubicBezTo>
                    <a:pt x="1" y="3872"/>
                    <a:pt x="9" y="4013"/>
                    <a:pt x="117" y="4013"/>
                  </a:cubicBezTo>
                  <a:cubicBezTo>
                    <a:pt x="183" y="4005"/>
                    <a:pt x="241" y="4005"/>
                    <a:pt x="307" y="3980"/>
                  </a:cubicBezTo>
                  <a:cubicBezTo>
                    <a:pt x="373" y="3955"/>
                    <a:pt x="423" y="3913"/>
                    <a:pt x="481" y="3864"/>
                  </a:cubicBezTo>
                  <a:cubicBezTo>
                    <a:pt x="581" y="3781"/>
                    <a:pt x="647" y="3665"/>
                    <a:pt x="697" y="3541"/>
                  </a:cubicBezTo>
                  <a:cubicBezTo>
                    <a:pt x="829" y="3242"/>
                    <a:pt x="788" y="2919"/>
                    <a:pt x="746" y="2604"/>
                  </a:cubicBezTo>
                  <a:cubicBezTo>
                    <a:pt x="697" y="2298"/>
                    <a:pt x="663" y="1999"/>
                    <a:pt x="688" y="1685"/>
                  </a:cubicBezTo>
                  <a:cubicBezTo>
                    <a:pt x="713" y="1395"/>
                    <a:pt x="779" y="1113"/>
                    <a:pt x="895" y="848"/>
                  </a:cubicBezTo>
                  <a:cubicBezTo>
                    <a:pt x="1020" y="558"/>
                    <a:pt x="1227" y="210"/>
                    <a:pt x="1542" y="102"/>
                  </a:cubicBezTo>
                  <a:cubicBezTo>
                    <a:pt x="1587" y="79"/>
                    <a:pt x="1577" y="1"/>
                    <a:pt x="15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9" name="Google Shape;5099;p13"/>
            <p:cNvSpPr/>
            <p:nvPr/>
          </p:nvSpPr>
          <p:spPr>
            <a:xfrm>
              <a:off x="5586350" y="2865225"/>
              <a:ext cx="15400" cy="20375"/>
            </a:xfrm>
            <a:custGeom>
              <a:rect b="b" l="l" r="r" t="t"/>
              <a:pathLst>
                <a:path extrusionOk="0" h="815" w="616">
                  <a:moveTo>
                    <a:pt x="523" y="0"/>
                  </a:moveTo>
                  <a:cubicBezTo>
                    <a:pt x="504" y="0"/>
                    <a:pt x="485" y="9"/>
                    <a:pt x="475" y="31"/>
                  </a:cubicBezTo>
                  <a:cubicBezTo>
                    <a:pt x="442" y="97"/>
                    <a:pt x="442" y="172"/>
                    <a:pt x="417" y="238"/>
                  </a:cubicBezTo>
                  <a:cubicBezTo>
                    <a:pt x="400" y="304"/>
                    <a:pt x="367" y="370"/>
                    <a:pt x="326" y="428"/>
                  </a:cubicBezTo>
                  <a:cubicBezTo>
                    <a:pt x="259" y="553"/>
                    <a:pt x="160" y="669"/>
                    <a:pt x="36" y="735"/>
                  </a:cubicBezTo>
                  <a:cubicBezTo>
                    <a:pt x="0" y="763"/>
                    <a:pt x="25" y="815"/>
                    <a:pt x="63" y="815"/>
                  </a:cubicBezTo>
                  <a:cubicBezTo>
                    <a:pt x="70" y="815"/>
                    <a:pt x="78" y="813"/>
                    <a:pt x="85" y="810"/>
                  </a:cubicBezTo>
                  <a:cubicBezTo>
                    <a:pt x="234" y="752"/>
                    <a:pt x="367" y="644"/>
                    <a:pt x="458" y="511"/>
                  </a:cubicBezTo>
                  <a:cubicBezTo>
                    <a:pt x="500" y="445"/>
                    <a:pt x="533" y="370"/>
                    <a:pt x="566" y="296"/>
                  </a:cubicBezTo>
                  <a:cubicBezTo>
                    <a:pt x="582" y="213"/>
                    <a:pt x="616" y="122"/>
                    <a:pt x="582" y="39"/>
                  </a:cubicBezTo>
                  <a:cubicBezTo>
                    <a:pt x="573" y="16"/>
                    <a:pt x="548" y="0"/>
                    <a:pt x="5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0" name="Google Shape;5100;p13"/>
            <p:cNvSpPr/>
            <p:nvPr/>
          </p:nvSpPr>
          <p:spPr>
            <a:xfrm>
              <a:off x="5600075" y="2842375"/>
              <a:ext cx="6650" cy="12500"/>
            </a:xfrm>
            <a:custGeom>
              <a:rect b="b" l="l" r="r" t="t"/>
              <a:pathLst>
                <a:path extrusionOk="0" h="500" w="266">
                  <a:moveTo>
                    <a:pt x="227" y="0"/>
                  </a:moveTo>
                  <a:cubicBezTo>
                    <a:pt x="217" y="0"/>
                    <a:pt x="207" y="3"/>
                    <a:pt x="199" y="8"/>
                  </a:cubicBezTo>
                  <a:cubicBezTo>
                    <a:pt x="141" y="66"/>
                    <a:pt x="108" y="149"/>
                    <a:pt x="83" y="216"/>
                  </a:cubicBezTo>
                  <a:cubicBezTo>
                    <a:pt x="58" y="290"/>
                    <a:pt x="33" y="365"/>
                    <a:pt x="9" y="431"/>
                  </a:cubicBezTo>
                  <a:cubicBezTo>
                    <a:pt x="0" y="464"/>
                    <a:pt x="25" y="489"/>
                    <a:pt x="50" y="497"/>
                  </a:cubicBezTo>
                  <a:cubicBezTo>
                    <a:pt x="54" y="499"/>
                    <a:pt x="59" y="499"/>
                    <a:pt x="64" y="499"/>
                  </a:cubicBezTo>
                  <a:cubicBezTo>
                    <a:pt x="86" y="499"/>
                    <a:pt x="109" y="485"/>
                    <a:pt x="116" y="464"/>
                  </a:cubicBezTo>
                  <a:cubicBezTo>
                    <a:pt x="141" y="390"/>
                    <a:pt x="166" y="323"/>
                    <a:pt x="191" y="249"/>
                  </a:cubicBezTo>
                  <a:cubicBezTo>
                    <a:pt x="224" y="182"/>
                    <a:pt x="257" y="116"/>
                    <a:pt x="265" y="33"/>
                  </a:cubicBezTo>
                  <a:cubicBezTo>
                    <a:pt x="265" y="11"/>
                    <a:pt x="247" y="0"/>
                    <a:pt x="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1" name="Google Shape;5101;p13"/>
            <p:cNvSpPr/>
            <p:nvPr/>
          </p:nvSpPr>
          <p:spPr>
            <a:xfrm>
              <a:off x="5743825" y="2786625"/>
              <a:ext cx="35850" cy="53050"/>
            </a:xfrm>
            <a:custGeom>
              <a:rect b="b" l="l" r="r" t="t"/>
              <a:pathLst>
                <a:path extrusionOk="0" h="2122" w="1434">
                  <a:moveTo>
                    <a:pt x="1307" y="1"/>
                  </a:moveTo>
                  <a:cubicBezTo>
                    <a:pt x="1291" y="1"/>
                    <a:pt x="1274" y="6"/>
                    <a:pt x="1260" y="18"/>
                  </a:cubicBezTo>
                  <a:cubicBezTo>
                    <a:pt x="1185" y="84"/>
                    <a:pt x="1144" y="192"/>
                    <a:pt x="1086" y="275"/>
                  </a:cubicBezTo>
                  <a:cubicBezTo>
                    <a:pt x="1028" y="349"/>
                    <a:pt x="953" y="424"/>
                    <a:pt x="879" y="490"/>
                  </a:cubicBezTo>
                  <a:cubicBezTo>
                    <a:pt x="713" y="639"/>
                    <a:pt x="531" y="764"/>
                    <a:pt x="381" y="929"/>
                  </a:cubicBezTo>
                  <a:cubicBezTo>
                    <a:pt x="108" y="1252"/>
                    <a:pt x="0" y="1675"/>
                    <a:pt x="100" y="2089"/>
                  </a:cubicBezTo>
                  <a:cubicBezTo>
                    <a:pt x="107" y="2111"/>
                    <a:pt x="127" y="2122"/>
                    <a:pt x="148" y="2122"/>
                  </a:cubicBezTo>
                  <a:cubicBezTo>
                    <a:pt x="173" y="2122"/>
                    <a:pt x="199" y="2105"/>
                    <a:pt x="199" y="2073"/>
                  </a:cubicBezTo>
                  <a:cubicBezTo>
                    <a:pt x="149" y="1650"/>
                    <a:pt x="323" y="1261"/>
                    <a:pt x="647" y="987"/>
                  </a:cubicBezTo>
                  <a:cubicBezTo>
                    <a:pt x="804" y="846"/>
                    <a:pt x="978" y="730"/>
                    <a:pt x="1135" y="581"/>
                  </a:cubicBezTo>
                  <a:cubicBezTo>
                    <a:pt x="1260" y="457"/>
                    <a:pt x="1434" y="242"/>
                    <a:pt x="1376" y="51"/>
                  </a:cubicBezTo>
                  <a:cubicBezTo>
                    <a:pt x="1365" y="19"/>
                    <a:pt x="1337" y="1"/>
                    <a:pt x="13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2" name="Google Shape;5102;p13"/>
            <p:cNvSpPr/>
            <p:nvPr/>
          </p:nvSpPr>
          <p:spPr>
            <a:xfrm>
              <a:off x="5752050" y="2784900"/>
              <a:ext cx="18050" cy="17625"/>
            </a:xfrm>
            <a:custGeom>
              <a:rect b="b" l="l" r="r" t="t"/>
              <a:pathLst>
                <a:path extrusionOk="0" h="705" w="722">
                  <a:moveTo>
                    <a:pt x="681" y="1"/>
                  </a:moveTo>
                  <a:cubicBezTo>
                    <a:pt x="676" y="1"/>
                    <a:pt x="671" y="2"/>
                    <a:pt x="666" y="4"/>
                  </a:cubicBezTo>
                  <a:cubicBezTo>
                    <a:pt x="591" y="29"/>
                    <a:pt x="525" y="79"/>
                    <a:pt x="458" y="120"/>
                  </a:cubicBezTo>
                  <a:cubicBezTo>
                    <a:pt x="392" y="170"/>
                    <a:pt x="334" y="220"/>
                    <a:pt x="276" y="278"/>
                  </a:cubicBezTo>
                  <a:cubicBezTo>
                    <a:pt x="160" y="385"/>
                    <a:pt x="69" y="510"/>
                    <a:pt x="11" y="659"/>
                  </a:cubicBezTo>
                  <a:cubicBezTo>
                    <a:pt x="0" y="685"/>
                    <a:pt x="24" y="705"/>
                    <a:pt x="46" y="705"/>
                  </a:cubicBezTo>
                  <a:cubicBezTo>
                    <a:pt x="59" y="705"/>
                    <a:pt x="71" y="698"/>
                    <a:pt x="77" y="683"/>
                  </a:cubicBezTo>
                  <a:cubicBezTo>
                    <a:pt x="144" y="559"/>
                    <a:pt x="251" y="443"/>
                    <a:pt x="359" y="352"/>
                  </a:cubicBezTo>
                  <a:cubicBezTo>
                    <a:pt x="417" y="302"/>
                    <a:pt x="475" y="261"/>
                    <a:pt x="533" y="211"/>
                  </a:cubicBezTo>
                  <a:cubicBezTo>
                    <a:pt x="591" y="170"/>
                    <a:pt x="657" y="128"/>
                    <a:pt x="707" y="70"/>
                  </a:cubicBezTo>
                  <a:cubicBezTo>
                    <a:pt x="721" y="42"/>
                    <a:pt x="711" y="1"/>
                    <a:pt x="6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3" name="Google Shape;5103;p13"/>
            <p:cNvSpPr/>
            <p:nvPr/>
          </p:nvSpPr>
          <p:spPr>
            <a:xfrm>
              <a:off x="5740100" y="2804700"/>
              <a:ext cx="4150" cy="30450"/>
            </a:xfrm>
            <a:custGeom>
              <a:rect b="b" l="l" r="r" t="t"/>
              <a:pathLst>
                <a:path extrusionOk="0" h="1218" w="166">
                  <a:moveTo>
                    <a:pt x="68" y="1"/>
                  </a:moveTo>
                  <a:cubicBezTo>
                    <a:pt x="54" y="1"/>
                    <a:pt x="38" y="10"/>
                    <a:pt x="33" y="24"/>
                  </a:cubicBezTo>
                  <a:cubicBezTo>
                    <a:pt x="0" y="107"/>
                    <a:pt x="8" y="215"/>
                    <a:pt x="8" y="306"/>
                  </a:cubicBezTo>
                  <a:cubicBezTo>
                    <a:pt x="8" y="405"/>
                    <a:pt x="17" y="505"/>
                    <a:pt x="17" y="604"/>
                  </a:cubicBezTo>
                  <a:cubicBezTo>
                    <a:pt x="25" y="803"/>
                    <a:pt x="33" y="993"/>
                    <a:pt x="58" y="1192"/>
                  </a:cubicBezTo>
                  <a:cubicBezTo>
                    <a:pt x="62" y="1209"/>
                    <a:pt x="81" y="1217"/>
                    <a:pt x="99" y="1217"/>
                  </a:cubicBezTo>
                  <a:cubicBezTo>
                    <a:pt x="116" y="1217"/>
                    <a:pt x="133" y="1209"/>
                    <a:pt x="133" y="1192"/>
                  </a:cubicBezTo>
                  <a:cubicBezTo>
                    <a:pt x="166" y="993"/>
                    <a:pt x="166" y="795"/>
                    <a:pt x="158" y="596"/>
                  </a:cubicBezTo>
                  <a:cubicBezTo>
                    <a:pt x="158" y="496"/>
                    <a:pt x="158" y="405"/>
                    <a:pt x="149" y="306"/>
                  </a:cubicBezTo>
                  <a:cubicBezTo>
                    <a:pt x="141" y="215"/>
                    <a:pt x="141" y="99"/>
                    <a:pt x="91" y="16"/>
                  </a:cubicBezTo>
                  <a:cubicBezTo>
                    <a:pt x="88" y="5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4" name="Google Shape;5104;p13"/>
            <p:cNvSpPr/>
            <p:nvPr/>
          </p:nvSpPr>
          <p:spPr>
            <a:xfrm>
              <a:off x="5700125" y="2794425"/>
              <a:ext cx="15975" cy="40150"/>
            </a:xfrm>
            <a:custGeom>
              <a:rect b="b" l="l" r="r" t="t"/>
              <a:pathLst>
                <a:path extrusionOk="0" h="1606" w="639">
                  <a:moveTo>
                    <a:pt x="469" y="1"/>
                  </a:moveTo>
                  <a:cubicBezTo>
                    <a:pt x="443" y="1"/>
                    <a:pt x="417" y="15"/>
                    <a:pt x="406" y="37"/>
                  </a:cubicBezTo>
                  <a:cubicBezTo>
                    <a:pt x="373" y="87"/>
                    <a:pt x="365" y="145"/>
                    <a:pt x="323" y="195"/>
                  </a:cubicBezTo>
                  <a:cubicBezTo>
                    <a:pt x="274" y="261"/>
                    <a:pt x="216" y="311"/>
                    <a:pt x="174" y="369"/>
                  </a:cubicBezTo>
                  <a:cubicBezTo>
                    <a:pt x="91" y="476"/>
                    <a:pt x="42" y="609"/>
                    <a:pt x="17" y="742"/>
                  </a:cubicBezTo>
                  <a:cubicBezTo>
                    <a:pt x="0" y="874"/>
                    <a:pt x="8" y="1015"/>
                    <a:pt x="58" y="1139"/>
                  </a:cubicBezTo>
                  <a:cubicBezTo>
                    <a:pt x="108" y="1288"/>
                    <a:pt x="207" y="1421"/>
                    <a:pt x="265" y="1570"/>
                  </a:cubicBezTo>
                  <a:cubicBezTo>
                    <a:pt x="276" y="1594"/>
                    <a:pt x="299" y="1606"/>
                    <a:pt x="322" y="1606"/>
                  </a:cubicBezTo>
                  <a:cubicBezTo>
                    <a:pt x="353" y="1606"/>
                    <a:pt x="383" y="1584"/>
                    <a:pt x="373" y="1545"/>
                  </a:cubicBezTo>
                  <a:cubicBezTo>
                    <a:pt x="332" y="1396"/>
                    <a:pt x="265" y="1255"/>
                    <a:pt x="224" y="1106"/>
                  </a:cubicBezTo>
                  <a:cubicBezTo>
                    <a:pt x="182" y="974"/>
                    <a:pt x="182" y="833"/>
                    <a:pt x="224" y="700"/>
                  </a:cubicBezTo>
                  <a:cubicBezTo>
                    <a:pt x="265" y="568"/>
                    <a:pt x="348" y="476"/>
                    <a:pt x="448" y="377"/>
                  </a:cubicBezTo>
                  <a:cubicBezTo>
                    <a:pt x="530" y="286"/>
                    <a:pt x="638" y="104"/>
                    <a:pt x="497" y="4"/>
                  </a:cubicBezTo>
                  <a:lnTo>
                    <a:pt x="497" y="4"/>
                  </a:lnTo>
                  <a:lnTo>
                    <a:pt x="506" y="13"/>
                  </a:lnTo>
                  <a:cubicBezTo>
                    <a:pt x="494" y="4"/>
                    <a:pt x="482" y="1"/>
                    <a:pt x="46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5" name="Google Shape;5105;p13"/>
            <p:cNvSpPr/>
            <p:nvPr/>
          </p:nvSpPr>
          <p:spPr>
            <a:xfrm>
              <a:off x="5696375" y="2787525"/>
              <a:ext cx="8125" cy="10125"/>
            </a:xfrm>
            <a:custGeom>
              <a:rect b="b" l="l" r="r" t="t"/>
              <a:pathLst>
                <a:path extrusionOk="0" h="405" w="325">
                  <a:moveTo>
                    <a:pt x="287" y="1"/>
                  </a:moveTo>
                  <a:cubicBezTo>
                    <a:pt x="281" y="1"/>
                    <a:pt x="274" y="3"/>
                    <a:pt x="266" y="7"/>
                  </a:cubicBezTo>
                  <a:cubicBezTo>
                    <a:pt x="250" y="15"/>
                    <a:pt x="233" y="23"/>
                    <a:pt x="216" y="32"/>
                  </a:cubicBezTo>
                  <a:cubicBezTo>
                    <a:pt x="208" y="48"/>
                    <a:pt x="200" y="65"/>
                    <a:pt x="183" y="81"/>
                  </a:cubicBezTo>
                  <a:lnTo>
                    <a:pt x="125" y="156"/>
                  </a:lnTo>
                  <a:cubicBezTo>
                    <a:pt x="92" y="206"/>
                    <a:pt x="59" y="255"/>
                    <a:pt x="26" y="313"/>
                  </a:cubicBezTo>
                  <a:cubicBezTo>
                    <a:pt x="1" y="338"/>
                    <a:pt x="18" y="380"/>
                    <a:pt x="42" y="396"/>
                  </a:cubicBezTo>
                  <a:cubicBezTo>
                    <a:pt x="53" y="402"/>
                    <a:pt x="64" y="405"/>
                    <a:pt x="75" y="405"/>
                  </a:cubicBezTo>
                  <a:cubicBezTo>
                    <a:pt x="97" y="405"/>
                    <a:pt x="117" y="393"/>
                    <a:pt x="134" y="371"/>
                  </a:cubicBezTo>
                  <a:cubicBezTo>
                    <a:pt x="167" y="322"/>
                    <a:pt x="208" y="272"/>
                    <a:pt x="241" y="222"/>
                  </a:cubicBezTo>
                  <a:cubicBezTo>
                    <a:pt x="258" y="197"/>
                    <a:pt x="274" y="164"/>
                    <a:pt x="291" y="139"/>
                  </a:cubicBezTo>
                  <a:cubicBezTo>
                    <a:pt x="299" y="123"/>
                    <a:pt x="316" y="106"/>
                    <a:pt x="316" y="90"/>
                  </a:cubicBezTo>
                  <a:cubicBezTo>
                    <a:pt x="324" y="73"/>
                    <a:pt x="324" y="57"/>
                    <a:pt x="324" y="40"/>
                  </a:cubicBezTo>
                  <a:cubicBezTo>
                    <a:pt x="324" y="23"/>
                    <a:pt x="316" y="15"/>
                    <a:pt x="308" y="7"/>
                  </a:cubicBezTo>
                  <a:cubicBezTo>
                    <a:pt x="299" y="3"/>
                    <a:pt x="293" y="1"/>
                    <a:pt x="2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6" name="Google Shape;5106;p13"/>
            <p:cNvSpPr/>
            <p:nvPr/>
          </p:nvSpPr>
          <p:spPr>
            <a:xfrm>
              <a:off x="5835675" y="2814525"/>
              <a:ext cx="33900" cy="118175"/>
            </a:xfrm>
            <a:custGeom>
              <a:rect b="b" l="l" r="r" t="t"/>
              <a:pathLst>
                <a:path extrusionOk="0" h="4727" w="1356">
                  <a:moveTo>
                    <a:pt x="50" y="1"/>
                  </a:moveTo>
                  <a:cubicBezTo>
                    <a:pt x="22" y="1"/>
                    <a:pt x="0" y="40"/>
                    <a:pt x="22" y="62"/>
                  </a:cubicBezTo>
                  <a:cubicBezTo>
                    <a:pt x="502" y="435"/>
                    <a:pt x="991" y="899"/>
                    <a:pt x="1091" y="1528"/>
                  </a:cubicBezTo>
                  <a:cubicBezTo>
                    <a:pt x="1207" y="2216"/>
                    <a:pt x="908" y="2904"/>
                    <a:pt x="817" y="3583"/>
                  </a:cubicBezTo>
                  <a:cubicBezTo>
                    <a:pt x="767" y="3948"/>
                    <a:pt x="759" y="4379"/>
                    <a:pt x="966" y="4702"/>
                  </a:cubicBezTo>
                  <a:cubicBezTo>
                    <a:pt x="978" y="4719"/>
                    <a:pt x="994" y="4726"/>
                    <a:pt x="1009" y="4726"/>
                  </a:cubicBezTo>
                  <a:cubicBezTo>
                    <a:pt x="1040" y="4726"/>
                    <a:pt x="1068" y="4699"/>
                    <a:pt x="1057" y="4660"/>
                  </a:cubicBezTo>
                  <a:cubicBezTo>
                    <a:pt x="999" y="4312"/>
                    <a:pt x="983" y="3973"/>
                    <a:pt x="1033" y="3616"/>
                  </a:cubicBezTo>
                  <a:cubicBezTo>
                    <a:pt x="1082" y="3268"/>
                    <a:pt x="1182" y="2929"/>
                    <a:pt x="1248" y="2581"/>
                  </a:cubicBezTo>
                  <a:cubicBezTo>
                    <a:pt x="1314" y="2224"/>
                    <a:pt x="1356" y="1868"/>
                    <a:pt x="1289" y="1504"/>
                  </a:cubicBezTo>
                  <a:cubicBezTo>
                    <a:pt x="1231" y="1189"/>
                    <a:pt x="1082" y="907"/>
                    <a:pt x="875" y="667"/>
                  </a:cubicBezTo>
                  <a:cubicBezTo>
                    <a:pt x="643" y="393"/>
                    <a:pt x="361" y="194"/>
                    <a:pt x="63" y="4"/>
                  </a:cubicBezTo>
                  <a:cubicBezTo>
                    <a:pt x="59" y="2"/>
                    <a:pt x="54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7" name="Google Shape;5107;p13"/>
            <p:cNvSpPr/>
            <p:nvPr/>
          </p:nvSpPr>
          <p:spPr>
            <a:xfrm>
              <a:off x="5547250" y="2728650"/>
              <a:ext cx="446825" cy="407675"/>
            </a:xfrm>
            <a:custGeom>
              <a:rect b="b" l="l" r="r" t="t"/>
              <a:pathLst>
                <a:path extrusionOk="0" h="16307" w="17873">
                  <a:moveTo>
                    <a:pt x="3411" y="10517"/>
                  </a:moveTo>
                  <a:cubicBezTo>
                    <a:pt x="3413" y="10518"/>
                    <a:pt x="3414" y="10520"/>
                    <a:pt x="3414" y="10523"/>
                  </a:cubicBezTo>
                  <a:cubicBezTo>
                    <a:pt x="3413" y="10521"/>
                    <a:pt x="3412" y="10519"/>
                    <a:pt x="3411" y="10517"/>
                  </a:cubicBezTo>
                  <a:close/>
                  <a:moveTo>
                    <a:pt x="7895" y="245"/>
                  </a:moveTo>
                  <a:cubicBezTo>
                    <a:pt x="8186" y="245"/>
                    <a:pt x="8466" y="329"/>
                    <a:pt x="8700" y="498"/>
                  </a:cubicBezTo>
                  <a:cubicBezTo>
                    <a:pt x="8576" y="572"/>
                    <a:pt x="8452" y="647"/>
                    <a:pt x="8319" y="705"/>
                  </a:cubicBezTo>
                  <a:cubicBezTo>
                    <a:pt x="8186" y="763"/>
                    <a:pt x="8054" y="812"/>
                    <a:pt x="7921" y="862"/>
                  </a:cubicBezTo>
                  <a:cubicBezTo>
                    <a:pt x="7855" y="887"/>
                    <a:pt x="7780" y="912"/>
                    <a:pt x="7714" y="945"/>
                  </a:cubicBezTo>
                  <a:cubicBezTo>
                    <a:pt x="7656" y="970"/>
                    <a:pt x="7582" y="986"/>
                    <a:pt x="7548" y="1044"/>
                  </a:cubicBezTo>
                  <a:cubicBezTo>
                    <a:pt x="7532" y="1069"/>
                    <a:pt x="7540" y="1102"/>
                    <a:pt x="7565" y="1119"/>
                  </a:cubicBezTo>
                  <a:cubicBezTo>
                    <a:pt x="7590" y="1131"/>
                    <a:pt x="7614" y="1136"/>
                    <a:pt x="7637" y="1136"/>
                  </a:cubicBezTo>
                  <a:cubicBezTo>
                    <a:pt x="7676" y="1136"/>
                    <a:pt x="7714" y="1124"/>
                    <a:pt x="7756" y="1119"/>
                  </a:cubicBezTo>
                  <a:cubicBezTo>
                    <a:pt x="7822" y="1102"/>
                    <a:pt x="7880" y="1086"/>
                    <a:pt x="7946" y="1069"/>
                  </a:cubicBezTo>
                  <a:cubicBezTo>
                    <a:pt x="8087" y="1028"/>
                    <a:pt x="8220" y="986"/>
                    <a:pt x="8352" y="928"/>
                  </a:cubicBezTo>
                  <a:cubicBezTo>
                    <a:pt x="8601" y="829"/>
                    <a:pt x="8824" y="696"/>
                    <a:pt x="9048" y="556"/>
                  </a:cubicBezTo>
                  <a:cubicBezTo>
                    <a:pt x="9247" y="445"/>
                    <a:pt x="9446" y="361"/>
                    <a:pt x="9673" y="361"/>
                  </a:cubicBezTo>
                  <a:cubicBezTo>
                    <a:pt x="9702" y="361"/>
                    <a:pt x="9731" y="362"/>
                    <a:pt x="9761" y="365"/>
                  </a:cubicBezTo>
                  <a:cubicBezTo>
                    <a:pt x="9893" y="382"/>
                    <a:pt x="10026" y="423"/>
                    <a:pt x="10150" y="473"/>
                  </a:cubicBezTo>
                  <a:cubicBezTo>
                    <a:pt x="10192" y="489"/>
                    <a:pt x="10233" y="514"/>
                    <a:pt x="10283" y="531"/>
                  </a:cubicBezTo>
                  <a:cubicBezTo>
                    <a:pt x="10258" y="547"/>
                    <a:pt x="10233" y="556"/>
                    <a:pt x="10208" y="580"/>
                  </a:cubicBezTo>
                  <a:cubicBezTo>
                    <a:pt x="10183" y="597"/>
                    <a:pt x="10192" y="638"/>
                    <a:pt x="10216" y="655"/>
                  </a:cubicBezTo>
                  <a:cubicBezTo>
                    <a:pt x="10283" y="688"/>
                    <a:pt x="10357" y="688"/>
                    <a:pt x="10424" y="696"/>
                  </a:cubicBezTo>
                  <a:cubicBezTo>
                    <a:pt x="10506" y="705"/>
                    <a:pt x="10589" y="721"/>
                    <a:pt x="10672" y="738"/>
                  </a:cubicBezTo>
                  <a:cubicBezTo>
                    <a:pt x="10821" y="779"/>
                    <a:pt x="10979" y="837"/>
                    <a:pt x="11136" y="862"/>
                  </a:cubicBezTo>
                  <a:cubicBezTo>
                    <a:pt x="11215" y="875"/>
                    <a:pt x="11296" y="883"/>
                    <a:pt x="11375" y="883"/>
                  </a:cubicBezTo>
                  <a:cubicBezTo>
                    <a:pt x="11455" y="883"/>
                    <a:pt x="11534" y="875"/>
                    <a:pt x="11608" y="854"/>
                  </a:cubicBezTo>
                  <a:lnTo>
                    <a:pt x="11608" y="854"/>
                  </a:lnTo>
                  <a:cubicBezTo>
                    <a:pt x="11592" y="870"/>
                    <a:pt x="11584" y="887"/>
                    <a:pt x="11567" y="904"/>
                  </a:cubicBezTo>
                  <a:cubicBezTo>
                    <a:pt x="11492" y="995"/>
                    <a:pt x="11401" y="1127"/>
                    <a:pt x="11385" y="1243"/>
                  </a:cubicBezTo>
                  <a:cubicBezTo>
                    <a:pt x="11378" y="1283"/>
                    <a:pt x="11408" y="1328"/>
                    <a:pt x="11446" y="1328"/>
                  </a:cubicBezTo>
                  <a:cubicBezTo>
                    <a:pt x="11455" y="1328"/>
                    <a:pt x="11466" y="1325"/>
                    <a:pt x="11476" y="1318"/>
                  </a:cubicBezTo>
                  <a:cubicBezTo>
                    <a:pt x="11559" y="1252"/>
                    <a:pt x="11625" y="1144"/>
                    <a:pt x="11691" y="1069"/>
                  </a:cubicBezTo>
                  <a:cubicBezTo>
                    <a:pt x="11774" y="978"/>
                    <a:pt x="11857" y="904"/>
                    <a:pt x="11965" y="862"/>
                  </a:cubicBezTo>
                  <a:cubicBezTo>
                    <a:pt x="12052" y="825"/>
                    <a:pt x="12146" y="809"/>
                    <a:pt x="12241" y="809"/>
                  </a:cubicBezTo>
                  <a:cubicBezTo>
                    <a:pt x="12380" y="809"/>
                    <a:pt x="12521" y="844"/>
                    <a:pt x="12644" y="904"/>
                  </a:cubicBezTo>
                  <a:cubicBezTo>
                    <a:pt x="12859" y="1011"/>
                    <a:pt x="13025" y="1169"/>
                    <a:pt x="13191" y="1343"/>
                  </a:cubicBezTo>
                  <a:cubicBezTo>
                    <a:pt x="13232" y="1392"/>
                    <a:pt x="13282" y="1434"/>
                    <a:pt x="13332" y="1484"/>
                  </a:cubicBezTo>
                  <a:cubicBezTo>
                    <a:pt x="13348" y="1517"/>
                    <a:pt x="13373" y="1550"/>
                    <a:pt x="13398" y="1575"/>
                  </a:cubicBezTo>
                  <a:cubicBezTo>
                    <a:pt x="13398" y="1581"/>
                    <a:pt x="13403" y="1587"/>
                    <a:pt x="13409" y="1590"/>
                  </a:cubicBezTo>
                  <a:lnTo>
                    <a:pt x="13409" y="1590"/>
                  </a:lnTo>
                  <a:cubicBezTo>
                    <a:pt x="13346" y="1576"/>
                    <a:pt x="13284" y="1556"/>
                    <a:pt x="13221" y="1556"/>
                  </a:cubicBezTo>
                  <a:cubicBezTo>
                    <a:pt x="13211" y="1556"/>
                    <a:pt x="13201" y="1557"/>
                    <a:pt x="13191" y="1558"/>
                  </a:cubicBezTo>
                  <a:cubicBezTo>
                    <a:pt x="13141" y="1558"/>
                    <a:pt x="13116" y="1616"/>
                    <a:pt x="13149" y="1649"/>
                  </a:cubicBezTo>
                  <a:cubicBezTo>
                    <a:pt x="13216" y="1716"/>
                    <a:pt x="13307" y="1757"/>
                    <a:pt x="13390" y="1790"/>
                  </a:cubicBezTo>
                  <a:cubicBezTo>
                    <a:pt x="13481" y="1832"/>
                    <a:pt x="13572" y="1873"/>
                    <a:pt x="13671" y="1914"/>
                  </a:cubicBezTo>
                  <a:cubicBezTo>
                    <a:pt x="13845" y="1981"/>
                    <a:pt x="14028" y="2047"/>
                    <a:pt x="14202" y="2130"/>
                  </a:cubicBezTo>
                  <a:cubicBezTo>
                    <a:pt x="14309" y="2171"/>
                    <a:pt x="14409" y="2229"/>
                    <a:pt x="14475" y="2320"/>
                  </a:cubicBezTo>
                  <a:cubicBezTo>
                    <a:pt x="14467" y="2329"/>
                    <a:pt x="14467" y="2329"/>
                    <a:pt x="14467" y="2337"/>
                  </a:cubicBezTo>
                  <a:cubicBezTo>
                    <a:pt x="14483" y="2503"/>
                    <a:pt x="14541" y="2635"/>
                    <a:pt x="14624" y="2751"/>
                  </a:cubicBezTo>
                  <a:cubicBezTo>
                    <a:pt x="14641" y="2784"/>
                    <a:pt x="14666" y="2826"/>
                    <a:pt x="14691" y="2851"/>
                  </a:cubicBezTo>
                  <a:cubicBezTo>
                    <a:pt x="14699" y="2867"/>
                    <a:pt x="14715" y="2867"/>
                    <a:pt x="14732" y="2867"/>
                  </a:cubicBezTo>
                  <a:cubicBezTo>
                    <a:pt x="14823" y="2967"/>
                    <a:pt x="14939" y="3049"/>
                    <a:pt x="15063" y="3124"/>
                  </a:cubicBezTo>
                  <a:cubicBezTo>
                    <a:pt x="15387" y="3323"/>
                    <a:pt x="15718" y="3513"/>
                    <a:pt x="16033" y="3737"/>
                  </a:cubicBezTo>
                  <a:cubicBezTo>
                    <a:pt x="16339" y="3953"/>
                    <a:pt x="16629" y="4193"/>
                    <a:pt x="16895" y="4450"/>
                  </a:cubicBezTo>
                  <a:cubicBezTo>
                    <a:pt x="17168" y="4707"/>
                    <a:pt x="17458" y="4963"/>
                    <a:pt x="17541" y="5345"/>
                  </a:cubicBezTo>
                  <a:cubicBezTo>
                    <a:pt x="17574" y="5527"/>
                    <a:pt x="17566" y="5726"/>
                    <a:pt x="17541" y="5916"/>
                  </a:cubicBezTo>
                  <a:cubicBezTo>
                    <a:pt x="17533" y="5983"/>
                    <a:pt x="17524" y="6057"/>
                    <a:pt x="17508" y="6123"/>
                  </a:cubicBezTo>
                  <a:lnTo>
                    <a:pt x="17458" y="6032"/>
                  </a:lnTo>
                  <a:cubicBezTo>
                    <a:pt x="17408" y="5941"/>
                    <a:pt x="17359" y="5850"/>
                    <a:pt x="17317" y="5751"/>
                  </a:cubicBezTo>
                  <a:cubicBezTo>
                    <a:pt x="17317" y="5742"/>
                    <a:pt x="17317" y="5742"/>
                    <a:pt x="17309" y="5742"/>
                  </a:cubicBezTo>
                  <a:cubicBezTo>
                    <a:pt x="17309" y="5734"/>
                    <a:pt x="17301" y="5717"/>
                    <a:pt x="17301" y="5709"/>
                  </a:cubicBezTo>
                  <a:cubicBezTo>
                    <a:pt x="17301" y="5709"/>
                    <a:pt x="17301" y="5709"/>
                    <a:pt x="17292" y="5701"/>
                  </a:cubicBezTo>
                  <a:cubicBezTo>
                    <a:pt x="17234" y="5568"/>
                    <a:pt x="17185" y="5436"/>
                    <a:pt x="17176" y="5287"/>
                  </a:cubicBezTo>
                  <a:cubicBezTo>
                    <a:pt x="17172" y="5253"/>
                    <a:pt x="17145" y="5237"/>
                    <a:pt x="17119" y="5237"/>
                  </a:cubicBezTo>
                  <a:cubicBezTo>
                    <a:pt x="17093" y="5237"/>
                    <a:pt x="17069" y="5253"/>
                    <a:pt x="17069" y="5287"/>
                  </a:cubicBezTo>
                  <a:cubicBezTo>
                    <a:pt x="17060" y="5552"/>
                    <a:pt x="17118" y="5784"/>
                    <a:pt x="17218" y="6024"/>
                  </a:cubicBezTo>
                  <a:cubicBezTo>
                    <a:pt x="17317" y="6264"/>
                    <a:pt x="17450" y="6488"/>
                    <a:pt x="17533" y="6728"/>
                  </a:cubicBezTo>
                  <a:cubicBezTo>
                    <a:pt x="17582" y="6853"/>
                    <a:pt x="17615" y="6993"/>
                    <a:pt x="17599" y="7126"/>
                  </a:cubicBezTo>
                  <a:lnTo>
                    <a:pt x="17599" y="7118"/>
                  </a:lnTo>
                  <a:cubicBezTo>
                    <a:pt x="17582" y="7259"/>
                    <a:pt x="17499" y="7375"/>
                    <a:pt x="17433" y="7499"/>
                  </a:cubicBezTo>
                  <a:cubicBezTo>
                    <a:pt x="17359" y="7623"/>
                    <a:pt x="17284" y="7739"/>
                    <a:pt x="17218" y="7863"/>
                  </a:cubicBezTo>
                  <a:cubicBezTo>
                    <a:pt x="17176" y="7540"/>
                    <a:pt x="17069" y="7234"/>
                    <a:pt x="16944" y="6927"/>
                  </a:cubicBezTo>
                  <a:cubicBezTo>
                    <a:pt x="16934" y="6900"/>
                    <a:pt x="16913" y="6888"/>
                    <a:pt x="16892" y="6888"/>
                  </a:cubicBezTo>
                  <a:cubicBezTo>
                    <a:pt x="16861" y="6888"/>
                    <a:pt x="16832" y="6913"/>
                    <a:pt x="16837" y="6952"/>
                  </a:cubicBezTo>
                  <a:cubicBezTo>
                    <a:pt x="16928" y="7457"/>
                    <a:pt x="17077" y="7996"/>
                    <a:pt x="16919" y="8501"/>
                  </a:cubicBezTo>
                  <a:cubicBezTo>
                    <a:pt x="16853" y="8717"/>
                    <a:pt x="16737" y="8907"/>
                    <a:pt x="16563" y="9040"/>
                  </a:cubicBezTo>
                  <a:cubicBezTo>
                    <a:pt x="16364" y="9181"/>
                    <a:pt x="16132" y="9272"/>
                    <a:pt x="15933" y="9421"/>
                  </a:cubicBezTo>
                  <a:cubicBezTo>
                    <a:pt x="15842" y="9487"/>
                    <a:pt x="15751" y="9578"/>
                    <a:pt x="15677" y="9678"/>
                  </a:cubicBezTo>
                  <a:cubicBezTo>
                    <a:pt x="15643" y="9479"/>
                    <a:pt x="15635" y="9264"/>
                    <a:pt x="15677" y="9065"/>
                  </a:cubicBezTo>
                  <a:cubicBezTo>
                    <a:pt x="15687" y="9030"/>
                    <a:pt x="15660" y="9007"/>
                    <a:pt x="15633" y="9007"/>
                  </a:cubicBezTo>
                  <a:cubicBezTo>
                    <a:pt x="15614" y="9007"/>
                    <a:pt x="15595" y="9017"/>
                    <a:pt x="15585" y="9040"/>
                  </a:cubicBezTo>
                  <a:cubicBezTo>
                    <a:pt x="15519" y="9206"/>
                    <a:pt x="15478" y="9355"/>
                    <a:pt x="15461" y="9537"/>
                  </a:cubicBezTo>
                  <a:cubicBezTo>
                    <a:pt x="15445" y="9703"/>
                    <a:pt x="15486" y="9868"/>
                    <a:pt x="15494" y="10042"/>
                  </a:cubicBezTo>
                  <a:cubicBezTo>
                    <a:pt x="15511" y="10349"/>
                    <a:pt x="15204" y="10490"/>
                    <a:pt x="14939" y="10506"/>
                  </a:cubicBezTo>
                  <a:cubicBezTo>
                    <a:pt x="14873" y="10513"/>
                    <a:pt x="14803" y="10516"/>
                    <a:pt x="14733" y="10516"/>
                  </a:cubicBezTo>
                  <a:cubicBezTo>
                    <a:pt x="14638" y="10516"/>
                    <a:pt x="14541" y="10511"/>
                    <a:pt x="14450" y="10506"/>
                  </a:cubicBezTo>
                  <a:cubicBezTo>
                    <a:pt x="14285" y="10498"/>
                    <a:pt x="14127" y="10490"/>
                    <a:pt x="13970" y="10448"/>
                  </a:cubicBezTo>
                  <a:cubicBezTo>
                    <a:pt x="13671" y="10374"/>
                    <a:pt x="13439" y="10134"/>
                    <a:pt x="13133" y="10117"/>
                  </a:cubicBezTo>
                  <a:lnTo>
                    <a:pt x="13017" y="10117"/>
                  </a:lnTo>
                  <a:cubicBezTo>
                    <a:pt x="13009" y="10121"/>
                    <a:pt x="13000" y="10121"/>
                    <a:pt x="12992" y="10121"/>
                  </a:cubicBezTo>
                  <a:cubicBezTo>
                    <a:pt x="12984" y="10121"/>
                    <a:pt x="12975" y="10121"/>
                    <a:pt x="12967" y="10125"/>
                  </a:cubicBezTo>
                  <a:cubicBezTo>
                    <a:pt x="12967" y="10092"/>
                    <a:pt x="12951" y="10026"/>
                    <a:pt x="12951" y="10009"/>
                  </a:cubicBezTo>
                  <a:cubicBezTo>
                    <a:pt x="12942" y="9960"/>
                    <a:pt x="12934" y="9910"/>
                    <a:pt x="12926" y="9860"/>
                  </a:cubicBezTo>
                  <a:cubicBezTo>
                    <a:pt x="12909" y="9653"/>
                    <a:pt x="12884" y="9454"/>
                    <a:pt x="12818" y="9264"/>
                  </a:cubicBezTo>
                  <a:cubicBezTo>
                    <a:pt x="12805" y="9233"/>
                    <a:pt x="12771" y="9214"/>
                    <a:pt x="12740" y="9214"/>
                  </a:cubicBezTo>
                  <a:cubicBezTo>
                    <a:pt x="12713" y="9214"/>
                    <a:pt x="12689" y="9229"/>
                    <a:pt x="12686" y="9264"/>
                  </a:cubicBezTo>
                  <a:cubicBezTo>
                    <a:pt x="12644" y="9462"/>
                    <a:pt x="12661" y="9653"/>
                    <a:pt x="12686" y="9860"/>
                  </a:cubicBezTo>
                  <a:cubicBezTo>
                    <a:pt x="12694" y="9951"/>
                    <a:pt x="12702" y="10051"/>
                    <a:pt x="12719" y="10150"/>
                  </a:cubicBezTo>
                  <a:cubicBezTo>
                    <a:pt x="12727" y="10241"/>
                    <a:pt x="12768" y="10316"/>
                    <a:pt x="12859" y="10349"/>
                  </a:cubicBezTo>
                  <a:cubicBezTo>
                    <a:pt x="12868" y="10357"/>
                    <a:pt x="12884" y="10357"/>
                    <a:pt x="12893" y="10357"/>
                  </a:cubicBezTo>
                  <a:cubicBezTo>
                    <a:pt x="12926" y="10457"/>
                    <a:pt x="12975" y="10556"/>
                    <a:pt x="13042" y="10639"/>
                  </a:cubicBezTo>
                  <a:cubicBezTo>
                    <a:pt x="13158" y="10805"/>
                    <a:pt x="13315" y="10921"/>
                    <a:pt x="13448" y="11062"/>
                  </a:cubicBezTo>
                  <a:cubicBezTo>
                    <a:pt x="13580" y="11202"/>
                    <a:pt x="13630" y="11376"/>
                    <a:pt x="13630" y="11567"/>
                  </a:cubicBezTo>
                  <a:cubicBezTo>
                    <a:pt x="13630" y="11658"/>
                    <a:pt x="13622" y="11749"/>
                    <a:pt x="13613" y="11849"/>
                  </a:cubicBezTo>
                  <a:cubicBezTo>
                    <a:pt x="13605" y="11940"/>
                    <a:pt x="13580" y="12056"/>
                    <a:pt x="13613" y="12139"/>
                  </a:cubicBezTo>
                  <a:cubicBezTo>
                    <a:pt x="13627" y="12165"/>
                    <a:pt x="13651" y="12175"/>
                    <a:pt x="13677" y="12175"/>
                  </a:cubicBezTo>
                  <a:cubicBezTo>
                    <a:pt x="13699" y="12175"/>
                    <a:pt x="13722" y="12167"/>
                    <a:pt x="13738" y="12155"/>
                  </a:cubicBezTo>
                  <a:cubicBezTo>
                    <a:pt x="13804" y="12097"/>
                    <a:pt x="13821" y="11956"/>
                    <a:pt x="13845" y="11882"/>
                  </a:cubicBezTo>
                  <a:cubicBezTo>
                    <a:pt x="13870" y="11915"/>
                    <a:pt x="13895" y="11948"/>
                    <a:pt x="13920" y="11981"/>
                  </a:cubicBezTo>
                  <a:cubicBezTo>
                    <a:pt x="14019" y="12114"/>
                    <a:pt x="14152" y="12205"/>
                    <a:pt x="14285" y="12296"/>
                  </a:cubicBezTo>
                  <a:cubicBezTo>
                    <a:pt x="14392" y="12379"/>
                    <a:pt x="14475" y="12470"/>
                    <a:pt x="14525" y="12594"/>
                  </a:cubicBezTo>
                  <a:cubicBezTo>
                    <a:pt x="14500" y="12594"/>
                    <a:pt x="14467" y="12611"/>
                    <a:pt x="14475" y="12644"/>
                  </a:cubicBezTo>
                  <a:cubicBezTo>
                    <a:pt x="14475" y="12702"/>
                    <a:pt x="14483" y="12752"/>
                    <a:pt x="14508" y="12801"/>
                  </a:cubicBezTo>
                  <a:cubicBezTo>
                    <a:pt x="14533" y="12859"/>
                    <a:pt x="14566" y="12901"/>
                    <a:pt x="14599" y="12951"/>
                  </a:cubicBezTo>
                  <a:cubicBezTo>
                    <a:pt x="14608" y="12959"/>
                    <a:pt x="14616" y="12975"/>
                    <a:pt x="14633" y="12984"/>
                  </a:cubicBezTo>
                  <a:cubicBezTo>
                    <a:pt x="14641" y="13009"/>
                    <a:pt x="14657" y="13033"/>
                    <a:pt x="14674" y="13058"/>
                  </a:cubicBezTo>
                  <a:cubicBezTo>
                    <a:pt x="14682" y="13067"/>
                    <a:pt x="14691" y="13075"/>
                    <a:pt x="14707" y="13075"/>
                  </a:cubicBezTo>
                  <a:cubicBezTo>
                    <a:pt x="14740" y="13116"/>
                    <a:pt x="14773" y="13158"/>
                    <a:pt x="14798" y="13199"/>
                  </a:cubicBezTo>
                  <a:cubicBezTo>
                    <a:pt x="14865" y="13290"/>
                    <a:pt x="14889" y="13390"/>
                    <a:pt x="14865" y="13497"/>
                  </a:cubicBezTo>
                  <a:cubicBezTo>
                    <a:pt x="14848" y="13572"/>
                    <a:pt x="14815" y="13630"/>
                    <a:pt x="14790" y="13696"/>
                  </a:cubicBezTo>
                  <a:cubicBezTo>
                    <a:pt x="14749" y="13763"/>
                    <a:pt x="14699" y="13837"/>
                    <a:pt x="14699" y="13912"/>
                  </a:cubicBezTo>
                  <a:cubicBezTo>
                    <a:pt x="14699" y="13945"/>
                    <a:pt x="14724" y="13978"/>
                    <a:pt x="14757" y="13995"/>
                  </a:cubicBezTo>
                  <a:cubicBezTo>
                    <a:pt x="14666" y="14309"/>
                    <a:pt x="14492" y="14599"/>
                    <a:pt x="14251" y="14823"/>
                  </a:cubicBezTo>
                  <a:cubicBezTo>
                    <a:pt x="13903" y="15163"/>
                    <a:pt x="13448" y="15345"/>
                    <a:pt x="12984" y="15453"/>
                  </a:cubicBezTo>
                  <a:cubicBezTo>
                    <a:pt x="12462" y="15577"/>
                    <a:pt x="11923" y="15585"/>
                    <a:pt x="11385" y="15619"/>
                  </a:cubicBezTo>
                  <a:cubicBezTo>
                    <a:pt x="10830" y="15660"/>
                    <a:pt x="10283" y="15735"/>
                    <a:pt x="9728" y="15842"/>
                  </a:cubicBezTo>
                  <a:cubicBezTo>
                    <a:pt x="9197" y="15942"/>
                    <a:pt x="8667" y="16049"/>
                    <a:pt x="8120" y="16083"/>
                  </a:cubicBezTo>
                  <a:cubicBezTo>
                    <a:pt x="8009" y="16091"/>
                    <a:pt x="7898" y="16095"/>
                    <a:pt x="7788" y="16095"/>
                  </a:cubicBezTo>
                  <a:cubicBezTo>
                    <a:pt x="7363" y="16095"/>
                    <a:pt x="6945" y="16032"/>
                    <a:pt x="6538" y="15900"/>
                  </a:cubicBezTo>
                  <a:cubicBezTo>
                    <a:pt x="6032" y="15726"/>
                    <a:pt x="5543" y="15511"/>
                    <a:pt x="5021" y="15378"/>
                  </a:cubicBezTo>
                  <a:cubicBezTo>
                    <a:pt x="4491" y="15237"/>
                    <a:pt x="3961" y="15163"/>
                    <a:pt x="3406" y="15138"/>
                  </a:cubicBezTo>
                  <a:cubicBezTo>
                    <a:pt x="2884" y="15105"/>
                    <a:pt x="2353" y="15097"/>
                    <a:pt x="1865" y="14906"/>
                  </a:cubicBezTo>
                  <a:cubicBezTo>
                    <a:pt x="1658" y="14823"/>
                    <a:pt x="1459" y="14715"/>
                    <a:pt x="1293" y="14566"/>
                  </a:cubicBezTo>
                  <a:cubicBezTo>
                    <a:pt x="1210" y="14492"/>
                    <a:pt x="1127" y="14401"/>
                    <a:pt x="1078" y="14293"/>
                  </a:cubicBezTo>
                  <a:cubicBezTo>
                    <a:pt x="1020" y="14177"/>
                    <a:pt x="1044" y="14053"/>
                    <a:pt x="1061" y="13928"/>
                  </a:cubicBezTo>
                  <a:cubicBezTo>
                    <a:pt x="1061" y="13912"/>
                    <a:pt x="1069" y="13895"/>
                    <a:pt x="1069" y="13879"/>
                  </a:cubicBezTo>
                  <a:cubicBezTo>
                    <a:pt x="1069" y="13862"/>
                    <a:pt x="1069" y="13845"/>
                    <a:pt x="1078" y="13829"/>
                  </a:cubicBezTo>
                  <a:cubicBezTo>
                    <a:pt x="1086" y="13721"/>
                    <a:pt x="1102" y="13613"/>
                    <a:pt x="1136" y="13506"/>
                  </a:cubicBezTo>
                  <a:cubicBezTo>
                    <a:pt x="1177" y="13365"/>
                    <a:pt x="1235" y="13232"/>
                    <a:pt x="1301" y="13100"/>
                  </a:cubicBezTo>
                  <a:lnTo>
                    <a:pt x="1301" y="13100"/>
                  </a:lnTo>
                  <a:cubicBezTo>
                    <a:pt x="1293" y="13191"/>
                    <a:pt x="1318" y="13282"/>
                    <a:pt x="1376" y="13348"/>
                  </a:cubicBezTo>
                  <a:cubicBezTo>
                    <a:pt x="1385" y="13361"/>
                    <a:pt x="1398" y="13366"/>
                    <a:pt x="1411" y="13366"/>
                  </a:cubicBezTo>
                  <a:cubicBezTo>
                    <a:pt x="1433" y="13366"/>
                    <a:pt x="1454" y="13352"/>
                    <a:pt x="1459" y="13332"/>
                  </a:cubicBezTo>
                  <a:cubicBezTo>
                    <a:pt x="1475" y="13257"/>
                    <a:pt x="1475" y="13183"/>
                    <a:pt x="1500" y="13108"/>
                  </a:cubicBezTo>
                  <a:cubicBezTo>
                    <a:pt x="1533" y="13025"/>
                    <a:pt x="1575" y="12951"/>
                    <a:pt x="1624" y="12884"/>
                  </a:cubicBezTo>
                  <a:cubicBezTo>
                    <a:pt x="1732" y="12752"/>
                    <a:pt x="1890" y="12652"/>
                    <a:pt x="2022" y="12553"/>
                  </a:cubicBezTo>
                  <a:cubicBezTo>
                    <a:pt x="2204" y="12429"/>
                    <a:pt x="2387" y="12296"/>
                    <a:pt x="2536" y="12139"/>
                  </a:cubicBezTo>
                  <a:cubicBezTo>
                    <a:pt x="2544" y="12213"/>
                    <a:pt x="2561" y="12280"/>
                    <a:pt x="2594" y="12338"/>
                  </a:cubicBezTo>
                  <a:cubicBezTo>
                    <a:pt x="2602" y="12354"/>
                    <a:pt x="2621" y="12362"/>
                    <a:pt x="2640" y="12362"/>
                  </a:cubicBezTo>
                  <a:cubicBezTo>
                    <a:pt x="2660" y="12362"/>
                    <a:pt x="2681" y="12354"/>
                    <a:pt x="2693" y="12338"/>
                  </a:cubicBezTo>
                  <a:cubicBezTo>
                    <a:pt x="2735" y="12246"/>
                    <a:pt x="2735" y="12139"/>
                    <a:pt x="2751" y="12048"/>
                  </a:cubicBezTo>
                  <a:cubicBezTo>
                    <a:pt x="2759" y="11956"/>
                    <a:pt x="2784" y="11874"/>
                    <a:pt x="2842" y="11799"/>
                  </a:cubicBezTo>
                  <a:cubicBezTo>
                    <a:pt x="2933" y="11675"/>
                    <a:pt x="3074" y="11600"/>
                    <a:pt x="3190" y="11509"/>
                  </a:cubicBezTo>
                  <a:cubicBezTo>
                    <a:pt x="3323" y="11410"/>
                    <a:pt x="3431" y="11285"/>
                    <a:pt x="3472" y="11128"/>
                  </a:cubicBezTo>
                  <a:cubicBezTo>
                    <a:pt x="3489" y="11078"/>
                    <a:pt x="3497" y="11028"/>
                    <a:pt x="3497" y="10979"/>
                  </a:cubicBezTo>
                  <a:cubicBezTo>
                    <a:pt x="3513" y="10995"/>
                    <a:pt x="3538" y="11004"/>
                    <a:pt x="3563" y="11004"/>
                  </a:cubicBezTo>
                  <a:cubicBezTo>
                    <a:pt x="3567" y="11005"/>
                    <a:pt x="3570" y="11005"/>
                    <a:pt x="3573" y="11005"/>
                  </a:cubicBezTo>
                  <a:cubicBezTo>
                    <a:pt x="3595" y="11005"/>
                    <a:pt x="3615" y="10984"/>
                    <a:pt x="3629" y="10962"/>
                  </a:cubicBezTo>
                  <a:cubicBezTo>
                    <a:pt x="3671" y="11028"/>
                    <a:pt x="3721" y="11095"/>
                    <a:pt x="3787" y="11144"/>
                  </a:cubicBezTo>
                  <a:cubicBezTo>
                    <a:pt x="3837" y="11194"/>
                    <a:pt x="3939" y="11259"/>
                    <a:pt x="4029" y="11259"/>
                  </a:cubicBezTo>
                  <a:cubicBezTo>
                    <a:pt x="4058" y="11259"/>
                    <a:pt x="4086" y="11252"/>
                    <a:pt x="4110" y="11236"/>
                  </a:cubicBezTo>
                  <a:cubicBezTo>
                    <a:pt x="4135" y="11211"/>
                    <a:pt x="4135" y="11178"/>
                    <a:pt x="4118" y="11153"/>
                  </a:cubicBezTo>
                  <a:cubicBezTo>
                    <a:pt x="4085" y="11120"/>
                    <a:pt x="4035" y="11103"/>
                    <a:pt x="3994" y="11078"/>
                  </a:cubicBezTo>
                  <a:cubicBezTo>
                    <a:pt x="3961" y="11053"/>
                    <a:pt x="3928" y="11020"/>
                    <a:pt x="3895" y="10987"/>
                  </a:cubicBezTo>
                  <a:cubicBezTo>
                    <a:pt x="3820" y="10921"/>
                    <a:pt x="3754" y="10830"/>
                    <a:pt x="3704" y="10738"/>
                  </a:cubicBezTo>
                  <a:cubicBezTo>
                    <a:pt x="3588" y="10556"/>
                    <a:pt x="3497" y="10349"/>
                    <a:pt x="3447" y="10134"/>
                  </a:cubicBezTo>
                  <a:cubicBezTo>
                    <a:pt x="3444" y="10116"/>
                    <a:pt x="3426" y="10107"/>
                    <a:pt x="3408" y="10107"/>
                  </a:cubicBezTo>
                  <a:cubicBezTo>
                    <a:pt x="3384" y="10107"/>
                    <a:pt x="3360" y="10122"/>
                    <a:pt x="3364" y="10150"/>
                  </a:cubicBezTo>
                  <a:cubicBezTo>
                    <a:pt x="3364" y="10259"/>
                    <a:pt x="3372" y="10375"/>
                    <a:pt x="3400" y="10491"/>
                  </a:cubicBezTo>
                  <a:lnTo>
                    <a:pt x="3400" y="10491"/>
                  </a:lnTo>
                  <a:cubicBezTo>
                    <a:pt x="3372" y="10429"/>
                    <a:pt x="3344" y="10371"/>
                    <a:pt x="3323" y="10308"/>
                  </a:cubicBezTo>
                  <a:cubicBezTo>
                    <a:pt x="3257" y="10084"/>
                    <a:pt x="3215" y="9835"/>
                    <a:pt x="3257" y="9603"/>
                  </a:cubicBezTo>
                  <a:cubicBezTo>
                    <a:pt x="3267" y="9568"/>
                    <a:pt x="3237" y="9542"/>
                    <a:pt x="3208" y="9542"/>
                  </a:cubicBezTo>
                  <a:cubicBezTo>
                    <a:pt x="3190" y="9542"/>
                    <a:pt x="3172" y="9553"/>
                    <a:pt x="3165" y="9578"/>
                  </a:cubicBezTo>
                  <a:cubicBezTo>
                    <a:pt x="3116" y="9761"/>
                    <a:pt x="3091" y="9943"/>
                    <a:pt x="3107" y="10125"/>
                  </a:cubicBezTo>
                  <a:cubicBezTo>
                    <a:pt x="3074" y="10092"/>
                    <a:pt x="3033" y="10059"/>
                    <a:pt x="3000" y="10034"/>
                  </a:cubicBezTo>
                  <a:cubicBezTo>
                    <a:pt x="2942" y="9984"/>
                    <a:pt x="2892" y="9943"/>
                    <a:pt x="2842" y="9893"/>
                  </a:cubicBezTo>
                  <a:cubicBezTo>
                    <a:pt x="2751" y="9794"/>
                    <a:pt x="2685" y="9686"/>
                    <a:pt x="2627" y="9570"/>
                  </a:cubicBezTo>
                  <a:cubicBezTo>
                    <a:pt x="2569" y="9454"/>
                    <a:pt x="2544" y="9330"/>
                    <a:pt x="2527" y="9206"/>
                  </a:cubicBezTo>
                  <a:cubicBezTo>
                    <a:pt x="2503" y="9073"/>
                    <a:pt x="2503" y="8932"/>
                    <a:pt x="2536" y="8800"/>
                  </a:cubicBezTo>
                  <a:cubicBezTo>
                    <a:pt x="2541" y="8767"/>
                    <a:pt x="2511" y="8742"/>
                    <a:pt x="2485" y="8742"/>
                  </a:cubicBezTo>
                  <a:cubicBezTo>
                    <a:pt x="2472" y="8742"/>
                    <a:pt x="2459" y="8749"/>
                    <a:pt x="2453" y="8766"/>
                  </a:cubicBezTo>
                  <a:cubicBezTo>
                    <a:pt x="2395" y="8891"/>
                    <a:pt x="2353" y="9015"/>
                    <a:pt x="2337" y="9148"/>
                  </a:cubicBezTo>
                  <a:cubicBezTo>
                    <a:pt x="2312" y="9098"/>
                    <a:pt x="2287" y="9040"/>
                    <a:pt x="2271" y="8990"/>
                  </a:cubicBezTo>
                  <a:cubicBezTo>
                    <a:pt x="2229" y="8866"/>
                    <a:pt x="2196" y="8733"/>
                    <a:pt x="2221" y="8601"/>
                  </a:cubicBezTo>
                  <a:cubicBezTo>
                    <a:pt x="2254" y="8460"/>
                    <a:pt x="2345" y="8344"/>
                    <a:pt x="2420" y="8228"/>
                  </a:cubicBezTo>
                  <a:cubicBezTo>
                    <a:pt x="2438" y="8192"/>
                    <a:pt x="2408" y="8151"/>
                    <a:pt x="2374" y="8151"/>
                  </a:cubicBezTo>
                  <a:cubicBezTo>
                    <a:pt x="2361" y="8151"/>
                    <a:pt x="2348" y="8156"/>
                    <a:pt x="2337" y="8170"/>
                  </a:cubicBezTo>
                  <a:cubicBezTo>
                    <a:pt x="2287" y="8228"/>
                    <a:pt x="2213" y="8269"/>
                    <a:pt x="2163" y="8327"/>
                  </a:cubicBezTo>
                  <a:cubicBezTo>
                    <a:pt x="2155" y="8336"/>
                    <a:pt x="2146" y="8336"/>
                    <a:pt x="2138" y="8344"/>
                  </a:cubicBezTo>
                  <a:cubicBezTo>
                    <a:pt x="2171" y="8244"/>
                    <a:pt x="2221" y="8153"/>
                    <a:pt x="2279" y="8062"/>
                  </a:cubicBezTo>
                  <a:cubicBezTo>
                    <a:pt x="2445" y="7797"/>
                    <a:pt x="2710" y="7590"/>
                    <a:pt x="3016" y="7499"/>
                  </a:cubicBezTo>
                  <a:cubicBezTo>
                    <a:pt x="3049" y="7491"/>
                    <a:pt x="3058" y="7457"/>
                    <a:pt x="3049" y="7433"/>
                  </a:cubicBezTo>
                  <a:cubicBezTo>
                    <a:pt x="3099" y="7408"/>
                    <a:pt x="3157" y="7391"/>
                    <a:pt x="3207" y="7375"/>
                  </a:cubicBezTo>
                  <a:cubicBezTo>
                    <a:pt x="3399" y="7321"/>
                    <a:pt x="3597" y="7295"/>
                    <a:pt x="3795" y="7295"/>
                  </a:cubicBezTo>
                  <a:cubicBezTo>
                    <a:pt x="3845" y="7295"/>
                    <a:pt x="3895" y="7297"/>
                    <a:pt x="3944" y="7300"/>
                  </a:cubicBezTo>
                  <a:cubicBezTo>
                    <a:pt x="4201" y="7308"/>
                    <a:pt x="4450" y="7375"/>
                    <a:pt x="4707" y="7424"/>
                  </a:cubicBezTo>
                  <a:cubicBezTo>
                    <a:pt x="4827" y="7447"/>
                    <a:pt x="4945" y="7464"/>
                    <a:pt x="5062" y="7464"/>
                  </a:cubicBezTo>
                  <a:cubicBezTo>
                    <a:pt x="5203" y="7464"/>
                    <a:pt x="5341" y="7439"/>
                    <a:pt x="5477" y="7366"/>
                  </a:cubicBezTo>
                  <a:cubicBezTo>
                    <a:pt x="5521" y="7344"/>
                    <a:pt x="5500" y="7263"/>
                    <a:pt x="5454" y="7263"/>
                  </a:cubicBezTo>
                  <a:cubicBezTo>
                    <a:pt x="5448" y="7263"/>
                    <a:pt x="5442" y="7264"/>
                    <a:pt x="5436" y="7267"/>
                  </a:cubicBezTo>
                  <a:cubicBezTo>
                    <a:pt x="5342" y="7307"/>
                    <a:pt x="5246" y="7322"/>
                    <a:pt x="5149" y="7322"/>
                  </a:cubicBezTo>
                  <a:cubicBezTo>
                    <a:pt x="4966" y="7322"/>
                    <a:pt x="4781" y="7266"/>
                    <a:pt x="4607" y="7217"/>
                  </a:cubicBezTo>
                  <a:cubicBezTo>
                    <a:pt x="4350" y="7151"/>
                    <a:pt x="4102" y="7101"/>
                    <a:pt x="3837" y="7101"/>
                  </a:cubicBezTo>
                  <a:cubicBezTo>
                    <a:pt x="3588" y="7101"/>
                    <a:pt x="3331" y="7143"/>
                    <a:pt x="3091" y="7217"/>
                  </a:cubicBezTo>
                  <a:cubicBezTo>
                    <a:pt x="2900" y="7283"/>
                    <a:pt x="2693" y="7391"/>
                    <a:pt x="2544" y="7549"/>
                  </a:cubicBezTo>
                  <a:cubicBezTo>
                    <a:pt x="2370" y="7648"/>
                    <a:pt x="2213" y="7781"/>
                    <a:pt x="2097" y="7954"/>
                  </a:cubicBezTo>
                  <a:cubicBezTo>
                    <a:pt x="2088" y="7971"/>
                    <a:pt x="2072" y="7996"/>
                    <a:pt x="2064" y="8012"/>
                  </a:cubicBezTo>
                  <a:cubicBezTo>
                    <a:pt x="1981" y="7979"/>
                    <a:pt x="1865" y="7988"/>
                    <a:pt x="1782" y="7971"/>
                  </a:cubicBezTo>
                  <a:cubicBezTo>
                    <a:pt x="1666" y="7946"/>
                    <a:pt x="1558" y="7913"/>
                    <a:pt x="1450" y="7872"/>
                  </a:cubicBezTo>
                  <a:cubicBezTo>
                    <a:pt x="1268" y="7789"/>
                    <a:pt x="1094" y="7665"/>
                    <a:pt x="995" y="7499"/>
                  </a:cubicBezTo>
                  <a:cubicBezTo>
                    <a:pt x="879" y="7317"/>
                    <a:pt x="862" y="7134"/>
                    <a:pt x="904" y="6935"/>
                  </a:cubicBezTo>
                  <a:cubicBezTo>
                    <a:pt x="928" y="6819"/>
                    <a:pt x="970" y="6712"/>
                    <a:pt x="1003" y="6604"/>
                  </a:cubicBezTo>
                  <a:cubicBezTo>
                    <a:pt x="1028" y="6496"/>
                    <a:pt x="1044" y="6389"/>
                    <a:pt x="1044" y="6281"/>
                  </a:cubicBezTo>
                  <a:cubicBezTo>
                    <a:pt x="1049" y="6244"/>
                    <a:pt x="1017" y="6222"/>
                    <a:pt x="987" y="6222"/>
                  </a:cubicBezTo>
                  <a:cubicBezTo>
                    <a:pt x="963" y="6222"/>
                    <a:pt x="940" y="6235"/>
                    <a:pt x="937" y="6264"/>
                  </a:cubicBezTo>
                  <a:cubicBezTo>
                    <a:pt x="887" y="6513"/>
                    <a:pt x="721" y="6728"/>
                    <a:pt x="663" y="6977"/>
                  </a:cubicBezTo>
                  <a:cubicBezTo>
                    <a:pt x="647" y="7051"/>
                    <a:pt x="647" y="7126"/>
                    <a:pt x="647" y="7201"/>
                  </a:cubicBezTo>
                  <a:cubicBezTo>
                    <a:pt x="622" y="7167"/>
                    <a:pt x="597" y="7134"/>
                    <a:pt x="572" y="7101"/>
                  </a:cubicBezTo>
                  <a:cubicBezTo>
                    <a:pt x="514" y="7010"/>
                    <a:pt x="456" y="6927"/>
                    <a:pt x="406" y="6836"/>
                  </a:cubicBezTo>
                  <a:cubicBezTo>
                    <a:pt x="324" y="6679"/>
                    <a:pt x="315" y="6521"/>
                    <a:pt x="382" y="6364"/>
                  </a:cubicBezTo>
                  <a:cubicBezTo>
                    <a:pt x="440" y="6215"/>
                    <a:pt x="539" y="6090"/>
                    <a:pt x="614" y="5949"/>
                  </a:cubicBezTo>
                  <a:cubicBezTo>
                    <a:pt x="696" y="5809"/>
                    <a:pt x="754" y="5668"/>
                    <a:pt x="771" y="5502"/>
                  </a:cubicBezTo>
                  <a:cubicBezTo>
                    <a:pt x="776" y="5466"/>
                    <a:pt x="748" y="5447"/>
                    <a:pt x="719" y="5447"/>
                  </a:cubicBezTo>
                  <a:cubicBezTo>
                    <a:pt x="695" y="5447"/>
                    <a:pt x="671" y="5459"/>
                    <a:pt x="663" y="5485"/>
                  </a:cubicBezTo>
                  <a:cubicBezTo>
                    <a:pt x="622" y="5651"/>
                    <a:pt x="506" y="5792"/>
                    <a:pt x="406" y="5933"/>
                  </a:cubicBezTo>
                  <a:cubicBezTo>
                    <a:pt x="357" y="5991"/>
                    <a:pt x="315" y="6057"/>
                    <a:pt x="266" y="6123"/>
                  </a:cubicBezTo>
                  <a:cubicBezTo>
                    <a:pt x="266" y="6107"/>
                    <a:pt x="266" y="6099"/>
                    <a:pt x="266" y="6082"/>
                  </a:cubicBezTo>
                  <a:cubicBezTo>
                    <a:pt x="249" y="6016"/>
                    <a:pt x="232" y="5949"/>
                    <a:pt x="216" y="5883"/>
                  </a:cubicBezTo>
                  <a:cubicBezTo>
                    <a:pt x="191" y="5767"/>
                    <a:pt x="174" y="5643"/>
                    <a:pt x="183" y="5527"/>
                  </a:cubicBezTo>
                  <a:cubicBezTo>
                    <a:pt x="208" y="5287"/>
                    <a:pt x="324" y="5104"/>
                    <a:pt x="514" y="4972"/>
                  </a:cubicBezTo>
                  <a:cubicBezTo>
                    <a:pt x="564" y="4939"/>
                    <a:pt x="630" y="4897"/>
                    <a:pt x="696" y="4856"/>
                  </a:cubicBezTo>
                  <a:lnTo>
                    <a:pt x="696" y="4856"/>
                  </a:lnTo>
                  <a:cubicBezTo>
                    <a:pt x="688" y="4939"/>
                    <a:pt x="696" y="5021"/>
                    <a:pt x="730" y="5096"/>
                  </a:cubicBezTo>
                  <a:cubicBezTo>
                    <a:pt x="742" y="5122"/>
                    <a:pt x="767" y="5136"/>
                    <a:pt x="789" y="5136"/>
                  </a:cubicBezTo>
                  <a:cubicBezTo>
                    <a:pt x="810" y="5136"/>
                    <a:pt x="829" y="5124"/>
                    <a:pt x="837" y="5096"/>
                  </a:cubicBezTo>
                  <a:cubicBezTo>
                    <a:pt x="879" y="4980"/>
                    <a:pt x="895" y="4856"/>
                    <a:pt x="937" y="4740"/>
                  </a:cubicBezTo>
                  <a:cubicBezTo>
                    <a:pt x="945" y="4723"/>
                    <a:pt x="945" y="4707"/>
                    <a:pt x="953" y="4690"/>
                  </a:cubicBezTo>
                  <a:cubicBezTo>
                    <a:pt x="1127" y="4566"/>
                    <a:pt x="1276" y="4417"/>
                    <a:pt x="1285" y="4209"/>
                  </a:cubicBezTo>
                  <a:cubicBezTo>
                    <a:pt x="1409" y="4077"/>
                    <a:pt x="1558" y="3969"/>
                    <a:pt x="1699" y="3861"/>
                  </a:cubicBezTo>
                  <a:cubicBezTo>
                    <a:pt x="1914" y="3712"/>
                    <a:pt x="2138" y="3563"/>
                    <a:pt x="2345" y="3389"/>
                  </a:cubicBezTo>
                  <a:lnTo>
                    <a:pt x="2345" y="3389"/>
                  </a:lnTo>
                  <a:cubicBezTo>
                    <a:pt x="2295" y="3472"/>
                    <a:pt x="2254" y="3563"/>
                    <a:pt x="2221" y="3654"/>
                  </a:cubicBezTo>
                  <a:cubicBezTo>
                    <a:pt x="2171" y="3770"/>
                    <a:pt x="2122" y="3886"/>
                    <a:pt x="2097" y="4019"/>
                  </a:cubicBezTo>
                  <a:cubicBezTo>
                    <a:pt x="2064" y="4127"/>
                    <a:pt x="2039" y="4259"/>
                    <a:pt x="2055" y="4375"/>
                  </a:cubicBezTo>
                  <a:cubicBezTo>
                    <a:pt x="2055" y="4397"/>
                    <a:pt x="2074" y="4407"/>
                    <a:pt x="2094" y="4407"/>
                  </a:cubicBezTo>
                  <a:cubicBezTo>
                    <a:pt x="2111" y="4407"/>
                    <a:pt x="2130" y="4399"/>
                    <a:pt x="2138" y="4383"/>
                  </a:cubicBezTo>
                  <a:cubicBezTo>
                    <a:pt x="2188" y="4284"/>
                    <a:pt x="2213" y="4168"/>
                    <a:pt x="2246" y="4060"/>
                  </a:cubicBezTo>
                  <a:cubicBezTo>
                    <a:pt x="2287" y="3953"/>
                    <a:pt x="2329" y="3845"/>
                    <a:pt x="2370" y="3745"/>
                  </a:cubicBezTo>
                  <a:cubicBezTo>
                    <a:pt x="2461" y="3530"/>
                    <a:pt x="2577" y="3315"/>
                    <a:pt x="2701" y="3116"/>
                  </a:cubicBezTo>
                  <a:cubicBezTo>
                    <a:pt x="2817" y="2933"/>
                    <a:pt x="2950" y="2743"/>
                    <a:pt x="3132" y="2610"/>
                  </a:cubicBezTo>
                  <a:cubicBezTo>
                    <a:pt x="3215" y="2552"/>
                    <a:pt x="3315" y="2494"/>
                    <a:pt x="3414" y="2461"/>
                  </a:cubicBezTo>
                  <a:cubicBezTo>
                    <a:pt x="3513" y="2428"/>
                    <a:pt x="3621" y="2420"/>
                    <a:pt x="3729" y="2395"/>
                  </a:cubicBezTo>
                  <a:cubicBezTo>
                    <a:pt x="3779" y="2387"/>
                    <a:pt x="3770" y="2312"/>
                    <a:pt x="3729" y="2296"/>
                  </a:cubicBezTo>
                  <a:cubicBezTo>
                    <a:pt x="3712" y="2296"/>
                    <a:pt x="3696" y="2287"/>
                    <a:pt x="3687" y="2287"/>
                  </a:cubicBezTo>
                  <a:cubicBezTo>
                    <a:pt x="3704" y="2279"/>
                    <a:pt x="3712" y="2262"/>
                    <a:pt x="3729" y="2254"/>
                  </a:cubicBezTo>
                  <a:cubicBezTo>
                    <a:pt x="3779" y="2213"/>
                    <a:pt x="3837" y="2180"/>
                    <a:pt x="3903" y="2180"/>
                  </a:cubicBezTo>
                  <a:cubicBezTo>
                    <a:pt x="3944" y="2180"/>
                    <a:pt x="3988" y="2184"/>
                    <a:pt x="4031" y="2184"/>
                  </a:cubicBezTo>
                  <a:cubicBezTo>
                    <a:pt x="4075" y="2184"/>
                    <a:pt x="4118" y="2180"/>
                    <a:pt x="4160" y="2163"/>
                  </a:cubicBezTo>
                  <a:cubicBezTo>
                    <a:pt x="4226" y="2138"/>
                    <a:pt x="4284" y="2088"/>
                    <a:pt x="4317" y="2030"/>
                  </a:cubicBezTo>
                  <a:cubicBezTo>
                    <a:pt x="4359" y="1989"/>
                    <a:pt x="4400" y="1948"/>
                    <a:pt x="4433" y="1906"/>
                  </a:cubicBezTo>
                  <a:cubicBezTo>
                    <a:pt x="4524" y="1774"/>
                    <a:pt x="4582" y="1624"/>
                    <a:pt x="4665" y="1492"/>
                  </a:cubicBezTo>
                  <a:cubicBezTo>
                    <a:pt x="4698" y="1426"/>
                    <a:pt x="4731" y="1384"/>
                    <a:pt x="4798" y="1351"/>
                  </a:cubicBezTo>
                  <a:cubicBezTo>
                    <a:pt x="4864" y="1326"/>
                    <a:pt x="4947" y="1310"/>
                    <a:pt x="5021" y="1301"/>
                  </a:cubicBezTo>
                  <a:cubicBezTo>
                    <a:pt x="5104" y="1285"/>
                    <a:pt x="5187" y="1268"/>
                    <a:pt x="5278" y="1260"/>
                  </a:cubicBezTo>
                  <a:cubicBezTo>
                    <a:pt x="5353" y="1243"/>
                    <a:pt x="5444" y="1243"/>
                    <a:pt x="5510" y="1210"/>
                  </a:cubicBezTo>
                  <a:cubicBezTo>
                    <a:pt x="5543" y="1194"/>
                    <a:pt x="5543" y="1136"/>
                    <a:pt x="5510" y="1127"/>
                  </a:cubicBezTo>
                  <a:cubicBezTo>
                    <a:pt x="5461" y="1105"/>
                    <a:pt x="5411" y="1101"/>
                    <a:pt x="5359" y="1101"/>
                  </a:cubicBezTo>
                  <a:cubicBezTo>
                    <a:pt x="5333" y="1101"/>
                    <a:pt x="5306" y="1102"/>
                    <a:pt x="5278" y="1102"/>
                  </a:cubicBezTo>
                  <a:cubicBezTo>
                    <a:pt x="5195" y="1102"/>
                    <a:pt x="5113" y="1111"/>
                    <a:pt x="5021" y="1119"/>
                  </a:cubicBezTo>
                  <a:cubicBezTo>
                    <a:pt x="5005" y="1127"/>
                    <a:pt x="4988" y="1127"/>
                    <a:pt x="4972" y="1127"/>
                  </a:cubicBezTo>
                  <a:cubicBezTo>
                    <a:pt x="4988" y="1127"/>
                    <a:pt x="5005" y="1119"/>
                    <a:pt x="5021" y="1102"/>
                  </a:cubicBezTo>
                  <a:cubicBezTo>
                    <a:pt x="5090" y="1034"/>
                    <a:pt x="5181" y="1011"/>
                    <a:pt x="5275" y="1011"/>
                  </a:cubicBezTo>
                  <a:cubicBezTo>
                    <a:pt x="5350" y="1011"/>
                    <a:pt x="5427" y="1026"/>
                    <a:pt x="5494" y="1044"/>
                  </a:cubicBezTo>
                  <a:cubicBezTo>
                    <a:pt x="5649" y="1079"/>
                    <a:pt x="5801" y="1126"/>
                    <a:pt x="5954" y="1126"/>
                  </a:cubicBezTo>
                  <a:cubicBezTo>
                    <a:pt x="6021" y="1126"/>
                    <a:pt x="6089" y="1117"/>
                    <a:pt x="6157" y="1094"/>
                  </a:cubicBezTo>
                  <a:cubicBezTo>
                    <a:pt x="6215" y="1078"/>
                    <a:pt x="6198" y="986"/>
                    <a:pt x="6140" y="986"/>
                  </a:cubicBezTo>
                  <a:cubicBezTo>
                    <a:pt x="5891" y="970"/>
                    <a:pt x="5676" y="837"/>
                    <a:pt x="5436" y="796"/>
                  </a:cubicBezTo>
                  <a:lnTo>
                    <a:pt x="5403" y="796"/>
                  </a:lnTo>
                  <a:cubicBezTo>
                    <a:pt x="5419" y="779"/>
                    <a:pt x="5444" y="771"/>
                    <a:pt x="5461" y="754"/>
                  </a:cubicBezTo>
                  <a:cubicBezTo>
                    <a:pt x="5535" y="696"/>
                    <a:pt x="5610" y="655"/>
                    <a:pt x="5701" y="638"/>
                  </a:cubicBezTo>
                  <a:cubicBezTo>
                    <a:pt x="5800" y="622"/>
                    <a:pt x="5900" y="622"/>
                    <a:pt x="5999" y="622"/>
                  </a:cubicBezTo>
                  <a:cubicBezTo>
                    <a:pt x="6223" y="622"/>
                    <a:pt x="6447" y="622"/>
                    <a:pt x="6670" y="589"/>
                  </a:cubicBezTo>
                  <a:cubicBezTo>
                    <a:pt x="6687" y="589"/>
                    <a:pt x="6703" y="580"/>
                    <a:pt x="6720" y="580"/>
                  </a:cubicBezTo>
                  <a:cubicBezTo>
                    <a:pt x="6861" y="547"/>
                    <a:pt x="7010" y="498"/>
                    <a:pt x="7143" y="415"/>
                  </a:cubicBezTo>
                  <a:cubicBezTo>
                    <a:pt x="7143" y="415"/>
                    <a:pt x="7151" y="406"/>
                    <a:pt x="7151" y="406"/>
                  </a:cubicBezTo>
                  <a:lnTo>
                    <a:pt x="7192" y="390"/>
                  </a:lnTo>
                  <a:cubicBezTo>
                    <a:pt x="7383" y="315"/>
                    <a:pt x="7582" y="257"/>
                    <a:pt x="7780" y="249"/>
                  </a:cubicBezTo>
                  <a:cubicBezTo>
                    <a:pt x="7819" y="246"/>
                    <a:pt x="7857" y="245"/>
                    <a:pt x="7895" y="245"/>
                  </a:cubicBezTo>
                  <a:close/>
                  <a:moveTo>
                    <a:pt x="7838" y="0"/>
                  </a:moveTo>
                  <a:cubicBezTo>
                    <a:pt x="7606" y="9"/>
                    <a:pt x="7383" y="58"/>
                    <a:pt x="7176" y="133"/>
                  </a:cubicBezTo>
                  <a:cubicBezTo>
                    <a:pt x="7060" y="174"/>
                    <a:pt x="6952" y="224"/>
                    <a:pt x="6853" y="282"/>
                  </a:cubicBezTo>
                  <a:cubicBezTo>
                    <a:pt x="6803" y="307"/>
                    <a:pt x="6745" y="340"/>
                    <a:pt x="6695" y="382"/>
                  </a:cubicBezTo>
                  <a:cubicBezTo>
                    <a:pt x="6621" y="382"/>
                    <a:pt x="6538" y="390"/>
                    <a:pt x="6455" y="390"/>
                  </a:cubicBezTo>
                  <a:cubicBezTo>
                    <a:pt x="6293" y="390"/>
                    <a:pt x="6127" y="376"/>
                    <a:pt x="5963" y="376"/>
                  </a:cubicBezTo>
                  <a:cubicBezTo>
                    <a:pt x="5908" y="376"/>
                    <a:pt x="5854" y="377"/>
                    <a:pt x="5800" y="382"/>
                  </a:cubicBezTo>
                  <a:cubicBezTo>
                    <a:pt x="5684" y="390"/>
                    <a:pt x="5568" y="406"/>
                    <a:pt x="5469" y="456"/>
                  </a:cubicBezTo>
                  <a:cubicBezTo>
                    <a:pt x="5378" y="506"/>
                    <a:pt x="5303" y="572"/>
                    <a:pt x="5220" y="630"/>
                  </a:cubicBezTo>
                  <a:cubicBezTo>
                    <a:pt x="5137" y="680"/>
                    <a:pt x="5038" y="696"/>
                    <a:pt x="4963" y="754"/>
                  </a:cubicBezTo>
                  <a:cubicBezTo>
                    <a:pt x="4872" y="812"/>
                    <a:pt x="4814" y="912"/>
                    <a:pt x="4823" y="1011"/>
                  </a:cubicBezTo>
                  <a:cubicBezTo>
                    <a:pt x="4831" y="1078"/>
                    <a:pt x="4881" y="1127"/>
                    <a:pt x="4939" y="1136"/>
                  </a:cubicBezTo>
                  <a:cubicBezTo>
                    <a:pt x="4823" y="1152"/>
                    <a:pt x="4698" y="1177"/>
                    <a:pt x="4607" y="1268"/>
                  </a:cubicBezTo>
                  <a:cubicBezTo>
                    <a:pt x="4499" y="1368"/>
                    <a:pt x="4450" y="1525"/>
                    <a:pt x="4383" y="1658"/>
                  </a:cubicBezTo>
                  <a:cubicBezTo>
                    <a:pt x="4350" y="1724"/>
                    <a:pt x="4317" y="1798"/>
                    <a:pt x="4276" y="1865"/>
                  </a:cubicBezTo>
                  <a:lnTo>
                    <a:pt x="4267" y="1890"/>
                  </a:lnTo>
                  <a:cubicBezTo>
                    <a:pt x="4243" y="1890"/>
                    <a:pt x="4226" y="1890"/>
                    <a:pt x="4209" y="1906"/>
                  </a:cubicBezTo>
                  <a:cubicBezTo>
                    <a:pt x="4168" y="1956"/>
                    <a:pt x="4127" y="1997"/>
                    <a:pt x="4069" y="2006"/>
                  </a:cubicBezTo>
                  <a:cubicBezTo>
                    <a:pt x="4055" y="2008"/>
                    <a:pt x="4040" y="2009"/>
                    <a:pt x="4025" y="2009"/>
                  </a:cubicBezTo>
                  <a:cubicBezTo>
                    <a:pt x="3995" y="2009"/>
                    <a:pt x="3964" y="2006"/>
                    <a:pt x="3936" y="2006"/>
                  </a:cubicBezTo>
                  <a:cubicBezTo>
                    <a:pt x="3895" y="2006"/>
                    <a:pt x="3853" y="2006"/>
                    <a:pt x="3812" y="2022"/>
                  </a:cubicBezTo>
                  <a:cubicBezTo>
                    <a:pt x="3737" y="2047"/>
                    <a:pt x="3679" y="2088"/>
                    <a:pt x="3621" y="2146"/>
                  </a:cubicBezTo>
                  <a:cubicBezTo>
                    <a:pt x="3596" y="2171"/>
                    <a:pt x="3571" y="2204"/>
                    <a:pt x="3555" y="2238"/>
                  </a:cubicBezTo>
                  <a:cubicBezTo>
                    <a:pt x="3547" y="2246"/>
                    <a:pt x="3547" y="2262"/>
                    <a:pt x="3538" y="2279"/>
                  </a:cubicBezTo>
                  <a:cubicBezTo>
                    <a:pt x="3373" y="2287"/>
                    <a:pt x="3207" y="2370"/>
                    <a:pt x="3083" y="2445"/>
                  </a:cubicBezTo>
                  <a:cubicBezTo>
                    <a:pt x="2975" y="2519"/>
                    <a:pt x="2875" y="2610"/>
                    <a:pt x="2784" y="2710"/>
                  </a:cubicBezTo>
                  <a:cubicBezTo>
                    <a:pt x="2780" y="2708"/>
                    <a:pt x="2776" y="2707"/>
                    <a:pt x="2771" y="2707"/>
                  </a:cubicBezTo>
                  <a:cubicBezTo>
                    <a:pt x="2756" y="2707"/>
                    <a:pt x="2739" y="2716"/>
                    <a:pt x="2726" y="2735"/>
                  </a:cubicBezTo>
                  <a:cubicBezTo>
                    <a:pt x="2428" y="3207"/>
                    <a:pt x="1906" y="3464"/>
                    <a:pt x="1467" y="3779"/>
                  </a:cubicBezTo>
                  <a:cubicBezTo>
                    <a:pt x="1252" y="3944"/>
                    <a:pt x="1044" y="4127"/>
                    <a:pt x="895" y="4350"/>
                  </a:cubicBezTo>
                  <a:cubicBezTo>
                    <a:pt x="846" y="4433"/>
                    <a:pt x="796" y="4524"/>
                    <a:pt x="763" y="4615"/>
                  </a:cubicBezTo>
                  <a:cubicBezTo>
                    <a:pt x="589" y="4723"/>
                    <a:pt x="390" y="4814"/>
                    <a:pt x="249" y="4963"/>
                  </a:cubicBezTo>
                  <a:cubicBezTo>
                    <a:pt x="83" y="5129"/>
                    <a:pt x="9" y="5353"/>
                    <a:pt x="0" y="5577"/>
                  </a:cubicBezTo>
                  <a:cubicBezTo>
                    <a:pt x="0" y="5709"/>
                    <a:pt x="25" y="5833"/>
                    <a:pt x="50" y="5958"/>
                  </a:cubicBezTo>
                  <a:cubicBezTo>
                    <a:pt x="83" y="6074"/>
                    <a:pt x="133" y="6173"/>
                    <a:pt x="183" y="6281"/>
                  </a:cubicBezTo>
                  <a:cubicBezTo>
                    <a:pt x="174" y="6314"/>
                    <a:pt x="158" y="6347"/>
                    <a:pt x="150" y="6380"/>
                  </a:cubicBezTo>
                  <a:cubicBezTo>
                    <a:pt x="83" y="6571"/>
                    <a:pt x="116" y="6770"/>
                    <a:pt x="208" y="6944"/>
                  </a:cubicBezTo>
                  <a:cubicBezTo>
                    <a:pt x="257" y="7043"/>
                    <a:pt x="324" y="7126"/>
                    <a:pt x="390" y="7209"/>
                  </a:cubicBezTo>
                  <a:cubicBezTo>
                    <a:pt x="456" y="7292"/>
                    <a:pt x="539" y="7408"/>
                    <a:pt x="647" y="7433"/>
                  </a:cubicBezTo>
                  <a:cubicBezTo>
                    <a:pt x="652" y="7435"/>
                    <a:pt x="656" y="7436"/>
                    <a:pt x="661" y="7436"/>
                  </a:cubicBezTo>
                  <a:cubicBezTo>
                    <a:pt x="673" y="7436"/>
                    <a:pt x="685" y="7430"/>
                    <a:pt x="696" y="7424"/>
                  </a:cubicBezTo>
                  <a:cubicBezTo>
                    <a:pt x="721" y="7499"/>
                    <a:pt x="754" y="7573"/>
                    <a:pt x="796" y="7640"/>
                  </a:cubicBezTo>
                  <a:cubicBezTo>
                    <a:pt x="928" y="7838"/>
                    <a:pt x="1119" y="7988"/>
                    <a:pt x="1334" y="8087"/>
                  </a:cubicBezTo>
                  <a:cubicBezTo>
                    <a:pt x="1450" y="8137"/>
                    <a:pt x="1575" y="8170"/>
                    <a:pt x="1699" y="8203"/>
                  </a:cubicBezTo>
                  <a:cubicBezTo>
                    <a:pt x="1757" y="8211"/>
                    <a:pt x="1823" y="8220"/>
                    <a:pt x="1881" y="8228"/>
                  </a:cubicBezTo>
                  <a:cubicBezTo>
                    <a:pt x="1906" y="8236"/>
                    <a:pt x="1931" y="8236"/>
                    <a:pt x="1964" y="8244"/>
                  </a:cubicBezTo>
                  <a:cubicBezTo>
                    <a:pt x="1931" y="8319"/>
                    <a:pt x="1906" y="8402"/>
                    <a:pt x="1898" y="8493"/>
                  </a:cubicBezTo>
                  <a:cubicBezTo>
                    <a:pt x="1873" y="8659"/>
                    <a:pt x="1848" y="8907"/>
                    <a:pt x="1972" y="9040"/>
                  </a:cubicBezTo>
                  <a:cubicBezTo>
                    <a:pt x="1982" y="9053"/>
                    <a:pt x="1994" y="9058"/>
                    <a:pt x="2006" y="9058"/>
                  </a:cubicBezTo>
                  <a:cubicBezTo>
                    <a:pt x="2025" y="9058"/>
                    <a:pt x="2045" y="9044"/>
                    <a:pt x="2055" y="9023"/>
                  </a:cubicBezTo>
                  <a:cubicBezTo>
                    <a:pt x="2097" y="9164"/>
                    <a:pt x="2171" y="9288"/>
                    <a:pt x="2237" y="9413"/>
                  </a:cubicBezTo>
                  <a:cubicBezTo>
                    <a:pt x="2279" y="9487"/>
                    <a:pt x="2320" y="9562"/>
                    <a:pt x="2370" y="9636"/>
                  </a:cubicBezTo>
                  <a:cubicBezTo>
                    <a:pt x="2403" y="9703"/>
                    <a:pt x="2436" y="9769"/>
                    <a:pt x="2503" y="9802"/>
                  </a:cubicBezTo>
                  <a:cubicBezTo>
                    <a:pt x="2544" y="9885"/>
                    <a:pt x="2602" y="9968"/>
                    <a:pt x="2668" y="10034"/>
                  </a:cubicBezTo>
                  <a:cubicBezTo>
                    <a:pt x="2718" y="10092"/>
                    <a:pt x="2776" y="10142"/>
                    <a:pt x="2842" y="10175"/>
                  </a:cubicBezTo>
                  <a:cubicBezTo>
                    <a:pt x="2913" y="10214"/>
                    <a:pt x="3006" y="10283"/>
                    <a:pt x="3086" y="10283"/>
                  </a:cubicBezTo>
                  <a:cubicBezTo>
                    <a:pt x="3091" y="10283"/>
                    <a:pt x="3095" y="10283"/>
                    <a:pt x="3099" y="10283"/>
                  </a:cubicBezTo>
                  <a:cubicBezTo>
                    <a:pt x="3116" y="10283"/>
                    <a:pt x="3124" y="10283"/>
                    <a:pt x="3132" y="10274"/>
                  </a:cubicBezTo>
                  <a:cubicBezTo>
                    <a:pt x="3132" y="10308"/>
                    <a:pt x="3141" y="10332"/>
                    <a:pt x="3149" y="10357"/>
                  </a:cubicBezTo>
                  <a:cubicBezTo>
                    <a:pt x="3174" y="10482"/>
                    <a:pt x="3232" y="10606"/>
                    <a:pt x="3290" y="10722"/>
                  </a:cubicBezTo>
                  <a:cubicBezTo>
                    <a:pt x="3306" y="10747"/>
                    <a:pt x="3323" y="10780"/>
                    <a:pt x="3348" y="10813"/>
                  </a:cubicBezTo>
                  <a:cubicBezTo>
                    <a:pt x="3356" y="10937"/>
                    <a:pt x="3339" y="11045"/>
                    <a:pt x="3273" y="11144"/>
                  </a:cubicBezTo>
                  <a:cubicBezTo>
                    <a:pt x="3190" y="11269"/>
                    <a:pt x="3049" y="11343"/>
                    <a:pt x="2933" y="11418"/>
                  </a:cubicBezTo>
                  <a:cubicBezTo>
                    <a:pt x="2801" y="11509"/>
                    <a:pt x="2677" y="11608"/>
                    <a:pt x="2602" y="11758"/>
                  </a:cubicBezTo>
                  <a:cubicBezTo>
                    <a:pt x="2585" y="11791"/>
                    <a:pt x="2577" y="11824"/>
                    <a:pt x="2569" y="11857"/>
                  </a:cubicBezTo>
                  <a:cubicBezTo>
                    <a:pt x="2320" y="12081"/>
                    <a:pt x="2047" y="12255"/>
                    <a:pt x="1774" y="12445"/>
                  </a:cubicBezTo>
                  <a:cubicBezTo>
                    <a:pt x="1633" y="12545"/>
                    <a:pt x="1484" y="12661"/>
                    <a:pt x="1392" y="12810"/>
                  </a:cubicBezTo>
                  <a:cubicBezTo>
                    <a:pt x="1382" y="12803"/>
                    <a:pt x="1369" y="12799"/>
                    <a:pt x="1355" y="12799"/>
                  </a:cubicBezTo>
                  <a:cubicBezTo>
                    <a:pt x="1336" y="12799"/>
                    <a:pt x="1316" y="12807"/>
                    <a:pt x="1301" y="12826"/>
                  </a:cubicBezTo>
                  <a:cubicBezTo>
                    <a:pt x="1169" y="13017"/>
                    <a:pt x="1028" y="13199"/>
                    <a:pt x="953" y="13423"/>
                  </a:cubicBezTo>
                  <a:cubicBezTo>
                    <a:pt x="912" y="13531"/>
                    <a:pt x="887" y="13647"/>
                    <a:pt x="870" y="13763"/>
                  </a:cubicBezTo>
                  <a:cubicBezTo>
                    <a:pt x="870" y="13812"/>
                    <a:pt x="862" y="13870"/>
                    <a:pt x="846" y="13920"/>
                  </a:cubicBezTo>
                  <a:cubicBezTo>
                    <a:pt x="837" y="13986"/>
                    <a:pt x="821" y="14044"/>
                    <a:pt x="862" y="14094"/>
                  </a:cubicBezTo>
                  <a:cubicBezTo>
                    <a:pt x="854" y="14177"/>
                    <a:pt x="854" y="14268"/>
                    <a:pt x="879" y="14351"/>
                  </a:cubicBezTo>
                  <a:cubicBezTo>
                    <a:pt x="953" y="14583"/>
                    <a:pt x="1160" y="14765"/>
                    <a:pt x="1351" y="14906"/>
                  </a:cubicBezTo>
                  <a:cubicBezTo>
                    <a:pt x="1774" y="15204"/>
                    <a:pt x="2287" y="15304"/>
                    <a:pt x="2793" y="15345"/>
                  </a:cubicBezTo>
                  <a:cubicBezTo>
                    <a:pt x="3083" y="15362"/>
                    <a:pt x="3381" y="15370"/>
                    <a:pt x="3671" y="15387"/>
                  </a:cubicBezTo>
                  <a:cubicBezTo>
                    <a:pt x="3953" y="15395"/>
                    <a:pt x="4234" y="15428"/>
                    <a:pt x="4516" y="15478"/>
                  </a:cubicBezTo>
                  <a:cubicBezTo>
                    <a:pt x="5071" y="15577"/>
                    <a:pt x="5593" y="15768"/>
                    <a:pt x="6123" y="15967"/>
                  </a:cubicBezTo>
                  <a:cubicBezTo>
                    <a:pt x="6380" y="16066"/>
                    <a:pt x="6637" y="16157"/>
                    <a:pt x="6911" y="16215"/>
                  </a:cubicBezTo>
                  <a:cubicBezTo>
                    <a:pt x="7184" y="16281"/>
                    <a:pt x="7457" y="16306"/>
                    <a:pt x="7739" y="16306"/>
                  </a:cubicBezTo>
                  <a:cubicBezTo>
                    <a:pt x="7761" y="16307"/>
                    <a:pt x="7783" y="16307"/>
                    <a:pt x="7805" y="16307"/>
                  </a:cubicBezTo>
                  <a:cubicBezTo>
                    <a:pt x="8347" y="16307"/>
                    <a:pt x="8887" y="16211"/>
                    <a:pt x="9413" y="16116"/>
                  </a:cubicBezTo>
                  <a:cubicBezTo>
                    <a:pt x="9984" y="16008"/>
                    <a:pt x="10540" y="15909"/>
                    <a:pt x="11120" y="15875"/>
                  </a:cubicBezTo>
                  <a:cubicBezTo>
                    <a:pt x="11683" y="15842"/>
                    <a:pt x="12255" y="15834"/>
                    <a:pt x="12818" y="15735"/>
                  </a:cubicBezTo>
                  <a:cubicBezTo>
                    <a:pt x="13323" y="15643"/>
                    <a:pt x="13829" y="15478"/>
                    <a:pt x="14235" y="15163"/>
                  </a:cubicBezTo>
                  <a:cubicBezTo>
                    <a:pt x="14599" y="14889"/>
                    <a:pt x="14914" y="14475"/>
                    <a:pt x="14989" y="14019"/>
                  </a:cubicBezTo>
                  <a:cubicBezTo>
                    <a:pt x="15005" y="13945"/>
                    <a:pt x="15005" y="13870"/>
                    <a:pt x="15005" y="13796"/>
                  </a:cubicBezTo>
                  <a:cubicBezTo>
                    <a:pt x="15047" y="13729"/>
                    <a:pt x="15072" y="13663"/>
                    <a:pt x="15097" y="13589"/>
                  </a:cubicBezTo>
                  <a:cubicBezTo>
                    <a:pt x="15138" y="13448"/>
                    <a:pt x="15121" y="13290"/>
                    <a:pt x="15047" y="13158"/>
                  </a:cubicBezTo>
                  <a:cubicBezTo>
                    <a:pt x="14989" y="13050"/>
                    <a:pt x="14906" y="12975"/>
                    <a:pt x="14823" y="12893"/>
                  </a:cubicBezTo>
                  <a:cubicBezTo>
                    <a:pt x="14823" y="12868"/>
                    <a:pt x="14823" y="12843"/>
                    <a:pt x="14823" y="12818"/>
                  </a:cubicBezTo>
                  <a:cubicBezTo>
                    <a:pt x="14823" y="12744"/>
                    <a:pt x="14807" y="12661"/>
                    <a:pt x="14782" y="12578"/>
                  </a:cubicBezTo>
                  <a:cubicBezTo>
                    <a:pt x="14740" y="12420"/>
                    <a:pt x="14657" y="12280"/>
                    <a:pt x="14525" y="12172"/>
                  </a:cubicBezTo>
                  <a:cubicBezTo>
                    <a:pt x="14392" y="12072"/>
                    <a:pt x="14243" y="12006"/>
                    <a:pt x="14119" y="11890"/>
                  </a:cubicBezTo>
                  <a:cubicBezTo>
                    <a:pt x="14061" y="11832"/>
                    <a:pt x="14003" y="11766"/>
                    <a:pt x="13953" y="11708"/>
                  </a:cubicBezTo>
                  <a:cubicBezTo>
                    <a:pt x="13928" y="11683"/>
                    <a:pt x="13903" y="11658"/>
                    <a:pt x="13879" y="11633"/>
                  </a:cubicBezTo>
                  <a:cubicBezTo>
                    <a:pt x="13879" y="11608"/>
                    <a:pt x="13887" y="11584"/>
                    <a:pt x="13887" y="11567"/>
                  </a:cubicBezTo>
                  <a:cubicBezTo>
                    <a:pt x="13887" y="11360"/>
                    <a:pt x="13837" y="11153"/>
                    <a:pt x="13713" y="10995"/>
                  </a:cubicBezTo>
                  <a:cubicBezTo>
                    <a:pt x="13580" y="10830"/>
                    <a:pt x="13406" y="10722"/>
                    <a:pt x="13265" y="10573"/>
                  </a:cubicBezTo>
                  <a:cubicBezTo>
                    <a:pt x="13199" y="10506"/>
                    <a:pt x="13141" y="10440"/>
                    <a:pt x="13091" y="10357"/>
                  </a:cubicBezTo>
                  <a:cubicBezTo>
                    <a:pt x="13166" y="10357"/>
                    <a:pt x="13232" y="10374"/>
                    <a:pt x="13299" y="10407"/>
                  </a:cubicBezTo>
                  <a:cubicBezTo>
                    <a:pt x="13456" y="10473"/>
                    <a:pt x="13597" y="10573"/>
                    <a:pt x="13754" y="10639"/>
                  </a:cubicBezTo>
                  <a:cubicBezTo>
                    <a:pt x="14037" y="10743"/>
                    <a:pt x="14361" y="10766"/>
                    <a:pt x="14667" y="10766"/>
                  </a:cubicBezTo>
                  <a:cubicBezTo>
                    <a:pt x="14728" y="10766"/>
                    <a:pt x="14789" y="10765"/>
                    <a:pt x="14848" y="10763"/>
                  </a:cubicBezTo>
                  <a:cubicBezTo>
                    <a:pt x="15171" y="10747"/>
                    <a:pt x="15536" y="10647"/>
                    <a:pt x="15685" y="10332"/>
                  </a:cubicBezTo>
                  <a:cubicBezTo>
                    <a:pt x="15743" y="10216"/>
                    <a:pt x="15743" y="10109"/>
                    <a:pt x="15735" y="9993"/>
                  </a:cubicBezTo>
                  <a:cubicBezTo>
                    <a:pt x="15768" y="9943"/>
                    <a:pt x="15809" y="9885"/>
                    <a:pt x="15851" y="9844"/>
                  </a:cubicBezTo>
                  <a:cubicBezTo>
                    <a:pt x="15925" y="9752"/>
                    <a:pt x="16008" y="9670"/>
                    <a:pt x="16107" y="9603"/>
                  </a:cubicBezTo>
                  <a:cubicBezTo>
                    <a:pt x="16315" y="9446"/>
                    <a:pt x="16555" y="9355"/>
                    <a:pt x="16754" y="9197"/>
                  </a:cubicBezTo>
                  <a:cubicBezTo>
                    <a:pt x="17035" y="8974"/>
                    <a:pt x="17176" y="8634"/>
                    <a:pt x="17226" y="8286"/>
                  </a:cubicBezTo>
                  <a:cubicBezTo>
                    <a:pt x="17251" y="8253"/>
                    <a:pt x="17267" y="8228"/>
                    <a:pt x="17292" y="8195"/>
                  </a:cubicBezTo>
                  <a:cubicBezTo>
                    <a:pt x="17342" y="8128"/>
                    <a:pt x="17392" y="8062"/>
                    <a:pt x="17433" y="7988"/>
                  </a:cubicBezTo>
                  <a:cubicBezTo>
                    <a:pt x="17516" y="7855"/>
                    <a:pt x="17591" y="7723"/>
                    <a:pt x="17665" y="7590"/>
                  </a:cubicBezTo>
                  <a:cubicBezTo>
                    <a:pt x="17740" y="7474"/>
                    <a:pt x="17814" y="7341"/>
                    <a:pt x="17839" y="7209"/>
                  </a:cubicBezTo>
                  <a:cubicBezTo>
                    <a:pt x="17872" y="7060"/>
                    <a:pt x="17856" y="6911"/>
                    <a:pt x="17814" y="6770"/>
                  </a:cubicBezTo>
                  <a:cubicBezTo>
                    <a:pt x="17781" y="6654"/>
                    <a:pt x="17731" y="6538"/>
                    <a:pt x="17673" y="6430"/>
                  </a:cubicBezTo>
                  <a:cubicBezTo>
                    <a:pt x="17690" y="6397"/>
                    <a:pt x="17698" y="6364"/>
                    <a:pt x="17707" y="6322"/>
                  </a:cubicBezTo>
                  <a:cubicBezTo>
                    <a:pt x="17731" y="6231"/>
                    <a:pt x="17756" y="6132"/>
                    <a:pt x="17773" y="6041"/>
                  </a:cubicBezTo>
                  <a:cubicBezTo>
                    <a:pt x="17806" y="5858"/>
                    <a:pt x="17823" y="5676"/>
                    <a:pt x="17814" y="5494"/>
                  </a:cubicBezTo>
                  <a:cubicBezTo>
                    <a:pt x="17798" y="5303"/>
                    <a:pt x="17756" y="5121"/>
                    <a:pt x="17665" y="4955"/>
                  </a:cubicBezTo>
                  <a:cubicBezTo>
                    <a:pt x="17574" y="4781"/>
                    <a:pt x="17441" y="4640"/>
                    <a:pt x="17301" y="4508"/>
                  </a:cubicBezTo>
                  <a:cubicBezTo>
                    <a:pt x="16754" y="3969"/>
                    <a:pt x="16132" y="3513"/>
                    <a:pt x="15461" y="3141"/>
                  </a:cubicBezTo>
                  <a:cubicBezTo>
                    <a:pt x="15254" y="3025"/>
                    <a:pt x="14981" y="2909"/>
                    <a:pt x="14782" y="2726"/>
                  </a:cubicBezTo>
                  <a:cubicBezTo>
                    <a:pt x="14782" y="2668"/>
                    <a:pt x="14765" y="2610"/>
                    <a:pt x="14757" y="2552"/>
                  </a:cubicBezTo>
                  <a:cubicBezTo>
                    <a:pt x="14749" y="2470"/>
                    <a:pt x="14732" y="2395"/>
                    <a:pt x="14707" y="2312"/>
                  </a:cubicBezTo>
                  <a:cubicBezTo>
                    <a:pt x="14649" y="2138"/>
                    <a:pt x="14525" y="2022"/>
                    <a:pt x="14359" y="1939"/>
                  </a:cubicBezTo>
                  <a:cubicBezTo>
                    <a:pt x="14276" y="1898"/>
                    <a:pt x="14185" y="1865"/>
                    <a:pt x="14086" y="1823"/>
                  </a:cubicBezTo>
                  <a:cubicBezTo>
                    <a:pt x="14102" y="1823"/>
                    <a:pt x="14111" y="1807"/>
                    <a:pt x="14119" y="1790"/>
                  </a:cubicBezTo>
                  <a:cubicBezTo>
                    <a:pt x="14135" y="1765"/>
                    <a:pt x="14135" y="1724"/>
                    <a:pt x="14111" y="1699"/>
                  </a:cubicBezTo>
                  <a:cubicBezTo>
                    <a:pt x="14094" y="1682"/>
                    <a:pt x="14077" y="1674"/>
                    <a:pt x="14053" y="1666"/>
                  </a:cubicBezTo>
                  <a:cubicBezTo>
                    <a:pt x="14042" y="1666"/>
                    <a:pt x="14045" y="1670"/>
                    <a:pt x="14044" y="1670"/>
                  </a:cubicBezTo>
                  <a:cubicBezTo>
                    <a:pt x="14043" y="1670"/>
                    <a:pt x="14042" y="1669"/>
                    <a:pt x="14036" y="1666"/>
                  </a:cubicBezTo>
                  <a:cubicBezTo>
                    <a:pt x="14028" y="1666"/>
                    <a:pt x="14019" y="1658"/>
                    <a:pt x="14011" y="1658"/>
                  </a:cubicBezTo>
                  <a:lnTo>
                    <a:pt x="13978" y="1649"/>
                  </a:lnTo>
                  <a:lnTo>
                    <a:pt x="13978" y="1649"/>
                  </a:lnTo>
                  <a:cubicBezTo>
                    <a:pt x="13984" y="1652"/>
                    <a:pt x="13983" y="1653"/>
                    <a:pt x="13979" y="1653"/>
                  </a:cubicBezTo>
                  <a:cubicBezTo>
                    <a:pt x="13972" y="1653"/>
                    <a:pt x="13953" y="1649"/>
                    <a:pt x="13953" y="1649"/>
                  </a:cubicBezTo>
                  <a:cubicBezTo>
                    <a:pt x="13945" y="1649"/>
                    <a:pt x="13937" y="1641"/>
                    <a:pt x="13928" y="1641"/>
                  </a:cubicBezTo>
                  <a:lnTo>
                    <a:pt x="13887" y="1641"/>
                  </a:lnTo>
                  <a:cubicBezTo>
                    <a:pt x="13879" y="1641"/>
                    <a:pt x="13870" y="1633"/>
                    <a:pt x="13854" y="1633"/>
                  </a:cubicBezTo>
                  <a:lnTo>
                    <a:pt x="13845" y="1633"/>
                  </a:lnTo>
                  <a:cubicBezTo>
                    <a:pt x="13837" y="1624"/>
                    <a:pt x="13821" y="1616"/>
                    <a:pt x="13812" y="1608"/>
                  </a:cubicBezTo>
                  <a:cubicBezTo>
                    <a:pt x="13821" y="1583"/>
                    <a:pt x="13812" y="1550"/>
                    <a:pt x="13787" y="1533"/>
                  </a:cubicBezTo>
                  <a:cubicBezTo>
                    <a:pt x="13564" y="1426"/>
                    <a:pt x="13415" y="1235"/>
                    <a:pt x="13249" y="1061"/>
                  </a:cubicBezTo>
                  <a:cubicBezTo>
                    <a:pt x="13067" y="870"/>
                    <a:pt x="12851" y="713"/>
                    <a:pt x="12603" y="630"/>
                  </a:cubicBezTo>
                  <a:cubicBezTo>
                    <a:pt x="12499" y="592"/>
                    <a:pt x="12388" y="573"/>
                    <a:pt x="12277" y="573"/>
                  </a:cubicBezTo>
                  <a:cubicBezTo>
                    <a:pt x="12149" y="573"/>
                    <a:pt x="12022" y="598"/>
                    <a:pt x="11907" y="647"/>
                  </a:cubicBezTo>
                  <a:cubicBezTo>
                    <a:pt x="11896" y="631"/>
                    <a:pt x="11878" y="618"/>
                    <a:pt x="11860" y="618"/>
                  </a:cubicBezTo>
                  <a:cubicBezTo>
                    <a:pt x="11850" y="618"/>
                    <a:pt x="11841" y="621"/>
                    <a:pt x="11832" y="630"/>
                  </a:cubicBezTo>
                  <a:cubicBezTo>
                    <a:pt x="11730" y="702"/>
                    <a:pt x="11614" y="727"/>
                    <a:pt x="11495" y="727"/>
                  </a:cubicBezTo>
                  <a:cubicBezTo>
                    <a:pt x="11353" y="727"/>
                    <a:pt x="11205" y="691"/>
                    <a:pt x="11070" y="655"/>
                  </a:cubicBezTo>
                  <a:cubicBezTo>
                    <a:pt x="10929" y="614"/>
                    <a:pt x="10780" y="556"/>
                    <a:pt x="10631" y="531"/>
                  </a:cubicBezTo>
                  <a:cubicBezTo>
                    <a:pt x="10614" y="531"/>
                    <a:pt x="10598" y="522"/>
                    <a:pt x="10581" y="522"/>
                  </a:cubicBezTo>
                  <a:lnTo>
                    <a:pt x="10581" y="514"/>
                  </a:lnTo>
                  <a:cubicBezTo>
                    <a:pt x="10506" y="406"/>
                    <a:pt x="10349" y="340"/>
                    <a:pt x="10233" y="282"/>
                  </a:cubicBezTo>
                  <a:cubicBezTo>
                    <a:pt x="10109" y="224"/>
                    <a:pt x="9984" y="174"/>
                    <a:pt x="9852" y="150"/>
                  </a:cubicBezTo>
                  <a:cubicBezTo>
                    <a:pt x="9782" y="138"/>
                    <a:pt x="9715" y="132"/>
                    <a:pt x="9649" y="132"/>
                  </a:cubicBezTo>
                  <a:cubicBezTo>
                    <a:pt x="9439" y="132"/>
                    <a:pt x="9245" y="190"/>
                    <a:pt x="9056" y="290"/>
                  </a:cubicBezTo>
                  <a:cubicBezTo>
                    <a:pt x="8990" y="324"/>
                    <a:pt x="8924" y="365"/>
                    <a:pt x="8866" y="398"/>
                  </a:cubicBezTo>
                  <a:cubicBezTo>
                    <a:pt x="8775" y="266"/>
                    <a:pt x="8601" y="174"/>
                    <a:pt x="8468" y="116"/>
                  </a:cubicBezTo>
                  <a:cubicBezTo>
                    <a:pt x="8269" y="34"/>
                    <a:pt x="8054" y="0"/>
                    <a:pt x="78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8" name="Google Shape;5108;p13"/>
            <p:cNvSpPr/>
            <p:nvPr/>
          </p:nvSpPr>
          <p:spPr>
            <a:xfrm>
              <a:off x="5867375" y="2929775"/>
              <a:ext cx="6275" cy="17000"/>
            </a:xfrm>
            <a:custGeom>
              <a:rect b="b" l="l" r="r" t="t"/>
              <a:pathLst>
                <a:path extrusionOk="0" h="680" w="251">
                  <a:moveTo>
                    <a:pt x="198" y="1"/>
                  </a:moveTo>
                  <a:cubicBezTo>
                    <a:pt x="185" y="1"/>
                    <a:pt x="171" y="8"/>
                    <a:pt x="162" y="25"/>
                  </a:cubicBezTo>
                  <a:cubicBezTo>
                    <a:pt x="112" y="108"/>
                    <a:pt x="79" y="216"/>
                    <a:pt x="54" y="315"/>
                  </a:cubicBezTo>
                  <a:cubicBezTo>
                    <a:pt x="38" y="423"/>
                    <a:pt x="21" y="523"/>
                    <a:pt x="5" y="630"/>
                  </a:cubicBezTo>
                  <a:cubicBezTo>
                    <a:pt x="0" y="663"/>
                    <a:pt x="26" y="680"/>
                    <a:pt x="53" y="680"/>
                  </a:cubicBezTo>
                  <a:cubicBezTo>
                    <a:pt x="75" y="680"/>
                    <a:pt x="97" y="669"/>
                    <a:pt x="104" y="647"/>
                  </a:cubicBezTo>
                  <a:cubicBezTo>
                    <a:pt x="121" y="547"/>
                    <a:pt x="137" y="448"/>
                    <a:pt x="170" y="349"/>
                  </a:cubicBezTo>
                  <a:cubicBezTo>
                    <a:pt x="195" y="249"/>
                    <a:pt x="228" y="158"/>
                    <a:pt x="245" y="59"/>
                  </a:cubicBezTo>
                  <a:cubicBezTo>
                    <a:pt x="250" y="26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9" name="Google Shape;5109;p13"/>
            <p:cNvSpPr/>
            <p:nvPr/>
          </p:nvSpPr>
          <p:spPr>
            <a:xfrm>
              <a:off x="5885275" y="2862775"/>
              <a:ext cx="17850" cy="72300"/>
            </a:xfrm>
            <a:custGeom>
              <a:rect b="b" l="l" r="r" t="t"/>
              <a:pathLst>
                <a:path extrusionOk="0" h="2892" w="714">
                  <a:moveTo>
                    <a:pt x="65" y="0"/>
                  </a:moveTo>
                  <a:cubicBezTo>
                    <a:pt x="32" y="0"/>
                    <a:pt x="0" y="36"/>
                    <a:pt x="18" y="71"/>
                  </a:cubicBezTo>
                  <a:cubicBezTo>
                    <a:pt x="242" y="452"/>
                    <a:pt x="474" y="891"/>
                    <a:pt x="490" y="1347"/>
                  </a:cubicBezTo>
                  <a:cubicBezTo>
                    <a:pt x="498" y="1587"/>
                    <a:pt x="432" y="1819"/>
                    <a:pt x="374" y="2051"/>
                  </a:cubicBezTo>
                  <a:cubicBezTo>
                    <a:pt x="308" y="2300"/>
                    <a:pt x="225" y="2548"/>
                    <a:pt x="208" y="2797"/>
                  </a:cubicBezTo>
                  <a:cubicBezTo>
                    <a:pt x="203" y="2854"/>
                    <a:pt x="256" y="2891"/>
                    <a:pt x="307" y="2891"/>
                  </a:cubicBezTo>
                  <a:cubicBezTo>
                    <a:pt x="337" y="2891"/>
                    <a:pt x="367" y="2877"/>
                    <a:pt x="382" y="2846"/>
                  </a:cubicBezTo>
                  <a:cubicBezTo>
                    <a:pt x="498" y="2606"/>
                    <a:pt x="548" y="2316"/>
                    <a:pt x="606" y="2059"/>
                  </a:cubicBezTo>
                  <a:cubicBezTo>
                    <a:pt x="664" y="1811"/>
                    <a:pt x="714" y="1570"/>
                    <a:pt x="689" y="1314"/>
                  </a:cubicBezTo>
                  <a:cubicBezTo>
                    <a:pt x="639" y="825"/>
                    <a:pt x="366" y="427"/>
                    <a:pt x="101" y="21"/>
                  </a:cubicBezTo>
                  <a:cubicBezTo>
                    <a:pt x="91" y="6"/>
                    <a:pt x="78" y="0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0" name="Google Shape;5110;p13"/>
            <p:cNvSpPr/>
            <p:nvPr/>
          </p:nvSpPr>
          <p:spPr>
            <a:xfrm>
              <a:off x="5905600" y="2906325"/>
              <a:ext cx="4775" cy="15625"/>
            </a:xfrm>
            <a:custGeom>
              <a:rect b="b" l="l" r="r" t="t"/>
              <a:pathLst>
                <a:path extrusionOk="0" h="625" w="191">
                  <a:moveTo>
                    <a:pt x="68" y="0"/>
                  </a:moveTo>
                  <a:cubicBezTo>
                    <a:pt x="62" y="0"/>
                    <a:pt x="56" y="1"/>
                    <a:pt x="50" y="2"/>
                  </a:cubicBezTo>
                  <a:cubicBezTo>
                    <a:pt x="17" y="11"/>
                    <a:pt x="0" y="44"/>
                    <a:pt x="9" y="77"/>
                  </a:cubicBezTo>
                  <a:lnTo>
                    <a:pt x="42" y="350"/>
                  </a:lnTo>
                  <a:cubicBezTo>
                    <a:pt x="50" y="392"/>
                    <a:pt x="58" y="433"/>
                    <a:pt x="67" y="475"/>
                  </a:cubicBezTo>
                  <a:cubicBezTo>
                    <a:pt x="67" y="500"/>
                    <a:pt x="67" y="516"/>
                    <a:pt x="75" y="541"/>
                  </a:cubicBezTo>
                  <a:cubicBezTo>
                    <a:pt x="83" y="566"/>
                    <a:pt x="91" y="582"/>
                    <a:pt x="108" y="607"/>
                  </a:cubicBezTo>
                  <a:cubicBezTo>
                    <a:pt x="116" y="619"/>
                    <a:pt x="131" y="625"/>
                    <a:pt x="145" y="625"/>
                  </a:cubicBezTo>
                  <a:cubicBezTo>
                    <a:pt x="162" y="625"/>
                    <a:pt x="178" y="617"/>
                    <a:pt x="183" y="599"/>
                  </a:cubicBezTo>
                  <a:cubicBezTo>
                    <a:pt x="183" y="574"/>
                    <a:pt x="191" y="549"/>
                    <a:pt x="191" y="524"/>
                  </a:cubicBezTo>
                  <a:cubicBezTo>
                    <a:pt x="191" y="500"/>
                    <a:pt x="191" y="483"/>
                    <a:pt x="183" y="458"/>
                  </a:cubicBezTo>
                  <a:cubicBezTo>
                    <a:pt x="183" y="408"/>
                    <a:pt x="174" y="367"/>
                    <a:pt x="166" y="317"/>
                  </a:cubicBezTo>
                  <a:cubicBezTo>
                    <a:pt x="158" y="226"/>
                    <a:pt x="141" y="135"/>
                    <a:pt x="133" y="44"/>
                  </a:cubicBezTo>
                  <a:cubicBezTo>
                    <a:pt x="126" y="16"/>
                    <a:pt x="96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1" name="Google Shape;5111;p13"/>
            <p:cNvSpPr/>
            <p:nvPr/>
          </p:nvSpPr>
          <p:spPr>
            <a:xfrm>
              <a:off x="5930625" y="2847550"/>
              <a:ext cx="32375" cy="38850"/>
            </a:xfrm>
            <a:custGeom>
              <a:rect b="b" l="l" r="r" t="t"/>
              <a:pathLst>
                <a:path extrusionOk="0" h="1554" w="1295">
                  <a:moveTo>
                    <a:pt x="60" y="0"/>
                  </a:moveTo>
                  <a:cubicBezTo>
                    <a:pt x="23" y="0"/>
                    <a:pt x="1" y="56"/>
                    <a:pt x="35" y="83"/>
                  </a:cubicBezTo>
                  <a:cubicBezTo>
                    <a:pt x="300" y="249"/>
                    <a:pt x="524" y="473"/>
                    <a:pt x="698" y="738"/>
                  </a:cubicBezTo>
                  <a:cubicBezTo>
                    <a:pt x="781" y="862"/>
                    <a:pt x="855" y="995"/>
                    <a:pt x="922" y="1135"/>
                  </a:cubicBezTo>
                  <a:cubicBezTo>
                    <a:pt x="946" y="1202"/>
                    <a:pt x="980" y="1268"/>
                    <a:pt x="1004" y="1343"/>
                  </a:cubicBezTo>
                  <a:cubicBezTo>
                    <a:pt x="1029" y="1409"/>
                    <a:pt x="1062" y="1500"/>
                    <a:pt x="1129" y="1541"/>
                  </a:cubicBezTo>
                  <a:cubicBezTo>
                    <a:pt x="1137" y="1550"/>
                    <a:pt x="1149" y="1553"/>
                    <a:pt x="1162" y="1553"/>
                  </a:cubicBezTo>
                  <a:cubicBezTo>
                    <a:pt x="1188" y="1553"/>
                    <a:pt x="1217" y="1539"/>
                    <a:pt x="1228" y="1517"/>
                  </a:cubicBezTo>
                  <a:cubicBezTo>
                    <a:pt x="1294" y="1376"/>
                    <a:pt x="1187" y="1169"/>
                    <a:pt x="1120" y="1044"/>
                  </a:cubicBezTo>
                  <a:cubicBezTo>
                    <a:pt x="1046" y="895"/>
                    <a:pt x="946" y="754"/>
                    <a:pt x="847" y="622"/>
                  </a:cubicBezTo>
                  <a:cubicBezTo>
                    <a:pt x="640" y="365"/>
                    <a:pt x="375" y="158"/>
                    <a:pt x="85" y="9"/>
                  </a:cubicBezTo>
                  <a:cubicBezTo>
                    <a:pt x="76" y="3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2" name="Google Shape;5112;p13"/>
            <p:cNvSpPr/>
            <p:nvPr/>
          </p:nvSpPr>
          <p:spPr>
            <a:xfrm>
              <a:off x="5962350" y="2889325"/>
              <a:ext cx="3750" cy="6875"/>
            </a:xfrm>
            <a:custGeom>
              <a:rect b="b" l="l" r="r" t="t"/>
              <a:pathLst>
                <a:path extrusionOk="0" h="275" w="150">
                  <a:moveTo>
                    <a:pt x="55" y="1"/>
                  </a:moveTo>
                  <a:cubicBezTo>
                    <a:pt x="51" y="1"/>
                    <a:pt x="47" y="1"/>
                    <a:pt x="42" y="3"/>
                  </a:cubicBezTo>
                  <a:cubicBezTo>
                    <a:pt x="17" y="11"/>
                    <a:pt x="1" y="28"/>
                    <a:pt x="9" y="53"/>
                  </a:cubicBezTo>
                  <a:cubicBezTo>
                    <a:pt x="25" y="94"/>
                    <a:pt x="34" y="136"/>
                    <a:pt x="50" y="169"/>
                  </a:cubicBezTo>
                  <a:cubicBezTo>
                    <a:pt x="59" y="185"/>
                    <a:pt x="67" y="202"/>
                    <a:pt x="75" y="218"/>
                  </a:cubicBezTo>
                  <a:cubicBezTo>
                    <a:pt x="83" y="227"/>
                    <a:pt x="83" y="235"/>
                    <a:pt x="92" y="243"/>
                  </a:cubicBezTo>
                  <a:cubicBezTo>
                    <a:pt x="100" y="252"/>
                    <a:pt x="108" y="260"/>
                    <a:pt x="108" y="268"/>
                  </a:cubicBezTo>
                  <a:cubicBezTo>
                    <a:pt x="113" y="273"/>
                    <a:pt x="119" y="275"/>
                    <a:pt x="124" y="275"/>
                  </a:cubicBezTo>
                  <a:cubicBezTo>
                    <a:pt x="137" y="275"/>
                    <a:pt x="150" y="263"/>
                    <a:pt x="150" y="252"/>
                  </a:cubicBezTo>
                  <a:lnTo>
                    <a:pt x="150" y="227"/>
                  </a:lnTo>
                  <a:cubicBezTo>
                    <a:pt x="150" y="210"/>
                    <a:pt x="141" y="202"/>
                    <a:pt x="141" y="194"/>
                  </a:cubicBezTo>
                  <a:cubicBezTo>
                    <a:pt x="141" y="177"/>
                    <a:pt x="133" y="152"/>
                    <a:pt x="133" y="136"/>
                  </a:cubicBezTo>
                  <a:cubicBezTo>
                    <a:pt x="125" y="119"/>
                    <a:pt x="117" y="102"/>
                    <a:pt x="117" y="86"/>
                  </a:cubicBezTo>
                  <a:cubicBezTo>
                    <a:pt x="108" y="69"/>
                    <a:pt x="100" y="53"/>
                    <a:pt x="92" y="28"/>
                  </a:cubicBezTo>
                  <a:cubicBezTo>
                    <a:pt x="85" y="14"/>
                    <a:pt x="73" y="1"/>
                    <a:pt x="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3" name="Google Shape;5113;p13"/>
            <p:cNvSpPr/>
            <p:nvPr/>
          </p:nvSpPr>
          <p:spPr>
            <a:xfrm>
              <a:off x="5923675" y="2898325"/>
              <a:ext cx="13850" cy="38150"/>
            </a:xfrm>
            <a:custGeom>
              <a:rect b="b" l="l" r="r" t="t"/>
              <a:pathLst>
                <a:path extrusionOk="0" h="1526" w="554">
                  <a:moveTo>
                    <a:pt x="46" y="0"/>
                  </a:moveTo>
                  <a:cubicBezTo>
                    <a:pt x="25" y="0"/>
                    <a:pt x="1" y="19"/>
                    <a:pt x="6" y="41"/>
                  </a:cubicBezTo>
                  <a:cubicBezTo>
                    <a:pt x="56" y="173"/>
                    <a:pt x="89" y="306"/>
                    <a:pt x="131" y="447"/>
                  </a:cubicBezTo>
                  <a:cubicBezTo>
                    <a:pt x="164" y="571"/>
                    <a:pt x="197" y="704"/>
                    <a:pt x="222" y="836"/>
                  </a:cubicBezTo>
                  <a:cubicBezTo>
                    <a:pt x="247" y="960"/>
                    <a:pt x="255" y="1093"/>
                    <a:pt x="272" y="1225"/>
                  </a:cubicBezTo>
                  <a:cubicBezTo>
                    <a:pt x="288" y="1333"/>
                    <a:pt x="313" y="1499"/>
                    <a:pt x="446" y="1524"/>
                  </a:cubicBezTo>
                  <a:cubicBezTo>
                    <a:pt x="451" y="1525"/>
                    <a:pt x="456" y="1525"/>
                    <a:pt x="461" y="1525"/>
                  </a:cubicBezTo>
                  <a:cubicBezTo>
                    <a:pt x="503" y="1525"/>
                    <a:pt x="538" y="1494"/>
                    <a:pt x="545" y="1449"/>
                  </a:cubicBezTo>
                  <a:cubicBezTo>
                    <a:pt x="553" y="1383"/>
                    <a:pt x="520" y="1333"/>
                    <a:pt x="504" y="1275"/>
                  </a:cubicBezTo>
                  <a:cubicBezTo>
                    <a:pt x="487" y="1225"/>
                    <a:pt x="479" y="1176"/>
                    <a:pt x="479" y="1126"/>
                  </a:cubicBezTo>
                  <a:cubicBezTo>
                    <a:pt x="462" y="994"/>
                    <a:pt x="429" y="861"/>
                    <a:pt x="388" y="737"/>
                  </a:cubicBezTo>
                  <a:cubicBezTo>
                    <a:pt x="346" y="612"/>
                    <a:pt x="305" y="496"/>
                    <a:pt x="247" y="380"/>
                  </a:cubicBezTo>
                  <a:cubicBezTo>
                    <a:pt x="189" y="256"/>
                    <a:pt x="122" y="140"/>
                    <a:pt x="73" y="16"/>
                  </a:cubicBezTo>
                  <a:cubicBezTo>
                    <a:pt x="67" y="5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4" name="Google Shape;5114;p13"/>
            <p:cNvSpPr/>
            <p:nvPr/>
          </p:nvSpPr>
          <p:spPr>
            <a:xfrm>
              <a:off x="5912650" y="2873225"/>
              <a:ext cx="3525" cy="2725"/>
            </a:xfrm>
            <a:custGeom>
              <a:rect b="b" l="l" r="r" t="t"/>
              <a:pathLst>
                <a:path extrusionOk="0" h="109" w="141">
                  <a:moveTo>
                    <a:pt x="66" y="1"/>
                  </a:moveTo>
                  <a:cubicBezTo>
                    <a:pt x="0" y="1"/>
                    <a:pt x="0" y="108"/>
                    <a:pt x="66" y="108"/>
                  </a:cubicBezTo>
                  <a:cubicBezTo>
                    <a:pt x="141" y="108"/>
                    <a:pt x="141" y="1"/>
                    <a:pt x="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5" name="Google Shape;5115;p13"/>
            <p:cNvSpPr/>
            <p:nvPr/>
          </p:nvSpPr>
          <p:spPr>
            <a:xfrm>
              <a:off x="5703625" y="2752000"/>
              <a:ext cx="10400" cy="2975"/>
            </a:xfrm>
            <a:custGeom>
              <a:rect b="b" l="l" r="r" t="t"/>
              <a:pathLst>
                <a:path extrusionOk="0" h="119" w="416">
                  <a:moveTo>
                    <a:pt x="59" y="1"/>
                  </a:moveTo>
                  <a:cubicBezTo>
                    <a:pt x="34" y="1"/>
                    <a:pt x="16" y="15"/>
                    <a:pt x="9" y="36"/>
                  </a:cubicBezTo>
                  <a:cubicBezTo>
                    <a:pt x="1" y="61"/>
                    <a:pt x="18" y="102"/>
                    <a:pt x="42" y="102"/>
                  </a:cubicBezTo>
                  <a:cubicBezTo>
                    <a:pt x="100" y="110"/>
                    <a:pt x="158" y="119"/>
                    <a:pt x="216" y="119"/>
                  </a:cubicBezTo>
                  <a:cubicBezTo>
                    <a:pt x="241" y="119"/>
                    <a:pt x="274" y="119"/>
                    <a:pt x="299" y="110"/>
                  </a:cubicBezTo>
                  <a:lnTo>
                    <a:pt x="341" y="110"/>
                  </a:lnTo>
                  <a:cubicBezTo>
                    <a:pt x="357" y="110"/>
                    <a:pt x="366" y="102"/>
                    <a:pt x="382" y="94"/>
                  </a:cubicBezTo>
                  <a:cubicBezTo>
                    <a:pt x="407" y="86"/>
                    <a:pt x="415" y="52"/>
                    <a:pt x="382" y="44"/>
                  </a:cubicBezTo>
                  <a:cubicBezTo>
                    <a:pt x="366" y="36"/>
                    <a:pt x="357" y="36"/>
                    <a:pt x="341" y="28"/>
                  </a:cubicBezTo>
                  <a:lnTo>
                    <a:pt x="299" y="28"/>
                  </a:lnTo>
                  <a:cubicBezTo>
                    <a:pt x="274" y="28"/>
                    <a:pt x="250" y="19"/>
                    <a:pt x="225" y="19"/>
                  </a:cubicBezTo>
                  <a:cubicBezTo>
                    <a:pt x="175" y="11"/>
                    <a:pt x="117" y="11"/>
                    <a:pt x="76" y="3"/>
                  </a:cubicBezTo>
                  <a:cubicBezTo>
                    <a:pt x="70" y="1"/>
                    <a:pt x="64" y="1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6" name="Google Shape;5116;p13"/>
            <p:cNvSpPr/>
            <p:nvPr/>
          </p:nvSpPr>
          <p:spPr>
            <a:xfrm>
              <a:off x="5770125" y="2748425"/>
              <a:ext cx="23425" cy="10925"/>
            </a:xfrm>
            <a:custGeom>
              <a:rect b="b" l="l" r="r" t="t"/>
              <a:pathLst>
                <a:path extrusionOk="0" h="437" w="937">
                  <a:moveTo>
                    <a:pt x="652" y="1"/>
                  </a:moveTo>
                  <a:cubicBezTo>
                    <a:pt x="543" y="1"/>
                    <a:pt x="435" y="32"/>
                    <a:pt x="332" y="79"/>
                  </a:cubicBezTo>
                  <a:cubicBezTo>
                    <a:pt x="208" y="137"/>
                    <a:pt x="100" y="237"/>
                    <a:pt x="25" y="353"/>
                  </a:cubicBezTo>
                  <a:cubicBezTo>
                    <a:pt x="1" y="390"/>
                    <a:pt x="36" y="437"/>
                    <a:pt x="73" y="437"/>
                  </a:cubicBezTo>
                  <a:cubicBezTo>
                    <a:pt x="86" y="437"/>
                    <a:pt x="98" y="432"/>
                    <a:pt x="108" y="419"/>
                  </a:cubicBezTo>
                  <a:cubicBezTo>
                    <a:pt x="183" y="328"/>
                    <a:pt x="291" y="270"/>
                    <a:pt x="398" y="245"/>
                  </a:cubicBezTo>
                  <a:cubicBezTo>
                    <a:pt x="465" y="229"/>
                    <a:pt x="498" y="220"/>
                    <a:pt x="564" y="220"/>
                  </a:cubicBezTo>
                  <a:cubicBezTo>
                    <a:pt x="586" y="218"/>
                    <a:pt x="607" y="217"/>
                    <a:pt x="628" y="217"/>
                  </a:cubicBezTo>
                  <a:cubicBezTo>
                    <a:pt x="669" y="217"/>
                    <a:pt x="708" y="220"/>
                    <a:pt x="746" y="220"/>
                  </a:cubicBezTo>
                  <a:cubicBezTo>
                    <a:pt x="804" y="220"/>
                    <a:pt x="937" y="204"/>
                    <a:pt x="912" y="113"/>
                  </a:cubicBezTo>
                  <a:cubicBezTo>
                    <a:pt x="895" y="38"/>
                    <a:pt x="779" y="13"/>
                    <a:pt x="721" y="5"/>
                  </a:cubicBezTo>
                  <a:cubicBezTo>
                    <a:pt x="698" y="2"/>
                    <a:pt x="675" y="1"/>
                    <a:pt x="6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7" name="Google Shape;5117;p13"/>
            <p:cNvSpPr/>
            <p:nvPr/>
          </p:nvSpPr>
          <p:spPr>
            <a:xfrm>
              <a:off x="5805350" y="2761575"/>
              <a:ext cx="225" cy="250"/>
            </a:xfrm>
            <a:custGeom>
              <a:rect b="b" l="l" r="r" t="t"/>
              <a:pathLst>
                <a:path extrusionOk="0" h="10" w="9">
                  <a:moveTo>
                    <a:pt x="0" y="1"/>
                  </a:moveTo>
                  <a:cubicBezTo>
                    <a:pt x="0" y="1"/>
                    <a:pt x="0" y="9"/>
                    <a:pt x="0" y="9"/>
                  </a:cubicBezTo>
                  <a:cubicBezTo>
                    <a:pt x="8" y="9"/>
                    <a:pt x="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8" name="Google Shape;5118;p13"/>
            <p:cNvSpPr/>
            <p:nvPr/>
          </p:nvSpPr>
          <p:spPr>
            <a:xfrm>
              <a:off x="5862125" y="2791775"/>
              <a:ext cx="42850" cy="19775"/>
            </a:xfrm>
            <a:custGeom>
              <a:rect b="b" l="l" r="r" t="t"/>
              <a:pathLst>
                <a:path extrusionOk="0" h="791" w="1714">
                  <a:moveTo>
                    <a:pt x="548" y="1"/>
                  </a:moveTo>
                  <a:cubicBezTo>
                    <a:pt x="351" y="1"/>
                    <a:pt x="161" y="72"/>
                    <a:pt x="33" y="243"/>
                  </a:cubicBezTo>
                  <a:cubicBezTo>
                    <a:pt x="1" y="281"/>
                    <a:pt x="32" y="334"/>
                    <a:pt x="71" y="334"/>
                  </a:cubicBezTo>
                  <a:cubicBezTo>
                    <a:pt x="83" y="334"/>
                    <a:pt x="96" y="329"/>
                    <a:pt x="107" y="317"/>
                  </a:cubicBezTo>
                  <a:cubicBezTo>
                    <a:pt x="192" y="225"/>
                    <a:pt x="302" y="190"/>
                    <a:pt x="418" y="190"/>
                  </a:cubicBezTo>
                  <a:cubicBezTo>
                    <a:pt x="571" y="190"/>
                    <a:pt x="733" y="251"/>
                    <a:pt x="861" y="317"/>
                  </a:cubicBezTo>
                  <a:cubicBezTo>
                    <a:pt x="994" y="384"/>
                    <a:pt x="1118" y="475"/>
                    <a:pt x="1242" y="558"/>
                  </a:cubicBezTo>
                  <a:cubicBezTo>
                    <a:pt x="1300" y="599"/>
                    <a:pt x="1366" y="640"/>
                    <a:pt x="1424" y="690"/>
                  </a:cubicBezTo>
                  <a:cubicBezTo>
                    <a:pt x="1482" y="732"/>
                    <a:pt x="1549" y="781"/>
                    <a:pt x="1632" y="790"/>
                  </a:cubicBezTo>
                  <a:cubicBezTo>
                    <a:pt x="1635" y="790"/>
                    <a:pt x="1638" y="790"/>
                    <a:pt x="1641" y="790"/>
                  </a:cubicBezTo>
                  <a:cubicBezTo>
                    <a:pt x="1685" y="790"/>
                    <a:pt x="1714" y="737"/>
                    <a:pt x="1706" y="690"/>
                  </a:cubicBezTo>
                  <a:cubicBezTo>
                    <a:pt x="1690" y="616"/>
                    <a:pt x="1607" y="541"/>
                    <a:pt x="1540" y="483"/>
                  </a:cubicBezTo>
                  <a:cubicBezTo>
                    <a:pt x="1474" y="425"/>
                    <a:pt x="1408" y="375"/>
                    <a:pt x="1333" y="326"/>
                  </a:cubicBezTo>
                  <a:cubicBezTo>
                    <a:pt x="1184" y="226"/>
                    <a:pt x="1035" y="127"/>
                    <a:pt x="869" y="61"/>
                  </a:cubicBezTo>
                  <a:cubicBezTo>
                    <a:pt x="766" y="22"/>
                    <a:pt x="656" y="1"/>
                    <a:pt x="5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9" name="Google Shape;5119;p13"/>
            <p:cNvSpPr/>
            <p:nvPr/>
          </p:nvSpPr>
          <p:spPr>
            <a:xfrm>
              <a:off x="5903725" y="2818175"/>
              <a:ext cx="11625" cy="6600"/>
            </a:xfrm>
            <a:custGeom>
              <a:rect b="b" l="l" r="r" t="t"/>
              <a:pathLst>
                <a:path extrusionOk="0" h="264" w="465">
                  <a:moveTo>
                    <a:pt x="83" y="0"/>
                  </a:moveTo>
                  <a:cubicBezTo>
                    <a:pt x="58" y="0"/>
                    <a:pt x="29" y="14"/>
                    <a:pt x="17" y="32"/>
                  </a:cubicBezTo>
                  <a:cubicBezTo>
                    <a:pt x="1" y="65"/>
                    <a:pt x="17" y="98"/>
                    <a:pt x="42" y="123"/>
                  </a:cubicBezTo>
                  <a:cubicBezTo>
                    <a:pt x="100" y="164"/>
                    <a:pt x="150" y="189"/>
                    <a:pt x="208" y="214"/>
                  </a:cubicBezTo>
                  <a:cubicBezTo>
                    <a:pt x="241" y="231"/>
                    <a:pt x="274" y="239"/>
                    <a:pt x="307" y="247"/>
                  </a:cubicBezTo>
                  <a:cubicBezTo>
                    <a:pt x="324" y="256"/>
                    <a:pt x="340" y="256"/>
                    <a:pt x="357" y="264"/>
                  </a:cubicBezTo>
                  <a:lnTo>
                    <a:pt x="423" y="264"/>
                  </a:lnTo>
                  <a:cubicBezTo>
                    <a:pt x="440" y="256"/>
                    <a:pt x="456" y="239"/>
                    <a:pt x="456" y="222"/>
                  </a:cubicBezTo>
                  <a:cubicBezTo>
                    <a:pt x="465" y="198"/>
                    <a:pt x="456" y="181"/>
                    <a:pt x="432" y="173"/>
                  </a:cubicBezTo>
                  <a:cubicBezTo>
                    <a:pt x="415" y="156"/>
                    <a:pt x="407" y="148"/>
                    <a:pt x="390" y="148"/>
                  </a:cubicBezTo>
                  <a:cubicBezTo>
                    <a:pt x="374" y="140"/>
                    <a:pt x="357" y="140"/>
                    <a:pt x="340" y="131"/>
                  </a:cubicBezTo>
                  <a:cubicBezTo>
                    <a:pt x="332" y="131"/>
                    <a:pt x="332" y="123"/>
                    <a:pt x="324" y="123"/>
                  </a:cubicBezTo>
                  <a:cubicBezTo>
                    <a:pt x="316" y="123"/>
                    <a:pt x="307" y="115"/>
                    <a:pt x="307" y="115"/>
                  </a:cubicBezTo>
                  <a:cubicBezTo>
                    <a:pt x="299" y="115"/>
                    <a:pt x="299" y="115"/>
                    <a:pt x="291" y="106"/>
                  </a:cubicBezTo>
                  <a:cubicBezTo>
                    <a:pt x="282" y="106"/>
                    <a:pt x="282" y="106"/>
                    <a:pt x="274" y="98"/>
                  </a:cubicBezTo>
                  <a:lnTo>
                    <a:pt x="266" y="98"/>
                  </a:lnTo>
                  <a:cubicBezTo>
                    <a:pt x="216" y="73"/>
                    <a:pt x="158" y="48"/>
                    <a:pt x="108" y="7"/>
                  </a:cubicBez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0" name="Google Shape;5120;p13"/>
            <p:cNvSpPr/>
            <p:nvPr/>
          </p:nvSpPr>
          <p:spPr>
            <a:xfrm>
              <a:off x="5924650" y="2814600"/>
              <a:ext cx="10175" cy="7200"/>
            </a:xfrm>
            <a:custGeom>
              <a:rect b="b" l="l" r="r" t="t"/>
              <a:pathLst>
                <a:path extrusionOk="0" h="288" w="407">
                  <a:moveTo>
                    <a:pt x="63" y="1"/>
                  </a:moveTo>
                  <a:cubicBezTo>
                    <a:pt x="45" y="1"/>
                    <a:pt x="28" y="10"/>
                    <a:pt x="17" y="26"/>
                  </a:cubicBezTo>
                  <a:cubicBezTo>
                    <a:pt x="1" y="51"/>
                    <a:pt x="9" y="84"/>
                    <a:pt x="42" y="100"/>
                  </a:cubicBezTo>
                  <a:cubicBezTo>
                    <a:pt x="133" y="167"/>
                    <a:pt x="233" y="225"/>
                    <a:pt x="332" y="283"/>
                  </a:cubicBezTo>
                  <a:cubicBezTo>
                    <a:pt x="338" y="286"/>
                    <a:pt x="346" y="288"/>
                    <a:pt x="355" y="288"/>
                  </a:cubicBezTo>
                  <a:cubicBezTo>
                    <a:pt x="370" y="288"/>
                    <a:pt x="385" y="282"/>
                    <a:pt x="390" y="266"/>
                  </a:cubicBezTo>
                  <a:cubicBezTo>
                    <a:pt x="407" y="241"/>
                    <a:pt x="398" y="216"/>
                    <a:pt x="373" y="200"/>
                  </a:cubicBezTo>
                  <a:cubicBezTo>
                    <a:pt x="282" y="133"/>
                    <a:pt x="191" y="67"/>
                    <a:pt x="92" y="9"/>
                  </a:cubicBezTo>
                  <a:cubicBezTo>
                    <a:pt x="83" y="3"/>
                    <a:pt x="73" y="1"/>
                    <a:pt x="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1" name="Google Shape;5121;p13"/>
            <p:cNvSpPr/>
            <p:nvPr/>
          </p:nvSpPr>
          <p:spPr>
            <a:xfrm>
              <a:off x="5892125" y="3040475"/>
              <a:ext cx="9350" cy="25925"/>
            </a:xfrm>
            <a:custGeom>
              <a:rect b="b" l="l" r="r" t="t"/>
              <a:pathLst>
                <a:path extrusionOk="0" h="1037" w="374">
                  <a:moveTo>
                    <a:pt x="96" y="1"/>
                  </a:moveTo>
                  <a:cubicBezTo>
                    <a:pt x="47" y="1"/>
                    <a:pt x="0" y="51"/>
                    <a:pt x="34" y="113"/>
                  </a:cubicBezTo>
                  <a:cubicBezTo>
                    <a:pt x="100" y="246"/>
                    <a:pt x="133" y="395"/>
                    <a:pt x="150" y="544"/>
                  </a:cubicBezTo>
                  <a:cubicBezTo>
                    <a:pt x="150" y="618"/>
                    <a:pt x="158" y="693"/>
                    <a:pt x="150" y="768"/>
                  </a:cubicBezTo>
                  <a:cubicBezTo>
                    <a:pt x="142" y="850"/>
                    <a:pt x="117" y="942"/>
                    <a:pt x="175" y="1016"/>
                  </a:cubicBezTo>
                  <a:cubicBezTo>
                    <a:pt x="188" y="1030"/>
                    <a:pt x="207" y="1036"/>
                    <a:pt x="227" y="1036"/>
                  </a:cubicBezTo>
                  <a:cubicBezTo>
                    <a:pt x="243" y="1036"/>
                    <a:pt x="259" y="1032"/>
                    <a:pt x="274" y="1024"/>
                  </a:cubicBezTo>
                  <a:cubicBezTo>
                    <a:pt x="357" y="991"/>
                    <a:pt x="365" y="859"/>
                    <a:pt x="365" y="776"/>
                  </a:cubicBezTo>
                  <a:cubicBezTo>
                    <a:pt x="374" y="685"/>
                    <a:pt x="374" y="594"/>
                    <a:pt x="357" y="502"/>
                  </a:cubicBezTo>
                  <a:cubicBezTo>
                    <a:pt x="324" y="337"/>
                    <a:pt x="258" y="179"/>
                    <a:pt x="158" y="39"/>
                  </a:cubicBezTo>
                  <a:cubicBezTo>
                    <a:pt x="142" y="12"/>
                    <a:pt x="119" y="1"/>
                    <a:pt x="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2" name="Google Shape;5122;p13"/>
            <p:cNvSpPr/>
            <p:nvPr/>
          </p:nvSpPr>
          <p:spPr>
            <a:xfrm>
              <a:off x="5895450" y="3078500"/>
              <a:ext cx="3325" cy="5825"/>
            </a:xfrm>
            <a:custGeom>
              <a:rect b="b" l="l" r="r" t="t"/>
              <a:pathLst>
                <a:path extrusionOk="0" h="233" w="133">
                  <a:moveTo>
                    <a:pt x="91" y="1"/>
                  </a:moveTo>
                  <a:cubicBezTo>
                    <a:pt x="75" y="1"/>
                    <a:pt x="58" y="1"/>
                    <a:pt x="42" y="9"/>
                  </a:cubicBezTo>
                  <a:cubicBezTo>
                    <a:pt x="33" y="17"/>
                    <a:pt x="25" y="25"/>
                    <a:pt x="17" y="42"/>
                  </a:cubicBezTo>
                  <a:cubicBezTo>
                    <a:pt x="17" y="50"/>
                    <a:pt x="17" y="67"/>
                    <a:pt x="9" y="75"/>
                  </a:cubicBezTo>
                  <a:cubicBezTo>
                    <a:pt x="9" y="92"/>
                    <a:pt x="0" y="108"/>
                    <a:pt x="0" y="125"/>
                  </a:cubicBezTo>
                  <a:lnTo>
                    <a:pt x="0" y="158"/>
                  </a:lnTo>
                  <a:lnTo>
                    <a:pt x="0" y="183"/>
                  </a:lnTo>
                  <a:cubicBezTo>
                    <a:pt x="0" y="191"/>
                    <a:pt x="9" y="199"/>
                    <a:pt x="9" y="208"/>
                  </a:cubicBezTo>
                  <a:cubicBezTo>
                    <a:pt x="9" y="216"/>
                    <a:pt x="25" y="233"/>
                    <a:pt x="33" y="233"/>
                  </a:cubicBezTo>
                  <a:cubicBezTo>
                    <a:pt x="50" y="233"/>
                    <a:pt x="67" y="224"/>
                    <a:pt x="75" y="216"/>
                  </a:cubicBezTo>
                  <a:cubicBezTo>
                    <a:pt x="75" y="208"/>
                    <a:pt x="83" y="191"/>
                    <a:pt x="91" y="183"/>
                  </a:cubicBezTo>
                  <a:cubicBezTo>
                    <a:pt x="91" y="175"/>
                    <a:pt x="100" y="166"/>
                    <a:pt x="108" y="150"/>
                  </a:cubicBezTo>
                  <a:cubicBezTo>
                    <a:pt x="116" y="141"/>
                    <a:pt x="116" y="125"/>
                    <a:pt x="116" y="108"/>
                  </a:cubicBezTo>
                  <a:lnTo>
                    <a:pt x="125" y="67"/>
                  </a:lnTo>
                  <a:cubicBezTo>
                    <a:pt x="133" y="59"/>
                    <a:pt x="133" y="42"/>
                    <a:pt x="125" y="25"/>
                  </a:cubicBezTo>
                  <a:cubicBezTo>
                    <a:pt x="116" y="17"/>
                    <a:pt x="100" y="1"/>
                    <a:pt x="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3" name="Google Shape;5123;p13"/>
            <p:cNvSpPr/>
            <p:nvPr/>
          </p:nvSpPr>
          <p:spPr>
            <a:xfrm>
              <a:off x="5673800" y="2950675"/>
              <a:ext cx="7075" cy="7400"/>
            </a:xfrm>
            <a:custGeom>
              <a:rect b="b" l="l" r="r" t="t"/>
              <a:pathLst>
                <a:path extrusionOk="0" h="296" w="283">
                  <a:moveTo>
                    <a:pt x="254" y="0"/>
                  </a:moveTo>
                  <a:cubicBezTo>
                    <a:pt x="245" y="0"/>
                    <a:pt x="238" y="5"/>
                    <a:pt x="233" y="10"/>
                  </a:cubicBezTo>
                  <a:cubicBezTo>
                    <a:pt x="225" y="18"/>
                    <a:pt x="216" y="26"/>
                    <a:pt x="200" y="35"/>
                  </a:cubicBezTo>
                  <a:cubicBezTo>
                    <a:pt x="191" y="43"/>
                    <a:pt x="183" y="51"/>
                    <a:pt x="175" y="59"/>
                  </a:cubicBezTo>
                  <a:cubicBezTo>
                    <a:pt x="158" y="76"/>
                    <a:pt x="142" y="101"/>
                    <a:pt x="125" y="117"/>
                  </a:cubicBezTo>
                  <a:cubicBezTo>
                    <a:pt x="84" y="159"/>
                    <a:pt x="51" y="192"/>
                    <a:pt x="17" y="233"/>
                  </a:cubicBezTo>
                  <a:cubicBezTo>
                    <a:pt x="1" y="250"/>
                    <a:pt x="1" y="275"/>
                    <a:pt x="17" y="283"/>
                  </a:cubicBezTo>
                  <a:cubicBezTo>
                    <a:pt x="26" y="291"/>
                    <a:pt x="36" y="296"/>
                    <a:pt x="45" y="296"/>
                  </a:cubicBezTo>
                  <a:cubicBezTo>
                    <a:pt x="55" y="296"/>
                    <a:pt x="63" y="291"/>
                    <a:pt x="67" y="283"/>
                  </a:cubicBezTo>
                  <a:cubicBezTo>
                    <a:pt x="109" y="250"/>
                    <a:pt x="142" y="209"/>
                    <a:pt x="175" y="167"/>
                  </a:cubicBezTo>
                  <a:cubicBezTo>
                    <a:pt x="208" y="126"/>
                    <a:pt x="249" y="84"/>
                    <a:pt x="274" y="43"/>
                  </a:cubicBezTo>
                  <a:cubicBezTo>
                    <a:pt x="283" y="35"/>
                    <a:pt x="283" y="18"/>
                    <a:pt x="274" y="10"/>
                  </a:cubicBezTo>
                  <a:cubicBezTo>
                    <a:pt x="267" y="3"/>
                    <a:pt x="260" y="0"/>
                    <a:pt x="2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4" name="Google Shape;5124;p13"/>
            <p:cNvSpPr/>
            <p:nvPr/>
          </p:nvSpPr>
          <p:spPr>
            <a:xfrm>
              <a:off x="5716000" y="2946225"/>
              <a:ext cx="11425" cy="13650"/>
            </a:xfrm>
            <a:custGeom>
              <a:rect b="b" l="l" r="r" t="t"/>
              <a:pathLst>
                <a:path extrusionOk="0" h="546" w="457">
                  <a:moveTo>
                    <a:pt x="46" y="1"/>
                  </a:moveTo>
                  <a:cubicBezTo>
                    <a:pt x="24" y="1"/>
                    <a:pt x="1" y="20"/>
                    <a:pt x="11" y="47"/>
                  </a:cubicBezTo>
                  <a:cubicBezTo>
                    <a:pt x="53" y="146"/>
                    <a:pt x="103" y="246"/>
                    <a:pt x="169" y="329"/>
                  </a:cubicBezTo>
                  <a:cubicBezTo>
                    <a:pt x="235" y="411"/>
                    <a:pt x="318" y="494"/>
                    <a:pt x="417" y="544"/>
                  </a:cubicBezTo>
                  <a:cubicBezTo>
                    <a:pt x="421" y="545"/>
                    <a:pt x="424" y="546"/>
                    <a:pt x="427" y="546"/>
                  </a:cubicBezTo>
                  <a:cubicBezTo>
                    <a:pt x="446" y="546"/>
                    <a:pt x="457" y="524"/>
                    <a:pt x="442" y="503"/>
                  </a:cubicBezTo>
                  <a:cubicBezTo>
                    <a:pt x="376" y="428"/>
                    <a:pt x="301" y="353"/>
                    <a:pt x="235" y="279"/>
                  </a:cubicBezTo>
                  <a:cubicBezTo>
                    <a:pt x="177" y="196"/>
                    <a:pt x="119" y="113"/>
                    <a:pt x="78" y="14"/>
                  </a:cubicBezTo>
                  <a:lnTo>
                    <a:pt x="78" y="22"/>
                  </a:lnTo>
                  <a:cubicBezTo>
                    <a:pt x="72" y="7"/>
                    <a:pt x="59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5" name="Google Shape;5125;p13"/>
            <p:cNvSpPr/>
            <p:nvPr/>
          </p:nvSpPr>
          <p:spPr>
            <a:xfrm>
              <a:off x="5727425" y="2967300"/>
              <a:ext cx="20975" cy="10550"/>
            </a:xfrm>
            <a:custGeom>
              <a:rect b="b" l="l" r="r" t="t"/>
              <a:pathLst>
                <a:path extrusionOk="0" h="422" w="839">
                  <a:moveTo>
                    <a:pt x="61" y="0"/>
                  </a:moveTo>
                  <a:cubicBezTo>
                    <a:pt x="31" y="0"/>
                    <a:pt x="1" y="31"/>
                    <a:pt x="27" y="57"/>
                  </a:cubicBezTo>
                  <a:cubicBezTo>
                    <a:pt x="118" y="190"/>
                    <a:pt x="226" y="289"/>
                    <a:pt x="375" y="356"/>
                  </a:cubicBezTo>
                  <a:cubicBezTo>
                    <a:pt x="441" y="380"/>
                    <a:pt x="515" y="405"/>
                    <a:pt x="590" y="414"/>
                  </a:cubicBezTo>
                  <a:cubicBezTo>
                    <a:pt x="631" y="422"/>
                    <a:pt x="673" y="422"/>
                    <a:pt x="706" y="422"/>
                  </a:cubicBezTo>
                  <a:cubicBezTo>
                    <a:pt x="747" y="414"/>
                    <a:pt x="797" y="414"/>
                    <a:pt x="822" y="389"/>
                  </a:cubicBezTo>
                  <a:cubicBezTo>
                    <a:pt x="830" y="372"/>
                    <a:pt x="839" y="347"/>
                    <a:pt x="822" y="331"/>
                  </a:cubicBezTo>
                  <a:cubicBezTo>
                    <a:pt x="797" y="306"/>
                    <a:pt x="764" y="306"/>
                    <a:pt x="723" y="306"/>
                  </a:cubicBezTo>
                  <a:cubicBezTo>
                    <a:pt x="689" y="298"/>
                    <a:pt x="656" y="289"/>
                    <a:pt x="623" y="289"/>
                  </a:cubicBezTo>
                  <a:cubicBezTo>
                    <a:pt x="557" y="273"/>
                    <a:pt x="491" y="256"/>
                    <a:pt x="424" y="231"/>
                  </a:cubicBezTo>
                  <a:cubicBezTo>
                    <a:pt x="300" y="182"/>
                    <a:pt x="176" y="107"/>
                    <a:pt x="85" y="8"/>
                  </a:cubicBezTo>
                  <a:cubicBezTo>
                    <a:pt x="78" y="2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6" name="Google Shape;5126;p13"/>
            <p:cNvSpPr/>
            <p:nvPr/>
          </p:nvSpPr>
          <p:spPr>
            <a:xfrm>
              <a:off x="5785675" y="2975700"/>
              <a:ext cx="7050" cy="6175"/>
            </a:xfrm>
            <a:custGeom>
              <a:rect b="b" l="l" r="r" t="t"/>
              <a:pathLst>
                <a:path extrusionOk="0" h="247" w="282">
                  <a:moveTo>
                    <a:pt x="48" y="1"/>
                  </a:moveTo>
                  <a:cubicBezTo>
                    <a:pt x="33" y="1"/>
                    <a:pt x="15" y="14"/>
                    <a:pt x="8" y="28"/>
                  </a:cubicBezTo>
                  <a:cubicBezTo>
                    <a:pt x="0" y="53"/>
                    <a:pt x="17" y="69"/>
                    <a:pt x="41" y="78"/>
                  </a:cubicBezTo>
                  <a:cubicBezTo>
                    <a:pt x="25" y="78"/>
                    <a:pt x="41" y="86"/>
                    <a:pt x="41" y="86"/>
                  </a:cubicBezTo>
                  <a:cubicBezTo>
                    <a:pt x="50" y="86"/>
                    <a:pt x="58" y="86"/>
                    <a:pt x="58" y="94"/>
                  </a:cubicBezTo>
                  <a:cubicBezTo>
                    <a:pt x="66" y="94"/>
                    <a:pt x="75" y="102"/>
                    <a:pt x="91" y="111"/>
                  </a:cubicBezTo>
                  <a:cubicBezTo>
                    <a:pt x="91" y="111"/>
                    <a:pt x="99" y="111"/>
                    <a:pt x="99" y="119"/>
                  </a:cubicBezTo>
                  <a:lnTo>
                    <a:pt x="108" y="119"/>
                  </a:lnTo>
                  <a:cubicBezTo>
                    <a:pt x="116" y="127"/>
                    <a:pt x="124" y="136"/>
                    <a:pt x="133" y="144"/>
                  </a:cubicBezTo>
                  <a:cubicBezTo>
                    <a:pt x="141" y="160"/>
                    <a:pt x="157" y="169"/>
                    <a:pt x="174" y="185"/>
                  </a:cubicBezTo>
                  <a:cubicBezTo>
                    <a:pt x="174" y="194"/>
                    <a:pt x="182" y="194"/>
                    <a:pt x="182" y="202"/>
                  </a:cubicBezTo>
                  <a:cubicBezTo>
                    <a:pt x="182" y="202"/>
                    <a:pt x="182" y="202"/>
                    <a:pt x="191" y="210"/>
                  </a:cubicBezTo>
                  <a:cubicBezTo>
                    <a:pt x="191" y="210"/>
                    <a:pt x="199" y="218"/>
                    <a:pt x="199" y="227"/>
                  </a:cubicBezTo>
                  <a:cubicBezTo>
                    <a:pt x="207" y="227"/>
                    <a:pt x="207" y="235"/>
                    <a:pt x="215" y="235"/>
                  </a:cubicBezTo>
                  <a:cubicBezTo>
                    <a:pt x="221" y="241"/>
                    <a:pt x="231" y="247"/>
                    <a:pt x="243" y="247"/>
                  </a:cubicBezTo>
                  <a:cubicBezTo>
                    <a:pt x="247" y="247"/>
                    <a:pt x="252" y="246"/>
                    <a:pt x="257" y="243"/>
                  </a:cubicBezTo>
                  <a:cubicBezTo>
                    <a:pt x="265" y="235"/>
                    <a:pt x="282" y="227"/>
                    <a:pt x="273" y="210"/>
                  </a:cubicBezTo>
                  <a:cubicBezTo>
                    <a:pt x="273" y="202"/>
                    <a:pt x="273" y="194"/>
                    <a:pt x="273" y="185"/>
                  </a:cubicBezTo>
                  <a:cubicBezTo>
                    <a:pt x="273" y="177"/>
                    <a:pt x="265" y="169"/>
                    <a:pt x="265" y="160"/>
                  </a:cubicBezTo>
                  <a:cubicBezTo>
                    <a:pt x="257" y="152"/>
                    <a:pt x="249" y="144"/>
                    <a:pt x="249" y="136"/>
                  </a:cubicBezTo>
                  <a:cubicBezTo>
                    <a:pt x="232" y="111"/>
                    <a:pt x="215" y="94"/>
                    <a:pt x="199" y="78"/>
                  </a:cubicBezTo>
                  <a:cubicBezTo>
                    <a:pt x="157" y="44"/>
                    <a:pt x="108" y="20"/>
                    <a:pt x="58" y="3"/>
                  </a:cubicBezTo>
                  <a:cubicBezTo>
                    <a:pt x="55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7" name="Google Shape;5127;p13"/>
            <p:cNvSpPr/>
            <p:nvPr/>
          </p:nvSpPr>
          <p:spPr>
            <a:xfrm>
              <a:off x="5668475" y="2942175"/>
              <a:ext cx="8400" cy="4625"/>
            </a:xfrm>
            <a:custGeom>
              <a:rect b="b" l="l" r="r" t="t"/>
              <a:pathLst>
                <a:path extrusionOk="0" h="185" w="336">
                  <a:moveTo>
                    <a:pt x="298" y="0"/>
                  </a:moveTo>
                  <a:cubicBezTo>
                    <a:pt x="295" y="0"/>
                    <a:pt x="292" y="1"/>
                    <a:pt x="288" y="2"/>
                  </a:cubicBezTo>
                  <a:lnTo>
                    <a:pt x="255" y="10"/>
                  </a:lnTo>
                  <a:cubicBezTo>
                    <a:pt x="247" y="18"/>
                    <a:pt x="239" y="27"/>
                    <a:pt x="222" y="27"/>
                  </a:cubicBezTo>
                  <a:cubicBezTo>
                    <a:pt x="206" y="43"/>
                    <a:pt x="181" y="60"/>
                    <a:pt x="164" y="68"/>
                  </a:cubicBezTo>
                  <a:cubicBezTo>
                    <a:pt x="123" y="93"/>
                    <a:pt x="81" y="109"/>
                    <a:pt x="32" y="126"/>
                  </a:cubicBezTo>
                  <a:cubicBezTo>
                    <a:pt x="1" y="134"/>
                    <a:pt x="13" y="185"/>
                    <a:pt x="42" y="185"/>
                  </a:cubicBezTo>
                  <a:cubicBezTo>
                    <a:pt x="44" y="185"/>
                    <a:pt x="46" y="185"/>
                    <a:pt x="48" y="184"/>
                  </a:cubicBezTo>
                  <a:lnTo>
                    <a:pt x="56" y="184"/>
                  </a:lnTo>
                  <a:cubicBezTo>
                    <a:pt x="106" y="176"/>
                    <a:pt x="156" y="159"/>
                    <a:pt x="197" y="143"/>
                  </a:cubicBezTo>
                  <a:cubicBezTo>
                    <a:pt x="222" y="126"/>
                    <a:pt x="247" y="118"/>
                    <a:pt x="264" y="109"/>
                  </a:cubicBezTo>
                  <a:cubicBezTo>
                    <a:pt x="280" y="101"/>
                    <a:pt x="288" y="93"/>
                    <a:pt x="297" y="85"/>
                  </a:cubicBezTo>
                  <a:cubicBezTo>
                    <a:pt x="313" y="68"/>
                    <a:pt x="322" y="60"/>
                    <a:pt x="322" y="43"/>
                  </a:cubicBezTo>
                  <a:cubicBezTo>
                    <a:pt x="336" y="22"/>
                    <a:pt x="319" y="0"/>
                    <a:pt x="2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8" name="Google Shape;5128;p13"/>
            <p:cNvSpPr/>
            <p:nvPr/>
          </p:nvSpPr>
          <p:spPr>
            <a:xfrm>
              <a:off x="5551600" y="2856250"/>
              <a:ext cx="4775" cy="25500"/>
            </a:xfrm>
            <a:custGeom>
              <a:rect b="b" l="l" r="r" t="t"/>
              <a:pathLst>
                <a:path extrusionOk="0" h="1020" w="191">
                  <a:moveTo>
                    <a:pt x="191" y="0"/>
                  </a:moveTo>
                  <a:lnTo>
                    <a:pt x="191" y="0"/>
                  </a:lnTo>
                  <a:cubicBezTo>
                    <a:pt x="83" y="116"/>
                    <a:pt x="25" y="257"/>
                    <a:pt x="9" y="423"/>
                  </a:cubicBezTo>
                  <a:cubicBezTo>
                    <a:pt x="0" y="547"/>
                    <a:pt x="9" y="663"/>
                    <a:pt x="42" y="779"/>
                  </a:cubicBezTo>
                  <a:cubicBezTo>
                    <a:pt x="50" y="845"/>
                    <a:pt x="75" y="912"/>
                    <a:pt x="83" y="978"/>
                  </a:cubicBezTo>
                  <a:cubicBezTo>
                    <a:pt x="92" y="995"/>
                    <a:pt x="92" y="1003"/>
                    <a:pt x="92" y="1019"/>
                  </a:cubicBezTo>
                  <a:cubicBezTo>
                    <a:pt x="108" y="995"/>
                    <a:pt x="125" y="970"/>
                    <a:pt x="141" y="953"/>
                  </a:cubicBezTo>
                  <a:cubicBezTo>
                    <a:pt x="108" y="879"/>
                    <a:pt x="108" y="804"/>
                    <a:pt x="108" y="721"/>
                  </a:cubicBezTo>
                  <a:cubicBezTo>
                    <a:pt x="108" y="481"/>
                    <a:pt x="133" y="241"/>
                    <a:pt x="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9" name="Google Shape;5129;p13"/>
            <p:cNvSpPr/>
            <p:nvPr/>
          </p:nvSpPr>
          <p:spPr>
            <a:xfrm>
              <a:off x="5555125" y="2883575"/>
              <a:ext cx="11000" cy="25300"/>
            </a:xfrm>
            <a:custGeom>
              <a:rect b="b" l="l" r="r" t="t"/>
              <a:pathLst>
                <a:path extrusionOk="0" h="1012" w="440">
                  <a:moveTo>
                    <a:pt x="149" y="1"/>
                  </a:moveTo>
                  <a:cubicBezTo>
                    <a:pt x="116" y="59"/>
                    <a:pt x="91" y="109"/>
                    <a:pt x="67" y="167"/>
                  </a:cubicBezTo>
                  <a:cubicBezTo>
                    <a:pt x="0" y="332"/>
                    <a:pt x="9" y="490"/>
                    <a:pt x="91" y="647"/>
                  </a:cubicBezTo>
                  <a:cubicBezTo>
                    <a:pt x="141" y="738"/>
                    <a:pt x="199" y="821"/>
                    <a:pt x="257" y="904"/>
                  </a:cubicBezTo>
                  <a:cubicBezTo>
                    <a:pt x="282" y="937"/>
                    <a:pt x="307" y="970"/>
                    <a:pt x="332" y="1012"/>
                  </a:cubicBezTo>
                  <a:cubicBezTo>
                    <a:pt x="332" y="937"/>
                    <a:pt x="332" y="854"/>
                    <a:pt x="348" y="780"/>
                  </a:cubicBezTo>
                  <a:cubicBezTo>
                    <a:pt x="373" y="689"/>
                    <a:pt x="406" y="606"/>
                    <a:pt x="439" y="523"/>
                  </a:cubicBezTo>
                  <a:cubicBezTo>
                    <a:pt x="431" y="498"/>
                    <a:pt x="415" y="482"/>
                    <a:pt x="406" y="457"/>
                  </a:cubicBezTo>
                  <a:cubicBezTo>
                    <a:pt x="381" y="407"/>
                    <a:pt x="357" y="357"/>
                    <a:pt x="357" y="308"/>
                  </a:cubicBezTo>
                  <a:cubicBezTo>
                    <a:pt x="348" y="200"/>
                    <a:pt x="431" y="84"/>
                    <a:pt x="373" y="1"/>
                  </a:cubicBezTo>
                  <a:lnTo>
                    <a:pt x="373" y="1"/>
                  </a:lnTo>
                  <a:cubicBezTo>
                    <a:pt x="336" y="18"/>
                    <a:pt x="296" y="26"/>
                    <a:pt x="258" y="26"/>
                  </a:cubicBezTo>
                  <a:cubicBezTo>
                    <a:pt x="220" y="26"/>
                    <a:pt x="183" y="18"/>
                    <a:pt x="1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0" name="Google Shape;5130;p13"/>
            <p:cNvSpPr/>
            <p:nvPr/>
          </p:nvSpPr>
          <p:spPr>
            <a:xfrm>
              <a:off x="5568575" y="2901825"/>
              <a:ext cx="47675" cy="26725"/>
            </a:xfrm>
            <a:custGeom>
              <a:rect b="b" l="l" r="r" t="t"/>
              <a:pathLst>
                <a:path extrusionOk="0" h="1069" w="1907">
                  <a:moveTo>
                    <a:pt x="51" y="0"/>
                  </a:moveTo>
                  <a:cubicBezTo>
                    <a:pt x="51" y="0"/>
                    <a:pt x="51" y="8"/>
                    <a:pt x="51" y="8"/>
                  </a:cubicBezTo>
                  <a:cubicBezTo>
                    <a:pt x="1" y="207"/>
                    <a:pt x="26" y="398"/>
                    <a:pt x="133" y="572"/>
                  </a:cubicBezTo>
                  <a:cubicBezTo>
                    <a:pt x="241" y="746"/>
                    <a:pt x="415" y="862"/>
                    <a:pt x="597" y="945"/>
                  </a:cubicBezTo>
                  <a:cubicBezTo>
                    <a:pt x="705" y="986"/>
                    <a:pt x="813" y="1019"/>
                    <a:pt x="929" y="1044"/>
                  </a:cubicBezTo>
                  <a:cubicBezTo>
                    <a:pt x="995" y="1052"/>
                    <a:pt x="1078" y="1061"/>
                    <a:pt x="1161" y="1069"/>
                  </a:cubicBezTo>
                  <a:cubicBezTo>
                    <a:pt x="1244" y="969"/>
                    <a:pt x="1335" y="862"/>
                    <a:pt x="1442" y="779"/>
                  </a:cubicBezTo>
                  <a:cubicBezTo>
                    <a:pt x="1459" y="762"/>
                    <a:pt x="1476" y="746"/>
                    <a:pt x="1500" y="729"/>
                  </a:cubicBezTo>
                  <a:cubicBezTo>
                    <a:pt x="1608" y="646"/>
                    <a:pt x="1732" y="564"/>
                    <a:pt x="1815" y="456"/>
                  </a:cubicBezTo>
                  <a:cubicBezTo>
                    <a:pt x="1857" y="406"/>
                    <a:pt x="1890" y="348"/>
                    <a:pt x="1906" y="282"/>
                  </a:cubicBezTo>
                  <a:lnTo>
                    <a:pt x="1906" y="282"/>
                  </a:lnTo>
                  <a:cubicBezTo>
                    <a:pt x="1692" y="451"/>
                    <a:pt x="1419" y="536"/>
                    <a:pt x="1144" y="536"/>
                  </a:cubicBezTo>
                  <a:cubicBezTo>
                    <a:pt x="1016" y="536"/>
                    <a:pt x="887" y="518"/>
                    <a:pt x="763" y="481"/>
                  </a:cubicBezTo>
                  <a:cubicBezTo>
                    <a:pt x="481" y="398"/>
                    <a:pt x="241" y="224"/>
                    <a:pt x="51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1" name="Google Shape;5131;p13"/>
            <p:cNvSpPr/>
            <p:nvPr/>
          </p:nvSpPr>
          <p:spPr>
            <a:xfrm>
              <a:off x="5978925" y="2852300"/>
              <a:ext cx="7675" cy="29250"/>
            </a:xfrm>
            <a:custGeom>
              <a:rect b="b" l="l" r="r" t="t"/>
              <a:pathLst>
                <a:path extrusionOk="0" h="1170" w="307">
                  <a:moveTo>
                    <a:pt x="100" y="1"/>
                  </a:moveTo>
                  <a:cubicBezTo>
                    <a:pt x="67" y="225"/>
                    <a:pt x="34" y="457"/>
                    <a:pt x="0" y="680"/>
                  </a:cubicBezTo>
                  <a:cubicBezTo>
                    <a:pt x="9" y="705"/>
                    <a:pt x="17" y="730"/>
                    <a:pt x="25" y="755"/>
                  </a:cubicBezTo>
                  <a:cubicBezTo>
                    <a:pt x="34" y="755"/>
                    <a:pt x="34" y="755"/>
                    <a:pt x="34" y="763"/>
                  </a:cubicBezTo>
                  <a:cubicBezTo>
                    <a:pt x="42" y="771"/>
                    <a:pt x="42" y="780"/>
                    <a:pt x="50" y="788"/>
                  </a:cubicBezTo>
                  <a:cubicBezTo>
                    <a:pt x="50" y="788"/>
                    <a:pt x="50" y="796"/>
                    <a:pt x="50" y="796"/>
                  </a:cubicBezTo>
                  <a:cubicBezTo>
                    <a:pt x="92" y="896"/>
                    <a:pt x="150" y="987"/>
                    <a:pt x="199" y="1086"/>
                  </a:cubicBezTo>
                  <a:cubicBezTo>
                    <a:pt x="208" y="1111"/>
                    <a:pt x="224" y="1144"/>
                    <a:pt x="241" y="1169"/>
                  </a:cubicBezTo>
                  <a:cubicBezTo>
                    <a:pt x="257" y="1103"/>
                    <a:pt x="266" y="1028"/>
                    <a:pt x="274" y="962"/>
                  </a:cubicBezTo>
                  <a:cubicBezTo>
                    <a:pt x="307" y="771"/>
                    <a:pt x="307" y="581"/>
                    <a:pt x="274" y="390"/>
                  </a:cubicBezTo>
                  <a:cubicBezTo>
                    <a:pt x="241" y="249"/>
                    <a:pt x="183" y="117"/>
                    <a:pt x="1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2" name="Google Shape;5132;p13"/>
            <p:cNvSpPr/>
            <p:nvPr/>
          </p:nvSpPr>
          <p:spPr>
            <a:xfrm>
              <a:off x="5855475" y="2878400"/>
              <a:ext cx="132375" cy="113150"/>
            </a:xfrm>
            <a:custGeom>
              <a:rect b="b" l="l" r="r" t="t"/>
              <a:pathLst>
                <a:path extrusionOk="0" h="4526" w="5295">
                  <a:moveTo>
                    <a:pt x="4880" y="1"/>
                  </a:moveTo>
                  <a:cubicBezTo>
                    <a:pt x="4872" y="51"/>
                    <a:pt x="4864" y="100"/>
                    <a:pt x="4856" y="158"/>
                  </a:cubicBezTo>
                  <a:cubicBezTo>
                    <a:pt x="4822" y="365"/>
                    <a:pt x="4748" y="622"/>
                    <a:pt x="4541" y="655"/>
                  </a:cubicBezTo>
                  <a:cubicBezTo>
                    <a:pt x="4516" y="660"/>
                    <a:pt x="4491" y="660"/>
                    <a:pt x="4466" y="660"/>
                  </a:cubicBezTo>
                  <a:cubicBezTo>
                    <a:pt x="4441" y="660"/>
                    <a:pt x="4416" y="660"/>
                    <a:pt x="4392" y="664"/>
                  </a:cubicBezTo>
                  <a:cubicBezTo>
                    <a:pt x="4226" y="705"/>
                    <a:pt x="4193" y="929"/>
                    <a:pt x="4184" y="1103"/>
                  </a:cubicBezTo>
                  <a:cubicBezTo>
                    <a:pt x="4176" y="1409"/>
                    <a:pt x="4143" y="1716"/>
                    <a:pt x="4044" y="2006"/>
                  </a:cubicBezTo>
                  <a:cubicBezTo>
                    <a:pt x="3936" y="2296"/>
                    <a:pt x="3754" y="2561"/>
                    <a:pt x="3488" y="2718"/>
                  </a:cubicBezTo>
                  <a:cubicBezTo>
                    <a:pt x="3414" y="2768"/>
                    <a:pt x="3331" y="2801"/>
                    <a:pt x="3248" y="2810"/>
                  </a:cubicBezTo>
                  <a:cubicBezTo>
                    <a:pt x="3238" y="2810"/>
                    <a:pt x="3228" y="2811"/>
                    <a:pt x="3218" y="2811"/>
                  </a:cubicBezTo>
                  <a:cubicBezTo>
                    <a:pt x="3008" y="2811"/>
                    <a:pt x="2834" y="2647"/>
                    <a:pt x="2652" y="2528"/>
                  </a:cubicBezTo>
                  <a:cubicBezTo>
                    <a:pt x="2611" y="2501"/>
                    <a:pt x="2565" y="2474"/>
                    <a:pt x="2513" y="2474"/>
                  </a:cubicBezTo>
                  <a:cubicBezTo>
                    <a:pt x="2502" y="2474"/>
                    <a:pt x="2490" y="2475"/>
                    <a:pt x="2478" y="2478"/>
                  </a:cubicBezTo>
                  <a:cubicBezTo>
                    <a:pt x="2411" y="2486"/>
                    <a:pt x="2370" y="2553"/>
                    <a:pt x="2345" y="2611"/>
                  </a:cubicBezTo>
                  <a:cubicBezTo>
                    <a:pt x="2270" y="2743"/>
                    <a:pt x="2254" y="2909"/>
                    <a:pt x="2204" y="3058"/>
                  </a:cubicBezTo>
                  <a:cubicBezTo>
                    <a:pt x="2154" y="3207"/>
                    <a:pt x="2063" y="3356"/>
                    <a:pt x="1914" y="3406"/>
                  </a:cubicBezTo>
                  <a:cubicBezTo>
                    <a:pt x="1879" y="3418"/>
                    <a:pt x="1843" y="3423"/>
                    <a:pt x="1807" y="3423"/>
                  </a:cubicBezTo>
                  <a:cubicBezTo>
                    <a:pt x="1667" y="3423"/>
                    <a:pt x="1527" y="3343"/>
                    <a:pt x="1409" y="3257"/>
                  </a:cubicBezTo>
                  <a:cubicBezTo>
                    <a:pt x="945" y="2926"/>
                    <a:pt x="547" y="2503"/>
                    <a:pt x="241" y="2022"/>
                  </a:cubicBezTo>
                  <a:lnTo>
                    <a:pt x="0" y="1956"/>
                  </a:lnTo>
                  <a:lnTo>
                    <a:pt x="0" y="1956"/>
                  </a:lnTo>
                  <a:cubicBezTo>
                    <a:pt x="249" y="2329"/>
                    <a:pt x="307" y="2785"/>
                    <a:pt x="390" y="3224"/>
                  </a:cubicBezTo>
                  <a:cubicBezTo>
                    <a:pt x="398" y="3282"/>
                    <a:pt x="406" y="3332"/>
                    <a:pt x="415" y="3381"/>
                  </a:cubicBezTo>
                  <a:cubicBezTo>
                    <a:pt x="464" y="3605"/>
                    <a:pt x="522" y="3829"/>
                    <a:pt x="622" y="4036"/>
                  </a:cubicBezTo>
                  <a:cubicBezTo>
                    <a:pt x="638" y="4069"/>
                    <a:pt x="646" y="4102"/>
                    <a:pt x="663" y="4135"/>
                  </a:cubicBezTo>
                  <a:cubicBezTo>
                    <a:pt x="671" y="4127"/>
                    <a:pt x="680" y="4127"/>
                    <a:pt x="688" y="4127"/>
                  </a:cubicBezTo>
                  <a:lnTo>
                    <a:pt x="804" y="4127"/>
                  </a:lnTo>
                  <a:cubicBezTo>
                    <a:pt x="1110" y="4144"/>
                    <a:pt x="1342" y="4384"/>
                    <a:pt x="1632" y="4458"/>
                  </a:cubicBezTo>
                  <a:cubicBezTo>
                    <a:pt x="1790" y="4500"/>
                    <a:pt x="1956" y="4508"/>
                    <a:pt x="2113" y="4516"/>
                  </a:cubicBezTo>
                  <a:cubicBezTo>
                    <a:pt x="2209" y="4521"/>
                    <a:pt x="2304" y="4526"/>
                    <a:pt x="2400" y="4526"/>
                  </a:cubicBezTo>
                  <a:cubicBezTo>
                    <a:pt x="2470" y="4526"/>
                    <a:pt x="2540" y="4523"/>
                    <a:pt x="2610" y="4516"/>
                  </a:cubicBezTo>
                  <a:cubicBezTo>
                    <a:pt x="2875" y="4500"/>
                    <a:pt x="3174" y="4359"/>
                    <a:pt x="3157" y="4052"/>
                  </a:cubicBezTo>
                  <a:cubicBezTo>
                    <a:pt x="3149" y="3878"/>
                    <a:pt x="3116" y="3713"/>
                    <a:pt x="3132" y="3547"/>
                  </a:cubicBezTo>
                  <a:cubicBezTo>
                    <a:pt x="3149" y="3373"/>
                    <a:pt x="3190" y="3216"/>
                    <a:pt x="3256" y="3050"/>
                  </a:cubicBezTo>
                  <a:cubicBezTo>
                    <a:pt x="3266" y="3027"/>
                    <a:pt x="3285" y="3017"/>
                    <a:pt x="3304" y="3017"/>
                  </a:cubicBezTo>
                  <a:cubicBezTo>
                    <a:pt x="3331" y="3017"/>
                    <a:pt x="3358" y="3040"/>
                    <a:pt x="3348" y="3075"/>
                  </a:cubicBezTo>
                  <a:cubicBezTo>
                    <a:pt x="3306" y="3274"/>
                    <a:pt x="3306" y="3489"/>
                    <a:pt x="3339" y="3688"/>
                  </a:cubicBezTo>
                  <a:cubicBezTo>
                    <a:pt x="3422" y="3588"/>
                    <a:pt x="3513" y="3497"/>
                    <a:pt x="3604" y="3431"/>
                  </a:cubicBezTo>
                  <a:cubicBezTo>
                    <a:pt x="3803" y="3282"/>
                    <a:pt x="4035" y="3191"/>
                    <a:pt x="4226" y="3050"/>
                  </a:cubicBezTo>
                  <a:cubicBezTo>
                    <a:pt x="4408" y="2917"/>
                    <a:pt x="4524" y="2727"/>
                    <a:pt x="4590" y="2511"/>
                  </a:cubicBezTo>
                  <a:cubicBezTo>
                    <a:pt x="4740" y="2006"/>
                    <a:pt x="4599" y="1467"/>
                    <a:pt x="4508" y="962"/>
                  </a:cubicBezTo>
                  <a:cubicBezTo>
                    <a:pt x="4498" y="923"/>
                    <a:pt x="4528" y="898"/>
                    <a:pt x="4560" y="898"/>
                  </a:cubicBezTo>
                  <a:cubicBezTo>
                    <a:pt x="4582" y="898"/>
                    <a:pt x="4605" y="910"/>
                    <a:pt x="4615" y="937"/>
                  </a:cubicBezTo>
                  <a:cubicBezTo>
                    <a:pt x="4740" y="1244"/>
                    <a:pt x="4847" y="1542"/>
                    <a:pt x="4889" y="1873"/>
                  </a:cubicBezTo>
                  <a:cubicBezTo>
                    <a:pt x="4955" y="1749"/>
                    <a:pt x="5030" y="1633"/>
                    <a:pt x="5104" y="1509"/>
                  </a:cubicBezTo>
                  <a:cubicBezTo>
                    <a:pt x="5170" y="1385"/>
                    <a:pt x="5253" y="1269"/>
                    <a:pt x="5270" y="1128"/>
                  </a:cubicBezTo>
                  <a:cubicBezTo>
                    <a:pt x="5295" y="995"/>
                    <a:pt x="5253" y="863"/>
                    <a:pt x="5204" y="738"/>
                  </a:cubicBezTo>
                  <a:cubicBezTo>
                    <a:pt x="5121" y="490"/>
                    <a:pt x="4988" y="266"/>
                    <a:pt x="4889" y="26"/>
                  </a:cubicBezTo>
                  <a:cubicBezTo>
                    <a:pt x="4889" y="17"/>
                    <a:pt x="4880" y="9"/>
                    <a:pt x="4880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33" name="Google Shape;5133;p13"/>
          <p:cNvGrpSpPr/>
          <p:nvPr/>
        </p:nvGrpSpPr>
        <p:grpSpPr>
          <a:xfrm rot="-283387">
            <a:off x="191258" y="3778524"/>
            <a:ext cx="1645264" cy="1108284"/>
            <a:chOff x="2826300" y="1938425"/>
            <a:chExt cx="2835196" cy="1909847"/>
          </a:xfrm>
        </p:grpSpPr>
        <p:sp>
          <p:nvSpPr>
            <p:cNvPr id="5134" name="Google Shape;5134;p13"/>
            <p:cNvSpPr/>
            <p:nvPr/>
          </p:nvSpPr>
          <p:spPr>
            <a:xfrm>
              <a:off x="2826502" y="1938425"/>
              <a:ext cx="2834994" cy="1909847"/>
            </a:xfrm>
            <a:custGeom>
              <a:rect b="b" l="l" r="r" t="t"/>
              <a:pathLst>
                <a:path extrusionOk="0" h="28414" w="42178">
                  <a:moveTo>
                    <a:pt x="33878" y="24151"/>
                  </a:moveTo>
                  <a:lnTo>
                    <a:pt x="33878" y="24151"/>
                  </a:lnTo>
                  <a:cubicBezTo>
                    <a:pt x="33323" y="24319"/>
                    <a:pt x="32711" y="24405"/>
                    <a:pt x="32045" y="24405"/>
                  </a:cubicBezTo>
                  <a:cubicBezTo>
                    <a:pt x="32000" y="24405"/>
                    <a:pt x="31955" y="24405"/>
                    <a:pt x="31910" y="24404"/>
                  </a:cubicBezTo>
                  <a:cubicBezTo>
                    <a:pt x="32626" y="24321"/>
                    <a:pt x="33286" y="24235"/>
                    <a:pt x="33878" y="24151"/>
                  </a:cubicBezTo>
                  <a:close/>
                  <a:moveTo>
                    <a:pt x="12855" y="1"/>
                  </a:moveTo>
                  <a:cubicBezTo>
                    <a:pt x="12365" y="1"/>
                    <a:pt x="11987" y="233"/>
                    <a:pt x="11896" y="729"/>
                  </a:cubicBezTo>
                  <a:cubicBezTo>
                    <a:pt x="11560" y="2592"/>
                    <a:pt x="14271" y="3780"/>
                    <a:pt x="9185" y="6830"/>
                  </a:cubicBezTo>
                  <a:cubicBezTo>
                    <a:pt x="4840" y="9439"/>
                    <a:pt x="0" y="16129"/>
                    <a:pt x="7147" y="18550"/>
                  </a:cubicBezTo>
                  <a:cubicBezTo>
                    <a:pt x="6687" y="20987"/>
                    <a:pt x="7350" y="23414"/>
                    <a:pt x="7350" y="23414"/>
                  </a:cubicBezTo>
                  <a:lnTo>
                    <a:pt x="7461" y="23420"/>
                  </a:lnTo>
                  <a:cubicBezTo>
                    <a:pt x="7538" y="23895"/>
                    <a:pt x="7603" y="24176"/>
                    <a:pt x="7603" y="24176"/>
                  </a:cubicBezTo>
                  <a:cubicBezTo>
                    <a:pt x="9601" y="25017"/>
                    <a:pt x="13287" y="25320"/>
                    <a:pt x="17393" y="25320"/>
                  </a:cubicBezTo>
                  <a:cubicBezTo>
                    <a:pt x="19955" y="25320"/>
                    <a:pt x="22682" y="25202"/>
                    <a:pt x="25264" y="25024"/>
                  </a:cubicBezTo>
                  <a:cubicBezTo>
                    <a:pt x="25584" y="25243"/>
                    <a:pt x="25933" y="25413"/>
                    <a:pt x="26303" y="25527"/>
                  </a:cubicBezTo>
                  <a:cubicBezTo>
                    <a:pt x="26309" y="25527"/>
                    <a:pt x="26319" y="25530"/>
                    <a:pt x="26328" y="25530"/>
                  </a:cubicBezTo>
                  <a:cubicBezTo>
                    <a:pt x="26334" y="25530"/>
                    <a:pt x="26340" y="25527"/>
                    <a:pt x="26346" y="25527"/>
                  </a:cubicBezTo>
                  <a:cubicBezTo>
                    <a:pt x="29020" y="26798"/>
                    <a:pt x="32712" y="28201"/>
                    <a:pt x="33634" y="28324"/>
                  </a:cubicBezTo>
                  <a:cubicBezTo>
                    <a:pt x="33675" y="28349"/>
                    <a:pt x="33708" y="28374"/>
                    <a:pt x="33739" y="28395"/>
                  </a:cubicBezTo>
                  <a:cubicBezTo>
                    <a:pt x="33752" y="28408"/>
                    <a:pt x="33770" y="28414"/>
                    <a:pt x="33789" y="28414"/>
                  </a:cubicBezTo>
                  <a:cubicBezTo>
                    <a:pt x="33841" y="28414"/>
                    <a:pt x="33881" y="28365"/>
                    <a:pt x="33872" y="28315"/>
                  </a:cubicBezTo>
                  <a:cubicBezTo>
                    <a:pt x="33937" y="28303"/>
                    <a:pt x="33998" y="28278"/>
                    <a:pt x="34054" y="28244"/>
                  </a:cubicBezTo>
                  <a:cubicBezTo>
                    <a:pt x="34057" y="28244"/>
                    <a:pt x="34057" y="28247"/>
                    <a:pt x="34057" y="28247"/>
                  </a:cubicBezTo>
                  <a:cubicBezTo>
                    <a:pt x="34076" y="28272"/>
                    <a:pt x="34100" y="28284"/>
                    <a:pt x="34128" y="28287"/>
                  </a:cubicBezTo>
                  <a:cubicBezTo>
                    <a:pt x="34196" y="28284"/>
                    <a:pt x="34236" y="28210"/>
                    <a:pt x="34199" y="28155"/>
                  </a:cubicBezTo>
                  <a:cubicBezTo>
                    <a:pt x="34190" y="28136"/>
                    <a:pt x="34174" y="28121"/>
                    <a:pt x="34162" y="28102"/>
                  </a:cubicBezTo>
                  <a:cubicBezTo>
                    <a:pt x="34331" y="27390"/>
                    <a:pt x="31312" y="25317"/>
                    <a:pt x="30704" y="24543"/>
                  </a:cubicBezTo>
                  <a:lnTo>
                    <a:pt x="30991" y="24512"/>
                  </a:lnTo>
                  <a:cubicBezTo>
                    <a:pt x="31343" y="24552"/>
                    <a:pt x="31698" y="24577"/>
                    <a:pt x="32049" y="24577"/>
                  </a:cubicBezTo>
                  <a:cubicBezTo>
                    <a:pt x="33110" y="24577"/>
                    <a:pt x="33949" y="24364"/>
                    <a:pt x="34615" y="24043"/>
                  </a:cubicBezTo>
                  <a:cubicBezTo>
                    <a:pt x="35198" y="23954"/>
                    <a:pt x="35698" y="23865"/>
                    <a:pt x="36093" y="23784"/>
                  </a:cubicBezTo>
                  <a:cubicBezTo>
                    <a:pt x="37178" y="24084"/>
                    <a:pt x="38748" y="24722"/>
                    <a:pt x="39883" y="25000"/>
                  </a:cubicBezTo>
                  <a:cubicBezTo>
                    <a:pt x="40136" y="25175"/>
                    <a:pt x="40371" y="25351"/>
                    <a:pt x="40460" y="25462"/>
                  </a:cubicBezTo>
                  <a:cubicBezTo>
                    <a:pt x="40478" y="25481"/>
                    <a:pt x="40500" y="25490"/>
                    <a:pt x="40525" y="25490"/>
                  </a:cubicBezTo>
                  <a:cubicBezTo>
                    <a:pt x="40528" y="25490"/>
                    <a:pt x="40530" y="25491"/>
                    <a:pt x="40533" y="25491"/>
                  </a:cubicBezTo>
                  <a:cubicBezTo>
                    <a:pt x="40551" y="25491"/>
                    <a:pt x="40567" y="25482"/>
                    <a:pt x="40580" y="25471"/>
                  </a:cubicBezTo>
                  <a:cubicBezTo>
                    <a:pt x="40614" y="25441"/>
                    <a:pt x="40620" y="25388"/>
                    <a:pt x="40590" y="25354"/>
                  </a:cubicBezTo>
                  <a:cubicBezTo>
                    <a:pt x="40494" y="25256"/>
                    <a:pt x="40392" y="25166"/>
                    <a:pt x="40281" y="25086"/>
                  </a:cubicBezTo>
                  <a:lnTo>
                    <a:pt x="40281" y="25086"/>
                  </a:lnTo>
                  <a:cubicBezTo>
                    <a:pt x="40445" y="25117"/>
                    <a:pt x="40609" y="25133"/>
                    <a:pt x="40775" y="25133"/>
                  </a:cubicBezTo>
                  <a:cubicBezTo>
                    <a:pt x="40791" y="25133"/>
                    <a:pt x="40806" y="25132"/>
                    <a:pt x="40821" y="25132"/>
                  </a:cubicBezTo>
                  <a:cubicBezTo>
                    <a:pt x="40824" y="25138"/>
                    <a:pt x="40830" y="25145"/>
                    <a:pt x="40833" y="25151"/>
                  </a:cubicBezTo>
                  <a:cubicBezTo>
                    <a:pt x="40849" y="25178"/>
                    <a:pt x="40876" y="25197"/>
                    <a:pt x="40907" y="25197"/>
                  </a:cubicBezTo>
                  <a:cubicBezTo>
                    <a:pt x="40920" y="25197"/>
                    <a:pt x="40935" y="25194"/>
                    <a:pt x="40944" y="25188"/>
                  </a:cubicBezTo>
                  <a:cubicBezTo>
                    <a:pt x="40972" y="25172"/>
                    <a:pt x="40990" y="25141"/>
                    <a:pt x="40990" y="25111"/>
                  </a:cubicBezTo>
                  <a:cubicBezTo>
                    <a:pt x="42178" y="24855"/>
                    <a:pt x="39380" y="23075"/>
                    <a:pt x="38110" y="21465"/>
                  </a:cubicBezTo>
                  <a:cubicBezTo>
                    <a:pt x="37477" y="20663"/>
                    <a:pt x="37237" y="19278"/>
                    <a:pt x="37151" y="18085"/>
                  </a:cubicBezTo>
                  <a:cubicBezTo>
                    <a:pt x="37274" y="15969"/>
                    <a:pt x="37357" y="13535"/>
                    <a:pt x="37129" y="11373"/>
                  </a:cubicBezTo>
                  <a:lnTo>
                    <a:pt x="37749" y="11290"/>
                  </a:lnTo>
                  <a:cubicBezTo>
                    <a:pt x="37855" y="11275"/>
                    <a:pt x="37840" y="11122"/>
                    <a:pt x="37741" y="11122"/>
                  </a:cubicBezTo>
                  <a:cubicBezTo>
                    <a:pt x="37737" y="11122"/>
                    <a:pt x="37732" y="11123"/>
                    <a:pt x="37727" y="11123"/>
                  </a:cubicBezTo>
                  <a:lnTo>
                    <a:pt x="37110" y="11204"/>
                  </a:lnTo>
                  <a:cubicBezTo>
                    <a:pt x="37107" y="11179"/>
                    <a:pt x="37104" y="11154"/>
                    <a:pt x="37101" y="11130"/>
                  </a:cubicBezTo>
                  <a:cubicBezTo>
                    <a:pt x="37098" y="11040"/>
                    <a:pt x="37092" y="10951"/>
                    <a:pt x="37083" y="10858"/>
                  </a:cubicBezTo>
                  <a:cubicBezTo>
                    <a:pt x="37083" y="10840"/>
                    <a:pt x="37073" y="10821"/>
                    <a:pt x="37061" y="10809"/>
                  </a:cubicBezTo>
                  <a:cubicBezTo>
                    <a:pt x="37015" y="10463"/>
                    <a:pt x="36959" y="10127"/>
                    <a:pt x="36895" y="9800"/>
                  </a:cubicBezTo>
                  <a:lnTo>
                    <a:pt x="37721" y="9359"/>
                  </a:lnTo>
                  <a:cubicBezTo>
                    <a:pt x="37724" y="9359"/>
                    <a:pt x="37727" y="9356"/>
                    <a:pt x="37727" y="9356"/>
                  </a:cubicBezTo>
                  <a:cubicBezTo>
                    <a:pt x="37814" y="9308"/>
                    <a:pt x="37765" y="9195"/>
                    <a:pt x="37690" y="9195"/>
                  </a:cubicBezTo>
                  <a:cubicBezTo>
                    <a:pt x="37674" y="9195"/>
                    <a:pt x="37658" y="9200"/>
                    <a:pt x="37641" y="9211"/>
                  </a:cubicBezTo>
                  <a:lnTo>
                    <a:pt x="36858" y="9628"/>
                  </a:lnTo>
                  <a:lnTo>
                    <a:pt x="36839" y="9538"/>
                  </a:lnTo>
                  <a:cubicBezTo>
                    <a:pt x="36851" y="9415"/>
                    <a:pt x="36833" y="8912"/>
                    <a:pt x="36663" y="8203"/>
                  </a:cubicBezTo>
                  <a:lnTo>
                    <a:pt x="36888" y="7990"/>
                  </a:lnTo>
                  <a:cubicBezTo>
                    <a:pt x="36953" y="7930"/>
                    <a:pt x="36899" y="7842"/>
                    <a:pt x="36832" y="7842"/>
                  </a:cubicBezTo>
                  <a:cubicBezTo>
                    <a:pt x="36813" y="7842"/>
                    <a:pt x="36793" y="7849"/>
                    <a:pt x="36774" y="7866"/>
                  </a:cubicBezTo>
                  <a:lnTo>
                    <a:pt x="36617" y="8014"/>
                  </a:lnTo>
                  <a:cubicBezTo>
                    <a:pt x="36114" y="6124"/>
                    <a:pt x="34998" y="4455"/>
                    <a:pt x="33446" y="3271"/>
                  </a:cubicBezTo>
                  <a:cubicBezTo>
                    <a:pt x="32284" y="2372"/>
                    <a:pt x="30309" y="1743"/>
                    <a:pt x="29649" y="1743"/>
                  </a:cubicBezTo>
                  <a:cubicBezTo>
                    <a:pt x="29492" y="1743"/>
                    <a:pt x="29409" y="1778"/>
                    <a:pt x="29431" y="1855"/>
                  </a:cubicBezTo>
                  <a:cubicBezTo>
                    <a:pt x="29637" y="2586"/>
                    <a:pt x="30236" y="4727"/>
                    <a:pt x="30236" y="4727"/>
                  </a:cubicBezTo>
                  <a:lnTo>
                    <a:pt x="27990" y="5340"/>
                  </a:lnTo>
                  <a:cubicBezTo>
                    <a:pt x="27990" y="5340"/>
                    <a:pt x="27993" y="5353"/>
                    <a:pt x="27999" y="5374"/>
                  </a:cubicBezTo>
                  <a:cubicBezTo>
                    <a:pt x="27253" y="5467"/>
                    <a:pt x="26510" y="5587"/>
                    <a:pt x="25794" y="5720"/>
                  </a:cubicBezTo>
                  <a:lnTo>
                    <a:pt x="25770" y="5680"/>
                  </a:lnTo>
                  <a:cubicBezTo>
                    <a:pt x="25770" y="5680"/>
                    <a:pt x="23675" y="5871"/>
                    <a:pt x="23336" y="5985"/>
                  </a:cubicBezTo>
                  <a:cubicBezTo>
                    <a:pt x="23323" y="5989"/>
                    <a:pt x="23304" y="5992"/>
                    <a:pt x="23281" y="5992"/>
                  </a:cubicBezTo>
                  <a:cubicBezTo>
                    <a:pt x="22716" y="5992"/>
                    <a:pt x="19290" y="4740"/>
                    <a:pt x="18839" y="4740"/>
                  </a:cubicBezTo>
                  <a:cubicBezTo>
                    <a:pt x="18830" y="4740"/>
                    <a:pt x="18821" y="4741"/>
                    <a:pt x="18814" y="4742"/>
                  </a:cubicBezTo>
                  <a:cubicBezTo>
                    <a:pt x="18475" y="4798"/>
                    <a:pt x="19496" y="8357"/>
                    <a:pt x="19496" y="8357"/>
                  </a:cubicBezTo>
                  <a:cubicBezTo>
                    <a:pt x="19496" y="8357"/>
                    <a:pt x="18978" y="9109"/>
                    <a:pt x="18796" y="10497"/>
                  </a:cubicBezTo>
                  <a:cubicBezTo>
                    <a:pt x="18753" y="10565"/>
                    <a:pt x="18706" y="10630"/>
                    <a:pt x="18657" y="10698"/>
                  </a:cubicBezTo>
                  <a:cubicBezTo>
                    <a:pt x="18617" y="10704"/>
                    <a:pt x="18586" y="10738"/>
                    <a:pt x="18586" y="10778"/>
                  </a:cubicBezTo>
                  <a:lnTo>
                    <a:pt x="18586" y="10793"/>
                  </a:lnTo>
                  <a:cubicBezTo>
                    <a:pt x="18355" y="11096"/>
                    <a:pt x="18096" y="11376"/>
                    <a:pt x="17815" y="11635"/>
                  </a:cubicBezTo>
                  <a:cubicBezTo>
                    <a:pt x="16415" y="12928"/>
                    <a:pt x="15338" y="12937"/>
                    <a:pt x="14012" y="13060"/>
                  </a:cubicBezTo>
                  <a:cubicBezTo>
                    <a:pt x="13981" y="13014"/>
                    <a:pt x="13963" y="12989"/>
                    <a:pt x="13963" y="12989"/>
                  </a:cubicBezTo>
                  <a:cubicBezTo>
                    <a:pt x="13963" y="12989"/>
                    <a:pt x="10487" y="12989"/>
                    <a:pt x="8285" y="15870"/>
                  </a:cubicBezTo>
                  <a:cubicBezTo>
                    <a:pt x="8137" y="16061"/>
                    <a:pt x="8004" y="16265"/>
                    <a:pt x="7884" y="16475"/>
                  </a:cubicBezTo>
                  <a:cubicBezTo>
                    <a:pt x="6968" y="15753"/>
                    <a:pt x="6456" y="14602"/>
                    <a:pt x="7153" y="12761"/>
                  </a:cubicBezTo>
                  <a:cubicBezTo>
                    <a:pt x="9016" y="7845"/>
                    <a:pt x="14947" y="8523"/>
                    <a:pt x="15795" y="4628"/>
                  </a:cubicBezTo>
                  <a:cubicBezTo>
                    <a:pt x="16418" y="1769"/>
                    <a:pt x="14208" y="1"/>
                    <a:pt x="12855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8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73651" rotWithShape="0" algn="bl" dir="5400000" dist="24550">
                <a:srgbClr val="000000">
                  <a:alpha val="50196"/>
                </a:srgbClr>
              </a:outerShdw>
            </a:effectLst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5" name="Google Shape;5135;p13"/>
            <p:cNvSpPr/>
            <p:nvPr/>
          </p:nvSpPr>
          <p:spPr>
            <a:xfrm>
              <a:off x="4189881" y="1949583"/>
              <a:ext cx="22920" cy="21509"/>
            </a:xfrm>
            <a:custGeom>
              <a:rect b="b" l="l" r="r" t="t"/>
              <a:pathLst>
                <a:path extrusionOk="0" h="320" w="341">
                  <a:moveTo>
                    <a:pt x="127" y="0"/>
                  </a:moveTo>
                  <a:cubicBezTo>
                    <a:pt x="56" y="0"/>
                    <a:pt x="0" y="102"/>
                    <a:pt x="79" y="156"/>
                  </a:cubicBezTo>
                  <a:cubicBezTo>
                    <a:pt x="113" y="184"/>
                    <a:pt x="144" y="218"/>
                    <a:pt x="165" y="258"/>
                  </a:cubicBezTo>
                  <a:cubicBezTo>
                    <a:pt x="174" y="292"/>
                    <a:pt x="208" y="320"/>
                    <a:pt x="248" y="320"/>
                  </a:cubicBezTo>
                  <a:cubicBezTo>
                    <a:pt x="255" y="320"/>
                    <a:pt x="261" y="317"/>
                    <a:pt x="270" y="317"/>
                  </a:cubicBezTo>
                  <a:cubicBezTo>
                    <a:pt x="316" y="304"/>
                    <a:pt x="341" y="255"/>
                    <a:pt x="329" y="212"/>
                  </a:cubicBezTo>
                  <a:cubicBezTo>
                    <a:pt x="304" y="122"/>
                    <a:pt x="202" y="39"/>
                    <a:pt x="184" y="24"/>
                  </a:cubicBezTo>
                  <a:cubicBezTo>
                    <a:pt x="165" y="7"/>
                    <a:pt x="146" y="0"/>
                    <a:pt x="127" y="0"/>
                  </a:cubicBezTo>
                  <a:close/>
                </a:path>
              </a:pathLst>
            </a:custGeom>
            <a:solidFill>
              <a:srgbClr val="FCFDFF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6" name="Google Shape;5136;p13"/>
            <p:cNvSpPr/>
            <p:nvPr/>
          </p:nvSpPr>
          <p:spPr>
            <a:xfrm>
              <a:off x="3221589" y="2287468"/>
              <a:ext cx="2439905" cy="1555422"/>
            </a:xfrm>
            <a:custGeom>
              <a:rect b="b" l="l" r="r" t="t"/>
              <a:pathLst>
                <a:path extrusionOk="0" h="23141" w="36300">
                  <a:moveTo>
                    <a:pt x="24838" y="0"/>
                  </a:moveTo>
                  <a:cubicBezTo>
                    <a:pt x="20890" y="0"/>
                    <a:pt x="16330" y="1360"/>
                    <a:pt x="14688" y="1779"/>
                  </a:cubicBezTo>
                  <a:cubicBezTo>
                    <a:pt x="13100" y="2183"/>
                    <a:pt x="14503" y="4067"/>
                    <a:pt x="11934" y="6442"/>
                  </a:cubicBezTo>
                  <a:cubicBezTo>
                    <a:pt x="9365" y="8814"/>
                    <a:pt x="7894" y="6865"/>
                    <a:pt x="3949" y="9237"/>
                  </a:cubicBezTo>
                  <a:cubicBezTo>
                    <a:pt x="1" y="11612"/>
                    <a:pt x="1722" y="18983"/>
                    <a:pt x="1722" y="18983"/>
                  </a:cubicBezTo>
                  <a:cubicBezTo>
                    <a:pt x="3721" y="19826"/>
                    <a:pt x="7406" y="20128"/>
                    <a:pt x="11512" y="20128"/>
                  </a:cubicBezTo>
                  <a:cubicBezTo>
                    <a:pt x="14095" y="20128"/>
                    <a:pt x="16844" y="20008"/>
                    <a:pt x="19444" y="19828"/>
                  </a:cubicBezTo>
                  <a:cubicBezTo>
                    <a:pt x="22195" y="21257"/>
                    <a:pt x="27090" y="23140"/>
                    <a:pt x="27867" y="23140"/>
                  </a:cubicBezTo>
                  <a:cubicBezTo>
                    <a:pt x="27883" y="23140"/>
                    <a:pt x="27898" y="23139"/>
                    <a:pt x="27911" y="23138"/>
                  </a:cubicBezTo>
                  <a:cubicBezTo>
                    <a:pt x="29514" y="22919"/>
                    <a:pt x="25533" y="20251"/>
                    <a:pt x="24823" y="19350"/>
                  </a:cubicBezTo>
                  <a:cubicBezTo>
                    <a:pt x="27183" y="19094"/>
                    <a:pt x="29107" y="18817"/>
                    <a:pt x="30212" y="18591"/>
                  </a:cubicBezTo>
                  <a:cubicBezTo>
                    <a:pt x="31617" y="18978"/>
                    <a:pt x="33839" y="19937"/>
                    <a:pt x="34874" y="19937"/>
                  </a:cubicBezTo>
                  <a:cubicBezTo>
                    <a:pt x="34962" y="19937"/>
                    <a:pt x="35042" y="19930"/>
                    <a:pt x="35112" y="19915"/>
                  </a:cubicBezTo>
                  <a:cubicBezTo>
                    <a:pt x="36300" y="19662"/>
                    <a:pt x="33502" y="17882"/>
                    <a:pt x="32232" y="16272"/>
                  </a:cubicBezTo>
                  <a:cubicBezTo>
                    <a:pt x="31599" y="15470"/>
                    <a:pt x="31359" y="14085"/>
                    <a:pt x="31273" y="12892"/>
                  </a:cubicBezTo>
                  <a:cubicBezTo>
                    <a:pt x="31550" y="8102"/>
                    <a:pt x="31621" y="1659"/>
                    <a:pt x="28367" y="508"/>
                  </a:cubicBezTo>
                  <a:cubicBezTo>
                    <a:pt x="27336" y="143"/>
                    <a:pt x="26119" y="0"/>
                    <a:pt x="24838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7" name="Google Shape;5137;p13"/>
            <p:cNvSpPr/>
            <p:nvPr/>
          </p:nvSpPr>
          <p:spPr>
            <a:xfrm>
              <a:off x="4670868" y="2675698"/>
              <a:ext cx="210517" cy="170457"/>
            </a:xfrm>
            <a:custGeom>
              <a:rect b="b" l="l" r="r" t="t"/>
              <a:pathLst>
                <a:path extrusionOk="0" h="2536" w="3132">
                  <a:moveTo>
                    <a:pt x="3048" y="0"/>
                  </a:moveTo>
                  <a:cubicBezTo>
                    <a:pt x="2999" y="0"/>
                    <a:pt x="2962" y="37"/>
                    <a:pt x="2962" y="83"/>
                  </a:cubicBezTo>
                  <a:cubicBezTo>
                    <a:pt x="2962" y="685"/>
                    <a:pt x="2820" y="2264"/>
                    <a:pt x="2182" y="2363"/>
                  </a:cubicBezTo>
                  <a:cubicBezTo>
                    <a:pt x="2156" y="2367"/>
                    <a:pt x="2130" y="2368"/>
                    <a:pt x="2103" y="2368"/>
                  </a:cubicBezTo>
                  <a:cubicBezTo>
                    <a:pt x="1318" y="2368"/>
                    <a:pt x="201" y="752"/>
                    <a:pt x="192" y="734"/>
                  </a:cubicBezTo>
                  <a:cubicBezTo>
                    <a:pt x="174" y="706"/>
                    <a:pt x="148" y="694"/>
                    <a:pt x="122" y="694"/>
                  </a:cubicBezTo>
                  <a:cubicBezTo>
                    <a:pt x="60" y="694"/>
                    <a:pt x="0" y="764"/>
                    <a:pt x="51" y="830"/>
                  </a:cubicBezTo>
                  <a:cubicBezTo>
                    <a:pt x="100" y="904"/>
                    <a:pt x="1229" y="2535"/>
                    <a:pt x="2108" y="2535"/>
                  </a:cubicBezTo>
                  <a:cubicBezTo>
                    <a:pt x="2142" y="2535"/>
                    <a:pt x="2176" y="2532"/>
                    <a:pt x="2206" y="2529"/>
                  </a:cubicBezTo>
                  <a:cubicBezTo>
                    <a:pt x="3119" y="2390"/>
                    <a:pt x="3132" y="179"/>
                    <a:pt x="3132" y="83"/>
                  </a:cubicBezTo>
                  <a:cubicBezTo>
                    <a:pt x="3132" y="37"/>
                    <a:pt x="3095" y="0"/>
                    <a:pt x="304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8" name="Google Shape;5138;p13"/>
            <p:cNvSpPr/>
            <p:nvPr/>
          </p:nvSpPr>
          <p:spPr>
            <a:xfrm>
              <a:off x="4746417" y="2631202"/>
              <a:ext cx="78373" cy="214550"/>
            </a:xfrm>
            <a:custGeom>
              <a:rect b="b" l="l" r="r" t="t"/>
              <a:pathLst>
                <a:path extrusionOk="0" h="3192" w="1166">
                  <a:moveTo>
                    <a:pt x="103" y="0"/>
                  </a:moveTo>
                  <a:cubicBezTo>
                    <a:pt x="52" y="0"/>
                    <a:pt x="1" y="44"/>
                    <a:pt x="21" y="110"/>
                  </a:cubicBezTo>
                  <a:lnTo>
                    <a:pt x="990" y="3133"/>
                  </a:lnTo>
                  <a:cubicBezTo>
                    <a:pt x="1002" y="3167"/>
                    <a:pt x="1033" y="3191"/>
                    <a:pt x="1070" y="3191"/>
                  </a:cubicBezTo>
                  <a:cubicBezTo>
                    <a:pt x="1079" y="3191"/>
                    <a:pt x="1089" y="3191"/>
                    <a:pt x="1095" y="3188"/>
                  </a:cubicBezTo>
                  <a:cubicBezTo>
                    <a:pt x="1141" y="3173"/>
                    <a:pt x="1166" y="3127"/>
                    <a:pt x="1150" y="3080"/>
                  </a:cubicBezTo>
                  <a:lnTo>
                    <a:pt x="182" y="61"/>
                  </a:lnTo>
                  <a:cubicBezTo>
                    <a:pt x="169" y="19"/>
                    <a:pt x="136" y="0"/>
                    <a:pt x="10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9" name="Google Shape;5139;p13"/>
            <p:cNvSpPr/>
            <p:nvPr/>
          </p:nvSpPr>
          <p:spPr>
            <a:xfrm>
              <a:off x="4682092" y="2574003"/>
              <a:ext cx="113929" cy="60292"/>
            </a:xfrm>
            <a:custGeom>
              <a:rect b="b" l="l" r="r" t="t"/>
              <a:pathLst>
                <a:path extrusionOk="0" h="897" w="1695">
                  <a:moveTo>
                    <a:pt x="1398" y="0"/>
                  </a:moveTo>
                  <a:cubicBezTo>
                    <a:pt x="654" y="0"/>
                    <a:pt x="1" y="634"/>
                    <a:pt x="1" y="634"/>
                  </a:cubicBezTo>
                  <a:cubicBezTo>
                    <a:pt x="1" y="634"/>
                    <a:pt x="938" y="897"/>
                    <a:pt x="1099" y="897"/>
                  </a:cubicBezTo>
                  <a:cubicBezTo>
                    <a:pt x="1104" y="897"/>
                    <a:pt x="1108" y="897"/>
                    <a:pt x="1111" y="896"/>
                  </a:cubicBezTo>
                  <a:cubicBezTo>
                    <a:pt x="1234" y="884"/>
                    <a:pt x="1694" y="36"/>
                    <a:pt x="1694" y="36"/>
                  </a:cubicBezTo>
                  <a:cubicBezTo>
                    <a:pt x="1595" y="11"/>
                    <a:pt x="1495" y="0"/>
                    <a:pt x="1398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0" name="Google Shape;5140;p13"/>
            <p:cNvSpPr/>
            <p:nvPr/>
          </p:nvSpPr>
          <p:spPr>
            <a:xfrm>
              <a:off x="4068290" y="2257020"/>
              <a:ext cx="721284" cy="587056"/>
            </a:xfrm>
            <a:custGeom>
              <a:rect b="b" l="l" r="r" t="t"/>
              <a:pathLst>
                <a:path extrusionOk="0" h="8734" w="10731">
                  <a:moveTo>
                    <a:pt x="363" y="0"/>
                  </a:moveTo>
                  <a:cubicBezTo>
                    <a:pt x="354" y="0"/>
                    <a:pt x="346" y="1"/>
                    <a:pt x="339" y="2"/>
                  </a:cubicBezTo>
                  <a:cubicBezTo>
                    <a:pt x="0" y="58"/>
                    <a:pt x="1018" y="3617"/>
                    <a:pt x="1018" y="3617"/>
                  </a:cubicBezTo>
                  <a:cubicBezTo>
                    <a:pt x="1018" y="3617"/>
                    <a:pt x="108" y="4943"/>
                    <a:pt x="278" y="7315"/>
                  </a:cubicBezTo>
                  <a:cubicBezTo>
                    <a:pt x="319" y="7879"/>
                    <a:pt x="1813" y="8733"/>
                    <a:pt x="3869" y="8733"/>
                  </a:cubicBezTo>
                  <a:cubicBezTo>
                    <a:pt x="4871" y="8733"/>
                    <a:pt x="6006" y="8531"/>
                    <a:pt x="7171" y="7993"/>
                  </a:cubicBezTo>
                  <a:cubicBezTo>
                    <a:pt x="10730" y="6353"/>
                    <a:pt x="7295" y="940"/>
                    <a:pt x="7295" y="940"/>
                  </a:cubicBezTo>
                  <a:lnTo>
                    <a:pt x="7295" y="940"/>
                  </a:lnTo>
                  <a:cubicBezTo>
                    <a:pt x="7294" y="940"/>
                    <a:pt x="5200" y="1131"/>
                    <a:pt x="4861" y="1245"/>
                  </a:cubicBezTo>
                  <a:cubicBezTo>
                    <a:pt x="4848" y="1249"/>
                    <a:pt x="4829" y="1252"/>
                    <a:pt x="4806" y="1252"/>
                  </a:cubicBezTo>
                  <a:cubicBezTo>
                    <a:pt x="4240" y="1252"/>
                    <a:pt x="807" y="0"/>
                    <a:pt x="363" y="0"/>
                  </a:cubicBezTo>
                  <a:close/>
                </a:path>
              </a:pathLst>
            </a:custGeom>
            <a:solidFill>
              <a:srgbClr val="DFB291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1" name="Google Shape;5141;p13"/>
            <p:cNvSpPr/>
            <p:nvPr/>
          </p:nvSpPr>
          <p:spPr>
            <a:xfrm>
              <a:off x="4707836" y="2055579"/>
              <a:ext cx="598550" cy="589610"/>
            </a:xfrm>
            <a:custGeom>
              <a:rect b="b" l="l" r="r" t="t"/>
              <a:pathLst>
                <a:path extrusionOk="0" h="8772" w="8905">
                  <a:moveTo>
                    <a:pt x="1659" y="1"/>
                  </a:moveTo>
                  <a:cubicBezTo>
                    <a:pt x="1503" y="1"/>
                    <a:pt x="1422" y="36"/>
                    <a:pt x="1444" y="112"/>
                  </a:cubicBezTo>
                  <a:cubicBezTo>
                    <a:pt x="1647" y="846"/>
                    <a:pt x="2246" y="2984"/>
                    <a:pt x="2246" y="2984"/>
                  </a:cubicBezTo>
                  <a:lnTo>
                    <a:pt x="0" y="3597"/>
                  </a:lnTo>
                  <a:cubicBezTo>
                    <a:pt x="0" y="3597"/>
                    <a:pt x="1157" y="7721"/>
                    <a:pt x="3001" y="8449"/>
                  </a:cubicBezTo>
                  <a:cubicBezTo>
                    <a:pt x="3586" y="8679"/>
                    <a:pt x="4294" y="8771"/>
                    <a:pt x="5013" y="8771"/>
                  </a:cubicBezTo>
                  <a:cubicBezTo>
                    <a:pt x="6756" y="8771"/>
                    <a:pt x="8566" y="8232"/>
                    <a:pt x="8843" y="7826"/>
                  </a:cubicBezTo>
                  <a:cubicBezTo>
                    <a:pt x="8905" y="7736"/>
                    <a:pt x="8787" y="4097"/>
                    <a:pt x="5459" y="1528"/>
                  </a:cubicBezTo>
                  <a:cubicBezTo>
                    <a:pt x="4295" y="630"/>
                    <a:pt x="2315" y="1"/>
                    <a:pt x="1659" y="1"/>
                  </a:cubicBezTo>
                  <a:close/>
                </a:path>
              </a:pathLst>
            </a:custGeom>
            <a:solidFill>
              <a:srgbClr val="DFB291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2" name="Google Shape;5142;p13"/>
            <p:cNvSpPr/>
            <p:nvPr/>
          </p:nvSpPr>
          <p:spPr>
            <a:xfrm>
              <a:off x="4966611" y="3771290"/>
              <a:ext cx="138665" cy="76961"/>
            </a:xfrm>
            <a:custGeom>
              <a:rect b="b" l="l" r="r" t="t"/>
              <a:pathLst>
                <a:path extrusionOk="0" h="1145" w="2063">
                  <a:moveTo>
                    <a:pt x="121" y="0"/>
                  </a:moveTo>
                  <a:cubicBezTo>
                    <a:pt x="42" y="0"/>
                    <a:pt x="1" y="121"/>
                    <a:pt x="89" y="164"/>
                  </a:cubicBezTo>
                  <a:cubicBezTo>
                    <a:pt x="104" y="167"/>
                    <a:pt x="1526" y="840"/>
                    <a:pt x="1896" y="1126"/>
                  </a:cubicBezTo>
                  <a:cubicBezTo>
                    <a:pt x="1911" y="1138"/>
                    <a:pt x="1926" y="1145"/>
                    <a:pt x="1947" y="1145"/>
                  </a:cubicBezTo>
                  <a:lnTo>
                    <a:pt x="1947" y="1145"/>
                  </a:lnTo>
                  <a:cubicBezTo>
                    <a:pt x="2029" y="1144"/>
                    <a:pt x="2062" y="1043"/>
                    <a:pt x="1998" y="994"/>
                  </a:cubicBezTo>
                  <a:cubicBezTo>
                    <a:pt x="1616" y="695"/>
                    <a:pt x="221" y="38"/>
                    <a:pt x="160" y="10"/>
                  </a:cubicBezTo>
                  <a:cubicBezTo>
                    <a:pt x="146" y="3"/>
                    <a:pt x="133" y="0"/>
                    <a:pt x="121" y="0"/>
                  </a:cubicBezTo>
                  <a:close/>
                  <a:moveTo>
                    <a:pt x="1947" y="1145"/>
                  </a:moveTo>
                  <a:cubicBezTo>
                    <a:pt x="1947" y="1145"/>
                    <a:pt x="1946" y="1145"/>
                    <a:pt x="1946" y="1145"/>
                  </a:cubicBezTo>
                  <a:lnTo>
                    <a:pt x="1949" y="1145"/>
                  </a:lnTo>
                  <a:cubicBezTo>
                    <a:pt x="1948" y="1145"/>
                    <a:pt x="1948" y="1145"/>
                    <a:pt x="1947" y="1145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3" name="Google Shape;5143;p13"/>
            <p:cNvSpPr/>
            <p:nvPr/>
          </p:nvSpPr>
          <p:spPr>
            <a:xfrm>
              <a:off x="5017829" y="3748370"/>
              <a:ext cx="109829" cy="91211"/>
            </a:xfrm>
            <a:custGeom>
              <a:rect b="b" l="l" r="r" t="t"/>
              <a:pathLst>
                <a:path extrusionOk="0" h="1357" w="1634">
                  <a:moveTo>
                    <a:pt x="125" y="1"/>
                  </a:moveTo>
                  <a:cubicBezTo>
                    <a:pt x="53" y="1"/>
                    <a:pt x="1" y="104"/>
                    <a:pt x="76" y="157"/>
                  </a:cubicBezTo>
                  <a:cubicBezTo>
                    <a:pt x="89" y="163"/>
                    <a:pt x="1211" y="955"/>
                    <a:pt x="1455" y="1319"/>
                  </a:cubicBezTo>
                  <a:cubicBezTo>
                    <a:pt x="1470" y="1344"/>
                    <a:pt x="1495" y="1356"/>
                    <a:pt x="1526" y="1356"/>
                  </a:cubicBezTo>
                  <a:cubicBezTo>
                    <a:pt x="1591" y="1356"/>
                    <a:pt x="1634" y="1282"/>
                    <a:pt x="1594" y="1224"/>
                  </a:cubicBezTo>
                  <a:cubicBezTo>
                    <a:pt x="1335" y="835"/>
                    <a:pt x="221" y="49"/>
                    <a:pt x="175" y="18"/>
                  </a:cubicBezTo>
                  <a:cubicBezTo>
                    <a:pt x="158" y="6"/>
                    <a:pt x="141" y="1"/>
                    <a:pt x="12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4" name="Google Shape;5144;p13"/>
            <p:cNvSpPr/>
            <p:nvPr/>
          </p:nvSpPr>
          <p:spPr>
            <a:xfrm>
              <a:off x="5442625" y="3569177"/>
              <a:ext cx="114198" cy="82540"/>
            </a:xfrm>
            <a:custGeom>
              <a:rect b="b" l="l" r="r" t="t"/>
              <a:pathLst>
                <a:path extrusionOk="0" h="1228" w="1699">
                  <a:moveTo>
                    <a:pt x="120" y="1"/>
                  </a:moveTo>
                  <a:cubicBezTo>
                    <a:pt x="48" y="1"/>
                    <a:pt x="0" y="106"/>
                    <a:pt x="73" y="158"/>
                  </a:cubicBezTo>
                  <a:cubicBezTo>
                    <a:pt x="88" y="164"/>
                    <a:pt x="1294" y="913"/>
                    <a:pt x="1538" y="1197"/>
                  </a:cubicBezTo>
                  <a:cubicBezTo>
                    <a:pt x="1553" y="1216"/>
                    <a:pt x="1578" y="1228"/>
                    <a:pt x="1603" y="1228"/>
                  </a:cubicBezTo>
                  <a:cubicBezTo>
                    <a:pt x="1621" y="1228"/>
                    <a:pt x="1643" y="1222"/>
                    <a:pt x="1658" y="1209"/>
                  </a:cubicBezTo>
                  <a:cubicBezTo>
                    <a:pt x="1692" y="1179"/>
                    <a:pt x="1698" y="1123"/>
                    <a:pt x="1668" y="1089"/>
                  </a:cubicBezTo>
                  <a:cubicBezTo>
                    <a:pt x="1405" y="787"/>
                    <a:pt x="215" y="44"/>
                    <a:pt x="162" y="13"/>
                  </a:cubicBezTo>
                  <a:cubicBezTo>
                    <a:pt x="148" y="5"/>
                    <a:pt x="134" y="1"/>
                    <a:pt x="12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5" name="Google Shape;5145;p13"/>
            <p:cNvSpPr/>
            <p:nvPr/>
          </p:nvSpPr>
          <p:spPr>
            <a:xfrm>
              <a:off x="5467830" y="3546189"/>
              <a:ext cx="114669" cy="85632"/>
            </a:xfrm>
            <a:custGeom>
              <a:rect b="b" l="l" r="r" t="t"/>
              <a:pathLst>
                <a:path extrusionOk="0" h="1274" w="1706">
                  <a:moveTo>
                    <a:pt x="123" y="1"/>
                  </a:moveTo>
                  <a:cubicBezTo>
                    <a:pt x="43" y="1"/>
                    <a:pt x="1" y="123"/>
                    <a:pt x="90" y="164"/>
                  </a:cubicBezTo>
                  <a:cubicBezTo>
                    <a:pt x="102" y="170"/>
                    <a:pt x="1256" y="709"/>
                    <a:pt x="1536" y="1231"/>
                  </a:cubicBezTo>
                  <a:cubicBezTo>
                    <a:pt x="1549" y="1255"/>
                    <a:pt x="1579" y="1274"/>
                    <a:pt x="1610" y="1274"/>
                  </a:cubicBezTo>
                  <a:cubicBezTo>
                    <a:pt x="1623" y="1274"/>
                    <a:pt x="1638" y="1271"/>
                    <a:pt x="1650" y="1265"/>
                  </a:cubicBezTo>
                  <a:cubicBezTo>
                    <a:pt x="1690" y="1243"/>
                    <a:pt x="1706" y="1191"/>
                    <a:pt x="1684" y="1147"/>
                  </a:cubicBezTo>
                  <a:cubicBezTo>
                    <a:pt x="1379" y="580"/>
                    <a:pt x="210" y="34"/>
                    <a:pt x="161" y="9"/>
                  </a:cubicBezTo>
                  <a:cubicBezTo>
                    <a:pt x="148" y="3"/>
                    <a:pt x="135" y="1"/>
                    <a:pt x="1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6" name="Google Shape;5146;p13"/>
            <p:cNvSpPr/>
            <p:nvPr/>
          </p:nvSpPr>
          <p:spPr>
            <a:xfrm>
              <a:off x="4327805" y="2554847"/>
              <a:ext cx="252997" cy="68627"/>
            </a:xfrm>
            <a:custGeom>
              <a:rect b="b" l="l" r="r" t="t"/>
              <a:pathLst>
                <a:path extrusionOk="0" h="1021" w="3764">
                  <a:moveTo>
                    <a:pt x="1497" y="1"/>
                  </a:moveTo>
                  <a:cubicBezTo>
                    <a:pt x="750" y="1"/>
                    <a:pt x="124" y="162"/>
                    <a:pt x="72" y="176"/>
                  </a:cubicBezTo>
                  <a:cubicBezTo>
                    <a:pt x="28" y="188"/>
                    <a:pt x="1" y="234"/>
                    <a:pt x="13" y="281"/>
                  </a:cubicBezTo>
                  <a:cubicBezTo>
                    <a:pt x="23" y="317"/>
                    <a:pt x="58" y="342"/>
                    <a:pt x="96" y="342"/>
                  </a:cubicBezTo>
                  <a:cubicBezTo>
                    <a:pt x="103" y="342"/>
                    <a:pt x="110" y="341"/>
                    <a:pt x="118" y="339"/>
                  </a:cubicBezTo>
                  <a:cubicBezTo>
                    <a:pt x="130" y="336"/>
                    <a:pt x="752" y="175"/>
                    <a:pt x="1492" y="175"/>
                  </a:cubicBezTo>
                  <a:cubicBezTo>
                    <a:pt x="2237" y="175"/>
                    <a:pt x="3101" y="338"/>
                    <a:pt x="3588" y="987"/>
                  </a:cubicBezTo>
                  <a:cubicBezTo>
                    <a:pt x="3603" y="1009"/>
                    <a:pt x="3628" y="1021"/>
                    <a:pt x="3656" y="1021"/>
                  </a:cubicBezTo>
                  <a:cubicBezTo>
                    <a:pt x="3723" y="1021"/>
                    <a:pt x="3764" y="941"/>
                    <a:pt x="3723" y="885"/>
                  </a:cubicBezTo>
                  <a:cubicBezTo>
                    <a:pt x="3192" y="177"/>
                    <a:pt x="2278" y="1"/>
                    <a:pt x="149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7" name="Google Shape;5147;p13"/>
            <p:cNvSpPr/>
            <p:nvPr/>
          </p:nvSpPr>
          <p:spPr>
            <a:xfrm>
              <a:off x="4891936" y="2406975"/>
              <a:ext cx="179598" cy="148142"/>
            </a:xfrm>
            <a:custGeom>
              <a:rect b="b" l="l" r="r" t="t"/>
              <a:pathLst>
                <a:path extrusionOk="0" h="2204" w="2672">
                  <a:moveTo>
                    <a:pt x="2550" y="0"/>
                  </a:moveTo>
                  <a:cubicBezTo>
                    <a:pt x="2542" y="0"/>
                    <a:pt x="2533" y="1"/>
                    <a:pt x="2523" y="4"/>
                  </a:cubicBezTo>
                  <a:cubicBezTo>
                    <a:pt x="2437" y="32"/>
                    <a:pt x="358" y="710"/>
                    <a:pt x="9" y="2098"/>
                  </a:cubicBezTo>
                  <a:cubicBezTo>
                    <a:pt x="0" y="2145"/>
                    <a:pt x="28" y="2191"/>
                    <a:pt x="71" y="2203"/>
                  </a:cubicBezTo>
                  <a:lnTo>
                    <a:pt x="93" y="2203"/>
                  </a:lnTo>
                  <a:cubicBezTo>
                    <a:pt x="130" y="2203"/>
                    <a:pt x="164" y="2178"/>
                    <a:pt x="176" y="2141"/>
                  </a:cubicBezTo>
                  <a:cubicBezTo>
                    <a:pt x="497" y="846"/>
                    <a:pt x="2554" y="174"/>
                    <a:pt x="2575" y="167"/>
                  </a:cubicBezTo>
                  <a:cubicBezTo>
                    <a:pt x="2671" y="134"/>
                    <a:pt x="2638" y="0"/>
                    <a:pt x="255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8" name="Google Shape;5148;p13"/>
            <p:cNvSpPr/>
            <p:nvPr/>
          </p:nvSpPr>
          <p:spPr>
            <a:xfrm>
              <a:off x="4868882" y="3364106"/>
              <a:ext cx="443552" cy="226313"/>
            </a:xfrm>
            <a:custGeom>
              <a:rect b="b" l="l" r="r" t="t"/>
              <a:pathLst>
                <a:path extrusionOk="0" h="3367" w="6599">
                  <a:moveTo>
                    <a:pt x="6501" y="0"/>
                  </a:moveTo>
                  <a:cubicBezTo>
                    <a:pt x="6467" y="0"/>
                    <a:pt x="6434" y="20"/>
                    <a:pt x="6422" y="63"/>
                  </a:cubicBezTo>
                  <a:cubicBezTo>
                    <a:pt x="6419" y="72"/>
                    <a:pt x="6185" y="1044"/>
                    <a:pt x="5300" y="1898"/>
                  </a:cubicBezTo>
                  <a:cubicBezTo>
                    <a:pt x="4406" y="2756"/>
                    <a:pt x="3164" y="3196"/>
                    <a:pt x="1657" y="3196"/>
                  </a:cubicBezTo>
                  <a:cubicBezTo>
                    <a:pt x="1176" y="3196"/>
                    <a:pt x="668" y="3151"/>
                    <a:pt x="136" y="3061"/>
                  </a:cubicBezTo>
                  <a:cubicBezTo>
                    <a:pt x="130" y="3060"/>
                    <a:pt x="125" y="3059"/>
                    <a:pt x="119" y="3059"/>
                  </a:cubicBezTo>
                  <a:cubicBezTo>
                    <a:pt x="20" y="3059"/>
                    <a:pt x="0" y="3210"/>
                    <a:pt x="106" y="3227"/>
                  </a:cubicBezTo>
                  <a:cubicBezTo>
                    <a:pt x="621" y="3317"/>
                    <a:pt x="1139" y="3363"/>
                    <a:pt x="1660" y="3366"/>
                  </a:cubicBezTo>
                  <a:cubicBezTo>
                    <a:pt x="5768" y="3366"/>
                    <a:pt x="6579" y="137"/>
                    <a:pt x="6586" y="103"/>
                  </a:cubicBezTo>
                  <a:cubicBezTo>
                    <a:pt x="6598" y="39"/>
                    <a:pt x="6549" y="0"/>
                    <a:pt x="650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9" name="Google Shape;5149;p13"/>
            <p:cNvSpPr/>
            <p:nvPr/>
          </p:nvSpPr>
          <p:spPr>
            <a:xfrm>
              <a:off x="4051822" y="3580065"/>
              <a:ext cx="193378" cy="40396"/>
            </a:xfrm>
            <a:custGeom>
              <a:rect b="b" l="l" r="r" t="t"/>
              <a:pathLst>
                <a:path extrusionOk="0" h="601" w="2877">
                  <a:moveTo>
                    <a:pt x="1312" y="1"/>
                  </a:moveTo>
                  <a:cubicBezTo>
                    <a:pt x="952" y="1"/>
                    <a:pt x="543" y="71"/>
                    <a:pt x="100" y="267"/>
                  </a:cubicBezTo>
                  <a:cubicBezTo>
                    <a:pt x="0" y="301"/>
                    <a:pt x="42" y="434"/>
                    <a:pt x="123" y="434"/>
                  </a:cubicBezTo>
                  <a:cubicBezTo>
                    <a:pt x="137" y="434"/>
                    <a:pt x="152" y="430"/>
                    <a:pt x="168" y="421"/>
                  </a:cubicBezTo>
                  <a:cubicBezTo>
                    <a:pt x="588" y="235"/>
                    <a:pt x="976" y="168"/>
                    <a:pt x="1316" y="168"/>
                  </a:cubicBezTo>
                  <a:cubicBezTo>
                    <a:pt x="2156" y="168"/>
                    <a:pt x="2701" y="575"/>
                    <a:pt x="2710" y="582"/>
                  </a:cubicBezTo>
                  <a:cubicBezTo>
                    <a:pt x="2725" y="594"/>
                    <a:pt x="2740" y="600"/>
                    <a:pt x="2762" y="600"/>
                  </a:cubicBezTo>
                  <a:cubicBezTo>
                    <a:pt x="2842" y="600"/>
                    <a:pt x="2876" y="498"/>
                    <a:pt x="2811" y="449"/>
                  </a:cubicBezTo>
                  <a:cubicBezTo>
                    <a:pt x="2805" y="442"/>
                    <a:pt x="2215" y="1"/>
                    <a:pt x="13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0" name="Google Shape;5150;p13"/>
            <p:cNvSpPr/>
            <p:nvPr/>
          </p:nvSpPr>
          <p:spPr>
            <a:xfrm>
              <a:off x="4109559" y="3532343"/>
              <a:ext cx="162593" cy="76692"/>
            </a:xfrm>
            <a:custGeom>
              <a:rect b="b" l="l" r="r" t="t"/>
              <a:pathLst>
                <a:path extrusionOk="0" h="1141" w="2419">
                  <a:moveTo>
                    <a:pt x="640" y="0"/>
                  </a:moveTo>
                  <a:cubicBezTo>
                    <a:pt x="335" y="0"/>
                    <a:pt x="114" y="38"/>
                    <a:pt x="108" y="40"/>
                  </a:cubicBezTo>
                  <a:cubicBezTo>
                    <a:pt x="1" y="57"/>
                    <a:pt x="21" y="208"/>
                    <a:pt x="117" y="208"/>
                  </a:cubicBezTo>
                  <a:cubicBezTo>
                    <a:pt x="123" y="208"/>
                    <a:pt x="129" y="207"/>
                    <a:pt x="136" y="206"/>
                  </a:cubicBezTo>
                  <a:cubicBezTo>
                    <a:pt x="142" y="205"/>
                    <a:pt x="355" y="168"/>
                    <a:pt x="646" y="168"/>
                  </a:cubicBezTo>
                  <a:cubicBezTo>
                    <a:pt x="1201" y="168"/>
                    <a:pt x="2036" y="302"/>
                    <a:pt x="2242" y="1076"/>
                  </a:cubicBezTo>
                  <a:cubicBezTo>
                    <a:pt x="2255" y="1113"/>
                    <a:pt x="2285" y="1141"/>
                    <a:pt x="2326" y="1141"/>
                  </a:cubicBezTo>
                  <a:cubicBezTo>
                    <a:pt x="2332" y="1141"/>
                    <a:pt x="2341" y="1138"/>
                    <a:pt x="2347" y="1138"/>
                  </a:cubicBezTo>
                  <a:cubicBezTo>
                    <a:pt x="2393" y="1125"/>
                    <a:pt x="2418" y="1079"/>
                    <a:pt x="2406" y="1033"/>
                  </a:cubicBezTo>
                  <a:cubicBezTo>
                    <a:pt x="2170" y="150"/>
                    <a:pt x="1242" y="0"/>
                    <a:pt x="64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1" name="Google Shape;5151;p13"/>
            <p:cNvSpPr/>
            <p:nvPr/>
          </p:nvSpPr>
          <p:spPr>
            <a:xfrm>
              <a:off x="2826300" y="1938425"/>
              <a:ext cx="1206173" cy="1577133"/>
            </a:xfrm>
            <a:custGeom>
              <a:rect b="b" l="l" r="r" t="t"/>
              <a:pathLst>
                <a:path extrusionOk="0" h="23464" w="17945">
                  <a:moveTo>
                    <a:pt x="12859" y="1"/>
                  </a:moveTo>
                  <a:cubicBezTo>
                    <a:pt x="12368" y="1"/>
                    <a:pt x="11990" y="233"/>
                    <a:pt x="11899" y="729"/>
                  </a:cubicBezTo>
                  <a:cubicBezTo>
                    <a:pt x="11560" y="2592"/>
                    <a:pt x="14271" y="3780"/>
                    <a:pt x="9185" y="6830"/>
                  </a:cubicBezTo>
                  <a:cubicBezTo>
                    <a:pt x="4839" y="9439"/>
                    <a:pt x="0" y="16129"/>
                    <a:pt x="7150" y="18550"/>
                  </a:cubicBezTo>
                  <a:cubicBezTo>
                    <a:pt x="6687" y="20987"/>
                    <a:pt x="7350" y="23414"/>
                    <a:pt x="7350" y="23414"/>
                  </a:cubicBezTo>
                  <a:cubicBezTo>
                    <a:pt x="7821" y="23448"/>
                    <a:pt x="8226" y="23464"/>
                    <a:pt x="8573" y="23464"/>
                  </a:cubicBezTo>
                  <a:cubicBezTo>
                    <a:pt x="13486" y="23464"/>
                    <a:pt x="6964" y="20297"/>
                    <a:pt x="12266" y="19346"/>
                  </a:cubicBezTo>
                  <a:cubicBezTo>
                    <a:pt x="17945" y="18328"/>
                    <a:pt x="13963" y="12989"/>
                    <a:pt x="13963" y="12989"/>
                  </a:cubicBezTo>
                  <a:lnTo>
                    <a:pt x="13963" y="12989"/>
                  </a:lnTo>
                  <a:cubicBezTo>
                    <a:pt x="13963" y="12989"/>
                    <a:pt x="10487" y="12989"/>
                    <a:pt x="8285" y="15870"/>
                  </a:cubicBezTo>
                  <a:cubicBezTo>
                    <a:pt x="8137" y="16064"/>
                    <a:pt x="8004" y="16265"/>
                    <a:pt x="7884" y="16475"/>
                  </a:cubicBezTo>
                  <a:cubicBezTo>
                    <a:pt x="6968" y="15756"/>
                    <a:pt x="6456" y="14606"/>
                    <a:pt x="7153" y="12764"/>
                  </a:cubicBezTo>
                  <a:cubicBezTo>
                    <a:pt x="9016" y="7848"/>
                    <a:pt x="14950" y="8526"/>
                    <a:pt x="15798" y="4628"/>
                  </a:cubicBezTo>
                  <a:cubicBezTo>
                    <a:pt x="16420" y="1767"/>
                    <a:pt x="14212" y="1"/>
                    <a:pt x="12859" y="1"/>
                  </a:cubicBezTo>
                  <a:close/>
                </a:path>
              </a:pathLst>
            </a:custGeom>
            <a:solidFill>
              <a:srgbClr val="DFB291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2" name="Google Shape;5152;p13"/>
            <p:cNvSpPr/>
            <p:nvPr/>
          </p:nvSpPr>
          <p:spPr>
            <a:xfrm>
              <a:off x="4063719" y="2657416"/>
              <a:ext cx="1266532" cy="500348"/>
            </a:xfrm>
            <a:custGeom>
              <a:rect b="b" l="l" r="r" t="t"/>
              <a:pathLst>
                <a:path extrusionOk="0" h="7444" w="18843">
                  <a:moveTo>
                    <a:pt x="260" y="1"/>
                  </a:moveTo>
                  <a:cubicBezTo>
                    <a:pt x="216" y="1"/>
                    <a:pt x="179" y="36"/>
                    <a:pt x="179" y="81"/>
                  </a:cubicBezTo>
                  <a:cubicBezTo>
                    <a:pt x="176" y="143"/>
                    <a:pt x="0" y="6018"/>
                    <a:pt x="7029" y="7203"/>
                  </a:cubicBezTo>
                  <a:cubicBezTo>
                    <a:pt x="7939" y="7360"/>
                    <a:pt x="8858" y="7440"/>
                    <a:pt x="9784" y="7443"/>
                  </a:cubicBezTo>
                  <a:cubicBezTo>
                    <a:pt x="12621" y="7443"/>
                    <a:pt x="15073" y="6632"/>
                    <a:pt x="16736" y="5096"/>
                  </a:cubicBezTo>
                  <a:cubicBezTo>
                    <a:pt x="18151" y="3791"/>
                    <a:pt x="18842" y="2039"/>
                    <a:pt x="18679" y="161"/>
                  </a:cubicBezTo>
                  <a:cubicBezTo>
                    <a:pt x="18673" y="117"/>
                    <a:pt x="18636" y="84"/>
                    <a:pt x="18592" y="84"/>
                  </a:cubicBezTo>
                  <a:cubicBezTo>
                    <a:pt x="18590" y="84"/>
                    <a:pt x="18588" y="84"/>
                    <a:pt x="18586" y="84"/>
                  </a:cubicBezTo>
                  <a:cubicBezTo>
                    <a:pt x="18540" y="90"/>
                    <a:pt x="18506" y="130"/>
                    <a:pt x="18509" y="177"/>
                  </a:cubicBezTo>
                  <a:cubicBezTo>
                    <a:pt x="18670" y="1999"/>
                    <a:pt x="17997" y="3702"/>
                    <a:pt x="16622" y="4973"/>
                  </a:cubicBezTo>
                  <a:cubicBezTo>
                    <a:pt x="14991" y="6478"/>
                    <a:pt x="12580" y="7272"/>
                    <a:pt x="9783" y="7272"/>
                  </a:cubicBezTo>
                  <a:cubicBezTo>
                    <a:pt x="8907" y="7272"/>
                    <a:pt x="7993" y="7194"/>
                    <a:pt x="7054" y="7036"/>
                  </a:cubicBezTo>
                  <a:cubicBezTo>
                    <a:pt x="179" y="5876"/>
                    <a:pt x="346" y="146"/>
                    <a:pt x="346" y="90"/>
                  </a:cubicBezTo>
                  <a:cubicBezTo>
                    <a:pt x="349" y="41"/>
                    <a:pt x="312" y="4"/>
                    <a:pt x="266" y="1"/>
                  </a:cubicBezTo>
                  <a:cubicBezTo>
                    <a:pt x="264" y="1"/>
                    <a:pt x="262" y="1"/>
                    <a:pt x="26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3" name="Google Shape;5153;p13"/>
            <p:cNvSpPr/>
            <p:nvPr/>
          </p:nvSpPr>
          <p:spPr>
            <a:xfrm>
              <a:off x="3549058" y="2876198"/>
              <a:ext cx="639752" cy="761277"/>
            </a:xfrm>
            <a:custGeom>
              <a:rect b="b" l="l" r="r" t="t"/>
              <a:pathLst>
                <a:path extrusionOk="0" h="11326" w="9518">
                  <a:moveTo>
                    <a:pt x="3988" y="1"/>
                  </a:moveTo>
                  <a:cubicBezTo>
                    <a:pt x="1967" y="1"/>
                    <a:pt x="116" y="926"/>
                    <a:pt x="88" y="940"/>
                  </a:cubicBezTo>
                  <a:cubicBezTo>
                    <a:pt x="1" y="983"/>
                    <a:pt x="46" y="1101"/>
                    <a:pt x="125" y="1101"/>
                  </a:cubicBezTo>
                  <a:cubicBezTo>
                    <a:pt x="138" y="1101"/>
                    <a:pt x="152" y="1098"/>
                    <a:pt x="166" y="1092"/>
                  </a:cubicBezTo>
                  <a:cubicBezTo>
                    <a:pt x="193" y="1077"/>
                    <a:pt x="2011" y="169"/>
                    <a:pt x="3984" y="169"/>
                  </a:cubicBezTo>
                  <a:cubicBezTo>
                    <a:pt x="4918" y="169"/>
                    <a:pt x="5887" y="372"/>
                    <a:pt x="6717" y="971"/>
                  </a:cubicBezTo>
                  <a:cubicBezTo>
                    <a:pt x="8080" y="1952"/>
                    <a:pt x="9338" y="4157"/>
                    <a:pt x="8780" y="7393"/>
                  </a:cubicBezTo>
                  <a:cubicBezTo>
                    <a:pt x="8438" y="9360"/>
                    <a:pt x="7506" y="10838"/>
                    <a:pt x="6402" y="11159"/>
                  </a:cubicBezTo>
                  <a:cubicBezTo>
                    <a:pt x="6309" y="11186"/>
                    <a:pt x="6328" y="11325"/>
                    <a:pt x="6427" y="11325"/>
                  </a:cubicBezTo>
                  <a:cubicBezTo>
                    <a:pt x="6436" y="11325"/>
                    <a:pt x="6442" y="11325"/>
                    <a:pt x="6451" y="11322"/>
                  </a:cubicBezTo>
                  <a:cubicBezTo>
                    <a:pt x="7614" y="10983"/>
                    <a:pt x="8595" y="9453"/>
                    <a:pt x="8947" y="7420"/>
                  </a:cubicBezTo>
                  <a:cubicBezTo>
                    <a:pt x="9517" y="4111"/>
                    <a:pt x="8219" y="1847"/>
                    <a:pt x="6815" y="832"/>
                  </a:cubicBezTo>
                  <a:cubicBezTo>
                    <a:pt x="5954" y="212"/>
                    <a:pt x="4952" y="1"/>
                    <a:pt x="398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4" name="Google Shape;5154;p13"/>
            <p:cNvSpPr/>
            <p:nvPr/>
          </p:nvSpPr>
          <p:spPr>
            <a:xfrm>
              <a:off x="4132479" y="2315698"/>
              <a:ext cx="174893" cy="127238"/>
            </a:xfrm>
            <a:custGeom>
              <a:rect b="b" l="l" r="r" t="t"/>
              <a:pathLst>
                <a:path extrusionOk="0" h="1893" w="2602">
                  <a:moveTo>
                    <a:pt x="219" y="1"/>
                  </a:moveTo>
                  <a:cubicBezTo>
                    <a:pt x="0" y="1"/>
                    <a:pt x="877" y="1893"/>
                    <a:pt x="877" y="1893"/>
                  </a:cubicBezTo>
                  <a:cubicBezTo>
                    <a:pt x="877" y="1893"/>
                    <a:pt x="2601" y="1017"/>
                    <a:pt x="2515" y="933"/>
                  </a:cubicBezTo>
                  <a:cubicBezTo>
                    <a:pt x="2432" y="850"/>
                    <a:pt x="482" y="57"/>
                    <a:pt x="230" y="2"/>
                  </a:cubicBezTo>
                  <a:cubicBezTo>
                    <a:pt x="226" y="1"/>
                    <a:pt x="222" y="1"/>
                    <a:pt x="219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5" name="Google Shape;5155;p13"/>
            <p:cNvSpPr/>
            <p:nvPr/>
          </p:nvSpPr>
          <p:spPr>
            <a:xfrm>
              <a:off x="4878897" y="2108611"/>
              <a:ext cx="178523" cy="112316"/>
            </a:xfrm>
            <a:custGeom>
              <a:rect b="b" l="l" r="r" t="t"/>
              <a:pathLst>
                <a:path extrusionOk="0" h="1671" w="2656">
                  <a:moveTo>
                    <a:pt x="267" y="0"/>
                  </a:moveTo>
                  <a:cubicBezTo>
                    <a:pt x="0" y="0"/>
                    <a:pt x="876" y="1670"/>
                    <a:pt x="876" y="1670"/>
                  </a:cubicBezTo>
                  <a:cubicBezTo>
                    <a:pt x="876" y="1670"/>
                    <a:pt x="2088" y="1390"/>
                    <a:pt x="2372" y="1275"/>
                  </a:cubicBezTo>
                  <a:cubicBezTo>
                    <a:pt x="2655" y="1158"/>
                    <a:pt x="592" y="60"/>
                    <a:pt x="280" y="2"/>
                  </a:cubicBezTo>
                  <a:cubicBezTo>
                    <a:pt x="276" y="1"/>
                    <a:pt x="271" y="0"/>
                    <a:pt x="267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6" name="Google Shape;5156;p13"/>
            <p:cNvSpPr/>
            <p:nvPr/>
          </p:nvSpPr>
          <p:spPr>
            <a:xfrm>
              <a:off x="5085716" y="2465721"/>
              <a:ext cx="224834" cy="205073"/>
            </a:xfrm>
            <a:custGeom>
              <a:rect b="b" l="l" r="r" t="t"/>
              <a:pathLst>
                <a:path extrusionOk="0" h="3051" w="3345">
                  <a:moveTo>
                    <a:pt x="3222" y="0"/>
                  </a:moveTo>
                  <a:cubicBezTo>
                    <a:pt x="3203" y="0"/>
                    <a:pt x="3183" y="7"/>
                    <a:pt x="3165" y="24"/>
                  </a:cubicBezTo>
                  <a:lnTo>
                    <a:pt x="56" y="2905"/>
                  </a:lnTo>
                  <a:cubicBezTo>
                    <a:pt x="1" y="2958"/>
                    <a:pt x="38" y="3050"/>
                    <a:pt x="115" y="3050"/>
                  </a:cubicBezTo>
                  <a:cubicBezTo>
                    <a:pt x="137" y="3050"/>
                    <a:pt x="155" y="3044"/>
                    <a:pt x="174" y="3029"/>
                  </a:cubicBezTo>
                  <a:lnTo>
                    <a:pt x="3279" y="148"/>
                  </a:lnTo>
                  <a:cubicBezTo>
                    <a:pt x="3344" y="88"/>
                    <a:pt x="3288" y="0"/>
                    <a:pt x="322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7" name="Google Shape;5157;p13"/>
            <p:cNvSpPr/>
            <p:nvPr/>
          </p:nvSpPr>
          <p:spPr>
            <a:xfrm>
              <a:off x="5116029" y="2556594"/>
              <a:ext cx="252056" cy="136984"/>
            </a:xfrm>
            <a:custGeom>
              <a:rect b="b" l="l" r="r" t="t"/>
              <a:pathLst>
                <a:path extrusionOk="0" h="2038" w="3750">
                  <a:moveTo>
                    <a:pt x="3627" y="0"/>
                  </a:moveTo>
                  <a:cubicBezTo>
                    <a:pt x="3613" y="0"/>
                    <a:pt x="3597" y="4"/>
                    <a:pt x="3581" y="14"/>
                  </a:cubicBezTo>
                  <a:lnTo>
                    <a:pt x="77" y="1880"/>
                  </a:lnTo>
                  <a:cubicBezTo>
                    <a:pt x="0" y="1920"/>
                    <a:pt x="28" y="2037"/>
                    <a:pt x="114" y="2037"/>
                  </a:cubicBezTo>
                  <a:cubicBezTo>
                    <a:pt x="130" y="2037"/>
                    <a:pt x="142" y="2034"/>
                    <a:pt x="157" y="2028"/>
                  </a:cubicBezTo>
                  <a:lnTo>
                    <a:pt x="3658" y="165"/>
                  </a:lnTo>
                  <a:cubicBezTo>
                    <a:pt x="3749" y="121"/>
                    <a:pt x="3704" y="0"/>
                    <a:pt x="36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8" name="Google Shape;5158;p13"/>
            <p:cNvSpPr/>
            <p:nvPr/>
          </p:nvSpPr>
          <p:spPr>
            <a:xfrm>
              <a:off x="5123692" y="2685982"/>
              <a:ext cx="247284" cy="41808"/>
            </a:xfrm>
            <a:custGeom>
              <a:rect b="b" l="l" r="r" t="t"/>
              <a:pathLst>
                <a:path extrusionOk="0" h="622" w="3679">
                  <a:moveTo>
                    <a:pt x="3564" y="0"/>
                  </a:moveTo>
                  <a:cubicBezTo>
                    <a:pt x="3560" y="0"/>
                    <a:pt x="3555" y="1"/>
                    <a:pt x="3550" y="1"/>
                  </a:cubicBezTo>
                  <a:lnTo>
                    <a:pt x="102" y="452"/>
                  </a:lnTo>
                  <a:cubicBezTo>
                    <a:pt x="0" y="467"/>
                    <a:pt x="10" y="621"/>
                    <a:pt x="114" y="621"/>
                  </a:cubicBezTo>
                  <a:lnTo>
                    <a:pt x="127" y="621"/>
                  </a:lnTo>
                  <a:lnTo>
                    <a:pt x="3572" y="168"/>
                  </a:lnTo>
                  <a:cubicBezTo>
                    <a:pt x="3678" y="153"/>
                    <a:pt x="3663" y="0"/>
                    <a:pt x="356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9" name="Google Shape;5159;p13"/>
            <p:cNvSpPr/>
            <p:nvPr/>
          </p:nvSpPr>
          <p:spPr>
            <a:xfrm>
              <a:off x="4212330" y="2845481"/>
              <a:ext cx="326194" cy="15191"/>
            </a:xfrm>
            <a:custGeom>
              <a:rect b="b" l="l" r="r" t="t"/>
              <a:pathLst>
                <a:path extrusionOk="0" h="226" w="4853">
                  <a:moveTo>
                    <a:pt x="4747" y="0"/>
                  </a:moveTo>
                  <a:lnTo>
                    <a:pt x="115" y="56"/>
                  </a:lnTo>
                  <a:cubicBezTo>
                    <a:pt x="1" y="56"/>
                    <a:pt x="1" y="225"/>
                    <a:pt x="115" y="225"/>
                  </a:cubicBezTo>
                  <a:lnTo>
                    <a:pt x="4747" y="170"/>
                  </a:lnTo>
                  <a:cubicBezTo>
                    <a:pt x="4852" y="164"/>
                    <a:pt x="4852" y="6"/>
                    <a:pt x="474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0" name="Google Shape;5160;p13"/>
            <p:cNvSpPr/>
            <p:nvPr/>
          </p:nvSpPr>
          <p:spPr>
            <a:xfrm>
              <a:off x="4246139" y="2875795"/>
              <a:ext cx="289831" cy="98873"/>
            </a:xfrm>
            <a:custGeom>
              <a:rect b="b" l="l" r="r" t="t"/>
              <a:pathLst>
                <a:path extrusionOk="0" h="1471" w="4312">
                  <a:moveTo>
                    <a:pt x="4190" y="1"/>
                  </a:moveTo>
                  <a:cubicBezTo>
                    <a:pt x="4181" y="1"/>
                    <a:pt x="4171" y="2"/>
                    <a:pt x="4161" y="6"/>
                  </a:cubicBezTo>
                  <a:lnTo>
                    <a:pt x="93" y="1304"/>
                  </a:lnTo>
                  <a:cubicBezTo>
                    <a:pt x="0" y="1335"/>
                    <a:pt x="22" y="1471"/>
                    <a:pt x="118" y="1471"/>
                  </a:cubicBezTo>
                  <a:cubicBezTo>
                    <a:pt x="127" y="1471"/>
                    <a:pt x="136" y="1468"/>
                    <a:pt x="145" y="1468"/>
                  </a:cubicBezTo>
                  <a:lnTo>
                    <a:pt x="4214" y="166"/>
                  </a:lnTo>
                  <a:cubicBezTo>
                    <a:pt x="4311" y="135"/>
                    <a:pt x="4278" y="1"/>
                    <a:pt x="419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1" name="Google Shape;5161;p13"/>
            <p:cNvSpPr/>
            <p:nvPr/>
          </p:nvSpPr>
          <p:spPr>
            <a:xfrm>
              <a:off x="4265228" y="2902546"/>
              <a:ext cx="289428" cy="212668"/>
            </a:xfrm>
            <a:custGeom>
              <a:rect b="b" l="l" r="r" t="t"/>
              <a:pathLst>
                <a:path extrusionOk="0" h="3164" w="4306">
                  <a:moveTo>
                    <a:pt x="4186" y="1"/>
                  </a:moveTo>
                  <a:cubicBezTo>
                    <a:pt x="4170" y="1"/>
                    <a:pt x="4153" y="6"/>
                    <a:pt x="4136" y="18"/>
                  </a:cubicBezTo>
                  <a:lnTo>
                    <a:pt x="68" y="3010"/>
                  </a:lnTo>
                  <a:cubicBezTo>
                    <a:pt x="0" y="3056"/>
                    <a:pt x="34" y="3164"/>
                    <a:pt x="117" y="3164"/>
                  </a:cubicBezTo>
                  <a:cubicBezTo>
                    <a:pt x="136" y="3164"/>
                    <a:pt x="154" y="3158"/>
                    <a:pt x="167" y="3148"/>
                  </a:cubicBezTo>
                  <a:lnTo>
                    <a:pt x="4235" y="154"/>
                  </a:lnTo>
                  <a:cubicBezTo>
                    <a:pt x="4305" y="98"/>
                    <a:pt x="4255" y="1"/>
                    <a:pt x="418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2" name="Google Shape;5162;p13"/>
            <p:cNvSpPr/>
            <p:nvPr/>
          </p:nvSpPr>
          <p:spPr>
            <a:xfrm>
              <a:off x="4384467" y="3442343"/>
              <a:ext cx="219121" cy="212131"/>
            </a:xfrm>
            <a:custGeom>
              <a:rect b="b" l="l" r="r" t="t"/>
              <a:pathLst>
                <a:path extrusionOk="0" h="3156" w="3260">
                  <a:moveTo>
                    <a:pt x="100" y="0"/>
                  </a:moveTo>
                  <a:cubicBezTo>
                    <a:pt x="49" y="0"/>
                    <a:pt x="0" y="45"/>
                    <a:pt x="18" y="108"/>
                  </a:cubicBezTo>
                  <a:cubicBezTo>
                    <a:pt x="58" y="206"/>
                    <a:pt x="1073" y="2526"/>
                    <a:pt x="3121" y="3152"/>
                  </a:cubicBezTo>
                  <a:cubicBezTo>
                    <a:pt x="3130" y="3152"/>
                    <a:pt x="3136" y="3155"/>
                    <a:pt x="3146" y="3155"/>
                  </a:cubicBezTo>
                  <a:cubicBezTo>
                    <a:pt x="3241" y="3155"/>
                    <a:pt x="3260" y="3016"/>
                    <a:pt x="3170" y="2989"/>
                  </a:cubicBezTo>
                  <a:cubicBezTo>
                    <a:pt x="1196" y="2387"/>
                    <a:pt x="182" y="65"/>
                    <a:pt x="172" y="43"/>
                  </a:cubicBezTo>
                  <a:cubicBezTo>
                    <a:pt x="154" y="13"/>
                    <a:pt x="127" y="0"/>
                    <a:pt x="10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3" name="Google Shape;5163;p13"/>
            <p:cNvSpPr/>
            <p:nvPr/>
          </p:nvSpPr>
          <p:spPr>
            <a:xfrm>
              <a:off x="3778259" y="2274227"/>
              <a:ext cx="39657" cy="56998"/>
            </a:xfrm>
            <a:custGeom>
              <a:rect b="b" l="l" r="r" t="t"/>
              <a:pathLst>
                <a:path extrusionOk="0" h="848" w="590">
                  <a:moveTo>
                    <a:pt x="397" y="0"/>
                  </a:moveTo>
                  <a:cubicBezTo>
                    <a:pt x="340" y="0"/>
                    <a:pt x="282" y="57"/>
                    <a:pt x="318" y="125"/>
                  </a:cubicBezTo>
                  <a:cubicBezTo>
                    <a:pt x="324" y="141"/>
                    <a:pt x="478" y="486"/>
                    <a:pt x="80" y="687"/>
                  </a:cubicBezTo>
                  <a:cubicBezTo>
                    <a:pt x="0" y="727"/>
                    <a:pt x="31" y="847"/>
                    <a:pt x="121" y="847"/>
                  </a:cubicBezTo>
                  <a:cubicBezTo>
                    <a:pt x="133" y="847"/>
                    <a:pt x="145" y="844"/>
                    <a:pt x="158" y="838"/>
                  </a:cubicBezTo>
                  <a:cubicBezTo>
                    <a:pt x="589" y="622"/>
                    <a:pt x="552" y="230"/>
                    <a:pt x="472" y="54"/>
                  </a:cubicBezTo>
                  <a:cubicBezTo>
                    <a:pt x="457" y="16"/>
                    <a:pt x="427" y="0"/>
                    <a:pt x="39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4" name="Google Shape;5164;p13"/>
            <p:cNvSpPr/>
            <p:nvPr/>
          </p:nvSpPr>
          <p:spPr>
            <a:xfrm>
              <a:off x="3757086" y="2224354"/>
              <a:ext cx="39455" cy="56461"/>
            </a:xfrm>
            <a:custGeom>
              <a:rect b="b" l="l" r="r" t="t"/>
              <a:pathLst>
                <a:path extrusionOk="0" h="840" w="587">
                  <a:moveTo>
                    <a:pt x="399" y="0"/>
                  </a:moveTo>
                  <a:cubicBezTo>
                    <a:pt x="345" y="0"/>
                    <a:pt x="292" y="51"/>
                    <a:pt x="318" y="118"/>
                  </a:cubicBezTo>
                  <a:cubicBezTo>
                    <a:pt x="325" y="130"/>
                    <a:pt x="476" y="479"/>
                    <a:pt x="81" y="676"/>
                  </a:cubicBezTo>
                  <a:cubicBezTo>
                    <a:pt x="1" y="716"/>
                    <a:pt x="28" y="840"/>
                    <a:pt x="118" y="840"/>
                  </a:cubicBezTo>
                  <a:cubicBezTo>
                    <a:pt x="130" y="837"/>
                    <a:pt x="146" y="833"/>
                    <a:pt x="155" y="830"/>
                  </a:cubicBezTo>
                  <a:cubicBezTo>
                    <a:pt x="587" y="614"/>
                    <a:pt x="553" y="223"/>
                    <a:pt x="473" y="47"/>
                  </a:cubicBezTo>
                  <a:cubicBezTo>
                    <a:pt x="456" y="14"/>
                    <a:pt x="427" y="0"/>
                    <a:pt x="39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5" name="Google Shape;5165;p13"/>
            <p:cNvSpPr/>
            <p:nvPr/>
          </p:nvSpPr>
          <p:spPr>
            <a:xfrm>
              <a:off x="3807497" y="2205736"/>
              <a:ext cx="39455" cy="56461"/>
            </a:xfrm>
            <a:custGeom>
              <a:rect b="b" l="l" r="r" t="t"/>
              <a:pathLst>
                <a:path extrusionOk="0" h="840" w="587">
                  <a:moveTo>
                    <a:pt x="400" y="0"/>
                  </a:moveTo>
                  <a:cubicBezTo>
                    <a:pt x="346" y="0"/>
                    <a:pt x="291" y="52"/>
                    <a:pt x="318" y="117"/>
                  </a:cubicBezTo>
                  <a:cubicBezTo>
                    <a:pt x="324" y="133"/>
                    <a:pt x="475" y="481"/>
                    <a:pt x="80" y="679"/>
                  </a:cubicBezTo>
                  <a:cubicBezTo>
                    <a:pt x="0" y="719"/>
                    <a:pt x="28" y="839"/>
                    <a:pt x="120" y="839"/>
                  </a:cubicBezTo>
                  <a:cubicBezTo>
                    <a:pt x="133" y="839"/>
                    <a:pt x="145" y="836"/>
                    <a:pt x="157" y="830"/>
                  </a:cubicBezTo>
                  <a:cubicBezTo>
                    <a:pt x="586" y="614"/>
                    <a:pt x="552" y="222"/>
                    <a:pt x="472" y="46"/>
                  </a:cubicBezTo>
                  <a:cubicBezTo>
                    <a:pt x="455" y="14"/>
                    <a:pt x="428" y="0"/>
                    <a:pt x="40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6" name="Google Shape;5166;p13"/>
            <p:cNvSpPr/>
            <p:nvPr/>
          </p:nvSpPr>
          <p:spPr>
            <a:xfrm>
              <a:off x="3985078" y="3004241"/>
              <a:ext cx="51151" cy="43219"/>
            </a:xfrm>
            <a:custGeom>
              <a:rect b="b" l="l" r="r" t="t"/>
              <a:pathLst>
                <a:path extrusionOk="0" h="643" w="761">
                  <a:moveTo>
                    <a:pt x="163" y="1"/>
                  </a:moveTo>
                  <a:cubicBezTo>
                    <a:pt x="143" y="1"/>
                    <a:pt x="124" y="2"/>
                    <a:pt x="106" y="4"/>
                  </a:cubicBezTo>
                  <a:cubicBezTo>
                    <a:pt x="0" y="19"/>
                    <a:pt x="16" y="174"/>
                    <a:pt x="119" y="174"/>
                  </a:cubicBezTo>
                  <a:cubicBezTo>
                    <a:pt x="121" y="174"/>
                    <a:pt x="123" y="174"/>
                    <a:pt x="125" y="173"/>
                  </a:cubicBezTo>
                  <a:cubicBezTo>
                    <a:pt x="131" y="173"/>
                    <a:pt x="145" y="171"/>
                    <a:pt x="163" y="171"/>
                  </a:cubicBezTo>
                  <a:cubicBezTo>
                    <a:pt x="268" y="171"/>
                    <a:pt x="532" y="211"/>
                    <a:pt x="584" y="571"/>
                  </a:cubicBezTo>
                  <a:cubicBezTo>
                    <a:pt x="590" y="611"/>
                    <a:pt x="627" y="642"/>
                    <a:pt x="671" y="642"/>
                  </a:cubicBezTo>
                  <a:lnTo>
                    <a:pt x="683" y="639"/>
                  </a:lnTo>
                  <a:cubicBezTo>
                    <a:pt x="729" y="633"/>
                    <a:pt x="760" y="590"/>
                    <a:pt x="754" y="544"/>
                  </a:cubicBezTo>
                  <a:cubicBezTo>
                    <a:pt x="687" y="111"/>
                    <a:pt x="366" y="1"/>
                    <a:pt x="16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7" name="Google Shape;5167;p13"/>
            <p:cNvSpPr/>
            <p:nvPr/>
          </p:nvSpPr>
          <p:spPr>
            <a:xfrm>
              <a:off x="5142109" y="3433135"/>
              <a:ext cx="49605" cy="42009"/>
            </a:xfrm>
            <a:custGeom>
              <a:rect b="b" l="l" r="r" t="t"/>
              <a:pathLst>
                <a:path extrusionOk="0" h="625" w="738">
                  <a:moveTo>
                    <a:pt x="652" y="1"/>
                  </a:moveTo>
                  <a:cubicBezTo>
                    <a:pt x="608" y="1"/>
                    <a:pt x="571" y="34"/>
                    <a:pt x="568" y="78"/>
                  </a:cubicBezTo>
                  <a:cubicBezTo>
                    <a:pt x="565" y="93"/>
                    <a:pt x="539" y="458"/>
                    <a:pt x="116" y="458"/>
                  </a:cubicBezTo>
                  <a:cubicBezTo>
                    <a:pt x="108" y="458"/>
                    <a:pt x="99" y="458"/>
                    <a:pt x="90" y="458"/>
                  </a:cubicBezTo>
                  <a:cubicBezTo>
                    <a:pt x="44" y="458"/>
                    <a:pt x="7" y="492"/>
                    <a:pt x="4" y="538"/>
                  </a:cubicBezTo>
                  <a:cubicBezTo>
                    <a:pt x="1" y="584"/>
                    <a:pt x="38" y="624"/>
                    <a:pt x="84" y="624"/>
                  </a:cubicBezTo>
                  <a:lnTo>
                    <a:pt x="118" y="624"/>
                  </a:lnTo>
                  <a:cubicBezTo>
                    <a:pt x="578" y="624"/>
                    <a:pt x="726" y="279"/>
                    <a:pt x="735" y="91"/>
                  </a:cubicBezTo>
                  <a:cubicBezTo>
                    <a:pt x="738" y="44"/>
                    <a:pt x="704" y="4"/>
                    <a:pt x="658" y="1"/>
                  </a:cubicBezTo>
                  <a:cubicBezTo>
                    <a:pt x="656" y="1"/>
                    <a:pt x="654" y="1"/>
                    <a:pt x="65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8" name="Google Shape;5168;p13"/>
            <p:cNvSpPr/>
            <p:nvPr/>
          </p:nvSpPr>
          <p:spPr>
            <a:xfrm>
              <a:off x="5153535" y="3373247"/>
              <a:ext cx="49806" cy="42144"/>
            </a:xfrm>
            <a:custGeom>
              <a:rect b="b" l="l" r="r" t="t"/>
              <a:pathLst>
                <a:path extrusionOk="0" h="627" w="741">
                  <a:moveTo>
                    <a:pt x="655" y="1"/>
                  </a:moveTo>
                  <a:cubicBezTo>
                    <a:pt x="611" y="1"/>
                    <a:pt x="571" y="34"/>
                    <a:pt x="568" y="78"/>
                  </a:cubicBezTo>
                  <a:cubicBezTo>
                    <a:pt x="568" y="96"/>
                    <a:pt x="541" y="458"/>
                    <a:pt x="119" y="458"/>
                  </a:cubicBezTo>
                  <a:cubicBezTo>
                    <a:pt x="111" y="458"/>
                    <a:pt x="102" y="458"/>
                    <a:pt x="93" y="457"/>
                  </a:cubicBezTo>
                  <a:cubicBezTo>
                    <a:pt x="47" y="457"/>
                    <a:pt x="7" y="494"/>
                    <a:pt x="4" y="537"/>
                  </a:cubicBezTo>
                  <a:cubicBezTo>
                    <a:pt x="0" y="587"/>
                    <a:pt x="37" y="624"/>
                    <a:pt x="87" y="627"/>
                  </a:cubicBezTo>
                  <a:lnTo>
                    <a:pt x="121" y="627"/>
                  </a:lnTo>
                  <a:cubicBezTo>
                    <a:pt x="577" y="627"/>
                    <a:pt x="722" y="278"/>
                    <a:pt x="738" y="93"/>
                  </a:cubicBezTo>
                  <a:cubicBezTo>
                    <a:pt x="741" y="47"/>
                    <a:pt x="707" y="7"/>
                    <a:pt x="660" y="1"/>
                  </a:cubicBezTo>
                  <a:cubicBezTo>
                    <a:pt x="659" y="1"/>
                    <a:pt x="657" y="1"/>
                    <a:pt x="65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9" name="Google Shape;5169;p13"/>
            <p:cNvSpPr/>
            <p:nvPr/>
          </p:nvSpPr>
          <p:spPr>
            <a:xfrm>
              <a:off x="5088202" y="3416130"/>
              <a:ext cx="49605" cy="42211"/>
            </a:xfrm>
            <a:custGeom>
              <a:rect b="b" l="l" r="r" t="t"/>
              <a:pathLst>
                <a:path extrusionOk="0" h="628" w="738">
                  <a:moveTo>
                    <a:pt x="647" y="1"/>
                  </a:moveTo>
                  <a:cubicBezTo>
                    <a:pt x="603" y="1"/>
                    <a:pt x="568" y="35"/>
                    <a:pt x="565" y="78"/>
                  </a:cubicBezTo>
                  <a:cubicBezTo>
                    <a:pt x="565" y="93"/>
                    <a:pt x="539" y="458"/>
                    <a:pt x="117" y="458"/>
                  </a:cubicBezTo>
                  <a:cubicBezTo>
                    <a:pt x="108" y="458"/>
                    <a:pt x="99" y="458"/>
                    <a:pt x="90" y="458"/>
                  </a:cubicBezTo>
                  <a:cubicBezTo>
                    <a:pt x="44" y="458"/>
                    <a:pt x="4" y="492"/>
                    <a:pt x="1" y="538"/>
                  </a:cubicBezTo>
                  <a:cubicBezTo>
                    <a:pt x="1" y="584"/>
                    <a:pt x="35" y="624"/>
                    <a:pt x="84" y="627"/>
                  </a:cubicBezTo>
                  <a:lnTo>
                    <a:pt x="118" y="627"/>
                  </a:lnTo>
                  <a:cubicBezTo>
                    <a:pt x="575" y="627"/>
                    <a:pt x="720" y="279"/>
                    <a:pt x="735" y="94"/>
                  </a:cubicBezTo>
                  <a:cubicBezTo>
                    <a:pt x="738" y="44"/>
                    <a:pt x="704" y="4"/>
                    <a:pt x="658" y="1"/>
                  </a:cubicBezTo>
                  <a:cubicBezTo>
                    <a:pt x="654" y="1"/>
                    <a:pt x="651" y="1"/>
                    <a:pt x="64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0" name="Google Shape;5170;p13"/>
            <p:cNvSpPr/>
            <p:nvPr/>
          </p:nvSpPr>
          <p:spPr>
            <a:xfrm>
              <a:off x="5076642" y="3478706"/>
              <a:ext cx="49806" cy="42009"/>
            </a:xfrm>
            <a:custGeom>
              <a:rect b="b" l="l" r="r" t="t"/>
              <a:pathLst>
                <a:path extrusionOk="0" h="625" w="741">
                  <a:moveTo>
                    <a:pt x="649" y="1"/>
                  </a:moveTo>
                  <a:cubicBezTo>
                    <a:pt x="607" y="1"/>
                    <a:pt x="571" y="33"/>
                    <a:pt x="568" y="79"/>
                  </a:cubicBezTo>
                  <a:cubicBezTo>
                    <a:pt x="568" y="94"/>
                    <a:pt x="538" y="456"/>
                    <a:pt x="119" y="456"/>
                  </a:cubicBezTo>
                  <a:cubicBezTo>
                    <a:pt x="110" y="456"/>
                    <a:pt x="102" y="455"/>
                    <a:pt x="93" y="455"/>
                  </a:cubicBezTo>
                  <a:cubicBezTo>
                    <a:pt x="46" y="458"/>
                    <a:pt x="9" y="492"/>
                    <a:pt x="3" y="538"/>
                  </a:cubicBezTo>
                  <a:cubicBezTo>
                    <a:pt x="0" y="585"/>
                    <a:pt x="37" y="625"/>
                    <a:pt x="87" y="625"/>
                  </a:cubicBezTo>
                  <a:lnTo>
                    <a:pt x="120" y="625"/>
                  </a:lnTo>
                  <a:cubicBezTo>
                    <a:pt x="577" y="625"/>
                    <a:pt x="725" y="279"/>
                    <a:pt x="737" y="91"/>
                  </a:cubicBezTo>
                  <a:cubicBezTo>
                    <a:pt x="740" y="45"/>
                    <a:pt x="706" y="5"/>
                    <a:pt x="660" y="2"/>
                  </a:cubicBezTo>
                  <a:cubicBezTo>
                    <a:pt x="657" y="1"/>
                    <a:pt x="653" y="1"/>
                    <a:pt x="64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1" name="Google Shape;5171;p13"/>
            <p:cNvSpPr/>
            <p:nvPr/>
          </p:nvSpPr>
          <p:spPr>
            <a:xfrm>
              <a:off x="5022736" y="3475682"/>
              <a:ext cx="49605" cy="42144"/>
            </a:xfrm>
            <a:custGeom>
              <a:rect b="b" l="l" r="r" t="t"/>
              <a:pathLst>
                <a:path extrusionOk="0" h="627" w="738">
                  <a:moveTo>
                    <a:pt x="651" y="0"/>
                  </a:moveTo>
                  <a:cubicBezTo>
                    <a:pt x="607" y="0"/>
                    <a:pt x="568" y="33"/>
                    <a:pt x="565" y="78"/>
                  </a:cubicBezTo>
                  <a:cubicBezTo>
                    <a:pt x="565" y="96"/>
                    <a:pt x="538" y="458"/>
                    <a:pt x="121" y="458"/>
                  </a:cubicBezTo>
                  <a:cubicBezTo>
                    <a:pt x="111" y="458"/>
                    <a:pt x="100" y="457"/>
                    <a:pt x="90" y="457"/>
                  </a:cubicBezTo>
                  <a:cubicBezTo>
                    <a:pt x="43" y="457"/>
                    <a:pt x="3" y="494"/>
                    <a:pt x="0" y="537"/>
                  </a:cubicBezTo>
                  <a:cubicBezTo>
                    <a:pt x="0" y="586"/>
                    <a:pt x="34" y="623"/>
                    <a:pt x="84" y="627"/>
                  </a:cubicBezTo>
                  <a:lnTo>
                    <a:pt x="117" y="627"/>
                  </a:lnTo>
                  <a:cubicBezTo>
                    <a:pt x="574" y="627"/>
                    <a:pt x="719" y="281"/>
                    <a:pt x="734" y="93"/>
                  </a:cubicBezTo>
                  <a:cubicBezTo>
                    <a:pt x="737" y="47"/>
                    <a:pt x="703" y="7"/>
                    <a:pt x="657" y="0"/>
                  </a:cubicBezTo>
                  <a:cubicBezTo>
                    <a:pt x="655" y="0"/>
                    <a:pt x="653" y="0"/>
                    <a:pt x="65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2" name="Google Shape;5172;p13"/>
            <p:cNvSpPr/>
            <p:nvPr/>
          </p:nvSpPr>
          <p:spPr>
            <a:xfrm>
              <a:off x="3075666" y="2882987"/>
              <a:ext cx="35960" cy="59956"/>
            </a:xfrm>
            <a:custGeom>
              <a:rect b="b" l="l" r="r" t="t"/>
              <a:pathLst>
                <a:path extrusionOk="0" h="892" w="535">
                  <a:moveTo>
                    <a:pt x="413" y="1"/>
                  </a:moveTo>
                  <a:cubicBezTo>
                    <a:pt x="394" y="1"/>
                    <a:pt x="374" y="8"/>
                    <a:pt x="355" y="25"/>
                  </a:cubicBezTo>
                  <a:cubicBezTo>
                    <a:pt x="1" y="352"/>
                    <a:pt x="142" y="716"/>
                    <a:pt x="269" y="864"/>
                  </a:cubicBezTo>
                  <a:cubicBezTo>
                    <a:pt x="284" y="883"/>
                    <a:pt x="309" y="892"/>
                    <a:pt x="334" y="892"/>
                  </a:cubicBezTo>
                  <a:cubicBezTo>
                    <a:pt x="355" y="892"/>
                    <a:pt x="374" y="886"/>
                    <a:pt x="389" y="873"/>
                  </a:cubicBezTo>
                  <a:cubicBezTo>
                    <a:pt x="426" y="842"/>
                    <a:pt x="429" y="790"/>
                    <a:pt x="398" y="753"/>
                  </a:cubicBezTo>
                  <a:cubicBezTo>
                    <a:pt x="389" y="741"/>
                    <a:pt x="146" y="451"/>
                    <a:pt x="469" y="148"/>
                  </a:cubicBezTo>
                  <a:cubicBezTo>
                    <a:pt x="534" y="89"/>
                    <a:pt x="480" y="1"/>
                    <a:pt x="41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3" name="Google Shape;5173;p13"/>
            <p:cNvSpPr/>
            <p:nvPr/>
          </p:nvSpPr>
          <p:spPr>
            <a:xfrm>
              <a:off x="3109676" y="2933397"/>
              <a:ext cx="36162" cy="60157"/>
            </a:xfrm>
            <a:custGeom>
              <a:rect b="b" l="l" r="r" t="t"/>
              <a:pathLst>
                <a:path extrusionOk="0" h="895" w="538">
                  <a:moveTo>
                    <a:pt x="412" y="1"/>
                  </a:moveTo>
                  <a:cubicBezTo>
                    <a:pt x="393" y="1"/>
                    <a:pt x="373" y="8"/>
                    <a:pt x="355" y="25"/>
                  </a:cubicBezTo>
                  <a:cubicBezTo>
                    <a:pt x="0" y="355"/>
                    <a:pt x="145" y="719"/>
                    <a:pt x="272" y="864"/>
                  </a:cubicBezTo>
                  <a:cubicBezTo>
                    <a:pt x="287" y="882"/>
                    <a:pt x="309" y="894"/>
                    <a:pt x="334" y="894"/>
                  </a:cubicBezTo>
                  <a:cubicBezTo>
                    <a:pt x="355" y="894"/>
                    <a:pt x="374" y="888"/>
                    <a:pt x="392" y="873"/>
                  </a:cubicBezTo>
                  <a:cubicBezTo>
                    <a:pt x="426" y="842"/>
                    <a:pt x="429" y="790"/>
                    <a:pt x="398" y="756"/>
                  </a:cubicBezTo>
                  <a:cubicBezTo>
                    <a:pt x="389" y="743"/>
                    <a:pt x="145" y="450"/>
                    <a:pt x="472" y="151"/>
                  </a:cubicBezTo>
                  <a:cubicBezTo>
                    <a:pt x="537" y="91"/>
                    <a:pt x="480" y="1"/>
                    <a:pt x="4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4" name="Google Shape;5174;p13"/>
            <p:cNvSpPr/>
            <p:nvPr/>
          </p:nvSpPr>
          <p:spPr>
            <a:xfrm>
              <a:off x="3126077" y="2856907"/>
              <a:ext cx="36094" cy="60157"/>
            </a:xfrm>
            <a:custGeom>
              <a:rect b="b" l="l" r="r" t="t"/>
              <a:pathLst>
                <a:path extrusionOk="0" h="895" w="537">
                  <a:moveTo>
                    <a:pt x="412" y="0"/>
                  </a:moveTo>
                  <a:cubicBezTo>
                    <a:pt x="393" y="0"/>
                    <a:pt x="373" y="8"/>
                    <a:pt x="355" y="25"/>
                  </a:cubicBezTo>
                  <a:cubicBezTo>
                    <a:pt x="0" y="355"/>
                    <a:pt x="145" y="718"/>
                    <a:pt x="268" y="863"/>
                  </a:cubicBezTo>
                  <a:cubicBezTo>
                    <a:pt x="287" y="882"/>
                    <a:pt x="309" y="894"/>
                    <a:pt x="333" y="894"/>
                  </a:cubicBezTo>
                  <a:cubicBezTo>
                    <a:pt x="407" y="894"/>
                    <a:pt x="444" y="811"/>
                    <a:pt x="398" y="755"/>
                  </a:cubicBezTo>
                  <a:cubicBezTo>
                    <a:pt x="373" y="725"/>
                    <a:pt x="154" y="444"/>
                    <a:pt x="472" y="151"/>
                  </a:cubicBezTo>
                  <a:cubicBezTo>
                    <a:pt x="537" y="91"/>
                    <a:pt x="480" y="0"/>
                    <a:pt x="41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5" name="Google Shape;5175;p13"/>
            <p:cNvSpPr/>
            <p:nvPr/>
          </p:nvSpPr>
          <p:spPr>
            <a:xfrm>
              <a:off x="3089983" y="2804480"/>
              <a:ext cx="36162" cy="60090"/>
            </a:xfrm>
            <a:custGeom>
              <a:rect b="b" l="l" r="r" t="t"/>
              <a:pathLst>
                <a:path extrusionOk="0" h="894" w="538">
                  <a:moveTo>
                    <a:pt x="412" y="0"/>
                  </a:moveTo>
                  <a:cubicBezTo>
                    <a:pt x="393" y="0"/>
                    <a:pt x="373" y="7"/>
                    <a:pt x="355" y="24"/>
                  </a:cubicBezTo>
                  <a:cubicBezTo>
                    <a:pt x="0" y="354"/>
                    <a:pt x="145" y="718"/>
                    <a:pt x="269" y="863"/>
                  </a:cubicBezTo>
                  <a:cubicBezTo>
                    <a:pt x="287" y="882"/>
                    <a:pt x="309" y="894"/>
                    <a:pt x="334" y="894"/>
                  </a:cubicBezTo>
                  <a:cubicBezTo>
                    <a:pt x="408" y="894"/>
                    <a:pt x="448" y="808"/>
                    <a:pt x="398" y="752"/>
                  </a:cubicBezTo>
                  <a:cubicBezTo>
                    <a:pt x="389" y="743"/>
                    <a:pt x="145" y="450"/>
                    <a:pt x="472" y="151"/>
                  </a:cubicBezTo>
                  <a:cubicBezTo>
                    <a:pt x="537" y="90"/>
                    <a:pt x="480" y="0"/>
                    <a:pt x="41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6" name="Google Shape;5176;p13"/>
            <p:cNvSpPr/>
            <p:nvPr/>
          </p:nvSpPr>
          <p:spPr>
            <a:xfrm>
              <a:off x="3130378" y="2768386"/>
              <a:ext cx="36027" cy="60157"/>
            </a:xfrm>
            <a:custGeom>
              <a:rect b="b" l="l" r="r" t="t"/>
              <a:pathLst>
                <a:path extrusionOk="0" h="895" w="536">
                  <a:moveTo>
                    <a:pt x="412" y="0"/>
                  </a:moveTo>
                  <a:cubicBezTo>
                    <a:pt x="394" y="0"/>
                    <a:pt x="374" y="8"/>
                    <a:pt x="356" y="25"/>
                  </a:cubicBezTo>
                  <a:cubicBezTo>
                    <a:pt x="1" y="355"/>
                    <a:pt x="143" y="718"/>
                    <a:pt x="269" y="863"/>
                  </a:cubicBezTo>
                  <a:cubicBezTo>
                    <a:pt x="285" y="882"/>
                    <a:pt x="309" y="894"/>
                    <a:pt x="334" y="894"/>
                  </a:cubicBezTo>
                  <a:cubicBezTo>
                    <a:pt x="356" y="894"/>
                    <a:pt x="374" y="888"/>
                    <a:pt x="389" y="873"/>
                  </a:cubicBezTo>
                  <a:cubicBezTo>
                    <a:pt x="426" y="845"/>
                    <a:pt x="430" y="789"/>
                    <a:pt x="399" y="755"/>
                  </a:cubicBezTo>
                  <a:cubicBezTo>
                    <a:pt x="374" y="725"/>
                    <a:pt x="155" y="444"/>
                    <a:pt x="473" y="151"/>
                  </a:cubicBezTo>
                  <a:cubicBezTo>
                    <a:pt x="535" y="91"/>
                    <a:pt x="480" y="0"/>
                    <a:pt x="41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7" name="Google Shape;5177;p13"/>
            <p:cNvSpPr/>
            <p:nvPr/>
          </p:nvSpPr>
          <p:spPr>
            <a:xfrm>
              <a:off x="4051419" y="3071590"/>
              <a:ext cx="43018" cy="56729"/>
            </a:xfrm>
            <a:custGeom>
              <a:rect b="b" l="l" r="r" t="t"/>
              <a:pathLst>
                <a:path extrusionOk="0" h="844" w="640">
                  <a:moveTo>
                    <a:pt x="123" y="1"/>
                  </a:moveTo>
                  <a:cubicBezTo>
                    <a:pt x="39" y="1"/>
                    <a:pt x="1" y="132"/>
                    <a:pt x="97" y="168"/>
                  </a:cubicBezTo>
                  <a:cubicBezTo>
                    <a:pt x="134" y="180"/>
                    <a:pt x="461" y="322"/>
                    <a:pt x="325" y="729"/>
                  </a:cubicBezTo>
                  <a:cubicBezTo>
                    <a:pt x="310" y="775"/>
                    <a:pt x="334" y="822"/>
                    <a:pt x="381" y="837"/>
                  </a:cubicBezTo>
                  <a:cubicBezTo>
                    <a:pt x="387" y="840"/>
                    <a:pt x="396" y="843"/>
                    <a:pt x="405" y="843"/>
                  </a:cubicBezTo>
                  <a:cubicBezTo>
                    <a:pt x="442" y="840"/>
                    <a:pt x="476" y="818"/>
                    <a:pt x="486" y="785"/>
                  </a:cubicBezTo>
                  <a:cubicBezTo>
                    <a:pt x="640" y="325"/>
                    <a:pt x="338" y="75"/>
                    <a:pt x="156" y="7"/>
                  </a:cubicBezTo>
                  <a:cubicBezTo>
                    <a:pt x="144" y="3"/>
                    <a:pt x="133" y="1"/>
                    <a:pt x="1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8" name="Google Shape;5178;p13"/>
            <p:cNvSpPr/>
            <p:nvPr/>
          </p:nvSpPr>
          <p:spPr>
            <a:xfrm>
              <a:off x="3886878" y="2955645"/>
              <a:ext cx="53369" cy="39119"/>
            </a:xfrm>
            <a:custGeom>
              <a:rect b="b" l="l" r="r" t="t"/>
              <a:pathLst>
                <a:path extrusionOk="0" h="582" w="794">
                  <a:moveTo>
                    <a:pt x="201" y="1"/>
                  </a:moveTo>
                  <a:cubicBezTo>
                    <a:pt x="153" y="1"/>
                    <a:pt x="110" y="6"/>
                    <a:pt x="74" y="14"/>
                  </a:cubicBezTo>
                  <a:cubicBezTo>
                    <a:pt x="28" y="27"/>
                    <a:pt x="0" y="70"/>
                    <a:pt x="10" y="116"/>
                  </a:cubicBezTo>
                  <a:cubicBezTo>
                    <a:pt x="18" y="156"/>
                    <a:pt x="54" y="183"/>
                    <a:pt x="94" y="183"/>
                  </a:cubicBezTo>
                  <a:cubicBezTo>
                    <a:pt x="100" y="183"/>
                    <a:pt x="105" y="182"/>
                    <a:pt x="111" y="181"/>
                  </a:cubicBezTo>
                  <a:cubicBezTo>
                    <a:pt x="116" y="179"/>
                    <a:pt x="152" y="170"/>
                    <a:pt x="203" y="170"/>
                  </a:cubicBezTo>
                  <a:cubicBezTo>
                    <a:pt x="325" y="170"/>
                    <a:pt x="533" y="219"/>
                    <a:pt x="617" y="520"/>
                  </a:cubicBezTo>
                  <a:cubicBezTo>
                    <a:pt x="627" y="557"/>
                    <a:pt x="660" y="582"/>
                    <a:pt x="697" y="582"/>
                  </a:cubicBezTo>
                  <a:cubicBezTo>
                    <a:pt x="707" y="582"/>
                    <a:pt x="713" y="582"/>
                    <a:pt x="722" y="579"/>
                  </a:cubicBezTo>
                  <a:cubicBezTo>
                    <a:pt x="765" y="566"/>
                    <a:pt x="793" y="520"/>
                    <a:pt x="781" y="474"/>
                  </a:cubicBezTo>
                  <a:cubicBezTo>
                    <a:pt x="676" y="97"/>
                    <a:pt x="401" y="1"/>
                    <a:pt x="20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9" name="Google Shape;5179;p13"/>
            <p:cNvSpPr/>
            <p:nvPr/>
          </p:nvSpPr>
          <p:spPr>
            <a:xfrm>
              <a:off x="3934398" y="2948520"/>
              <a:ext cx="51419" cy="43354"/>
            </a:xfrm>
            <a:custGeom>
              <a:rect b="b" l="l" r="r" t="t"/>
              <a:pathLst>
                <a:path extrusionOk="0" h="645" w="765">
                  <a:moveTo>
                    <a:pt x="166" y="0"/>
                  </a:moveTo>
                  <a:cubicBezTo>
                    <a:pt x="147" y="0"/>
                    <a:pt x="128" y="1"/>
                    <a:pt x="111" y="3"/>
                  </a:cubicBezTo>
                  <a:cubicBezTo>
                    <a:pt x="1" y="15"/>
                    <a:pt x="17" y="173"/>
                    <a:pt x="118" y="173"/>
                  </a:cubicBezTo>
                  <a:cubicBezTo>
                    <a:pt x="122" y="173"/>
                    <a:pt x="125" y="173"/>
                    <a:pt x="129" y="173"/>
                  </a:cubicBezTo>
                  <a:cubicBezTo>
                    <a:pt x="135" y="172"/>
                    <a:pt x="149" y="171"/>
                    <a:pt x="168" y="171"/>
                  </a:cubicBezTo>
                  <a:cubicBezTo>
                    <a:pt x="271" y="171"/>
                    <a:pt x="534" y="210"/>
                    <a:pt x="589" y="571"/>
                  </a:cubicBezTo>
                  <a:cubicBezTo>
                    <a:pt x="595" y="614"/>
                    <a:pt x="632" y="642"/>
                    <a:pt x="672" y="645"/>
                  </a:cubicBezTo>
                  <a:lnTo>
                    <a:pt x="684" y="642"/>
                  </a:lnTo>
                  <a:cubicBezTo>
                    <a:pt x="731" y="632"/>
                    <a:pt x="765" y="589"/>
                    <a:pt x="758" y="543"/>
                  </a:cubicBezTo>
                  <a:cubicBezTo>
                    <a:pt x="691" y="110"/>
                    <a:pt x="368" y="0"/>
                    <a:pt x="16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0" name="Google Shape;5180;p13"/>
            <p:cNvSpPr/>
            <p:nvPr/>
          </p:nvSpPr>
          <p:spPr>
            <a:xfrm>
              <a:off x="3998387" y="3062516"/>
              <a:ext cx="51083" cy="43421"/>
            </a:xfrm>
            <a:custGeom>
              <a:rect b="b" l="l" r="r" t="t"/>
              <a:pathLst>
                <a:path extrusionOk="0" h="646" w="760">
                  <a:moveTo>
                    <a:pt x="162" y="1"/>
                  </a:moveTo>
                  <a:cubicBezTo>
                    <a:pt x="142" y="1"/>
                    <a:pt x="123" y="2"/>
                    <a:pt x="106" y="4"/>
                  </a:cubicBezTo>
                  <a:cubicBezTo>
                    <a:pt x="1" y="22"/>
                    <a:pt x="15" y="174"/>
                    <a:pt x="115" y="174"/>
                  </a:cubicBezTo>
                  <a:cubicBezTo>
                    <a:pt x="118" y="174"/>
                    <a:pt x="121" y="173"/>
                    <a:pt x="124" y="173"/>
                  </a:cubicBezTo>
                  <a:cubicBezTo>
                    <a:pt x="130" y="173"/>
                    <a:pt x="141" y="172"/>
                    <a:pt x="157" y="172"/>
                  </a:cubicBezTo>
                  <a:cubicBezTo>
                    <a:pt x="258" y="172"/>
                    <a:pt x="531" y="204"/>
                    <a:pt x="584" y="571"/>
                  </a:cubicBezTo>
                  <a:cubicBezTo>
                    <a:pt x="590" y="614"/>
                    <a:pt x="627" y="642"/>
                    <a:pt x="670" y="645"/>
                  </a:cubicBezTo>
                  <a:cubicBezTo>
                    <a:pt x="673" y="642"/>
                    <a:pt x="676" y="642"/>
                    <a:pt x="682" y="642"/>
                  </a:cubicBezTo>
                  <a:cubicBezTo>
                    <a:pt x="729" y="633"/>
                    <a:pt x="760" y="590"/>
                    <a:pt x="753" y="543"/>
                  </a:cubicBezTo>
                  <a:cubicBezTo>
                    <a:pt x="686" y="111"/>
                    <a:pt x="365" y="1"/>
                    <a:pt x="16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1" name="Google Shape;5181;p13"/>
            <p:cNvSpPr/>
            <p:nvPr/>
          </p:nvSpPr>
          <p:spPr>
            <a:xfrm>
              <a:off x="3931979" y="3014861"/>
              <a:ext cx="51151" cy="43354"/>
            </a:xfrm>
            <a:custGeom>
              <a:rect b="b" l="l" r="r" t="t"/>
              <a:pathLst>
                <a:path extrusionOk="0" h="645" w="761">
                  <a:moveTo>
                    <a:pt x="163" y="0"/>
                  </a:moveTo>
                  <a:cubicBezTo>
                    <a:pt x="143" y="0"/>
                    <a:pt x="124" y="1"/>
                    <a:pt x="107" y="3"/>
                  </a:cubicBezTo>
                  <a:cubicBezTo>
                    <a:pt x="1" y="21"/>
                    <a:pt x="17" y="173"/>
                    <a:pt x="119" y="173"/>
                  </a:cubicBezTo>
                  <a:cubicBezTo>
                    <a:pt x="121" y="173"/>
                    <a:pt x="123" y="173"/>
                    <a:pt x="125" y="173"/>
                  </a:cubicBezTo>
                  <a:cubicBezTo>
                    <a:pt x="131" y="172"/>
                    <a:pt x="142" y="172"/>
                    <a:pt x="159" y="172"/>
                  </a:cubicBezTo>
                  <a:cubicBezTo>
                    <a:pt x="259" y="172"/>
                    <a:pt x="532" y="204"/>
                    <a:pt x="585" y="571"/>
                  </a:cubicBezTo>
                  <a:cubicBezTo>
                    <a:pt x="591" y="614"/>
                    <a:pt x="628" y="645"/>
                    <a:pt x="671" y="645"/>
                  </a:cubicBezTo>
                  <a:lnTo>
                    <a:pt x="683" y="642"/>
                  </a:lnTo>
                  <a:cubicBezTo>
                    <a:pt x="730" y="632"/>
                    <a:pt x="761" y="589"/>
                    <a:pt x="754" y="543"/>
                  </a:cubicBezTo>
                  <a:cubicBezTo>
                    <a:pt x="687" y="110"/>
                    <a:pt x="366" y="0"/>
                    <a:pt x="16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2" name="Google Shape;5182;p13"/>
            <p:cNvSpPr/>
            <p:nvPr/>
          </p:nvSpPr>
          <p:spPr>
            <a:xfrm>
              <a:off x="3669170" y="2371150"/>
              <a:ext cx="41539" cy="53974"/>
            </a:xfrm>
            <a:custGeom>
              <a:rect b="b" l="l" r="r" t="t"/>
              <a:pathLst>
                <a:path extrusionOk="0" h="803" w="618">
                  <a:moveTo>
                    <a:pt x="483" y="0"/>
                  </a:moveTo>
                  <a:cubicBezTo>
                    <a:pt x="431" y="0"/>
                    <a:pt x="378" y="45"/>
                    <a:pt x="402" y="111"/>
                  </a:cubicBezTo>
                  <a:cubicBezTo>
                    <a:pt x="405" y="127"/>
                    <a:pt x="513" y="494"/>
                    <a:pt x="93" y="636"/>
                  </a:cubicBezTo>
                  <a:cubicBezTo>
                    <a:pt x="1" y="667"/>
                    <a:pt x="23" y="802"/>
                    <a:pt x="121" y="802"/>
                  </a:cubicBezTo>
                  <a:cubicBezTo>
                    <a:pt x="130" y="802"/>
                    <a:pt x="137" y="799"/>
                    <a:pt x="146" y="796"/>
                  </a:cubicBezTo>
                  <a:cubicBezTo>
                    <a:pt x="605" y="639"/>
                    <a:pt x="618" y="247"/>
                    <a:pt x="562" y="65"/>
                  </a:cubicBezTo>
                  <a:cubicBezTo>
                    <a:pt x="551" y="20"/>
                    <a:pt x="517" y="0"/>
                    <a:pt x="48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3" name="Google Shape;5183;p13"/>
            <p:cNvSpPr/>
            <p:nvPr/>
          </p:nvSpPr>
          <p:spPr>
            <a:xfrm>
              <a:off x="3722471" y="2298626"/>
              <a:ext cx="39657" cy="56393"/>
            </a:xfrm>
            <a:custGeom>
              <a:rect b="b" l="l" r="r" t="t"/>
              <a:pathLst>
                <a:path extrusionOk="0" h="839" w="590">
                  <a:moveTo>
                    <a:pt x="400" y="0"/>
                  </a:moveTo>
                  <a:cubicBezTo>
                    <a:pt x="346" y="0"/>
                    <a:pt x="292" y="52"/>
                    <a:pt x="318" y="117"/>
                  </a:cubicBezTo>
                  <a:cubicBezTo>
                    <a:pt x="324" y="132"/>
                    <a:pt x="479" y="481"/>
                    <a:pt x="81" y="678"/>
                  </a:cubicBezTo>
                  <a:cubicBezTo>
                    <a:pt x="1" y="719"/>
                    <a:pt x="31" y="839"/>
                    <a:pt x="121" y="839"/>
                  </a:cubicBezTo>
                  <a:cubicBezTo>
                    <a:pt x="133" y="839"/>
                    <a:pt x="146" y="836"/>
                    <a:pt x="158" y="830"/>
                  </a:cubicBezTo>
                  <a:cubicBezTo>
                    <a:pt x="590" y="614"/>
                    <a:pt x="553" y="225"/>
                    <a:pt x="472" y="46"/>
                  </a:cubicBezTo>
                  <a:cubicBezTo>
                    <a:pt x="456" y="14"/>
                    <a:pt x="428" y="0"/>
                    <a:pt x="40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4" name="Google Shape;5184;p13"/>
            <p:cNvSpPr/>
            <p:nvPr/>
          </p:nvSpPr>
          <p:spPr>
            <a:xfrm>
              <a:off x="3722471" y="2351658"/>
              <a:ext cx="39657" cy="56461"/>
            </a:xfrm>
            <a:custGeom>
              <a:rect b="b" l="l" r="r" t="t"/>
              <a:pathLst>
                <a:path extrusionOk="0" h="840" w="590">
                  <a:moveTo>
                    <a:pt x="400" y="1"/>
                  </a:moveTo>
                  <a:cubicBezTo>
                    <a:pt x="346" y="1"/>
                    <a:pt x="292" y="52"/>
                    <a:pt x="318" y="118"/>
                  </a:cubicBezTo>
                  <a:cubicBezTo>
                    <a:pt x="324" y="133"/>
                    <a:pt x="479" y="482"/>
                    <a:pt x="81" y="679"/>
                  </a:cubicBezTo>
                  <a:cubicBezTo>
                    <a:pt x="1" y="719"/>
                    <a:pt x="31" y="839"/>
                    <a:pt x="121" y="839"/>
                  </a:cubicBezTo>
                  <a:cubicBezTo>
                    <a:pt x="133" y="839"/>
                    <a:pt x="146" y="836"/>
                    <a:pt x="158" y="830"/>
                  </a:cubicBezTo>
                  <a:cubicBezTo>
                    <a:pt x="590" y="614"/>
                    <a:pt x="553" y="226"/>
                    <a:pt x="472" y="47"/>
                  </a:cubicBezTo>
                  <a:cubicBezTo>
                    <a:pt x="456" y="14"/>
                    <a:pt x="428" y="1"/>
                    <a:pt x="40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5" name="Google Shape;5185;p13"/>
            <p:cNvSpPr/>
            <p:nvPr/>
          </p:nvSpPr>
          <p:spPr>
            <a:xfrm>
              <a:off x="4178992" y="2351120"/>
              <a:ext cx="69702" cy="60090"/>
            </a:xfrm>
            <a:custGeom>
              <a:rect b="b" l="l" r="r" t="t"/>
              <a:pathLst>
                <a:path extrusionOk="0" h="894" w="1037">
                  <a:moveTo>
                    <a:pt x="396" y="1"/>
                  </a:moveTo>
                  <a:cubicBezTo>
                    <a:pt x="333" y="1"/>
                    <a:pt x="271" y="76"/>
                    <a:pt x="327" y="141"/>
                  </a:cubicBezTo>
                  <a:cubicBezTo>
                    <a:pt x="330" y="147"/>
                    <a:pt x="543" y="428"/>
                    <a:pt x="713" y="650"/>
                  </a:cubicBezTo>
                  <a:cubicBezTo>
                    <a:pt x="562" y="582"/>
                    <a:pt x="349" y="474"/>
                    <a:pt x="161" y="372"/>
                  </a:cubicBezTo>
                  <a:cubicBezTo>
                    <a:pt x="147" y="366"/>
                    <a:pt x="134" y="363"/>
                    <a:pt x="121" y="363"/>
                  </a:cubicBezTo>
                  <a:cubicBezTo>
                    <a:pt x="45" y="363"/>
                    <a:pt x="1" y="473"/>
                    <a:pt x="80" y="520"/>
                  </a:cubicBezTo>
                  <a:cubicBezTo>
                    <a:pt x="629" y="820"/>
                    <a:pt x="830" y="894"/>
                    <a:pt x="916" y="894"/>
                  </a:cubicBezTo>
                  <a:cubicBezTo>
                    <a:pt x="947" y="894"/>
                    <a:pt x="975" y="881"/>
                    <a:pt x="990" y="857"/>
                  </a:cubicBezTo>
                  <a:cubicBezTo>
                    <a:pt x="1006" y="838"/>
                    <a:pt x="1037" y="786"/>
                    <a:pt x="975" y="709"/>
                  </a:cubicBezTo>
                  <a:cubicBezTo>
                    <a:pt x="821" y="514"/>
                    <a:pt x="466" y="45"/>
                    <a:pt x="463" y="39"/>
                  </a:cubicBezTo>
                  <a:cubicBezTo>
                    <a:pt x="445" y="12"/>
                    <a:pt x="420" y="1"/>
                    <a:pt x="39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6" name="Google Shape;5186;p13"/>
            <p:cNvSpPr/>
            <p:nvPr/>
          </p:nvSpPr>
          <p:spPr>
            <a:xfrm>
              <a:off x="4938449" y="2155056"/>
              <a:ext cx="48059" cy="60695"/>
            </a:xfrm>
            <a:custGeom>
              <a:rect b="b" l="l" r="r" t="t"/>
              <a:pathLst>
                <a:path extrusionOk="0" h="903" w="715">
                  <a:moveTo>
                    <a:pt x="626" y="1"/>
                  </a:moveTo>
                  <a:cubicBezTo>
                    <a:pt x="585" y="1"/>
                    <a:pt x="547" y="33"/>
                    <a:pt x="542" y="76"/>
                  </a:cubicBezTo>
                  <a:cubicBezTo>
                    <a:pt x="539" y="79"/>
                    <a:pt x="489" y="421"/>
                    <a:pt x="452" y="640"/>
                  </a:cubicBezTo>
                  <a:cubicBezTo>
                    <a:pt x="378" y="510"/>
                    <a:pt x="273" y="288"/>
                    <a:pt x="190" y="94"/>
                  </a:cubicBezTo>
                  <a:cubicBezTo>
                    <a:pt x="181" y="63"/>
                    <a:pt x="156" y="50"/>
                    <a:pt x="127" y="50"/>
                  </a:cubicBezTo>
                  <a:cubicBezTo>
                    <a:pt x="70" y="50"/>
                    <a:pt x="1" y="103"/>
                    <a:pt x="36" y="159"/>
                  </a:cubicBezTo>
                  <a:cubicBezTo>
                    <a:pt x="329" y="853"/>
                    <a:pt x="428" y="902"/>
                    <a:pt x="483" y="902"/>
                  </a:cubicBezTo>
                  <a:lnTo>
                    <a:pt x="496" y="902"/>
                  </a:lnTo>
                  <a:cubicBezTo>
                    <a:pt x="542" y="896"/>
                    <a:pt x="579" y="862"/>
                    <a:pt x="588" y="819"/>
                  </a:cubicBezTo>
                  <a:cubicBezTo>
                    <a:pt x="628" y="659"/>
                    <a:pt x="705" y="122"/>
                    <a:pt x="708" y="97"/>
                  </a:cubicBezTo>
                  <a:cubicBezTo>
                    <a:pt x="714" y="51"/>
                    <a:pt x="684" y="8"/>
                    <a:pt x="637" y="2"/>
                  </a:cubicBezTo>
                  <a:cubicBezTo>
                    <a:pt x="634" y="1"/>
                    <a:pt x="630" y="1"/>
                    <a:pt x="62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5187" name="Google Shape;5187;p13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945457" y="1307423"/>
            <a:ext cx="2473345" cy="3441899"/>
          </a:xfrm>
          <a:prstGeom prst="rect">
            <a:avLst/>
          </a:prstGeom>
          <a:noFill/>
          <a:ln>
            <a:noFill/>
          </a:ln>
        </p:spPr>
      </p:pic>
      <p:pic>
        <p:nvPicPr>
          <p:cNvPr id="5188" name="Google Shape;5188;p13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4992357" y="1307423"/>
            <a:ext cx="2467435" cy="343685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192" name="Shape 5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3" name="Google Shape;5193;p14"/>
          <p:cNvSpPr txBox="1"/>
          <p:nvPr>
            <p:ph type="title"/>
          </p:nvPr>
        </p:nvSpPr>
        <p:spPr>
          <a:xfrm>
            <a:off x="2831794" y="440376"/>
            <a:ext cx="3011559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Profil oldal</a:t>
            </a:r>
            <a:endParaRPr/>
          </a:p>
        </p:txBody>
      </p:sp>
      <p:grpSp>
        <p:nvGrpSpPr>
          <p:cNvPr id="5194" name="Google Shape;5194;p14"/>
          <p:cNvGrpSpPr/>
          <p:nvPr/>
        </p:nvGrpSpPr>
        <p:grpSpPr>
          <a:xfrm>
            <a:off x="7726359" y="4071054"/>
            <a:ext cx="1417629" cy="1072445"/>
            <a:chOff x="1572675" y="854575"/>
            <a:chExt cx="778575" cy="569450"/>
          </a:xfrm>
        </p:grpSpPr>
        <p:sp>
          <p:nvSpPr>
            <p:cNvPr id="5195" name="Google Shape;5195;p14"/>
            <p:cNvSpPr/>
            <p:nvPr/>
          </p:nvSpPr>
          <p:spPr>
            <a:xfrm>
              <a:off x="1580250" y="854575"/>
              <a:ext cx="716650" cy="569425"/>
            </a:xfrm>
            <a:custGeom>
              <a:rect b="b" l="l" r="r" t="t"/>
              <a:pathLst>
                <a:path extrusionOk="0" h="22777" w="28666">
                  <a:moveTo>
                    <a:pt x="14613" y="18857"/>
                  </a:moveTo>
                  <a:lnTo>
                    <a:pt x="14663" y="18863"/>
                  </a:lnTo>
                  <a:lnTo>
                    <a:pt x="14663" y="18876"/>
                  </a:lnTo>
                  <a:lnTo>
                    <a:pt x="14613" y="18857"/>
                  </a:lnTo>
                  <a:close/>
                  <a:moveTo>
                    <a:pt x="14814" y="18885"/>
                  </a:moveTo>
                  <a:cubicBezTo>
                    <a:pt x="16191" y="19076"/>
                    <a:pt x="17518" y="19133"/>
                    <a:pt x="18609" y="19133"/>
                  </a:cubicBezTo>
                  <a:cubicBezTo>
                    <a:pt x="20206" y="19133"/>
                    <a:pt x="21297" y="19011"/>
                    <a:pt x="21297" y="19011"/>
                  </a:cubicBezTo>
                  <a:lnTo>
                    <a:pt x="21297" y="19011"/>
                  </a:lnTo>
                  <a:cubicBezTo>
                    <a:pt x="20482" y="19679"/>
                    <a:pt x="19636" y="19947"/>
                    <a:pt x="18715" y="19947"/>
                  </a:cubicBezTo>
                  <a:cubicBezTo>
                    <a:pt x="18674" y="19947"/>
                    <a:pt x="18633" y="19947"/>
                    <a:pt x="18592" y="19946"/>
                  </a:cubicBezTo>
                  <a:lnTo>
                    <a:pt x="18595" y="19946"/>
                  </a:lnTo>
                  <a:cubicBezTo>
                    <a:pt x="18595" y="19933"/>
                    <a:pt x="18595" y="19924"/>
                    <a:pt x="18589" y="19924"/>
                  </a:cubicBezTo>
                  <a:cubicBezTo>
                    <a:pt x="18531" y="19909"/>
                    <a:pt x="18188" y="19903"/>
                    <a:pt x="17883" y="19881"/>
                  </a:cubicBezTo>
                  <a:cubicBezTo>
                    <a:pt x="17670" y="19847"/>
                    <a:pt x="17451" y="19804"/>
                    <a:pt x="17229" y="19748"/>
                  </a:cubicBezTo>
                  <a:cubicBezTo>
                    <a:pt x="17081" y="19671"/>
                    <a:pt x="16692" y="19582"/>
                    <a:pt x="16461" y="19536"/>
                  </a:cubicBezTo>
                  <a:cubicBezTo>
                    <a:pt x="16223" y="19462"/>
                    <a:pt x="15983" y="19378"/>
                    <a:pt x="15736" y="19289"/>
                  </a:cubicBezTo>
                  <a:lnTo>
                    <a:pt x="14814" y="18885"/>
                  </a:lnTo>
                  <a:close/>
                  <a:moveTo>
                    <a:pt x="7961" y="0"/>
                  </a:moveTo>
                  <a:cubicBezTo>
                    <a:pt x="7419" y="0"/>
                    <a:pt x="8011" y="2774"/>
                    <a:pt x="7899" y="3331"/>
                  </a:cubicBezTo>
                  <a:lnTo>
                    <a:pt x="7029" y="3938"/>
                  </a:lnTo>
                  <a:cubicBezTo>
                    <a:pt x="7029" y="3938"/>
                    <a:pt x="7035" y="3945"/>
                    <a:pt x="7045" y="3954"/>
                  </a:cubicBezTo>
                  <a:cubicBezTo>
                    <a:pt x="6940" y="4022"/>
                    <a:pt x="6832" y="4093"/>
                    <a:pt x="6718" y="4164"/>
                  </a:cubicBezTo>
                  <a:cubicBezTo>
                    <a:pt x="6428" y="4312"/>
                    <a:pt x="6150" y="4481"/>
                    <a:pt x="5888" y="4672"/>
                  </a:cubicBezTo>
                  <a:cubicBezTo>
                    <a:pt x="5731" y="4765"/>
                    <a:pt x="5573" y="4854"/>
                    <a:pt x="5425" y="4935"/>
                  </a:cubicBezTo>
                  <a:cubicBezTo>
                    <a:pt x="5393" y="4894"/>
                    <a:pt x="5372" y="4870"/>
                    <a:pt x="5360" y="4870"/>
                  </a:cubicBezTo>
                  <a:cubicBezTo>
                    <a:pt x="5359" y="4870"/>
                    <a:pt x="5358" y="4870"/>
                    <a:pt x="5358" y="4870"/>
                  </a:cubicBezTo>
                  <a:cubicBezTo>
                    <a:pt x="5234" y="4895"/>
                    <a:pt x="4213" y="5379"/>
                    <a:pt x="4213" y="5379"/>
                  </a:cubicBezTo>
                  <a:lnTo>
                    <a:pt x="4216" y="5385"/>
                  </a:lnTo>
                  <a:cubicBezTo>
                    <a:pt x="3418" y="5255"/>
                    <a:pt x="1724" y="3587"/>
                    <a:pt x="1135" y="3420"/>
                  </a:cubicBezTo>
                  <a:cubicBezTo>
                    <a:pt x="1127" y="3418"/>
                    <a:pt x="1119" y="3417"/>
                    <a:pt x="1111" y="3417"/>
                  </a:cubicBezTo>
                  <a:cubicBezTo>
                    <a:pt x="498" y="3417"/>
                    <a:pt x="62" y="10227"/>
                    <a:pt x="62" y="10227"/>
                  </a:cubicBezTo>
                  <a:cubicBezTo>
                    <a:pt x="62" y="10227"/>
                    <a:pt x="0" y="11082"/>
                    <a:pt x="228" y="12158"/>
                  </a:cubicBezTo>
                  <a:cubicBezTo>
                    <a:pt x="225" y="12343"/>
                    <a:pt x="299" y="12695"/>
                    <a:pt x="401" y="12824"/>
                  </a:cubicBezTo>
                  <a:cubicBezTo>
                    <a:pt x="623" y="13527"/>
                    <a:pt x="981" y="14271"/>
                    <a:pt x="1561" y="14909"/>
                  </a:cubicBezTo>
                  <a:cubicBezTo>
                    <a:pt x="1743" y="15140"/>
                    <a:pt x="2033" y="15421"/>
                    <a:pt x="2094" y="15421"/>
                  </a:cubicBezTo>
                  <a:cubicBezTo>
                    <a:pt x="2097" y="15421"/>
                    <a:pt x="2101" y="15418"/>
                    <a:pt x="2104" y="15418"/>
                  </a:cubicBezTo>
                  <a:cubicBezTo>
                    <a:pt x="2585" y="15804"/>
                    <a:pt x="3177" y="16118"/>
                    <a:pt x="3908" y="16319"/>
                  </a:cubicBezTo>
                  <a:cubicBezTo>
                    <a:pt x="4426" y="16457"/>
                    <a:pt x="4957" y="16547"/>
                    <a:pt x="5490" y="16590"/>
                  </a:cubicBezTo>
                  <a:cubicBezTo>
                    <a:pt x="4784" y="16750"/>
                    <a:pt x="4404" y="16957"/>
                    <a:pt x="4395" y="16963"/>
                  </a:cubicBezTo>
                  <a:cubicBezTo>
                    <a:pt x="4367" y="16979"/>
                    <a:pt x="4355" y="17006"/>
                    <a:pt x="4358" y="17037"/>
                  </a:cubicBezTo>
                  <a:cubicBezTo>
                    <a:pt x="4025" y="17161"/>
                    <a:pt x="3664" y="17358"/>
                    <a:pt x="3609" y="17531"/>
                  </a:cubicBezTo>
                  <a:cubicBezTo>
                    <a:pt x="1868" y="18788"/>
                    <a:pt x="1471" y="20663"/>
                    <a:pt x="3681" y="20663"/>
                  </a:cubicBezTo>
                  <a:cubicBezTo>
                    <a:pt x="4176" y="20663"/>
                    <a:pt x="4802" y="20569"/>
                    <a:pt x="5573" y="20353"/>
                  </a:cubicBezTo>
                  <a:cubicBezTo>
                    <a:pt x="6753" y="20023"/>
                    <a:pt x="7865" y="19887"/>
                    <a:pt x="8921" y="19887"/>
                  </a:cubicBezTo>
                  <a:cubicBezTo>
                    <a:pt x="13791" y="19887"/>
                    <a:pt x="17437" y="22777"/>
                    <a:pt x="20714" y="22777"/>
                  </a:cubicBezTo>
                  <a:cubicBezTo>
                    <a:pt x="20774" y="22777"/>
                    <a:pt x="20834" y="22776"/>
                    <a:pt x="20893" y="22774"/>
                  </a:cubicBezTo>
                  <a:cubicBezTo>
                    <a:pt x="21544" y="22746"/>
                    <a:pt x="22188" y="22629"/>
                    <a:pt x="22808" y="22422"/>
                  </a:cubicBezTo>
                  <a:cubicBezTo>
                    <a:pt x="23330" y="22293"/>
                    <a:pt x="23675" y="22129"/>
                    <a:pt x="23854" y="21994"/>
                  </a:cubicBezTo>
                  <a:cubicBezTo>
                    <a:pt x="24033" y="21907"/>
                    <a:pt x="24212" y="21809"/>
                    <a:pt x="24388" y="21704"/>
                  </a:cubicBezTo>
                  <a:lnTo>
                    <a:pt x="24400" y="21729"/>
                  </a:lnTo>
                  <a:cubicBezTo>
                    <a:pt x="24400" y="21729"/>
                    <a:pt x="25180" y="21275"/>
                    <a:pt x="25526" y="20893"/>
                  </a:cubicBezTo>
                  <a:cubicBezTo>
                    <a:pt x="25671" y="20769"/>
                    <a:pt x="25813" y="20640"/>
                    <a:pt x="25948" y="20504"/>
                  </a:cubicBezTo>
                  <a:lnTo>
                    <a:pt x="25954" y="20510"/>
                  </a:lnTo>
                  <a:cubicBezTo>
                    <a:pt x="26146" y="20381"/>
                    <a:pt x="26411" y="20078"/>
                    <a:pt x="26571" y="19822"/>
                  </a:cubicBezTo>
                  <a:cubicBezTo>
                    <a:pt x="27216" y="19027"/>
                    <a:pt x="27712" y="18126"/>
                    <a:pt x="28042" y="17158"/>
                  </a:cubicBezTo>
                  <a:cubicBezTo>
                    <a:pt x="28187" y="17019"/>
                    <a:pt x="28283" y="16454"/>
                    <a:pt x="28323" y="16180"/>
                  </a:cubicBezTo>
                  <a:cubicBezTo>
                    <a:pt x="28360" y="16026"/>
                    <a:pt x="28391" y="15868"/>
                    <a:pt x="28422" y="15708"/>
                  </a:cubicBezTo>
                  <a:cubicBezTo>
                    <a:pt x="28468" y="15492"/>
                    <a:pt x="28644" y="14666"/>
                    <a:pt x="28576" y="14474"/>
                  </a:cubicBezTo>
                  <a:cubicBezTo>
                    <a:pt x="28591" y="14271"/>
                    <a:pt x="28601" y="14064"/>
                    <a:pt x="28607" y="13851"/>
                  </a:cubicBezTo>
                  <a:lnTo>
                    <a:pt x="28622" y="13851"/>
                  </a:lnTo>
                  <a:cubicBezTo>
                    <a:pt x="28622" y="13851"/>
                    <a:pt x="28665" y="13093"/>
                    <a:pt x="28588" y="12796"/>
                  </a:cubicBezTo>
                  <a:cubicBezTo>
                    <a:pt x="28524" y="11680"/>
                    <a:pt x="28326" y="10459"/>
                    <a:pt x="27962" y="9135"/>
                  </a:cubicBezTo>
                  <a:cubicBezTo>
                    <a:pt x="27968" y="9123"/>
                    <a:pt x="27968" y="9111"/>
                    <a:pt x="27968" y="9101"/>
                  </a:cubicBezTo>
                  <a:cubicBezTo>
                    <a:pt x="27931" y="8784"/>
                    <a:pt x="27614" y="7988"/>
                    <a:pt x="27614" y="7988"/>
                  </a:cubicBezTo>
                  <a:cubicBezTo>
                    <a:pt x="27518" y="7707"/>
                    <a:pt x="27413" y="7436"/>
                    <a:pt x="27305" y="7180"/>
                  </a:cubicBezTo>
                  <a:cubicBezTo>
                    <a:pt x="27225" y="6964"/>
                    <a:pt x="27126" y="6751"/>
                    <a:pt x="27015" y="6548"/>
                  </a:cubicBezTo>
                  <a:cubicBezTo>
                    <a:pt x="26824" y="6162"/>
                    <a:pt x="26608" y="5789"/>
                    <a:pt x="26368" y="5431"/>
                  </a:cubicBezTo>
                  <a:cubicBezTo>
                    <a:pt x="26368" y="5416"/>
                    <a:pt x="26365" y="5400"/>
                    <a:pt x="26362" y="5388"/>
                  </a:cubicBezTo>
                  <a:cubicBezTo>
                    <a:pt x="26220" y="5070"/>
                    <a:pt x="25566" y="4416"/>
                    <a:pt x="25566" y="4416"/>
                  </a:cubicBezTo>
                  <a:lnTo>
                    <a:pt x="25563" y="4420"/>
                  </a:lnTo>
                  <a:cubicBezTo>
                    <a:pt x="24224" y="2992"/>
                    <a:pt x="22602" y="2365"/>
                    <a:pt x="21013" y="2171"/>
                  </a:cubicBezTo>
                  <a:cubicBezTo>
                    <a:pt x="21020" y="2150"/>
                    <a:pt x="21026" y="2137"/>
                    <a:pt x="21026" y="2137"/>
                  </a:cubicBezTo>
                  <a:cubicBezTo>
                    <a:pt x="20756" y="2071"/>
                    <a:pt x="20481" y="2037"/>
                    <a:pt x="20206" y="2037"/>
                  </a:cubicBezTo>
                  <a:cubicBezTo>
                    <a:pt x="19984" y="2037"/>
                    <a:pt x="19761" y="2059"/>
                    <a:pt x="19542" y="2103"/>
                  </a:cubicBezTo>
                  <a:cubicBezTo>
                    <a:pt x="19422" y="2106"/>
                    <a:pt x="19305" y="2109"/>
                    <a:pt x="19187" y="2116"/>
                  </a:cubicBezTo>
                  <a:cubicBezTo>
                    <a:pt x="19178" y="2094"/>
                    <a:pt x="19166" y="2085"/>
                    <a:pt x="19150" y="2085"/>
                  </a:cubicBezTo>
                  <a:cubicBezTo>
                    <a:pt x="18373" y="2100"/>
                    <a:pt x="18145" y="2137"/>
                    <a:pt x="17473" y="2331"/>
                  </a:cubicBezTo>
                  <a:lnTo>
                    <a:pt x="17473" y="2338"/>
                  </a:lnTo>
                  <a:cubicBezTo>
                    <a:pt x="17331" y="2365"/>
                    <a:pt x="17192" y="2393"/>
                    <a:pt x="17056" y="2424"/>
                  </a:cubicBezTo>
                  <a:cubicBezTo>
                    <a:pt x="17050" y="2409"/>
                    <a:pt x="17047" y="2399"/>
                    <a:pt x="17047" y="2399"/>
                  </a:cubicBezTo>
                  <a:cubicBezTo>
                    <a:pt x="16973" y="2430"/>
                    <a:pt x="16227" y="2575"/>
                    <a:pt x="15937" y="2726"/>
                  </a:cubicBezTo>
                  <a:cubicBezTo>
                    <a:pt x="15455" y="2871"/>
                    <a:pt x="14984" y="3047"/>
                    <a:pt x="14521" y="3251"/>
                  </a:cubicBezTo>
                  <a:cubicBezTo>
                    <a:pt x="12091" y="999"/>
                    <a:pt x="8488" y="185"/>
                    <a:pt x="8035" y="15"/>
                  </a:cubicBezTo>
                  <a:cubicBezTo>
                    <a:pt x="8008" y="5"/>
                    <a:pt x="7983" y="0"/>
                    <a:pt x="7961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1070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80272" rotWithShape="0" algn="bl" dir="5400000" dist="26757">
                <a:srgbClr val="000000">
                  <a:alpha val="50196"/>
                </a:srgbClr>
              </a:outerShdw>
            </a:effectLst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6" name="Google Shape;5196;p14"/>
            <p:cNvSpPr/>
            <p:nvPr/>
          </p:nvSpPr>
          <p:spPr>
            <a:xfrm>
              <a:off x="1572675" y="854575"/>
              <a:ext cx="778575" cy="569450"/>
            </a:xfrm>
            <a:custGeom>
              <a:rect b="b" l="l" r="r" t="t"/>
              <a:pathLst>
                <a:path extrusionOk="0" h="22778" w="31143">
                  <a:moveTo>
                    <a:pt x="8699" y="16464"/>
                  </a:moveTo>
                  <a:cubicBezTo>
                    <a:pt x="8748" y="16504"/>
                    <a:pt x="8797" y="16544"/>
                    <a:pt x="8847" y="16584"/>
                  </a:cubicBezTo>
                  <a:cubicBezTo>
                    <a:pt x="8711" y="16553"/>
                    <a:pt x="8578" y="16525"/>
                    <a:pt x="8446" y="16504"/>
                  </a:cubicBezTo>
                  <a:cubicBezTo>
                    <a:pt x="8529" y="16491"/>
                    <a:pt x="8615" y="16479"/>
                    <a:pt x="8699" y="16464"/>
                  </a:cubicBezTo>
                  <a:close/>
                  <a:moveTo>
                    <a:pt x="14907" y="18854"/>
                  </a:moveTo>
                  <a:lnTo>
                    <a:pt x="14907" y="18854"/>
                  </a:lnTo>
                  <a:cubicBezTo>
                    <a:pt x="16359" y="19071"/>
                    <a:pt x="17766" y="19134"/>
                    <a:pt x="18912" y="19134"/>
                  </a:cubicBezTo>
                  <a:cubicBezTo>
                    <a:pt x="20509" y="19134"/>
                    <a:pt x="21600" y="19011"/>
                    <a:pt x="21600" y="19011"/>
                  </a:cubicBezTo>
                  <a:lnTo>
                    <a:pt x="21600" y="19011"/>
                  </a:lnTo>
                  <a:cubicBezTo>
                    <a:pt x="20784" y="19678"/>
                    <a:pt x="19939" y="19946"/>
                    <a:pt x="19018" y="19946"/>
                  </a:cubicBezTo>
                  <a:cubicBezTo>
                    <a:pt x="17812" y="19946"/>
                    <a:pt x="16476" y="19485"/>
                    <a:pt x="14907" y="18854"/>
                  </a:cubicBezTo>
                  <a:close/>
                  <a:moveTo>
                    <a:pt x="8264" y="0"/>
                  </a:moveTo>
                  <a:cubicBezTo>
                    <a:pt x="7680" y="0"/>
                    <a:pt x="8417" y="3248"/>
                    <a:pt x="8159" y="3420"/>
                  </a:cubicBezTo>
                  <a:cubicBezTo>
                    <a:pt x="7890" y="3599"/>
                    <a:pt x="5383" y="5302"/>
                    <a:pt x="4664" y="5391"/>
                  </a:cubicBezTo>
                  <a:cubicBezTo>
                    <a:pt x="4648" y="5393"/>
                    <a:pt x="4630" y="5394"/>
                    <a:pt x="4612" y="5394"/>
                  </a:cubicBezTo>
                  <a:cubicBezTo>
                    <a:pt x="3859" y="5394"/>
                    <a:pt x="2053" y="3595"/>
                    <a:pt x="1438" y="3420"/>
                  </a:cubicBezTo>
                  <a:cubicBezTo>
                    <a:pt x="1430" y="3418"/>
                    <a:pt x="1422" y="3417"/>
                    <a:pt x="1414" y="3417"/>
                  </a:cubicBezTo>
                  <a:cubicBezTo>
                    <a:pt x="801" y="3417"/>
                    <a:pt x="365" y="10230"/>
                    <a:pt x="365" y="10230"/>
                  </a:cubicBezTo>
                  <a:cubicBezTo>
                    <a:pt x="365" y="10230"/>
                    <a:pt x="1" y="15156"/>
                    <a:pt x="4211" y="16319"/>
                  </a:cubicBezTo>
                  <a:cubicBezTo>
                    <a:pt x="4772" y="16470"/>
                    <a:pt x="5346" y="16562"/>
                    <a:pt x="5926" y="16599"/>
                  </a:cubicBezTo>
                  <a:cubicBezTo>
                    <a:pt x="2680" y="17417"/>
                    <a:pt x="1073" y="20665"/>
                    <a:pt x="3984" y="20665"/>
                  </a:cubicBezTo>
                  <a:cubicBezTo>
                    <a:pt x="4479" y="20665"/>
                    <a:pt x="5104" y="20571"/>
                    <a:pt x="5873" y="20356"/>
                  </a:cubicBezTo>
                  <a:cubicBezTo>
                    <a:pt x="7053" y="20026"/>
                    <a:pt x="8166" y="19890"/>
                    <a:pt x="9221" y="19890"/>
                  </a:cubicBezTo>
                  <a:cubicBezTo>
                    <a:pt x="14090" y="19890"/>
                    <a:pt x="17736" y="22777"/>
                    <a:pt x="21013" y="22777"/>
                  </a:cubicBezTo>
                  <a:cubicBezTo>
                    <a:pt x="21074" y="22777"/>
                    <a:pt x="21135" y="22776"/>
                    <a:pt x="21196" y="22774"/>
                  </a:cubicBezTo>
                  <a:cubicBezTo>
                    <a:pt x="25227" y="22638"/>
                    <a:pt x="31143" y="18339"/>
                    <a:pt x="28049" y="8395"/>
                  </a:cubicBezTo>
                  <a:cubicBezTo>
                    <a:pt x="26480" y="3343"/>
                    <a:pt x="23085" y="2099"/>
                    <a:pt x="20123" y="2099"/>
                  </a:cubicBezTo>
                  <a:cubicBezTo>
                    <a:pt x="17456" y="2099"/>
                    <a:pt x="15141" y="3107"/>
                    <a:pt x="14827" y="3251"/>
                  </a:cubicBezTo>
                  <a:cubicBezTo>
                    <a:pt x="12394" y="1002"/>
                    <a:pt x="8791" y="188"/>
                    <a:pt x="8338" y="15"/>
                  </a:cubicBezTo>
                  <a:cubicBezTo>
                    <a:pt x="8311" y="5"/>
                    <a:pt x="8287" y="0"/>
                    <a:pt x="8264" y="0"/>
                  </a:cubicBezTo>
                  <a:close/>
                </a:path>
              </a:pathLst>
            </a:custGeom>
            <a:solidFill>
              <a:srgbClr val="DFB29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7" name="Google Shape;5197;p14"/>
            <p:cNvSpPr/>
            <p:nvPr/>
          </p:nvSpPr>
          <p:spPr>
            <a:xfrm>
              <a:off x="1792575" y="1214225"/>
              <a:ext cx="159575" cy="90425"/>
            </a:xfrm>
            <a:custGeom>
              <a:rect b="b" l="l" r="r" t="t"/>
              <a:pathLst>
                <a:path extrusionOk="0" h="3617" w="6383">
                  <a:moveTo>
                    <a:pt x="3176" y="0"/>
                  </a:moveTo>
                  <a:cubicBezTo>
                    <a:pt x="1028" y="0"/>
                    <a:pt x="40" y="1583"/>
                    <a:pt x="29" y="1603"/>
                  </a:cubicBezTo>
                  <a:cubicBezTo>
                    <a:pt x="1" y="1657"/>
                    <a:pt x="47" y="1707"/>
                    <a:pt x="95" y="1707"/>
                  </a:cubicBezTo>
                  <a:cubicBezTo>
                    <a:pt x="115" y="1707"/>
                    <a:pt x="135" y="1698"/>
                    <a:pt x="149" y="1677"/>
                  </a:cubicBezTo>
                  <a:cubicBezTo>
                    <a:pt x="152" y="1671"/>
                    <a:pt x="448" y="1189"/>
                    <a:pt x="1065" y="773"/>
                  </a:cubicBezTo>
                  <a:cubicBezTo>
                    <a:pt x="1516" y="465"/>
                    <a:pt x="2219" y="141"/>
                    <a:pt x="3178" y="141"/>
                  </a:cubicBezTo>
                  <a:cubicBezTo>
                    <a:pt x="3420" y="141"/>
                    <a:pt x="3678" y="162"/>
                    <a:pt x="3952" y="209"/>
                  </a:cubicBezTo>
                  <a:cubicBezTo>
                    <a:pt x="4581" y="317"/>
                    <a:pt x="5275" y="853"/>
                    <a:pt x="5720" y="1575"/>
                  </a:cubicBezTo>
                  <a:cubicBezTo>
                    <a:pt x="6105" y="2204"/>
                    <a:pt x="6238" y="2858"/>
                    <a:pt x="6077" y="3364"/>
                  </a:cubicBezTo>
                  <a:cubicBezTo>
                    <a:pt x="6059" y="3425"/>
                    <a:pt x="6034" y="3466"/>
                    <a:pt x="6013" y="3472"/>
                  </a:cubicBezTo>
                  <a:cubicBezTo>
                    <a:pt x="6009" y="3473"/>
                    <a:pt x="6006" y="3473"/>
                    <a:pt x="6002" y="3473"/>
                  </a:cubicBezTo>
                  <a:cubicBezTo>
                    <a:pt x="5927" y="3473"/>
                    <a:pt x="5751" y="3300"/>
                    <a:pt x="5581" y="3129"/>
                  </a:cubicBezTo>
                  <a:cubicBezTo>
                    <a:pt x="5164" y="2715"/>
                    <a:pt x="4489" y="2041"/>
                    <a:pt x="3510" y="2041"/>
                  </a:cubicBezTo>
                  <a:cubicBezTo>
                    <a:pt x="3113" y="2041"/>
                    <a:pt x="2667" y="2152"/>
                    <a:pt x="2166" y="2435"/>
                  </a:cubicBezTo>
                  <a:cubicBezTo>
                    <a:pt x="2096" y="2477"/>
                    <a:pt x="2136" y="2569"/>
                    <a:pt x="2200" y="2569"/>
                  </a:cubicBezTo>
                  <a:cubicBezTo>
                    <a:pt x="2212" y="2569"/>
                    <a:pt x="2224" y="2566"/>
                    <a:pt x="2237" y="2559"/>
                  </a:cubicBezTo>
                  <a:cubicBezTo>
                    <a:pt x="2716" y="2287"/>
                    <a:pt x="3140" y="2180"/>
                    <a:pt x="3516" y="2180"/>
                  </a:cubicBezTo>
                  <a:cubicBezTo>
                    <a:pt x="4428" y="2180"/>
                    <a:pt x="5056" y="2808"/>
                    <a:pt x="5482" y="3234"/>
                  </a:cubicBezTo>
                  <a:cubicBezTo>
                    <a:pt x="5707" y="3459"/>
                    <a:pt x="5864" y="3617"/>
                    <a:pt x="6003" y="3617"/>
                  </a:cubicBezTo>
                  <a:cubicBezTo>
                    <a:pt x="6019" y="3614"/>
                    <a:pt x="6031" y="3614"/>
                    <a:pt x="6046" y="3607"/>
                  </a:cubicBezTo>
                  <a:cubicBezTo>
                    <a:pt x="6124" y="3589"/>
                    <a:pt x="6176" y="3521"/>
                    <a:pt x="6213" y="3407"/>
                  </a:cubicBezTo>
                  <a:cubicBezTo>
                    <a:pt x="6383" y="2861"/>
                    <a:pt x="6247" y="2164"/>
                    <a:pt x="5840" y="1501"/>
                  </a:cubicBezTo>
                  <a:cubicBezTo>
                    <a:pt x="5368" y="733"/>
                    <a:pt x="4652" y="184"/>
                    <a:pt x="3974" y="70"/>
                  </a:cubicBezTo>
                  <a:cubicBezTo>
                    <a:pt x="3692" y="22"/>
                    <a:pt x="3426" y="0"/>
                    <a:pt x="31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8" name="Google Shape;5198;p14"/>
            <p:cNvSpPr/>
            <p:nvPr/>
          </p:nvSpPr>
          <p:spPr>
            <a:xfrm>
              <a:off x="1907875" y="1128725"/>
              <a:ext cx="82225" cy="154800"/>
            </a:xfrm>
            <a:custGeom>
              <a:rect b="b" l="l" r="r" t="t"/>
              <a:pathLst>
                <a:path extrusionOk="0" h="6192" w="3289">
                  <a:moveTo>
                    <a:pt x="2365" y="1"/>
                  </a:moveTo>
                  <a:cubicBezTo>
                    <a:pt x="2362" y="1"/>
                    <a:pt x="2358" y="1"/>
                    <a:pt x="2354" y="1"/>
                  </a:cubicBezTo>
                  <a:cubicBezTo>
                    <a:pt x="2289" y="14"/>
                    <a:pt x="793" y="335"/>
                    <a:pt x="340" y="1531"/>
                  </a:cubicBezTo>
                  <a:cubicBezTo>
                    <a:pt x="0" y="2420"/>
                    <a:pt x="333" y="3539"/>
                    <a:pt x="1326" y="4862"/>
                  </a:cubicBezTo>
                  <a:cubicBezTo>
                    <a:pt x="1999" y="5763"/>
                    <a:pt x="2474" y="6192"/>
                    <a:pt x="2792" y="6192"/>
                  </a:cubicBezTo>
                  <a:cubicBezTo>
                    <a:pt x="2838" y="6192"/>
                    <a:pt x="2884" y="6179"/>
                    <a:pt x="2927" y="6161"/>
                  </a:cubicBezTo>
                  <a:cubicBezTo>
                    <a:pt x="3226" y="6016"/>
                    <a:pt x="3273" y="5359"/>
                    <a:pt x="3072" y="4165"/>
                  </a:cubicBezTo>
                  <a:cubicBezTo>
                    <a:pt x="2930" y="3308"/>
                    <a:pt x="2705" y="2478"/>
                    <a:pt x="2705" y="2469"/>
                  </a:cubicBezTo>
                  <a:cubicBezTo>
                    <a:pt x="2694" y="2433"/>
                    <a:pt x="2666" y="2418"/>
                    <a:pt x="2638" y="2418"/>
                  </a:cubicBezTo>
                  <a:cubicBezTo>
                    <a:pt x="2595" y="2418"/>
                    <a:pt x="2552" y="2453"/>
                    <a:pt x="2566" y="2509"/>
                  </a:cubicBezTo>
                  <a:cubicBezTo>
                    <a:pt x="2909" y="3761"/>
                    <a:pt x="3288" y="5828"/>
                    <a:pt x="2866" y="6034"/>
                  </a:cubicBezTo>
                  <a:cubicBezTo>
                    <a:pt x="2846" y="6044"/>
                    <a:pt x="2821" y="6050"/>
                    <a:pt x="2790" y="6050"/>
                  </a:cubicBezTo>
                  <a:cubicBezTo>
                    <a:pt x="2613" y="6050"/>
                    <a:pt x="2233" y="5837"/>
                    <a:pt x="1438" y="4776"/>
                  </a:cubicBezTo>
                  <a:cubicBezTo>
                    <a:pt x="478" y="3496"/>
                    <a:pt x="151" y="2423"/>
                    <a:pt x="469" y="1584"/>
                  </a:cubicBezTo>
                  <a:cubicBezTo>
                    <a:pt x="898" y="458"/>
                    <a:pt x="2366" y="143"/>
                    <a:pt x="2381" y="140"/>
                  </a:cubicBezTo>
                  <a:cubicBezTo>
                    <a:pt x="2464" y="120"/>
                    <a:pt x="2445" y="1"/>
                    <a:pt x="236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9" name="Google Shape;5199;p14"/>
            <p:cNvSpPr/>
            <p:nvPr/>
          </p:nvSpPr>
          <p:spPr>
            <a:xfrm>
              <a:off x="1768025" y="1056550"/>
              <a:ext cx="140800" cy="151275"/>
            </a:xfrm>
            <a:custGeom>
              <a:rect b="b" l="l" r="r" t="t"/>
              <a:pathLst>
                <a:path extrusionOk="0" h="6051" w="5632">
                  <a:moveTo>
                    <a:pt x="1127" y="1"/>
                  </a:moveTo>
                  <a:cubicBezTo>
                    <a:pt x="0" y="1"/>
                    <a:pt x="885" y="5825"/>
                    <a:pt x="885" y="5825"/>
                  </a:cubicBezTo>
                  <a:cubicBezTo>
                    <a:pt x="984" y="5982"/>
                    <a:pt x="1159" y="6051"/>
                    <a:pt x="1384" y="6051"/>
                  </a:cubicBezTo>
                  <a:cubicBezTo>
                    <a:pt x="2569" y="6051"/>
                    <a:pt x="5137" y="4147"/>
                    <a:pt x="5363" y="3317"/>
                  </a:cubicBezTo>
                  <a:cubicBezTo>
                    <a:pt x="5631" y="2330"/>
                    <a:pt x="2319" y="91"/>
                    <a:pt x="1153" y="2"/>
                  </a:cubicBezTo>
                  <a:cubicBezTo>
                    <a:pt x="1144" y="1"/>
                    <a:pt x="1135" y="1"/>
                    <a:pt x="1127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0" name="Google Shape;5200;p14"/>
            <p:cNvSpPr/>
            <p:nvPr/>
          </p:nvSpPr>
          <p:spPr>
            <a:xfrm>
              <a:off x="1807225" y="1119500"/>
              <a:ext cx="52625" cy="42200"/>
            </a:xfrm>
            <a:custGeom>
              <a:rect b="b" l="l" r="r" t="t"/>
              <a:pathLst>
                <a:path extrusionOk="0" h="1688" w="2105">
                  <a:moveTo>
                    <a:pt x="1799" y="1"/>
                  </a:moveTo>
                  <a:cubicBezTo>
                    <a:pt x="1759" y="1"/>
                    <a:pt x="1718" y="31"/>
                    <a:pt x="1728" y="84"/>
                  </a:cubicBezTo>
                  <a:cubicBezTo>
                    <a:pt x="1793" y="444"/>
                    <a:pt x="1880" y="1404"/>
                    <a:pt x="1519" y="1530"/>
                  </a:cubicBezTo>
                  <a:cubicBezTo>
                    <a:pt x="1485" y="1541"/>
                    <a:pt x="1449" y="1547"/>
                    <a:pt x="1410" y="1547"/>
                  </a:cubicBezTo>
                  <a:cubicBezTo>
                    <a:pt x="1015" y="1547"/>
                    <a:pt x="383" y="998"/>
                    <a:pt x="152" y="765"/>
                  </a:cubicBezTo>
                  <a:cubicBezTo>
                    <a:pt x="137" y="750"/>
                    <a:pt x="120" y="744"/>
                    <a:pt x="103" y="744"/>
                  </a:cubicBezTo>
                  <a:cubicBezTo>
                    <a:pt x="48" y="744"/>
                    <a:pt x="1" y="815"/>
                    <a:pt x="51" y="867"/>
                  </a:cubicBezTo>
                  <a:cubicBezTo>
                    <a:pt x="88" y="901"/>
                    <a:pt x="868" y="1687"/>
                    <a:pt x="1414" y="1687"/>
                  </a:cubicBezTo>
                  <a:cubicBezTo>
                    <a:pt x="1463" y="1687"/>
                    <a:pt x="1516" y="1678"/>
                    <a:pt x="1562" y="1663"/>
                  </a:cubicBezTo>
                  <a:cubicBezTo>
                    <a:pt x="2105" y="1478"/>
                    <a:pt x="1895" y="204"/>
                    <a:pt x="1867" y="59"/>
                  </a:cubicBezTo>
                  <a:cubicBezTo>
                    <a:pt x="1861" y="19"/>
                    <a:pt x="1830" y="1"/>
                    <a:pt x="179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1" name="Google Shape;5201;p14"/>
            <p:cNvSpPr/>
            <p:nvPr/>
          </p:nvSpPr>
          <p:spPr>
            <a:xfrm>
              <a:off x="1820750" y="1114450"/>
              <a:ext cx="27000" cy="46700"/>
            </a:xfrm>
            <a:custGeom>
              <a:rect b="b" l="l" r="r" t="t"/>
              <a:pathLst>
                <a:path extrusionOk="0" h="1868" w="1080">
                  <a:moveTo>
                    <a:pt x="79" y="0"/>
                  </a:moveTo>
                  <a:cubicBezTo>
                    <a:pt x="68" y="0"/>
                    <a:pt x="57" y="3"/>
                    <a:pt x="46" y="8"/>
                  </a:cubicBezTo>
                  <a:cubicBezTo>
                    <a:pt x="12" y="27"/>
                    <a:pt x="0" y="70"/>
                    <a:pt x="19" y="104"/>
                  </a:cubicBezTo>
                  <a:lnTo>
                    <a:pt x="938" y="1831"/>
                  </a:lnTo>
                  <a:cubicBezTo>
                    <a:pt x="950" y="1852"/>
                    <a:pt x="975" y="1868"/>
                    <a:pt x="999" y="1868"/>
                  </a:cubicBezTo>
                  <a:cubicBezTo>
                    <a:pt x="1012" y="1868"/>
                    <a:pt x="1024" y="1865"/>
                    <a:pt x="1033" y="1859"/>
                  </a:cubicBezTo>
                  <a:cubicBezTo>
                    <a:pt x="1067" y="1840"/>
                    <a:pt x="1080" y="1797"/>
                    <a:pt x="1061" y="1763"/>
                  </a:cubicBezTo>
                  <a:lnTo>
                    <a:pt x="145" y="39"/>
                  </a:lnTo>
                  <a:cubicBezTo>
                    <a:pt x="130" y="1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2" name="Google Shape;5202;p14"/>
            <p:cNvSpPr/>
            <p:nvPr/>
          </p:nvSpPr>
          <p:spPr>
            <a:xfrm>
              <a:off x="1805850" y="1100800"/>
              <a:ext cx="24100" cy="14850"/>
            </a:xfrm>
            <a:custGeom>
              <a:rect b="b" l="l" r="r" t="t"/>
              <a:pathLst>
                <a:path extrusionOk="0" h="594" w="964">
                  <a:moveTo>
                    <a:pt x="917" y="1"/>
                  </a:moveTo>
                  <a:cubicBezTo>
                    <a:pt x="397" y="1"/>
                    <a:pt x="1" y="551"/>
                    <a:pt x="1" y="551"/>
                  </a:cubicBezTo>
                  <a:cubicBezTo>
                    <a:pt x="1" y="551"/>
                    <a:pt x="440" y="594"/>
                    <a:pt x="627" y="594"/>
                  </a:cubicBezTo>
                  <a:cubicBezTo>
                    <a:pt x="665" y="594"/>
                    <a:pt x="692" y="592"/>
                    <a:pt x="704" y="588"/>
                  </a:cubicBezTo>
                  <a:cubicBezTo>
                    <a:pt x="778" y="566"/>
                    <a:pt x="963" y="2"/>
                    <a:pt x="963" y="2"/>
                  </a:cubicBezTo>
                  <a:cubicBezTo>
                    <a:pt x="948" y="1"/>
                    <a:pt x="932" y="1"/>
                    <a:pt x="917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3" name="Google Shape;5203;p14"/>
            <p:cNvSpPr/>
            <p:nvPr/>
          </p:nvSpPr>
          <p:spPr>
            <a:xfrm>
              <a:off x="1608450" y="965950"/>
              <a:ext cx="51325" cy="62500"/>
            </a:xfrm>
            <a:custGeom>
              <a:rect b="b" l="l" r="r" t="t"/>
              <a:pathLst>
                <a:path extrusionOk="0" h="2500" w="2053">
                  <a:moveTo>
                    <a:pt x="418" y="1"/>
                  </a:moveTo>
                  <a:cubicBezTo>
                    <a:pt x="406" y="1"/>
                    <a:pt x="396" y="5"/>
                    <a:pt x="390" y="14"/>
                  </a:cubicBezTo>
                  <a:cubicBezTo>
                    <a:pt x="248" y="205"/>
                    <a:pt x="1" y="2426"/>
                    <a:pt x="214" y="2491"/>
                  </a:cubicBezTo>
                  <a:cubicBezTo>
                    <a:pt x="235" y="2497"/>
                    <a:pt x="267" y="2500"/>
                    <a:pt x="307" y="2500"/>
                  </a:cubicBezTo>
                  <a:cubicBezTo>
                    <a:pt x="681" y="2500"/>
                    <a:pt x="1796" y="2246"/>
                    <a:pt x="2052" y="1760"/>
                  </a:cubicBezTo>
                  <a:cubicBezTo>
                    <a:pt x="2052" y="1760"/>
                    <a:pt x="671" y="1"/>
                    <a:pt x="418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4" name="Google Shape;5204;p14"/>
            <p:cNvSpPr/>
            <p:nvPr/>
          </p:nvSpPr>
          <p:spPr>
            <a:xfrm>
              <a:off x="1788950" y="871750"/>
              <a:ext cx="64275" cy="50375"/>
            </a:xfrm>
            <a:custGeom>
              <a:rect b="b" l="l" r="r" t="t"/>
              <a:pathLst>
                <a:path extrusionOk="0" h="2015" w="2571">
                  <a:moveTo>
                    <a:pt x="127" y="0"/>
                  </a:moveTo>
                  <a:cubicBezTo>
                    <a:pt x="1" y="0"/>
                    <a:pt x="698" y="2015"/>
                    <a:pt x="698" y="2015"/>
                  </a:cubicBezTo>
                  <a:lnTo>
                    <a:pt x="2570" y="1274"/>
                  </a:lnTo>
                  <a:cubicBezTo>
                    <a:pt x="2570" y="1274"/>
                    <a:pt x="273" y="38"/>
                    <a:pt x="131" y="1"/>
                  </a:cubicBezTo>
                  <a:cubicBezTo>
                    <a:pt x="130" y="0"/>
                    <a:pt x="129" y="0"/>
                    <a:pt x="127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5" name="Google Shape;5205;p14"/>
            <p:cNvSpPr/>
            <p:nvPr/>
          </p:nvSpPr>
          <p:spPr>
            <a:xfrm>
              <a:off x="1685575" y="976300"/>
              <a:ext cx="59850" cy="63650"/>
            </a:xfrm>
            <a:custGeom>
              <a:rect b="b" l="l" r="r" t="t"/>
              <a:pathLst>
                <a:path extrusionOk="0" h="2546" w="2394">
                  <a:moveTo>
                    <a:pt x="1146" y="1"/>
                  </a:moveTo>
                  <a:cubicBezTo>
                    <a:pt x="1146" y="1"/>
                    <a:pt x="1145" y="1"/>
                    <a:pt x="1145" y="1"/>
                  </a:cubicBezTo>
                  <a:cubicBezTo>
                    <a:pt x="1021" y="26"/>
                    <a:pt x="0" y="513"/>
                    <a:pt x="0" y="513"/>
                  </a:cubicBezTo>
                  <a:cubicBezTo>
                    <a:pt x="0" y="513"/>
                    <a:pt x="1747" y="2545"/>
                    <a:pt x="2229" y="2545"/>
                  </a:cubicBezTo>
                  <a:cubicBezTo>
                    <a:pt x="2270" y="2545"/>
                    <a:pt x="2302" y="2531"/>
                    <a:pt x="2323" y="2499"/>
                  </a:cubicBezTo>
                  <a:cubicBezTo>
                    <a:pt x="2393" y="2392"/>
                    <a:pt x="1276" y="1"/>
                    <a:pt x="1146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6" name="Google Shape;5206;p14"/>
            <p:cNvSpPr/>
            <p:nvPr/>
          </p:nvSpPr>
          <p:spPr>
            <a:xfrm>
              <a:off x="1969500" y="1235675"/>
              <a:ext cx="12875" cy="37750"/>
            </a:xfrm>
            <a:custGeom>
              <a:rect b="b" l="l" r="r" t="t"/>
              <a:pathLst>
                <a:path extrusionOk="0" h="1510" w="515">
                  <a:moveTo>
                    <a:pt x="79" y="1"/>
                  </a:moveTo>
                  <a:cubicBezTo>
                    <a:pt x="40" y="1"/>
                    <a:pt x="0" y="30"/>
                    <a:pt x="9" y="82"/>
                  </a:cubicBezTo>
                  <a:cubicBezTo>
                    <a:pt x="15" y="122"/>
                    <a:pt x="148" y="1053"/>
                    <a:pt x="370" y="1469"/>
                  </a:cubicBezTo>
                  <a:cubicBezTo>
                    <a:pt x="382" y="1494"/>
                    <a:pt x="407" y="1506"/>
                    <a:pt x="434" y="1510"/>
                  </a:cubicBezTo>
                  <a:cubicBezTo>
                    <a:pt x="444" y="1506"/>
                    <a:pt x="456" y="1503"/>
                    <a:pt x="465" y="1497"/>
                  </a:cubicBezTo>
                  <a:cubicBezTo>
                    <a:pt x="499" y="1479"/>
                    <a:pt x="515" y="1436"/>
                    <a:pt x="496" y="1402"/>
                  </a:cubicBezTo>
                  <a:cubicBezTo>
                    <a:pt x="286" y="1010"/>
                    <a:pt x="148" y="72"/>
                    <a:pt x="148" y="63"/>
                  </a:cubicBezTo>
                  <a:cubicBezTo>
                    <a:pt x="142" y="20"/>
                    <a:pt x="111" y="1"/>
                    <a:pt x="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7" name="Google Shape;5207;p14"/>
            <p:cNvSpPr/>
            <p:nvPr/>
          </p:nvSpPr>
          <p:spPr>
            <a:xfrm>
              <a:off x="1959375" y="1243250"/>
              <a:ext cx="17450" cy="36950"/>
            </a:xfrm>
            <a:custGeom>
              <a:rect b="b" l="l" r="r" t="t"/>
              <a:pathLst>
                <a:path extrusionOk="0" h="1478" w="698">
                  <a:moveTo>
                    <a:pt x="77" y="0"/>
                  </a:moveTo>
                  <a:cubicBezTo>
                    <a:pt x="75" y="0"/>
                    <a:pt x="73" y="0"/>
                    <a:pt x="71" y="1"/>
                  </a:cubicBezTo>
                  <a:cubicBezTo>
                    <a:pt x="31" y="1"/>
                    <a:pt x="1" y="35"/>
                    <a:pt x="4" y="72"/>
                  </a:cubicBezTo>
                  <a:cubicBezTo>
                    <a:pt x="4" y="105"/>
                    <a:pt x="38" y="898"/>
                    <a:pt x="568" y="1456"/>
                  </a:cubicBezTo>
                  <a:cubicBezTo>
                    <a:pt x="580" y="1469"/>
                    <a:pt x="599" y="1478"/>
                    <a:pt x="620" y="1478"/>
                  </a:cubicBezTo>
                  <a:cubicBezTo>
                    <a:pt x="639" y="1478"/>
                    <a:pt x="654" y="1472"/>
                    <a:pt x="670" y="1459"/>
                  </a:cubicBezTo>
                  <a:cubicBezTo>
                    <a:pt x="698" y="1432"/>
                    <a:pt x="698" y="1385"/>
                    <a:pt x="670" y="1358"/>
                  </a:cubicBezTo>
                  <a:cubicBezTo>
                    <a:pt x="179" y="840"/>
                    <a:pt x="146" y="75"/>
                    <a:pt x="146" y="68"/>
                  </a:cubicBezTo>
                  <a:cubicBezTo>
                    <a:pt x="143" y="30"/>
                    <a:pt x="114" y="0"/>
                    <a:pt x="7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8" name="Google Shape;5208;p14"/>
            <p:cNvSpPr/>
            <p:nvPr/>
          </p:nvSpPr>
          <p:spPr>
            <a:xfrm>
              <a:off x="1915050" y="1266400"/>
              <a:ext cx="27625" cy="37025"/>
            </a:xfrm>
            <a:custGeom>
              <a:rect b="b" l="l" r="r" t="t"/>
              <a:pathLst>
                <a:path extrusionOk="0" h="1481" w="1105">
                  <a:moveTo>
                    <a:pt x="102" y="0"/>
                  </a:moveTo>
                  <a:cubicBezTo>
                    <a:pt x="47" y="0"/>
                    <a:pt x="0" y="71"/>
                    <a:pt x="53" y="123"/>
                  </a:cubicBezTo>
                  <a:cubicBezTo>
                    <a:pt x="59" y="129"/>
                    <a:pt x="882" y="959"/>
                    <a:pt x="959" y="1422"/>
                  </a:cubicBezTo>
                  <a:cubicBezTo>
                    <a:pt x="965" y="1456"/>
                    <a:pt x="993" y="1480"/>
                    <a:pt x="1027" y="1480"/>
                  </a:cubicBezTo>
                  <a:cubicBezTo>
                    <a:pt x="1033" y="1480"/>
                    <a:pt x="1036" y="1480"/>
                    <a:pt x="1039" y="1477"/>
                  </a:cubicBezTo>
                  <a:cubicBezTo>
                    <a:pt x="1080" y="1471"/>
                    <a:pt x="1104" y="1434"/>
                    <a:pt x="1098" y="1397"/>
                  </a:cubicBezTo>
                  <a:cubicBezTo>
                    <a:pt x="1015" y="888"/>
                    <a:pt x="185" y="58"/>
                    <a:pt x="151" y="21"/>
                  </a:cubicBezTo>
                  <a:cubicBezTo>
                    <a:pt x="136" y="7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9" name="Google Shape;5209;p14"/>
            <p:cNvSpPr/>
            <p:nvPr/>
          </p:nvSpPr>
          <p:spPr>
            <a:xfrm>
              <a:off x="1923450" y="1257550"/>
              <a:ext cx="23450" cy="39000"/>
            </a:xfrm>
            <a:custGeom>
              <a:rect b="b" l="l" r="r" t="t"/>
              <a:pathLst>
                <a:path extrusionOk="0" h="1560" w="938">
                  <a:moveTo>
                    <a:pt x="94" y="1"/>
                  </a:moveTo>
                  <a:cubicBezTo>
                    <a:pt x="47" y="1"/>
                    <a:pt x="0" y="48"/>
                    <a:pt x="31" y="104"/>
                  </a:cubicBezTo>
                  <a:cubicBezTo>
                    <a:pt x="56" y="150"/>
                    <a:pt x="633" y="1258"/>
                    <a:pt x="796" y="1526"/>
                  </a:cubicBezTo>
                  <a:cubicBezTo>
                    <a:pt x="808" y="1548"/>
                    <a:pt x="830" y="1560"/>
                    <a:pt x="858" y="1560"/>
                  </a:cubicBezTo>
                  <a:cubicBezTo>
                    <a:pt x="870" y="1560"/>
                    <a:pt x="882" y="1557"/>
                    <a:pt x="892" y="1551"/>
                  </a:cubicBezTo>
                  <a:cubicBezTo>
                    <a:pt x="926" y="1532"/>
                    <a:pt x="938" y="1486"/>
                    <a:pt x="916" y="1455"/>
                  </a:cubicBezTo>
                  <a:cubicBezTo>
                    <a:pt x="756" y="1187"/>
                    <a:pt x="161" y="52"/>
                    <a:pt x="154" y="39"/>
                  </a:cubicBezTo>
                  <a:cubicBezTo>
                    <a:pt x="140" y="12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0" name="Google Shape;5210;p14"/>
            <p:cNvSpPr/>
            <p:nvPr/>
          </p:nvSpPr>
          <p:spPr>
            <a:xfrm>
              <a:off x="1668700" y="1163325"/>
              <a:ext cx="72175" cy="17650"/>
            </a:xfrm>
            <a:custGeom>
              <a:rect b="b" l="l" r="r" t="t"/>
              <a:pathLst>
                <a:path extrusionOk="0" h="706" w="2887">
                  <a:moveTo>
                    <a:pt x="2791" y="0"/>
                  </a:moveTo>
                  <a:cubicBezTo>
                    <a:pt x="2786" y="0"/>
                    <a:pt x="2779" y="1"/>
                    <a:pt x="2773" y="2"/>
                  </a:cubicBezTo>
                  <a:lnTo>
                    <a:pt x="86" y="567"/>
                  </a:lnTo>
                  <a:cubicBezTo>
                    <a:pt x="1" y="582"/>
                    <a:pt x="12" y="706"/>
                    <a:pt x="98" y="706"/>
                  </a:cubicBezTo>
                  <a:cubicBezTo>
                    <a:pt x="99" y="706"/>
                    <a:pt x="100" y="706"/>
                    <a:pt x="102" y="706"/>
                  </a:cubicBezTo>
                  <a:lnTo>
                    <a:pt x="114" y="706"/>
                  </a:lnTo>
                  <a:lnTo>
                    <a:pt x="2800" y="141"/>
                  </a:lnTo>
                  <a:cubicBezTo>
                    <a:pt x="2886" y="121"/>
                    <a:pt x="2868" y="0"/>
                    <a:pt x="279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1" name="Google Shape;5211;p14"/>
            <p:cNvSpPr/>
            <p:nvPr/>
          </p:nvSpPr>
          <p:spPr>
            <a:xfrm>
              <a:off x="1674075" y="1166825"/>
              <a:ext cx="73050" cy="53925"/>
            </a:xfrm>
            <a:custGeom>
              <a:rect b="b" l="l" r="r" t="t"/>
              <a:pathLst>
                <a:path extrusionOk="0" h="2157" w="2922">
                  <a:moveTo>
                    <a:pt x="2820" y="0"/>
                  </a:moveTo>
                  <a:cubicBezTo>
                    <a:pt x="2806" y="0"/>
                    <a:pt x="2791" y="5"/>
                    <a:pt x="2777" y="17"/>
                  </a:cubicBezTo>
                  <a:lnTo>
                    <a:pt x="56" y="2031"/>
                  </a:lnTo>
                  <a:cubicBezTo>
                    <a:pt x="1" y="2071"/>
                    <a:pt x="28" y="2157"/>
                    <a:pt x="96" y="2157"/>
                  </a:cubicBezTo>
                  <a:cubicBezTo>
                    <a:pt x="112" y="2157"/>
                    <a:pt x="127" y="2151"/>
                    <a:pt x="139" y="2142"/>
                  </a:cubicBezTo>
                  <a:lnTo>
                    <a:pt x="2860" y="128"/>
                  </a:lnTo>
                  <a:cubicBezTo>
                    <a:pt x="2922" y="83"/>
                    <a:pt x="2878" y="0"/>
                    <a:pt x="282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2" name="Google Shape;5212;p14"/>
            <p:cNvSpPr/>
            <p:nvPr/>
          </p:nvSpPr>
          <p:spPr>
            <a:xfrm>
              <a:off x="1711325" y="1175025"/>
              <a:ext cx="42300" cy="59850"/>
            </a:xfrm>
            <a:custGeom>
              <a:rect b="b" l="l" r="r" t="t"/>
              <a:pathLst>
                <a:path extrusionOk="0" h="2394" w="1692">
                  <a:moveTo>
                    <a:pt x="1602" y="0"/>
                  </a:moveTo>
                  <a:cubicBezTo>
                    <a:pt x="1585" y="0"/>
                    <a:pt x="1567" y="7"/>
                    <a:pt x="1552" y="22"/>
                  </a:cubicBezTo>
                  <a:lnTo>
                    <a:pt x="34" y="2285"/>
                  </a:lnTo>
                  <a:cubicBezTo>
                    <a:pt x="0" y="2332"/>
                    <a:pt x="34" y="2393"/>
                    <a:pt x="93" y="2393"/>
                  </a:cubicBezTo>
                  <a:cubicBezTo>
                    <a:pt x="115" y="2393"/>
                    <a:pt x="136" y="2381"/>
                    <a:pt x="148" y="2363"/>
                  </a:cubicBezTo>
                  <a:lnTo>
                    <a:pt x="1669" y="99"/>
                  </a:lnTo>
                  <a:cubicBezTo>
                    <a:pt x="1692" y="47"/>
                    <a:pt x="1648" y="0"/>
                    <a:pt x="16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3" name="Google Shape;5213;p14"/>
            <p:cNvSpPr/>
            <p:nvPr/>
          </p:nvSpPr>
          <p:spPr>
            <a:xfrm>
              <a:off x="1879100" y="1032500"/>
              <a:ext cx="50825" cy="54875"/>
            </a:xfrm>
            <a:custGeom>
              <a:rect b="b" l="l" r="r" t="t"/>
              <a:pathLst>
                <a:path extrusionOk="0" h="2195" w="2033">
                  <a:moveTo>
                    <a:pt x="1932" y="1"/>
                  </a:moveTo>
                  <a:cubicBezTo>
                    <a:pt x="1914" y="1"/>
                    <a:pt x="1895" y="8"/>
                    <a:pt x="1879" y="26"/>
                  </a:cubicBezTo>
                  <a:lnTo>
                    <a:pt x="41" y="2077"/>
                  </a:lnTo>
                  <a:cubicBezTo>
                    <a:pt x="1" y="2120"/>
                    <a:pt x="35" y="2194"/>
                    <a:pt x="96" y="2194"/>
                  </a:cubicBezTo>
                  <a:cubicBezTo>
                    <a:pt x="115" y="2194"/>
                    <a:pt x="133" y="2185"/>
                    <a:pt x="149" y="2170"/>
                  </a:cubicBezTo>
                  <a:lnTo>
                    <a:pt x="1984" y="122"/>
                  </a:lnTo>
                  <a:cubicBezTo>
                    <a:pt x="2033" y="68"/>
                    <a:pt x="1986" y="1"/>
                    <a:pt x="193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4" name="Google Shape;5214;p14"/>
            <p:cNvSpPr/>
            <p:nvPr/>
          </p:nvSpPr>
          <p:spPr>
            <a:xfrm>
              <a:off x="1896225" y="1062550"/>
              <a:ext cx="69125" cy="34525"/>
            </a:xfrm>
            <a:custGeom>
              <a:rect b="b" l="l" r="r" t="t"/>
              <a:pathLst>
                <a:path extrusionOk="0" h="1381" w="2765">
                  <a:moveTo>
                    <a:pt x="2663" y="1"/>
                  </a:moveTo>
                  <a:cubicBezTo>
                    <a:pt x="2653" y="1"/>
                    <a:pt x="2643" y="3"/>
                    <a:pt x="2631" y="8"/>
                  </a:cubicBezTo>
                  <a:lnTo>
                    <a:pt x="50" y="1248"/>
                  </a:lnTo>
                  <a:cubicBezTo>
                    <a:pt x="16" y="1264"/>
                    <a:pt x="1" y="1307"/>
                    <a:pt x="16" y="1341"/>
                  </a:cubicBezTo>
                  <a:cubicBezTo>
                    <a:pt x="28" y="1365"/>
                    <a:pt x="53" y="1381"/>
                    <a:pt x="81" y="1381"/>
                  </a:cubicBezTo>
                  <a:cubicBezTo>
                    <a:pt x="90" y="1381"/>
                    <a:pt x="102" y="1378"/>
                    <a:pt x="112" y="1372"/>
                  </a:cubicBezTo>
                  <a:lnTo>
                    <a:pt x="2690" y="135"/>
                  </a:lnTo>
                  <a:cubicBezTo>
                    <a:pt x="2765" y="100"/>
                    <a:pt x="2729" y="1"/>
                    <a:pt x="266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5" name="Google Shape;5215;p14"/>
            <p:cNvSpPr/>
            <p:nvPr/>
          </p:nvSpPr>
          <p:spPr>
            <a:xfrm>
              <a:off x="1722425" y="958250"/>
              <a:ext cx="54175" cy="68425"/>
            </a:xfrm>
            <a:custGeom>
              <a:rect b="b" l="l" r="r" t="t"/>
              <a:pathLst>
                <a:path extrusionOk="0" h="2737" w="2167">
                  <a:moveTo>
                    <a:pt x="1078" y="1"/>
                  </a:moveTo>
                  <a:cubicBezTo>
                    <a:pt x="1072" y="1"/>
                    <a:pt x="1067" y="2"/>
                    <a:pt x="1062" y="4"/>
                  </a:cubicBezTo>
                  <a:cubicBezTo>
                    <a:pt x="565" y="236"/>
                    <a:pt x="1" y="677"/>
                    <a:pt x="1" y="677"/>
                  </a:cubicBezTo>
                  <a:cubicBezTo>
                    <a:pt x="1" y="677"/>
                    <a:pt x="1830" y="2736"/>
                    <a:pt x="2121" y="2736"/>
                  </a:cubicBezTo>
                  <a:cubicBezTo>
                    <a:pt x="2154" y="2736"/>
                    <a:pt x="2167" y="2711"/>
                    <a:pt x="2156" y="2654"/>
                  </a:cubicBezTo>
                  <a:cubicBezTo>
                    <a:pt x="2054" y="2102"/>
                    <a:pt x="1322" y="1"/>
                    <a:pt x="1078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6" name="Google Shape;5216;p14"/>
            <p:cNvSpPr/>
            <p:nvPr/>
          </p:nvSpPr>
          <p:spPr>
            <a:xfrm>
              <a:off x="1756050" y="937600"/>
              <a:ext cx="53000" cy="63200"/>
            </a:xfrm>
            <a:custGeom>
              <a:rect b="b" l="l" r="r" t="t"/>
              <a:pathLst>
                <a:path extrusionOk="0" h="2528" w="2120">
                  <a:moveTo>
                    <a:pt x="882" y="1"/>
                  </a:moveTo>
                  <a:lnTo>
                    <a:pt x="0" y="617"/>
                  </a:lnTo>
                  <a:cubicBezTo>
                    <a:pt x="0" y="617"/>
                    <a:pt x="1589" y="2456"/>
                    <a:pt x="1872" y="2527"/>
                  </a:cubicBezTo>
                  <a:cubicBezTo>
                    <a:pt x="1876" y="2528"/>
                    <a:pt x="1880" y="2528"/>
                    <a:pt x="1883" y="2528"/>
                  </a:cubicBezTo>
                  <a:cubicBezTo>
                    <a:pt x="2119" y="2528"/>
                    <a:pt x="882" y="1"/>
                    <a:pt x="882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7" name="Google Shape;5217;p14"/>
            <p:cNvSpPr/>
            <p:nvPr/>
          </p:nvSpPr>
          <p:spPr>
            <a:xfrm>
              <a:off x="1601125" y="1064225"/>
              <a:ext cx="178550" cy="88825"/>
            </a:xfrm>
            <a:custGeom>
              <a:rect b="b" l="l" r="r" t="t"/>
              <a:pathLst>
                <a:path extrusionOk="0" h="3553" w="7142">
                  <a:moveTo>
                    <a:pt x="4352" y="1"/>
                  </a:moveTo>
                  <a:cubicBezTo>
                    <a:pt x="3532" y="1"/>
                    <a:pt x="2805" y="271"/>
                    <a:pt x="2805" y="271"/>
                  </a:cubicBezTo>
                  <a:cubicBezTo>
                    <a:pt x="1173" y="774"/>
                    <a:pt x="1" y="3371"/>
                    <a:pt x="3434" y="3538"/>
                  </a:cubicBezTo>
                  <a:cubicBezTo>
                    <a:pt x="3640" y="3548"/>
                    <a:pt x="3835" y="3552"/>
                    <a:pt x="4019" y="3552"/>
                  </a:cubicBezTo>
                  <a:cubicBezTo>
                    <a:pt x="6902" y="3552"/>
                    <a:pt x="7142" y="2356"/>
                    <a:pt x="6237" y="901"/>
                  </a:cubicBezTo>
                  <a:cubicBezTo>
                    <a:pt x="5797" y="193"/>
                    <a:pt x="5042" y="1"/>
                    <a:pt x="4352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8" name="Google Shape;5218;p14"/>
            <p:cNvSpPr/>
            <p:nvPr/>
          </p:nvSpPr>
          <p:spPr>
            <a:xfrm>
              <a:off x="1685575" y="1106525"/>
              <a:ext cx="66250" cy="16150"/>
            </a:xfrm>
            <a:custGeom>
              <a:rect b="b" l="l" r="r" t="t"/>
              <a:pathLst>
                <a:path extrusionOk="0" h="646" w="2650">
                  <a:moveTo>
                    <a:pt x="1394" y="1"/>
                  </a:moveTo>
                  <a:cubicBezTo>
                    <a:pt x="978" y="1"/>
                    <a:pt x="502" y="125"/>
                    <a:pt x="50" y="522"/>
                  </a:cubicBezTo>
                  <a:cubicBezTo>
                    <a:pt x="0" y="566"/>
                    <a:pt x="31" y="646"/>
                    <a:pt x="96" y="646"/>
                  </a:cubicBezTo>
                  <a:cubicBezTo>
                    <a:pt x="114" y="646"/>
                    <a:pt x="130" y="640"/>
                    <a:pt x="142" y="627"/>
                  </a:cubicBezTo>
                  <a:cubicBezTo>
                    <a:pt x="570" y="253"/>
                    <a:pt x="1014" y="136"/>
                    <a:pt x="1401" y="136"/>
                  </a:cubicBezTo>
                  <a:cubicBezTo>
                    <a:pt x="2023" y="136"/>
                    <a:pt x="2500" y="437"/>
                    <a:pt x="2532" y="458"/>
                  </a:cubicBezTo>
                  <a:cubicBezTo>
                    <a:pt x="2544" y="465"/>
                    <a:pt x="2557" y="469"/>
                    <a:pt x="2570" y="469"/>
                  </a:cubicBezTo>
                  <a:cubicBezTo>
                    <a:pt x="2594" y="469"/>
                    <a:pt x="2617" y="458"/>
                    <a:pt x="2631" y="436"/>
                  </a:cubicBezTo>
                  <a:cubicBezTo>
                    <a:pt x="2650" y="405"/>
                    <a:pt x="2640" y="362"/>
                    <a:pt x="2610" y="340"/>
                  </a:cubicBezTo>
                  <a:cubicBezTo>
                    <a:pt x="2600" y="333"/>
                    <a:pt x="2076" y="1"/>
                    <a:pt x="139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9" name="Google Shape;5219;p14"/>
            <p:cNvSpPr/>
            <p:nvPr/>
          </p:nvSpPr>
          <p:spPr>
            <a:xfrm>
              <a:off x="1824400" y="958700"/>
              <a:ext cx="96400" cy="113525"/>
            </a:xfrm>
            <a:custGeom>
              <a:rect b="b" l="l" r="r" t="t"/>
              <a:pathLst>
                <a:path extrusionOk="0" h="4541" w="3856">
                  <a:moveTo>
                    <a:pt x="2281" y="0"/>
                  </a:moveTo>
                  <a:cubicBezTo>
                    <a:pt x="2242" y="0"/>
                    <a:pt x="2203" y="5"/>
                    <a:pt x="2164" y="14"/>
                  </a:cubicBezTo>
                  <a:cubicBezTo>
                    <a:pt x="2164" y="14"/>
                    <a:pt x="730" y="69"/>
                    <a:pt x="363" y="1562"/>
                  </a:cubicBezTo>
                  <a:cubicBezTo>
                    <a:pt x="0" y="3047"/>
                    <a:pt x="452" y="4540"/>
                    <a:pt x="1303" y="4540"/>
                  </a:cubicBezTo>
                  <a:cubicBezTo>
                    <a:pt x="1624" y="4540"/>
                    <a:pt x="2002" y="4328"/>
                    <a:pt x="2414" y="3823"/>
                  </a:cubicBezTo>
                  <a:cubicBezTo>
                    <a:pt x="3855" y="2064"/>
                    <a:pt x="3117" y="0"/>
                    <a:pt x="2281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0" name="Google Shape;5220;p14"/>
            <p:cNvSpPr/>
            <p:nvPr/>
          </p:nvSpPr>
          <p:spPr>
            <a:xfrm>
              <a:off x="1846025" y="998050"/>
              <a:ext cx="24750" cy="61025"/>
            </a:xfrm>
            <a:custGeom>
              <a:rect b="b" l="l" r="r" t="t"/>
              <a:pathLst>
                <a:path extrusionOk="0" h="2441" w="990">
                  <a:moveTo>
                    <a:pt x="888" y="1"/>
                  </a:moveTo>
                  <a:cubicBezTo>
                    <a:pt x="867" y="1"/>
                    <a:pt x="846" y="10"/>
                    <a:pt x="830" y="35"/>
                  </a:cubicBezTo>
                  <a:cubicBezTo>
                    <a:pt x="796" y="81"/>
                    <a:pt x="1" y="1237"/>
                    <a:pt x="254" y="2385"/>
                  </a:cubicBezTo>
                  <a:cubicBezTo>
                    <a:pt x="260" y="2419"/>
                    <a:pt x="287" y="2440"/>
                    <a:pt x="321" y="2440"/>
                  </a:cubicBezTo>
                  <a:lnTo>
                    <a:pt x="337" y="2440"/>
                  </a:lnTo>
                  <a:cubicBezTo>
                    <a:pt x="377" y="2431"/>
                    <a:pt x="402" y="2394"/>
                    <a:pt x="392" y="2357"/>
                  </a:cubicBezTo>
                  <a:cubicBezTo>
                    <a:pt x="155" y="1271"/>
                    <a:pt x="938" y="127"/>
                    <a:pt x="948" y="115"/>
                  </a:cubicBezTo>
                  <a:cubicBezTo>
                    <a:pt x="989" y="60"/>
                    <a:pt x="939" y="1"/>
                    <a:pt x="88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1" name="Google Shape;5221;p14"/>
            <p:cNvSpPr/>
            <p:nvPr/>
          </p:nvSpPr>
          <p:spPr>
            <a:xfrm>
              <a:off x="1718025" y="1264925"/>
              <a:ext cx="45975" cy="64200"/>
            </a:xfrm>
            <a:custGeom>
              <a:rect b="b" l="l" r="r" t="t"/>
              <a:pathLst>
                <a:path extrusionOk="0" h="2568" w="1839">
                  <a:moveTo>
                    <a:pt x="1555" y="0"/>
                  </a:moveTo>
                  <a:cubicBezTo>
                    <a:pt x="1271" y="0"/>
                    <a:pt x="214" y="71"/>
                    <a:pt x="1" y="352"/>
                  </a:cubicBezTo>
                  <a:cubicBezTo>
                    <a:pt x="1" y="352"/>
                    <a:pt x="824" y="2567"/>
                    <a:pt x="1150" y="2567"/>
                  </a:cubicBezTo>
                  <a:cubicBezTo>
                    <a:pt x="1169" y="2567"/>
                    <a:pt x="1185" y="2560"/>
                    <a:pt x="1201" y="2545"/>
                  </a:cubicBezTo>
                  <a:cubicBezTo>
                    <a:pt x="1484" y="2261"/>
                    <a:pt x="1839" y="0"/>
                    <a:pt x="1555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2" name="Google Shape;5222;p14"/>
            <p:cNvSpPr/>
            <p:nvPr/>
          </p:nvSpPr>
          <p:spPr>
            <a:xfrm>
              <a:off x="1668525" y="1277250"/>
              <a:ext cx="52500" cy="56600"/>
            </a:xfrm>
            <a:custGeom>
              <a:rect b="b" l="l" r="r" t="t"/>
              <a:pathLst>
                <a:path extrusionOk="0" h="2264" w="2100">
                  <a:moveTo>
                    <a:pt x="1345" y="1"/>
                  </a:moveTo>
                  <a:cubicBezTo>
                    <a:pt x="1062" y="1"/>
                    <a:pt x="143" y="355"/>
                    <a:pt x="72" y="636"/>
                  </a:cubicBezTo>
                  <a:cubicBezTo>
                    <a:pt x="1" y="920"/>
                    <a:pt x="1697" y="2194"/>
                    <a:pt x="1910" y="2262"/>
                  </a:cubicBezTo>
                  <a:cubicBezTo>
                    <a:pt x="1913" y="2263"/>
                    <a:pt x="1916" y="2263"/>
                    <a:pt x="1919" y="2263"/>
                  </a:cubicBezTo>
                  <a:cubicBezTo>
                    <a:pt x="2099" y="2263"/>
                    <a:pt x="1345" y="1"/>
                    <a:pt x="1345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3" name="Google Shape;5223;p14"/>
            <p:cNvSpPr/>
            <p:nvPr/>
          </p:nvSpPr>
          <p:spPr>
            <a:xfrm>
              <a:off x="1776325" y="1267025"/>
              <a:ext cx="42425" cy="56550"/>
            </a:xfrm>
            <a:custGeom>
              <a:rect b="b" l="l" r="r" t="t"/>
              <a:pathLst>
                <a:path extrusionOk="0" h="2262" w="1697">
                  <a:moveTo>
                    <a:pt x="494" y="1"/>
                  </a:moveTo>
                  <a:cubicBezTo>
                    <a:pt x="327" y="1"/>
                    <a:pt x="158" y="18"/>
                    <a:pt x="0" y="58"/>
                  </a:cubicBezTo>
                  <a:cubicBezTo>
                    <a:pt x="0" y="58"/>
                    <a:pt x="131" y="2261"/>
                    <a:pt x="328" y="2261"/>
                  </a:cubicBezTo>
                  <a:cubicBezTo>
                    <a:pt x="337" y="2261"/>
                    <a:pt x="346" y="2257"/>
                    <a:pt x="355" y="2248"/>
                  </a:cubicBezTo>
                  <a:cubicBezTo>
                    <a:pt x="565" y="2035"/>
                    <a:pt x="1697" y="481"/>
                    <a:pt x="1484" y="268"/>
                  </a:cubicBezTo>
                  <a:cubicBezTo>
                    <a:pt x="1331" y="117"/>
                    <a:pt x="921" y="1"/>
                    <a:pt x="49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4" name="Google Shape;5224;p14"/>
            <p:cNvSpPr/>
            <p:nvPr/>
          </p:nvSpPr>
          <p:spPr>
            <a:xfrm>
              <a:off x="2017050" y="906750"/>
              <a:ext cx="47575" cy="76200"/>
            </a:xfrm>
            <a:custGeom>
              <a:rect b="b" l="l" r="r" t="t"/>
              <a:pathLst>
                <a:path extrusionOk="0" h="3048" w="1903">
                  <a:moveTo>
                    <a:pt x="1679" y="1"/>
                  </a:moveTo>
                  <a:cubicBezTo>
                    <a:pt x="1679" y="1"/>
                    <a:pt x="1679" y="1"/>
                    <a:pt x="1678" y="1"/>
                  </a:cubicBezTo>
                  <a:cubicBezTo>
                    <a:pt x="901" y="16"/>
                    <a:pt x="673" y="50"/>
                    <a:pt x="1" y="244"/>
                  </a:cubicBezTo>
                  <a:cubicBezTo>
                    <a:pt x="1" y="244"/>
                    <a:pt x="935" y="3048"/>
                    <a:pt x="1215" y="3048"/>
                  </a:cubicBezTo>
                  <a:cubicBezTo>
                    <a:pt x="1231" y="3048"/>
                    <a:pt x="1245" y="3039"/>
                    <a:pt x="1256" y="3020"/>
                  </a:cubicBezTo>
                  <a:cubicBezTo>
                    <a:pt x="1468" y="2669"/>
                    <a:pt x="1903" y="1"/>
                    <a:pt x="1679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5" name="Google Shape;5225;p14"/>
            <p:cNvSpPr/>
            <p:nvPr/>
          </p:nvSpPr>
          <p:spPr>
            <a:xfrm>
              <a:off x="1597750" y="1180150"/>
              <a:ext cx="44725" cy="33025"/>
            </a:xfrm>
            <a:custGeom>
              <a:rect b="b" l="l" r="r" t="t"/>
              <a:pathLst>
                <a:path extrusionOk="0" h="1321" w="1789">
                  <a:moveTo>
                    <a:pt x="1525" y="0"/>
                  </a:moveTo>
                  <a:cubicBezTo>
                    <a:pt x="1102" y="0"/>
                    <a:pt x="0" y="279"/>
                    <a:pt x="0" y="279"/>
                  </a:cubicBezTo>
                  <a:cubicBezTo>
                    <a:pt x="0" y="696"/>
                    <a:pt x="377" y="1229"/>
                    <a:pt x="466" y="1316"/>
                  </a:cubicBezTo>
                  <a:cubicBezTo>
                    <a:pt x="469" y="1319"/>
                    <a:pt x="474" y="1320"/>
                    <a:pt x="479" y="1320"/>
                  </a:cubicBezTo>
                  <a:cubicBezTo>
                    <a:pt x="638" y="1320"/>
                    <a:pt x="1788" y="184"/>
                    <a:pt x="1681" y="36"/>
                  </a:cubicBezTo>
                  <a:cubicBezTo>
                    <a:pt x="1663" y="11"/>
                    <a:pt x="1607" y="0"/>
                    <a:pt x="1525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6" name="Google Shape;5226;p14"/>
            <p:cNvSpPr/>
            <p:nvPr/>
          </p:nvSpPr>
          <p:spPr>
            <a:xfrm>
              <a:off x="1584475" y="1155450"/>
              <a:ext cx="42600" cy="20600"/>
            </a:xfrm>
            <a:custGeom>
              <a:rect b="b" l="l" r="r" t="t"/>
              <a:pathLst>
                <a:path extrusionOk="0" h="824" w="1704">
                  <a:moveTo>
                    <a:pt x="130" y="1"/>
                  </a:moveTo>
                  <a:cubicBezTo>
                    <a:pt x="110" y="1"/>
                    <a:pt x="97" y="2"/>
                    <a:pt x="90" y="6"/>
                  </a:cubicBezTo>
                  <a:cubicBezTo>
                    <a:pt x="1" y="49"/>
                    <a:pt x="112" y="712"/>
                    <a:pt x="266" y="823"/>
                  </a:cubicBezTo>
                  <a:cubicBezTo>
                    <a:pt x="266" y="823"/>
                    <a:pt x="1703" y="515"/>
                    <a:pt x="1639" y="379"/>
                  </a:cubicBezTo>
                  <a:cubicBezTo>
                    <a:pt x="1576" y="256"/>
                    <a:pt x="377" y="1"/>
                    <a:pt x="130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7" name="Google Shape;5227;p14"/>
            <p:cNvSpPr/>
            <p:nvPr/>
          </p:nvSpPr>
          <p:spPr>
            <a:xfrm>
              <a:off x="1615475" y="1205025"/>
              <a:ext cx="31500" cy="35100"/>
            </a:xfrm>
            <a:custGeom>
              <a:rect b="b" l="l" r="r" t="t"/>
              <a:pathLst>
                <a:path extrusionOk="0" h="1404" w="1260">
                  <a:moveTo>
                    <a:pt x="1190" y="1"/>
                  </a:moveTo>
                  <a:cubicBezTo>
                    <a:pt x="1010" y="1"/>
                    <a:pt x="1" y="632"/>
                    <a:pt x="1" y="632"/>
                  </a:cubicBezTo>
                  <a:cubicBezTo>
                    <a:pt x="22" y="808"/>
                    <a:pt x="596" y="1403"/>
                    <a:pt x="685" y="1403"/>
                  </a:cubicBezTo>
                  <a:cubicBezTo>
                    <a:pt x="772" y="1403"/>
                    <a:pt x="1259" y="123"/>
                    <a:pt x="1216" y="12"/>
                  </a:cubicBezTo>
                  <a:cubicBezTo>
                    <a:pt x="1213" y="4"/>
                    <a:pt x="1204" y="1"/>
                    <a:pt x="1190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8" name="Google Shape;5228;p14"/>
            <p:cNvSpPr/>
            <p:nvPr/>
          </p:nvSpPr>
          <p:spPr>
            <a:xfrm>
              <a:off x="1925175" y="947775"/>
              <a:ext cx="42850" cy="42550"/>
            </a:xfrm>
            <a:custGeom>
              <a:rect b="b" l="l" r="r" t="t"/>
              <a:pathLst>
                <a:path extrusionOk="0" h="1702" w="1714">
                  <a:moveTo>
                    <a:pt x="903" y="1"/>
                  </a:moveTo>
                  <a:cubicBezTo>
                    <a:pt x="903" y="1"/>
                    <a:pt x="0" y="1701"/>
                    <a:pt x="144" y="1701"/>
                  </a:cubicBezTo>
                  <a:cubicBezTo>
                    <a:pt x="148" y="1701"/>
                    <a:pt x="153" y="1700"/>
                    <a:pt x="160" y="1697"/>
                  </a:cubicBezTo>
                  <a:cubicBezTo>
                    <a:pt x="372" y="1589"/>
                    <a:pt x="1714" y="1062"/>
                    <a:pt x="1680" y="812"/>
                  </a:cubicBezTo>
                  <a:cubicBezTo>
                    <a:pt x="1643" y="565"/>
                    <a:pt x="903" y="1"/>
                    <a:pt x="903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9" name="Google Shape;5229;p14"/>
            <p:cNvSpPr/>
            <p:nvPr/>
          </p:nvSpPr>
          <p:spPr>
            <a:xfrm>
              <a:off x="1935325" y="979550"/>
              <a:ext cx="48600" cy="35325"/>
            </a:xfrm>
            <a:custGeom>
              <a:rect b="b" l="l" r="r" t="t"/>
              <a:pathLst>
                <a:path extrusionOk="0" h="1413" w="1944">
                  <a:moveTo>
                    <a:pt x="1416" y="0"/>
                  </a:moveTo>
                  <a:cubicBezTo>
                    <a:pt x="1416" y="0"/>
                    <a:pt x="0" y="1413"/>
                    <a:pt x="247" y="1413"/>
                  </a:cubicBezTo>
                  <a:cubicBezTo>
                    <a:pt x="497" y="1413"/>
                    <a:pt x="1943" y="1308"/>
                    <a:pt x="1838" y="990"/>
                  </a:cubicBezTo>
                  <a:cubicBezTo>
                    <a:pt x="1734" y="673"/>
                    <a:pt x="1416" y="0"/>
                    <a:pt x="1416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0" name="Google Shape;5230;p14"/>
            <p:cNvSpPr/>
            <p:nvPr/>
          </p:nvSpPr>
          <p:spPr>
            <a:xfrm>
              <a:off x="1939800" y="1022875"/>
              <a:ext cx="47675" cy="25175"/>
            </a:xfrm>
            <a:custGeom>
              <a:rect b="b" l="l" r="r" t="t"/>
              <a:pathLst>
                <a:path extrusionOk="0" h="1007" w="1907">
                  <a:moveTo>
                    <a:pt x="1801" y="1"/>
                  </a:moveTo>
                  <a:cubicBezTo>
                    <a:pt x="1801" y="1"/>
                    <a:pt x="0" y="636"/>
                    <a:pt x="389" y="670"/>
                  </a:cubicBezTo>
                  <a:cubicBezTo>
                    <a:pt x="731" y="700"/>
                    <a:pt x="1645" y="1006"/>
                    <a:pt x="1860" y="1006"/>
                  </a:cubicBezTo>
                  <a:cubicBezTo>
                    <a:pt x="1890" y="1006"/>
                    <a:pt x="1906" y="1001"/>
                    <a:pt x="1906" y="988"/>
                  </a:cubicBezTo>
                  <a:cubicBezTo>
                    <a:pt x="1906" y="883"/>
                    <a:pt x="1801" y="1"/>
                    <a:pt x="180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1" name="Google Shape;5231;p14"/>
            <p:cNvSpPr/>
            <p:nvPr/>
          </p:nvSpPr>
          <p:spPr>
            <a:xfrm>
              <a:off x="1932300" y="954025"/>
              <a:ext cx="103275" cy="192550"/>
            </a:xfrm>
            <a:custGeom>
              <a:rect b="b" l="l" r="r" t="t"/>
              <a:pathLst>
                <a:path extrusionOk="0" h="7702" w="4131">
                  <a:moveTo>
                    <a:pt x="1104" y="1"/>
                  </a:moveTo>
                  <a:cubicBezTo>
                    <a:pt x="1056" y="1"/>
                    <a:pt x="1009" y="53"/>
                    <a:pt x="1040" y="108"/>
                  </a:cubicBezTo>
                  <a:cubicBezTo>
                    <a:pt x="1071" y="158"/>
                    <a:pt x="3943" y="5099"/>
                    <a:pt x="60" y="7569"/>
                  </a:cubicBezTo>
                  <a:cubicBezTo>
                    <a:pt x="1" y="7609"/>
                    <a:pt x="26" y="7702"/>
                    <a:pt x="100" y="7702"/>
                  </a:cubicBezTo>
                  <a:cubicBezTo>
                    <a:pt x="112" y="7702"/>
                    <a:pt x="124" y="7696"/>
                    <a:pt x="137" y="7690"/>
                  </a:cubicBezTo>
                  <a:cubicBezTo>
                    <a:pt x="4131" y="5145"/>
                    <a:pt x="1195" y="87"/>
                    <a:pt x="1164" y="37"/>
                  </a:cubicBezTo>
                  <a:cubicBezTo>
                    <a:pt x="1148" y="12"/>
                    <a:pt x="1126" y="1"/>
                    <a:pt x="11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2" name="Google Shape;5232;p14"/>
            <p:cNvSpPr/>
            <p:nvPr/>
          </p:nvSpPr>
          <p:spPr>
            <a:xfrm>
              <a:off x="1886975" y="1038700"/>
              <a:ext cx="74850" cy="53050"/>
            </a:xfrm>
            <a:custGeom>
              <a:rect b="b" l="l" r="r" t="t"/>
              <a:pathLst>
                <a:path extrusionOk="0" h="2122" w="2994">
                  <a:moveTo>
                    <a:pt x="2889" y="1"/>
                  </a:moveTo>
                  <a:cubicBezTo>
                    <a:pt x="2876" y="1"/>
                    <a:pt x="2861" y="5"/>
                    <a:pt x="2847" y="15"/>
                  </a:cubicBezTo>
                  <a:lnTo>
                    <a:pt x="56" y="1996"/>
                  </a:lnTo>
                  <a:cubicBezTo>
                    <a:pt x="0" y="2033"/>
                    <a:pt x="28" y="2122"/>
                    <a:pt x="99" y="2122"/>
                  </a:cubicBezTo>
                  <a:cubicBezTo>
                    <a:pt x="111" y="2122"/>
                    <a:pt x="127" y="2119"/>
                    <a:pt x="139" y="2110"/>
                  </a:cubicBezTo>
                  <a:lnTo>
                    <a:pt x="2930" y="130"/>
                  </a:lnTo>
                  <a:cubicBezTo>
                    <a:pt x="2993" y="87"/>
                    <a:pt x="2950" y="1"/>
                    <a:pt x="28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3" name="Google Shape;5233;p14"/>
            <p:cNvSpPr/>
            <p:nvPr/>
          </p:nvSpPr>
          <p:spPr>
            <a:xfrm>
              <a:off x="2068725" y="905500"/>
              <a:ext cx="37100" cy="71650"/>
            </a:xfrm>
            <a:custGeom>
              <a:rect b="b" l="l" r="r" t="t"/>
              <a:pathLst>
                <a:path extrusionOk="0" h="2866" w="1484">
                  <a:moveTo>
                    <a:pt x="667" y="0"/>
                  </a:moveTo>
                  <a:cubicBezTo>
                    <a:pt x="444" y="0"/>
                    <a:pt x="221" y="22"/>
                    <a:pt x="0" y="66"/>
                  </a:cubicBezTo>
                  <a:cubicBezTo>
                    <a:pt x="0" y="66"/>
                    <a:pt x="300" y="2865"/>
                    <a:pt x="481" y="2865"/>
                  </a:cubicBezTo>
                  <a:cubicBezTo>
                    <a:pt x="486" y="2865"/>
                    <a:pt x="492" y="2863"/>
                    <a:pt x="497" y="2858"/>
                  </a:cubicBezTo>
                  <a:cubicBezTo>
                    <a:pt x="672" y="2679"/>
                    <a:pt x="1484" y="100"/>
                    <a:pt x="1484" y="100"/>
                  </a:cubicBezTo>
                  <a:cubicBezTo>
                    <a:pt x="1216" y="34"/>
                    <a:pt x="942" y="0"/>
                    <a:pt x="66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4" name="Google Shape;5234;p14"/>
            <p:cNvSpPr/>
            <p:nvPr/>
          </p:nvSpPr>
          <p:spPr>
            <a:xfrm>
              <a:off x="1973325" y="914625"/>
              <a:ext cx="57200" cy="70275"/>
            </a:xfrm>
            <a:custGeom>
              <a:rect b="b" l="l" r="r" t="t"/>
              <a:pathLst>
                <a:path extrusionOk="0" h="2811" w="2288">
                  <a:moveTo>
                    <a:pt x="1327" y="0"/>
                  </a:moveTo>
                  <a:cubicBezTo>
                    <a:pt x="1238" y="37"/>
                    <a:pt x="214" y="232"/>
                    <a:pt x="106" y="408"/>
                  </a:cubicBezTo>
                  <a:cubicBezTo>
                    <a:pt x="1" y="583"/>
                    <a:pt x="1873" y="2776"/>
                    <a:pt x="2086" y="2810"/>
                  </a:cubicBezTo>
                  <a:cubicBezTo>
                    <a:pt x="2087" y="2810"/>
                    <a:pt x="2088" y="2810"/>
                    <a:pt x="2089" y="2810"/>
                  </a:cubicBezTo>
                  <a:cubicBezTo>
                    <a:pt x="2287" y="2810"/>
                    <a:pt x="1327" y="0"/>
                    <a:pt x="132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5" name="Google Shape;5235;p14"/>
            <p:cNvSpPr/>
            <p:nvPr/>
          </p:nvSpPr>
          <p:spPr>
            <a:xfrm>
              <a:off x="2183325" y="964975"/>
              <a:ext cx="59450" cy="59700"/>
            </a:xfrm>
            <a:custGeom>
              <a:rect b="b" l="l" r="r" t="t"/>
              <a:pathLst>
                <a:path extrusionOk="0" h="2388" w="2378">
                  <a:moveTo>
                    <a:pt x="1443" y="0"/>
                  </a:moveTo>
                  <a:cubicBezTo>
                    <a:pt x="1443" y="0"/>
                    <a:pt x="1" y="2388"/>
                    <a:pt x="272" y="2388"/>
                  </a:cubicBezTo>
                  <a:cubicBezTo>
                    <a:pt x="278" y="2388"/>
                    <a:pt x="285" y="2387"/>
                    <a:pt x="292" y="2385"/>
                  </a:cubicBezTo>
                  <a:cubicBezTo>
                    <a:pt x="647" y="2280"/>
                    <a:pt x="2377" y="1290"/>
                    <a:pt x="2235" y="972"/>
                  </a:cubicBezTo>
                  <a:cubicBezTo>
                    <a:pt x="2097" y="654"/>
                    <a:pt x="1443" y="0"/>
                    <a:pt x="1443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6" name="Google Shape;5236;p14"/>
            <p:cNvSpPr/>
            <p:nvPr/>
          </p:nvSpPr>
          <p:spPr>
            <a:xfrm>
              <a:off x="2196875" y="1006925"/>
              <a:ext cx="68575" cy="44650"/>
            </a:xfrm>
            <a:custGeom>
              <a:rect b="b" l="l" r="r" t="t"/>
              <a:pathLst>
                <a:path extrusionOk="0" h="1786" w="2743">
                  <a:moveTo>
                    <a:pt x="2101" y="0"/>
                  </a:moveTo>
                  <a:cubicBezTo>
                    <a:pt x="2101" y="0"/>
                    <a:pt x="0" y="1663"/>
                    <a:pt x="318" y="1768"/>
                  </a:cubicBezTo>
                  <a:cubicBezTo>
                    <a:pt x="353" y="1780"/>
                    <a:pt x="411" y="1785"/>
                    <a:pt x="486" y="1785"/>
                  </a:cubicBezTo>
                  <a:cubicBezTo>
                    <a:pt x="1081" y="1785"/>
                    <a:pt x="2743" y="1429"/>
                    <a:pt x="2650" y="1114"/>
                  </a:cubicBezTo>
                  <a:cubicBezTo>
                    <a:pt x="2542" y="759"/>
                    <a:pt x="2101" y="0"/>
                    <a:pt x="210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7" name="Google Shape;5237;p14"/>
            <p:cNvSpPr/>
            <p:nvPr/>
          </p:nvSpPr>
          <p:spPr>
            <a:xfrm>
              <a:off x="2216300" y="1054175"/>
              <a:ext cx="63400" cy="31000"/>
            </a:xfrm>
            <a:custGeom>
              <a:rect b="b" l="l" r="r" t="t"/>
              <a:pathLst>
                <a:path extrusionOk="0" h="1240" w="2536">
                  <a:moveTo>
                    <a:pt x="2172" y="1"/>
                  </a:moveTo>
                  <a:cubicBezTo>
                    <a:pt x="2172" y="1"/>
                    <a:pt x="0" y="513"/>
                    <a:pt x="318" y="797"/>
                  </a:cubicBezTo>
                  <a:cubicBezTo>
                    <a:pt x="547" y="1001"/>
                    <a:pt x="1606" y="1240"/>
                    <a:pt x="2171" y="1240"/>
                  </a:cubicBezTo>
                  <a:cubicBezTo>
                    <a:pt x="2391" y="1240"/>
                    <a:pt x="2536" y="1204"/>
                    <a:pt x="2526" y="1114"/>
                  </a:cubicBezTo>
                  <a:cubicBezTo>
                    <a:pt x="2489" y="797"/>
                    <a:pt x="2172" y="1"/>
                    <a:pt x="2172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8" name="Google Shape;5238;p14"/>
            <p:cNvSpPr/>
            <p:nvPr/>
          </p:nvSpPr>
          <p:spPr>
            <a:xfrm>
              <a:off x="2028075" y="1027275"/>
              <a:ext cx="72525" cy="48625"/>
            </a:xfrm>
            <a:custGeom>
              <a:rect b="b" l="l" r="r" t="t"/>
              <a:pathLst>
                <a:path extrusionOk="0" h="1945" w="2901">
                  <a:moveTo>
                    <a:pt x="991" y="1"/>
                  </a:moveTo>
                  <a:cubicBezTo>
                    <a:pt x="991" y="1"/>
                    <a:pt x="355" y="636"/>
                    <a:pt x="180" y="988"/>
                  </a:cubicBezTo>
                  <a:cubicBezTo>
                    <a:pt x="1" y="1342"/>
                    <a:pt x="2298" y="1907"/>
                    <a:pt x="2616" y="1944"/>
                  </a:cubicBezTo>
                  <a:cubicBezTo>
                    <a:pt x="2619" y="1944"/>
                    <a:pt x="2621" y="1944"/>
                    <a:pt x="2624" y="1944"/>
                  </a:cubicBezTo>
                  <a:cubicBezTo>
                    <a:pt x="2901" y="1944"/>
                    <a:pt x="991" y="1"/>
                    <a:pt x="99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9" name="Google Shape;5239;p14"/>
            <p:cNvSpPr/>
            <p:nvPr/>
          </p:nvSpPr>
          <p:spPr>
            <a:xfrm>
              <a:off x="2004475" y="1061750"/>
              <a:ext cx="89950" cy="47050"/>
            </a:xfrm>
            <a:custGeom>
              <a:rect b="b" l="l" r="r" t="t"/>
              <a:pathLst>
                <a:path extrusionOk="0" h="1882" w="3598">
                  <a:moveTo>
                    <a:pt x="803" y="0"/>
                  </a:moveTo>
                  <a:cubicBezTo>
                    <a:pt x="803" y="0"/>
                    <a:pt x="204" y="953"/>
                    <a:pt x="96" y="1271"/>
                  </a:cubicBezTo>
                  <a:cubicBezTo>
                    <a:pt x="1" y="1561"/>
                    <a:pt x="2581" y="1882"/>
                    <a:pt x="3221" y="1882"/>
                  </a:cubicBezTo>
                  <a:cubicBezTo>
                    <a:pt x="3282" y="1882"/>
                    <a:pt x="3326" y="1879"/>
                    <a:pt x="3347" y="1872"/>
                  </a:cubicBezTo>
                  <a:cubicBezTo>
                    <a:pt x="3597" y="1801"/>
                    <a:pt x="803" y="0"/>
                    <a:pt x="803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0" name="Google Shape;5240;p14"/>
            <p:cNvSpPr/>
            <p:nvPr/>
          </p:nvSpPr>
          <p:spPr>
            <a:xfrm>
              <a:off x="1988375" y="1105475"/>
              <a:ext cx="68950" cy="31625"/>
            </a:xfrm>
            <a:custGeom>
              <a:rect b="b" l="l" r="r" t="t"/>
              <a:pathLst>
                <a:path extrusionOk="0" h="1265" w="2758">
                  <a:moveTo>
                    <a:pt x="404" y="0"/>
                  </a:moveTo>
                  <a:cubicBezTo>
                    <a:pt x="404" y="0"/>
                    <a:pt x="0" y="867"/>
                    <a:pt x="0" y="1113"/>
                  </a:cubicBezTo>
                  <a:cubicBezTo>
                    <a:pt x="0" y="1225"/>
                    <a:pt x="477" y="1265"/>
                    <a:pt x="1018" y="1265"/>
                  </a:cubicBezTo>
                  <a:cubicBezTo>
                    <a:pt x="1674" y="1265"/>
                    <a:pt x="2427" y="1206"/>
                    <a:pt x="2545" y="1147"/>
                  </a:cubicBezTo>
                  <a:cubicBezTo>
                    <a:pt x="2758" y="1039"/>
                    <a:pt x="404" y="0"/>
                    <a:pt x="404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1" name="Google Shape;5241;p14"/>
            <p:cNvSpPr/>
            <p:nvPr/>
          </p:nvSpPr>
          <p:spPr>
            <a:xfrm>
              <a:off x="2023675" y="1229075"/>
              <a:ext cx="42425" cy="59725"/>
            </a:xfrm>
            <a:custGeom>
              <a:rect b="b" l="l" r="r" t="t"/>
              <a:pathLst>
                <a:path extrusionOk="0" h="2389" w="1697">
                  <a:moveTo>
                    <a:pt x="1638" y="0"/>
                  </a:moveTo>
                  <a:cubicBezTo>
                    <a:pt x="1439" y="0"/>
                    <a:pt x="1" y="1468"/>
                    <a:pt x="1" y="1468"/>
                  </a:cubicBezTo>
                  <a:cubicBezTo>
                    <a:pt x="1" y="1468"/>
                    <a:pt x="849" y="2316"/>
                    <a:pt x="1167" y="2387"/>
                  </a:cubicBezTo>
                  <a:cubicBezTo>
                    <a:pt x="1172" y="2388"/>
                    <a:pt x="1177" y="2389"/>
                    <a:pt x="1182" y="2389"/>
                  </a:cubicBezTo>
                  <a:cubicBezTo>
                    <a:pt x="1491" y="2389"/>
                    <a:pt x="1697" y="228"/>
                    <a:pt x="1660" y="19"/>
                  </a:cubicBezTo>
                  <a:cubicBezTo>
                    <a:pt x="1658" y="6"/>
                    <a:pt x="1651" y="0"/>
                    <a:pt x="1638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2" name="Google Shape;5242;p14"/>
            <p:cNvSpPr/>
            <p:nvPr/>
          </p:nvSpPr>
          <p:spPr>
            <a:xfrm>
              <a:off x="2064325" y="1227100"/>
              <a:ext cx="42425" cy="76875"/>
            </a:xfrm>
            <a:custGeom>
              <a:rect b="b" l="l" r="r" t="t"/>
              <a:pathLst>
                <a:path extrusionOk="0" h="3075" w="1697">
                  <a:moveTo>
                    <a:pt x="1292" y="0"/>
                  </a:moveTo>
                  <a:cubicBezTo>
                    <a:pt x="975" y="0"/>
                    <a:pt x="0" y="2642"/>
                    <a:pt x="0" y="2642"/>
                  </a:cubicBezTo>
                  <a:cubicBezTo>
                    <a:pt x="0" y="2642"/>
                    <a:pt x="1175" y="3074"/>
                    <a:pt x="1473" y="3074"/>
                  </a:cubicBezTo>
                  <a:cubicBezTo>
                    <a:pt x="1493" y="3074"/>
                    <a:pt x="1509" y="3072"/>
                    <a:pt x="1521" y="3068"/>
                  </a:cubicBezTo>
                  <a:cubicBezTo>
                    <a:pt x="1697" y="2997"/>
                    <a:pt x="1589" y="381"/>
                    <a:pt x="1342" y="30"/>
                  </a:cubicBezTo>
                  <a:cubicBezTo>
                    <a:pt x="1328" y="10"/>
                    <a:pt x="1311" y="0"/>
                    <a:pt x="1292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3" name="Google Shape;5243;p14"/>
            <p:cNvSpPr/>
            <p:nvPr/>
          </p:nvSpPr>
          <p:spPr>
            <a:xfrm>
              <a:off x="2111125" y="1251175"/>
              <a:ext cx="27400" cy="59575"/>
            </a:xfrm>
            <a:custGeom>
              <a:rect b="b" l="l" r="r" t="t"/>
              <a:pathLst>
                <a:path extrusionOk="0" h="2383" w="1096">
                  <a:moveTo>
                    <a:pt x="784" y="1"/>
                  </a:moveTo>
                  <a:cubicBezTo>
                    <a:pt x="511" y="1"/>
                    <a:pt x="0" y="2281"/>
                    <a:pt x="0" y="2281"/>
                  </a:cubicBezTo>
                  <a:cubicBezTo>
                    <a:pt x="97" y="2361"/>
                    <a:pt x="305" y="2383"/>
                    <a:pt x="502" y="2383"/>
                  </a:cubicBezTo>
                  <a:cubicBezTo>
                    <a:pt x="737" y="2383"/>
                    <a:pt x="957" y="2352"/>
                    <a:pt x="957" y="2352"/>
                  </a:cubicBezTo>
                  <a:cubicBezTo>
                    <a:pt x="957" y="2352"/>
                    <a:pt x="1095" y="513"/>
                    <a:pt x="849" y="54"/>
                  </a:cubicBezTo>
                  <a:cubicBezTo>
                    <a:pt x="829" y="18"/>
                    <a:pt x="808" y="1"/>
                    <a:pt x="78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4" name="Google Shape;5244;p14"/>
            <p:cNvSpPr/>
            <p:nvPr/>
          </p:nvSpPr>
          <p:spPr>
            <a:xfrm>
              <a:off x="1967250" y="997225"/>
              <a:ext cx="181550" cy="317600"/>
            </a:xfrm>
            <a:custGeom>
              <a:rect b="b" l="l" r="r" t="t"/>
              <a:pathLst>
                <a:path extrusionOk="0" h="12704" w="7262">
                  <a:moveTo>
                    <a:pt x="5755" y="0"/>
                  </a:moveTo>
                  <a:cubicBezTo>
                    <a:pt x="5585" y="0"/>
                    <a:pt x="5403" y="17"/>
                    <a:pt x="5210" y="58"/>
                  </a:cubicBezTo>
                  <a:cubicBezTo>
                    <a:pt x="3689" y="382"/>
                    <a:pt x="2242" y="1980"/>
                    <a:pt x="913" y="4808"/>
                  </a:cubicBezTo>
                  <a:cubicBezTo>
                    <a:pt x="65" y="6612"/>
                    <a:pt x="0" y="8176"/>
                    <a:pt x="725" y="9453"/>
                  </a:cubicBezTo>
                  <a:cubicBezTo>
                    <a:pt x="1536" y="10887"/>
                    <a:pt x="3205" y="11695"/>
                    <a:pt x="4463" y="12121"/>
                  </a:cubicBezTo>
                  <a:cubicBezTo>
                    <a:pt x="5293" y="12398"/>
                    <a:pt x="6147" y="12596"/>
                    <a:pt x="7017" y="12704"/>
                  </a:cubicBezTo>
                  <a:lnTo>
                    <a:pt x="7023" y="12704"/>
                  </a:lnTo>
                  <a:cubicBezTo>
                    <a:pt x="7024" y="12704"/>
                    <a:pt x="7025" y="12704"/>
                    <a:pt x="7026" y="12704"/>
                  </a:cubicBezTo>
                  <a:cubicBezTo>
                    <a:pt x="7119" y="12704"/>
                    <a:pt x="7124" y="12568"/>
                    <a:pt x="7032" y="12562"/>
                  </a:cubicBezTo>
                  <a:cubicBezTo>
                    <a:pt x="6172" y="12454"/>
                    <a:pt x="5327" y="12260"/>
                    <a:pt x="4506" y="11985"/>
                  </a:cubicBezTo>
                  <a:cubicBezTo>
                    <a:pt x="3273" y="11569"/>
                    <a:pt x="1635" y="10776"/>
                    <a:pt x="848" y="9382"/>
                  </a:cubicBezTo>
                  <a:cubicBezTo>
                    <a:pt x="148" y="8145"/>
                    <a:pt x="213" y="6628"/>
                    <a:pt x="1040" y="4867"/>
                  </a:cubicBezTo>
                  <a:cubicBezTo>
                    <a:pt x="2671" y="1400"/>
                    <a:pt x="4223" y="413"/>
                    <a:pt x="5234" y="197"/>
                  </a:cubicBezTo>
                  <a:cubicBezTo>
                    <a:pt x="5415" y="158"/>
                    <a:pt x="5586" y="142"/>
                    <a:pt x="5745" y="142"/>
                  </a:cubicBezTo>
                  <a:cubicBezTo>
                    <a:pt x="6580" y="142"/>
                    <a:pt x="7107" y="587"/>
                    <a:pt x="7113" y="592"/>
                  </a:cubicBezTo>
                  <a:cubicBezTo>
                    <a:pt x="7127" y="605"/>
                    <a:pt x="7143" y="610"/>
                    <a:pt x="7158" y="610"/>
                  </a:cubicBezTo>
                  <a:cubicBezTo>
                    <a:pt x="7215" y="610"/>
                    <a:pt x="7261" y="533"/>
                    <a:pt x="7205" y="484"/>
                  </a:cubicBezTo>
                  <a:cubicBezTo>
                    <a:pt x="7177" y="461"/>
                    <a:pt x="6633" y="0"/>
                    <a:pt x="575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5" name="Google Shape;5245;p14"/>
            <p:cNvSpPr/>
            <p:nvPr/>
          </p:nvSpPr>
          <p:spPr>
            <a:xfrm>
              <a:off x="1688350" y="1264425"/>
              <a:ext cx="247700" cy="56425"/>
            </a:xfrm>
            <a:custGeom>
              <a:rect b="b" l="l" r="r" t="t"/>
              <a:pathLst>
                <a:path extrusionOk="0" h="2257" w="9908">
                  <a:moveTo>
                    <a:pt x="2979" y="1"/>
                  </a:moveTo>
                  <a:cubicBezTo>
                    <a:pt x="1116" y="1"/>
                    <a:pt x="88" y="560"/>
                    <a:pt x="68" y="569"/>
                  </a:cubicBezTo>
                  <a:cubicBezTo>
                    <a:pt x="0" y="608"/>
                    <a:pt x="38" y="703"/>
                    <a:pt x="102" y="703"/>
                  </a:cubicBezTo>
                  <a:cubicBezTo>
                    <a:pt x="114" y="703"/>
                    <a:pt x="126" y="700"/>
                    <a:pt x="139" y="693"/>
                  </a:cubicBezTo>
                  <a:cubicBezTo>
                    <a:pt x="148" y="690"/>
                    <a:pt x="1046" y="193"/>
                    <a:pt x="2671" y="137"/>
                  </a:cubicBezTo>
                  <a:cubicBezTo>
                    <a:pt x="2767" y="134"/>
                    <a:pt x="2866" y="132"/>
                    <a:pt x="2970" y="132"/>
                  </a:cubicBezTo>
                  <a:cubicBezTo>
                    <a:pt x="4491" y="132"/>
                    <a:pt x="6828" y="526"/>
                    <a:pt x="9774" y="2247"/>
                  </a:cubicBezTo>
                  <a:cubicBezTo>
                    <a:pt x="9784" y="2253"/>
                    <a:pt x="9796" y="2256"/>
                    <a:pt x="9808" y="2256"/>
                  </a:cubicBezTo>
                  <a:cubicBezTo>
                    <a:pt x="9882" y="2256"/>
                    <a:pt x="9907" y="2161"/>
                    <a:pt x="9845" y="2127"/>
                  </a:cubicBezTo>
                  <a:cubicBezTo>
                    <a:pt x="6973" y="446"/>
                    <a:pt x="4643" y="1"/>
                    <a:pt x="29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6" name="Google Shape;5246;p14"/>
            <p:cNvSpPr/>
            <p:nvPr/>
          </p:nvSpPr>
          <p:spPr>
            <a:xfrm>
              <a:off x="1944050" y="1325075"/>
              <a:ext cx="34850" cy="45350"/>
            </a:xfrm>
            <a:custGeom>
              <a:rect b="b" l="l" r="r" t="t"/>
              <a:pathLst>
                <a:path extrusionOk="0" h="1814" w="1394">
                  <a:moveTo>
                    <a:pt x="114" y="0"/>
                  </a:moveTo>
                  <a:lnTo>
                    <a:pt x="114" y="0"/>
                  </a:lnTo>
                  <a:cubicBezTo>
                    <a:pt x="114" y="0"/>
                    <a:pt x="0" y="1814"/>
                    <a:pt x="220" y="1814"/>
                  </a:cubicBezTo>
                  <a:cubicBezTo>
                    <a:pt x="230" y="1814"/>
                    <a:pt x="239" y="1811"/>
                    <a:pt x="250" y="1804"/>
                  </a:cubicBezTo>
                  <a:cubicBezTo>
                    <a:pt x="509" y="1638"/>
                    <a:pt x="1394" y="561"/>
                    <a:pt x="1394" y="561"/>
                  </a:cubicBezTo>
                  <a:lnTo>
                    <a:pt x="114" y="0"/>
                  </a:ln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7" name="Google Shape;5247;p14"/>
            <p:cNvSpPr/>
            <p:nvPr/>
          </p:nvSpPr>
          <p:spPr>
            <a:xfrm>
              <a:off x="1980300" y="1342025"/>
              <a:ext cx="35700" cy="42600"/>
            </a:xfrm>
            <a:custGeom>
              <a:rect b="b" l="l" r="r" t="t"/>
              <a:pathLst>
                <a:path extrusionOk="0" h="1704" w="1428">
                  <a:moveTo>
                    <a:pt x="274" y="1"/>
                  </a:moveTo>
                  <a:cubicBezTo>
                    <a:pt x="274" y="1"/>
                    <a:pt x="0" y="1703"/>
                    <a:pt x="156" y="1703"/>
                  </a:cubicBezTo>
                  <a:cubicBezTo>
                    <a:pt x="157" y="1703"/>
                    <a:pt x="159" y="1703"/>
                    <a:pt x="160" y="1703"/>
                  </a:cubicBezTo>
                  <a:cubicBezTo>
                    <a:pt x="323" y="1682"/>
                    <a:pt x="1427" y="380"/>
                    <a:pt x="1239" y="260"/>
                  </a:cubicBezTo>
                  <a:cubicBezTo>
                    <a:pt x="1048" y="142"/>
                    <a:pt x="274" y="1"/>
                    <a:pt x="27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8" name="Google Shape;5248;p14"/>
            <p:cNvSpPr/>
            <p:nvPr/>
          </p:nvSpPr>
          <p:spPr>
            <a:xfrm>
              <a:off x="2016050" y="1349750"/>
              <a:ext cx="31225" cy="42975"/>
            </a:xfrm>
            <a:custGeom>
              <a:rect b="b" l="l" r="r" t="t"/>
              <a:pathLst>
                <a:path extrusionOk="0" h="1719" w="1249">
                  <a:moveTo>
                    <a:pt x="1" y="0"/>
                  </a:moveTo>
                  <a:cubicBezTo>
                    <a:pt x="1" y="0"/>
                    <a:pt x="1" y="1672"/>
                    <a:pt x="210" y="1718"/>
                  </a:cubicBezTo>
                  <a:cubicBezTo>
                    <a:pt x="213" y="1719"/>
                    <a:pt x="216" y="1719"/>
                    <a:pt x="220" y="1719"/>
                  </a:cubicBezTo>
                  <a:cubicBezTo>
                    <a:pt x="446" y="1719"/>
                    <a:pt x="1248" y="138"/>
                    <a:pt x="1154" y="117"/>
                  </a:cubicBezTo>
                  <a:cubicBezTo>
                    <a:pt x="1058" y="93"/>
                    <a:pt x="210" y="93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9" name="Google Shape;5249;p14"/>
            <p:cNvSpPr/>
            <p:nvPr/>
          </p:nvSpPr>
          <p:spPr>
            <a:xfrm>
              <a:off x="2136825" y="1354750"/>
              <a:ext cx="45350" cy="62100"/>
            </a:xfrm>
            <a:custGeom>
              <a:rect b="b" l="l" r="r" t="t"/>
              <a:pathLst>
                <a:path extrusionOk="0" h="2484" w="1814">
                  <a:moveTo>
                    <a:pt x="87" y="1"/>
                  </a:moveTo>
                  <a:cubicBezTo>
                    <a:pt x="0" y="1"/>
                    <a:pt x="246" y="2483"/>
                    <a:pt x="246" y="2483"/>
                  </a:cubicBezTo>
                  <a:cubicBezTo>
                    <a:pt x="1128" y="2308"/>
                    <a:pt x="1606" y="2036"/>
                    <a:pt x="1711" y="1866"/>
                  </a:cubicBezTo>
                  <a:cubicBezTo>
                    <a:pt x="1813" y="1697"/>
                    <a:pt x="194" y="105"/>
                    <a:pt x="92" y="4"/>
                  </a:cubicBezTo>
                  <a:cubicBezTo>
                    <a:pt x="90" y="2"/>
                    <a:pt x="88" y="1"/>
                    <a:pt x="87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0" name="Google Shape;5250;p14"/>
            <p:cNvSpPr/>
            <p:nvPr/>
          </p:nvSpPr>
          <p:spPr>
            <a:xfrm>
              <a:off x="2160325" y="1332350"/>
              <a:ext cx="63950" cy="65525"/>
            </a:xfrm>
            <a:custGeom>
              <a:rect b="b" l="l" r="r" t="t"/>
              <a:pathLst>
                <a:path extrusionOk="0" h="2621" w="2558">
                  <a:moveTo>
                    <a:pt x="297" y="0"/>
                  </a:moveTo>
                  <a:cubicBezTo>
                    <a:pt x="0" y="0"/>
                    <a:pt x="1197" y="2621"/>
                    <a:pt x="1197" y="2621"/>
                  </a:cubicBezTo>
                  <a:cubicBezTo>
                    <a:pt x="1197" y="2621"/>
                    <a:pt x="2045" y="2127"/>
                    <a:pt x="2363" y="1735"/>
                  </a:cubicBezTo>
                  <a:cubicBezTo>
                    <a:pt x="2557" y="1501"/>
                    <a:pt x="784" y="252"/>
                    <a:pt x="343" y="14"/>
                  </a:cubicBezTo>
                  <a:cubicBezTo>
                    <a:pt x="325" y="5"/>
                    <a:pt x="310" y="0"/>
                    <a:pt x="29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1" name="Google Shape;5251;p14"/>
            <p:cNvSpPr/>
            <p:nvPr/>
          </p:nvSpPr>
          <p:spPr>
            <a:xfrm>
              <a:off x="2185375" y="1315650"/>
              <a:ext cx="63475" cy="51775"/>
            </a:xfrm>
            <a:custGeom>
              <a:rect b="b" l="l" r="r" t="t"/>
              <a:pathLst>
                <a:path extrusionOk="0" h="2071" w="2539">
                  <a:moveTo>
                    <a:pt x="271" y="0"/>
                  </a:moveTo>
                  <a:cubicBezTo>
                    <a:pt x="0" y="0"/>
                    <a:pt x="1749" y="2070"/>
                    <a:pt x="1749" y="2070"/>
                  </a:cubicBezTo>
                  <a:cubicBezTo>
                    <a:pt x="2055" y="1867"/>
                    <a:pt x="2539" y="1228"/>
                    <a:pt x="2505" y="1025"/>
                  </a:cubicBezTo>
                  <a:cubicBezTo>
                    <a:pt x="2471" y="818"/>
                    <a:pt x="667" y="106"/>
                    <a:pt x="294" y="4"/>
                  </a:cubicBezTo>
                  <a:cubicBezTo>
                    <a:pt x="285" y="1"/>
                    <a:pt x="278" y="0"/>
                    <a:pt x="27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2" name="Google Shape;5252;p14"/>
            <p:cNvSpPr/>
            <p:nvPr/>
          </p:nvSpPr>
          <p:spPr>
            <a:xfrm>
              <a:off x="2239425" y="1212925"/>
              <a:ext cx="57550" cy="35675"/>
            </a:xfrm>
            <a:custGeom>
              <a:rect b="b" l="l" r="r" t="t"/>
              <a:pathLst>
                <a:path extrusionOk="0" h="1427" w="2302">
                  <a:moveTo>
                    <a:pt x="1195" y="1"/>
                  </a:moveTo>
                  <a:cubicBezTo>
                    <a:pt x="728" y="1"/>
                    <a:pt x="257" y="30"/>
                    <a:pt x="173" y="63"/>
                  </a:cubicBezTo>
                  <a:cubicBezTo>
                    <a:pt x="1" y="131"/>
                    <a:pt x="2042" y="1426"/>
                    <a:pt x="2042" y="1426"/>
                  </a:cubicBezTo>
                  <a:cubicBezTo>
                    <a:pt x="2042" y="1426"/>
                    <a:pt x="2302" y="288"/>
                    <a:pt x="2203" y="119"/>
                  </a:cubicBezTo>
                  <a:cubicBezTo>
                    <a:pt x="2151" y="31"/>
                    <a:pt x="1675" y="1"/>
                    <a:pt x="1195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3" name="Google Shape;5253;p14"/>
            <p:cNvSpPr/>
            <p:nvPr/>
          </p:nvSpPr>
          <p:spPr>
            <a:xfrm>
              <a:off x="2236025" y="1172125"/>
              <a:ext cx="61025" cy="28750"/>
            </a:xfrm>
            <a:custGeom>
              <a:rect b="b" l="l" r="r" t="t"/>
              <a:pathLst>
                <a:path extrusionOk="0" h="1150" w="2441">
                  <a:moveTo>
                    <a:pt x="2241" y="1"/>
                  </a:moveTo>
                  <a:cubicBezTo>
                    <a:pt x="1821" y="1"/>
                    <a:pt x="257" y="760"/>
                    <a:pt x="137" y="881"/>
                  </a:cubicBezTo>
                  <a:cubicBezTo>
                    <a:pt x="1" y="1014"/>
                    <a:pt x="2391" y="1149"/>
                    <a:pt x="2391" y="1149"/>
                  </a:cubicBezTo>
                  <a:cubicBezTo>
                    <a:pt x="2391" y="1149"/>
                    <a:pt x="2441" y="273"/>
                    <a:pt x="2339" y="39"/>
                  </a:cubicBezTo>
                  <a:cubicBezTo>
                    <a:pt x="2327" y="13"/>
                    <a:pt x="2293" y="1"/>
                    <a:pt x="224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4" name="Google Shape;5254;p14"/>
            <p:cNvSpPr/>
            <p:nvPr/>
          </p:nvSpPr>
          <p:spPr>
            <a:xfrm>
              <a:off x="2242450" y="1242450"/>
              <a:ext cx="46350" cy="41875"/>
            </a:xfrm>
            <a:custGeom>
              <a:rect b="b" l="l" r="r" t="t"/>
              <a:pathLst>
                <a:path extrusionOk="0" h="1675" w="1854">
                  <a:moveTo>
                    <a:pt x="63" y="1"/>
                  </a:moveTo>
                  <a:cubicBezTo>
                    <a:pt x="18" y="1"/>
                    <a:pt x="0" y="12"/>
                    <a:pt x="18" y="39"/>
                  </a:cubicBezTo>
                  <a:cubicBezTo>
                    <a:pt x="154" y="242"/>
                    <a:pt x="1243" y="1640"/>
                    <a:pt x="1480" y="1673"/>
                  </a:cubicBezTo>
                  <a:cubicBezTo>
                    <a:pt x="1484" y="1674"/>
                    <a:pt x="1487" y="1674"/>
                    <a:pt x="1490" y="1674"/>
                  </a:cubicBezTo>
                  <a:cubicBezTo>
                    <a:pt x="1722" y="1674"/>
                    <a:pt x="1854" y="514"/>
                    <a:pt x="1854" y="514"/>
                  </a:cubicBezTo>
                  <a:cubicBezTo>
                    <a:pt x="1854" y="514"/>
                    <a:pt x="361" y="1"/>
                    <a:pt x="63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5" name="Google Shape;5255;p14"/>
            <p:cNvSpPr/>
            <p:nvPr/>
          </p:nvSpPr>
          <p:spPr>
            <a:xfrm>
              <a:off x="1621000" y="992850"/>
              <a:ext cx="27275" cy="30050"/>
            </a:xfrm>
            <a:custGeom>
              <a:rect b="b" l="l" r="r" t="t"/>
              <a:pathLst>
                <a:path extrusionOk="0" h="1202" w="1091">
                  <a:moveTo>
                    <a:pt x="635" y="0"/>
                  </a:moveTo>
                  <a:cubicBezTo>
                    <a:pt x="590" y="0"/>
                    <a:pt x="545" y="41"/>
                    <a:pt x="566" y="98"/>
                  </a:cubicBezTo>
                  <a:cubicBezTo>
                    <a:pt x="702" y="446"/>
                    <a:pt x="838" y="853"/>
                    <a:pt x="865" y="1026"/>
                  </a:cubicBezTo>
                  <a:cubicBezTo>
                    <a:pt x="804" y="977"/>
                    <a:pt x="714" y="896"/>
                    <a:pt x="643" y="832"/>
                  </a:cubicBezTo>
                  <a:cubicBezTo>
                    <a:pt x="452" y="659"/>
                    <a:pt x="255" y="483"/>
                    <a:pt x="113" y="458"/>
                  </a:cubicBezTo>
                  <a:cubicBezTo>
                    <a:pt x="108" y="458"/>
                    <a:pt x="103" y="457"/>
                    <a:pt x="99" y="457"/>
                  </a:cubicBezTo>
                  <a:cubicBezTo>
                    <a:pt x="18" y="457"/>
                    <a:pt x="1" y="583"/>
                    <a:pt x="91" y="597"/>
                  </a:cubicBezTo>
                  <a:cubicBezTo>
                    <a:pt x="190" y="616"/>
                    <a:pt x="396" y="801"/>
                    <a:pt x="548" y="936"/>
                  </a:cubicBezTo>
                  <a:cubicBezTo>
                    <a:pt x="720" y="1091"/>
                    <a:pt x="822" y="1180"/>
                    <a:pt x="896" y="1199"/>
                  </a:cubicBezTo>
                  <a:cubicBezTo>
                    <a:pt x="902" y="1199"/>
                    <a:pt x="912" y="1202"/>
                    <a:pt x="921" y="1202"/>
                  </a:cubicBezTo>
                  <a:cubicBezTo>
                    <a:pt x="945" y="1202"/>
                    <a:pt x="970" y="1192"/>
                    <a:pt x="986" y="1174"/>
                  </a:cubicBezTo>
                  <a:cubicBezTo>
                    <a:pt x="1013" y="1140"/>
                    <a:pt x="1090" y="1057"/>
                    <a:pt x="699" y="45"/>
                  </a:cubicBezTo>
                  <a:cubicBezTo>
                    <a:pt x="686" y="14"/>
                    <a:pt x="661" y="0"/>
                    <a:pt x="6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6" name="Google Shape;5256;p14"/>
            <p:cNvSpPr/>
            <p:nvPr/>
          </p:nvSpPr>
          <p:spPr>
            <a:xfrm>
              <a:off x="1806700" y="885925"/>
              <a:ext cx="20925" cy="24950"/>
            </a:xfrm>
            <a:custGeom>
              <a:rect b="b" l="l" r="r" t="t"/>
              <a:pathLst>
                <a:path extrusionOk="0" h="998" w="837">
                  <a:moveTo>
                    <a:pt x="94" y="0"/>
                  </a:moveTo>
                  <a:cubicBezTo>
                    <a:pt x="47" y="0"/>
                    <a:pt x="0" y="49"/>
                    <a:pt x="32" y="106"/>
                  </a:cubicBezTo>
                  <a:cubicBezTo>
                    <a:pt x="133" y="291"/>
                    <a:pt x="473" y="902"/>
                    <a:pt x="584" y="979"/>
                  </a:cubicBezTo>
                  <a:cubicBezTo>
                    <a:pt x="602" y="991"/>
                    <a:pt x="624" y="997"/>
                    <a:pt x="645" y="997"/>
                  </a:cubicBezTo>
                  <a:cubicBezTo>
                    <a:pt x="664" y="997"/>
                    <a:pt x="679" y="994"/>
                    <a:pt x="695" y="985"/>
                  </a:cubicBezTo>
                  <a:cubicBezTo>
                    <a:pt x="818" y="920"/>
                    <a:pt x="837" y="538"/>
                    <a:pt x="837" y="319"/>
                  </a:cubicBezTo>
                  <a:cubicBezTo>
                    <a:pt x="832" y="274"/>
                    <a:pt x="798" y="252"/>
                    <a:pt x="764" y="252"/>
                  </a:cubicBezTo>
                  <a:cubicBezTo>
                    <a:pt x="731" y="252"/>
                    <a:pt x="698" y="274"/>
                    <a:pt x="695" y="319"/>
                  </a:cubicBezTo>
                  <a:cubicBezTo>
                    <a:pt x="695" y="553"/>
                    <a:pt x="667" y="757"/>
                    <a:pt x="639" y="834"/>
                  </a:cubicBezTo>
                  <a:cubicBezTo>
                    <a:pt x="553" y="732"/>
                    <a:pt x="337" y="368"/>
                    <a:pt x="155" y="38"/>
                  </a:cubicBezTo>
                  <a:cubicBezTo>
                    <a:pt x="140" y="11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57" name="Google Shape;5257;p14"/>
          <p:cNvGrpSpPr/>
          <p:nvPr/>
        </p:nvGrpSpPr>
        <p:grpSpPr>
          <a:xfrm flipH="1">
            <a:off x="261385" y="3866081"/>
            <a:ext cx="924148" cy="995866"/>
            <a:chOff x="1569600" y="1600550"/>
            <a:chExt cx="744800" cy="802600"/>
          </a:xfrm>
        </p:grpSpPr>
        <p:sp>
          <p:nvSpPr>
            <p:cNvPr id="5258" name="Google Shape;5258;p14"/>
            <p:cNvSpPr/>
            <p:nvPr/>
          </p:nvSpPr>
          <p:spPr>
            <a:xfrm>
              <a:off x="1572375" y="1600550"/>
              <a:ext cx="742025" cy="802600"/>
            </a:xfrm>
            <a:custGeom>
              <a:rect b="b" l="l" r="r" t="t"/>
              <a:pathLst>
                <a:path extrusionOk="0" h="32104" w="29681">
                  <a:moveTo>
                    <a:pt x="19913" y="0"/>
                  </a:moveTo>
                  <a:cubicBezTo>
                    <a:pt x="17010" y="0"/>
                    <a:pt x="13726" y="2733"/>
                    <a:pt x="13726" y="2733"/>
                  </a:cubicBezTo>
                  <a:cubicBezTo>
                    <a:pt x="13433" y="3029"/>
                    <a:pt x="13195" y="3411"/>
                    <a:pt x="13013" y="3856"/>
                  </a:cubicBezTo>
                  <a:lnTo>
                    <a:pt x="12001" y="2468"/>
                  </a:lnTo>
                  <a:cubicBezTo>
                    <a:pt x="11986" y="2448"/>
                    <a:pt x="11966" y="2440"/>
                    <a:pt x="11947" y="2440"/>
                  </a:cubicBezTo>
                  <a:cubicBezTo>
                    <a:pt x="11898" y="2440"/>
                    <a:pt x="11852" y="2495"/>
                    <a:pt x="11887" y="2551"/>
                  </a:cubicBezTo>
                  <a:lnTo>
                    <a:pt x="12862" y="3886"/>
                  </a:lnTo>
                  <a:cubicBezTo>
                    <a:pt x="12862" y="3902"/>
                    <a:pt x="12868" y="3917"/>
                    <a:pt x="12877" y="3930"/>
                  </a:cubicBezTo>
                  <a:lnTo>
                    <a:pt x="12948" y="4025"/>
                  </a:lnTo>
                  <a:cubicBezTo>
                    <a:pt x="12874" y="4238"/>
                    <a:pt x="12810" y="4457"/>
                    <a:pt x="12763" y="4679"/>
                  </a:cubicBezTo>
                  <a:cubicBezTo>
                    <a:pt x="12757" y="4673"/>
                    <a:pt x="12751" y="4670"/>
                    <a:pt x="12745" y="4667"/>
                  </a:cubicBezTo>
                  <a:lnTo>
                    <a:pt x="10191" y="2353"/>
                  </a:lnTo>
                  <a:cubicBezTo>
                    <a:pt x="10175" y="2339"/>
                    <a:pt x="10158" y="2333"/>
                    <a:pt x="10142" y="2333"/>
                  </a:cubicBezTo>
                  <a:cubicBezTo>
                    <a:pt x="10086" y="2333"/>
                    <a:pt x="10040" y="2407"/>
                    <a:pt x="10095" y="2455"/>
                  </a:cubicBezTo>
                  <a:lnTo>
                    <a:pt x="12729" y="4846"/>
                  </a:lnTo>
                  <a:cubicBezTo>
                    <a:pt x="12689" y="5071"/>
                    <a:pt x="12661" y="5296"/>
                    <a:pt x="12643" y="5521"/>
                  </a:cubicBezTo>
                  <a:lnTo>
                    <a:pt x="9855" y="4142"/>
                  </a:lnTo>
                  <a:lnTo>
                    <a:pt x="9849" y="4139"/>
                  </a:lnTo>
                  <a:cubicBezTo>
                    <a:pt x="9838" y="4135"/>
                    <a:pt x="9827" y="4133"/>
                    <a:pt x="9818" y="4133"/>
                  </a:cubicBezTo>
                  <a:cubicBezTo>
                    <a:pt x="9748" y="4133"/>
                    <a:pt x="9717" y="4236"/>
                    <a:pt x="9793" y="4269"/>
                  </a:cubicBezTo>
                  <a:lnTo>
                    <a:pt x="12591" y="5654"/>
                  </a:lnTo>
                  <a:cubicBezTo>
                    <a:pt x="12597" y="5666"/>
                    <a:pt x="12609" y="5675"/>
                    <a:pt x="12621" y="5681"/>
                  </a:cubicBezTo>
                  <a:lnTo>
                    <a:pt x="12634" y="5688"/>
                  </a:lnTo>
                  <a:cubicBezTo>
                    <a:pt x="12594" y="6542"/>
                    <a:pt x="12705" y="7393"/>
                    <a:pt x="12958" y="8207"/>
                  </a:cubicBezTo>
                  <a:cubicBezTo>
                    <a:pt x="12930" y="8932"/>
                    <a:pt x="13448" y="10305"/>
                    <a:pt x="14629" y="10989"/>
                  </a:cubicBezTo>
                  <a:cubicBezTo>
                    <a:pt x="15306" y="11384"/>
                    <a:pt x="16060" y="11628"/>
                    <a:pt x="16476" y="11628"/>
                  </a:cubicBezTo>
                  <a:cubicBezTo>
                    <a:pt x="16542" y="11628"/>
                    <a:pt x="16599" y="11622"/>
                    <a:pt x="16646" y="11609"/>
                  </a:cubicBezTo>
                  <a:cubicBezTo>
                    <a:pt x="16677" y="11616"/>
                    <a:pt x="16708" y="11622"/>
                    <a:pt x="16739" y="11625"/>
                  </a:cubicBezTo>
                  <a:lnTo>
                    <a:pt x="16751" y="11625"/>
                  </a:lnTo>
                  <a:cubicBezTo>
                    <a:pt x="16779" y="11625"/>
                    <a:pt x="16807" y="11606"/>
                    <a:pt x="16816" y="11579"/>
                  </a:cubicBezTo>
                  <a:cubicBezTo>
                    <a:pt x="17072" y="11631"/>
                    <a:pt x="17331" y="11671"/>
                    <a:pt x="17599" y="11708"/>
                  </a:cubicBezTo>
                  <a:cubicBezTo>
                    <a:pt x="17603" y="11730"/>
                    <a:pt x="17615" y="11748"/>
                    <a:pt x="17636" y="11761"/>
                  </a:cubicBezTo>
                  <a:cubicBezTo>
                    <a:pt x="17646" y="11798"/>
                    <a:pt x="17658" y="11835"/>
                    <a:pt x="17667" y="11875"/>
                  </a:cubicBezTo>
                  <a:cubicBezTo>
                    <a:pt x="18534" y="14718"/>
                    <a:pt x="17371" y="16128"/>
                    <a:pt x="15823" y="17349"/>
                  </a:cubicBezTo>
                  <a:cubicBezTo>
                    <a:pt x="15147" y="17750"/>
                    <a:pt x="14404" y="18234"/>
                    <a:pt x="13599" y="18814"/>
                  </a:cubicBezTo>
                  <a:cubicBezTo>
                    <a:pt x="13568" y="18836"/>
                    <a:pt x="13562" y="18879"/>
                    <a:pt x="13584" y="18913"/>
                  </a:cubicBezTo>
                  <a:cubicBezTo>
                    <a:pt x="13596" y="18928"/>
                    <a:pt x="13618" y="18941"/>
                    <a:pt x="13639" y="18941"/>
                  </a:cubicBezTo>
                  <a:cubicBezTo>
                    <a:pt x="13655" y="18941"/>
                    <a:pt x="13670" y="18938"/>
                    <a:pt x="13682" y="18928"/>
                  </a:cubicBezTo>
                  <a:cubicBezTo>
                    <a:pt x="13834" y="18820"/>
                    <a:pt x="13982" y="18716"/>
                    <a:pt x="14127" y="18614"/>
                  </a:cubicBezTo>
                  <a:lnTo>
                    <a:pt x="14127" y="18614"/>
                  </a:lnTo>
                  <a:cubicBezTo>
                    <a:pt x="12618" y="19770"/>
                    <a:pt x="11277" y="21143"/>
                    <a:pt x="11449" y="23746"/>
                  </a:cubicBezTo>
                  <a:cubicBezTo>
                    <a:pt x="11811" y="29146"/>
                    <a:pt x="13493" y="29554"/>
                    <a:pt x="13995" y="29554"/>
                  </a:cubicBezTo>
                  <a:cubicBezTo>
                    <a:pt x="14084" y="29554"/>
                    <a:pt x="14136" y="29541"/>
                    <a:pt x="14136" y="29541"/>
                  </a:cubicBezTo>
                  <a:lnTo>
                    <a:pt x="14136" y="29541"/>
                  </a:lnTo>
                  <a:cubicBezTo>
                    <a:pt x="14136" y="29541"/>
                    <a:pt x="14022" y="29610"/>
                    <a:pt x="13541" y="29610"/>
                  </a:cubicBezTo>
                  <a:cubicBezTo>
                    <a:pt x="12821" y="29610"/>
                    <a:pt x="11277" y="29457"/>
                    <a:pt x="8057" y="28693"/>
                  </a:cubicBezTo>
                  <a:cubicBezTo>
                    <a:pt x="1697" y="27188"/>
                    <a:pt x="10179" y="21343"/>
                    <a:pt x="10179" y="16819"/>
                  </a:cubicBezTo>
                  <a:cubicBezTo>
                    <a:pt x="10179" y="12494"/>
                    <a:pt x="6563" y="9592"/>
                    <a:pt x="3526" y="9592"/>
                  </a:cubicBezTo>
                  <a:cubicBezTo>
                    <a:pt x="3386" y="9592"/>
                    <a:pt x="3247" y="9598"/>
                    <a:pt x="3109" y="9611"/>
                  </a:cubicBezTo>
                  <a:cubicBezTo>
                    <a:pt x="0" y="9891"/>
                    <a:pt x="3251" y="10317"/>
                    <a:pt x="5373" y="15548"/>
                  </a:cubicBezTo>
                  <a:cubicBezTo>
                    <a:pt x="7492" y="20779"/>
                    <a:pt x="426" y="25584"/>
                    <a:pt x="5515" y="29400"/>
                  </a:cubicBezTo>
                  <a:cubicBezTo>
                    <a:pt x="8089" y="31331"/>
                    <a:pt x="12072" y="32104"/>
                    <a:pt x="15929" y="32104"/>
                  </a:cubicBezTo>
                  <a:cubicBezTo>
                    <a:pt x="19699" y="32104"/>
                    <a:pt x="23348" y="31365"/>
                    <a:pt x="25443" y="30248"/>
                  </a:cubicBezTo>
                  <a:cubicBezTo>
                    <a:pt x="29681" y="27987"/>
                    <a:pt x="24595" y="9895"/>
                    <a:pt x="24595" y="9895"/>
                  </a:cubicBezTo>
                  <a:lnTo>
                    <a:pt x="24539" y="9867"/>
                  </a:lnTo>
                  <a:cubicBezTo>
                    <a:pt x="25153" y="7532"/>
                    <a:pt x="24965" y="2899"/>
                    <a:pt x="24730" y="2662"/>
                  </a:cubicBezTo>
                  <a:cubicBezTo>
                    <a:pt x="24707" y="2639"/>
                    <a:pt x="24672" y="2628"/>
                    <a:pt x="24627" y="2628"/>
                  </a:cubicBezTo>
                  <a:cubicBezTo>
                    <a:pt x="24131" y="2628"/>
                    <a:pt x="22409" y="3895"/>
                    <a:pt x="21852" y="3895"/>
                  </a:cubicBezTo>
                  <a:cubicBezTo>
                    <a:pt x="21826" y="3895"/>
                    <a:pt x="21802" y="3892"/>
                    <a:pt x="21782" y="3886"/>
                  </a:cubicBezTo>
                  <a:cubicBezTo>
                    <a:pt x="21279" y="3741"/>
                    <a:pt x="18617" y="2014"/>
                    <a:pt x="18617" y="2014"/>
                  </a:cubicBezTo>
                  <a:cubicBezTo>
                    <a:pt x="18617" y="2014"/>
                    <a:pt x="20270" y="0"/>
                    <a:pt x="19913" y="0"/>
                  </a:cubicBezTo>
                  <a:close/>
                </a:path>
              </a:pathLst>
            </a:custGeom>
            <a:solidFill>
              <a:srgbClr val="261D2A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9" name="Google Shape;5259;p14"/>
            <p:cNvSpPr/>
            <p:nvPr/>
          </p:nvSpPr>
          <p:spPr>
            <a:xfrm>
              <a:off x="1816575" y="2156300"/>
              <a:ext cx="700" cy="475"/>
            </a:xfrm>
            <a:custGeom>
              <a:rect b="b" l="l" r="r" t="t"/>
              <a:pathLst>
                <a:path extrusionOk="0" h="19" w="28">
                  <a:moveTo>
                    <a:pt x="9" y="0"/>
                  </a:moveTo>
                  <a:cubicBezTo>
                    <a:pt x="5" y="0"/>
                    <a:pt x="0" y="5"/>
                    <a:pt x="0" y="18"/>
                  </a:cubicBezTo>
                  <a:cubicBezTo>
                    <a:pt x="27" y="18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0" name="Google Shape;5260;p14"/>
            <p:cNvSpPr/>
            <p:nvPr/>
          </p:nvSpPr>
          <p:spPr>
            <a:xfrm>
              <a:off x="2302350" y="1606800"/>
              <a:ext cx="7500" cy="4575"/>
            </a:xfrm>
            <a:custGeom>
              <a:rect b="b" l="l" r="r" t="t"/>
              <a:pathLst>
                <a:path extrusionOk="0" h="183" w="300">
                  <a:moveTo>
                    <a:pt x="0" y="1"/>
                  </a:moveTo>
                  <a:lnTo>
                    <a:pt x="300" y="183"/>
                  </a:lnTo>
                  <a:cubicBezTo>
                    <a:pt x="263" y="57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1" name="Google Shape;5261;p14"/>
            <p:cNvSpPr/>
            <p:nvPr/>
          </p:nvSpPr>
          <p:spPr>
            <a:xfrm>
              <a:off x="1569600" y="1600575"/>
              <a:ext cx="742025" cy="802575"/>
            </a:xfrm>
            <a:custGeom>
              <a:rect b="b" l="l" r="r" t="t"/>
              <a:pathLst>
                <a:path extrusionOk="0" h="32103" w="29681">
                  <a:moveTo>
                    <a:pt x="19913" y="0"/>
                  </a:moveTo>
                  <a:cubicBezTo>
                    <a:pt x="17010" y="0"/>
                    <a:pt x="13726" y="2736"/>
                    <a:pt x="13726" y="2736"/>
                  </a:cubicBezTo>
                  <a:cubicBezTo>
                    <a:pt x="12298" y="4170"/>
                    <a:pt x="12143" y="7699"/>
                    <a:pt x="13941" y="10215"/>
                  </a:cubicBezTo>
                  <a:cubicBezTo>
                    <a:pt x="14509" y="11011"/>
                    <a:pt x="15974" y="11492"/>
                    <a:pt x="17621" y="11711"/>
                  </a:cubicBezTo>
                  <a:cubicBezTo>
                    <a:pt x="17636" y="11764"/>
                    <a:pt x="17652" y="11819"/>
                    <a:pt x="17667" y="11872"/>
                  </a:cubicBezTo>
                  <a:cubicBezTo>
                    <a:pt x="19647" y="18376"/>
                    <a:pt x="11027" y="17386"/>
                    <a:pt x="11449" y="23746"/>
                  </a:cubicBezTo>
                  <a:cubicBezTo>
                    <a:pt x="11811" y="29146"/>
                    <a:pt x="13493" y="29554"/>
                    <a:pt x="13995" y="29554"/>
                  </a:cubicBezTo>
                  <a:cubicBezTo>
                    <a:pt x="14084" y="29554"/>
                    <a:pt x="14136" y="29541"/>
                    <a:pt x="14136" y="29541"/>
                  </a:cubicBezTo>
                  <a:lnTo>
                    <a:pt x="14136" y="29541"/>
                  </a:lnTo>
                  <a:cubicBezTo>
                    <a:pt x="14136" y="29541"/>
                    <a:pt x="14022" y="29610"/>
                    <a:pt x="13541" y="29610"/>
                  </a:cubicBezTo>
                  <a:cubicBezTo>
                    <a:pt x="12821" y="29610"/>
                    <a:pt x="11277" y="29457"/>
                    <a:pt x="8057" y="28693"/>
                  </a:cubicBezTo>
                  <a:cubicBezTo>
                    <a:pt x="1697" y="27188"/>
                    <a:pt x="10179" y="21343"/>
                    <a:pt x="10179" y="16819"/>
                  </a:cubicBezTo>
                  <a:cubicBezTo>
                    <a:pt x="10179" y="12492"/>
                    <a:pt x="6560" y="9592"/>
                    <a:pt x="3522" y="9592"/>
                  </a:cubicBezTo>
                  <a:cubicBezTo>
                    <a:pt x="3383" y="9592"/>
                    <a:pt x="3246" y="9599"/>
                    <a:pt x="3109" y="9611"/>
                  </a:cubicBezTo>
                  <a:cubicBezTo>
                    <a:pt x="0" y="9891"/>
                    <a:pt x="3251" y="10317"/>
                    <a:pt x="5373" y="15548"/>
                  </a:cubicBezTo>
                  <a:cubicBezTo>
                    <a:pt x="7492" y="20779"/>
                    <a:pt x="426" y="25584"/>
                    <a:pt x="5515" y="29400"/>
                  </a:cubicBezTo>
                  <a:cubicBezTo>
                    <a:pt x="8088" y="31329"/>
                    <a:pt x="12073" y="32102"/>
                    <a:pt x="15931" y="32102"/>
                  </a:cubicBezTo>
                  <a:cubicBezTo>
                    <a:pt x="19700" y="32102"/>
                    <a:pt x="23349" y="31365"/>
                    <a:pt x="25443" y="30248"/>
                  </a:cubicBezTo>
                  <a:cubicBezTo>
                    <a:pt x="29681" y="27987"/>
                    <a:pt x="24595" y="9895"/>
                    <a:pt x="24595" y="9895"/>
                  </a:cubicBezTo>
                  <a:lnTo>
                    <a:pt x="24539" y="9870"/>
                  </a:lnTo>
                  <a:cubicBezTo>
                    <a:pt x="25153" y="7532"/>
                    <a:pt x="24965" y="2899"/>
                    <a:pt x="24730" y="2662"/>
                  </a:cubicBezTo>
                  <a:cubicBezTo>
                    <a:pt x="24707" y="2639"/>
                    <a:pt x="24672" y="2628"/>
                    <a:pt x="24627" y="2628"/>
                  </a:cubicBezTo>
                  <a:cubicBezTo>
                    <a:pt x="24131" y="2628"/>
                    <a:pt x="22409" y="3895"/>
                    <a:pt x="21852" y="3895"/>
                  </a:cubicBezTo>
                  <a:cubicBezTo>
                    <a:pt x="21826" y="3895"/>
                    <a:pt x="21802" y="3892"/>
                    <a:pt x="21782" y="3886"/>
                  </a:cubicBezTo>
                  <a:cubicBezTo>
                    <a:pt x="21279" y="3741"/>
                    <a:pt x="18617" y="2014"/>
                    <a:pt x="18617" y="2014"/>
                  </a:cubicBezTo>
                  <a:cubicBezTo>
                    <a:pt x="18617" y="2014"/>
                    <a:pt x="20270" y="0"/>
                    <a:pt x="1991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2" name="Google Shape;5262;p14"/>
            <p:cNvSpPr/>
            <p:nvPr/>
          </p:nvSpPr>
          <p:spPr>
            <a:xfrm>
              <a:off x="1886750" y="1756500"/>
              <a:ext cx="107800" cy="134825"/>
            </a:xfrm>
            <a:custGeom>
              <a:rect b="b" l="l" r="r" t="t"/>
              <a:pathLst>
                <a:path extrusionOk="0" h="5393" w="4312">
                  <a:moveTo>
                    <a:pt x="3063" y="0"/>
                  </a:moveTo>
                  <a:cubicBezTo>
                    <a:pt x="1994" y="0"/>
                    <a:pt x="426" y="1539"/>
                    <a:pt x="426" y="1539"/>
                  </a:cubicBezTo>
                  <a:cubicBezTo>
                    <a:pt x="0" y="1856"/>
                    <a:pt x="426" y="3870"/>
                    <a:pt x="1943" y="4756"/>
                  </a:cubicBezTo>
                  <a:cubicBezTo>
                    <a:pt x="2620" y="5149"/>
                    <a:pt x="3375" y="5393"/>
                    <a:pt x="3793" y="5393"/>
                  </a:cubicBezTo>
                  <a:cubicBezTo>
                    <a:pt x="4161" y="5393"/>
                    <a:pt x="4265" y="5202"/>
                    <a:pt x="3819" y="4756"/>
                  </a:cubicBezTo>
                  <a:cubicBezTo>
                    <a:pt x="2862" y="3799"/>
                    <a:pt x="4312" y="231"/>
                    <a:pt x="3251" y="18"/>
                  </a:cubicBezTo>
                  <a:cubicBezTo>
                    <a:pt x="3190" y="6"/>
                    <a:pt x="3127" y="0"/>
                    <a:pt x="3063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3" name="Google Shape;5263;p14"/>
            <p:cNvSpPr/>
            <p:nvPr/>
          </p:nvSpPr>
          <p:spPr>
            <a:xfrm>
              <a:off x="1942175" y="1680875"/>
              <a:ext cx="23400" cy="68150"/>
            </a:xfrm>
            <a:custGeom>
              <a:rect b="b" l="l" r="r" t="t"/>
              <a:pathLst>
                <a:path extrusionOk="0" h="2726" w="936">
                  <a:moveTo>
                    <a:pt x="223" y="1"/>
                  </a:moveTo>
                  <a:cubicBezTo>
                    <a:pt x="173" y="1"/>
                    <a:pt x="123" y="57"/>
                    <a:pt x="164" y="113"/>
                  </a:cubicBezTo>
                  <a:cubicBezTo>
                    <a:pt x="170" y="122"/>
                    <a:pt x="772" y="1072"/>
                    <a:pt x="16" y="2624"/>
                  </a:cubicBezTo>
                  <a:cubicBezTo>
                    <a:pt x="1" y="2658"/>
                    <a:pt x="13" y="2701"/>
                    <a:pt x="50" y="2719"/>
                  </a:cubicBezTo>
                  <a:cubicBezTo>
                    <a:pt x="59" y="2722"/>
                    <a:pt x="69" y="2725"/>
                    <a:pt x="81" y="2725"/>
                  </a:cubicBezTo>
                  <a:cubicBezTo>
                    <a:pt x="106" y="2725"/>
                    <a:pt x="133" y="2710"/>
                    <a:pt x="143" y="2685"/>
                  </a:cubicBezTo>
                  <a:cubicBezTo>
                    <a:pt x="935" y="1063"/>
                    <a:pt x="309" y="79"/>
                    <a:pt x="281" y="36"/>
                  </a:cubicBezTo>
                  <a:cubicBezTo>
                    <a:pt x="267" y="11"/>
                    <a:pt x="245" y="1"/>
                    <a:pt x="22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4" name="Google Shape;5264;p14"/>
            <p:cNvSpPr/>
            <p:nvPr/>
          </p:nvSpPr>
          <p:spPr>
            <a:xfrm>
              <a:off x="1918050" y="1769875"/>
              <a:ext cx="50675" cy="66425"/>
            </a:xfrm>
            <a:custGeom>
              <a:rect b="b" l="l" r="r" t="t"/>
              <a:pathLst>
                <a:path extrusionOk="0" h="2657" w="2027">
                  <a:moveTo>
                    <a:pt x="1042" y="0"/>
                  </a:moveTo>
                  <a:cubicBezTo>
                    <a:pt x="805" y="0"/>
                    <a:pt x="620" y="51"/>
                    <a:pt x="620" y="51"/>
                  </a:cubicBezTo>
                  <a:cubicBezTo>
                    <a:pt x="620" y="51"/>
                    <a:pt x="935" y="362"/>
                    <a:pt x="1092" y="492"/>
                  </a:cubicBezTo>
                  <a:cubicBezTo>
                    <a:pt x="1074" y="501"/>
                    <a:pt x="1061" y="519"/>
                    <a:pt x="1058" y="541"/>
                  </a:cubicBezTo>
                  <a:lnTo>
                    <a:pt x="676" y="2462"/>
                  </a:lnTo>
                  <a:cubicBezTo>
                    <a:pt x="333" y="2225"/>
                    <a:pt x="176" y="1321"/>
                    <a:pt x="142" y="970"/>
                  </a:cubicBezTo>
                  <a:cubicBezTo>
                    <a:pt x="137" y="928"/>
                    <a:pt x="105" y="908"/>
                    <a:pt x="73" y="908"/>
                  </a:cubicBezTo>
                  <a:cubicBezTo>
                    <a:pt x="36" y="908"/>
                    <a:pt x="0" y="934"/>
                    <a:pt x="3" y="982"/>
                  </a:cubicBezTo>
                  <a:cubicBezTo>
                    <a:pt x="10" y="1041"/>
                    <a:pt x="142" y="2419"/>
                    <a:pt x="697" y="2632"/>
                  </a:cubicBezTo>
                  <a:cubicBezTo>
                    <a:pt x="744" y="2651"/>
                    <a:pt x="790" y="2657"/>
                    <a:pt x="836" y="2657"/>
                  </a:cubicBezTo>
                  <a:cubicBezTo>
                    <a:pt x="1367" y="2657"/>
                    <a:pt x="1940" y="1654"/>
                    <a:pt x="2008" y="1531"/>
                  </a:cubicBezTo>
                  <a:cubicBezTo>
                    <a:pt x="2027" y="1500"/>
                    <a:pt x="2018" y="1457"/>
                    <a:pt x="1987" y="1439"/>
                  </a:cubicBezTo>
                  <a:cubicBezTo>
                    <a:pt x="1976" y="1433"/>
                    <a:pt x="1964" y="1430"/>
                    <a:pt x="1953" y="1430"/>
                  </a:cubicBezTo>
                  <a:cubicBezTo>
                    <a:pt x="1928" y="1430"/>
                    <a:pt x="1904" y="1443"/>
                    <a:pt x="1891" y="1466"/>
                  </a:cubicBezTo>
                  <a:cubicBezTo>
                    <a:pt x="1717" y="1775"/>
                    <a:pt x="1218" y="2517"/>
                    <a:pt x="844" y="2517"/>
                  </a:cubicBezTo>
                  <a:cubicBezTo>
                    <a:pt x="833" y="2517"/>
                    <a:pt x="822" y="2516"/>
                    <a:pt x="812" y="2515"/>
                  </a:cubicBezTo>
                  <a:lnTo>
                    <a:pt x="1197" y="566"/>
                  </a:lnTo>
                  <a:cubicBezTo>
                    <a:pt x="1197" y="559"/>
                    <a:pt x="1197" y="553"/>
                    <a:pt x="1197" y="547"/>
                  </a:cubicBezTo>
                  <a:cubicBezTo>
                    <a:pt x="1327" y="522"/>
                    <a:pt x="1768" y="242"/>
                    <a:pt x="1768" y="242"/>
                  </a:cubicBezTo>
                  <a:cubicBezTo>
                    <a:pt x="1560" y="49"/>
                    <a:pt x="1276" y="0"/>
                    <a:pt x="1042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5" name="Google Shape;5265;p14"/>
            <p:cNvSpPr/>
            <p:nvPr/>
          </p:nvSpPr>
          <p:spPr>
            <a:xfrm>
              <a:off x="2013350" y="1759525"/>
              <a:ext cx="86025" cy="24800"/>
            </a:xfrm>
            <a:custGeom>
              <a:rect b="b" l="l" r="r" t="t"/>
              <a:pathLst>
                <a:path extrusionOk="0" h="992" w="3441">
                  <a:moveTo>
                    <a:pt x="2211" y="0"/>
                  </a:moveTo>
                  <a:cubicBezTo>
                    <a:pt x="1208" y="0"/>
                    <a:pt x="103" y="826"/>
                    <a:pt x="53" y="866"/>
                  </a:cubicBezTo>
                  <a:cubicBezTo>
                    <a:pt x="1" y="906"/>
                    <a:pt x="28" y="992"/>
                    <a:pt x="96" y="992"/>
                  </a:cubicBezTo>
                  <a:cubicBezTo>
                    <a:pt x="112" y="992"/>
                    <a:pt x="127" y="989"/>
                    <a:pt x="139" y="977"/>
                  </a:cubicBezTo>
                  <a:cubicBezTo>
                    <a:pt x="151" y="971"/>
                    <a:pt x="1255" y="142"/>
                    <a:pt x="2214" y="142"/>
                  </a:cubicBezTo>
                  <a:cubicBezTo>
                    <a:pt x="2310" y="142"/>
                    <a:pt x="2404" y="150"/>
                    <a:pt x="2496" y="168"/>
                  </a:cubicBezTo>
                  <a:cubicBezTo>
                    <a:pt x="2832" y="233"/>
                    <a:pt x="3097" y="428"/>
                    <a:pt x="3285" y="745"/>
                  </a:cubicBezTo>
                  <a:cubicBezTo>
                    <a:pt x="3301" y="771"/>
                    <a:pt x="3323" y="782"/>
                    <a:pt x="3345" y="782"/>
                  </a:cubicBezTo>
                  <a:cubicBezTo>
                    <a:pt x="3393" y="782"/>
                    <a:pt x="3441" y="730"/>
                    <a:pt x="3409" y="674"/>
                  </a:cubicBezTo>
                  <a:cubicBezTo>
                    <a:pt x="3199" y="320"/>
                    <a:pt x="2900" y="104"/>
                    <a:pt x="2524" y="30"/>
                  </a:cubicBezTo>
                  <a:cubicBezTo>
                    <a:pt x="2421" y="9"/>
                    <a:pt x="2317" y="0"/>
                    <a:pt x="221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6" name="Google Shape;5266;p14"/>
            <p:cNvSpPr/>
            <p:nvPr/>
          </p:nvSpPr>
          <p:spPr>
            <a:xfrm>
              <a:off x="1908575" y="1985700"/>
              <a:ext cx="167275" cy="88400"/>
            </a:xfrm>
            <a:custGeom>
              <a:rect b="b" l="l" r="r" t="t"/>
              <a:pathLst>
                <a:path extrusionOk="0" h="3536" w="6691">
                  <a:moveTo>
                    <a:pt x="6592" y="1"/>
                  </a:moveTo>
                  <a:cubicBezTo>
                    <a:pt x="6585" y="1"/>
                    <a:pt x="6578" y="2"/>
                    <a:pt x="6570" y="4"/>
                  </a:cubicBezTo>
                  <a:cubicBezTo>
                    <a:pt x="6545" y="10"/>
                    <a:pt x="4034" y="535"/>
                    <a:pt x="40" y="3409"/>
                  </a:cubicBezTo>
                  <a:cubicBezTo>
                    <a:pt x="9" y="3431"/>
                    <a:pt x="0" y="3477"/>
                    <a:pt x="25" y="3508"/>
                  </a:cubicBezTo>
                  <a:cubicBezTo>
                    <a:pt x="37" y="3526"/>
                    <a:pt x="59" y="3536"/>
                    <a:pt x="80" y="3536"/>
                  </a:cubicBezTo>
                  <a:cubicBezTo>
                    <a:pt x="96" y="3536"/>
                    <a:pt x="111" y="3533"/>
                    <a:pt x="123" y="3523"/>
                  </a:cubicBezTo>
                  <a:cubicBezTo>
                    <a:pt x="4090" y="670"/>
                    <a:pt x="6573" y="149"/>
                    <a:pt x="6597" y="143"/>
                  </a:cubicBezTo>
                  <a:cubicBezTo>
                    <a:pt x="6691" y="132"/>
                    <a:pt x="6672" y="1"/>
                    <a:pt x="659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7" name="Google Shape;5267;p14"/>
            <p:cNvSpPr/>
            <p:nvPr/>
          </p:nvSpPr>
          <p:spPr>
            <a:xfrm>
              <a:off x="1865775" y="1661475"/>
              <a:ext cx="52450" cy="69050"/>
            </a:xfrm>
            <a:custGeom>
              <a:rect b="b" l="l" r="r" t="t"/>
              <a:pathLst>
                <a:path extrusionOk="0" h="2762" w="2098">
                  <a:moveTo>
                    <a:pt x="101" y="1"/>
                  </a:moveTo>
                  <a:cubicBezTo>
                    <a:pt x="50" y="1"/>
                    <a:pt x="0" y="59"/>
                    <a:pt x="40" y="115"/>
                  </a:cubicBezTo>
                  <a:lnTo>
                    <a:pt x="1950" y="2730"/>
                  </a:lnTo>
                  <a:cubicBezTo>
                    <a:pt x="1962" y="2749"/>
                    <a:pt x="1983" y="2758"/>
                    <a:pt x="2005" y="2761"/>
                  </a:cubicBezTo>
                  <a:lnTo>
                    <a:pt x="2008" y="2761"/>
                  </a:lnTo>
                  <a:cubicBezTo>
                    <a:pt x="2064" y="2761"/>
                    <a:pt x="2098" y="2693"/>
                    <a:pt x="2064" y="2647"/>
                  </a:cubicBezTo>
                  <a:lnTo>
                    <a:pt x="158" y="32"/>
                  </a:lnTo>
                  <a:cubicBezTo>
                    <a:pt x="142" y="10"/>
                    <a:pt x="121" y="1"/>
                    <a:pt x="10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8" name="Google Shape;5268;p14"/>
            <p:cNvSpPr/>
            <p:nvPr/>
          </p:nvSpPr>
          <p:spPr>
            <a:xfrm>
              <a:off x="1820575" y="1658850"/>
              <a:ext cx="90625" cy="81325"/>
            </a:xfrm>
            <a:custGeom>
              <a:rect b="b" l="l" r="r" t="t"/>
              <a:pathLst>
                <a:path extrusionOk="0" h="3253" w="3625">
                  <a:moveTo>
                    <a:pt x="105" y="1"/>
                  </a:moveTo>
                  <a:cubicBezTo>
                    <a:pt x="48" y="1"/>
                    <a:pt x="1" y="76"/>
                    <a:pt x="56" y="124"/>
                  </a:cubicBezTo>
                  <a:lnTo>
                    <a:pt x="3483" y="3236"/>
                  </a:lnTo>
                  <a:cubicBezTo>
                    <a:pt x="3494" y="3244"/>
                    <a:pt x="3509" y="3252"/>
                    <a:pt x="3525" y="3252"/>
                  </a:cubicBezTo>
                  <a:cubicBezTo>
                    <a:pt x="3527" y="3252"/>
                    <a:pt x="3530" y="3252"/>
                    <a:pt x="3532" y="3252"/>
                  </a:cubicBezTo>
                  <a:cubicBezTo>
                    <a:pt x="3534" y="3252"/>
                    <a:pt x="3535" y="3252"/>
                    <a:pt x="3536" y="3252"/>
                  </a:cubicBezTo>
                  <a:cubicBezTo>
                    <a:pt x="3595" y="3252"/>
                    <a:pt x="3624" y="3174"/>
                    <a:pt x="3579" y="3131"/>
                  </a:cubicBezTo>
                  <a:lnTo>
                    <a:pt x="152" y="19"/>
                  </a:lnTo>
                  <a:cubicBezTo>
                    <a:pt x="137" y="6"/>
                    <a:pt x="120" y="1"/>
                    <a:pt x="10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9" name="Google Shape;5269;p14"/>
            <p:cNvSpPr/>
            <p:nvPr/>
          </p:nvSpPr>
          <p:spPr>
            <a:xfrm>
              <a:off x="1812450" y="1703850"/>
              <a:ext cx="94450" cy="47875"/>
            </a:xfrm>
            <a:custGeom>
              <a:rect b="b" l="l" r="r" t="t"/>
              <a:pathLst>
                <a:path extrusionOk="0" h="1915" w="3778">
                  <a:moveTo>
                    <a:pt x="104" y="1"/>
                  </a:moveTo>
                  <a:cubicBezTo>
                    <a:pt x="38" y="1"/>
                    <a:pt x="0" y="106"/>
                    <a:pt x="79" y="138"/>
                  </a:cubicBezTo>
                  <a:lnTo>
                    <a:pt x="3648" y="1905"/>
                  </a:lnTo>
                  <a:cubicBezTo>
                    <a:pt x="3657" y="1911"/>
                    <a:pt x="3669" y="1914"/>
                    <a:pt x="3678" y="1914"/>
                  </a:cubicBezTo>
                  <a:cubicBezTo>
                    <a:pt x="3752" y="1911"/>
                    <a:pt x="3777" y="1813"/>
                    <a:pt x="3709" y="1779"/>
                  </a:cubicBezTo>
                  <a:lnTo>
                    <a:pt x="141" y="11"/>
                  </a:lnTo>
                  <a:cubicBezTo>
                    <a:pt x="128" y="4"/>
                    <a:pt x="116" y="1"/>
                    <a:pt x="1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0" name="Google Shape;5270;p14"/>
            <p:cNvSpPr/>
            <p:nvPr/>
          </p:nvSpPr>
          <p:spPr>
            <a:xfrm>
              <a:off x="2023100" y="1802900"/>
              <a:ext cx="73775" cy="12425"/>
            </a:xfrm>
            <a:custGeom>
              <a:rect b="b" l="l" r="r" t="t"/>
              <a:pathLst>
                <a:path extrusionOk="0" h="497" w="2951">
                  <a:moveTo>
                    <a:pt x="101" y="0"/>
                  </a:moveTo>
                  <a:cubicBezTo>
                    <a:pt x="14" y="0"/>
                    <a:pt x="0" y="124"/>
                    <a:pt x="86" y="142"/>
                  </a:cubicBezTo>
                  <a:lnTo>
                    <a:pt x="2843" y="494"/>
                  </a:lnTo>
                  <a:lnTo>
                    <a:pt x="2852" y="494"/>
                  </a:lnTo>
                  <a:lnTo>
                    <a:pt x="2852" y="497"/>
                  </a:lnTo>
                  <a:cubicBezTo>
                    <a:pt x="2942" y="497"/>
                    <a:pt x="2951" y="364"/>
                    <a:pt x="2858" y="355"/>
                  </a:cubicBezTo>
                  <a:lnTo>
                    <a:pt x="104" y="0"/>
                  </a:lnTo>
                  <a:cubicBezTo>
                    <a:pt x="103" y="0"/>
                    <a:pt x="102" y="0"/>
                    <a:pt x="10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1" name="Google Shape;5271;p14"/>
            <p:cNvSpPr/>
            <p:nvPr/>
          </p:nvSpPr>
          <p:spPr>
            <a:xfrm>
              <a:off x="2019400" y="1812625"/>
              <a:ext cx="87175" cy="23850"/>
            </a:xfrm>
            <a:custGeom>
              <a:rect b="b" l="l" r="r" t="t"/>
              <a:pathLst>
                <a:path extrusionOk="0" h="954" w="3487">
                  <a:moveTo>
                    <a:pt x="98" y="0"/>
                  </a:moveTo>
                  <a:cubicBezTo>
                    <a:pt x="22" y="0"/>
                    <a:pt x="0" y="119"/>
                    <a:pt x="85" y="139"/>
                  </a:cubicBezTo>
                  <a:lnTo>
                    <a:pt x="3373" y="953"/>
                  </a:lnTo>
                  <a:lnTo>
                    <a:pt x="3389" y="953"/>
                  </a:lnTo>
                  <a:cubicBezTo>
                    <a:pt x="3390" y="953"/>
                    <a:pt x="3391" y="953"/>
                    <a:pt x="3392" y="953"/>
                  </a:cubicBezTo>
                  <a:cubicBezTo>
                    <a:pt x="3472" y="953"/>
                    <a:pt x="3486" y="835"/>
                    <a:pt x="3407" y="814"/>
                  </a:cubicBezTo>
                  <a:lnTo>
                    <a:pt x="119" y="3"/>
                  </a:lnTo>
                  <a:cubicBezTo>
                    <a:pt x="112" y="1"/>
                    <a:pt x="105" y="0"/>
                    <a:pt x="98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2" name="Google Shape;5272;p14"/>
            <p:cNvSpPr/>
            <p:nvPr/>
          </p:nvSpPr>
          <p:spPr>
            <a:xfrm>
              <a:off x="2015850" y="1825800"/>
              <a:ext cx="60675" cy="45125"/>
            </a:xfrm>
            <a:custGeom>
              <a:rect b="b" l="l" r="r" t="t"/>
              <a:pathLst>
                <a:path extrusionOk="0" h="1805" w="2427">
                  <a:moveTo>
                    <a:pt x="103" y="1"/>
                  </a:moveTo>
                  <a:cubicBezTo>
                    <a:pt x="45" y="1"/>
                    <a:pt x="1" y="85"/>
                    <a:pt x="61" y="130"/>
                  </a:cubicBezTo>
                  <a:lnTo>
                    <a:pt x="2285" y="1792"/>
                  </a:lnTo>
                  <a:cubicBezTo>
                    <a:pt x="2297" y="1802"/>
                    <a:pt x="2312" y="1805"/>
                    <a:pt x="2328" y="1805"/>
                  </a:cubicBezTo>
                  <a:lnTo>
                    <a:pt x="2331" y="1805"/>
                  </a:lnTo>
                  <a:cubicBezTo>
                    <a:pt x="2399" y="1805"/>
                    <a:pt x="2427" y="1718"/>
                    <a:pt x="2371" y="1678"/>
                  </a:cubicBezTo>
                  <a:lnTo>
                    <a:pt x="144" y="16"/>
                  </a:lnTo>
                  <a:cubicBezTo>
                    <a:pt x="130" y="5"/>
                    <a:pt x="116" y="1"/>
                    <a:pt x="10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3" name="Google Shape;5273;p14"/>
            <p:cNvSpPr/>
            <p:nvPr/>
          </p:nvSpPr>
          <p:spPr>
            <a:xfrm>
              <a:off x="1891900" y="1797550"/>
              <a:ext cx="98925" cy="93725"/>
            </a:xfrm>
            <a:custGeom>
              <a:rect b="b" l="l" r="r" t="t"/>
              <a:pathLst>
                <a:path extrusionOk="0" h="3749" w="3957">
                  <a:moveTo>
                    <a:pt x="77" y="1"/>
                  </a:moveTo>
                  <a:cubicBezTo>
                    <a:pt x="73" y="1"/>
                    <a:pt x="69" y="1"/>
                    <a:pt x="66" y="1"/>
                  </a:cubicBezTo>
                  <a:cubicBezTo>
                    <a:pt x="25" y="11"/>
                    <a:pt x="1" y="48"/>
                    <a:pt x="7" y="85"/>
                  </a:cubicBezTo>
                  <a:cubicBezTo>
                    <a:pt x="13" y="119"/>
                    <a:pt x="621" y="3215"/>
                    <a:pt x="3847" y="3749"/>
                  </a:cubicBezTo>
                  <a:lnTo>
                    <a:pt x="3859" y="3749"/>
                  </a:lnTo>
                  <a:lnTo>
                    <a:pt x="3859" y="3746"/>
                  </a:lnTo>
                  <a:cubicBezTo>
                    <a:pt x="3860" y="3746"/>
                    <a:pt x="3861" y="3746"/>
                    <a:pt x="3862" y="3746"/>
                  </a:cubicBezTo>
                  <a:cubicBezTo>
                    <a:pt x="3946" y="3746"/>
                    <a:pt x="3957" y="3619"/>
                    <a:pt x="3869" y="3607"/>
                  </a:cubicBezTo>
                  <a:cubicBezTo>
                    <a:pt x="741" y="3092"/>
                    <a:pt x="152" y="88"/>
                    <a:pt x="146" y="60"/>
                  </a:cubicBezTo>
                  <a:cubicBezTo>
                    <a:pt x="140" y="24"/>
                    <a:pt x="110" y="1"/>
                    <a:pt x="7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4" name="Google Shape;5274;p14"/>
            <p:cNvSpPr/>
            <p:nvPr/>
          </p:nvSpPr>
          <p:spPr>
            <a:xfrm>
              <a:off x="2008725" y="1860325"/>
              <a:ext cx="121725" cy="38600"/>
            </a:xfrm>
            <a:custGeom>
              <a:rect b="b" l="l" r="r" t="t"/>
              <a:pathLst>
                <a:path extrusionOk="0" h="1544" w="4869">
                  <a:moveTo>
                    <a:pt x="4767" y="0"/>
                  </a:moveTo>
                  <a:cubicBezTo>
                    <a:pt x="4751" y="0"/>
                    <a:pt x="4735" y="6"/>
                    <a:pt x="4719" y="20"/>
                  </a:cubicBezTo>
                  <a:cubicBezTo>
                    <a:pt x="3491" y="1151"/>
                    <a:pt x="2212" y="1404"/>
                    <a:pt x="1317" y="1404"/>
                  </a:cubicBezTo>
                  <a:cubicBezTo>
                    <a:pt x="607" y="1404"/>
                    <a:pt x="138" y="1245"/>
                    <a:pt x="127" y="1241"/>
                  </a:cubicBezTo>
                  <a:cubicBezTo>
                    <a:pt x="118" y="1238"/>
                    <a:pt x="109" y="1236"/>
                    <a:pt x="101" y="1236"/>
                  </a:cubicBezTo>
                  <a:cubicBezTo>
                    <a:pt x="29" y="1236"/>
                    <a:pt x="0" y="1346"/>
                    <a:pt x="81" y="1374"/>
                  </a:cubicBezTo>
                  <a:cubicBezTo>
                    <a:pt x="90" y="1380"/>
                    <a:pt x="580" y="1543"/>
                    <a:pt x="1317" y="1543"/>
                  </a:cubicBezTo>
                  <a:cubicBezTo>
                    <a:pt x="2243" y="1543"/>
                    <a:pt x="3557" y="1284"/>
                    <a:pt x="4815" y="121"/>
                  </a:cubicBezTo>
                  <a:cubicBezTo>
                    <a:pt x="4868" y="73"/>
                    <a:pt x="4823" y="0"/>
                    <a:pt x="4767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5" name="Google Shape;5275;p14"/>
            <p:cNvSpPr/>
            <p:nvPr/>
          </p:nvSpPr>
          <p:spPr>
            <a:xfrm>
              <a:off x="1883300" y="1739275"/>
              <a:ext cx="23600" cy="12450"/>
            </a:xfrm>
            <a:custGeom>
              <a:rect b="b" l="l" r="r" t="t"/>
              <a:pathLst>
                <a:path extrusionOk="0" h="498" w="944">
                  <a:moveTo>
                    <a:pt x="104" y="0"/>
                  </a:moveTo>
                  <a:cubicBezTo>
                    <a:pt x="36" y="0"/>
                    <a:pt x="1" y="99"/>
                    <a:pt x="73" y="136"/>
                  </a:cubicBezTo>
                  <a:lnTo>
                    <a:pt x="814" y="488"/>
                  </a:lnTo>
                  <a:cubicBezTo>
                    <a:pt x="823" y="494"/>
                    <a:pt x="835" y="494"/>
                    <a:pt x="844" y="497"/>
                  </a:cubicBezTo>
                  <a:cubicBezTo>
                    <a:pt x="918" y="494"/>
                    <a:pt x="943" y="396"/>
                    <a:pt x="875" y="362"/>
                  </a:cubicBezTo>
                  <a:lnTo>
                    <a:pt x="135" y="7"/>
                  </a:lnTo>
                  <a:cubicBezTo>
                    <a:pt x="124" y="2"/>
                    <a:pt x="113" y="0"/>
                    <a:pt x="10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6" name="Google Shape;5276;p14"/>
            <p:cNvSpPr/>
            <p:nvPr/>
          </p:nvSpPr>
          <p:spPr>
            <a:xfrm>
              <a:off x="1885050" y="1717150"/>
              <a:ext cx="26150" cy="23025"/>
            </a:xfrm>
            <a:custGeom>
              <a:rect b="b" l="l" r="r" t="t"/>
              <a:pathLst>
                <a:path extrusionOk="0" h="921" w="1046">
                  <a:moveTo>
                    <a:pt x="102" y="1"/>
                  </a:moveTo>
                  <a:cubicBezTo>
                    <a:pt x="46" y="1"/>
                    <a:pt x="1" y="76"/>
                    <a:pt x="56" y="124"/>
                  </a:cubicBezTo>
                  <a:lnTo>
                    <a:pt x="904" y="901"/>
                  </a:lnTo>
                  <a:cubicBezTo>
                    <a:pt x="915" y="912"/>
                    <a:pt x="930" y="920"/>
                    <a:pt x="946" y="920"/>
                  </a:cubicBezTo>
                  <a:cubicBezTo>
                    <a:pt x="948" y="920"/>
                    <a:pt x="951" y="920"/>
                    <a:pt x="953" y="920"/>
                  </a:cubicBezTo>
                  <a:lnTo>
                    <a:pt x="953" y="920"/>
                  </a:lnTo>
                  <a:cubicBezTo>
                    <a:pt x="953" y="920"/>
                    <a:pt x="954" y="920"/>
                    <a:pt x="954" y="920"/>
                  </a:cubicBezTo>
                  <a:cubicBezTo>
                    <a:pt x="1016" y="920"/>
                    <a:pt x="1045" y="842"/>
                    <a:pt x="1000" y="799"/>
                  </a:cubicBezTo>
                  <a:lnTo>
                    <a:pt x="151" y="22"/>
                  </a:lnTo>
                  <a:cubicBezTo>
                    <a:pt x="135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7" name="Google Shape;5277;p14"/>
            <p:cNvSpPr/>
            <p:nvPr/>
          </p:nvSpPr>
          <p:spPr>
            <a:xfrm>
              <a:off x="1890525" y="1696000"/>
              <a:ext cx="27400" cy="34525"/>
            </a:xfrm>
            <a:custGeom>
              <a:rect b="b" l="l" r="r" t="t"/>
              <a:pathLst>
                <a:path extrusionOk="0" h="1381" w="1096">
                  <a:moveTo>
                    <a:pt x="99" y="0"/>
                  </a:moveTo>
                  <a:cubicBezTo>
                    <a:pt x="47" y="0"/>
                    <a:pt x="0" y="59"/>
                    <a:pt x="40" y="113"/>
                  </a:cubicBezTo>
                  <a:lnTo>
                    <a:pt x="960" y="1349"/>
                  </a:lnTo>
                  <a:cubicBezTo>
                    <a:pt x="972" y="1368"/>
                    <a:pt x="993" y="1380"/>
                    <a:pt x="1015" y="1380"/>
                  </a:cubicBezTo>
                  <a:cubicBezTo>
                    <a:pt x="1030" y="1380"/>
                    <a:pt x="1046" y="1374"/>
                    <a:pt x="1058" y="1365"/>
                  </a:cubicBezTo>
                  <a:cubicBezTo>
                    <a:pt x="1089" y="1340"/>
                    <a:pt x="1095" y="1297"/>
                    <a:pt x="1074" y="1266"/>
                  </a:cubicBezTo>
                  <a:lnTo>
                    <a:pt x="155" y="29"/>
                  </a:lnTo>
                  <a:cubicBezTo>
                    <a:pt x="138" y="9"/>
                    <a:pt x="118" y="0"/>
                    <a:pt x="9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8" name="Google Shape;5278;p14"/>
            <p:cNvSpPr/>
            <p:nvPr/>
          </p:nvSpPr>
          <p:spPr>
            <a:xfrm>
              <a:off x="2134100" y="1687475"/>
              <a:ext cx="49525" cy="53675"/>
            </a:xfrm>
            <a:custGeom>
              <a:rect b="b" l="l" r="r" t="t"/>
              <a:pathLst>
                <a:path extrusionOk="0" h="2147" w="1981">
                  <a:moveTo>
                    <a:pt x="1818" y="0"/>
                  </a:moveTo>
                  <a:cubicBezTo>
                    <a:pt x="1499" y="0"/>
                    <a:pt x="1" y="1049"/>
                    <a:pt x="1" y="1049"/>
                  </a:cubicBezTo>
                  <a:cubicBezTo>
                    <a:pt x="1" y="1049"/>
                    <a:pt x="1264" y="2147"/>
                    <a:pt x="1437" y="2147"/>
                  </a:cubicBezTo>
                  <a:cubicBezTo>
                    <a:pt x="1443" y="2147"/>
                    <a:pt x="1447" y="2146"/>
                    <a:pt x="1450" y="2144"/>
                  </a:cubicBezTo>
                  <a:cubicBezTo>
                    <a:pt x="1555" y="2073"/>
                    <a:pt x="1981" y="235"/>
                    <a:pt x="1873" y="25"/>
                  </a:cubicBezTo>
                  <a:cubicBezTo>
                    <a:pt x="1864" y="8"/>
                    <a:pt x="1846" y="0"/>
                    <a:pt x="1818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9" name="Google Shape;5279;p14"/>
            <p:cNvSpPr/>
            <p:nvPr/>
          </p:nvSpPr>
          <p:spPr>
            <a:xfrm>
              <a:off x="1996300" y="1617375"/>
              <a:ext cx="51225" cy="26550"/>
            </a:xfrm>
            <a:custGeom>
              <a:rect b="b" l="l" r="r" t="t"/>
              <a:pathLst>
                <a:path extrusionOk="0" h="1062" w="2049">
                  <a:moveTo>
                    <a:pt x="1839" y="1"/>
                  </a:moveTo>
                  <a:cubicBezTo>
                    <a:pt x="1626" y="1"/>
                    <a:pt x="1" y="247"/>
                    <a:pt x="106" y="460"/>
                  </a:cubicBezTo>
                  <a:cubicBezTo>
                    <a:pt x="214" y="673"/>
                    <a:pt x="991" y="1062"/>
                    <a:pt x="991" y="1062"/>
                  </a:cubicBezTo>
                  <a:cubicBezTo>
                    <a:pt x="991" y="1062"/>
                    <a:pt x="2049" y="1"/>
                    <a:pt x="1839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0" name="Google Shape;5280;p14"/>
            <p:cNvSpPr/>
            <p:nvPr/>
          </p:nvSpPr>
          <p:spPr>
            <a:xfrm>
              <a:off x="1778350" y="1941625"/>
              <a:ext cx="16200" cy="19450"/>
            </a:xfrm>
            <a:custGeom>
              <a:rect b="b" l="l" r="r" t="t"/>
              <a:pathLst>
                <a:path extrusionOk="0" h="778" w="648">
                  <a:moveTo>
                    <a:pt x="101" y="1"/>
                  </a:moveTo>
                  <a:cubicBezTo>
                    <a:pt x="23" y="1"/>
                    <a:pt x="0" y="119"/>
                    <a:pt x="83" y="142"/>
                  </a:cubicBezTo>
                  <a:cubicBezTo>
                    <a:pt x="101" y="145"/>
                    <a:pt x="478" y="244"/>
                    <a:pt x="379" y="694"/>
                  </a:cubicBezTo>
                  <a:cubicBezTo>
                    <a:pt x="370" y="731"/>
                    <a:pt x="394" y="768"/>
                    <a:pt x="435" y="777"/>
                  </a:cubicBezTo>
                  <a:lnTo>
                    <a:pt x="450" y="777"/>
                  </a:lnTo>
                  <a:cubicBezTo>
                    <a:pt x="481" y="777"/>
                    <a:pt x="509" y="756"/>
                    <a:pt x="518" y="725"/>
                  </a:cubicBezTo>
                  <a:cubicBezTo>
                    <a:pt x="647" y="142"/>
                    <a:pt x="123" y="3"/>
                    <a:pt x="120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1" name="Google Shape;5281;p14"/>
            <p:cNvSpPr/>
            <p:nvPr/>
          </p:nvSpPr>
          <p:spPr>
            <a:xfrm>
              <a:off x="1752550" y="1935775"/>
              <a:ext cx="16100" cy="19400"/>
            </a:xfrm>
            <a:custGeom>
              <a:rect b="b" l="l" r="r" t="t"/>
              <a:pathLst>
                <a:path extrusionOk="0" h="776" w="644">
                  <a:moveTo>
                    <a:pt x="96" y="1"/>
                  </a:moveTo>
                  <a:cubicBezTo>
                    <a:pt x="23" y="1"/>
                    <a:pt x="1" y="112"/>
                    <a:pt x="79" y="138"/>
                  </a:cubicBezTo>
                  <a:cubicBezTo>
                    <a:pt x="119" y="148"/>
                    <a:pt x="470" y="252"/>
                    <a:pt x="375" y="690"/>
                  </a:cubicBezTo>
                  <a:cubicBezTo>
                    <a:pt x="365" y="727"/>
                    <a:pt x="390" y="768"/>
                    <a:pt x="427" y="774"/>
                  </a:cubicBezTo>
                  <a:cubicBezTo>
                    <a:pt x="430" y="775"/>
                    <a:pt x="433" y="776"/>
                    <a:pt x="436" y="776"/>
                  </a:cubicBezTo>
                  <a:cubicBezTo>
                    <a:pt x="439" y="776"/>
                    <a:pt x="441" y="775"/>
                    <a:pt x="443" y="774"/>
                  </a:cubicBezTo>
                  <a:cubicBezTo>
                    <a:pt x="476" y="774"/>
                    <a:pt x="504" y="752"/>
                    <a:pt x="513" y="721"/>
                  </a:cubicBezTo>
                  <a:cubicBezTo>
                    <a:pt x="643" y="141"/>
                    <a:pt x="119" y="3"/>
                    <a:pt x="113" y="3"/>
                  </a:cubicBezTo>
                  <a:cubicBezTo>
                    <a:pt x="107" y="1"/>
                    <a:pt x="101" y="1"/>
                    <a:pt x="9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2" name="Google Shape;5282;p14"/>
            <p:cNvSpPr/>
            <p:nvPr/>
          </p:nvSpPr>
          <p:spPr>
            <a:xfrm>
              <a:off x="1766550" y="1912175"/>
              <a:ext cx="16200" cy="19425"/>
            </a:xfrm>
            <a:custGeom>
              <a:rect b="b" l="l" r="r" t="t"/>
              <a:pathLst>
                <a:path extrusionOk="0" h="777" w="648">
                  <a:moveTo>
                    <a:pt x="101" y="1"/>
                  </a:moveTo>
                  <a:cubicBezTo>
                    <a:pt x="23" y="1"/>
                    <a:pt x="0" y="119"/>
                    <a:pt x="86" y="142"/>
                  </a:cubicBezTo>
                  <a:cubicBezTo>
                    <a:pt x="102" y="145"/>
                    <a:pt x="481" y="243"/>
                    <a:pt x="379" y="694"/>
                  </a:cubicBezTo>
                  <a:cubicBezTo>
                    <a:pt x="373" y="731"/>
                    <a:pt x="395" y="768"/>
                    <a:pt x="435" y="777"/>
                  </a:cubicBezTo>
                  <a:lnTo>
                    <a:pt x="450" y="777"/>
                  </a:lnTo>
                  <a:cubicBezTo>
                    <a:pt x="481" y="777"/>
                    <a:pt x="509" y="755"/>
                    <a:pt x="518" y="725"/>
                  </a:cubicBezTo>
                  <a:cubicBezTo>
                    <a:pt x="647" y="142"/>
                    <a:pt x="126" y="3"/>
                    <a:pt x="120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3" name="Google Shape;5283;p14"/>
            <p:cNvSpPr/>
            <p:nvPr/>
          </p:nvSpPr>
          <p:spPr>
            <a:xfrm>
              <a:off x="1957525" y="2058525"/>
              <a:ext cx="21500" cy="11025"/>
            </a:xfrm>
            <a:custGeom>
              <a:rect b="b" l="l" r="r" t="t"/>
              <a:pathLst>
                <a:path extrusionOk="0" h="441" w="860">
                  <a:moveTo>
                    <a:pt x="526" y="0"/>
                  </a:moveTo>
                  <a:cubicBezTo>
                    <a:pt x="161" y="0"/>
                    <a:pt x="16" y="340"/>
                    <a:pt x="16" y="342"/>
                  </a:cubicBezTo>
                  <a:cubicBezTo>
                    <a:pt x="1" y="379"/>
                    <a:pt x="19" y="419"/>
                    <a:pt x="53" y="435"/>
                  </a:cubicBezTo>
                  <a:cubicBezTo>
                    <a:pt x="62" y="438"/>
                    <a:pt x="71" y="441"/>
                    <a:pt x="81" y="441"/>
                  </a:cubicBezTo>
                  <a:cubicBezTo>
                    <a:pt x="108" y="441"/>
                    <a:pt x="136" y="422"/>
                    <a:pt x="149" y="398"/>
                  </a:cubicBezTo>
                  <a:cubicBezTo>
                    <a:pt x="161" y="365"/>
                    <a:pt x="264" y="141"/>
                    <a:pt x="523" y="141"/>
                  </a:cubicBezTo>
                  <a:cubicBezTo>
                    <a:pt x="585" y="141"/>
                    <a:pt x="655" y="154"/>
                    <a:pt x="735" y="185"/>
                  </a:cubicBezTo>
                  <a:cubicBezTo>
                    <a:pt x="743" y="187"/>
                    <a:pt x="750" y="188"/>
                    <a:pt x="757" y="188"/>
                  </a:cubicBezTo>
                  <a:cubicBezTo>
                    <a:pt x="828" y="188"/>
                    <a:pt x="860" y="86"/>
                    <a:pt x="787" y="52"/>
                  </a:cubicBezTo>
                  <a:cubicBezTo>
                    <a:pt x="690" y="16"/>
                    <a:pt x="603" y="0"/>
                    <a:pt x="52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4" name="Google Shape;5284;p14"/>
            <p:cNvSpPr/>
            <p:nvPr/>
          </p:nvSpPr>
          <p:spPr>
            <a:xfrm>
              <a:off x="1946875" y="2083275"/>
              <a:ext cx="21525" cy="11025"/>
            </a:xfrm>
            <a:custGeom>
              <a:rect b="b" l="l" r="r" t="t"/>
              <a:pathLst>
                <a:path extrusionOk="0" h="441" w="861">
                  <a:moveTo>
                    <a:pt x="526" y="0"/>
                  </a:moveTo>
                  <a:cubicBezTo>
                    <a:pt x="163" y="0"/>
                    <a:pt x="16" y="337"/>
                    <a:pt x="16" y="342"/>
                  </a:cubicBezTo>
                  <a:cubicBezTo>
                    <a:pt x="1" y="379"/>
                    <a:pt x="19" y="419"/>
                    <a:pt x="56" y="435"/>
                  </a:cubicBezTo>
                  <a:cubicBezTo>
                    <a:pt x="66" y="438"/>
                    <a:pt x="72" y="441"/>
                    <a:pt x="84" y="441"/>
                  </a:cubicBezTo>
                  <a:cubicBezTo>
                    <a:pt x="112" y="441"/>
                    <a:pt x="137" y="422"/>
                    <a:pt x="149" y="398"/>
                  </a:cubicBezTo>
                  <a:cubicBezTo>
                    <a:pt x="161" y="365"/>
                    <a:pt x="265" y="141"/>
                    <a:pt x="525" y="141"/>
                  </a:cubicBezTo>
                  <a:cubicBezTo>
                    <a:pt x="587" y="141"/>
                    <a:pt x="658" y="154"/>
                    <a:pt x="738" y="185"/>
                  </a:cubicBezTo>
                  <a:cubicBezTo>
                    <a:pt x="746" y="187"/>
                    <a:pt x="753" y="188"/>
                    <a:pt x="760" y="188"/>
                  </a:cubicBezTo>
                  <a:cubicBezTo>
                    <a:pt x="829" y="188"/>
                    <a:pt x="860" y="86"/>
                    <a:pt x="787" y="52"/>
                  </a:cubicBezTo>
                  <a:cubicBezTo>
                    <a:pt x="690" y="15"/>
                    <a:pt x="603" y="0"/>
                    <a:pt x="52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5" name="Google Shape;5285;p14"/>
            <p:cNvSpPr/>
            <p:nvPr/>
          </p:nvSpPr>
          <p:spPr>
            <a:xfrm>
              <a:off x="1968775" y="2067625"/>
              <a:ext cx="21625" cy="11025"/>
            </a:xfrm>
            <a:custGeom>
              <a:rect b="b" l="l" r="r" t="t"/>
              <a:pathLst>
                <a:path extrusionOk="0" h="441" w="865">
                  <a:moveTo>
                    <a:pt x="526" y="0"/>
                  </a:moveTo>
                  <a:cubicBezTo>
                    <a:pt x="161" y="0"/>
                    <a:pt x="16" y="339"/>
                    <a:pt x="16" y="342"/>
                  </a:cubicBezTo>
                  <a:cubicBezTo>
                    <a:pt x="1" y="379"/>
                    <a:pt x="16" y="419"/>
                    <a:pt x="53" y="435"/>
                  </a:cubicBezTo>
                  <a:cubicBezTo>
                    <a:pt x="63" y="438"/>
                    <a:pt x="72" y="441"/>
                    <a:pt x="81" y="441"/>
                  </a:cubicBezTo>
                  <a:cubicBezTo>
                    <a:pt x="109" y="441"/>
                    <a:pt x="137" y="425"/>
                    <a:pt x="146" y="398"/>
                  </a:cubicBezTo>
                  <a:cubicBezTo>
                    <a:pt x="161" y="365"/>
                    <a:pt x="262" y="141"/>
                    <a:pt x="522" y="141"/>
                  </a:cubicBezTo>
                  <a:cubicBezTo>
                    <a:pt x="584" y="141"/>
                    <a:pt x="654" y="154"/>
                    <a:pt x="735" y="185"/>
                  </a:cubicBezTo>
                  <a:cubicBezTo>
                    <a:pt x="745" y="188"/>
                    <a:pt x="754" y="190"/>
                    <a:pt x="763" y="190"/>
                  </a:cubicBezTo>
                  <a:cubicBezTo>
                    <a:pt x="834" y="190"/>
                    <a:pt x="864" y="82"/>
                    <a:pt x="787" y="52"/>
                  </a:cubicBezTo>
                  <a:cubicBezTo>
                    <a:pt x="690" y="16"/>
                    <a:pt x="603" y="0"/>
                    <a:pt x="52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6" name="Google Shape;5286;p14"/>
            <p:cNvSpPr/>
            <p:nvPr/>
          </p:nvSpPr>
          <p:spPr>
            <a:xfrm>
              <a:off x="2164950" y="2333150"/>
              <a:ext cx="18625" cy="14000"/>
            </a:xfrm>
            <a:custGeom>
              <a:rect b="b" l="l" r="r" t="t"/>
              <a:pathLst>
                <a:path extrusionOk="0" h="560" w="745">
                  <a:moveTo>
                    <a:pt x="666" y="0"/>
                  </a:moveTo>
                  <a:cubicBezTo>
                    <a:pt x="635" y="0"/>
                    <a:pt x="604" y="20"/>
                    <a:pt x="599" y="63"/>
                  </a:cubicBezTo>
                  <a:cubicBezTo>
                    <a:pt x="593" y="103"/>
                    <a:pt x="533" y="419"/>
                    <a:pt x="162" y="419"/>
                  </a:cubicBezTo>
                  <a:cubicBezTo>
                    <a:pt x="136" y="419"/>
                    <a:pt x="109" y="417"/>
                    <a:pt x="80" y="414"/>
                  </a:cubicBezTo>
                  <a:cubicBezTo>
                    <a:pt x="78" y="414"/>
                    <a:pt x="76" y="414"/>
                    <a:pt x="74" y="414"/>
                  </a:cubicBezTo>
                  <a:cubicBezTo>
                    <a:pt x="37" y="414"/>
                    <a:pt x="6" y="441"/>
                    <a:pt x="3" y="476"/>
                  </a:cubicBezTo>
                  <a:cubicBezTo>
                    <a:pt x="0" y="513"/>
                    <a:pt x="28" y="547"/>
                    <a:pt x="65" y="553"/>
                  </a:cubicBezTo>
                  <a:cubicBezTo>
                    <a:pt x="99" y="556"/>
                    <a:pt x="130" y="559"/>
                    <a:pt x="164" y="559"/>
                  </a:cubicBezTo>
                  <a:cubicBezTo>
                    <a:pt x="666" y="559"/>
                    <a:pt x="737" y="84"/>
                    <a:pt x="737" y="81"/>
                  </a:cubicBezTo>
                  <a:cubicBezTo>
                    <a:pt x="744" y="30"/>
                    <a:pt x="705" y="0"/>
                    <a:pt x="66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7" name="Google Shape;5287;p14"/>
            <p:cNvSpPr/>
            <p:nvPr/>
          </p:nvSpPr>
          <p:spPr>
            <a:xfrm>
              <a:off x="2192325" y="2318175"/>
              <a:ext cx="18625" cy="14000"/>
            </a:xfrm>
            <a:custGeom>
              <a:rect b="b" l="l" r="r" t="t"/>
              <a:pathLst>
                <a:path extrusionOk="0" h="560" w="745">
                  <a:moveTo>
                    <a:pt x="665" y="1"/>
                  </a:moveTo>
                  <a:cubicBezTo>
                    <a:pt x="634" y="1"/>
                    <a:pt x="604" y="19"/>
                    <a:pt x="599" y="60"/>
                  </a:cubicBezTo>
                  <a:cubicBezTo>
                    <a:pt x="593" y="100"/>
                    <a:pt x="536" y="417"/>
                    <a:pt x="166" y="417"/>
                  </a:cubicBezTo>
                  <a:cubicBezTo>
                    <a:pt x="139" y="417"/>
                    <a:pt x="111" y="415"/>
                    <a:pt x="80" y="412"/>
                  </a:cubicBezTo>
                  <a:cubicBezTo>
                    <a:pt x="79" y="412"/>
                    <a:pt x="77" y="412"/>
                    <a:pt x="75" y="412"/>
                  </a:cubicBezTo>
                  <a:cubicBezTo>
                    <a:pt x="40" y="412"/>
                    <a:pt x="9" y="438"/>
                    <a:pt x="3" y="477"/>
                  </a:cubicBezTo>
                  <a:cubicBezTo>
                    <a:pt x="0" y="514"/>
                    <a:pt x="28" y="547"/>
                    <a:pt x="65" y="554"/>
                  </a:cubicBezTo>
                  <a:cubicBezTo>
                    <a:pt x="99" y="557"/>
                    <a:pt x="133" y="557"/>
                    <a:pt x="164" y="560"/>
                  </a:cubicBezTo>
                  <a:cubicBezTo>
                    <a:pt x="666" y="560"/>
                    <a:pt x="737" y="85"/>
                    <a:pt x="737" y="82"/>
                  </a:cubicBezTo>
                  <a:cubicBezTo>
                    <a:pt x="744" y="30"/>
                    <a:pt x="704" y="1"/>
                    <a:pt x="665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8" name="Google Shape;5288;p14"/>
            <p:cNvSpPr/>
            <p:nvPr/>
          </p:nvSpPr>
          <p:spPr>
            <a:xfrm>
              <a:off x="2197900" y="229585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622" y="0"/>
                  </a:moveTo>
                  <a:cubicBezTo>
                    <a:pt x="582" y="0"/>
                    <a:pt x="551" y="34"/>
                    <a:pt x="551" y="71"/>
                  </a:cubicBezTo>
                  <a:cubicBezTo>
                    <a:pt x="551" y="90"/>
                    <a:pt x="551" y="481"/>
                    <a:pt x="92" y="500"/>
                  </a:cubicBezTo>
                  <a:cubicBezTo>
                    <a:pt x="0" y="500"/>
                    <a:pt x="2" y="639"/>
                    <a:pt x="92" y="639"/>
                  </a:cubicBezTo>
                  <a:cubicBezTo>
                    <a:pt x="93" y="639"/>
                    <a:pt x="94" y="639"/>
                    <a:pt x="95" y="639"/>
                  </a:cubicBezTo>
                  <a:lnTo>
                    <a:pt x="98" y="639"/>
                  </a:lnTo>
                  <a:cubicBezTo>
                    <a:pt x="693" y="617"/>
                    <a:pt x="693" y="74"/>
                    <a:pt x="693" y="71"/>
                  </a:cubicBezTo>
                  <a:cubicBezTo>
                    <a:pt x="690" y="31"/>
                    <a:pt x="659" y="0"/>
                    <a:pt x="62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9" name="Google Shape;5289;p14"/>
            <p:cNvSpPr/>
            <p:nvPr/>
          </p:nvSpPr>
          <p:spPr>
            <a:xfrm>
              <a:off x="2192700" y="2278250"/>
              <a:ext cx="17225" cy="16000"/>
            </a:xfrm>
            <a:custGeom>
              <a:rect b="b" l="l" r="r" t="t"/>
              <a:pathLst>
                <a:path extrusionOk="0" h="640" w="689">
                  <a:moveTo>
                    <a:pt x="617" y="1"/>
                  </a:moveTo>
                  <a:cubicBezTo>
                    <a:pt x="577" y="1"/>
                    <a:pt x="547" y="32"/>
                    <a:pt x="547" y="72"/>
                  </a:cubicBezTo>
                  <a:cubicBezTo>
                    <a:pt x="547" y="87"/>
                    <a:pt x="547" y="476"/>
                    <a:pt x="90" y="494"/>
                  </a:cubicBezTo>
                  <a:cubicBezTo>
                    <a:pt x="1" y="504"/>
                    <a:pt x="4" y="633"/>
                    <a:pt x="93" y="636"/>
                  </a:cubicBezTo>
                  <a:lnTo>
                    <a:pt x="93" y="639"/>
                  </a:lnTo>
                  <a:cubicBezTo>
                    <a:pt x="688" y="615"/>
                    <a:pt x="688" y="75"/>
                    <a:pt x="688" y="69"/>
                  </a:cubicBezTo>
                  <a:cubicBezTo>
                    <a:pt x="688" y="32"/>
                    <a:pt x="654" y="1"/>
                    <a:pt x="617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0" name="Google Shape;5290;p14"/>
            <p:cNvSpPr/>
            <p:nvPr/>
          </p:nvSpPr>
          <p:spPr>
            <a:xfrm>
              <a:off x="2221375" y="2266025"/>
              <a:ext cx="15850" cy="20975"/>
            </a:xfrm>
            <a:custGeom>
              <a:rect b="b" l="l" r="r" t="t"/>
              <a:pathLst>
                <a:path extrusionOk="0" h="839" w="634">
                  <a:moveTo>
                    <a:pt x="290" y="0"/>
                  </a:moveTo>
                  <a:cubicBezTo>
                    <a:pt x="277" y="0"/>
                    <a:pt x="263" y="4"/>
                    <a:pt x="251" y="12"/>
                  </a:cubicBezTo>
                  <a:cubicBezTo>
                    <a:pt x="220" y="30"/>
                    <a:pt x="208" y="77"/>
                    <a:pt x="229" y="107"/>
                  </a:cubicBezTo>
                  <a:cubicBezTo>
                    <a:pt x="238" y="123"/>
                    <a:pt x="442" y="456"/>
                    <a:pt x="60" y="709"/>
                  </a:cubicBezTo>
                  <a:cubicBezTo>
                    <a:pt x="1" y="749"/>
                    <a:pt x="26" y="838"/>
                    <a:pt x="97" y="838"/>
                  </a:cubicBezTo>
                  <a:cubicBezTo>
                    <a:pt x="112" y="838"/>
                    <a:pt x="124" y="835"/>
                    <a:pt x="137" y="829"/>
                  </a:cubicBezTo>
                  <a:cubicBezTo>
                    <a:pt x="633" y="499"/>
                    <a:pt x="353" y="40"/>
                    <a:pt x="349" y="33"/>
                  </a:cubicBezTo>
                  <a:cubicBezTo>
                    <a:pt x="336" y="12"/>
                    <a:pt x="313" y="0"/>
                    <a:pt x="29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1" name="Google Shape;5291;p14"/>
            <p:cNvSpPr/>
            <p:nvPr/>
          </p:nvSpPr>
          <p:spPr>
            <a:xfrm>
              <a:off x="2217850" y="2293350"/>
              <a:ext cx="15825" cy="21100"/>
            </a:xfrm>
            <a:custGeom>
              <a:rect b="b" l="l" r="r" t="t"/>
              <a:pathLst>
                <a:path extrusionOk="0" h="844" w="633">
                  <a:moveTo>
                    <a:pt x="291" y="1"/>
                  </a:moveTo>
                  <a:cubicBezTo>
                    <a:pt x="242" y="1"/>
                    <a:pt x="194" y="54"/>
                    <a:pt x="228" y="109"/>
                  </a:cubicBezTo>
                  <a:cubicBezTo>
                    <a:pt x="238" y="125"/>
                    <a:pt x="441" y="461"/>
                    <a:pt x="59" y="714"/>
                  </a:cubicBezTo>
                  <a:cubicBezTo>
                    <a:pt x="0" y="751"/>
                    <a:pt x="28" y="840"/>
                    <a:pt x="96" y="843"/>
                  </a:cubicBezTo>
                  <a:cubicBezTo>
                    <a:pt x="111" y="843"/>
                    <a:pt x="123" y="837"/>
                    <a:pt x="136" y="831"/>
                  </a:cubicBezTo>
                  <a:cubicBezTo>
                    <a:pt x="632" y="504"/>
                    <a:pt x="352" y="42"/>
                    <a:pt x="349" y="35"/>
                  </a:cubicBezTo>
                  <a:cubicBezTo>
                    <a:pt x="334" y="11"/>
                    <a:pt x="312" y="1"/>
                    <a:pt x="29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2" name="Google Shape;5292;p14"/>
            <p:cNvSpPr/>
            <p:nvPr/>
          </p:nvSpPr>
          <p:spPr>
            <a:xfrm>
              <a:off x="2169475" y="2310150"/>
              <a:ext cx="19425" cy="14025"/>
            </a:xfrm>
            <a:custGeom>
              <a:rect b="b" l="l" r="r" t="t"/>
              <a:pathLst>
                <a:path extrusionOk="0" h="561" w="777">
                  <a:moveTo>
                    <a:pt x="697" y="1"/>
                  </a:moveTo>
                  <a:cubicBezTo>
                    <a:pt x="666" y="1"/>
                    <a:pt x="636" y="19"/>
                    <a:pt x="630" y="60"/>
                  </a:cubicBezTo>
                  <a:cubicBezTo>
                    <a:pt x="625" y="101"/>
                    <a:pt x="568" y="417"/>
                    <a:pt x="198" y="417"/>
                  </a:cubicBezTo>
                  <a:cubicBezTo>
                    <a:pt x="171" y="417"/>
                    <a:pt x="142" y="416"/>
                    <a:pt x="112" y="412"/>
                  </a:cubicBezTo>
                  <a:cubicBezTo>
                    <a:pt x="107" y="411"/>
                    <a:pt x="103" y="411"/>
                    <a:pt x="98" y="411"/>
                  </a:cubicBezTo>
                  <a:cubicBezTo>
                    <a:pt x="12" y="411"/>
                    <a:pt x="0" y="548"/>
                    <a:pt x="97" y="554"/>
                  </a:cubicBezTo>
                  <a:cubicBezTo>
                    <a:pt x="128" y="557"/>
                    <a:pt x="162" y="560"/>
                    <a:pt x="196" y="560"/>
                  </a:cubicBezTo>
                  <a:cubicBezTo>
                    <a:pt x="695" y="560"/>
                    <a:pt x="769" y="88"/>
                    <a:pt x="769" y="82"/>
                  </a:cubicBezTo>
                  <a:cubicBezTo>
                    <a:pt x="776" y="30"/>
                    <a:pt x="736" y="1"/>
                    <a:pt x="697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3" name="Google Shape;5293;p14"/>
            <p:cNvSpPr/>
            <p:nvPr/>
          </p:nvSpPr>
          <p:spPr>
            <a:xfrm>
              <a:off x="1898625" y="2092125"/>
              <a:ext cx="18225" cy="14975"/>
            </a:xfrm>
            <a:custGeom>
              <a:rect b="b" l="l" r="r" t="t"/>
              <a:pathLst>
                <a:path extrusionOk="0" h="599" w="729">
                  <a:moveTo>
                    <a:pt x="605" y="0"/>
                  </a:moveTo>
                  <a:cubicBezTo>
                    <a:pt x="43" y="0"/>
                    <a:pt x="3" y="519"/>
                    <a:pt x="3" y="525"/>
                  </a:cubicBezTo>
                  <a:cubicBezTo>
                    <a:pt x="0" y="565"/>
                    <a:pt x="31" y="599"/>
                    <a:pt x="68" y="599"/>
                  </a:cubicBezTo>
                  <a:lnTo>
                    <a:pt x="74" y="599"/>
                  </a:lnTo>
                  <a:cubicBezTo>
                    <a:pt x="111" y="599"/>
                    <a:pt x="142" y="571"/>
                    <a:pt x="145" y="534"/>
                  </a:cubicBezTo>
                  <a:cubicBezTo>
                    <a:pt x="145" y="516"/>
                    <a:pt x="180" y="142"/>
                    <a:pt x="602" y="142"/>
                  </a:cubicBezTo>
                  <a:cubicBezTo>
                    <a:pt x="612" y="142"/>
                    <a:pt x="622" y="142"/>
                    <a:pt x="632" y="142"/>
                  </a:cubicBezTo>
                  <a:lnTo>
                    <a:pt x="636" y="142"/>
                  </a:lnTo>
                  <a:cubicBezTo>
                    <a:pt x="725" y="139"/>
                    <a:pt x="728" y="10"/>
                    <a:pt x="63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4" name="Google Shape;5294;p14"/>
            <p:cNvSpPr/>
            <p:nvPr/>
          </p:nvSpPr>
          <p:spPr>
            <a:xfrm>
              <a:off x="1928000" y="2073825"/>
              <a:ext cx="21075" cy="11075"/>
            </a:xfrm>
            <a:custGeom>
              <a:rect b="b" l="l" r="r" t="t"/>
              <a:pathLst>
                <a:path extrusionOk="0" h="443" w="843">
                  <a:moveTo>
                    <a:pt x="524" y="1"/>
                  </a:moveTo>
                  <a:cubicBezTo>
                    <a:pt x="162" y="1"/>
                    <a:pt x="16" y="339"/>
                    <a:pt x="16" y="344"/>
                  </a:cubicBezTo>
                  <a:cubicBezTo>
                    <a:pt x="0" y="381"/>
                    <a:pt x="19" y="421"/>
                    <a:pt x="56" y="436"/>
                  </a:cubicBezTo>
                  <a:cubicBezTo>
                    <a:pt x="65" y="439"/>
                    <a:pt x="74" y="439"/>
                    <a:pt x="84" y="443"/>
                  </a:cubicBezTo>
                  <a:cubicBezTo>
                    <a:pt x="111" y="443"/>
                    <a:pt x="136" y="424"/>
                    <a:pt x="148" y="396"/>
                  </a:cubicBezTo>
                  <a:cubicBezTo>
                    <a:pt x="161" y="366"/>
                    <a:pt x="265" y="141"/>
                    <a:pt x="527" y="141"/>
                  </a:cubicBezTo>
                  <a:cubicBezTo>
                    <a:pt x="588" y="141"/>
                    <a:pt x="658" y="154"/>
                    <a:pt x="737" y="183"/>
                  </a:cubicBezTo>
                  <a:cubicBezTo>
                    <a:pt x="746" y="187"/>
                    <a:pt x="755" y="189"/>
                    <a:pt x="764" y="189"/>
                  </a:cubicBezTo>
                  <a:cubicBezTo>
                    <a:pt x="792" y="189"/>
                    <a:pt x="818" y="171"/>
                    <a:pt x="830" y="143"/>
                  </a:cubicBezTo>
                  <a:cubicBezTo>
                    <a:pt x="842" y="106"/>
                    <a:pt x="824" y="66"/>
                    <a:pt x="787" y="54"/>
                  </a:cubicBezTo>
                  <a:cubicBezTo>
                    <a:pt x="689" y="16"/>
                    <a:pt x="602" y="1"/>
                    <a:pt x="52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5" name="Google Shape;5295;p14"/>
            <p:cNvSpPr/>
            <p:nvPr/>
          </p:nvSpPr>
          <p:spPr>
            <a:xfrm>
              <a:off x="1921600" y="2094750"/>
              <a:ext cx="18150" cy="15125"/>
            </a:xfrm>
            <a:custGeom>
              <a:rect b="b" l="l" r="r" t="t"/>
              <a:pathLst>
                <a:path extrusionOk="0" h="605" w="726">
                  <a:moveTo>
                    <a:pt x="617" y="0"/>
                  </a:moveTo>
                  <a:cubicBezTo>
                    <a:pt x="40" y="0"/>
                    <a:pt x="3" y="525"/>
                    <a:pt x="3" y="531"/>
                  </a:cubicBezTo>
                  <a:cubicBezTo>
                    <a:pt x="0" y="568"/>
                    <a:pt x="31" y="602"/>
                    <a:pt x="68" y="605"/>
                  </a:cubicBezTo>
                  <a:lnTo>
                    <a:pt x="71" y="605"/>
                  </a:lnTo>
                  <a:cubicBezTo>
                    <a:pt x="111" y="605"/>
                    <a:pt x="142" y="577"/>
                    <a:pt x="145" y="537"/>
                  </a:cubicBezTo>
                  <a:cubicBezTo>
                    <a:pt x="148" y="497"/>
                    <a:pt x="182" y="142"/>
                    <a:pt x="611" y="142"/>
                  </a:cubicBezTo>
                  <a:lnTo>
                    <a:pt x="633" y="142"/>
                  </a:lnTo>
                  <a:cubicBezTo>
                    <a:pt x="725" y="142"/>
                    <a:pt x="725" y="0"/>
                    <a:pt x="633" y="0"/>
                  </a:cubicBezTo>
                  <a:cubicBezTo>
                    <a:pt x="627" y="0"/>
                    <a:pt x="622" y="0"/>
                    <a:pt x="617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6" name="Google Shape;5296;p14"/>
            <p:cNvSpPr/>
            <p:nvPr/>
          </p:nvSpPr>
          <p:spPr>
            <a:xfrm>
              <a:off x="1898925" y="2111700"/>
              <a:ext cx="17375" cy="17625"/>
            </a:xfrm>
            <a:custGeom>
              <a:rect b="b" l="l" r="r" t="t"/>
              <a:pathLst>
                <a:path extrusionOk="0" h="705" w="695">
                  <a:moveTo>
                    <a:pt x="595" y="0"/>
                  </a:moveTo>
                  <a:cubicBezTo>
                    <a:pt x="593" y="0"/>
                    <a:pt x="590" y="1"/>
                    <a:pt x="586" y="1"/>
                  </a:cubicBezTo>
                  <a:cubicBezTo>
                    <a:pt x="0" y="106"/>
                    <a:pt x="74" y="639"/>
                    <a:pt x="74" y="645"/>
                  </a:cubicBezTo>
                  <a:cubicBezTo>
                    <a:pt x="78" y="679"/>
                    <a:pt x="108" y="704"/>
                    <a:pt x="142" y="704"/>
                  </a:cubicBezTo>
                  <a:lnTo>
                    <a:pt x="152" y="704"/>
                  </a:lnTo>
                  <a:cubicBezTo>
                    <a:pt x="192" y="698"/>
                    <a:pt x="219" y="661"/>
                    <a:pt x="213" y="624"/>
                  </a:cubicBezTo>
                  <a:cubicBezTo>
                    <a:pt x="207" y="584"/>
                    <a:pt x="170" y="217"/>
                    <a:pt x="611" y="140"/>
                  </a:cubicBezTo>
                  <a:cubicBezTo>
                    <a:pt x="695" y="122"/>
                    <a:pt x="677" y="0"/>
                    <a:pt x="595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7" name="Google Shape;5297;p14"/>
            <p:cNvSpPr/>
            <p:nvPr/>
          </p:nvSpPr>
          <p:spPr>
            <a:xfrm>
              <a:off x="1746500" y="1912175"/>
              <a:ext cx="16200" cy="19425"/>
            </a:xfrm>
            <a:custGeom>
              <a:rect b="b" l="l" r="r" t="t"/>
              <a:pathLst>
                <a:path extrusionOk="0" h="777" w="648">
                  <a:moveTo>
                    <a:pt x="101" y="1"/>
                  </a:moveTo>
                  <a:cubicBezTo>
                    <a:pt x="23" y="1"/>
                    <a:pt x="0" y="119"/>
                    <a:pt x="86" y="142"/>
                  </a:cubicBezTo>
                  <a:cubicBezTo>
                    <a:pt x="102" y="145"/>
                    <a:pt x="481" y="243"/>
                    <a:pt x="382" y="694"/>
                  </a:cubicBezTo>
                  <a:cubicBezTo>
                    <a:pt x="373" y="731"/>
                    <a:pt x="398" y="768"/>
                    <a:pt x="435" y="777"/>
                  </a:cubicBezTo>
                  <a:lnTo>
                    <a:pt x="450" y="777"/>
                  </a:lnTo>
                  <a:cubicBezTo>
                    <a:pt x="484" y="777"/>
                    <a:pt x="512" y="755"/>
                    <a:pt x="518" y="725"/>
                  </a:cubicBezTo>
                  <a:cubicBezTo>
                    <a:pt x="648" y="142"/>
                    <a:pt x="126" y="3"/>
                    <a:pt x="120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8" name="Google Shape;5298;p14"/>
            <p:cNvSpPr/>
            <p:nvPr/>
          </p:nvSpPr>
          <p:spPr>
            <a:xfrm>
              <a:off x="1743050" y="1886250"/>
              <a:ext cx="16175" cy="19450"/>
            </a:xfrm>
            <a:custGeom>
              <a:rect b="b" l="l" r="r" t="t"/>
              <a:pathLst>
                <a:path extrusionOk="0" h="778" w="647">
                  <a:moveTo>
                    <a:pt x="98" y="1"/>
                  </a:moveTo>
                  <a:cubicBezTo>
                    <a:pt x="22" y="1"/>
                    <a:pt x="0" y="119"/>
                    <a:pt x="82" y="139"/>
                  </a:cubicBezTo>
                  <a:cubicBezTo>
                    <a:pt x="101" y="145"/>
                    <a:pt x="477" y="244"/>
                    <a:pt x="378" y="691"/>
                  </a:cubicBezTo>
                  <a:cubicBezTo>
                    <a:pt x="369" y="731"/>
                    <a:pt x="394" y="768"/>
                    <a:pt x="434" y="778"/>
                  </a:cubicBezTo>
                  <a:lnTo>
                    <a:pt x="449" y="778"/>
                  </a:lnTo>
                  <a:cubicBezTo>
                    <a:pt x="480" y="778"/>
                    <a:pt x="508" y="756"/>
                    <a:pt x="517" y="722"/>
                  </a:cubicBezTo>
                  <a:cubicBezTo>
                    <a:pt x="647" y="142"/>
                    <a:pt x="122" y="4"/>
                    <a:pt x="119" y="4"/>
                  </a:cubicBezTo>
                  <a:cubicBezTo>
                    <a:pt x="112" y="2"/>
                    <a:pt x="105" y="1"/>
                    <a:pt x="98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9" name="Google Shape;5299;p14"/>
            <p:cNvSpPr/>
            <p:nvPr/>
          </p:nvSpPr>
          <p:spPr>
            <a:xfrm>
              <a:off x="1724250" y="1886300"/>
              <a:ext cx="16100" cy="19400"/>
            </a:xfrm>
            <a:custGeom>
              <a:rect b="b" l="l" r="r" t="t"/>
              <a:pathLst>
                <a:path extrusionOk="0" h="776" w="644">
                  <a:moveTo>
                    <a:pt x="101" y="0"/>
                  </a:moveTo>
                  <a:cubicBezTo>
                    <a:pt x="26" y="0"/>
                    <a:pt x="0" y="114"/>
                    <a:pt x="82" y="137"/>
                  </a:cubicBezTo>
                  <a:cubicBezTo>
                    <a:pt x="122" y="150"/>
                    <a:pt x="473" y="254"/>
                    <a:pt x="375" y="689"/>
                  </a:cubicBezTo>
                  <a:cubicBezTo>
                    <a:pt x="369" y="729"/>
                    <a:pt x="390" y="766"/>
                    <a:pt x="430" y="776"/>
                  </a:cubicBezTo>
                  <a:lnTo>
                    <a:pt x="446" y="776"/>
                  </a:lnTo>
                  <a:cubicBezTo>
                    <a:pt x="477" y="776"/>
                    <a:pt x="507" y="754"/>
                    <a:pt x="514" y="720"/>
                  </a:cubicBezTo>
                  <a:cubicBezTo>
                    <a:pt x="643" y="140"/>
                    <a:pt x="122" y="2"/>
                    <a:pt x="116" y="2"/>
                  </a:cubicBezTo>
                  <a:cubicBezTo>
                    <a:pt x="111" y="1"/>
                    <a:pt x="106" y="0"/>
                    <a:pt x="10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0" name="Google Shape;5300;p14"/>
            <p:cNvSpPr/>
            <p:nvPr/>
          </p:nvSpPr>
          <p:spPr>
            <a:xfrm>
              <a:off x="1777075" y="1963475"/>
              <a:ext cx="15775" cy="20425"/>
            </a:xfrm>
            <a:custGeom>
              <a:rect b="b" l="l" r="r" t="t"/>
              <a:pathLst>
                <a:path extrusionOk="0" h="817" w="631">
                  <a:moveTo>
                    <a:pt x="100" y="1"/>
                  </a:moveTo>
                  <a:cubicBezTo>
                    <a:pt x="30" y="1"/>
                    <a:pt x="0" y="104"/>
                    <a:pt x="72" y="138"/>
                  </a:cubicBezTo>
                  <a:cubicBezTo>
                    <a:pt x="88" y="144"/>
                    <a:pt x="452" y="289"/>
                    <a:pt x="297" y="721"/>
                  </a:cubicBezTo>
                  <a:cubicBezTo>
                    <a:pt x="285" y="758"/>
                    <a:pt x="304" y="798"/>
                    <a:pt x="341" y="813"/>
                  </a:cubicBezTo>
                  <a:cubicBezTo>
                    <a:pt x="350" y="813"/>
                    <a:pt x="356" y="816"/>
                    <a:pt x="365" y="816"/>
                  </a:cubicBezTo>
                  <a:cubicBezTo>
                    <a:pt x="396" y="816"/>
                    <a:pt x="421" y="798"/>
                    <a:pt x="433" y="770"/>
                  </a:cubicBezTo>
                  <a:cubicBezTo>
                    <a:pt x="630" y="209"/>
                    <a:pt x="128" y="5"/>
                    <a:pt x="125" y="5"/>
                  </a:cubicBezTo>
                  <a:cubicBezTo>
                    <a:pt x="116" y="2"/>
                    <a:pt x="108" y="1"/>
                    <a:pt x="10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1" name="Google Shape;5301;p14"/>
            <p:cNvSpPr/>
            <p:nvPr/>
          </p:nvSpPr>
          <p:spPr>
            <a:xfrm>
              <a:off x="2148200" y="1704125"/>
              <a:ext cx="26325" cy="25475"/>
            </a:xfrm>
            <a:custGeom>
              <a:rect b="b" l="l" r="r" t="t"/>
              <a:pathLst>
                <a:path extrusionOk="0" h="1019" w="1053">
                  <a:moveTo>
                    <a:pt x="485" y="0"/>
                  </a:moveTo>
                  <a:cubicBezTo>
                    <a:pt x="461" y="0"/>
                    <a:pt x="437" y="13"/>
                    <a:pt x="424" y="44"/>
                  </a:cubicBezTo>
                  <a:cubicBezTo>
                    <a:pt x="1" y="842"/>
                    <a:pt x="44" y="938"/>
                    <a:pt x="56" y="969"/>
                  </a:cubicBezTo>
                  <a:cubicBezTo>
                    <a:pt x="69" y="990"/>
                    <a:pt x="90" y="1009"/>
                    <a:pt x="115" y="1015"/>
                  </a:cubicBezTo>
                  <a:cubicBezTo>
                    <a:pt x="121" y="1018"/>
                    <a:pt x="127" y="1018"/>
                    <a:pt x="134" y="1018"/>
                  </a:cubicBezTo>
                  <a:cubicBezTo>
                    <a:pt x="189" y="1018"/>
                    <a:pt x="346" y="960"/>
                    <a:pt x="1003" y="389"/>
                  </a:cubicBezTo>
                  <a:cubicBezTo>
                    <a:pt x="1053" y="337"/>
                    <a:pt x="1008" y="266"/>
                    <a:pt x="953" y="266"/>
                  </a:cubicBezTo>
                  <a:cubicBezTo>
                    <a:pt x="939" y="266"/>
                    <a:pt x="925" y="270"/>
                    <a:pt x="911" y="281"/>
                  </a:cubicBezTo>
                  <a:cubicBezTo>
                    <a:pt x="655" y="503"/>
                    <a:pt x="356" y="744"/>
                    <a:pt x="208" y="839"/>
                  </a:cubicBezTo>
                  <a:cubicBezTo>
                    <a:pt x="260" y="688"/>
                    <a:pt x="408" y="374"/>
                    <a:pt x="547" y="108"/>
                  </a:cubicBezTo>
                  <a:cubicBezTo>
                    <a:pt x="582" y="51"/>
                    <a:pt x="533" y="0"/>
                    <a:pt x="48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2" name="Google Shape;5302;p14"/>
            <p:cNvSpPr/>
            <p:nvPr/>
          </p:nvSpPr>
          <p:spPr>
            <a:xfrm>
              <a:off x="2009575" y="1623575"/>
              <a:ext cx="17300" cy="15650"/>
            </a:xfrm>
            <a:custGeom>
              <a:rect b="b" l="l" r="r" t="t"/>
              <a:pathLst>
                <a:path extrusionOk="0" h="626" w="692">
                  <a:moveTo>
                    <a:pt x="277" y="1"/>
                  </a:moveTo>
                  <a:cubicBezTo>
                    <a:pt x="256" y="1"/>
                    <a:pt x="235" y="10"/>
                    <a:pt x="219" y="33"/>
                  </a:cubicBezTo>
                  <a:cubicBezTo>
                    <a:pt x="170" y="126"/>
                    <a:pt x="0" y="434"/>
                    <a:pt x="0" y="539"/>
                  </a:cubicBezTo>
                  <a:cubicBezTo>
                    <a:pt x="0" y="573"/>
                    <a:pt x="19" y="601"/>
                    <a:pt x="47" y="616"/>
                  </a:cubicBezTo>
                  <a:cubicBezTo>
                    <a:pt x="56" y="622"/>
                    <a:pt x="68" y="625"/>
                    <a:pt x="78" y="625"/>
                  </a:cubicBezTo>
                  <a:cubicBezTo>
                    <a:pt x="130" y="625"/>
                    <a:pt x="250" y="564"/>
                    <a:pt x="660" y="166"/>
                  </a:cubicBezTo>
                  <a:cubicBezTo>
                    <a:pt x="688" y="141"/>
                    <a:pt x="691" y="95"/>
                    <a:pt x="664" y="67"/>
                  </a:cubicBezTo>
                  <a:cubicBezTo>
                    <a:pt x="649" y="53"/>
                    <a:pt x="630" y="46"/>
                    <a:pt x="611" y="46"/>
                  </a:cubicBezTo>
                  <a:cubicBezTo>
                    <a:pt x="593" y="46"/>
                    <a:pt x="575" y="52"/>
                    <a:pt x="562" y="64"/>
                  </a:cubicBezTo>
                  <a:cubicBezTo>
                    <a:pt x="438" y="184"/>
                    <a:pt x="297" y="311"/>
                    <a:pt x="195" y="394"/>
                  </a:cubicBezTo>
                  <a:cubicBezTo>
                    <a:pt x="235" y="308"/>
                    <a:pt x="290" y="200"/>
                    <a:pt x="343" y="104"/>
                  </a:cubicBezTo>
                  <a:cubicBezTo>
                    <a:pt x="370" y="49"/>
                    <a:pt x="325" y="1"/>
                    <a:pt x="27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3" name="Google Shape;5303;p14"/>
            <p:cNvSpPr/>
            <p:nvPr/>
          </p:nvSpPr>
          <p:spPr>
            <a:xfrm>
              <a:off x="2031175" y="1667800"/>
              <a:ext cx="14275" cy="12900"/>
            </a:xfrm>
            <a:custGeom>
              <a:rect b="b" l="l" r="r" t="t"/>
              <a:pathLst>
                <a:path extrusionOk="0" h="516" w="571">
                  <a:moveTo>
                    <a:pt x="478" y="1"/>
                  </a:moveTo>
                  <a:cubicBezTo>
                    <a:pt x="342" y="1"/>
                    <a:pt x="74" y="90"/>
                    <a:pt x="9" y="432"/>
                  </a:cubicBezTo>
                  <a:cubicBezTo>
                    <a:pt x="0" y="473"/>
                    <a:pt x="28" y="510"/>
                    <a:pt x="65" y="516"/>
                  </a:cubicBezTo>
                  <a:lnTo>
                    <a:pt x="77" y="516"/>
                  </a:lnTo>
                  <a:cubicBezTo>
                    <a:pt x="111" y="516"/>
                    <a:pt x="139" y="491"/>
                    <a:pt x="148" y="460"/>
                  </a:cubicBezTo>
                  <a:cubicBezTo>
                    <a:pt x="207" y="149"/>
                    <a:pt x="466" y="139"/>
                    <a:pt x="478" y="139"/>
                  </a:cubicBezTo>
                  <a:cubicBezTo>
                    <a:pt x="571" y="139"/>
                    <a:pt x="571" y="1"/>
                    <a:pt x="478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4" name="Google Shape;5304;p14"/>
            <p:cNvSpPr/>
            <p:nvPr/>
          </p:nvSpPr>
          <p:spPr>
            <a:xfrm>
              <a:off x="2036475" y="1681925"/>
              <a:ext cx="14150" cy="12900"/>
            </a:xfrm>
            <a:custGeom>
              <a:rect b="b" l="l" r="r" t="t"/>
              <a:pathLst>
                <a:path extrusionOk="0" h="516" w="566">
                  <a:moveTo>
                    <a:pt x="479" y="0"/>
                  </a:moveTo>
                  <a:cubicBezTo>
                    <a:pt x="343" y="0"/>
                    <a:pt x="72" y="90"/>
                    <a:pt x="7" y="435"/>
                  </a:cubicBezTo>
                  <a:cubicBezTo>
                    <a:pt x="1" y="472"/>
                    <a:pt x="26" y="509"/>
                    <a:pt x="66" y="515"/>
                  </a:cubicBezTo>
                  <a:lnTo>
                    <a:pt x="78" y="515"/>
                  </a:lnTo>
                  <a:cubicBezTo>
                    <a:pt x="112" y="515"/>
                    <a:pt x="140" y="494"/>
                    <a:pt x="146" y="460"/>
                  </a:cubicBezTo>
                  <a:cubicBezTo>
                    <a:pt x="204" y="148"/>
                    <a:pt x="467" y="142"/>
                    <a:pt x="479" y="142"/>
                  </a:cubicBezTo>
                  <a:cubicBezTo>
                    <a:pt x="565" y="136"/>
                    <a:pt x="565" y="6"/>
                    <a:pt x="47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5" name="Google Shape;5305;p14"/>
            <p:cNvSpPr/>
            <p:nvPr/>
          </p:nvSpPr>
          <p:spPr>
            <a:xfrm>
              <a:off x="2056525" y="1680675"/>
              <a:ext cx="14400" cy="12975"/>
            </a:xfrm>
            <a:custGeom>
              <a:rect b="b" l="l" r="r" t="t"/>
              <a:pathLst>
                <a:path extrusionOk="0" h="519" w="576">
                  <a:moveTo>
                    <a:pt x="482" y="1"/>
                  </a:moveTo>
                  <a:cubicBezTo>
                    <a:pt x="480" y="1"/>
                    <a:pt x="478" y="1"/>
                    <a:pt x="476" y="1"/>
                  </a:cubicBezTo>
                  <a:cubicBezTo>
                    <a:pt x="343" y="1"/>
                    <a:pt x="72" y="93"/>
                    <a:pt x="7" y="436"/>
                  </a:cubicBezTo>
                  <a:cubicBezTo>
                    <a:pt x="1" y="476"/>
                    <a:pt x="25" y="513"/>
                    <a:pt x="62" y="519"/>
                  </a:cubicBezTo>
                  <a:lnTo>
                    <a:pt x="78" y="519"/>
                  </a:lnTo>
                  <a:cubicBezTo>
                    <a:pt x="109" y="519"/>
                    <a:pt x="140" y="494"/>
                    <a:pt x="146" y="463"/>
                  </a:cubicBezTo>
                  <a:cubicBezTo>
                    <a:pt x="204" y="152"/>
                    <a:pt x="466" y="143"/>
                    <a:pt x="476" y="143"/>
                  </a:cubicBezTo>
                  <a:cubicBezTo>
                    <a:pt x="479" y="143"/>
                    <a:pt x="481" y="143"/>
                    <a:pt x="484" y="143"/>
                  </a:cubicBezTo>
                  <a:cubicBezTo>
                    <a:pt x="576" y="143"/>
                    <a:pt x="575" y="1"/>
                    <a:pt x="48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6" name="Google Shape;5306;p14"/>
            <p:cNvSpPr/>
            <p:nvPr/>
          </p:nvSpPr>
          <p:spPr>
            <a:xfrm>
              <a:off x="2037650" y="1698425"/>
              <a:ext cx="14125" cy="12900"/>
            </a:xfrm>
            <a:custGeom>
              <a:rect b="b" l="l" r="r" t="t"/>
              <a:pathLst>
                <a:path extrusionOk="0" h="516" w="565">
                  <a:moveTo>
                    <a:pt x="478" y="0"/>
                  </a:moveTo>
                  <a:cubicBezTo>
                    <a:pt x="342" y="0"/>
                    <a:pt x="74" y="90"/>
                    <a:pt x="9" y="435"/>
                  </a:cubicBezTo>
                  <a:cubicBezTo>
                    <a:pt x="0" y="472"/>
                    <a:pt x="28" y="509"/>
                    <a:pt x="65" y="515"/>
                  </a:cubicBezTo>
                  <a:lnTo>
                    <a:pt x="77" y="515"/>
                  </a:lnTo>
                  <a:cubicBezTo>
                    <a:pt x="111" y="515"/>
                    <a:pt x="139" y="491"/>
                    <a:pt x="148" y="460"/>
                  </a:cubicBezTo>
                  <a:cubicBezTo>
                    <a:pt x="207" y="148"/>
                    <a:pt x="466" y="142"/>
                    <a:pt x="478" y="142"/>
                  </a:cubicBezTo>
                  <a:cubicBezTo>
                    <a:pt x="565" y="133"/>
                    <a:pt x="565" y="6"/>
                    <a:pt x="478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7" name="Google Shape;5307;p14"/>
            <p:cNvSpPr/>
            <p:nvPr/>
          </p:nvSpPr>
          <p:spPr>
            <a:xfrm>
              <a:off x="2057075" y="1693625"/>
              <a:ext cx="14475" cy="13000"/>
            </a:xfrm>
            <a:custGeom>
              <a:rect b="b" l="l" r="r" t="t"/>
              <a:pathLst>
                <a:path extrusionOk="0" h="520" w="579">
                  <a:moveTo>
                    <a:pt x="484" y="1"/>
                  </a:moveTo>
                  <a:cubicBezTo>
                    <a:pt x="482" y="1"/>
                    <a:pt x="480" y="1"/>
                    <a:pt x="478" y="1"/>
                  </a:cubicBezTo>
                  <a:cubicBezTo>
                    <a:pt x="346" y="1"/>
                    <a:pt x="74" y="93"/>
                    <a:pt x="10" y="436"/>
                  </a:cubicBezTo>
                  <a:cubicBezTo>
                    <a:pt x="0" y="476"/>
                    <a:pt x="28" y="513"/>
                    <a:pt x="65" y="519"/>
                  </a:cubicBezTo>
                  <a:lnTo>
                    <a:pt x="77" y="519"/>
                  </a:lnTo>
                  <a:cubicBezTo>
                    <a:pt x="111" y="519"/>
                    <a:pt x="139" y="494"/>
                    <a:pt x="148" y="464"/>
                  </a:cubicBezTo>
                  <a:cubicBezTo>
                    <a:pt x="207" y="152"/>
                    <a:pt x="466" y="143"/>
                    <a:pt x="478" y="143"/>
                  </a:cubicBezTo>
                  <a:cubicBezTo>
                    <a:pt x="481" y="143"/>
                    <a:pt x="484" y="143"/>
                    <a:pt x="487" y="143"/>
                  </a:cubicBezTo>
                  <a:cubicBezTo>
                    <a:pt x="578" y="143"/>
                    <a:pt x="577" y="1"/>
                    <a:pt x="48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8" name="Google Shape;5308;p14"/>
            <p:cNvSpPr/>
            <p:nvPr/>
          </p:nvSpPr>
          <p:spPr>
            <a:xfrm>
              <a:off x="2185750" y="1945375"/>
              <a:ext cx="11150" cy="16000"/>
            </a:xfrm>
            <a:custGeom>
              <a:rect b="b" l="l" r="r" t="t"/>
              <a:pathLst>
                <a:path extrusionOk="0" h="640" w="446">
                  <a:moveTo>
                    <a:pt x="101" y="0"/>
                  </a:moveTo>
                  <a:cubicBezTo>
                    <a:pt x="39" y="0"/>
                    <a:pt x="1" y="95"/>
                    <a:pt x="69" y="134"/>
                  </a:cubicBezTo>
                  <a:cubicBezTo>
                    <a:pt x="346" y="285"/>
                    <a:pt x="272" y="535"/>
                    <a:pt x="269" y="547"/>
                  </a:cubicBezTo>
                  <a:cubicBezTo>
                    <a:pt x="257" y="584"/>
                    <a:pt x="276" y="624"/>
                    <a:pt x="313" y="636"/>
                  </a:cubicBezTo>
                  <a:cubicBezTo>
                    <a:pt x="322" y="640"/>
                    <a:pt x="328" y="640"/>
                    <a:pt x="337" y="640"/>
                  </a:cubicBezTo>
                  <a:cubicBezTo>
                    <a:pt x="368" y="640"/>
                    <a:pt x="393" y="621"/>
                    <a:pt x="402" y="593"/>
                  </a:cubicBezTo>
                  <a:cubicBezTo>
                    <a:pt x="445" y="464"/>
                    <a:pt x="445" y="177"/>
                    <a:pt x="137" y="10"/>
                  </a:cubicBezTo>
                  <a:cubicBezTo>
                    <a:pt x="124" y="3"/>
                    <a:pt x="112" y="0"/>
                    <a:pt x="10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9" name="Google Shape;5309;p14"/>
            <p:cNvSpPr/>
            <p:nvPr/>
          </p:nvSpPr>
          <p:spPr>
            <a:xfrm>
              <a:off x="2177900" y="1960275"/>
              <a:ext cx="10200" cy="16900"/>
            </a:xfrm>
            <a:custGeom>
              <a:rect b="b" l="l" r="r" t="t"/>
              <a:pathLst>
                <a:path extrusionOk="0" h="676" w="408">
                  <a:moveTo>
                    <a:pt x="100" y="1"/>
                  </a:moveTo>
                  <a:cubicBezTo>
                    <a:pt x="46" y="1"/>
                    <a:pt x="1" y="71"/>
                    <a:pt x="50" y="121"/>
                  </a:cubicBezTo>
                  <a:cubicBezTo>
                    <a:pt x="287" y="330"/>
                    <a:pt x="164" y="559"/>
                    <a:pt x="158" y="571"/>
                  </a:cubicBezTo>
                  <a:cubicBezTo>
                    <a:pt x="136" y="602"/>
                    <a:pt x="148" y="645"/>
                    <a:pt x="182" y="667"/>
                  </a:cubicBezTo>
                  <a:cubicBezTo>
                    <a:pt x="192" y="673"/>
                    <a:pt x="204" y="676"/>
                    <a:pt x="216" y="676"/>
                  </a:cubicBezTo>
                  <a:cubicBezTo>
                    <a:pt x="241" y="676"/>
                    <a:pt x="266" y="663"/>
                    <a:pt x="278" y="642"/>
                  </a:cubicBezTo>
                  <a:cubicBezTo>
                    <a:pt x="346" y="525"/>
                    <a:pt x="408" y="247"/>
                    <a:pt x="142" y="16"/>
                  </a:cubicBezTo>
                  <a:cubicBezTo>
                    <a:pt x="129" y="5"/>
                    <a:pt x="114" y="1"/>
                    <a:pt x="10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0" name="Google Shape;5310;p14"/>
            <p:cNvSpPr/>
            <p:nvPr/>
          </p:nvSpPr>
          <p:spPr>
            <a:xfrm>
              <a:off x="2197150" y="1970750"/>
              <a:ext cx="10375" cy="17075"/>
            </a:xfrm>
            <a:custGeom>
              <a:rect b="b" l="l" r="r" t="t"/>
              <a:pathLst>
                <a:path extrusionOk="0" h="683" w="415">
                  <a:moveTo>
                    <a:pt x="104" y="1"/>
                  </a:moveTo>
                  <a:cubicBezTo>
                    <a:pt x="47" y="1"/>
                    <a:pt x="1" y="79"/>
                    <a:pt x="57" y="127"/>
                  </a:cubicBezTo>
                  <a:cubicBezTo>
                    <a:pt x="295" y="337"/>
                    <a:pt x="168" y="565"/>
                    <a:pt x="162" y="574"/>
                  </a:cubicBezTo>
                  <a:cubicBezTo>
                    <a:pt x="143" y="608"/>
                    <a:pt x="156" y="652"/>
                    <a:pt x="190" y="670"/>
                  </a:cubicBezTo>
                  <a:cubicBezTo>
                    <a:pt x="199" y="676"/>
                    <a:pt x="211" y="682"/>
                    <a:pt x="224" y="682"/>
                  </a:cubicBezTo>
                  <a:cubicBezTo>
                    <a:pt x="248" y="682"/>
                    <a:pt x="273" y="667"/>
                    <a:pt x="285" y="645"/>
                  </a:cubicBezTo>
                  <a:cubicBezTo>
                    <a:pt x="353" y="531"/>
                    <a:pt x="415" y="251"/>
                    <a:pt x="150" y="19"/>
                  </a:cubicBezTo>
                  <a:cubicBezTo>
                    <a:pt x="135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1" name="Google Shape;5311;p14"/>
            <p:cNvSpPr/>
            <p:nvPr/>
          </p:nvSpPr>
          <p:spPr>
            <a:xfrm>
              <a:off x="2202050" y="1995025"/>
              <a:ext cx="10175" cy="16925"/>
            </a:xfrm>
            <a:custGeom>
              <a:rect b="b" l="l" r="r" t="t"/>
              <a:pathLst>
                <a:path extrusionOk="0" h="677" w="407">
                  <a:moveTo>
                    <a:pt x="100" y="0"/>
                  </a:moveTo>
                  <a:cubicBezTo>
                    <a:pt x="44" y="0"/>
                    <a:pt x="0" y="73"/>
                    <a:pt x="49" y="122"/>
                  </a:cubicBezTo>
                  <a:cubicBezTo>
                    <a:pt x="290" y="331"/>
                    <a:pt x="160" y="560"/>
                    <a:pt x="157" y="569"/>
                  </a:cubicBezTo>
                  <a:cubicBezTo>
                    <a:pt x="129" y="615"/>
                    <a:pt x="163" y="677"/>
                    <a:pt x="216" y="677"/>
                  </a:cubicBezTo>
                  <a:cubicBezTo>
                    <a:pt x="240" y="677"/>
                    <a:pt x="265" y="661"/>
                    <a:pt x="277" y="640"/>
                  </a:cubicBezTo>
                  <a:cubicBezTo>
                    <a:pt x="345" y="526"/>
                    <a:pt x="407" y="248"/>
                    <a:pt x="145" y="17"/>
                  </a:cubicBezTo>
                  <a:cubicBezTo>
                    <a:pt x="130" y="5"/>
                    <a:pt x="115" y="0"/>
                    <a:pt x="10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2" name="Google Shape;5312;p14"/>
            <p:cNvSpPr/>
            <p:nvPr/>
          </p:nvSpPr>
          <p:spPr>
            <a:xfrm>
              <a:off x="2194075" y="2007175"/>
              <a:ext cx="10450" cy="17125"/>
            </a:xfrm>
            <a:custGeom>
              <a:rect b="b" l="l" r="r" t="t"/>
              <a:pathLst>
                <a:path extrusionOk="0" h="685" w="418">
                  <a:moveTo>
                    <a:pt x="105" y="1"/>
                  </a:moveTo>
                  <a:cubicBezTo>
                    <a:pt x="48" y="1"/>
                    <a:pt x="1" y="81"/>
                    <a:pt x="63" y="129"/>
                  </a:cubicBezTo>
                  <a:cubicBezTo>
                    <a:pt x="300" y="339"/>
                    <a:pt x="174" y="567"/>
                    <a:pt x="168" y="579"/>
                  </a:cubicBezTo>
                  <a:cubicBezTo>
                    <a:pt x="149" y="610"/>
                    <a:pt x="162" y="653"/>
                    <a:pt x="192" y="675"/>
                  </a:cubicBezTo>
                  <a:cubicBezTo>
                    <a:pt x="205" y="681"/>
                    <a:pt x="217" y="684"/>
                    <a:pt x="229" y="684"/>
                  </a:cubicBezTo>
                  <a:cubicBezTo>
                    <a:pt x="254" y="684"/>
                    <a:pt x="279" y="672"/>
                    <a:pt x="291" y="650"/>
                  </a:cubicBezTo>
                  <a:cubicBezTo>
                    <a:pt x="359" y="533"/>
                    <a:pt x="418" y="256"/>
                    <a:pt x="155" y="24"/>
                  </a:cubicBezTo>
                  <a:cubicBezTo>
                    <a:pt x="139" y="7"/>
                    <a:pt x="122" y="1"/>
                    <a:pt x="105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3" name="Google Shape;5313;p14"/>
            <p:cNvSpPr/>
            <p:nvPr/>
          </p:nvSpPr>
          <p:spPr>
            <a:xfrm>
              <a:off x="2183050" y="1987875"/>
              <a:ext cx="10300" cy="17000"/>
            </a:xfrm>
            <a:custGeom>
              <a:rect b="b" l="l" r="r" t="t"/>
              <a:pathLst>
                <a:path extrusionOk="0" h="680" w="412">
                  <a:moveTo>
                    <a:pt x="102" y="0"/>
                  </a:moveTo>
                  <a:cubicBezTo>
                    <a:pt x="46" y="0"/>
                    <a:pt x="1" y="75"/>
                    <a:pt x="57" y="124"/>
                  </a:cubicBezTo>
                  <a:cubicBezTo>
                    <a:pt x="294" y="334"/>
                    <a:pt x="168" y="562"/>
                    <a:pt x="161" y="574"/>
                  </a:cubicBezTo>
                  <a:cubicBezTo>
                    <a:pt x="143" y="605"/>
                    <a:pt x="152" y="648"/>
                    <a:pt x="186" y="670"/>
                  </a:cubicBezTo>
                  <a:cubicBezTo>
                    <a:pt x="198" y="676"/>
                    <a:pt x="211" y="679"/>
                    <a:pt x="223" y="679"/>
                  </a:cubicBezTo>
                  <a:cubicBezTo>
                    <a:pt x="248" y="679"/>
                    <a:pt x="272" y="667"/>
                    <a:pt x="285" y="645"/>
                  </a:cubicBezTo>
                  <a:cubicBezTo>
                    <a:pt x="353" y="528"/>
                    <a:pt x="411" y="250"/>
                    <a:pt x="149" y="19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4" name="Google Shape;5314;p14"/>
            <p:cNvSpPr/>
            <p:nvPr/>
          </p:nvSpPr>
          <p:spPr>
            <a:xfrm>
              <a:off x="2021600" y="1687050"/>
              <a:ext cx="11275" cy="16700"/>
            </a:xfrm>
            <a:custGeom>
              <a:rect b="b" l="l" r="r" t="t"/>
              <a:pathLst>
                <a:path extrusionOk="0" h="668" w="451">
                  <a:moveTo>
                    <a:pt x="349" y="1"/>
                  </a:moveTo>
                  <a:cubicBezTo>
                    <a:pt x="337" y="1"/>
                    <a:pt x="325" y="4"/>
                    <a:pt x="312" y="11"/>
                  </a:cubicBezTo>
                  <a:cubicBezTo>
                    <a:pt x="195" y="76"/>
                    <a:pt x="1" y="285"/>
                    <a:pt x="112" y="619"/>
                  </a:cubicBezTo>
                  <a:cubicBezTo>
                    <a:pt x="121" y="646"/>
                    <a:pt x="149" y="668"/>
                    <a:pt x="179" y="668"/>
                  </a:cubicBezTo>
                  <a:cubicBezTo>
                    <a:pt x="186" y="668"/>
                    <a:pt x="192" y="665"/>
                    <a:pt x="201" y="662"/>
                  </a:cubicBezTo>
                  <a:cubicBezTo>
                    <a:pt x="238" y="649"/>
                    <a:pt x="257" y="609"/>
                    <a:pt x="244" y="572"/>
                  </a:cubicBezTo>
                  <a:cubicBezTo>
                    <a:pt x="146" y="273"/>
                    <a:pt x="371" y="141"/>
                    <a:pt x="380" y="134"/>
                  </a:cubicBezTo>
                  <a:cubicBezTo>
                    <a:pt x="450" y="95"/>
                    <a:pt x="413" y="1"/>
                    <a:pt x="34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15" name="Google Shape;5315;p14"/>
          <p:cNvGrpSpPr/>
          <p:nvPr/>
        </p:nvGrpSpPr>
        <p:grpSpPr>
          <a:xfrm>
            <a:off x="7684281" y="186096"/>
            <a:ext cx="1203317" cy="1085405"/>
            <a:chOff x="618234" y="2296066"/>
            <a:chExt cx="2372938" cy="2140415"/>
          </a:xfrm>
        </p:grpSpPr>
        <p:sp>
          <p:nvSpPr>
            <p:cNvPr id="5316" name="Google Shape;5316;p14"/>
            <p:cNvSpPr/>
            <p:nvPr/>
          </p:nvSpPr>
          <p:spPr>
            <a:xfrm>
              <a:off x="1940059" y="4069881"/>
              <a:ext cx="366600" cy="3666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7" name="Google Shape;5317;p14"/>
            <p:cNvSpPr/>
            <p:nvPr/>
          </p:nvSpPr>
          <p:spPr>
            <a:xfrm>
              <a:off x="2255851" y="4231937"/>
              <a:ext cx="0" cy="24"/>
            </a:xfrm>
            <a:custGeom>
              <a:rect b="b" l="l" r="r" t="t"/>
              <a:pathLst>
                <a:path extrusionOk="0" h="1" w="120000">
                  <a:moveTo>
                    <a:pt x="0" y="0"/>
                  </a:moveTo>
                  <a:close/>
                </a:path>
              </a:pathLst>
            </a:custGeom>
            <a:solidFill>
              <a:srgbClr val="6D8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8" name="Google Shape;5318;p14"/>
            <p:cNvSpPr/>
            <p:nvPr/>
          </p:nvSpPr>
          <p:spPr>
            <a:xfrm>
              <a:off x="618234" y="2296066"/>
              <a:ext cx="2351401" cy="2079495"/>
            </a:xfrm>
            <a:custGeom>
              <a:rect b="b" l="l" r="r" t="t"/>
              <a:pathLst>
                <a:path extrusionOk="0" h="33987" w="38431">
                  <a:moveTo>
                    <a:pt x="8001" y="0"/>
                  </a:moveTo>
                  <a:cubicBezTo>
                    <a:pt x="5965" y="0"/>
                    <a:pt x="4112" y="1694"/>
                    <a:pt x="4223" y="2326"/>
                  </a:cubicBezTo>
                  <a:cubicBezTo>
                    <a:pt x="4295" y="2744"/>
                    <a:pt x="5078" y="2811"/>
                    <a:pt x="5969" y="2811"/>
                  </a:cubicBezTo>
                  <a:cubicBezTo>
                    <a:pt x="6390" y="2811"/>
                    <a:pt x="6835" y="2796"/>
                    <a:pt x="7241" y="2796"/>
                  </a:cubicBezTo>
                  <a:cubicBezTo>
                    <a:pt x="8074" y="2796"/>
                    <a:pt x="8740" y="2860"/>
                    <a:pt x="8686" y="3246"/>
                  </a:cubicBezTo>
                  <a:cubicBezTo>
                    <a:pt x="8365" y="5534"/>
                    <a:pt x="0" y="10571"/>
                    <a:pt x="1246" y="15284"/>
                  </a:cubicBezTo>
                  <a:cubicBezTo>
                    <a:pt x="1345" y="15666"/>
                    <a:pt x="1490" y="16039"/>
                    <a:pt x="1675" y="16391"/>
                  </a:cubicBezTo>
                  <a:cubicBezTo>
                    <a:pt x="1792" y="16687"/>
                    <a:pt x="1962" y="17057"/>
                    <a:pt x="2175" y="17190"/>
                  </a:cubicBezTo>
                  <a:lnTo>
                    <a:pt x="2193" y="17177"/>
                  </a:lnTo>
                  <a:cubicBezTo>
                    <a:pt x="2366" y="17390"/>
                    <a:pt x="2554" y="17587"/>
                    <a:pt x="2758" y="17773"/>
                  </a:cubicBezTo>
                  <a:cubicBezTo>
                    <a:pt x="2761" y="17779"/>
                    <a:pt x="2767" y="17788"/>
                    <a:pt x="2770" y="17794"/>
                  </a:cubicBezTo>
                  <a:cubicBezTo>
                    <a:pt x="2924" y="18013"/>
                    <a:pt x="3319" y="18251"/>
                    <a:pt x="3609" y="18405"/>
                  </a:cubicBezTo>
                  <a:cubicBezTo>
                    <a:pt x="3902" y="18587"/>
                    <a:pt x="4210" y="18747"/>
                    <a:pt x="4525" y="18883"/>
                  </a:cubicBezTo>
                  <a:cubicBezTo>
                    <a:pt x="4528" y="18892"/>
                    <a:pt x="4534" y="18901"/>
                    <a:pt x="4540" y="18911"/>
                  </a:cubicBezTo>
                  <a:cubicBezTo>
                    <a:pt x="4821" y="19256"/>
                    <a:pt x="6129" y="19410"/>
                    <a:pt x="6129" y="19410"/>
                  </a:cubicBezTo>
                  <a:lnTo>
                    <a:pt x="6129" y="19407"/>
                  </a:lnTo>
                  <a:cubicBezTo>
                    <a:pt x="6780" y="19555"/>
                    <a:pt x="7443" y="19651"/>
                    <a:pt x="8109" y="19691"/>
                  </a:cubicBezTo>
                  <a:cubicBezTo>
                    <a:pt x="8026" y="22778"/>
                    <a:pt x="8242" y="25055"/>
                    <a:pt x="8242" y="25055"/>
                  </a:cubicBezTo>
                  <a:cubicBezTo>
                    <a:pt x="8242" y="25055"/>
                    <a:pt x="4824" y="27994"/>
                    <a:pt x="3914" y="28931"/>
                  </a:cubicBezTo>
                  <a:cubicBezTo>
                    <a:pt x="3721" y="29134"/>
                    <a:pt x="3889" y="29215"/>
                    <a:pt x="4287" y="29215"/>
                  </a:cubicBezTo>
                  <a:cubicBezTo>
                    <a:pt x="4294" y="29215"/>
                    <a:pt x="4302" y="29215"/>
                    <a:pt x="4309" y="29215"/>
                  </a:cubicBezTo>
                  <a:cubicBezTo>
                    <a:pt x="4312" y="29252"/>
                    <a:pt x="4337" y="29283"/>
                    <a:pt x="4374" y="29295"/>
                  </a:cubicBezTo>
                  <a:lnTo>
                    <a:pt x="4396" y="29295"/>
                  </a:lnTo>
                  <a:cubicBezTo>
                    <a:pt x="4436" y="29295"/>
                    <a:pt x="4470" y="29268"/>
                    <a:pt x="4479" y="29231"/>
                  </a:cubicBezTo>
                  <a:cubicBezTo>
                    <a:pt x="4479" y="29221"/>
                    <a:pt x="4482" y="29215"/>
                    <a:pt x="4488" y="29209"/>
                  </a:cubicBezTo>
                  <a:cubicBezTo>
                    <a:pt x="6113" y="29123"/>
                    <a:pt x="10274" y="28105"/>
                    <a:pt x="11058" y="27781"/>
                  </a:cubicBezTo>
                  <a:cubicBezTo>
                    <a:pt x="11326" y="27670"/>
                    <a:pt x="12819" y="27596"/>
                    <a:pt x="14876" y="27544"/>
                  </a:cubicBezTo>
                  <a:cubicBezTo>
                    <a:pt x="14888" y="28083"/>
                    <a:pt x="14944" y="28651"/>
                    <a:pt x="15076" y="29147"/>
                  </a:cubicBezTo>
                  <a:cubicBezTo>
                    <a:pt x="15086" y="29184"/>
                    <a:pt x="15120" y="29212"/>
                    <a:pt x="15160" y="29212"/>
                  </a:cubicBezTo>
                  <a:lnTo>
                    <a:pt x="15172" y="29212"/>
                  </a:lnTo>
                  <a:cubicBezTo>
                    <a:pt x="15610" y="30831"/>
                    <a:pt x="16776" y="32525"/>
                    <a:pt x="19539" y="33456"/>
                  </a:cubicBezTo>
                  <a:cubicBezTo>
                    <a:pt x="20039" y="33623"/>
                    <a:pt x="20443" y="33749"/>
                    <a:pt x="20767" y="33839"/>
                  </a:cubicBezTo>
                  <a:cubicBezTo>
                    <a:pt x="20773" y="33845"/>
                    <a:pt x="20776" y="33851"/>
                    <a:pt x="20779" y="33857"/>
                  </a:cubicBezTo>
                  <a:cubicBezTo>
                    <a:pt x="20795" y="33885"/>
                    <a:pt x="20822" y="33903"/>
                    <a:pt x="20856" y="33903"/>
                  </a:cubicBezTo>
                  <a:cubicBezTo>
                    <a:pt x="20869" y="33903"/>
                    <a:pt x="20884" y="33903"/>
                    <a:pt x="20896" y="33897"/>
                  </a:cubicBezTo>
                  <a:cubicBezTo>
                    <a:pt x="20906" y="33891"/>
                    <a:pt x="20915" y="33885"/>
                    <a:pt x="20921" y="33876"/>
                  </a:cubicBezTo>
                  <a:cubicBezTo>
                    <a:pt x="21219" y="33950"/>
                    <a:pt x="21439" y="33986"/>
                    <a:pt x="21593" y="33986"/>
                  </a:cubicBezTo>
                  <a:cubicBezTo>
                    <a:pt x="22929" y="33986"/>
                    <a:pt x="19302" y="31273"/>
                    <a:pt x="18688" y="27476"/>
                  </a:cubicBezTo>
                  <a:cubicBezTo>
                    <a:pt x="18929" y="27473"/>
                    <a:pt x="19169" y="27470"/>
                    <a:pt x="19413" y="27470"/>
                  </a:cubicBezTo>
                  <a:cubicBezTo>
                    <a:pt x="21063" y="28160"/>
                    <a:pt x="22855" y="28657"/>
                    <a:pt x="24554" y="28669"/>
                  </a:cubicBezTo>
                  <a:cubicBezTo>
                    <a:pt x="24594" y="28670"/>
                    <a:pt x="24633" y="28670"/>
                    <a:pt x="24672" y="28670"/>
                  </a:cubicBezTo>
                  <a:cubicBezTo>
                    <a:pt x="25891" y="28670"/>
                    <a:pt x="26969" y="28484"/>
                    <a:pt x="27922" y="28176"/>
                  </a:cubicBezTo>
                  <a:lnTo>
                    <a:pt x="27922" y="28176"/>
                  </a:lnTo>
                  <a:cubicBezTo>
                    <a:pt x="27907" y="30301"/>
                    <a:pt x="27839" y="32762"/>
                    <a:pt x="27611" y="33385"/>
                  </a:cubicBezTo>
                  <a:cubicBezTo>
                    <a:pt x="27549" y="33552"/>
                    <a:pt x="27580" y="33657"/>
                    <a:pt x="27682" y="33700"/>
                  </a:cubicBezTo>
                  <a:cubicBezTo>
                    <a:pt x="27685" y="33752"/>
                    <a:pt x="27726" y="33780"/>
                    <a:pt x="27767" y="33780"/>
                  </a:cubicBezTo>
                  <a:cubicBezTo>
                    <a:pt x="27801" y="33780"/>
                    <a:pt x="27836" y="33760"/>
                    <a:pt x="27848" y="33718"/>
                  </a:cubicBezTo>
                  <a:cubicBezTo>
                    <a:pt x="28570" y="33660"/>
                    <a:pt x="30541" y="32185"/>
                    <a:pt x="31099" y="29046"/>
                  </a:cubicBezTo>
                  <a:lnTo>
                    <a:pt x="31118" y="29046"/>
                  </a:lnTo>
                  <a:cubicBezTo>
                    <a:pt x="31158" y="29046"/>
                    <a:pt x="31195" y="29018"/>
                    <a:pt x="31204" y="28978"/>
                  </a:cubicBezTo>
                  <a:cubicBezTo>
                    <a:pt x="31300" y="28478"/>
                    <a:pt x="31328" y="27935"/>
                    <a:pt x="31328" y="27454"/>
                  </a:cubicBezTo>
                  <a:cubicBezTo>
                    <a:pt x="31887" y="27560"/>
                    <a:pt x="35152" y="28171"/>
                    <a:pt x="36953" y="28171"/>
                  </a:cubicBezTo>
                  <a:cubicBezTo>
                    <a:pt x="37457" y="28171"/>
                    <a:pt x="37846" y="28123"/>
                    <a:pt x="38030" y="28003"/>
                  </a:cubicBezTo>
                  <a:cubicBezTo>
                    <a:pt x="38045" y="28022"/>
                    <a:pt x="38070" y="28031"/>
                    <a:pt x="38094" y="28031"/>
                  </a:cubicBezTo>
                  <a:cubicBezTo>
                    <a:pt x="38098" y="28032"/>
                    <a:pt x="38100" y="28033"/>
                    <a:pt x="38102" y="28033"/>
                  </a:cubicBezTo>
                  <a:cubicBezTo>
                    <a:pt x="38104" y="28033"/>
                    <a:pt x="38107" y="28032"/>
                    <a:pt x="38110" y="28031"/>
                  </a:cubicBezTo>
                  <a:cubicBezTo>
                    <a:pt x="38156" y="28025"/>
                    <a:pt x="38187" y="27982"/>
                    <a:pt x="38178" y="27932"/>
                  </a:cubicBezTo>
                  <a:cubicBezTo>
                    <a:pt x="38175" y="27904"/>
                    <a:pt x="38165" y="27874"/>
                    <a:pt x="38153" y="27846"/>
                  </a:cubicBezTo>
                  <a:cubicBezTo>
                    <a:pt x="38431" y="27032"/>
                    <a:pt x="34387" y="25554"/>
                    <a:pt x="33002" y="24647"/>
                  </a:cubicBezTo>
                  <a:cubicBezTo>
                    <a:pt x="32956" y="24610"/>
                    <a:pt x="32913" y="24567"/>
                    <a:pt x="32882" y="24515"/>
                  </a:cubicBezTo>
                  <a:lnTo>
                    <a:pt x="32894" y="24496"/>
                  </a:lnTo>
                  <a:lnTo>
                    <a:pt x="35596" y="24012"/>
                  </a:lnTo>
                  <a:cubicBezTo>
                    <a:pt x="35704" y="23994"/>
                    <a:pt x="35682" y="23841"/>
                    <a:pt x="35585" y="23841"/>
                  </a:cubicBezTo>
                  <a:cubicBezTo>
                    <a:pt x="35580" y="23841"/>
                    <a:pt x="35574" y="23841"/>
                    <a:pt x="35568" y="23842"/>
                  </a:cubicBezTo>
                  <a:lnTo>
                    <a:pt x="33033" y="24299"/>
                  </a:lnTo>
                  <a:cubicBezTo>
                    <a:pt x="33277" y="23938"/>
                    <a:pt x="33496" y="23562"/>
                    <a:pt x="33684" y="23170"/>
                  </a:cubicBezTo>
                  <a:lnTo>
                    <a:pt x="34733" y="22778"/>
                  </a:lnTo>
                  <a:cubicBezTo>
                    <a:pt x="34827" y="22742"/>
                    <a:pt x="34789" y="22612"/>
                    <a:pt x="34705" y="22612"/>
                  </a:cubicBezTo>
                  <a:cubicBezTo>
                    <a:pt x="34695" y="22612"/>
                    <a:pt x="34685" y="22614"/>
                    <a:pt x="34674" y="22618"/>
                  </a:cubicBezTo>
                  <a:lnTo>
                    <a:pt x="33789" y="22951"/>
                  </a:lnTo>
                  <a:cubicBezTo>
                    <a:pt x="33934" y="22615"/>
                    <a:pt x="33995" y="22377"/>
                    <a:pt x="33983" y="22297"/>
                  </a:cubicBezTo>
                  <a:cubicBezTo>
                    <a:pt x="33958" y="22195"/>
                    <a:pt x="33921" y="22094"/>
                    <a:pt x="33875" y="21998"/>
                  </a:cubicBezTo>
                  <a:lnTo>
                    <a:pt x="33875" y="21998"/>
                  </a:lnTo>
                  <a:cubicBezTo>
                    <a:pt x="33943" y="22054"/>
                    <a:pt x="34005" y="22115"/>
                    <a:pt x="34060" y="22180"/>
                  </a:cubicBezTo>
                  <a:cubicBezTo>
                    <a:pt x="34060" y="22180"/>
                    <a:pt x="34036" y="19685"/>
                    <a:pt x="32459" y="16354"/>
                  </a:cubicBezTo>
                  <a:lnTo>
                    <a:pt x="32459" y="16354"/>
                  </a:lnTo>
                  <a:cubicBezTo>
                    <a:pt x="32474" y="16365"/>
                    <a:pt x="32491" y="16370"/>
                    <a:pt x="32509" y="16370"/>
                  </a:cubicBezTo>
                  <a:cubicBezTo>
                    <a:pt x="32521" y="16370"/>
                    <a:pt x="32533" y="16368"/>
                    <a:pt x="32546" y="16363"/>
                  </a:cubicBezTo>
                  <a:cubicBezTo>
                    <a:pt x="32589" y="16345"/>
                    <a:pt x="32607" y="16295"/>
                    <a:pt x="32589" y="16252"/>
                  </a:cubicBezTo>
                  <a:cubicBezTo>
                    <a:pt x="32333" y="15580"/>
                    <a:pt x="30760" y="13026"/>
                    <a:pt x="30495" y="12933"/>
                  </a:cubicBezTo>
                  <a:cubicBezTo>
                    <a:pt x="30488" y="12931"/>
                    <a:pt x="30480" y="12928"/>
                    <a:pt x="30469" y="12928"/>
                  </a:cubicBezTo>
                  <a:cubicBezTo>
                    <a:pt x="30426" y="12928"/>
                    <a:pt x="30334" y="12968"/>
                    <a:pt x="30075" y="13217"/>
                  </a:cubicBezTo>
                  <a:cubicBezTo>
                    <a:pt x="28289" y="8538"/>
                    <a:pt x="25039" y="4014"/>
                    <a:pt x="18605" y="3144"/>
                  </a:cubicBezTo>
                  <a:cubicBezTo>
                    <a:pt x="18167" y="3085"/>
                    <a:pt x="17747" y="3056"/>
                    <a:pt x="17344" y="3056"/>
                  </a:cubicBezTo>
                  <a:cubicBezTo>
                    <a:pt x="10868" y="3056"/>
                    <a:pt x="8842" y="10445"/>
                    <a:pt x="8282" y="16656"/>
                  </a:cubicBezTo>
                  <a:cubicBezTo>
                    <a:pt x="7994" y="16677"/>
                    <a:pt x="7668" y="16692"/>
                    <a:pt x="7325" y="16692"/>
                  </a:cubicBezTo>
                  <a:cubicBezTo>
                    <a:pt x="5265" y="16692"/>
                    <a:pt x="2596" y="16145"/>
                    <a:pt x="3924" y="13057"/>
                  </a:cubicBezTo>
                  <a:cubicBezTo>
                    <a:pt x="4306" y="12168"/>
                    <a:pt x="5361" y="11064"/>
                    <a:pt x="6573" y="9880"/>
                  </a:cubicBezTo>
                  <a:cubicBezTo>
                    <a:pt x="6712" y="9846"/>
                    <a:pt x="7144" y="9393"/>
                    <a:pt x="7434" y="9050"/>
                  </a:cubicBezTo>
                  <a:lnTo>
                    <a:pt x="7813" y="8683"/>
                  </a:lnTo>
                  <a:cubicBezTo>
                    <a:pt x="7813" y="8689"/>
                    <a:pt x="7816" y="8699"/>
                    <a:pt x="7819" y="8705"/>
                  </a:cubicBezTo>
                  <a:cubicBezTo>
                    <a:pt x="7819" y="8705"/>
                    <a:pt x="8858" y="7891"/>
                    <a:pt x="8883" y="7631"/>
                  </a:cubicBezTo>
                  <a:cubicBezTo>
                    <a:pt x="8979" y="7536"/>
                    <a:pt x="9074" y="7437"/>
                    <a:pt x="9170" y="7342"/>
                  </a:cubicBezTo>
                  <a:lnTo>
                    <a:pt x="9173" y="7348"/>
                  </a:lnTo>
                  <a:cubicBezTo>
                    <a:pt x="9466" y="7348"/>
                    <a:pt x="10135" y="6425"/>
                    <a:pt x="10135" y="6425"/>
                  </a:cubicBezTo>
                  <a:cubicBezTo>
                    <a:pt x="10123" y="6395"/>
                    <a:pt x="10111" y="6367"/>
                    <a:pt x="10095" y="6336"/>
                  </a:cubicBezTo>
                  <a:cubicBezTo>
                    <a:pt x="11314" y="4927"/>
                    <a:pt x="12069" y="3594"/>
                    <a:pt x="11548" y="2564"/>
                  </a:cubicBezTo>
                  <a:cubicBezTo>
                    <a:pt x="10573" y="641"/>
                    <a:pt x="9252" y="0"/>
                    <a:pt x="8001" y="0"/>
                  </a:cubicBezTo>
                  <a:close/>
                </a:path>
              </a:pathLst>
            </a:custGeom>
            <a:solidFill>
              <a:srgbClr val="261D2A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9" name="Google Shape;5319;p14"/>
            <p:cNvSpPr/>
            <p:nvPr/>
          </p:nvSpPr>
          <p:spPr>
            <a:xfrm>
              <a:off x="1970509" y="4098600"/>
              <a:ext cx="315225" cy="315042"/>
            </a:xfrm>
            <a:custGeom>
              <a:rect b="b" l="l" r="r" t="t"/>
              <a:pathLst>
                <a:path extrusionOk="0" h="5149" w="5152">
                  <a:moveTo>
                    <a:pt x="2576" y="1"/>
                  </a:moveTo>
                  <a:cubicBezTo>
                    <a:pt x="1154" y="1"/>
                    <a:pt x="0" y="1154"/>
                    <a:pt x="0" y="2576"/>
                  </a:cubicBezTo>
                  <a:cubicBezTo>
                    <a:pt x="0" y="3998"/>
                    <a:pt x="1154" y="5149"/>
                    <a:pt x="2576" y="5149"/>
                  </a:cubicBezTo>
                  <a:cubicBezTo>
                    <a:pt x="3998" y="5149"/>
                    <a:pt x="5151" y="3998"/>
                    <a:pt x="5151" y="2576"/>
                  </a:cubicBezTo>
                  <a:cubicBezTo>
                    <a:pt x="5151" y="1154"/>
                    <a:pt x="3998" y="1"/>
                    <a:pt x="2576" y="1"/>
                  </a:cubicBezTo>
                  <a:close/>
                </a:path>
              </a:pathLst>
            </a:custGeom>
            <a:solidFill>
              <a:srgbClr val="FFE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0" name="Google Shape;5320;p14"/>
            <p:cNvSpPr/>
            <p:nvPr/>
          </p:nvSpPr>
          <p:spPr>
            <a:xfrm>
              <a:off x="2149716" y="4117261"/>
              <a:ext cx="131854" cy="171624"/>
            </a:xfrm>
            <a:custGeom>
              <a:rect b="b" l="l" r="r" t="t"/>
              <a:pathLst>
                <a:path extrusionOk="0" h="2805" w="2155">
                  <a:moveTo>
                    <a:pt x="120" y="1"/>
                  </a:moveTo>
                  <a:cubicBezTo>
                    <a:pt x="61" y="1"/>
                    <a:pt x="0" y="62"/>
                    <a:pt x="42" y="131"/>
                  </a:cubicBezTo>
                  <a:cubicBezTo>
                    <a:pt x="79" y="205"/>
                    <a:pt x="973" y="1886"/>
                    <a:pt x="2003" y="2783"/>
                  </a:cubicBezTo>
                  <a:cubicBezTo>
                    <a:pt x="2019" y="2796"/>
                    <a:pt x="2037" y="2805"/>
                    <a:pt x="2059" y="2805"/>
                  </a:cubicBezTo>
                  <a:cubicBezTo>
                    <a:pt x="2083" y="2805"/>
                    <a:pt x="2108" y="2793"/>
                    <a:pt x="2123" y="2774"/>
                  </a:cubicBezTo>
                  <a:cubicBezTo>
                    <a:pt x="2154" y="2740"/>
                    <a:pt x="2151" y="2685"/>
                    <a:pt x="2114" y="2654"/>
                  </a:cubicBezTo>
                  <a:cubicBezTo>
                    <a:pt x="1112" y="1778"/>
                    <a:pt x="202" y="69"/>
                    <a:pt x="193" y="51"/>
                  </a:cubicBezTo>
                  <a:cubicBezTo>
                    <a:pt x="177" y="15"/>
                    <a:pt x="148" y="1"/>
                    <a:pt x="12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1" name="Google Shape;5321;p14"/>
            <p:cNvSpPr/>
            <p:nvPr/>
          </p:nvSpPr>
          <p:spPr>
            <a:xfrm>
              <a:off x="2096792" y="4100252"/>
              <a:ext cx="176641" cy="226017"/>
            </a:xfrm>
            <a:custGeom>
              <a:rect b="b" l="l" r="r" t="t"/>
              <a:pathLst>
                <a:path extrusionOk="0" h="3694" w="2887">
                  <a:moveTo>
                    <a:pt x="112" y="0"/>
                  </a:moveTo>
                  <a:cubicBezTo>
                    <a:pt x="56" y="0"/>
                    <a:pt x="0" y="53"/>
                    <a:pt x="34" y="122"/>
                  </a:cubicBezTo>
                  <a:cubicBezTo>
                    <a:pt x="77" y="230"/>
                    <a:pt x="1172" y="2802"/>
                    <a:pt x="2726" y="3684"/>
                  </a:cubicBezTo>
                  <a:cubicBezTo>
                    <a:pt x="2742" y="3691"/>
                    <a:pt x="2754" y="3694"/>
                    <a:pt x="2769" y="3694"/>
                  </a:cubicBezTo>
                  <a:cubicBezTo>
                    <a:pt x="2856" y="3694"/>
                    <a:pt x="2887" y="3579"/>
                    <a:pt x="2813" y="3536"/>
                  </a:cubicBezTo>
                  <a:cubicBezTo>
                    <a:pt x="1308" y="2682"/>
                    <a:pt x="200" y="82"/>
                    <a:pt x="191" y="57"/>
                  </a:cubicBezTo>
                  <a:cubicBezTo>
                    <a:pt x="175" y="17"/>
                    <a:pt x="144" y="0"/>
                    <a:pt x="11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2" name="Google Shape;5322;p14"/>
            <p:cNvSpPr/>
            <p:nvPr/>
          </p:nvSpPr>
          <p:spPr>
            <a:xfrm>
              <a:off x="2035792" y="4136779"/>
              <a:ext cx="188939" cy="234033"/>
            </a:xfrm>
            <a:custGeom>
              <a:rect b="b" l="l" r="r" t="t"/>
              <a:pathLst>
                <a:path extrusionOk="0" h="3825" w="3088">
                  <a:moveTo>
                    <a:pt x="106" y="0"/>
                  </a:moveTo>
                  <a:cubicBezTo>
                    <a:pt x="54" y="0"/>
                    <a:pt x="0" y="44"/>
                    <a:pt x="19" y="111"/>
                  </a:cubicBezTo>
                  <a:cubicBezTo>
                    <a:pt x="53" y="225"/>
                    <a:pt x="852" y="2927"/>
                    <a:pt x="2934" y="3818"/>
                  </a:cubicBezTo>
                  <a:cubicBezTo>
                    <a:pt x="2946" y="3821"/>
                    <a:pt x="2955" y="3824"/>
                    <a:pt x="2968" y="3824"/>
                  </a:cubicBezTo>
                  <a:cubicBezTo>
                    <a:pt x="3063" y="3824"/>
                    <a:pt x="3088" y="3698"/>
                    <a:pt x="3002" y="3661"/>
                  </a:cubicBezTo>
                  <a:cubicBezTo>
                    <a:pt x="994" y="2801"/>
                    <a:pt x="195" y="89"/>
                    <a:pt x="186" y="62"/>
                  </a:cubicBezTo>
                  <a:cubicBezTo>
                    <a:pt x="173" y="19"/>
                    <a:pt x="140" y="0"/>
                    <a:pt x="10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3" name="Google Shape;5323;p14"/>
            <p:cNvSpPr/>
            <p:nvPr/>
          </p:nvSpPr>
          <p:spPr>
            <a:xfrm>
              <a:off x="1989170" y="4266672"/>
              <a:ext cx="118577" cy="67915"/>
            </a:xfrm>
            <a:custGeom>
              <a:rect b="b" l="l" r="r" t="t"/>
              <a:pathLst>
                <a:path extrusionOk="0" h="1110" w="1938">
                  <a:moveTo>
                    <a:pt x="1821" y="0"/>
                  </a:moveTo>
                  <a:cubicBezTo>
                    <a:pt x="1799" y="0"/>
                    <a:pt x="1777" y="9"/>
                    <a:pt x="1759" y="30"/>
                  </a:cubicBezTo>
                  <a:cubicBezTo>
                    <a:pt x="1432" y="443"/>
                    <a:pt x="106" y="937"/>
                    <a:pt x="93" y="943"/>
                  </a:cubicBezTo>
                  <a:cubicBezTo>
                    <a:pt x="1" y="974"/>
                    <a:pt x="25" y="1109"/>
                    <a:pt x="124" y="1109"/>
                  </a:cubicBezTo>
                  <a:cubicBezTo>
                    <a:pt x="133" y="1109"/>
                    <a:pt x="143" y="1106"/>
                    <a:pt x="152" y="1103"/>
                  </a:cubicBezTo>
                  <a:cubicBezTo>
                    <a:pt x="207" y="1082"/>
                    <a:pt x="1537" y="588"/>
                    <a:pt x="1895" y="135"/>
                  </a:cubicBezTo>
                  <a:cubicBezTo>
                    <a:pt x="1938" y="71"/>
                    <a:pt x="1882" y="0"/>
                    <a:pt x="182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4" name="Google Shape;5324;p14"/>
            <p:cNvSpPr/>
            <p:nvPr/>
          </p:nvSpPr>
          <p:spPr>
            <a:xfrm>
              <a:off x="1967756" y="4219866"/>
              <a:ext cx="117659" cy="66569"/>
            </a:xfrm>
            <a:custGeom>
              <a:rect b="b" l="l" r="r" t="t"/>
              <a:pathLst>
                <a:path extrusionOk="0" h="1088" w="1923">
                  <a:moveTo>
                    <a:pt x="1795" y="1"/>
                  </a:moveTo>
                  <a:cubicBezTo>
                    <a:pt x="1779" y="1"/>
                    <a:pt x="1762" y="6"/>
                    <a:pt x="1745" y="18"/>
                  </a:cubicBezTo>
                  <a:cubicBezTo>
                    <a:pt x="1736" y="27"/>
                    <a:pt x="650" y="804"/>
                    <a:pt x="101" y="918"/>
                  </a:cubicBezTo>
                  <a:cubicBezTo>
                    <a:pt x="0" y="940"/>
                    <a:pt x="14" y="1088"/>
                    <a:pt x="116" y="1088"/>
                  </a:cubicBezTo>
                  <a:cubicBezTo>
                    <a:pt x="117" y="1088"/>
                    <a:pt x="118" y="1088"/>
                    <a:pt x="119" y="1088"/>
                  </a:cubicBezTo>
                  <a:lnTo>
                    <a:pt x="138" y="1088"/>
                  </a:lnTo>
                  <a:cubicBezTo>
                    <a:pt x="721" y="961"/>
                    <a:pt x="1800" y="190"/>
                    <a:pt x="1847" y="159"/>
                  </a:cubicBezTo>
                  <a:cubicBezTo>
                    <a:pt x="1922" y="104"/>
                    <a:pt x="1868" y="1"/>
                    <a:pt x="179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5" name="Google Shape;5325;p14"/>
            <p:cNvSpPr/>
            <p:nvPr/>
          </p:nvSpPr>
          <p:spPr>
            <a:xfrm>
              <a:off x="1965431" y="4175141"/>
              <a:ext cx="98385" cy="49254"/>
            </a:xfrm>
            <a:custGeom>
              <a:rect b="b" l="l" r="r" t="t"/>
              <a:pathLst>
                <a:path extrusionOk="0" h="805" w="1608">
                  <a:moveTo>
                    <a:pt x="1483" y="1"/>
                  </a:moveTo>
                  <a:cubicBezTo>
                    <a:pt x="1470" y="1"/>
                    <a:pt x="1455" y="4"/>
                    <a:pt x="1440" y="11"/>
                  </a:cubicBezTo>
                  <a:cubicBezTo>
                    <a:pt x="1431" y="15"/>
                    <a:pt x="318" y="567"/>
                    <a:pt x="93" y="638"/>
                  </a:cubicBezTo>
                  <a:cubicBezTo>
                    <a:pt x="0" y="668"/>
                    <a:pt x="22" y="804"/>
                    <a:pt x="117" y="804"/>
                  </a:cubicBezTo>
                  <a:cubicBezTo>
                    <a:pt x="127" y="804"/>
                    <a:pt x="136" y="804"/>
                    <a:pt x="145" y="801"/>
                  </a:cubicBezTo>
                  <a:cubicBezTo>
                    <a:pt x="386" y="724"/>
                    <a:pt x="1471" y="187"/>
                    <a:pt x="1518" y="166"/>
                  </a:cubicBezTo>
                  <a:cubicBezTo>
                    <a:pt x="1608" y="121"/>
                    <a:pt x="1564" y="1"/>
                    <a:pt x="148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6" name="Google Shape;5326;p14"/>
            <p:cNvSpPr/>
            <p:nvPr/>
          </p:nvSpPr>
          <p:spPr>
            <a:xfrm>
              <a:off x="2045276" y="4303872"/>
              <a:ext cx="114783" cy="33713"/>
            </a:xfrm>
            <a:custGeom>
              <a:rect b="b" l="l" r="r" t="t"/>
              <a:pathLst>
                <a:path extrusionOk="0" h="551" w="1876">
                  <a:moveTo>
                    <a:pt x="123" y="1"/>
                  </a:moveTo>
                  <a:cubicBezTo>
                    <a:pt x="59" y="1"/>
                    <a:pt x="0" y="77"/>
                    <a:pt x="55" y="144"/>
                  </a:cubicBezTo>
                  <a:cubicBezTo>
                    <a:pt x="71" y="162"/>
                    <a:pt x="401" y="551"/>
                    <a:pt x="1249" y="551"/>
                  </a:cubicBezTo>
                  <a:cubicBezTo>
                    <a:pt x="1425" y="551"/>
                    <a:pt x="1597" y="535"/>
                    <a:pt x="1770" y="507"/>
                  </a:cubicBezTo>
                  <a:cubicBezTo>
                    <a:pt x="1875" y="490"/>
                    <a:pt x="1856" y="336"/>
                    <a:pt x="1759" y="336"/>
                  </a:cubicBezTo>
                  <a:cubicBezTo>
                    <a:pt x="1754" y="336"/>
                    <a:pt x="1748" y="337"/>
                    <a:pt x="1742" y="338"/>
                  </a:cubicBezTo>
                  <a:cubicBezTo>
                    <a:pt x="1563" y="367"/>
                    <a:pt x="1402" y="379"/>
                    <a:pt x="1257" y="379"/>
                  </a:cubicBezTo>
                  <a:cubicBezTo>
                    <a:pt x="490" y="379"/>
                    <a:pt x="191" y="38"/>
                    <a:pt x="188" y="33"/>
                  </a:cubicBezTo>
                  <a:cubicBezTo>
                    <a:pt x="169" y="10"/>
                    <a:pt x="146" y="1"/>
                    <a:pt x="1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7" name="Google Shape;5327;p14"/>
            <p:cNvSpPr/>
            <p:nvPr/>
          </p:nvSpPr>
          <p:spPr>
            <a:xfrm>
              <a:off x="2005200" y="4327427"/>
              <a:ext cx="180129" cy="52619"/>
            </a:xfrm>
            <a:custGeom>
              <a:rect b="b" l="l" r="r" t="t"/>
              <a:pathLst>
                <a:path extrusionOk="0" h="860" w="2944">
                  <a:moveTo>
                    <a:pt x="95" y="1"/>
                  </a:moveTo>
                  <a:cubicBezTo>
                    <a:pt x="60" y="1"/>
                    <a:pt x="29" y="23"/>
                    <a:pt x="16" y="58"/>
                  </a:cubicBezTo>
                  <a:cubicBezTo>
                    <a:pt x="1" y="101"/>
                    <a:pt x="23" y="150"/>
                    <a:pt x="66" y="166"/>
                  </a:cubicBezTo>
                  <a:cubicBezTo>
                    <a:pt x="103" y="190"/>
                    <a:pt x="140" y="215"/>
                    <a:pt x="174" y="243"/>
                  </a:cubicBezTo>
                  <a:cubicBezTo>
                    <a:pt x="430" y="434"/>
                    <a:pt x="994" y="860"/>
                    <a:pt x="1842" y="860"/>
                  </a:cubicBezTo>
                  <a:cubicBezTo>
                    <a:pt x="2185" y="860"/>
                    <a:pt x="2527" y="795"/>
                    <a:pt x="2848" y="671"/>
                  </a:cubicBezTo>
                  <a:cubicBezTo>
                    <a:pt x="2943" y="636"/>
                    <a:pt x="2908" y="504"/>
                    <a:pt x="2824" y="504"/>
                  </a:cubicBezTo>
                  <a:cubicBezTo>
                    <a:pt x="2813" y="504"/>
                    <a:pt x="2802" y="506"/>
                    <a:pt x="2789" y="511"/>
                  </a:cubicBezTo>
                  <a:cubicBezTo>
                    <a:pt x="2444" y="639"/>
                    <a:pt x="2129" y="689"/>
                    <a:pt x="1848" y="689"/>
                  </a:cubicBezTo>
                  <a:cubicBezTo>
                    <a:pt x="1052" y="689"/>
                    <a:pt x="517" y="287"/>
                    <a:pt x="275" y="107"/>
                  </a:cubicBezTo>
                  <a:cubicBezTo>
                    <a:pt x="229" y="67"/>
                    <a:pt x="177" y="33"/>
                    <a:pt x="121" y="5"/>
                  </a:cubicBezTo>
                  <a:cubicBezTo>
                    <a:pt x="112" y="2"/>
                    <a:pt x="104" y="1"/>
                    <a:pt x="9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8" name="Google Shape;5328;p14"/>
            <p:cNvSpPr/>
            <p:nvPr/>
          </p:nvSpPr>
          <p:spPr>
            <a:xfrm>
              <a:off x="2205821" y="4166575"/>
              <a:ext cx="58370" cy="41912"/>
            </a:xfrm>
            <a:custGeom>
              <a:rect b="b" l="l" r="r" t="t"/>
              <a:pathLst>
                <a:path extrusionOk="0" h="685" w="954">
                  <a:moveTo>
                    <a:pt x="830" y="1"/>
                  </a:moveTo>
                  <a:cubicBezTo>
                    <a:pt x="816" y="1"/>
                    <a:pt x="800" y="5"/>
                    <a:pt x="784" y="16"/>
                  </a:cubicBezTo>
                  <a:cubicBezTo>
                    <a:pt x="759" y="31"/>
                    <a:pt x="195" y="380"/>
                    <a:pt x="31" y="537"/>
                  </a:cubicBezTo>
                  <a:cubicBezTo>
                    <a:pt x="1" y="571"/>
                    <a:pt x="1" y="623"/>
                    <a:pt x="31" y="657"/>
                  </a:cubicBezTo>
                  <a:cubicBezTo>
                    <a:pt x="50" y="676"/>
                    <a:pt x="71" y="685"/>
                    <a:pt x="93" y="685"/>
                  </a:cubicBezTo>
                  <a:cubicBezTo>
                    <a:pt x="115" y="685"/>
                    <a:pt x="136" y="676"/>
                    <a:pt x="152" y="660"/>
                  </a:cubicBezTo>
                  <a:cubicBezTo>
                    <a:pt x="303" y="515"/>
                    <a:pt x="867" y="164"/>
                    <a:pt x="873" y="161"/>
                  </a:cubicBezTo>
                  <a:cubicBezTo>
                    <a:pt x="953" y="112"/>
                    <a:pt x="904" y="1"/>
                    <a:pt x="83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9" name="Google Shape;5329;p14"/>
            <p:cNvSpPr/>
            <p:nvPr/>
          </p:nvSpPr>
          <p:spPr>
            <a:xfrm>
              <a:off x="2227724" y="4201817"/>
              <a:ext cx="58493" cy="37262"/>
            </a:xfrm>
            <a:custGeom>
              <a:rect b="b" l="l" r="r" t="t"/>
              <a:pathLst>
                <a:path extrusionOk="0" h="609" w="956">
                  <a:moveTo>
                    <a:pt x="830" y="0"/>
                  </a:moveTo>
                  <a:cubicBezTo>
                    <a:pt x="815" y="0"/>
                    <a:pt x="800" y="4"/>
                    <a:pt x="784" y="13"/>
                  </a:cubicBezTo>
                  <a:cubicBezTo>
                    <a:pt x="762" y="26"/>
                    <a:pt x="201" y="350"/>
                    <a:pt x="68" y="454"/>
                  </a:cubicBezTo>
                  <a:cubicBezTo>
                    <a:pt x="0" y="504"/>
                    <a:pt x="37" y="609"/>
                    <a:pt x="121" y="609"/>
                  </a:cubicBezTo>
                  <a:cubicBezTo>
                    <a:pt x="139" y="606"/>
                    <a:pt x="158" y="599"/>
                    <a:pt x="173" y="587"/>
                  </a:cubicBezTo>
                  <a:cubicBezTo>
                    <a:pt x="272" y="510"/>
                    <a:pt x="673" y="276"/>
                    <a:pt x="870" y="161"/>
                  </a:cubicBezTo>
                  <a:cubicBezTo>
                    <a:pt x="956" y="115"/>
                    <a:pt x="908" y="0"/>
                    <a:pt x="83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0" name="Google Shape;5330;p14"/>
            <p:cNvSpPr/>
            <p:nvPr/>
          </p:nvSpPr>
          <p:spPr>
            <a:xfrm>
              <a:off x="2182204" y="4136106"/>
              <a:ext cx="58615" cy="37139"/>
            </a:xfrm>
            <a:custGeom>
              <a:rect b="b" l="l" r="r" t="t"/>
              <a:pathLst>
                <a:path extrusionOk="0" h="607" w="958">
                  <a:moveTo>
                    <a:pt x="835" y="0"/>
                  </a:moveTo>
                  <a:cubicBezTo>
                    <a:pt x="822" y="0"/>
                    <a:pt x="808" y="4"/>
                    <a:pt x="794" y="11"/>
                  </a:cubicBezTo>
                  <a:cubicBezTo>
                    <a:pt x="686" y="60"/>
                    <a:pt x="143" y="329"/>
                    <a:pt x="32" y="464"/>
                  </a:cubicBezTo>
                  <a:cubicBezTo>
                    <a:pt x="1" y="501"/>
                    <a:pt x="7" y="557"/>
                    <a:pt x="44" y="585"/>
                  </a:cubicBezTo>
                  <a:cubicBezTo>
                    <a:pt x="60" y="597"/>
                    <a:pt x="78" y="606"/>
                    <a:pt x="97" y="606"/>
                  </a:cubicBezTo>
                  <a:cubicBezTo>
                    <a:pt x="124" y="603"/>
                    <a:pt x="146" y="594"/>
                    <a:pt x="164" y="572"/>
                  </a:cubicBezTo>
                  <a:cubicBezTo>
                    <a:pt x="229" y="495"/>
                    <a:pt x="615" y="285"/>
                    <a:pt x="868" y="165"/>
                  </a:cubicBezTo>
                  <a:cubicBezTo>
                    <a:pt x="958" y="120"/>
                    <a:pt x="914" y="0"/>
                    <a:pt x="8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1" name="Google Shape;5331;p14"/>
            <p:cNvSpPr/>
            <p:nvPr/>
          </p:nvSpPr>
          <p:spPr>
            <a:xfrm>
              <a:off x="2069321" y="4104596"/>
              <a:ext cx="187532" cy="250185"/>
            </a:xfrm>
            <a:custGeom>
              <a:rect b="b" l="l" r="r" t="t"/>
              <a:pathLst>
                <a:path extrusionOk="0" h="4089" w="3065">
                  <a:moveTo>
                    <a:pt x="96" y="0"/>
                  </a:moveTo>
                  <a:cubicBezTo>
                    <a:pt x="48" y="0"/>
                    <a:pt x="0" y="38"/>
                    <a:pt x="11" y="100"/>
                  </a:cubicBezTo>
                  <a:cubicBezTo>
                    <a:pt x="14" y="125"/>
                    <a:pt x="569" y="2759"/>
                    <a:pt x="2904" y="4076"/>
                  </a:cubicBezTo>
                  <a:cubicBezTo>
                    <a:pt x="2916" y="4085"/>
                    <a:pt x="2932" y="4088"/>
                    <a:pt x="2947" y="4088"/>
                  </a:cubicBezTo>
                  <a:cubicBezTo>
                    <a:pt x="3033" y="4088"/>
                    <a:pt x="3064" y="3971"/>
                    <a:pt x="2987" y="3928"/>
                  </a:cubicBezTo>
                  <a:cubicBezTo>
                    <a:pt x="723" y="2648"/>
                    <a:pt x="184" y="91"/>
                    <a:pt x="177" y="66"/>
                  </a:cubicBezTo>
                  <a:cubicBezTo>
                    <a:pt x="166" y="21"/>
                    <a:pt x="131" y="0"/>
                    <a:pt x="9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2" name="Google Shape;5332;p14"/>
            <p:cNvSpPr/>
            <p:nvPr/>
          </p:nvSpPr>
          <p:spPr>
            <a:xfrm>
              <a:off x="618234" y="2304556"/>
              <a:ext cx="2372938" cy="2079556"/>
            </a:xfrm>
            <a:custGeom>
              <a:rect b="b" l="l" r="r" t="t"/>
              <a:pathLst>
                <a:path extrusionOk="0" h="33988" w="38783">
                  <a:moveTo>
                    <a:pt x="7997" y="1"/>
                  </a:moveTo>
                  <a:cubicBezTo>
                    <a:pt x="5962" y="1"/>
                    <a:pt x="4109" y="1693"/>
                    <a:pt x="4220" y="2325"/>
                  </a:cubicBezTo>
                  <a:cubicBezTo>
                    <a:pt x="4292" y="2746"/>
                    <a:pt x="5081" y="2813"/>
                    <a:pt x="5976" y="2813"/>
                  </a:cubicBezTo>
                  <a:cubicBezTo>
                    <a:pt x="6393" y="2813"/>
                    <a:pt x="6834" y="2798"/>
                    <a:pt x="7236" y="2798"/>
                  </a:cubicBezTo>
                  <a:cubicBezTo>
                    <a:pt x="8071" y="2798"/>
                    <a:pt x="8740" y="2861"/>
                    <a:pt x="8686" y="3248"/>
                  </a:cubicBezTo>
                  <a:cubicBezTo>
                    <a:pt x="8365" y="5536"/>
                    <a:pt x="0" y="10573"/>
                    <a:pt x="1246" y="15286"/>
                  </a:cubicBezTo>
                  <a:cubicBezTo>
                    <a:pt x="2206" y="18919"/>
                    <a:pt x="6289" y="19579"/>
                    <a:pt x="8109" y="19690"/>
                  </a:cubicBezTo>
                  <a:cubicBezTo>
                    <a:pt x="8026" y="22780"/>
                    <a:pt x="8239" y="25053"/>
                    <a:pt x="8239" y="25053"/>
                  </a:cubicBezTo>
                  <a:cubicBezTo>
                    <a:pt x="8239" y="25053"/>
                    <a:pt x="4824" y="27996"/>
                    <a:pt x="3914" y="28933"/>
                  </a:cubicBezTo>
                  <a:cubicBezTo>
                    <a:pt x="3719" y="29135"/>
                    <a:pt x="3888" y="29216"/>
                    <a:pt x="4285" y="29216"/>
                  </a:cubicBezTo>
                  <a:cubicBezTo>
                    <a:pt x="5738" y="29216"/>
                    <a:pt x="10241" y="28120"/>
                    <a:pt x="11058" y="27786"/>
                  </a:cubicBezTo>
                  <a:cubicBezTo>
                    <a:pt x="11329" y="27672"/>
                    <a:pt x="12853" y="27595"/>
                    <a:pt x="14947" y="27542"/>
                  </a:cubicBezTo>
                  <a:cubicBezTo>
                    <a:pt x="14978" y="29529"/>
                    <a:pt x="15792" y="32194"/>
                    <a:pt x="19539" y="33455"/>
                  </a:cubicBezTo>
                  <a:cubicBezTo>
                    <a:pt x="20616" y="33818"/>
                    <a:pt x="21259" y="33988"/>
                    <a:pt x="21592" y="33988"/>
                  </a:cubicBezTo>
                  <a:cubicBezTo>
                    <a:pt x="22930" y="33988"/>
                    <a:pt x="19303" y="31274"/>
                    <a:pt x="18688" y="27478"/>
                  </a:cubicBezTo>
                  <a:cubicBezTo>
                    <a:pt x="21511" y="27445"/>
                    <a:pt x="24601" y="27434"/>
                    <a:pt x="27010" y="27434"/>
                  </a:cubicBezTo>
                  <a:cubicBezTo>
                    <a:pt x="27328" y="27434"/>
                    <a:pt x="27634" y="27434"/>
                    <a:pt x="27926" y="27435"/>
                  </a:cubicBezTo>
                  <a:cubicBezTo>
                    <a:pt x="27919" y="29686"/>
                    <a:pt x="27864" y="32690"/>
                    <a:pt x="27608" y="33384"/>
                  </a:cubicBezTo>
                  <a:cubicBezTo>
                    <a:pt x="27526" y="33607"/>
                    <a:pt x="27612" y="33721"/>
                    <a:pt x="27803" y="33721"/>
                  </a:cubicBezTo>
                  <a:cubicBezTo>
                    <a:pt x="28593" y="33721"/>
                    <a:pt x="31192" y="31765"/>
                    <a:pt x="31244" y="27441"/>
                  </a:cubicBezTo>
                  <a:cubicBezTo>
                    <a:pt x="31244" y="27441"/>
                    <a:pt x="34975" y="28173"/>
                    <a:pt x="36950" y="28173"/>
                  </a:cubicBezTo>
                  <a:cubicBezTo>
                    <a:pt x="37526" y="28173"/>
                    <a:pt x="37953" y="28110"/>
                    <a:pt x="38094" y="27950"/>
                  </a:cubicBezTo>
                  <a:cubicBezTo>
                    <a:pt x="38782" y="27160"/>
                    <a:pt x="34446" y="25593"/>
                    <a:pt x="33002" y="24646"/>
                  </a:cubicBezTo>
                  <a:cubicBezTo>
                    <a:pt x="31562" y="23699"/>
                    <a:pt x="32407" y="5015"/>
                    <a:pt x="18602" y="3146"/>
                  </a:cubicBezTo>
                  <a:cubicBezTo>
                    <a:pt x="18164" y="3087"/>
                    <a:pt x="17743" y="3058"/>
                    <a:pt x="17340" y="3058"/>
                  </a:cubicBezTo>
                  <a:cubicBezTo>
                    <a:pt x="10865" y="3058"/>
                    <a:pt x="8839" y="10444"/>
                    <a:pt x="8279" y="16658"/>
                  </a:cubicBezTo>
                  <a:cubicBezTo>
                    <a:pt x="7991" y="16679"/>
                    <a:pt x="7665" y="16694"/>
                    <a:pt x="7322" y="16694"/>
                  </a:cubicBezTo>
                  <a:cubicBezTo>
                    <a:pt x="5262" y="16694"/>
                    <a:pt x="2593" y="16147"/>
                    <a:pt x="3921" y="13059"/>
                  </a:cubicBezTo>
                  <a:cubicBezTo>
                    <a:pt x="5120" y="10267"/>
                    <a:pt x="12948" y="5339"/>
                    <a:pt x="11545" y="2563"/>
                  </a:cubicBezTo>
                  <a:cubicBezTo>
                    <a:pt x="10570" y="641"/>
                    <a:pt x="9249" y="1"/>
                    <a:pt x="7997" y="1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3" name="Google Shape;5333;p14"/>
            <p:cNvSpPr/>
            <p:nvPr/>
          </p:nvSpPr>
          <p:spPr>
            <a:xfrm>
              <a:off x="1860502" y="4267406"/>
              <a:ext cx="64795" cy="103036"/>
            </a:xfrm>
            <a:custGeom>
              <a:rect b="b" l="l" r="r" t="t"/>
              <a:pathLst>
                <a:path extrusionOk="0" h="1684" w="1059">
                  <a:moveTo>
                    <a:pt x="127" y="0"/>
                  </a:moveTo>
                  <a:cubicBezTo>
                    <a:pt x="57" y="0"/>
                    <a:pt x="0" y="99"/>
                    <a:pt x="77" y="157"/>
                  </a:cubicBezTo>
                  <a:cubicBezTo>
                    <a:pt x="808" y="780"/>
                    <a:pt x="842" y="1144"/>
                    <a:pt x="885" y="1606"/>
                  </a:cubicBezTo>
                  <a:cubicBezTo>
                    <a:pt x="889" y="1649"/>
                    <a:pt x="926" y="1683"/>
                    <a:pt x="972" y="1683"/>
                  </a:cubicBezTo>
                  <a:lnTo>
                    <a:pt x="978" y="1683"/>
                  </a:lnTo>
                  <a:cubicBezTo>
                    <a:pt x="1024" y="1680"/>
                    <a:pt x="1058" y="1637"/>
                    <a:pt x="1055" y="1591"/>
                  </a:cubicBezTo>
                  <a:cubicBezTo>
                    <a:pt x="1009" y="1110"/>
                    <a:pt x="969" y="693"/>
                    <a:pt x="188" y="27"/>
                  </a:cubicBezTo>
                  <a:cubicBezTo>
                    <a:pt x="169" y="8"/>
                    <a:pt x="147" y="0"/>
                    <a:pt x="1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4" name="Google Shape;5334;p14"/>
            <p:cNvSpPr/>
            <p:nvPr/>
          </p:nvSpPr>
          <p:spPr>
            <a:xfrm>
              <a:off x="1799441" y="4298365"/>
              <a:ext cx="100955" cy="72076"/>
            </a:xfrm>
            <a:custGeom>
              <a:rect b="b" l="l" r="r" t="t"/>
              <a:pathLst>
                <a:path extrusionOk="0" h="1178" w="1650">
                  <a:moveTo>
                    <a:pt x="121" y="1"/>
                  </a:moveTo>
                  <a:cubicBezTo>
                    <a:pt x="34" y="1"/>
                    <a:pt x="0" y="138"/>
                    <a:pt x="101" y="169"/>
                  </a:cubicBezTo>
                  <a:cubicBezTo>
                    <a:pt x="110" y="172"/>
                    <a:pt x="1159" y="502"/>
                    <a:pt x="1473" y="1131"/>
                  </a:cubicBezTo>
                  <a:cubicBezTo>
                    <a:pt x="1489" y="1159"/>
                    <a:pt x="1516" y="1177"/>
                    <a:pt x="1550" y="1177"/>
                  </a:cubicBezTo>
                  <a:cubicBezTo>
                    <a:pt x="1563" y="1177"/>
                    <a:pt x="1575" y="1174"/>
                    <a:pt x="1587" y="1171"/>
                  </a:cubicBezTo>
                  <a:cubicBezTo>
                    <a:pt x="1631" y="1150"/>
                    <a:pt x="1649" y="1097"/>
                    <a:pt x="1627" y="1054"/>
                  </a:cubicBezTo>
                  <a:cubicBezTo>
                    <a:pt x="1279" y="360"/>
                    <a:pt x="196" y="21"/>
                    <a:pt x="150" y="5"/>
                  </a:cubicBezTo>
                  <a:cubicBezTo>
                    <a:pt x="140" y="2"/>
                    <a:pt x="130" y="1"/>
                    <a:pt x="1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5" name="Google Shape;5335;p14"/>
            <p:cNvSpPr/>
            <p:nvPr/>
          </p:nvSpPr>
          <p:spPr>
            <a:xfrm>
              <a:off x="2334551" y="4234061"/>
              <a:ext cx="67059" cy="110684"/>
            </a:xfrm>
            <a:custGeom>
              <a:rect b="b" l="l" r="r" t="t"/>
              <a:pathLst>
                <a:path extrusionOk="0" h="1809" w="1096">
                  <a:moveTo>
                    <a:pt x="971" y="1"/>
                  </a:moveTo>
                  <a:cubicBezTo>
                    <a:pt x="948" y="1"/>
                    <a:pt x="923" y="11"/>
                    <a:pt x="904" y="35"/>
                  </a:cubicBezTo>
                  <a:cubicBezTo>
                    <a:pt x="867" y="82"/>
                    <a:pt x="0" y="1164"/>
                    <a:pt x="133" y="1744"/>
                  </a:cubicBezTo>
                  <a:cubicBezTo>
                    <a:pt x="142" y="1781"/>
                    <a:pt x="179" y="1809"/>
                    <a:pt x="219" y="1809"/>
                  </a:cubicBezTo>
                  <a:cubicBezTo>
                    <a:pt x="271" y="1809"/>
                    <a:pt x="315" y="1760"/>
                    <a:pt x="302" y="1704"/>
                  </a:cubicBezTo>
                  <a:cubicBezTo>
                    <a:pt x="207" y="1291"/>
                    <a:pt x="802" y="439"/>
                    <a:pt x="1039" y="143"/>
                  </a:cubicBezTo>
                  <a:cubicBezTo>
                    <a:pt x="1096" y="78"/>
                    <a:pt x="1036" y="1"/>
                    <a:pt x="97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6" name="Google Shape;5336;p14"/>
            <p:cNvSpPr/>
            <p:nvPr/>
          </p:nvSpPr>
          <p:spPr>
            <a:xfrm>
              <a:off x="2311852" y="4234489"/>
              <a:ext cx="44971" cy="128183"/>
            </a:xfrm>
            <a:custGeom>
              <a:rect b="b" l="l" r="r" t="t"/>
              <a:pathLst>
                <a:path extrusionOk="0" h="2095" w="735">
                  <a:moveTo>
                    <a:pt x="627" y="0"/>
                  </a:moveTo>
                  <a:cubicBezTo>
                    <a:pt x="598" y="0"/>
                    <a:pt x="569" y="15"/>
                    <a:pt x="553" y="50"/>
                  </a:cubicBezTo>
                  <a:cubicBezTo>
                    <a:pt x="528" y="106"/>
                    <a:pt x="1" y="1373"/>
                    <a:pt x="1" y="2012"/>
                  </a:cubicBezTo>
                  <a:cubicBezTo>
                    <a:pt x="1" y="2058"/>
                    <a:pt x="38" y="2095"/>
                    <a:pt x="87" y="2095"/>
                  </a:cubicBezTo>
                  <a:cubicBezTo>
                    <a:pt x="134" y="2095"/>
                    <a:pt x="171" y="2058"/>
                    <a:pt x="171" y="2012"/>
                  </a:cubicBezTo>
                  <a:cubicBezTo>
                    <a:pt x="171" y="1407"/>
                    <a:pt x="704" y="130"/>
                    <a:pt x="710" y="118"/>
                  </a:cubicBezTo>
                  <a:cubicBezTo>
                    <a:pt x="734" y="50"/>
                    <a:pt x="681" y="0"/>
                    <a:pt x="627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7" name="Google Shape;5337;p14"/>
            <p:cNvSpPr/>
            <p:nvPr/>
          </p:nvSpPr>
          <p:spPr>
            <a:xfrm>
              <a:off x="881262" y="4029218"/>
              <a:ext cx="116374" cy="59288"/>
            </a:xfrm>
            <a:custGeom>
              <a:rect b="b" l="l" r="r" t="t"/>
              <a:pathLst>
                <a:path extrusionOk="0" h="969" w="1902">
                  <a:moveTo>
                    <a:pt x="1779" y="0"/>
                  </a:moveTo>
                  <a:cubicBezTo>
                    <a:pt x="1769" y="0"/>
                    <a:pt x="1758" y="2"/>
                    <a:pt x="1747" y="6"/>
                  </a:cubicBezTo>
                  <a:cubicBezTo>
                    <a:pt x="1475" y="86"/>
                    <a:pt x="106" y="500"/>
                    <a:pt x="13" y="864"/>
                  </a:cubicBezTo>
                  <a:cubicBezTo>
                    <a:pt x="1" y="910"/>
                    <a:pt x="29" y="956"/>
                    <a:pt x="75" y="968"/>
                  </a:cubicBezTo>
                  <a:lnTo>
                    <a:pt x="97" y="968"/>
                  </a:lnTo>
                  <a:cubicBezTo>
                    <a:pt x="137" y="968"/>
                    <a:pt x="171" y="941"/>
                    <a:pt x="180" y="904"/>
                  </a:cubicBezTo>
                  <a:cubicBezTo>
                    <a:pt x="223" y="728"/>
                    <a:pt x="1053" y="385"/>
                    <a:pt x="1796" y="170"/>
                  </a:cubicBezTo>
                  <a:cubicBezTo>
                    <a:pt x="1901" y="145"/>
                    <a:pt x="1870" y="0"/>
                    <a:pt x="17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8" name="Google Shape;5338;p14"/>
            <p:cNvSpPr/>
            <p:nvPr/>
          </p:nvSpPr>
          <p:spPr>
            <a:xfrm>
              <a:off x="866027" y="3988286"/>
              <a:ext cx="103219" cy="90003"/>
            </a:xfrm>
            <a:custGeom>
              <a:rect b="b" l="l" r="r" t="t"/>
              <a:pathLst>
                <a:path extrusionOk="0" h="1471" w="1687">
                  <a:moveTo>
                    <a:pt x="1562" y="0"/>
                  </a:moveTo>
                  <a:cubicBezTo>
                    <a:pt x="1547" y="0"/>
                    <a:pt x="1531" y="5"/>
                    <a:pt x="1514" y="15"/>
                  </a:cubicBezTo>
                  <a:cubicBezTo>
                    <a:pt x="1370" y="108"/>
                    <a:pt x="99" y="925"/>
                    <a:pt x="9" y="1369"/>
                  </a:cubicBezTo>
                  <a:cubicBezTo>
                    <a:pt x="0" y="1415"/>
                    <a:pt x="31" y="1459"/>
                    <a:pt x="77" y="1468"/>
                  </a:cubicBezTo>
                  <a:cubicBezTo>
                    <a:pt x="83" y="1471"/>
                    <a:pt x="90" y="1471"/>
                    <a:pt x="93" y="1471"/>
                  </a:cubicBezTo>
                  <a:cubicBezTo>
                    <a:pt x="136" y="1471"/>
                    <a:pt x="170" y="1443"/>
                    <a:pt x="179" y="1403"/>
                  </a:cubicBezTo>
                  <a:cubicBezTo>
                    <a:pt x="231" y="1122"/>
                    <a:pt x="1083" y="493"/>
                    <a:pt x="1607" y="160"/>
                  </a:cubicBezTo>
                  <a:cubicBezTo>
                    <a:pt x="1686" y="109"/>
                    <a:pt x="1636" y="0"/>
                    <a:pt x="156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9" name="Google Shape;5339;p14"/>
            <p:cNvSpPr/>
            <p:nvPr/>
          </p:nvSpPr>
          <p:spPr>
            <a:xfrm>
              <a:off x="2822121" y="3975560"/>
              <a:ext cx="99181" cy="41239"/>
            </a:xfrm>
            <a:custGeom>
              <a:rect b="b" l="l" r="r" t="t"/>
              <a:pathLst>
                <a:path extrusionOk="0" h="674" w="1621">
                  <a:moveTo>
                    <a:pt x="119" y="0"/>
                  </a:moveTo>
                  <a:cubicBezTo>
                    <a:pt x="29" y="0"/>
                    <a:pt x="1" y="142"/>
                    <a:pt x="103" y="168"/>
                  </a:cubicBezTo>
                  <a:cubicBezTo>
                    <a:pt x="112" y="171"/>
                    <a:pt x="1179" y="461"/>
                    <a:pt x="1457" y="658"/>
                  </a:cubicBezTo>
                  <a:cubicBezTo>
                    <a:pt x="1469" y="667"/>
                    <a:pt x="1487" y="673"/>
                    <a:pt x="1506" y="673"/>
                  </a:cubicBezTo>
                  <a:cubicBezTo>
                    <a:pt x="1586" y="670"/>
                    <a:pt x="1620" y="569"/>
                    <a:pt x="1555" y="519"/>
                  </a:cubicBezTo>
                  <a:cubicBezTo>
                    <a:pt x="1253" y="303"/>
                    <a:pt x="192" y="13"/>
                    <a:pt x="146" y="4"/>
                  </a:cubicBezTo>
                  <a:cubicBezTo>
                    <a:pt x="136" y="2"/>
                    <a:pt x="128" y="0"/>
                    <a:pt x="1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0" name="Google Shape;5340;p14"/>
            <p:cNvSpPr/>
            <p:nvPr/>
          </p:nvSpPr>
          <p:spPr>
            <a:xfrm>
              <a:off x="2842740" y="3947354"/>
              <a:ext cx="111907" cy="63938"/>
            </a:xfrm>
            <a:custGeom>
              <a:rect b="b" l="l" r="r" t="t"/>
              <a:pathLst>
                <a:path extrusionOk="0" h="1045" w="1829">
                  <a:moveTo>
                    <a:pt x="117" y="1"/>
                  </a:moveTo>
                  <a:cubicBezTo>
                    <a:pt x="21" y="1"/>
                    <a:pt x="0" y="152"/>
                    <a:pt x="105" y="169"/>
                  </a:cubicBezTo>
                  <a:cubicBezTo>
                    <a:pt x="509" y="243"/>
                    <a:pt x="1573" y="533"/>
                    <a:pt x="1650" y="974"/>
                  </a:cubicBezTo>
                  <a:cubicBezTo>
                    <a:pt x="1659" y="1014"/>
                    <a:pt x="1693" y="1045"/>
                    <a:pt x="1736" y="1045"/>
                  </a:cubicBezTo>
                  <a:cubicBezTo>
                    <a:pt x="1740" y="1045"/>
                    <a:pt x="1746" y="1042"/>
                    <a:pt x="1752" y="1042"/>
                  </a:cubicBezTo>
                  <a:cubicBezTo>
                    <a:pt x="1798" y="1036"/>
                    <a:pt x="1829" y="989"/>
                    <a:pt x="1820" y="943"/>
                  </a:cubicBezTo>
                  <a:cubicBezTo>
                    <a:pt x="1709" y="311"/>
                    <a:pt x="299" y="30"/>
                    <a:pt x="136" y="2"/>
                  </a:cubicBezTo>
                  <a:cubicBezTo>
                    <a:pt x="129" y="1"/>
                    <a:pt x="123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1" name="Google Shape;5341;p14"/>
            <p:cNvSpPr/>
            <p:nvPr/>
          </p:nvSpPr>
          <p:spPr>
            <a:xfrm>
              <a:off x="1514938" y="3839732"/>
              <a:ext cx="36527" cy="243700"/>
            </a:xfrm>
            <a:custGeom>
              <a:rect b="b" l="l" r="r" t="t"/>
              <a:pathLst>
                <a:path extrusionOk="0" h="3983" w="597">
                  <a:moveTo>
                    <a:pt x="460" y="1"/>
                  </a:moveTo>
                  <a:cubicBezTo>
                    <a:pt x="423" y="1"/>
                    <a:pt x="385" y="23"/>
                    <a:pt x="377" y="71"/>
                  </a:cubicBezTo>
                  <a:cubicBezTo>
                    <a:pt x="362" y="164"/>
                    <a:pt x="1" y="2369"/>
                    <a:pt x="420" y="3920"/>
                  </a:cubicBezTo>
                  <a:cubicBezTo>
                    <a:pt x="430" y="3957"/>
                    <a:pt x="464" y="3982"/>
                    <a:pt x="504" y="3982"/>
                  </a:cubicBezTo>
                  <a:cubicBezTo>
                    <a:pt x="510" y="3982"/>
                    <a:pt x="519" y="3982"/>
                    <a:pt x="525" y="3979"/>
                  </a:cubicBezTo>
                  <a:cubicBezTo>
                    <a:pt x="572" y="3967"/>
                    <a:pt x="596" y="3920"/>
                    <a:pt x="584" y="3874"/>
                  </a:cubicBezTo>
                  <a:cubicBezTo>
                    <a:pt x="177" y="2360"/>
                    <a:pt x="544" y="121"/>
                    <a:pt x="547" y="99"/>
                  </a:cubicBezTo>
                  <a:cubicBezTo>
                    <a:pt x="557" y="37"/>
                    <a:pt x="508" y="1"/>
                    <a:pt x="46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2" name="Google Shape;5342;p14"/>
            <p:cNvSpPr/>
            <p:nvPr/>
          </p:nvSpPr>
          <p:spPr>
            <a:xfrm>
              <a:off x="2516449" y="3885925"/>
              <a:ext cx="26248" cy="187287"/>
            </a:xfrm>
            <a:custGeom>
              <a:rect b="b" l="l" r="r" t="t"/>
              <a:pathLst>
                <a:path extrusionOk="0" h="3061" w="429">
                  <a:moveTo>
                    <a:pt x="135" y="0"/>
                  </a:moveTo>
                  <a:cubicBezTo>
                    <a:pt x="131" y="0"/>
                    <a:pt x="127" y="0"/>
                    <a:pt x="124" y="1"/>
                  </a:cubicBezTo>
                  <a:cubicBezTo>
                    <a:pt x="77" y="7"/>
                    <a:pt x="43" y="50"/>
                    <a:pt x="50" y="97"/>
                  </a:cubicBezTo>
                  <a:cubicBezTo>
                    <a:pt x="53" y="112"/>
                    <a:pt x="256" y="1691"/>
                    <a:pt x="10" y="2959"/>
                  </a:cubicBezTo>
                  <a:cubicBezTo>
                    <a:pt x="0" y="3005"/>
                    <a:pt x="31" y="3051"/>
                    <a:pt x="77" y="3061"/>
                  </a:cubicBezTo>
                  <a:lnTo>
                    <a:pt x="93" y="3061"/>
                  </a:lnTo>
                  <a:cubicBezTo>
                    <a:pt x="133" y="3061"/>
                    <a:pt x="170" y="3033"/>
                    <a:pt x="176" y="2993"/>
                  </a:cubicBezTo>
                  <a:cubicBezTo>
                    <a:pt x="429" y="1694"/>
                    <a:pt x="222" y="90"/>
                    <a:pt x="219" y="75"/>
                  </a:cubicBezTo>
                  <a:cubicBezTo>
                    <a:pt x="214" y="32"/>
                    <a:pt x="176" y="0"/>
                    <a:pt x="1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3" name="Google Shape;5343;p14"/>
            <p:cNvSpPr/>
            <p:nvPr/>
          </p:nvSpPr>
          <p:spPr>
            <a:xfrm>
              <a:off x="1415699" y="3082094"/>
              <a:ext cx="1285742" cy="968130"/>
            </a:xfrm>
            <a:custGeom>
              <a:rect b="b" l="l" r="r" t="t"/>
              <a:pathLst>
                <a:path extrusionOk="0" h="15823" w="21014">
                  <a:moveTo>
                    <a:pt x="2456" y="1"/>
                  </a:moveTo>
                  <a:cubicBezTo>
                    <a:pt x="2409" y="1"/>
                    <a:pt x="2383" y="20"/>
                    <a:pt x="2382" y="62"/>
                  </a:cubicBezTo>
                  <a:cubicBezTo>
                    <a:pt x="2369" y="632"/>
                    <a:pt x="2132" y="4525"/>
                    <a:pt x="2132" y="4525"/>
                  </a:cubicBezTo>
                  <a:cubicBezTo>
                    <a:pt x="2132" y="4525"/>
                    <a:pt x="96" y="9564"/>
                    <a:pt x="50" y="10298"/>
                  </a:cubicBezTo>
                  <a:cubicBezTo>
                    <a:pt x="1" y="11029"/>
                    <a:pt x="6200" y="15776"/>
                    <a:pt x="11520" y="15822"/>
                  </a:cubicBezTo>
                  <a:cubicBezTo>
                    <a:pt x="11556" y="15823"/>
                    <a:pt x="11592" y="15823"/>
                    <a:pt x="11628" y="15823"/>
                  </a:cubicBezTo>
                  <a:cubicBezTo>
                    <a:pt x="18514" y="15823"/>
                    <a:pt x="21014" y="9920"/>
                    <a:pt x="20946" y="9450"/>
                  </a:cubicBezTo>
                  <a:cubicBezTo>
                    <a:pt x="20881" y="8978"/>
                    <a:pt x="18392" y="4478"/>
                    <a:pt x="18241" y="4386"/>
                  </a:cubicBezTo>
                  <a:cubicBezTo>
                    <a:pt x="18087" y="4296"/>
                    <a:pt x="16520" y="1314"/>
                    <a:pt x="16520" y="1314"/>
                  </a:cubicBezTo>
                  <a:cubicBezTo>
                    <a:pt x="16520" y="1314"/>
                    <a:pt x="14608" y="3594"/>
                    <a:pt x="14415" y="3594"/>
                  </a:cubicBezTo>
                  <a:cubicBezTo>
                    <a:pt x="14413" y="3594"/>
                    <a:pt x="14412" y="3593"/>
                    <a:pt x="14410" y="3593"/>
                  </a:cubicBezTo>
                  <a:cubicBezTo>
                    <a:pt x="14247" y="3556"/>
                    <a:pt x="7579" y="3448"/>
                    <a:pt x="7384" y="3291"/>
                  </a:cubicBezTo>
                  <a:cubicBezTo>
                    <a:pt x="7204" y="3142"/>
                    <a:pt x="3066" y="1"/>
                    <a:pt x="2456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4" name="Google Shape;5344;p14"/>
            <p:cNvSpPr/>
            <p:nvPr/>
          </p:nvSpPr>
          <p:spPr>
            <a:xfrm>
              <a:off x="2106398" y="3092250"/>
              <a:ext cx="595820" cy="635039"/>
            </a:xfrm>
            <a:custGeom>
              <a:rect b="b" l="l" r="r" t="t"/>
              <a:pathLst>
                <a:path extrusionOk="0" h="10379" w="9738">
                  <a:moveTo>
                    <a:pt x="6138" y="1"/>
                  </a:moveTo>
                  <a:lnTo>
                    <a:pt x="3621" y="2903"/>
                  </a:lnTo>
                  <a:lnTo>
                    <a:pt x="0" y="3156"/>
                  </a:lnTo>
                  <a:cubicBezTo>
                    <a:pt x="0" y="3156"/>
                    <a:pt x="191" y="7304"/>
                    <a:pt x="1413" y="8905"/>
                  </a:cubicBezTo>
                  <a:cubicBezTo>
                    <a:pt x="2253" y="10005"/>
                    <a:pt x="3117" y="10379"/>
                    <a:pt x="3966" y="10379"/>
                  </a:cubicBezTo>
                  <a:cubicBezTo>
                    <a:pt x="5762" y="10379"/>
                    <a:pt x="7488" y="8708"/>
                    <a:pt x="8774" y="8708"/>
                  </a:cubicBezTo>
                  <a:cubicBezTo>
                    <a:pt x="9132" y="8708"/>
                    <a:pt x="9456" y="8837"/>
                    <a:pt x="9737" y="9167"/>
                  </a:cubicBezTo>
                  <a:cubicBezTo>
                    <a:pt x="9737" y="9167"/>
                    <a:pt x="9694" y="4852"/>
                    <a:pt x="6138" y="1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5" name="Google Shape;5345;p14"/>
            <p:cNvSpPr/>
            <p:nvPr/>
          </p:nvSpPr>
          <p:spPr>
            <a:xfrm>
              <a:off x="1416066" y="3048932"/>
              <a:ext cx="635651" cy="703811"/>
            </a:xfrm>
            <a:custGeom>
              <a:rect b="b" l="l" r="r" t="t"/>
              <a:pathLst>
                <a:path extrusionOk="0" h="11503" w="10389">
                  <a:moveTo>
                    <a:pt x="2441" y="0"/>
                  </a:moveTo>
                  <a:cubicBezTo>
                    <a:pt x="2097" y="0"/>
                    <a:pt x="2245" y="2330"/>
                    <a:pt x="1216" y="5471"/>
                  </a:cubicBezTo>
                  <a:cubicBezTo>
                    <a:pt x="608" y="7327"/>
                    <a:pt x="1" y="10924"/>
                    <a:pt x="1" y="10924"/>
                  </a:cubicBezTo>
                  <a:cubicBezTo>
                    <a:pt x="486" y="10058"/>
                    <a:pt x="1234" y="9753"/>
                    <a:pt x="2097" y="9753"/>
                  </a:cubicBezTo>
                  <a:cubicBezTo>
                    <a:pt x="4165" y="9753"/>
                    <a:pt x="6899" y="11502"/>
                    <a:pt x="8310" y="11502"/>
                  </a:cubicBezTo>
                  <a:cubicBezTo>
                    <a:pt x="8492" y="11502"/>
                    <a:pt x="8651" y="11473"/>
                    <a:pt x="8785" y="11408"/>
                  </a:cubicBezTo>
                  <a:cubicBezTo>
                    <a:pt x="10389" y="10621"/>
                    <a:pt x="9827" y="3888"/>
                    <a:pt x="9827" y="3888"/>
                  </a:cubicBezTo>
                  <a:lnTo>
                    <a:pt x="6977" y="3389"/>
                  </a:lnTo>
                  <a:cubicBezTo>
                    <a:pt x="6977" y="3389"/>
                    <a:pt x="2959" y="357"/>
                    <a:pt x="2514" y="30"/>
                  </a:cubicBezTo>
                  <a:cubicBezTo>
                    <a:pt x="2488" y="10"/>
                    <a:pt x="2463" y="0"/>
                    <a:pt x="2441" y="0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6" name="Google Shape;5346;p14"/>
            <p:cNvSpPr/>
            <p:nvPr/>
          </p:nvSpPr>
          <p:spPr>
            <a:xfrm>
              <a:off x="2036649" y="3689281"/>
              <a:ext cx="176396" cy="187287"/>
            </a:xfrm>
            <a:custGeom>
              <a:rect b="b" l="l" r="r" t="t"/>
              <a:pathLst>
                <a:path extrusionOk="0" h="3061" w="2883">
                  <a:moveTo>
                    <a:pt x="1538" y="1"/>
                  </a:moveTo>
                  <a:cubicBezTo>
                    <a:pt x="1494" y="1"/>
                    <a:pt x="1454" y="31"/>
                    <a:pt x="1449" y="78"/>
                  </a:cubicBezTo>
                  <a:lnTo>
                    <a:pt x="1106" y="2839"/>
                  </a:lnTo>
                  <a:cubicBezTo>
                    <a:pt x="588" y="2555"/>
                    <a:pt x="264" y="1275"/>
                    <a:pt x="181" y="775"/>
                  </a:cubicBezTo>
                  <a:cubicBezTo>
                    <a:pt x="173" y="727"/>
                    <a:pt x="136" y="705"/>
                    <a:pt x="98" y="705"/>
                  </a:cubicBezTo>
                  <a:cubicBezTo>
                    <a:pt x="50" y="705"/>
                    <a:pt x="1" y="741"/>
                    <a:pt x="11" y="803"/>
                  </a:cubicBezTo>
                  <a:cubicBezTo>
                    <a:pt x="27" y="886"/>
                    <a:pt x="360" y="2805"/>
                    <a:pt x="1149" y="3039"/>
                  </a:cubicBezTo>
                  <a:lnTo>
                    <a:pt x="1152" y="3039"/>
                  </a:lnTo>
                  <a:cubicBezTo>
                    <a:pt x="1199" y="3055"/>
                    <a:pt x="1251" y="3061"/>
                    <a:pt x="1300" y="3061"/>
                  </a:cubicBezTo>
                  <a:cubicBezTo>
                    <a:pt x="2068" y="3061"/>
                    <a:pt x="2830" y="1438"/>
                    <a:pt x="2864" y="1364"/>
                  </a:cubicBezTo>
                  <a:cubicBezTo>
                    <a:pt x="2883" y="1324"/>
                    <a:pt x="2864" y="1275"/>
                    <a:pt x="2824" y="1256"/>
                  </a:cubicBezTo>
                  <a:cubicBezTo>
                    <a:pt x="2812" y="1250"/>
                    <a:pt x="2799" y="1247"/>
                    <a:pt x="2786" y="1247"/>
                  </a:cubicBezTo>
                  <a:cubicBezTo>
                    <a:pt x="2754" y="1247"/>
                    <a:pt x="2723" y="1266"/>
                    <a:pt x="2710" y="1297"/>
                  </a:cubicBezTo>
                  <a:cubicBezTo>
                    <a:pt x="2492" y="1763"/>
                    <a:pt x="1843" y="2892"/>
                    <a:pt x="1303" y="2892"/>
                  </a:cubicBezTo>
                  <a:cubicBezTo>
                    <a:pt x="1293" y="2892"/>
                    <a:pt x="1283" y="2892"/>
                    <a:pt x="1273" y="2891"/>
                  </a:cubicBezTo>
                  <a:lnTo>
                    <a:pt x="1618" y="97"/>
                  </a:lnTo>
                  <a:cubicBezTo>
                    <a:pt x="1624" y="51"/>
                    <a:pt x="1590" y="7"/>
                    <a:pt x="1544" y="1"/>
                  </a:cubicBezTo>
                  <a:cubicBezTo>
                    <a:pt x="1542" y="1"/>
                    <a:pt x="1540" y="1"/>
                    <a:pt x="153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7" name="Google Shape;5347;p14"/>
            <p:cNvSpPr/>
            <p:nvPr/>
          </p:nvSpPr>
          <p:spPr>
            <a:xfrm>
              <a:off x="2083943" y="3647125"/>
              <a:ext cx="99854" cy="46868"/>
            </a:xfrm>
            <a:custGeom>
              <a:rect b="b" l="l" r="r" t="t"/>
              <a:pathLst>
                <a:path extrusionOk="0" h="766" w="1632">
                  <a:moveTo>
                    <a:pt x="747" y="1"/>
                  </a:moveTo>
                  <a:cubicBezTo>
                    <a:pt x="339" y="1"/>
                    <a:pt x="0" y="120"/>
                    <a:pt x="0" y="120"/>
                  </a:cubicBezTo>
                  <a:cubicBezTo>
                    <a:pt x="0" y="120"/>
                    <a:pt x="716" y="730"/>
                    <a:pt x="820" y="764"/>
                  </a:cubicBezTo>
                  <a:cubicBezTo>
                    <a:pt x="824" y="765"/>
                    <a:pt x="828" y="766"/>
                    <a:pt x="832" y="766"/>
                  </a:cubicBezTo>
                  <a:cubicBezTo>
                    <a:pt x="969" y="766"/>
                    <a:pt x="1632" y="274"/>
                    <a:pt x="1632" y="274"/>
                  </a:cubicBezTo>
                  <a:cubicBezTo>
                    <a:pt x="1368" y="62"/>
                    <a:pt x="1040" y="1"/>
                    <a:pt x="747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8" name="Google Shape;5348;p14"/>
            <p:cNvSpPr/>
            <p:nvPr/>
          </p:nvSpPr>
          <p:spPr>
            <a:xfrm>
              <a:off x="1775212" y="3549721"/>
              <a:ext cx="161406" cy="138706"/>
            </a:xfrm>
            <a:custGeom>
              <a:rect b="b" l="l" r="r" t="t"/>
              <a:pathLst>
                <a:path extrusionOk="0" h="2267" w="2638">
                  <a:moveTo>
                    <a:pt x="117" y="1"/>
                  </a:moveTo>
                  <a:cubicBezTo>
                    <a:pt x="22" y="1"/>
                    <a:pt x="1" y="152"/>
                    <a:pt x="105" y="173"/>
                  </a:cubicBezTo>
                  <a:cubicBezTo>
                    <a:pt x="130" y="176"/>
                    <a:pt x="2446" y="601"/>
                    <a:pt x="2258" y="2174"/>
                  </a:cubicBezTo>
                  <a:cubicBezTo>
                    <a:pt x="2255" y="2220"/>
                    <a:pt x="2286" y="2264"/>
                    <a:pt x="2335" y="2267"/>
                  </a:cubicBezTo>
                  <a:lnTo>
                    <a:pt x="2344" y="2267"/>
                  </a:lnTo>
                  <a:cubicBezTo>
                    <a:pt x="2387" y="2267"/>
                    <a:pt x="2424" y="2236"/>
                    <a:pt x="2428" y="2193"/>
                  </a:cubicBezTo>
                  <a:cubicBezTo>
                    <a:pt x="2637" y="462"/>
                    <a:pt x="161" y="6"/>
                    <a:pt x="136" y="3"/>
                  </a:cubicBezTo>
                  <a:cubicBezTo>
                    <a:pt x="129" y="2"/>
                    <a:pt x="123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9" name="Google Shape;5349;p14"/>
            <p:cNvSpPr/>
            <p:nvPr/>
          </p:nvSpPr>
          <p:spPr>
            <a:xfrm>
              <a:off x="2299064" y="3555962"/>
              <a:ext cx="162874" cy="125858"/>
            </a:xfrm>
            <a:custGeom>
              <a:rect b="b" l="l" r="r" t="t"/>
              <a:pathLst>
                <a:path extrusionOk="0" h="2057" w="2662">
                  <a:moveTo>
                    <a:pt x="1605" y="1"/>
                  </a:moveTo>
                  <a:cubicBezTo>
                    <a:pt x="1522" y="1"/>
                    <a:pt x="1436" y="11"/>
                    <a:pt x="1348" y="34"/>
                  </a:cubicBezTo>
                  <a:cubicBezTo>
                    <a:pt x="774" y="182"/>
                    <a:pt x="327" y="826"/>
                    <a:pt x="16" y="1946"/>
                  </a:cubicBezTo>
                  <a:cubicBezTo>
                    <a:pt x="0" y="1992"/>
                    <a:pt x="28" y="2038"/>
                    <a:pt x="74" y="2054"/>
                  </a:cubicBezTo>
                  <a:cubicBezTo>
                    <a:pt x="80" y="2054"/>
                    <a:pt x="90" y="2054"/>
                    <a:pt x="96" y="2057"/>
                  </a:cubicBezTo>
                  <a:cubicBezTo>
                    <a:pt x="136" y="2054"/>
                    <a:pt x="170" y="2029"/>
                    <a:pt x="179" y="1992"/>
                  </a:cubicBezTo>
                  <a:cubicBezTo>
                    <a:pt x="472" y="934"/>
                    <a:pt x="879" y="333"/>
                    <a:pt x="1388" y="200"/>
                  </a:cubicBezTo>
                  <a:cubicBezTo>
                    <a:pt x="1460" y="181"/>
                    <a:pt x="1531" y="173"/>
                    <a:pt x="1600" y="173"/>
                  </a:cubicBezTo>
                  <a:cubicBezTo>
                    <a:pt x="2078" y="173"/>
                    <a:pt x="2471" y="565"/>
                    <a:pt x="2477" y="570"/>
                  </a:cubicBezTo>
                  <a:cubicBezTo>
                    <a:pt x="2495" y="589"/>
                    <a:pt x="2516" y="597"/>
                    <a:pt x="2537" y="597"/>
                  </a:cubicBezTo>
                  <a:cubicBezTo>
                    <a:pt x="2603" y="597"/>
                    <a:pt x="2662" y="511"/>
                    <a:pt x="2600" y="450"/>
                  </a:cubicBezTo>
                  <a:cubicBezTo>
                    <a:pt x="2579" y="428"/>
                    <a:pt x="2151" y="1"/>
                    <a:pt x="160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0" name="Google Shape;5350;p14"/>
            <p:cNvSpPr/>
            <p:nvPr/>
          </p:nvSpPr>
          <p:spPr>
            <a:xfrm>
              <a:off x="1595516" y="3127614"/>
              <a:ext cx="125368" cy="134056"/>
            </a:xfrm>
            <a:custGeom>
              <a:rect b="b" l="l" r="r" t="t"/>
              <a:pathLst>
                <a:path extrusionOk="0" h="2191" w="2049">
                  <a:moveTo>
                    <a:pt x="175" y="0"/>
                  </a:moveTo>
                  <a:cubicBezTo>
                    <a:pt x="165" y="0"/>
                    <a:pt x="160" y="5"/>
                    <a:pt x="158" y="15"/>
                  </a:cubicBezTo>
                  <a:cubicBezTo>
                    <a:pt x="130" y="221"/>
                    <a:pt x="1" y="1979"/>
                    <a:pt x="16" y="2152"/>
                  </a:cubicBezTo>
                  <a:cubicBezTo>
                    <a:pt x="19" y="2179"/>
                    <a:pt x="70" y="2190"/>
                    <a:pt x="155" y="2190"/>
                  </a:cubicBezTo>
                  <a:cubicBezTo>
                    <a:pt x="613" y="2190"/>
                    <a:pt x="2049" y="1856"/>
                    <a:pt x="2049" y="1856"/>
                  </a:cubicBezTo>
                  <a:cubicBezTo>
                    <a:pt x="2049" y="1856"/>
                    <a:pt x="363" y="0"/>
                    <a:pt x="175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1" name="Google Shape;5351;p14"/>
            <p:cNvSpPr/>
            <p:nvPr/>
          </p:nvSpPr>
          <p:spPr>
            <a:xfrm>
              <a:off x="1400036" y="3051012"/>
              <a:ext cx="1213788" cy="657066"/>
            </a:xfrm>
            <a:custGeom>
              <a:rect b="b" l="l" r="r" t="t"/>
              <a:pathLst>
                <a:path extrusionOk="0" h="10739" w="19838">
                  <a:moveTo>
                    <a:pt x="3110" y="1"/>
                  </a:moveTo>
                  <a:cubicBezTo>
                    <a:pt x="3103" y="1"/>
                    <a:pt x="3097" y="1"/>
                    <a:pt x="3091" y="2"/>
                  </a:cubicBezTo>
                  <a:cubicBezTo>
                    <a:pt x="2644" y="67"/>
                    <a:pt x="2184" y="3302"/>
                    <a:pt x="2008" y="4703"/>
                  </a:cubicBezTo>
                  <a:cubicBezTo>
                    <a:pt x="1885" y="5026"/>
                    <a:pt x="10" y="10017"/>
                    <a:pt x="1" y="10652"/>
                  </a:cubicBezTo>
                  <a:cubicBezTo>
                    <a:pt x="1" y="10698"/>
                    <a:pt x="38" y="10739"/>
                    <a:pt x="87" y="10739"/>
                  </a:cubicBezTo>
                  <a:cubicBezTo>
                    <a:pt x="89" y="10739"/>
                    <a:pt x="90" y="10739"/>
                    <a:pt x="92" y="10739"/>
                  </a:cubicBezTo>
                  <a:cubicBezTo>
                    <a:pt x="136" y="10739"/>
                    <a:pt x="173" y="10700"/>
                    <a:pt x="173" y="10652"/>
                  </a:cubicBezTo>
                  <a:cubicBezTo>
                    <a:pt x="180" y="10165"/>
                    <a:pt x="1484" y="6578"/>
                    <a:pt x="2175" y="4752"/>
                  </a:cubicBezTo>
                  <a:cubicBezTo>
                    <a:pt x="2178" y="4746"/>
                    <a:pt x="2178" y="4740"/>
                    <a:pt x="2178" y="4733"/>
                  </a:cubicBezTo>
                  <a:cubicBezTo>
                    <a:pt x="2453" y="2571"/>
                    <a:pt x="2881" y="274"/>
                    <a:pt x="3119" y="172"/>
                  </a:cubicBezTo>
                  <a:lnTo>
                    <a:pt x="3125" y="172"/>
                  </a:lnTo>
                  <a:cubicBezTo>
                    <a:pt x="3412" y="172"/>
                    <a:pt x="5370" y="1797"/>
                    <a:pt x="6422" y="2673"/>
                  </a:cubicBezTo>
                  <a:cubicBezTo>
                    <a:pt x="7091" y="3228"/>
                    <a:pt x="7625" y="3669"/>
                    <a:pt x="7785" y="3768"/>
                  </a:cubicBezTo>
                  <a:cubicBezTo>
                    <a:pt x="8059" y="3932"/>
                    <a:pt x="10127" y="3969"/>
                    <a:pt x="11956" y="3969"/>
                  </a:cubicBezTo>
                  <a:cubicBezTo>
                    <a:pt x="13297" y="3969"/>
                    <a:pt x="14510" y="3949"/>
                    <a:pt x="14793" y="3944"/>
                  </a:cubicBezTo>
                  <a:cubicBezTo>
                    <a:pt x="14818" y="3944"/>
                    <a:pt x="14842" y="3935"/>
                    <a:pt x="14858" y="3913"/>
                  </a:cubicBezTo>
                  <a:cubicBezTo>
                    <a:pt x="15808" y="2763"/>
                    <a:pt x="17387" y="924"/>
                    <a:pt x="17670" y="767"/>
                  </a:cubicBezTo>
                  <a:cubicBezTo>
                    <a:pt x="17939" y="995"/>
                    <a:pt x="19382" y="3281"/>
                    <a:pt x="19651" y="3975"/>
                  </a:cubicBezTo>
                  <a:cubicBezTo>
                    <a:pt x="19664" y="4014"/>
                    <a:pt x="19695" y="4031"/>
                    <a:pt x="19727" y="4031"/>
                  </a:cubicBezTo>
                  <a:cubicBezTo>
                    <a:pt x="19781" y="4031"/>
                    <a:pt x="19837" y="3981"/>
                    <a:pt x="19808" y="3913"/>
                  </a:cubicBezTo>
                  <a:cubicBezTo>
                    <a:pt x="19552" y="3241"/>
                    <a:pt x="17979" y="687"/>
                    <a:pt x="17717" y="594"/>
                  </a:cubicBezTo>
                  <a:cubicBezTo>
                    <a:pt x="17709" y="592"/>
                    <a:pt x="17701" y="589"/>
                    <a:pt x="17689" y="589"/>
                  </a:cubicBezTo>
                  <a:cubicBezTo>
                    <a:pt x="17581" y="589"/>
                    <a:pt x="17186" y="826"/>
                    <a:pt x="14747" y="3774"/>
                  </a:cubicBezTo>
                  <a:cubicBezTo>
                    <a:pt x="13931" y="3789"/>
                    <a:pt x="12982" y="3798"/>
                    <a:pt x="12055" y="3798"/>
                  </a:cubicBezTo>
                  <a:cubicBezTo>
                    <a:pt x="10026" y="3798"/>
                    <a:pt x="8096" y="3753"/>
                    <a:pt x="7872" y="3620"/>
                  </a:cubicBezTo>
                  <a:cubicBezTo>
                    <a:pt x="7721" y="3531"/>
                    <a:pt x="7168" y="3071"/>
                    <a:pt x="6530" y="2540"/>
                  </a:cubicBezTo>
                  <a:cubicBezTo>
                    <a:pt x="4466" y="826"/>
                    <a:pt x="3414" y="1"/>
                    <a:pt x="311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2" name="Google Shape;5352;p14"/>
            <p:cNvSpPr/>
            <p:nvPr/>
          </p:nvSpPr>
          <p:spPr>
            <a:xfrm>
              <a:off x="2398854" y="3167690"/>
              <a:ext cx="122064" cy="123349"/>
            </a:xfrm>
            <a:custGeom>
              <a:rect b="b" l="l" r="r" t="t"/>
              <a:pathLst>
                <a:path extrusionOk="0" h="2016" w="1995">
                  <a:moveTo>
                    <a:pt x="1171" y="0"/>
                  </a:moveTo>
                  <a:cubicBezTo>
                    <a:pt x="822" y="0"/>
                    <a:pt x="1" y="1839"/>
                    <a:pt x="1" y="1839"/>
                  </a:cubicBezTo>
                  <a:cubicBezTo>
                    <a:pt x="1" y="1839"/>
                    <a:pt x="1589" y="1984"/>
                    <a:pt x="1796" y="2015"/>
                  </a:cubicBezTo>
                  <a:cubicBezTo>
                    <a:pt x="1798" y="2016"/>
                    <a:pt x="1799" y="2016"/>
                    <a:pt x="1801" y="2016"/>
                  </a:cubicBezTo>
                  <a:cubicBezTo>
                    <a:pt x="1994" y="2016"/>
                    <a:pt x="1531" y="322"/>
                    <a:pt x="1238" y="29"/>
                  </a:cubicBezTo>
                  <a:cubicBezTo>
                    <a:pt x="1218" y="10"/>
                    <a:pt x="1196" y="0"/>
                    <a:pt x="1171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3" name="Google Shape;5353;p14"/>
            <p:cNvSpPr/>
            <p:nvPr/>
          </p:nvSpPr>
          <p:spPr>
            <a:xfrm>
              <a:off x="2454898" y="3679492"/>
              <a:ext cx="294116" cy="115028"/>
            </a:xfrm>
            <a:custGeom>
              <a:rect b="b" l="l" r="r" t="t"/>
              <a:pathLst>
                <a:path extrusionOk="0" h="1880" w="4807">
                  <a:moveTo>
                    <a:pt x="4688" y="0"/>
                  </a:moveTo>
                  <a:cubicBezTo>
                    <a:pt x="4678" y="0"/>
                    <a:pt x="4667" y="2"/>
                    <a:pt x="4655" y="7"/>
                  </a:cubicBezTo>
                  <a:lnTo>
                    <a:pt x="90" y="1713"/>
                  </a:lnTo>
                  <a:cubicBezTo>
                    <a:pt x="1" y="1746"/>
                    <a:pt x="22" y="1879"/>
                    <a:pt x="118" y="1879"/>
                  </a:cubicBezTo>
                  <a:cubicBezTo>
                    <a:pt x="130" y="1879"/>
                    <a:pt x="140" y="1876"/>
                    <a:pt x="149" y="1873"/>
                  </a:cubicBezTo>
                  <a:lnTo>
                    <a:pt x="4714" y="167"/>
                  </a:lnTo>
                  <a:cubicBezTo>
                    <a:pt x="4807" y="129"/>
                    <a:pt x="4771" y="0"/>
                    <a:pt x="468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4" name="Google Shape;5354;p14"/>
            <p:cNvSpPr/>
            <p:nvPr/>
          </p:nvSpPr>
          <p:spPr>
            <a:xfrm>
              <a:off x="2469093" y="3754686"/>
              <a:ext cx="333642" cy="67732"/>
            </a:xfrm>
            <a:custGeom>
              <a:rect b="b" l="l" r="r" t="t"/>
              <a:pathLst>
                <a:path extrusionOk="0" h="1107" w="5453">
                  <a:moveTo>
                    <a:pt x="5334" y="1"/>
                  </a:moveTo>
                  <a:cubicBezTo>
                    <a:pt x="5328" y="1"/>
                    <a:pt x="5321" y="1"/>
                    <a:pt x="5314" y="2"/>
                  </a:cubicBezTo>
                  <a:lnTo>
                    <a:pt x="102" y="937"/>
                  </a:lnTo>
                  <a:cubicBezTo>
                    <a:pt x="0" y="955"/>
                    <a:pt x="12" y="1107"/>
                    <a:pt x="117" y="1107"/>
                  </a:cubicBezTo>
                  <a:lnTo>
                    <a:pt x="130" y="1107"/>
                  </a:lnTo>
                  <a:lnTo>
                    <a:pt x="5345" y="172"/>
                  </a:lnTo>
                  <a:cubicBezTo>
                    <a:pt x="5452" y="152"/>
                    <a:pt x="5432" y="1"/>
                    <a:pt x="533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5" name="Google Shape;5355;p14"/>
            <p:cNvSpPr/>
            <p:nvPr/>
          </p:nvSpPr>
          <p:spPr>
            <a:xfrm>
              <a:off x="2473009" y="3848481"/>
              <a:ext cx="280900" cy="54699"/>
            </a:xfrm>
            <a:custGeom>
              <a:rect b="b" l="l" r="r" t="t"/>
              <a:pathLst>
                <a:path extrusionOk="0" h="894" w="4591">
                  <a:moveTo>
                    <a:pt x="89" y="1"/>
                  </a:moveTo>
                  <a:cubicBezTo>
                    <a:pt x="50" y="1"/>
                    <a:pt x="15" y="30"/>
                    <a:pt x="7" y="73"/>
                  </a:cubicBezTo>
                  <a:cubicBezTo>
                    <a:pt x="1" y="119"/>
                    <a:pt x="32" y="163"/>
                    <a:pt x="78" y="172"/>
                  </a:cubicBezTo>
                  <a:lnTo>
                    <a:pt x="4461" y="894"/>
                  </a:lnTo>
                  <a:lnTo>
                    <a:pt x="4473" y="894"/>
                  </a:lnTo>
                  <a:cubicBezTo>
                    <a:pt x="4578" y="894"/>
                    <a:pt x="4590" y="743"/>
                    <a:pt x="4489" y="724"/>
                  </a:cubicBezTo>
                  <a:lnTo>
                    <a:pt x="106" y="2"/>
                  </a:lnTo>
                  <a:cubicBezTo>
                    <a:pt x="100" y="1"/>
                    <a:pt x="95" y="1"/>
                    <a:pt x="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6" name="Google Shape;5356;p14"/>
            <p:cNvSpPr/>
            <p:nvPr/>
          </p:nvSpPr>
          <p:spPr>
            <a:xfrm>
              <a:off x="1512919" y="3670130"/>
              <a:ext cx="336273" cy="150576"/>
            </a:xfrm>
            <a:custGeom>
              <a:rect b="b" l="l" r="r" t="t"/>
              <a:pathLst>
                <a:path extrusionOk="0" h="2461" w="5496">
                  <a:moveTo>
                    <a:pt x="123" y="0"/>
                  </a:moveTo>
                  <a:cubicBezTo>
                    <a:pt x="41" y="0"/>
                    <a:pt x="1" y="126"/>
                    <a:pt x="93" y="166"/>
                  </a:cubicBezTo>
                  <a:lnTo>
                    <a:pt x="5345" y="2455"/>
                  </a:lnTo>
                  <a:cubicBezTo>
                    <a:pt x="5354" y="2458"/>
                    <a:pt x="5366" y="2461"/>
                    <a:pt x="5378" y="2461"/>
                  </a:cubicBezTo>
                  <a:lnTo>
                    <a:pt x="5378" y="2461"/>
                  </a:lnTo>
                  <a:cubicBezTo>
                    <a:pt x="5472" y="2459"/>
                    <a:pt x="5496" y="2331"/>
                    <a:pt x="5413" y="2297"/>
                  </a:cubicBezTo>
                  <a:lnTo>
                    <a:pt x="160" y="9"/>
                  </a:lnTo>
                  <a:cubicBezTo>
                    <a:pt x="147" y="3"/>
                    <a:pt x="135" y="0"/>
                    <a:pt x="123" y="0"/>
                  </a:cubicBezTo>
                  <a:close/>
                  <a:moveTo>
                    <a:pt x="5378" y="2461"/>
                  </a:moveTo>
                  <a:cubicBezTo>
                    <a:pt x="5377" y="2461"/>
                    <a:pt x="5376" y="2461"/>
                    <a:pt x="5376" y="2461"/>
                  </a:cubicBezTo>
                  <a:lnTo>
                    <a:pt x="5379" y="2461"/>
                  </a:lnTo>
                  <a:cubicBezTo>
                    <a:pt x="5379" y="2461"/>
                    <a:pt x="5378" y="2461"/>
                    <a:pt x="5378" y="246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7" name="Google Shape;5357;p14"/>
            <p:cNvSpPr/>
            <p:nvPr/>
          </p:nvSpPr>
          <p:spPr>
            <a:xfrm>
              <a:off x="1456202" y="3757684"/>
              <a:ext cx="376410" cy="89269"/>
            </a:xfrm>
            <a:custGeom>
              <a:rect b="b" l="l" r="r" t="t"/>
              <a:pathLst>
                <a:path extrusionOk="0" h="1459" w="6152">
                  <a:moveTo>
                    <a:pt x="119" y="0"/>
                  </a:moveTo>
                  <a:cubicBezTo>
                    <a:pt x="25" y="0"/>
                    <a:pt x="0" y="149"/>
                    <a:pt x="107" y="172"/>
                  </a:cubicBezTo>
                  <a:lnTo>
                    <a:pt x="6013" y="1455"/>
                  </a:lnTo>
                  <a:lnTo>
                    <a:pt x="6032" y="1455"/>
                  </a:lnTo>
                  <a:lnTo>
                    <a:pt x="6032" y="1459"/>
                  </a:lnTo>
                  <a:cubicBezTo>
                    <a:pt x="6133" y="1459"/>
                    <a:pt x="6152" y="1310"/>
                    <a:pt x="6050" y="1289"/>
                  </a:cubicBezTo>
                  <a:lnTo>
                    <a:pt x="141" y="3"/>
                  </a:lnTo>
                  <a:cubicBezTo>
                    <a:pt x="133" y="1"/>
                    <a:pt x="126" y="0"/>
                    <a:pt x="1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8" name="Google Shape;5358;p14"/>
            <p:cNvSpPr/>
            <p:nvPr/>
          </p:nvSpPr>
          <p:spPr>
            <a:xfrm>
              <a:off x="1467582" y="3861758"/>
              <a:ext cx="361297" cy="32367"/>
            </a:xfrm>
            <a:custGeom>
              <a:rect b="b" l="l" r="r" t="t"/>
              <a:pathLst>
                <a:path extrusionOk="0" h="529" w="5905">
                  <a:moveTo>
                    <a:pt x="5789" y="1"/>
                  </a:moveTo>
                  <a:cubicBezTo>
                    <a:pt x="5787" y="1"/>
                    <a:pt x="5784" y="1"/>
                    <a:pt x="5781" y="1"/>
                  </a:cubicBezTo>
                  <a:lnTo>
                    <a:pt x="99" y="359"/>
                  </a:lnTo>
                  <a:cubicBezTo>
                    <a:pt x="1" y="374"/>
                    <a:pt x="4" y="519"/>
                    <a:pt x="106" y="529"/>
                  </a:cubicBezTo>
                  <a:lnTo>
                    <a:pt x="112" y="529"/>
                  </a:lnTo>
                  <a:lnTo>
                    <a:pt x="5793" y="171"/>
                  </a:lnTo>
                  <a:cubicBezTo>
                    <a:pt x="5904" y="165"/>
                    <a:pt x="5895" y="1"/>
                    <a:pt x="57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9" name="Google Shape;5359;p14"/>
            <p:cNvSpPr/>
            <p:nvPr/>
          </p:nvSpPr>
          <p:spPr>
            <a:xfrm>
              <a:off x="1522525" y="3410405"/>
              <a:ext cx="26615" cy="41422"/>
            </a:xfrm>
            <a:custGeom>
              <a:rect b="b" l="l" r="r" t="t"/>
              <a:pathLst>
                <a:path extrusionOk="0" h="677" w="435">
                  <a:moveTo>
                    <a:pt x="313" y="0"/>
                  </a:moveTo>
                  <a:cubicBezTo>
                    <a:pt x="292" y="0"/>
                    <a:pt x="269" y="9"/>
                    <a:pt x="250" y="31"/>
                  </a:cubicBezTo>
                  <a:cubicBezTo>
                    <a:pt x="238" y="44"/>
                    <a:pt x="0" y="324"/>
                    <a:pt x="50" y="605"/>
                  </a:cubicBezTo>
                  <a:cubicBezTo>
                    <a:pt x="59" y="645"/>
                    <a:pt x="93" y="676"/>
                    <a:pt x="136" y="676"/>
                  </a:cubicBezTo>
                  <a:lnTo>
                    <a:pt x="151" y="676"/>
                  </a:lnTo>
                  <a:cubicBezTo>
                    <a:pt x="198" y="667"/>
                    <a:pt x="229" y="621"/>
                    <a:pt x="219" y="574"/>
                  </a:cubicBezTo>
                  <a:cubicBezTo>
                    <a:pt x="182" y="374"/>
                    <a:pt x="380" y="146"/>
                    <a:pt x="380" y="142"/>
                  </a:cubicBezTo>
                  <a:cubicBezTo>
                    <a:pt x="435" y="78"/>
                    <a:pt x="377" y="0"/>
                    <a:pt x="313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0" name="Google Shape;5360;p14"/>
            <p:cNvSpPr/>
            <p:nvPr/>
          </p:nvSpPr>
          <p:spPr>
            <a:xfrm>
              <a:off x="1540819" y="3453173"/>
              <a:ext cx="26615" cy="41483"/>
            </a:xfrm>
            <a:custGeom>
              <a:rect b="b" l="l" r="r" t="t"/>
              <a:pathLst>
                <a:path extrusionOk="0" h="678" w="435">
                  <a:moveTo>
                    <a:pt x="314" y="0"/>
                  </a:moveTo>
                  <a:cubicBezTo>
                    <a:pt x="292" y="0"/>
                    <a:pt x="269" y="10"/>
                    <a:pt x="250" y="33"/>
                  </a:cubicBezTo>
                  <a:cubicBezTo>
                    <a:pt x="241" y="42"/>
                    <a:pt x="0" y="326"/>
                    <a:pt x="53" y="606"/>
                  </a:cubicBezTo>
                  <a:cubicBezTo>
                    <a:pt x="59" y="646"/>
                    <a:pt x="96" y="674"/>
                    <a:pt x="136" y="677"/>
                  </a:cubicBezTo>
                  <a:cubicBezTo>
                    <a:pt x="142" y="674"/>
                    <a:pt x="145" y="674"/>
                    <a:pt x="152" y="674"/>
                  </a:cubicBezTo>
                  <a:cubicBezTo>
                    <a:pt x="198" y="665"/>
                    <a:pt x="229" y="622"/>
                    <a:pt x="219" y="575"/>
                  </a:cubicBezTo>
                  <a:cubicBezTo>
                    <a:pt x="186" y="375"/>
                    <a:pt x="380" y="147"/>
                    <a:pt x="380" y="144"/>
                  </a:cubicBezTo>
                  <a:cubicBezTo>
                    <a:pt x="435" y="79"/>
                    <a:pt x="378" y="0"/>
                    <a:pt x="3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1" name="Google Shape;5361;p14"/>
            <p:cNvSpPr/>
            <p:nvPr/>
          </p:nvSpPr>
          <p:spPr>
            <a:xfrm>
              <a:off x="2609386" y="3425946"/>
              <a:ext cx="29002" cy="39464"/>
            </a:xfrm>
            <a:custGeom>
              <a:rect b="b" l="l" r="r" t="t"/>
              <a:pathLst>
                <a:path extrusionOk="0" h="645" w="474">
                  <a:moveTo>
                    <a:pt x="128" y="0"/>
                  </a:moveTo>
                  <a:cubicBezTo>
                    <a:pt x="52" y="0"/>
                    <a:pt x="0" y="111"/>
                    <a:pt x="85" y="160"/>
                  </a:cubicBezTo>
                  <a:cubicBezTo>
                    <a:pt x="258" y="268"/>
                    <a:pt x="298" y="567"/>
                    <a:pt x="298" y="570"/>
                  </a:cubicBezTo>
                  <a:cubicBezTo>
                    <a:pt x="301" y="613"/>
                    <a:pt x="338" y="644"/>
                    <a:pt x="381" y="644"/>
                  </a:cubicBezTo>
                  <a:lnTo>
                    <a:pt x="394" y="644"/>
                  </a:lnTo>
                  <a:cubicBezTo>
                    <a:pt x="440" y="638"/>
                    <a:pt x="474" y="595"/>
                    <a:pt x="468" y="549"/>
                  </a:cubicBezTo>
                  <a:cubicBezTo>
                    <a:pt x="464" y="533"/>
                    <a:pt x="418" y="166"/>
                    <a:pt x="175" y="15"/>
                  </a:cubicBezTo>
                  <a:cubicBezTo>
                    <a:pt x="159" y="5"/>
                    <a:pt x="143" y="0"/>
                    <a:pt x="12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2" name="Google Shape;5362;p14"/>
            <p:cNvSpPr/>
            <p:nvPr/>
          </p:nvSpPr>
          <p:spPr>
            <a:xfrm>
              <a:off x="2596905" y="3462167"/>
              <a:ext cx="28879" cy="39464"/>
            </a:xfrm>
            <a:custGeom>
              <a:rect b="b" l="l" r="r" t="t"/>
              <a:pathLst>
                <a:path extrusionOk="0" h="645" w="472">
                  <a:moveTo>
                    <a:pt x="127" y="0"/>
                  </a:moveTo>
                  <a:cubicBezTo>
                    <a:pt x="51" y="0"/>
                    <a:pt x="0" y="111"/>
                    <a:pt x="82" y="160"/>
                  </a:cubicBezTo>
                  <a:cubicBezTo>
                    <a:pt x="258" y="268"/>
                    <a:pt x="295" y="567"/>
                    <a:pt x="295" y="570"/>
                  </a:cubicBezTo>
                  <a:cubicBezTo>
                    <a:pt x="301" y="610"/>
                    <a:pt x="338" y="644"/>
                    <a:pt x="382" y="644"/>
                  </a:cubicBezTo>
                  <a:lnTo>
                    <a:pt x="391" y="644"/>
                  </a:lnTo>
                  <a:cubicBezTo>
                    <a:pt x="440" y="638"/>
                    <a:pt x="471" y="595"/>
                    <a:pt x="465" y="549"/>
                  </a:cubicBezTo>
                  <a:cubicBezTo>
                    <a:pt x="465" y="533"/>
                    <a:pt x="416" y="166"/>
                    <a:pt x="175" y="15"/>
                  </a:cubicBezTo>
                  <a:cubicBezTo>
                    <a:pt x="158" y="5"/>
                    <a:pt x="142" y="0"/>
                    <a:pt x="1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3" name="Google Shape;5363;p14"/>
            <p:cNvSpPr/>
            <p:nvPr/>
          </p:nvSpPr>
          <p:spPr>
            <a:xfrm>
              <a:off x="2635818" y="3481317"/>
              <a:ext cx="28818" cy="39526"/>
            </a:xfrm>
            <a:custGeom>
              <a:rect b="b" l="l" r="r" t="t"/>
              <a:pathLst>
                <a:path extrusionOk="0" h="646" w="471">
                  <a:moveTo>
                    <a:pt x="125" y="1"/>
                  </a:moveTo>
                  <a:cubicBezTo>
                    <a:pt x="49" y="1"/>
                    <a:pt x="0" y="111"/>
                    <a:pt x="82" y="162"/>
                  </a:cubicBezTo>
                  <a:cubicBezTo>
                    <a:pt x="258" y="270"/>
                    <a:pt x="295" y="566"/>
                    <a:pt x="295" y="569"/>
                  </a:cubicBezTo>
                  <a:cubicBezTo>
                    <a:pt x="301" y="612"/>
                    <a:pt x="338" y="646"/>
                    <a:pt x="381" y="646"/>
                  </a:cubicBezTo>
                  <a:lnTo>
                    <a:pt x="390" y="646"/>
                  </a:lnTo>
                  <a:cubicBezTo>
                    <a:pt x="436" y="640"/>
                    <a:pt x="470" y="597"/>
                    <a:pt x="464" y="550"/>
                  </a:cubicBezTo>
                  <a:cubicBezTo>
                    <a:pt x="464" y="535"/>
                    <a:pt x="415" y="168"/>
                    <a:pt x="174" y="17"/>
                  </a:cubicBezTo>
                  <a:cubicBezTo>
                    <a:pt x="157" y="5"/>
                    <a:pt x="140" y="1"/>
                    <a:pt x="12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4" name="Google Shape;5364;p14"/>
            <p:cNvSpPr/>
            <p:nvPr/>
          </p:nvSpPr>
          <p:spPr>
            <a:xfrm>
              <a:off x="2610916" y="3521148"/>
              <a:ext cx="28818" cy="39526"/>
            </a:xfrm>
            <a:custGeom>
              <a:rect b="b" l="l" r="r" t="t"/>
              <a:pathLst>
                <a:path extrusionOk="0" h="646" w="471">
                  <a:moveTo>
                    <a:pt x="126" y="0"/>
                  </a:moveTo>
                  <a:cubicBezTo>
                    <a:pt x="51" y="0"/>
                    <a:pt x="1" y="110"/>
                    <a:pt x="85" y="161"/>
                  </a:cubicBezTo>
                  <a:cubicBezTo>
                    <a:pt x="257" y="269"/>
                    <a:pt x="298" y="565"/>
                    <a:pt x="298" y="569"/>
                  </a:cubicBezTo>
                  <a:cubicBezTo>
                    <a:pt x="301" y="612"/>
                    <a:pt x="338" y="643"/>
                    <a:pt x="381" y="646"/>
                  </a:cubicBezTo>
                  <a:lnTo>
                    <a:pt x="390" y="643"/>
                  </a:lnTo>
                  <a:cubicBezTo>
                    <a:pt x="439" y="636"/>
                    <a:pt x="470" y="596"/>
                    <a:pt x="467" y="547"/>
                  </a:cubicBezTo>
                  <a:cubicBezTo>
                    <a:pt x="464" y="532"/>
                    <a:pt x="418" y="168"/>
                    <a:pt x="174" y="16"/>
                  </a:cubicBezTo>
                  <a:cubicBezTo>
                    <a:pt x="158" y="5"/>
                    <a:pt x="141" y="0"/>
                    <a:pt x="12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5" name="Google Shape;5365;p14"/>
            <p:cNvSpPr/>
            <p:nvPr/>
          </p:nvSpPr>
          <p:spPr>
            <a:xfrm>
              <a:off x="2647320" y="3545499"/>
              <a:ext cx="28818" cy="39342"/>
            </a:xfrm>
            <a:custGeom>
              <a:rect b="b" l="l" r="r" t="t"/>
              <a:pathLst>
                <a:path extrusionOk="0" h="643" w="471">
                  <a:moveTo>
                    <a:pt x="125" y="0"/>
                  </a:moveTo>
                  <a:cubicBezTo>
                    <a:pt x="49" y="0"/>
                    <a:pt x="0" y="110"/>
                    <a:pt x="82" y="161"/>
                  </a:cubicBezTo>
                  <a:cubicBezTo>
                    <a:pt x="258" y="269"/>
                    <a:pt x="295" y="565"/>
                    <a:pt x="295" y="568"/>
                  </a:cubicBezTo>
                  <a:cubicBezTo>
                    <a:pt x="301" y="612"/>
                    <a:pt x="338" y="642"/>
                    <a:pt x="381" y="642"/>
                  </a:cubicBezTo>
                  <a:lnTo>
                    <a:pt x="390" y="642"/>
                  </a:lnTo>
                  <a:cubicBezTo>
                    <a:pt x="437" y="636"/>
                    <a:pt x="471" y="593"/>
                    <a:pt x="464" y="547"/>
                  </a:cubicBezTo>
                  <a:cubicBezTo>
                    <a:pt x="464" y="531"/>
                    <a:pt x="415" y="167"/>
                    <a:pt x="174" y="16"/>
                  </a:cubicBezTo>
                  <a:cubicBezTo>
                    <a:pt x="157" y="5"/>
                    <a:pt x="140" y="0"/>
                    <a:pt x="12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6" name="Google Shape;5366;p14"/>
            <p:cNvSpPr/>
            <p:nvPr/>
          </p:nvSpPr>
          <p:spPr>
            <a:xfrm>
              <a:off x="1500070" y="3475689"/>
              <a:ext cx="26677" cy="41422"/>
            </a:xfrm>
            <a:custGeom>
              <a:rect b="b" l="l" r="r" t="t"/>
              <a:pathLst>
                <a:path extrusionOk="0" h="677" w="436">
                  <a:moveTo>
                    <a:pt x="312" y="1"/>
                  </a:moveTo>
                  <a:cubicBezTo>
                    <a:pt x="291" y="1"/>
                    <a:pt x="269" y="10"/>
                    <a:pt x="250" y="32"/>
                  </a:cubicBezTo>
                  <a:cubicBezTo>
                    <a:pt x="238" y="44"/>
                    <a:pt x="0" y="325"/>
                    <a:pt x="50" y="608"/>
                  </a:cubicBezTo>
                  <a:cubicBezTo>
                    <a:pt x="59" y="648"/>
                    <a:pt x="93" y="676"/>
                    <a:pt x="136" y="676"/>
                  </a:cubicBezTo>
                  <a:lnTo>
                    <a:pt x="151" y="676"/>
                  </a:lnTo>
                  <a:cubicBezTo>
                    <a:pt x="198" y="667"/>
                    <a:pt x="229" y="624"/>
                    <a:pt x="219" y="578"/>
                  </a:cubicBezTo>
                  <a:cubicBezTo>
                    <a:pt x="182" y="377"/>
                    <a:pt x="377" y="146"/>
                    <a:pt x="380" y="146"/>
                  </a:cubicBezTo>
                  <a:cubicBezTo>
                    <a:pt x="435" y="81"/>
                    <a:pt x="376" y="1"/>
                    <a:pt x="3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7" name="Google Shape;5367;p14"/>
            <p:cNvSpPr/>
            <p:nvPr/>
          </p:nvSpPr>
          <p:spPr>
            <a:xfrm>
              <a:off x="1519710" y="3510869"/>
              <a:ext cx="26738" cy="41483"/>
            </a:xfrm>
            <a:custGeom>
              <a:rect b="b" l="l" r="r" t="t"/>
              <a:pathLst>
                <a:path extrusionOk="0" h="678" w="437">
                  <a:moveTo>
                    <a:pt x="314" y="1"/>
                  </a:moveTo>
                  <a:cubicBezTo>
                    <a:pt x="292" y="1"/>
                    <a:pt x="269" y="10"/>
                    <a:pt x="250" y="33"/>
                  </a:cubicBezTo>
                  <a:cubicBezTo>
                    <a:pt x="238" y="46"/>
                    <a:pt x="0" y="326"/>
                    <a:pt x="49" y="607"/>
                  </a:cubicBezTo>
                  <a:cubicBezTo>
                    <a:pt x="59" y="647"/>
                    <a:pt x="93" y="678"/>
                    <a:pt x="136" y="678"/>
                  </a:cubicBezTo>
                  <a:lnTo>
                    <a:pt x="151" y="678"/>
                  </a:lnTo>
                  <a:cubicBezTo>
                    <a:pt x="197" y="669"/>
                    <a:pt x="228" y="622"/>
                    <a:pt x="219" y="576"/>
                  </a:cubicBezTo>
                  <a:cubicBezTo>
                    <a:pt x="182" y="376"/>
                    <a:pt x="379" y="147"/>
                    <a:pt x="379" y="144"/>
                  </a:cubicBezTo>
                  <a:cubicBezTo>
                    <a:pt x="437" y="80"/>
                    <a:pt x="378" y="1"/>
                    <a:pt x="3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8" name="Google Shape;5368;p14"/>
            <p:cNvSpPr/>
            <p:nvPr/>
          </p:nvSpPr>
          <p:spPr>
            <a:xfrm>
              <a:off x="1486855" y="3530754"/>
              <a:ext cx="26615" cy="41422"/>
            </a:xfrm>
            <a:custGeom>
              <a:rect b="b" l="l" r="r" t="t"/>
              <a:pathLst>
                <a:path extrusionOk="0" h="677" w="435">
                  <a:moveTo>
                    <a:pt x="313" y="1"/>
                  </a:moveTo>
                  <a:cubicBezTo>
                    <a:pt x="292" y="1"/>
                    <a:pt x="269" y="10"/>
                    <a:pt x="250" y="32"/>
                  </a:cubicBezTo>
                  <a:cubicBezTo>
                    <a:pt x="241" y="45"/>
                    <a:pt x="0" y="325"/>
                    <a:pt x="53" y="606"/>
                  </a:cubicBezTo>
                  <a:cubicBezTo>
                    <a:pt x="59" y="649"/>
                    <a:pt x="93" y="677"/>
                    <a:pt x="136" y="677"/>
                  </a:cubicBezTo>
                  <a:lnTo>
                    <a:pt x="152" y="677"/>
                  </a:lnTo>
                  <a:cubicBezTo>
                    <a:pt x="198" y="668"/>
                    <a:pt x="229" y="624"/>
                    <a:pt x="219" y="578"/>
                  </a:cubicBezTo>
                  <a:cubicBezTo>
                    <a:pt x="182" y="375"/>
                    <a:pt x="377" y="146"/>
                    <a:pt x="380" y="143"/>
                  </a:cubicBezTo>
                  <a:cubicBezTo>
                    <a:pt x="435" y="79"/>
                    <a:pt x="377" y="1"/>
                    <a:pt x="31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9" name="Google Shape;5369;p14"/>
            <p:cNvSpPr/>
            <p:nvPr/>
          </p:nvSpPr>
          <p:spPr>
            <a:xfrm>
              <a:off x="1663675" y="2783578"/>
              <a:ext cx="609403" cy="269459"/>
            </a:xfrm>
            <a:custGeom>
              <a:rect b="b" l="l" r="r" t="t"/>
              <a:pathLst>
                <a:path extrusionOk="0" h="4404" w="9960">
                  <a:moveTo>
                    <a:pt x="4435" y="1"/>
                  </a:moveTo>
                  <a:cubicBezTo>
                    <a:pt x="3955" y="1"/>
                    <a:pt x="3478" y="90"/>
                    <a:pt x="3017" y="299"/>
                  </a:cubicBezTo>
                  <a:cubicBezTo>
                    <a:pt x="1401" y="1036"/>
                    <a:pt x="0" y="4404"/>
                    <a:pt x="0" y="4404"/>
                  </a:cubicBezTo>
                  <a:cubicBezTo>
                    <a:pt x="2099" y="2411"/>
                    <a:pt x="4212" y="1838"/>
                    <a:pt x="5948" y="1838"/>
                  </a:cubicBezTo>
                  <a:cubicBezTo>
                    <a:pt x="8299" y="1838"/>
                    <a:pt x="9960" y="2890"/>
                    <a:pt x="9960" y="2890"/>
                  </a:cubicBezTo>
                  <a:cubicBezTo>
                    <a:pt x="9960" y="2890"/>
                    <a:pt x="7169" y="1"/>
                    <a:pt x="4435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0" name="Google Shape;5370;p14"/>
            <p:cNvSpPr/>
            <p:nvPr/>
          </p:nvSpPr>
          <p:spPr>
            <a:xfrm>
              <a:off x="1472783" y="2625908"/>
              <a:ext cx="729142" cy="319814"/>
            </a:xfrm>
            <a:custGeom>
              <a:rect b="b" l="l" r="r" t="t"/>
              <a:pathLst>
                <a:path extrusionOk="0" h="5227" w="11917">
                  <a:moveTo>
                    <a:pt x="5406" y="1"/>
                  </a:moveTo>
                  <a:cubicBezTo>
                    <a:pt x="5227" y="1"/>
                    <a:pt x="5051" y="10"/>
                    <a:pt x="4878" y="29"/>
                  </a:cubicBezTo>
                  <a:cubicBezTo>
                    <a:pt x="1911" y="360"/>
                    <a:pt x="0" y="5227"/>
                    <a:pt x="335" y="5227"/>
                  </a:cubicBezTo>
                  <a:cubicBezTo>
                    <a:pt x="341" y="5227"/>
                    <a:pt x="347" y="5226"/>
                    <a:pt x="354" y="5223"/>
                  </a:cubicBezTo>
                  <a:cubicBezTo>
                    <a:pt x="773" y="5056"/>
                    <a:pt x="3453" y="2123"/>
                    <a:pt x="5298" y="1620"/>
                  </a:cubicBezTo>
                  <a:cubicBezTo>
                    <a:pt x="5588" y="1541"/>
                    <a:pt x="5952" y="1508"/>
                    <a:pt x="6359" y="1508"/>
                  </a:cubicBezTo>
                  <a:cubicBezTo>
                    <a:pt x="8528" y="1508"/>
                    <a:pt x="11917" y="2459"/>
                    <a:pt x="11917" y="2459"/>
                  </a:cubicBezTo>
                  <a:cubicBezTo>
                    <a:pt x="11917" y="2459"/>
                    <a:pt x="8342" y="1"/>
                    <a:pt x="5406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1" name="Google Shape;5371;p14"/>
            <p:cNvSpPr/>
            <p:nvPr/>
          </p:nvSpPr>
          <p:spPr>
            <a:xfrm>
              <a:off x="1093996" y="2610122"/>
              <a:ext cx="144213" cy="135525"/>
            </a:xfrm>
            <a:custGeom>
              <a:rect b="b" l="l" r="r" t="t"/>
              <a:pathLst>
                <a:path extrusionOk="0" h="2215" w="2357">
                  <a:moveTo>
                    <a:pt x="519" y="0"/>
                  </a:moveTo>
                  <a:cubicBezTo>
                    <a:pt x="197" y="0"/>
                    <a:pt x="0" y="88"/>
                    <a:pt x="96" y="120"/>
                  </a:cubicBezTo>
                  <a:cubicBezTo>
                    <a:pt x="348" y="204"/>
                    <a:pt x="1394" y="2215"/>
                    <a:pt x="1394" y="2215"/>
                  </a:cubicBezTo>
                  <a:cubicBezTo>
                    <a:pt x="1687" y="2215"/>
                    <a:pt x="2356" y="1292"/>
                    <a:pt x="2356" y="1292"/>
                  </a:cubicBezTo>
                  <a:cubicBezTo>
                    <a:pt x="1891" y="230"/>
                    <a:pt x="1040" y="0"/>
                    <a:pt x="519" y="0"/>
                  </a:cubicBezTo>
                  <a:close/>
                </a:path>
              </a:pathLst>
            </a:custGeom>
            <a:solidFill>
              <a:srgbClr val="000000">
                <a:alpha val="90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2" name="Google Shape;5372;p14"/>
            <p:cNvSpPr/>
            <p:nvPr/>
          </p:nvSpPr>
          <p:spPr>
            <a:xfrm>
              <a:off x="1002099" y="2684032"/>
              <a:ext cx="164404" cy="144641"/>
            </a:xfrm>
            <a:custGeom>
              <a:rect b="b" l="l" r="r" t="t"/>
              <a:pathLst>
                <a:path extrusionOk="0" h="2364" w="2687">
                  <a:moveTo>
                    <a:pt x="610" y="0"/>
                  </a:moveTo>
                  <a:cubicBezTo>
                    <a:pt x="0" y="0"/>
                    <a:pt x="1417" y="1618"/>
                    <a:pt x="1542" y="2364"/>
                  </a:cubicBezTo>
                  <a:cubicBezTo>
                    <a:pt x="1542" y="2364"/>
                    <a:pt x="2686" y="1466"/>
                    <a:pt x="2603" y="1257"/>
                  </a:cubicBezTo>
                  <a:cubicBezTo>
                    <a:pt x="2603" y="1257"/>
                    <a:pt x="1305" y="41"/>
                    <a:pt x="635" y="1"/>
                  </a:cubicBezTo>
                  <a:cubicBezTo>
                    <a:pt x="627" y="1"/>
                    <a:pt x="618" y="0"/>
                    <a:pt x="610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3" name="Google Shape;5373;p14"/>
            <p:cNvSpPr/>
            <p:nvPr/>
          </p:nvSpPr>
          <p:spPr>
            <a:xfrm>
              <a:off x="954804" y="2760818"/>
              <a:ext cx="129773" cy="139869"/>
            </a:xfrm>
            <a:custGeom>
              <a:rect b="b" l="l" r="r" t="t"/>
              <a:pathLst>
                <a:path extrusionOk="0" h="2286" w="2121">
                  <a:moveTo>
                    <a:pt x="226" y="1"/>
                  </a:moveTo>
                  <a:cubicBezTo>
                    <a:pt x="1" y="1"/>
                    <a:pt x="919" y="2241"/>
                    <a:pt x="1044" y="2284"/>
                  </a:cubicBezTo>
                  <a:cubicBezTo>
                    <a:pt x="1047" y="2285"/>
                    <a:pt x="1051" y="2285"/>
                    <a:pt x="1055" y="2285"/>
                  </a:cubicBezTo>
                  <a:cubicBezTo>
                    <a:pt x="1203" y="2285"/>
                    <a:pt x="1874" y="1544"/>
                    <a:pt x="2121" y="1217"/>
                  </a:cubicBezTo>
                  <a:cubicBezTo>
                    <a:pt x="2121" y="1217"/>
                    <a:pt x="486" y="45"/>
                    <a:pt x="233" y="2"/>
                  </a:cubicBezTo>
                  <a:cubicBezTo>
                    <a:pt x="231" y="1"/>
                    <a:pt x="229" y="1"/>
                    <a:pt x="226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4" name="Google Shape;5374;p14"/>
            <p:cNvSpPr/>
            <p:nvPr/>
          </p:nvSpPr>
          <p:spPr>
            <a:xfrm>
              <a:off x="884504" y="3345122"/>
              <a:ext cx="112886" cy="138584"/>
            </a:xfrm>
            <a:custGeom>
              <a:rect b="b" l="l" r="r" t="t"/>
              <a:pathLst>
                <a:path extrusionOk="0" h="2265" w="1845">
                  <a:moveTo>
                    <a:pt x="1552" y="0"/>
                  </a:moveTo>
                  <a:cubicBezTo>
                    <a:pt x="1259" y="0"/>
                    <a:pt x="0" y="1533"/>
                    <a:pt x="188" y="1765"/>
                  </a:cubicBezTo>
                  <a:cubicBezTo>
                    <a:pt x="469" y="2110"/>
                    <a:pt x="1777" y="2264"/>
                    <a:pt x="1777" y="2264"/>
                  </a:cubicBezTo>
                  <a:cubicBezTo>
                    <a:pt x="1777" y="2264"/>
                    <a:pt x="1845" y="0"/>
                    <a:pt x="1552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5" name="Google Shape;5375;p14"/>
            <p:cNvSpPr/>
            <p:nvPr/>
          </p:nvSpPr>
          <p:spPr>
            <a:xfrm>
              <a:off x="775170" y="3316917"/>
              <a:ext cx="122248" cy="115456"/>
            </a:xfrm>
            <a:custGeom>
              <a:rect b="b" l="l" r="r" t="t"/>
              <a:pathLst>
                <a:path extrusionOk="0" h="1887" w="1998">
                  <a:moveTo>
                    <a:pt x="1770" y="0"/>
                  </a:moveTo>
                  <a:cubicBezTo>
                    <a:pt x="1501" y="0"/>
                    <a:pt x="0" y="823"/>
                    <a:pt x="205" y="1109"/>
                  </a:cubicBezTo>
                  <a:cubicBezTo>
                    <a:pt x="461" y="1467"/>
                    <a:pt x="1371" y="1886"/>
                    <a:pt x="1371" y="1886"/>
                  </a:cubicBezTo>
                  <a:cubicBezTo>
                    <a:pt x="1371" y="1886"/>
                    <a:pt x="1997" y="45"/>
                    <a:pt x="1787" y="2"/>
                  </a:cubicBezTo>
                  <a:cubicBezTo>
                    <a:pt x="1782" y="1"/>
                    <a:pt x="1776" y="0"/>
                    <a:pt x="1770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6" name="Google Shape;5376;p14"/>
            <p:cNvSpPr/>
            <p:nvPr/>
          </p:nvSpPr>
          <p:spPr>
            <a:xfrm>
              <a:off x="708541" y="3267480"/>
              <a:ext cx="142806" cy="80336"/>
            </a:xfrm>
            <a:custGeom>
              <a:rect b="b" l="l" r="r" t="t"/>
              <a:pathLst>
                <a:path extrusionOk="0" h="1313" w="2334">
                  <a:moveTo>
                    <a:pt x="1068" y="0"/>
                  </a:moveTo>
                  <a:cubicBezTo>
                    <a:pt x="538" y="0"/>
                    <a:pt x="0" y="39"/>
                    <a:pt x="48" y="134"/>
                  </a:cubicBezTo>
                  <a:cubicBezTo>
                    <a:pt x="134" y="301"/>
                    <a:pt x="366" y="1103"/>
                    <a:pt x="699" y="1313"/>
                  </a:cubicBezTo>
                  <a:cubicBezTo>
                    <a:pt x="699" y="1313"/>
                    <a:pt x="2334" y="141"/>
                    <a:pt x="1997" y="57"/>
                  </a:cubicBezTo>
                  <a:cubicBezTo>
                    <a:pt x="1855" y="22"/>
                    <a:pt x="1464" y="0"/>
                    <a:pt x="1068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7" name="Google Shape;5377;p14"/>
            <p:cNvSpPr/>
            <p:nvPr/>
          </p:nvSpPr>
          <p:spPr>
            <a:xfrm>
              <a:off x="1763465" y="2946510"/>
              <a:ext cx="605242" cy="214821"/>
            </a:xfrm>
            <a:custGeom>
              <a:rect b="b" l="l" r="r" t="t"/>
              <a:pathLst>
                <a:path extrusionOk="0" h="3511" w="9892">
                  <a:moveTo>
                    <a:pt x="4794" y="1"/>
                  </a:moveTo>
                  <a:cubicBezTo>
                    <a:pt x="4432" y="1"/>
                    <a:pt x="4050" y="35"/>
                    <a:pt x="3647" y="109"/>
                  </a:cubicBezTo>
                  <a:cubicBezTo>
                    <a:pt x="1386" y="529"/>
                    <a:pt x="44" y="3459"/>
                    <a:pt x="44" y="3459"/>
                  </a:cubicBezTo>
                  <a:cubicBezTo>
                    <a:pt x="9" y="3494"/>
                    <a:pt x="0" y="3510"/>
                    <a:pt x="14" y="3510"/>
                  </a:cubicBezTo>
                  <a:cubicBezTo>
                    <a:pt x="169" y="3510"/>
                    <a:pt x="3078" y="1582"/>
                    <a:pt x="4486" y="1531"/>
                  </a:cubicBezTo>
                  <a:cubicBezTo>
                    <a:pt x="4540" y="1529"/>
                    <a:pt x="4594" y="1528"/>
                    <a:pt x="4649" y="1528"/>
                  </a:cubicBezTo>
                  <a:cubicBezTo>
                    <a:pt x="6865" y="1528"/>
                    <a:pt x="9725" y="3051"/>
                    <a:pt x="9883" y="3051"/>
                  </a:cubicBezTo>
                  <a:cubicBezTo>
                    <a:pt x="9891" y="3051"/>
                    <a:pt x="9892" y="3047"/>
                    <a:pt x="9886" y="3039"/>
                  </a:cubicBezTo>
                  <a:cubicBezTo>
                    <a:pt x="9775" y="2889"/>
                    <a:pt x="8146" y="1"/>
                    <a:pt x="4794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8" name="Google Shape;5378;p14"/>
            <p:cNvSpPr/>
            <p:nvPr/>
          </p:nvSpPr>
          <p:spPr>
            <a:xfrm>
              <a:off x="1183018" y="3046852"/>
              <a:ext cx="28573" cy="51701"/>
            </a:xfrm>
            <a:custGeom>
              <a:rect b="b" l="l" r="r" t="t"/>
              <a:pathLst>
                <a:path extrusionOk="0" h="845" w="467">
                  <a:moveTo>
                    <a:pt x="343" y="1"/>
                  </a:moveTo>
                  <a:cubicBezTo>
                    <a:pt x="323" y="1"/>
                    <a:pt x="303" y="9"/>
                    <a:pt x="284" y="27"/>
                  </a:cubicBezTo>
                  <a:cubicBezTo>
                    <a:pt x="272" y="39"/>
                    <a:pt x="1" y="314"/>
                    <a:pt x="118" y="780"/>
                  </a:cubicBezTo>
                  <a:cubicBezTo>
                    <a:pt x="127" y="817"/>
                    <a:pt x="161" y="844"/>
                    <a:pt x="201" y="844"/>
                  </a:cubicBezTo>
                  <a:cubicBezTo>
                    <a:pt x="207" y="844"/>
                    <a:pt x="217" y="844"/>
                    <a:pt x="223" y="841"/>
                  </a:cubicBezTo>
                  <a:cubicBezTo>
                    <a:pt x="269" y="829"/>
                    <a:pt x="297" y="783"/>
                    <a:pt x="284" y="736"/>
                  </a:cubicBezTo>
                  <a:cubicBezTo>
                    <a:pt x="192" y="369"/>
                    <a:pt x="395" y="160"/>
                    <a:pt x="405" y="150"/>
                  </a:cubicBezTo>
                  <a:cubicBezTo>
                    <a:pt x="467" y="88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9" name="Google Shape;5379;p14"/>
            <p:cNvSpPr/>
            <p:nvPr/>
          </p:nvSpPr>
          <p:spPr>
            <a:xfrm>
              <a:off x="1200394" y="2977700"/>
              <a:ext cx="28941" cy="51885"/>
            </a:xfrm>
            <a:custGeom>
              <a:rect b="b" l="l" r="r" t="t"/>
              <a:pathLst>
                <a:path extrusionOk="0" h="848" w="473">
                  <a:moveTo>
                    <a:pt x="347" y="0"/>
                  </a:moveTo>
                  <a:cubicBezTo>
                    <a:pt x="325" y="0"/>
                    <a:pt x="303" y="9"/>
                    <a:pt x="284" y="30"/>
                  </a:cubicBezTo>
                  <a:cubicBezTo>
                    <a:pt x="272" y="43"/>
                    <a:pt x="0" y="317"/>
                    <a:pt x="118" y="783"/>
                  </a:cubicBezTo>
                  <a:cubicBezTo>
                    <a:pt x="130" y="820"/>
                    <a:pt x="164" y="848"/>
                    <a:pt x="201" y="848"/>
                  </a:cubicBezTo>
                  <a:cubicBezTo>
                    <a:pt x="210" y="848"/>
                    <a:pt x="216" y="845"/>
                    <a:pt x="223" y="845"/>
                  </a:cubicBezTo>
                  <a:cubicBezTo>
                    <a:pt x="269" y="832"/>
                    <a:pt x="297" y="786"/>
                    <a:pt x="284" y="740"/>
                  </a:cubicBezTo>
                  <a:cubicBezTo>
                    <a:pt x="192" y="373"/>
                    <a:pt x="395" y="160"/>
                    <a:pt x="404" y="151"/>
                  </a:cubicBezTo>
                  <a:cubicBezTo>
                    <a:pt x="473" y="90"/>
                    <a:pt x="414" y="0"/>
                    <a:pt x="34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0" name="Google Shape;5380;p14"/>
            <p:cNvSpPr/>
            <p:nvPr/>
          </p:nvSpPr>
          <p:spPr>
            <a:xfrm>
              <a:off x="1237594" y="2962832"/>
              <a:ext cx="28696" cy="51640"/>
            </a:xfrm>
            <a:custGeom>
              <a:rect b="b" l="l" r="r" t="t"/>
              <a:pathLst>
                <a:path extrusionOk="0" h="844" w="469">
                  <a:moveTo>
                    <a:pt x="345" y="0"/>
                  </a:moveTo>
                  <a:cubicBezTo>
                    <a:pt x="324" y="0"/>
                    <a:pt x="303" y="8"/>
                    <a:pt x="284" y="27"/>
                  </a:cubicBezTo>
                  <a:cubicBezTo>
                    <a:pt x="275" y="39"/>
                    <a:pt x="0" y="313"/>
                    <a:pt x="120" y="779"/>
                  </a:cubicBezTo>
                  <a:cubicBezTo>
                    <a:pt x="130" y="816"/>
                    <a:pt x="164" y="844"/>
                    <a:pt x="204" y="844"/>
                  </a:cubicBezTo>
                  <a:cubicBezTo>
                    <a:pt x="210" y="844"/>
                    <a:pt x="216" y="841"/>
                    <a:pt x="222" y="841"/>
                  </a:cubicBezTo>
                  <a:cubicBezTo>
                    <a:pt x="268" y="828"/>
                    <a:pt x="296" y="782"/>
                    <a:pt x="284" y="736"/>
                  </a:cubicBezTo>
                  <a:cubicBezTo>
                    <a:pt x="191" y="369"/>
                    <a:pt x="398" y="156"/>
                    <a:pt x="407" y="150"/>
                  </a:cubicBezTo>
                  <a:cubicBezTo>
                    <a:pt x="469" y="86"/>
                    <a:pt x="412" y="0"/>
                    <a:pt x="34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1" name="Google Shape;5381;p14"/>
            <p:cNvSpPr/>
            <p:nvPr/>
          </p:nvSpPr>
          <p:spPr>
            <a:xfrm>
              <a:off x="1227927" y="2915353"/>
              <a:ext cx="33162" cy="47602"/>
            </a:xfrm>
            <a:custGeom>
              <a:rect b="b" l="l" r="r" t="t"/>
              <a:pathLst>
                <a:path extrusionOk="0" h="778" w="542">
                  <a:moveTo>
                    <a:pt x="418" y="1"/>
                  </a:moveTo>
                  <a:cubicBezTo>
                    <a:pt x="404" y="1"/>
                    <a:pt x="389" y="5"/>
                    <a:pt x="374" y="13"/>
                  </a:cubicBezTo>
                  <a:cubicBezTo>
                    <a:pt x="362" y="19"/>
                    <a:pt x="22" y="210"/>
                    <a:pt x="4" y="688"/>
                  </a:cubicBezTo>
                  <a:cubicBezTo>
                    <a:pt x="1" y="738"/>
                    <a:pt x="38" y="775"/>
                    <a:pt x="87" y="778"/>
                  </a:cubicBezTo>
                  <a:lnTo>
                    <a:pt x="90" y="778"/>
                  </a:lnTo>
                  <a:cubicBezTo>
                    <a:pt x="136" y="778"/>
                    <a:pt x="173" y="741"/>
                    <a:pt x="173" y="695"/>
                  </a:cubicBezTo>
                  <a:cubicBezTo>
                    <a:pt x="186" y="318"/>
                    <a:pt x="445" y="170"/>
                    <a:pt x="457" y="164"/>
                  </a:cubicBezTo>
                  <a:cubicBezTo>
                    <a:pt x="541" y="117"/>
                    <a:pt x="496" y="1"/>
                    <a:pt x="41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2" name="Google Shape;5382;p14"/>
            <p:cNvSpPr/>
            <p:nvPr/>
          </p:nvSpPr>
          <p:spPr>
            <a:xfrm>
              <a:off x="1811616" y="2544947"/>
              <a:ext cx="56902" cy="16092"/>
            </a:xfrm>
            <a:custGeom>
              <a:rect b="b" l="l" r="r" t="t"/>
              <a:pathLst>
                <a:path extrusionOk="0" h="263" w="930">
                  <a:moveTo>
                    <a:pt x="481" y="1"/>
                  </a:moveTo>
                  <a:cubicBezTo>
                    <a:pt x="365" y="1"/>
                    <a:pt x="228" y="26"/>
                    <a:pt x="81" y="102"/>
                  </a:cubicBezTo>
                  <a:cubicBezTo>
                    <a:pt x="0" y="142"/>
                    <a:pt x="28" y="262"/>
                    <a:pt x="121" y="262"/>
                  </a:cubicBezTo>
                  <a:cubicBezTo>
                    <a:pt x="133" y="262"/>
                    <a:pt x="145" y="259"/>
                    <a:pt x="158" y="253"/>
                  </a:cubicBezTo>
                  <a:cubicBezTo>
                    <a:pt x="278" y="192"/>
                    <a:pt x="387" y="172"/>
                    <a:pt x="479" y="172"/>
                  </a:cubicBezTo>
                  <a:cubicBezTo>
                    <a:pt x="645" y="172"/>
                    <a:pt x="754" y="237"/>
                    <a:pt x="762" y="241"/>
                  </a:cubicBezTo>
                  <a:cubicBezTo>
                    <a:pt x="777" y="250"/>
                    <a:pt x="792" y="253"/>
                    <a:pt x="806" y="253"/>
                  </a:cubicBezTo>
                  <a:cubicBezTo>
                    <a:pt x="881" y="253"/>
                    <a:pt x="930" y="145"/>
                    <a:pt x="852" y="96"/>
                  </a:cubicBezTo>
                  <a:cubicBezTo>
                    <a:pt x="844" y="90"/>
                    <a:pt x="699" y="1"/>
                    <a:pt x="48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3" name="Google Shape;5383;p14"/>
            <p:cNvSpPr/>
            <p:nvPr/>
          </p:nvSpPr>
          <p:spPr>
            <a:xfrm>
              <a:off x="1891583" y="2558591"/>
              <a:ext cx="55189" cy="21292"/>
            </a:xfrm>
            <a:custGeom>
              <a:rect b="b" l="l" r="r" t="t"/>
              <a:pathLst>
                <a:path extrusionOk="0" h="348" w="902">
                  <a:moveTo>
                    <a:pt x="317" y="1"/>
                  </a:moveTo>
                  <a:cubicBezTo>
                    <a:pt x="251" y="1"/>
                    <a:pt x="178" y="8"/>
                    <a:pt x="100" y="27"/>
                  </a:cubicBezTo>
                  <a:cubicBezTo>
                    <a:pt x="1" y="56"/>
                    <a:pt x="26" y="195"/>
                    <a:pt x="119" y="195"/>
                  </a:cubicBezTo>
                  <a:cubicBezTo>
                    <a:pt x="125" y="195"/>
                    <a:pt x="131" y="195"/>
                    <a:pt x="137" y="194"/>
                  </a:cubicBezTo>
                  <a:cubicBezTo>
                    <a:pt x="202" y="178"/>
                    <a:pt x="262" y="171"/>
                    <a:pt x="317" y="171"/>
                  </a:cubicBezTo>
                  <a:cubicBezTo>
                    <a:pt x="572" y="171"/>
                    <a:pt x="716" y="313"/>
                    <a:pt x="726" y="323"/>
                  </a:cubicBezTo>
                  <a:cubicBezTo>
                    <a:pt x="741" y="339"/>
                    <a:pt x="763" y="348"/>
                    <a:pt x="788" y="348"/>
                  </a:cubicBezTo>
                  <a:cubicBezTo>
                    <a:pt x="865" y="348"/>
                    <a:pt x="902" y="255"/>
                    <a:pt x="849" y="203"/>
                  </a:cubicBezTo>
                  <a:cubicBezTo>
                    <a:pt x="839" y="193"/>
                    <a:pt x="649" y="1"/>
                    <a:pt x="3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4" name="Google Shape;5384;p14"/>
            <p:cNvSpPr/>
            <p:nvPr/>
          </p:nvSpPr>
          <p:spPr>
            <a:xfrm>
              <a:off x="1752758" y="2570583"/>
              <a:ext cx="56963" cy="16092"/>
            </a:xfrm>
            <a:custGeom>
              <a:rect b="b" l="l" r="r" t="t"/>
              <a:pathLst>
                <a:path extrusionOk="0" h="263" w="931">
                  <a:moveTo>
                    <a:pt x="477" y="0"/>
                  </a:moveTo>
                  <a:cubicBezTo>
                    <a:pt x="362" y="0"/>
                    <a:pt x="227" y="25"/>
                    <a:pt x="80" y="99"/>
                  </a:cubicBezTo>
                  <a:cubicBezTo>
                    <a:pt x="0" y="139"/>
                    <a:pt x="28" y="263"/>
                    <a:pt x="117" y="263"/>
                  </a:cubicBezTo>
                  <a:cubicBezTo>
                    <a:pt x="133" y="263"/>
                    <a:pt x="145" y="260"/>
                    <a:pt x="157" y="254"/>
                  </a:cubicBezTo>
                  <a:cubicBezTo>
                    <a:pt x="279" y="191"/>
                    <a:pt x="390" y="171"/>
                    <a:pt x="482" y="171"/>
                  </a:cubicBezTo>
                  <a:cubicBezTo>
                    <a:pt x="646" y="171"/>
                    <a:pt x="753" y="234"/>
                    <a:pt x="759" y="238"/>
                  </a:cubicBezTo>
                  <a:cubicBezTo>
                    <a:pt x="776" y="249"/>
                    <a:pt x="792" y="253"/>
                    <a:pt x="807" y="253"/>
                  </a:cubicBezTo>
                  <a:cubicBezTo>
                    <a:pt x="883" y="253"/>
                    <a:pt x="931" y="144"/>
                    <a:pt x="851" y="93"/>
                  </a:cubicBezTo>
                  <a:cubicBezTo>
                    <a:pt x="841" y="89"/>
                    <a:pt x="696" y="0"/>
                    <a:pt x="47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5" name="Google Shape;5385;p14"/>
            <p:cNvSpPr/>
            <p:nvPr/>
          </p:nvSpPr>
          <p:spPr>
            <a:xfrm>
              <a:off x="1729508" y="2521881"/>
              <a:ext cx="57208" cy="16153"/>
            </a:xfrm>
            <a:custGeom>
              <a:rect b="b" l="l" r="r" t="t"/>
              <a:pathLst>
                <a:path extrusionOk="0" h="264" w="935">
                  <a:moveTo>
                    <a:pt x="480" y="1"/>
                  </a:moveTo>
                  <a:cubicBezTo>
                    <a:pt x="365" y="1"/>
                    <a:pt x="229" y="25"/>
                    <a:pt x="81" y="100"/>
                  </a:cubicBezTo>
                  <a:cubicBezTo>
                    <a:pt x="1" y="140"/>
                    <a:pt x="32" y="263"/>
                    <a:pt x="121" y="263"/>
                  </a:cubicBezTo>
                  <a:cubicBezTo>
                    <a:pt x="133" y="263"/>
                    <a:pt x="149" y="260"/>
                    <a:pt x="161" y="254"/>
                  </a:cubicBezTo>
                  <a:cubicBezTo>
                    <a:pt x="283" y="191"/>
                    <a:pt x="393" y="171"/>
                    <a:pt x="485" y="171"/>
                  </a:cubicBezTo>
                  <a:cubicBezTo>
                    <a:pt x="649" y="171"/>
                    <a:pt x="755" y="234"/>
                    <a:pt x="763" y="238"/>
                  </a:cubicBezTo>
                  <a:cubicBezTo>
                    <a:pt x="779" y="249"/>
                    <a:pt x="795" y="253"/>
                    <a:pt x="810" y="253"/>
                  </a:cubicBezTo>
                  <a:cubicBezTo>
                    <a:pt x="884" y="253"/>
                    <a:pt x="934" y="145"/>
                    <a:pt x="852" y="93"/>
                  </a:cubicBezTo>
                  <a:cubicBezTo>
                    <a:pt x="844" y="89"/>
                    <a:pt x="699" y="1"/>
                    <a:pt x="48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6" name="Google Shape;5386;p14"/>
            <p:cNvSpPr/>
            <p:nvPr/>
          </p:nvSpPr>
          <p:spPr>
            <a:xfrm>
              <a:off x="1698794" y="2547394"/>
              <a:ext cx="57024" cy="16275"/>
            </a:xfrm>
            <a:custGeom>
              <a:rect b="b" l="l" r="r" t="t"/>
              <a:pathLst>
                <a:path extrusionOk="0" h="266" w="932">
                  <a:moveTo>
                    <a:pt x="482" y="1"/>
                  </a:moveTo>
                  <a:cubicBezTo>
                    <a:pt x="366" y="1"/>
                    <a:pt x="229" y="26"/>
                    <a:pt x="80" y="102"/>
                  </a:cubicBezTo>
                  <a:cubicBezTo>
                    <a:pt x="0" y="142"/>
                    <a:pt x="31" y="266"/>
                    <a:pt x="120" y="266"/>
                  </a:cubicBezTo>
                  <a:cubicBezTo>
                    <a:pt x="133" y="266"/>
                    <a:pt x="148" y="262"/>
                    <a:pt x="160" y="256"/>
                  </a:cubicBezTo>
                  <a:cubicBezTo>
                    <a:pt x="282" y="194"/>
                    <a:pt x="392" y="174"/>
                    <a:pt x="485" y="174"/>
                  </a:cubicBezTo>
                  <a:cubicBezTo>
                    <a:pt x="648" y="174"/>
                    <a:pt x="754" y="237"/>
                    <a:pt x="762" y="241"/>
                  </a:cubicBezTo>
                  <a:cubicBezTo>
                    <a:pt x="778" y="251"/>
                    <a:pt x="793" y="255"/>
                    <a:pt x="808" y="255"/>
                  </a:cubicBezTo>
                  <a:cubicBezTo>
                    <a:pt x="882" y="255"/>
                    <a:pt x="931" y="147"/>
                    <a:pt x="851" y="96"/>
                  </a:cubicBezTo>
                  <a:cubicBezTo>
                    <a:pt x="843" y="90"/>
                    <a:pt x="700" y="1"/>
                    <a:pt x="48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7" name="Google Shape;5387;p14"/>
            <p:cNvSpPr/>
            <p:nvPr/>
          </p:nvSpPr>
          <p:spPr>
            <a:xfrm>
              <a:off x="1847470" y="2578170"/>
              <a:ext cx="57024" cy="16275"/>
            </a:xfrm>
            <a:custGeom>
              <a:rect b="b" l="l" r="r" t="t"/>
              <a:pathLst>
                <a:path extrusionOk="0" h="266" w="932">
                  <a:moveTo>
                    <a:pt x="481" y="1"/>
                  </a:moveTo>
                  <a:cubicBezTo>
                    <a:pt x="365" y="1"/>
                    <a:pt x="228" y="26"/>
                    <a:pt x="81" y="102"/>
                  </a:cubicBezTo>
                  <a:cubicBezTo>
                    <a:pt x="0" y="142"/>
                    <a:pt x="28" y="262"/>
                    <a:pt x="121" y="265"/>
                  </a:cubicBezTo>
                  <a:cubicBezTo>
                    <a:pt x="133" y="262"/>
                    <a:pt x="145" y="259"/>
                    <a:pt x="158" y="256"/>
                  </a:cubicBezTo>
                  <a:cubicBezTo>
                    <a:pt x="280" y="194"/>
                    <a:pt x="391" y="174"/>
                    <a:pt x="484" y="174"/>
                  </a:cubicBezTo>
                  <a:cubicBezTo>
                    <a:pt x="648" y="174"/>
                    <a:pt x="754" y="237"/>
                    <a:pt x="762" y="241"/>
                  </a:cubicBezTo>
                  <a:cubicBezTo>
                    <a:pt x="778" y="251"/>
                    <a:pt x="794" y="256"/>
                    <a:pt x="809" y="256"/>
                  </a:cubicBezTo>
                  <a:cubicBezTo>
                    <a:pt x="883" y="256"/>
                    <a:pt x="931" y="147"/>
                    <a:pt x="852" y="96"/>
                  </a:cubicBezTo>
                  <a:cubicBezTo>
                    <a:pt x="844" y="90"/>
                    <a:pt x="699" y="1"/>
                    <a:pt x="48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8" name="Google Shape;5388;p14"/>
            <p:cNvSpPr/>
            <p:nvPr/>
          </p:nvSpPr>
          <p:spPr>
            <a:xfrm>
              <a:off x="1228906" y="3025131"/>
              <a:ext cx="28941" cy="51885"/>
            </a:xfrm>
            <a:custGeom>
              <a:rect b="b" l="l" r="r" t="t"/>
              <a:pathLst>
                <a:path extrusionOk="0" h="848" w="473">
                  <a:moveTo>
                    <a:pt x="345" y="1"/>
                  </a:moveTo>
                  <a:cubicBezTo>
                    <a:pt x="324" y="1"/>
                    <a:pt x="303" y="9"/>
                    <a:pt x="284" y="30"/>
                  </a:cubicBezTo>
                  <a:cubicBezTo>
                    <a:pt x="272" y="43"/>
                    <a:pt x="0" y="317"/>
                    <a:pt x="117" y="783"/>
                  </a:cubicBezTo>
                  <a:cubicBezTo>
                    <a:pt x="127" y="820"/>
                    <a:pt x="161" y="848"/>
                    <a:pt x="201" y="848"/>
                  </a:cubicBezTo>
                  <a:cubicBezTo>
                    <a:pt x="207" y="848"/>
                    <a:pt x="216" y="848"/>
                    <a:pt x="222" y="845"/>
                  </a:cubicBezTo>
                  <a:cubicBezTo>
                    <a:pt x="268" y="832"/>
                    <a:pt x="296" y="786"/>
                    <a:pt x="284" y="740"/>
                  </a:cubicBezTo>
                  <a:cubicBezTo>
                    <a:pt x="191" y="376"/>
                    <a:pt x="395" y="163"/>
                    <a:pt x="404" y="154"/>
                  </a:cubicBezTo>
                  <a:cubicBezTo>
                    <a:pt x="473" y="92"/>
                    <a:pt x="413" y="1"/>
                    <a:pt x="34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9" name="Google Shape;5389;p14"/>
            <p:cNvSpPr/>
            <p:nvPr/>
          </p:nvSpPr>
          <p:spPr>
            <a:xfrm>
              <a:off x="1202658" y="3096533"/>
              <a:ext cx="28573" cy="51640"/>
            </a:xfrm>
            <a:custGeom>
              <a:rect b="b" l="l" r="r" t="t"/>
              <a:pathLst>
                <a:path extrusionOk="0" h="844" w="467">
                  <a:moveTo>
                    <a:pt x="343" y="0"/>
                  </a:moveTo>
                  <a:cubicBezTo>
                    <a:pt x="323" y="0"/>
                    <a:pt x="303" y="8"/>
                    <a:pt x="284" y="26"/>
                  </a:cubicBezTo>
                  <a:cubicBezTo>
                    <a:pt x="272" y="38"/>
                    <a:pt x="0" y="313"/>
                    <a:pt x="118" y="779"/>
                  </a:cubicBezTo>
                  <a:cubicBezTo>
                    <a:pt x="127" y="816"/>
                    <a:pt x="161" y="843"/>
                    <a:pt x="201" y="843"/>
                  </a:cubicBezTo>
                  <a:cubicBezTo>
                    <a:pt x="207" y="843"/>
                    <a:pt x="213" y="840"/>
                    <a:pt x="223" y="840"/>
                  </a:cubicBezTo>
                  <a:cubicBezTo>
                    <a:pt x="269" y="828"/>
                    <a:pt x="293" y="782"/>
                    <a:pt x="284" y="735"/>
                  </a:cubicBezTo>
                  <a:cubicBezTo>
                    <a:pt x="192" y="368"/>
                    <a:pt x="395" y="156"/>
                    <a:pt x="404" y="149"/>
                  </a:cubicBezTo>
                  <a:cubicBezTo>
                    <a:pt x="466" y="88"/>
                    <a:pt x="409" y="0"/>
                    <a:pt x="34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0" name="Google Shape;5390;p14"/>
            <p:cNvSpPr/>
            <p:nvPr/>
          </p:nvSpPr>
          <p:spPr>
            <a:xfrm>
              <a:off x="1170965" y="3136792"/>
              <a:ext cx="24780" cy="52497"/>
            </a:xfrm>
            <a:custGeom>
              <a:rect b="b" l="l" r="r" t="t"/>
              <a:pathLst>
                <a:path extrusionOk="0" h="858" w="405">
                  <a:moveTo>
                    <a:pt x="287" y="1"/>
                  </a:moveTo>
                  <a:cubicBezTo>
                    <a:pt x="262" y="1"/>
                    <a:pt x="237" y="12"/>
                    <a:pt x="219" y="40"/>
                  </a:cubicBezTo>
                  <a:cubicBezTo>
                    <a:pt x="210" y="56"/>
                    <a:pt x="0" y="380"/>
                    <a:pt x="210" y="812"/>
                  </a:cubicBezTo>
                  <a:cubicBezTo>
                    <a:pt x="225" y="839"/>
                    <a:pt x="256" y="858"/>
                    <a:pt x="287" y="858"/>
                  </a:cubicBezTo>
                  <a:cubicBezTo>
                    <a:pt x="352" y="858"/>
                    <a:pt x="392" y="790"/>
                    <a:pt x="364" y="734"/>
                  </a:cubicBezTo>
                  <a:cubicBezTo>
                    <a:pt x="198" y="395"/>
                    <a:pt x="355" y="145"/>
                    <a:pt x="361" y="136"/>
                  </a:cubicBezTo>
                  <a:cubicBezTo>
                    <a:pt x="405" y="68"/>
                    <a:pt x="347" y="1"/>
                    <a:pt x="28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1" name="Google Shape;5391;p14"/>
            <p:cNvSpPr/>
            <p:nvPr/>
          </p:nvSpPr>
          <p:spPr>
            <a:xfrm>
              <a:off x="1615462" y="3189899"/>
              <a:ext cx="69751" cy="71892"/>
            </a:xfrm>
            <a:custGeom>
              <a:rect b="b" l="l" r="r" t="t"/>
              <a:pathLst>
                <a:path extrusionOk="0" h="1175" w="1140">
                  <a:moveTo>
                    <a:pt x="708" y="0"/>
                  </a:moveTo>
                  <a:cubicBezTo>
                    <a:pt x="655" y="0"/>
                    <a:pt x="600" y="49"/>
                    <a:pt x="625" y="116"/>
                  </a:cubicBezTo>
                  <a:cubicBezTo>
                    <a:pt x="727" y="385"/>
                    <a:pt x="813" y="659"/>
                    <a:pt x="881" y="940"/>
                  </a:cubicBezTo>
                  <a:cubicBezTo>
                    <a:pt x="727" y="804"/>
                    <a:pt x="431" y="489"/>
                    <a:pt x="184" y="203"/>
                  </a:cubicBezTo>
                  <a:cubicBezTo>
                    <a:pt x="165" y="183"/>
                    <a:pt x="143" y="174"/>
                    <a:pt x="122" y="174"/>
                  </a:cubicBezTo>
                  <a:cubicBezTo>
                    <a:pt x="58" y="174"/>
                    <a:pt x="1" y="251"/>
                    <a:pt x="54" y="314"/>
                  </a:cubicBezTo>
                  <a:cubicBezTo>
                    <a:pt x="267" y="560"/>
                    <a:pt x="779" y="1134"/>
                    <a:pt x="927" y="1171"/>
                  </a:cubicBezTo>
                  <a:cubicBezTo>
                    <a:pt x="936" y="1174"/>
                    <a:pt x="946" y="1174"/>
                    <a:pt x="955" y="1174"/>
                  </a:cubicBezTo>
                  <a:cubicBezTo>
                    <a:pt x="983" y="1174"/>
                    <a:pt x="1010" y="1162"/>
                    <a:pt x="1032" y="1140"/>
                  </a:cubicBezTo>
                  <a:cubicBezTo>
                    <a:pt x="1063" y="1103"/>
                    <a:pt x="1140" y="1020"/>
                    <a:pt x="785" y="58"/>
                  </a:cubicBezTo>
                  <a:cubicBezTo>
                    <a:pt x="771" y="17"/>
                    <a:pt x="740" y="0"/>
                    <a:pt x="70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2" name="Google Shape;5392;p14"/>
            <p:cNvSpPr/>
            <p:nvPr/>
          </p:nvSpPr>
          <p:spPr>
            <a:xfrm>
              <a:off x="2436421" y="3208744"/>
              <a:ext cx="55617" cy="87005"/>
            </a:xfrm>
            <a:custGeom>
              <a:rect b="b" l="l" r="r" t="t"/>
              <a:pathLst>
                <a:path extrusionOk="0" h="1422" w="909">
                  <a:moveTo>
                    <a:pt x="421" y="1"/>
                  </a:moveTo>
                  <a:cubicBezTo>
                    <a:pt x="387" y="1"/>
                    <a:pt x="355" y="19"/>
                    <a:pt x="343" y="61"/>
                  </a:cubicBezTo>
                  <a:cubicBezTo>
                    <a:pt x="207" y="481"/>
                    <a:pt x="1" y="1205"/>
                    <a:pt x="139" y="1372"/>
                  </a:cubicBezTo>
                  <a:cubicBezTo>
                    <a:pt x="164" y="1403"/>
                    <a:pt x="201" y="1421"/>
                    <a:pt x="241" y="1421"/>
                  </a:cubicBezTo>
                  <a:cubicBezTo>
                    <a:pt x="247" y="1421"/>
                    <a:pt x="257" y="1418"/>
                    <a:pt x="263" y="1418"/>
                  </a:cubicBezTo>
                  <a:cubicBezTo>
                    <a:pt x="531" y="1381"/>
                    <a:pt x="787" y="638"/>
                    <a:pt x="886" y="320"/>
                  </a:cubicBezTo>
                  <a:cubicBezTo>
                    <a:pt x="908" y="253"/>
                    <a:pt x="854" y="207"/>
                    <a:pt x="802" y="207"/>
                  </a:cubicBezTo>
                  <a:cubicBezTo>
                    <a:pt x="768" y="207"/>
                    <a:pt x="734" y="226"/>
                    <a:pt x="722" y="271"/>
                  </a:cubicBezTo>
                  <a:cubicBezTo>
                    <a:pt x="577" y="740"/>
                    <a:pt x="371" y="1168"/>
                    <a:pt x="263" y="1239"/>
                  </a:cubicBezTo>
                  <a:cubicBezTo>
                    <a:pt x="235" y="1098"/>
                    <a:pt x="358" y="564"/>
                    <a:pt x="506" y="117"/>
                  </a:cubicBezTo>
                  <a:cubicBezTo>
                    <a:pt x="531" y="48"/>
                    <a:pt x="475" y="1"/>
                    <a:pt x="4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3" name="Google Shape;5393;p14"/>
            <p:cNvSpPr/>
            <p:nvPr/>
          </p:nvSpPr>
          <p:spPr>
            <a:xfrm>
              <a:off x="1196111" y="2365679"/>
              <a:ext cx="46256" cy="30042"/>
            </a:xfrm>
            <a:custGeom>
              <a:rect b="b" l="l" r="r" t="t"/>
              <a:pathLst>
                <a:path extrusionOk="0" h="491" w="756">
                  <a:moveTo>
                    <a:pt x="175" y="0"/>
                  </a:moveTo>
                  <a:cubicBezTo>
                    <a:pt x="152" y="0"/>
                    <a:pt x="130" y="1"/>
                    <a:pt x="111" y="3"/>
                  </a:cubicBezTo>
                  <a:cubicBezTo>
                    <a:pt x="0" y="12"/>
                    <a:pt x="11" y="173"/>
                    <a:pt x="115" y="173"/>
                  </a:cubicBezTo>
                  <a:cubicBezTo>
                    <a:pt x="118" y="173"/>
                    <a:pt x="122" y="173"/>
                    <a:pt x="126" y="173"/>
                  </a:cubicBezTo>
                  <a:cubicBezTo>
                    <a:pt x="127" y="173"/>
                    <a:pt x="142" y="172"/>
                    <a:pt x="165" y="172"/>
                  </a:cubicBezTo>
                  <a:cubicBezTo>
                    <a:pt x="264" y="172"/>
                    <a:pt x="519" y="194"/>
                    <a:pt x="576" y="426"/>
                  </a:cubicBezTo>
                  <a:cubicBezTo>
                    <a:pt x="586" y="463"/>
                    <a:pt x="623" y="491"/>
                    <a:pt x="660" y="491"/>
                  </a:cubicBezTo>
                  <a:cubicBezTo>
                    <a:pt x="669" y="491"/>
                    <a:pt x="675" y="487"/>
                    <a:pt x="681" y="487"/>
                  </a:cubicBezTo>
                  <a:cubicBezTo>
                    <a:pt x="727" y="475"/>
                    <a:pt x="755" y="429"/>
                    <a:pt x="743" y="383"/>
                  </a:cubicBezTo>
                  <a:cubicBezTo>
                    <a:pt x="666" y="77"/>
                    <a:pt x="368" y="0"/>
                    <a:pt x="17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4" name="Google Shape;5394;p14"/>
            <p:cNvSpPr/>
            <p:nvPr/>
          </p:nvSpPr>
          <p:spPr>
            <a:xfrm>
              <a:off x="1224194" y="2406488"/>
              <a:ext cx="36833" cy="42462"/>
            </a:xfrm>
            <a:custGeom>
              <a:rect b="b" l="l" r="r" t="t"/>
              <a:pathLst>
                <a:path extrusionOk="0" h="694" w="602">
                  <a:moveTo>
                    <a:pt x="97" y="1"/>
                  </a:moveTo>
                  <a:cubicBezTo>
                    <a:pt x="62" y="1"/>
                    <a:pt x="28" y="21"/>
                    <a:pt x="15" y="55"/>
                  </a:cubicBezTo>
                  <a:cubicBezTo>
                    <a:pt x="0" y="101"/>
                    <a:pt x="22" y="150"/>
                    <a:pt x="65" y="166"/>
                  </a:cubicBezTo>
                  <a:cubicBezTo>
                    <a:pt x="80" y="169"/>
                    <a:pt x="420" y="305"/>
                    <a:pt x="358" y="592"/>
                  </a:cubicBezTo>
                  <a:cubicBezTo>
                    <a:pt x="349" y="635"/>
                    <a:pt x="376" y="681"/>
                    <a:pt x="423" y="693"/>
                  </a:cubicBezTo>
                  <a:lnTo>
                    <a:pt x="441" y="693"/>
                  </a:lnTo>
                  <a:cubicBezTo>
                    <a:pt x="481" y="693"/>
                    <a:pt x="515" y="666"/>
                    <a:pt x="524" y="629"/>
                  </a:cubicBezTo>
                  <a:cubicBezTo>
                    <a:pt x="601" y="283"/>
                    <a:pt x="296" y="70"/>
                    <a:pt x="127" y="6"/>
                  </a:cubicBezTo>
                  <a:cubicBezTo>
                    <a:pt x="117" y="2"/>
                    <a:pt x="107" y="1"/>
                    <a:pt x="9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5" name="Google Shape;5395;p14"/>
            <p:cNvSpPr/>
            <p:nvPr/>
          </p:nvSpPr>
          <p:spPr>
            <a:xfrm>
              <a:off x="1136641" y="2333741"/>
              <a:ext cx="46256" cy="30103"/>
            </a:xfrm>
            <a:custGeom>
              <a:rect b="b" l="l" r="r" t="t"/>
              <a:pathLst>
                <a:path extrusionOk="0" h="492" w="756">
                  <a:moveTo>
                    <a:pt x="174" y="1"/>
                  </a:moveTo>
                  <a:cubicBezTo>
                    <a:pt x="151" y="1"/>
                    <a:pt x="130" y="2"/>
                    <a:pt x="111" y="4"/>
                  </a:cubicBezTo>
                  <a:cubicBezTo>
                    <a:pt x="1" y="16"/>
                    <a:pt x="14" y="174"/>
                    <a:pt x="118" y="174"/>
                  </a:cubicBezTo>
                  <a:cubicBezTo>
                    <a:pt x="122" y="174"/>
                    <a:pt x="125" y="174"/>
                    <a:pt x="129" y="174"/>
                  </a:cubicBezTo>
                  <a:cubicBezTo>
                    <a:pt x="130" y="174"/>
                    <a:pt x="144" y="172"/>
                    <a:pt x="167" y="172"/>
                  </a:cubicBezTo>
                  <a:cubicBezTo>
                    <a:pt x="264" y="172"/>
                    <a:pt x="520" y="195"/>
                    <a:pt x="580" y="427"/>
                  </a:cubicBezTo>
                  <a:cubicBezTo>
                    <a:pt x="589" y="464"/>
                    <a:pt x="623" y="491"/>
                    <a:pt x="660" y="491"/>
                  </a:cubicBezTo>
                  <a:cubicBezTo>
                    <a:pt x="669" y="491"/>
                    <a:pt x="675" y="491"/>
                    <a:pt x="682" y="488"/>
                  </a:cubicBezTo>
                  <a:cubicBezTo>
                    <a:pt x="728" y="476"/>
                    <a:pt x="756" y="430"/>
                    <a:pt x="743" y="383"/>
                  </a:cubicBezTo>
                  <a:cubicBezTo>
                    <a:pt x="669" y="80"/>
                    <a:pt x="367" y="1"/>
                    <a:pt x="17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6" name="Google Shape;5396;p14"/>
            <p:cNvSpPr/>
            <p:nvPr/>
          </p:nvSpPr>
          <p:spPr>
            <a:xfrm>
              <a:off x="1140802" y="2378099"/>
              <a:ext cx="46256" cy="30103"/>
            </a:xfrm>
            <a:custGeom>
              <a:rect b="b" l="l" r="r" t="t"/>
              <a:pathLst>
                <a:path extrusionOk="0" h="492" w="756">
                  <a:moveTo>
                    <a:pt x="176" y="1"/>
                  </a:moveTo>
                  <a:cubicBezTo>
                    <a:pt x="152" y="1"/>
                    <a:pt x="131" y="2"/>
                    <a:pt x="111" y="4"/>
                  </a:cubicBezTo>
                  <a:cubicBezTo>
                    <a:pt x="1" y="13"/>
                    <a:pt x="11" y="174"/>
                    <a:pt x="115" y="174"/>
                  </a:cubicBezTo>
                  <a:cubicBezTo>
                    <a:pt x="119" y="174"/>
                    <a:pt x="122" y="174"/>
                    <a:pt x="126" y="173"/>
                  </a:cubicBezTo>
                  <a:cubicBezTo>
                    <a:pt x="127" y="173"/>
                    <a:pt x="141" y="172"/>
                    <a:pt x="164" y="172"/>
                  </a:cubicBezTo>
                  <a:cubicBezTo>
                    <a:pt x="262" y="172"/>
                    <a:pt x="519" y="194"/>
                    <a:pt x="577" y="426"/>
                  </a:cubicBezTo>
                  <a:cubicBezTo>
                    <a:pt x="586" y="463"/>
                    <a:pt x="620" y="491"/>
                    <a:pt x="660" y="491"/>
                  </a:cubicBezTo>
                  <a:cubicBezTo>
                    <a:pt x="666" y="488"/>
                    <a:pt x="675" y="488"/>
                    <a:pt x="681" y="488"/>
                  </a:cubicBezTo>
                  <a:cubicBezTo>
                    <a:pt x="728" y="476"/>
                    <a:pt x="755" y="429"/>
                    <a:pt x="743" y="383"/>
                  </a:cubicBezTo>
                  <a:cubicBezTo>
                    <a:pt x="666" y="78"/>
                    <a:pt x="368" y="1"/>
                    <a:pt x="17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7" name="Google Shape;5397;p14"/>
            <p:cNvSpPr/>
            <p:nvPr/>
          </p:nvSpPr>
          <p:spPr>
            <a:xfrm>
              <a:off x="1088245" y="2345978"/>
              <a:ext cx="51824" cy="21048"/>
            </a:xfrm>
            <a:custGeom>
              <a:rect b="b" l="l" r="r" t="t"/>
              <a:pathLst>
                <a:path extrusionOk="0" h="344" w="847">
                  <a:moveTo>
                    <a:pt x="412" y="1"/>
                  </a:moveTo>
                  <a:cubicBezTo>
                    <a:pt x="286" y="1"/>
                    <a:pt x="167" y="38"/>
                    <a:pt x="91" y="75"/>
                  </a:cubicBezTo>
                  <a:cubicBezTo>
                    <a:pt x="1" y="120"/>
                    <a:pt x="45" y="240"/>
                    <a:pt x="125" y="240"/>
                  </a:cubicBezTo>
                  <a:cubicBezTo>
                    <a:pt x="139" y="240"/>
                    <a:pt x="153" y="237"/>
                    <a:pt x="168" y="230"/>
                  </a:cubicBezTo>
                  <a:cubicBezTo>
                    <a:pt x="170" y="230"/>
                    <a:pt x="284" y="173"/>
                    <a:pt x="412" y="173"/>
                  </a:cubicBezTo>
                  <a:cubicBezTo>
                    <a:pt x="505" y="173"/>
                    <a:pt x="606" y="203"/>
                    <a:pt x="677" y="304"/>
                  </a:cubicBezTo>
                  <a:cubicBezTo>
                    <a:pt x="692" y="328"/>
                    <a:pt x="720" y="341"/>
                    <a:pt x="748" y="344"/>
                  </a:cubicBezTo>
                  <a:cubicBezTo>
                    <a:pt x="766" y="341"/>
                    <a:pt x="782" y="334"/>
                    <a:pt x="797" y="322"/>
                  </a:cubicBezTo>
                  <a:cubicBezTo>
                    <a:pt x="837" y="294"/>
                    <a:pt x="846" y="242"/>
                    <a:pt x="819" y="205"/>
                  </a:cubicBezTo>
                  <a:cubicBezTo>
                    <a:pt x="710" y="50"/>
                    <a:pt x="556" y="1"/>
                    <a:pt x="4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5398" name="Google Shape;5398;p14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456540" y="1315874"/>
            <a:ext cx="5896335" cy="327148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02" name="Shape 5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3" name="Google Shape;5403;p15"/>
          <p:cNvSpPr txBox="1"/>
          <p:nvPr>
            <p:ph type="title"/>
          </p:nvPr>
        </p:nvSpPr>
        <p:spPr>
          <a:xfrm>
            <a:off x="1861959" y="382625"/>
            <a:ext cx="5875782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Admin felület - Főoldal</a:t>
            </a:r>
            <a:endParaRPr/>
          </a:p>
        </p:txBody>
      </p:sp>
      <p:sp>
        <p:nvSpPr>
          <p:cNvPr id="5404" name="Google Shape;5404;p15"/>
          <p:cNvSpPr txBox="1"/>
          <p:nvPr/>
        </p:nvSpPr>
        <p:spPr>
          <a:xfrm>
            <a:off x="1411500" y="1662775"/>
            <a:ext cx="6776700" cy="242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hu-HU" sz="2000" u="sng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Admin dashboard</a:t>
            </a:r>
            <a:endParaRPr b="0" i="0" sz="2000" u="sng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1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Statisztikai kártyák:</a:t>
            </a:r>
            <a:endParaRPr b="0" i="0" sz="20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342900" lvl="1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Összes állat</a:t>
            </a:r>
            <a:endParaRPr/>
          </a:p>
          <a:p>
            <a:pPr indent="-342900" lvl="1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Örökbefogadható állatok</a:t>
            </a:r>
            <a:endParaRPr/>
          </a:p>
          <a:p>
            <a:pPr indent="-342900" lvl="1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Örökbefogadott állatok</a:t>
            </a:r>
            <a:endParaRPr/>
          </a:p>
          <a:p>
            <a:pPr indent="-342900" lvl="1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Függőben lévő kérelmek</a:t>
            </a:r>
            <a:endParaRPr/>
          </a:p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1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Navigáció:</a:t>
            </a: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 Állatok, Örökbefogadások</a:t>
            </a:r>
            <a:endParaRPr/>
          </a:p>
        </p:txBody>
      </p:sp>
      <p:grpSp>
        <p:nvGrpSpPr>
          <p:cNvPr id="5405" name="Google Shape;5405;p15"/>
          <p:cNvGrpSpPr/>
          <p:nvPr/>
        </p:nvGrpSpPr>
        <p:grpSpPr>
          <a:xfrm>
            <a:off x="232834" y="3908479"/>
            <a:ext cx="1417629" cy="1072445"/>
            <a:chOff x="1572675" y="854575"/>
            <a:chExt cx="778575" cy="569450"/>
          </a:xfrm>
        </p:grpSpPr>
        <p:sp>
          <p:nvSpPr>
            <p:cNvPr id="5406" name="Google Shape;5406;p15"/>
            <p:cNvSpPr/>
            <p:nvPr/>
          </p:nvSpPr>
          <p:spPr>
            <a:xfrm>
              <a:off x="1580250" y="854575"/>
              <a:ext cx="716650" cy="569425"/>
            </a:xfrm>
            <a:custGeom>
              <a:rect b="b" l="l" r="r" t="t"/>
              <a:pathLst>
                <a:path extrusionOk="0" h="22777" w="28666">
                  <a:moveTo>
                    <a:pt x="14613" y="18857"/>
                  </a:moveTo>
                  <a:lnTo>
                    <a:pt x="14663" y="18863"/>
                  </a:lnTo>
                  <a:lnTo>
                    <a:pt x="14663" y="18876"/>
                  </a:lnTo>
                  <a:lnTo>
                    <a:pt x="14613" y="18857"/>
                  </a:lnTo>
                  <a:close/>
                  <a:moveTo>
                    <a:pt x="14814" y="18885"/>
                  </a:moveTo>
                  <a:cubicBezTo>
                    <a:pt x="16191" y="19076"/>
                    <a:pt x="17518" y="19133"/>
                    <a:pt x="18609" y="19133"/>
                  </a:cubicBezTo>
                  <a:cubicBezTo>
                    <a:pt x="20206" y="19133"/>
                    <a:pt x="21297" y="19011"/>
                    <a:pt x="21297" y="19011"/>
                  </a:cubicBezTo>
                  <a:lnTo>
                    <a:pt x="21297" y="19011"/>
                  </a:lnTo>
                  <a:cubicBezTo>
                    <a:pt x="20482" y="19679"/>
                    <a:pt x="19636" y="19947"/>
                    <a:pt x="18715" y="19947"/>
                  </a:cubicBezTo>
                  <a:cubicBezTo>
                    <a:pt x="18674" y="19947"/>
                    <a:pt x="18633" y="19947"/>
                    <a:pt x="18592" y="19946"/>
                  </a:cubicBezTo>
                  <a:lnTo>
                    <a:pt x="18595" y="19946"/>
                  </a:lnTo>
                  <a:cubicBezTo>
                    <a:pt x="18595" y="19933"/>
                    <a:pt x="18595" y="19924"/>
                    <a:pt x="18589" y="19924"/>
                  </a:cubicBezTo>
                  <a:cubicBezTo>
                    <a:pt x="18531" y="19909"/>
                    <a:pt x="18188" y="19903"/>
                    <a:pt x="17883" y="19881"/>
                  </a:cubicBezTo>
                  <a:cubicBezTo>
                    <a:pt x="17670" y="19847"/>
                    <a:pt x="17451" y="19804"/>
                    <a:pt x="17229" y="19748"/>
                  </a:cubicBezTo>
                  <a:cubicBezTo>
                    <a:pt x="17081" y="19671"/>
                    <a:pt x="16692" y="19582"/>
                    <a:pt x="16461" y="19536"/>
                  </a:cubicBezTo>
                  <a:cubicBezTo>
                    <a:pt x="16223" y="19462"/>
                    <a:pt x="15983" y="19378"/>
                    <a:pt x="15736" y="19289"/>
                  </a:cubicBezTo>
                  <a:lnTo>
                    <a:pt x="14814" y="18885"/>
                  </a:lnTo>
                  <a:close/>
                  <a:moveTo>
                    <a:pt x="7961" y="0"/>
                  </a:moveTo>
                  <a:cubicBezTo>
                    <a:pt x="7419" y="0"/>
                    <a:pt x="8011" y="2774"/>
                    <a:pt x="7899" y="3331"/>
                  </a:cubicBezTo>
                  <a:lnTo>
                    <a:pt x="7029" y="3938"/>
                  </a:lnTo>
                  <a:cubicBezTo>
                    <a:pt x="7029" y="3938"/>
                    <a:pt x="7035" y="3945"/>
                    <a:pt x="7045" y="3954"/>
                  </a:cubicBezTo>
                  <a:cubicBezTo>
                    <a:pt x="6940" y="4022"/>
                    <a:pt x="6832" y="4093"/>
                    <a:pt x="6718" y="4164"/>
                  </a:cubicBezTo>
                  <a:cubicBezTo>
                    <a:pt x="6428" y="4312"/>
                    <a:pt x="6150" y="4481"/>
                    <a:pt x="5888" y="4672"/>
                  </a:cubicBezTo>
                  <a:cubicBezTo>
                    <a:pt x="5731" y="4765"/>
                    <a:pt x="5573" y="4854"/>
                    <a:pt x="5425" y="4935"/>
                  </a:cubicBezTo>
                  <a:cubicBezTo>
                    <a:pt x="5393" y="4894"/>
                    <a:pt x="5372" y="4870"/>
                    <a:pt x="5360" y="4870"/>
                  </a:cubicBezTo>
                  <a:cubicBezTo>
                    <a:pt x="5359" y="4870"/>
                    <a:pt x="5358" y="4870"/>
                    <a:pt x="5358" y="4870"/>
                  </a:cubicBezTo>
                  <a:cubicBezTo>
                    <a:pt x="5234" y="4895"/>
                    <a:pt x="4213" y="5379"/>
                    <a:pt x="4213" y="5379"/>
                  </a:cubicBezTo>
                  <a:lnTo>
                    <a:pt x="4216" y="5385"/>
                  </a:lnTo>
                  <a:cubicBezTo>
                    <a:pt x="3418" y="5255"/>
                    <a:pt x="1724" y="3587"/>
                    <a:pt x="1135" y="3420"/>
                  </a:cubicBezTo>
                  <a:cubicBezTo>
                    <a:pt x="1127" y="3418"/>
                    <a:pt x="1119" y="3417"/>
                    <a:pt x="1111" y="3417"/>
                  </a:cubicBezTo>
                  <a:cubicBezTo>
                    <a:pt x="498" y="3417"/>
                    <a:pt x="62" y="10227"/>
                    <a:pt x="62" y="10227"/>
                  </a:cubicBezTo>
                  <a:cubicBezTo>
                    <a:pt x="62" y="10227"/>
                    <a:pt x="0" y="11082"/>
                    <a:pt x="228" y="12158"/>
                  </a:cubicBezTo>
                  <a:cubicBezTo>
                    <a:pt x="225" y="12343"/>
                    <a:pt x="299" y="12695"/>
                    <a:pt x="401" y="12824"/>
                  </a:cubicBezTo>
                  <a:cubicBezTo>
                    <a:pt x="623" y="13527"/>
                    <a:pt x="981" y="14271"/>
                    <a:pt x="1561" y="14909"/>
                  </a:cubicBezTo>
                  <a:cubicBezTo>
                    <a:pt x="1743" y="15140"/>
                    <a:pt x="2033" y="15421"/>
                    <a:pt x="2094" y="15421"/>
                  </a:cubicBezTo>
                  <a:cubicBezTo>
                    <a:pt x="2097" y="15421"/>
                    <a:pt x="2101" y="15418"/>
                    <a:pt x="2104" y="15418"/>
                  </a:cubicBezTo>
                  <a:cubicBezTo>
                    <a:pt x="2585" y="15804"/>
                    <a:pt x="3177" y="16118"/>
                    <a:pt x="3908" y="16319"/>
                  </a:cubicBezTo>
                  <a:cubicBezTo>
                    <a:pt x="4426" y="16457"/>
                    <a:pt x="4957" y="16547"/>
                    <a:pt x="5490" y="16590"/>
                  </a:cubicBezTo>
                  <a:cubicBezTo>
                    <a:pt x="4784" y="16750"/>
                    <a:pt x="4404" y="16957"/>
                    <a:pt x="4395" y="16963"/>
                  </a:cubicBezTo>
                  <a:cubicBezTo>
                    <a:pt x="4367" y="16979"/>
                    <a:pt x="4355" y="17006"/>
                    <a:pt x="4358" y="17037"/>
                  </a:cubicBezTo>
                  <a:cubicBezTo>
                    <a:pt x="4025" y="17161"/>
                    <a:pt x="3664" y="17358"/>
                    <a:pt x="3609" y="17531"/>
                  </a:cubicBezTo>
                  <a:cubicBezTo>
                    <a:pt x="1868" y="18788"/>
                    <a:pt x="1471" y="20663"/>
                    <a:pt x="3681" y="20663"/>
                  </a:cubicBezTo>
                  <a:cubicBezTo>
                    <a:pt x="4176" y="20663"/>
                    <a:pt x="4802" y="20569"/>
                    <a:pt x="5573" y="20353"/>
                  </a:cubicBezTo>
                  <a:cubicBezTo>
                    <a:pt x="6753" y="20023"/>
                    <a:pt x="7865" y="19887"/>
                    <a:pt x="8921" y="19887"/>
                  </a:cubicBezTo>
                  <a:cubicBezTo>
                    <a:pt x="13791" y="19887"/>
                    <a:pt x="17437" y="22777"/>
                    <a:pt x="20714" y="22777"/>
                  </a:cubicBezTo>
                  <a:cubicBezTo>
                    <a:pt x="20774" y="22777"/>
                    <a:pt x="20834" y="22776"/>
                    <a:pt x="20893" y="22774"/>
                  </a:cubicBezTo>
                  <a:cubicBezTo>
                    <a:pt x="21544" y="22746"/>
                    <a:pt x="22188" y="22629"/>
                    <a:pt x="22808" y="22422"/>
                  </a:cubicBezTo>
                  <a:cubicBezTo>
                    <a:pt x="23330" y="22293"/>
                    <a:pt x="23675" y="22129"/>
                    <a:pt x="23854" y="21994"/>
                  </a:cubicBezTo>
                  <a:cubicBezTo>
                    <a:pt x="24033" y="21907"/>
                    <a:pt x="24212" y="21809"/>
                    <a:pt x="24388" y="21704"/>
                  </a:cubicBezTo>
                  <a:lnTo>
                    <a:pt x="24400" y="21729"/>
                  </a:lnTo>
                  <a:cubicBezTo>
                    <a:pt x="24400" y="21729"/>
                    <a:pt x="25180" y="21275"/>
                    <a:pt x="25526" y="20893"/>
                  </a:cubicBezTo>
                  <a:cubicBezTo>
                    <a:pt x="25671" y="20769"/>
                    <a:pt x="25813" y="20640"/>
                    <a:pt x="25948" y="20504"/>
                  </a:cubicBezTo>
                  <a:lnTo>
                    <a:pt x="25954" y="20510"/>
                  </a:lnTo>
                  <a:cubicBezTo>
                    <a:pt x="26146" y="20381"/>
                    <a:pt x="26411" y="20078"/>
                    <a:pt x="26571" y="19822"/>
                  </a:cubicBezTo>
                  <a:cubicBezTo>
                    <a:pt x="27216" y="19027"/>
                    <a:pt x="27712" y="18126"/>
                    <a:pt x="28042" y="17158"/>
                  </a:cubicBezTo>
                  <a:cubicBezTo>
                    <a:pt x="28187" y="17019"/>
                    <a:pt x="28283" y="16454"/>
                    <a:pt x="28323" y="16180"/>
                  </a:cubicBezTo>
                  <a:cubicBezTo>
                    <a:pt x="28360" y="16026"/>
                    <a:pt x="28391" y="15868"/>
                    <a:pt x="28422" y="15708"/>
                  </a:cubicBezTo>
                  <a:cubicBezTo>
                    <a:pt x="28468" y="15492"/>
                    <a:pt x="28644" y="14666"/>
                    <a:pt x="28576" y="14474"/>
                  </a:cubicBezTo>
                  <a:cubicBezTo>
                    <a:pt x="28591" y="14271"/>
                    <a:pt x="28601" y="14064"/>
                    <a:pt x="28607" y="13851"/>
                  </a:cubicBezTo>
                  <a:lnTo>
                    <a:pt x="28622" y="13851"/>
                  </a:lnTo>
                  <a:cubicBezTo>
                    <a:pt x="28622" y="13851"/>
                    <a:pt x="28665" y="13093"/>
                    <a:pt x="28588" y="12796"/>
                  </a:cubicBezTo>
                  <a:cubicBezTo>
                    <a:pt x="28524" y="11680"/>
                    <a:pt x="28326" y="10459"/>
                    <a:pt x="27962" y="9135"/>
                  </a:cubicBezTo>
                  <a:cubicBezTo>
                    <a:pt x="27968" y="9123"/>
                    <a:pt x="27968" y="9111"/>
                    <a:pt x="27968" y="9101"/>
                  </a:cubicBezTo>
                  <a:cubicBezTo>
                    <a:pt x="27931" y="8784"/>
                    <a:pt x="27614" y="7988"/>
                    <a:pt x="27614" y="7988"/>
                  </a:cubicBezTo>
                  <a:cubicBezTo>
                    <a:pt x="27518" y="7707"/>
                    <a:pt x="27413" y="7436"/>
                    <a:pt x="27305" y="7180"/>
                  </a:cubicBezTo>
                  <a:cubicBezTo>
                    <a:pt x="27225" y="6964"/>
                    <a:pt x="27126" y="6751"/>
                    <a:pt x="27015" y="6548"/>
                  </a:cubicBezTo>
                  <a:cubicBezTo>
                    <a:pt x="26824" y="6162"/>
                    <a:pt x="26608" y="5789"/>
                    <a:pt x="26368" y="5431"/>
                  </a:cubicBezTo>
                  <a:cubicBezTo>
                    <a:pt x="26368" y="5416"/>
                    <a:pt x="26365" y="5400"/>
                    <a:pt x="26362" y="5388"/>
                  </a:cubicBezTo>
                  <a:cubicBezTo>
                    <a:pt x="26220" y="5070"/>
                    <a:pt x="25566" y="4416"/>
                    <a:pt x="25566" y="4416"/>
                  </a:cubicBezTo>
                  <a:lnTo>
                    <a:pt x="25563" y="4420"/>
                  </a:lnTo>
                  <a:cubicBezTo>
                    <a:pt x="24224" y="2992"/>
                    <a:pt x="22602" y="2365"/>
                    <a:pt x="21013" y="2171"/>
                  </a:cubicBezTo>
                  <a:cubicBezTo>
                    <a:pt x="21020" y="2150"/>
                    <a:pt x="21026" y="2137"/>
                    <a:pt x="21026" y="2137"/>
                  </a:cubicBezTo>
                  <a:cubicBezTo>
                    <a:pt x="20756" y="2071"/>
                    <a:pt x="20481" y="2037"/>
                    <a:pt x="20206" y="2037"/>
                  </a:cubicBezTo>
                  <a:cubicBezTo>
                    <a:pt x="19984" y="2037"/>
                    <a:pt x="19761" y="2059"/>
                    <a:pt x="19542" y="2103"/>
                  </a:cubicBezTo>
                  <a:cubicBezTo>
                    <a:pt x="19422" y="2106"/>
                    <a:pt x="19305" y="2109"/>
                    <a:pt x="19187" y="2116"/>
                  </a:cubicBezTo>
                  <a:cubicBezTo>
                    <a:pt x="19178" y="2094"/>
                    <a:pt x="19166" y="2085"/>
                    <a:pt x="19150" y="2085"/>
                  </a:cubicBezTo>
                  <a:cubicBezTo>
                    <a:pt x="18373" y="2100"/>
                    <a:pt x="18145" y="2137"/>
                    <a:pt x="17473" y="2331"/>
                  </a:cubicBezTo>
                  <a:lnTo>
                    <a:pt x="17473" y="2338"/>
                  </a:lnTo>
                  <a:cubicBezTo>
                    <a:pt x="17331" y="2365"/>
                    <a:pt x="17192" y="2393"/>
                    <a:pt x="17056" y="2424"/>
                  </a:cubicBezTo>
                  <a:cubicBezTo>
                    <a:pt x="17050" y="2409"/>
                    <a:pt x="17047" y="2399"/>
                    <a:pt x="17047" y="2399"/>
                  </a:cubicBezTo>
                  <a:cubicBezTo>
                    <a:pt x="16973" y="2430"/>
                    <a:pt x="16227" y="2575"/>
                    <a:pt x="15937" y="2726"/>
                  </a:cubicBezTo>
                  <a:cubicBezTo>
                    <a:pt x="15455" y="2871"/>
                    <a:pt x="14984" y="3047"/>
                    <a:pt x="14521" y="3251"/>
                  </a:cubicBezTo>
                  <a:cubicBezTo>
                    <a:pt x="12091" y="999"/>
                    <a:pt x="8488" y="185"/>
                    <a:pt x="8035" y="15"/>
                  </a:cubicBezTo>
                  <a:cubicBezTo>
                    <a:pt x="8008" y="5"/>
                    <a:pt x="7983" y="0"/>
                    <a:pt x="7961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1070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80272" rotWithShape="0" algn="bl" dir="5400000" dist="26757">
                <a:srgbClr val="000000">
                  <a:alpha val="50196"/>
                </a:srgbClr>
              </a:outerShdw>
            </a:effectLst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7" name="Google Shape;5407;p15"/>
            <p:cNvSpPr/>
            <p:nvPr/>
          </p:nvSpPr>
          <p:spPr>
            <a:xfrm>
              <a:off x="1572675" y="854575"/>
              <a:ext cx="778575" cy="569450"/>
            </a:xfrm>
            <a:custGeom>
              <a:rect b="b" l="l" r="r" t="t"/>
              <a:pathLst>
                <a:path extrusionOk="0" h="22778" w="31143">
                  <a:moveTo>
                    <a:pt x="8699" y="16464"/>
                  </a:moveTo>
                  <a:cubicBezTo>
                    <a:pt x="8748" y="16504"/>
                    <a:pt x="8797" y="16544"/>
                    <a:pt x="8847" y="16584"/>
                  </a:cubicBezTo>
                  <a:cubicBezTo>
                    <a:pt x="8711" y="16553"/>
                    <a:pt x="8578" y="16525"/>
                    <a:pt x="8446" y="16504"/>
                  </a:cubicBezTo>
                  <a:cubicBezTo>
                    <a:pt x="8529" y="16491"/>
                    <a:pt x="8615" y="16479"/>
                    <a:pt x="8699" y="16464"/>
                  </a:cubicBezTo>
                  <a:close/>
                  <a:moveTo>
                    <a:pt x="14907" y="18854"/>
                  </a:moveTo>
                  <a:lnTo>
                    <a:pt x="14907" y="18854"/>
                  </a:lnTo>
                  <a:cubicBezTo>
                    <a:pt x="16359" y="19071"/>
                    <a:pt x="17766" y="19134"/>
                    <a:pt x="18912" y="19134"/>
                  </a:cubicBezTo>
                  <a:cubicBezTo>
                    <a:pt x="20509" y="19134"/>
                    <a:pt x="21600" y="19011"/>
                    <a:pt x="21600" y="19011"/>
                  </a:cubicBezTo>
                  <a:lnTo>
                    <a:pt x="21600" y="19011"/>
                  </a:lnTo>
                  <a:cubicBezTo>
                    <a:pt x="20784" y="19678"/>
                    <a:pt x="19939" y="19946"/>
                    <a:pt x="19018" y="19946"/>
                  </a:cubicBezTo>
                  <a:cubicBezTo>
                    <a:pt x="17812" y="19946"/>
                    <a:pt x="16476" y="19485"/>
                    <a:pt x="14907" y="18854"/>
                  </a:cubicBezTo>
                  <a:close/>
                  <a:moveTo>
                    <a:pt x="8264" y="0"/>
                  </a:moveTo>
                  <a:cubicBezTo>
                    <a:pt x="7680" y="0"/>
                    <a:pt x="8417" y="3248"/>
                    <a:pt x="8159" y="3420"/>
                  </a:cubicBezTo>
                  <a:cubicBezTo>
                    <a:pt x="7890" y="3599"/>
                    <a:pt x="5383" y="5302"/>
                    <a:pt x="4664" y="5391"/>
                  </a:cubicBezTo>
                  <a:cubicBezTo>
                    <a:pt x="4648" y="5393"/>
                    <a:pt x="4630" y="5394"/>
                    <a:pt x="4612" y="5394"/>
                  </a:cubicBezTo>
                  <a:cubicBezTo>
                    <a:pt x="3859" y="5394"/>
                    <a:pt x="2053" y="3595"/>
                    <a:pt x="1438" y="3420"/>
                  </a:cubicBezTo>
                  <a:cubicBezTo>
                    <a:pt x="1430" y="3418"/>
                    <a:pt x="1422" y="3417"/>
                    <a:pt x="1414" y="3417"/>
                  </a:cubicBezTo>
                  <a:cubicBezTo>
                    <a:pt x="801" y="3417"/>
                    <a:pt x="365" y="10230"/>
                    <a:pt x="365" y="10230"/>
                  </a:cubicBezTo>
                  <a:cubicBezTo>
                    <a:pt x="365" y="10230"/>
                    <a:pt x="1" y="15156"/>
                    <a:pt x="4211" y="16319"/>
                  </a:cubicBezTo>
                  <a:cubicBezTo>
                    <a:pt x="4772" y="16470"/>
                    <a:pt x="5346" y="16562"/>
                    <a:pt x="5926" y="16599"/>
                  </a:cubicBezTo>
                  <a:cubicBezTo>
                    <a:pt x="2680" y="17417"/>
                    <a:pt x="1073" y="20665"/>
                    <a:pt x="3984" y="20665"/>
                  </a:cubicBezTo>
                  <a:cubicBezTo>
                    <a:pt x="4479" y="20665"/>
                    <a:pt x="5104" y="20571"/>
                    <a:pt x="5873" y="20356"/>
                  </a:cubicBezTo>
                  <a:cubicBezTo>
                    <a:pt x="7053" y="20026"/>
                    <a:pt x="8166" y="19890"/>
                    <a:pt x="9221" y="19890"/>
                  </a:cubicBezTo>
                  <a:cubicBezTo>
                    <a:pt x="14090" y="19890"/>
                    <a:pt x="17736" y="22777"/>
                    <a:pt x="21013" y="22777"/>
                  </a:cubicBezTo>
                  <a:cubicBezTo>
                    <a:pt x="21074" y="22777"/>
                    <a:pt x="21135" y="22776"/>
                    <a:pt x="21196" y="22774"/>
                  </a:cubicBezTo>
                  <a:cubicBezTo>
                    <a:pt x="25227" y="22638"/>
                    <a:pt x="31143" y="18339"/>
                    <a:pt x="28049" y="8395"/>
                  </a:cubicBezTo>
                  <a:cubicBezTo>
                    <a:pt x="26480" y="3343"/>
                    <a:pt x="23085" y="2099"/>
                    <a:pt x="20123" y="2099"/>
                  </a:cubicBezTo>
                  <a:cubicBezTo>
                    <a:pt x="17456" y="2099"/>
                    <a:pt x="15141" y="3107"/>
                    <a:pt x="14827" y="3251"/>
                  </a:cubicBezTo>
                  <a:cubicBezTo>
                    <a:pt x="12394" y="1002"/>
                    <a:pt x="8791" y="188"/>
                    <a:pt x="8338" y="15"/>
                  </a:cubicBezTo>
                  <a:cubicBezTo>
                    <a:pt x="8311" y="5"/>
                    <a:pt x="8287" y="0"/>
                    <a:pt x="8264" y="0"/>
                  </a:cubicBezTo>
                  <a:close/>
                </a:path>
              </a:pathLst>
            </a:custGeom>
            <a:solidFill>
              <a:srgbClr val="DFB29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8" name="Google Shape;5408;p15"/>
            <p:cNvSpPr/>
            <p:nvPr/>
          </p:nvSpPr>
          <p:spPr>
            <a:xfrm>
              <a:off x="1792575" y="1214225"/>
              <a:ext cx="159575" cy="90425"/>
            </a:xfrm>
            <a:custGeom>
              <a:rect b="b" l="l" r="r" t="t"/>
              <a:pathLst>
                <a:path extrusionOk="0" h="3617" w="6383">
                  <a:moveTo>
                    <a:pt x="3176" y="0"/>
                  </a:moveTo>
                  <a:cubicBezTo>
                    <a:pt x="1028" y="0"/>
                    <a:pt x="40" y="1583"/>
                    <a:pt x="29" y="1603"/>
                  </a:cubicBezTo>
                  <a:cubicBezTo>
                    <a:pt x="1" y="1657"/>
                    <a:pt x="47" y="1707"/>
                    <a:pt x="95" y="1707"/>
                  </a:cubicBezTo>
                  <a:cubicBezTo>
                    <a:pt x="115" y="1707"/>
                    <a:pt x="135" y="1698"/>
                    <a:pt x="149" y="1677"/>
                  </a:cubicBezTo>
                  <a:cubicBezTo>
                    <a:pt x="152" y="1671"/>
                    <a:pt x="448" y="1189"/>
                    <a:pt x="1065" y="773"/>
                  </a:cubicBezTo>
                  <a:cubicBezTo>
                    <a:pt x="1516" y="465"/>
                    <a:pt x="2219" y="141"/>
                    <a:pt x="3178" y="141"/>
                  </a:cubicBezTo>
                  <a:cubicBezTo>
                    <a:pt x="3420" y="141"/>
                    <a:pt x="3678" y="162"/>
                    <a:pt x="3952" y="209"/>
                  </a:cubicBezTo>
                  <a:cubicBezTo>
                    <a:pt x="4581" y="317"/>
                    <a:pt x="5275" y="853"/>
                    <a:pt x="5720" y="1575"/>
                  </a:cubicBezTo>
                  <a:cubicBezTo>
                    <a:pt x="6105" y="2204"/>
                    <a:pt x="6238" y="2858"/>
                    <a:pt x="6077" y="3364"/>
                  </a:cubicBezTo>
                  <a:cubicBezTo>
                    <a:pt x="6059" y="3425"/>
                    <a:pt x="6034" y="3466"/>
                    <a:pt x="6013" y="3472"/>
                  </a:cubicBezTo>
                  <a:cubicBezTo>
                    <a:pt x="6009" y="3473"/>
                    <a:pt x="6006" y="3473"/>
                    <a:pt x="6002" y="3473"/>
                  </a:cubicBezTo>
                  <a:cubicBezTo>
                    <a:pt x="5927" y="3473"/>
                    <a:pt x="5751" y="3300"/>
                    <a:pt x="5581" y="3129"/>
                  </a:cubicBezTo>
                  <a:cubicBezTo>
                    <a:pt x="5164" y="2715"/>
                    <a:pt x="4489" y="2041"/>
                    <a:pt x="3510" y="2041"/>
                  </a:cubicBezTo>
                  <a:cubicBezTo>
                    <a:pt x="3113" y="2041"/>
                    <a:pt x="2667" y="2152"/>
                    <a:pt x="2166" y="2435"/>
                  </a:cubicBezTo>
                  <a:cubicBezTo>
                    <a:pt x="2096" y="2477"/>
                    <a:pt x="2136" y="2569"/>
                    <a:pt x="2200" y="2569"/>
                  </a:cubicBezTo>
                  <a:cubicBezTo>
                    <a:pt x="2212" y="2569"/>
                    <a:pt x="2224" y="2566"/>
                    <a:pt x="2237" y="2559"/>
                  </a:cubicBezTo>
                  <a:cubicBezTo>
                    <a:pt x="2716" y="2287"/>
                    <a:pt x="3140" y="2180"/>
                    <a:pt x="3516" y="2180"/>
                  </a:cubicBezTo>
                  <a:cubicBezTo>
                    <a:pt x="4428" y="2180"/>
                    <a:pt x="5056" y="2808"/>
                    <a:pt x="5482" y="3234"/>
                  </a:cubicBezTo>
                  <a:cubicBezTo>
                    <a:pt x="5707" y="3459"/>
                    <a:pt x="5864" y="3617"/>
                    <a:pt x="6003" y="3617"/>
                  </a:cubicBezTo>
                  <a:cubicBezTo>
                    <a:pt x="6019" y="3614"/>
                    <a:pt x="6031" y="3614"/>
                    <a:pt x="6046" y="3607"/>
                  </a:cubicBezTo>
                  <a:cubicBezTo>
                    <a:pt x="6124" y="3589"/>
                    <a:pt x="6176" y="3521"/>
                    <a:pt x="6213" y="3407"/>
                  </a:cubicBezTo>
                  <a:cubicBezTo>
                    <a:pt x="6383" y="2861"/>
                    <a:pt x="6247" y="2164"/>
                    <a:pt x="5840" y="1501"/>
                  </a:cubicBezTo>
                  <a:cubicBezTo>
                    <a:pt x="5368" y="733"/>
                    <a:pt x="4652" y="184"/>
                    <a:pt x="3974" y="70"/>
                  </a:cubicBezTo>
                  <a:cubicBezTo>
                    <a:pt x="3692" y="22"/>
                    <a:pt x="3426" y="0"/>
                    <a:pt x="31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9" name="Google Shape;5409;p15"/>
            <p:cNvSpPr/>
            <p:nvPr/>
          </p:nvSpPr>
          <p:spPr>
            <a:xfrm>
              <a:off x="1907875" y="1128725"/>
              <a:ext cx="82225" cy="154800"/>
            </a:xfrm>
            <a:custGeom>
              <a:rect b="b" l="l" r="r" t="t"/>
              <a:pathLst>
                <a:path extrusionOk="0" h="6192" w="3289">
                  <a:moveTo>
                    <a:pt x="2365" y="1"/>
                  </a:moveTo>
                  <a:cubicBezTo>
                    <a:pt x="2362" y="1"/>
                    <a:pt x="2358" y="1"/>
                    <a:pt x="2354" y="1"/>
                  </a:cubicBezTo>
                  <a:cubicBezTo>
                    <a:pt x="2289" y="14"/>
                    <a:pt x="793" y="335"/>
                    <a:pt x="340" y="1531"/>
                  </a:cubicBezTo>
                  <a:cubicBezTo>
                    <a:pt x="0" y="2420"/>
                    <a:pt x="333" y="3539"/>
                    <a:pt x="1326" y="4862"/>
                  </a:cubicBezTo>
                  <a:cubicBezTo>
                    <a:pt x="1999" y="5763"/>
                    <a:pt x="2474" y="6192"/>
                    <a:pt x="2792" y="6192"/>
                  </a:cubicBezTo>
                  <a:cubicBezTo>
                    <a:pt x="2838" y="6192"/>
                    <a:pt x="2884" y="6179"/>
                    <a:pt x="2927" y="6161"/>
                  </a:cubicBezTo>
                  <a:cubicBezTo>
                    <a:pt x="3226" y="6016"/>
                    <a:pt x="3273" y="5359"/>
                    <a:pt x="3072" y="4165"/>
                  </a:cubicBezTo>
                  <a:cubicBezTo>
                    <a:pt x="2930" y="3308"/>
                    <a:pt x="2705" y="2478"/>
                    <a:pt x="2705" y="2469"/>
                  </a:cubicBezTo>
                  <a:cubicBezTo>
                    <a:pt x="2694" y="2433"/>
                    <a:pt x="2666" y="2418"/>
                    <a:pt x="2638" y="2418"/>
                  </a:cubicBezTo>
                  <a:cubicBezTo>
                    <a:pt x="2595" y="2418"/>
                    <a:pt x="2552" y="2453"/>
                    <a:pt x="2566" y="2509"/>
                  </a:cubicBezTo>
                  <a:cubicBezTo>
                    <a:pt x="2909" y="3761"/>
                    <a:pt x="3288" y="5828"/>
                    <a:pt x="2866" y="6034"/>
                  </a:cubicBezTo>
                  <a:cubicBezTo>
                    <a:pt x="2846" y="6044"/>
                    <a:pt x="2821" y="6050"/>
                    <a:pt x="2790" y="6050"/>
                  </a:cubicBezTo>
                  <a:cubicBezTo>
                    <a:pt x="2613" y="6050"/>
                    <a:pt x="2233" y="5837"/>
                    <a:pt x="1438" y="4776"/>
                  </a:cubicBezTo>
                  <a:cubicBezTo>
                    <a:pt x="478" y="3496"/>
                    <a:pt x="151" y="2423"/>
                    <a:pt x="469" y="1584"/>
                  </a:cubicBezTo>
                  <a:cubicBezTo>
                    <a:pt x="898" y="458"/>
                    <a:pt x="2366" y="143"/>
                    <a:pt x="2381" y="140"/>
                  </a:cubicBezTo>
                  <a:cubicBezTo>
                    <a:pt x="2464" y="120"/>
                    <a:pt x="2445" y="1"/>
                    <a:pt x="236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0" name="Google Shape;5410;p15"/>
            <p:cNvSpPr/>
            <p:nvPr/>
          </p:nvSpPr>
          <p:spPr>
            <a:xfrm>
              <a:off x="1768025" y="1056550"/>
              <a:ext cx="140800" cy="151275"/>
            </a:xfrm>
            <a:custGeom>
              <a:rect b="b" l="l" r="r" t="t"/>
              <a:pathLst>
                <a:path extrusionOk="0" h="6051" w="5632">
                  <a:moveTo>
                    <a:pt x="1127" y="1"/>
                  </a:moveTo>
                  <a:cubicBezTo>
                    <a:pt x="0" y="1"/>
                    <a:pt x="885" y="5825"/>
                    <a:pt x="885" y="5825"/>
                  </a:cubicBezTo>
                  <a:cubicBezTo>
                    <a:pt x="984" y="5982"/>
                    <a:pt x="1159" y="6051"/>
                    <a:pt x="1384" y="6051"/>
                  </a:cubicBezTo>
                  <a:cubicBezTo>
                    <a:pt x="2569" y="6051"/>
                    <a:pt x="5137" y="4147"/>
                    <a:pt x="5363" y="3317"/>
                  </a:cubicBezTo>
                  <a:cubicBezTo>
                    <a:pt x="5631" y="2330"/>
                    <a:pt x="2319" y="91"/>
                    <a:pt x="1153" y="2"/>
                  </a:cubicBezTo>
                  <a:cubicBezTo>
                    <a:pt x="1144" y="1"/>
                    <a:pt x="1135" y="1"/>
                    <a:pt x="1127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1" name="Google Shape;5411;p15"/>
            <p:cNvSpPr/>
            <p:nvPr/>
          </p:nvSpPr>
          <p:spPr>
            <a:xfrm>
              <a:off x="1807225" y="1119500"/>
              <a:ext cx="52625" cy="42200"/>
            </a:xfrm>
            <a:custGeom>
              <a:rect b="b" l="l" r="r" t="t"/>
              <a:pathLst>
                <a:path extrusionOk="0" h="1688" w="2105">
                  <a:moveTo>
                    <a:pt x="1799" y="1"/>
                  </a:moveTo>
                  <a:cubicBezTo>
                    <a:pt x="1759" y="1"/>
                    <a:pt x="1718" y="31"/>
                    <a:pt x="1728" y="84"/>
                  </a:cubicBezTo>
                  <a:cubicBezTo>
                    <a:pt x="1793" y="444"/>
                    <a:pt x="1880" y="1404"/>
                    <a:pt x="1519" y="1530"/>
                  </a:cubicBezTo>
                  <a:cubicBezTo>
                    <a:pt x="1485" y="1541"/>
                    <a:pt x="1449" y="1547"/>
                    <a:pt x="1410" y="1547"/>
                  </a:cubicBezTo>
                  <a:cubicBezTo>
                    <a:pt x="1015" y="1547"/>
                    <a:pt x="383" y="998"/>
                    <a:pt x="152" y="765"/>
                  </a:cubicBezTo>
                  <a:cubicBezTo>
                    <a:pt x="137" y="750"/>
                    <a:pt x="120" y="744"/>
                    <a:pt x="103" y="744"/>
                  </a:cubicBezTo>
                  <a:cubicBezTo>
                    <a:pt x="48" y="744"/>
                    <a:pt x="1" y="815"/>
                    <a:pt x="51" y="867"/>
                  </a:cubicBezTo>
                  <a:cubicBezTo>
                    <a:pt x="88" y="901"/>
                    <a:pt x="868" y="1687"/>
                    <a:pt x="1414" y="1687"/>
                  </a:cubicBezTo>
                  <a:cubicBezTo>
                    <a:pt x="1463" y="1687"/>
                    <a:pt x="1516" y="1678"/>
                    <a:pt x="1562" y="1663"/>
                  </a:cubicBezTo>
                  <a:cubicBezTo>
                    <a:pt x="2105" y="1478"/>
                    <a:pt x="1895" y="204"/>
                    <a:pt x="1867" y="59"/>
                  </a:cubicBezTo>
                  <a:cubicBezTo>
                    <a:pt x="1861" y="19"/>
                    <a:pt x="1830" y="1"/>
                    <a:pt x="179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2" name="Google Shape;5412;p15"/>
            <p:cNvSpPr/>
            <p:nvPr/>
          </p:nvSpPr>
          <p:spPr>
            <a:xfrm>
              <a:off x="1820750" y="1114450"/>
              <a:ext cx="27000" cy="46700"/>
            </a:xfrm>
            <a:custGeom>
              <a:rect b="b" l="l" r="r" t="t"/>
              <a:pathLst>
                <a:path extrusionOk="0" h="1868" w="1080">
                  <a:moveTo>
                    <a:pt x="79" y="0"/>
                  </a:moveTo>
                  <a:cubicBezTo>
                    <a:pt x="68" y="0"/>
                    <a:pt x="57" y="3"/>
                    <a:pt x="46" y="8"/>
                  </a:cubicBezTo>
                  <a:cubicBezTo>
                    <a:pt x="12" y="27"/>
                    <a:pt x="0" y="70"/>
                    <a:pt x="19" y="104"/>
                  </a:cubicBezTo>
                  <a:lnTo>
                    <a:pt x="938" y="1831"/>
                  </a:lnTo>
                  <a:cubicBezTo>
                    <a:pt x="950" y="1852"/>
                    <a:pt x="975" y="1868"/>
                    <a:pt x="999" y="1868"/>
                  </a:cubicBezTo>
                  <a:cubicBezTo>
                    <a:pt x="1012" y="1868"/>
                    <a:pt x="1024" y="1865"/>
                    <a:pt x="1033" y="1859"/>
                  </a:cubicBezTo>
                  <a:cubicBezTo>
                    <a:pt x="1067" y="1840"/>
                    <a:pt x="1080" y="1797"/>
                    <a:pt x="1061" y="1763"/>
                  </a:cubicBezTo>
                  <a:lnTo>
                    <a:pt x="145" y="39"/>
                  </a:lnTo>
                  <a:cubicBezTo>
                    <a:pt x="130" y="1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3" name="Google Shape;5413;p15"/>
            <p:cNvSpPr/>
            <p:nvPr/>
          </p:nvSpPr>
          <p:spPr>
            <a:xfrm>
              <a:off x="1805850" y="1100800"/>
              <a:ext cx="24100" cy="14850"/>
            </a:xfrm>
            <a:custGeom>
              <a:rect b="b" l="l" r="r" t="t"/>
              <a:pathLst>
                <a:path extrusionOk="0" h="594" w="964">
                  <a:moveTo>
                    <a:pt x="917" y="1"/>
                  </a:moveTo>
                  <a:cubicBezTo>
                    <a:pt x="397" y="1"/>
                    <a:pt x="1" y="551"/>
                    <a:pt x="1" y="551"/>
                  </a:cubicBezTo>
                  <a:cubicBezTo>
                    <a:pt x="1" y="551"/>
                    <a:pt x="440" y="594"/>
                    <a:pt x="627" y="594"/>
                  </a:cubicBezTo>
                  <a:cubicBezTo>
                    <a:pt x="665" y="594"/>
                    <a:pt x="692" y="592"/>
                    <a:pt x="704" y="588"/>
                  </a:cubicBezTo>
                  <a:cubicBezTo>
                    <a:pt x="778" y="566"/>
                    <a:pt x="963" y="2"/>
                    <a:pt x="963" y="2"/>
                  </a:cubicBezTo>
                  <a:cubicBezTo>
                    <a:pt x="948" y="1"/>
                    <a:pt x="932" y="1"/>
                    <a:pt x="917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4" name="Google Shape;5414;p15"/>
            <p:cNvSpPr/>
            <p:nvPr/>
          </p:nvSpPr>
          <p:spPr>
            <a:xfrm>
              <a:off x="1608450" y="965950"/>
              <a:ext cx="51325" cy="62500"/>
            </a:xfrm>
            <a:custGeom>
              <a:rect b="b" l="l" r="r" t="t"/>
              <a:pathLst>
                <a:path extrusionOk="0" h="2500" w="2053">
                  <a:moveTo>
                    <a:pt x="418" y="1"/>
                  </a:moveTo>
                  <a:cubicBezTo>
                    <a:pt x="406" y="1"/>
                    <a:pt x="396" y="5"/>
                    <a:pt x="390" y="14"/>
                  </a:cubicBezTo>
                  <a:cubicBezTo>
                    <a:pt x="248" y="205"/>
                    <a:pt x="1" y="2426"/>
                    <a:pt x="214" y="2491"/>
                  </a:cubicBezTo>
                  <a:cubicBezTo>
                    <a:pt x="235" y="2497"/>
                    <a:pt x="267" y="2500"/>
                    <a:pt x="307" y="2500"/>
                  </a:cubicBezTo>
                  <a:cubicBezTo>
                    <a:pt x="681" y="2500"/>
                    <a:pt x="1796" y="2246"/>
                    <a:pt x="2052" y="1760"/>
                  </a:cubicBezTo>
                  <a:cubicBezTo>
                    <a:pt x="2052" y="1760"/>
                    <a:pt x="671" y="1"/>
                    <a:pt x="418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5" name="Google Shape;5415;p15"/>
            <p:cNvSpPr/>
            <p:nvPr/>
          </p:nvSpPr>
          <p:spPr>
            <a:xfrm>
              <a:off x="1788950" y="871750"/>
              <a:ext cx="64275" cy="50375"/>
            </a:xfrm>
            <a:custGeom>
              <a:rect b="b" l="l" r="r" t="t"/>
              <a:pathLst>
                <a:path extrusionOk="0" h="2015" w="2571">
                  <a:moveTo>
                    <a:pt x="127" y="0"/>
                  </a:moveTo>
                  <a:cubicBezTo>
                    <a:pt x="1" y="0"/>
                    <a:pt x="698" y="2015"/>
                    <a:pt x="698" y="2015"/>
                  </a:cubicBezTo>
                  <a:lnTo>
                    <a:pt x="2570" y="1274"/>
                  </a:lnTo>
                  <a:cubicBezTo>
                    <a:pt x="2570" y="1274"/>
                    <a:pt x="273" y="38"/>
                    <a:pt x="131" y="1"/>
                  </a:cubicBezTo>
                  <a:cubicBezTo>
                    <a:pt x="130" y="0"/>
                    <a:pt x="129" y="0"/>
                    <a:pt x="127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6" name="Google Shape;5416;p15"/>
            <p:cNvSpPr/>
            <p:nvPr/>
          </p:nvSpPr>
          <p:spPr>
            <a:xfrm>
              <a:off x="1685575" y="976300"/>
              <a:ext cx="59850" cy="63650"/>
            </a:xfrm>
            <a:custGeom>
              <a:rect b="b" l="l" r="r" t="t"/>
              <a:pathLst>
                <a:path extrusionOk="0" h="2546" w="2394">
                  <a:moveTo>
                    <a:pt x="1146" y="1"/>
                  </a:moveTo>
                  <a:cubicBezTo>
                    <a:pt x="1146" y="1"/>
                    <a:pt x="1145" y="1"/>
                    <a:pt x="1145" y="1"/>
                  </a:cubicBezTo>
                  <a:cubicBezTo>
                    <a:pt x="1021" y="26"/>
                    <a:pt x="0" y="513"/>
                    <a:pt x="0" y="513"/>
                  </a:cubicBezTo>
                  <a:cubicBezTo>
                    <a:pt x="0" y="513"/>
                    <a:pt x="1747" y="2545"/>
                    <a:pt x="2229" y="2545"/>
                  </a:cubicBezTo>
                  <a:cubicBezTo>
                    <a:pt x="2270" y="2545"/>
                    <a:pt x="2302" y="2531"/>
                    <a:pt x="2323" y="2499"/>
                  </a:cubicBezTo>
                  <a:cubicBezTo>
                    <a:pt x="2393" y="2392"/>
                    <a:pt x="1276" y="1"/>
                    <a:pt x="1146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7" name="Google Shape;5417;p15"/>
            <p:cNvSpPr/>
            <p:nvPr/>
          </p:nvSpPr>
          <p:spPr>
            <a:xfrm>
              <a:off x="1969500" y="1235675"/>
              <a:ext cx="12875" cy="37750"/>
            </a:xfrm>
            <a:custGeom>
              <a:rect b="b" l="l" r="r" t="t"/>
              <a:pathLst>
                <a:path extrusionOk="0" h="1510" w="515">
                  <a:moveTo>
                    <a:pt x="79" y="1"/>
                  </a:moveTo>
                  <a:cubicBezTo>
                    <a:pt x="40" y="1"/>
                    <a:pt x="0" y="30"/>
                    <a:pt x="9" y="82"/>
                  </a:cubicBezTo>
                  <a:cubicBezTo>
                    <a:pt x="15" y="122"/>
                    <a:pt x="148" y="1053"/>
                    <a:pt x="370" y="1469"/>
                  </a:cubicBezTo>
                  <a:cubicBezTo>
                    <a:pt x="382" y="1494"/>
                    <a:pt x="407" y="1506"/>
                    <a:pt x="434" y="1510"/>
                  </a:cubicBezTo>
                  <a:cubicBezTo>
                    <a:pt x="444" y="1506"/>
                    <a:pt x="456" y="1503"/>
                    <a:pt x="465" y="1497"/>
                  </a:cubicBezTo>
                  <a:cubicBezTo>
                    <a:pt x="499" y="1479"/>
                    <a:pt x="515" y="1436"/>
                    <a:pt x="496" y="1402"/>
                  </a:cubicBezTo>
                  <a:cubicBezTo>
                    <a:pt x="286" y="1010"/>
                    <a:pt x="148" y="72"/>
                    <a:pt x="148" y="63"/>
                  </a:cubicBezTo>
                  <a:cubicBezTo>
                    <a:pt x="142" y="20"/>
                    <a:pt x="111" y="1"/>
                    <a:pt x="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8" name="Google Shape;5418;p15"/>
            <p:cNvSpPr/>
            <p:nvPr/>
          </p:nvSpPr>
          <p:spPr>
            <a:xfrm>
              <a:off x="1959375" y="1243250"/>
              <a:ext cx="17450" cy="36950"/>
            </a:xfrm>
            <a:custGeom>
              <a:rect b="b" l="l" r="r" t="t"/>
              <a:pathLst>
                <a:path extrusionOk="0" h="1478" w="698">
                  <a:moveTo>
                    <a:pt x="77" y="0"/>
                  </a:moveTo>
                  <a:cubicBezTo>
                    <a:pt x="75" y="0"/>
                    <a:pt x="73" y="0"/>
                    <a:pt x="71" y="1"/>
                  </a:cubicBezTo>
                  <a:cubicBezTo>
                    <a:pt x="31" y="1"/>
                    <a:pt x="1" y="35"/>
                    <a:pt x="4" y="72"/>
                  </a:cubicBezTo>
                  <a:cubicBezTo>
                    <a:pt x="4" y="105"/>
                    <a:pt x="38" y="898"/>
                    <a:pt x="568" y="1456"/>
                  </a:cubicBezTo>
                  <a:cubicBezTo>
                    <a:pt x="580" y="1469"/>
                    <a:pt x="599" y="1478"/>
                    <a:pt x="620" y="1478"/>
                  </a:cubicBezTo>
                  <a:cubicBezTo>
                    <a:pt x="639" y="1478"/>
                    <a:pt x="654" y="1472"/>
                    <a:pt x="670" y="1459"/>
                  </a:cubicBezTo>
                  <a:cubicBezTo>
                    <a:pt x="698" y="1432"/>
                    <a:pt x="698" y="1385"/>
                    <a:pt x="670" y="1358"/>
                  </a:cubicBezTo>
                  <a:cubicBezTo>
                    <a:pt x="179" y="840"/>
                    <a:pt x="146" y="75"/>
                    <a:pt x="146" y="68"/>
                  </a:cubicBezTo>
                  <a:cubicBezTo>
                    <a:pt x="143" y="30"/>
                    <a:pt x="114" y="0"/>
                    <a:pt x="7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9" name="Google Shape;5419;p15"/>
            <p:cNvSpPr/>
            <p:nvPr/>
          </p:nvSpPr>
          <p:spPr>
            <a:xfrm>
              <a:off x="1915050" y="1266400"/>
              <a:ext cx="27625" cy="37025"/>
            </a:xfrm>
            <a:custGeom>
              <a:rect b="b" l="l" r="r" t="t"/>
              <a:pathLst>
                <a:path extrusionOk="0" h="1481" w="1105">
                  <a:moveTo>
                    <a:pt x="102" y="0"/>
                  </a:moveTo>
                  <a:cubicBezTo>
                    <a:pt x="47" y="0"/>
                    <a:pt x="0" y="71"/>
                    <a:pt x="53" y="123"/>
                  </a:cubicBezTo>
                  <a:cubicBezTo>
                    <a:pt x="59" y="129"/>
                    <a:pt x="882" y="959"/>
                    <a:pt x="959" y="1422"/>
                  </a:cubicBezTo>
                  <a:cubicBezTo>
                    <a:pt x="965" y="1456"/>
                    <a:pt x="993" y="1480"/>
                    <a:pt x="1027" y="1480"/>
                  </a:cubicBezTo>
                  <a:cubicBezTo>
                    <a:pt x="1033" y="1480"/>
                    <a:pt x="1036" y="1480"/>
                    <a:pt x="1039" y="1477"/>
                  </a:cubicBezTo>
                  <a:cubicBezTo>
                    <a:pt x="1080" y="1471"/>
                    <a:pt x="1104" y="1434"/>
                    <a:pt x="1098" y="1397"/>
                  </a:cubicBezTo>
                  <a:cubicBezTo>
                    <a:pt x="1015" y="888"/>
                    <a:pt x="185" y="58"/>
                    <a:pt x="151" y="21"/>
                  </a:cubicBezTo>
                  <a:cubicBezTo>
                    <a:pt x="136" y="7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0" name="Google Shape;5420;p15"/>
            <p:cNvSpPr/>
            <p:nvPr/>
          </p:nvSpPr>
          <p:spPr>
            <a:xfrm>
              <a:off x="1923450" y="1257550"/>
              <a:ext cx="23450" cy="39000"/>
            </a:xfrm>
            <a:custGeom>
              <a:rect b="b" l="l" r="r" t="t"/>
              <a:pathLst>
                <a:path extrusionOk="0" h="1560" w="938">
                  <a:moveTo>
                    <a:pt x="94" y="1"/>
                  </a:moveTo>
                  <a:cubicBezTo>
                    <a:pt x="47" y="1"/>
                    <a:pt x="0" y="48"/>
                    <a:pt x="31" y="104"/>
                  </a:cubicBezTo>
                  <a:cubicBezTo>
                    <a:pt x="56" y="150"/>
                    <a:pt x="633" y="1258"/>
                    <a:pt x="796" y="1526"/>
                  </a:cubicBezTo>
                  <a:cubicBezTo>
                    <a:pt x="808" y="1548"/>
                    <a:pt x="830" y="1560"/>
                    <a:pt x="858" y="1560"/>
                  </a:cubicBezTo>
                  <a:cubicBezTo>
                    <a:pt x="870" y="1560"/>
                    <a:pt x="882" y="1557"/>
                    <a:pt x="892" y="1551"/>
                  </a:cubicBezTo>
                  <a:cubicBezTo>
                    <a:pt x="926" y="1532"/>
                    <a:pt x="938" y="1486"/>
                    <a:pt x="916" y="1455"/>
                  </a:cubicBezTo>
                  <a:cubicBezTo>
                    <a:pt x="756" y="1187"/>
                    <a:pt x="161" y="52"/>
                    <a:pt x="154" y="39"/>
                  </a:cubicBezTo>
                  <a:cubicBezTo>
                    <a:pt x="140" y="12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1" name="Google Shape;5421;p15"/>
            <p:cNvSpPr/>
            <p:nvPr/>
          </p:nvSpPr>
          <p:spPr>
            <a:xfrm>
              <a:off x="1668700" y="1163325"/>
              <a:ext cx="72175" cy="17650"/>
            </a:xfrm>
            <a:custGeom>
              <a:rect b="b" l="l" r="r" t="t"/>
              <a:pathLst>
                <a:path extrusionOk="0" h="706" w="2887">
                  <a:moveTo>
                    <a:pt x="2791" y="0"/>
                  </a:moveTo>
                  <a:cubicBezTo>
                    <a:pt x="2786" y="0"/>
                    <a:pt x="2779" y="1"/>
                    <a:pt x="2773" y="2"/>
                  </a:cubicBezTo>
                  <a:lnTo>
                    <a:pt x="86" y="567"/>
                  </a:lnTo>
                  <a:cubicBezTo>
                    <a:pt x="1" y="582"/>
                    <a:pt x="12" y="706"/>
                    <a:pt x="98" y="706"/>
                  </a:cubicBezTo>
                  <a:cubicBezTo>
                    <a:pt x="99" y="706"/>
                    <a:pt x="100" y="706"/>
                    <a:pt x="102" y="706"/>
                  </a:cubicBezTo>
                  <a:lnTo>
                    <a:pt x="114" y="706"/>
                  </a:lnTo>
                  <a:lnTo>
                    <a:pt x="2800" y="141"/>
                  </a:lnTo>
                  <a:cubicBezTo>
                    <a:pt x="2886" y="121"/>
                    <a:pt x="2868" y="0"/>
                    <a:pt x="279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2" name="Google Shape;5422;p15"/>
            <p:cNvSpPr/>
            <p:nvPr/>
          </p:nvSpPr>
          <p:spPr>
            <a:xfrm>
              <a:off x="1674075" y="1166825"/>
              <a:ext cx="73050" cy="53925"/>
            </a:xfrm>
            <a:custGeom>
              <a:rect b="b" l="l" r="r" t="t"/>
              <a:pathLst>
                <a:path extrusionOk="0" h="2157" w="2922">
                  <a:moveTo>
                    <a:pt x="2820" y="0"/>
                  </a:moveTo>
                  <a:cubicBezTo>
                    <a:pt x="2806" y="0"/>
                    <a:pt x="2791" y="5"/>
                    <a:pt x="2777" y="17"/>
                  </a:cubicBezTo>
                  <a:lnTo>
                    <a:pt x="56" y="2031"/>
                  </a:lnTo>
                  <a:cubicBezTo>
                    <a:pt x="1" y="2071"/>
                    <a:pt x="28" y="2157"/>
                    <a:pt x="96" y="2157"/>
                  </a:cubicBezTo>
                  <a:cubicBezTo>
                    <a:pt x="112" y="2157"/>
                    <a:pt x="127" y="2151"/>
                    <a:pt x="139" y="2142"/>
                  </a:cubicBezTo>
                  <a:lnTo>
                    <a:pt x="2860" y="128"/>
                  </a:lnTo>
                  <a:cubicBezTo>
                    <a:pt x="2922" y="83"/>
                    <a:pt x="2878" y="0"/>
                    <a:pt x="282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3" name="Google Shape;5423;p15"/>
            <p:cNvSpPr/>
            <p:nvPr/>
          </p:nvSpPr>
          <p:spPr>
            <a:xfrm>
              <a:off x="1711325" y="1175025"/>
              <a:ext cx="42300" cy="59850"/>
            </a:xfrm>
            <a:custGeom>
              <a:rect b="b" l="l" r="r" t="t"/>
              <a:pathLst>
                <a:path extrusionOk="0" h="2394" w="1692">
                  <a:moveTo>
                    <a:pt x="1602" y="0"/>
                  </a:moveTo>
                  <a:cubicBezTo>
                    <a:pt x="1585" y="0"/>
                    <a:pt x="1567" y="7"/>
                    <a:pt x="1552" y="22"/>
                  </a:cubicBezTo>
                  <a:lnTo>
                    <a:pt x="34" y="2285"/>
                  </a:lnTo>
                  <a:cubicBezTo>
                    <a:pt x="0" y="2332"/>
                    <a:pt x="34" y="2393"/>
                    <a:pt x="93" y="2393"/>
                  </a:cubicBezTo>
                  <a:cubicBezTo>
                    <a:pt x="115" y="2393"/>
                    <a:pt x="136" y="2381"/>
                    <a:pt x="148" y="2363"/>
                  </a:cubicBezTo>
                  <a:lnTo>
                    <a:pt x="1669" y="99"/>
                  </a:lnTo>
                  <a:cubicBezTo>
                    <a:pt x="1692" y="47"/>
                    <a:pt x="1648" y="0"/>
                    <a:pt x="16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4" name="Google Shape;5424;p15"/>
            <p:cNvSpPr/>
            <p:nvPr/>
          </p:nvSpPr>
          <p:spPr>
            <a:xfrm>
              <a:off x="1879100" y="1032500"/>
              <a:ext cx="50825" cy="54875"/>
            </a:xfrm>
            <a:custGeom>
              <a:rect b="b" l="l" r="r" t="t"/>
              <a:pathLst>
                <a:path extrusionOk="0" h="2195" w="2033">
                  <a:moveTo>
                    <a:pt x="1932" y="1"/>
                  </a:moveTo>
                  <a:cubicBezTo>
                    <a:pt x="1914" y="1"/>
                    <a:pt x="1895" y="8"/>
                    <a:pt x="1879" y="26"/>
                  </a:cubicBezTo>
                  <a:lnTo>
                    <a:pt x="41" y="2077"/>
                  </a:lnTo>
                  <a:cubicBezTo>
                    <a:pt x="1" y="2120"/>
                    <a:pt x="35" y="2194"/>
                    <a:pt x="96" y="2194"/>
                  </a:cubicBezTo>
                  <a:cubicBezTo>
                    <a:pt x="115" y="2194"/>
                    <a:pt x="133" y="2185"/>
                    <a:pt x="149" y="2170"/>
                  </a:cubicBezTo>
                  <a:lnTo>
                    <a:pt x="1984" y="122"/>
                  </a:lnTo>
                  <a:cubicBezTo>
                    <a:pt x="2033" y="68"/>
                    <a:pt x="1986" y="1"/>
                    <a:pt x="193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5" name="Google Shape;5425;p15"/>
            <p:cNvSpPr/>
            <p:nvPr/>
          </p:nvSpPr>
          <p:spPr>
            <a:xfrm>
              <a:off x="1896225" y="1062550"/>
              <a:ext cx="69125" cy="34525"/>
            </a:xfrm>
            <a:custGeom>
              <a:rect b="b" l="l" r="r" t="t"/>
              <a:pathLst>
                <a:path extrusionOk="0" h="1381" w="2765">
                  <a:moveTo>
                    <a:pt x="2663" y="1"/>
                  </a:moveTo>
                  <a:cubicBezTo>
                    <a:pt x="2653" y="1"/>
                    <a:pt x="2643" y="3"/>
                    <a:pt x="2631" y="8"/>
                  </a:cubicBezTo>
                  <a:lnTo>
                    <a:pt x="50" y="1248"/>
                  </a:lnTo>
                  <a:cubicBezTo>
                    <a:pt x="16" y="1264"/>
                    <a:pt x="1" y="1307"/>
                    <a:pt x="16" y="1341"/>
                  </a:cubicBezTo>
                  <a:cubicBezTo>
                    <a:pt x="28" y="1365"/>
                    <a:pt x="53" y="1381"/>
                    <a:pt x="81" y="1381"/>
                  </a:cubicBezTo>
                  <a:cubicBezTo>
                    <a:pt x="90" y="1381"/>
                    <a:pt x="102" y="1378"/>
                    <a:pt x="112" y="1372"/>
                  </a:cubicBezTo>
                  <a:lnTo>
                    <a:pt x="2690" y="135"/>
                  </a:lnTo>
                  <a:cubicBezTo>
                    <a:pt x="2765" y="100"/>
                    <a:pt x="2729" y="1"/>
                    <a:pt x="266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6" name="Google Shape;5426;p15"/>
            <p:cNvSpPr/>
            <p:nvPr/>
          </p:nvSpPr>
          <p:spPr>
            <a:xfrm>
              <a:off x="1722425" y="958250"/>
              <a:ext cx="54175" cy="68425"/>
            </a:xfrm>
            <a:custGeom>
              <a:rect b="b" l="l" r="r" t="t"/>
              <a:pathLst>
                <a:path extrusionOk="0" h="2737" w="2167">
                  <a:moveTo>
                    <a:pt x="1078" y="1"/>
                  </a:moveTo>
                  <a:cubicBezTo>
                    <a:pt x="1072" y="1"/>
                    <a:pt x="1067" y="2"/>
                    <a:pt x="1062" y="4"/>
                  </a:cubicBezTo>
                  <a:cubicBezTo>
                    <a:pt x="565" y="236"/>
                    <a:pt x="1" y="677"/>
                    <a:pt x="1" y="677"/>
                  </a:cubicBezTo>
                  <a:cubicBezTo>
                    <a:pt x="1" y="677"/>
                    <a:pt x="1830" y="2736"/>
                    <a:pt x="2121" y="2736"/>
                  </a:cubicBezTo>
                  <a:cubicBezTo>
                    <a:pt x="2154" y="2736"/>
                    <a:pt x="2167" y="2711"/>
                    <a:pt x="2156" y="2654"/>
                  </a:cubicBezTo>
                  <a:cubicBezTo>
                    <a:pt x="2054" y="2102"/>
                    <a:pt x="1322" y="1"/>
                    <a:pt x="1078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7" name="Google Shape;5427;p15"/>
            <p:cNvSpPr/>
            <p:nvPr/>
          </p:nvSpPr>
          <p:spPr>
            <a:xfrm>
              <a:off x="1756050" y="937600"/>
              <a:ext cx="53000" cy="63200"/>
            </a:xfrm>
            <a:custGeom>
              <a:rect b="b" l="l" r="r" t="t"/>
              <a:pathLst>
                <a:path extrusionOk="0" h="2528" w="2120">
                  <a:moveTo>
                    <a:pt x="882" y="1"/>
                  </a:moveTo>
                  <a:lnTo>
                    <a:pt x="0" y="617"/>
                  </a:lnTo>
                  <a:cubicBezTo>
                    <a:pt x="0" y="617"/>
                    <a:pt x="1589" y="2456"/>
                    <a:pt x="1872" y="2527"/>
                  </a:cubicBezTo>
                  <a:cubicBezTo>
                    <a:pt x="1876" y="2528"/>
                    <a:pt x="1880" y="2528"/>
                    <a:pt x="1883" y="2528"/>
                  </a:cubicBezTo>
                  <a:cubicBezTo>
                    <a:pt x="2119" y="2528"/>
                    <a:pt x="882" y="1"/>
                    <a:pt x="882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8" name="Google Shape;5428;p15"/>
            <p:cNvSpPr/>
            <p:nvPr/>
          </p:nvSpPr>
          <p:spPr>
            <a:xfrm>
              <a:off x="1601125" y="1064225"/>
              <a:ext cx="178550" cy="88825"/>
            </a:xfrm>
            <a:custGeom>
              <a:rect b="b" l="l" r="r" t="t"/>
              <a:pathLst>
                <a:path extrusionOk="0" h="3553" w="7142">
                  <a:moveTo>
                    <a:pt x="4352" y="1"/>
                  </a:moveTo>
                  <a:cubicBezTo>
                    <a:pt x="3532" y="1"/>
                    <a:pt x="2805" y="271"/>
                    <a:pt x="2805" y="271"/>
                  </a:cubicBezTo>
                  <a:cubicBezTo>
                    <a:pt x="1173" y="774"/>
                    <a:pt x="1" y="3371"/>
                    <a:pt x="3434" y="3538"/>
                  </a:cubicBezTo>
                  <a:cubicBezTo>
                    <a:pt x="3640" y="3548"/>
                    <a:pt x="3835" y="3552"/>
                    <a:pt x="4019" y="3552"/>
                  </a:cubicBezTo>
                  <a:cubicBezTo>
                    <a:pt x="6902" y="3552"/>
                    <a:pt x="7142" y="2356"/>
                    <a:pt x="6237" y="901"/>
                  </a:cubicBezTo>
                  <a:cubicBezTo>
                    <a:pt x="5797" y="193"/>
                    <a:pt x="5042" y="1"/>
                    <a:pt x="4352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9" name="Google Shape;5429;p15"/>
            <p:cNvSpPr/>
            <p:nvPr/>
          </p:nvSpPr>
          <p:spPr>
            <a:xfrm>
              <a:off x="1685575" y="1106525"/>
              <a:ext cx="66250" cy="16150"/>
            </a:xfrm>
            <a:custGeom>
              <a:rect b="b" l="l" r="r" t="t"/>
              <a:pathLst>
                <a:path extrusionOk="0" h="646" w="2650">
                  <a:moveTo>
                    <a:pt x="1394" y="1"/>
                  </a:moveTo>
                  <a:cubicBezTo>
                    <a:pt x="978" y="1"/>
                    <a:pt x="502" y="125"/>
                    <a:pt x="50" y="522"/>
                  </a:cubicBezTo>
                  <a:cubicBezTo>
                    <a:pt x="0" y="566"/>
                    <a:pt x="31" y="646"/>
                    <a:pt x="96" y="646"/>
                  </a:cubicBezTo>
                  <a:cubicBezTo>
                    <a:pt x="114" y="646"/>
                    <a:pt x="130" y="640"/>
                    <a:pt x="142" y="627"/>
                  </a:cubicBezTo>
                  <a:cubicBezTo>
                    <a:pt x="570" y="253"/>
                    <a:pt x="1014" y="136"/>
                    <a:pt x="1401" y="136"/>
                  </a:cubicBezTo>
                  <a:cubicBezTo>
                    <a:pt x="2023" y="136"/>
                    <a:pt x="2500" y="437"/>
                    <a:pt x="2532" y="458"/>
                  </a:cubicBezTo>
                  <a:cubicBezTo>
                    <a:pt x="2544" y="465"/>
                    <a:pt x="2557" y="469"/>
                    <a:pt x="2570" y="469"/>
                  </a:cubicBezTo>
                  <a:cubicBezTo>
                    <a:pt x="2594" y="469"/>
                    <a:pt x="2617" y="458"/>
                    <a:pt x="2631" y="436"/>
                  </a:cubicBezTo>
                  <a:cubicBezTo>
                    <a:pt x="2650" y="405"/>
                    <a:pt x="2640" y="362"/>
                    <a:pt x="2610" y="340"/>
                  </a:cubicBezTo>
                  <a:cubicBezTo>
                    <a:pt x="2600" y="333"/>
                    <a:pt x="2076" y="1"/>
                    <a:pt x="139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0" name="Google Shape;5430;p15"/>
            <p:cNvSpPr/>
            <p:nvPr/>
          </p:nvSpPr>
          <p:spPr>
            <a:xfrm>
              <a:off x="1824400" y="958700"/>
              <a:ext cx="96400" cy="113525"/>
            </a:xfrm>
            <a:custGeom>
              <a:rect b="b" l="l" r="r" t="t"/>
              <a:pathLst>
                <a:path extrusionOk="0" h="4541" w="3856">
                  <a:moveTo>
                    <a:pt x="2281" y="0"/>
                  </a:moveTo>
                  <a:cubicBezTo>
                    <a:pt x="2242" y="0"/>
                    <a:pt x="2203" y="5"/>
                    <a:pt x="2164" y="14"/>
                  </a:cubicBezTo>
                  <a:cubicBezTo>
                    <a:pt x="2164" y="14"/>
                    <a:pt x="730" y="69"/>
                    <a:pt x="363" y="1562"/>
                  </a:cubicBezTo>
                  <a:cubicBezTo>
                    <a:pt x="0" y="3047"/>
                    <a:pt x="452" y="4540"/>
                    <a:pt x="1303" y="4540"/>
                  </a:cubicBezTo>
                  <a:cubicBezTo>
                    <a:pt x="1624" y="4540"/>
                    <a:pt x="2002" y="4328"/>
                    <a:pt x="2414" y="3823"/>
                  </a:cubicBezTo>
                  <a:cubicBezTo>
                    <a:pt x="3855" y="2064"/>
                    <a:pt x="3117" y="0"/>
                    <a:pt x="2281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1" name="Google Shape;5431;p15"/>
            <p:cNvSpPr/>
            <p:nvPr/>
          </p:nvSpPr>
          <p:spPr>
            <a:xfrm>
              <a:off x="1846025" y="998050"/>
              <a:ext cx="24750" cy="61025"/>
            </a:xfrm>
            <a:custGeom>
              <a:rect b="b" l="l" r="r" t="t"/>
              <a:pathLst>
                <a:path extrusionOk="0" h="2441" w="990">
                  <a:moveTo>
                    <a:pt x="888" y="1"/>
                  </a:moveTo>
                  <a:cubicBezTo>
                    <a:pt x="867" y="1"/>
                    <a:pt x="846" y="10"/>
                    <a:pt x="830" y="35"/>
                  </a:cubicBezTo>
                  <a:cubicBezTo>
                    <a:pt x="796" y="81"/>
                    <a:pt x="1" y="1237"/>
                    <a:pt x="254" y="2385"/>
                  </a:cubicBezTo>
                  <a:cubicBezTo>
                    <a:pt x="260" y="2419"/>
                    <a:pt x="287" y="2440"/>
                    <a:pt x="321" y="2440"/>
                  </a:cubicBezTo>
                  <a:lnTo>
                    <a:pt x="337" y="2440"/>
                  </a:lnTo>
                  <a:cubicBezTo>
                    <a:pt x="377" y="2431"/>
                    <a:pt x="402" y="2394"/>
                    <a:pt x="392" y="2357"/>
                  </a:cubicBezTo>
                  <a:cubicBezTo>
                    <a:pt x="155" y="1271"/>
                    <a:pt x="938" y="127"/>
                    <a:pt x="948" y="115"/>
                  </a:cubicBezTo>
                  <a:cubicBezTo>
                    <a:pt x="989" y="60"/>
                    <a:pt x="939" y="1"/>
                    <a:pt x="88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2" name="Google Shape;5432;p15"/>
            <p:cNvSpPr/>
            <p:nvPr/>
          </p:nvSpPr>
          <p:spPr>
            <a:xfrm>
              <a:off x="1718025" y="1264925"/>
              <a:ext cx="45975" cy="64200"/>
            </a:xfrm>
            <a:custGeom>
              <a:rect b="b" l="l" r="r" t="t"/>
              <a:pathLst>
                <a:path extrusionOk="0" h="2568" w="1839">
                  <a:moveTo>
                    <a:pt x="1555" y="0"/>
                  </a:moveTo>
                  <a:cubicBezTo>
                    <a:pt x="1271" y="0"/>
                    <a:pt x="214" y="71"/>
                    <a:pt x="1" y="352"/>
                  </a:cubicBezTo>
                  <a:cubicBezTo>
                    <a:pt x="1" y="352"/>
                    <a:pt x="824" y="2567"/>
                    <a:pt x="1150" y="2567"/>
                  </a:cubicBezTo>
                  <a:cubicBezTo>
                    <a:pt x="1169" y="2567"/>
                    <a:pt x="1185" y="2560"/>
                    <a:pt x="1201" y="2545"/>
                  </a:cubicBezTo>
                  <a:cubicBezTo>
                    <a:pt x="1484" y="2261"/>
                    <a:pt x="1839" y="0"/>
                    <a:pt x="1555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3" name="Google Shape;5433;p15"/>
            <p:cNvSpPr/>
            <p:nvPr/>
          </p:nvSpPr>
          <p:spPr>
            <a:xfrm>
              <a:off x="1668525" y="1277250"/>
              <a:ext cx="52500" cy="56600"/>
            </a:xfrm>
            <a:custGeom>
              <a:rect b="b" l="l" r="r" t="t"/>
              <a:pathLst>
                <a:path extrusionOk="0" h="2264" w="2100">
                  <a:moveTo>
                    <a:pt x="1345" y="1"/>
                  </a:moveTo>
                  <a:cubicBezTo>
                    <a:pt x="1062" y="1"/>
                    <a:pt x="143" y="355"/>
                    <a:pt x="72" y="636"/>
                  </a:cubicBezTo>
                  <a:cubicBezTo>
                    <a:pt x="1" y="920"/>
                    <a:pt x="1697" y="2194"/>
                    <a:pt x="1910" y="2262"/>
                  </a:cubicBezTo>
                  <a:cubicBezTo>
                    <a:pt x="1913" y="2263"/>
                    <a:pt x="1916" y="2263"/>
                    <a:pt x="1919" y="2263"/>
                  </a:cubicBezTo>
                  <a:cubicBezTo>
                    <a:pt x="2099" y="2263"/>
                    <a:pt x="1345" y="1"/>
                    <a:pt x="1345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4" name="Google Shape;5434;p15"/>
            <p:cNvSpPr/>
            <p:nvPr/>
          </p:nvSpPr>
          <p:spPr>
            <a:xfrm>
              <a:off x="1776325" y="1267025"/>
              <a:ext cx="42425" cy="56550"/>
            </a:xfrm>
            <a:custGeom>
              <a:rect b="b" l="l" r="r" t="t"/>
              <a:pathLst>
                <a:path extrusionOk="0" h="2262" w="1697">
                  <a:moveTo>
                    <a:pt x="494" y="1"/>
                  </a:moveTo>
                  <a:cubicBezTo>
                    <a:pt x="327" y="1"/>
                    <a:pt x="158" y="18"/>
                    <a:pt x="0" y="58"/>
                  </a:cubicBezTo>
                  <a:cubicBezTo>
                    <a:pt x="0" y="58"/>
                    <a:pt x="131" y="2261"/>
                    <a:pt x="328" y="2261"/>
                  </a:cubicBezTo>
                  <a:cubicBezTo>
                    <a:pt x="337" y="2261"/>
                    <a:pt x="346" y="2257"/>
                    <a:pt x="355" y="2248"/>
                  </a:cubicBezTo>
                  <a:cubicBezTo>
                    <a:pt x="565" y="2035"/>
                    <a:pt x="1697" y="481"/>
                    <a:pt x="1484" y="268"/>
                  </a:cubicBezTo>
                  <a:cubicBezTo>
                    <a:pt x="1331" y="117"/>
                    <a:pt x="921" y="1"/>
                    <a:pt x="49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5" name="Google Shape;5435;p15"/>
            <p:cNvSpPr/>
            <p:nvPr/>
          </p:nvSpPr>
          <p:spPr>
            <a:xfrm>
              <a:off x="2017050" y="906750"/>
              <a:ext cx="47575" cy="76200"/>
            </a:xfrm>
            <a:custGeom>
              <a:rect b="b" l="l" r="r" t="t"/>
              <a:pathLst>
                <a:path extrusionOk="0" h="3048" w="1903">
                  <a:moveTo>
                    <a:pt x="1679" y="1"/>
                  </a:moveTo>
                  <a:cubicBezTo>
                    <a:pt x="1679" y="1"/>
                    <a:pt x="1679" y="1"/>
                    <a:pt x="1678" y="1"/>
                  </a:cubicBezTo>
                  <a:cubicBezTo>
                    <a:pt x="901" y="16"/>
                    <a:pt x="673" y="50"/>
                    <a:pt x="1" y="244"/>
                  </a:cubicBezTo>
                  <a:cubicBezTo>
                    <a:pt x="1" y="244"/>
                    <a:pt x="935" y="3048"/>
                    <a:pt x="1215" y="3048"/>
                  </a:cubicBezTo>
                  <a:cubicBezTo>
                    <a:pt x="1231" y="3048"/>
                    <a:pt x="1245" y="3039"/>
                    <a:pt x="1256" y="3020"/>
                  </a:cubicBezTo>
                  <a:cubicBezTo>
                    <a:pt x="1468" y="2669"/>
                    <a:pt x="1903" y="1"/>
                    <a:pt x="1679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6" name="Google Shape;5436;p15"/>
            <p:cNvSpPr/>
            <p:nvPr/>
          </p:nvSpPr>
          <p:spPr>
            <a:xfrm>
              <a:off x="1597750" y="1180150"/>
              <a:ext cx="44725" cy="33025"/>
            </a:xfrm>
            <a:custGeom>
              <a:rect b="b" l="l" r="r" t="t"/>
              <a:pathLst>
                <a:path extrusionOk="0" h="1321" w="1789">
                  <a:moveTo>
                    <a:pt x="1525" y="0"/>
                  </a:moveTo>
                  <a:cubicBezTo>
                    <a:pt x="1102" y="0"/>
                    <a:pt x="0" y="279"/>
                    <a:pt x="0" y="279"/>
                  </a:cubicBezTo>
                  <a:cubicBezTo>
                    <a:pt x="0" y="696"/>
                    <a:pt x="377" y="1229"/>
                    <a:pt x="466" y="1316"/>
                  </a:cubicBezTo>
                  <a:cubicBezTo>
                    <a:pt x="469" y="1319"/>
                    <a:pt x="474" y="1320"/>
                    <a:pt x="479" y="1320"/>
                  </a:cubicBezTo>
                  <a:cubicBezTo>
                    <a:pt x="638" y="1320"/>
                    <a:pt x="1788" y="184"/>
                    <a:pt x="1681" y="36"/>
                  </a:cubicBezTo>
                  <a:cubicBezTo>
                    <a:pt x="1663" y="11"/>
                    <a:pt x="1607" y="0"/>
                    <a:pt x="1525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7" name="Google Shape;5437;p15"/>
            <p:cNvSpPr/>
            <p:nvPr/>
          </p:nvSpPr>
          <p:spPr>
            <a:xfrm>
              <a:off x="1584475" y="1155450"/>
              <a:ext cx="42600" cy="20600"/>
            </a:xfrm>
            <a:custGeom>
              <a:rect b="b" l="l" r="r" t="t"/>
              <a:pathLst>
                <a:path extrusionOk="0" h="824" w="1704">
                  <a:moveTo>
                    <a:pt x="130" y="1"/>
                  </a:moveTo>
                  <a:cubicBezTo>
                    <a:pt x="110" y="1"/>
                    <a:pt x="97" y="2"/>
                    <a:pt x="90" y="6"/>
                  </a:cubicBezTo>
                  <a:cubicBezTo>
                    <a:pt x="1" y="49"/>
                    <a:pt x="112" y="712"/>
                    <a:pt x="266" y="823"/>
                  </a:cubicBezTo>
                  <a:cubicBezTo>
                    <a:pt x="266" y="823"/>
                    <a:pt x="1703" y="515"/>
                    <a:pt x="1639" y="379"/>
                  </a:cubicBezTo>
                  <a:cubicBezTo>
                    <a:pt x="1576" y="256"/>
                    <a:pt x="377" y="1"/>
                    <a:pt x="130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8" name="Google Shape;5438;p15"/>
            <p:cNvSpPr/>
            <p:nvPr/>
          </p:nvSpPr>
          <p:spPr>
            <a:xfrm>
              <a:off x="1615475" y="1205025"/>
              <a:ext cx="31500" cy="35100"/>
            </a:xfrm>
            <a:custGeom>
              <a:rect b="b" l="l" r="r" t="t"/>
              <a:pathLst>
                <a:path extrusionOk="0" h="1404" w="1260">
                  <a:moveTo>
                    <a:pt x="1190" y="1"/>
                  </a:moveTo>
                  <a:cubicBezTo>
                    <a:pt x="1010" y="1"/>
                    <a:pt x="1" y="632"/>
                    <a:pt x="1" y="632"/>
                  </a:cubicBezTo>
                  <a:cubicBezTo>
                    <a:pt x="22" y="808"/>
                    <a:pt x="596" y="1403"/>
                    <a:pt x="685" y="1403"/>
                  </a:cubicBezTo>
                  <a:cubicBezTo>
                    <a:pt x="772" y="1403"/>
                    <a:pt x="1259" y="123"/>
                    <a:pt x="1216" y="12"/>
                  </a:cubicBezTo>
                  <a:cubicBezTo>
                    <a:pt x="1213" y="4"/>
                    <a:pt x="1204" y="1"/>
                    <a:pt x="1190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9" name="Google Shape;5439;p15"/>
            <p:cNvSpPr/>
            <p:nvPr/>
          </p:nvSpPr>
          <p:spPr>
            <a:xfrm>
              <a:off x="1925175" y="947775"/>
              <a:ext cx="42850" cy="42550"/>
            </a:xfrm>
            <a:custGeom>
              <a:rect b="b" l="l" r="r" t="t"/>
              <a:pathLst>
                <a:path extrusionOk="0" h="1702" w="1714">
                  <a:moveTo>
                    <a:pt x="903" y="1"/>
                  </a:moveTo>
                  <a:cubicBezTo>
                    <a:pt x="903" y="1"/>
                    <a:pt x="0" y="1701"/>
                    <a:pt x="144" y="1701"/>
                  </a:cubicBezTo>
                  <a:cubicBezTo>
                    <a:pt x="148" y="1701"/>
                    <a:pt x="153" y="1700"/>
                    <a:pt x="160" y="1697"/>
                  </a:cubicBezTo>
                  <a:cubicBezTo>
                    <a:pt x="372" y="1589"/>
                    <a:pt x="1714" y="1062"/>
                    <a:pt x="1680" y="812"/>
                  </a:cubicBezTo>
                  <a:cubicBezTo>
                    <a:pt x="1643" y="565"/>
                    <a:pt x="903" y="1"/>
                    <a:pt x="903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0" name="Google Shape;5440;p15"/>
            <p:cNvSpPr/>
            <p:nvPr/>
          </p:nvSpPr>
          <p:spPr>
            <a:xfrm>
              <a:off x="1935325" y="979550"/>
              <a:ext cx="48600" cy="35325"/>
            </a:xfrm>
            <a:custGeom>
              <a:rect b="b" l="l" r="r" t="t"/>
              <a:pathLst>
                <a:path extrusionOk="0" h="1413" w="1944">
                  <a:moveTo>
                    <a:pt x="1416" y="0"/>
                  </a:moveTo>
                  <a:cubicBezTo>
                    <a:pt x="1416" y="0"/>
                    <a:pt x="0" y="1413"/>
                    <a:pt x="247" y="1413"/>
                  </a:cubicBezTo>
                  <a:cubicBezTo>
                    <a:pt x="497" y="1413"/>
                    <a:pt x="1943" y="1308"/>
                    <a:pt x="1838" y="990"/>
                  </a:cubicBezTo>
                  <a:cubicBezTo>
                    <a:pt x="1734" y="673"/>
                    <a:pt x="1416" y="0"/>
                    <a:pt x="1416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1" name="Google Shape;5441;p15"/>
            <p:cNvSpPr/>
            <p:nvPr/>
          </p:nvSpPr>
          <p:spPr>
            <a:xfrm>
              <a:off x="1939800" y="1022875"/>
              <a:ext cx="47675" cy="25175"/>
            </a:xfrm>
            <a:custGeom>
              <a:rect b="b" l="l" r="r" t="t"/>
              <a:pathLst>
                <a:path extrusionOk="0" h="1007" w="1907">
                  <a:moveTo>
                    <a:pt x="1801" y="1"/>
                  </a:moveTo>
                  <a:cubicBezTo>
                    <a:pt x="1801" y="1"/>
                    <a:pt x="0" y="636"/>
                    <a:pt x="389" y="670"/>
                  </a:cubicBezTo>
                  <a:cubicBezTo>
                    <a:pt x="731" y="700"/>
                    <a:pt x="1645" y="1006"/>
                    <a:pt x="1860" y="1006"/>
                  </a:cubicBezTo>
                  <a:cubicBezTo>
                    <a:pt x="1890" y="1006"/>
                    <a:pt x="1906" y="1001"/>
                    <a:pt x="1906" y="988"/>
                  </a:cubicBezTo>
                  <a:cubicBezTo>
                    <a:pt x="1906" y="883"/>
                    <a:pt x="1801" y="1"/>
                    <a:pt x="180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2" name="Google Shape;5442;p15"/>
            <p:cNvSpPr/>
            <p:nvPr/>
          </p:nvSpPr>
          <p:spPr>
            <a:xfrm>
              <a:off x="1932300" y="954025"/>
              <a:ext cx="103275" cy="192550"/>
            </a:xfrm>
            <a:custGeom>
              <a:rect b="b" l="l" r="r" t="t"/>
              <a:pathLst>
                <a:path extrusionOk="0" h="7702" w="4131">
                  <a:moveTo>
                    <a:pt x="1104" y="1"/>
                  </a:moveTo>
                  <a:cubicBezTo>
                    <a:pt x="1056" y="1"/>
                    <a:pt x="1009" y="53"/>
                    <a:pt x="1040" y="108"/>
                  </a:cubicBezTo>
                  <a:cubicBezTo>
                    <a:pt x="1071" y="158"/>
                    <a:pt x="3943" y="5099"/>
                    <a:pt x="60" y="7569"/>
                  </a:cubicBezTo>
                  <a:cubicBezTo>
                    <a:pt x="1" y="7609"/>
                    <a:pt x="26" y="7702"/>
                    <a:pt x="100" y="7702"/>
                  </a:cubicBezTo>
                  <a:cubicBezTo>
                    <a:pt x="112" y="7702"/>
                    <a:pt x="124" y="7696"/>
                    <a:pt x="137" y="7690"/>
                  </a:cubicBezTo>
                  <a:cubicBezTo>
                    <a:pt x="4131" y="5145"/>
                    <a:pt x="1195" y="87"/>
                    <a:pt x="1164" y="37"/>
                  </a:cubicBezTo>
                  <a:cubicBezTo>
                    <a:pt x="1148" y="12"/>
                    <a:pt x="1126" y="1"/>
                    <a:pt x="11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3" name="Google Shape;5443;p15"/>
            <p:cNvSpPr/>
            <p:nvPr/>
          </p:nvSpPr>
          <p:spPr>
            <a:xfrm>
              <a:off x="1886975" y="1038700"/>
              <a:ext cx="74850" cy="53050"/>
            </a:xfrm>
            <a:custGeom>
              <a:rect b="b" l="l" r="r" t="t"/>
              <a:pathLst>
                <a:path extrusionOk="0" h="2122" w="2994">
                  <a:moveTo>
                    <a:pt x="2889" y="1"/>
                  </a:moveTo>
                  <a:cubicBezTo>
                    <a:pt x="2876" y="1"/>
                    <a:pt x="2861" y="5"/>
                    <a:pt x="2847" y="15"/>
                  </a:cubicBezTo>
                  <a:lnTo>
                    <a:pt x="56" y="1996"/>
                  </a:lnTo>
                  <a:cubicBezTo>
                    <a:pt x="0" y="2033"/>
                    <a:pt x="28" y="2122"/>
                    <a:pt x="99" y="2122"/>
                  </a:cubicBezTo>
                  <a:cubicBezTo>
                    <a:pt x="111" y="2122"/>
                    <a:pt x="127" y="2119"/>
                    <a:pt x="139" y="2110"/>
                  </a:cubicBezTo>
                  <a:lnTo>
                    <a:pt x="2930" y="130"/>
                  </a:lnTo>
                  <a:cubicBezTo>
                    <a:pt x="2993" y="87"/>
                    <a:pt x="2950" y="1"/>
                    <a:pt x="28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4" name="Google Shape;5444;p15"/>
            <p:cNvSpPr/>
            <p:nvPr/>
          </p:nvSpPr>
          <p:spPr>
            <a:xfrm>
              <a:off x="2068725" y="905500"/>
              <a:ext cx="37100" cy="71650"/>
            </a:xfrm>
            <a:custGeom>
              <a:rect b="b" l="l" r="r" t="t"/>
              <a:pathLst>
                <a:path extrusionOk="0" h="2866" w="1484">
                  <a:moveTo>
                    <a:pt x="667" y="0"/>
                  </a:moveTo>
                  <a:cubicBezTo>
                    <a:pt x="444" y="0"/>
                    <a:pt x="221" y="22"/>
                    <a:pt x="0" y="66"/>
                  </a:cubicBezTo>
                  <a:cubicBezTo>
                    <a:pt x="0" y="66"/>
                    <a:pt x="300" y="2865"/>
                    <a:pt x="481" y="2865"/>
                  </a:cubicBezTo>
                  <a:cubicBezTo>
                    <a:pt x="486" y="2865"/>
                    <a:pt x="492" y="2863"/>
                    <a:pt x="497" y="2858"/>
                  </a:cubicBezTo>
                  <a:cubicBezTo>
                    <a:pt x="672" y="2679"/>
                    <a:pt x="1484" y="100"/>
                    <a:pt x="1484" y="100"/>
                  </a:cubicBezTo>
                  <a:cubicBezTo>
                    <a:pt x="1216" y="34"/>
                    <a:pt x="942" y="0"/>
                    <a:pt x="66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5" name="Google Shape;5445;p15"/>
            <p:cNvSpPr/>
            <p:nvPr/>
          </p:nvSpPr>
          <p:spPr>
            <a:xfrm>
              <a:off x="1973325" y="914625"/>
              <a:ext cx="57200" cy="70275"/>
            </a:xfrm>
            <a:custGeom>
              <a:rect b="b" l="l" r="r" t="t"/>
              <a:pathLst>
                <a:path extrusionOk="0" h="2811" w="2288">
                  <a:moveTo>
                    <a:pt x="1327" y="0"/>
                  </a:moveTo>
                  <a:cubicBezTo>
                    <a:pt x="1238" y="37"/>
                    <a:pt x="214" y="232"/>
                    <a:pt x="106" y="408"/>
                  </a:cubicBezTo>
                  <a:cubicBezTo>
                    <a:pt x="1" y="583"/>
                    <a:pt x="1873" y="2776"/>
                    <a:pt x="2086" y="2810"/>
                  </a:cubicBezTo>
                  <a:cubicBezTo>
                    <a:pt x="2087" y="2810"/>
                    <a:pt x="2088" y="2810"/>
                    <a:pt x="2089" y="2810"/>
                  </a:cubicBezTo>
                  <a:cubicBezTo>
                    <a:pt x="2287" y="2810"/>
                    <a:pt x="1327" y="0"/>
                    <a:pt x="132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6" name="Google Shape;5446;p15"/>
            <p:cNvSpPr/>
            <p:nvPr/>
          </p:nvSpPr>
          <p:spPr>
            <a:xfrm>
              <a:off x="2183325" y="964975"/>
              <a:ext cx="59450" cy="59700"/>
            </a:xfrm>
            <a:custGeom>
              <a:rect b="b" l="l" r="r" t="t"/>
              <a:pathLst>
                <a:path extrusionOk="0" h="2388" w="2378">
                  <a:moveTo>
                    <a:pt x="1443" y="0"/>
                  </a:moveTo>
                  <a:cubicBezTo>
                    <a:pt x="1443" y="0"/>
                    <a:pt x="1" y="2388"/>
                    <a:pt x="272" y="2388"/>
                  </a:cubicBezTo>
                  <a:cubicBezTo>
                    <a:pt x="278" y="2388"/>
                    <a:pt x="285" y="2387"/>
                    <a:pt x="292" y="2385"/>
                  </a:cubicBezTo>
                  <a:cubicBezTo>
                    <a:pt x="647" y="2280"/>
                    <a:pt x="2377" y="1290"/>
                    <a:pt x="2235" y="972"/>
                  </a:cubicBezTo>
                  <a:cubicBezTo>
                    <a:pt x="2097" y="654"/>
                    <a:pt x="1443" y="0"/>
                    <a:pt x="1443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7" name="Google Shape;5447;p15"/>
            <p:cNvSpPr/>
            <p:nvPr/>
          </p:nvSpPr>
          <p:spPr>
            <a:xfrm>
              <a:off x="2196875" y="1006925"/>
              <a:ext cx="68575" cy="44650"/>
            </a:xfrm>
            <a:custGeom>
              <a:rect b="b" l="l" r="r" t="t"/>
              <a:pathLst>
                <a:path extrusionOk="0" h="1786" w="2743">
                  <a:moveTo>
                    <a:pt x="2101" y="0"/>
                  </a:moveTo>
                  <a:cubicBezTo>
                    <a:pt x="2101" y="0"/>
                    <a:pt x="0" y="1663"/>
                    <a:pt x="318" y="1768"/>
                  </a:cubicBezTo>
                  <a:cubicBezTo>
                    <a:pt x="353" y="1780"/>
                    <a:pt x="411" y="1785"/>
                    <a:pt x="486" y="1785"/>
                  </a:cubicBezTo>
                  <a:cubicBezTo>
                    <a:pt x="1081" y="1785"/>
                    <a:pt x="2743" y="1429"/>
                    <a:pt x="2650" y="1114"/>
                  </a:cubicBezTo>
                  <a:cubicBezTo>
                    <a:pt x="2542" y="759"/>
                    <a:pt x="2101" y="0"/>
                    <a:pt x="210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8" name="Google Shape;5448;p15"/>
            <p:cNvSpPr/>
            <p:nvPr/>
          </p:nvSpPr>
          <p:spPr>
            <a:xfrm>
              <a:off x="2216300" y="1054175"/>
              <a:ext cx="63400" cy="31000"/>
            </a:xfrm>
            <a:custGeom>
              <a:rect b="b" l="l" r="r" t="t"/>
              <a:pathLst>
                <a:path extrusionOk="0" h="1240" w="2536">
                  <a:moveTo>
                    <a:pt x="2172" y="1"/>
                  </a:moveTo>
                  <a:cubicBezTo>
                    <a:pt x="2172" y="1"/>
                    <a:pt x="0" y="513"/>
                    <a:pt x="318" y="797"/>
                  </a:cubicBezTo>
                  <a:cubicBezTo>
                    <a:pt x="547" y="1001"/>
                    <a:pt x="1606" y="1240"/>
                    <a:pt x="2171" y="1240"/>
                  </a:cubicBezTo>
                  <a:cubicBezTo>
                    <a:pt x="2391" y="1240"/>
                    <a:pt x="2536" y="1204"/>
                    <a:pt x="2526" y="1114"/>
                  </a:cubicBezTo>
                  <a:cubicBezTo>
                    <a:pt x="2489" y="797"/>
                    <a:pt x="2172" y="1"/>
                    <a:pt x="2172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9" name="Google Shape;5449;p15"/>
            <p:cNvSpPr/>
            <p:nvPr/>
          </p:nvSpPr>
          <p:spPr>
            <a:xfrm>
              <a:off x="2028075" y="1027275"/>
              <a:ext cx="72525" cy="48625"/>
            </a:xfrm>
            <a:custGeom>
              <a:rect b="b" l="l" r="r" t="t"/>
              <a:pathLst>
                <a:path extrusionOk="0" h="1945" w="2901">
                  <a:moveTo>
                    <a:pt x="991" y="1"/>
                  </a:moveTo>
                  <a:cubicBezTo>
                    <a:pt x="991" y="1"/>
                    <a:pt x="355" y="636"/>
                    <a:pt x="180" y="988"/>
                  </a:cubicBezTo>
                  <a:cubicBezTo>
                    <a:pt x="1" y="1342"/>
                    <a:pt x="2298" y="1907"/>
                    <a:pt x="2616" y="1944"/>
                  </a:cubicBezTo>
                  <a:cubicBezTo>
                    <a:pt x="2619" y="1944"/>
                    <a:pt x="2621" y="1944"/>
                    <a:pt x="2624" y="1944"/>
                  </a:cubicBezTo>
                  <a:cubicBezTo>
                    <a:pt x="2901" y="1944"/>
                    <a:pt x="991" y="1"/>
                    <a:pt x="99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0" name="Google Shape;5450;p15"/>
            <p:cNvSpPr/>
            <p:nvPr/>
          </p:nvSpPr>
          <p:spPr>
            <a:xfrm>
              <a:off x="2004475" y="1061750"/>
              <a:ext cx="89950" cy="47050"/>
            </a:xfrm>
            <a:custGeom>
              <a:rect b="b" l="l" r="r" t="t"/>
              <a:pathLst>
                <a:path extrusionOk="0" h="1882" w="3598">
                  <a:moveTo>
                    <a:pt x="803" y="0"/>
                  </a:moveTo>
                  <a:cubicBezTo>
                    <a:pt x="803" y="0"/>
                    <a:pt x="204" y="953"/>
                    <a:pt x="96" y="1271"/>
                  </a:cubicBezTo>
                  <a:cubicBezTo>
                    <a:pt x="1" y="1561"/>
                    <a:pt x="2581" y="1882"/>
                    <a:pt x="3221" y="1882"/>
                  </a:cubicBezTo>
                  <a:cubicBezTo>
                    <a:pt x="3282" y="1882"/>
                    <a:pt x="3326" y="1879"/>
                    <a:pt x="3347" y="1872"/>
                  </a:cubicBezTo>
                  <a:cubicBezTo>
                    <a:pt x="3597" y="1801"/>
                    <a:pt x="803" y="0"/>
                    <a:pt x="803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1" name="Google Shape;5451;p15"/>
            <p:cNvSpPr/>
            <p:nvPr/>
          </p:nvSpPr>
          <p:spPr>
            <a:xfrm>
              <a:off x="1988375" y="1105475"/>
              <a:ext cx="68950" cy="31625"/>
            </a:xfrm>
            <a:custGeom>
              <a:rect b="b" l="l" r="r" t="t"/>
              <a:pathLst>
                <a:path extrusionOk="0" h="1265" w="2758">
                  <a:moveTo>
                    <a:pt x="404" y="0"/>
                  </a:moveTo>
                  <a:cubicBezTo>
                    <a:pt x="404" y="0"/>
                    <a:pt x="0" y="867"/>
                    <a:pt x="0" y="1113"/>
                  </a:cubicBezTo>
                  <a:cubicBezTo>
                    <a:pt x="0" y="1225"/>
                    <a:pt x="477" y="1265"/>
                    <a:pt x="1018" y="1265"/>
                  </a:cubicBezTo>
                  <a:cubicBezTo>
                    <a:pt x="1674" y="1265"/>
                    <a:pt x="2427" y="1206"/>
                    <a:pt x="2545" y="1147"/>
                  </a:cubicBezTo>
                  <a:cubicBezTo>
                    <a:pt x="2758" y="1039"/>
                    <a:pt x="404" y="0"/>
                    <a:pt x="404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2" name="Google Shape;5452;p15"/>
            <p:cNvSpPr/>
            <p:nvPr/>
          </p:nvSpPr>
          <p:spPr>
            <a:xfrm>
              <a:off x="2023675" y="1229075"/>
              <a:ext cx="42425" cy="59725"/>
            </a:xfrm>
            <a:custGeom>
              <a:rect b="b" l="l" r="r" t="t"/>
              <a:pathLst>
                <a:path extrusionOk="0" h="2389" w="1697">
                  <a:moveTo>
                    <a:pt x="1638" y="0"/>
                  </a:moveTo>
                  <a:cubicBezTo>
                    <a:pt x="1439" y="0"/>
                    <a:pt x="1" y="1468"/>
                    <a:pt x="1" y="1468"/>
                  </a:cubicBezTo>
                  <a:cubicBezTo>
                    <a:pt x="1" y="1468"/>
                    <a:pt x="849" y="2316"/>
                    <a:pt x="1167" y="2387"/>
                  </a:cubicBezTo>
                  <a:cubicBezTo>
                    <a:pt x="1172" y="2388"/>
                    <a:pt x="1177" y="2389"/>
                    <a:pt x="1182" y="2389"/>
                  </a:cubicBezTo>
                  <a:cubicBezTo>
                    <a:pt x="1491" y="2389"/>
                    <a:pt x="1697" y="228"/>
                    <a:pt x="1660" y="19"/>
                  </a:cubicBezTo>
                  <a:cubicBezTo>
                    <a:pt x="1658" y="6"/>
                    <a:pt x="1651" y="0"/>
                    <a:pt x="1638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3" name="Google Shape;5453;p15"/>
            <p:cNvSpPr/>
            <p:nvPr/>
          </p:nvSpPr>
          <p:spPr>
            <a:xfrm>
              <a:off x="2064325" y="1227100"/>
              <a:ext cx="42425" cy="76875"/>
            </a:xfrm>
            <a:custGeom>
              <a:rect b="b" l="l" r="r" t="t"/>
              <a:pathLst>
                <a:path extrusionOk="0" h="3075" w="1697">
                  <a:moveTo>
                    <a:pt x="1292" y="0"/>
                  </a:moveTo>
                  <a:cubicBezTo>
                    <a:pt x="975" y="0"/>
                    <a:pt x="0" y="2642"/>
                    <a:pt x="0" y="2642"/>
                  </a:cubicBezTo>
                  <a:cubicBezTo>
                    <a:pt x="0" y="2642"/>
                    <a:pt x="1175" y="3074"/>
                    <a:pt x="1473" y="3074"/>
                  </a:cubicBezTo>
                  <a:cubicBezTo>
                    <a:pt x="1493" y="3074"/>
                    <a:pt x="1509" y="3072"/>
                    <a:pt x="1521" y="3068"/>
                  </a:cubicBezTo>
                  <a:cubicBezTo>
                    <a:pt x="1697" y="2997"/>
                    <a:pt x="1589" y="381"/>
                    <a:pt x="1342" y="30"/>
                  </a:cubicBezTo>
                  <a:cubicBezTo>
                    <a:pt x="1328" y="10"/>
                    <a:pt x="1311" y="0"/>
                    <a:pt x="1292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4" name="Google Shape;5454;p15"/>
            <p:cNvSpPr/>
            <p:nvPr/>
          </p:nvSpPr>
          <p:spPr>
            <a:xfrm>
              <a:off x="2111125" y="1251175"/>
              <a:ext cx="27400" cy="59575"/>
            </a:xfrm>
            <a:custGeom>
              <a:rect b="b" l="l" r="r" t="t"/>
              <a:pathLst>
                <a:path extrusionOk="0" h="2383" w="1096">
                  <a:moveTo>
                    <a:pt x="784" y="1"/>
                  </a:moveTo>
                  <a:cubicBezTo>
                    <a:pt x="511" y="1"/>
                    <a:pt x="0" y="2281"/>
                    <a:pt x="0" y="2281"/>
                  </a:cubicBezTo>
                  <a:cubicBezTo>
                    <a:pt x="97" y="2361"/>
                    <a:pt x="305" y="2383"/>
                    <a:pt x="502" y="2383"/>
                  </a:cubicBezTo>
                  <a:cubicBezTo>
                    <a:pt x="737" y="2383"/>
                    <a:pt x="957" y="2352"/>
                    <a:pt x="957" y="2352"/>
                  </a:cubicBezTo>
                  <a:cubicBezTo>
                    <a:pt x="957" y="2352"/>
                    <a:pt x="1095" y="513"/>
                    <a:pt x="849" y="54"/>
                  </a:cubicBezTo>
                  <a:cubicBezTo>
                    <a:pt x="829" y="18"/>
                    <a:pt x="808" y="1"/>
                    <a:pt x="78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5" name="Google Shape;5455;p15"/>
            <p:cNvSpPr/>
            <p:nvPr/>
          </p:nvSpPr>
          <p:spPr>
            <a:xfrm>
              <a:off x="1967250" y="997225"/>
              <a:ext cx="181550" cy="317600"/>
            </a:xfrm>
            <a:custGeom>
              <a:rect b="b" l="l" r="r" t="t"/>
              <a:pathLst>
                <a:path extrusionOk="0" h="12704" w="7262">
                  <a:moveTo>
                    <a:pt x="5755" y="0"/>
                  </a:moveTo>
                  <a:cubicBezTo>
                    <a:pt x="5585" y="0"/>
                    <a:pt x="5403" y="17"/>
                    <a:pt x="5210" y="58"/>
                  </a:cubicBezTo>
                  <a:cubicBezTo>
                    <a:pt x="3689" y="382"/>
                    <a:pt x="2242" y="1980"/>
                    <a:pt x="913" y="4808"/>
                  </a:cubicBezTo>
                  <a:cubicBezTo>
                    <a:pt x="65" y="6612"/>
                    <a:pt x="0" y="8176"/>
                    <a:pt x="725" y="9453"/>
                  </a:cubicBezTo>
                  <a:cubicBezTo>
                    <a:pt x="1536" y="10887"/>
                    <a:pt x="3205" y="11695"/>
                    <a:pt x="4463" y="12121"/>
                  </a:cubicBezTo>
                  <a:cubicBezTo>
                    <a:pt x="5293" y="12398"/>
                    <a:pt x="6147" y="12596"/>
                    <a:pt x="7017" y="12704"/>
                  </a:cubicBezTo>
                  <a:lnTo>
                    <a:pt x="7023" y="12704"/>
                  </a:lnTo>
                  <a:cubicBezTo>
                    <a:pt x="7024" y="12704"/>
                    <a:pt x="7025" y="12704"/>
                    <a:pt x="7026" y="12704"/>
                  </a:cubicBezTo>
                  <a:cubicBezTo>
                    <a:pt x="7119" y="12704"/>
                    <a:pt x="7124" y="12568"/>
                    <a:pt x="7032" y="12562"/>
                  </a:cubicBezTo>
                  <a:cubicBezTo>
                    <a:pt x="6172" y="12454"/>
                    <a:pt x="5327" y="12260"/>
                    <a:pt x="4506" y="11985"/>
                  </a:cubicBezTo>
                  <a:cubicBezTo>
                    <a:pt x="3273" y="11569"/>
                    <a:pt x="1635" y="10776"/>
                    <a:pt x="848" y="9382"/>
                  </a:cubicBezTo>
                  <a:cubicBezTo>
                    <a:pt x="148" y="8145"/>
                    <a:pt x="213" y="6628"/>
                    <a:pt x="1040" y="4867"/>
                  </a:cubicBezTo>
                  <a:cubicBezTo>
                    <a:pt x="2671" y="1400"/>
                    <a:pt x="4223" y="413"/>
                    <a:pt x="5234" y="197"/>
                  </a:cubicBezTo>
                  <a:cubicBezTo>
                    <a:pt x="5415" y="158"/>
                    <a:pt x="5586" y="142"/>
                    <a:pt x="5745" y="142"/>
                  </a:cubicBezTo>
                  <a:cubicBezTo>
                    <a:pt x="6580" y="142"/>
                    <a:pt x="7107" y="587"/>
                    <a:pt x="7113" y="592"/>
                  </a:cubicBezTo>
                  <a:cubicBezTo>
                    <a:pt x="7127" y="605"/>
                    <a:pt x="7143" y="610"/>
                    <a:pt x="7158" y="610"/>
                  </a:cubicBezTo>
                  <a:cubicBezTo>
                    <a:pt x="7215" y="610"/>
                    <a:pt x="7261" y="533"/>
                    <a:pt x="7205" y="484"/>
                  </a:cubicBezTo>
                  <a:cubicBezTo>
                    <a:pt x="7177" y="461"/>
                    <a:pt x="6633" y="0"/>
                    <a:pt x="575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6" name="Google Shape;5456;p15"/>
            <p:cNvSpPr/>
            <p:nvPr/>
          </p:nvSpPr>
          <p:spPr>
            <a:xfrm>
              <a:off x="1688350" y="1264425"/>
              <a:ext cx="247700" cy="56425"/>
            </a:xfrm>
            <a:custGeom>
              <a:rect b="b" l="l" r="r" t="t"/>
              <a:pathLst>
                <a:path extrusionOk="0" h="2257" w="9908">
                  <a:moveTo>
                    <a:pt x="2979" y="1"/>
                  </a:moveTo>
                  <a:cubicBezTo>
                    <a:pt x="1116" y="1"/>
                    <a:pt x="88" y="560"/>
                    <a:pt x="68" y="569"/>
                  </a:cubicBezTo>
                  <a:cubicBezTo>
                    <a:pt x="0" y="608"/>
                    <a:pt x="38" y="703"/>
                    <a:pt x="102" y="703"/>
                  </a:cubicBezTo>
                  <a:cubicBezTo>
                    <a:pt x="114" y="703"/>
                    <a:pt x="126" y="700"/>
                    <a:pt x="139" y="693"/>
                  </a:cubicBezTo>
                  <a:cubicBezTo>
                    <a:pt x="148" y="690"/>
                    <a:pt x="1046" y="193"/>
                    <a:pt x="2671" y="137"/>
                  </a:cubicBezTo>
                  <a:cubicBezTo>
                    <a:pt x="2767" y="134"/>
                    <a:pt x="2866" y="132"/>
                    <a:pt x="2970" y="132"/>
                  </a:cubicBezTo>
                  <a:cubicBezTo>
                    <a:pt x="4491" y="132"/>
                    <a:pt x="6828" y="526"/>
                    <a:pt x="9774" y="2247"/>
                  </a:cubicBezTo>
                  <a:cubicBezTo>
                    <a:pt x="9784" y="2253"/>
                    <a:pt x="9796" y="2256"/>
                    <a:pt x="9808" y="2256"/>
                  </a:cubicBezTo>
                  <a:cubicBezTo>
                    <a:pt x="9882" y="2256"/>
                    <a:pt x="9907" y="2161"/>
                    <a:pt x="9845" y="2127"/>
                  </a:cubicBezTo>
                  <a:cubicBezTo>
                    <a:pt x="6973" y="446"/>
                    <a:pt x="4643" y="1"/>
                    <a:pt x="29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7" name="Google Shape;5457;p15"/>
            <p:cNvSpPr/>
            <p:nvPr/>
          </p:nvSpPr>
          <p:spPr>
            <a:xfrm>
              <a:off x="1944050" y="1325075"/>
              <a:ext cx="34850" cy="45350"/>
            </a:xfrm>
            <a:custGeom>
              <a:rect b="b" l="l" r="r" t="t"/>
              <a:pathLst>
                <a:path extrusionOk="0" h="1814" w="1394">
                  <a:moveTo>
                    <a:pt x="114" y="0"/>
                  </a:moveTo>
                  <a:lnTo>
                    <a:pt x="114" y="0"/>
                  </a:lnTo>
                  <a:cubicBezTo>
                    <a:pt x="114" y="0"/>
                    <a:pt x="0" y="1814"/>
                    <a:pt x="220" y="1814"/>
                  </a:cubicBezTo>
                  <a:cubicBezTo>
                    <a:pt x="230" y="1814"/>
                    <a:pt x="239" y="1811"/>
                    <a:pt x="250" y="1804"/>
                  </a:cubicBezTo>
                  <a:cubicBezTo>
                    <a:pt x="509" y="1638"/>
                    <a:pt x="1394" y="561"/>
                    <a:pt x="1394" y="561"/>
                  </a:cubicBezTo>
                  <a:lnTo>
                    <a:pt x="114" y="0"/>
                  </a:ln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8" name="Google Shape;5458;p15"/>
            <p:cNvSpPr/>
            <p:nvPr/>
          </p:nvSpPr>
          <p:spPr>
            <a:xfrm>
              <a:off x="1980300" y="1342025"/>
              <a:ext cx="35700" cy="42600"/>
            </a:xfrm>
            <a:custGeom>
              <a:rect b="b" l="l" r="r" t="t"/>
              <a:pathLst>
                <a:path extrusionOk="0" h="1704" w="1428">
                  <a:moveTo>
                    <a:pt x="274" y="1"/>
                  </a:moveTo>
                  <a:cubicBezTo>
                    <a:pt x="274" y="1"/>
                    <a:pt x="0" y="1703"/>
                    <a:pt x="156" y="1703"/>
                  </a:cubicBezTo>
                  <a:cubicBezTo>
                    <a:pt x="157" y="1703"/>
                    <a:pt x="159" y="1703"/>
                    <a:pt x="160" y="1703"/>
                  </a:cubicBezTo>
                  <a:cubicBezTo>
                    <a:pt x="323" y="1682"/>
                    <a:pt x="1427" y="380"/>
                    <a:pt x="1239" y="260"/>
                  </a:cubicBezTo>
                  <a:cubicBezTo>
                    <a:pt x="1048" y="142"/>
                    <a:pt x="274" y="1"/>
                    <a:pt x="27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9" name="Google Shape;5459;p15"/>
            <p:cNvSpPr/>
            <p:nvPr/>
          </p:nvSpPr>
          <p:spPr>
            <a:xfrm>
              <a:off x="2016050" y="1349750"/>
              <a:ext cx="31225" cy="42975"/>
            </a:xfrm>
            <a:custGeom>
              <a:rect b="b" l="l" r="r" t="t"/>
              <a:pathLst>
                <a:path extrusionOk="0" h="1719" w="1249">
                  <a:moveTo>
                    <a:pt x="1" y="0"/>
                  </a:moveTo>
                  <a:cubicBezTo>
                    <a:pt x="1" y="0"/>
                    <a:pt x="1" y="1672"/>
                    <a:pt x="210" y="1718"/>
                  </a:cubicBezTo>
                  <a:cubicBezTo>
                    <a:pt x="213" y="1719"/>
                    <a:pt x="216" y="1719"/>
                    <a:pt x="220" y="1719"/>
                  </a:cubicBezTo>
                  <a:cubicBezTo>
                    <a:pt x="446" y="1719"/>
                    <a:pt x="1248" y="138"/>
                    <a:pt x="1154" y="117"/>
                  </a:cubicBezTo>
                  <a:cubicBezTo>
                    <a:pt x="1058" y="93"/>
                    <a:pt x="210" y="93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0" name="Google Shape;5460;p15"/>
            <p:cNvSpPr/>
            <p:nvPr/>
          </p:nvSpPr>
          <p:spPr>
            <a:xfrm>
              <a:off x="2136825" y="1354750"/>
              <a:ext cx="45350" cy="62100"/>
            </a:xfrm>
            <a:custGeom>
              <a:rect b="b" l="l" r="r" t="t"/>
              <a:pathLst>
                <a:path extrusionOk="0" h="2484" w="1814">
                  <a:moveTo>
                    <a:pt x="87" y="1"/>
                  </a:moveTo>
                  <a:cubicBezTo>
                    <a:pt x="0" y="1"/>
                    <a:pt x="246" y="2483"/>
                    <a:pt x="246" y="2483"/>
                  </a:cubicBezTo>
                  <a:cubicBezTo>
                    <a:pt x="1128" y="2308"/>
                    <a:pt x="1606" y="2036"/>
                    <a:pt x="1711" y="1866"/>
                  </a:cubicBezTo>
                  <a:cubicBezTo>
                    <a:pt x="1813" y="1697"/>
                    <a:pt x="194" y="105"/>
                    <a:pt x="92" y="4"/>
                  </a:cubicBezTo>
                  <a:cubicBezTo>
                    <a:pt x="90" y="2"/>
                    <a:pt x="88" y="1"/>
                    <a:pt x="87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1" name="Google Shape;5461;p15"/>
            <p:cNvSpPr/>
            <p:nvPr/>
          </p:nvSpPr>
          <p:spPr>
            <a:xfrm>
              <a:off x="2160325" y="1332350"/>
              <a:ext cx="63950" cy="65525"/>
            </a:xfrm>
            <a:custGeom>
              <a:rect b="b" l="l" r="r" t="t"/>
              <a:pathLst>
                <a:path extrusionOk="0" h="2621" w="2558">
                  <a:moveTo>
                    <a:pt x="297" y="0"/>
                  </a:moveTo>
                  <a:cubicBezTo>
                    <a:pt x="0" y="0"/>
                    <a:pt x="1197" y="2621"/>
                    <a:pt x="1197" y="2621"/>
                  </a:cubicBezTo>
                  <a:cubicBezTo>
                    <a:pt x="1197" y="2621"/>
                    <a:pt x="2045" y="2127"/>
                    <a:pt x="2363" y="1735"/>
                  </a:cubicBezTo>
                  <a:cubicBezTo>
                    <a:pt x="2557" y="1501"/>
                    <a:pt x="784" y="252"/>
                    <a:pt x="343" y="14"/>
                  </a:cubicBezTo>
                  <a:cubicBezTo>
                    <a:pt x="325" y="5"/>
                    <a:pt x="310" y="0"/>
                    <a:pt x="29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2" name="Google Shape;5462;p15"/>
            <p:cNvSpPr/>
            <p:nvPr/>
          </p:nvSpPr>
          <p:spPr>
            <a:xfrm>
              <a:off x="2185375" y="1315650"/>
              <a:ext cx="63475" cy="51775"/>
            </a:xfrm>
            <a:custGeom>
              <a:rect b="b" l="l" r="r" t="t"/>
              <a:pathLst>
                <a:path extrusionOk="0" h="2071" w="2539">
                  <a:moveTo>
                    <a:pt x="271" y="0"/>
                  </a:moveTo>
                  <a:cubicBezTo>
                    <a:pt x="0" y="0"/>
                    <a:pt x="1749" y="2070"/>
                    <a:pt x="1749" y="2070"/>
                  </a:cubicBezTo>
                  <a:cubicBezTo>
                    <a:pt x="2055" y="1867"/>
                    <a:pt x="2539" y="1228"/>
                    <a:pt x="2505" y="1025"/>
                  </a:cubicBezTo>
                  <a:cubicBezTo>
                    <a:pt x="2471" y="818"/>
                    <a:pt x="667" y="106"/>
                    <a:pt x="294" y="4"/>
                  </a:cubicBezTo>
                  <a:cubicBezTo>
                    <a:pt x="285" y="1"/>
                    <a:pt x="278" y="0"/>
                    <a:pt x="27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3" name="Google Shape;5463;p15"/>
            <p:cNvSpPr/>
            <p:nvPr/>
          </p:nvSpPr>
          <p:spPr>
            <a:xfrm>
              <a:off x="2239425" y="1212925"/>
              <a:ext cx="57550" cy="35675"/>
            </a:xfrm>
            <a:custGeom>
              <a:rect b="b" l="l" r="r" t="t"/>
              <a:pathLst>
                <a:path extrusionOk="0" h="1427" w="2302">
                  <a:moveTo>
                    <a:pt x="1195" y="1"/>
                  </a:moveTo>
                  <a:cubicBezTo>
                    <a:pt x="728" y="1"/>
                    <a:pt x="257" y="30"/>
                    <a:pt x="173" y="63"/>
                  </a:cubicBezTo>
                  <a:cubicBezTo>
                    <a:pt x="1" y="131"/>
                    <a:pt x="2042" y="1426"/>
                    <a:pt x="2042" y="1426"/>
                  </a:cubicBezTo>
                  <a:cubicBezTo>
                    <a:pt x="2042" y="1426"/>
                    <a:pt x="2302" y="288"/>
                    <a:pt x="2203" y="119"/>
                  </a:cubicBezTo>
                  <a:cubicBezTo>
                    <a:pt x="2151" y="31"/>
                    <a:pt x="1675" y="1"/>
                    <a:pt x="1195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4" name="Google Shape;5464;p15"/>
            <p:cNvSpPr/>
            <p:nvPr/>
          </p:nvSpPr>
          <p:spPr>
            <a:xfrm>
              <a:off x="2236025" y="1172125"/>
              <a:ext cx="61025" cy="28750"/>
            </a:xfrm>
            <a:custGeom>
              <a:rect b="b" l="l" r="r" t="t"/>
              <a:pathLst>
                <a:path extrusionOk="0" h="1150" w="2441">
                  <a:moveTo>
                    <a:pt x="2241" y="1"/>
                  </a:moveTo>
                  <a:cubicBezTo>
                    <a:pt x="1821" y="1"/>
                    <a:pt x="257" y="760"/>
                    <a:pt x="137" y="881"/>
                  </a:cubicBezTo>
                  <a:cubicBezTo>
                    <a:pt x="1" y="1014"/>
                    <a:pt x="2391" y="1149"/>
                    <a:pt x="2391" y="1149"/>
                  </a:cubicBezTo>
                  <a:cubicBezTo>
                    <a:pt x="2391" y="1149"/>
                    <a:pt x="2441" y="273"/>
                    <a:pt x="2339" y="39"/>
                  </a:cubicBezTo>
                  <a:cubicBezTo>
                    <a:pt x="2327" y="13"/>
                    <a:pt x="2293" y="1"/>
                    <a:pt x="224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5" name="Google Shape;5465;p15"/>
            <p:cNvSpPr/>
            <p:nvPr/>
          </p:nvSpPr>
          <p:spPr>
            <a:xfrm>
              <a:off x="2242450" y="1242450"/>
              <a:ext cx="46350" cy="41875"/>
            </a:xfrm>
            <a:custGeom>
              <a:rect b="b" l="l" r="r" t="t"/>
              <a:pathLst>
                <a:path extrusionOk="0" h="1675" w="1854">
                  <a:moveTo>
                    <a:pt x="63" y="1"/>
                  </a:moveTo>
                  <a:cubicBezTo>
                    <a:pt x="18" y="1"/>
                    <a:pt x="0" y="12"/>
                    <a:pt x="18" y="39"/>
                  </a:cubicBezTo>
                  <a:cubicBezTo>
                    <a:pt x="154" y="242"/>
                    <a:pt x="1243" y="1640"/>
                    <a:pt x="1480" y="1673"/>
                  </a:cubicBezTo>
                  <a:cubicBezTo>
                    <a:pt x="1484" y="1674"/>
                    <a:pt x="1487" y="1674"/>
                    <a:pt x="1490" y="1674"/>
                  </a:cubicBezTo>
                  <a:cubicBezTo>
                    <a:pt x="1722" y="1674"/>
                    <a:pt x="1854" y="514"/>
                    <a:pt x="1854" y="514"/>
                  </a:cubicBezTo>
                  <a:cubicBezTo>
                    <a:pt x="1854" y="514"/>
                    <a:pt x="361" y="1"/>
                    <a:pt x="63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6" name="Google Shape;5466;p15"/>
            <p:cNvSpPr/>
            <p:nvPr/>
          </p:nvSpPr>
          <p:spPr>
            <a:xfrm>
              <a:off x="1621000" y="992850"/>
              <a:ext cx="27275" cy="30050"/>
            </a:xfrm>
            <a:custGeom>
              <a:rect b="b" l="l" r="r" t="t"/>
              <a:pathLst>
                <a:path extrusionOk="0" h="1202" w="1091">
                  <a:moveTo>
                    <a:pt x="635" y="0"/>
                  </a:moveTo>
                  <a:cubicBezTo>
                    <a:pt x="590" y="0"/>
                    <a:pt x="545" y="41"/>
                    <a:pt x="566" y="98"/>
                  </a:cubicBezTo>
                  <a:cubicBezTo>
                    <a:pt x="702" y="446"/>
                    <a:pt x="838" y="853"/>
                    <a:pt x="865" y="1026"/>
                  </a:cubicBezTo>
                  <a:cubicBezTo>
                    <a:pt x="804" y="977"/>
                    <a:pt x="714" y="896"/>
                    <a:pt x="643" y="832"/>
                  </a:cubicBezTo>
                  <a:cubicBezTo>
                    <a:pt x="452" y="659"/>
                    <a:pt x="255" y="483"/>
                    <a:pt x="113" y="458"/>
                  </a:cubicBezTo>
                  <a:cubicBezTo>
                    <a:pt x="108" y="458"/>
                    <a:pt x="103" y="457"/>
                    <a:pt x="99" y="457"/>
                  </a:cubicBezTo>
                  <a:cubicBezTo>
                    <a:pt x="18" y="457"/>
                    <a:pt x="1" y="583"/>
                    <a:pt x="91" y="597"/>
                  </a:cubicBezTo>
                  <a:cubicBezTo>
                    <a:pt x="190" y="616"/>
                    <a:pt x="396" y="801"/>
                    <a:pt x="548" y="936"/>
                  </a:cubicBezTo>
                  <a:cubicBezTo>
                    <a:pt x="720" y="1091"/>
                    <a:pt x="822" y="1180"/>
                    <a:pt x="896" y="1199"/>
                  </a:cubicBezTo>
                  <a:cubicBezTo>
                    <a:pt x="902" y="1199"/>
                    <a:pt x="912" y="1202"/>
                    <a:pt x="921" y="1202"/>
                  </a:cubicBezTo>
                  <a:cubicBezTo>
                    <a:pt x="945" y="1202"/>
                    <a:pt x="970" y="1192"/>
                    <a:pt x="986" y="1174"/>
                  </a:cubicBezTo>
                  <a:cubicBezTo>
                    <a:pt x="1013" y="1140"/>
                    <a:pt x="1090" y="1057"/>
                    <a:pt x="699" y="45"/>
                  </a:cubicBezTo>
                  <a:cubicBezTo>
                    <a:pt x="686" y="14"/>
                    <a:pt x="661" y="0"/>
                    <a:pt x="6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7" name="Google Shape;5467;p15"/>
            <p:cNvSpPr/>
            <p:nvPr/>
          </p:nvSpPr>
          <p:spPr>
            <a:xfrm>
              <a:off x="1806700" y="885925"/>
              <a:ext cx="20925" cy="24950"/>
            </a:xfrm>
            <a:custGeom>
              <a:rect b="b" l="l" r="r" t="t"/>
              <a:pathLst>
                <a:path extrusionOk="0" h="998" w="837">
                  <a:moveTo>
                    <a:pt x="94" y="0"/>
                  </a:moveTo>
                  <a:cubicBezTo>
                    <a:pt x="47" y="0"/>
                    <a:pt x="0" y="49"/>
                    <a:pt x="32" y="106"/>
                  </a:cubicBezTo>
                  <a:cubicBezTo>
                    <a:pt x="133" y="291"/>
                    <a:pt x="473" y="902"/>
                    <a:pt x="584" y="979"/>
                  </a:cubicBezTo>
                  <a:cubicBezTo>
                    <a:pt x="602" y="991"/>
                    <a:pt x="624" y="997"/>
                    <a:pt x="645" y="997"/>
                  </a:cubicBezTo>
                  <a:cubicBezTo>
                    <a:pt x="664" y="997"/>
                    <a:pt x="679" y="994"/>
                    <a:pt x="695" y="985"/>
                  </a:cubicBezTo>
                  <a:cubicBezTo>
                    <a:pt x="818" y="920"/>
                    <a:pt x="837" y="538"/>
                    <a:pt x="837" y="319"/>
                  </a:cubicBezTo>
                  <a:cubicBezTo>
                    <a:pt x="832" y="274"/>
                    <a:pt x="798" y="252"/>
                    <a:pt x="764" y="252"/>
                  </a:cubicBezTo>
                  <a:cubicBezTo>
                    <a:pt x="731" y="252"/>
                    <a:pt x="698" y="274"/>
                    <a:pt x="695" y="319"/>
                  </a:cubicBezTo>
                  <a:cubicBezTo>
                    <a:pt x="695" y="553"/>
                    <a:pt x="667" y="757"/>
                    <a:pt x="639" y="834"/>
                  </a:cubicBezTo>
                  <a:cubicBezTo>
                    <a:pt x="553" y="732"/>
                    <a:pt x="337" y="368"/>
                    <a:pt x="155" y="38"/>
                  </a:cubicBezTo>
                  <a:cubicBezTo>
                    <a:pt x="140" y="11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71" name="Shape 5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2" name="Google Shape;5472;p16"/>
          <p:cNvSpPr txBox="1"/>
          <p:nvPr>
            <p:ph type="title"/>
          </p:nvPr>
        </p:nvSpPr>
        <p:spPr>
          <a:xfrm>
            <a:off x="841006" y="459728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Admin felület - Állatok kezelése</a:t>
            </a:r>
            <a:endParaRPr/>
          </a:p>
        </p:txBody>
      </p:sp>
      <p:sp>
        <p:nvSpPr>
          <p:cNvPr id="5473" name="Google Shape;5473;p16"/>
          <p:cNvSpPr txBox="1"/>
          <p:nvPr/>
        </p:nvSpPr>
        <p:spPr>
          <a:xfrm>
            <a:off x="2094608" y="1512732"/>
            <a:ext cx="7116600" cy="277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1" i="0" lang="hu-HU" sz="2000" u="sng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Állatok listája</a:t>
            </a:r>
            <a:endParaRPr b="0" i="0" sz="2000" u="sng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Táblázatos nézet</a:t>
            </a:r>
            <a:endParaRPr/>
          </a:p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Oszlopok: ID, név, faj, fajta, kor, státusz</a:t>
            </a:r>
            <a:endParaRPr/>
          </a:p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Műveletek:</a:t>
            </a:r>
            <a:endParaRPr/>
          </a:p>
          <a:p>
            <a:pPr indent="0" lvl="1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✏️ Szerkesztés</a:t>
            </a:r>
            <a:endParaRPr/>
          </a:p>
          <a:p>
            <a:pPr indent="0" lvl="1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🔄 Státusz váltás (örökbefogadott/elérhető)</a:t>
            </a:r>
            <a:endParaRPr/>
          </a:p>
          <a:p>
            <a:pPr indent="0" lvl="1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🗑️ Törlés</a:t>
            </a:r>
            <a:endParaRPr/>
          </a:p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Új állat hozzáadása modális űrlappal</a:t>
            </a:r>
            <a:endParaRPr/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</p:txBody>
      </p:sp>
      <p:grpSp>
        <p:nvGrpSpPr>
          <p:cNvPr id="5474" name="Google Shape;5474;p16"/>
          <p:cNvGrpSpPr/>
          <p:nvPr/>
        </p:nvGrpSpPr>
        <p:grpSpPr>
          <a:xfrm>
            <a:off x="7817012" y="3821947"/>
            <a:ext cx="1117593" cy="1085017"/>
            <a:chOff x="937900" y="2466900"/>
            <a:chExt cx="428525" cy="416050"/>
          </a:xfrm>
        </p:grpSpPr>
        <p:sp>
          <p:nvSpPr>
            <p:cNvPr id="5475" name="Google Shape;5475;p16"/>
            <p:cNvSpPr/>
            <p:nvPr/>
          </p:nvSpPr>
          <p:spPr>
            <a:xfrm>
              <a:off x="943000" y="2472825"/>
              <a:ext cx="420300" cy="405050"/>
            </a:xfrm>
            <a:custGeom>
              <a:rect b="b" l="l" r="r" t="t"/>
              <a:pathLst>
                <a:path extrusionOk="0" h="16202" w="16812">
                  <a:moveTo>
                    <a:pt x="16547" y="2387"/>
                  </a:moveTo>
                  <a:lnTo>
                    <a:pt x="16547" y="2387"/>
                  </a:lnTo>
                  <a:cubicBezTo>
                    <a:pt x="16546" y="2390"/>
                    <a:pt x="16544" y="2393"/>
                    <a:pt x="16543" y="2395"/>
                  </a:cubicBezTo>
                  <a:lnTo>
                    <a:pt x="16543" y="2395"/>
                  </a:lnTo>
                  <a:cubicBezTo>
                    <a:pt x="16547" y="2395"/>
                    <a:pt x="16547" y="2393"/>
                    <a:pt x="16547" y="2387"/>
                  </a:cubicBezTo>
                  <a:close/>
                  <a:moveTo>
                    <a:pt x="5353" y="3787"/>
                  </a:moveTo>
                  <a:cubicBezTo>
                    <a:pt x="5354" y="3792"/>
                    <a:pt x="5356" y="3796"/>
                    <a:pt x="5358" y="3800"/>
                  </a:cubicBezTo>
                  <a:lnTo>
                    <a:pt x="5358" y="3800"/>
                  </a:lnTo>
                  <a:cubicBezTo>
                    <a:pt x="5356" y="3796"/>
                    <a:pt x="5355" y="3792"/>
                    <a:pt x="5353" y="3787"/>
                  </a:cubicBezTo>
                  <a:close/>
                  <a:moveTo>
                    <a:pt x="14914" y="13813"/>
                  </a:moveTo>
                  <a:lnTo>
                    <a:pt x="14914" y="13813"/>
                  </a:lnTo>
                  <a:cubicBezTo>
                    <a:pt x="14914" y="13815"/>
                    <a:pt x="14913" y="13817"/>
                    <a:pt x="14913" y="13819"/>
                  </a:cubicBezTo>
                  <a:lnTo>
                    <a:pt x="14913" y="13819"/>
                  </a:lnTo>
                  <a:cubicBezTo>
                    <a:pt x="14914" y="13817"/>
                    <a:pt x="14914" y="13815"/>
                    <a:pt x="14914" y="13813"/>
                  </a:cubicBezTo>
                  <a:close/>
                  <a:moveTo>
                    <a:pt x="16248" y="1"/>
                  </a:moveTo>
                  <a:cubicBezTo>
                    <a:pt x="16257" y="17"/>
                    <a:pt x="16248" y="42"/>
                    <a:pt x="16232" y="42"/>
                  </a:cubicBezTo>
                  <a:cubicBezTo>
                    <a:pt x="16204" y="47"/>
                    <a:pt x="16174" y="49"/>
                    <a:pt x="16145" y="49"/>
                  </a:cubicBezTo>
                  <a:cubicBezTo>
                    <a:pt x="16080" y="49"/>
                    <a:pt x="16013" y="40"/>
                    <a:pt x="15950" y="34"/>
                  </a:cubicBezTo>
                  <a:cubicBezTo>
                    <a:pt x="15851" y="26"/>
                    <a:pt x="15760" y="26"/>
                    <a:pt x="15660" y="26"/>
                  </a:cubicBezTo>
                  <a:cubicBezTo>
                    <a:pt x="15561" y="26"/>
                    <a:pt x="15453" y="34"/>
                    <a:pt x="15345" y="42"/>
                  </a:cubicBezTo>
                  <a:cubicBezTo>
                    <a:pt x="15279" y="92"/>
                    <a:pt x="15180" y="125"/>
                    <a:pt x="15105" y="158"/>
                  </a:cubicBezTo>
                  <a:cubicBezTo>
                    <a:pt x="15014" y="200"/>
                    <a:pt x="14931" y="233"/>
                    <a:pt x="14848" y="266"/>
                  </a:cubicBezTo>
                  <a:cubicBezTo>
                    <a:pt x="14716" y="324"/>
                    <a:pt x="14583" y="374"/>
                    <a:pt x="14450" y="432"/>
                  </a:cubicBezTo>
                  <a:cubicBezTo>
                    <a:pt x="14426" y="448"/>
                    <a:pt x="14401" y="465"/>
                    <a:pt x="14376" y="481"/>
                  </a:cubicBezTo>
                  <a:cubicBezTo>
                    <a:pt x="14252" y="573"/>
                    <a:pt x="14136" y="664"/>
                    <a:pt x="14020" y="763"/>
                  </a:cubicBezTo>
                  <a:cubicBezTo>
                    <a:pt x="13912" y="854"/>
                    <a:pt x="13796" y="937"/>
                    <a:pt x="13680" y="1020"/>
                  </a:cubicBezTo>
                  <a:cubicBezTo>
                    <a:pt x="13547" y="1153"/>
                    <a:pt x="13415" y="1293"/>
                    <a:pt x="13299" y="1443"/>
                  </a:cubicBezTo>
                  <a:cubicBezTo>
                    <a:pt x="13291" y="1452"/>
                    <a:pt x="13283" y="1456"/>
                    <a:pt x="13274" y="1456"/>
                  </a:cubicBezTo>
                  <a:cubicBezTo>
                    <a:pt x="13252" y="1456"/>
                    <a:pt x="13230" y="1433"/>
                    <a:pt x="13224" y="1409"/>
                  </a:cubicBezTo>
                  <a:cubicBezTo>
                    <a:pt x="13174" y="1459"/>
                    <a:pt x="13133" y="1509"/>
                    <a:pt x="13092" y="1567"/>
                  </a:cubicBezTo>
                  <a:cubicBezTo>
                    <a:pt x="12918" y="1766"/>
                    <a:pt x="12752" y="1973"/>
                    <a:pt x="12578" y="2172"/>
                  </a:cubicBezTo>
                  <a:cubicBezTo>
                    <a:pt x="12573" y="2181"/>
                    <a:pt x="12565" y="2185"/>
                    <a:pt x="12558" y="2185"/>
                  </a:cubicBezTo>
                  <a:cubicBezTo>
                    <a:pt x="12553" y="2185"/>
                    <a:pt x="12548" y="2183"/>
                    <a:pt x="12545" y="2180"/>
                  </a:cubicBezTo>
                  <a:cubicBezTo>
                    <a:pt x="12470" y="2271"/>
                    <a:pt x="12404" y="2362"/>
                    <a:pt x="12338" y="2453"/>
                  </a:cubicBezTo>
                  <a:cubicBezTo>
                    <a:pt x="12329" y="2462"/>
                    <a:pt x="12321" y="2470"/>
                    <a:pt x="12304" y="2487"/>
                  </a:cubicBezTo>
                  <a:cubicBezTo>
                    <a:pt x="12304" y="2495"/>
                    <a:pt x="12304" y="2503"/>
                    <a:pt x="12304" y="2520"/>
                  </a:cubicBezTo>
                  <a:cubicBezTo>
                    <a:pt x="12255" y="2594"/>
                    <a:pt x="12205" y="2677"/>
                    <a:pt x="12155" y="2760"/>
                  </a:cubicBezTo>
                  <a:cubicBezTo>
                    <a:pt x="12130" y="2801"/>
                    <a:pt x="12106" y="2843"/>
                    <a:pt x="12081" y="2884"/>
                  </a:cubicBezTo>
                  <a:cubicBezTo>
                    <a:pt x="12072" y="2893"/>
                    <a:pt x="12064" y="2909"/>
                    <a:pt x="12064" y="2917"/>
                  </a:cubicBezTo>
                  <a:cubicBezTo>
                    <a:pt x="12056" y="2942"/>
                    <a:pt x="12039" y="2967"/>
                    <a:pt x="12014" y="2975"/>
                  </a:cubicBezTo>
                  <a:cubicBezTo>
                    <a:pt x="12006" y="2984"/>
                    <a:pt x="12006" y="2992"/>
                    <a:pt x="11998" y="2992"/>
                  </a:cubicBezTo>
                  <a:cubicBezTo>
                    <a:pt x="11988" y="2998"/>
                    <a:pt x="11980" y="3001"/>
                    <a:pt x="11973" y="3001"/>
                  </a:cubicBezTo>
                  <a:cubicBezTo>
                    <a:pt x="11960" y="3001"/>
                    <a:pt x="11950" y="2994"/>
                    <a:pt x="11940" y="2984"/>
                  </a:cubicBezTo>
                  <a:cubicBezTo>
                    <a:pt x="11923" y="2984"/>
                    <a:pt x="11907" y="2967"/>
                    <a:pt x="11898" y="2951"/>
                  </a:cubicBezTo>
                  <a:cubicBezTo>
                    <a:pt x="11884" y="2954"/>
                    <a:pt x="11869" y="2955"/>
                    <a:pt x="11853" y="2955"/>
                  </a:cubicBezTo>
                  <a:cubicBezTo>
                    <a:pt x="11748" y="2955"/>
                    <a:pt x="11629" y="2887"/>
                    <a:pt x="11542" y="2851"/>
                  </a:cubicBezTo>
                  <a:cubicBezTo>
                    <a:pt x="11443" y="2810"/>
                    <a:pt x="11343" y="2777"/>
                    <a:pt x="11244" y="2743"/>
                  </a:cubicBezTo>
                  <a:cubicBezTo>
                    <a:pt x="11215" y="2732"/>
                    <a:pt x="11140" y="2695"/>
                    <a:pt x="11084" y="2695"/>
                  </a:cubicBezTo>
                  <a:cubicBezTo>
                    <a:pt x="11061" y="2695"/>
                    <a:pt x="11041" y="2701"/>
                    <a:pt x="11029" y="2719"/>
                  </a:cubicBezTo>
                  <a:cubicBezTo>
                    <a:pt x="11020" y="2736"/>
                    <a:pt x="11000" y="2747"/>
                    <a:pt x="10980" y="2747"/>
                  </a:cubicBezTo>
                  <a:cubicBezTo>
                    <a:pt x="10962" y="2747"/>
                    <a:pt x="10945" y="2738"/>
                    <a:pt x="10937" y="2719"/>
                  </a:cubicBezTo>
                  <a:cubicBezTo>
                    <a:pt x="10904" y="2661"/>
                    <a:pt x="10879" y="2603"/>
                    <a:pt x="10855" y="2536"/>
                  </a:cubicBezTo>
                  <a:cubicBezTo>
                    <a:pt x="10846" y="2586"/>
                    <a:pt x="10838" y="2636"/>
                    <a:pt x="10830" y="2677"/>
                  </a:cubicBezTo>
                  <a:cubicBezTo>
                    <a:pt x="10823" y="2705"/>
                    <a:pt x="10793" y="2721"/>
                    <a:pt x="10769" y="2721"/>
                  </a:cubicBezTo>
                  <a:cubicBezTo>
                    <a:pt x="10764" y="2721"/>
                    <a:pt x="10759" y="2720"/>
                    <a:pt x="10755" y="2719"/>
                  </a:cubicBezTo>
                  <a:cubicBezTo>
                    <a:pt x="10739" y="2710"/>
                    <a:pt x="10722" y="2702"/>
                    <a:pt x="10705" y="2694"/>
                  </a:cubicBezTo>
                  <a:cubicBezTo>
                    <a:pt x="10697" y="2710"/>
                    <a:pt x="10689" y="2727"/>
                    <a:pt x="10672" y="2735"/>
                  </a:cubicBezTo>
                  <a:cubicBezTo>
                    <a:pt x="10660" y="2748"/>
                    <a:pt x="10643" y="2754"/>
                    <a:pt x="10627" y="2754"/>
                  </a:cubicBezTo>
                  <a:cubicBezTo>
                    <a:pt x="10610" y="2754"/>
                    <a:pt x="10594" y="2748"/>
                    <a:pt x="10581" y="2735"/>
                  </a:cubicBezTo>
                  <a:cubicBezTo>
                    <a:pt x="10565" y="2719"/>
                    <a:pt x="10556" y="2702"/>
                    <a:pt x="10540" y="2685"/>
                  </a:cubicBezTo>
                  <a:cubicBezTo>
                    <a:pt x="10508" y="2701"/>
                    <a:pt x="10467" y="2707"/>
                    <a:pt x="10424" y="2707"/>
                  </a:cubicBezTo>
                  <a:cubicBezTo>
                    <a:pt x="10399" y="2707"/>
                    <a:pt x="10373" y="2705"/>
                    <a:pt x="10349" y="2702"/>
                  </a:cubicBezTo>
                  <a:cubicBezTo>
                    <a:pt x="10200" y="2685"/>
                    <a:pt x="10051" y="2669"/>
                    <a:pt x="9902" y="2661"/>
                  </a:cubicBezTo>
                  <a:lnTo>
                    <a:pt x="9902" y="2685"/>
                  </a:lnTo>
                  <a:cubicBezTo>
                    <a:pt x="9897" y="2716"/>
                    <a:pt x="9869" y="2737"/>
                    <a:pt x="9843" y="2737"/>
                  </a:cubicBezTo>
                  <a:cubicBezTo>
                    <a:pt x="9827" y="2737"/>
                    <a:pt x="9812" y="2729"/>
                    <a:pt x="9802" y="2710"/>
                  </a:cubicBezTo>
                  <a:cubicBezTo>
                    <a:pt x="9777" y="2669"/>
                    <a:pt x="9753" y="2619"/>
                    <a:pt x="9728" y="2578"/>
                  </a:cubicBezTo>
                  <a:cubicBezTo>
                    <a:pt x="9719" y="2611"/>
                    <a:pt x="9711" y="2652"/>
                    <a:pt x="9711" y="2702"/>
                  </a:cubicBezTo>
                  <a:cubicBezTo>
                    <a:pt x="9711" y="2740"/>
                    <a:pt x="9684" y="2759"/>
                    <a:pt x="9655" y="2759"/>
                  </a:cubicBezTo>
                  <a:cubicBezTo>
                    <a:pt x="9633" y="2759"/>
                    <a:pt x="9609" y="2748"/>
                    <a:pt x="9595" y="2727"/>
                  </a:cubicBezTo>
                  <a:cubicBezTo>
                    <a:pt x="9587" y="2719"/>
                    <a:pt x="9579" y="2702"/>
                    <a:pt x="9570" y="2685"/>
                  </a:cubicBezTo>
                  <a:cubicBezTo>
                    <a:pt x="9537" y="2719"/>
                    <a:pt x="9504" y="2743"/>
                    <a:pt x="9463" y="2752"/>
                  </a:cubicBezTo>
                  <a:cubicBezTo>
                    <a:pt x="9471" y="2768"/>
                    <a:pt x="9463" y="2785"/>
                    <a:pt x="9446" y="2793"/>
                  </a:cubicBezTo>
                  <a:cubicBezTo>
                    <a:pt x="9419" y="2816"/>
                    <a:pt x="9388" y="2823"/>
                    <a:pt x="9357" y="2823"/>
                  </a:cubicBezTo>
                  <a:cubicBezTo>
                    <a:pt x="9320" y="2823"/>
                    <a:pt x="9283" y="2814"/>
                    <a:pt x="9247" y="2810"/>
                  </a:cubicBezTo>
                  <a:cubicBezTo>
                    <a:pt x="9214" y="2801"/>
                    <a:pt x="9181" y="2793"/>
                    <a:pt x="9148" y="2785"/>
                  </a:cubicBezTo>
                  <a:cubicBezTo>
                    <a:pt x="9131" y="2777"/>
                    <a:pt x="9115" y="2777"/>
                    <a:pt x="9106" y="2768"/>
                  </a:cubicBezTo>
                  <a:lnTo>
                    <a:pt x="9090" y="2768"/>
                  </a:lnTo>
                  <a:cubicBezTo>
                    <a:pt x="9081" y="2777"/>
                    <a:pt x="9081" y="2785"/>
                    <a:pt x="9081" y="2785"/>
                  </a:cubicBezTo>
                  <a:cubicBezTo>
                    <a:pt x="9073" y="2801"/>
                    <a:pt x="9065" y="2810"/>
                    <a:pt x="9048" y="2818"/>
                  </a:cubicBezTo>
                  <a:cubicBezTo>
                    <a:pt x="9036" y="2826"/>
                    <a:pt x="9021" y="2830"/>
                    <a:pt x="9006" y="2830"/>
                  </a:cubicBezTo>
                  <a:cubicBezTo>
                    <a:pt x="8990" y="2830"/>
                    <a:pt x="8974" y="2826"/>
                    <a:pt x="8957" y="2818"/>
                  </a:cubicBezTo>
                  <a:cubicBezTo>
                    <a:pt x="8924" y="2810"/>
                    <a:pt x="8891" y="2777"/>
                    <a:pt x="8849" y="2752"/>
                  </a:cubicBezTo>
                  <a:cubicBezTo>
                    <a:pt x="8841" y="2768"/>
                    <a:pt x="8825" y="2785"/>
                    <a:pt x="8808" y="2801"/>
                  </a:cubicBezTo>
                  <a:cubicBezTo>
                    <a:pt x="8785" y="2807"/>
                    <a:pt x="8761" y="2813"/>
                    <a:pt x="8741" y="2813"/>
                  </a:cubicBezTo>
                  <a:cubicBezTo>
                    <a:pt x="8732" y="2813"/>
                    <a:pt x="8724" y="2812"/>
                    <a:pt x="8717" y="2810"/>
                  </a:cubicBezTo>
                  <a:cubicBezTo>
                    <a:pt x="8700" y="2801"/>
                    <a:pt x="8692" y="2793"/>
                    <a:pt x="8675" y="2785"/>
                  </a:cubicBezTo>
                  <a:cubicBezTo>
                    <a:pt x="8675" y="2793"/>
                    <a:pt x="8675" y="2793"/>
                    <a:pt x="8667" y="2801"/>
                  </a:cubicBezTo>
                  <a:cubicBezTo>
                    <a:pt x="8651" y="2818"/>
                    <a:pt x="8634" y="2826"/>
                    <a:pt x="8609" y="2826"/>
                  </a:cubicBezTo>
                  <a:cubicBezTo>
                    <a:pt x="8601" y="2826"/>
                    <a:pt x="8593" y="2826"/>
                    <a:pt x="8584" y="2818"/>
                  </a:cubicBezTo>
                  <a:cubicBezTo>
                    <a:pt x="8576" y="2835"/>
                    <a:pt x="8576" y="2851"/>
                    <a:pt x="8568" y="2868"/>
                  </a:cubicBezTo>
                  <a:cubicBezTo>
                    <a:pt x="8558" y="2884"/>
                    <a:pt x="8542" y="2891"/>
                    <a:pt x="8526" y="2891"/>
                  </a:cubicBezTo>
                  <a:cubicBezTo>
                    <a:pt x="8501" y="2891"/>
                    <a:pt x="8477" y="2873"/>
                    <a:pt x="8477" y="2843"/>
                  </a:cubicBezTo>
                  <a:cubicBezTo>
                    <a:pt x="8477" y="2835"/>
                    <a:pt x="8485" y="2826"/>
                    <a:pt x="8485" y="2818"/>
                  </a:cubicBezTo>
                  <a:cubicBezTo>
                    <a:pt x="8410" y="2810"/>
                    <a:pt x="8352" y="2760"/>
                    <a:pt x="8286" y="2743"/>
                  </a:cubicBezTo>
                  <a:cubicBezTo>
                    <a:pt x="8266" y="2738"/>
                    <a:pt x="8247" y="2736"/>
                    <a:pt x="8227" y="2736"/>
                  </a:cubicBezTo>
                  <a:cubicBezTo>
                    <a:pt x="8149" y="2736"/>
                    <a:pt x="8074" y="2775"/>
                    <a:pt x="8021" y="2835"/>
                  </a:cubicBezTo>
                  <a:cubicBezTo>
                    <a:pt x="8011" y="2841"/>
                    <a:pt x="7996" y="2845"/>
                    <a:pt x="7981" y="2845"/>
                  </a:cubicBezTo>
                  <a:cubicBezTo>
                    <a:pt x="7961" y="2845"/>
                    <a:pt x="7939" y="2837"/>
                    <a:pt x="7930" y="2818"/>
                  </a:cubicBezTo>
                  <a:lnTo>
                    <a:pt x="7913" y="2785"/>
                  </a:lnTo>
                  <a:cubicBezTo>
                    <a:pt x="7905" y="2826"/>
                    <a:pt x="7888" y="2868"/>
                    <a:pt x="7872" y="2901"/>
                  </a:cubicBezTo>
                  <a:cubicBezTo>
                    <a:pt x="7862" y="2920"/>
                    <a:pt x="7846" y="2928"/>
                    <a:pt x="7829" y="2928"/>
                  </a:cubicBezTo>
                  <a:cubicBezTo>
                    <a:pt x="7802" y="2928"/>
                    <a:pt x="7774" y="2909"/>
                    <a:pt x="7764" y="2884"/>
                  </a:cubicBezTo>
                  <a:lnTo>
                    <a:pt x="7739" y="2810"/>
                  </a:lnTo>
                  <a:cubicBezTo>
                    <a:pt x="7731" y="2826"/>
                    <a:pt x="7731" y="2843"/>
                    <a:pt x="7723" y="2859"/>
                  </a:cubicBezTo>
                  <a:cubicBezTo>
                    <a:pt x="7714" y="2901"/>
                    <a:pt x="7698" y="2942"/>
                    <a:pt x="7656" y="2959"/>
                  </a:cubicBezTo>
                  <a:cubicBezTo>
                    <a:pt x="7644" y="2965"/>
                    <a:pt x="7630" y="2968"/>
                    <a:pt x="7615" y="2968"/>
                  </a:cubicBezTo>
                  <a:cubicBezTo>
                    <a:pt x="7592" y="2968"/>
                    <a:pt x="7566" y="2961"/>
                    <a:pt x="7540" y="2951"/>
                  </a:cubicBezTo>
                  <a:cubicBezTo>
                    <a:pt x="7507" y="2942"/>
                    <a:pt x="7466" y="2917"/>
                    <a:pt x="7424" y="2901"/>
                  </a:cubicBezTo>
                  <a:cubicBezTo>
                    <a:pt x="7383" y="2959"/>
                    <a:pt x="7308" y="2984"/>
                    <a:pt x="7242" y="3000"/>
                  </a:cubicBezTo>
                  <a:cubicBezTo>
                    <a:pt x="7184" y="3017"/>
                    <a:pt x="7134" y="3058"/>
                    <a:pt x="7068" y="3075"/>
                  </a:cubicBezTo>
                  <a:cubicBezTo>
                    <a:pt x="7057" y="3077"/>
                    <a:pt x="7046" y="3078"/>
                    <a:pt x="7035" y="3078"/>
                  </a:cubicBezTo>
                  <a:cubicBezTo>
                    <a:pt x="7005" y="3078"/>
                    <a:pt x="6976" y="3070"/>
                    <a:pt x="6952" y="3058"/>
                  </a:cubicBezTo>
                  <a:cubicBezTo>
                    <a:pt x="6919" y="3108"/>
                    <a:pt x="6886" y="3149"/>
                    <a:pt x="6819" y="3166"/>
                  </a:cubicBezTo>
                  <a:cubicBezTo>
                    <a:pt x="6807" y="3168"/>
                    <a:pt x="6796" y="3169"/>
                    <a:pt x="6785" y="3169"/>
                  </a:cubicBezTo>
                  <a:cubicBezTo>
                    <a:pt x="6759" y="3169"/>
                    <a:pt x="6735" y="3163"/>
                    <a:pt x="6712" y="3158"/>
                  </a:cubicBezTo>
                  <a:cubicBezTo>
                    <a:pt x="6687" y="3158"/>
                    <a:pt x="6662" y="3158"/>
                    <a:pt x="6637" y="3166"/>
                  </a:cubicBezTo>
                  <a:cubicBezTo>
                    <a:pt x="6621" y="3182"/>
                    <a:pt x="6604" y="3207"/>
                    <a:pt x="6587" y="3224"/>
                  </a:cubicBezTo>
                  <a:cubicBezTo>
                    <a:pt x="6578" y="3234"/>
                    <a:pt x="6565" y="3238"/>
                    <a:pt x="6553" y="3238"/>
                  </a:cubicBezTo>
                  <a:cubicBezTo>
                    <a:pt x="6545" y="3238"/>
                    <a:pt x="6536" y="3236"/>
                    <a:pt x="6529" y="3232"/>
                  </a:cubicBezTo>
                  <a:cubicBezTo>
                    <a:pt x="6513" y="3224"/>
                    <a:pt x="6505" y="3224"/>
                    <a:pt x="6496" y="3216"/>
                  </a:cubicBezTo>
                  <a:cubicBezTo>
                    <a:pt x="6438" y="3240"/>
                    <a:pt x="6372" y="3282"/>
                    <a:pt x="6314" y="3315"/>
                  </a:cubicBezTo>
                  <a:cubicBezTo>
                    <a:pt x="6306" y="3323"/>
                    <a:pt x="6306" y="3323"/>
                    <a:pt x="6297" y="3323"/>
                  </a:cubicBezTo>
                  <a:cubicBezTo>
                    <a:pt x="6248" y="3356"/>
                    <a:pt x="6215" y="3406"/>
                    <a:pt x="6165" y="3439"/>
                  </a:cubicBezTo>
                  <a:cubicBezTo>
                    <a:pt x="6140" y="3456"/>
                    <a:pt x="6107" y="3464"/>
                    <a:pt x="6074" y="3464"/>
                  </a:cubicBezTo>
                  <a:cubicBezTo>
                    <a:pt x="6057" y="3464"/>
                    <a:pt x="6041" y="3456"/>
                    <a:pt x="6024" y="3456"/>
                  </a:cubicBezTo>
                  <a:cubicBezTo>
                    <a:pt x="6024" y="3481"/>
                    <a:pt x="6016" y="3497"/>
                    <a:pt x="5991" y="3506"/>
                  </a:cubicBezTo>
                  <a:cubicBezTo>
                    <a:pt x="5983" y="3514"/>
                    <a:pt x="5974" y="3514"/>
                    <a:pt x="5958" y="3514"/>
                  </a:cubicBezTo>
                  <a:cubicBezTo>
                    <a:pt x="5958" y="3522"/>
                    <a:pt x="5950" y="3530"/>
                    <a:pt x="5941" y="3530"/>
                  </a:cubicBezTo>
                  <a:cubicBezTo>
                    <a:pt x="5916" y="3547"/>
                    <a:pt x="5892" y="3555"/>
                    <a:pt x="5858" y="3564"/>
                  </a:cubicBezTo>
                  <a:cubicBezTo>
                    <a:pt x="5858" y="3580"/>
                    <a:pt x="5858" y="3597"/>
                    <a:pt x="5858" y="3605"/>
                  </a:cubicBezTo>
                  <a:cubicBezTo>
                    <a:pt x="5858" y="3630"/>
                    <a:pt x="5850" y="3638"/>
                    <a:pt x="5834" y="3646"/>
                  </a:cubicBezTo>
                  <a:cubicBezTo>
                    <a:pt x="5824" y="3651"/>
                    <a:pt x="5814" y="3656"/>
                    <a:pt x="5805" y="3656"/>
                  </a:cubicBezTo>
                  <a:cubicBezTo>
                    <a:pt x="5798" y="3656"/>
                    <a:pt x="5791" y="3653"/>
                    <a:pt x="5784" y="3646"/>
                  </a:cubicBezTo>
                  <a:cubicBezTo>
                    <a:pt x="5759" y="3630"/>
                    <a:pt x="5742" y="3605"/>
                    <a:pt x="5726" y="3580"/>
                  </a:cubicBezTo>
                  <a:cubicBezTo>
                    <a:pt x="5726" y="3580"/>
                    <a:pt x="5718" y="3588"/>
                    <a:pt x="5718" y="3597"/>
                  </a:cubicBezTo>
                  <a:cubicBezTo>
                    <a:pt x="5684" y="3646"/>
                    <a:pt x="5651" y="3680"/>
                    <a:pt x="5593" y="3704"/>
                  </a:cubicBezTo>
                  <a:cubicBezTo>
                    <a:pt x="5577" y="3713"/>
                    <a:pt x="5486" y="3721"/>
                    <a:pt x="5486" y="3738"/>
                  </a:cubicBezTo>
                  <a:cubicBezTo>
                    <a:pt x="5477" y="3762"/>
                    <a:pt x="5461" y="3779"/>
                    <a:pt x="5436" y="3787"/>
                  </a:cubicBezTo>
                  <a:cubicBezTo>
                    <a:pt x="5427" y="3805"/>
                    <a:pt x="5407" y="3815"/>
                    <a:pt x="5388" y="3815"/>
                  </a:cubicBezTo>
                  <a:cubicBezTo>
                    <a:pt x="5376" y="3815"/>
                    <a:pt x="5365" y="3811"/>
                    <a:pt x="5358" y="3800"/>
                  </a:cubicBezTo>
                  <a:lnTo>
                    <a:pt x="5358" y="3800"/>
                  </a:lnTo>
                  <a:cubicBezTo>
                    <a:pt x="5388" y="3880"/>
                    <a:pt x="5403" y="3975"/>
                    <a:pt x="5403" y="4069"/>
                  </a:cubicBezTo>
                  <a:cubicBezTo>
                    <a:pt x="5398" y="4092"/>
                    <a:pt x="5375" y="4108"/>
                    <a:pt x="5354" y="4108"/>
                  </a:cubicBezTo>
                  <a:cubicBezTo>
                    <a:pt x="5338" y="4108"/>
                    <a:pt x="5323" y="4099"/>
                    <a:pt x="5320" y="4077"/>
                  </a:cubicBezTo>
                  <a:cubicBezTo>
                    <a:pt x="5312" y="4036"/>
                    <a:pt x="5295" y="3994"/>
                    <a:pt x="5278" y="3953"/>
                  </a:cubicBezTo>
                  <a:cubicBezTo>
                    <a:pt x="5254" y="3953"/>
                    <a:pt x="5237" y="3928"/>
                    <a:pt x="5229" y="3912"/>
                  </a:cubicBezTo>
                  <a:cubicBezTo>
                    <a:pt x="5220" y="3912"/>
                    <a:pt x="5212" y="3903"/>
                    <a:pt x="5204" y="3903"/>
                  </a:cubicBezTo>
                  <a:cubicBezTo>
                    <a:pt x="5154" y="3878"/>
                    <a:pt x="5138" y="3804"/>
                    <a:pt x="5104" y="3754"/>
                  </a:cubicBezTo>
                  <a:cubicBezTo>
                    <a:pt x="5080" y="3704"/>
                    <a:pt x="5046" y="3646"/>
                    <a:pt x="5005" y="3597"/>
                  </a:cubicBezTo>
                  <a:cubicBezTo>
                    <a:pt x="4930" y="3497"/>
                    <a:pt x="4831" y="3406"/>
                    <a:pt x="4732" y="3323"/>
                  </a:cubicBezTo>
                  <a:lnTo>
                    <a:pt x="4698" y="3298"/>
                  </a:lnTo>
                  <a:cubicBezTo>
                    <a:pt x="4693" y="3309"/>
                    <a:pt x="4679" y="3316"/>
                    <a:pt x="4664" y="3316"/>
                  </a:cubicBezTo>
                  <a:cubicBezTo>
                    <a:pt x="4655" y="3316"/>
                    <a:pt x="4647" y="3313"/>
                    <a:pt x="4640" y="3307"/>
                  </a:cubicBezTo>
                  <a:cubicBezTo>
                    <a:pt x="4607" y="3265"/>
                    <a:pt x="4582" y="3224"/>
                    <a:pt x="4549" y="3182"/>
                  </a:cubicBezTo>
                  <a:cubicBezTo>
                    <a:pt x="4508" y="3141"/>
                    <a:pt x="4466" y="3108"/>
                    <a:pt x="4425" y="3075"/>
                  </a:cubicBezTo>
                  <a:cubicBezTo>
                    <a:pt x="4359" y="3017"/>
                    <a:pt x="4292" y="2951"/>
                    <a:pt x="4243" y="2884"/>
                  </a:cubicBezTo>
                  <a:cubicBezTo>
                    <a:pt x="4218" y="2868"/>
                    <a:pt x="4193" y="2851"/>
                    <a:pt x="4168" y="2835"/>
                  </a:cubicBezTo>
                  <a:cubicBezTo>
                    <a:pt x="4168" y="2849"/>
                    <a:pt x="4156" y="2869"/>
                    <a:pt x="4136" y="2869"/>
                  </a:cubicBezTo>
                  <a:cubicBezTo>
                    <a:pt x="4133" y="2869"/>
                    <a:pt x="4130" y="2869"/>
                    <a:pt x="4127" y="2868"/>
                  </a:cubicBezTo>
                  <a:cubicBezTo>
                    <a:pt x="4052" y="2859"/>
                    <a:pt x="3986" y="2826"/>
                    <a:pt x="3920" y="2801"/>
                  </a:cubicBezTo>
                  <a:cubicBezTo>
                    <a:pt x="3853" y="2768"/>
                    <a:pt x="3779" y="2735"/>
                    <a:pt x="3704" y="2694"/>
                  </a:cubicBezTo>
                  <a:cubicBezTo>
                    <a:pt x="3580" y="2636"/>
                    <a:pt x="3456" y="2569"/>
                    <a:pt x="3331" y="2487"/>
                  </a:cubicBezTo>
                  <a:cubicBezTo>
                    <a:pt x="3306" y="2470"/>
                    <a:pt x="3282" y="2453"/>
                    <a:pt x="3257" y="2437"/>
                  </a:cubicBezTo>
                  <a:lnTo>
                    <a:pt x="3257" y="2437"/>
                  </a:lnTo>
                  <a:cubicBezTo>
                    <a:pt x="3265" y="2453"/>
                    <a:pt x="3273" y="2470"/>
                    <a:pt x="3282" y="2487"/>
                  </a:cubicBezTo>
                  <a:cubicBezTo>
                    <a:pt x="3289" y="2514"/>
                    <a:pt x="3266" y="2548"/>
                    <a:pt x="3239" y="2548"/>
                  </a:cubicBezTo>
                  <a:cubicBezTo>
                    <a:pt x="3234" y="2548"/>
                    <a:pt x="3229" y="2547"/>
                    <a:pt x="3224" y="2545"/>
                  </a:cubicBezTo>
                  <a:cubicBezTo>
                    <a:pt x="3166" y="2528"/>
                    <a:pt x="3116" y="2470"/>
                    <a:pt x="3074" y="2429"/>
                  </a:cubicBezTo>
                  <a:cubicBezTo>
                    <a:pt x="3033" y="2395"/>
                    <a:pt x="3000" y="2362"/>
                    <a:pt x="2958" y="2329"/>
                  </a:cubicBezTo>
                  <a:cubicBezTo>
                    <a:pt x="2627" y="2213"/>
                    <a:pt x="2296" y="2081"/>
                    <a:pt x="1956" y="1989"/>
                  </a:cubicBezTo>
                  <a:cubicBezTo>
                    <a:pt x="1790" y="1940"/>
                    <a:pt x="1616" y="1907"/>
                    <a:pt x="1442" y="1890"/>
                  </a:cubicBezTo>
                  <a:cubicBezTo>
                    <a:pt x="1359" y="1882"/>
                    <a:pt x="1285" y="1882"/>
                    <a:pt x="1202" y="1882"/>
                  </a:cubicBezTo>
                  <a:cubicBezTo>
                    <a:pt x="1210" y="1898"/>
                    <a:pt x="1194" y="1923"/>
                    <a:pt x="1177" y="1923"/>
                  </a:cubicBezTo>
                  <a:cubicBezTo>
                    <a:pt x="1132" y="1918"/>
                    <a:pt x="1086" y="1916"/>
                    <a:pt x="1041" y="1916"/>
                  </a:cubicBezTo>
                  <a:cubicBezTo>
                    <a:pt x="863" y="1916"/>
                    <a:pt x="688" y="1951"/>
                    <a:pt x="523" y="1998"/>
                  </a:cubicBezTo>
                  <a:cubicBezTo>
                    <a:pt x="415" y="2023"/>
                    <a:pt x="315" y="2056"/>
                    <a:pt x="208" y="2089"/>
                  </a:cubicBezTo>
                  <a:cubicBezTo>
                    <a:pt x="108" y="2122"/>
                    <a:pt x="83" y="2230"/>
                    <a:pt x="59" y="2321"/>
                  </a:cubicBezTo>
                  <a:cubicBezTo>
                    <a:pt x="1" y="2528"/>
                    <a:pt x="1" y="2752"/>
                    <a:pt x="9" y="2967"/>
                  </a:cubicBezTo>
                  <a:cubicBezTo>
                    <a:pt x="9" y="3083"/>
                    <a:pt x="17" y="3191"/>
                    <a:pt x="25" y="3298"/>
                  </a:cubicBezTo>
                  <a:cubicBezTo>
                    <a:pt x="34" y="3365"/>
                    <a:pt x="42" y="3423"/>
                    <a:pt x="42" y="3489"/>
                  </a:cubicBezTo>
                  <a:cubicBezTo>
                    <a:pt x="133" y="3713"/>
                    <a:pt x="233" y="3936"/>
                    <a:pt x="340" y="4152"/>
                  </a:cubicBezTo>
                  <a:cubicBezTo>
                    <a:pt x="440" y="4342"/>
                    <a:pt x="539" y="4525"/>
                    <a:pt x="647" y="4699"/>
                  </a:cubicBezTo>
                  <a:cubicBezTo>
                    <a:pt x="721" y="4815"/>
                    <a:pt x="796" y="4931"/>
                    <a:pt x="871" y="5047"/>
                  </a:cubicBezTo>
                  <a:cubicBezTo>
                    <a:pt x="887" y="5047"/>
                    <a:pt x="904" y="5055"/>
                    <a:pt x="912" y="5072"/>
                  </a:cubicBezTo>
                  <a:cubicBezTo>
                    <a:pt x="929" y="5113"/>
                    <a:pt x="945" y="5154"/>
                    <a:pt x="970" y="5204"/>
                  </a:cubicBezTo>
                  <a:lnTo>
                    <a:pt x="978" y="5212"/>
                  </a:lnTo>
                  <a:cubicBezTo>
                    <a:pt x="945" y="5080"/>
                    <a:pt x="920" y="4947"/>
                    <a:pt x="904" y="4806"/>
                  </a:cubicBezTo>
                  <a:cubicBezTo>
                    <a:pt x="899" y="4774"/>
                    <a:pt x="928" y="4757"/>
                    <a:pt x="956" y="4757"/>
                  </a:cubicBezTo>
                  <a:cubicBezTo>
                    <a:pt x="978" y="4757"/>
                    <a:pt x="999" y="4768"/>
                    <a:pt x="1003" y="4790"/>
                  </a:cubicBezTo>
                  <a:cubicBezTo>
                    <a:pt x="1053" y="5022"/>
                    <a:pt x="1111" y="5254"/>
                    <a:pt x="1194" y="5478"/>
                  </a:cubicBezTo>
                  <a:cubicBezTo>
                    <a:pt x="1293" y="5668"/>
                    <a:pt x="1417" y="5859"/>
                    <a:pt x="1542" y="6033"/>
                  </a:cubicBezTo>
                  <a:cubicBezTo>
                    <a:pt x="1624" y="6157"/>
                    <a:pt x="1707" y="6273"/>
                    <a:pt x="1790" y="6397"/>
                  </a:cubicBezTo>
                  <a:cubicBezTo>
                    <a:pt x="1823" y="6439"/>
                    <a:pt x="1856" y="6480"/>
                    <a:pt x="1890" y="6530"/>
                  </a:cubicBezTo>
                  <a:cubicBezTo>
                    <a:pt x="1914" y="6555"/>
                    <a:pt x="1931" y="6580"/>
                    <a:pt x="1956" y="6596"/>
                  </a:cubicBezTo>
                  <a:cubicBezTo>
                    <a:pt x="2055" y="6687"/>
                    <a:pt x="2155" y="6778"/>
                    <a:pt x="2246" y="6870"/>
                  </a:cubicBezTo>
                  <a:cubicBezTo>
                    <a:pt x="2312" y="6936"/>
                    <a:pt x="2378" y="7019"/>
                    <a:pt x="2420" y="7110"/>
                  </a:cubicBezTo>
                  <a:cubicBezTo>
                    <a:pt x="2494" y="7168"/>
                    <a:pt x="2569" y="7234"/>
                    <a:pt x="2635" y="7309"/>
                  </a:cubicBezTo>
                  <a:cubicBezTo>
                    <a:pt x="2652" y="7334"/>
                    <a:pt x="2652" y="7367"/>
                    <a:pt x="2635" y="7392"/>
                  </a:cubicBezTo>
                  <a:cubicBezTo>
                    <a:pt x="2718" y="7450"/>
                    <a:pt x="2793" y="7508"/>
                    <a:pt x="2876" y="7557"/>
                  </a:cubicBezTo>
                  <a:cubicBezTo>
                    <a:pt x="2925" y="7590"/>
                    <a:pt x="2917" y="7657"/>
                    <a:pt x="2876" y="7690"/>
                  </a:cubicBezTo>
                  <a:cubicBezTo>
                    <a:pt x="2934" y="7723"/>
                    <a:pt x="2992" y="7748"/>
                    <a:pt x="3058" y="7781"/>
                  </a:cubicBezTo>
                  <a:cubicBezTo>
                    <a:pt x="3124" y="7806"/>
                    <a:pt x="3199" y="7831"/>
                    <a:pt x="3265" y="7856"/>
                  </a:cubicBezTo>
                  <a:cubicBezTo>
                    <a:pt x="3323" y="7880"/>
                    <a:pt x="3398" y="7889"/>
                    <a:pt x="3439" y="7947"/>
                  </a:cubicBezTo>
                  <a:cubicBezTo>
                    <a:pt x="3447" y="7963"/>
                    <a:pt x="3439" y="7988"/>
                    <a:pt x="3422" y="8005"/>
                  </a:cubicBezTo>
                  <a:cubicBezTo>
                    <a:pt x="3447" y="8013"/>
                    <a:pt x="3472" y="8021"/>
                    <a:pt x="3497" y="8029"/>
                  </a:cubicBezTo>
                  <a:cubicBezTo>
                    <a:pt x="3580" y="8063"/>
                    <a:pt x="3638" y="8104"/>
                    <a:pt x="3696" y="8162"/>
                  </a:cubicBezTo>
                  <a:cubicBezTo>
                    <a:pt x="3721" y="8187"/>
                    <a:pt x="3754" y="8212"/>
                    <a:pt x="3787" y="8245"/>
                  </a:cubicBezTo>
                  <a:cubicBezTo>
                    <a:pt x="3795" y="8220"/>
                    <a:pt x="3804" y="8195"/>
                    <a:pt x="3820" y="8179"/>
                  </a:cubicBezTo>
                  <a:cubicBezTo>
                    <a:pt x="3833" y="8160"/>
                    <a:pt x="3849" y="8152"/>
                    <a:pt x="3865" y="8152"/>
                  </a:cubicBezTo>
                  <a:cubicBezTo>
                    <a:pt x="3890" y="8152"/>
                    <a:pt x="3914" y="8173"/>
                    <a:pt x="3920" y="8203"/>
                  </a:cubicBezTo>
                  <a:cubicBezTo>
                    <a:pt x="3928" y="8295"/>
                    <a:pt x="3895" y="8394"/>
                    <a:pt x="3878" y="8485"/>
                  </a:cubicBezTo>
                  <a:cubicBezTo>
                    <a:pt x="3862" y="8576"/>
                    <a:pt x="3853" y="8659"/>
                    <a:pt x="3845" y="8750"/>
                  </a:cubicBezTo>
                  <a:cubicBezTo>
                    <a:pt x="3837" y="8833"/>
                    <a:pt x="3837" y="8924"/>
                    <a:pt x="3828" y="9007"/>
                  </a:cubicBezTo>
                  <a:cubicBezTo>
                    <a:pt x="3853" y="8866"/>
                    <a:pt x="3886" y="8734"/>
                    <a:pt x="3928" y="8601"/>
                  </a:cubicBezTo>
                  <a:cubicBezTo>
                    <a:pt x="3931" y="8581"/>
                    <a:pt x="3945" y="8572"/>
                    <a:pt x="3961" y="8572"/>
                  </a:cubicBezTo>
                  <a:cubicBezTo>
                    <a:pt x="3983" y="8572"/>
                    <a:pt x="4007" y="8592"/>
                    <a:pt x="4002" y="8626"/>
                  </a:cubicBezTo>
                  <a:cubicBezTo>
                    <a:pt x="3978" y="8775"/>
                    <a:pt x="3961" y="8933"/>
                    <a:pt x="3953" y="9090"/>
                  </a:cubicBezTo>
                  <a:cubicBezTo>
                    <a:pt x="3961" y="9098"/>
                    <a:pt x="3969" y="9107"/>
                    <a:pt x="3978" y="9115"/>
                  </a:cubicBezTo>
                  <a:cubicBezTo>
                    <a:pt x="3986" y="9131"/>
                    <a:pt x="3986" y="9140"/>
                    <a:pt x="3994" y="9148"/>
                  </a:cubicBezTo>
                  <a:cubicBezTo>
                    <a:pt x="4002" y="9131"/>
                    <a:pt x="4019" y="9107"/>
                    <a:pt x="4036" y="9090"/>
                  </a:cubicBezTo>
                  <a:cubicBezTo>
                    <a:pt x="4046" y="9074"/>
                    <a:pt x="4060" y="9068"/>
                    <a:pt x="4075" y="9068"/>
                  </a:cubicBezTo>
                  <a:cubicBezTo>
                    <a:pt x="4106" y="9068"/>
                    <a:pt x="4135" y="9100"/>
                    <a:pt x="4118" y="9140"/>
                  </a:cubicBezTo>
                  <a:cubicBezTo>
                    <a:pt x="4094" y="9198"/>
                    <a:pt x="4085" y="9256"/>
                    <a:pt x="4085" y="9322"/>
                  </a:cubicBezTo>
                  <a:cubicBezTo>
                    <a:pt x="4102" y="9347"/>
                    <a:pt x="4118" y="9372"/>
                    <a:pt x="4135" y="9405"/>
                  </a:cubicBezTo>
                  <a:cubicBezTo>
                    <a:pt x="4152" y="9455"/>
                    <a:pt x="4176" y="9504"/>
                    <a:pt x="4201" y="9554"/>
                  </a:cubicBezTo>
                  <a:cubicBezTo>
                    <a:pt x="4210" y="9579"/>
                    <a:pt x="4226" y="9604"/>
                    <a:pt x="4226" y="9629"/>
                  </a:cubicBezTo>
                  <a:cubicBezTo>
                    <a:pt x="4234" y="9637"/>
                    <a:pt x="4234" y="9645"/>
                    <a:pt x="4234" y="9653"/>
                  </a:cubicBezTo>
                  <a:cubicBezTo>
                    <a:pt x="4234" y="9629"/>
                    <a:pt x="4243" y="9604"/>
                    <a:pt x="4243" y="9579"/>
                  </a:cubicBezTo>
                  <a:cubicBezTo>
                    <a:pt x="4250" y="9547"/>
                    <a:pt x="4274" y="9533"/>
                    <a:pt x="4299" y="9533"/>
                  </a:cubicBezTo>
                  <a:cubicBezTo>
                    <a:pt x="4332" y="9533"/>
                    <a:pt x="4367" y="9558"/>
                    <a:pt x="4367" y="9595"/>
                  </a:cubicBezTo>
                  <a:cubicBezTo>
                    <a:pt x="4384" y="9728"/>
                    <a:pt x="4392" y="9861"/>
                    <a:pt x="4392" y="9993"/>
                  </a:cubicBezTo>
                  <a:cubicBezTo>
                    <a:pt x="4392" y="10109"/>
                    <a:pt x="4384" y="10225"/>
                    <a:pt x="4442" y="10333"/>
                  </a:cubicBezTo>
                  <a:cubicBezTo>
                    <a:pt x="4458" y="10383"/>
                    <a:pt x="4483" y="10424"/>
                    <a:pt x="4516" y="10474"/>
                  </a:cubicBezTo>
                  <a:cubicBezTo>
                    <a:pt x="4500" y="10416"/>
                    <a:pt x="4483" y="10366"/>
                    <a:pt x="4466" y="10308"/>
                  </a:cubicBezTo>
                  <a:cubicBezTo>
                    <a:pt x="4461" y="10277"/>
                    <a:pt x="4491" y="10256"/>
                    <a:pt x="4518" y="10256"/>
                  </a:cubicBezTo>
                  <a:cubicBezTo>
                    <a:pt x="4535" y="10256"/>
                    <a:pt x="4551" y="10264"/>
                    <a:pt x="4558" y="10283"/>
                  </a:cubicBezTo>
                  <a:cubicBezTo>
                    <a:pt x="4607" y="10449"/>
                    <a:pt x="4674" y="10615"/>
                    <a:pt x="4740" y="10772"/>
                  </a:cubicBezTo>
                  <a:cubicBezTo>
                    <a:pt x="4806" y="10938"/>
                    <a:pt x="4881" y="11095"/>
                    <a:pt x="4930" y="11261"/>
                  </a:cubicBezTo>
                  <a:cubicBezTo>
                    <a:pt x="4936" y="11293"/>
                    <a:pt x="4910" y="11315"/>
                    <a:pt x="4882" y="11315"/>
                  </a:cubicBezTo>
                  <a:cubicBezTo>
                    <a:pt x="4867" y="11315"/>
                    <a:pt x="4851" y="11309"/>
                    <a:pt x="4839" y="11294"/>
                  </a:cubicBezTo>
                  <a:cubicBezTo>
                    <a:pt x="4781" y="11211"/>
                    <a:pt x="4740" y="11120"/>
                    <a:pt x="4698" y="11021"/>
                  </a:cubicBezTo>
                  <a:cubicBezTo>
                    <a:pt x="4687" y="11026"/>
                    <a:pt x="4675" y="11032"/>
                    <a:pt x="4666" y="11032"/>
                  </a:cubicBezTo>
                  <a:cubicBezTo>
                    <a:pt x="4663" y="11032"/>
                    <a:pt x="4659" y="11031"/>
                    <a:pt x="4657" y="11029"/>
                  </a:cubicBezTo>
                  <a:cubicBezTo>
                    <a:pt x="4566" y="10996"/>
                    <a:pt x="4508" y="10905"/>
                    <a:pt x="4466" y="10813"/>
                  </a:cubicBezTo>
                  <a:cubicBezTo>
                    <a:pt x="4450" y="10871"/>
                    <a:pt x="4442" y="10929"/>
                    <a:pt x="4425" y="10979"/>
                  </a:cubicBezTo>
                  <a:cubicBezTo>
                    <a:pt x="4408" y="11054"/>
                    <a:pt x="4400" y="11137"/>
                    <a:pt x="4400" y="11203"/>
                  </a:cubicBezTo>
                  <a:cubicBezTo>
                    <a:pt x="4393" y="11256"/>
                    <a:pt x="4385" y="11364"/>
                    <a:pt x="4321" y="11364"/>
                  </a:cubicBezTo>
                  <a:cubicBezTo>
                    <a:pt x="4315" y="11364"/>
                    <a:pt x="4308" y="11362"/>
                    <a:pt x="4301" y="11360"/>
                  </a:cubicBezTo>
                  <a:cubicBezTo>
                    <a:pt x="4259" y="11352"/>
                    <a:pt x="4243" y="11311"/>
                    <a:pt x="4243" y="11269"/>
                  </a:cubicBezTo>
                  <a:cubicBezTo>
                    <a:pt x="4210" y="11352"/>
                    <a:pt x="4185" y="11435"/>
                    <a:pt x="4160" y="11518"/>
                  </a:cubicBezTo>
                  <a:cubicBezTo>
                    <a:pt x="4118" y="11650"/>
                    <a:pt x="4085" y="11783"/>
                    <a:pt x="4060" y="11924"/>
                  </a:cubicBezTo>
                  <a:cubicBezTo>
                    <a:pt x="4036" y="12065"/>
                    <a:pt x="4019" y="12197"/>
                    <a:pt x="3969" y="12330"/>
                  </a:cubicBezTo>
                  <a:cubicBezTo>
                    <a:pt x="3960" y="12352"/>
                    <a:pt x="3937" y="12367"/>
                    <a:pt x="3914" y="12367"/>
                  </a:cubicBezTo>
                  <a:cubicBezTo>
                    <a:pt x="3896" y="12367"/>
                    <a:pt x="3877" y="12356"/>
                    <a:pt x="3870" y="12330"/>
                  </a:cubicBezTo>
                  <a:cubicBezTo>
                    <a:pt x="3853" y="12230"/>
                    <a:pt x="3853" y="12131"/>
                    <a:pt x="3862" y="12031"/>
                  </a:cubicBezTo>
                  <a:lnTo>
                    <a:pt x="3862" y="12031"/>
                  </a:lnTo>
                  <a:cubicBezTo>
                    <a:pt x="3845" y="12081"/>
                    <a:pt x="3837" y="12131"/>
                    <a:pt x="3828" y="12181"/>
                  </a:cubicBezTo>
                  <a:cubicBezTo>
                    <a:pt x="3812" y="12239"/>
                    <a:pt x="3804" y="12297"/>
                    <a:pt x="3795" y="12363"/>
                  </a:cubicBezTo>
                  <a:cubicBezTo>
                    <a:pt x="3804" y="12371"/>
                    <a:pt x="3812" y="12396"/>
                    <a:pt x="3804" y="12421"/>
                  </a:cubicBezTo>
                  <a:lnTo>
                    <a:pt x="3779" y="12471"/>
                  </a:lnTo>
                  <a:cubicBezTo>
                    <a:pt x="3779" y="12471"/>
                    <a:pt x="3779" y="12479"/>
                    <a:pt x="3779" y="12487"/>
                  </a:cubicBezTo>
                  <a:cubicBezTo>
                    <a:pt x="3770" y="12595"/>
                    <a:pt x="3779" y="12694"/>
                    <a:pt x="3770" y="12802"/>
                  </a:cubicBezTo>
                  <a:cubicBezTo>
                    <a:pt x="3770" y="12843"/>
                    <a:pt x="3762" y="12901"/>
                    <a:pt x="3721" y="12918"/>
                  </a:cubicBezTo>
                  <a:cubicBezTo>
                    <a:pt x="3712" y="12924"/>
                    <a:pt x="3702" y="12927"/>
                    <a:pt x="3692" y="12927"/>
                  </a:cubicBezTo>
                  <a:cubicBezTo>
                    <a:pt x="3673" y="12927"/>
                    <a:pt x="3654" y="12917"/>
                    <a:pt x="3638" y="12901"/>
                  </a:cubicBezTo>
                  <a:cubicBezTo>
                    <a:pt x="3630" y="12893"/>
                    <a:pt x="3630" y="12885"/>
                    <a:pt x="3621" y="12868"/>
                  </a:cubicBezTo>
                  <a:cubicBezTo>
                    <a:pt x="3563" y="13050"/>
                    <a:pt x="3522" y="13224"/>
                    <a:pt x="3497" y="13407"/>
                  </a:cubicBezTo>
                  <a:cubicBezTo>
                    <a:pt x="3472" y="13581"/>
                    <a:pt x="3464" y="13746"/>
                    <a:pt x="3456" y="13920"/>
                  </a:cubicBezTo>
                  <a:cubicBezTo>
                    <a:pt x="3456" y="14086"/>
                    <a:pt x="3480" y="14268"/>
                    <a:pt x="3464" y="14434"/>
                  </a:cubicBezTo>
                  <a:cubicBezTo>
                    <a:pt x="3456" y="14451"/>
                    <a:pt x="3447" y="14476"/>
                    <a:pt x="3422" y="14484"/>
                  </a:cubicBezTo>
                  <a:cubicBezTo>
                    <a:pt x="3480" y="14558"/>
                    <a:pt x="3555" y="14625"/>
                    <a:pt x="3621" y="14691"/>
                  </a:cubicBezTo>
                  <a:cubicBezTo>
                    <a:pt x="3770" y="14832"/>
                    <a:pt x="3944" y="14956"/>
                    <a:pt x="4127" y="15064"/>
                  </a:cubicBezTo>
                  <a:cubicBezTo>
                    <a:pt x="4500" y="15279"/>
                    <a:pt x="4914" y="15420"/>
                    <a:pt x="5328" y="15544"/>
                  </a:cubicBezTo>
                  <a:cubicBezTo>
                    <a:pt x="6322" y="15834"/>
                    <a:pt x="7341" y="16075"/>
                    <a:pt x="8369" y="16166"/>
                  </a:cubicBezTo>
                  <a:cubicBezTo>
                    <a:pt x="8654" y="16190"/>
                    <a:pt x="8940" y="16202"/>
                    <a:pt x="9226" y="16202"/>
                  </a:cubicBezTo>
                  <a:cubicBezTo>
                    <a:pt x="9936" y="16202"/>
                    <a:pt x="10646" y="16127"/>
                    <a:pt x="11343" y="15967"/>
                  </a:cubicBezTo>
                  <a:cubicBezTo>
                    <a:pt x="11816" y="15859"/>
                    <a:pt x="12288" y="15718"/>
                    <a:pt x="12744" y="15536"/>
                  </a:cubicBezTo>
                  <a:cubicBezTo>
                    <a:pt x="13191" y="15362"/>
                    <a:pt x="13630" y="15155"/>
                    <a:pt x="14036" y="14898"/>
                  </a:cubicBezTo>
                  <a:cubicBezTo>
                    <a:pt x="14218" y="14782"/>
                    <a:pt x="14392" y="14650"/>
                    <a:pt x="14542" y="14492"/>
                  </a:cubicBezTo>
                  <a:cubicBezTo>
                    <a:pt x="14699" y="14326"/>
                    <a:pt x="14815" y="14128"/>
                    <a:pt x="14890" y="13904"/>
                  </a:cubicBezTo>
                  <a:cubicBezTo>
                    <a:pt x="14897" y="13881"/>
                    <a:pt x="14905" y="13850"/>
                    <a:pt x="14913" y="13819"/>
                  </a:cubicBezTo>
                  <a:lnTo>
                    <a:pt x="14913" y="13819"/>
                  </a:lnTo>
                  <a:cubicBezTo>
                    <a:pt x="14910" y="13825"/>
                    <a:pt x="14904" y="13829"/>
                    <a:pt x="14898" y="13829"/>
                  </a:cubicBezTo>
                  <a:cubicBezTo>
                    <a:pt x="14891" y="13836"/>
                    <a:pt x="14882" y="13839"/>
                    <a:pt x="14872" y="13839"/>
                  </a:cubicBezTo>
                  <a:cubicBezTo>
                    <a:pt x="14848" y="13839"/>
                    <a:pt x="14821" y="13820"/>
                    <a:pt x="14815" y="13796"/>
                  </a:cubicBezTo>
                  <a:cubicBezTo>
                    <a:pt x="14807" y="13746"/>
                    <a:pt x="14815" y="13697"/>
                    <a:pt x="14832" y="13639"/>
                  </a:cubicBezTo>
                  <a:lnTo>
                    <a:pt x="14832" y="13639"/>
                  </a:lnTo>
                  <a:cubicBezTo>
                    <a:pt x="14824" y="13650"/>
                    <a:pt x="14812" y="13656"/>
                    <a:pt x="14801" y="13656"/>
                  </a:cubicBezTo>
                  <a:cubicBezTo>
                    <a:pt x="14787" y="13656"/>
                    <a:pt x="14774" y="13646"/>
                    <a:pt x="14774" y="13622"/>
                  </a:cubicBezTo>
                  <a:cubicBezTo>
                    <a:pt x="14774" y="13490"/>
                    <a:pt x="14798" y="13357"/>
                    <a:pt x="14798" y="13216"/>
                  </a:cubicBezTo>
                  <a:cubicBezTo>
                    <a:pt x="14798" y="13084"/>
                    <a:pt x="14782" y="12943"/>
                    <a:pt x="14757" y="12810"/>
                  </a:cubicBezTo>
                  <a:cubicBezTo>
                    <a:pt x="14747" y="12785"/>
                    <a:pt x="14767" y="12766"/>
                    <a:pt x="14789" y="12766"/>
                  </a:cubicBezTo>
                  <a:cubicBezTo>
                    <a:pt x="14803" y="12766"/>
                    <a:pt x="14817" y="12774"/>
                    <a:pt x="14823" y="12794"/>
                  </a:cubicBezTo>
                  <a:cubicBezTo>
                    <a:pt x="14856" y="12926"/>
                    <a:pt x="14881" y="13067"/>
                    <a:pt x="14890" y="13208"/>
                  </a:cubicBezTo>
                  <a:cubicBezTo>
                    <a:pt x="14890" y="13324"/>
                    <a:pt x="14890" y="13432"/>
                    <a:pt x="14865" y="13548"/>
                  </a:cubicBezTo>
                  <a:cubicBezTo>
                    <a:pt x="14881" y="13506"/>
                    <a:pt x="14890" y="13473"/>
                    <a:pt x="14898" y="13440"/>
                  </a:cubicBezTo>
                  <a:cubicBezTo>
                    <a:pt x="14939" y="13316"/>
                    <a:pt x="14972" y="13191"/>
                    <a:pt x="14989" y="13067"/>
                  </a:cubicBezTo>
                  <a:cubicBezTo>
                    <a:pt x="14997" y="13009"/>
                    <a:pt x="15006" y="12959"/>
                    <a:pt x="15014" y="12901"/>
                  </a:cubicBezTo>
                  <a:cubicBezTo>
                    <a:pt x="15006" y="12893"/>
                    <a:pt x="14997" y="12893"/>
                    <a:pt x="14997" y="12885"/>
                  </a:cubicBezTo>
                  <a:cubicBezTo>
                    <a:pt x="14939" y="12835"/>
                    <a:pt x="14948" y="12769"/>
                    <a:pt x="14948" y="12703"/>
                  </a:cubicBezTo>
                  <a:cubicBezTo>
                    <a:pt x="14948" y="12636"/>
                    <a:pt x="14948" y="12570"/>
                    <a:pt x="14939" y="12512"/>
                  </a:cubicBezTo>
                  <a:cubicBezTo>
                    <a:pt x="14931" y="12388"/>
                    <a:pt x="14914" y="12272"/>
                    <a:pt x="14898" y="12147"/>
                  </a:cubicBezTo>
                  <a:cubicBezTo>
                    <a:pt x="14873" y="12015"/>
                    <a:pt x="14848" y="11874"/>
                    <a:pt x="14815" y="11741"/>
                  </a:cubicBezTo>
                  <a:cubicBezTo>
                    <a:pt x="14774" y="11642"/>
                    <a:pt x="14716" y="11543"/>
                    <a:pt x="14658" y="11443"/>
                  </a:cubicBezTo>
                  <a:cubicBezTo>
                    <a:pt x="14616" y="11369"/>
                    <a:pt x="14566" y="11294"/>
                    <a:pt x="14508" y="11219"/>
                  </a:cubicBezTo>
                  <a:lnTo>
                    <a:pt x="14508" y="11219"/>
                  </a:lnTo>
                  <a:cubicBezTo>
                    <a:pt x="14508" y="11228"/>
                    <a:pt x="14517" y="11228"/>
                    <a:pt x="14517" y="11236"/>
                  </a:cubicBezTo>
                  <a:cubicBezTo>
                    <a:pt x="14550" y="11327"/>
                    <a:pt x="14600" y="11427"/>
                    <a:pt x="14608" y="11518"/>
                  </a:cubicBezTo>
                  <a:cubicBezTo>
                    <a:pt x="14616" y="11567"/>
                    <a:pt x="14600" y="11609"/>
                    <a:pt x="14558" y="11625"/>
                  </a:cubicBezTo>
                  <a:cubicBezTo>
                    <a:pt x="14549" y="11630"/>
                    <a:pt x="14539" y="11632"/>
                    <a:pt x="14527" y="11632"/>
                  </a:cubicBezTo>
                  <a:cubicBezTo>
                    <a:pt x="14497" y="11632"/>
                    <a:pt x="14463" y="11617"/>
                    <a:pt x="14450" y="11592"/>
                  </a:cubicBezTo>
                  <a:cubicBezTo>
                    <a:pt x="14409" y="11501"/>
                    <a:pt x="14384" y="11402"/>
                    <a:pt x="14343" y="11311"/>
                  </a:cubicBezTo>
                  <a:cubicBezTo>
                    <a:pt x="14310" y="11228"/>
                    <a:pt x="14268" y="11137"/>
                    <a:pt x="14227" y="11054"/>
                  </a:cubicBezTo>
                  <a:cubicBezTo>
                    <a:pt x="14194" y="10979"/>
                    <a:pt x="14152" y="10905"/>
                    <a:pt x="14111" y="10830"/>
                  </a:cubicBezTo>
                  <a:cubicBezTo>
                    <a:pt x="14111" y="10921"/>
                    <a:pt x="14111" y="11012"/>
                    <a:pt x="14111" y="11103"/>
                  </a:cubicBezTo>
                  <a:cubicBezTo>
                    <a:pt x="14111" y="11161"/>
                    <a:pt x="14065" y="11190"/>
                    <a:pt x="14020" y="11190"/>
                  </a:cubicBezTo>
                  <a:cubicBezTo>
                    <a:pt x="13974" y="11190"/>
                    <a:pt x="13928" y="11161"/>
                    <a:pt x="13928" y="11103"/>
                  </a:cubicBezTo>
                  <a:cubicBezTo>
                    <a:pt x="13937" y="10946"/>
                    <a:pt x="13937" y="10780"/>
                    <a:pt x="13945" y="10615"/>
                  </a:cubicBezTo>
                  <a:cubicBezTo>
                    <a:pt x="13945" y="10598"/>
                    <a:pt x="13945" y="10581"/>
                    <a:pt x="13945" y="10557"/>
                  </a:cubicBezTo>
                  <a:cubicBezTo>
                    <a:pt x="13945" y="10557"/>
                    <a:pt x="13937" y="10548"/>
                    <a:pt x="13937" y="10548"/>
                  </a:cubicBezTo>
                  <a:cubicBezTo>
                    <a:pt x="13920" y="10523"/>
                    <a:pt x="13928" y="10499"/>
                    <a:pt x="13945" y="10482"/>
                  </a:cubicBezTo>
                  <a:cubicBezTo>
                    <a:pt x="13945" y="10457"/>
                    <a:pt x="13945" y="10432"/>
                    <a:pt x="13945" y="10407"/>
                  </a:cubicBezTo>
                  <a:cubicBezTo>
                    <a:pt x="13937" y="10383"/>
                    <a:pt x="13945" y="10358"/>
                    <a:pt x="13953" y="10325"/>
                  </a:cubicBezTo>
                  <a:cubicBezTo>
                    <a:pt x="13953" y="10267"/>
                    <a:pt x="13953" y="10200"/>
                    <a:pt x="13986" y="10142"/>
                  </a:cubicBezTo>
                  <a:cubicBezTo>
                    <a:pt x="13995" y="10134"/>
                    <a:pt x="14011" y="10126"/>
                    <a:pt x="14020" y="10126"/>
                  </a:cubicBezTo>
                  <a:cubicBezTo>
                    <a:pt x="14020" y="10126"/>
                    <a:pt x="14028" y="10126"/>
                    <a:pt x="14028" y="10117"/>
                  </a:cubicBezTo>
                  <a:cubicBezTo>
                    <a:pt x="14053" y="10035"/>
                    <a:pt x="14078" y="9960"/>
                    <a:pt x="14094" y="9869"/>
                  </a:cubicBezTo>
                  <a:cubicBezTo>
                    <a:pt x="14086" y="9852"/>
                    <a:pt x="14086" y="9836"/>
                    <a:pt x="14102" y="9819"/>
                  </a:cubicBezTo>
                  <a:cubicBezTo>
                    <a:pt x="14102" y="9819"/>
                    <a:pt x="14102" y="9811"/>
                    <a:pt x="14102" y="9811"/>
                  </a:cubicBezTo>
                  <a:cubicBezTo>
                    <a:pt x="14119" y="9703"/>
                    <a:pt x="14127" y="9595"/>
                    <a:pt x="14136" y="9488"/>
                  </a:cubicBezTo>
                  <a:cubicBezTo>
                    <a:pt x="14136" y="9380"/>
                    <a:pt x="14136" y="9272"/>
                    <a:pt x="14152" y="9156"/>
                  </a:cubicBezTo>
                  <a:cubicBezTo>
                    <a:pt x="14157" y="9138"/>
                    <a:pt x="14177" y="9127"/>
                    <a:pt x="14197" y="9127"/>
                  </a:cubicBezTo>
                  <a:cubicBezTo>
                    <a:pt x="14213" y="9127"/>
                    <a:pt x="14228" y="9134"/>
                    <a:pt x="14235" y="9148"/>
                  </a:cubicBezTo>
                  <a:cubicBezTo>
                    <a:pt x="14285" y="9256"/>
                    <a:pt x="14301" y="9380"/>
                    <a:pt x="14310" y="9496"/>
                  </a:cubicBezTo>
                  <a:lnTo>
                    <a:pt x="14310" y="9513"/>
                  </a:lnTo>
                  <a:cubicBezTo>
                    <a:pt x="14343" y="9421"/>
                    <a:pt x="14376" y="9314"/>
                    <a:pt x="14392" y="9214"/>
                  </a:cubicBezTo>
                  <a:cubicBezTo>
                    <a:pt x="14409" y="9073"/>
                    <a:pt x="14409" y="8941"/>
                    <a:pt x="14401" y="8800"/>
                  </a:cubicBezTo>
                  <a:cubicBezTo>
                    <a:pt x="14392" y="8667"/>
                    <a:pt x="14376" y="8535"/>
                    <a:pt x="14401" y="8402"/>
                  </a:cubicBezTo>
                  <a:cubicBezTo>
                    <a:pt x="14409" y="8377"/>
                    <a:pt x="14426" y="8369"/>
                    <a:pt x="14450" y="8369"/>
                  </a:cubicBezTo>
                  <a:cubicBezTo>
                    <a:pt x="14450" y="8344"/>
                    <a:pt x="14450" y="8328"/>
                    <a:pt x="14450" y="8303"/>
                  </a:cubicBezTo>
                  <a:cubicBezTo>
                    <a:pt x="14450" y="8228"/>
                    <a:pt x="14450" y="8154"/>
                    <a:pt x="14450" y="8071"/>
                  </a:cubicBezTo>
                  <a:cubicBezTo>
                    <a:pt x="14444" y="8077"/>
                    <a:pt x="14438" y="8080"/>
                    <a:pt x="14432" y="8080"/>
                  </a:cubicBezTo>
                  <a:cubicBezTo>
                    <a:pt x="14422" y="8080"/>
                    <a:pt x="14414" y="8073"/>
                    <a:pt x="14409" y="8063"/>
                  </a:cubicBezTo>
                  <a:cubicBezTo>
                    <a:pt x="14401" y="8013"/>
                    <a:pt x="14401" y="7963"/>
                    <a:pt x="14401" y="7914"/>
                  </a:cubicBezTo>
                  <a:cubicBezTo>
                    <a:pt x="14401" y="7864"/>
                    <a:pt x="14401" y="7814"/>
                    <a:pt x="14392" y="7764"/>
                  </a:cubicBezTo>
                  <a:cubicBezTo>
                    <a:pt x="14392" y="7665"/>
                    <a:pt x="14376" y="7566"/>
                    <a:pt x="14351" y="7474"/>
                  </a:cubicBezTo>
                  <a:cubicBezTo>
                    <a:pt x="14346" y="7445"/>
                    <a:pt x="14367" y="7428"/>
                    <a:pt x="14386" y="7428"/>
                  </a:cubicBezTo>
                  <a:cubicBezTo>
                    <a:pt x="14400" y="7428"/>
                    <a:pt x="14414" y="7437"/>
                    <a:pt x="14417" y="7458"/>
                  </a:cubicBezTo>
                  <a:cubicBezTo>
                    <a:pt x="14442" y="7532"/>
                    <a:pt x="14450" y="7607"/>
                    <a:pt x="14467" y="7690"/>
                  </a:cubicBezTo>
                  <a:cubicBezTo>
                    <a:pt x="14475" y="7673"/>
                    <a:pt x="14492" y="7657"/>
                    <a:pt x="14508" y="7657"/>
                  </a:cubicBezTo>
                  <a:lnTo>
                    <a:pt x="14508" y="7574"/>
                  </a:lnTo>
                  <a:cubicBezTo>
                    <a:pt x="14508" y="7549"/>
                    <a:pt x="14527" y="7537"/>
                    <a:pt x="14546" y="7537"/>
                  </a:cubicBezTo>
                  <a:cubicBezTo>
                    <a:pt x="14564" y="7537"/>
                    <a:pt x="14583" y="7549"/>
                    <a:pt x="14583" y="7574"/>
                  </a:cubicBezTo>
                  <a:lnTo>
                    <a:pt x="14583" y="7706"/>
                  </a:lnTo>
                  <a:cubicBezTo>
                    <a:pt x="14591" y="7740"/>
                    <a:pt x="14608" y="7773"/>
                    <a:pt x="14608" y="7806"/>
                  </a:cubicBezTo>
                  <a:cubicBezTo>
                    <a:pt x="14608" y="7740"/>
                    <a:pt x="14608" y="7682"/>
                    <a:pt x="14608" y="7615"/>
                  </a:cubicBezTo>
                  <a:cubicBezTo>
                    <a:pt x="14600" y="7524"/>
                    <a:pt x="14583" y="7425"/>
                    <a:pt x="14558" y="7334"/>
                  </a:cubicBezTo>
                  <a:cubicBezTo>
                    <a:pt x="14542" y="7284"/>
                    <a:pt x="14525" y="7242"/>
                    <a:pt x="14508" y="7193"/>
                  </a:cubicBezTo>
                  <a:cubicBezTo>
                    <a:pt x="14500" y="7176"/>
                    <a:pt x="14492" y="7151"/>
                    <a:pt x="14484" y="7135"/>
                  </a:cubicBezTo>
                  <a:lnTo>
                    <a:pt x="14459" y="7135"/>
                  </a:lnTo>
                  <a:cubicBezTo>
                    <a:pt x="14453" y="7136"/>
                    <a:pt x="14448" y="7137"/>
                    <a:pt x="14443" y="7137"/>
                  </a:cubicBezTo>
                  <a:cubicBezTo>
                    <a:pt x="14397" y="7137"/>
                    <a:pt x="14381" y="7073"/>
                    <a:pt x="14426" y="7044"/>
                  </a:cubicBezTo>
                  <a:cubicBezTo>
                    <a:pt x="14459" y="7027"/>
                    <a:pt x="14484" y="6986"/>
                    <a:pt x="14525" y="6961"/>
                  </a:cubicBezTo>
                  <a:cubicBezTo>
                    <a:pt x="14558" y="6936"/>
                    <a:pt x="14591" y="6911"/>
                    <a:pt x="14624" y="6878"/>
                  </a:cubicBezTo>
                  <a:cubicBezTo>
                    <a:pt x="14691" y="6820"/>
                    <a:pt x="14749" y="6754"/>
                    <a:pt x="14807" y="6687"/>
                  </a:cubicBezTo>
                  <a:cubicBezTo>
                    <a:pt x="14865" y="6613"/>
                    <a:pt x="14923" y="6530"/>
                    <a:pt x="14972" y="6455"/>
                  </a:cubicBezTo>
                  <a:cubicBezTo>
                    <a:pt x="15022" y="6364"/>
                    <a:pt x="15080" y="6281"/>
                    <a:pt x="15155" y="6207"/>
                  </a:cubicBezTo>
                  <a:cubicBezTo>
                    <a:pt x="15166" y="6198"/>
                    <a:pt x="15179" y="6194"/>
                    <a:pt x="15191" y="6194"/>
                  </a:cubicBezTo>
                  <a:cubicBezTo>
                    <a:pt x="15223" y="6194"/>
                    <a:pt x="15252" y="6223"/>
                    <a:pt x="15246" y="6265"/>
                  </a:cubicBezTo>
                  <a:cubicBezTo>
                    <a:pt x="15238" y="6314"/>
                    <a:pt x="15229" y="6364"/>
                    <a:pt x="15204" y="6406"/>
                  </a:cubicBezTo>
                  <a:cubicBezTo>
                    <a:pt x="15254" y="6348"/>
                    <a:pt x="15304" y="6281"/>
                    <a:pt x="15345" y="6207"/>
                  </a:cubicBezTo>
                  <a:cubicBezTo>
                    <a:pt x="15403" y="6099"/>
                    <a:pt x="15461" y="5983"/>
                    <a:pt x="15503" y="5867"/>
                  </a:cubicBezTo>
                  <a:cubicBezTo>
                    <a:pt x="15478" y="5859"/>
                    <a:pt x="15461" y="5834"/>
                    <a:pt x="15478" y="5809"/>
                  </a:cubicBezTo>
                  <a:cubicBezTo>
                    <a:pt x="15503" y="5768"/>
                    <a:pt x="15528" y="5726"/>
                    <a:pt x="15544" y="5676"/>
                  </a:cubicBezTo>
                  <a:cubicBezTo>
                    <a:pt x="15561" y="5602"/>
                    <a:pt x="15577" y="5527"/>
                    <a:pt x="15610" y="5461"/>
                  </a:cubicBezTo>
                  <a:cubicBezTo>
                    <a:pt x="15619" y="5444"/>
                    <a:pt x="15635" y="5444"/>
                    <a:pt x="15644" y="5444"/>
                  </a:cubicBezTo>
                  <a:cubicBezTo>
                    <a:pt x="15677" y="5362"/>
                    <a:pt x="15710" y="5270"/>
                    <a:pt x="15735" y="5179"/>
                  </a:cubicBezTo>
                  <a:lnTo>
                    <a:pt x="15760" y="5113"/>
                  </a:lnTo>
                  <a:cubicBezTo>
                    <a:pt x="15751" y="5105"/>
                    <a:pt x="15751" y="5080"/>
                    <a:pt x="15751" y="5063"/>
                  </a:cubicBezTo>
                  <a:cubicBezTo>
                    <a:pt x="15735" y="5105"/>
                    <a:pt x="15718" y="5146"/>
                    <a:pt x="15693" y="5179"/>
                  </a:cubicBezTo>
                  <a:cubicBezTo>
                    <a:pt x="15693" y="5191"/>
                    <a:pt x="15684" y="5199"/>
                    <a:pt x="15673" y="5199"/>
                  </a:cubicBezTo>
                  <a:cubicBezTo>
                    <a:pt x="15669" y="5199"/>
                    <a:pt x="15665" y="5198"/>
                    <a:pt x="15660" y="5196"/>
                  </a:cubicBezTo>
                  <a:cubicBezTo>
                    <a:pt x="15627" y="5428"/>
                    <a:pt x="15536" y="5643"/>
                    <a:pt x="15428" y="5850"/>
                  </a:cubicBezTo>
                  <a:cubicBezTo>
                    <a:pt x="15422" y="5863"/>
                    <a:pt x="15411" y="5868"/>
                    <a:pt x="15400" y="5868"/>
                  </a:cubicBezTo>
                  <a:cubicBezTo>
                    <a:pt x="15382" y="5868"/>
                    <a:pt x="15365" y="5854"/>
                    <a:pt x="15370" y="5834"/>
                  </a:cubicBezTo>
                  <a:cubicBezTo>
                    <a:pt x="15461" y="5610"/>
                    <a:pt x="15519" y="5378"/>
                    <a:pt x="15610" y="5154"/>
                  </a:cubicBezTo>
                  <a:cubicBezTo>
                    <a:pt x="15615" y="5145"/>
                    <a:pt x="15623" y="5141"/>
                    <a:pt x="15632" y="5141"/>
                  </a:cubicBezTo>
                  <a:cubicBezTo>
                    <a:pt x="15638" y="5141"/>
                    <a:pt x="15645" y="5143"/>
                    <a:pt x="15652" y="5146"/>
                  </a:cubicBezTo>
                  <a:cubicBezTo>
                    <a:pt x="15702" y="5005"/>
                    <a:pt x="15743" y="4864"/>
                    <a:pt x="15784" y="4724"/>
                  </a:cubicBezTo>
                  <a:cubicBezTo>
                    <a:pt x="15826" y="4583"/>
                    <a:pt x="15851" y="4434"/>
                    <a:pt x="15900" y="4284"/>
                  </a:cubicBezTo>
                  <a:cubicBezTo>
                    <a:pt x="15908" y="4270"/>
                    <a:pt x="15923" y="4263"/>
                    <a:pt x="15937" y="4263"/>
                  </a:cubicBezTo>
                  <a:cubicBezTo>
                    <a:pt x="15955" y="4263"/>
                    <a:pt x="15971" y="4274"/>
                    <a:pt x="15967" y="4293"/>
                  </a:cubicBezTo>
                  <a:cubicBezTo>
                    <a:pt x="15967" y="4359"/>
                    <a:pt x="15958" y="4425"/>
                    <a:pt x="15942" y="4483"/>
                  </a:cubicBezTo>
                  <a:cubicBezTo>
                    <a:pt x="15967" y="4450"/>
                    <a:pt x="15983" y="4417"/>
                    <a:pt x="16008" y="4376"/>
                  </a:cubicBezTo>
                  <a:cubicBezTo>
                    <a:pt x="16008" y="4367"/>
                    <a:pt x="16025" y="4359"/>
                    <a:pt x="16033" y="4359"/>
                  </a:cubicBezTo>
                  <a:cubicBezTo>
                    <a:pt x="16074" y="4268"/>
                    <a:pt x="16124" y="4177"/>
                    <a:pt x="16166" y="4077"/>
                  </a:cubicBezTo>
                  <a:cubicBezTo>
                    <a:pt x="16224" y="3945"/>
                    <a:pt x="16273" y="3812"/>
                    <a:pt x="16331" y="3680"/>
                  </a:cubicBezTo>
                  <a:cubicBezTo>
                    <a:pt x="16331" y="3671"/>
                    <a:pt x="16340" y="3655"/>
                    <a:pt x="16340" y="3646"/>
                  </a:cubicBezTo>
                  <a:lnTo>
                    <a:pt x="16340" y="3646"/>
                  </a:lnTo>
                  <a:cubicBezTo>
                    <a:pt x="16315" y="3696"/>
                    <a:pt x="16290" y="3746"/>
                    <a:pt x="16265" y="3796"/>
                  </a:cubicBezTo>
                  <a:cubicBezTo>
                    <a:pt x="16255" y="3810"/>
                    <a:pt x="16242" y="3816"/>
                    <a:pt x="16230" y="3816"/>
                  </a:cubicBezTo>
                  <a:cubicBezTo>
                    <a:pt x="16200" y="3816"/>
                    <a:pt x="16173" y="3783"/>
                    <a:pt x="16190" y="3754"/>
                  </a:cubicBezTo>
                  <a:cubicBezTo>
                    <a:pt x="16265" y="3564"/>
                    <a:pt x="16331" y="3373"/>
                    <a:pt x="16389" y="3182"/>
                  </a:cubicBezTo>
                  <a:cubicBezTo>
                    <a:pt x="16389" y="3166"/>
                    <a:pt x="16398" y="3158"/>
                    <a:pt x="16398" y="3141"/>
                  </a:cubicBezTo>
                  <a:cubicBezTo>
                    <a:pt x="16398" y="3133"/>
                    <a:pt x="16398" y="3116"/>
                    <a:pt x="16406" y="3116"/>
                  </a:cubicBezTo>
                  <a:cubicBezTo>
                    <a:pt x="16422" y="3042"/>
                    <a:pt x="16447" y="2975"/>
                    <a:pt x="16456" y="2901"/>
                  </a:cubicBezTo>
                  <a:cubicBezTo>
                    <a:pt x="16480" y="2810"/>
                    <a:pt x="16489" y="2710"/>
                    <a:pt x="16547" y="2636"/>
                  </a:cubicBezTo>
                  <a:cubicBezTo>
                    <a:pt x="16552" y="2627"/>
                    <a:pt x="16559" y="2623"/>
                    <a:pt x="16566" y="2623"/>
                  </a:cubicBezTo>
                  <a:cubicBezTo>
                    <a:pt x="16579" y="2623"/>
                    <a:pt x="16591" y="2636"/>
                    <a:pt x="16596" y="2652"/>
                  </a:cubicBezTo>
                  <a:cubicBezTo>
                    <a:pt x="16596" y="2652"/>
                    <a:pt x="16596" y="2652"/>
                    <a:pt x="16596" y="2661"/>
                  </a:cubicBezTo>
                  <a:cubicBezTo>
                    <a:pt x="16596" y="2652"/>
                    <a:pt x="16605" y="2644"/>
                    <a:pt x="16605" y="2644"/>
                  </a:cubicBezTo>
                  <a:cubicBezTo>
                    <a:pt x="16613" y="2569"/>
                    <a:pt x="16630" y="2495"/>
                    <a:pt x="16646" y="2420"/>
                  </a:cubicBezTo>
                  <a:lnTo>
                    <a:pt x="16646" y="2420"/>
                  </a:lnTo>
                  <a:cubicBezTo>
                    <a:pt x="16630" y="2453"/>
                    <a:pt x="16621" y="2487"/>
                    <a:pt x="16605" y="2520"/>
                  </a:cubicBezTo>
                  <a:cubicBezTo>
                    <a:pt x="16605" y="2528"/>
                    <a:pt x="16596" y="2536"/>
                    <a:pt x="16588" y="2536"/>
                  </a:cubicBezTo>
                  <a:cubicBezTo>
                    <a:pt x="16547" y="2619"/>
                    <a:pt x="16505" y="2702"/>
                    <a:pt x="16447" y="2785"/>
                  </a:cubicBezTo>
                  <a:cubicBezTo>
                    <a:pt x="16439" y="2798"/>
                    <a:pt x="16428" y="2804"/>
                    <a:pt x="16418" y="2804"/>
                  </a:cubicBezTo>
                  <a:cubicBezTo>
                    <a:pt x="16397" y="2804"/>
                    <a:pt x="16378" y="2780"/>
                    <a:pt x="16389" y="2752"/>
                  </a:cubicBezTo>
                  <a:cubicBezTo>
                    <a:pt x="16446" y="2638"/>
                    <a:pt x="16495" y="2517"/>
                    <a:pt x="16543" y="2395"/>
                  </a:cubicBezTo>
                  <a:lnTo>
                    <a:pt x="16543" y="2395"/>
                  </a:lnTo>
                  <a:cubicBezTo>
                    <a:pt x="16542" y="2395"/>
                    <a:pt x="16541" y="2395"/>
                    <a:pt x="16538" y="2395"/>
                  </a:cubicBezTo>
                  <a:cubicBezTo>
                    <a:pt x="16522" y="2420"/>
                    <a:pt x="16489" y="2445"/>
                    <a:pt x="16464" y="2453"/>
                  </a:cubicBezTo>
                  <a:cubicBezTo>
                    <a:pt x="16439" y="2453"/>
                    <a:pt x="16422" y="2445"/>
                    <a:pt x="16414" y="2429"/>
                  </a:cubicBezTo>
                  <a:cubicBezTo>
                    <a:pt x="16406" y="2362"/>
                    <a:pt x="16447" y="2288"/>
                    <a:pt x="16472" y="2238"/>
                  </a:cubicBezTo>
                  <a:cubicBezTo>
                    <a:pt x="16497" y="2188"/>
                    <a:pt x="16538" y="2130"/>
                    <a:pt x="16563" y="2081"/>
                  </a:cubicBezTo>
                  <a:cubicBezTo>
                    <a:pt x="16588" y="2047"/>
                    <a:pt x="16605" y="2014"/>
                    <a:pt x="16621" y="1981"/>
                  </a:cubicBezTo>
                  <a:cubicBezTo>
                    <a:pt x="16605" y="1973"/>
                    <a:pt x="16596" y="1956"/>
                    <a:pt x="16605" y="1931"/>
                  </a:cubicBezTo>
                  <a:cubicBezTo>
                    <a:pt x="16654" y="1807"/>
                    <a:pt x="16696" y="1675"/>
                    <a:pt x="16729" y="1542"/>
                  </a:cubicBezTo>
                  <a:cubicBezTo>
                    <a:pt x="16729" y="1459"/>
                    <a:pt x="16721" y="1368"/>
                    <a:pt x="16737" y="1285"/>
                  </a:cubicBezTo>
                  <a:cubicBezTo>
                    <a:pt x="16737" y="1273"/>
                    <a:pt x="16751" y="1265"/>
                    <a:pt x="16761" y="1265"/>
                  </a:cubicBezTo>
                  <a:cubicBezTo>
                    <a:pt x="16765" y="1265"/>
                    <a:pt x="16768" y="1266"/>
                    <a:pt x="16770" y="1269"/>
                  </a:cubicBezTo>
                  <a:cubicBezTo>
                    <a:pt x="16779" y="1244"/>
                    <a:pt x="16779" y="1211"/>
                    <a:pt x="16779" y="1186"/>
                  </a:cubicBezTo>
                  <a:cubicBezTo>
                    <a:pt x="16779" y="1177"/>
                    <a:pt x="16779" y="1177"/>
                    <a:pt x="16779" y="1169"/>
                  </a:cubicBezTo>
                  <a:cubicBezTo>
                    <a:pt x="16779" y="1119"/>
                    <a:pt x="16779" y="1070"/>
                    <a:pt x="16779" y="1020"/>
                  </a:cubicBezTo>
                  <a:cubicBezTo>
                    <a:pt x="16779" y="929"/>
                    <a:pt x="16762" y="838"/>
                    <a:pt x="16779" y="747"/>
                  </a:cubicBezTo>
                  <a:cubicBezTo>
                    <a:pt x="16779" y="738"/>
                    <a:pt x="16787" y="722"/>
                    <a:pt x="16795" y="713"/>
                  </a:cubicBezTo>
                  <a:lnTo>
                    <a:pt x="16804" y="705"/>
                  </a:lnTo>
                  <a:cubicBezTo>
                    <a:pt x="16804" y="680"/>
                    <a:pt x="16804" y="664"/>
                    <a:pt x="16804" y="639"/>
                  </a:cubicBezTo>
                  <a:cubicBezTo>
                    <a:pt x="16812" y="473"/>
                    <a:pt x="16762" y="324"/>
                    <a:pt x="16638" y="208"/>
                  </a:cubicBezTo>
                  <a:cubicBezTo>
                    <a:pt x="16538" y="125"/>
                    <a:pt x="16414" y="59"/>
                    <a:pt x="16290" y="9"/>
                  </a:cubicBezTo>
                  <a:cubicBezTo>
                    <a:pt x="16282" y="1"/>
                    <a:pt x="16265" y="1"/>
                    <a:pt x="16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6" name="Google Shape;5476;p16"/>
            <p:cNvSpPr/>
            <p:nvPr/>
          </p:nvSpPr>
          <p:spPr>
            <a:xfrm>
              <a:off x="1079675" y="2577450"/>
              <a:ext cx="213000" cy="304150"/>
            </a:xfrm>
            <a:custGeom>
              <a:rect b="b" l="l" r="r" t="t"/>
              <a:pathLst>
                <a:path extrusionOk="0" h="12166" w="8520">
                  <a:moveTo>
                    <a:pt x="3047" y="0"/>
                  </a:moveTo>
                  <a:cubicBezTo>
                    <a:pt x="3032" y="0"/>
                    <a:pt x="3018" y="8"/>
                    <a:pt x="3018" y="25"/>
                  </a:cubicBezTo>
                  <a:cubicBezTo>
                    <a:pt x="3018" y="298"/>
                    <a:pt x="3034" y="572"/>
                    <a:pt x="3043" y="837"/>
                  </a:cubicBezTo>
                  <a:cubicBezTo>
                    <a:pt x="3018" y="845"/>
                    <a:pt x="2993" y="862"/>
                    <a:pt x="2993" y="887"/>
                  </a:cubicBezTo>
                  <a:cubicBezTo>
                    <a:pt x="2993" y="920"/>
                    <a:pt x="3001" y="953"/>
                    <a:pt x="3001" y="978"/>
                  </a:cubicBezTo>
                  <a:cubicBezTo>
                    <a:pt x="2968" y="845"/>
                    <a:pt x="2943" y="713"/>
                    <a:pt x="2910" y="572"/>
                  </a:cubicBezTo>
                  <a:cubicBezTo>
                    <a:pt x="2907" y="556"/>
                    <a:pt x="2894" y="548"/>
                    <a:pt x="2879" y="548"/>
                  </a:cubicBezTo>
                  <a:cubicBezTo>
                    <a:pt x="2856" y="548"/>
                    <a:pt x="2831" y="566"/>
                    <a:pt x="2836" y="597"/>
                  </a:cubicBezTo>
                  <a:cubicBezTo>
                    <a:pt x="2985" y="1458"/>
                    <a:pt x="3059" y="2337"/>
                    <a:pt x="3092" y="3215"/>
                  </a:cubicBezTo>
                  <a:cubicBezTo>
                    <a:pt x="3092" y="3331"/>
                    <a:pt x="3101" y="3455"/>
                    <a:pt x="3101" y="3571"/>
                  </a:cubicBezTo>
                  <a:cubicBezTo>
                    <a:pt x="3101" y="3637"/>
                    <a:pt x="3101" y="3704"/>
                    <a:pt x="3101" y="3770"/>
                  </a:cubicBezTo>
                  <a:cubicBezTo>
                    <a:pt x="2902" y="3894"/>
                    <a:pt x="2711" y="4035"/>
                    <a:pt x="2521" y="4168"/>
                  </a:cubicBezTo>
                  <a:cubicBezTo>
                    <a:pt x="2280" y="4342"/>
                    <a:pt x="2024" y="4499"/>
                    <a:pt x="1825" y="4714"/>
                  </a:cubicBezTo>
                  <a:cubicBezTo>
                    <a:pt x="1435" y="5129"/>
                    <a:pt x="1477" y="5709"/>
                    <a:pt x="1427" y="6239"/>
                  </a:cubicBezTo>
                  <a:cubicBezTo>
                    <a:pt x="1369" y="6778"/>
                    <a:pt x="1145" y="7366"/>
                    <a:pt x="1485" y="7855"/>
                  </a:cubicBezTo>
                  <a:cubicBezTo>
                    <a:pt x="1618" y="8045"/>
                    <a:pt x="1825" y="8186"/>
                    <a:pt x="2065" y="8194"/>
                  </a:cubicBezTo>
                  <a:cubicBezTo>
                    <a:pt x="2206" y="8194"/>
                    <a:pt x="2347" y="8153"/>
                    <a:pt x="2479" y="8112"/>
                  </a:cubicBezTo>
                  <a:cubicBezTo>
                    <a:pt x="2612" y="8070"/>
                    <a:pt x="2753" y="8012"/>
                    <a:pt x="2885" y="7962"/>
                  </a:cubicBezTo>
                  <a:cubicBezTo>
                    <a:pt x="3368" y="7776"/>
                    <a:pt x="3857" y="7545"/>
                    <a:pt x="4382" y="7545"/>
                  </a:cubicBezTo>
                  <a:cubicBezTo>
                    <a:pt x="4416" y="7545"/>
                    <a:pt x="4450" y="7546"/>
                    <a:pt x="4484" y="7548"/>
                  </a:cubicBezTo>
                  <a:cubicBezTo>
                    <a:pt x="4758" y="7565"/>
                    <a:pt x="5023" y="7639"/>
                    <a:pt x="5288" y="7664"/>
                  </a:cubicBezTo>
                  <a:cubicBezTo>
                    <a:pt x="5214" y="7672"/>
                    <a:pt x="5147" y="7681"/>
                    <a:pt x="5073" y="7689"/>
                  </a:cubicBezTo>
                  <a:cubicBezTo>
                    <a:pt x="4998" y="7697"/>
                    <a:pt x="4932" y="7706"/>
                    <a:pt x="4857" y="7714"/>
                  </a:cubicBezTo>
                  <a:cubicBezTo>
                    <a:pt x="4725" y="7714"/>
                    <a:pt x="4592" y="7714"/>
                    <a:pt x="4460" y="7730"/>
                  </a:cubicBezTo>
                  <a:cubicBezTo>
                    <a:pt x="4103" y="7764"/>
                    <a:pt x="3764" y="7855"/>
                    <a:pt x="3424" y="7971"/>
                  </a:cubicBezTo>
                  <a:cubicBezTo>
                    <a:pt x="3333" y="7996"/>
                    <a:pt x="3250" y="8020"/>
                    <a:pt x="3159" y="8045"/>
                  </a:cubicBezTo>
                  <a:cubicBezTo>
                    <a:pt x="2943" y="8103"/>
                    <a:pt x="2736" y="8161"/>
                    <a:pt x="2521" y="8194"/>
                  </a:cubicBezTo>
                  <a:cubicBezTo>
                    <a:pt x="2396" y="8220"/>
                    <a:pt x="2269" y="8233"/>
                    <a:pt x="2142" y="8233"/>
                  </a:cubicBezTo>
                  <a:cubicBezTo>
                    <a:pt x="2066" y="8233"/>
                    <a:pt x="1990" y="8229"/>
                    <a:pt x="1916" y="8219"/>
                  </a:cubicBezTo>
                  <a:cubicBezTo>
                    <a:pt x="1725" y="8186"/>
                    <a:pt x="1543" y="8128"/>
                    <a:pt x="1369" y="8062"/>
                  </a:cubicBezTo>
                  <a:cubicBezTo>
                    <a:pt x="1112" y="7971"/>
                    <a:pt x="872" y="7846"/>
                    <a:pt x="615" y="7747"/>
                  </a:cubicBezTo>
                  <a:cubicBezTo>
                    <a:pt x="607" y="7730"/>
                    <a:pt x="599" y="7722"/>
                    <a:pt x="599" y="7714"/>
                  </a:cubicBezTo>
                  <a:cubicBezTo>
                    <a:pt x="586" y="7697"/>
                    <a:pt x="572" y="7691"/>
                    <a:pt x="558" y="7691"/>
                  </a:cubicBezTo>
                  <a:cubicBezTo>
                    <a:pt x="545" y="7691"/>
                    <a:pt x="532" y="7697"/>
                    <a:pt x="524" y="7706"/>
                  </a:cubicBezTo>
                  <a:cubicBezTo>
                    <a:pt x="408" y="7664"/>
                    <a:pt x="300" y="7623"/>
                    <a:pt x="176" y="7590"/>
                  </a:cubicBezTo>
                  <a:cubicBezTo>
                    <a:pt x="168" y="7587"/>
                    <a:pt x="161" y="7586"/>
                    <a:pt x="153" y="7586"/>
                  </a:cubicBezTo>
                  <a:cubicBezTo>
                    <a:pt x="71" y="7586"/>
                    <a:pt x="1" y="7703"/>
                    <a:pt x="77" y="7764"/>
                  </a:cubicBezTo>
                  <a:cubicBezTo>
                    <a:pt x="599" y="8236"/>
                    <a:pt x="897" y="8915"/>
                    <a:pt x="880" y="9619"/>
                  </a:cubicBezTo>
                  <a:cubicBezTo>
                    <a:pt x="872" y="10025"/>
                    <a:pt x="789" y="10440"/>
                    <a:pt x="905" y="10837"/>
                  </a:cubicBezTo>
                  <a:cubicBezTo>
                    <a:pt x="988" y="11152"/>
                    <a:pt x="1195" y="11417"/>
                    <a:pt x="1460" y="11608"/>
                  </a:cubicBezTo>
                  <a:cubicBezTo>
                    <a:pt x="2032" y="12039"/>
                    <a:pt x="2819" y="12147"/>
                    <a:pt x="3515" y="12163"/>
                  </a:cubicBezTo>
                  <a:cubicBezTo>
                    <a:pt x="3578" y="12165"/>
                    <a:pt x="3640" y="12166"/>
                    <a:pt x="3703" y="12166"/>
                  </a:cubicBezTo>
                  <a:cubicBezTo>
                    <a:pt x="4491" y="12166"/>
                    <a:pt x="5266" y="12025"/>
                    <a:pt x="6026" y="11848"/>
                  </a:cubicBezTo>
                  <a:cubicBezTo>
                    <a:pt x="6431" y="11757"/>
                    <a:pt x="6846" y="11658"/>
                    <a:pt x="7243" y="11542"/>
                  </a:cubicBezTo>
                  <a:cubicBezTo>
                    <a:pt x="7426" y="11492"/>
                    <a:pt x="7600" y="11417"/>
                    <a:pt x="7741" y="11301"/>
                  </a:cubicBezTo>
                  <a:cubicBezTo>
                    <a:pt x="7890" y="11177"/>
                    <a:pt x="7989" y="11011"/>
                    <a:pt x="8089" y="10854"/>
                  </a:cubicBezTo>
                  <a:cubicBezTo>
                    <a:pt x="8279" y="10514"/>
                    <a:pt x="8428" y="10150"/>
                    <a:pt x="8470" y="9760"/>
                  </a:cubicBezTo>
                  <a:cubicBezTo>
                    <a:pt x="8519" y="9346"/>
                    <a:pt x="8403" y="8965"/>
                    <a:pt x="8337" y="8567"/>
                  </a:cubicBezTo>
                  <a:lnTo>
                    <a:pt x="8329" y="8567"/>
                  </a:lnTo>
                  <a:cubicBezTo>
                    <a:pt x="8296" y="8377"/>
                    <a:pt x="8296" y="8178"/>
                    <a:pt x="8312" y="7987"/>
                  </a:cubicBezTo>
                  <a:cubicBezTo>
                    <a:pt x="8321" y="7797"/>
                    <a:pt x="8345" y="7606"/>
                    <a:pt x="8321" y="7416"/>
                  </a:cubicBezTo>
                  <a:cubicBezTo>
                    <a:pt x="8304" y="7242"/>
                    <a:pt x="8254" y="7043"/>
                    <a:pt x="8130" y="6918"/>
                  </a:cubicBezTo>
                  <a:cubicBezTo>
                    <a:pt x="8082" y="6864"/>
                    <a:pt x="8011" y="6831"/>
                    <a:pt x="7941" y="6831"/>
                  </a:cubicBezTo>
                  <a:cubicBezTo>
                    <a:pt x="7927" y="6831"/>
                    <a:pt x="7912" y="6833"/>
                    <a:pt x="7898" y="6836"/>
                  </a:cubicBezTo>
                  <a:cubicBezTo>
                    <a:pt x="7807" y="6860"/>
                    <a:pt x="7741" y="6927"/>
                    <a:pt x="7674" y="6985"/>
                  </a:cubicBezTo>
                  <a:cubicBezTo>
                    <a:pt x="7326" y="7308"/>
                    <a:pt x="6904" y="7573"/>
                    <a:pt x="6456" y="7706"/>
                  </a:cubicBezTo>
                  <a:cubicBezTo>
                    <a:pt x="6440" y="7664"/>
                    <a:pt x="6415" y="7639"/>
                    <a:pt x="6365" y="7639"/>
                  </a:cubicBezTo>
                  <a:cubicBezTo>
                    <a:pt x="6321" y="7636"/>
                    <a:pt x="6276" y="7636"/>
                    <a:pt x="6230" y="7636"/>
                  </a:cubicBezTo>
                  <a:cubicBezTo>
                    <a:pt x="6139" y="7636"/>
                    <a:pt x="6045" y="7639"/>
                    <a:pt x="5951" y="7639"/>
                  </a:cubicBezTo>
                  <a:cubicBezTo>
                    <a:pt x="6059" y="7614"/>
                    <a:pt x="6158" y="7590"/>
                    <a:pt x="6257" y="7556"/>
                  </a:cubicBezTo>
                  <a:cubicBezTo>
                    <a:pt x="6697" y="7416"/>
                    <a:pt x="7252" y="7084"/>
                    <a:pt x="7219" y="6546"/>
                  </a:cubicBezTo>
                  <a:cubicBezTo>
                    <a:pt x="7177" y="5941"/>
                    <a:pt x="6531" y="5734"/>
                    <a:pt x="6191" y="5328"/>
                  </a:cubicBezTo>
                  <a:cubicBezTo>
                    <a:pt x="6026" y="5129"/>
                    <a:pt x="5934" y="4880"/>
                    <a:pt x="5827" y="4648"/>
                  </a:cubicBezTo>
                  <a:cubicBezTo>
                    <a:pt x="5719" y="4416"/>
                    <a:pt x="5586" y="4201"/>
                    <a:pt x="5396" y="4027"/>
                  </a:cubicBezTo>
                  <a:cubicBezTo>
                    <a:pt x="5040" y="3695"/>
                    <a:pt x="4551" y="3546"/>
                    <a:pt x="4062" y="3538"/>
                  </a:cubicBezTo>
                  <a:lnTo>
                    <a:pt x="3938" y="3538"/>
                  </a:lnTo>
                  <a:cubicBezTo>
                    <a:pt x="3929" y="3513"/>
                    <a:pt x="3929" y="3488"/>
                    <a:pt x="3929" y="3463"/>
                  </a:cubicBezTo>
                  <a:cubicBezTo>
                    <a:pt x="3896" y="3265"/>
                    <a:pt x="3863" y="3066"/>
                    <a:pt x="3838" y="2867"/>
                  </a:cubicBezTo>
                  <a:lnTo>
                    <a:pt x="3838" y="2842"/>
                  </a:lnTo>
                  <a:cubicBezTo>
                    <a:pt x="3838" y="2834"/>
                    <a:pt x="3830" y="2825"/>
                    <a:pt x="3830" y="2825"/>
                  </a:cubicBezTo>
                  <a:lnTo>
                    <a:pt x="3830" y="2817"/>
                  </a:lnTo>
                  <a:cubicBezTo>
                    <a:pt x="3855" y="2693"/>
                    <a:pt x="3855" y="2560"/>
                    <a:pt x="3863" y="2444"/>
                  </a:cubicBezTo>
                  <a:cubicBezTo>
                    <a:pt x="3863" y="2254"/>
                    <a:pt x="3855" y="2063"/>
                    <a:pt x="3838" y="1873"/>
                  </a:cubicBezTo>
                  <a:cubicBezTo>
                    <a:pt x="3813" y="1690"/>
                    <a:pt x="3780" y="1508"/>
                    <a:pt x="3730" y="1326"/>
                  </a:cubicBezTo>
                  <a:cubicBezTo>
                    <a:pt x="3714" y="1243"/>
                    <a:pt x="3689" y="1152"/>
                    <a:pt x="3672" y="1069"/>
                  </a:cubicBezTo>
                  <a:lnTo>
                    <a:pt x="3672" y="1044"/>
                  </a:lnTo>
                  <a:cubicBezTo>
                    <a:pt x="3672" y="1036"/>
                    <a:pt x="3672" y="1027"/>
                    <a:pt x="3664" y="1027"/>
                  </a:cubicBezTo>
                  <a:cubicBezTo>
                    <a:pt x="3648" y="936"/>
                    <a:pt x="3639" y="853"/>
                    <a:pt x="3639" y="762"/>
                  </a:cubicBezTo>
                  <a:cubicBezTo>
                    <a:pt x="3643" y="733"/>
                    <a:pt x="3623" y="719"/>
                    <a:pt x="3601" y="719"/>
                  </a:cubicBezTo>
                  <a:cubicBezTo>
                    <a:pt x="3579" y="719"/>
                    <a:pt x="3556" y="733"/>
                    <a:pt x="3556" y="762"/>
                  </a:cubicBezTo>
                  <a:cubicBezTo>
                    <a:pt x="3548" y="887"/>
                    <a:pt x="3565" y="1003"/>
                    <a:pt x="3590" y="1127"/>
                  </a:cubicBezTo>
                  <a:cubicBezTo>
                    <a:pt x="3573" y="1226"/>
                    <a:pt x="3565" y="1326"/>
                    <a:pt x="3556" y="1425"/>
                  </a:cubicBezTo>
                  <a:cubicBezTo>
                    <a:pt x="3540" y="1409"/>
                    <a:pt x="3515" y="1409"/>
                    <a:pt x="3498" y="1409"/>
                  </a:cubicBezTo>
                  <a:cubicBezTo>
                    <a:pt x="3465" y="1168"/>
                    <a:pt x="3457" y="928"/>
                    <a:pt x="3432" y="688"/>
                  </a:cubicBezTo>
                  <a:cubicBezTo>
                    <a:pt x="3428" y="659"/>
                    <a:pt x="3405" y="644"/>
                    <a:pt x="3382" y="644"/>
                  </a:cubicBezTo>
                  <a:cubicBezTo>
                    <a:pt x="3360" y="644"/>
                    <a:pt x="3337" y="659"/>
                    <a:pt x="3333" y="688"/>
                  </a:cubicBezTo>
                  <a:cubicBezTo>
                    <a:pt x="3333" y="721"/>
                    <a:pt x="3333" y="754"/>
                    <a:pt x="3324" y="779"/>
                  </a:cubicBezTo>
                  <a:lnTo>
                    <a:pt x="3324" y="746"/>
                  </a:lnTo>
                  <a:cubicBezTo>
                    <a:pt x="3316" y="621"/>
                    <a:pt x="3300" y="497"/>
                    <a:pt x="3275" y="381"/>
                  </a:cubicBezTo>
                  <a:cubicBezTo>
                    <a:pt x="3275" y="381"/>
                    <a:pt x="3275" y="373"/>
                    <a:pt x="3275" y="373"/>
                  </a:cubicBezTo>
                  <a:cubicBezTo>
                    <a:pt x="3275" y="365"/>
                    <a:pt x="3266" y="348"/>
                    <a:pt x="3266" y="331"/>
                  </a:cubicBezTo>
                  <a:cubicBezTo>
                    <a:pt x="3262" y="310"/>
                    <a:pt x="3242" y="297"/>
                    <a:pt x="3224" y="297"/>
                  </a:cubicBezTo>
                  <a:cubicBezTo>
                    <a:pt x="3207" y="297"/>
                    <a:pt x="3192" y="308"/>
                    <a:pt x="3192" y="331"/>
                  </a:cubicBezTo>
                  <a:cubicBezTo>
                    <a:pt x="3200" y="431"/>
                    <a:pt x="3208" y="522"/>
                    <a:pt x="3217" y="621"/>
                  </a:cubicBezTo>
                  <a:cubicBezTo>
                    <a:pt x="3225" y="837"/>
                    <a:pt x="3233" y="1061"/>
                    <a:pt x="3233" y="1284"/>
                  </a:cubicBezTo>
                  <a:cubicBezTo>
                    <a:pt x="3217" y="1301"/>
                    <a:pt x="3200" y="1326"/>
                    <a:pt x="3200" y="1359"/>
                  </a:cubicBezTo>
                  <a:cubicBezTo>
                    <a:pt x="3200" y="1425"/>
                    <a:pt x="3200" y="1491"/>
                    <a:pt x="3200" y="1558"/>
                  </a:cubicBezTo>
                  <a:cubicBezTo>
                    <a:pt x="3184" y="1450"/>
                    <a:pt x="3175" y="1342"/>
                    <a:pt x="3150" y="1235"/>
                  </a:cubicBezTo>
                  <a:cubicBezTo>
                    <a:pt x="3150" y="1226"/>
                    <a:pt x="3150" y="1226"/>
                    <a:pt x="3150" y="1218"/>
                  </a:cubicBezTo>
                  <a:cubicBezTo>
                    <a:pt x="3150" y="1127"/>
                    <a:pt x="3142" y="1027"/>
                    <a:pt x="3134" y="928"/>
                  </a:cubicBezTo>
                  <a:cubicBezTo>
                    <a:pt x="3117" y="630"/>
                    <a:pt x="3101" y="323"/>
                    <a:pt x="3076" y="25"/>
                  </a:cubicBezTo>
                  <a:cubicBezTo>
                    <a:pt x="3076" y="8"/>
                    <a:pt x="3061" y="0"/>
                    <a:pt x="30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7" name="Google Shape;5477;p16"/>
            <p:cNvSpPr/>
            <p:nvPr/>
          </p:nvSpPr>
          <p:spPr>
            <a:xfrm>
              <a:off x="1145850" y="2707825"/>
              <a:ext cx="57950" cy="18675"/>
            </a:xfrm>
            <a:custGeom>
              <a:rect b="b" l="l" r="r" t="t"/>
              <a:pathLst>
                <a:path extrusionOk="0" h="747" w="2318">
                  <a:moveTo>
                    <a:pt x="1893" y="0"/>
                  </a:moveTo>
                  <a:cubicBezTo>
                    <a:pt x="1717" y="0"/>
                    <a:pt x="1532" y="53"/>
                    <a:pt x="1365" y="96"/>
                  </a:cubicBezTo>
                  <a:cubicBezTo>
                    <a:pt x="1175" y="146"/>
                    <a:pt x="984" y="195"/>
                    <a:pt x="793" y="245"/>
                  </a:cubicBezTo>
                  <a:cubicBezTo>
                    <a:pt x="611" y="253"/>
                    <a:pt x="429" y="262"/>
                    <a:pt x="255" y="278"/>
                  </a:cubicBezTo>
                  <a:cubicBezTo>
                    <a:pt x="205" y="287"/>
                    <a:pt x="172" y="345"/>
                    <a:pt x="189" y="378"/>
                  </a:cubicBezTo>
                  <a:cubicBezTo>
                    <a:pt x="172" y="394"/>
                    <a:pt x="164" y="411"/>
                    <a:pt x="164" y="436"/>
                  </a:cubicBezTo>
                  <a:cubicBezTo>
                    <a:pt x="164" y="444"/>
                    <a:pt x="164" y="452"/>
                    <a:pt x="164" y="469"/>
                  </a:cubicBezTo>
                  <a:cubicBezTo>
                    <a:pt x="155" y="469"/>
                    <a:pt x="147" y="469"/>
                    <a:pt x="139" y="461"/>
                  </a:cubicBezTo>
                  <a:cubicBezTo>
                    <a:pt x="136" y="460"/>
                    <a:pt x="134" y="460"/>
                    <a:pt x="132" y="460"/>
                  </a:cubicBezTo>
                  <a:cubicBezTo>
                    <a:pt x="38" y="460"/>
                    <a:pt x="0" y="619"/>
                    <a:pt x="89" y="659"/>
                  </a:cubicBezTo>
                  <a:cubicBezTo>
                    <a:pt x="239" y="731"/>
                    <a:pt x="402" y="747"/>
                    <a:pt x="568" y="747"/>
                  </a:cubicBezTo>
                  <a:cubicBezTo>
                    <a:pt x="632" y="747"/>
                    <a:pt x="696" y="745"/>
                    <a:pt x="760" y="742"/>
                  </a:cubicBezTo>
                  <a:cubicBezTo>
                    <a:pt x="1009" y="726"/>
                    <a:pt x="1257" y="709"/>
                    <a:pt x="1514" y="684"/>
                  </a:cubicBezTo>
                  <a:cubicBezTo>
                    <a:pt x="1721" y="659"/>
                    <a:pt x="1978" y="659"/>
                    <a:pt x="2144" y="519"/>
                  </a:cubicBezTo>
                  <a:cubicBezTo>
                    <a:pt x="2227" y="452"/>
                    <a:pt x="2277" y="345"/>
                    <a:pt x="2277" y="245"/>
                  </a:cubicBezTo>
                  <a:cubicBezTo>
                    <a:pt x="2285" y="245"/>
                    <a:pt x="2285" y="237"/>
                    <a:pt x="2285" y="237"/>
                  </a:cubicBezTo>
                  <a:cubicBezTo>
                    <a:pt x="2318" y="195"/>
                    <a:pt x="2293" y="129"/>
                    <a:pt x="2252" y="104"/>
                  </a:cubicBezTo>
                  <a:cubicBezTo>
                    <a:pt x="2252" y="104"/>
                    <a:pt x="2252" y="96"/>
                    <a:pt x="2243" y="96"/>
                  </a:cubicBezTo>
                  <a:cubicBezTo>
                    <a:pt x="2235" y="79"/>
                    <a:pt x="2219" y="55"/>
                    <a:pt x="2202" y="38"/>
                  </a:cubicBezTo>
                  <a:cubicBezTo>
                    <a:pt x="2183" y="19"/>
                    <a:pt x="2160" y="10"/>
                    <a:pt x="2136" y="10"/>
                  </a:cubicBezTo>
                  <a:cubicBezTo>
                    <a:pt x="2127" y="10"/>
                    <a:pt x="2119" y="11"/>
                    <a:pt x="2111" y="13"/>
                  </a:cubicBezTo>
                  <a:cubicBezTo>
                    <a:pt x="2094" y="13"/>
                    <a:pt x="2086" y="21"/>
                    <a:pt x="2069" y="21"/>
                  </a:cubicBezTo>
                  <a:cubicBezTo>
                    <a:pt x="2012" y="7"/>
                    <a:pt x="1953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8" name="Google Shape;5478;p16"/>
            <p:cNvSpPr/>
            <p:nvPr/>
          </p:nvSpPr>
          <p:spPr>
            <a:xfrm>
              <a:off x="1106225" y="2717325"/>
              <a:ext cx="163025" cy="78575"/>
            </a:xfrm>
            <a:custGeom>
              <a:rect b="b" l="l" r="r" t="t"/>
              <a:pathLst>
                <a:path extrusionOk="0" h="3143" w="6521">
                  <a:moveTo>
                    <a:pt x="4015" y="0"/>
                  </a:moveTo>
                  <a:cubicBezTo>
                    <a:pt x="3984" y="0"/>
                    <a:pt x="3956" y="19"/>
                    <a:pt x="3961" y="56"/>
                  </a:cubicBezTo>
                  <a:cubicBezTo>
                    <a:pt x="3978" y="337"/>
                    <a:pt x="3862" y="611"/>
                    <a:pt x="3613" y="760"/>
                  </a:cubicBezTo>
                  <a:cubicBezTo>
                    <a:pt x="3489" y="835"/>
                    <a:pt x="3356" y="884"/>
                    <a:pt x="3240" y="967"/>
                  </a:cubicBezTo>
                  <a:cubicBezTo>
                    <a:pt x="3116" y="1067"/>
                    <a:pt x="3033" y="1191"/>
                    <a:pt x="3000" y="1340"/>
                  </a:cubicBezTo>
                  <a:cubicBezTo>
                    <a:pt x="2983" y="1439"/>
                    <a:pt x="2975" y="1531"/>
                    <a:pt x="2975" y="1622"/>
                  </a:cubicBezTo>
                  <a:cubicBezTo>
                    <a:pt x="2942" y="1555"/>
                    <a:pt x="2900" y="1497"/>
                    <a:pt x="2851" y="1431"/>
                  </a:cubicBezTo>
                  <a:cubicBezTo>
                    <a:pt x="2842" y="1415"/>
                    <a:pt x="2826" y="1398"/>
                    <a:pt x="2809" y="1381"/>
                  </a:cubicBezTo>
                  <a:cubicBezTo>
                    <a:pt x="2793" y="1348"/>
                    <a:pt x="2768" y="1323"/>
                    <a:pt x="2735" y="1299"/>
                  </a:cubicBezTo>
                  <a:cubicBezTo>
                    <a:pt x="2660" y="1232"/>
                    <a:pt x="2577" y="1174"/>
                    <a:pt x="2486" y="1133"/>
                  </a:cubicBezTo>
                  <a:cubicBezTo>
                    <a:pt x="2470" y="1116"/>
                    <a:pt x="2453" y="1091"/>
                    <a:pt x="2428" y="1075"/>
                  </a:cubicBezTo>
                  <a:cubicBezTo>
                    <a:pt x="2398" y="1057"/>
                    <a:pt x="2366" y="1049"/>
                    <a:pt x="2334" y="1049"/>
                  </a:cubicBezTo>
                  <a:cubicBezTo>
                    <a:pt x="2278" y="1049"/>
                    <a:pt x="2222" y="1074"/>
                    <a:pt x="2180" y="1116"/>
                  </a:cubicBezTo>
                  <a:cubicBezTo>
                    <a:pt x="2171" y="1125"/>
                    <a:pt x="2171" y="1133"/>
                    <a:pt x="2163" y="1141"/>
                  </a:cubicBezTo>
                  <a:cubicBezTo>
                    <a:pt x="2138" y="1149"/>
                    <a:pt x="2113" y="1174"/>
                    <a:pt x="2088" y="1199"/>
                  </a:cubicBezTo>
                  <a:cubicBezTo>
                    <a:pt x="2055" y="1191"/>
                    <a:pt x="2022" y="1174"/>
                    <a:pt x="1989" y="1158"/>
                  </a:cubicBezTo>
                  <a:cubicBezTo>
                    <a:pt x="1890" y="1125"/>
                    <a:pt x="1848" y="1033"/>
                    <a:pt x="1807" y="934"/>
                  </a:cubicBezTo>
                  <a:cubicBezTo>
                    <a:pt x="1757" y="810"/>
                    <a:pt x="1724" y="685"/>
                    <a:pt x="1674" y="561"/>
                  </a:cubicBezTo>
                  <a:cubicBezTo>
                    <a:pt x="1667" y="542"/>
                    <a:pt x="1645" y="532"/>
                    <a:pt x="1625" y="532"/>
                  </a:cubicBezTo>
                  <a:cubicBezTo>
                    <a:pt x="1601" y="532"/>
                    <a:pt x="1579" y="546"/>
                    <a:pt x="1583" y="578"/>
                  </a:cubicBezTo>
                  <a:cubicBezTo>
                    <a:pt x="1591" y="710"/>
                    <a:pt x="1616" y="835"/>
                    <a:pt x="1658" y="959"/>
                  </a:cubicBezTo>
                  <a:cubicBezTo>
                    <a:pt x="1682" y="1067"/>
                    <a:pt x="1707" y="1183"/>
                    <a:pt x="1790" y="1265"/>
                  </a:cubicBezTo>
                  <a:cubicBezTo>
                    <a:pt x="1856" y="1332"/>
                    <a:pt x="1939" y="1348"/>
                    <a:pt x="2014" y="1390"/>
                  </a:cubicBezTo>
                  <a:cubicBezTo>
                    <a:pt x="2014" y="1464"/>
                    <a:pt x="2047" y="1539"/>
                    <a:pt x="2097" y="1597"/>
                  </a:cubicBezTo>
                  <a:cubicBezTo>
                    <a:pt x="2080" y="1638"/>
                    <a:pt x="2064" y="1688"/>
                    <a:pt x="2055" y="1729"/>
                  </a:cubicBezTo>
                  <a:cubicBezTo>
                    <a:pt x="2022" y="1787"/>
                    <a:pt x="1972" y="1837"/>
                    <a:pt x="1923" y="1879"/>
                  </a:cubicBezTo>
                  <a:cubicBezTo>
                    <a:pt x="1840" y="1953"/>
                    <a:pt x="1757" y="2019"/>
                    <a:pt x="1666" y="2077"/>
                  </a:cubicBezTo>
                  <a:cubicBezTo>
                    <a:pt x="1550" y="2160"/>
                    <a:pt x="1417" y="2227"/>
                    <a:pt x="1276" y="2260"/>
                  </a:cubicBezTo>
                  <a:cubicBezTo>
                    <a:pt x="1194" y="2260"/>
                    <a:pt x="1102" y="2260"/>
                    <a:pt x="1020" y="2268"/>
                  </a:cubicBezTo>
                  <a:cubicBezTo>
                    <a:pt x="904" y="2268"/>
                    <a:pt x="870" y="2450"/>
                    <a:pt x="986" y="2467"/>
                  </a:cubicBezTo>
                  <a:cubicBezTo>
                    <a:pt x="995" y="2475"/>
                    <a:pt x="1011" y="2475"/>
                    <a:pt x="1020" y="2475"/>
                  </a:cubicBezTo>
                  <a:cubicBezTo>
                    <a:pt x="1057" y="2479"/>
                    <a:pt x="1095" y="2481"/>
                    <a:pt x="1132" y="2481"/>
                  </a:cubicBezTo>
                  <a:cubicBezTo>
                    <a:pt x="1185" y="2481"/>
                    <a:pt x="1236" y="2477"/>
                    <a:pt x="1285" y="2467"/>
                  </a:cubicBezTo>
                  <a:cubicBezTo>
                    <a:pt x="1442" y="2459"/>
                    <a:pt x="1608" y="2442"/>
                    <a:pt x="1757" y="2409"/>
                  </a:cubicBezTo>
                  <a:cubicBezTo>
                    <a:pt x="1972" y="2351"/>
                    <a:pt x="2180" y="2251"/>
                    <a:pt x="2378" y="2169"/>
                  </a:cubicBezTo>
                  <a:cubicBezTo>
                    <a:pt x="2478" y="2127"/>
                    <a:pt x="2586" y="2086"/>
                    <a:pt x="2685" y="2053"/>
                  </a:cubicBezTo>
                  <a:cubicBezTo>
                    <a:pt x="2743" y="2036"/>
                    <a:pt x="2784" y="2028"/>
                    <a:pt x="2842" y="2019"/>
                  </a:cubicBezTo>
                  <a:cubicBezTo>
                    <a:pt x="2892" y="2003"/>
                    <a:pt x="2942" y="2003"/>
                    <a:pt x="2992" y="1978"/>
                  </a:cubicBezTo>
                  <a:cubicBezTo>
                    <a:pt x="3000" y="1970"/>
                    <a:pt x="3016" y="1961"/>
                    <a:pt x="3025" y="1945"/>
                  </a:cubicBezTo>
                  <a:cubicBezTo>
                    <a:pt x="3033" y="1961"/>
                    <a:pt x="3041" y="1970"/>
                    <a:pt x="3050" y="1978"/>
                  </a:cubicBezTo>
                  <a:cubicBezTo>
                    <a:pt x="2958" y="2003"/>
                    <a:pt x="2867" y="2036"/>
                    <a:pt x="2776" y="2069"/>
                  </a:cubicBezTo>
                  <a:cubicBezTo>
                    <a:pt x="2627" y="2135"/>
                    <a:pt x="2478" y="2202"/>
                    <a:pt x="2329" y="2260"/>
                  </a:cubicBezTo>
                  <a:cubicBezTo>
                    <a:pt x="2238" y="2285"/>
                    <a:pt x="2138" y="2309"/>
                    <a:pt x="2047" y="2334"/>
                  </a:cubicBezTo>
                  <a:cubicBezTo>
                    <a:pt x="1923" y="2367"/>
                    <a:pt x="1807" y="2409"/>
                    <a:pt x="1691" y="2459"/>
                  </a:cubicBezTo>
                  <a:cubicBezTo>
                    <a:pt x="1641" y="2467"/>
                    <a:pt x="1583" y="2475"/>
                    <a:pt x="1533" y="2483"/>
                  </a:cubicBezTo>
                  <a:cubicBezTo>
                    <a:pt x="1401" y="2502"/>
                    <a:pt x="1265" y="2515"/>
                    <a:pt x="1128" y="2515"/>
                  </a:cubicBezTo>
                  <a:cubicBezTo>
                    <a:pt x="1016" y="2515"/>
                    <a:pt x="904" y="2506"/>
                    <a:pt x="796" y="2483"/>
                  </a:cubicBezTo>
                  <a:cubicBezTo>
                    <a:pt x="589" y="2450"/>
                    <a:pt x="382" y="2343"/>
                    <a:pt x="282" y="2152"/>
                  </a:cubicBezTo>
                  <a:cubicBezTo>
                    <a:pt x="271" y="2124"/>
                    <a:pt x="249" y="2112"/>
                    <a:pt x="225" y="2112"/>
                  </a:cubicBezTo>
                  <a:cubicBezTo>
                    <a:pt x="180" y="2112"/>
                    <a:pt x="130" y="2155"/>
                    <a:pt x="141" y="2210"/>
                  </a:cubicBezTo>
                  <a:cubicBezTo>
                    <a:pt x="166" y="2285"/>
                    <a:pt x="199" y="2351"/>
                    <a:pt x="249" y="2409"/>
                  </a:cubicBezTo>
                  <a:cubicBezTo>
                    <a:pt x="220" y="2401"/>
                    <a:pt x="189" y="2394"/>
                    <a:pt x="157" y="2394"/>
                  </a:cubicBezTo>
                  <a:cubicBezTo>
                    <a:pt x="125" y="2394"/>
                    <a:pt x="92" y="2401"/>
                    <a:pt x="58" y="2417"/>
                  </a:cubicBezTo>
                  <a:cubicBezTo>
                    <a:pt x="0" y="2450"/>
                    <a:pt x="25" y="2517"/>
                    <a:pt x="67" y="2533"/>
                  </a:cubicBezTo>
                  <a:cubicBezTo>
                    <a:pt x="199" y="2583"/>
                    <a:pt x="307" y="2682"/>
                    <a:pt x="440" y="2740"/>
                  </a:cubicBezTo>
                  <a:cubicBezTo>
                    <a:pt x="464" y="2749"/>
                    <a:pt x="481" y="2757"/>
                    <a:pt x="506" y="2765"/>
                  </a:cubicBezTo>
                  <a:cubicBezTo>
                    <a:pt x="481" y="2823"/>
                    <a:pt x="522" y="2914"/>
                    <a:pt x="597" y="2914"/>
                  </a:cubicBezTo>
                  <a:cubicBezTo>
                    <a:pt x="738" y="2906"/>
                    <a:pt x="879" y="2889"/>
                    <a:pt x="1020" y="2881"/>
                  </a:cubicBezTo>
                  <a:cubicBezTo>
                    <a:pt x="1094" y="2889"/>
                    <a:pt x="1169" y="2906"/>
                    <a:pt x="1252" y="2906"/>
                  </a:cubicBezTo>
                  <a:cubicBezTo>
                    <a:pt x="1252" y="2914"/>
                    <a:pt x="1252" y="2923"/>
                    <a:pt x="1252" y="2923"/>
                  </a:cubicBezTo>
                  <a:cubicBezTo>
                    <a:pt x="1177" y="2939"/>
                    <a:pt x="1102" y="2956"/>
                    <a:pt x="1028" y="2989"/>
                  </a:cubicBezTo>
                  <a:cubicBezTo>
                    <a:pt x="970" y="3014"/>
                    <a:pt x="995" y="3105"/>
                    <a:pt x="1044" y="3121"/>
                  </a:cubicBezTo>
                  <a:cubicBezTo>
                    <a:pt x="1089" y="3136"/>
                    <a:pt x="1136" y="3142"/>
                    <a:pt x="1183" y="3142"/>
                  </a:cubicBezTo>
                  <a:cubicBezTo>
                    <a:pt x="1318" y="3142"/>
                    <a:pt x="1458" y="3092"/>
                    <a:pt x="1575" y="3055"/>
                  </a:cubicBezTo>
                  <a:cubicBezTo>
                    <a:pt x="1749" y="3005"/>
                    <a:pt x="1914" y="2947"/>
                    <a:pt x="2088" y="2898"/>
                  </a:cubicBezTo>
                  <a:cubicBezTo>
                    <a:pt x="2445" y="2790"/>
                    <a:pt x="2826" y="2765"/>
                    <a:pt x="3199" y="2765"/>
                  </a:cubicBezTo>
                  <a:cubicBezTo>
                    <a:pt x="3531" y="2769"/>
                    <a:pt x="3867" y="2791"/>
                    <a:pt x="4202" y="2791"/>
                  </a:cubicBezTo>
                  <a:cubicBezTo>
                    <a:pt x="4553" y="2791"/>
                    <a:pt x="4902" y="2767"/>
                    <a:pt x="5245" y="2674"/>
                  </a:cubicBezTo>
                  <a:cubicBezTo>
                    <a:pt x="5336" y="2649"/>
                    <a:pt x="5427" y="2624"/>
                    <a:pt x="5519" y="2583"/>
                  </a:cubicBezTo>
                  <a:cubicBezTo>
                    <a:pt x="5543" y="2583"/>
                    <a:pt x="5568" y="2575"/>
                    <a:pt x="5593" y="2566"/>
                  </a:cubicBezTo>
                  <a:cubicBezTo>
                    <a:pt x="5775" y="2517"/>
                    <a:pt x="5966" y="2442"/>
                    <a:pt x="6123" y="2334"/>
                  </a:cubicBezTo>
                  <a:cubicBezTo>
                    <a:pt x="6281" y="2227"/>
                    <a:pt x="6447" y="2077"/>
                    <a:pt x="6496" y="1887"/>
                  </a:cubicBezTo>
                  <a:lnTo>
                    <a:pt x="6496" y="1879"/>
                  </a:lnTo>
                  <a:cubicBezTo>
                    <a:pt x="6496" y="1879"/>
                    <a:pt x="6496" y="1870"/>
                    <a:pt x="6496" y="1862"/>
                  </a:cubicBezTo>
                  <a:cubicBezTo>
                    <a:pt x="6496" y="1812"/>
                    <a:pt x="6455" y="1779"/>
                    <a:pt x="6405" y="1771"/>
                  </a:cubicBezTo>
                  <a:lnTo>
                    <a:pt x="6413" y="1771"/>
                  </a:lnTo>
                  <a:cubicBezTo>
                    <a:pt x="6430" y="1738"/>
                    <a:pt x="6455" y="1713"/>
                    <a:pt x="6471" y="1680"/>
                  </a:cubicBezTo>
                  <a:cubicBezTo>
                    <a:pt x="6521" y="1606"/>
                    <a:pt x="6451" y="1522"/>
                    <a:pt x="6377" y="1522"/>
                  </a:cubicBezTo>
                  <a:cubicBezTo>
                    <a:pt x="6352" y="1522"/>
                    <a:pt x="6327" y="1532"/>
                    <a:pt x="6306" y="1555"/>
                  </a:cubicBezTo>
                  <a:cubicBezTo>
                    <a:pt x="6016" y="1854"/>
                    <a:pt x="5626" y="1953"/>
                    <a:pt x="5229" y="1961"/>
                  </a:cubicBezTo>
                  <a:cubicBezTo>
                    <a:pt x="5320" y="1937"/>
                    <a:pt x="5403" y="1887"/>
                    <a:pt x="5485" y="1837"/>
                  </a:cubicBezTo>
                  <a:cubicBezTo>
                    <a:pt x="5535" y="1796"/>
                    <a:pt x="5560" y="1721"/>
                    <a:pt x="5510" y="1671"/>
                  </a:cubicBezTo>
                  <a:cubicBezTo>
                    <a:pt x="5345" y="1522"/>
                    <a:pt x="5129" y="1481"/>
                    <a:pt x="4922" y="1481"/>
                  </a:cubicBezTo>
                  <a:cubicBezTo>
                    <a:pt x="4839" y="1481"/>
                    <a:pt x="4756" y="1485"/>
                    <a:pt x="4674" y="1485"/>
                  </a:cubicBezTo>
                  <a:cubicBezTo>
                    <a:pt x="4632" y="1485"/>
                    <a:pt x="4591" y="1484"/>
                    <a:pt x="4549" y="1481"/>
                  </a:cubicBezTo>
                  <a:cubicBezTo>
                    <a:pt x="4433" y="1464"/>
                    <a:pt x="4326" y="1423"/>
                    <a:pt x="4218" y="1373"/>
                  </a:cubicBezTo>
                  <a:cubicBezTo>
                    <a:pt x="4102" y="1323"/>
                    <a:pt x="3870" y="1216"/>
                    <a:pt x="3911" y="1050"/>
                  </a:cubicBezTo>
                  <a:cubicBezTo>
                    <a:pt x="3928" y="975"/>
                    <a:pt x="3994" y="926"/>
                    <a:pt x="4044" y="884"/>
                  </a:cubicBezTo>
                  <a:cubicBezTo>
                    <a:pt x="4110" y="818"/>
                    <a:pt x="4176" y="768"/>
                    <a:pt x="4226" y="694"/>
                  </a:cubicBezTo>
                  <a:cubicBezTo>
                    <a:pt x="4359" y="511"/>
                    <a:pt x="4342" y="246"/>
                    <a:pt x="4176" y="89"/>
                  </a:cubicBezTo>
                  <a:cubicBezTo>
                    <a:pt x="4154" y="67"/>
                    <a:pt x="4132" y="59"/>
                    <a:pt x="4110" y="59"/>
                  </a:cubicBezTo>
                  <a:cubicBezTo>
                    <a:pt x="4099" y="59"/>
                    <a:pt x="4088" y="61"/>
                    <a:pt x="4077" y="64"/>
                  </a:cubicBezTo>
                  <a:cubicBezTo>
                    <a:pt x="4077" y="56"/>
                    <a:pt x="4077" y="47"/>
                    <a:pt x="4077" y="39"/>
                  </a:cubicBezTo>
                  <a:cubicBezTo>
                    <a:pt x="4066" y="13"/>
                    <a:pt x="4039" y="0"/>
                    <a:pt x="4015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9" name="Google Shape;5479;p16"/>
            <p:cNvSpPr/>
            <p:nvPr/>
          </p:nvSpPr>
          <p:spPr>
            <a:xfrm>
              <a:off x="1146825" y="2794725"/>
              <a:ext cx="5200" cy="6325"/>
            </a:xfrm>
            <a:custGeom>
              <a:rect b="b" l="l" r="r" t="t"/>
              <a:pathLst>
                <a:path extrusionOk="0" h="253" w="208">
                  <a:moveTo>
                    <a:pt x="141" y="1"/>
                  </a:moveTo>
                  <a:cubicBezTo>
                    <a:pt x="125" y="1"/>
                    <a:pt x="116" y="9"/>
                    <a:pt x="100" y="25"/>
                  </a:cubicBezTo>
                  <a:cubicBezTo>
                    <a:pt x="75" y="42"/>
                    <a:pt x="58" y="67"/>
                    <a:pt x="42" y="92"/>
                  </a:cubicBezTo>
                  <a:cubicBezTo>
                    <a:pt x="34" y="100"/>
                    <a:pt x="25" y="108"/>
                    <a:pt x="17" y="125"/>
                  </a:cubicBezTo>
                  <a:cubicBezTo>
                    <a:pt x="17" y="125"/>
                    <a:pt x="9" y="133"/>
                    <a:pt x="9" y="141"/>
                  </a:cubicBezTo>
                  <a:cubicBezTo>
                    <a:pt x="0" y="150"/>
                    <a:pt x="0" y="166"/>
                    <a:pt x="0" y="174"/>
                  </a:cubicBezTo>
                  <a:cubicBezTo>
                    <a:pt x="0" y="183"/>
                    <a:pt x="0" y="191"/>
                    <a:pt x="0" y="199"/>
                  </a:cubicBezTo>
                  <a:cubicBezTo>
                    <a:pt x="0" y="208"/>
                    <a:pt x="0" y="224"/>
                    <a:pt x="9" y="232"/>
                  </a:cubicBezTo>
                  <a:cubicBezTo>
                    <a:pt x="15" y="245"/>
                    <a:pt x="30" y="252"/>
                    <a:pt x="44" y="252"/>
                  </a:cubicBezTo>
                  <a:cubicBezTo>
                    <a:pt x="49" y="252"/>
                    <a:pt x="54" y="251"/>
                    <a:pt x="58" y="249"/>
                  </a:cubicBezTo>
                  <a:cubicBezTo>
                    <a:pt x="67" y="249"/>
                    <a:pt x="83" y="249"/>
                    <a:pt x="92" y="232"/>
                  </a:cubicBezTo>
                  <a:cubicBezTo>
                    <a:pt x="92" y="232"/>
                    <a:pt x="100" y="224"/>
                    <a:pt x="100" y="224"/>
                  </a:cubicBezTo>
                  <a:cubicBezTo>
                    <a:pt x="100" y="224"/>
                    <a:pt x="108" y="224"/>
                    <a:pt x="108" y="216"/>
                  </a:cubicBezTo>
                  <a:cubicBezTo>
                    <a:pt x="108" y="216"/>
                    <a:pt x="116" y="208"/>
                    <a:pt x="116" y="199"/>
                  </a:cubicBezTo>
                  <a:cubicBezTo>
                    <a:pt x="125" y="191"/>
                    <a:pt x="125" y="183"/>
                    <a:pt x="133" y="174"/>
                  </a:cubicBezTo>
                  <a:cubicBezTo>
                    <a:pt x="133" y="166"/>
                    <a:pt x="141" y="158"/>
                    <a:pt x="150" y="141"/>
                  </a:cubicBezTo>
                  <a:cubicBezTo>
                    <a:pt x="166" y="133"/>
                    <a:pt x="174" y="117"/>
                    <a:pt x="191" y="108"/>
                  </a:cubicBezTo>
                  <a:cubicBezTo>
                    <a:pt x="208" y="83"/>
                    <a:pt x="208" y="42"/>
                    <a:pt x="191" y="25"/>
                  </a:cubicBezTo>
                  <a:cubicBezTo>
                    <a:pt x="174" y="9"/>
                    <a:pt x="166" y="1"/>
                    <a:pt x="1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0" name="Google Shape;5480;p16"/>
            <p:cNvSpPr/>
            <p:nvPr/>
          </p:nvSpPr>
          <p:spPr>
            <a:xfrm>
              <a:off x="1153875" y="2796600"/>
              <a:ext cx="3125" cy="4250"/>
            </a:xfrm>
            <a:custGeom>
              <a:rect b="b" l="l" r="r" t="t"/>
              <a:pathLst>
                <a:path extrusionOk="0" h="170" w="125">
                  <a:moveTo>
                    <a:pt x="75" y="0"/>
                  </a:moveTo>
                  <a:cubicBezTo>
                    <a:pt x="66" y="0"/>
                    <a:pt x="66" y="8"/>
                    <a:pt x="58" y="8"/>
                  </a:cubicBezTo>
                  <a:cubicBezTo>
                    <a:pt x="50" y="8"/>
                    <a:pt x="42" y="8"/>
                    <a:pt x="42" y="17"/>
                  </a:cubicBezTo>
                  <a:cubicBezTo>
                    <a:pt x="33" y="25"/>
                    <a:pt x="25" y="33"/>
                    <a:pt x="25" y="42"/>
                  </a:cubicBezTo>
                  <a:cubicBezTo>
                    <a:pt x="17" y="58"/>
                    <a:pt x="17" y="66"/>
                    <a:pt x="8" y="83"/>
                  </a:cubicBezTo>
                  <a:cubicBezTo>
                    <a:pt x="8" y="91"/>
                    <a:pt x="8" y="99"/>
                    <a:pt x="8" y="108"/>
                  </a:cubicBezTo>
                  <a:cubicBezTo>
                    <a:pt x="0" y="116"/>
                    <a:pt x="0" y="124"/>
                    <a:pt x="0" y="133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8" y="157"/>
                    <a:pt x="17" y="166"/>
                    <a:pt x="17" y="166"/>
                  </a:cubicBezTo>
                  <a:cubicBezTo>
                    <a:pt x="22" y="166"/>
                    <a:pt x="28" y="169"/>
                    <a:pt x="33" y="169"/>
                  </a:cubicBezTo>
                  <a:cubicBezTo>
                    <a:pt x="36" y="169"/>
                    <a:pt x="39" y="169"/>
                    <a:pt x="42" y="166"/>
                  </a:cubicBezTo>
                  <a:cubicBezTo>
                    <a:pt x="50" y="166"/>
                    <a:pt x="50" y="166"/>
                    <a:pt x="58" y="157"/>
                  </a:cubicBezTo>
                  <a:cubicBezTo>
                    <a:pt x="58" y="157"/>
                    <a:pt x="66" y="157"/>
                    <a:pt x="66" y="149"/>
                  </a:cubicBezTo>
                  <a:cubicBezTo>
                    <a:pt x="75" y="149"/>
                    <a:pt x="75" y="141"/>
                    <a:pt x="83" y="141"/>
                  </a:cubicBezTo>
                  <a:cubicBezTo>
                    <a:pt x="83" y="133"/>
                    <a:pt x="91" y="124"/>
                    <a:pt x="91" y="116"/>
                  </a:cubicBezTo>
                  <a:cubicBezTo>
                    <a:pt x="100" y="108"/>
                    <a:pt x="108" y="91"/>
                    <a:pt x="116" y="83"/>
                  </a:cubicBezTo>
                  <a:cubicBezTo>
                    <a:pt x="124" y="75"/>
                    <a:pt x="124" y="58"/>
                    <a:pt x="124" y="42"/>
                  </a:cubicBezTo>
                  <a:cubicBezTo>
                    <a:pt x="124" y="33"/>
                    <a:pt x="116" y="25"/>
                    <a:pt x="116" y="17"/>
                  </a:cubicBezTo>
                  <a:cubicBezTo>
                    <a:pt x="108" y="17"/>
                    <a:pt x="100" y="8"/>
                    <a:pt x="100" y="8"/>
                  </a:cubicBezTo>
                  <a:cubicBezTo>
                    <a:pt x="91" y="8"/>
                    <a:pt x="83" y="0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1" name="Google Shape;5481;p16"/>
            <p:cNvSpPr/>
            <p:nvPr/>
          </p:nvSpPr>
          <p:spPr>
            <a:xfrm>
              <a:off x="1231125" y="2789075"/>
              <a:ext cx="4375" cy="8575"/>
            </a:xfrm>
            <a:custGeom>
              <a:rect b="b" l="l" r="r" t="t"/>
              <a:pathLst>
                <a:path extrusionOk="0" h="343" w="175">
                  <a:moveTo>
                    <a:pt x="67" y="1"/>
                  </a:moveTo>
                  <a:cubicBezTo>
                    <a:pt x="62" y="1"/>
                    <a:pt x="56" y="1"/>
                    <a:pt x="50" y="3"/>
                  </a:cubicBezTo>
                  <a:cubicBezTo>
                    <a:pt x="17" y="11"/>
                    <a:pt x="1" y="44"/>
                    <a:pt x="9" y="77"/>
                  </a:cubicBezTo>
                  <a:cubicBezTo>
                    <a:pt x="17" y="119"/>
                    <a:pt x="26" y="160"/>
                    <a:pt x="34" y="202"/>
                  </a:cubicBezTo>
                  <a:cubicBezTo>
                    <a:pt x="34" y="218"/>
                    <a:pt x="34" y="227"/>
                    <a:pt x="42" y="235"/>
                  </a:cubicBezTo>
                  <a:cubicBezTo>
                    <a:pt x="42" y="243"/>
                    <a:pt x="50" y="251"/>
                    <a:pt x="50" y="251"/>
                  </a:cubicBezTo>
                  <a:lnTo>
                    <a:pt x="50" y="260"/>
                  </a:lnTo>
                  <a:cubicBezTo>
                    <a:pt x="59" y="293"/>
                    <a:pt x="67" y="318"/>
                    <a:pt x="92" y="334"/>
                  </a:cubicBezTo>
                  <a:cubicBezTo>
                    <a:pt x="108" y="343"/>
                    <a:pt x="117" y="343"/>
                    <a:pt x="125" y="343"/>
                  </a:cubicBezTo>
                  <a:cubicBezTo>
                    <a:pt x="141" y="343"/>
                    <a:pt x="150" y="334"/>
                    <a:pt x="158" y="326"/>
                  </a:cubicBezTo>
                  <a:cubicBezTo>
                    <a:pt x="158" y="309"/>
                    <a:pt x="166" y="301"/>
                    <a:pt x="166" y="293"/>
                  </a:cubicBezTo>
                  <a:cubicBezTo>
                    <a:pt x="175" y="276"/>
                    <a:pt x="166" y="260"/>
                    <a:pt x="166" y="251"/>
                  </a:cubicBezTo>
                  <a:lnTo>
                    <a:pt x="166" y="243"/>
                  </a:lnTo>
                  <a:cubicBezTo>
                    <a:pt x="166" y="235"/>
                    <a:pt x="166" y="227"/>
                    <a:pt x="166" y="218"/>
                  </a:cubicBezTo>
                  <a:cubicBezTo>
                    <a:pt x="166" y="202"/>
                    <a:pt x="158" y="185"/>
                    <a:pt x="158" y="169"/>
                  </a:cubicBezTo>
                  <a:cubicBezTo>
                    <a:pt x="141" y="127"/>
                    <a:pt x="133" y="86"/>
                    <a:pt x="125" y="44"/>
                  </a:cubicBezTo>
                  <a:cubicBezTo>
                    <a:pt x="118" y="17"/>
                    <a:pt x="94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2" name="Google Shape;5482;p16"/>
            <p:cNvSpPr/>
            <p:nvPr/>
          </p:nvSpPr>
          <p:spPr>
            <a:xfrm>
              <a:off x="1237125" y="2786750"/>
              <a:ext cx="3975" cy="6225"/>
            </a:xfrm>
            <a:custGeom>
              <a:rect b="b" l="l" r="r" t="t"/>
              <a:pathLst>
                <a:path extrusionOk="0" h="249" w="159">
                  <a:moveTo>
                    <a:pt x="67" y="1"/>
                  </a:moveTo>
                  <a:cubicBezTo>
                    <a:pt x="62" y="1"/>
                    <a:pt x="56" y="2"/>
                    <a:pt x="51" y="5"/>
                  </a:cubicBezTo>
                  <a:cubicBezTo>
                    <a:pt x="26" y="13"/>
                    <a:pt x="1" y="46"/>
                    <a:pt x="9" y="71"/>
                  </a:cubicBezTo>
                  <a:cubicBezTo>
                    <a:pt x="17" y="96"/>
                    <a:pt x="26" y="121"/>
                    <a:pt x="34" y="146"/>
                  </a:cubicBezTo>
                  <a:cubicBezTo>
                    <a:pt x="42" y="162"/>
                    <a:pt x="42" y="170"/>
                    <a:pt x="51" y="187"/>
                  </a:cubicBezTo>
                  <a:cubicBezTo>
                    <a:pt x="51" y="195"/>
                    <a:pt x="59" y="204"/>
                    <a:pt x="59" y="212"/>
                  </a:cubicBezTo>
                  <a:cubicBezTo>
                    <a:pt x="67" y="220"/>
                    <a:pt x="67" y="220"/>
                    <a:pt x="75" y="228"/>
                  </a:cubicBezTo>
                  <a:cubicBezTo>
                    <a:pt x="82" y="240"/>
                    <a:pt x="92" y="248"/>
                    <a:pt x="107" y="248"/>
                  </a:cubicBezTo>
                  <a:cubicBezTo>
                    <a:pt x="112" y="248"/>
                    <a:pt x="119" y="247"/>
                    <a:pt x="125" y="245"/>
                  </a:cubicBezTo>
                  <a:cubicBezTo>
                    <a:pt x="142" y="245"/>
                    <a:pt x="158" y="228"/>
                    <a:pt x="158" y="204"/>
                  </a:cubicBezTo>
                  <a:lnTo>
                    <a:pt x="158" y="187"/>
                  </a:lnTo>
                  <a:cubicBezTo>
                    <a:pt x="158" y="179"/>
                    <a:pt x="158" y="170"/>
                    <a:pt x="150" y="162"/>
                  </a:cubicBezTo>
                  <a:cubicBezTo>
                    <a:pt x="150" y="146"/>
                    <a:pt x="150" y="129"/>
                    <a:pt x="142" y="121"/>
                  </a:cubicBezTo>
                  <a:cubicBezTo>
                    <a:pt x="142" y="96"/>
                    <a:pt x="133" y="71"/>
                    <a:pt x="125" y="46"/>
                  </a:cubicBezTo>
                  <a:cubicBezTo>
                    <a:pt x="117" y="30"/>
                    <a:pt x="109" y="13"/>
                    <a:pt x="100" y="5"/>
                  </a:cubicBezTo>
                  <a:cubicBezTo>
                    <a:pt x="89" y="5"/>
                    <a:pt x="78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3" name="Google Shape;5483;p16"/>
            <p:cNvSpPr/>
            <p:nvPr/>
          </p:nvSpPr>
          <p:spPr>
            <a:xfrm>
              <a:off x="1326825" y="2498300"/>
              <a:ext cx="2725" cy="2725"/>
            </a:xfrm>
            <a:custGeom>
              <a:rect b="b" l="l" r="r" t="t"/>
              <a:pathLst>
                <a:path extrusionOk="0" h="109" w="109">
                  <a:moveTo>
                    <a:pt x="50" y="1"/>
                  </a:moveTo>
                  <a:cubicBezTo>
                    <a:pt x="17" y="1"/>
                    <a:pt x="1" y="26"/>
                    <a:pt x="1" y="51"/>
                  </a:cubicBezTo>
                  <a:cubicBezTo>
                    <a:pt x="1" y="76"/>
                    <a:pt x="17" y="109"/>
                    <a:pt x="50" y="109"/>
                  </a:cubicBezTo>
                  <a:cubicBezTo>
                    <a:pt x="92" y="109"/>
                    <a:pt x="108" y="76"/>
                    <a:pt x="108" y="51"/>
                  </a:cubicBezTo>
                  <a:cubicBezTo>
                    <a:pt x="108" y="26"/>
                    <a:pt x="92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4" name="Google Shape;5484;p16"/>
            <p:cNvSpPr/>
            <p:nvPr/>
          </p:nvSpPr>
          <p:spPr>
            <a:xfrm>
              <a:off x="1277725" y="2501150"/>
              <a:ext cx="67300" cy="104500"/>
            </a:xfrm>
            <a:custGeom>
              <a:rect b="b" l="l" r="r" t="t"/>
              <a:pathLst>
                <a:path extrusionOk="0" h="4180" w="2692">
                  <a:moveTo>
                    <a:pt x="2492" y="1"/>
                  </a:moveTo>
                  <a:cubicBezTo>
                    <a:pt x="2466" y="1"/>
                    <a:pt x="2436" y="6"/>
                    <a:pt x="2404" y="20"/>
                  </a:cubicBezTo>
                  <a:lnTo>
                    <a:pt x="2404" y="11"/>
                  </a:lnTo>
                  <a:cubicBezTo>
                    <a:pt x="2263" y="69"/>
                    <a:pt x="2130" y="136"/>
                    <a:pt x="2006" y="210"/>
                  </a:cubicBezTo>
                  <a:cubicBezTo>
                    <a:pt x="1998" y="202"/>
                    <a:pt x="1989" y="202"/>
                    <a:pt x="1981" y="194"/>
                  </a:cubicBezTo>
                  <a:cubicBezTo>
                    <a:pt x="1974" y="193"/>
                    <a:pt x="1967" y="193"/>
                    <a:pt x="1960" y="193"/>
                  </a:cubicBezTo>
                  <a:cubicBezTo>
                    <a:pt x="1820" y="193"/>
                    <a:pt x="1695" y="273"/>
                    <a:pt x="1600" y="368"/>
                  </a:cubicBezTo>
                  <a:cubicBezTo>
                    <a:pt x="1476" y="475"/>
                    <a:pt x="1376" y="600"/>
                    <a:pt x="1277" y="724"/>
                  </a:cubicBezTo>
                  <a:cubicBezTo>
                    <a:pt x="1252" y="765"/>
                    <a:pt x="1219" y="807"/>
                    <a:pt x="1186" y="856"/>
                  </a:cubicBezTo>
                  <a:cubicBezTo>
                    <a:pt x="1144" y="898"/>
                    <a:pt x="1095" y="939"/>
                    <a:pt x="1045" y="981"/>
                  </a:cubicBezTo>
                  <a:cubicBezTo>
                    <a:pt x="1186" y="774"/>
                    <a:pt x="1343" y="583"/>
                    <a:pt x="1517" y="417"/>
                  </a:cubicBezTo>
                  <a:cubicBezTo>
                    <a:pt x="1550" y="385"/>
                    <a:pt x="1520" y="352"/>
                    <a:pt x="1490" y="352"/>
                  </a:cubicBezTo>
                  <a:cubicBezTo>
                    <a:pt x="1482" y="352"/>
                    <a:pt x="1474" y="354"/>
                    <a:pt x="1467" y="359"/>
                  </a:cubicBezTo>
                  <a:cubicBezTo>
                    <a:pt x="1202" y="583"/>
                    <a:pt x="987" y="856"/>
                    <a:pt x="821" y="1163"/>
                  </a:cubicBezTo>
                  <a:cubicBezTo>
                    <a:pt x="805" y="1188"/>
                    <a:pt x="788" y="1221"/>
                    <a:pt x="771" y="1254"/>
                  </a:cubicBezTo>
                  <a:cubicBezTo>
                    <a:pt x="747" y="1287"/>
                    <a:pt x="713" y="1312"/>
                    <a:pt x="689" y="1345"/>
                  </a:cubicBezTo>
                  <a:cubicBezTo>
                    <a:pt x="705" y="1312"/>
                    <a:pt x="722" y="1287"/>
                    <a:pt x="738" y="1254"/>
                  </a:cubicBezTo>
                  <a:cubicBezTo>
                    <a:pt x="755" y="1220"/>
                    <a:pt x="726" y="1194"/>
                    <a:pt x="698" y="1194"/>
                  </a:cubicBezTo>
                  <a:cubicBezTo>
                    <a:pt x="684" y="1194"/>
                    <a:pt x="672" y="1200"/>
                    <a:pt x="664" y="1213"/>
                  </a:cubicBezTo>
                  <a:cubicBezTo>
                    <a:pt x="597" y="1337"/>
                    <a:pt x="531" y="1470"/>
                    <a:pt x="473" y="1594"/>
                  </a:cubicBezTo>
                  <a:cubicBezTo>
                    <a:pt x="432" y="1652"/>
                    <a:pt x="390" y="1702"/>
                    <a:pt x="349" y="1760"/>
                  </a:cubicBezTo>
                  <a:cubicBezTo>
                    <a:pt x="216" y="1950"/>
                    <a:pt x="117" y="2157"/>
                    <a:pt x="59" y="2381"/>
                  </a:cubicBezTo>
                  <a:cubicBezTo>
                    <a:pt x="1" y="2613"/>
                    <a:pt x="1" y="2853"/>
                    <a:pt x="26" y="3085"/>
                  </a:cubicBezTo>
                  <a:cubicBezTo>
                    <a:pt x="42" y="3201"/>
                    <a:pt x="67" y="3317"/>
                    <a:pt x="100" y="3425"/>
                  </a:cubicBezTo>
                  <a:cubicBezTo>
                    <a:pt x="110" y="3450"/>
                    <a:pt x="130" y="3460"/>
                    <a:pt x="149" y="3460"/>
                  </a:cubicBezTo>
                  <a:cubicBezTo>
                    <a:pt x="161" y="3460"/>
                    <a:pt x="174" y="3456"/>
                    <a:pt x="183" y="3450"/>
                  </a:cubicBezTo>
                  <a:cubicBezTo>
                    <a:pt x="266" y="3690"/>
                    <a:pt x="415" y="3905"/>
                    <a:pt x="631" y="4046"/>
                  </a:cubicBezTo>
                  <a:cubicBezTo>
                    <a:pt x="757" y="4127"/>
                    <a:pt x="903" y="4179"/>
                    <a:pt x="1049" y="4179"/>
                  </a:cubicBezTo>
                  <a:cubicBezTo>
                    <a:pt x="1115" y="4179"/>
                    <a:pt x="1180" y="4169"/>
                    <a:pt x="1244" y="4146"/>
                  </a:cubicBezTo>
                  <a:cubicBezTo>
                    <a:pt x="1443" y="4079"/>
                    <a:pt x="1600" y="3922"/>
                    <a:pt x="1691" y="3740"/>
                  </a:cubicBezTo>
                  <a:cubicBezTo>
                    <a:pt x="1799" y="3533"/>
                    <a:pt x="1832" y="3301"/>
                    <a:pt x="1857" y="3069"/>
                  </a:cubicBezTo>
                  <a:cubicBezTo>
                    <a:pt x="1882" y="2820"/>
                    <a:pt x="1898" y="2571"/>
                    <a:pt x="1915" y="2323"/>
                  </a:cubicBezTo>
                  <a:cubicBezTo>
                    <a:pt x="1915" y="2281"/>
                    <a:pt x="1923" y="2232"/>
                    <a:pt x="1931" y="2190"/>
                  </a:cubicBezTo>
                  <a:cubicBezTo>
                    <a:pt x="1965" y="2124"/>
                    <a:pt x="2014" y="2049"/>
                    <a:pt x="2056" y="1983"/>
                  </a:cubicBezTo>
                  <a:cubicBezTo>
                    <a:pt x="2130" y="1876"/>
                    <a:pt x="2205" y="1776"/>
                    <a:pt x="2279" y="1668"/>
                  </a:cubicBezTo>
                  <a:cubicBezTo>
                    <a:pt x="2354" y="1569"/>
                    <a:pt x="2453" y="1461"/>
                    <a:pt x="2453" y="1329"/>
                  </a:cubicBezTo>
                  <a:cubicBezTo>
                    <a:pt x="2453" y="1304"/>
                    <a:pt x="2436" y="1289"/>
                    <a:pt x="2416" y="1289"/>
                  </a:cubicBezTo>
                  <a:cubicBezTo>
                    <a:pt x="2409" y="1289"/>
                    <a:pt x="2402" y="1291"/>
                    <a:pt x="2395" y="1296"/>
                  </a:cubicBezTo>
                  <a:cubicBezTo>
                    <a:pt x="2337" y="1320"/>
                    <a:pt x="2304" y="1362"/>
                    <a:pt x="2263" y="1420"/>
                  </a:cubicBezTo>
                  <a:cubicBezTo>
                    <a:pt x="2221" y="1478"/>
                    <a:pt x="2180" y="1536"/>
                    <a:pt x="2139" y="1594"/>
                  </a:cubicBezTo>
                  <a:cubicBezTo>
                    <a:pt x="2122" y="1619"/>
                    <a:pt x="2105" y="1652"/>
                    <a:pt x="2081" y="1677"/>
                  </a:cubicBezTo>
                  <a:cubicBezTo>
                    <a:pt x="2089" y="1660"/>
                    <a:pt x="2097" y="1652"/>
                    <a:pt x="2105" y="1635"/>
                  </a:cubicBezTo>
                  <a:cubicBezTo>
                    <a:pt x="2221" y="1436"/>
                    <a:pt x="2362" y="1254"/>
                    <a:pt x="2470" y="1055"/>
                  </a:cubicBezTo>
                  <a:cubicBezTo>
                    <a:pt x="2578" y="848"/>
                    <a:pt x="2669" y="633"/>
                    <a:pt x="2677" y="401"/>
                  </a:cubicBezTo>
                  <a:cubicBezTo>
                    <a:pt x="2691" y="257"/>
                    <a:pt x="2662" y="1"/>
                    <a:pt x="24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5" name="Google Shape;5485;p16"/>
            <p:cNvSpPr/>
            <p:nvPr/>
          </p:nvSpPr>
          <p:spPr>
            <a:xfrm>
              <a:off x="959575" y="2538825"/>
              <a:ext cx="101525" cy="113450"/>
            </a:xfrm>
            <a:custGeom>
              <a:rect b="b" l="l" r="r" t="t"/>
              <a:pathLst>
                <a:path extrusionOk="0" h="4538" w="4061">
                  <a:moveTo>
                    <a:pt x="879" y="1562"/>
                  </a:moveTo>
                  <a:lnTo>
                    <a:pt x="879" y="1562"/>
                  </a:lnTo>
                  <a:cubicBezTo>
                    <a:pt x="945" y="1628"/>
                    <a:pt x="1019" y="1694"/>
                    <a:pt x="1086" y="1760"/>
                  </a:cubicBezTo>
                  <a:cubicBezTo>
                    <a:pt x="1152" y="1827"/>
                    <a:pt x="1227" y="1885"/>
                    <a:pt x="1301" y="1951"/>
                  </a:cubicBezTo>
                  <a:cubicBezTo>
                    <a:pt x="1144" y="1843"/>
                    <a:pt x="1003" y="1711"/>
                    <a:pt x="879" y="1562"/>
                  </a:cubicBezTo>
                  <a:close/>
                  <a:moveTo>
                    <a:pt x="1481" y="0"/>
                  </a:moveTo>
                  <a:cubicBezTo>
                    <a:pt x="1455" y="0"/>
                    <a:pt x="1434" y="29"/>
                    <a:pt x="1459" y="54"/>
                  </a:cubicBezTo>
                  <a:cubicBezTo>
                    <a:pt x="1541" y="170"/>
                    <a:pt x="1666" y="236"/>
                    <a:pt x="1790" y="302"/>
                  </a:cubicBezTo>
                  <a:cubicBezTo>
                    <a:pt x="1724" y="286"/>
                    <a:pt x="1666" y="269"/>
                    <a:pt x="1599" y="261"/>
                  </a:cubicBezTo>
                  <a:cubicBezTo>
                    <a:pt x="1500" y="203"/>
                    <a:pt x="1401" y="153"/>
                    <a:pt x="1293" y="112"/>
                  </a:cubicBezTo>
                  <a:cubicBezTo>
                    <a:pt x="1225" y="87"/>
                    <a:pt x="1144" y="55"/>
                    <a:pt x="1067" y="55"/>
                  </a:cubicBezTo>
                  <a:cubicBezTo>
                    <a:pt x="1013" y="55"/>
                    <a:pt x="962" y="72"/>
                    <a:pt x="920" y="120"/>
                  </a:cubicBezTo>
                  <a:cubicBezTo>
                    <a:pt x="862" y="112"/>
                    <a:pt x="812" y="103"/>
                    <a:pt x="754" y="95"/>
                  </a:cubicBezTo>
                  <a:cubicBezTo>
                    <a:pt x="693" y="87"/>
                    <a:pt x="630" y="82"/>
                    <a:pt x="567" y="82"/>
                  </a:cubicBezTo>
                  <a:cubicBezTo>
                    <a:pt x="495" y="82"/>
                    <a:pt x="423" y="89"/>
                    <a:pt x="357" y="112"/>
                  </a:cubicBezTo>
                  <a:cubicBezTo>
                    <a:pt x="315" y="112"/>
                    <a:pt x="274" y="112"/>
                    <a:pt x="232" y="120"/>
                  </a:cubicBezTo>
                  <a:cubicBezTo>
                    <a:pt x="141" y="120"/>
                    <a:pt x="116" y="211"/>
                    <a:pt x="150" y="269"/>
                  </a:cubicBezTo>
                  <a:cubicBezTo>
                    <a:pt x="141" y="286"/>
                    <a:pt x="125" y="302"/>
                    <a:pt x="116" y="327"/>
                  </a:cubicBezTo>
                  <a:cubicBezTo>
                    <a:pt x="0" y="609"/>
                    <a:pt x="199" y="874"/>
                    <a:pt x="390" y="1064"/>
                  </a:cubicBezTo>
                  <a:cubicBezTo>
                    <a:pt x="539" y="1230"/>
                    <a:pt x="705" y="1388"/>
                    <a:pt x="862" y="1545"/>
                  </a:cubicBezTo>
                  <a:cubicBezTo>
                    <a:pt x="858" y="1542"/>
                    <a:pt x="854" y="1541"/>
                    <a:pt x="849" y="1541"/>
                  </a:cubicBezTo>
                  <a:cubicBezTo>
                    <a:pt x="826" y="1541"/>
                    <a:pt x="800" y="1574"/>
                    <a:pt x="821" y="1595"/>
                  </a:cubicBezTo>
                  <a:cubicBezTo>
                    <a:pt x="1003" y="1868"/>
                    <a:pt x="1235" y="2092"/>
                    <a:pt x="1525" y="2241"/>
                  </a:cubicBezTo>
                  <a:cubicBezTo>
                    <a:pt x="1583" y="2274"/>
                    <a:pt x="1633" y="2299"/>
                    <a:pt x="1691" y="2324"/>
                  </a:cubicBezTo>
                  <a:cubicBezTo>
                    <a:pt x="1682" y="2340"/>
                    <a:pt x="1657" y="2365"/>
                    <a:pt x="1649" y="2382"/>
                  </a:cubicBezTo>
                  <a:cubicBezTo>
                    <a:pt x="1591" y="2506"/>
                    <a:pt x="1641" y="2639"/>
                    <a:pt x="1732" y="2730"/>
                  </a:cubicBezTo>
                  <a:cubicBezTo>
                    <a:pt x="1815" y="2813"/>
                    <a:pt x="1931" y="2846"/>
                    <a:pt x="2022" y="2904"/>
                  </a:cubicBezTo>
                  <a:cubicBezTo>
                    <a:pt x="1840" y="2838"/>
                    <a:pt x="1657" y="2755"/>
                    <a:pt x="1517" y="2630"/>
                  </a:cubicBezTo>
                  <a:cubicBezTo>
                    <a:pt x="1506" y="2624"/>
                    <a:pt x="1496" y="2621"/>
                    <a:pt x="1486" y="2621"/>
                  </a:cubicBezTo>
                  <a:cubicBezTo>
                    <a:pt x="1447" y="2621"/>
                    <a:pt x="1417" y="2664"/>
                    <a:pt x="1450" y="2697"/>
                  </a:cubicBezTo>
                  <a:cubicBezTo>
                    <a:pt x="1533" y="2780"/>
                    <a:pt x="1633" y="2846"/>
                    <a:pt x="1732" y="2904"/>
                  </a:cubicBezTo>
                  <a:cubicBezTo>
                    <a:pt x="1724" y="2920"/>
                    <a:pt x="1732" y="2945"/>
                    <a:pt x="1757" y="2954"/>
                  </a:cubicBezTo>
                  <a:cubicBezTo>
                    <a:pt x="1931" y="3003"/>
                    <a:pt x="2097" y="3078"/>
                    <a:pt x="2246" y="3161"/>
                  </a:cubicBezTo>
                  <a:cubicBezTo>
                    <a:pt x="2312" y="3310"/>
                    <a:pt x="2337" y="3484"/>
                    <a:pt x="2362" y="3641"/>
                  </a:cubicBezTo>
                  <a:cubicBezTo>
                    <a:pt x="2378" y="3757"/>
                    <a:pt x="2395" y="3882"/>
                    <a:pt x="2436" y="3998"/>
                  </a:cubicBezTo>
                  <a:cubicBezTo>
                    <a:pt x="2428" y="3989"/>
                    <a:pt x="2420" y="3989"/>
                    <a:pt x="2411" y="3981"/>
                  </a:cubicBezTo>
                  <a:cubicBezTo>
                    <a:pt x="2237" y="3882"/>
                    <a:pt x="2072" y="3782"/>
                    <a:pt x="1906" y="3674"/>
                  </a:cubicBezTo>
                  <a:cubicBezTo>
                    <a:pt x="1894" y="3667"/>
                    <a:pt x="1883" y="3664"/>
                    <a:pt x="1873" y="3664"/>
                  </a:cubicBezTo>
                  <a:cubicBezTo>
                    <a:pt x="1826" y="3664"/>
                    <a:pt x="1800" y="3733"/>
                    <a:pt x="1848" y="3774"/>
                  </a:cubicBezTo>
                  <a:cubicBezTo>
                    <a:pt x="2005" y="3890"/>
                    <a:pt x="2171" y="3998"/>
                    <a:pt x="2337" y="4105"/>
                  </a:cubicBezTo>
                  <a:cubicBezTo>
                    <a:pt x="2387" y="4130"/>
                    <a:pt x="2436" y="4163"/>
                    <a:pt x="2486" y="4188"/>
                  </a:cubicBezTo>
                  <a:cubicBezTo>
                    <a:pt x="2486" y="4213"/>
                    <a:pt x="2494" y="4238"/>
                    <a:pt x="2511" y="4254"/>
                  </a:cubicBezTo>
                  <a:cubicBezTo>
                    <a:pt x="2544" y="4279"/>
                    <a:pt x="2585" y="4304"/>
                    <a:pt x="2619" y="4329"/>
                  </a:cubicBezTo>
                  <a:cubicBezTo>
                    <a:pt x="2635" y="4346"/>
                    <a:pt x="2652" y="4362"/>
                    <a:pt x="2668" y="4379"/>
                  </a:cubicBezTo>
                  <a:cubicBezTo>
                    <a:pt x="2735" y="4428"/>
                    <a:pt x="2809" y="4462"/>
                    <a:pt x="2875" y="4486"/>
                  </a:cubicBezTo>
                  <a:lnTo>
                    <a:pt x="2892" y="4495"/>
                  </a:lnTo>
                  <a:cubicBezTo>
                    <a:pt x="2929" y="4509"/>
                    <a:pt x="2979" y="4537"/>
                    <a:pt x="3025" y="4537"/>
                  </a:cubicBezTo>
                  <a:cubicBezTo>
                    <a:pt x="3030" y="4537"/>
                    <a:pt x="3036" y="4537"/>
                    <a:pt x="3041" y="4536"/>
                  </a:cubicBezTo>
                  <a:cubicBezTo>
                    <a:pt x="3058" y="4536"/>
                    <a:pt x="3074" y="4520"/>
                    <a:pt x="3074" y="4495"/>
                  </a:cubicBezTo>
                  <a:lnTo>
                    <a:pt x="3091" y="4495"/>
                  </a:lnTo>
                  <a:cubicBezTo>
                    <a:pt x="3097" y="4501"/>
                    <a:pt x="3105" y="4504"/>
                    <a:pt x="3112" y="4504"/>
                  </a:cubicBezTo>
                  <a:cubicBezTo>
                    <a:pt x="3123" y="4504"/>
                    <a:pt x="3132" y="4497"/>
                    <a:pt x="3132" y="4486"/>
                  </a:cubicBezTo>
                  <a:cubicBezTo>
                    <a:pt x="3207" y="4462"/>
                    <a:pt x="3281" y="4420"/>
                    <a:pt x="3339" y="4346"/>
                  </a:cubicBezTo>
                  <a:cubicBezTo>
                    <a:pt x="3431" y="4238"/>
                    <a:pt x="3497" y="4105"/>
                    <a:pt x="3563" y="3981"/>
                  </a:cubicBezTo>
                  <a:cubicBezTo>
                    <a:pt x="3629" y="3840"/>
                    <a:pt x="3696" y="3708"/>
                    <a:pt x="3754" y="3558"/>
                  </a:cubicBezTo>
                  <a:cubicBezTo>
                    <a:pt x="3911" y="3186"/>
                    <a:pt x="4002" y="2771"/>
                    <a:pt x="3961" y="2365"/>
                  </a:cubicBezTo>
                  <a:lnTo>
                    <a:pt x="3961" y="2365"/>
                  </a:lnTo>
                  <a:cubicBezTo>
                    <a:pt x="3967" y="2367"/>
                    <a:pt x="3974" y="2368"/>
                    <a:pt x="3981" y="2368"/>
                  </a:cubicBezTo>
                  <a:cubicBezTo>
                    <a:pt x="4001" y="2368"/>
                    <a:pt x="4021" y="2359"/>
                    <a:pt x="4027" y="2340"/>
                  </a:cubicBezTo>
                  <a:cubicBezTo>
                    <a:pt x="4060" y="2200"/>
                    <a:pt x="4052" y="2084"/>
                    <a:pt x="4002" y="1951"/>
                  </a:cubicBezTo>
                  <a:lnTo>
                    <a:pt x="3994" y="1951"/>
                  </a:lnTo>
                  <a:cubicBezTo>
                    <a:pt x="3969" y="1885"/>
                    <a:pt x="3936" y="1818"/>
                    <a:pt x="3895" y="1760"/>
                  </a:cubicBezTo>
                  <a:lnTo>
                    <a:pt x="3895" y="1752"/>
                  </a:lnTo>
                  <a:cubicBezTo>
                    <a:pt x="3787" y="1537"/>
                    <a:pt x="3629" y="1338"/>
                    <a:pt x="3489" y="1139"/>
                  </a:cubicBezTo>
                  <a:lnTo>
                    <a:pt x="3066" y="526"/>
                  </a:lnTo>
                  <a:cubicBezTo>
                    <a:pt x="3056" y="511"/>
                    <a:pt x="3042" y="505"/>
                    <a:pt x="3028" y="505"/>
                  </a:cubicBezTo>
                  <a:cubicBezTo>
                    <a:pt x="2994" y="505"/>
                    <a:pt x="2960" y="540"/>
                    <a:pt x="2983" y="576"/>
                  </a:cubicBezTo>
                  <a:cubicBezTo>
                    <a:pt x="3124" y="783"/>
                    <a:pt x="3265" y="990"/>
                    <a:pt x="3406" y="1197"/>
                  </a:cubicBezTo>
                  <a:cubicBezTo>
                    <a:pt x="3439" y="1247"/>
                    <a:pt x="3472" y="1288"/>
                    <a:pt x="3505" y="1338"/>
                  </a:cubicBezTo>
                  <a:cubicBezTo>
                    <a:pt x="3455" y="1296"/>
                    <a:pt x="3406" y="1263"/>
                    <a:pt x="3356" y="1222"/>
                  </a:cubicBezTo>
                  <a:cubicBezTo>
                    <a:pt x="3348" y="1205"/>
                    <a:pt x="3339" y="1197"/>
                    <a:pt x="3331" y="1180"/>
                  </a:cubicBezTo>
                  <a:cubicBezTo>
                    <a:pt x="3257" y="1048"/>
                    <a:pt x="3165" y="932"/>
                    <a:pt x="3066" y="816"/>
                  </a:cubicBezTo>
                  <a:cubicBezTo>
                    <a:pt x="2867" y="584"/>
                    <a:pt x="2635" y="385"/>
                    <a:pt x="2362" y="244"/>
                  </a:cubicBezTo>
                  <a:cubicBezTo>
                    <a:pt x="2354" y="241"/>
                    <a:pt x="2346" y="239"/>
                    <a:pt x="2339" y="239"/>
                  </a:cubicBezTo>
                  <a:cubicBezTo>
                    <a:pt x="2294" y="239"/>
                    <a:pt x="2269" y="300"/>
                    <a:pt x="2312" y="335"/>
                  </a:cubicBezTo>
                  <a:cubicBezTo>
                    <a:pt x="2552" y="484"/>
                    <a:pt x="2776" y="675"/>
                    <a:pt x="2958" y="890"/>
                  </a:cubicBezTo>
                  <a:cubicBezTo>
                    <a:pt x="2817" y="783"/>
                    <a:pt x="2668" y="675"/>
                    <a:pt x="2511" y="584"/>
                  </a:cubicBezTo>
                  <a:cubicBezTo>
                    <a:pt x="2469" y="559"/>
                    <a:pt x="2428" y="542"/>
                    <a:pt x="2387" y="518"/>
                  </a:cubicBezTo>
                  <a:cubicBezTo>
                    <a:pt x="2353" y="493"/>
                    <a:pt x="2312" y="468"/>
                    <a:pt x="2279" y="443"/>
                  </a:cubicBezTo>
                  <a:cubicBezTo>
                    <a:pt x="2163" y="360"/>
                    <a:pt x="2030" y="286"/>
                    <a:pt x="1898" y="236"/>
                  </a:cubicBezTo>
                  <a:cubicBezTo>
                    <a:pt x="1757" y="178"/>
                    <a:pt x="1608" y="120"/>
                    <a:pt x="1508" y="12"/>
                  </a:cubicBezTo>
                  <a:cubicBezTo>
                    <a:pt x="1500" y="4"/>
                    <a:pt x="1490" y="0"/>
                    <a:pt x="14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6" name="Google Shape;5486;p16"/>
            <p:cNvSpPr/>
            <p:nvPr/>
          </p:nvSpPr>
          <p:spPr>
            <a:xfrm>
              <a:off x="1275875" y="2511650"/>
              <a:ext cx="47000" cy="81050"/>
            </a:xfrm>
            <a:custGeom>
              <a:rect b="b" l="l" r="r" t="t"/>
              <a:pathLst>
                <a:path extrusionOk="0" h="3242" w="1880">
                  <a:moveTo>
                    <a:pt x="580" y="1273"/>
                  </a:moveTo>
                  <a:cubicBezTo>
                    <a:pt x="481" y="1447"/>
                    <a:pt x="398" y="1629"/>
                    <a:pt x="340" y="1820"/>
                  </a:cubicBezTo>
                  <a:cubicBezTo>
                    <a:pt x="290" y="1895"/>
                    <a:pt x="249" y="1977"/>
                    <a:pt x="199" y="2060"/>
                  </a:cubicBezTo>
                  <a:cubicBezTo>
                    <a:pt x="216" y="1977"/>
                    <a:pt x="249" y="1895"/>
                    <a:pt x="282" y="1820"/>
                  </a:cubicBezTo>
                  <a:cubicBezTo>
                    <a:pt x="348" y="1663"/>
                    <a:pt x="423" y="1513"/>
                    <a:pt x="506" y="1364"/>
                  </a:cubicBezTo>
                  <a:cubicBezTo>
                    <a:pt x="514" y="1356"/>
                    <a:pt x="514" y="1340"/>
                    <a:pt x="522" y="1331"/>
                  </a:cubicBezTo>
                  <a:cubicBezTo>
                    <a:pt x="547" y="1315"/>
                    <a:pt x="564" y="1290"/>
                    <a:pt x="580" y="1273"/>
                  </a:cubicBezTo>
                  <a:close/>
                  <a:moveTo>
                    <a:pt x="721" y="2035"/>
                  </a:moveTo>
                  <a:lnTo>
                    <a:pt x="721" y="2342"/>
                  </a:lnTo>
                  <a:cubicBezTo>
                    <a:pt x="705" y="2292"/>
                    <a:pt x="688" y="2243"/>
                    <a:pt x="663" y="2185"/>
                  </a:cubicBezTo>
                  <a:cubicBezTo>
                    <a:pt x="688" y="2135"/>
                    <a:pt x="705" y="2085"/>
                    <a:pt x="721" y="2035"/>
                  </a:cubicBezTo>
                  <a:close/>
                  <a:moveTo>
                    <a:pt x="1595" y="1"/>
                  </a:moveTo>
                  <a:cubicBezTo>
                    <a:pt x="1589" y="1"/>
                    <a:pt x="1582" y="2"/>
                    <a:pt x="1575" y="6"/>
                  </a:cubicBezTo>
                  <a:cubicBezTo>
                    <a:pt x="1351" y="80"/>
                    <a:pt x="1177" y="262"/>
                    <a:pt x="1028" y="445"/>
                  </a:cubicBezTo>
                  <a:cubicBezTo>
                    <a:pt x="1019" y="445"/>
                    <a:pt x="1003" y="453"/>
                    <a:pt x="995" y="461"/>
                  </a:cubicBezTo>
                  <a:cubicBezTo>
                    <a:pt x="837" y="635"/>
                    <a:pt x="688" y="818"/>
                    <a:pt x="555" y="1016"/>
                  </a:cubicBezTo>
                  <a:cubicBezTo>
                    <a:pt x="464" y="1132"/>
                    <a:pt x="381" y="1248"/>
                    <a:pt x="299" y="1373"/>
                  </a:cubicBezTo>
                  <a:cubicBezTo>
                    <a:pt x="274" y="1398"/>
                    <a:pt x="282" y="1422"/>
                    <a:pt x="299" y="1447"/>
                  </a:cubicBezTo>
                  <a:cubicBezTo>
                    <a:pt x="232" y="1571"/>
                    <a:pt x="174" y="1696"/>
                    <a:pt x="125" y="1828"/>
                  </a:cubicBezTo>
                  <a:cubicBezTo>
                    <a:pt x="75" y="1944"/>
                    <a:pt x="33" y="2077"/>
                    <a:pt x="33" y="2209"/>
                  </a:cubicBezTo>
                  <a:cubicBezTo>
                    <a:pt x="9" y="2226"/>
                    <a:pt x="0" y="2259"/>
                    <a:pt x="9" y="2292"/>
                  </a:cubicBezTo>
                  <a:cubicBezTo>
                    <a:pt x="50" y="2425"/>
                    <a:pt x="100" y="2541"/>
                    <a:pt x="166" y="2657"/>
                  </a:cubicBezTo>
                  <a:cubicBezTo>
                    <a:pt x="166" y="2682"/>
                    <a:pt x="166" y="2707"/>
                    <a:pt x="158" y="2731"/>
                  </a:cubicBezTo>
                  <a:cubicBezTo>
                    <a:pt x="158" y="2769"/>
                    <a:pt x="190" y="2787"/>
                    <a:pt x="221" y="2787"/>
                  </a:cubicBezTo>
                  <a:cubicBezTo>
                    <a:pt x="231" y="2787"/>
                    <a:pt x="241" y="2785"/>
                    <a:pt x="249" y="2781"/>
                  </a:cubicBezTo>
                  <a:cubicBezTo>
                    <a:pt x="307" y="2872"/>
                    <a:pt x="381" y="2955"/>
                    <a:pt x="456" y="3030"/>
                  </a:cubicBezTo>
                  <a:cubicBezTo>
                    <a:pt x="441" y="3092"/>
                    <a:pt x="498" y="3147"/>
                    <a:pt x="552" y="3147"/>
                  </a:cubicBezTo>
                  <a:cubicBezTo>
                    <a:pt x="556" y="3147"/>
                    <a:pt x="560" y="3146"/>
                    <a:pt x="564" y="3146"/>
                  </a:cubicBezTo>
                  <a:cubicBezTo>
                    <a:pt x="589" y="3171"/>
                    <a:pt x="605" y="3187"/>
                    <a:pt x="630" y="3212"/>
                  </a:cubicBezTo>
                  <a:cubicBezTo>
                    <a:pt x="649" y="3233"/>
                    <a:pt x="671" y="3242"/>
                    <a:pt x="692" y="3242"/>
                  </a:cubicBezTo>
                  <a:cubicBezTo>
                    <a:pt x="756" y="3242"/>
                    <a:pt x="816" y="3164"/>
                    <a:pt x="779" y="3096"/>
                  </a:cubicBezTo>
                  <a:cubicBezTo>
                    <a:pt x="779" y="3096"/>
                    <a:pt x="779" y="3088"/>
                    <a:pt x="779" y="3088"/>
                  </a:cubicBezTo>
                  <a:cubicBezTo>
                    <a:pt x="787" y="3063"/>
                    <a:pt x="787" y="3046"/>
                    <a:pt x="779" y="3021"/>
                  </a:cubicBezTo>
                  <a:cubicBezTo>
                    <a:pt x="779" y="2997"/>
                    <a:pt x="771" y="2980"/>
                    <a:pt x="763" y="2955"/>
                  </a:cubicBezTo>
                  <a:lnTo>
                    <a:pt x="763" y="2955"/>
                  </a:lnTo>
                  <a:cubicBezTo>
                    <a:pt x="771" y="2959"/>
                    <a:pt x="780" y="2960"/>
                    <a:pt x="789" y="2960"/>
                  </a:cubicBezTo>
                  <a:cubicBezTo>
                    <a:pt x="825" y="2960"/>
                    <a:pt x="862" y="2935"/>
                    <a:pt x="862" y="2889"/>
                  </a:cubicBezTo>
                  <a:cubicBezTo>
                    <a:pt x="862" y="2723"/>
                    <a:pt x="854" y="2557"/>
                    <a:pt x="854" y="2392"/>
                  </a:cubicBezTo>
                  <a:cubicBezTo>
                    <a:pt x="862" y="2176"/>
                    <a:pt x="887" y="1969"/>
                    <a:pt x="912" y="1762"/>
                  </a:cubicBezTo>
                  <a:cubicBezTo>
                    <a:pt x="970" y="1629"/>
                    <a:pt x="1036" y="1505"/>
                    <a:pt x="1111" y="1381"/>
                  </a:cubicBezTo>
                  <a:cubicBezTo>
                    <a:pt x="1160" y="1290"/>
                    <a:pt x="1210" y="1207"/>
                    <a:pt x="1268" y="1116"/>
                  </a:cubicBezTo>
                  <a:cubicBezTo>
                    <a:pt x="1293" y="1066"/>
                    <a:pt x="1268" y="1025"/>
                    <a:pt x="1235" y="1008"/>
                  </a:cubicBezTo>
                  <a:cubicBezTo>
                    <a:pt x="1392" y="726"/>
                    <a:pt x="1583" y="478"/>
                    <a:pt x="1815" y="246"/>
                  </a:cubicBezTo>
                  <a:cubicBezTo>
                    <a:pt x="1880" y="181"/>
                    <a:pt x="1817" y="90"/>
                    <a:pt x="1743" y="90"/>
                  </a:cubicBezTo>
                  <a:cubicBezTo>
                    <a:pt x="1723" y="90"/>
                    <a:pt x="1702" y="97"/>
                    <a:pt x="1682" y="113"/>
                  </a:cubicBezTo>
                  <a:lnTo>
                    <a:pt x="1691" y="113"/>
                  </a:lnTo>
                  <a:cubicBezTo>
                    <a:pt x="1583" y="204"/>
                    <a:pt x="1483" y="296"/>
                    <a:pt x="1392" y="387"/>
                  </a:cubicBezTo>
                  <a:cubicBezTo>
                    <a:pt x="1475" y="296"/>
                    <a:pt x="1550" y="196"/>
                    <a:pt x="1633" y="105"/>
                  </a:cubicBezTo>
                  <a:cubicBezTo>
                    <a:pt x="1662" y="69"/>
                    <a:pt x="1640" y="1"/>
                    <a:pt x="1595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7" name="Google Shape;5487;p16"/>
            <p:cNvSpPr/>
            <p:nvPr/>
          </p:nvSpPr>
          <p:spPr>
            <a:xfrm>
              <a:off x="1013025" y="2554500"/>
              <a:ext cx="39125" cy="85700"/>
            </a:xfrm>
            <a:custGeom>
              <a:rect b="b" l="l" r="r" t="t"/>
              <a:pathLst>
                <a:path extrusionOk="0" h="3428" w="1565">
                  <a:moveTo>
                    <a:pt x="721" y="843"/>
                  </a:moveTo>
                  <a:cubicBezTo>
                    <a:pt x="820" y="926"/>
                    <a:pt x="903" y="1017"/>
                    <a:pt x="978" y="1117"/>
                  </a:cubicBezTo>
                  <a:cubicBezTo>
                    <a:pt x="969" y="1109"/>
                    <a:pt x="953" y="1109"/>
                    <a:pt x="936" y="1109"/>
                  </a:cubicBezTo>
                  <a:cubicBezTo>
                    <a:pt x="870" y="1026"/>
                    <a:pt x="804" y="943"/>
                    <a:pt x="729" y="860"/>
                  </a:cubicBezTo>
                  <a:cubicBezTo>
                    <a:pt x="729" y="852"/>
                    <a:pt x="721" y="852"/>
                    <a:pt x="721" y="843"/>
                  </a:cubicBezTo>
                  <a:close/>
                  <a:moveTo>
                    <a:pt x="102" y="1"/>
                  </a:moveTo>
                  <a:cubicBezTo>
                    <a:pt x="33" y="1"/>
                    <a:pt x="7" y="97"/>
                    <a:pt x="58" y="147"/>
                  </a:cubicBezTo>
                  <a:cubicBezTo>
                    <a:pt x="8" y="181"/>
                    <a:pt x="0" y="255"/>
                    <a:pt x="58" y="288"/>
                  </a:cubicBezTo>
                  <a:cubicBezTo>
                    <a:pt x="166" y="355"/>
                    <a:pt x="273" y="413"/>
                    <a:pt x="381" y="479"/>
                  </a:cubicBezTo>
                  <a:cubicBezTo>
                    <a:pt x="323" y="487"/>
                    <a:pt x="298" y="570"/>
                    <a:pt x="340" y="611"/>
                  </a:cubicBezTo>
                  <a:cubicBezTo>
                    <a:pt x="406" y="703"/>
                    <a:pt x="481" y="794"/>
                    <a:pt x="555" y="885"/>
                  </a:cubicBezTo>
                  <a:cubicBezTo>
                    <a:pt x="555" y="885"/>
                    <a:pt x="555" y="885"/>
                    <a:pt x="555" y="893"/>
                  </a:cubicBezTo>
                  <a:cubicBezTo>
                    <a:pt x="638" y="1059"/>
                    <a:pt x="721" y="1225"/>
                    <a:pt x="820" y="1382"/>
                  </a:cubicBezTo>
                  <a:cubicBezTo>
                    <a:pt x="820" y="1399"/>
                    <a:pt x="820" y="1407"/>
                    <a:pt x="820" y="1423"/>
                  </a:cubicBezTo>
                  <a:cubicBezTo>
                    <a:pt x="829" y="1457"/>
                    <a:pt x="837" y="1490"/>
                    <a:pt x="845" y="1523"/>
                  </a:cubicBezTo>
                  <a:cubicBezTo>
                    <a:pt x="820" y="1539"/>
                    <a:pt x="812" y="1573"/>
                    <a:pt x="820" y="1606"/>
                  </a:cubicBezTo>
                  <a:cubicBezTo>
                    <a:pt x="870" y="1738"/>
                    <a:pt x="920" y="1871"/>
                    <a:pt x="969" y="2003"/>
                  </a:cubicBezTo>
                  <a:cubicBezTo>
                    <a:pt x="978" y="2037"/>
                    <a:pt x="986" y="2070"/>
                    <a:pt x="994" y="2095"/>
                  </a:cubicBezTo>
                  <a:cubicBezTo>
                    <a:pt x="969" y="2053"/>
                    <a:pt x="936" y="2003"/>
                    <a:pt x="911" y="1954"/>
                  </a:cubicBezTo>
                  <a:cubicBezTo>
                    <a:pt x="903" y="1929"/>
                    <a:pt x="887" y="1921"/>
                    <a:pt x="870" y="1912"/>
                  </a:cubicBezTo>
                  <a:cubicBezTo>
                    <a:pt x="857" y="1906"/>
                    <a:pt x="843" y="1903"/>
                    <a:pt x="829" y="1903"/>
                  </a:cubicBezTo>
                  <a:cubicBezTo>
                    <a:pt x="770" y="1903"/>
                    <a:pt x="707" y="1955"/>
                    <a:pt x="721" y="2028"/>
                  </a:cubicBezTo>
                  <a:cubicBezTo>
                    <a:pt x="729" y="2061"/>
                    <a:pt x="737" y="2086"/>
                    <a:pt x="737" y="2119"/>
                  </a:cubicBezTo>
                  <a:cubicBezTo>
                    <a:pt x="696" y="2119"/>
                    <a:pt x="646" y="2161"/>
                    <a:pt x="638" y="2219"/>
                  </a:cubicBezTo>
                  <a:cubicBezTo>
                    <a:pt x="605" y="2509"/>
                    <a:pt x="630" y="2807"/>
                    <a:pt x="704" y="3089"/>
                  </a:cubicBezTo>
                  <a:lnTo>
                    <a:pt x="704" y="3097"/>
                  </a:lnTo>
                  <a:cubicBezTo>
                    <a:pt x="704" y="3114"/>
                    <a:pt x="713" y="3130"/>
                    <a:pt x="721" y="3139"/>
                  </a:cubicBezTo>
                  <a:cubicBezTo>
                    <a:pt x="729" y="3172"/>
                    <a:pt x="746" y="3205"/>
                    <a:pt x="754" y="3238"/>
                  </a:cubicBezTo>
                  <a:cubicBezTo>
                    <a:pt x="773" y="3287"/>
                    <a:pt x="814" y="3310"/>
                    <a:pt x="854" y="3310"/>
                  </a:cubicBezTo>
                  <a:cubicBezTo>
                    <a:pt x="902" y="3310"/>
                    <a:pt x="948" y="3276"/>
                    <a:pt x="953" y="3213"/>
                  </a:cubicBezTo>
                  <a:lnTo>
                    <a:pt x="953" y="3197"/>
                  </a:lnTo>
                  <a:cubicBezTo>
                    <a:pt x="953" y="3205"/>
                    <a:pt x="961" y="3221"/>
                    <a:pt x="961" y="3230"/>
                  </a:cubicBezTo>
                  <a:cubicBezTo>
                    <a:pt x="969" y="3246"/>
                    <a:pt x="969" y="3255"/>
                    <a:pt x="978" y="3263"/>
                  </a:cubicBezTo>
                  <a:cubicBezTo>
                    <a:pt x="986" y="3304"/>
                    <a:pt x="994" y="3346"/>
                    <a:pt x="1003" y="3379"/>
                  </a:cubicBezTo>
                  <a:cubicBezTo>
                    <a:pt x="1006" y="3412"/>
                    <a:pt x="1031" y="3427"/>
                    <a:pt x="1057" y="3427"/>
                  </a:cubicBezTo>
                  <a:cubicBezTo>
                    <a:pt x="1089" y="3427"/>
                    <a:pt x="1123" y="3404"/>
                    <a:pt x="1119" y="3362"/>
                  </a:cubicBezTo>
                  <a:cubicBezTo>
                    <a:pt x="1119" y="3337"/>
                    <a:pt x="1110" y="3313"/>
                    <a:pt x="1110" y="3279"/>
                  </a:cubicBezTo>
                  <a:cubicBezTo>
                    <a:pt x="1143" y="3263"/>
                    <a:pt x="1160" y="3221"/>
                    <a:pt x="1152" y="3180"/>
                  </a:cubicBezTo>
                  <a:lnTo>
                    <a:pt x="1110" y="2989"/>
                  </a:lnTo>
                  <a:lnTo>
                    <a:pt x="1110" y="2989"/>
                  </a:lnTo>
                  <a:cubicBezTo>
                    <a:pt x="1152" y="3031"/>
                    <a:pt x="1185" y="3064"/>
                    <a:pt x="1226" y="3097"/>
                  </a:cubicBezTo>
                  <a:cubicBezTo>
                    <a:pt x="1243" y="3111"/>
                    <a:pt x="1262" y="3118"/>
                    <a:pt x="1280" y="3118"/>
                  </a:cubicBezTo>
                  <a:cubicBezTo>
                    <a:pt x="1337" y="3118"/>
                    <a:pt x="1390" y="3060"/>
                    <a:pt x="1359" y="2998"/>
                  </a:cubicBezTo>
                  <a:cubicBezTo>
                    <a:pt x="1309" y="2907"/>
                    <a:pt x="1268" y="2815"/>
                    <a:pt x="1226" y="2733"/>
                  </a:cubicBezTo>
                  <a:cubicBezTo>
                    <a:pt x="1226" y="2724"/>
                    <a:pt x="1226" y="2724"/>
                    <a:pt x="1226" y="2716"/>
                  </a:cubicBezTo>
                  <a:cubicBezTo>
                    <a:pt x="1259" y="2749"/>
                    <a:pt x="1293" y="2782"/>
                    <a:pt x="1317" y="2815"/>
                  </a:cubicBezTo>
                  <a:cubicBezTo>
                    <a:pt x="1337" y="2835"/>
                    <a:pt x="1358" y="2843"/>
                    <a:pt x="1378" y="2843"/>
                  </a:cubicBezTo>
                  <a:cubicBezTo>
                    <a:pt x="1434" y="2843"/>
                    <a:pt x="1481" y="2777"/>
                    <a:pt x="1450" y="2716"/>
                  </a:cubicBezTo>
                  <a:cubicBezTo>
                    <a:pt x="1400" y="2600"/>
                    <a:pt x="1351" y="2492"/>
                    <a:pt x="1301" y="2376"/>
                  </a:cubicBezTo>
                  <a:lnTo>
                    <a:pt x="1301" y="2376"/>
                  </a:lnTo>
                  <a:cubicBezTo>
                    <a:pt x="1317" y="2393"/>
                    <a:pt x="1342" y="2409"/>
                    <a:pt x="1367" y="2418"/>
                  </a:cubicBezTo>
                  <a:lnTo>
                    <a:pt x="1359" y="2418"/>
                  </a:lnTo>
                  <a:cubicBezTo>
                    <a:pt x="1359" y="2418"/>
                    <a:pt x="1367" y="2426"/>
                    <a:pt x="1367" y="2426"/>
                  </a:cubicBezTo>
                  <a:cubicBezTo>
                    <a:pt x="1385" y="2456"/>
                    <a:pt x="1412" y="2469"/>
                    <a:pt x="1439" y="2469"/>
                  </a:cubicBezTo>
                  <a:cubicBezTo>
                    <a:pt x="1501" y="2469"/>
                    <a:pt x="1565" y="2404"/>
                    <a:pt x="1525" y="2335"/>
                  </a:cubicBezTo>
                  <a:cubicBezTo>
                    <a:pt x="1516" y="2318"/>
                    <a:pt x="1500" y="2293"/>
                    <a:pt x="1491" y="2277"/>
                  </a:cubicBezTo>
                  <a:cubicBezTo>
                    <a:pt x="1516" y="2186"/>
                    <a:pt x="1491" y="2086"/>
                    <a:pt x="1450" y="1995"/>
                  </a:cubicBezTo>
                  <a:cubicBezTo>
                    <a:pt x="1475" y="1962"/>
                    <a:pt x="1483" y="1929"/>
                    <a:pt x="1483" y="1887"/>
                  </a:cubicBezTo>
                  <a:cubicBezTo>
                    <a:pt x="1516" y="1871"/>
                    <a:pt x="1533" y="1838"/>
                    <a:pt x="1516" y="1796"/>
                  </a:cubicBezTo>
                  <a:cubicBezTo>
                    <a:pt x="1475" y="1622"/>
                    <a:pt x="1409" y="1465"/>
                    <a:pt x="1326" y="1307"/>
                  </a:cubicBezTo>
                  <a:lnTo>
                    <a:pt x="1326" y="1307"/>
                  </a:lnTo>
                  <a:cubicBezTo>
                    <a:pt x="1343" y="1325"/>
                    <a:pt x="1363" y="1333"/>
                    <a:pt x="1381" y="1333"/>
                  </a:cubicBezTo>
                  <a:cubicBezTo>
                    <a:pt x="1438" y="1333"/>
                    <a:pt x="1484" y="1257"/>
                    <a:pt x="1433" y="1200"/>
                  </a:cubicBezTo>
                  <a:cubicBezTo>
                    <a:pt x="1417" y="1175"/>
                    <a:pt x="1400" y="1158"/>
                    <a:pt x="1384" y="1133"/>
                  </a:cubicBezTo>
                  <a:cubicBezTo>
                    <a:pt x="1375" y="1125"/>
                    <a:pt x="1375" y="1125"/>
                    <a:pt x="1367" y="1117"/>
                  </a:cubicBezTo>
                  <a:cubicBezTo>
                    <a:pt x="1334" y="1067"/>
                    <a:pt x="1301" y="1026"/>
                    <a:pt x="1259" y="984"/>
                  </a:cubicBezTo>
                  <a:cubicBezTo>
                    <a:pt x="1301" y="959"/>
                    <a:pt x="1317" y="901"/>
                    <a:pt x="1276" y="852"/>
                  </a:cubicBezTo>
                  <a:cubicBezTo>
                    <a:pt x="1152" y="694"/>
                    <a:pt x="994" y="553"/>
                    <a:pt x="820" y="437"/>
                  </a:cubicBezTo>
                  <a:cubicBezTo>
                    <a:pt x="613" y="263"/>
                    <a:pt x="398" y="114"/>
                    <a:pt x="149" y="15"/>
                  </a:cubicBezTo>
                  <a:cubicBezTo>
                    <a:pt x="149" y="15"/>
                    <a:pt x="141" y="15"/>
                    <a:pt x="133" y="7"/>
                  </a:cubicBezTo>
                  <a:cubicBezTo>
                    <a:pt x="122" y="3"/>
                    <a:pt x="111" y="1"/>
                    <a:pt x="102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8" name="Google Shape;5488;p16"/>
            <p:cNvSpPr/>
            <p:nvPr/>
          </p:nvSpPr>
          <p:spPr>
            <a:xfrm>
              <a:off x="1028150" y="2667175"/>
              <a:ext cx="57200" cy="173700"/>
            </a:xfrm>
            <a:custGeom>
              <a:rect b="b" l="l" r="r" t="t"/>
              <a:pathLst>
                <a:path extrusionOk="0" h="6948" w="2288">
                  <a:moveTo>
                    <a:pt x="572" y="396"/>
                  </a:moveTo>
                  <a:lnTo>
                    <a:pt x="572" y="405"/>
                  </a:lnTo>
                  <a:cubicBezTo>
                    <a:pt x="580" y="579"/>
                    <a:pt x="580" y="753"/>
                    <a:pt x="572" y="927"/>
                  </a:cubicBezTo>
                  <a:cubicBezTo>
                    <a:pt x="538" y="753"/>
                    <a:pt x="538" y="570"/>
                    <a:pt x="572" y="396"/>
                  </a:cubicBezTo>
                  <a:close/>
                  <a:moveTo>
                    <a:pt x="1085" y="4307"/>
                  </a:moveTo>
                  <a:cubicBezTo>
                    <a:pt x="1094" y="4357"/>
                    <a:pt x="1102" y="4407"/>
                    <a:pt x="1110" y="4456"/>
                  </a:cubicBezTo>
                  <a:cubicBezTo>
                    <a:pt x="1094" y="4440"/>
                    <a:pt x="1077" y="4423"/>
                    <a:pt x="1060" y="4415"/>
                  </a:cubicBezTo>
                  <a:cubicBezTo>
                    <a:pt x="1069" y="4382"/>
                    <a:pt x="1077" y="4340"/>
                    <a:pt x="1085" y="4307"/>
                  </a:cubicBezTo>
                  <a:close/>
                  <a:moveTo>
                    <a:pt x="265" y="5061"/>
                  </a:moveTo>
                  <a:lnTo>
                    <a:pt x="265" y="5061"/>
                  </a:lnTo>
                  <a:cubicBezTo>
                    <a:pt x="257" y="5144"/>
                    <a:pt x="248" y="5219"/>
                    <a:pt x="240" y="5301"/>
                  </a:cubicBezTo>
                  <a:cubicBezTo>
                    <a:pt x="232" y="5310"/>
                    <a:pt x="224" y="5318"/>
                    <a:pt x="215" y="5318"/>
                  </a:cubicBezTo>
                  <a:lnTo>
                    <a:pt x="215" y="5301"/>
                  </a:lnTo>
                  <a:cubicBezTo>
                    <a:pt x="224" y="5219"/>
                    <a:pt x="240" y="5144"/>
                    <a:pt x="265" y="5061"/>
                  </a:cubicBezTo>
                  <a:close/>
                  <a:moveTo>
                    <a:pt x="591" y="0"/>
                  </a:moveTo>
                  <a:cubicBezTo>
                    <a:pt x="572" y="0"/>
                    <a:pt x="555" y="10"/>
                    <a:pt x="547" y="32"/>
                  </a:cubicBezTo>
                  <a:cubicBezTo>
                    <a:pt x="356" y="454"/>
                    <a:pt x="348" y="935"/>
                    <a:pt x="538" y="1357"/>
                  </a:cubicBezTo>
                  <a:cubicBezTo>
                    <a:pt x="551" y="1386"/>
                    <a:pt x="578" y="1399"/>
                    <a:pt x="606" y="1399"/>
                  </a:cubicBezTo>
                  <a:cubicBezTo>
                    <a:pt x="634" y="1399"/>
                    <a:pt x="663" y="1386"/>
                    <a:pt x="679" y="1366"/>
                  </a:cubicBezTo>
                  <a:cubicBezTo>
                    <a:pt x="696" y="1482"/>
                    <a:pt x="712" y="1589"/>
                    <a:pt x="737" y="1705"/>
                  </a:cubicBezTo>
                  <a:cubicBezTo>
                    <a:pt x="747" y="1750"/>
                    <a:pt x="778" y="1768"/>
                    <a:pt x="812" y="1768"/>
                  </a:cubicBezTo>
                  <a:cubicBezTo>
                    <a:pt x="834" y="1768"/>
                    <a:pt x="858" y="1760"/>
                    <a:pt x="878" y="1747"/>
                  </a:cubicBezTo>
                  <a:cubicBezTo>
                    <a:pt x="903" y="1904"/>
                    <a:pt x="928" y="2053"/>
                    <a:pt x="953" y="2211"/>
                  </a:cubicBezTo>
                  <a:cubicBezTo>
                    <a:pt x="961" y="2252"/>
                    <a:pt x="994" y="2277"/>
                    <a:pt x="1027" y="2277"/>
                  </a:cubicBezTo>
                  <a:cubicBezTo>
                    <a:pt x="1027" y="2551"/>
                    <a:pt x="1094" y="2832"/>
                    <a:pt x="1226" y="3073"/>
                  </a:cubicBezTo>
                  <a:cubicBezTo>
                    <a:pt x="1210" y="3081"/>
                    <a:pt x="1193" y="3106"/>
                    <a:pt x="1193" y="3131"/>
                  </a:cubicBezTo>
                  <a:cubicBezTo>
                    <a:pt x="1185" y="3139"/>
                    <a:pt x="1185" y="3147"/>
                    <a:pt x="1185" y="3155"/>
                  </a:cubicBezTo>
                  <a:cubicBezTo>
                    <a:pt x="1160" y="3172"/>
                    <a:pt x="1152" y="3197"/>
                    <a:pt x="1143" y="3230"/>
                  </a:cubicBezTo>
                  <a:lnTo>
                    <a:pt x="1135" y="3296"/>
                  </a:lnTo>
                  <a:cubicBezTo>
                    <a:pt x="1127" y="3263"/>
                    <a:pt x="1110" y="3238"/>
                    <a:pt x="1077" y="3230"/>
                  </a:cubicBezTo>
                  <a:cubicBezTo>
                    <a:pt x="1077" y="3230"/>
                    <a:pt x="1077" y="3222"/>
                    <a:pt x="1077" y="3213"/>
                  </a:cubicBezTo>
                  <a:cubicBezTo>
                    <a:pt x="1064" y="3167"/>
                    <a:pt x="1017" y="3142"/>
                    <a:pt x="972" y="3142"/>
                  </a:cubicBezTo>
                  <a:cubicBezTo>
                    <a:pt x="928" y="3142"/>
                    <a:pt x="886" y="3165"/>
                    <a:pt x="878" y="3213"/>
                  </a:cubicBezTo>
                  <a:cubicBezTo>
                    <a:pt x="862" y="3305"/>
                    <a:pt x="845" y="3387"/>
                    <a:pt x="837" y="3470"/>
                  </a:cubicBezTo>
                  <a:cubicBezTo>
                    <a:pt x="762" y="3628"/>
                    <a:pt x="704" y="3785"/>
                    <a:pt x="671" y="3951"/>
                  </a:cubicBezTo>
                  <a:cubicBezTo>
                    <a:pt x="671" y="3951"/>
                    <a:pt x="671" y="3959"/>
                    <a:pt x="671" y="3959"/>
                  </a:cubicBezTo>
                  <a:cubicBezTo>
                    <a:pt x="638" y="3967"/>
                    <a:pt x="613" y="3984"/>
                    <a:pt x="596" y="4025"/>
                  </a:cubicBezTo>
                  <a:cubicBezTo>
                    <a:pt x="563" y="4100"/>
                    <a:pt x="538" y="4166"/>
                    <a:pt x="522" y="4241"/>
                  </a:cubicBezTo>
                  <a:cubicBezTo>
                    <a:pt x="232" y="4539"/>
                    <a:pt x="33" y="4937"/>
                    <a:pt x="8" y="5343"/>
                  </a:cubicBezTo>
                  <a:cubicBezTo>
                    <a:pt x="0" y="5454"/>
                    <a:pt x="61" y="5542"/>
                    <a:pt x="168" y="5542"/>
                  </a:cubicBezTo>
                  <a:cubicBezTo>
                    <a:pt x="172" y="5542"/>
                    <a:pt x="177" y="5542"/>
                    <a:pt x="182" y="5542"/>
                  </a:cubicBezTo>
                  <a:lnTo>
                    <a:pt x="215" y="5542"/>
                  </a:lnTo>
                  <a:cubicBezTo>
                    <a:pt x="215" y="5550"/>
                    <a:pt x="215" y="5558"/>
                    <a:pt x="215" y="5575"/>
                  </a:cubicBezTo>
                  <a:cubicBezTo>
                    <a:pt x="207" y="5583"/>
                    <a:pt x="207" y="5600"/>
                    <a:pt x="207" y="5616"/>
                  </a:cubicBezTo>
                  <a:cubicBezTo>
                    <a:pt x="174" y="5641"/>
                    <a:pt x="157" y="5666"/>
                    <a:pt x="157" y="5707"/>
                  </a:cubicBezTo>
                  <a:cubicBezTo>
                    <a:pt x="141" y="5840"/>
                    <a:pt x="141" y="5964"/>
                    <a:pt x="141" y="6097"/>
                  </a:cubicBezTo>
                  <a:cubicBezTo>
                    <a:pt x="116" y="6271"/>
                    <a:pt x="91" y="6453"/>
                    <a:pt x="83" y="6627"/>
                  </a:cubicBezTo>
                  <a:cubicBezTo>
                    <a:pt x="76" y="6696"/>
                    <a:pt x="126" y="6731"/>
                    <a:pt x="182" y="6731"/>
                  </a:cubicBezTo>
                  <a:cubicBezTo>
                    <a:pt x="193" y="6731"/>
                    <a:pt x="204" y="6729"/>
                    <a:pt x="215" y="6726"/>
                  </a:cubicBezTo>
                  <a:cubicBezTo>
                    <a:pt x="224" y="6776"/>
                    <a:pt x="232" y="6826"/>
                    <a:pt x="248" y="6876"/>
                  </a:cubicBezTo>
                  <a:cubicBezTo>
                    <a:pt x="258" y="6926"/>
                    <a:pt x="297" y="6948"/>
                    <a:pt x="337" y="6948"/>
                  </a:cubicBezTo>
                  <a:cubicBezTo>
                    <a:pt x="396" y="6948"/>
                    <a:pt x="459" y="6900"/>
                    <a:pt x="439" y="6826"/>
                  </a:cubicBezTo>
                  <a:cubicBezTo>
                    <a:pt x="406" y="6702"/>
                    <a:pt x="389" y="6586"/>
                    <a:pt x="373" y="6461"/>
                  </a:cubicBezTo>
                  <a:cubicBezTo>
                    <a:pt x="414" y="6387"/>
                    <a:pt x="447" y="6304"/>
                    <a:pt x="472" y="6221"/>
                  </a:cubicBezTo>
                  <a:cubicBezTo>
                    <a:pt x="480" y="6204"/>
                    <a:pt x="489" y="6196"/>
                    <a:pt x="497" y="6180"/>
                  </a:cubicBezTo>
                  <a:cubicBezTo>
                    <a:pt x="580" y="5939"/>
                    <a:pt x="605" y="5691"/>
                    <a:pt x="572" y="5442"/>
                  </a:cubicBezTo>
                  <a:cubicBezTo>
                    <a:pt x="572" y="5426"/>
                    <a:pt x="580" y="5409"/>
                    <a:pt x="580" y="5401"/>
                  </a:cubicBezTo>
                  <a:cubicBezTo>
                    <a:pt x="588" y="5392"/>
                    <a:pt x="588" y="5392"/>
                    <a:pt x="596" y="5384"/>
                  </a:cubicBezTo>
                  <a:cubicBezTo>
                    <a:pt x="605" y="5368"/>
                    <a:pt x="613" y="5351"/>
                    <a:pt x="630" y="5334"/>
                  </a:cubicBezTo>
                  <a:lnTo>
                    <a:pt x="630" y="5334"/>
                  </a:lnTo>
                  <a:cubicBezTo>
                    <a:pt x="621" y="5426"/>
                    <a:pt x="621" y="5508"/>
                    <a:pt x="621" y="5600"/>
                  </a:cubicBezTo>
                  <a:cubicBezTo>
                    <a:pt x="621" y="5624"/>
                    <a:pt x="638" y="5649"/>
                    <a:pt x="654" y="5674"/>
                  </a:cubicBezTo>
                  <a:cubicBezTo>
                    <a:pt x="646" y="5724"/>
                    <a:pt x="646" y="5774"/>
                    <a:pt x="646" y="5823"/>
                  </a:cubicBezTo>
                  <a:cubicBezTo>
                    <a:pt x="642" y="5887"/>
                    <a:pt x="691" y="5920"/>
                    <a:pt x="743" y="5920"/>
                  </a:cubicBezTo>
                  <a:cubicBezTo>
                    <a:pt x="786" y="5920"/>
                    <a:pt x="830" y="5897"/>
                    <a:pt x="845" y="5848"/>
                  </a:cubicBezTo>
                  <a:cubicBezTo>
                    <a:pt x="878" y="5757"/>
                    <a:pt x="895" y="5658"/>
                    <a:pt x="903" y="5558"/>
                  </a:cubicBezTo>
                  <a:cubicBezTo>
                    <a:pt x="1118" y="5285"/>
                    <a:pt x="1135" y="4895"/>
                    <a:pt x="1127" y="4556"/>
                  </a:cubicBezTo>
                  <a:lnTo>
                    <a:pt x="1127" y="4556"/>
                  </a:lnTo>
                  <a:cubicBezTo>
                    <a:pt x="1145" y="4596"/>
                    <a:pt x="1186" y="4617"/>
                    <a:pt x="1225" y="4617"/>
                  </a:cubicBezTo>
                  <a:cubicBezTo>
                    <a:pt x="1275" y="4617"/>
                    <a:pt x="1322" y="4584"/>
                    <a:pt x="1317" y="4514"/>
                  </a:cubicBezTo>
                  <a:cubicBezTo>
                    <a:pt x="1317" y="4473"/>
                    <a:pt x="1317" y="4423"/>
                    <a:pt x="1317" y="4373"/>
                  </a:cubicBezTo>
                  <a:cubicBezTo>
                    <a:pt x="1326" y="4382"/>
                    <a:pt x="1342" y="4382"/>
                    <a:pt x="1350" y="4382"/>
                  </a:cubicBezTo>
                  <a:cubicBezTo>
                    <a:pt x="1408" y="4373"/>
                    <a:pt x="1433" y="4332"/>
                    <a:pt x="1442" y="4274"/>
                  </a:cubicBezTo>
                  <a:cubicBezTo>
                    <a:pt x="1466" y="4083"/>
                    <a:pt x="1466" y="3893"/>
                    <a:pt x="1450" y="3702"/>
                  </a:cubicBezTo>
                  <a:lnTo>
                    <a:pt x="1450" y="3702"/>
                  </a:lnTo>
                  <a:cubicBezTo>
                    <a:pt x="1458" y="3727"/>
                    <a:pt x="1466" y="3752"/>
                    <a:pt x="1483" y="3777"/>
                  </a:cubicBezTo>
                  <a:cubicBezTo>
                    <a:pt x="1503" y="3811"/>
                    <a:pt x="1534" y="3825"/>
                    <a:pt x="1565" y="3825"/>
                  </a:cubicBezTo>
                  <a:cubicBezTo>
                    <a:pt x="1626" y="3825"/>
                    <a:pt x="1687" y="3770"/>
                    <a:pt x="1665" y="3694"/>
                  </a:cubicBezTo>
                  <a:cubicBezTo>
                    <a:pt x="1657" y="3644"/>
                    <a:pt x="1640" y="3586"/>
                    <a:pt x="1624" y="3528"/>
                  </a:cubicBezTo>
                  <a:cubicBezTo>
                    <a:pt x="1640" y="3528"/>
                    <a:pt x="1665" y="3528"/>
                    <a:pt x="1674" y="3512"/>
                  </a:cubicBezTo>
                  <a:cubicBezTo>
                    <a:pt x="1682" y="3520"/>
                    <a:pt x="1682" y="3520"/>
                    <a:pt x="1690" y="3520"/>
                  </a:cubicBezTo>
                  <a:cubicBezTo>
                    <a:pt x="1748" y="3595"/>
                    <a:pt x="1806" y="3669"/>
                    <a:pt x="1872" y="3735"/>
                  </a:cubicBezTo>
                  <a:cubicBezTo>
                    <a:pt x="1897" y="3755"/>
                    <a:pt x="1921" y="3763"/>
                    <a:pt x="1945" y="3763"/>
                  </a:cubicBezTo>
                  <a:cubicBezTo>
                    <a:pt x="1962" y="3763"/>
                    <a:pt x="1980" y="3759"/>
                    <a:pt x="1997" y="3752"/>
                  </a:cubicBezTo>
                  <a:cubicBezTo>
                    <a:pt x="2022" y="3769"/>
                    <a:pt x="2055" y="3793"/>
                    <a:pt x="2088" y="3818"/>
                  </a:cubicBezTo>
                  <a:cubicBezTo>
                    <a:pt x="2104" y="3830"/>
                    <a:pt x="2120" y="3835"/>
                    <a:pt x="2137" y="3835"/>
                  </a:cubicBezTo>
                  <a:cubicBezTo>
                    <a:pt x="2216" y="3835"/>
                    <a:pt x="2287" y="3721"/>
                    <a:pt x="2212" y="3653"/>
                  </a:cubicBezTo>
                  <a:lnTo>
                    <a:pt x="2212" y="3653"/>
                  </a:lnTo>
                  <a:lnTo>
                    <a:pt x="2212" y="3661"/>
                  </a:lnTo>
                  <a:cubicBezTo>
                    <a:pt x="2038" y="3512"/>
                    <a:pt x="1906" y="3338"/>
                    <a:pt x="1806" y="3131"/>
                  </a:cubicBezTo>
                  <a:cubicBezTo>
                    <a:pt x="1790" y="3089"/>
                    <a:pt x="1756" y="3081"/>
                    <a:pt x="1723" y="3081"/>
                  </a:cubicBezTo>
                  <a:cubicBezTo>
                    <a:pt x="1698" y="3015"/>
                    <a:pt x="1674" y="2957"/>
                    <a:pt x="1657" y="2890"/>
                  </a:cubicBezTo>
                  <a:cubicBezTo>
                    <a:pt x="1640" y="2807"/>
                    <a:pt x="1616" y="2725"/>
                    <a:pt x="1591" y="2642"/>
                  </a:cubicBezTo>
                  <a:cubicBezTo>
                    <a:pt x="1582" y="2517"/>
                    <a:pt x="1566" y="2385"/>
                    <a:pt x="1533" y="2261"/>
                  </a:cubicBezTo>
                  <a:cubicBezTo>
                    <a:pt x="1526" y="2214"/>
                    <a:pt x="1493" y="2189"/>
                    <a:pt x="1455" y="2189"/>
                  </a:cubicBezTo>
                  <a:cubicBezTo>
                    <a:pt x="1445" y="2189"/>
                    <a:pt x="1435" y="2191"/>
                    <a:pt x="1425" y="2194"/>
                  </a:cubicBezTo>
                  <a:cubicBezTo>
                    <a:pt x="1417" y="2153"/>
                    <a:pt x="1417" y="2111"/>
                    <a:pt x="1408" y="2078"/>
                  </a:cubicBezTo>
                  <a:cubicBezTo>
                    <a:pt x="1408" y="2037"/>
                    <a:pt x="1384" y="1995"/>
                    <a:pt x="1342" y="1987"/>
                  </a:cubicBezTo>
                  <a:cubicBezTo>
                    <a:pt x="1334" y="1896"/>
                    <a:pt x="1317" y="1805"/>
                    <a:pt x="1292" y="1722"/>
                  </a:cubicBezTo>
                  <a:cubicBezTo>
                    <a:pt x="1292" y="1705"/>
                    <a:pt x="1292" y="1697"/>
                    <a:pt x="1284" y="1689"/>
                  </a:cubicBezTo>
                  <a:cubicBezTo>
                    <a:pt x="1284" y="1656"/>
                    <a:pt x="1276" y="1623"/>
                    <a:pt x="1276" y="1589"/>
                  </a:cubicBezTo>
                  <a:cubicBezTo>
                    <a:pt x="1276" y="1473"/>
                    <a:pt x="1276" y="1357"/>
                    <a:pt x="1268" y="1233"/>
                  </a:cubicBezTo>
                  <a:cubicBezTo>
                    <a:pt x="1260" y="1175"/>
                    <a:pt x="1215" y="1149"/>
                    <a:pt x="1170" y="1149"/>
                  </a:cubicBezTo>
                  <a:cubicBezTo>
                    <a:pt x="1164" y="1149"/>
                    <a:pt x="1158" y="1149"/>
                    <a:pt x="1152" y="1150"/>
                  </a:cubicBezTo>
                  <a:cubicBezTo>
                    <a:pt x="1152" y="1001"/>
                    <a:pt x="1152" y="860"/>
                    <a:pt x="1152" y="711"/>
                  </a:cubicBezTo>
                  <a:cubicBezTo>
                    <a:pt x="1156" y="654"/>
                    <a:pt x="1118" y="627"/>
                    <a:pt x="1076" y="627"/>
                  </a:cubicBezTo>
                  <a:cubicBezTo>
                    <a:pt x="1033" y="627"/>
                    <a:pt x="986" y="656"/>
                    <a:pt x="978" y="711"/>
                  </a:cubicBezTo>
                  <a:cubicBezTo>
                    <a:pt x="969" y="802"/>
                    <a:pt x="961" y="885"/>
                    <a:pt x="953" y="968"/>
                  </a:cubicBezTo>
                  <a:cubicBezTo>
                    <a:pt x="944" y="844"/>
                    <a:pt x="928" y="719"/>
                    <a:pt x="920" y="595"/>
                  </a:cubicBezTo>
                  <a:cubicBezTo>
                    <a:pt x="915" y="541"/>
                    <a:pt x="866" y="513"/>
                    <a:pt x="821" y="513"/>
                  </a:cubicBezTo>
                  <a:cubicBezTo>
                    <a:pt x="789" y="513"/>
                    <a:pt x="759" y="527"/>
                    <a:pt x="746" y="554"/>
                  </a:cubicBezTo>
                  <a:cubicBezTo>
                    <a:pt x="746" y="504"/>
                    <a:pt x="737" y="454"/>
                    <a:pt x="737" y="396"/>
                  </a:cubicBezTo>
                  <a:cubicBezTo>
                    <a:pt x="733" y="344"/>
                    <a:pt x="689" y="316"/>
                    <a:pt x="647" y="316"/>
                  </a:cubicBezTo>
                  <a:cubicBezTo>
                    <a:pt x="616" y="316"/>
                    <a:pt x="586" y="331"/>
                    <a:pt x="572" y="363"/>
                  </a:cubicBezTo>
                  <a:cubicBezTo>
                    <a:pt x="588" y="264"/>
                    <a:pt x="621" y="173"/>
                    <a:pt x="654" y="82"/>
                  </a:cubicBezTo>
                  <a:cubicBezTo>
                    <a:pt x="671" y="37"/>
                    <a:pt x="629" y="0"/>
                    <a:pt x="591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9" name="Google Shape;5489;p16"/>
            <p:cNvSpPr/>
            <p:nvPr/>
          </p:nvSpPr>
          <p:spPr>
            <a:xfrm>
              <a:off x="1277950" y="2647600"/>
              <a:ext cx="31500" cy="102325"/>
            </a:xfrm>
            <a:custGeom>
              <a:rect b="b" l="l" r="r" t="t"/>
              <a:pathLst>
                <a:path extrusionOk="0" h="4093" w="1260">
                  <a:moveTo>
                    <a:pt x="982" y="1"/>
                  </a:moveTo>
                  <a:cubicBezTo>
                    <a:pt x="938" y="1"/>
                    <a:pt x="895" y="32"/>
                    <a:pt x="887" y="94"/>
                  </a:cubicBezTo>
                  <a:cubicBezTo>
                    <a:pt x="845" y="417"/>
                    <a:pt x="854" y="732"/>
                    <a:pt x="895" y="1055"/>
                  </a:cubicBezTo>
                  <a:cubicBezTo>
                    <a:pt x="895" y="1072"/>
                    <a:pt x="903" y="1080"/>
                    <a:pt x="903" y="1080"/>
                  </a:cubicBezTo>
                  <a:cubicBezTo>
                    <a:pt x="903" y="1088"/>
                    <a:pt x="912" y="1096"/>
                    <a:pt x="912" y="1105"/>
                  </a:cubicBezTo>
                  <a:cubicBezTo>
                    <a:pt x="854" y="1113"/>
                    <a:pt x="829" y="1154"/>
                    <a:pt x="829" y="1196"/>
                  </a:cubicBezTo>
                  <a:cubicBezTo>
                    <a:pt x="812" y="1320"/>
                    <a:pt x="812" y="1444"/>
                    <a:pt x="820" y="1560"/>
                  </a:cubicBezTo>
                  <a:cubicBezTo>
                    <a:pt x="812" y="1558"/>
                    <a:pt x="803" y="1556"/>
                    <a:pt x="794" y="1556"/>
                  </a:cubicBezTo>
                  <a:cubicBezTo>
                    <a:pt x="750" y="1556"/>
                    <a:pt x="703" y="1590"/>
                    <a:pt x="696" y="1652"/>
                  </a:cubicBezTo>
                  <a:cubicBezTo>
                    <a:pt x="696" y="1701"/>
                    <a:pt x="696" y="1743"/>
                    <a:pt x="704" y="1792"/>
                  </a:cubicBezTo>
                  <a:cubicBezTo>
                    <a:pt x="671" y="1792"/>
                    <a:pt x="638" y="1817"/>
                    <a:pt x="630" y="1859"/>
                  </a:cubicBezTo>
                  <a:cubicBezTo>
                    <a:pt x="605" y="2000"/>
                    <a:pt x="597" y="2140"/>
                    <a:pt x="605" y="2273"/>
                  </a:cubicBezTo>
                  <a:cubicBezTo>
                    <a:pt x="580" y="2397"/>
                    <a:pt x="572" y="2522"/>
                    <a:pt x="555" y="2638"/>
                  </a:cubicBezTo>
                  <a:cubicBezTo>
                    <a:pt x="555" y="2646"/>
                    <a:pt x="555" y="2646"/>
                    <a:pt x="555" y="2646"/>
                  </a:cubicBezTo>
                  <a:cubicBezTo>
                    <a:pt x="522" y="2737"/>
                    <a:pt x="489" y="2836"/>
                    <a:pt x="456" y="2928"/>
                  </a:cubicBezTo>
                  <a:cubicBezTo>
                    <a:pt x="440" y="2908"/>
                    <a:pt x="414" y="2895"/>
                    <a:pt x="389" y="2895"/>
                  </a:cubicBezTo>
                  <a:cubicBezTo>
                    <a:pt x="363" y="2895"/>
                    <a:pt x="336" y="2910"/>
                    <a:pt x="323" y="2944"/>
                  </a:cubicBezTo>
                  <a:cubicBezTo>
                    <a:pt x="323" y="2952"/>
                    <a:pt x="315" y="2961"/>
                    <a:pt x="315" y="2969"/>
                  </a:cubicBezTo>
                  <a:cubicBezTo>
                    <a:pt x="307" y="3002"/>
                    <a:pt x="290" y="3027"/>
                    <a:pt x="282" y="3060"/>
                  </a:cubicBezTo>
                  <a:cubicBezTo>
                    <a:pt x="249" y="3068"/>
                    <a:pt x="224" y="3085"/>
                    <a:pt x="207" y="3126"/>
                  </a:cubicBezTo>
                  <a:cubicBezTo>
                    <a:pt x="141" y="3342"/>
                    <a:pt x="83" y="3549"/>
                    <a:pt x="50" y="3773"/>
                  </a:cubicBezTo>
                  <a:cubicBezTo>
                    <a:pt x="50" y="3806"/>
                    <a:pt x="58" y="3831"/>
                    <a:pt x="75" y="3847"/>
                  </a:cubicBezTo>
                  <a:cubicBezTo>
                    <a:pt x="58" y="3897"/>
                    <a:pt x="42" y="3938"/>
                    <a:pt x="25" y="3988"/>
                  </a:cubicBezTo>
                  <a:cubicBezTo>
                    <a:pt x="0" y="4052"/>
                    <a:pt x="52" y="4093"/>
                    <a:pt x="104" y="4093"/>
                  </a:cubicBezTo>
                  <a:cubicBezTo>
                    <a:pt x="140" y="4093"/>
                    <a:pt x="177" y="4073"/>
                    <a:pt x="191" y="4030"/>
                  </a:cubicBezTo>
                  <a:lnTo>
                    <a:pt x="199" y="4021"/>
                  </a:lnTo>
                  <a:cubicBezTo>
                    <a:pt x="207" y="4013"/>
                    <a:pt x="224" y="4005"/>
                    <a:pt x="232" y="3988"/>
                  </a:cubicBezTo>
                  <a:cubicBezTo>
                    <a:pt x="232" y="3988"/>
                    <a:pt x="232" y="3980"/>
                    <a:pt x="240" y="3980"/>
                  </a:cubicBezTo>
                  <a:cubicBezTo>
                    <a:pt x="255" y="4002"/>
                    <a:pt x="280" y="4014"/>
                    <a:pt x="305" y="4014"/>
                  </a:cubicBezTo>
                  <a:cubicBezTo>
                    <a:pt x="335" y="4014"/>
                    <a:pt x="364" y="3996"/>
                    <a:pt x="373" y="3955"/>
                  </a:cubicBezTo>
                  <a:cubicBezTo>
                    <a:pt x="398" y="3864"/>
                    <a:pt x="423" y="3756"/>
                    <a:pt x="439" y="3657"/>
                  </a:cubicBezTo>
                  <a:cubicBezTo>
                    <a:pt x="472" y="3648"/>
                    <a:pt x="497" y="3624"/>
                    <a:pt x="514" y="3590"/>
                  </a:cubicBezTo>
                  <a:cubicBezTo>
                    <a:pt x="547" y="3499"/>
                    <a:pt x="580" y="3416"/>
                    <a:pt x="605" y="3325"/>
                  </a:cubicBezTo>
                  <a:cubicBezTo>
                    <a:pt x="613" y="3327"/>
                    <a:pt x="621" y="3327"/>
                    <a:pt x="629" y="3327"/>
                  </a:cubicBezTo>
                  <a:cubicBezTo>
                    <a:pt x="672" y="3327"/>
                    <a:pt x="714" y="3308"/>
                    <a:pt x="721" y="3259"/>
                  </a:cubicBezTo>
                  <a:cubicBezTo>
                    <a:pt x="746" y="3126"/>
                    <a:pt x="771" y="2994"/>
                    <a:pt x="787" y="2861"/>
                  </a:cubicBezTo>
                  <a:cubicBezTo>
                    <a:pt x="796" y="2864"/>
                    <a:pt x="805" y="2866"/>
                    <a:pt x="813" y="2866"/>
                  </a:cubicBezTo>
                  <a:cubicBezTo>
                    <a:pt x="855" y="2866"/>
                    <a:pt x="896" y="2833"/>
                    <a:pt x="903" y="2778"/>
                  </a:cubicBezTo>
                  <a:cubicBezTo>
                    <a:pt x="903" y="2720"/>
                    <a:pt x="912" y="2662"/>
                    <a:pt x="912" y="2604"/>
                  </a:cubicBezTo>
                  <a:cubicBezTo>
                    <a:pt x="920" y="2621"/>
                    <a:pt x="920" y="2629"/>
                    <a:pt x="928" y="2646"/>
                  </a:cubicBezTo>
                  <a:cubicBezTo>
                    <a:pt x="944" y="2680"/>
                    <a:pt x="972" y="2694"/>
                    <a:pt x="1001" y="2694"/>
                  </a:cubicBezTo>
                  <a:cubicBezTo>
                    <a:pt x="1050" y="2694"/>
                    <a:pt x="1102" y="2653"/>
                    <a:pt x="1102" y="2596"/>
                  </a:cubicBezTo>
                  <a:cubicBezTo>
                    <a:pt x="1110" y="2447"/>
                    <a:pt x="1119" y="2290"/>
                    <a:pt x="1110" y="2140"/>
                  </a:cubicBezTo>
                  <a:cubicBezTo>
                    <a:pt x="1144" y="2124"/>
                    <a:pt x="1160" y="2099"/>
                    <a:pt x="1160" y="2058"/>
                  </a:cubicBezTo>
                  <a:cubicBezTo>
                    <a:pt x="1168" y="1933"/>
                    <a:pt x="1168" y="1801"/>
                    <a:pt x="1168" y="1676"/>
                  </a:cubicBezTo>
                  <a:cubicBezTo>
                    <a:pt x="1210" y="1660"/>
                    <a:pt x="1243" y="1627"/>
                    <a:pt x="1243" y="1577"/>
                  </a:cubicBezTo>
                  <a:cubicBezTo>
                    <a:pt x="1260" y="1229"/>
                    <a:pt x="1210" y="873"/>
                    <a:pt x="1102" y="533"/>
                  </a:cubicBezTo>
                  <a:cubicBezTo>
                    <a:pt x="1102" y="533"/>
                    <a:pt x="1102" y="525"/>
                    <a:pt x="1102" y="525"/>
                  </a:cubicBezTo>
                  <a:cubicBezTo>
                    <a:pt x="1102" y="376"/>
                    <a:pt x="1094" y="235"/>
                    <a:pt x="1077" y="94"/>
                  </a:cubicBezTo>
                  <a:cubicBezTo>
                    <a:pt x="1069" y="32"/>
                    <a:pt x="1025" y="1"/>
                    <a:pt x="982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0" name="Google Shape;5490;p16"/>
            <p:cNvSpPr/>
            <p:nvPr/>
          </p:nvSpPr>
          <p:spPr>
            <a:xfrm>
              <a:off x="1286225" y="2691350"/>
              <a:ext cx="4575" cy="13100"/>
            </a:xfrm>
            <a:custGeom>
              <a:rect b="b" l="l" r="r" t="t"/>
              <a:pathLst>
                <a:path extrusionOk="0" h="524" w="183">
                  <a:moveTo>
                    <a:pt x="44" y="1"/>
                  </a:moveTo>
                  <a:cubicBezTo>
                    <a:pt x="22" y="1"/>
                    <a:pt x="1" y="16"/>
                    <a:pt x="1" y="42"/>
                  </a:cubicBezTo>
                  <a:cubicBezTo>
                    <a:pt x="9" y="109"/>
                    <a:pt x="25" y="183"/>
                    <a:pt x="34" y="258"/>
                  </a:cubicBezTo>
                  <a:cubicBezTo>
                    <a:pt x="34" y="291"/>
                    <a:pt x="34" y="324"/>
                    <a:pt x="42" y="366"/>
                  </a:cubicBezTo>
                  <a:cubicBezTo>
                    <a:pt x="42" y="374"/>
                    <a:pt x="42" y="382"/>
                    <a:pt x="42" y="390"/>
                  </a:cubicBezTo>
                  <a:cubicBezTo>
                    <a:pt x="42" y="399"/>
                    <a:pt x="34" y="407"/>
                    <a:pt x="34" y="415"/>
                  </a:cubicBezTo>
                  <a:cubicBezTo>
                    <a:pt x="34" y="424"/>
                    <a:pt x="34" y="432"/>
                    <a:pt x="42" y="440"/>
                  </a:cubicBezTo>
                  <a:cubicBezTo>
                    <a:pt x="42" y="448"/>
                    <a:pt x="50" y="465"/>
                    <a:pt x="59" y="473"/>
                  </a:cubicBezTo>
                  <a:cubicBezTo>
                    <a:pt x="67" y="506"/>
                    <a:pt x="92" y="523"/>
                    <a:pt x="125" y="523"/>
                  </a:cubicBezTo>
                  <a:cubicBezTo>
                    <a:pt x="158" y="515"/>
                    <a:pt x="183" y="490"/>
                    <a:pt x="183" y="457"/>
                  </a:cubicBezTo>
                  <a:cubicBezTo>
                    <a:pt x="183" y="424"/>
                    <a:pt x="166" y="382"/>
                    <a:pt x="158" y="341"/>
                  </a:cubicBezTo>
                  <a:lnTo>
                    <a:pt x="158" y="349"/>
                  </a:lnTo>
                  <a:cubicBezTo>
                    <a:pt x="150" y="308"/>
                    <a:pt x="141" y="274"/>
                    <a:pt x="133" y="241"/>
                  </a:cubicBezTo>
                  <a:cubicBezTo>
                    <a:pt x="117" y="175"/>
                    <a:pt x="100" y="100"/>
                    <a:pt x="83" y="34"/>
                  </a:cubicBezTo>
                  <a:cubicBezTo>
                    <a:pt x="80" y="11"/>
                    <a:pt x="62" y="1"/>
                    <a:pt x="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1" name="Google Shape;5491;p16"/>
            <p:cNvSpPr/>
            <p:nvPr/>
          </p:nvSpPr>
          <p:spPr>
            <a:xfrm>
              <a:off x="1288925" y="2676200"/>
              <a:ext cx="3550" cy="7450"/>
            </a:xfrm>
            <a:custGeom>
              <a:rect b="b" l="l" r="r" t="t"/>
              <a:pathLst>
                <a:path extrusionOk="0" h="298" w="142">
                  <a:moveTo>
                    <a:pt x="43" y="0"/>
                  </a:moveTo>
                  <a:cubicBezTo>
                    <a:pt x="40" y="0"/>
                    <a:pt x="36" y="1"/>
                    <a:pt x="33" y="2"/>
                  </a:cubicBezTo>
                  <a:cubicBezTo>
                    <a:pt x="9" y="10"/>
                    <a:pt x="0" y="27"/>
                    <a:pt x="9" y="52"/>
                  </a:cubicBezTo>
                  <a:cubicBezTo>
                    <a:pt x="17" y="85"/>
                    <a:pt x="25" y="126"/>
                    <a:pt x="42" y="168"/>
                  </a:cubicBezTo>
                  <a:cubicBezTo>
                    <a:pt x="58" y="209"/>
                    <a:pt x="67" y="259"/>
                    <a:pt x="100" y="292"/>
                  </a:cubicBezTo>
                  <a:cubicBezTo>
                    <a:pt x="103" y="295"/>
                    <a:pt x="108" y="297"/>
                    <a:pt x="114" y="297"/>
                  </a:cubicBezTo>
                  <a:cubicBezTo>
                    <a:pt x="124" y="297"/>
                    <a:pt x="136" y="291"/>
                    <a:pt x="141" y="276"/>
                  </a:cubicBezTo>
                  <a:cubicBezTo>
                    <a:pt x="141" y="251"/>
                    <a:pt x="141" y="234"/>
                    <a:pt x="133" y="209"/>
                  </a:cubicBezTo>
                  <a:cubicBezTo>
                    <a:pt x="125" y="193"/>
                    <a:pt x="125" y="168"/>
                    <a:pt x="116" y="151"/>
                  </a:cubicBezTo>
                  <a:cubicBezTo>
                    <a:pt x="108" y="110"/>
                    <a:pt x="91" y="68"/>
                    <a:pt x="83" y="27"/>
                  </a:cubicBezTo>
                  <a:cubicBezTo>
                    <a:pt x="76" y="14"/>
                    <a:pt x="59" y="0"/>
                    <a:pt x="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2" name="Google Shape;5492;p16"/>
            <p:cNvSpPr/>
            <p:nvPr/>
          </p:nvSpPr>
          <p:spPr>
            <a:xfrm>
              <a:off x="1286650" y="2736875"/>
              <a:ext cx="33775" cy="93225"/>
            </a:xfrm>
            <a:custGeom>
              <a:rect b="b" l="l" r="r" t="t"/>
              <a:pathLst>
                <a:path extrusionOk="0" h="3729" w="1351">
                  <a:moveTo>
                    <a:pt x="779" y="1237"/>
                  </a:moveTo>
                  <a:lnTo>
                    <a:pt x="779" y="1237"/>
                  </a:lnTo>
                  <a:cubicBezTo>
                    <a:pt x="812" y="1271"/>
                    <a:pt x="845" y="1295"/>
                    <a:pt x="878" y="1320"/>
                  </a:cubicBezTo>
                  <a:cubicBezTo>
                    <a:pt x="878" y="1329"/>
                    <a:pt x="878" y="1329"/>
                    <a:pt x="887" y="1329"/>
                  </a:cubicBezTo>
                  <a:cubicBezTo>
                    <a:pt x="912" y="1420"/>
                    <a:pt x="936" y="1511"/>
                    <a:pt x="953" y="1602"/>
                  </a:cubicBezTo>
                  <a:cubicBezTo>
                    <a:pt x="936" y="1569"/>
                    <a:pt x="928" y="1527"/>
                    <a:pt x="912" y="1486"/>
                  </a:cubicBezTo>
                  <a:cubicBezTo>
                    <a:pt x="903" y="1469"/>
                    <a:pt x="895" y="1461"/>
                    <a:pt x="887" y="1453"/>
                  </a:cubicBezTo>
                  <a:cubicBezTo>
                    <a:pt x="887" y="1436"/>
                    <a:pt x="887" y="1420"/>
                    <a:pt x="878" y="1403"/>
                  </a:cubicBezTo>
                  <a:cubicBezTo>
                    <a:pt x="845" y="1345"/>
                    <a:pt x="812" y="1287"/>
                    <a:pt x="779" y="1237"/>
                  </a:cubicBezTo>
                  <a:close/>
                  <a:moveTo>
                    <a:pt x="142" y="0"/>
                  </a:moveTo>
                  <a:cubicBezTo>
                    <a:pt x="77" y="0"/>
                    <a:pt x="17" y="88"/>
                    <a:pt x="75" y="152"/>
                  </a:cubicBezTo>
                  <a:cubicBezTo>
                    <a:pt x="83" y="160"/>
                    <a:pt x="83" y="160"/>
                    <a:pt x="83" y="169"/>
                  </a:cubicBezTo>
                  <a:cubicBezTo>
                    <a:pt x="42" y="177"/>
                    <a:pt x="0" y="235"/>
                    <a:pt x="33" y="293"/>
                  </a:cubicBezTo>
                  <a:cubicBezTo>
                    <a:pt x="191" y="591"/>
                    <a:pt x="348" y="881"/>
                    <a:pt x="530" y="1171"/>
                  </a:cubicBezTo>
                  <a:cubicBezTo>
                    <a:pt x="671" y="1519"/>
                    <a:pt x="746" y="1892"/>
                    <a:pt x="796" y="2265"/>
                  </a:cubicBezTo>
                  <a:cubicBezTo>
                    <a:pt x="762" y="2604"/>
                    <a:pt x="746" y="2936"/>
                    <a:pt x="746" y="3276"/>
                  </a:cubicBezTo>
                  <a:cubicBezTo>
                    <a:pt x="746" y="3300"/>
                    <a:pt x="754" y="3317"/>
                    <a:pt x="771" y="3334"/>
                  </a:cubicBezTo>
                  <a:cubicBezTo>
                    <a:pt x="762" y="3433"/>
                    <a:pt x="746" y="3541"/>
                    <a:pt x="738" y="3640"/>
                  </a:cubicBezTo>
                  <a:cubicBezTo>
                    <a:pt x="733" y="3696"/>
                    <a:pt x="786" y="3728"/>
                    <a:pt x="836" y="3728"/>
                  </a:cubicBezTo>
                  <a:cubicBezTo>
                    <a:pt x="875" y="3728"/>
                    <a:pt x="913" y="3709"/>
                    <a:pt x="920" y="3665"/>
                  </a:cubicBezTo>
                  <a:cubicBezTo>
                    <a:pt x="920" y="3657"/>
                    <a:pt x="920" y="3648"/>
                    <a:pt x="920" y="3640"/>
                  </a:cubicBezTo>
                  <a:cubicBezTo>
                    <a:pt x="930" y="3643"/>
                    <a:pt x="940" y="3645"/>
                    <a:pt x="950" y="3645"/>
                  </a:cubicBezTo>
                  <a:cubicBezTo>
                    <a:pt x="993" y="3645"/>
                    <a:pt x="1037" y="3617"/>
                    <a:pt x="1044" y="3557"/>
                  </a:cubicBezTo>
                  <a:cubicBezTo>
                    <a:pt x="1061" y="3342"/>
                    <a:pt x="1069" y="3118"/>
                    <a:pt x="1069" y="2903"/>
                  </a:cubicBezTo>
                  <a:cubicBezTo>
                    <a:pt x="1094" y="2778"/>
                    <a:pt x="1110" y="2654"/>
                    <a:pt x="1119" y="2530"/>
                  </a:cubicBezTo>
                  <a:cubicBezTo>
                    <a:pt x="1160" y="2530"/>
                    <a:pt x="1202" y="2513"/>
                    <a:pt x="1210" y="2472"/>
                  </a:cubicBezTo>
                  <a:cubicBezTo>
                    <a:pt x="1351" y="2041"/>
                    <a:pt x="1260" y="1569"/>
                    <a:pt x="1052" y="1179"/>
                  </a:cubicBezTo>
                  <a:cubicBezTo>
                    <a:pt x="1019" y="1121"/>
                    <a:pt x="986" y="1072"/>
                    <a:pt x="953" y="1022"/>
                  </a:cubicBezTo>
                  <a:cubicBezTo>
                    <a:pt x="870" y="831"/>
                    <a:pt x="754" y="649"/>
                    <a:pt x="613" y="492"/>
                  </a:cubicBezTo>
                  <a:cubicBezTo>
                    <a:pt x="597" y="467"/>
                    <a:pt x="572" y="459"/>
                    <a:pt x="555" y="459"/>
                  </a:cubicBezTo>
                  <a:cubicBezTo>
                    <a:pt x="448" y="309"/>
                    <a:pt x="323" y="169"/>
                    <a:pt x="199" y="28"/>
                  </a:cubicBezTo>
                  <a:cubicBezTo>
                    <a:pt x="182" y="8"/>
                    <a:pt x="162" y="0"/>
                    <a:pt x="142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3" name="Google Shape;5493;p16"/>
            <p:cNvSpPr/>
            <p:nvPr/>
          </p:nvSpPr>
          <p:spPr>
            <a:xfrm>
              <a:off x="1084275" y="2639400"/>
              <a:ext cx="41450" cy="34400"/>
            </a:xfrm>
            <a:custGeom>
              <a:rect b="b" l="l" r="r" t="t"/>
              <a:pathLst>
                <a:path extrusionOk="0" h="1376" w="1658">
                  <a:moveTo>
                    <a:pt x="522" y="1151"/>
                  </a:moveTo>
                  <a:cubicBezTo>
                    <a:pt x="522" y="1159"/>
                    <a:pt x="514" y="1168"/>
                    <a:pt x="514" y="1184"/>
                  </a:cubicBezTo>
                  <a:cubicBezTo>
                    <a:pt x="473" y="1176"/>
                    <a:pt x="431" y="1168"/>
                    <a:pt x="390" y="1168"/>
                  </a:cubicBezTo>
                  <a:cubicBezTo>
                    <a:pt x="431" y="1159"/>
                    <a:pt x="473" y="1151"/>
                    <a:pt x="514" y="1151"/>
                  </a:cubicBezTo>
                  <a:close/>
                  <a:moveTo>
                    <a:pt x="1170" y="1"/>
                  </a:moveTo>
                  <a:cubicBezTo>
                    <a:pt x="1114" y="1"/>
                    <a:pt x="1058" y="47"/>
                    <a:pt x="1086" y="107"/>
                  </a:cubicBezTo>
                  <a:cubicBezTo>
                    <a:pt x="1094" y="149"/>
                    <a:pt x="1102" y="182"/>
                    <a:pt x="1119" y="215"/>
                  </a:cubicBezTo>
                  <a:cubicBezTo>
                    <a:pt x="1044" y="182"/>
                    <a:pt x="961" y="157"/>
                    <a:pt x="870" y="140"/>
                  </a:cubicBezTo>
                  <a:cubicBezTo>
                    <a:pt x="863" y="139"/>
                    <a:pt x="856" y="138"/>
                    <a:pt x="849" y="138"/>
                  </a:cubicBezTo>
                  <a:cubicBezTo>
                    <a:pt x="779" y="138"/>
                    <a:pt x="741" y="212"/>
                    <a:pt x="779" y="273"/>
                  </a:cubicBezTo>
                  <a:cubicBezTo>
                    <a:pt x="754" y="265"/>
                    <a:pt x="729" y="256"/>
                    <a:pt x="704" y="240"/>
                  </a:cubicBezTo>
                  <a:cubicBezTo>
                    <a:pt x="690" y="234"/>
                    <a:pt x="677" y="232"/>
                    <a:pt x="664" y="232"/>
                  </a:cubicBezTo>
                  <a:cubicBezTo>
                    <a:pt x="580" y="232"/>
                    <a:pt x="534" y="339"/>
                    <a:pt x="613" y="397"/>
                  </a:cubicBezTo>
                  <a:cubicBezTo>
                    <a:pt x="646" y="414"/>
                    <a:pt x="671" y="439"/>
                    <a:pt x="704" y="455"/>
                  </a:cubicBezTo>
                  <a:cubicBezTo>
                    <a:pt x="671" y="455"/>
                    <a:pt x="630" y="463"/>
                    <a:pt x="597" y="472"/>
                  </a:cubicBezTo>
                  <a:cubicBezTo>
                    <a:pt x="547" y="480"/>
                    <a:pt x="497" y="521"/>
                    <a:pt x="489" y="579"/>
                  </a:cubicBezTo>
                  <a:cubicBezTo>
                    <a:pt x="489" y="596"/>
                    <a:pt x="497" y="613"/>
                    <a:pt x="497" y="621"/>
                  </a:cubicBezTo>
                  <a:cubicBezTo>
                    <a:pt x="489" y="629"/>
                    <a:pt x="489" y="637"/>
                    <a:pt x="481" y="646"/>
                  </a:cubicBezTo>
                  <a:cubicBezTo>
                    <a:pt x="473" y="646"/>
                    <a:pt x="456" y="654"/>
                    <a:pt x="448" y="654"/>
                  </a:cubicBezTo>
                  <a:cubicBezTo>
                    <a:pt x="357" y="654"/>
                    <a:pt x="274" y="671"/>
                    <a:pt x="191" y="695"/>
                  </a:cubicBezTo>
                  <a:cubicBezTo>
                    <a:pt x="83" y="726"/>
                    <a:pt x="118" y="864"/>
                    <a:pt x="210" y="864"/>
                  </a:cubicBezTo>
                  <a:cubicBezTo>
                    <a:pt x="217" y="864"/>
                    <a:pt x="224" y="863"/>
                    <a:pt x="232" y="861"/>
                  </a:cubicBezTo>
                  <a:lnTo>
                    <a:pt x="241" y="861"/>
                  </a:lnTo>
                  <a:cubicBezTo>
                    <a:pt x="224" y="878"/>
                    <a:pt x="216" y="903"/>
                    <a:pt x="224" y="936"/>
                  </a:cubicBezTo>
                  <a:cubicBezTo>
                    <a:pt x="232" y="961"/>
                    <a:pt x="249" y="985"/>
                    <a:pt x="265" y="1002"/>
                  </a:cubicBezTo>
                  <a:cubicBezTo>
                    <a:pt x="141" y="1027"/>
                    <a:pt x="17" y="1077"/>
                    <a:pt x="9" y="1209"/>
                  </a:cubicBezTo>
                  <a:cubicBezTo>
                    <a:pt x="0" y="1242"/>
                    <a:pt x="33" y="1284"/>
                    <a:pt x="67" y="1292"/>
                  </a:cubicBezTo>
                  <a:cubicBezTo>
                    <a:pt x="340" y="1350"/>
                    <a:pt x="613" y="1375"/>
                    <a:pt x="895" y="1375"/>
                  </a:cubicBezTo>
                  <a:cubicBezTo>
                    <a:pt x="898" y="1375"/>
                    <a:pt x="901" y="1375"/>
                    <a:pt x="903" y="1375"/>
                  </a:cubicBezTo>
                  <a:cubicBezTo>
                    <a:pt x="1011" y="1375"/>
                    <a:pt x="1000" y="1217"/>
                    <a:pt x="895" y="1201"/>
                  </a:cubicBezTo>
                  <a:cubicBezTo>
                    <a:pt x="837" y="1193"/>
                    <a:pt x="779" y="1184"/>
                    <a:pt x="729" y="1176"/>
                  </a:cubicBezTo>
                  <a:lnTo>
                    <a:pt x="696" y="1176"/>
                  </a:lnTo>
                  <a:lnTo>
                    <a:pt x="713" y="1151"/>
                  </a:lnTo>
                  <a:cubicBezTo>
                    <a:pt x="779" y="1151"/>
                    <a:pt x="845" y="1159"/>
                    <a:pt x="912" y="1176"/>
                  </a:cubicBezTo>
                  <a:cubicBezTo>
                    <a:pt x="917" y="1177"/>
                    <a:pt x="922" y="1177"/>
                    <a:pt x="927" y="1177"/>
                  </a:cubicBezTo>
                  <a:cubicBezTo>
                    <a:pt x="970" y="1177"/>
                    <a:pt x="1005" y="1148"/>
                    <a:pt x="1019" y="1118"/>
                  </a:cubicBezTo>
                  <a:cubicBezTo>
                    <a:pt x="1019" y="1118"/>
                    <a:pt x="1028" y="1118"/>
                    <a:pt x="1036" y="1126"/>
                  </a:cubicBezTo>
                  <a:cubicBezTo>
                    <a:pt x="1050" y="1132"/>
                    <a:pt x="1064" y="1135"/>
                    <a:pt x="1077" y="1135"/>
                  </a:cubicBezTo>
                  <a:cubicBezTo>
                    <a:pt x="1103" y="1135"/>
                    <a:pt x="1127" y="1123"/>
                    <a:pt x="1144" y="1101"/>
                  </a:cubicBezTo>
                  <a:cubicBezTo>
                    <a:pt x="1160" y="1143"/>
                    <a:pt x="1177" y="1193"/>
                    <a:pt x="1185" y="1226"/>
                  </a:cubicBezTo>
                  <a:cubicBezTo>
                    <a:pt x="1196" y="1266"/>
                    <a:pt x="1230" y="1286"/>
                    <a:pt x="1265" y="1286"/>
                  </a:cubicBezTo>
                  <a:cubicBezTo>
                    <a:pt x="1308" y="1286"/>
                    <a:pt x="1351" y="1256"/>
                    <a:pt x="1351" y="1201"/>
                  </a:cubicBezTo>
                  <a:cubicBezTo>
                    <a:pt x="1369" y="1207"/>
                    <a:pt x="1387" y="1210"/>
                    <a:pt x="1405" y="1210"/>
                  </a:cubicBezTo>
                  <a:cubicBezTo>
                    <a:pt x="1459" y="1210"/>
                    <a:pt x="1506" y="1180"/>
                    <a:pt x="1525" y="1118"/>
                  </a:cubicBezTo>
                  <a:cubicBezTo>
                    <a:pt x="1533" y="1085"/>
                    <a:pt x="1525" y="1052"/>
                    <a:pt x="1516" y="1019"/>
                  </a:cubicBezTo>
                  <a:cubicBezTo>
                    <a:pt x="1550" y="1010"/>
                    <a:pt x="1574" y="994"/>
                    <a:pt x="1599" y="961"/>
                  </a:cubicBezTo>
                  <a:cubicBezTo>
                    <a:pt x="1632" y="911"/>
                    <a:pt x="1632" y="853"/>
                    <a:pt x="1632" y="795"/>
                  </a:cubicBezTo>
                  <a:cubicBezTo>
                    <a:pt x="1641" y="778"/>
                    <a:pt x="1657" y="762"/>
                    <a:pt x="1649" y="737"/>
                  </a:cubicBezTo>
                  <a:lnTo>
                    <a:pt x="1657" y="737"/>
                  </a:lnTo>
                  <a:cubicBezTo>
                    <a:pt x="1649" y="571"/>
                    <a:pt x="1641" y="405"/>
                    <a:pt x="1608" y="240"/>
                  </a:cubicBezTo>
                  <a:cubicBezTo>
                    <a:pt x="1600" y="198"/>
                    <a:pt x="1565" y="179"/>
                    <a:pt x="1529" y="179"/>
                  </a:cubicBezTo>
                  <a:cubicBezTo>
                    <a:pt x="1486" y="179"/>
                    <a:pt x="1442" y="207"/>
                    <a:pt x="1442" y="256"/>
                  </a:cubicBezTo>
                  <a:cubicBezTo>
                    <a:pt x="1442" y="306"/>
                    <a:pt x="1442" y="347"/>
                    <a:pt x="1450" y="397"/>
                  </a:cubicBezTo>
                  <a:cubicBezTo>
                    <a:pt x="1376" y="281"/>
                    <a:pt x="1309" y="157"/>
                    <a:pt x="1243" y="41"/>
                  </a:cubicBezTo>
                  <a:cubicBezTo>
                    <a:pt x="1226" y="13"/>
                    <a:pt x="1198" y="1"/>
                    <a:pt x="1170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4" name="Google Shape;5494;p16"/>
            <p:cNvSpPr/>
            <p:nvPr/>
          </p:nvSpPr>
          <p:spPr>
            <a:xfrm>
              <a:off x="1207100" y="2633950"/>
              <a:ext cx="43100" cy="24100"/>
            </a:xfrm>
            <a:custGeom>
              <a:rect b="b" l="l" r="r" t="t"/>
              <a:pathLst>
                <a:path extrusionOk="0" h="964" w="1724">
                  <a:moveTo>
                    <a:pt x="920" y="748"/>
                  </a:moveTo>
                  <a:cubicBezTo>
                    <a:pt x="937" y="756"/>
                    <a:pt x="953" y="764"/>
                    <a:pt x="962" y="773"/>
                  </a:cubicBezTo>
                  <a:cubicBezTo>
                    <a:pt x="920" y="773"/>
                    <a:pt x="871" y="781"/>
                    <a:pt x="821" y="781"/>
                  </a:cubicBezTo>
                  <a:cubicBezTo>
                    <a:pt x="854" y="764"/>
                    <a:pt x="887" y="756"/>
                    <a:pt x="920" y="748"/>
                  </a:cubicBezTo>
                  <a:close/>
                  <a:moveTo>
                    <a:pt x="1018" y="1"/>
                  </a:moveTo>
                  <a:cubicBezTo>
                    <a:pt x="980" y="1"/>
                    <a:pt x="939" y="14"/>
                    <a:pt x="895" y="27"/>
                  </a:cubicBezTo>
                  <a:cubicBezTo>
                    <a:pt x="813" y="60"/>
                    <a:pt x="730" y="101"/>
                    <a:pt x="647" y="143"/>
                  </a:cubicBezTo>
                  <a:cubicBezTo>
                    <a:pt x="605" y="159"/>
                    <a:pt x="572" y="176"/>
                    <a:pt x="539" y="193"/>
                  </a:cubicBezTo>
                  <a:cubicBezTo>
                    <a:pt x="473" y="193"/>
                    <a:pt x="407" y="201"/>
                    <a:pt x="340" y="201"/>
                  </a:cubicBezTo>
                  <a:cubicBezTo>
                    <a:pt x="257" y="201"/>
                    <a:pt x="216" y="317"/>
                    <a:pt x="299" y="358"/>
                  </a:cubicBezTo>
                  <a:cubicBezTo>
                    <a:pt x="257" y="383"/>
                    <a:pt x="216" y="416"/>
                    <a:pt x="183" y="441"/>
                  </a:cubicBezTo>
                  <a:cubicBezTo>
                    <a:pt x="166" y="458"/>
                    <a:pt x="158" y="466"/>
                    <a:pt x="158" y="474"/>
                  </a:cubicBezTo>
                  <a:cubicBezTo>
                    <a:pt x="117" y="507"/>
                    <a:pt x="75" y="549"/>
                    <a:pt x="67" y="599"/>
                  </a:cubicBezTo>
                  <a:cubicBezTo>
                    <a:pt x="50" y="648"/>
                    <a:pt x="50" y="681"/>
                    <a:pt x="67" y="715"/>
                  </a:cubicBezTo>
                  <a:cubicBezTo>
                    <a:pt x="50" y="739"/>
                    <a:pt x="34" y="773"/>
                    <a:pt x="17" y="806"/>
                  </a:cubicBezTo>
                  <a:cubicBezTo>
                    <a:pt x="1" y="847"/>
                    <a:pt x="17" y="913"/>
                    <a:pt x="67" y="922"/>
                  </a:cubicBezTo>
                  <a:cubicBezTo>
                    <a:pt x="75" y="924"/>
                    <a:pt x="84" y="925"/>
                    <a:pt x="94" y="925"/>
                  </a:cubicBezTo>
                  <a:cubicBezTo>
                    <a:pt x="113" y="925"/>
                    <a:pt x="133" y="922"/>
                    <a:pt x="150" y="922"/>
                  </a:cubicBezTo>
                  <a:cubicBezTo>
                    <a:pt x="150" y="930"/>
                    <a:pt x="158" y="930"/>
                    <a:pt x="175" y="930"/>
                  </a:cubicBezTo>
                  <a:cubicBezTo>
                    <a:pt x="183" y="931"/>
                    <a:pt x="191" y="931"/>
                    <a:pt x="199" y="931"/>
                  </a:cubicBezTo>
                  <a:cubicBezTo>
                    <a:pt x="258" y="931"/>
                    <a:pt x="317" y="904"/>
                    <a:pt x="332" y="839"/>
                  </a:cubicBezTo>
                  <a:lnTo>
                    <a:pt x="332" y="831"/>
                  </a:lnTo>
                  <a:cubicBezTo>
                    <a:pt x="349" y="822"/>
                    <a:pt x="365" y="806"/>
                    <a:pt x="382" y="789"/>
                  </a:cubicBezTo>
                  <a:lnTo>
                    <a:pt x="415" y="789"/>
                  </a:lnTo>
                  <a:cubicBezTo>
                    <a:pt x="407" y="789"/>
                    <a:pt x="398" y="797"/>
                    <a:pt x="390" y="806"/>
                  </a:cubicBezTo>
                  <a:cubicBezTo>
                    <a:pt x="315" y="847"/>
                    <a:pt x="349" y="963"/>
                    <a:pt x="431" y="963"/>
                  </a:cubicBezTo>
                  <a:cubicBezTo>
                    <a:pt x="779" y="947"/>
                    <a:pt x="1127" y="938"/>
                    <a:pt x="1484" y="930"/>
                  </a:cubicBezTo>
                  <a:cubicBezTo>
                    <a:pt x="1591" y="922"/>
                    <a:pt x="1591" y="756"/>
                    <a:pt x="1484" y="756"/>
                  </a:cubicBezTo>
                  <a:cubicBezTo>
                    <a:pt x="1469" y="757"/>
                    <a:pt x="1454" y="758"/>
                    <a:pt x="1440" y="758"/>
                  </a:cubicBezTo>
                  <a:cubicBezTo>
                    <a:pt x="1340" y="758"/>
                    <a:pt x="1247" y="733"/>
                    <a:pt x="1160" y="690"/>
                  </a:cubicBezTo>
                  <a:cubicBezTo>
                    <a:pt x="1218" y="681"/>
                    <a:pt x="1276" y="673"/>
                    <a:pt x="1334" y="665"/>
                  </a:cubicBezTo>
                  <a:cubicBezTo>
                    <a:pt x="1343" y="657"/>
                    <a:pt x="1351" y="657"/>
                    <a:pt x="1359" y="648"/>
                  </a:cubicBezTo>
                  <a:cubicBezTo>
                    <a:pt x="1450" y="648"/>
                    <a:pt x="1533" y="632"/>
                    <a:pt x="1616" y="607"/>
                  </a:cubicBezTo>
                  <a:lnTo>
                    <a:pt x="1624" y="607"/>
                  </a:lnTo>
                  <a:cubicBezTo>
                    <a:pt x="1682" y="599"/>
                    <a:pt x="1716" y="557"/>
                    <a:pt x="1716" y="516"/>
                  </a:cubicBezTo>
                  <a:cubicBezTo>
                    <a:pt x="1723" y="462"/>
                    <a:pt x="1695" y="415"/>
                    <a:pt x="1639" y="415"/>
                  </a:cubicBezTo>
                  <a:cubicBezTo>
                    <a:pt x="1634" y="415"/>
                    <a:pt x="1629" y="416"/>
                    <a:pt x="1624" y="416"/>
                  </a:cubicBezTo>
                  <a:lnTo>
                    <a:pt x="1542" y="416"/>
                  </a:lnTo>
                  <a:cubicBezTo>
                    <a:pt x="1525" y="408"/>
                    <a:pt x="1517" y="408"/>
                    <a:pt x="1508" y="408"/>
                  </a:cubicBezTo>
                  <a:lnTo>
                    <a:pt x="1459" y="408"/>
                  </a:lnTo>
                  <a:cubicBezTo>
                    <a:pt x="1417" y="408"/>
                    <a:pt x="1384" y="400"/>
                    <a:pt x="1343" y="400"/>
                  </a:cubicBezTo>
                  <a:cubicBezTo>
                    <a:pt x="1351" y="383"/>
                    <a:pt x="1351" y="367"/>
                    <a:pt x="1351" y="358"/>
                  </a:cubicBezTo>
                  <a:cubicBezTo>
                    <a:pt x="1376" y="358"/>
                    <a:pt x="1401" y="350"/>
                    <a:pt x="1417" y="350"/>
                  </a:cubicBezTo>
                  <a:cubicBezTo>
                    <a:pt x="1533" y="350"/>
                    <a:pt x="1533" y="184"/>
                    <a:pt x="1417" y="184"/>
                  </a:cubicBezTo>
                  <a:lnTo>
                    <a:pt x="1334" y="184"/>
                  </a:lnTo>
                  <a:cubicBezTo>
                    <a:pt x="1326" y="151"/>
                    <a:pt x="1301" y="118"/>
                    <a:pt x="1260" y="118"/>
                  </a:cubicBezTo>
                  <a:cubicBezTo>
                    <a:pt x="1218" y="118"/>
                    <a:pt x="1177" y="118"/>
                    <a:pt x="1136" y="126"/>
                  </a:cubicBezTo>
                  <a:cubicBezTo>
                    <a:pt x="1144" y="93"/>
                    <a:pt x="1144" y="60"/>
                    <a:pt x="1119" y="43"/>
                  </a:cubicBezTo>
                  <a:cubicBezTo>
                    <a:pt x="1087" y="12"/>
                    <a:pt x="1054" y="1"/>
                    <a:pt x="1018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5" name="Google Shape;5495;p16"/>
            <p:cNvSpPr/>
            <p:nvPr/>
          </p:nvSpPr>
          <p:spPr>
            <a:xfrm>
              <a:off x="1212350" y="2626725"/>
              <a:ext cx="16525" cy="12450"/>
            </a:xfrm>
            <a:custGeom>
              <a:rect b="b" l="l" r="r" t="t"/>
              <a:pathLst>
                <a:path extrusionOk="0" h="498" w="661">
                  <a:moveTo>
                    <a:pt x="619" y="1"/>
                  </a:moveTo>
                  <a:cubicBezTo>
                    <a:pt x="561" y="1"/>
                    <a:pt x="503" y="26"/>
                    <a:pt x="453" y="59"/>
                  </a:cubicBezTo>
                  <a:cubicBezTo>
                    <a:pt x="395" y="84"/>
                    <a:pt x="346" y="125"/>
                    <a:pt x="304" y="158"/>
                  </a:cubicBezTo>
                  <a:cubicBezTo>
                    <a:pt x="205" y="233"/>
                    <a:pt x="114" y="308"/>
                    <a:pt x="39" y="399"/>
                  </a:cubicBezTo>
                  <a:cubicBezTo>
                    <a:pt x="1" y="443"/>
                    <a:pt x="36" y="498"/>
                    <a:pt x="77" y="498"/>
                  </a:cubicBezTo>
                  <a:cubicBezTo>
                    <a:pt x="89" y="498"/>
                    <a:pt x="102" y="493"/>
                    <a:pt x="114" y="482"/>
                  </a:cubicBezTo>
                  <a:cubicBezTo>
                    <a:pt x="197" y="399"/>
                    <a:pt x="279" y="324"/>
                    <a:pt x="371" y="258"/>
                  </a:cubicBezTo>
                  <a:cubicBezTo>
                    <a:pt x="412" y="225"/>
                    <a:pt x="462" y="192"/>
                    <a:pt x="511" y="158"/>
                  </a:cubicBezTo>
                  <a:cubicBezTo>
                    <a:pt x="561" y="125"/>
                    <a:pt x="611" y="100"/>
                    <a:pt x="644" y="51"/>
                  </a:cubicBezTo>
                  <a:cubicBezTo>
                    <a:pt x="661" y="26"/>
                    <a:pt x="644" y="1"/>
                    <a:pt x="6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6" name="Google Shape;5496;p16"/>
            <p:cNvSpPr/>
            <p:nvPr/>
          </p:nvSpPr>
          <p:spPr>
            <a:xfrm>
              <a:off x="1227825" y="2622325"/>
              <a:ext cx="9125" cy="4700"/>
            </a:xfrm>
            <a:custGeom>
              <a:rect b="b" l="l" r="r" t="t"/>
              <a:pathLst>
                <a:path extrusionOk="0" h="188" w="365">
                  <a:moveTo>
                    <a:pt x="320" y="1"/>
                  </a:moveTo>
                  <a:cubicBezTo>
                    <a:pt x="315" y="1"/>
                    <a:pt x="311" y="2"/>
                    <a:pt x="307" y="3"/>
                  </a:cubicBezTo>
                  <a:cubicBezTo>
                    <a:pt x="215" y="36"/>
                    <a:pt x="124" y="69"/>
                    <a:pt x="42" y="111"/>
                  </a:cubicBezTo>
                  <a:cubicBezTo>
                    <a:pt x="17" y="119"/>
                    <a:pt x="0" y="136"/>
                    <a:pt x="8" y="160"/>
                  </a:cubicBezTo>
                  <a:cubicBezTo>
                    <a:pt x="15" y="174"/>
                    <a:pt x="33" y="187"/>
                    <a:pt x="48" y="187"/>
                  </a:cubicBezTo>
                  <a:cubicBezTo>
                    <a:pt x="52" y="187"/>
                    <a:pt x="55" y="187"/>
                    <a:pt x="58" y="185"/>
                  </a:cubicBezTo>
                  <a:cubicBezTo>
                    <a:pt x="149" y="152"/>
                    <a:pt x="240" y="119"/>
                    <a:pt x="331" y="86"/>
                  </a:cubicBezTo>
                  <a:cubicBezTo>
                    <a:pt x="348" y="78"/>
                    <a:pt x="365" y="53"/>
                    <a:pt x="356" y="28"/>
                  </a:cubicBezTo>
                  <a:lnTo>
                    <a:pt x="356" y="28"/>
                  </a:lnTo>
                  <a:lnTo>
                    <a:pt x="356" y="36"/>
                  </a:lnTo>
                  <a:cubicBezTo>
                    <a:pt x="356" y="16"/>
                    <a:pt x="340" y="1"/>
                    <a:pt x="3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7" name="Google Shape;5497;p16"/>
            <p:cNvSpPr/>
            <p:nvPr/>
          </p:nvSpPr>
          <p:spPr>
            <a:xfrm>
              <a:off x="1211450" y="2628775"/>
              <a:ext cx="9300" cy="6075"/>
            </a:xfrm>
            <a:custGeom>
              <a:rect b="b" l="l" r="r" t="t"/>
              <a:pathLst>
                <a:path extrusionOk="0" h="243" w="372">
                  <a:moveTo>
                    <a:pt x="324" y="1"/>
                  </a:moveTo>
                  <a:cubicBezTo>
                    <a:pt x="321" y="1"/>
                    <a:pt x="318" y="1"/>
                    <a:pt x="315" y="2"/>
                  </a:cubicBezTo>
                  <a:cubicBezTo>
                    <a:pt x="291" y="18"/>
                    <a:pt x="266" y="27"/>
                    <a:pt x="241" y="35"/>
                  </a:cubicBezTo>
                  <a:cubicBezTo>
                    <a:pt x="216" y="43"/>
                    <a:pt x="191" y="60"/>
                    <a:pt x="175" y="76"/>
                  </a:cubicBezTo>
                  <a:cubicBezTo>
                    <a:pt x="125" y="101"/>
                    <a:pt x="83" y="126"/>
                    <a:pt x="34" y="151"/>
                  </a:cubicBezTo>
                  <a:cubicBezTo>
                    <a:pt x="9" y="168"/>
                    <a:pt x="1" y="201"/>
                    <a:pt x="17" y="217"/>
                  </a:cubicBezTo>
                  <a:cubicBezTo>
                    <a:pt x="28" y="233"/>
                    <a:pt x="42" y="242"/>
                    <a:pt x="57" y="242"/>
                  </a:cubicBezTo>
                  <a:cubicBezTo>
                    <a:pt x="66" y="242"/>
                    <a:pt x="75" y="240"/>
                    <a:pt x="83" y="234"/>
                  </a:cubicBezTo>
                  <a:cubicBezTo>
                    <a:pt x="125" y="209"/>
                    <a:pt x="175" y="184"/>
                    <a:pt x="216" y="159"/>
                  </a:cubicBezTo>
                  <a:cubicBezTo>
                    <a:pt x="241" y="143"/>
                    <a:pt x="266" y="126"/>
                    <a:pt x="291" y="110"/>
                  </a:cubicBezTo>
                  <a:cubicBezTo>
                    <a:pt x="307" y="93"/>
                    <a:pt x="332" y="76"/>
                    <a:pt x="349" y="60"/>
                  </a:cubicBezTo>
                  <a:cubicBezTo>
                    <a:pt x="371" y="37"/>
                    <a:pt x="353" y="1"/>
                    <a:pt x="3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8" name="Google Shape;5498;p16"/>
            <p:cNvSpPr/>
            <p:nvPr/>
          </p:nvSpPr>
          <p:spPr>
            <a:xfrm>
              <a:off x="1114500" y="2631200"/>
              <a:ext cx="10175" cy="8075"/>
            </a:xfrm>
            <a:custGeom>
              <a:rect b="b" l="l" r="r" t="t"/>
              <a:pathLst>
                <a:path extrusionOk="0" h="323" w="407">
                  <a:moveTo>
                    <a:pt x="129" y="1"/>
                  </a:moveTo>
                  <a:cubicBezTo>
                    <a:pt x="122" y="1"/>
                    <a:pt x="116" y="2"/>
                    <a:pt x="109" y="4"/>
                  </a:cubicBezTo>
                  <a:cubicBezTo>
                    <a:pt x="84" y="4"/>
                    <a:pt x="59" y="4"/>
                    <a:pt x="34" y="21"/>
                  </a:cubicBezTo>
                  <a:cubicBezTo>
                    <a:pt x="17" y="37"/>
                    <a:pt x="1" y="62"/>
                    <a:pt x="17" y="87"/>
                  </a:cubicBezTo>
                  <a:cubicBezTo>
                    <a:pt x="42" y="120"/>
                    <a:pt x="75" y="137"/>
                    <a:pt x="109" y="153"/>
                  </a:cubicBezTo>
                  <a:cubicBezTo>
                    <a:pt x="133" y="170"/>
                    <a:pt x="167" y="178"/>
                    <a:pt x="191" y="203"/>
                  </a:cubicBezTo>
                  <a:lnTo>
                    <a:pt x="200" y="203"/>
                  </a:lnTo>
                  <a:cubicBezTo>
                    <a:pt x="200" y="203"/>
                    <a:pt x="200" y="211"/>
                    <a:pt x="208" y="211"/>
                  </a:cubicBezTo>
                  <a:cubicBezTo>
                    <a:pt x="208" y="211"/>
                    <a:pt x="216" y="220"/>
                    <a:pt x="216" y="220"/>
                  </a:cubicBezTo>
                  <a:cubicBezTo>
                    <a:pt x="233" y="228"/>
                    <a:pt x="241" y="245"/>
                    <a:pt x="258" y="253"/>
                  </a:cubicBezTo>
                  <a:cubicBezTo>
                    <a:pt x="266" y="261"/>
                    <a:pt x="274" y="278"/>
                    <a:pt x="291" y="286"/>
                  </a:cubicBezTo>
                  <a:cubicBezTo>
                    <a:pt x="299" y="294"/>
                    <a:pt x="307" y="303"/>
                    <a:pt x="316" y="311"/>
                  </a:cubicBezTo>
                  <a:lnTo>
                    <a:pt x="324" y="311"/>
                  </a:lnTo>
                  <a:cubicBezTo>
                    <a:pt x="332" y="319"/>
                    <a:pt x="332" y="319"/>
                    <a:pt x="341" y="319"/>
                  </a:cubicBezTo>
                  <a:cubicBezTo>
                    <a:pt x="346" y="321"/>
                    <a:pt x="353" y="322"/>
                    <a:pt x="359" y="322"/>
                  </a:cubicBezTo>
                  <a:cubicBezTo>
                    <a:pt x="380" y="322"/>
                    <a:pt x="401" y="311"/>
                    <a:pt x="407" y="286"/>
                  </a:cubicBezTo>
                  <a:cubicBezTo>
                    <a:pt x="407" y="286"/>
                    <a:pt x="407" y="286"/>
                    <a:pt x="407" y="278"/>
                  </a:cubicBezTo>
                  <a:cubicBezTo>
                    <a:pt x="407" y="272"/>
                    <a:pt x="407" y="267"/>
                    <a:pt x="407" y="261"/>
                  </a:cubicBezTo>
                  <a:cubicBezTo>
                    <a:pt x="407" y="245"/>
                    <a:pt x="407" y="236"/>
                    <a:pt x="399" y="220"/>
                  </a:cubicBezTo>
                  <a:cubicBezTo>
                    <a:pt x="399" y="203"/>
                    <a:pt x="382" y="178"/>
                    <a:pt x="374" y="162"/>
                  </a:cubicBezTo>
                  <a:cubicBezTo>
                    <a:pt x="349" y="129"/>
                    <a:pt x="316" y="95"/>
                    <a:pt x="283" y="71"/>
                  </a:cubicBezTo>
                  <a:cubicBezTo>
                    <a:pt x="249" y="46"/>
                    <a:pt x="208" y="21"/>
                    <a:pt x="175" y="13"/>
                  </a:cubicBezTo>
                  <a:cubicBezTo>
                    <a:pt x="157" y="7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9" name="Google Shape;5499;p16"/>
            <p:cNvSpPr/>
            <p:nvPr/>
          </p:nvSpPr>
          <p:spPr>
            <a:xfrm>
              <a:off x="1107050" y="2631075"/>
              <a:ext cx="3125" cy="2525"/>
            </a:xfrm>
            <a:custGeom>
              <a:rect b="b" l="l" r="r" t="t"/>
              <a:pathLst>
                <a:path extrusionOk="0" h="101" w="125">
                  <a:moveTo>
                    <a:pt x="59" y="1"/>
                  </a:moveTo>
                  <a:cubicBezTo>
                    <a:pt x="1" y="1"/>
                    <a:pt x="1" y="100"/>
                    <a:pt x="59" y="100"/>
                  </a:cubicBezTo>
                  <a:cubicBezTo>
                    <a:pt x="125" y="100"/>
                    <a:pt x="125" y="1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0" name="Google Shape;5500;p16"/>
            <p:cNvSpPr/>
            <p:nvPr/>
          </p:nvSpPr>
          <p:spPr>
            <a:xfrm>
              <a:off x="1197575" y="2713325"/>
              <a:ext cx="25" cy="225"/>
            </a:xfrm>
            <a:custGeom>
              <a:rect b="b" l="l" r="r" t="t"/>
              <a:pathLst>
                <a:path extrusionOk="0" h="9" w="1">
                  <a:moveTo>
                    <a:pt x="0" y="0"/>
                  </a:moveTo>
                  <a:cubicBezTo>
                    <a:pt x="0" y="0"/>
                    <a:pt x="0" y="9"/>
                    <a:pt x="0" y="9"/>
                  </a:cubicBezTo>
                  <a:lnTo>
                    <a:pt x="0" y="9"/>
                  </a:lnTo>
                  <a:cubicBezTo>
                    <a:pt x="0" y="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1" name="Google Shape;5501;p16"/>
            <p:cNvSpPr/>
            <p:nvPr/>
          </p:nvSpPr>
          <p:spPr>
            <a:xfrm>
              <a:off x="1162575" y="2705650"/>
              <a:ext cx="2075" cy="4375"/>
            </a:xfrm>
            <a:custGeom>
              <a:rect b="b" l="l" r="r" t="t"/>
              <a:pathLst>
                <a:path extrusionOk="0" h="175" w="83">
                  <a:moveTo>
                    <a:pt x="42" y="1"/>
                  </a:moveTo>
                  <a:cubicBezTo>
                    <a:pt x="33" y="1"/>
                    <a:pt x="25" y="9"/>
                    <a:pt x="17" y="17"/>
                  </a:cubicBezTo>
                  <a:cubicBezTo>
                    <a:pt x="8" y="26"/>
                    <a:pt x="8" y="34"/>
                    <a:pt x="0" y="42"/>
                  </a:cubicBezTo>
                  <a:cubicBezTo>
                    <a:pt x="0" y="50"/>
                    <a:pt x="0" y="59"/>
                    <a:pt x="0" y="59"/>
                  </a:cubicBezTo>
                  <a:lnTo>
                    <a:pt x="0" y="75"/>
                  </a:lnTo>
                  <a:cubicBezTo>
                    <a:pt x="0" y="92"/>
                    <a:pt x="0" y="108"/>
                    <a:pt x="0" y="125"/>
                  </a:cubicBezTo>
                  <a:cubicBezTo>
                    <a:pt x="0" y="142"/>
                    <a:pt x="8" y="150"/>
                    <a:pt x="17" y="158"/>
                  </a:cubicBezTo>
                  <a:cubicBezTo>
                    <a:pt x="17" y="166"/>
                    <a:pt x="33" y="175"/>
                    <a:pt x="42" y="175"/>
                  </a:cubicBezTo>
                  <a:cubicBezTo>
                    <a:pt x="66" y="166"/>
                    <a:pt x="83" y="150"/>
                    <a:pt x="83" y="125"/>
                  </a:cubicBezTo>
                  <a:cubicBezTo>
                    <a:pt x="83" y="108"/>
                    <a:pt x="83" y="92"/>
                    <a:pt x="83" y="75"/>
                  </a:cubicBezTo>
                  <a:lnTo>
                    <a:pt x="83" y="59"/>
                  </a:lnTo>
                  <a:cubicBezTo>
                    <a:pt x="83" y="50"/>
                    <a:pt x="83" y="50"/>
                    <a:pt x="83" y="42"/>
                  </a:cubicBezTo>
                  <a:cubicBezTo>
                    <a:pt x="83" y="34"/>
                    <a:pt x="75" y="26"/>
                    <a:pt x="66" y="17"/>
                  </a:cubicBezTo>
                  <a:cubicBezTo>
                    <a:pt x="66" y="9"/>
                    <a:pt x="50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2" name="Google Shape;5502;p16"/>
            <p:cNvSpPr/>
            <p:nvPr/>
          </p:nvSpPr>
          <p:spPr>
            <a:xfrm>
              <a:off x="1168375" y="2704750"/>
              <a:ext cx="2300" cy="4650"/>
            </a:xfrm>
            <a:custGeom>
              <a:rect b="b" l="l" r="r" t="t"/>
              <a:pathLst>
                <a:path extrusionOk="0" h="186" w="92">
                  <a:moveTo>
                    <a:pt x="62" y="0"/>
                  </a:moveTo>
                  <a:cubicBezTo>
                    <a:pt x="53" y="0"/>
                    <a:pt x="47" y="6"/>
                    <a:pt x="42" y="12"/>
                  </a:cubicBezTo>
                  <a:cubicBezTo>
                    <a:pt x="42" y="20"/>
                    <a:pt x="33" y="28"/>
                    <a:pt x="33" y="28"/>
                  </a:cubicBezTo>
                  <a:cubicBezTo>
                    <a:pt x="25" y="37"/>
                    <a:pt x="25" y="45"/>
                    <a:pt x="25" y="53"/>
                  </a:cubicBezTo>
                  <a:cubicBezTo>
                    <a:pt x="17" y="62"/>
                    <a:pt x="17" y="70"/>
                    <a:pt x="17" y="78"/>
                  </a:cubicBezTo>
                  <a:cubicBezTo>
                    <a:pt x="8" y="103"/>
                    <a:pt x="0" y="128"/>
                    <a:pt x="0" y="153"/>
                  </a:cubicBezTo>
                  <a:cubicBezTo>
                    <a:pt x="0" y="169"/>
                    <a:pt x="17" y="186"/>
                    <a:pt x="42" y="186"/>
                  </a:cubicBezTo>
                  <a:cubicBezTo>
                    <a:pt x="58" y="186"/>
                    <a:pt x="75" y="169"/>
                    <a:pt x="75" y="153"/>
                  </a:cubicBezTo>
                  <a:cubicBezTo>
                    <a:pt x="75" y="144"/>
                    <a:pt x="75" y="136"/>
                    <a:pt x="75" y="128"/>
                  </a:cubicBezTo>
                  <a:lnTo>
                    <a:pt x="83" y="103"/>
                  </a:lnTo>
                  <a:cubicBezTo>
                    <a:pt x="83" y="91"/>
                    <a:pt x="83" y="83"/>
                    <a:pt x="83" y="70"/>
                  </a:cubicBezTo>
                  <a:cubicBezTo>
                    <a:pt x="83" y="70"/>
                    <a:pt x="91" y="62"/>
                    <a:pt x="91" y="53"/>
                  </a:cubicBezTo>
                  <a:cubicBezTo>
                    <a:pt x="91" y="53"/>
                    <a:pt x="91" y="45"/>
                    <a:pt x="91" y="45"/>
                  </a:cubicBezTo>
                  <a:lnTo>
                    <a:pt x="91" y="37"/>
                  </a:lnTo>
                  <a:cubicBezTo>
                    <a:pt x="91" y="20"/>
                    <a:pt x="91" y="12"/>
                    <a:pt x="75" y="4"/>
                  </a:cubicBezTo>
                  <a:cubicBezTo>
                    <a:pt x="70" y="1"/>
                    <a:pt x="66" y="0"/>
                    <a:pt x="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3" name="Google Shape;5503;p16"/>
            <p:cNvSpPr/>
            <p:nvPr/>
          </p:nvSpPr>
          <p:spPr>
            <a:xfrm>
              <a:off x="1173125" y="2702975"/>
              <a:ext cx="3125" cy="2300"/>
            </a:xfrm>
            <a:custGeom>
              <a:rect b="b" l="l" r="r" t="t"/>
              <a:pathLst>
                <a:path extrusionOk="0" h="92" w="125">
                  <a:moveTo>
                    <a:pt x="67" y="0"/>
                  </a:moveTo>
                  <a:cubicBezTo>
                    <a:pt x="1" y="0"/>
                    <a:pt x="1" y="91"/>
                    <a:pt x="67" y="91"/>
                  </a:cubicBezTo>
                  <a:cubicBezTo>
                    <a:pt x="125" y="91"/>
                    <a:pt x="125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4" name="Google Shape;5504;p16"/>
            <p:cNvSpPr/>
            <p:nvPr/>
          </p:nvSpPr>
          <p:spPr>
            <a:xfrm>
              <a:off x="1188675" y="2703625"/>
              <a:ext cx="3125" cy="3325"/>
            </a:xfrm>
            <a:custGeom>
              <a:rect b="b" l="l" r="r" t="t"/>
              <a:pathLst>
                <a:path extrusionOk="0" h="133" w="125">
                  <a:moveTo>
                    <a:pt x="100" y="1"/>
                  </a:moveTo>
                  <a:cubicBezTo>
                    <a:pt x="95" y="1"/>
                    <a:pt x="91" y="3"/>
                    <a:pt x="91" y="7"/>
                  </a:cubicBezTo>
                  <a:cubicBezTo>
                    <a:pt x="75" y="15"/>
                    <a:pt x="66" y="32"/>
                    <a:pt x="50" y="40"/>
                  </a:cubicBezTo>
                  <a:cubicBezTo>
                    <a:pt x="33" y="57"/>
                    <a:pt x="25" y="65"/>
                    <a:pt x="8" y="82"/>
                  </a:cubicBezTo>
                  <a:cubicBezTo>
                    <a:pt x="0" y="90"/>
                    <a:pt x="0" y="115"/>
                    <a:pt x="17" y="123"/>
                  </a:cubicBezTo>
                  <a:cubicBezTo>
                    <a:pt x="23" y="130"/>
                    <a:pt x="29" y="132"/>
                    <a:pt x="35" y="132"/>
                  </a:cubicBezTo>
                  <a:cubicBezTo>
                    <a:pt x="45" y="132"/>
                    <a:pt x="53" y="125"/>
                    <a:pt x="58" y="115"/>
                  </a:cubicBezTo>
                  <a:lnTo>
                    <a:pt x="91" y="73"/>
                  </a:lnTo>
                  <a:cubicBezTo>
                    <a:pt x="100" y="57"/>
                    <a:pt x="108" y="49"/>
                    <a:pt x="116" y="32"/>
                  </a:cubicBezTo>
                  <a:cubicBezTo>
                    <a:pt x="124" y="24"/>
                    <a:pt x="116" y="15"/>
                    <a:pt x="108" y="7"/>
                  </a:cubicBezTo>
                  <a:cubicBezTo>
                    <a:pt x="108" y="3"/>
                    <a:pt x="104" y="1"/>
                    <a:pt x="1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5" name="Google Shape;5505;p16"/>
            <p:cNvSpPr/>
            <p:nvPr/>
          </p:nvSpPr>
          <p:spPr>
            <a:xfrm>
              <a:off x="1165250" y="2785325"/>
              <a:ext cx="4375" cy="7925"/>
            </a:xfrm>
            <a:custGeom>
              <a:rect b="b" l="l" r="r" t="t"/>
              <a:pathLst>
                <a:path extrusionOk="0" h="317" w="175">
                  <a:moveTo>
                    <a:pt x="119" y="1"/>
                  </a:moveTo>
                  <a:cubicBezTo>
                    <a:pt x="103" y="1"/>
                    <a:pt x="82" y="11"/>
                    <a:pt x="75" y="37"/>
                  </a:cubicBezTo>
                  <a:cubicBezTo>
                    <a:pt x="67" y="70"/>
                    <a:pt x="59" y="111"/>
                    <a:pt x="42" y="145"/>
                  </a:cubicBezTo>
                  <a:cubicBezTo>
                    <a:pt x="42" y="153"/>
                    <a:pt x="42" y="153"/>
                    <a:pt x="34" y="161"/>
                  </a:cubicBezTo>
                  <a:cubicBezTo>
                    <a:pt x="26" y="178"/>
                    <a:pt x="26" y="186"/>
                    <a:pt x="17" y="203"/>
                  </a:cubicBezTo>
                  <a:cubicBezTo>
                    <a:pt x="17" y="203"/>
                    <a:pt x="17" y="211"/>
                    <a:pt x="17" y="211"/>
                  </a:cubicBezTo>
                  <a:cubicBezTo>
                    <a:pt x="17" y="211"/>
                    <a:pt x="17" y="219"/>
                    <a:pt x="9" y="219"/>
                  </a:cubicBezTo>
                  <a:cubicBezTo>
                    <a:pt x="9" y="219"/>
                    <a:pt x="1" y="236"/>
                    <a:pt x="1" y="244"/>
                  </a:cubicBezTo>
                  <a:cubicBezTo>
                    <a:pt x="1" y="252"/>
                    <a:pt x="1" y="261"/>
                    <a:pt x="1" y="277"/>
                  </a:cubicBezTo>
                  <a:cubicBezTo>
                    <a:pt x="9" y="294"/>
                    <a:pt x="17" y="302"/>
                    <a:pt x="34" y="310"/>
                  </a:cubicBezTo>
                  <a:cubicBezTo>
                    <a:pt x="42" y="314"/>
                    <a:pt x="51" y="316"/>
                    <a:pt x="58" y="316"/>
                  </a:cubicBezTo>
                  <a:cubicBezTo>
                    <a:pt x="65" y="316"/>
                    <a:pt x="71" y="314"/>
                    <a:pt x="75" y="310"/>
                  </a:cubicBezTo>
                  <a:cubicBezTo>
                    <a:pt x="100" y="294"/>
                    <a:pt x="109" y="269"/>
                    <a:pt x="125" y="244"/>
                  </a:cubicBezTo>
                  <a:cubicBezTo>
                    <a:pt x="133" y="219"/>
                    <a:pt x="142" y="203"/>
                    <a:pt x="142" y="178"/>
                  </a:cubicBezTo>
                  <a:cubicBezTo>
                    <a:pt x="158" y="136"/>
                    <a:pt x="167" y="95"/>
                    <a:pt x="175" y="62"/>
                  </a:cubicBezTo>
                  <a:cubicBezTo>
                    <a:pt x="175" y="45"/>
                    <a:pt x="175" y="37"/>
                    <a:pt x="167" y="20"/>
                  </a:cubicBezTo>
                  <a:cubicBezTo>
                    <a:pt x="158" y="12"/>
                    <a:pt x="150" y="4"/>
                    <a:pt x="142" y="4"/>
                  </a:cubicBezTo>
                  <a:lnTo>
                    <a:pt x="133" y="4"/>
                  </a:lnTo>
                  <a:cubicBezTo>
                    <a:pt x="130" y="2"/>
                    <a:pt x="125" y="1"/>
                    <a:pt x="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6" name="Google Shape;5506;p16"/>
            <p:cNvSpPr/>
            <p:nvPr/>
          </p:nvSpPr>
          <p:spPr>
            <a:xfrm>
              <a:off x="1173950" y="2785200"/>
              <a:ext cx="2725" cy="6025"/>
            </a:xfrm>
            <a:custGeom>
              <a:rect b="b" l="l" r="r" t="t"/>
              <a:pathLst>
                <a:path extrusionOk="0" h="241" w="109">
                  <a:moveTo>
                    <a:pt x="59" y="0"/>
                  </a:moveTo>
                  <a:cubicBezTo>
                    <a:pt x="26" y="0"/>
                    <a:pt x="9" y="25"/>
                    <a:pt x="9" y="50"/>
                  </a:cubicBezTo>
                  <a:cubicBezTo>
                    <a:pt x="1" y="83"/>
                    <a:pt x="1" y="108"/>
                    <a:pt x="1" y="141"/>
                  </a:cubicBezTo>
                  <a:cubicBezTo>
                    <a:pt x="1" y="158"/>
                    <a:pt x="1" y="174"/>
                    <a:pt x="1" y="183"/>
                  </a:cubicBezTo>
                  <a:cubicBezTo>
                    <a:pt x="1" y="199"/>
                    <a:pt x="1" y="208"/>
                    <a:pt x="9" y="224"/>
                  </a:cubicBezTo>
                  <a:cubicBezTo>
                    <a:pt x="17" y="232"/>
                    <a:pt x="26" y="241"/>
                    <a:pt x="42" y="241"/>
                  </a:cubicBezTo>
                  <a:cubicBezTo>
                    <a:pt x="67" y="241"/>
                    <a:pt x="84" y="216"/>
                    <a:pt x="84" y="191"/>
                  </a:cubicBezTo>
                  <a:cubicBezTo>
                    <a:pt x="92" y="183"/>
                    <a:pt x="92" y="166"/>
                    <a:pt x="100" y="150"/>
                  </a:cubicBezTo>
                  <a:cubicBezTo>
                    <a:pt x="100" y="116"/>
                    <a:pt x="100" y="83"/>
                    <a:pt x="109" y="50"/>
                  </a:cubicBezTo>
                  <a:cubicBezTo>
                    <a:pt x="109" y="42"/>
                    <a:pt x="100" y="25"/>
                    <a:pt x="92" y="17"/>
                  </a:cubicBezTo>
                  <a:cubicBezTo>
                    <a:pt x="84" y="9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7" name="Google Shape;5507;p16"/>
            <p:cNvSpPr/>
            <p:nvPr/>
          </p:nvSpPr>
          <p:spPr>
            <a:xfrm>
              <a:off x="1181200" y="2783900"/>
              <a:ext cx="3350" cy="5350"/>
            </a:xfrm>
            <a:custGeom>
              <a:rect b="b" l="l" r="r" t="t"/>
              <a:pathLst>
                <a:path extrusionOk="0" h="214" w="134">
                  <a:moveTo>
                    <a:pt x="79" y="1"/>
                  </a:moveTo>
                  <a:cubicBezTo>
                    <a:pt x="59" y="1"/>
                    <a:pt x="41" y="15"/>
                    <a:pt x="34" y="36"/>
                  </a:cubicBezTo>
                  <a:cubicBezTo>
                    <a:pt x="26" y="61"/>
                    <a:pt x="17" y="86"/>
                    <a:pt x="9" y="110"/>
                  </a:cubicBezTo>
                  <a:cubicBezTo>
                    <a:pt x="9" y="119"/>
                    <a:pt x="9" y="127"/>
                    <a:pt x="1" y="144"/>
                  </a:cubicBezTo>
                  <a:cubicBezTo>
                    <a:pt x="1" y="152"/>
                    <a:pt x="1" y="168"/>
                    <a:pt x="1" y="177"/>
                  </a:cubicBezTo>
                  <a:cubicBezTo>
                    <a:pt x="9" y="185"/>
                    <a:pt x="9" y="193"/>
                    <a:pt x="9" y="202"/>
                  </a:cubicBezTo>
                  <a:cubicBezTo>
                    <a:pt x="15" y="207"/>
                    <a:pt x="29" y="213"/>
                    <a:pt x="43" y="213"/>
                  </a:cubicBezTo>
                  <a:cubicBezTo>
                    <a:pt x="48" y="213"/>
                    <a:pt x="54" y="212"/>
                    <a:pt x="59" y="210"/>
                  </a:cubicBezTo>
                  <a:cubicBezTo>
                    <a:pt x="59" y="202"/>
                    <a:pt x="67" y="202"/>
                    <a:pt x="75" y="193"/>
                  </a:cubicBezTo>
                  <a:cubicBezTo>
                    <a:pt x="84" y="185"/>
                    <a:pt x="84" y="177"/>
                    <a:pt x="92" y="168"/>
                  </a:cubicBezTo>
                  <a:cubicBezTo>
                    <a:pt x="92" y="152"/>
                    <a:pt x="100" y="144"/>
                    <a:pt x="100" y="127"/>
                  </a:cubicBezTo>
                  <a:cubicBezTo>
                    <a:pt x="117" y="110"/>
                    <a:pt x="117" y="86"/>
                    <a:pt x="125" y="61"/>
                  </a:cubicBezTo>
                  <a:cubicBezTo>
                    <a:pt x="133" y="36"/>
                    <a:pt x="117" y="3"/>
                    <a:pt x="92" y="3"/>
                  </a:cubicBezTo>
                  <a:cubicBezTo>
                    <a:pt x="88" y="1"/>
                    <a:pt x="83" y="1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8" name="Google Shape;5508;p16"/>
            <p:cNvSpPr/>
            <p:nvPr/>
          </p:nvSpPr>
          <p:spPr>
            <a:xfrm>
              <a:off x="1211025" y="2781600"/>
              <a:ext cx="2325" cy="5075"/>
            </a:xfrm>
            <a:custGeom>
              <a:rect b="b" l="l" r="r" t="t"/>
              <a:pathLst>
                <a:path extrusionOk="0" h="203" w="93">
                  <a:moveTo>
                    <a:pt x="39" y="0"/>
                  </a:moveTo>
                  <a:cubicBezTo>
                    <a:pt x="35" y="0"/>
                    <a:pt x="30" y="1"/>
                    <a:pt x="26" y="4"/>
                  </a:cubicBezTo>
                  <a:cubicBezTo>
                    <a:pt x="9" y="4"/>
                    <a:pt x="1" y="20"/>
                    <a:pt x="1" y="45"/>
                  </a:cubicBezTo>
                  <a:lnTo>
                    <a:pt x="18" y="120"/>
                  </a:lnTo>
                  <a:cubicBezTo>
                    <a:pt x="26" y="128"/>
                    <a:pt x="26" y="144"/>
                    <a:pt x="26" y="153"/>
                  </a:cubicBezTo>
                  <a:cubicBezTo>
                    <a:pt x="34" y="169"/>
                    <a:pt x="42" y="178"/>
                    <a:pt x="42" y="194"/>
                  </a:cubicBezTo>
                  <a:cubicBezTo>
                    <a:pt x="51" y="202"/>
                    <a:pt x="59" y="202"/>
                    <a:pt x="67" y="202"/>
                  </a:cubicBezTo>
                  <a:cubicBezTo>
                    <a:pt x="84" y="202"/>
                    <a:pt x="84" y="194"/>
                    <a:pt x="92" y="178"/>
                  </a:cubicBezTo>
                  <a:cubicBezTo>
                    <a:pt x="92" y="169"/>
                    <a:pt x="92" y="153"/>
                    <a:pt x="92" y="136"/>
                  </a:cubicBezTo>
                  <a:cubicBezTo>
                    <a:pt x="92" y="128"/>
                    <a:pt x="84" y="111"/>
                    <a:pt x="84" y="103"/>
                  </a:cubicBezTo>
                  <a:cubicBezTo>
                    <a:pt x="84" y="78"/>
                    <a:pt x="76" y="53"/>
                    <a:pt x="76" y="28"/>
                  </a:cubicBezTo>
                  <a:cubicBezTo>
                    <a:pt x="69" y="10"/>
                    <a:pt x="54" y="0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9" name="Google Shape;5509;p16"/>
            <p:cNvSpPr/>
            <p:nvPr/>
          </p:nvSpPr>
          <p:spPr>
            <a:xfrm>
              <a:off x="1111600" y="2710550"/>
              <a:ext cx="147300" cy="71500"/>
            </a:xfrm>
            <a:custGeom>
              <a:rect b="b" l="l" r="r" t="t"/>
              <a:pathLst>
                <a:path extrusionOk="0" h="2860" w="5892">
                  <a:moveTo>
                    <a:pt x="3471" y="0"/>
                  </a:moveTo>
                  <a:cubicBezTo>
                    <a:pt x="3452" y="0"/>
                    <a:pt x="3435" y="10"/>
                    <a:pt x="3423" y="28"/>
                  </a:cubicBezTo>
                  <a:cubicBezTo>
                    <a:pt x="3406" y="53"/>
                    <a:pt x="3415" y="86"/>
                    <a:pt x="3431" y="103"/>
                  </a:cubicBezTo>
                  <a:cubicBezTo>
                    <a:pt x="3431" y="103"/>
                    <a:pt x="3439" y="111"/>
                    <a:pt x="3439" y="111"/>
                  </a:cubicBezTo>
                  <a:cubicBezTo>
                    <a:pt x="3439" y="111"/>
                    <a:pt x="3439" y="111"/>
                    <a:pt x="3439" y="120"/>
                  </a:cubicBezTo>
                  <a:cubicBezTo>
                    <a:pt x="3448" y="128"/>
                    <a:pt x="3456" y="136"/>
                    <a:pt x="3464" y="144"/>
                  </a:cubicBezTo>
                  <a:cubicBezTo>
                    <a:pt x="3473" y="318"/>
                    <a:pt x="3207" y="352"/>
                    <a:pt x="3075" y="385"/>
                  </a:cubicBezTo>
                  <a:cubicBezTo>
                    <a:pt x="2868" y="426"/>
                    <a:pt x="2652" y="476"/>
                    <a:pt x="2437" y="501"/>
                  </a:cubicBezTo>
                  <a:cubicBezTo>
                    <a:pt x="2326" y="514"/>
                    <a:pt x="2215" y="523"/>
                    <a:pt x="2104" y="523"/>
                  </a:cubicBezTo>
                  <a:cubicBezTo>
                    <a:pt x="2008" y="523"/>
                    <a:pt x="1912" y="516"/>
                    <a:pt x="1815" y="501"/>
                  </a:cubicBezTo>
                  <a:cubicBezTo>
                    <a:pt x="1766" y="492"/>
                    <a:pt x="1716" y="484"/>
                    <a:pt x="1658" y="468"/>
                  </a:cubicBezTo>
                  <a:lnTo>
                    <a:pt x="1641" y="468"/>
                  </a:lnTo>
                  <a:lnTo>
                    <a:pt x="1641" y="451"/>
                  </a:lnTo>
                  <a:cubicBezTo>
                    <a:pt x="1641" y="443"/>
                    <a:pt x="1641" y="443"/>
                    <a:pt x="1641" y="434"/>
                  </a:cubicBezTo>
                  <a:lnTo>
                    <a:pt x="1641" y="426"/>
                  </a:lnTo>
                  <a:cubicBezTo>
                    <a:pt x="1641" y="426"/>
                    <a:pt x="1641" y="426"/>
                    <a:pt x="1641" y="418"/>
                  </a:cubicBezTo>
                  <a:cubicBezTo>
                    <a:pt x="1650" y="360"/>
                    <a:pt x="1666" y="302"/>
                    <a:pt x="1699" y="252"/>
                  </a:cubicBezTo>
                  <a:cubicBezTo>
                    <a:pt x="1708" y="236"/>
                    <a:pt x="1708" y="219"/>
                    <a:pt x="1699" y="202"/>
                  </a:cubicBezTo>
                  <a:cubicBezTo>
                    <a:pt x="1699" y="194"/>
                    <a:pt x="1699" y="194"/>
                    <a:pt x="1708" y="186"/>
                  </a:cubicBezTo>
                  <a:cubicBezTo>
                    <a:pt x="1721" y="166"/>
                    <a:pt x="1702" y="140"/>
                    <a:pt x="1676" y="140"/>
                  </a:cubicBezTo>
                  <a:cubicBezTo>
                    <a:pt x="1670" y="140"/>
                    <a:pt x="1664" y="141"/>
                    <a:pt x="1658" y="144"/>
                  </a:cubicBezTo>
                  <a:cubicBezTo>
                    <a:pt x="1600" y="169"/>
                    <a:pt x="1550" y="227"/>
                    <a:pt x="1509" y="285"/>
                  </a:cubicBezTo>
                  <a:cubicBezTo>
                    <a:pt x="1393" y="302"/>
                    <a:pt x="1351" y="468"/>
                    <a:pt x="1351" y="575"/>
                  </a:cubicBezTo>
                  <a:cubicBezTo>
                    <a:pt x="1360" y="675"/>
                    <a:pt x="1385" y="766"/>
                    <a:pt x="1409" y="849"/>
                  </a:cubicBezTo>
                  <a:cubicBezTo>
                    <a:pt x="1434" y="923"/>
                    <a:pt x="1459" y="1006"/>
                    <a:pt x="1501" y="1072"/>
                  </a:cubicBezTo>
                  <a:cubicBezTo>
                    <a:pt x="1517" y="1089"/>
                    <a:pt x="1534" y="1106"/>
                    <a:pt x="1550" y="1122"/>
                  </a:cubicBezTo>
                  <a:cubicBezTo>
                    <a:pt x="1600" y="1304"/>
                    <a:pt x="1757" y="1429"/>
                    <a:pt x="1956" y="1462"/>
                  </a:cubicBezTo>
                  <a:cubicBezTo>
                    <a:pt x="2056" y="1478"/>
                    <a:pt x="2172" y="1478"/>
                    <a:pt x="2271" y="1520"/>
                  </a:cubicBezTo>
                  <a:cubicBezTo>
                    <a:pt x="2379" y="1570"/>
                    <a:pt x="2387" y="1719"/>
                    <a:pt x="2487" y="1777"/>
                  </a:cubicBezTo>
                  <a:cubicBezTo>
                    <a:pt x="2495" y="1785"/>
                    <a:pt x="2511" y="1793"/>
                    <a:pt x="2520" y="1793"/>
                  </a:cubicBezTo>
                  <a:cubicBezTo>
                    <a:pt x="2545" y="1835"/>
                    <a:pt x="2569" y="1876"/>
                    <a:pt x="2603" y="1918"/>
                  </a:cubicBezTo>
                  <a:cubicBezTo>
                    <a:pt x="2603" y="1926"/>
                    <a:pt x="2603" y="1926"/>
                    <a:pt x="2603" y="1926"/>
                  </a:cubicBezTo>
                  <a:cubicBezTo>
                    <a:pt x="2611" y="1967"/>
                    <a:pt x="2619" y="2000"/>
                    <a:pt x="2627" y="2042"/>
                  </a:cubicBezTo>
                  <a:cubicBezTo>
                    <a:pt x="2636" y="2083"/>
                    <a:pt x="2636" y="2100"/>
                    <a:pt x="2644" y="2150"/>
                  </a:cubicBezTo>
                  <a:cubicBezTo>
                    <a:pt x="2644" y="2174"/>
                    <a:pt x="2652" y="2191"/>
                    <a:pt x="2669" y="2208"/>
                  </a:cubicBezTo>
                  <a:cubicBezTo>
                    <a:pt x="2594" y="2224"/>
                    <a:pt x="2511" y="2249"/>
                    <a:pt x="2437" y="2274"/>
                  </a:cubicBezTo>
                  <a:cubicBezTo>
                    <a:pt x="2230" y="2348"/>
                    <a:pt x="2039" y="2448"/>
                    <a:pt x="1832" y="2522"/>
                  </a:cubicBezTo>
                  <a:cubicBezTo>
                    <a:pt x="1617" y="2597"/>
                    <a:pt x="1393" y="2647"/>
                    <a:pt x="1169" y="2680"/>
                  </a:cubicBezTo>
                  <a:cubicBezTo>
                    <a:pt x="1092" y="2694"/>
                    <a:pt x="1011" y="2703"/>
                    <a:pt x="930" y="2703"/>
                  </a:cubicBezTo>
                  <a:cubicBezTo>
                    <a:pt x="776" y="2703"/>
                    <a:pt x="623" y="2670"/>
                    <a:pt x="498" y="2572"/>
                  </a:cubicBezTo>
                  <a:cubicBezTo>
                    <a:pt x="349" y="2448"/>
                    <a:pt x="258" y="2241"/>
                    <a:pt x="274" y="2042"/>
                  </a:cubicBezTo>
                  <a:cubicBezTo>
                    <a:pt x="274" y="2034"/>
                    <a:pt x="266" y="2025"/>
                    <a:pt x="266" y="2025"/>
                  </a:cubicBezTo>
                  <a:cubicBezTo>
                    <a:pt x="266" y="2017"/>
                    <a:pt x="274" y="2009"/>
                    <a:pt x="274" y="2009"/>
                  </a:cubicBezTo>
                  <a:cubicBezTo>
                    <a:pt x="283" y="1992"/>
                    <a:pt x="291" y="1976"/>
                    <a:pt x="274" y="1967"/>
                  </a:cubicBezTo>
                  <a:cubicBezTo>
                    <a:pt x="269" y="1957"/>
                    <a:pt x="261" y="1950"/>
                    <a:pt x="251" y="1950"/>
                  </a:cubicBezTo>
                  <a:cubicBezTo>
                    <a:pt x="246" y="1950"/>
                    <a:pt x="239" y="1953"/>
                    <a:pt x="233" y="1959"/>
                  </a:cubicBezTo>
                  <a:cubicBezTo>
                    <a:pt x="175" y="2000"/>
                    <a:pt x="125" y="2050"/>
                    <a:pt x="84" y="2116"/>
                  </a:cubicBezTo>
                  <a:cubicBezTo>
                    <a:pt x="59" y="2150"/>
                    <a:pt x="42" y="2183"/>
                    <a:pt x="34" y="2216"/>
                  </a:cubicBezTo>
                  <a:cubicBezTo>
                    <a:pt x="17" y="2249"/>
                    <a:pt x="1" y="2290"/>
                    <a:pt x="9" y="2332"/>
                  </a:cubicBezTo>
                  <a:cubicBezTo>
                    <a:pt x="15" y="2348"/>
                    <a:pt x="30" y="2357"/>
                    <a:pt x="43" y="2357"/>
                  </a:cubicBezTo>
                  <a:cubicBezTo>
                    <a:pt x="50" y="2357"/>
                    <a:pt x="56" y="2354"/>
                    <a:pt x="59" y="2348"/>
                  </a:cubicBezTo>
                  <a:cubicBezTo>
                    <a:pt x="84" y="2315"/>
                    <a:pt x="100" y="2282"/>
                    <a:pt x="109" y="2249"/>
                  </a:cubicBezTo>
                  <a:cubicBezTo>
                    <a:pt x="125" y="2224"/>
                    <a:pt x="142" y="2191"/>
                    <a:pt x="158" y="2166"/>
                  </a:cubicBezTo>
                  <a:cubicBezTo>
                    <a:pt x="167" y="2141"/>
                    <a:pt x="183" y="2116"/>
                    <a:pt x="200" y="2092"/>
                  </a:cubicBezTo>
                  <a:lnTo>
                    <a:pt x="200" y="2092"/>
                  </a:lnTo>
                  <a:cubicBezTo>
                    <a:pt x="183" y="2257"/>
                    <a:pt x="216" y="2415"/>
                    <a:pt x="307" y="2556"/>
                  </a:cubicBezTo>
                  <a:cubicBezTo>
                    <a:pt x="432" y="2730"/>
                    <a:pt x="614" y="2829"/>
                    <a:pt x="821" y="2854"/>
                  </a:cubicBezTo>
                  <a:cubicBezTo>
                    <a:pt x="859" y="2858"/>
                    <a:pt x="897" y="2860"/>
                    <a:pt x="936" y="2860"/>
                  </a:cubicBezTo>
                  <a:cubicBezTo>
                    <a:pt x="1134" y="2860"/>
                    <a:pt x="1338" y="2811"/>
                    <a:pt x="1525" y="2763"/>
                  </a:cubicBezTo>
                  <a:cubicBezTo>
                    <a:pt x="1766" y="2705"/>
                    <a:pt x="1989" y="2614"/>
                    <a:pt x="2213" y="2514"/>
                  </a:cubicBezTo>
                  <a:cubicBezTo>
                    <a:pt x="2429" y="2423"/>
                    <a:pt x="2644" y="2348"/>
                    <a:pt x="2876" y="2315"/>
                  </a:cubicBezTo>
                  <a:cubicBezTo>
                    <a:pt x="2988" y="2303"/>
                    <a:pt x="3100" y="2299"/>
                    <a:pt x="3212" y="2299"/>
                  </a:cubicBezTo>
                  <a:cubicBezTo>
                    <a:pt x="3323" y="2299"/>
                    <a:pt x="3435" y="2303"/>
                    <a:pt x="3547" y="2307"/>
                  </a:cubicBezTo>
                  <a:cubicBezTo>
                    <a:pt x="3853" y="2324"/>
                    <a:pt x="4160" y="2360"/>
                    <a:pt x="4466" y="2360"/>
                  </a:cubicBezTo>
                  <a:cubicBezTo>
                    <a:pt x="4607" y="2360"/>
                    <a:pt x="4748" y="2353"/>
                    <a:pt x="4889" y="2332"/>
                  </a:cubicBezTo>
                  <a:cubicBezTo>
                    <a:pt x="5121" y="2299"/>
                    <a:pt x="5362" y="2232"/>
                    <a:pt x="5552" y="2092"/>
                  </a:cubicBezTo>
                  <a:cubicBezTo>
                    <a:pt x="5701" y="1976"/>
                    <a:pt x="5850" y="1803"/>
                    <a:pt x="5826" y="1613"/>
                  </a:cubicBezTo>
                  <a:lnTo>
                    <a:pt x="5826" y="1613"/>
                  </a:lnTo>
                  <a:cubicBezTo>
                    <a:pt x="5826" y="1615"/>
                    <a:pt x="5828" y="1619"/>
                    <a:pt x="5834" y="1619"/>
                  </a:cubicBezTo>
                  <a:cubicBezTo>
                    <a:pt x="5834" y="1619"/>
                    <a:pt x="5842" y="1628"/>
                    <a:pt x="5850" y="1628"/>
                  </a:cubicBezTo>
                  <a:cubicBezTo>
                    <a:pt x="5859" y="1628"/>
                    <a:pt x="5867" y="1628"/>
                    <a:pt x="5875" y="1619"/>
                  </a:cubicBezTo>
                  <a:cubicBezTo>
                    <a:pt x="5884" y="1611"/>
                    <a:pt x="5884" y="1603"/>
                    <a:pt x="5892" y="1594"/>
                  </a:cubicBezTo>
                  <a:lnTo>
                    <a:pt x="5892" y="1578"/>
                  </a:lnTo>
                  <a:cubicBezTo>
                    <a:pt x="5884" y="1570"/>
                    <a:pt x="5884" y="1570"/>
                    <a:pt x="5875" y="1561"/>
                  </a:cubicBezTo>
                  <a:lnTo>
                    <a:pt x="5884" y="1561"/>
                  </a:lnTo>
                  <a:cubicBezTo>
                    <a:pt x="5875" y="1553"/>
                    <a:pt x="5875" y="1553"/>
                    <a:pt x="5867" y="1545"/>
                  </a:cubicBezTo>
                  <a:cubicBezTo>
                    <a:pt x="5859" y="1528"/>
                    <a:pt x="5842" y="1512"/>
                    <a:pt x="5834" y="1503"/>
                  </a:cubicBezTo>
                  <a:cubicBezTo>
                    <a:pt x="5809" y="1478"/>
                    <a:pt x="5784" y="1454"/>
                    <a:pt x="5759" y="1429"/>
                  </a:cubicBezTo>
                  <a:lnTo>
                    <a:pt x="5726" y="1429"/>
                  </a:lnTo>
                  <a:cubicBezTo>
                    <a:pt x="5718" y="1429"/>
                    <a:pt x="5710" y="1437"/>
                    <a:pt x="5710" y="1437"/>
                  </a:cubicBezTo>
                  <a:cubicBezTo>
                    <a:pt x="5701" y="1454"/>
                    <a:pt x="5693" y="1478"/>
                    <a:pt x="5710" y="1487"/>
                  </a:cubicBezTo>
                  <a:cubicBezTo>
                    <a:pt x="5718" y="1495"/>
                    <a:pt x="5718" y="1495"/>
                    <a:pt x="5726" y="1503"/>
                  </a:cubicBezTo>
                  <a:cubicBezTo>
                    <a:pt x="5710" y="1512"/>
                    <a:pt x="5693" y="1520"/>
                    <a:pt x="5693" y="1545"/>
                  </a:cubicBezTo>
                  <a:cubicBezTo>
                    <a:pt x="5676" y="1628"/>
                    <a:pt x="5660" y="1710"/>
                    <a:pt x="5618" y="1785"/>
                  </a:cubicBezTo>
                  <a:cubicBezTo>
                    <a:pt x="5569" y="1860"/>
                    <a:pt x="5502" y="1926"/>
                    <a:pt x="5428" y="1976"/>
                  </a:cubicBezTo>
                  <a:cubicBezTo>
                    <a:pt x="5270" y="2083"/>
                    <a:pt x="5072" y="2141"/>
                    <a:pt x="4881" y="2174"/>
                  </a:cubicBezTo>
                  <a:cubicBezTo>
                    <a:pt x="4725" y="2204"/>
                    <a:pt x="4566" y="2214"/>
                    <a:pt x="4407" y="2214"/>
                  </a:cubicBezTo>
                  <a:cubicBezTo>
                    <a:pt x="4160" y="2214"/>
                    <a:pt x="3910" y="2189"/>
                    <a:pt x="3663" y="2174"/>
                  </a:cubicBezTo>
                  <a:cubicBezTo>
                    <a:pt x="3520" y="2164"/>
                    <a:pt x="3373" y="2157"/>
                    <a:pt x="3225" y="2157"/>
                  </a:cubicBezTo>
                  <a:cubicBezTo>
                    <a:pt x="3134" y="2157"/>
                    <a:pt x="3042" y="2160"/>
                    <a:pt x="2951" y="2166"/>
                  </a:cubicBezTo>
                  <a:cubicBezTo>
                    <a:pt x="2951" y="2166"/>
                    <a:pt x="2951" y="2158"/>
                    <a:pt x="2951" y="2150"/>
                  </a:cubicBezTo>
                  <a:cubicBezTo>
                    <a:pt x="2951" y="2009"/>
                    <a:pt x="2942" y="1868"/>
                    <a:pt x="2942" y="1719"/>
                  </a:cubicBezTo>
                  <a:cubicBezTo>
                    <a:pt x="2942" y="1636"/>
                    <a:pt x="2951" y="1536"/>
                    <a:pt x="2975" y="1454"/>
                  </a:cubicBezTo>
                  <a:cubicBezTo>
                    <a:pt x="2984" y="1445"/>
                    <a:pt x="2992" y="1445"/>
                    <a:pt x="3000" y="1437"/>
                  </a:cubicBezTo>
                  <a:cubicBezTo>
                    <a:pt x="3241" y="1346"/>
                    <a:pt x="3547" y="1362"/>
                    <a:pt x="3721" y="1147"/>
                  </a:cubicBezTo>
                  <a:cubicBezTo>
                    <a:pt x="3829" y="1023"/>
                    <a:pt x="3854" y="865"/>
                    <a:pt x="3870" y="708"/>
                  </a:cubicBezTo>
                  <a:cubicBezTo>
                    <a:pt x="3879" y="575"/>
                    <a:pt x="3870" y="443"/>
                    <a:pt x="3821" y="318"/>
                  </a:cubicBezTo>
                  <a:cubicBezTo>
                    <a:pt x="3812" y="285"/>
                    <a:pt x="3812" y="252"/>
                    <a:pt x="3804" y="219"/>
                  </a:cubicBezTo>
                  <a:cubicBezTo>
                    <a:pt x="3791" y="168"/>
                    <a:pt x="3750" y="147"/>
                    <a:pt x="3708" y="147"/>
                  </a:cubicBezTo>
                  <a:cubicBezTo>
                    <a:pt x="3696" y="147"/>
                    <a:pt x="3683" y="149"/>
                    <a:pt x="3671" y="153"/>
                  </a:cubicBezTo>
                  <a:cubicBezTo>
                    <a:pt x="3663" y="136"/>
                    <a:pt x="3655" y="120"/>
                    <a:pt x="3638" y="111"/>
                  </a:cubicBezTo>
                  <a:cubicBezTo>
                    <a:pt x="3630" y="95"/>
                    <a:pt x="3613" y="70"/>
                    <a:pt x="3597" y="53"/>
                  </a:cubicBezTo>
                  <a:cubicBezTo>
                    <a:pt x="3580" y="45"/>
                    <a:pt x="3564" y="28"/>
                    <a:pt x="3547" y="20"/>
                  </a:cubicBezTo>
                  <a:cubicBezTo>
                    <a:pt x="3531" y="12"/>
                    <a:pt x="3506" y="4"/>
                    <a:pt x="3489" y="4"/>
                  </a:cubicBezTo>
                  <a:cubicBezTo>
                    <a:pt x="3483" y="2"/>
                    <a:pt x="3477" y="0"/>
                    <a:pt x="34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0" name="Google Shape;5510;p16"/>
            <p:cNvSpPr/>
            <p:nvPr/>
          </p:nvSpPr>
          <p:spPr>
            <a:xfrm>
              <a:off x="1121750" y="2709425"/>
              <a:ext cx="3975" cy="10900"/>
            </a:xfrm>
            <a:custGeom>
              <a:rect b="b" l="l" r="r" t="t"/>
              <a:pathLst>
                <a:path extrusionOk="0" h="436" w="159">
                  <a:moveTo>
                    <a:pt x="132" y="1"/>
                  </a:moveTo>
                  <a:cubicBezTo>
                    <a:pt x="127" y="1"/>
                    <a:pt x="122" y="3"/>
                    <a:pt x="117" y="7"/>
                  </a:cubicBezTo>
                  <a:cubicBezTo>
                    <a:pt x="84" y="24"/>
                    <a:pt x="67" y="57"/>
                    <a:pt x="51" y="90"/>
                  </a:cubicBezTo>
                  <a:cubicBezTo>
                    <a:pt x="34" y="123"/>
                    <a:pt x="26" y="156"/>
                    <a:pt x="17" y="189"/>
                  </a:cubicBezTo>
                  <a:cubicBezTo>
                    <a:pt x="1" y="264"/>
                    <a:pt x="1" y="339"/>
                    <a:pt x="1" y="405"/>
                  </a:cubicBezTo>
                  <a:cubicBezTo>
                    <a:pt x="5" y="426"/>
                    <a:pt x="20" y="436"/>
                    <a:pt x="34" y="436"/>
                  </a:cubicBezTo>
                  <a:cubicBezTo>
                    <a:pt x="49" y="436"/>
                    <a:pt x="63" y="426"/>
                    <a:pt x="67" y="405"/>
                  </a:cubicBezTo>
                  <a:cubicBezTo>
                    <a:pt x="67" y="339"/>
                    <a:pt x="84" y="281"/>
                    <a:pt x="109" y="223"/>
                  </a:cubicBezTo>
                  <a:cubicBezTo>
                    <a:pt x="117" y="189"/>
                    <a:pt x="125" y="156"/>
                    <a:pt x="133" y="131"/>
                  </a:cubicBezTo>
                  <a:cubicBezTo>
                    <a:pt x="150" y="98"/>
                    <a:pt x="158" y="65"/>
                    <a:pt x="158" y="32"/>
                  </a:cubicBezTo>
                  <a:cubicBezTo>
                    <a:pt x="158" y="14"/>
                    <a:pt x="145" y="1"/>
                    <a:pt x="1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1" name="Google Shape;5511;p16"/>
            <p:cNvSpPr/>
            <p:nvPr/>
          </p:nvSpPr>
          <p:spPr>
            <a:xfrm>
              <a:off x="1127150" y="2698825"/>
              <a:ext cx="3325" cy="3825"/>
            </a:xfrm>
            <a:custGeom>
              <a:rect b="b" l="l" r="r" t="t"/>
              <a:pathLst>
                <a:path extrusionOk="0" h="153" w="133">
                  <a:moveTo>
                    <a:pt x="116" y="0"/>
                  </a:moveTo>
                  <a:cubicBezTo>
                    <a:pt x="108" y="0"/>
                    <a:pt x="91" y="0"/>
                    <a:pt x="83" y="9"/>
                  </a:cubicBezTo>
                  <a:cubicBezTo>
                    <a:pt x="83" y="9"/>
                    <a:pt x="83" y="17"/>
                    <a:pt x="75" y="17"/>
                  </a:cubicBezTo>
                  <a:cubicBezTo>
                    <a:pt x="67" y="25"/>
                    <a:pt x="67" y="25"/>
                    <a:pt x="58" y="33"/>
                  </a:cubicBezTo>
                  <a:cubicBezTo>
                    <a:pt x="58" y="42"/>
                    <a:pt x="50" y="50"/>
                    <a:pt x="42" y="58"/>
                  </a:cubicBezTo>
                  <a:cubicBezTo>
                    <a:pt x="33" y="75"/>
                    <a:pt x="17" y="83"/>
                    <a:pt x="9" y="100"/>
                  </a:cubicBezTo>
                  <a:cubicBezTo>
                    <a:pt x="9" y="108"/>
                    <a:pt x="0" y="125"/>
                    <a:pt x="9" y="125"/>
                  </a:cubicBezTo>
                  <a:cubicBezTo>
                    <a:pt x="9" y="133"/>
                    <a:pt x="17" y="141"/>
                    <a:pt x="17" y="149"/>
                  </a:cubicBezTo>
                  <a:cubicBezTo>
                    <a:pt x="21" y="152"/>
                    <a:pt x="26" y="153"/>
                    <a:pt x="30" y="153"/>
                  </a:cubicBezTo>
                  <a:cubicBezTo>
                    <a:pt x="42" y="153"/>
                    <a:pt x="54" y="145"/>
                    <a:pt x="67" y="133"/>
                  </a:cubicBezTo>
                  <a:cubicBezTo>
                    <a:pt x="75" y="116"/>
                    <a:pt x="83" y="100"/>
                    <a:pt x="100" y="83"/>
                  </a:cubicBezTo>
                  <a:cubicBezTo>
                    <a:pt x="100" y="75"/>
                    <a:pt x="108" y="67"/>
                    <a:pt x="116" y="58"/>
                  </a:cubicBezTo>
                  <a:cubicBezTo>
                    <a:pt x="116" y="50"/>
                    <a:pt x="125" y="42"/>
                    <a:pt x="125" y="33"/>
                  </a:cubicBezTo>
                  <a:cubicBezTo>
                    <a:pt x="133" y="25"/>
                    <a:pt x="125" y="9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2" name="Google Shape;5512;p16"/>
            <p:cNvSpPr/>
            <p:nvPr/>
          </p:nvSpPr>
          <p:spPr>
            <a:xfrm>
              <a:off x="1131700" y="2693225"/>
              <a:ext cx="3350" cy="2925"/>
            </a:xfrm>
            <a:custGeom>
              <a:rect b="b" l="l" r="r" t="t"/>
              <a:pathLst>
                <a:path extrusionOk="0" h="117" w="134">
                  <a:moveTo>
                    <a:pt x="17" y="1"/>
                  </a:moveTo>
                  <a:cubicBezTo>
                    <a:pt x="17" y="1"/>
                    <a:pt x="9" y="1"/>
                    <a:pt x="9" y="9"/>
                  </a:cubicBezTo>
                  <a:cubicBezTo>
                    <a:pt x="9" y="9"/>
                    <a:pt x="1" y="17"/>
                    <a:pt x="1" y="25"/>
                  </a:cubicBezTo>
                  <a:cubicBezTo>
                    <a:pt x="1" y="25"/>
                    <a:pt x="9" y="34"/>
                    <a:pt x="9" y="42"/>
                  </a:cubicBezTo>
                  <a:cubicBezTo>
                    <a:pt x="17" y="50"/>
                    <a:pt x="25" y="59"/>
                    <a:pt x="34" y="75"/>
                  </a:cubicBezTo>
                  <a:lnTo>
                    <a:pt x="42" y="75"/>
                  </a:lnTo>
                  <a:cubicBezTo>
                    <a:pt x="50" y="83"/>
                    <a:pt x="59" y="92"/>
                    <a:pt x="67" y="100"/>
                  </a:cubicBezTo>
                  <a:cubicBezTo>
                    <a:pt x="75" y="108"/>
                    <a:pt x="83" y="117"/>
                    <a:pt x="100" y="117"/>
                  </a:cubicBezTo>
                  <a:cubicBezTo>
                    <a:pt x="108" y="117"/>
                    <a:pt x="125" y="108"/>
                    <a:pt x="125" y="100"/>
                  </a:cubicBezTo>
                  <a:cubicBezTo>
                    <a:pt x="133" y="100"/>
                    <a:pt x="133" y="92"/>
                    <a:pt x="133" y="83"/>
                  </a:cubicBezTo>
                  <a:cubicBezTo>
                    <a:pt x="133" y="83"/>
                    <a:pt x="133" y="75"/>
                    <a:pt x="133" y="67"/>
                  </a:cubicBezTo>
                  <a:cubicBezTo>
                    <a:pt x="133" y="67"/>
                    <a:pt x="133" y="59"/>
                    <a:pt x="133" y="59"/>
                  </a:cubicBezTo>
                  <a:cubicBezTo>
                    <a:pt x="125" y="50"/>
                    <a:pt x="125" y="42"/>
                    <a:pt x="117" y="42"/>
                  </a:cubicBezTo>
                  <a:cubicBezTo>
                    <a:pt x="100" y="34"/>
                    <a:pt x="92" y="25"/>
                    <a:pt x="75" y="17"/>
                  </a:cubicBezTo>
                  <a:cubicBezTo>
                    <a:pt x="67" y="17"/>
                    <a:pt x="50" y="9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3" name="Google Shape;5513;p16"/>
            <p:cNvSpPr/>
            <p:nvPr/>
          </p:nvSpPr>
          <p:spPr>
            <a:xfrm>
              <a:off x="1135025" y="2687625"/>
              <a:ext cx="5600" cy="3875"/>
            </a:xfrm>
            <a:custGeom>
              <a:rect b="b" l="l" r="r" t="t"/>
              <a:pathLst>
                <a:path extrusionOk="0" h="155" w="224">
                  <a:moveTo>
                    <a:pt x="166" y="1"/>
                  </a:moveTo>
                  <a:cubicBezTo>
                    <a:pt x="158" y="9"/>
                    <a:pt x="149" y="9"/>
                    <a:pt x="141" y="9"/>
                  </a:cubicBezTo>
                  <a:cubicBezTo>
                    <a:pt x="124" y="17"/>
                    <a:pt x="108" y="26"/>
                    <a:pt x="91" y="34"/>
                  </a:cubicBezTo>
                  <a:cubicBezTo>
                    <a:pt x="58" y="51"/>
                    <a:pt x="33" y="75"/>
                    <a:pt x="8" y="100"/>
                  </a:cubicBezTo>
                  <a:cubicBezTo>
                    <a:pt x="0" y="117"/>
                    <a:pt x="0" y="133"/>
                    <a:pt x="8" y="142"/>
                  </a:cubicBezTo>
                  <a:cubicBezTo>
                    <a:pt x="17" y="150"/>
                    <a:pt x="25" y="154"/>
                    <a:pt x="32" y="154"/>
                  </a:cubicBezTo>
                  <a:cubicBezTo>
                    <a:pt x="40" y="154"/>
                    <a:pt x="46" y="150"/>
                    <a:pt x="50" y="142"/>
                  </a:cubicBezTo>
                  <a:cubicBezTo>
                    <a:pt x="66" y="133"/>
                    <a:pt x="75" y="125"/>
                    <a:pt x="83" y="117"/>
                  </a:cubicBezTo>
                  <a:cubicBezTo>
                    <a:pt x="91" y="117"/>
                    <a:pt x="91" y="109"/>
                    <a:pt x="91" y="109"/>
                  </a:cubicBezTo>
                  <a:lnTo>
                    <a:pt x="100" y="100"/>
                  </a:lnTo>
                  <a:cubicBezTo>
                    <a:pt x="108" y="100"/>
                    <a:pt x="116" y="92"/>
                    <a:pt x="116" y="92"/>
                  </a:cubicBezTo>
                  <a:cubicBezTo>
                    <a:pt x="133" y="84"/>
                    <a:pt x="149" y="75"/>
                    <a:pt x="158" y="67"/>
                  </a:cubicBezTo>
                  <a:lnTo>
                    <a:pt x="166" y="67"/>
                  </a:lnTo>
                  <a:cubicBezTo>
                    <a:pt x="174" y="67"/>
                    <a:pt x="174" y="67"/>
                    <a:pt x="182" y="59"/>
                  </a:cubicBezTo>
                  <a:cubicBezTo>
                    <a:pt x="191" y="59"/>
                    <a:pt x="199" y="51"/>
                    <a:pt x="207" y="51"/>
                  </a:cubicBezTo>
                  <a:cubicBezTo>
                    <a:pt x="224" y="42"/>
                    <a:pt x="216" y="1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4" name="Google Shape;5514;p16"/>
            <p:cNvSpPr/>
            <p:nvPr/>
          </p:nvSpPr>
          <p:spPr>
            <a:xfrm>
              <a:off x="1164850" y="2652725"/>
              <a:ext cx="1675" cy="15400"/>
            </a:xfrm>
            <a:custGeom>
              <a:rect b="b" l="l" r="r" t="t"/>
              <a:pathLst>
                <a:path extrusionOk="0" h="616" w="67">
                  <a:moveTo>
                    <a:pt x="33" y="1"/>
                  </a:moveTo>
                  <a:cubicBezTo>
                    <a:pt x="25" y="1"/>
                    <a:pt x="17" y="5"/>
                    <a:pt x="17" y="13"/>
                  </a:cubicBezTo>
                  <a:cubicBezTo>
                    <a:pt x="0" y="212"/>
                    <a:pt x="17" y="411"/>
                    <a:pt x="25" y="610"/>
                  </a:cubicBezTo>
                  <a:cubicBezTo>
                    <a:pt x="25" y="614"/>
                    <a:pt x="29" y="616"/>
                    <a:pt x="33" y="616"/>
                  </a:cubicBezTo>
                  <a:cubicBezTo>
                    <a:pt x="38" y="616"/>
                    <a:pt x="42" y="614"/>
                    <a:pt x="42" y="610"/>
                  </a:cubicBezTo>
                  <a:cubicBezTo>
                    <a:pt x="50" y="411"/>
                    <a:pt x="67" y="212"/>
                    <a:pt x="50" y="13"/>
                  </a:cubicBezTo>
                  <a:cubicBezTo>
                    <a:pt x="50" y="5"/>
                    <a:pt x="42" y="1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5" name="Google Shape;5515;p16"/>
            <p:cNvSpPr/>
            <p:nvPr/>
          </p:nvSpPr>
          <p:spPr>
            <a:xfrm>
              <a:off x="1168975" y="2653350"/>
              <a:ext cx="2100" cy="10175"/>
            </a:xfrm>
            <a:custGeom>
              <a:rect b="b" l="l" r="r" t="t"/>
              <a:pathLst>
                <a:path extrusionOk="0" h="407" w="84">
                  <a:moveTo>
                    <a:pt x="13" y="1"/>
                  </a:moveTo>
                  <a:cubicBezTo>
                    <a:pt x="7" y="1"/>
                    <a:pt x="1" y="5"/>
                    <a:pt x="1" y="13"/>
                  </a:cubicBezTo>
                  <a:cubicBezTo>
                    <a:pt x="18" y="137"/>
                    <a:pt x="42" y="262"/>
                    <a:pt x="59" y="394"/>
                  </a:cubicBezTo>
                  <a:cubicBezTo>
                    <a:pt x="59" y="403"/>
                    <a:pt x="65" y="407"/>
                    <a:pt x="71" y="407"/>
                  </a:cubicBezTo>
                  <a:cubicBezTo>
                    <a:pt x="78" y="407"/>
                    <a:pt x="84" y="403"/>
                    <a:pt x="84" y="394"/>
                  </a:cubicBezTo>
                  <a:cubicBezTo>
                    <a:pt x="84" y="262"/>
                    <a:pt x="76" y="137"/>
                    <a:pt x="26" y="13"/>
                  </a:cubicBezTo>
                  <a:cubicBezTo>
                    <a:pt x="26" y="5"/>
                    <a:pt x="20" y="1"/>
                    <a:pt x="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6" name="Google Shape;5516;p16"/>
            <p:cNvSpPr/>
            <p:nvPr/>
          </p:nvSpPr>
          <p:spPr>
            <a:xfrm>
              <a:off x="1208350" y="268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7" name="Google Shape;5517;p16"/>
            <p:cNvSpPr/>
            <p:nvPr/>
          </p:nvSpPr>
          <p:spPr>
            <a:xfrm>
              <a:off x="1202325" y="2680375"/>
              <a:ext cx="8325" cy="2925"/>
            </a:xfrm>
            <a:custGeom>
              <a:rect b="b" l="l" r="r" t="t"/>
              <a:pathLst>
                <a:path extrusionOk="0" h="117" w="333">
                  <a:moveTo>
                    <a:pt x="175" y="1"/>
                  </a:moveTo>
                  <a:cubicBezTo>
                    <a:pt x="125" y="1"/>
                    <a:pt x="76" y="1"/>
                    <a:pt x="26" y="17"/>
                  </a:cubicBezTo>
                  <a:cubicBezTo>
                    <a:pt x="9" y="17"/>
                    <a:pt x="1" y="42"/>
                    <a:pt x="1" y="59"/>
                  </a:cubicBezTo>
                  <a:lnTo>
                    <a:pt x="9" y="59"/>
                  </a:lnTo>
                  <a:cubicBezTo>
                    <a:pt x="9" y="75"/>
                    <a:pt x="34" y="84"/>
                    <a:pt x="51" y="84"/>
                  </a:cubicBezTo>
                  <a:cubicBezTo>
                    <a:pt x="67" y="75"/>
                    <a:pt x="84" y="75"/>
                    <a:pt x="109" y="75"/>
                  </a:cubicBezTo>
                  <a:cubicBezTo>
                    <a:pt x="134" y="84"/>
                    <a:pt x="142" y="84"/>
                    <a:pt x="167" y="84"/>
                  </a:cubicBezTo>
                  <a:cubicBezTo>
                    <a:pt x="175" y="92"/>
                    <a:pt x="183" y="92"/>
                    <a:pt x="192" y="92"/>
                  </a:cubicBezTo>
                  <a:cubicBezTo>
                    <a:pt x="200" y="92"/>
                    <a:pt x="208" y="92"/>
                    <a:pt x="216" y="100"/>
                  </a:cubicBezTo>
                  <a:lnTo>
                    <a:pt x="225" y="100"/>
                  </a:lnTo>
                  <a:cubicBezTo>
                    <a:pt x="233" y="100"/>
                    <a:pt x="241" y="100"/>
                    <a:pt x="250" y="109"/>
                  </a:cubicBezTo>
                  <a:lnTo>
                    <a:pt x="266" y="117"/>
                  </a:lnTo>
                  <a:lnTo>
                    <a:pt x="291" y="117"/>
                  </a:lnTo>
                  <a:cubicBezTo>
                    <a:pt x="316" y="117"/>
                    <a:pt x="332" y="92"/>
                    <a:pt x="316" y="67"/>
                  </a:cubicBezTo>
                  <a:cubicBezTo>
                    <a:pt x="316" y="67"/>
                    <a:pt x="308" y="59"/>
                    <a:pt x="308" y="51"/>
                  </a:cubicBezTo>
                  <a:cubicBezTo>
                    <a:pt x="299" y="51"/>
                    <a:pt x="291" y="42"/>
                    <a:pt x="283" y="42"/>
                  </a:cubicBezTo>
                  <a:cubicBezTo>
                    <a:pt x="274" y="34"/>
                    <a:pt x="258" y="26"/>
                    <a:pt x="250" y="26"/>
                  </a:cubicBezTo>
                  <a:cubicBezTo>
                    <a:pt x="250" y="26"/>
                    <a:pt x="241" y="17"/>
                    <a:pt x="241" y="17"/>
                  </a:cubicBezTo>
                  <a:cubicBezTo>
                    <a:pt x="233" y="17"/>
                    <a:pt x="225" y="9"/>
                    <a:pt x="216" y="9"/>
                  </a:cubicBezTo>
                  <a:cubicBezTo>
                    <a:pt x="200" y="9"/>
                    <a:pt x="183" y="1"/>
                    <a:pt x="1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8" name="Google Shape;5518;p16"/>
            <p:cNvSpPr/>
            <p:nvPr/>
          </p:nvSpPr>
          <p:spPr>
            <a:xfrm>
              <a:off x="1212275" y="2685675"/>
              <a:ext cx="3350" cy="2200"/>
            </a:xfrm>
            <a:custGeom>
              <a:rect b="b" l="l" r="r" t="t"/>
              <a:pathLst>
                <a:path extrusionOk="0" h="88" w="134">
                  <a:moveTo>
                    <a:pt x="33" y="1"/>
                  </a:moveTo>
                  <a:cubicBezTo>
                    <a:pt x="25" y="1"/>
                    <a:pt x="15" y="7"/>
                    <a:pt x="9" y="13"/>
                  </a:cubicBezTo>
                  <a:cubicBezTo>
                    <a:pt x="9" y="21"/>
                    <a:pt x="1" y="29"/>
                    <a:pt x="9" y="37"/>
                  </a:cubicBezTo>
                  <a:cubicBezTo>
                    <a:pt x="9" y="37"/>
                    <a:pt x="9" y="46"/>
                    <a:pt x="17" y="54"/>
                  </a:cubicBezTo>
                  <a:cubicBezTo>
                    <a:pt x="34" y="54"/>
                    <a:pt x="42" y="62"/>
                    <a:pt x="59" y="71"/>
                  </a:cubicBezTo>
                  <a:cubicBezTo>
                    <a:pt x="75" y="79"/>
                    <a:pt x="92" y="79"/>
                    <a:pt x="108" y="87"/>
                  </a:cubicBezTo>
                  <a:cubicBezTo>
                    <a:pt x="117" y="87"/>
                    <a:pt x="125" y="87"/>
                    <a:pt x="133" y="71"/>
                  </a:cubicBezTo>
                  <a:cubicBezTo>
                    <a:pt x="133" y="62"/>
                    <a:pt x="133" y="54"/>
                    <a:pt x="125" y="46"/>
                  </a:cubicBezTo>
                  <a:cubicBezTo>
                    <a:pt x="108" y="37"/>
                    <a:pt x="100" y="29"/>
                    <a:pt x="84" y="29"/>
                  </a:cubicBezTo>
                  <a:cubicBezTo>
                    <a:pt x="67" y="21"/>
                    <a:pt x="59" y="13"/>
                    <a:pt x="42" y="4"/>
                  </a:cubicBezTo>
                  <a:cubicBezTo>
                    <a:pt x="40" y="2"/>
                    <a:pt x="37" y="1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9" name="Google Shape;5519;p16"/>
            <p:cNvSpPr/>
            <p:nvPr/>
          </p:nvSpPr>
          <p:spPr>
            <a:xfrm>
              <a:off x="1219725" y="2692450"/>
              <a:ext cx="3775" cy="4325"/>
            </a:xfrm>
            <a:custGeom>
              <a:rect b="b" l="l" r="r" t="t"/>
              <a:pathLst>
                <a:path extrusionOk="0" h="173" w="151">
                  <a:moveTo>
                    <a:pt x="26" y="1"/>
                  </a:moveTo>
                  <a:cubicBezTo>
                    <a:pt x="20" y="1"/>
                    <a:pt x="13" y="3"/>
                    <a:pt x="9" y="7"/>
                  </a:cubicBezTo>
                  <a:cubicBezTo>
                    <a:pt x="1" y="15"/>
                    <a:pt x="1" y="32"/>
                    <a:pt x="9" y="40"/>
                  </a:cubicBezTo>
                  <a:cubicBezTo>
                    <a:pt x="34" y="65"/>
                    <a:pt x="51" y="81"/>
                    <a:pt x="67" y="106"/>
                  </a:cubicBezTo>
                  <a:cubicBezTo>
                    <a:pt x="76" y="106"/>
                    <a:pt x="76" y="106"/>
                    <a:pt x="76" y="114"/>
                  </a:cubicBezTo>
                  <a:lnTo>
                    <a:pt x="84" y="114"/>
                  </a:lnTo>
                  <a:cubicBezTo>
                    <a:pt x="84" y="123"/>
                    <a:pt x="92" y="131"/>
                    <a:pt x="100" y="139"/>
                  </a:cubicBezTo>
                  <a:cubicBezTo>
                    <a:pt x="109" y="148"/>
                    <a:pt x="117" y="156"/>
                    <a:pt x="125" y="172"/>
                  </a:cubicBezTo>
                  <a:lnTo>
                    <a:pt x="142" y="172"/>
                  </a:lnTo>
                  <a:cubicBezTo>
                    <a:pt x="150" y="164"/>
                    <a:pt x="150" y="156"/>
                    <a:pt x="150" y="148"/>
                  </a:cubicBezTo>
                  <a:cubicBezTo>
                    <a:pt x="142" y="139"/>
                    <a:pt x="142" y="123"/>
                    <a:pt x="134" y="106"/>
                  </a:cubicBezTo>
                  <a:cubicBezTo>
                    <a:pt x="125" y="98"/>
                    <a:pt x="109" y="81"/>
                    <a:pt x="100" y="73"/>
                  </a:cubicBezTo>
                  <a:cubicBezTo>
                    <a:pt x="84" y="48"/>
                    <a:pt x="67" y="32"/>
                    <a:pt x="42" y="7"/>
                  </a:cubicBezTo>
                  <a:cubicBezTo>
                    <a:pt x="38" y="3"/>
                    <a:pt x="32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0" name="Google Shape;5520;p16"/>
            <p:cNvSpPr/>
            <p:nvPr/>
          </p:nvSpPr>
          <p:spPr>
            <a:xfrm>
              <a:off x="1226150" y="2699575"/>
              <a:ext cx="3550" cy="5225"/>
            </a:xfrm>
            <a:custGeom>
              <a:rect b="b" l="l" r="r" t="t"/>
              <a:pathLst>
                <a:path extrusionOk="0" h="209" w="142">
                  <a:moveTo>
                    <a:pt x="39" y="0"/>
                  </a:moveTo>
                  <a:cubicBezTo>
                    <a:pt x="35" y="0"/>
                    <a:pt x="30" y="1"/>
                    <a:pt x="26" y="3"/>
                  </a:cubicBezTo>
                  <a:cubicBezTo>
                    <a:pt x="9" y="20"/>
                    <a:pt x="1" y="37"/>
                    <a:pt x="9" y="53"/>
                  </a:cubicBezTo>
                  <a:cubicBezTo>
                    <a:pt x="26" y="78"/>
                    <a:pt x="34" y="103"/>
                    <a:pt x="51" y="128"/>
                  </a:cubicBezTo>
                  <a:cubicBezTo>
                    <a:pt x="67" y="153"/>
                    <a:pt x="84" y="177"/>
                    <a:pt x="100" y="202"/>
                  </a:cubicBezTo>
                  <a:cubicBezTo>
                    <a:pt x="104" y="206"/>
                    <a:pt x="111" y="209"/>
                    <a:pt x="116" y="209"/>
                  </a:cubicBezTo>
                  <a:cubicBezTo>
                    <a:pt x="121" y="209"/>
                    <a:pt x="125" y="206"/>
                    <a:pt x="125" y="202"/>
                  </a:cubicBezTo>
                  <a:cubicBezTo>
                    <a:pt x="133" y="202"/>
                    <a:pt x="142" y="186"/>
                    <a:pt x="142" y="177"/>
                  </a:cubicBezTo>
                  <a:cubicBezTo>
                    <a:pt x="133" y="153"/>
                    <a:pt x="117" y="128"/>
                    <a:pt x="109" y="103"/>
                  </a:cubicBezTo>
                  <a:cubicBezTo>
                    <a:pt x="100" y="70"/>
                    <a:pt x="84" y="45"/>
                    <a:pt x="67" y="20"/>
                  </a:cubicBezTo>
                  <a:cubicBezTo>
                    <a:pt x="61" y="8"/>
                    <a:pt x="51" y="0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1" name="Google Shape;5521;p16"/>
            <p:cNvSpPr/>
            <p:nvPr/>
          </p:nvSpPr>
          <p:spPr>
            <a:xfrm>
              <a:off x="1156150" y="2613250"/>
              <a:ext cx="4775" cy="25000"/>
            </a:xfrm>
            <a:custGeom>
              <a:rect b="b" l="l" r="r" t="t"/>
              <a:pathLst>
                <a:path extrusionOk="0" h="1000" w="191">
                  <a:moveTo>
                    <a:pt x="47" y="0"/>
                  </a:moveTo>
                  <a:cubicBezTo>
                    <a:pt x="31" y="0"/>
                    <a:pt x="17" y="9"/>
                    <a:pt x="17" y="26"/>
                  </a:cubicBezTo>
                  <a:cubicBezTo>
                    <a:pt x="0" y="101"/>
                    <a:pt x="25" y="175"/>
                    <a:pt x="33" y="250"/>
                  </a:cubicBezTo>
                  <a:cubicBezTo>
                    <a:pt x="50" y="333"/>
                    <a:pt x="67" y="416"/>
                    <a:pt x="75" y="499"/>
                  </a:cubicBezTo>
                  <a:cubicBezTo>
                    <a:pt x="91" y="581"/>
                    <a:pt x="100" y="656"/>
                    <a:pt x="108" y="739"/>
                  </a:cubicBezTo>
                  <a:cubicBezTo>
                    <a:pt x="116" y="822"/>
                    <a:pt x="133" y="905"/>
                    <a:pt x="141" y="987"/>
                  </a:cubicBezTo>
                  <a:cubicBezTo>
                    <a:pt x="141" y="996"/>
                    <a:pt x="147" y="1000"/>
                    <a:pt x="154" y="1000"/>
                  </a:cubicBezTo>
                  <a:cubicBezTo>
                    <a:pt x="160" y="1000"/>
                    <a:pt x="166" y="996"/>
                    <a:pt x="166" y="987"/>
                  </a:cubicBezTo>
                  <a:cubicBezTo>
                    <a:pt x="174" y="905"/>
                    <a:pt x="191" y="813"/>
                    <a:pt x="191" y="731"/>
                  </a:cubicBezTo>
                  <a:cubicBezTo>
                    <a:pt x="183" y="648"/>
                    <a:pt x="183" y="573"/>
                    <a:pt x="174" y="490"/>
                  </a:cubicBezTo>
                  <a:cubicBezTo>
                    <a:pt x="166" y="416"/>
                    <a:pt x="158" y="333"/>
                    <a:pt x="149" y="258"/>
                  </a:cubicBezTo>
                  <a:cubicBezTo>
                    <a:pt x="133" y="175"/>
                    <a:pt x="125" y="84"/>
                    <a:pt x="83" y="18"/>
                  </a:cubicBezTo>
                  <a:cubicBezTo>
                    <a:pt x="75" y="6"/>
                    <a:pt x="61" y="0"/>
                    <a:pt x="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2" name="Google Shape;5522;p16"/>
            <p:cNvSpPr/>
            <p:nvPr/>
          </p:nvSpPr>
          <p:spPr>
            <a:xfrm>
              <a:off x="1153650" y="2599325"/>
              <a:ext cx="2925" cy="7975"/>
            </a:xfrm>
            <a:custGeom>
              <a:rect b="b" l="l" r="r" t="t"/>
              <a:pathLst>
                <a:path extrusionOk="0" h="319" w="117">
                  <a:moveTo>
                    <a:pt x="21" y="0"/>
                  </a:moveTo>
                  <a:cubicBezTo>
                    <a:pt x="11" y="0"/>
                    <a:pt x="1" y="6"/>
                    <a:pt x="1" y="20"/>
                  </a:cubicBezTo>
                  <a:cubicBezTo>
                    <a:pt x="1" y="28"/>
                    <a:pt x="1" y="45"/>
                    <a:pt x="1" y="53"/>
                  </a:cubicBezTo>
                  <a:lnTo>
                    <a:pt x="9" y="94"/>
                  </a:lnTo>
                  <a:cubicBezTo>
                    <a:pt x="9" y="111"/>
                    <a:pt x="9" y="136"/>
                    <a:pt x="17" y="161"/>
                  </a:cubicBezTo>
                  <a:cubicBezTo>
                    <a:pt x="26" y="202"/>
                    <a:pt x="34" y="244"/>
                    <a:pt x="42" y="293"/>
                  </a:cubicBezTo>
                  <a:cubicBezTo>
                    <a:pt x="51" y="310"/>
                    <a:pt x="67" y="318"/>
                    <a:pt x="84" y="318"/>
                  </a:cubicBezTo>
                  <a:cubicBezTo>
                    <a:pt x="109" y="310"/>
                    <a:pt x="117" y="293"/>
                    <a:pt x="109" y="277"/>
                  </a:cubicBezTo>
                  <a:cubicBezTo>
                    <a:pt x="100" y="227"/>
                    <a:pt x="92" y="186"/>
                    <a:pt x="84" y="144"/>
                  </a:cubicBezTo>
                  <a:cubicBezTo>
                    <a:pt x="75" y="119"/>
                    <a:pt x="75" y="103"/>
                    <a:pt x="67" y="78"/>
                  </a:cubicBezTo>
                  <a:cubicBezTo>
                    <a:pt x="59" y="53"/>
                    <a:pt x="59" y="36"/>
                    <a:pt x="42" y="12"/>
                  </a:cubicBezTo>
                  <a:cubicBezTo>
                    <a:pt x="39" y="4"/>
                    <a:pt x="30" y="0"/>
                    <a:pt x="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3" name="Google Shape;5523;p16"/>
            <p:cNvSpPr/>
            <p:nvPr/>
          </p:nvSpPr>
          <p:spPr>
            <a:xfrm>
              <a:off x="1163600" y="2616900"/>
              <a:ext cx="2300" cy="11200"/>
            </a:xfrm>
            <a:custGeom>
              <a:rect b="b" l="l" r="r" t="t"/>
              <a:pathLst>
                <a:path extrusionOk="0" h="448" w="92">
                  <a:moveTo>
                    <a:pt x="31" y="0"/>
                  </a:moveTo>
                  <a:cubicBezTo>
                    <a:pt x="23" y="0"/>
                    <a:pt x="17" y="5"/>
                    <a:pt x="17" y="13"/>
                  </a:cubicBezTo>
                  <a:cubicBezTo>
                    <a:pt x="1" y="46"/>
                    <a:pt x="1" y="71"/>
                    <a:pt x="1" y="104"/>
                  </a:cubicBezTo>
                  <a:cubicBezTo>
                    <a:pt x="1" y="145"/>
                    <a:pt x="1" y="179"/>
                    <a:pt x="9" y="212"/>
                  </a:cubicBezTo>
                  <a:cubicBezTo>
                    <a:pt x="9" y="278"/>
                    <a:pt x="17" y="344"/>
                    <a:pt x="25" y="411"/>
                  </a:cubicBezTo>
                  <a:cubicBezTo>
                    <a:pt x="25" y="435"/>
                    <a:pt x="42" y="448"/>
                    <a:pt x="59" y="448"/>
                  </a:cubicBezTo>
                  <a:cubicBezTo>
                    <a:pt x="75" y="448"/>
                    <a:pt x="92" y="435"/>
                    <a:pt x="92" y="411"/>
                  </a:cubicBezTo>
                  <a:cubicBezTo>
                    <a:pt x="92" y="344"/>
                    <a:pt x="83" y="278"/>
                    <a:pt x="83" y="212"/>
                  </a:cubicBezTo>
                  <a:cubicBezTo>
                    <a:pt x="83" y="179"/>
                    <a:pt x="75" y="145"/>
                    <a:pt x="75" y="112"/>
                  </a:cubicBezTo>
                  <a:cubicBezTo>
                    <a:pt x="67" y="79"/>
                    <a:pt x="67" y="38"/>
                    <a:pt x="50" y="13"/>
                  </a:cubicBezTo>
                  <a:cubicBezTo>
                    <a:pt x="46" y="5"/>
                    <a:pt x="38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4" name="Google Shape;5524;p16"/>
            <p:cNvSpPr/>
            <p:nvPr/>
          </p:nvSpPr>
          <p:spPr>
            <a:xfrm>
              <a:off x="1143100" y="2680450"/>
              <a:ext cx="5825" cy="3700"/>
            </a:xfrm>
            <a:custGeom>
              <a:rect b="b" l="l" r="r" t="t"/>
              <a:pathLst>
                <a:path extrusionOk="0" h="148" w="233">
                  <a:moveTo>
                    <a:pt x="194" y="1"/>
                  </a:moveTo>
                  <a:cubicBezTo>
                    <a:pt x="188" y="1"/>
                    <a:pt x="181" y="3"/>
                    <a:pt x="174" y="6"/>
                  </a:cubicBezTo>
                  <a:cubicBezTo>
                    <a:pt x="149" y="14"/>
                    <a:pt x="116" y="31"/>
                    <a:pt x="91" y="39"/>
                  </a:cubicBezTo>
                  <a:cubicBezTo>
                    <a:pt x="75" y="48"/>
                    <a:pt x="67" y="56"/>
                    <a:pt x="50" y="56"/>
                  </a:cubicBezTo>
                  <a:cubicBezTo>
                    <a:pt x="42" y="64"/>
                    <a:pt x="42" y="64"/>
                    <a:pt x="33" y="72"/>
                  </a:cubicBezTo>
                  <a:cubicBezTo>
                    <a:pt x="25" y="81"/>
                    <a:pt x="9" y="81"/>
                    <a:pt x="9" y="97"/>
                  </a:cubicBezTo>
                  <a:cubicBezTo>
                    <a:pt x="0" y="106"/>
                    <a:pt x="0" y="114"/>
                    <a:pt x="0" y="122"/>
                  </a:cubicBezTo>
                  <a:cubicBezTo>
                    <a:pt x="9" y="139"/>
                    <a:pt x="17" y="147"/>
                    <a:pt x="25" y="147"/>
                  </a:cubicBezTo>
                  <a:lnTo>
                    <a:pt x="50" y="147"/>
                  </a:lnTo>
                  <a:cubicBezTo>
                    <a:pt x="58" y="147"/>
                    <a:pt x="58" y="147"/>
                    <a:pt x="58" y="139"/>
                  </a:cubicBezTo>
                  <a:cubicBezTo>
                    <a:pt x="75" y="139"/>
                    <a:pt x="83" y="139"/>
                    <a:pt x="91" y="130"/>
                  </a:cubicBezTo>
                  <a:cubicBezTo>
                    <a:pt x="100" y="122"/>
                    <a:pt x="116" y="114"/>
                    <a:pt x="133" y="106"/>
                  </a:cubicBezTo>
                  <a:cubicBezTo>
                    <a:pt x="158" y="89"/>
                    <a:pt x="183" y="81"/>
                    <a:pt x="207" y="64"/>
                  </a:cubicBezTo>
                  <a:cubicBezTo>
                    <a:pt x="224" y="56"/>
                    <a:pt x="232" y="31"/>
                    <a:pt x="216" y="14"/>
                  </a:cubicBezTo>
                  <a:cubicBezTo>
                    <a:pt x="211" y="5"/>
                    <a:pt x="203" y="1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5" name="Google Shape;5525;p16"/>
            <p:cNvSpPr/>
            <p:nvPr/>
          </p:nvSpPr>
          <p:spPr>
            <a:xfrm>
              <a:off x="1151600" y="2677275"/>
              <a:ext cx="2700" cy="2100"/>
            </a:xfrm>
            <a:custGeom>
              <a:rect b="b" l="l" r="r" t="t"/>
              <a:pathLst>
                <a:path extrusionOk="0" h="84" w="108">
                  <a:moveTo>
                    <a:pt x="50" y="1"/>
                  </a:moveTo>
                  <a:cubicBezTo>
                    <a:pt x="0" y="1"/>
                    <a:pt x="0" y="83"/>
                    <a:pt x="50" y="83"/>
                  </a:cubicBezTo>
                  <a:cubicBezTo>
                    <a:pt x="108" y="83"/>
                    <a:pt x="108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6" name="Google Shape;5526;p16"/>
            <p:cNvSpPr/>
            <p:nvPr/>
          </p:nvSpPr>
          <p:spPr>
            <a:xfrm>
              <a:off x="1197375" y="2678725"/>
              <a:ext cx="7275" cy="2100"/>
            </a:xfrm>
            <a:custGeom>
              <a:rect b="b" l="l" r="r" t="t"/>
              <a:pathLst>
                <a:path extrusionOk="0" h="84" w="291">
                  <a:moveTo>
                    <a:pt x="207" y="1"/>
                  </a:moveTo>
                  <a:lnTo>
                    <a:pt x="149" y="9"/>
                  </a:lnTo>
                  <a:cubicBezTo>
                    <a:pt x="116" y="9"/>
                    <a:pt x="75" y="9"/>
                    <a:pt x="33" y="17"/>
                  </a:cubicBezTo>
                  <a:cubicBezTo>
                    <a:pt x="17" y="17"/>
                    <a:pt x="0" y="34"/>
                    <a:pt x="0" y="50"/>
                  </a:cubicBezTo>
                  <a:cubicBezTo>
                    <a:pt x="0" y="67"/>
                    <a:pt x="17" y="83"/>
                    <a:pt x="33" y="83"/>
                  </a:cubicBezTo>
                  <a:cubicBezTo>
                    <a:pt x="75" y="83"/>
                    <a:pt x="116" y="75"/>
                    <a:pt x="149" y="75"/>
                  </a:cubicBezTo>
                  <a:lnTo>
                    <a:pt x="207" y="75"/>
                  </a:lnTo>
                  <a:cubicBezTo>
                    <a:pt x="224" y="75"/>
                    <a:pt x="232" y="75"/>
                    <a:pt x="240" y="67"/>
                  </a:cubicBezTo>
                  <a:cubicBezTo>
                    <a:pt x="249" y="67"/>
                    <a:pt x="257" y="59"/>
                    <a:pt x="274" y="59"/>
                  </a:cubicBezTo>
                  <a:cubicBezTo>
                    <a:pt x="282" y="50"/>
                    <a:pt x="290" y="42"/>
                    <a:pt x="290" y="34"/>
                  </a:cubicBezTo>
                  <a:cubicBezTo>
                    <a:pt x="290" y="25"/>
                    <a:pt x="282" y="17"/>
                    <a:pt x="274" y="9"/>
                  </a:cubicBezTo>
                  <a:cubicBezTo>
                    <a:pt x="257" y="9"/>
                    <a:pt x="249" y="9"/>
                    <a:pt x="2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7" name="Google Shape;5527;p16"/>
            <p:cNvSpPr/>
            <p:nvPr/>
          </p:nvSpPr>
          <p:spPr>
            <a:xfrm>
              <a:off x="1092975" y="2751200"/>
              <a:ext cx="5600" cy="6550"/>
            </a:xfrm>
            <a:custGeom>
              <a:rect b="b" l="l" r="r" t="t"/>
              <a:pathLst>
                <a:path extrusionOk="0" h="262" w="224">
                  <a:moveTo>
                    <a:pt x="89" y="205"/>
                  </a:moveTo>
                  <a:cubicBezTo>
                    <a:pt x="87" y="206"/>
                    <a:pt x="85" y="208"/>
                    <a:pt x="83" y="209"/>
                  </a:cubicBezTo>
                  <a:cubicBezTo>
                    <a:pt x="88" y="209"/>
                    <a:pt x="90" y="205"/>
                    <a:pt x="89" y="205"/>
                  </a:cubicBezTo>
                  <a:close/>
                  <a:moveTo>
                    <a:pt x="183" y="1"/>
                  </a:moveTo>
                  <a:cubicBezTo>
                    <a:pt x="175" y="1"/>
                    <a:pt x="167" y="4"/>
                    <a:pt x="158" y="10"/>
                  </a:cubicBezTo>
                  <a:cubicBezTo>
                    <a:pt x="125" y="26"/>
                    <a:pt x="83" y="60"/>
                    <a:pt x="58" y="93"/>
                  </a:cubicBezTo>
                  <a:cubicBezTo>
                    <a:pt x="42" y="109"/>
                    <a:pt x="17" y="134"/>
                    <a:pt x="9" y="159"/>
                  </a:cubicBezTo>
                  <a:cubicBezTo>
                    <a:pt x="9" y="176"/>
                    <a:pt x="9" y="184"/>
                    <a:pt x="0" y="192"/>
                  </a:cubicBezTo>
                  <a:cubicBezTo>
                    <a:pt x="0" y="200"/>
                    <a:pt x="0" y="209"/>
                    <a:pt x="0" y="217"/>
                  </a:cubicBezTo>
                  <a:cubicBezTo>
                    <a:pt x="0" y="225"/>
                    <a:pt x="0" y="234"/>
                    <a:pt x="9" y="242"/>
                  </a:cubicBezTo>
                  <a:cubicBezTo>
                    <a:pt x="15" y="254"/>
                    <a:pt x="30" y="262"/>
                    <a:pt x="40" y="262"/>
                  </a:cubicBezTo>
                  <a:cubicBezTo>
                    <a:pt x="44" y="262"/>
                    <a:pt x="48" y="261"/>
                    <a:pt x="50" y="258"/>
                  </a:cubicBezTo>
                  <a:cubicBezTo>
                    <a:pt x="58" y="250"/>
                    <a:pt x="67" y="250"/>
                    <a:pt x="75" y="242"/>
                  </a:cubicBezTo>
                  <a:cubicBezTo>
                    <a:pt x="75" y="234"/>
                    <a:pt x="75" y="234"/>
                    <a:pt x="75" y="225"/>
                  </a:cubicBezTo>
                  <a:lnTo>
                    <a:pt x="83" y="217"/>
                  </a:lnTo>
                  <a:lnTo>
                    <a:pt x="83" y="209"/>
                  </a:lnTo>
                  <a:cubicBezTo>
                    <a:pt x="86" y="206"/>
                    <a:pt x="88" y="205"/>
                    <a:pt x="89" y="205"/>
                  </a:cubicBezTo>
                  <a:cubicBezTo>
                    <a:pt x="89" y="205"/>
                    <a:pt x="89" y="205"/>
                    <a:pt x="89" y="205"/>
                  </a:cubicBezTo>
                  <a:lnTo>
                    <a:pt x="89" y="205"/>
                  </a:lnTo>
                  <a:cubicBezTo>
                    <a:pt x="100" y="196"/>
                    <a:pt x="101" y="183"/>
                    <a:pt x="108" y="176"/>
                  </a:cubicBezTo>
                  <a:cubicBezTo>
                    <a:pt x="116" y="167"/>
                    <a:pt x="116" y="151"/>
                    <a:pt x="125" y="142"/>
                  </a:cubicBezTo>
                  <a:cubicBezTo>
                    <a:pt x="125" y="142"/>
                    <a:pt x="133" y="134"/>
                    <a:pt x="133" y="134"/>
                  </a:cubicBezTo>
                  <a:cubicBezTo>
                    <a:pt x="133" y="134"/>
                    <a:pt x="133" y="134"/>
                    <a:pt x="133" y="126"/>
                  </a:cubicBezTo>
                  <a:cubicBezTo>
                    <a:pt x="141" y="126"/>
                    <a:pt x="149" y="118"/>
                    <a:pt x="158" y="109"/>
                  </a:cubicBezTo>
                  <a:cubicBezTo>
                    <a:pt x="166" y="101"/>
                    <a:pt x="174" y="93"/>
                    <a:pt x="183" y="84"/>
                  </a:cubicBezTo>
                  <a:cubicBezTo>
                    <a:pt x="191" y="84"/>
                    <a:pt x="199" y="76"/>
                    <a:pt x="199" y="76"/>
                  </a:cubicBezTo>
                  <a:cubicBezTo>
                    <a:pt x="216" y="68"/>
                    <a:pt x="224" y="35"/>
                    <a:pt x="216" y="18"/>
                  </a:cubicBezTo>
                  <a:cubicBezTo>
                    <a:pt x="205" y="8"/>
                    <a:pt x="195" y="1"/>
                    <a:pt x="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8" name="Google Shape;5528;p16"/>
            <p:cNvSpPr/>
            <p:nvPr/>
          </p:nvSpPr>
          <p:spPr>
            <a:xfrm>
              <a:off x="1095650" y="2754550"/>
              <a:ext cx="3350" cy="5900"/>
            </a:xfrm>
            <a:custGeom>
              <a:rect b="b" l="l" r="r" t="t"/>
              <a:pathLst>
                <a:path extrusionOk="0" h="236" w="134">
                  <a:moveTo>
                    <a:pt x="100" y="0"/>
                  </a:moveTo>
                  <a:cubicBezTo>
                    <a:pt x="76" y="0"/>
                    <a:pt x="59" y="8"/>
                    <a:pt x="51" y="33"/>
                  </a:cubicBezTo>
                  <a:lnTo>
                    <a:pt x="18" y="116"/>
                  </a:lnTo>
                  <a:cubicBezTo>
                    <a:pt x="18" y="124"/>
                    <a:pt x="9" y="141"/>
                    <a:pt x="9" y="149"/>
                  </a:cubicBezTo>
                  <a:cubicBezTo>
                    <a:pt x="1" y="158"/>
                    <a:pt x="1" y="166"/>
                    <a:pt x="1" y="174"/>
                  </a:cubicBezTo>
                  <a:cubicBezTo>
                    <a:pt x="1" y="191"/>
                    <a:pt x="1" y="199"/>
                    <a:pt x="1" y="207"/>
                  </a:cubicBezTo>
                  <a:cubicBezTo>
                    <a:pt x="1" y="224"/>
                    <a:pt x="18" y="232"/>
                    <a:pt x="26" y="232"/>
                  </a:cubicBezTo>
                  <a:cubicBezTo>
                    <a:pt x="31" y="235"/>
                    <a:pt x="35" y="236"/>
                    <a:pt x="38" y="236"/>
                  </a:cubicBezTo>
                  <a:cubicBezTo>
                    <a:pt x="47" y="236"/>
                    <a:pt x="53" y="230"/>
                    <a:pt x="59" y="224"/>
                  </a:cubicBezTo>
                  <a:cubicBezTo>
                    <a:pt x="67" y="224"/>
                    <a:pt x="76" y="216"/>
                    <a:pt x="76" y="207"/>
                  </a:cubicBezTo>
                  <a:cubicBezTo>
                    <a:pt x="84" y="199"/>
                    <a:pt x="84" y="191"/>
                    <a:pt x="84" y="182"/>
                  </a:cubicBezTo>
                  <a:cubicBezTo>
                    <a:pt x="92" y="166"/>
                    <a:pt x="92" y="149"/>
                    <a:pt x="100" y="133"/>
                  </a:cubicBezTo>
                  <a:cubicBezTo>
                    <a:pt x="109" y="108"/>
                    <a:pt x="117" y="75"/>
                    <a:pt x="125" y="50"/>
                  </a:cubicBezTo>
                  <a:cubicBezTo>
                    <a:pt x="134" y="33"/>
                    <a:pt x="117" y="8"/>
                    <a:pt x="1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9" name="Google Shape;5529;p16"/>
            <p:cNvSpPr/>
            <p:nvPr/>
          </p:nvSpPr>
          <p:spPr>
            <a:xfrm>
              <a:off x="1261575" y="2741900"/>
              <a:ext cx="4800" cy="3750"/>
            </a:xfrm>
            <a:custGeom>
              <a:rect b="b" l="l" r="r" t="t"/>
              <a:pathLst>
                <a:path extrusionOk="0" h="150" w="192">
                  <a:moveTo>
                    <a:pt x="17" y="1"/>
                  </a:moveTo>
                  <a:cubicBezTo>
                    <a:pt x="9" y="9"/>
                    <a:pt x="1" y="17"/>
                    <a:pt x="1" y="26"/>
                  </a:cubicBezTo>
                  <a:cubicBezTo>
                    <a:pt x="1" y="34"/>
                    <a:pt x="1" y="42"/>
                    <a:pt x="1" y="50"/>
                  </a:cubicBezTo>
                  <a:cubicBezTo>
                    <a:pt x="9" y="59"/>
                    <a:pt x="17" y="59"/>
                    <a:pt x="25" y="67"/>
                  </a:cubicBezTo>
                  <a:cubicBezTo>
                    <a:pt x="42" y="75"/>
                    <a:pt x="59" y="84"/>
                    <a:pt x="75" y="92"/>
                  </a:cubicBezTo>
                  <a:cubicBezTo>
                    <a:pt x="75" y="100"/>
                    <a:pt x="83" y="100"/>
                    <a:pt x="83" y="108"/>
                  </a:cubicBezTo>
                  <a:lnTo>
                    <a:pt x="92" y="117"/>
                  </a:lnTo>
                  <a:cubicBezTo>
                    <a:pt x="97" y="117"/>
                    <a:pt x="103" y="120"/>
                    <a:pt x="106" y="125"/>
                  </a:cubicBezTo>
                  <a:lnTo>
                    <a:pt x="106" y="125"/>
                  </a:lnTo>
                  <a:cubicBezTo>
                    <a:pt x="105" y="125"/>
                    <a:pt x="103" y="125"/>
                    <a:pt x="100" y="125"/>
                  </a:cubicBezTo>
                  <a:cubicBezTo>
                    <a:pt x="104" y="125"/>
                    <a:pt x="106" y="126"/>
                    <a:pt x="107" y="128"/>
                  </a:cubicBezTo>
                  <a:lnTo>
                    <a:pt x="107" y="128"/>
                  </a:lnTo>
                  <a:cubicBezTo>
                    <a:pt x="108" y="130"/>
                    <a:pt x="108" y="132"/>
                    <a:pt x="108" y="133"/>
                  </a:cubicBezTo>
                  <a:cubicBezTo>
                    <a:pt x="108" y="132"/>
                    <a:pt x="108" y="130"/>
                    <a:pt x="108" y="129"/>
                  </a:cubicBezTo>
                  <a:lnTo>
                    <a:pt x="108" y="129"/>
                  </a:lnTo>
                  <a:cubicBezTo>
                    <a:pt x="110" y="131"/>
                    <a:pt x="112" y="133"/>
                    <a:pt x="117" y="133"/>
                  </a:cubicBezTo>
                  <a:cubicBezTo>
                    <a:pt x="125" y="142"/>
                    <a:pt x="133" y="150"/>
                    <a:pt x="150" y="150"/>
                  </a:cubicBezTo>
                  <a:cubicBezTo>
                    <a:pt x="158" y="150"/>
                    <a:pt x="175" y="142"/>
                    <a:pt x="183" y="133"/>
                  </a:cubicBezTo>
                  <a:cubicBezTo>
                    <a:pt x="191" y="125"/>
                    <a:pt x="191" y="117"/>
                    <a:pt x="191" y="100"/>
                  </a:cubicBezTo>
                  <a:cubicBezTo>
                    <a:pt x="191" y="100"/>
                    <a:pt x="191" y="92"/>
                    <a:pt x="191" y="92"/>
                  </a:cubicBezTo>
                  <a:cubicBezTo>
                    <a:pt x="191" y="84"/>
                    <a:pt x="183" y="75"/>
                    <a:pt x="183" y="67"/>
                  </a:cubicBezTo>
                  <a:cubicBezTo>
                    <a:pt x="183" y="67"/>
                    <a:pt x="175" y="59"/>
                    <a:pt x="166" y="59"/>
                  </a:cubicBezTo>
                  <a:cubicBezTo>
                    <a:pt x="166" y="50"/>
                    <a:pt x="158" y="42"/>
                    <a:pt x="150" y="42"/>
                  </a:cubicBezTo>
                  <a:cubicBezTo>
                    <a:pt x="141" y="34"/>
                    <a:pt x="125" y="26"/>
                    <a:pt x="117" y="26"/>
                  </a:cubicBezTo>
                  <a:cubicBezTo>
                    <a:pt x="92" y="9"/>
                    <a:pt x="67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0" name="Google Shape;5530;p16"/>
            <p:cNvSpPr/>
            <p:nvPr/>
          </p:nvSpPr>
          <p:spPr>
            <a:xfrm>
              <a:off x="1266125" y="2738875"/>
              <a:ext cx="2725" cy="2900"/>
            </a:xfrm>
            <a:custGeom>
              <a:rect b="b" l="l" r="r" t="t"/>
              <a:pathLst>
                <a:path extrusionOk="0" h="116" w="109">
                  <a:moveTo>
                    <a:pt x="30" y="0"/>
                  </a:moveTo>
                  <a:cubicBezTo>
                    <a:pt x="26" y="0"/>
                    <a:pt x="21" y="2"/>
                    <a:pt x="17" y="6"/>
                  </a:cubicBezTo>
                  <a:cubicBezTo>
                    <a:pt x="1" y="14"/>
                    <a:pt x="1" y="31"/>
                    <a:pt x="9" y="39"/>
                  </a:cubicBezTo>
                  <a:cubicBezTo>
                    <a:pt x="34" y="64"/>
                    <a:pt x="59" y="89"/>
                    <a:pt x="84" y="113"/>
                  </a:cubicBezTo>
                  <a:cubicBezTo>
                    <a:pt x="85" y="115"/>
                    <a:pt x="87" y="116"/>
                    <a:pt x="89" y="116"/>
                  </a:cubicBezTo>
                  <a:cubicBezTo>
                    <a:pt x="98" y="116"/>
                    <a:pt x="109" y="104"/>
                    <a:pt x="109" y="97"/>
                  </a:cubicBezTo>
                  <a:cubicBezTo>
                    <a:pt x="84" y="72"/>
                    <a:pt x="67" y="39"/>
                    <a:pt x="51" y="14"/>
                  </a:cubicBezTo>
                  <a:lnTo>
                    <a:pt x="42" y="14"/>
                  </a:lnTo>
                  <a:cubicBezTo>
                    <a:pt x="42" y="4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1" name="Google Shape;5531;p16"/>
            <p:cNvSpPr/>
            <p:nvPr/>
          </p:nvSpPr>
          <p:spPr>
            <a:xfrm>
              <a:off x="1269450" y="2735425"/>
              <a:ext cx="3750" cy="5825"/>
            </a:xfrm>
            <a:custGeom>
              <a:rect b="b" l="l" r="r" t="t"/>
              <a:pathLst>
                <a:path extrusionOk="0" h="233" w="150">
                  <a:moveTo>
                    <a:pt x="43" y="1"/>
                  </a:moveTo>
                  <a:cubicBezTo>
                    <a:pt x="40" y="1"/>
                    <a:pt x="37" y="1"/>
                    <a:pt x="34" y="3"/>
                  </a:cubicBezTo>
                  <a:cubicBezTo>
                    <a:pt x="9" y="11"/>
                    <a:pt x="0" y="28"/>
                    <a:pt x="0" y="44"/>
                  </a:cubicBezTo>
                  <a:cubicBezTo>
                    <a:pt x="17" y="86"/>
                    <a:pt x="25" y="119"/>
                    <a:pt x="42" y="152"/>
                  </a:cubicBezTo>
                  <a:cubicBezTo>
                    <a:pt x="50" y="160"/>
                    <a:pt x="58" y="177"/>
                    <a:pt x="67" y="185"/>
                  </a:cubicBezTo>
                  <a:cubicBezTo>
                    <a:pt x="75" y="193"/>
                    <a:pt x="83" y="210"/>
                    <a:pt x="92" y="210"/>
                  </a:cubicBezTo>
                  <a:cubicBezTo>
                    <a:pt x="100" y="218"/>
                    <a:pt x="108" y="227"/>
                    <a:pt x="116" y="227"/>
                  </a:cubicBezTo>
                  <a:cubicBezTo>
                    <a:pt x="120" y="230"/>
                    <a:pt x="124" y="232"/>
                    <a:pt x="128" y="232"/>
                  </a:cubicBezTo>
                  <a:cubicBezTo>
                    <a:pt x="140" y="232"/>
                    <a:pt x="150" y="214"/>
                    <a:pt x="150" y="202"/>
                  </a:cubicBezTo>
                  <a:cubicBezTo>
                    <a:pt x="141" y="193"/>
                    <a:pt x="141" y="185"/>
                    <a:pt x="141" y="177"/>
                  </a:cubicBezTo>
                  <a:cubicBezTo>
                    <a:pt x="141" y="169"/>
                    <a:pt x="133" y="160"/>
                    <a:pt x="125" y="152"/>
                  </a:cubicBezTo>
                  <a:cubicBezTo>
                    <a:pt x="125" y="144"/>
                    <a:pt x="125" y="144"/>
                    <a:pt x="125" y="135"/>
                  </a:cubicBezTo>
                  <a:cubicBezTo>
                    <a:pt x="125" y="127"/>
                    <a:pt x="116" y="119"/>
                    <a:pt x="108" y="111"/>
                  </a:cubicBezTo>
                  <a:cubicBezTo>
                    <a:pt x="108" y="102"/>
                    <a:pt x="108" y="94"/>
                    <a:pt x="100" y="94"/>
                  </a:cubicBezTo>
                  <a:cubicBezTo>
                    <a:pt x="100" y="86"/>
                    <a:pt x="100" y="86"/>
                    <a:pt x="92" y="77"/>
                  </a:cubicBezTo>
                  <a:cubicBezTo>
                    <a:pt x="92" y="61"/>
                    <a:pt x="83" y="44"/>
                    <a:pt x="75" y="28"/>
                  </a:cubicBezTo>
                  <a:cubicBezTo>
                    <a:pt x="68" y="14"/>
                    <a:pt x="56" y="1"/>
                    <a:pt x="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2" name="Google Shape;5532;p16"/>
            <p:cNvSpPr/>
            <p:nvPr/>
          </p:nvSpPr>
          <p:spPr>
            <a:xfrm>
              <a:off x="1101050" y="2655375"/>
              <a:ext cx="16600" cy="18500"/>
            </a:xfrm>
            <a:custGeom>
              <a:rect b="b" l="l" r="r" t="t"/>
              <a:pathLst>
                <a:path extrusionOk="0" h="740" w="664">
                  <a:moveTo>
                    <a:pt x="344" y="0"/>
                  </a:moveTo>
                  <a:cubicBezTo>
                    <a:pt x="304" y="0"/>
                    <a:pt x="264" y="12"/>
                    <a:pt x="232" y="40"/>
                  </a:cubicBezTo>
                  <a:cubicBezTo>
                    <a:pt x="149" y="56"/>
                    <a:pt x="75" y="131"/>
                    <a:pt x="42" y="214"/>
                  </a:cubicBezTo>
                  <a:cubicBezTo>
                    <a:pt x="0" y="322"/>
                    <a:pt x="0" y="446"/>
                    <a:pt x="75" y="545"/>
                  </a:cubicBezTo>
                  <a:cubicBezTo>
                    <a:pt x="100" y="620"/>
                    <a:pt x="149" y="678"/>
                    <a:pt x="224" y="711"/>
                  </a:cubicBezTo>
                  <a:cubicBezTo>
                    <a:pt x="263" y="731"/>
                    <a:pt x="304" y="740"/>
                    <a:pt x="343" y="740"/>
                  </a:cubicBezTo>
                  <a:cubicBezTo>
                    <a:pt x="421" y="740"/>
                    <a:pt x="495" y="705"/>
                    <a:pt x="555" y="645"/>
                  </a:cubicBezTo>
                  <a:cubicBezTo>
                    <a:pt x="638" y="554"/>
                    <a:pt x="663" y="429"/>
                    <a:pt x="630" y="313"/>
                  </a:cubicBezTo>
                  <a:lnTo>
                    <a:pt x="638" y="313"/>
                  </a:lnTo>
                  <a:cubicBezTo>
                    <a:pt x="630" y="280"/>
                    <a:pt x="613" y="247"/>
                    <a:pt x="605" y="222"/>
                  </a:cubicBezTo>
                  <a:cubicBezTo>
                    <a:pt x="580" y="172"/>
                    <a:pt x="564" y="123"/>
                    <a:pt x="522" y="90"/>
                  </a:cubicBezTo>
                  <a:cubicBezTo>
                    <a:pt x="514" y="81"/>
                    <a:pt x="497" y="65"/>
                    <a:pt x="489" y="56"/>
                  </a:cubicBezTo>
                  <a:cubicBezTo>
                    <a:pt x="473" y="48"/>
                    <a:pt x="456" y="32"/>
                    <a:pt x="439" y="23"/>
                  </a:cubicBezTo>
                  <a:cubicBezTo>
                    <a:pt x="410" y="8"/>
                    <a:pt x="377" y="0"/>
                    <a:pt x="3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3" name="Google Shape;5533;p16"/>
            <p:cNvSpPr/>
            <p:nvPr/>
          </p:nvSpPr>
          <p:spPr>
            <a:xfrm>
              <a:off x="1089250" y="2648075"/>
              <a:ext cx="23000" cy="16800"/>
            </a:xfrm>
            <a:custGeom>
              <a:rect b="b" l="l" r="r" t="t"/>
              <a:pathLst>
                <a:path extrusionOk="0" h="672" w="920">
                  <a:moveTo>
                    <a:pt x="853" y="0"/>
                  </a:moveTo>
                  <a:cubicBezTo>
                    <a:pt x="696" y="17"/>
                    <a:pt x="530" y="34"/>
                    <a:pt x="373" y="83"/>
                  </a:cubicBezTo>
                  <a:cubicBezTo>
                    <a:pt x="224" y="133"/>
                    <a:pt x="116" y="232"/>
                    <a:pt x="58" y="373"/>
                  </a:cubicBezTo>
                  <a:cubicBezTo>
                    <a:pt x="25" y="440"/>
                    <a:pt x="0" y="514"/>
                    <a:pt x="8" y="589"/>
                  </a:cubicBezTo>
                  <a:cubicBezTo>
                    <a:pt x="17" y="630"/>
                    <a:pt x="33" y="672"/>
                    <a:pt x="83" y="672"/>
                  </a:cubicBezTo>
                  <a:cubicBezTo>
                    <a:pt x="124" y="672"/>
                    <a:pt x="149" y="630"/>
                    <a:pt x="174" y="605"/>
                  </a:cubicBezTo>
                  <a:cubicBezTo>
                    <a:pt x="207" y="547"/>
                    <a:pt x="224" y="473"/>
                    <a:pt x="257" y="415"/>
                  </a:cubicBezTo>
                  <a:cubicBezTo>
                    <a:pt x="282" y="357"/>
                    <a:pt x="323" y="307"/>
                    <a:pt x="373" y="274"/>
                  </a:cubicBezTo>
                  <a:cubicBezTo>
                    <a:pt x="439" y="224"/>
                    <a:pt x="514" y="199"/>
                    <a:pt x="588" y="174"/>
                  </a:cubicBezTo>
                  <a:cubicBezTo>
                    <a:pt x="679" y="141"/>
                    <a:pt x="771" y="116"/>
                    <a:pt x="870" y="100"/>
                  </a:cubicBezTo>
                  <a:cubicBezTo>
                    <a:pt x="920" y="92"/>
                    <a:pt x="911" y="0"/>
                    <a:pt x="8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4" name="Google Shape;5534;p16"/>
            <p:cNvSpPr/>
            <p:nvPr/>
          </p:nvSpPr>
          <p:spPr>
            <a:xfrm>
              <a:off x="1213725" y="2645600"/>
              <a:ext cx="16600" cy="18450"/>
            </a:xfrm>
            <a:custGeom>
              <a:rect b="b" l="l" r="r" t="t"/>
              <a:pathLst>
                <a:path extrusionOk="0" h="738" w="664">
                  <a:moveTo>
                    <a:pt x="321" y="1"/>
                  </a:moveTo>
                  <a:cubicBezTo>
                    <a:pt x="289" y="1"/>
                    <a:pt x="256" y="9"/>
                    <a:pt x="224" y="25"/>
                  </a:cubicBezTo>
                  <a:cubicBezTo>
                    <a:pt x="208" y="33"/>
                    <a:pt x="191" y="41"/>
                    <a:pt x="175" y="58"/>
                  </a:cubicBezTo>
                  <a:cubicBezTo>
                    <a:pt x="158" y="66"/>
                    <a:pt x="150" y="83"/>
                    <a:pt x="133" y="91"/>
                  </a:cubicBezTo>
                  <a:cubicBezTo>
                    <a:pt x="100" y="124"/>
                    <a:pt x="75" y="174"/>
                    <a:pt x="59" y="215"/>
                  </a:cubicBezTo>
                  <a:cubicBezTo>
                    <a:pt x="42" y="249"/>
                    <a:pt x="34" y="282"/>
                    <a:pt x="26" y="315"/>
                  </a:cubicBezTo>
                  <a:cubicBezTo>
                    <a:pt x="1" y="431"/>
                    <a:pt x="17" y="555"/>
                    <a:pt x="108" y="646"/>
                  </a:cubicBezTo>
                  <a:cubicBezTo>
                    <a:pt x="163" y="706"/>
                    <a:pt x="239" y="738"/>
                    <a:pt x="316" y="738"/>
                  </a:cubicBezTo>
                  <a:cubicBezTo>
                    <a:pt x="355" y="738"/>
                    <a:pt x="395" y="729"/>
                    <a:pt x="432" y="713"/>
                  </a:cubicBezTo>
                  <a:lnTo>
                    <a:pt x="440" y="713"/>
                  </a:lnTo>
                  <a:cubicBezTo>
                    <a:pt x="506" y="679"/>
                    <a:pt x="564" y="613"/>
                    <a:pt x="589" y="539"/>
                  </a:cubicBezTo>
                  <a:cubicBezTo>
                    <a:pt x="655" y="447"/>
                    <a:pt x="664" y="315"/>
                    <a:pt x="614" y="207"/>
                  </a:cubicBezTo>
                  <a:cubicBezTo>
                    <a:pt x="581" y="124"/>
                    <a:pt x="506" y="58"/>
                    <a:pt x="423" y="33"/>
                  </a:cubicBezTo>
                  <a:cubicBezTo>
                    <a:pt x="393" y="11"/>
                    <a:pt x="357" y="1"/>
                    <a:pt x="3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5" name="Google Shape;5535;p16"/>
            <p:cNvSpPr/>
            <p:nvPr/>
          </p:nvSpPr>
          <p:spPr>
            <a:xfrm>
              <a:off x="1219175" y="2638325"/>
              <a:ext cx="22950" cy="16825"/>
            </a:xfrm>
            <a:custGeom>
              <a:rect b="b" l="l" r="r" t="t"/>
              <a:pathLst>
                <a:path extrusionOk="0" h="673" w="918">
                  <a:moveTo>
                    <a:pt x="57" y="0"/>
                  </a:moveTo>
                  <a:cubicBezTo>
                    <a:pt x="6" y="0"/>
                    <a:pt x="0" y="85"/>
                    <a:pt x="48" y="100"/>
                  </a:cubicBezTo>
                  <a:lnTo>
                    <a:pt x="48" y="92"/>
                  </a:lnTo>
                  <a:cubicBezTo>
                    <a:pt x="147" y="109"/>
                    <a:pt x="238" y="142"/>
                    <a:pt x="330" y="167"/>
                  </a:cubicBezTo>
                  <a:cubicBezTo>
                    <a:pt x="404" y="192"/>
                    <a:pt x="479" y="225"/>
                    <a:pt x="545" y="274"/>
                  </a:cubicBezTo>
                  <a:cubicBezTo>
                    <a:pt x="595" y="308"/>
                    <a:pt x="636" y="357"/>
                    <a:pt x="661" y="415"/>
                  </a:cubicBezTo>
                  <a:cubicBezTo>
                    <a:pt x="694" y="473"/>
                    <a:pt x="702" y="540"/>
                    <a:pt x="744" y="598"/>
                  </a:cubicBezTo>
                  <a:cubicBezTo>
                    <a:pt x="769" y="631"/>
                    <a:pt x="793" y="672"/>
                    <a:pt x="835" y="672"/>
                  </a:cubicBezTo>
                  <a:cubicBezTo>
                    <a:pt x="876" y="672"/>
                    <a:pt x="901" y="631"/>
                    <a:pt x="909" y="589"/>
                  </a:cubicBezTo>
                  <a:cubicBezTo>
                    <a:pt x="918" y="515"/>
                    <a:pt x="885" y="440"/>
                    <a:pt x="860" y="374"/>
                  </a:cubicBezTo>
                  <a:cubicBezTo>
                    <a:pt x="793" y="233"/>
                    <a:pt x="686" y="125"/>
                    <a:pt x="545" y="84"/>
                  </a:cubicBezTo>
                  <a:cubicBezTo>
                    <a:pt x="388" y="34"/>
                    <a:pt x="222" y="18"/>
                    <a:pt x="64" y="1"/>
                  </a:cubicBezTo>
                  <a:cubicBezTo>
                    <a:pt x="62" y="1"/>
                    <a:pt x="59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6" name="Google Shape;5536;p16"/>
            <p:cNvSpPr/>
            <p:nvPr/>
          </p:nvSpPr>
          <p:spPr>
            <a:xfrm>
              <a:off x="1190525" y="2787675"/>
              <a:ext cx="3125" cy="8700"/>
            </a:xfrm>
            <a:custGeom>
              <a:rect b="b" l="l" r="r" t="t"/>
              <a:pathLst>
                <a:path extrusionOk="0" h="348" w="125">
                  <a:moveTo>
                    <a:pt x="50" y="1"/>
                  </a:moveTo>
                  <a:cubicBezTo>
                    <a:pt x="26" y="1"/>
                    <a:pt x="1" y="17"/>
                    <a:pt x="1" y="42"/>
                  </a:cubicBezTo>
                  <a:lnTo>
                    <a:pt x="9" y="183"/>
                  </a:lnTo>
                  <a:cubicBezTo>
                    <a:pt x="17" y="233"/>
                    <a:pt x="17" y="283"/>
                    <a:pt x="42" y="332"/>
                  </a:cubicBezTo>
                  <a:cubicBezTo>
                    <a:pt x="49" y="343"/>
                    <a:pt x="60" y="347"/>
                    <a:pt x="72" y="347"/>
                  </a:cubicBezTo>
                  <a:cubicBezTo>
                    <a:pt x="88" y="347"/>
                    <a:pt x="104" y="338"/>
                    <a:pt x="108" y="324"/>
                  </a:cubicBezTo>
                  <a:cubicBezTo>
                    <a:pt x="125" y="274"/>
                    <a:pt x="117" y="233"/>
                    <a:pt x="108" y="183"/>
                  </a:cubicBezTo>
                  <a:lnTo>
                    <a:pt x="92" y="42"/>
                  </a:lnTo>
                  <a:cubicBezTo>
                    <a:pt x="92" y="17"/>
                    <a:pt x="75" y="1"/>
                    <a:pt x="50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7" name="Google Shape;5537;p16"/>
            <p:cNvSpPr/>
            <p:nvPr/>
          </p:nvSpPr>
          <p:spPr>
            <a:xfrm>
              <a:off x="1195500" y="2788100"/>
              <a:ext cx="2725" cy="6850"/>
            </a:xfrm>
            <a:custGeom>
              <a:rect b="b" l="l" r="r" t="t"/>
              <a:pathLst>
                <a:path extrusionOk="0" h="274" w="109">
                  <a:moveTo>
                    <a:pt x="59" y="0"/>
                  </a:moveTo>
                  <a:cubicBezTo>
                    <a:pt x="34" y="9"/>
                    <a:pt x="1" y="25"/>
                    <a:pt x="9" y="58"/>
                  </a:cubicBezTo>
                  <a:cubicBezTo>
                    <a:pt x="9" y="92"/>
                    <a:pt x="9" y="116"/>
                    <a:pt x="9" y="150"/>
                  </a:cubicBezTo>
                  <a:cubicBezTo>
                    <a:pt x="9" y="166"/>
                    <a:pt x="9" y="191"/>
                    <a:pt x="17" y="208"/>
                  </a:cubicBezTo>
                  <a:cubicBezTo>
                    <a:pt x="17" y="224"/>
                    <a:pt x="25" y="241"/>
                    <a:pt x="25" y="249"/>
                  </a:cubicBezTo>
                  <a:cubicBezTo>
                    <a:pt x="30" y="266"/>
                    <a:pt x="42" y="274"/>
                    <a:pt x="54" y="274"/>
                  </a:cubicBezTo>
                  <a:cubicBezTo>
                    <a:pt x="67" y="274"/>
                    <a:pt x="79" y="266"/>
                    <a:pt x="83" y="249"/>
                  </a:cubicBezTo>
                  <a:cubicBezTo>
                    <a:pt x="92" y="241"/>
                    <a:pt x="92" y="224"/>
                    <a:pt x="100" y="208"/>
                  </a:cubicBezTo>
                  <a:cubicBezTo>
                    <a:pt x="100" y="191"/>
                    <a:pt x="100" y="166"/>
                    <a:pt x="100" y="150"/>
                  </a:cubicBezTo>
                  <a:lnTo>
                    <a:pt x="108" y="58"/>
                  </a:lnTo>
                  <a:cubicBezTo>
                    <a:pt x="108" y="25"/>
                    <a:pt x="83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8" name="Google Shape;5538;p16"/>
            <p:cNvSpPr/>
            <p:nvPr/>
          </p:nvSpPr>
          <p:spPr>
            <a:xfrm>
              <a:off x="1048225" y="2616225"/>
              <a:ext cx="7075" cy="23575"/>
            </a:xfrm>
            <a:custGeom>
              <a:rect b="b" l="l" r="r" t="t"/>
              <a:pathLst>
                <a:path extrusionOk="0" h="943" w="283">
                  <a:moveTo>
                    <a:pt x="59" y="0"/>
                  </a:moveTo>
                  <a:cubicBezTo>
                    <a:pt x="38" y="0"/>
                    <a:pt x="21" y="16"/>
                    <a:pt x="9" y="40"/>
                  </a:cubicBezTo>
                  <a:cubicBezTo>
                    <a:pt x="1" y="73"/>
                    <a:pt x="9" y="106"/>
                    <a:pt x="25" y="139"/>
                  </a:cubicBezTo>
                  <a:cubicBezTo>
                    <a:pt x="34" y="181"/>
                    <a:pt x="42" y="214"/>
                    <a:pt x="59" y="247"/>
                  </a:cubicBezTo>
                  <a:cubicBezTo>
                    <a:pt x="83" y="313"/>
                    <a:pt x="100" y="388"/>
                    <a:pt x="117" y="462"/>
                  </a:cubicBezTo>
                  <a:cubicBezTo>
                    <a:pt x="150" y="603"/>
                    <a:pt x="175" y="752"/>
                    <a:pt x="183" y="893"/>
                  </a:cubicBezTo>
                  <a:cubicBezTo>
                    <a:pt x="187" y="926"/>
                    <a:pt x="210" y="943"/>
                    <a:pt x="232" y="943"/>
                  </a:cubicBezTo>
                  <a:cubicBezTo>
                    <a:pt x="253" y="943"/>
                    <a:pt x="274" y="926"/>
                    <a:pt x="274" y="893"/>
                  </a:cubicBezTo>
                  <a:cubicBezTo>
                    <a:pt x="282" y="736"/>
                    <a:pt x="274" y="587"/>
                    <a:pt x="249" y="429"/>
                  </a:cubicBezTo>
                  <a:cubicBezTo>
                    <a:pt x="233" y="355"/>
                    <a:pt x="216" y="280"/>
                    <a:pt x="191" y="214"/>
                  </a:cubicBezTo>
                  <a:cubicBezTo>
                    <a:pt x="175" y="148"/>
                    <a:pt x="150" y="40"/>
                    <a:pt x="83" y="7"/>
                  </a:cubicBezTo>
                  <a:cubicBezTo>
                    <a:pt x="75" y="2"/>
                    <a:pt x="66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9" name="Google Shape;5539;p16"/>
            <p:cNvSpPr/>
            <p:nvPr/>
          </p:nvSpPr>
          <p:spPr>
            <a:xfrm>
              <a:off x="1053400" y="2611325"/>
              <a:ext cx="3875" cy="13350"/>
            </a:xfrm>
            <a:custGeom>
              <a:rect b="b" l="l" r="r" t="t"/>
              <a:pathLst>
                <a:path extrusionOk="0" h="534" w="155">
                  <a:moveTo>
                    <a:pt x="37" y="1"/>
                  </a:moveTo>
                  <a:cubicBezTo>
                    <a:pt x="26" y="1"/>
                    <a:pt x="14" y="7"/>
                    <a:pt x="9" y="20"/>
                  </a:cubicBezTo>
                  <a:cubicBezTo>
                    <a:pt x="1" y="62"/>
                    <a:pt x="1" y="95"/>
                    <a:pt x="1" y="136"/>
                  </a:cubicBezTo>
                  <a:cubicBezTo>
                    <a:pt x="9" y="178"/>
                    <a:pt x="9" y="219"/>
                    <a:pt x="17" y="261"/>
                  </a:cubicBezTo>
                  <a:cubicBezTo>
                    <a:pt x="34" y="344"/>
                    <a:pt x="50" y="418"/>
                    <a:pt x="59" y="501"/>
                  </a:cubicBezTo>
                  <a:cubicBezTo>
                    <a:pt x="66" y="523"/>
                    <a:pt x="86" y="534"/>
                    <a:pt x="106" y="534"/>
                  </a:cubicBezTo>
                  <a:cubicBezTo>
                    <a:pt x="131" y="534"/>
                    <a:pt x="154" y="517"/>
                    <a:pt x="150" y="484"/>
                  </a:cubicBezTo>
                  <a:cubicBezTo>
                    <a:pt x="142" y="410"/>
                    <a:pt x="133" y="327"/>
                    <a:pt x="125" y="244"/>
                  </a:cubicBezTo>
                  <a:cubicBezTo>
                    <a:pt x="117" y="203"/>
                    <a:pt x="108" y="170"/>
                    <a:pt x="100" y="128"/>
                  </a:cubicBezTo>
                  <a:cubicBezTo>
                    <a:pt x="92" y="87"/>
                    <a:pt x="84" y="54"/>
                    <a:pt x="59" y="12"/>
                  </a:cubicBezTo>
                  <a:cubicBezTo>
                    <a:pt x="55" y="5"/>
                    <a:pt x="46" y="1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0" name="Google Shape;5540;p16"/>
            <p:cNvSpPr/>
            <p:nvPr/>
          </p:nvSpPr>
          <p:spPr>
            <a:xfrm>
              <a:off x="1054650" y="2603600"/>
              <a:ext cx="6900" cy="16475"/>
            </a:xfrm>
            <a:custGeom>
              <a:rect b="b" l="l" r="r" t="t"/>
              <a:pathLst>
                <a:path extrusionOk="0" h="659" w="276">
                  <a:moveTo>
                    <a:pt x="31" y="0"/>
                  </a:moveTo>
                  <a:cubicBezTo>
                    <a:pt x="16" y="0"/>
                    <a:pt x="0" y="11"/>
                    <a:pt x="0" y="31"/>
                  </a:cubicBezTo>
                  <a:cubicBezTo>
                    <a:pt x="0" y="89"/>
                    <a:pt x="17" y="139"/>
                    <a:pt x="25" y="189"/>
                  </a:cubicBezTo>
                  <a:cubicBezTo>
                    <a:pt x="42" y="238"/>
                    <a:pt x="50" y="280"/>
                    <a:pt x="67" y="329"/>
                  </a:cubicBezTo>
                  <a:cubicBezTo>
                    <a:pt x="100" y="429"/>
                    <a:pt x="133" y="520"/>
                    <a:pt x="166" y="619"/>
                  </a:cubicBezTo>
                  <a:cubicBezTo>
                    <a:pt x="173" y="647"/>
                    <a:pt x="194" y="658"/>
                    <a:pt x="214" y="658"/>
                  </a:cubicBezTo>
                  <a:cubicBezTo>
                    <a:pt x="245" y="658"/>
                    <a:pt x="275" y="634"/>
                    <a:pt x="266" y="595"/>
                  </a:cubicBezTo>
                  <a:cubicBezTo>
                    <a:pt x="232" y="495"/>
                    <a:pt x="208" y="396"/>
                    <a:pt x="174" y="296"/>
                  </a:cubicBezTo>
                  <a:cubicBezTo>
                    <a:pt x="158" y="255"/>
                    <a:pt x="141" y="205"/>
                    <a:pt x="125" y="164"/>
                  </a:cubicBezTo>
                  <a:cubicBezTo>
                    <a:pt x="108" y="114"/>
                    <a:pt x="92" y="56"/>
                    <a:pt x="58" y="15"/>
                  </a:cubicBezTo>
                  <a:cubicBezTo>
                    <a:pt x="52" y="5"/>
                    <a:pt x="41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1" name="Google Shape;5541;p16"/>
            <p:cNvSpPr/>
            <p:nvPr/>
          </p:nvSpPr>
          <p:spPr>
            <a:xfrm>
              <a:off x="1054850" y="2595575"/>
              <a:ext cx="6025" cy="13175"/>
            </a:xfrm>
            <a:custGeom>
              <a:rect b="b" l="l" r="r" t="t"/>
              <a:pathLst>
                <a:path extrusionOk="0" h="527" w="241">
                  <a:moveTo>
                    <a:pt x="45" y="0"/>
                  </a:moveTo>
                  <a:cubicBezTo>
                    <a:pt x="30" y="0"/>
                    <a:pt x="14" y="13"/>
                    <a:pt x="9" y="29"/>
                  </a:cubicBezTo>
                  <a:cubicBezTo>
                    <a:pt x="1" y="70"/>
                    <a:pt x="9" y="112"/>
                    <a:pt x="17" y="153"/>
                  </a:cubicBezTo>
                  <a:cubicBezTo>
                    <a:pt x="26" y="195"/>
                    <a:pt x="34" y="236"/>
                    <a:pt x="50" y="269"/>
                  </a:cubicBezTo>
                  <a:cubicBezTo>
                    <a:pt x="75" y="352"/>
                    <a:pt x="108" y="427"/>
                    <a:pt x="142" y="501"/>
                  </a:cubicBezTo>
                  <a:cubicBezTo>
                    <a:pt x="152" y="517"/>
                    <a:pt x="170" y="526"/>
                    <a:pt x="188" y="526"/>
                  </a:cubicBezTo>
                  <a:cubicBezTo>
                    <a:pt x="197" y="526"/>
                    <a:pt x="207" y="524"/>
                    <a:pt x="216" y="518"/>
                  </a:cubicBezTo>
                  <a:cubicBezTo>
                    <a:pt x="241" y="501"/>
                    <a:pt x="241" y="468"/>
                    <a:pt x="233" y="452"/>
                  </a:cubicBezTo>
                  <a:cubicBezTo>
                    <a:pt x="200" y="377"/>
                    <a:pt x="166" y="311"/>
                    <a:pt x="150" y="236"/>
                  </a:cubicBezTo>
                  <a:cubicBezTo>
                    <a:pt x="133" y="203"/>
                    <a:pt x="125" y="162"/>
                    <a:pt x="108" y="128"/>
                  </a:cubicBezTo>
                  <a:cubicBezTo>
                    <a:pt x="100" y="87"/>
                    <a:pt x="84" y="54"/>
                    <a:pt x="67" y="12"/>
                  </a:cubicBezTo>
                  <a:cubicBezTo>
                    <a:pt x="61" y="4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2" name="Google Shape;5542;p16"/>
            <p:cNvSpPr/>
            <p:nvPr/>
          </p:nvSpPr>
          <p:spPr>
            <a:xfrm>
              <a:off x="1037975" y="2565050"/>
              <a:ext cx="27475" cy="32150"/>
            </a:xfrm>
            <a:custGeom>
              <a:rect b="b" l="l" r="r" t="t"/>
              <a:pathLst>
                <a:path extrusionOk="0" h="1286" w="1099">
                  <a:moveTo>
                    <a:pt x="44" y="0"/>
                  </a:moveTo>
                  <a:cubicBezTo>
                    <a:pt x="19" y="0"/>
                    <a:pt x="1" y="38"/>
                    <a:pt x="21" y="65"/>
                  </a:cubicBezTo>
                  <a:cubicBezTo>
                    <a:pt x="195" y="256"/>
                    <a:pt x="377" y="438"/>
                    <a:pt x="543" y="637"/>
                  </a:cubicBezTo>
                  <a:cubicBezTo>
                    <a:pt x="709" y="836"/>
                    <a:pt x="866" y="1051"/>
                    <a:pt x="1007" y="1267"/>
                  </a:cubicBezTo>
                  <a:cubicBezTo>
                    <a:pt x="1015" y="1280"/>
                    <a:pt x="1028" y="1285"/>
                    <a:pt x="1041" y="1285"/>
                  </a:cubicBezTo>
                  <a:cubicBezTo>
                    <a:pt x="1069" y="1285"/>
                    <a:pt x="1099" y="1259"/>
                    <a:pt x="1082" y="1225"/>
                  </a:cubicBezTo>
                  <a:cubicBezTo>
                    <a:pt x="949" y="985"/>
                    <a:pt x="800" y="769"/>
                    <a:pt x="634" y="562"/>
                  </a:cubicBezTo>
                  <a:cubicBezTo>
                    <a:pt x="469" y="355"/>
                    <a:pt x="278" y="156"/>
                    <a:pt x="63" y="7"/>
                  </a:cubicBezTo>
                  <a:cubicBezTo>
                    <a:pt x="56" y="3"/>
                    <a:pt x="50" y="0"/>
                    <a:pt x="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3" name="Google Shape;5543;p16"/>
            <p:cNvSpPr/>
            <p:nvPr/>
          </p:nvSpPr>
          <p:spPr>
            <a:xfrm>
              <a:off x="1021725" y="2557750"/>
              <a:ext cx="12650" cy="9400"/>
            </a:xfrm>
            <a:custGeom>
              <a:rect b="b" l="l" r="r" t="t"/>
              <a:pathLst>
                <a:path extrusionOk="0" h="376" w="506">
                  <a:moveTo>
                    <a:pt x="50" y="1"/>
                  </a:moveTo>
                  <a:cubicBezTo>
                    <a:pt x="17" y="1"/>
                    <a:pt x="0" y="34"/>
                    <a:pt x="17" y="67"/>
                  </a:cubicBezTo>
                  <a:cubicBezTo>
                    <a:pt x="41" y="100"/>
                    <a:pt x="75" y="133"/>
                    <a:pt x="116" y="150"/>
                  </a:cubicBezTo>
                  <a:cubicBezTo>
                    <a:pt x="149" y="175"/>
                    <a:pt x="191" y="200"/>
                    <a:pt x="224" y="225"/>
                  </a:cubicBezTo>
                  <a:cubicBezTo>
                    <a:pt x="298" y="266"/>
                    <a:pt x="365" y="316"/>
                    <a:pt x="431" y="365"/>
                  </a:cubicBezTo>
                  <a:cubicBezTo>
                    <a:pt x="440" y="370"/>
                    <a:pt x="453" y="375"/>
                    <a:pt x="465" y="375"/>
                  </a:cubicBezTo>
                  <a:cubicBezTo>
                    <a:pt x="473" y="375"/>
                    <a:pt x="482" y="372"/>
                    <a:pt x="489" y="365"/>
                  </a:cubicBezTo>
                  <a:cubicBezTo>
                    <a:pt x="505" y="349"/>
                    <a:pt x="505" y="324"/>
                    <a:pt x="489" y="307"/>
                  </a:cubicBezTo>
                  <a:cubicBezTo>
                    <a:pt x="431" y="241"/>
                    <a:pt x="365" y="175"/>
                    <a:pt x="290" y="125"/>
                  </a:cubicBezTo>
                  <a:cubicBezTo>
                    <a:pt x="257" y="100"/>
                    <a:pt x="224" y="75"/>
                    <a:pt x="182" y="51"/>
                  </a:cubicBezTo>
                  <a:cubicBezTo>
                    <a:pt x="149" y="26"/>
                    <a:pt x="99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4" name="Google Shape;5544;p16"/>
            <p:cNvSpPr/>
            <p:nvPr/>
          </p:nvSpPr>
          <p:spPr>
            <a:xfrm>
              <a:off x="1049500" y="2569200"/>
              <a:ext cx="11400" cy="16075"/>
            </a:xfrm>
            <a:custGeom>
              <a:rect b="b" l="l" r="r" t="t"/>
              <a:pathLst>
                <a:path extrusionOk="0" h="643" w="456">
                  <a:moveTo>
                    <a:pt x="44" y="0"/>
                  </a:moveTo>
                  <a:cubicBezTo>
                    <a:pt x="16" y="0"/>
                    <a:pt x="1" y="38"/>
                    <a:pt x="8" y="65"/>
                  </a:cubicBezTo>
                  <a:cubicBezTo>
                    <a:pt x="32" y="115"/>
                    <a:pt x="66" y="156"/>
                    <a:pt x="90" y="197"/>
                  </a:cubicBezTo>
                  <a:cubicBezTo>
                    <a:pt x="124" y="247"/>
                    <a:pt x="157" y="289"/>
                    <a:pt x="182" y="338"/>
                  </a:cubicBezTo>
                  <a:cubicBezTo>
                    <a:pt x="240" y="429"/>
                    <a:pt x="298" y="521"/>
                    <a:pt x="347" y="620"/>
                  </a:cubicBezTo>
                  <a:cubicBezTo>
                    <a:pt x="355" y="636"/>
                    <a:pt x="370" y="642"/>
                    <a:pt x="385" y="642"/>
                  </a:cubicBezTo>
                  <a:cubicBezTo>
                    <a:pt x="418" y="642"/>
                    <a:pt x="455" y="612"/>
                    <a:pt x="438" y="579"/>
                  </a:cubicBezTo>
                  <a:cubicBezTo>
                    <a:pt x="397" y="471"/>
                    <a:pt x="347" y="363"/>
                    <a:pt x="289" y="272"/>
                  </a:cubicBezTo>
                  <a:cubicBezTo>
                    <a:pt x="256" y="222"/>
                    <a:pt x="223" y="173"/>
                    <a:pt x="190" y="131"/>
                  </a:cubicBezTo>
                  <a:cubicBezTo>
                    <a:pt x="148" y="90"/>
                    <a:pt x="115" y="40"/>
                    <a:pt x="66" y="7"/>
                  </a:cubicBezTo>
                  <a:cubicBezTo>
                    <a:pt x="58" y="2"/>
                    <a:pt x="51" y="0"/>
                    <a:pt x="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5" name="Google Shape;5545;p16"/>
            <p:cNvSpPr/>
            <p:nvPr/>
          </p:nvSpPr>
          <p:spPr>
            <a:xfrm>
              <a:off x="1043875" y="2613900"/>
              <a:ext cx="5625" cy="34475"/>
            </a:xfrm>
            <a:custGeom>
              <a:rect b="b" l="l" r="r" t="t"/>
              <a:pathLst>
                <a:path extrusionOk="0" h="1379" w="225">
                  <a:moveTo>
                    <a:pt x="89" y="1"/>
                  </a:moveTo>
                  <a:cubicBezTo>
                    <a:pt x="64" y="1"/>
                    <a:pt x="37" y="18"/>
                    <a:pt x="42" y="50"/>
                  </a:cubicBezTo>
                  <a:cubicBezTo>
                    <a:pt x="50" y="183"/>
                    <a:pt x="59" y="307"/>
                    <a:pt x="67" y="439"/>
                  </a:cubicBezTo>
                  <a:cubicBezTo>
                    <a:pt x="75" y="506"/>
                    <a:pt x="75" y="564"/>
                    <a:pt x="83" y="630"/>
                  </a:cubicBezTo>
                  <a:cubicBezTo>
                    <a:pt x="83" y="663"/>
                    <a:pt x="92" y="696"/>
                    <a:pt x="100" y="721"/>
                  </a:cubicBezTo>
                  <a:cubicBezTo>
                    <a:pt x="83" y="738"/>
                    <a:pt x="67" y="754"/>
                    <a:pt x="67" y="779"/>
                  </a:cubicBezTo>
                  <a:cubicBezTo>
                    <a:pt x="67" y="862"/>
                    <a:pt x="67" y="945"/>
                    <a:pt x="59" y="1028"/>
                  </a:cubicBezTo>
                  <a:cubicBezTo>
                    <a:pt x="59" y="1053"/>
                    <a:pt x="59" y="1069"/>
                    <a:pt x="59" y="1086"/>
                  </a:cubicBezTo>
                  <a:cubicBezTo>
                    <a:pt x="50" y="1086"/>
                    <a:pt x="42" y="1094"/>
                    <a:pt x="42" y="1094"/>
                  </a:cubicBezTo>
                  <a:cubicBezTo>
                    <a:pt x="17" y="1102"/>
                    <a:pt x="1" y="1127"/>
                    <a:pt x="9" y="1152"/>
                  </a:cubicBezTo>
                  <a:cubicBezTo>
                    <a:pt x="17" y="1169"/>
                    <a:pt x="17" y="1177"/>
                    <a:pt x="25" y="1193"/>
                  </a:cubicBezTo>
                  <a:lnTo>
                    <a:pt x="25" y="1202"/>
                  </a:lnTo>
                  <a:lnTo>
                    <a:pt x="25" y="1227"/>
                  </a:lnTo>
                  <a:lnTo>
                    <a:pt x="25" y="1243"/>
                  </a:lnTo>
                  <a:cubicBezTo>
                    <a:pt x="25" y="1251"/>
                    <a:pt x="17" y="1251"/>
                    <a:pt x="17" y="1260"/>
                  </a:cubicBezTo>
                  <a:cubicBezTo>
                    <a:pt x="17" y="1268"/>
                    <a:pt x="17" y="1276"/>
                    <a:pt x="17" y="1276"/>
                  </a:cubicBezTo>
                  <a:lnTo>
                    <a:pt x="9" y="1301"/>
                  </a:lnTo>
                  <a:cubicBezTo>
                    <a:pt x="9" y="1318"/>
                    <a:pt x="9" y="1326"/>
                    <a:pt x="9" y="1343"/>
                  </a:cubicBezTo>
                  <a:cubicBezTo>
                    <a:pt x="17" y="1359"/>
                    <a:pt x="25" y="1376"/>
                    <a:pt x="42" y="1376"/>
                  </a:cubicBezTo>
                  <a:cubicBezTo>
                    <a:pt x="49" y="1378"/>
                    <a:pt x="55" y="1379"/>
                    <a:pt x="62" y="1379"/>
                  </a:cubicBezTo>
                  <a:cubicBezTo>
                    <a:pt x="79" y="1379"/>
                    <a:pt x="94" y="1371"/>
                    <a:pt x="100" y="1359"/>
                  </a:cubicBezTo>
                  <a:cubicBezTo>
                    <a:pt x="108" y="1351"/>
                    <a:pt x="108" y="1343"/>
                    <a:pt x="117" y="1334"/>
                  </a:cubicBezTo>
                  <a:cubicBezTo>
                    <a:pt x="125" y="1318"/>
                    <a:pt x="125" y="1301"/>
                    <a:pt x="133" y="1276"/>
                  </a:cubicBezTo>
                  <a:cubicBezTo>
                    <a:pt x="150" y="1251"/>
                    <a:pt x="158" y="1218"/>
                    <a:pt x="166" y="1177"/>
                  </a:cubicBezTo>
                  <a:cubicBezTo>
                    <a:pt x="175" y="1135"/>
                    <a:pt x="183" y="1086"/>
                    <a:pt x="183" y="1044"/>
                  </a:cubicBezTo>
                  <a:cubicBezTo>
                    <a:pt x="191" y="961"/>
                    <a:pt x="191" y="879"/>
                    <a:pt x="191" y="796"/>
                  </a:cubicBezTo>
                  <a:cubicBezTo>
                    <a:pt x="224" y="746"/>
                    <a:pt x="216" y="671"/>
                    <a:pt x="216" y="613"/>
                  </a:cubicBezTo>
                  <a:cubicBezTo>
                    <a:pt x="216" y="555"/>
                    <a:pt x="208" y="489"/>
                    <a:pt x="199" y="423"/>
                  </a:cubicBezTo>
                  <a:cubicBezTo>
                    <a:pt x="183" y="299"/>
                    <a:pt x="158" y="166"/>
                    <a:pt x="133" y="33"/>
                  </a:cubicBezTo>
                  <a:cubicBezTo>
                    <a:pt x="129" y="11"/>
                    <a:pt x="110" y="1"/>
                    <a:pt x="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6" name="Google Shape;5546;p16"/>
            <p:cNvSpPr/>
            <p:nvPr/>
          </p:nvSpPr>
          <p:spPr>
            <a:xfrm>
              <a:off x="1043575" y="2596900"/>
              <a:ext cx="8825" cy="12975"/>
            </a:xfrm>
            <a:custGeom>
              <a:rect b="b" l="l" r="r" t="t"/>
              <a:pathLst>
                <a:path extrusionOk="0" h="519" w="353">
                  <a:moveTo>
                    <a:pt x="53" y="0"/>
                  </a:moveTo>
                  <a:cubicBezTo>
                    <a:pt x="25" y="0"/>
                    <a:pt x="0" y="26"/>
                    <a:pt x="13" y="51"/>
                  </a:cubicBezTo>
                  <a:cubicBezTo>
                    <a:pt x="21" y="92"/>
                    <a:pt x="37" y="133"/>
                    <a:pt x="54" y="175"/>
                  </a:cubicBezTo>
                  <a:cubicBezTo>
                    <a:pt x="71" y="208"/>
                    <a:pt x="87" y="249"/>
                    <a:pt x="112" y="283"/>
                  </a:cubicBezTo>
                  <a:cubicBezTo>
                    <a:pt x="153" y="349"/>
                    <a:pt x="195" y="423"/>
                    <a:pt x="236" y="490"/>
                  </a:cubicBezTo>
                  <a:cubicBezTo>
                    <a:pt x="247" y="510"/>
                    <a:pt x="263" y="519"/>
                    <a:pt x="279" y="519"/>
                  </a:cubicBezTo>
                  <a:cubicBezTo>
                    <a:pt x="315" y="519"/>
                    <a:pt x="353" y="477"/>
                    <a:pt x="336" y="432"/>
                  </a:cubicBezTo>
                  <a:cubicBezTo>
                    <a:pt x="294" y="365"/>
                    <a:pt x="261" y="291"/>
                    <a:pt x="220" y="216"/>
                  </a:cubicBezTo>
                  <a:cubicBezTo>
                    <a:pt x="195" y="183"/>
                    <a:pt x="178" y="150"/>
                    <a:pt x="162" y="117"/>
                  </a:cubicBezTo>
                  <a:cubicBezTo>
                    <a:pt x="137" y="75"/>
                    <a:pt x="104" y="42"/>
                    <a:pt x="79" y="9"/>
                  </a:cubicBezTo>
                  <a:cubicBezTo>
                    <a:pt x="71" y="3"/>
                    <a:pt x="62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7" name="Google Shape;5547;p16"/>
            <p:cNvSpPr/>
            <p:nvPr/>
          </p:nvSpPr>
          <p:spPr>
            <a:xfrm>
              <a:off x="1035400" y="2592300"/>
              <a:ext cx="7875" cy="7300"/>
            </a:xfrm>
            <a:custGeom>
              <a:rect b="b" l="l" r="r" t="t"/>
              <a:pathLst>
                <a:path extrusionOk="0" h="292" w="315">
                  <a:moveTo>
                    <a:pt x="26" y="1"/>
                  </a:moveTo>
                  <a:cubicBezTo>
                    <a:pt x="12" y="1"/>
                    <a:pt x="1" y="21"/>
                    <a:pt x="8" y="36"/>
                  </a:cubicBezTo>
                  <a:cubicBezTo>
                    <a:pt x="8" y="52"/>
                    <a:pt x="16" y="61"/>
                    <a:pt x="25" y="77"/>
                  </a:cubicBezTo>
                  <a:cubicBezTo>
                    <a:pt x="33" y="85"/>
                    <a:pt x="41" y="102"/>
                    <a:pt x="50" y="110"/>
                  </a:cubicBezTo>
                  <a:cubicBezTo>
                    <a:pt x="74" y="135"/>
                    <a:pt x="91" y="152"/>
                    <a:pt x="108" y="168"/>
                  </a:cubicBezTo>
                  <a:lnTo>
                    <a:pt x="232" y="276"/>
                  </a:lnTo>
                  <a:cubicBezTo>
                    <a:pt x="241" y="285"/>
                    <a:pt x="255" y="292"/>
                    <a:pt x="269" y="292"/>
                  </a:cubicBezTo>
                  <a:cubicBezTo>
                    <a:pt x="280" y="292"/>
                    <a:pt x="291" y="287"/>
                    <a:pt x="298" y="276"/>
                  </a:cubicBezTo>
                  <a:cubicBezTo>
                    <a:pt x="315" y="259"/>
                    <a:pt x="315" y="226"/>
                    <a:pt x="298" y="210"/>
                  </a:cubicBezTo>
                  <a:cubicBezTo>
                    <a:pt x="257" y="168"/>
                    <a:pt x="215" y="135"/>
                    <a:pt x="182" y="94"/>
                  </a:cubicBezTo>
                  <a:cubicBezTo>
                    <a:pt x="157" y="77"/>
                    <a:pt x="141" y="61"/>
                    <a:pt x="124" y="44"/>
                  </a:cubicBezTo>
                  <a:cubicBezTo>
                    <a:pt x="108" y="36"/>
                    <a:pt x="91" y="27"/>
                    <a:pt x="83" y="19"/>
                  </a:cubicBezTo>
                  <a:cubicBezTo>
                    <a:pt x="74" y="11"/>
                    <a:pt x="66" y="11"/>
                    <a:pt x="66" y="3"/>
                  </a:cubicBezTo>
                  <a:lnTo>
                    <a:pt x="33" y="3"/>
                  </a:lnTo>
                  <a:cubicBezTo>
                    <a:pt x="31" y="1"/>
                    <a:pt x="28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8" name="Google Shape;5548;p16"/>
            <p:cNvSpPr/>
            <p:nvPr/>
          </p:nvSpPr>
          <p:spPr>
            <a:xfrm>
              <a:off x="1038075" y="2635375"/>
              <a:ext cx="2925" cy="16850"/>
            </a:xfrm>
            <a:custGeom>
              <a:rect b="b" l="l" r="r" t="t"/>
              <a:pathLst>
                <a:path extrusionOk="0" h="674" w="117">
                  <a:moveTo>
                    <a:pt x="40" y="1"/>
                  </a:moveTo>
                  <a:cubicBezTo>
                    <a:pt x="21" y="1"/>
                    <a:pt x="1" y="13"/>
                    <a:pt x="1" y="36"/>
                  </a:cubicBezTo>
                  <a:cubicBezTo>
                    <a:pt x="9" y="144"/>
                    <a:pt x="9" y="243"/>
                    <a:pt x="9" y="351"/>
                  </a:cubicBezTo>
                  <a:cubicBezTo>
                    <a:pt x="9" y="401"/>
                    <a:pt x="9" y="450"/>
                    <a:pt x="9" y="508"/>
                  </a:cubicBezTo>
                  <a:cubicBezTo>
                    <a:pt x="17" y="558"/>
                    <a:pt x="9" y="608"/>
                    <a:pt x="25" y="658"/>
                  </a:cubicBezTo>
                  <a:cubicBezTo>
                    <a:pt x="33" y="669"/>
                    <a:pt x="42" y="673"/>
                    <a:pt x="51" y="673"/>
                  </a:cubicBezTo>
                  <a:cubicBezTo>
                    <a:pt x="63" y="673"/>
                    <a:pt x="74" y="667"/>
                    <a:pt x="83" y="658"/>
                  </a:cubicBezTo>
                  <a:cubicBezTo>
                    <a:pt x="108" y="616"/>
                    <a:pt x="108" y="550"/>
                    <a:pt x="108" y="500"/>
                  </a:cubicBezTo>
                  <a:cubicBezTo>
                    <a:pt x="117" y="450"/>
                    <a:pt x="108" y="392"/>
                    <a:pt x="108" y="343"/>
                  </a:cubicBezTo>
                  <a:cubicBezTo>
                    <a:pt x="108" y="235"/>
                    <a:pt x="92" y="136"/>
                    <a:pt x="75" y="28"/>
                  </a:cubicBezTo>
                  <a:cubicBezTo>
                    <a:pt x="71" y="9"/>
                    <a:pt x="56" y="1"/>
                    <a:pt x="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9" name="Google Shape;5549;p16"/>
            <p:cNvSpPr/>
            <p:nvPr/>
          </p:nvSpPr>
          <p:spPr>
            <a:xfrm>
              <a:off x="937900" y="2466900"/>
              <a:ext cx="428525" cy="416050"/>
            </a:xfrm>
            <a:custGeom>
              <a:rect b="b" l="l" r="r" t="t"/>
              <a:pathLst>
                <a:path extrusionOk="0" h="16642" w="17141">
                  <a:moveTo>
                    <a:pt x="16850" y="2657"/>
                  </a:moveTo>
                  <a:lnTo>
                    <a:pt x="16850" y="2657"/>
                  </a:lnTo>
                  <a:cubicBezTo>
                    <a:pt x="16842" y="2724"/>
                    <a:pt x="16825" y="2798"/>
                    <a:pt x="16809" y="2873"/>
                  </a:cubicBezTo>
                  <a:cubicBezTo>
                    <a:pt x="16809" y="2877"/>
                    <a:pt x="16809" y="2879"/>
                    <a:pt x="16809" y="2881"/>
                  </a:cubicBezTo>
                  <a:cubicBezTo>
                    <a:pt x="16803" y="2869"/>
                    <a:pt x="16785" y="2858"/>
                    <a:pt x="16768" y="2858"/>
                  </a:cubicBezTo>
                  <a:cubicBezTo>
                    <a:pt x="16762" y="2858"/>
                    <a:pt x="16756" y="2859"/>
                    <a:pt x="16751" y="2864"/>
                  </a:cubicBezTo>
                  <a:lnTo>
                    <a:pt x="16751" y="2864"/>
                  </a:lnTo>
                  <a:cubicBezTo>
                    <a:pt x="16768" y="2832"/>
                    <a:pt x="16785" y="2799"/>
                    <a:pt x="16800" y="2765"/>
                  </a:cubicBezTo>
                  <a:cubicBezTo>
                    <a:pt x="16809" y="2765"/>
                    <a:pt x="16817" y="2757"/>
                    <a:pt x="16817" y="2748"/>
                  </a:cubicBezTo>
                  <a:cubicBezTo>
                    <a:pt x="16825" y="2715"/>
                    <a:pt x="16842" y="2682"/>
                    <a:pt x="16850" y="2657"/>
                  </a:cubicBezTo>
                  <a:close/>
                  <a:moveTo>
                    <a:pt x="16461" y="230"/>
                  </a:moveTo>
                  <a:cubicBezTo>
                    <a:pt x="16469" y="230"/>
                    <a:pt x="16486" y="238"/>
                    <a:pt x="16494" y="238"/>
                  </a:cubicBezTo>
                  <a:cubicBezTo>
                    <a:pt x="16618" y="288"/>
                    <a:pt x="16742" y="354"/>
                    <a:pt x="16842" y="445"/>
                  </a:cubicBezTo>
                  <a:cubicBezTo>
                    <a:pt x="16974" y="561"/>
                    <a:pt x="17016" y="702"/>
                    <a:pt x="17016" y="876"/>
                  </a:cubicBezTo>
                  <a:cubicBezTo>
                    <a:pt x="17016" y="892"/>
                    <a:pt x="17016" y="917"/>
                    <a:pt x="17008" y="934"/>
                  </a:cubicBezTo>
                  <a:lnTo>
                    <a:pt x="17008" y="942"/>
                  </a:lnTo>
                  <a:cubicBezTo>
                    <a:pt x="16999" y="959"/>
                    <a:pt x="16991" y="967"/>
                    <a:pt x="16983" y="984"/>
                  </a:cubicBezTo>
                  <a:cubicBezTo>
                    <a:pt x="16974" y="1066"/>
                    <a:pt x="16991" y="1166"/>
                    <a:pt x="16991" y="1249"/>
                  </a:cubicBezTo>
                  <a:cubicBezTo>
                    <a:pt x="16991" y="1298"/>
                    <a:pt x="16983" y="1348"/>
                    <a:pt x="16983" y="1398"/>
                  </a:cubicBezTo>
                  <a:cubicBezTo>
                    <a:pt x="16983" y="1406"/>
                    <a:pt x="16983" y="1414"/>
                    <a:pt x="16991" y="1414"/>
                  </a:cubicBezTo>
                  <a:cubicBezTo>
                    <a:pt x="16983" y="1448"/>
                    <a:pt x="16983" y="1472"/>
                    <a:pt x="16983" y="1506"/>
                  </a:cubicBezTo>
                  <a:cubicBezTo>
                    <a:pt x="16976" y="1502"/>
                    <a:pt x="16969" y="1500"/>
                    <a:pt x="16963" y="1500"/>
                  </a:cubicBezTo>
                  <a:cubicBezTo>
                    <a:pt x="16954" y="1500"/>
                    <a:pt x="16946" y="1504"/>
                    <a:pt x="16941" y="1514"/>
                  </a:cubicBezTo>
                  <a:cubicBezTo>
                    <a:pt x="16925" y="1597"/>
                    <a:pt x="16933" y="1688"/>
                    <a:pt x="16941" y="1779"/>
                  </a:cubicBezTo>
                  <a:cubicBezTo>
                    <a:pt x="16908" y="1912"/>
                    <a:pt x="16867" y="2044"/>
                    <a:pt x="16817" y="2168"/>
                  </a:cubicBezTo>
                  <a:cubicBezTo>
                    <a:pt x="16809" y="2185"/>
                    <a:pt x="16817" y="2202"/>
                    <a:pt x="16834" y="2218"/>
                  </a:cubicBezTo>
                  <a:cubicBezTo>
                    <a:pt x="16809" y="2251"/>
                    <a:pt x="16792" y="2284"/>
                    <a:pt x="16776" y="2309"/>
                  </a:cubicBezTo>
                  <a:cubicBezTo>
                    <a:pt x="16742" y="2367"/>
                    <a:pt x="16709" y="2417"/>
                    <a:pt x="16684" y="2475"/>
                  </a:cubicBezTo>
                  <a:cubicBezTo>
                    <a:pt x="16660" y="2525"/>
                    <a:pt x="16610" y="2599"/>
                    <a:pt x="16626" y="2657"/>
                  </a:cubicBezTo>
                  <a:cubicBezTo>
                    <a:pt x="16635" y="2682"/>
                    <a:pt x="16651" y="2682"/>
                    <a:pt x="16668" y="2682"/>
                  </a:cubicBezTo>
                  <a:cubicBezTo>
                    <a:pt x="16701" y="2682"/>
                    <a:pt x="16726" y="2649"/>
                    <a:pt x="16751" y="2632"/>
                  </a:cubicBezTo>
                  <a:cubicBezTo>
                    <a:pt x="16751" y="2632"/>
                    <a:pt x="16759" y="2624"/>
                    <a:pt x="16759" y="2624"/>
                  </a:cubicBezTo>
                  <a:lnTo>
                    <a:pt x="16759" y="2624"/>
                  </a:lnTo>
                  <a:cubicBezTo>
                    <a:pt x="16709" y="2740"/>
                    <a:pt x="16660" y="2864"/>
                    <a:pt x="16602" y="2989"/>
                  </a:cubicBezTo>
                  <a:cubicBezTo>
                    <a:pt x="16584" y="3012"/>
                    <a:pt x="16608" y="3036"/>
                    <a:pt x="16632" y="3036"/>
                  </a:cubicBezTo>
                  <a:cubicBezTo>
                    <a:pt x="16642" y="3036"/>
                    <a:pt x="16652" y="3031"/>
                    <a:pt x="16660" y="3022"/>
                  </a:cubicBezTo>
                  <a:cubicBezTo>
                    <a:pt x="16678" y="2992"/>
                    <a:pt x="16696" y="2962"/>
                    <a:pt x="16713" y="2931"/>
                  </a:cubicBezTo>
                  <a:lnTo>
                    <a:pt x="16713" y="2931"/>
                  </a:lnTo>
                  <a:cubicBezTo>
                    <a:pt x="16688" y="2995"/>
                    <a:pt x="16680" y="3069"/>
                    <a:pt x="16668" y="3130"/>
                  </a:cubicBezTo>
                  <a:cubicBezTo>
                    <a:pt x="16651" y="3204"/>
                    <a:pt x="16635" y="3270"/>
                    <a:pt x="16618" y="3345"/>
                  </a:cubicBezTo>
                  <a:cubicBezTo>
                    <a:pt x="16610" y="3353"/>
                    <a:pt x="16610" y="3361"/>
                    <a:pt x="16610" y="3370"/>
                  </a:cubicBezTo>
                  <a:cubicBezTo>
                    <a:pt x="16602" y="3386"/>
                    <a:pt x="16602" y="3403"/>
                    <a:pt x="16593" y="3411"/>
                  </a:cubicBezTo>
                  <a:cubicBezTo>
                    <a:pt x="16544" y="3610"/>
                    <a:pt x="16477" y="3801"/>
                    <a:pt x="16394" y="3983"/>
                  </a:cubicBezTo>
                  <a:cubicBezTo>
                    <a:pt x="16383" y="4017"/>
                    <a:pt x="16410" y="4047"/>
                    <a:pt x="16437" y="4047"/>
                  </a:cubicBezTo>
                  <a:cubicBezTo>
                    <a:pt x="16449" y="4047"/>
                    <a:pt x="16461" y="4040"/>
                    <a:pt x="16469" y="4024"/>
                  </a:cubicBezTo>
                  <a:cubicBezTo>
                    <a:pt x="16502" y="3975"/>
                    <a:pt x="16527" y="3925"/>
                    <a:pt x="16552" y="3875"/>
                  </a:cubicBezTo>
                  <a:lnTo>
                    <a:pt x="16552" y="3875"/>
                  </a:lnTo>
                  <a:cubicBezTo>
                    <a:pt x="16544" y="3892"/>
                    <a:pt x="16544" y="3900"/>
                    <a:pt x="16535" y="3908"/>
                  </a:cubicBezTo>
                  <a:cubicBezTo>
                    <a:pt x="16486" y="4049"/>
                    <a:pt x="16428" y="4182"/>
                    <a:pt x="16370" y="4314"/>
                  </a:cubicBezTo>
                  <a:cubicBezTo>
                    <a:pt x="16328" y="4405"/>
                    <a:pt x="16287" y="4497"/>
                    <a:pt x="16245" y="4588"/>
                  </a:cubicBezTo>
                  <a:cubicBezTo>
                    <a:pt x="16229" y="4596"/>
                    <a:pt x="16220" y="4604"/>
                    <a:pt x="16212" y="4613"/>
                  </a:cubicBezTo>
                  <a:cubicBezTo>
                    <a:pt x="16196" y="4646"/>
                    <a:pt x="16171" y="4679"/>
                    <a:pt x="16154" y="4720"/>
                  </a:cubicBezTo>
                  <a:cubicBezTo>
                    <a:pt x="16162" y="4654"/>
                    <a:pt x="16179" y="4596"/>
                    <a:pt x="16179" y="4530"/>
                  </a:cubicBezTo>
                  <a:cubicBezTo>
                    <a:pt x="16179" y="4508"/>
                    <a:pt x="16163" y="4498"/>
                    <a:pt x="16146" y="4498"/>
                  </a:cubicBezTo>
                  <a:cubicBezTo>
                    <a:pt x="16132" y="4498"/>
                    <a:pt x="16117" y="4506"/>
                    <a:pt x="16113" y="4521"/>
                  </a:cubicBezTo>
                  <a:cubicBezTo>
                    <a:pt x="16063" y="4662"/>
                    <a:pt x="16030" y="4811"/>
                    <a:pt x="15988" y="4961"/>
                  </a:cubicBezTo>
                  <a:cubicBezTo>
                    <a:pt x="15947" y="5101"/>
                    <a:pt x="15906" y="5242"/>
                    <a:pt x="15856" y="5375"/>
                  </a:cubicBezTo>
                  <a:cubicBezTo>
                    <a:pt x="15848" y="5375"/>
                    <a:pt x="15831" y="5375"/>
                    <a:pt x="15823" y="5391"/>
                  </a:cubicBezTo>
                  <a:cubicBezTo>
                    <a:pt x="15732" y="5607"/>
                    <a:pt x="15665" y="5839"/>
                    <a:pt x="15582" y="6063"/>
                  </a:cubicBezTo>
                  <a:cubicBezTo>
                    <a:pt x="15571" y="6085"/>
                    <a:pt x="15593" y="6103"/>
                    <a:pt x="15614" y="6103"/>
                  </a:cubicBezTo>
                  <a:cubicBezTo>
                    <a:pt x="15625" y="6103"/>
                    <a:pt x="15635" y="6098"/>
                    <a:pt x="15640" y="6087"/>
                  </a:cubicBezTo>
                  <a:cubicBezTo>
                    <a:pt x="15740" y="5880"/>
                    <a:pt x="15839" y="5657"/>
                    <a:pt x="15872" y="5425"/>
                  </a:cubicBezTo>
                  <a:cubicBezTo>
                    <a:pt x="15876" y="5428"/>
                    <a:pt x="15881" y="5430"/>
                    <a:pt x="15886" y="5430"/>
                  </a:cubicBezTo>
                  <a:cubicBezTo>
                    <a:pt x="15893" y="5430"/>
                    <a:pt x="15901" y="5426"/>
                    <a:pt x="15906" y="5416"/>
                  </a:cubicBezTo>
                  <a:cubicBezTo>
                    <a:pt x="15922" y="5375"/>
                    <a:pt x="15939" y="5333"/>
                    <a:pt x="15964" y="5300"/>
                  </a:cubicBezTo>
                  <a:cubicBezTo>
                    <a:pt x="15964" y="5317"/>
                    <a:pt x="15964" y="5333"/>
                    <a:pt x="15964" y="5350"/>
                  </a:cubicBezTo>
                  <a:lnTo>
                    <a:pt x="15947" y="5416"/>
                  </a:lnTo>
                  <a:cubicBezTo>
                    <a:pt x="15922" y="5499"/>
                    <a:pt x="15889" y="5590"/>
                    <a:pt x="15856" y="5681"/>
                  </a:cubicBezTo>
                  <a:cubicBezTo>
                    <a:pt x="15851" y="5679"/>
                    <a:pt x="15847" y="5678"/>
                    <a:pt x="15843" y="5678"/>
                  </a:cubicBezTo>
                  <a:cubicBezTo>
                    <a:pt x="15834" y="5678"/>
                    <a:pt x="15829" y="5684"/>
                    <a:pt x="15823" y="5690"/>
                  </a:cubicBezTo>
                  <a:cubicBezTo>
                    <a:pt x="15790" y="5756"/>
                    <a:pt x="15773" y="5839"/>
                    <a:pt x="15756" y="5913"/>
                  </a:cubicBezTo>
                  <a:cubicBezTo>
                    <a:pt x="15732" y="5955"/>
                    <a:pt x="15715" y="5996"/>
                    <a:pt x="15690" y="6046"/>
                  </a:cubicBezTo>
                  <a:cubicBezTo>
                    <a:pt x="15674" y="6071"/>
                    <a:pt x="15690" y="6087"/>
                    <a:pt x="15707" y="6096"/>
                  </a:cubicBezTo>
                  <a:cubicBezTo>
                    <a:pt x="15665" y="6220"/>
                    <a:pt x="15616" y="6336"/>
                    <a:pt x="15549" y="6444"/>
                  </a:cubicBezTo>
                  <a:cubicBezTo>
                    <a:pt x="15508" y="6510"/>
                    <a:pt x="15466" y="6576"/>
                    <a:pt x="15417" y="6643"/>
                  </a:cubicBezTo>
                  <a:cubicBezTo>
                    <a:pt x="15433" y="6593"/>
                    <a:pt x="15450" y="6551"/>
                    <a:pt x="15458" y="6502"/>
                  </a:cubicBezTo>
                  <a:cubicBezTo>
                    <a:pt x="15464" y="6460"/>
                    <a:pt x="15436" y="6427"/>
                    <a:pt x="15404" y="6427"/>
                  </a:cubicBezTo>
                  <a:cubicBezTo>
                    <a:pt x="15392" y="6427"/>
                    <a:pt x="15379" y="6432"/>
                    <a:pt x="15367" y="6444"/>
                  </a:cubicBezTo>
                  <a:cubicBezTo>
                    <a:pt x="15284" y="6510"/>
                    <a:pt x="15234" y="6601"/>
                    <a:pt x="15176" y="6684"/>
                  </a:cubicBezTo>
                  <a:cubicBezTo>
                    <a:pt x="15127" y="6767"/>
                    <a:pt x="15077" y="6850"/>
                    <a:pt x="15019" y="6924"/>
                  </a:cubicBezTo>
                  <a:cubicBezTo>
                    <a:pt x="14961" y="6991"/>
                    <a:pt x="14903" y="7057"/>
                    <a:pt x="14837" y="7107"/>
                  </a:cubicBezTo>
                  <a:cubicBezTo>
                    <a:pt x="14804" y="7140"/>
                    <a:pt x="14762" y="7165"/>
                    <a:pt x="14729" y="7189"/>
                  </a:cubicBezTo>
                  <a:cubicBezTo>
                    <a:pt x="14696" y="7223"/>
                    <a:pt x="14663" y="7256"/>
                    <a:pt x="14630" y="7281"/>
                  </a:cubicBezTo>
                  <a:cubicBezTo>
                    <a:pt x="14584" y="7303"/>
                    <a:pt x="14608" y="7374"/>
                    <a:pt x="14656" y="7374"/>
                  </a:cubicBezTo>
                  <a:cubicBezTo>
                    <a:pt x="14661" y="7374"/>
                    <a:pt x="14666" y="7373"/>
                    <a:pt x="14671" y="7372"/>
                  </a:cubicBezTo>
                  <a:cubicBezTo>
                    <a:pt x="14679" y="7372"/>
                    <a:pt x="14679" y="7372"/>
                    <a:pt x="14688" y="7363"/>
                  </a:cubicBezTo>
                  <a:cubicBezTo>
                    <a:pt x="14696" y="7388"/>
                    <a:pt x="14704" y="7405"/>
                    <a:pt x="14721" y="7430"/>
                  </a:cubicBezTo>
                  <a:cubicBezTo>
                    <a:pt x="14737" y="7471"/>
                    <a:pt x="14754" y="7521"/>
                    <a:pt x="14762" y="7562"/>
                  </a:cubicBezTo>
                  <a:cubicBezTo>
                    <a:pt x="14787" y="7662"/>
                    <a:pt x="14804" y="7753"/>
                    <a:pt x="14812" y="7852"/>
                  </a:cubicBezTo>
                  <a:cubicBezTo>
                    <a:pt x="14820" y="7910"/>
                    <a:pt x="14820" y="7977"/>
                    <a:pt x="14820" y="8035"/>
                  </a:cubicBezTo>
                  <a:cubicBezTo>
                    <a:pt x="14812" y="8001"/>
                    <a:pt x="14804" y="7968"/>
                    <a:pt x="14787" y="7943"/>
                  </a:cubicBezTo>
                  <a:lnTo>
                    <a:pt x="14787" y="7803"/>
                  </a:lnTo>
                  <a:cubicBezTo>
                    <a:pt x="14787" y="7782"/>
                    <a:pt x="14770" y="7771"/>
                    <a:pt x="14754" y="7771"/>
                  </a:cubicBezTo>
                  <a:cubicBezTo>
                    <a:pt x="14737" y="7771"/>
                    <a:pt x="14721" y="7782"/>
                    <a:pt x="14721" y="7803"/>
                  </a:cubicBezTo>
                  <a:lnTo>
                    <a:pt x="14721" y="7894"/>
                  </a:lnTo>
                  <a:cubicBezTo>
                    <a:pt x="14696" y="7894"/>
                    <a:pt x="14679" y="7902"/>
                    <a:pt x="14671" y="7919"/>
                  </a:cubicBezTo>
                  <a:cubicBezTo>
                    <a:pt x="14663" y="7844"/>
                    <a:pt x="14646" y="7761"/>
                    <a:pt x="14630" y="7687"/>
                  </a:cubicBezTo>
                  <a:cubicBezTo>
                    <a:pt x="14626" y="7670"/>
                    <a:pt x="14612" y="7663"/>
                    <a:pt x="14597" y="7663"/>
                  </a:cubicBezTo>
                  <a:cubicBezTo>
                    <a:pt x="14576" y="7663"/>
                    <a:pt x="14553" y="7678"/>
                    <a:pt x="14563" y="7703"/>
                  </a:cubicBezTo>
                  <a:cubicBezTo>
                    <a:pt x="14580" y="7803"/>
                    <a:pt x="14596" y="7902"/>
                    <a:pt x="14605" y="8001"/>
                  </a:cubicBezTo>
                  <a:cubicBezTo>
                    <a:pt x="14605" y="8051"/>
                    <a:pt x="14613" y="8101"/>
                    <a:pt x="14613" y="8151"/>
                  </a:cubicBezTo>
                  <a:cubicBezTo>
                    <a:pt x="14613" y="8200"/>
                    <a:pt x="14605" y="8242"/>
                    <a:pt x="14621" y="8291"/>
                  </a:cubicBezTo>
                  <a:cubicBezTo>
                    <a:pt x="14621" y="8307"/>
                    <a:pt x="14631" y="8313"/>
                    <a:pt x="14643" y="8313"/>
                  </a:cubicBezTo>
                  <a:cubicBezTo>
                    <a:pt x="14649" y="8313"/>
                    <a:pt x="14657" y="8311"/>
                    <a:pt x="14663" y="8308"/>
                  </a:cubicBezTo>
                  <a:cubicBezTo>
                    <a:pt x="14663" y="8382"/>
                    <a:pt x="14663" y="8457"/>
                    <a:pt x="14663" y="8532"/>
                  </a:cubicBezTo>
                  <a:cubicBezTo>
                    <a:pt x="14663" y="8556"/>
                    <a:pt x="14654" y="8573"/>
                    <a:pt x="14654" y="8598"/>
                  </a:cubicBezTo>
                  <a:cubicBezTo>
                    <a:pt x="14638" y="8598"/>
                    <a:pt x="14613" y="8614"/>
                    <a:pt x="14613" y="8631"/>
                  </a:cubicBezTo>
                  <a:cubicBezTo>
                    <a:pt x="14588" y="8764"/>
                    <a:pt x="14605" y="8904"/>
                    <a:pt x="14613" y="9029"/>
                  </a:cubicBezTo>
                  <a:cubicBezTo>
                    <a:pt x="14621" y="9170"/>
                    <a:pt x="14621" y="9310"/>
                    <a:pt x="14596" y="9443"/>
                  </a:cubicBezTo>
                  <a:cubicBezTo>
                    <a:pt x="14580" y="9551"/>
                    <a:pt x="14555" y="9650"/>
                    <a:pt x="14514" y="9750"/>
                  </a:cubicBezTo>
                  <a:lnTo>
                    <a:pt x="14514" y="9725"/>
                  </a:lnTo>
                  <a:cubicBezTo>
                    <a:pt x="14514" y="9609"/>
                    <a:pt x="14497" y="9484"/>
                    <a:pt x="14439" y="9385"/>
                  </a:cubicBezTo>
                  <a:cubicBezTo>
                    <a:pt x="14431" y="9369"/>
                    <a:pt x="14414" y="9361"/>
                    <a:pt x="14397" y="9361"/>
                  </a:cubicBezTo>
                  <a:cubicBezTo>
                    <a:pt x="14379" y="9361"/>
                    <a:pt x="14361" y="9371"/>
                    <a:pt x="14356" y="9393"/>
                  </a:cubicBezTo>
                  <a:cubicBezTo>
                    <a:pt x="14340" y="9501"/>
                    <a:pt x="14348" y="9617"/>
                    <a:pt x="14340" y="9725"/>
                  </a:cubicBezTo>
                  <a:cubicBezTo>
                    <a:pt x="14340" y="9832"/>
                    <a:pt x="14331" y="9940"/>
                    <a:pt x="14315" y="10040"/>
                  </a:cubicBezTo>
                  <a:cubicBezTo>
                    <a:pt x="14315" y="10048"/>
                    <a:pt x="14315" y="10048"/>
                    <a:pt x="14315" y="10048"/>
                  </a:cubicBezTo>
                  <a:lnTo>
                    <a:pt x="14306" y="10056"/>
                  </a:lnTo>
                  <a:cubicBezTo>
                    <a:pt x="14298" y="10064"/>
                    <a:pt x="14298" y="10089"/>
                    <a:pt x="14298" y="10106"/>
                  </a:cubicBezTo>
                  <a:cubicBezTo>
                    <a:pt x="14282" y="10189"/>
                    <a:pt x="14265" y="10272"/>
                    <a:pt x="14232" y="10354"/>
                  </a:cubicBezTo>
                  <a:cubicBezTo>
                    <a:pt x="14232" y="10354"/>
                    <a:pt x="14232" y="10354"/>
                    <a:pt x="14232" y="10363"/>
                  </a:cubicBezTo>
                  <a:cubicBezTo>
                    <a:pt x="14215" y="10363"/>
                    <a:pt x="14207" y="10363"/>
                    <a:pt x="14199" y="10379"/>
                  </a:cubicBezTo>
                  <a:cubicBezTo>
                    <a:pt x="14166" y="10429"/>
                    <a:pt x="14166" y="10495"/>
                    <a:pt x="14157" y="10562"/>
                  </a:cubicBezTo>
                  <a:cubicBezTo>
                    <a:pt x="14149" y="10586"/>
                    <a:pt x="14149" y="10611"/>
                    <a:pt x="14157" y="10636"/>
                  </a:cubicBezTo>
                  <a:cubicBezTo>
                    <a:pt x="14157" y="10661"/>
                    <a:pt x="14157" y="10686"/>
                    <a:pt x="14157" y="10711"/>
                  </a:cubicBezTo>
                  <a:cubicBezTo>
                    <a:pt x="14141" y="10727"/>
                    <a:pt x="14132" y="10752"/>
                    <a:pt x="14149" y="10785"/>
                  </a:cubicBezTo>
                  <a:cubicBezTo>
                    <a:pt x="14149" y="10785"/>
                    <a:pt x="14149" y="10785"/>
                    <a:pt x="14149" y="10794"/>
                  </a:cubicBezTo>
                  <a:cubicBezTo>
                    <a:pt x="14149" y="10810"/>
                    <a:pt x="14149" y="10827"/>
                    <a:pt x="14149" y="10852"/>
                  </a:cubicBezTo>
                  <a:cubicBezTo>
                    <a:pt x="14149" y="11009"/>
                    <a:pt x="14141" y="11175"/>
                    <a:pt x="14141" y="11340"/>
                  </a:cubicBezTo>
                  <a:cubicBezTo>
                    <a:pt x="14141" y="11398"/>
                    <a:pt x="14186" y="11427"/>
                    <a:pt x="14232" y="11427"/>
                  </a:cubicBezTo>
                  <a:cubicBezTo>
                    <a:pt x="14277" y="11427"/>
                    <a:pt x="14323" y="11398"/>
                    <a:pt x="14323" y="11340"/>
                  </a:cubicBezTo>
                  <a:cubicBezTo>
                    <a:pt x="14315" y="11249"/>
                    <a:pt x="14315" y="11158"/>
                    <a:pt x="14315" y="11067"/>
                  </a:cubicBezTo>
                  <a:lnTo>
                    <a:pt x="14315" y="11067"/>
                  </a:lnTo>
                  <a:cubicBezTo>
                    <a:pt x="14356" y="11133"/>
                    <a:pt x="14398" y="11208"/>
                    <a:pt x="14439" y="11282"/>
                  </a:cubicBezTo>
                  <a:cubicBezTo>
                    <a:pt x="14480" y="11374"/>
                    <a:pt x="14522" y="11456"/>
                    <a:pt x="14555" y="11548"/>
                  </a:cubicBezTo>
                  <a:cubicBezTo>
                    <a:pt x="14588" y="11639"/>
                    <a:pt x="14613" y="11730"/>
                    <a:pt x="14654" y="11821"/>
                  </a:cubicBezTo>
                  <a:cubicBezTo>
                    <a:pt x="14673" y="11852"/>
                    <a:pt x="14705" y="11869"/>
                    <a:pt x="14737" y="11869"/>
                  </a:cubicBezTo>
                  <a:cubicBezTo>
                    <a:pt x="14748" y="11869"/>
                    <a:pt x="14760" y="11867"/>
                    <a:pt x="14770" y="11862"/>
                  </a:cubicBezTo>
                  <a:cubicBezTo>
                    <a:pt x="14812" y="11838"/>
                    <a:pt x="14828" y="11796"/>
                    <a:pt x="14820" y="11755"/>
                  </a:cubicBezTo>
                  <a:cubicBezTo>
                    <a:pt x="14804" y="11655"/>
                    <a:pt x="14762" y="11564"/>
                    <a:pt x="14721" y="11473"/>
                  </a:cubicBezTo>
                  <a:cubicBezTo>
                    <a:pt x="14721" y="11467"/>
                    <a:pt x="14721" y="11460"/>
                    <a:pt x="14717" y="11454"/>
                  </a:cubicBezTo>
                  <a:lnTo>
                    <a:pt x="14717" y="11454"/>
                  </a:lnTo>
                  <a:cubicBezTo>
                    <a:pt x="14773" y="11527"/>
                    <a:pt x="14821" y="11600"/>
                    <a:pt x="14870" y="11680"/>
                  </a:cubicBezTo>
                  <a:cubicBezTo>
                    <a:pt x="14928" y="11780"/>
                    <a:pt x="14978" y="11871"/>
                    <a:pt x="15019" y="11978"/>
                  </a:cubicBezTo>
                  <a:cubicBezTo>
                    <a:pt x="15060" y="12111"/>
                    <a:pt x="15085" y="12244"/>
                    <a:pt x="15110" y="12384"/>
                  </a:cubicBezTo>
                  <a:cubicBezTo>
                    <a:pt x="15127" y="12500"/>
                    <a:pt x="15143" y="12625"/>
                    <a:pt x="15152" y="12741"/>
                  </a:cubicBezTo>
                  <a:cubicBezTo>
                    <a:pt x="15152" y="12807"/>
                    <a:pt x="15152" y="12873"/>
                    <a:pt x="15160" y="12940"/>
                  </a:cubicBezTo>
                  <a:cubicBezTo>
                    <a:pt x="15160" y="13006"/>
                    <a:pt x="15152" y="13064"/>
                    <a:pt x="15201" y="13122"/>
                  </a:cubicBezTo>
                  <a:cubicBezTo>
                    <a:pt x="15210" y="13122"/>
                    <a:pt x="15218" y="13130"/>
                    <a:pt x="15226" y="13130"/>
                  </a:cubicBezTo>
                  <a:cubicBezTo>
                    <a:pt x="15218" y="13188"/>
                    <a:pt x="15210" y="13246"/>
                    <a:pt x="15201" y="13296"/>
                  </a:cubicBezTo>
                  <a:cubicBezTo>
                    <a:pt x="15176" y="13428"/>
                    <a:pt x="15143" y="13553"/>
                    <a:pt x="15110" y="13677"/>
                  </a:cubicBezTo>
                  <a:cubicBezTo>
                    <a:pt x="15102" y="13702"/>
                    <a:pt x="15085" y="13743"/>
                    <a:pt x="15069" y="13776"/>
                  </a:cubicBezTo>
                  <a:cubicBezTo>
                    <a:pt x="15094" y="13669"/>
                    <a:pt x="15102" y="13553"/>
                    <a:pt x="15094" y="13445"/>
                  </a:cubicBezTo>
                  <a:cubicBezTo>
                    <a:pt x="15085" y="13296"/>
                    <a:pt x="15069" y="13163"/>
                    <a:pt x="15027" y="13022"/>
                  </a:cubicBezTo>
                  <a:cubicBezTo>
                    <a:pt x="15021" y="13006"/>
                    <a:pt x="15007" y="12998"/>
                    <a:pt x="14994" y="12998"/>
                  </a:cubicBezTo>
                  <a:cubicBezTo>
                    <a:pt x="14975" y="12998"/>
                    <a:pt x="14956" y="13014"/>
                    <a:pt x="14961" y="13039"/>
                  </a:cubicBezTo>
                  <a:cubicBezTo>
                    <a:pt x="14986" y="13172"/>
                    <a:pt x="15002" y="13312"/>
                    <a:pt x="15002" y="13453"/>
                  </a:cubicBezTo>
                  <a:cubicBezTo>
                    <a:pt x="15002" y="13586"/>
                    <a:pt x="14986" y="13718"/>
                    <a:pt x="14978" y="13859"/>
                  </a:cubicBezTo>
                  <a:cubicBezTo>
                    <a:pt x="14978" y="13879"/>
                    <a:pt x="14993" y="13890"/>
                    <a:pt x="15010" y="13890"/>
                  </a:cubicBezTo>
                  <a:cubicBezTo>
                    <a:pt x="15022" y="13890"/>
                    <a:pt x="15034" y="13886"/>
                    <a:pt x="15044" y="13876"/>
                  </a:cubicBezTo>
                  <a:lnTo>
                    <a:pt x="15044" y="13876"/>
                  </a:lnTo>
                  <a:cubicBezTo>
                    <a:pt x="15027" y="13925"/>
                    <a:pt x="15019" y="13983"/>
                    <a:pt x="15027" y="14033"/>
                  </a:cubicBezTo>
                  <a:cubicBezTo>
                    <a:pt x="15027" y="14057"/>
                    <a:pt x="15054" y="14073"/>
                    <a:pt x="15081" y="14073"/>
                  </a:cubicBezTo>
                  <a:cubicBezTo>
                    <a:pt x="15091" y="14073"/>
                    <a:pt x="15101" y="14071"/>
                    <a:pt x="15110" y="14066"/>
                  </a:cubicBezTo>
                  <a:cubicBezTo>
                    <a:pt x="15110" y="14058"/>
                    <a:pt x="15118" y="14050"/>
                    <a:pt x="15127" y="14050"/>
                  </a:cubicBezTo>
                  <a:cubicBezTo>
                    <a:pt x="15118" y="14075"/>
                    <a:pt x="15110" y="14108"/>
                    <a:pt x="15094" y="14141"/>
                  </a:cubicBezTo>
                  <a:cubicBezTo>
                    <a:pt x="15019" y="14356"/>
                    <a:pt x="14911" y="14555"/>
                    <a:pt x="14754" y="14721"/>
                  </a:cubicBezTo>
                  <a:cubicBezTo>
                    <a:pt x="14605" y="14887"/>
                    <a:pt x="14431" y="15019"/>
                    <a:pt x="14240" y="15135"/>
                  </a:cubicBezTo>
                  <a:cubicBezTo>
                    <a:pt x="13834" y="15384"/>
                    <a:pt x="13395" y="15591"/>
                    <a:pt x="12948" y="15765"/>
                  </a:cubicBezTo>
                  <a:cubicBezTo>
                    <a:pt x="12492" y="15947"/>
                    <a:pt x="12028" y="16088"/>
                    <a:pt x="11547" y="16204"/>
                  </a:cubicBezTo>
                  <a:cubicBezTo>
                    <a:pt x="10858" y="16357"/>
                    <a:pt x="10148" y="16431"/>
                    <a:pt x="9438" y="16431"/>
                  </a:cubicBezTo>
                  <a:cubicBezTo>
                    <a:pt x="9149" y="16431"/>
                    <a:pt x="8860" y="16419"/>
                    <a:pt x="8573" y="16395"/>
                  </a:cubicBezTo>
                  <a:cubicBezTo>
                    <a:pt x="7545" y="16312"/>
                    <a:pt x="6526" y="16071"/>
                    <a:pt x="5540" y="15773"/>
                  </a:cubicBezTo>
                  <a:cubicBezTo>
                    <a:pt x="5126" y="15657"/>
                    <a:pt x="4712" y="15508"/>
                    <a:pt x="4331" y="15293"/>
                  </a:cubicBezTo>
                  <a:cubicBezTo>
                    <a:pt x="4148" y="15185"/>
                    <a:pt x="3983" y="15069"/>
                    <a:pt x="3825" y="14920"/>
                  </a:cubicBezTo>
                  <a:cubicBezTo>
                    <a:pt x="3759" y="14862"/>
                    <a:pt x="3684" y="14795"/>
                    <a:pt x="3635" y="14721"/>
                  </a:cubicBezTo>
                  <a:cubicBezTo>
                    <a:pt x="3651" y="14704"/>
                    <a:pt x="3668" y="14688"/>
                    <a:pt x="3668" y="14663"/>
                  </a:cubicBezTo>
                  <a:cubicBezTo>
                    <a:pt x="3693" y="14497"/>
                    <a:pt x="3660" y="14323"/>
                    <a:pt x="3668" y="14149"/>
                  </a:cubicBezTo>
                  <a:cubicBezTo>
                    <a:pt x="3668" y="13983"/>
                    <a:pt x="3676" y="13809"/>
                    <a:pt x="3701" y="13644"/>
                  </a:cubicBezTo>
                  <a:cubicBezTo>
                    <a:pt x="3734" y="13461"/>
                    <a:pt x="3776" y="13279"/>
                    <a:pt x="3834" y="13105"/>
                  </a:cubicBezTo>
                  <a:cubicBezTo>
                    <a:pt x="3834" y="13114"/>
                    <a:pt x="3842" y="13122"/>
                    <a:pt x="3850" y="13130"/>
                  </a:cubicBezTo>
                  <a:cubicBezTo>
                    <a:pt x="3863" y="13149"/>
                    <a:pt x="3884" y="13158"/>
                    <a:pt x="3905" y="13158"/>
                  </a:cubicBezTo>
                  <a:cubicBezTo>
                    <a:pt x="3912" y="13158"/>
                    <a:pt x="3918" y="13157"/>
                    <a:pt x="3925" y="13155"/>
                  </a:cubicBezTo>
                  <a:cubicBezTo>
                    <a:pt x="3974" y="13138"/>
                    <a:pt x="3983" y="13080"/>
                    <a:pt x="3983" y="13031"/>
                  </a:cubicBezTo>
                  <a:cubicBezTo>
                    <a:pt x="3983" y="12931"/>
                    <a:pt x="3974" y="12824"/>
                    <a:pt x="3983" y="12724"/>
                  </a:cubicBezTo>
                  <a:cubicBezTo>
                    <a:pt x="3983" y="12716"/>
                    <a:pt x="3983" y="12708"/>
                    <a:pt x="3983" y="12699"/>
                  </a:cubicBezTo>
                  <a:cubicBezTo>
                    <a:pt x="3991" y="12683"/>
                    <a:pt x="3999" y="12666"/>
                    <a:pt x="4008" y="12650"/>
                  </a:cubicBezTo>
                  <a:cubicBezTo>
                    <a:pt x="4016" y="12625"/>
                    <a:pt x="4016" y="12608"/>
                    <a:pt x="3999" y="12592"/>
                  </a:cubicBezTo>
                  <a:cubicBezTo>
                    <a:pt x="4008" y="12534"/>
                    <a:pt x="4016" y="12467"/>
                    <a:pt x="4032" y="12409"/>
                  </a:cubicBezTo>
                  <a:cubicBezTo>
                    <a:pt x="4041" y="12360"/>
                    <a:pt x="4057" y="12318"/>
                    <a:pt x="4074" y="12268"/>
                  </a:cubicBezTo>
                  <a:lnTo>
                    <a:pt x="4074" y="12268"/>
                  </a:lnTo>
                  <a:cubicBezTo>
                    <a:pt x="4057" y="12368"/>
                    <a:pt x="4057" y="12467"/>
                    <a:pt x="4082" y="12567"/>
                  </a:cubicBezTo>
                  <a:cubicBezTo>
                    <a:pt x="4086" y="12590"/>
                    <a:pt x="4105" y="12601"/>
                    <a:pt x="4126" y="12601"/>
                  </a:cubicBezTo>
                  <a:cubicBezTo>
                    <a:pt x="4148" y="12601"/>
                    <a:pt x="4173" y="12588"/>
                    <a:pt x="4182" y="12567"/>
                  </a:cubicBezTo>
                  <a:cubicBezTo>
                    <a:pt x="4231" y="12434"/>
                    <a:pt x="4248" y="12293"/>
                    <a:pt x="4273" y="12161"/>
                  </a:cubicBezTo>
                  <a:cubicBezTo>
                    <a:pt x="4298" y="12020"/>
                    <a:pt x="4331" y="11879"/>
                    <a:pt x="4364" y="11746"/>
                  </a:cubicBezTo>
                  <a:cubicBezTo>
                    <a:pt x="4389" y="11664"/>
                    <a:pt x="4422" y="11581"/>
                    <a:pt x="4447" y="11498"/>
                  </a:cubicBezTo>
                  <a:cubicBezTo>
                    <a:pt x="4455" y="11548"/>
                    <a:pt x="4463" y="11589"/>
                    <a:pt x="4505" y="11597"/>
                  </a:cubicBezTo>
                  <a:cubicBezTo>
                    <a:pt x="4510" y="11598"/>
                    <a:pt x="4515" y="11599"/>
                    <a:pt x="4519" y="11599"/>
                  </a:cubicBezTo>
                  <a:cubicBezTo>
                    <a:pt x="4589" y="11599"/>
                    <a:pt x="4596" y="11486"/>
                    <a:pt x="4604" y="11440"/>
                  </a:cubicBezTo>
                  <a:cubicBezTo>
                    <a:pt x="4612" y="11365"/>
                    <a:pt x="4621" y="11291"/>
                    <a:pt x="4637" y="11216"/>
                  </a:cubicBezTo>
                  <a:cubicBezTo>
                    <a:pt x="4646" y="11158"/>
                    <a:pt x="4654" y="11108"/>
                    <a:pt x="4670" y="11050"/>
                  </a:cubicBezTo>
                  <a:cubicBezTo>
                    <a:pt x="4720" y="11133"/>
                    <a:pt x="4778" y="11224"/>
                    <a:pt x="4861" y="11258"/>
                  </a:cubicBezTo>
                  <a:cubicBezTo>
                    <a:pt x="4869" y="11262"/>
                    <a:pt x="4878" y="11264"/>
                    <a:pt x="4885" y="11264"/>
                  </a:cubicBezTo>
                  <a:cubicBezTo>
                    <a:pt x="4892" y="11264"/>
                    <a:pt x="4898" y="11262"/>
                    <a:pt x="4902" y="11258"/>
                  </a:cubicBezTo>
                  <a:cubicBezTo>
                    <a:pt x="4944" y="11349"/>
                    <a:pt x="4985" y="11440"/>
                    <a:pt x="5043" y="11531"/>
                  </a:cubicBezTo>
                  <a:cubicBezTo>
                    <a:pt x="5055" y="11545"/>
                    <a:pt x="5071" y="11552"/>
                    <a:pt x="5086" y="11552"/>
                  </a:cubicBezTo>
                  <a:cubicBezTo>
                    <a:pt x="5117" y="11552"/>
                    <a:pt x="5145" y="11528"/>
                    <a:pt x="5134" y="11490"/>
                  </a:cubicBezTo>
                  <a:cubicBezTo>
                    <a:pt x="5085" y="11324"/>
                    <a:pt x="5010" y="11166"/>
                    <a:pt x="4944" y="11009"/>
                  </a:cubicBezTo>
                  <a:cubicBezTo>
                    <a:pt x="4886" y="10843"/>
                    <a:pt x="4820" y="10686"/>
                    <a:pt x="4770" y="10520"/>
                  </a:cubicBezTo>
                  <a:cubicBezTo>
                    <a:pt x="4760" y="10497"/>
                    <a:pt x="4741" y="10487"/>
                    <a:pt x="4723" y="10487"/>
                  </a:cubicBezTo>
                  <a:cubicBezTo>
                    <a:pt x="4695" y="10487"/>
                    <a:pt x="4669" y="10510"/>
                    <a:pt x="4679" y="10545"/>
                  </a:cubicBezTo>
                  <a:cubicBezTo>
                    <a:pt x="4695" y="10595"/>
                    <a:pt x="4704" y="10653"/>
                    <a:pt x="4720" y="10702"/>
                  </a:cubicBezTo>
                  <a:cubicBezTo>
                    <a:pt x="4695" y="10661"/>
                    <a:pt x="4670" y="10611"/>
                    <a:pt x="4646" y="10562"/>
                  </a:cubicBezTo>
                  <a:cubicBezTo>
                    <a:pt x="4588" y="10454"/>
                    <a:pt x="4596" y="10346"/>
                    <a:pt x="4596" y="10222"/>
                  </a:cubicBezTo>
                  <a:cubicBezTo>
                    <a:pt x="4596" y="10089"/>
                    <a:pt x="4588" y="9965"/>
                    <a:pt x="4579" y="9832"/>
                  </a:cubicBezTo>
                  <a:cubicBezTo>
                    <a:pt x="4574" y="9794"/>
                    <a:pt x="4536" y="9767"/>
                    <a:pt x="4503" y="9767"/>
                  </a:cubicBezTo>
                  <a:cubicBezTo>
                    <a:pt x="4480" y="9767"/>
                    <a:pt x="4458" y="9781"/>
                    <a:pt x="4455" y="9816"/>
                  </a:cubicBezTo>
                  <a:cubicBezTo>
                    <a:pt x="4447" y="9841"/>
                    <a:pt x="4447" y="9866"/>
                    <a:pt x="4438" y="9890"/>
                  </a:cubicBezTo>
                  <a:cubicBezTo>
                    <a:pt x="4438" y="9882"/>
                    <a:pt x="4438" y="9874"/>
                    <a:pt x="4438" y="9866"/>
                  </a:cubicBezTo>
                  <a:cubicBezTo>
                    <a:pt x="4430" y="9841"/>
                    <a:pt x="4422" y="9808"/>
                    <a:pt x="4405" y="9783"/>
                  </a:cubicBezTo>
                  <a:cubicBezTo>
                    <a:pt x="4389" y="9733"/>
                    <a:pt x="4364" y="9683"/>
                    <a:pt x="4339" y="9634"/>
                  </a:cubicBezTo>
                  <a:cubicBezTo>
                    <a:pt x="4322" y="9609"/>
                    <a:pt x="4314" y="9576"/>
                    <a:pt x="4298" y="9551"/>
                  </a:cubicBezTo>
                  <a:cubicBezTo>
                    <a:pt x="4289" y="9493"/>
                    <a:pt x="4298" y="9426"/>
                    <a:pt x="4322" y="9368"/>
                  </a:cubicBezTo>
                  <a:cubicBezTo>
                    <a:pt x="4345" y="9329"/>
                    <a:pt x="4317" y="9297"/>
                    <a:pt x="4284" y="9297"/>
                  </a:cubicBezTo>
                  <a:cubicBezTo>
                    <a:pt x="4269" y="9297"/>
                    <a:pt x="4253" y="9303"/>
                    <a:pt x="4240" y="9319"/>
                  </a:cubicBezTo>
                  <a:cubicBezTo>
                    <a:pt x="4223" y="9344"/>
                    <a:pt x="4215" y="9360"/>
                    <a:pt x="4206" y="9385"/>
                  </a:cubicBezTo>
                  <a:cubicBezTo>
                    <a:pt x="4198" y="9368"/>
                    <a:pt x="4190" y="9360"/>
                    <a:pt x="4182" y="9352"/>
                  </a:cubicBezTo>
                  <a:cubicBezTo>
                    <a:pt x="4182" y="9335"/>
                    <a:pt x="4173" y="9327"/>
                    <a:pt x="4165" y="9327"/>
                  </a:cubicBezTo>
                  <a:cubicBezTo>
                    <a:pt x="4173" y="9170"/>
                    <a:pt x="4182" y="9012"/>
                    <a:pt x="4215" y="8855"/>
                  </a:cubicBezTo>
                  <a:cubicBezTo>
                    <a:pt x="4220" y="8824"/>
                    <a:pt x="4193" y="8803"/>
                    <a:pt x="4168" y="8803"/>
                  </a:cubicBezTo>
                  <a:cubicBezTo>
                    <a:pt x="4153" y="8803"/>
                    <a:pt x="4138" y="8811"/>
                    <a:pt x="4132" y="8830"/>
                  </a:cubicBezTo>
                  <a:cubicBezTo>
                    <a:pt x="4090" y="8971"/>
                    <a:pt x="4057" y="9103"/>
                    <a:pt x="4041" y="9236"/>
                  </a:cubicBezTo>
                  <a:cubicBezTo>
                    <a:pt x="4041" y="9153"/>
                    <a:pt x="4041" y="9070"/>
                    <a:pt x="4049" y="8987"/>
                  </a:cubicBezTo>
                  <a:cubicBezTo>
                    <a:pt x="4057" y="8896"/>
                    <a:pt x="4074" y="8805"/>
                    <a:pt x="4090" y="8714"/>
                  </a:cubicBezTo>
                  <a:cubicBezTo>
                    <a:pt x="4099" y="8623"/>
                    <a:pt x="4140" y="8523"/>
                    <a:pt x="4132" y="8440"/>
                  </a:cubicBezTo>
                  <a:cubicBezTo>
                    <a:pt x="4127" y="8404"/>
                    <a:pt x="4099" y="8384"/>
                    <a:pt x="4071" y="8384"/>
                  </a:cubicBezTo>
                  <a:cubicBezTo>
                    <a:pt x="4054" y="8384"/>
                    <a:pt x="4037" y="8392"/>
                    <a:pt x="4024" y="8407"/>
                  </a:cubicBezTo>
                  <a:cubicBezTo>
                    <a:pt x="4016" y="8432"/>
                    <a:pt x="4008" y="8449"/>
                    <a:pt x="3999" y="8474"/>
                  </a:cubicBezTo>
                  <a:cubicBezTo>
                    <a:pt x="3966" y="8449"/>
                    <a:pt x="3933" y="8416"/>
                    <a:pt x="3908" y="8391"/>
                  </a:cubicBezTo>
                  <a:cubicBezTo>
                    <a:pt x="3842" y="8333"/>
                    <a:pt x="3784" y="8291"/>
                    <a:pt x="3709" y="8258"/>
                  </a:cubicBezTo>
                  <a:cubicBezTo>
                    <a:pt x="3684" y="8250"/>
                    <a:pt x="3660" y="8242"/>
                    <a:pt x="3635" y="8233"/>
                  </a:cubicBezTo>
                  <a:cubicBezTo>
                    <a:pt x="3651" y="8217"/>
                    <a:pt x="3651" y="8200"/>
                    <a:pt x="3643" y="8175"/>
                  </a:cubicBezTo>
                  <a:cubicBezTo>
                    <a:pt x="3610" y="8126"/>
                    <a:pt x="3527" y="8109"/>
                    <a:pt x="3469" y="8093"/>
                  </a:cubicBezTo>
                  <a:cubicBezTo>
                    <a:pt x="3403" y="8068"/>
                    <a:pt x="3328" y="8043"/>
                    <a:pt x="3262" y="8010"/>
                  </a:cubicBezTo>
                  <a:cubicBezTo>
                    <a:pt x="3204" y="7985"/>
                    <a:pt x="3146" y="7952"/>
                    <a:pt x="3088" y="7919"/>
                  </a:cubicBezTo>
                  <a:cubicBezTo>
                    <a:pt x="3129" y="7894"/>
                    <a:pt x="3138" y="7819"/>
                    <a:pt x="3088" y="7794"/>
                  </a:cubicBezTo>
                  <a:cubicBezTo>
                    <a:pt x="3005" y="7736"/>
                    <a:pt x="2922" y="7687"/>
                    <a:pt x="2848" y="7629"/>
                  </a:cubicBezTo>
                  <a:cubicBezTo>
                    <a:pt x="2864" y="7604"/>
                    <a:pt x="2864" y="7562"/>
                    <a:pt x="2839" y="7546"/>
                  </a:cubicBezTo>
                  <a:cubicBezTo>
                    <a:pt x="2773" y="7471"/>
                    <a:pt x="2707" y="7397"/>
                    <a:pt x="2624" y="7339"/>
                  </a:cubicBezTo>
                  <a:cubicBezTo>
                    <a:pt x="2591" y="7247"/>
                    <a:pt x="2516" y="7165"/>
                    <a:pt x="2450" y="7107"/>
                  </a:cubicBezTo>
                  <a:cubicBezTo>
                    <a:pt x="2359" y="7007"/>
                    <a:pt x="2259" y="6924"/>
                    <a:pt x="2168" y="6833"/>
                  </a:cubicBezTo>
                  <a:cubicBezTo>
                    <a:pt x="2143" y="6808"/>
                    <a:pt x="2118" y="6783"/>
                    <a:pt x="2094" y="6759"/>
                  </a:cubicBezTo>
                  <a:cubicBezTo>
                    <a:pt x="2060" y="6717"/>
                    <a:pt x="2027" y="6667"/>
                    <a:pt x="2002" y="6626"/>
                  </a:cubicBezTo>
                  <a:cubicBezTo>
                    <a:pt x="1920" y="6502"/>
                    <a:pt x="1828" y="6386"/>
                    <a:pt x="1746" y="6270"/>
                  </a:cubicBezTo>
                  <a:cubicBezTo>
                    <a:pt x="1621" y="6087"/>
                    <a:pt x="1505" y="5905"/>
                    <a:pt x="1398" y="5706"/>
                  </a:cubicBezTo>
                  <a:cubicBezTo>
                    <a:pt x="1323" y="5483"/>
                    <a:pt x="1257" y="5259"/>
                    <a:pt x="1207" y="5027"/>
                  </a:cubicBezTo>
                  <a:cubicBezTo>
                    <a:pt x="1203" y="5001"/>
                    <a:pt x="1183" y="4990"/>
                    <a:pt x="1162" y="4990"/>
                  </a:cubicBezTo>
                  <a:cubicBezTo>
                    <a:pt x="1136" y="4990"/>
                    <a:pt x="1108" y="5007"/>
                    <a:pt x="1108" y="5035"/>
                  </a:cubicBezTo>
                  <a:cubicBezTo>
                    <a:pt x="1133" y="5176"/>
                    <a:pt x="1157" y="5309"/>
                    <a:pt x="1190" y="5449"/>
                  </a:cubicBezTo>
                  <a:lnTo>
                    <a:pt x="1182" y="5433"/>
                  </a:lnTo>
                  <a:cubicBezTo>
                    <a:pt x="1157" y="5391"/>
                    <a:pt x="1133" y="5342"/>
                    <a:pt x="1116" y="5300"/>
                  </a:cubicBezTo>
                  <a:cubicBezTo>
                    <a:pt x="1108" y="5284"/>
                    <a:pt x="1099" y="5284"/>
                    <a:pt x="1083" y="5284"/>
                  </a:cubicBezTo>
                  <a:cubicBezTo>
                    <a:pt x="1008" y="5168"/>
                    <a:pt x="925" y="5052"/>
                    <a:pt x="851" y="4927"/>
                  </a:cubicBezTo>
                  <a:cubicBezTo>
                    <a:pt x="743" y="4753"/>
                    <a:pt x="644" y="4571"/>
                    <a:pt x="553" y="4389"/>
                  </a:cubicBezTo>
                  <a:cubicBezTo>
                    <a:pt x="437" y="4165"/>
                    <a:pt x="337" y="3941"/>
                    <a:pt x="254" y="3718"/>
                  </a:cubicBezTo>
                  <a:cubicBezTo>
                    <a:pt x="246" y="3660"/>
                    <a:pt x="238" y="3593"/>
                    <a:pt x="229" y="3535"/>
                  </a:cubicBezTo>
                  <a:cubicBezTo>
                    <a:pt x="221" y="3419"/>
                    <a:pt x="221" y="3312"/>
                    <a:pt x="213" y="3196"/>
                  </a:cubicBezTo>
                  <a:cubicBezTo>
                    <a:pt x="213" y="2989"/>
                    <a:pt x="213" y="2765"/>
                    <a:pt x="263" y="2558"/>
                  </a:cubicBezTo>
                  <a:cubicBezTo>
                    <a:pt x="287" y="2458"/>
                    <a:pt x="312" y="2359"/>
                    <a:pt x="420" y="2318"/>
                  </a:cubicBezTo>
                  <a:cubicBezTo>
                    <a:pt x="519" y="2284"/>
                    <a:pt x="627" y="2260"/>
                    <a:pt x="727" y="2226"/>
                  </a:cubicBezTo>
                  <a:cubicBezTo>
                    <a:pt x="902" y="2186"/>
                    <a:pt x="1084" y="2145"/>
                    <a:pt x="1262" y="2145"/>
                  </a:cubicBezTo>
                  <a:cubicBezTo>
                    <a:pt x="1302" y="2145"/>
                    <a:pt x="1342" y="2147"/>
                    <a:pt x="1381" y="2152"/>
                  </a:cubicBezTo>
                  <a:cubicBezTo>
                    <a:pt x="1406" y="2152"/>
                    <a:pt x="1414" y="2135"/>
                    <a:pt x="1414" y="2110"/>
                  </a:cubicBezTo>
                  <a:cubicBezTo>
                    <a:pt x="1489" y="2119"/>
                    <a:pt x="1572" y="2119"/>
                    <a:pt x="1646" y="2127"/>
                  </a:cubicBezTo>
                  <a:cubicBezTo>
                    <a:pt x="1820" y="2144"/>
                    <a:pt x="1994" y="2177"/>
                    <a:pt x="2160" y="2218"/>
                  </a:cubicBezTo>
                  <a:cubicBezTo>
                    <a:pt x="2508" y="2309"/>
                    <a:pt x="2831" y="2442"/>
                    <a:pt x="3171" y="2566"/>
                  </a:cubicBezTo>
                  <a:cubicBezTo>
                    <a:pt x="3204" y="2599"/>
                    <a:pt x="3245" y="2624"/>
                    <a:pt x="3278" y="2657"/>
                  </a:cubicBezTo>
                  <a:cubicBezTo>
                    <a:pt x="3328" y="2699"/>
                    <a:pt x="3370" y="2757"/>
                    <a:pt x="3428" y="2782"/>
                  </a:cubicBezTo>
                  <a:cubicBezTo>
                    <a:pt x="3432" y="2782"/>
                    <a:pt x="3436" y="2783"/>
                    <a:pt x="3440" y="2783"/>
                  </a:cubicBezTo>
                  <a:cubicBezTo>
                    <a:pt x="3474" y="2783"/>
                    <a:pt x="3493" y="2753"/>
                    <a:pt x="3486" y="2724"/>
                  </a:cubicBezTo>
                  <a:cubicBezTo>
                    <a:pt x="3486" y="2699"/>
                    <a:pt x="3477" y="2682"/>
                    <a:pt x="3461" y="2666"/>
                  </a:cubicBezTo>
                  <a:lnTo>
                    <a:pt x="3461" y="2666"/>
                  </a:lnTo>
                  <a:cubicBezTo>
                    <a:pt x="3494" y="2682"/>
                    <a:pt x="3519" y="2707"/>
                    <a:pt x="3544" y="2724"/>
                  </a:cubicBezTo>
                  <a:cubicBezTo>
                    <a:pt x="3660" y="2798"/>
                    <a:pt x="3784" y="2864"/>
                    <a:pt x="3916" y="2931"/>
                  </a:cubicBezTo>
                  <a:cubicBezTo>
                    <a:pt x="3983" y="2964"/>
                    <a:pt x="4057" y="2997"/>
                    <a:pt x="4132" y="3030"/>
                  </a:cubicBezTo>
                  <a:cubicBezTo>
                    <a:pt x="4198" y="3063"/>
                    <a:pt x="4264" y="3096"/>
                    <a:pt x="4331" y="3105"/>
                  </a:cubicBezTo>
                  <a:cubicBezTo>
                    <a:pt x="4356" y="3105"/>
                    <a:pt x="4372" y="3088"/>
                    <a:pt x="4380" y="3063"/>
                  </a:cubicBezTo>
                  <a:cubicBezTo>
                    <a:pt x="4405" y="3080"/>
                    <a:pt x="4430" y="3096"/>
                    <a:pt x="4455" y="3113"/>
                  </a:cubicBezTo>
                  <a:cubicBezTo>
                    <a:pt x="4505" y="3188"/>
                    <a:pt x="4571" y="3246"/>
                    <a:pt x="4629" y="3303"/>
                  </a:cubicBezTo>
                  <a:cubicBezTo>
                    <a:pt x="4670" y="3345"/>
                    <a:pt x="4720" y="3378"/>
                    <a:pt x="4762" y="3411"/>
                  </a:cubicBezTo>
                  <a:cubicBezTo>
                    <a:pt x="4786" y="3453"/>
                    <a:pt x="4811" y="3494"/>
                    <a:pt x="4844" y="3535"/>
                  </a:cubicBezTo>
                  <a:cubicBezTo>
                    <a:pt x="4851" y="3546"/>
                    <a:pt x="4861" y="3551"/>
                    <a:pt x="4872" y="3551"/>
                  </a:cubicBezTo>
                  <a:cubicBezTo>
                    <a:pt x="4886" y="3551"/>
                    <a:pt x="4901" y="3542"/>
                    <a:pt x="4911" y="3527"/>
                  </a:cubicBezTo>
                  <a:lnTo>
                    <a:pt x="4944" y="3560"/>
                  </a:lnTo>
                  <a:cubicBezTo>
                    <a:pt x="5043" y="3643"/>
                    <a:pt x="5134" y="3726"/>
                    <a:pt x="5209" y="3825"/>
                  </a:cubicBezTo>
                  <a:cubicBezTo>
                    <a:pt x="5250" y="3875"/>
                    <a:pt x="5284" y="3933"/>
                    <a:pt x="5317" y="3991"/>
                  </a:cubicBezTo>
                  <a:cubicBezTo>
                    <a:pt x="5342" y="4033"/>
                    <a:pt x="5366" y="4115"/>
                    <a:pt x="5416" y="4140"/>
                  </a:cubicBezTo>
                  <a:lnTo>
                    <a:pt x="5433" y="4140"/>
                  </a:lnTo>
                  <a:cubicBezTo>
                    <a:pt x="5449" y="4165"/>
                    <a:pt x="5466" y="4182"/>
                    <a:pt x="5491" y="4182"/>
                  </a:cubicBezTo>
                  <a:cubicBezTo>
                    <a:pt x="5507" y="4223"/>
                    <a:pt x="5524" y="4265"/>
                    <a:pt x="5524" y="4306"/>
                  </a:cubicBezTo>
                  <a:cubicBezTo>
                    <a:pt x="5528" y="4329"/>
                    <a:pt x="5545" y="4339"/>
                    <a:pt x="5563" y="4339"/>
                  </a:cubicBezTo>
                  <a:cubicBezTo>
                    <a:pt x="5585" y="4339"/>
                    <a:pt x="5607" y="4325"/>
                    <a:pt x="5607" y="4298"/>
                  </a:cubicBezTo>
                  <a:cubicBezTo>
                    <a:pt x="5615" y="4198"/>
                    <a:pt x="5590" y="4107"/>
                    <a:pt x="5557" y="4016"/>
                  </a:cubicBezTo>
                  <a:lnTo>
                    <a:pt x="5557" y="4016"/>
                  </a:lnTo>
                  <a:cubicBezTo>
                    <a:pt x="5565" y="4037"/>
                    <a:pt x="5584" y="4047"/>
                    <a:pt x="5603" y="4047"/>
                  </a:cubicBezTo>
                  <a:cubicBezTo>
                    <a:pt x="5621" y="4047"/>
                    <a:pt x="5640" y="4037"/>
                    <a:pt x="5648" y="4016"/>
                  </a:cubicBezTo>
                  <a:cubicBezTo>
                    <a:pt x="5665" y="4008"/>
                    <a:pt x="5681" y="3991"/>
                    <a:pt x="5690" y="3966"/>
                  </a:cubicBezTo>
                  <a:cubicBezTo>
                    <a:pt x="5698" y="3958"/>
                    <a:pt x="5781" y="3941"/>
                    <a:pt x="5797" y="3933"/>
                  </a:cubicBezTo>
                  <a:cubicBezTo>
                    <a:pt x="5864" y="3917"/>
                    <a:pt x="5888" y="3883"/>
                    <a:pt x="5922" y="3825"/>
                  </a:cubicBezTo>
                  <a:cubicBezTo>
                    <a:pt x="5930" y="3817"/>
                    <a:pt x="5930" y="3817"/>
                    <a:pt x="5938" y="3809"/>
                  </a:cubicBezTo>
                  <a:cubicBezTo>
                    <a:pt x="5946" y="3842"/>
                    <a:pt x="5963" y="3867"/>
                    <a:pt x="5996" y="3883"/>
                  </a:cubicBezTo>
                  <a:cubicBezTo>
                    <a:pt x="6000" y="3888"/>
                    <a:pt x="6009" y="3890"/>
                    <a:pt x="6017" y="3890"/>
                  </a:cubicBezTo>
                  <a:cubicBezTo>
                    <a:pt x="6025" y="3890"/>
                    <a:pt x="6033" y="3888"/>
                    <a:pt x="6038" y="3883"/>
                  </a:cubicBezTo>
                  <a:cubicBezTo>
                    <a:pt x="6054" y="3875"/>
                    <a:pt x="6062" y="3859"/>
                    <a:pt x="6062" y="3842"/>
                  </a:cubicBezTo>
                  <a:cubicBezTo>
                    <a:pt x="6062" y="3825"/>
                    <a:pt x="6071" y="3809"/>
                    <a:pt x="6071" y="3792"/>
                  </a:cubicBezTo>
                  <a:cubicBezTo>
                    <a:pt x="6096" y="3792"/>
                    <a:pt x="6120" y="3784"/>
                    <a:pt x="6145" y="3767"/>
                  </a:cubicBezTo>
                  <a:cubicBezTo>
                    <a:pt x="6154" y="3759"/>
                    <a:pt x="6162" y="3751"/>
                    <a:pt x="6170" y="3743"/>
                  </a:cubicBezTo>
                  <a:lnTo>
                    <a:pt x="6203" y="3743"/>
                  </a:lnTo>
                  <a:cubicBezTo>
                    <a:pt x="6220" y="3726"/>
                    <a:pt x="6236" y="3709"/>
                    <a:pt x="6236" y="3693"/>
                  </a:cubicBezTo>
                  <a:lnTo>
                    <a:pt x="6278" y="3693"/>
                  </a:lnTo>
                  <a:cubicBezTo>
                    <a:pt x="6311" y="3693"/>
                    <a:pt x="6344" y="3685"/>
                    <a:pt x="6377" y="3668"/>
                  </a:cubicBezTo>
                  <a:cubicBezTo>
                    <a:pt x="6427" y="3643"/>
                    <a:pt x="6452" y="3593"/>
                    <a:pt x="6501" y="3560"/>
                  </a:cubicBezTo>
                  <a:cubicBezTo>
                    <a:pt x="6510" y="3552"/>
                    <a:pt x="6518" y="3552"/>
                    <a:pt x="6518" y="3544"/>
                  </a:cubicBezTo>
                  <a:cubicBezTo>
                    <a:pt x="6584" y="3511"/>
                    <a:pt x="6642" y="3477"/>
                    <a:pt x="6709" y="3444"/>
                  </a:cubicBezTo>
                  <a:cubicBezTo>
                    <a:pt x="6717" y="3453"/>
                    <a:pt x="6725" y="3461"/>
                    <a:pt x="6733" y="3461"/>
                  </a:cubicBezTo>
                  <a:cubicBezTo>
                    <a:pt x="6744" y="3464"/>
                    <a:pt x="6753" y="3466"/>
                    <a:pt x="6761" y="3466"/>
                  </a:cubicBezTo>
                  <a:cubicBezTo>
                    <a:pt x="6772" y="3466"/>
                    <a:pt x="6782" y="3462"/>
                    <a:pt x="6791" y="3453"/>
                  </a:cubicBezTo>
                  <a:cubicBezTo>
                    <a:pt x="6816" y="3436"/>
                    <a:pt x="6833" y="3419"/>
                    <a:pt x="6841" y="3403"/>
                  </a:cubicBezTo>
                  <a:cubicBezTo>
                    <a:pt x="6866" y="3395"/>
                    <a:pt x="6891" y="3386"/>
                    <a:pt x="6916" y="3386"/>
                  </a:cubicBezTo>
                  <a:cubicBezTo>
                    <a:pt x="6936" y="3397"/>
                    <a:pt x="6960" y="3404"/>
                    <a:pt x="6983" y="3404"/>
                  </a:cubicBezTo>
                  <a:cubicBezTo>
                    <a:pt x="6997" y="3404"/>
                    <a:pt x="7011" y="3401"/>
                    <a:pt x="7023" y="3395"/>
                  </a:cubicBezTo>
                  <a:cubicBezTo>
                    <a:pt x="7090" y="3386"/>
                    <a:pt x="7131" y="3345"/>
                    <a:pt x="7156" y="3295"/>
                  </a:cubicBezTo>
                  <a:cubicBezTo>
                    <a:pt x="7185" y="3301"/>
                    <a:pt x="7210" y="3307"/>
                    <a:pt x="7240" y="3307"/>
                  </a:cubicBezTo>
                  <a:cubicBezTo>
                    <a:pt x="7253" y="3307"/>
                    <a:pt x="7266" y="3306"/>
                    <a:pt x="7280" y="3303"/>
                  </a:cubicBezTo>
                  <a:cubicBezTo>
                    <a:pt x="7338" y="3295"/>
                    <a:pt x="7388" y="3254"/>
                    <a:pt x="7446" y="3237"/>
                  </a:cubicBezTo>
                  <a:cubicBezTo>
                    <a:pt x="7521" y="3221"/>
                    <a:pt x="7587" y="3188"/>
                    <a:pt x="7628" y="3130"/>
                  </a:cubicBezTo>
                  <a:cubicBezTo>
                    <a:pt x="7670" y="3154"/>
                    <a:pt x="7711" y="3171"/>
                    <a:pt x="7753" y="3188"/>
                  </a:cubicBezTo>
                  <a:cubicBezTo>
                    <a:pt x="7769" y="3196"/>
                    <a:pt x="7788" y="3200"/>
                    <a:pt x="7806" y="3200"/>
                  </a:cubicBezTo>
                  <a:cubicBezTo>
                    <a:pt x="7825" y="3200"/>
                    <a:pt x="7844" y="3196"/>
                    <a:pt x="7860" y="3188"/>
                  </a:cubicBezTo>
                  <a:cubicBezTo>
                    <a:pt x="7902" y="3171"/>
                    <a:pt x="7918" y="3130"/>
                    <a:pt x="7927" y="3088"/>
                  </a:cubicBezTo>
                  <a:cubicBezTo>
                    <a:pt x="7935" y="3072"/>
                    <a:pt x="7935" y="3063"/>
                    <a:pt x="7943" y="3047"/>
                  </a:cubicBezTo>
                  <a:lnTo>
                    <a:pt x="7968" y="3113"/>
                  </a:lnTo>
                  <a:cubicBezTo>
                    <a:pt x="7978" y="3142"/>
                    <a:pt x="8004" y="3160"/>
                    <a:pt x="8029" y="3160"/>
                  </a:cubicBezTo>
                  <a:cubicBezTo>
                    <a:pt x="8048" y="3160"/>
                    <a:pt x="8065" y="3150"/>
                    <a:pt x="8076" y="3130"/>
                  </a:cubicBezTo>
                  <a:cubicBezTo>
                    <a:pt x="8101" y="3096"/>
                    <a:pt x="8109" y="3055"/>
                    <a:pt x="8117" y="3022"/>
                  </a:cubicBezTo>
                  <a:lnTo>
                    <a:pt x="8134" y="3055"/>
                  </a:lnTo>
                  <a:cubicBezTo>
                    <a:pt x="8143" y="3069"/>
                    <a:pt x="8164" y="3078"/>
                    <a:pt x="8185" y="3078"/>
                  </a:cubicBezTo>
                  <a:cubicBezTo>
                    <a:pt x="8200" y="3078"/>
                    <a:pt x="8214" y="3074"/>
                    <a:pt x="8225" y="3063"/>
                  </a:cubicBezTo>
                  <a:cubicBezTo>
                    <a:pt x="8278" y="3003"/>
                    <a:pt x="8353" y="2965"/>
                    <a:pt x="8431" y="2965"/>
                  </a:cubicBezTo>
                  <a:cubicBezTo>
                    <a:pt x="8451" y="2965"/>
                    <a:pt x="8470" y="2967"/>
                    <a:pt x="8490" y="2972"/>
                  </a:cubicBezTo>
                  <a:cubicBezTo>
                    <a:pt x="8565" y="2997"/>
                    <a:pt x="8623" y="3047"/>
                    <a:pt x="8689" y="3055"/>
                  </a:cubicBezTo>
                  <a:cubicBezTo>
                    <a:pt x="8689" y="3063"/>
                    <a:pt x="8689" y="3072"/>
                    <a:pt x="8689" y="3072"/>
                  </a:cubicBezTo>
                  <a:cubicBezTo>
                    <a:pt x="8684" y="3102"/>
                    <a:pt x="8710" y="3120"/>
                    <a:pt x="8734" y="3120"/>
                  </a:cubicBezTo>
                  <a:cubicBezTo>
                    <a:pt x="8750" y="3120"/>
                    <a:pt x="8765" y="3113"/>
                    <a:pt x="8772" y="3096"/>
                  </a:cubicBezTo>
                  <a:cubicBezTo>
                    <a:pt x="8780" y="3080"/>
                    <a:pt x="8788" y="3072"/>
                    <a:pt x="8788" y="3055"/>
                  </a:cubicBezTo>
                  <a:lnTo>
                    <a:pt x="8821" y="3055"/>
                  </a:lnTo>
                  <a:cubicBezTo>
                    <a:pt x="8838" y="3055"/>
                    <a:pt x="8863" y="3047"/>
                    <a:pt x="8879" y="3030"/>
                  </a:cubicBezTo>
                  <a:cubicBezTo>
                    <a:pt x="8879" y="3030"/>
                    <a:pt x="8879" y="3022"/>
                    <a:pt x="8888" y="3022"/>
                  </a:cubicBezTo>
                  <a:cubicBezTo>
                    <a:pt x="8896" y="3030"/>
                    <a:pt x="8904" y="3038"/>
                    <a:pt x="8921" y="3038"/>
                  </a:cubicBezTo>
                  <a:cubicBezTo>
                    <a:pt x="8935" y="3042"/>
                    <a:pt x="8948" y="3044"/>
                    <a:pt x="8961" y="3044"/>
                  </a:cubicBezTo>
                  <a:cubicBezTo>
                    <a:pt x="8980" y="3044"/>
                    <a:pt x="8997" y="3040"/>
                    <a:pt x="9012" y="3030"/>
                  </a:cubicBezTo>
                  <a:cubicBezTo>
                    <a:pt x="9029" y="3022"/>
                    <a:pt x="9045" y="3005"/>
                    <a:pt x="9062" y="2980"/>
                  </a:cubicBezTo>
                  <a:cubicBezTo>
                    <a:pt x="9095" y="3014"/>
                    <a:pt x="9128" y="3038"/>
                    <a:pt x="9161" y="3055"/>
                  </a:cubicBezTo>
                  <a:cubicBezTo>
                    <a:pt x="9175" y="3058"/>
                    <a:pt x="9189" y="3060"/>
                    <a:pt x="9202" y="3060"/>
                  </a:cubicBezTo>
                  <a:cubicBezTo>
                    <a:pt x="9220" y="3060"/>
                    <a:pt x="9238" y="3056"/>
                    <a:pt x="9252" y="3047"/>
                  </a:cubicBezTo>
                  <a:cubicBezTo>
                    <a:pt x="9269" y="3038"/>
                    <a:pt x="9277" y="3030"/>
                    <a:pt x="9285" y="3022"/>
                  </a:cubicBezTo>
                  <a:cubicBezTo>
                    <a:pt x="9285" y="3014"/>
                    <a:pt x="9294" y="3005"/>
                    <a:pt x="9294" y="2997"/>
                  </a:cubicBezTo>
                  <a:cubicBezTo>
                    <a:pt x="9294" y="2997"/>
                    <a:pt x="9302" y="2997"/>
                    <a:pt x="9310" y="3005"/>
                  </a:cubicBezTo>
                  <a:cubicBezTo>
                    <a:pt x="9327" y="3005"/>
                    <a:pt x="9335" y="3014"/>
                    <a:pt x="9352" y="3014"/>
                  </a:cubicBezTo>
                  <a:cubicBezTo>
                    <a:pt x="9385" y="3030"/>
                    <a:pt x="9418" y="3038"/>
                    <a:pt x="9451" y="3038"/>
                  </a:cubicBezTo>
                  <a:cubicBezTo>
                    <a:pt x="9487" y="3047"/>
                    <a:pt x="9527" y="3056"/>
                    <a:pt x="9564" y="3056"/>
                  </a:cubicBezTo>
                  <a:cubicBezTo>
                    <a:pt x="9597" y="3056"/>
                    <a:pt x="9627" y="3049"/>
                    <a:pt x="9650" y="3030"/>
                  </a:cubicBezTo>
                  <a:cubicBezTo>
                    <a:pt x="9667" y="3014"/>
                    <a:pt x="9675" y="2997"/>
                    <a:pt x="9667" y="2980"/>
                  </a:cubicBezTo>
                  <a:cubicBezTo>
                    <a:pt x="9708" y="2972"/>
                    <a:pt x="9741" y="2947"/>
                    <a:pt x="9774" y="2922"/>
                  </a:cubicBezTo>
                  <a:cubicBezTo>
                    <a:pt x="9783" y="2931"/>
                    <a:pt x="9791" y="2947"/>
                    <a:pt x="9807" y="2964"/>
                  </a:cubicBezTo>
                  <a:cubicBezTo>
                    <a:pt x="9821" y="2980"/>
                    <a:pt x="9842" y="2989"/>
                    <a:pt x="9863" y="2989"/>
                  </a:cubicBezTo>
                  <a:cubicBezTo>
                    <a:pt x="9893" y="2989"/>
                    <a:pt x="9920" y="2970"/>
                    <a:pt x="9915" y="2931"/>
                  </a:cubicBezTo>
                  <a:cubicBezTo>
                    <a:pt x="9915" y="2889"/>
                    <a:pt x="9923" y="2848"/>
                    <a:pt x="9940" y="2806"/>
                  </a:cubicBezTo>
                  <a:cubicBezTo>
                    <a:pt x="9957" y="2856"/>
                    <a:pt x="9981" y="2898"/>
                    <a:pt x="10006" y="2947"/>
                  </a:cubicBezTo>
                  <a:cubicBezTo>
                    <a:pt x="10015" y="2965"/>
                    <a:pt x="10029" y="2972"/>
                    <a:pt x="10043" y="2972"/>
                  </a:cubicBezTo>
                  <a:cubicBezTo>
                    <a:pt x="10070" y="2972"/>
                    <a:pt x="10100" y="2946"/>
                    <a:pt x="10106" y="2914"/>
                  </a:cubicBezTo>
                  <a:lnTo>
                    <a:pt x="10106" y="2889"/>
                  </a:lnTo>
                  <a:cubicBezTo>
                    <a:pt x="10255" y="2906"/>
                    <a:pt x="10404" y="2914"/>
                    <a:pt x="10553" y="2939"/>
                  </a:cubicBezTo>
                  <a:cubicBezTo>
                    <a:pt x="10575" y="2942"/>
                    <a:pt x="10598" y="2944"/>
                    <a:pt x="10621" y="2944"/>
                  </a:cubicBezTo>
                  <a:cubicBezTo>
                    <a:pt x="10667" y="2944"/>
                    <a:pt x="10713" y="2936"/>
                    <a:pt x="10752" y="2914"/>
                  </a:cubicBezTo>
                  <a:cubicBezTo>
                    <a:pt x="10760" y="2939"/>
                    <a:pt x="10769" y="2956"/>
                    <a:pt x="10785" y="2972"/>
                  </a:cubicBezTo>
                  <a:cubicBezTo>
                    <a:pt x="10796" y="2983"/>
                    <a:pt x="10811" y="2988"/>
                    <a:pt x="10826" y="2988"/>
                  </a:cubicBezTo>
                  <a:cubicBezTo>
                    <a:pt x="10844" y="2988"/>
                    <a:pt x="10863" y="2981"/>
                    <a:pt x="10876" y="2972"/>
                  </a:cubicBezTo>
                  <a:cubicBezTo>
                    <a:pt x="10893" y="2956"/>
                    <a:pt x="10901" y="2939"/>
                    <a:pt x="10909" y="2931"/>
                  </a:cubicBezTo>
                  <a:cubicBezTo>
                    <a:pt x="10926" y="2939"/>
                    <a:pt x="10943" y="2947"/>
                    <a:pt x="10959" y="2956"/>
                  </a:cubicBezTo>
                  <a:cubicBezTo>
                    <a:pt x="10964" y="2957"/>
                    <a:pt x="10968" y="2957"/>
                    <a:pt x="10972" y="2957"/>
                  </a:cubicBezTo>
                  <a:cubicBezTo>
                    <a:pt x="11001" y="2957"/>
                    <a:pt x="11026" y="2936"/>
                    <a:pt x="11034" y="2914"/>
                  </a:cubicBezTo>
                  <a:cubicBezTo>
                    <a:pt x="11042" y="2864"/>
                    <a:pt x="11050" y="2815"/>
                    <a:pt x="11059" y="2773"/>
                  </a:cubicBezTo>
                  <a:cubicBezTo>
                    <a:pt x="11083" y="2831"/>
                    <a:pt x="11108" y="2889"/>
                    <a:pt x="11141" y="2956"/>
                  </a:cubicBezTo>
                  <a:cubicBezTo>
                    <a:pt x="11150" y="2972"/>
                    <a:pt x="11168" y="2980"/>
                    <a:pt x="11187" y="2980"/>
                  </a:cubicBezTo>
                  <a:cubicBezTo>
                    <a:pt x="11206" y="2980"/>
                    <a:pt x="11224" y="2972"/>
                    <a:pt x="11233" y="2956"/>
                  </a:cubicBezTo>
                  <a:cubicBezTo>
                    <a:pt x="11246" y="2937"/>
                    <a:pt x="11268" y="2930"/>
                    <a:pt x="11294" y="2930"/>
                  </a:cubicBezTo>
                  <a:cubicBezTo>
                    <a:pt x="11349" y="2930"/>
                    <a:pt x="11420" y="2961"/>
                    <a:pt x="11448" y="2972"/>
                  </a:cubicBezTo>
                  <a:cubicBezTo>
                    <a:pt x="11547" y="3005"/>
                    <a:pt x="11647" y="3047"/>
                    <a:pt x="11746" y="3080"/>
                  </a:cubicBezTo>
                  <a:cubicBezTo>
                    <a:pt x="11837" y="3122"/>
                    <a:pt x="11951" y="3187"/>
                    <a:pt x="12049" y="3187"/>
                  </a:cubicBezTo>
                  <a:cubicBezTo>
                    <a:pt x="12067" y="3187"/>
                    <a:pt x="12085" y="3184"/>
                    <a:pt x="12102" y="3179"/>
                  </a:cubicBezTo>
                  <a:cubicBezTo>
                    <a:pt x="12119" y="3204"/>
                    <a:pt x="12127" y="3212"/>
                    <a:pt x="12152" y="3221"/>
                  </a:cubicBezTo>
                  <a:cubicBezTo>
                    <a:pt x="12158" y="3227"/>
                    <a:pt x="12172" y="3232"/>
                    <a:pt x="12186" y="3232"/>
                  </a:cubicBezTo>
                  <a:cubicBezTo>
                    <a:pt x="12191" y="3232"/>
                    <a:pt x="12197" y="3231"/>
                    <a:pt x="12202" y="3229"/>
                  </a:cubicBezTo>
                  <a:cubicBezTo>
                    <a:pt x="12210" y="3221"/>
                    <a:pt x="12218" y="3212"/>
                    <a:pt x="12218" y="3212"/>
                  </a:cubicBezTo>
                  <a:cubicBezTo>
                    <a:pt x="12243" y="3196"/>
                    <a:pt x="12260" y="3171"/>
                    <a:pt x="12268" y="3146"/>
                  </a:cubicBezTo>
                  <a:cubicBezTo>
                    <a:pt x="12276" y="3138"/>
                    <a:pt x="12285" y="3130"/>
                    <a:pt x="12285" y="3113"/>
                  </a:cubicBezTo>
                  <a:cubicBezTo>
                    <a:pt x="12310" y="3072"/>
                    <a:pt x="12334" y="3030"/>
                    <a:pt x="12359" y="2989"/>
                  </a:cubicBezTo>
                  <a:cubicBezTo>
                    <a:pt x="12409" y="2914"/>
                    <a:pt x="12459" y="2831"/>
                    <a:pt x="12508" y="2748"/>
                  </a:cubicBezTo>
                  <a:cubicBezTo>
                    <a:pt x="12517" y="2740"/>
                    <a:pt x="12517" y="2724"/>
                    <a:pt x="12517" y="2715"/>
                  </a:cubicBezTo>
                  <a:cubicBezTo>
                    <a:pt x="12525" y="2707"/>
                    <a:pt x="12533" y="2699"/>
                    <a:pt x="12542" y="2682"/>
                  </a:cubicBezTo>
                  <a:cubicBezTo>
                    <a:pt x="12616" y="2591"/>
                    <a:pt x="12682" y="2500"/>
                    <a:pt x="12749" y="2417"/>
                  </a:cubicBezTo>
                  <a:lnTo>
                    <a:pt x="12749" y="2409"/>
                  </a:lnTo>
                  <a:cubicBezTo>
                    <a:pt x="12753" y="2413"/>
                    <a:pt x="12759" y="2415"/>
                    <a:pt x="12766" y="2415"/>
                  </a:cubicBezTo>
                  <a:cubicBezTo>
                    <a:pt x="12774" y="2415"/>
                    <a:pt x="12782" y="2413"/>
                    <a:pt x="12790" y="2409"/>
                  </a:cubicBezTo>
                  <a:cubicBezTo>
                    <a:pt x="12956" y="2202"/>
                    <a:pt x="13122" y="1994"/>
                    <a:pt x="13296" y="1796"/>
                  </a:cubicBezTo>
                  <a:cubicBezTo>
                    <a:pt x="13337" y="1746"/>
                    <a:pt x="13387" y="1696"/>
                    <a:pt x="13428" y="1646"/>
                  </a:cubicBezTo>
                  <a:cubicBezTo>
                    <a:pt x="13434" y="1668"/>
                    <a:pt x="13454" y="1687"/>
                    <a:pt x="13474" y="1687"/>
                  </a:cubicBezTo>
                  <a:cubicBezTo>
                    <a:pt x="13484" y="1687"/>
                    <a:pt x="13494" y="1682"/>
                    <a:pt x="13503" y="1671"/>
                  </a:cubicBezTo>
                  <a:cubicBezTo>
                    <a:pt x="13619" y="1522"/>
                    <a:pt x="13751" y="1381"/>
                    <a:pt x="13892" y="1249"/>
                  </a:cubicBezTo>
                  <a:cubicBezTo>
                    <a:pt x="14008" y="1166"/>
                    <a:pt x="14116" y="1083"/>
                    <a:pt x="14232" y="992"/>
                  </a:cubicBezTo>
                  <a:cubicBezTo>
                    <a:pt x="14348" y="901"/>
                    <a:pt x="14456" y="801"/>
                    <a:pt x="14580" y="718"/>
                  </a:cubicBezTo>
                  <a:cubicBezTo>
                    <a:pt x="14605" y="702"/>
                    <a:pt x="14630" y="677"/>
                    <a:pt x="14654" y="660"/>
                  </a:cubicBezTo>
                  <a:cubicBezTo>
                    <a:pt x="14787" y="611"/>
                    <a:pt x="14920" y="553"/>
                    <a:pt x="15052" y="503"/>
                  </a:cubicBezTo>
                  <a:cubicBezTo>
                    <a:pt x="15143" y="462"/>
                    <a:pt x="15226" y="428"/>
                    <a:pt x="15309" y="395"/>
                  </a:cubicBezTo>
                  <a:cubicBezTo>
                    <a:pt x="15392" y="362"/>
                    <a:pt x="15483" y="329"/>
                    <a:pt x="15558" y="271"/>
                  </a:cubicBezTo>
                  <a:cubicBezTo>
                    <a:pt x="15657" y="263"/>
                    <a:pt x="15765" y="254"/>
                    <a:pt x="15872" y="254"/>
                  </a:cubicBezTo>
                  <a:cubicBezTo>
                    <a:pt x="15964" y="254"/>
                    <a:pt x="16055" y="263"/>
                    <a:pt x="16154" y="263"/>
                  </a:cubicBezTo>
                  <a:cubicBezTo>
                    <a:pt x="16217" y="268"/>
                    <a:pt x="16284" y="278"/>
                    <a:pt x="16349" y="278"/>
                  </a:cubicBezTo>
                  <a:cubicBezTo>
                    <a:pt x="16378" y="278"/>
                    <a:pt x="16408" y="276"/>
                    <a:pt x="16436" y="271"/>
                  </a:cubicBezTo>
                  <a:cubicBezTo>
                    <a:pt x="16452" y="271"/>
                    <a:pt x="16461" y="246"/>
                    <a:pt x="16461" y="230"/>
                  </a:cubicBezTo>
                  <a:close/>
                  <a:moveTo>
                    <a:pt x="16171" y="0"/>
                  </a:moveTo>
                  <a:cubicBezTo>
                    <a:pt x="16110" y="0"/>
                    <a:pt x="16050" y="9"/>
                    <a:pt x="15997" y="31"/>
                  </a:cubicBezTo>
                  <a:lnTo>
                    <a:pt x="15955" y="31"/>
                  </a:lnTo>
                  <a:cubicBezTo>
                    <a:pt x="15897" y="31"/>
                    <a:pt x="15839" y="39"/>
                    <a:pt x="15773" y="47"/>
                  </a:cubicBezTo>
                  <a:cubicBezTo>
                    <a:pt x="15773" y="31"/>
                    <a:pt x="15765" y="14"/>
                    <a:pt x="15748" y="14"/>
                  </a:cubicBezTo>
                  <a:cubicBezTo>
                    <a:pt x="15616" y="14"/>
                    <a:pt x="15491" y="56"/>
                    <a:pt x="15367" y="89"/>
                  </a:cubicBezTo>
                  <a:cubicBezTo>
                    <a:pt x="15320" y="104"/>
                    <a:pt x="15332" y="164"/>
                    <a:pt x="15375" y="164"/>
                  </a:cubicBezTo>
                  <a:cubicBezTo>
                    <a:pt x="15378" y="164"/>
                    <a:pt x="15381" y="164"/>
                    <a:pt x="15384" y="163"/>
                  </a:cubicBezTo>
                  <a:cubicBezTo>
                    <a:pt x="15425" y="147"/>
                    <a:pt x="15458" y="138"/>
                    <a:pt x="15500" y="130"/>
                  </a:cubicBezTo>
                  <a:cubicBezTo>
                    <a:pt x="15508" y="138"/>
                    <a:pt x="15508" y="147"/>
                    <a:pt x="15516" y="147"/>
                  </a:cubicBezTo>
                  <a:cubicBezTo>
                    <a:pt x="15475" y="155"/>
                    <a:pt x="15433" y="172"/>
                    <a:pt x="15400" y="180"/>
                  </a:cubicBezTo>
                  <a:cubicBezTo>
                    <a:pt x="15259" y="221"/>
                    <a:pt x="15127" y="271"/>
                    <a:pt x="15002" y="337"/>
                  </a:cubicBezTo>
                  <a:cubicBezTo>
                    <a:pt x="14978" y="354"/>
                    <a:pt x="14944" y="362"/>
                    <a:pt x="14920" y="370"/>
                  </a:cubicBezTo>
                  <a:cubicBezTo>
                    <a:pt x="14779" y="420"/>
                    <a:pt x="14646" y="495"/>
                    <a:pt x="14530" y="578"/>
                  </a:cubicBezTo>
                  <a:cubicBezTo>
                    <a:pt x="14480" y="602"/>
                    <a:pt x="14431" y="636"/>
                    <a:pt x="14389" y="669"/>
                  </a:cubicBezTo>
                  <a:cubicBezTo>
                    <a:pt x="14340" y="710"/>
                    <a:pt x="14282" y="743"/>
                    <a:pt x="14232" y="785"/>
                  </a:cubicBezTo>
                  <a:cubicBezTo>
                    <a:pt x="14132" y="876"/>
                    <a:pt x="14033" y="959"/>
                    <a:pt x="13942" y="1050"/>
                  </a:cubicBezTo>
                  <a:cubicBezTo>
                    <a:pt x="13867" y="1116"/>
                    <a:pt x="13793" y="1191"/>
                    <a:pt x="13718" y="1274"/>
                  </a:cubicBezTo>
                  <a:cubicBezTo>
                    <a:pt x="13685" y="1282"/>
                    <a:pt x="13644" y="1307"/>
                    <a:pt x="13610" y="1332"/>
                  </a:cubicBezTo>
                  <a:cubicBezTo>
                    <a:pt x="13561" y="1365"/>
                    <a:pt x="13519" y="1398"/>
                    <a:pt x="13470" y="1439"/>
                  </a:cubicBezTo>
                  <a:cubicBezTo>
                    <a:pt x="13378" y="1522"/>
                    <a:pt x="13296" y="1613"/>
                    <a:pt x="13213" y="1713"/>
                  </a:cubicBezTo>
                  <a:cubicBezTo>
                    <a:pt x="13180" y="1754"/>
                    <a:pt x="13138" y="1804"/>
                    <a:pt x="13105" y="1845"/>
                  </a:cubicBezTo>
                  <a:cubicBezTo>
                    <a:pt x="13099" y="1833"/>
                    <a:pt x="13088" y="1825"/>
                    <a:pt x="13077" y="1825"/>
                  </a:cubicBezTo>
                  <a:cubicBezTo>
                    <a:pt x="13072" y="1825"/>
                    <a:pt x="13068" y="1826"/>
                    <a:pt x="13064" y="1829"/>
                  </a:cubicBezTo>
                  <a:cubicBezTo>
                    <a:pt x="13014" y="1845"/>
                    <a:pt x="12989" y="1878"/>
                    <a:pt x="12956" y="1920"/>
                  </a:cubicBezTo>
                  <a:cubicBezTo>
                    <a:pt x="12923" y="1961"/>
                    <a:pt x="12890" y="2003"/>
                    <a:pt x="12856" y="2052"/>
                  </a:cubicBezTo>
                  <a:lnTo>
                    <a:pt x="12757" y="2177"/>
                  </a:lnTo>
                  <a:lnTo>
                    <a:pt x="12749" y="2177"/>
                  </a:lnTo>
                  <a:cubicBezTo>
                    <a:pt x="12707" y="2193"/>
                    <a:pt x="12674" y="2226"/>
                    <a:pt x="12649" y="2260"/>
                  </a:cubicBezTo>
                  <a:cubicBezTo>
                    <a:pt x="12608" y="2293"/>
                    <a:pt x="12575" y="2326"/>
                    <a:pt x="12550" y="2359"/>
                  </a:cubicBezTo>
                  <a:cubicBezTo>
                    <a:pt x="12484" y="2434"/>
                    <a:pt x="12417" y="2508"/>
                    <a:pt x="12359" y="2583"/>
                  </a:cubicBezTo>
                  <a:cubicBezTo>
                    <a:pt x="12252" y="2724"/>
                    <a:pt x="12152" y="2873"/>
                    <a:pt x="12053" y="3022"/>
                  </a:cubicBezTo>
                  <a:lnTo>
                    <a:pt x="11986" y="3022"/>
                  </a:lnTo>
                  <a:cubicBezTo>
                    <a:pt x="11928" y="3005"/>
                    <a:pt x="11879" y="2989"/>
                    <a:pt x="11829" y="2972"/>
                  </a:cubicBezTo>
                  <a:cubicBezTo>
                    <a:pt x="11730" y="2956"/>
                    <a:pt x="11630" y="2914"/>
                    <a:pt x="11531" y="2889"/>
                  </a:cubicBezTo>
                  <a:cubicBezTo>
                    <a:pt x="11462" y="2864"/>
                    <a:pt x="11365" y="2825"/>
                    <a:pt x="11283" y="2825"/>
                  </a:cubicBezTo>
                  <a:cubicBezTo>
                    <a:pt x="11256" y="2825"/>
                    <a:pt x="11230" y="2829"/>
                    <a:pt x="11208" y="2840"/>
                  </a:cubicBezTo>
                  <a:cubicBezTo>
                    <a:pt x="11166" y="2757"/>
                    <a:pt x="11125" y="2674"/>
                    <a:pt x="11083" y="2583"/>
                  </a:cubicBezTo>
                  <a:cubicBezTo>
                    <a:pt x="11073" y="2569"/>
                    <a:pt x="11057" y="2562"/>
                    <a:pt x="11041" y="2562"/>
                  </a:cubicBezTo>
                  <a:cubicBezTo>
                    <a:pt x="11019" y="2562"/>
                    <a:pt x="10997" y="2575"/>
                    <a:pt x="10992" y="2599"/>
                  </a:cubicBezTo>
                  <a:cubicBezTo>
                    <a:pt x="10976" y="2666"/>
                    <a:pt x="10959" y="2740"/>
                    <a:pt x="10943" y="2815"/>
                  </a:cubicBezTo>
                  <a:cubicBezTo>
                    <a:pt x="10934" y="2806"/>
                    <a:pt x="10934" y="2806"/>
                    <a:pt x="10926" y="2798"/>
                  </a:cubicBezTo>
                  <a:cubicBezTo>
                    <a:pt x="10916" y="2788"/>
                    <a:pt x="10904" y="2784"/>
                    <a:pt x="10891" y="2784"/>
                  </a:cubicBezTo>
                  <a:cubicBezTo>
                    <a:pt x="10871" y="2784"/>
                    <a:pt x="10850" y="2795"/>
                    <a:pt x="10835" y="2815"/>
                  </a:cubicBezTo>
                  <a:cubicBezTo>
                    <a:pt x="10835" y="2806"/>
                    <a:pt x="10835" y="2798"/>
                    <a:pt x="10835" y="2798"/>
                  </a:cubicBezTo>
                  <a:cubicBezTo>
                    <a:pt x="10825" y="2769"/>
                    <a:pt x="10793" y="2751"/>
                    <a:pt x="10765" y="2751"/>
                  </a:cubicBezTo>
                  <a:cubicBezTo>
                    <a:pt x="10744" y="2751"/>
                    <a:pt x="10726" y="2761"/>
                    <a:pt x="10719" y="2782"/>
                  </a:cubicBezTo>
                  <a:cubicBezTo>
                    <a:pt x="10695" y="2829"/>
                    <a:pt x="10635" y="2841"/>
                    <a:pt x="10575" y="2841"/>
                  </a:cubicBezTo>
                  <a:cubicBezTo>
                    <a:pt x="10530" y="2841"/>
                    <a:pt x="10485" y="2835"/>
                    <a:pt x="10454" y="2831"/>
                  </a:cubicBezTo>
                  <a:cubicBezTo>
                    <a:pt x="10321" y="2823"/>
                    <a:pt x="10189" y="2806"/>
                    <a:pt x="10056" y="2790"/>
                  </a:cubicBezTo>
                  <a:lnTo>
                    <a:pt x="10039" y="2790"/>
                  </a:lnTo>
                  <a:cubicBezTo>
                    <a:pt x="10023" y="2757"/>
                    <a:pt x="10006" y="2724"/>
                    <a:pt x="9990" y="2690"/>
                  </a:cubicBezTo>
                  <a:cubicBezTo>
                    <a:pt x="9980" y="2670"/>
                    <a:pt x="9957" y="2659"/>
                    <a:pt x="9938" y="2659"/>
                  </a:cubicBezTo>
                  <a:cubicBezTo>
                    <a:pt x="9925" y="2659"/>
                    <a:pt x="9913" y="2664"/>
                    <a:pt x="9907" y="2674"/>
                  </a:cubicBezTo>
                  <a:cubicBezTo>
                    <a:pt x="9865" y="2715"/>
                    <a:pt x="9841" y="2757"/>
                    <a:pt x="9824" y="2806"/>
                  </a:cubicBezTo>
                  <a:lnTo>
                    <a:pt x="9807" y="2790"/>
                  </a:lnTo>
                  <a:cubicBezTo>
                    <a:pt x="9798" y="2778"/>
                    <a:pt x="9784" y="2772"/>
                    <a:pt x="9768" y="2772"/>
                  </a:cubicBezTo>
                  <a:cubicBezTo>
                    <a:pt x="9742" y="2772"/>
                    <a:pt x="9713" y="2788"/>
                    <a:pt x="9708" y="2815"/>
                  </a:cubicBezTo>
                  <a:cubicBezTo>
                    <a:pt x="9701" y="2864"/>
                    <a:pt x="9658" y="2901"/>
                    <a:pt x="9610" y="2901"/>
                  </a:cubicBezTo>
                  <a:cubicBezTo>
                    <a:pt x="9601" y="2901"/>
                    <a:pt x="9592" y="2900"/>
                    <a:pt x="9584" y="2898"/>
                  </a:cubicBezTo>
                  <a:cubicBezTo>
                    <a:pt x="9578" y="2896"/>
                    <a:pt x="9573" y="2896"/>
                    <a:pt x="9569" y="2896"/>
                  </a:cubicBezTo>
                  <a:cubicBezTo>
                    <a:pt x="9538" y="2896"/>
                    <a:pt x="9526" y="2918"/>
                    <a:pt x="9526" y="2947"/>
                  </a:cubicBezTo>
                  <a:cubicBezTo>
                    <a:pt x="9509" y="2947"/>
                    <a:pt x="9493" y="2939"/>
                    <a:pt x="9476" y="2939"/>
                  </a:cubicBezTo>
                  <a:cubicBezTo>
                    <a:pt x="9418" y="2922"/>
                    <a:pt x="9360" y="2898"/>
                    <a:pt x="9302" y="2889"/>
                  </a:cubicBezTo>
                  <a:cubicBezTo>
                    <a:pt x="9269" y="2889"/>
                    <a:pt x="9211" y="2898"/>
                    <a:pt x="9194" y="2939"/>
                  </a:cubicBezTo>
                  <a:cubicBezTo>
                    <a:pt x="9186" y="2931"/>
                    <a:pt x="9161" y="2922"/>
                    <a:pt x="9153" y="2914"/>
                  </a:cubicBezTo>
                  <a:cubicBezTo>
                    <a:pt x="9128" y="2889"/>
                    <a:pt x="9103" y="2873"/>
                    <a:pt x="9078" y="2848"/>
                  </a:cubicBezTo>
                  <a:cubicBezTo>
                    <a:pt x="9063" y="2836"/>
                    <a:pt x="9047" y="2830"/>
                    <a:pt x="9031" y="2830"/>
                  </a:cubicBezTo>
                  <a:cubicBezTo>
                    <a:pt x="9005" y="2830"/>
                    <a:pt x="8981" y="2846"/>
                    <a:pt x="8971" y="2873"/>
                  </a:cubicBezTo>
                  <a:cubicBezTo>
                    <a:pt x="8962" y="2889"/>
                    <a:pt x="8954" y="2898"/>
                    <a:pt x="8954" y="2906"/>
                  </a:cubicBezTo>
                  <a:lnTo>
                    <a:pt x="8954" y="2914"/>
                  </a:lnTo>
                  <a:cubicBezTo>
                    <a:pt x="8946" y="2906"/>
                    <a:pt x="8937" y="2898"/>
                    <a:pt x="8937" y="2898"/>
                  </a:cubicBezTo>
                  <a:cubicBezTo>
                    <a:pt x="8921" y="2889"/>
                    <a:pt x="8913" y="2889"/>
                    <a:pt x="8896" y="2881"/>
                  </a:cubicBezTo>
                  <a:cubicBezTo>
                    <a:pt x="8871" y="2881"/>
                    <a:pt x="8838" y="2881"/>
                    <a:pt x="8813" y="2898"/>
                  </a:cubicBezTo>
                  <a:cubicBezTo>
                    <a:pt x="8805" y="2898"/>
                    <a:pt x="8788" y="2889"/>
                    <a:pt x="8780" y="2881"/>
                  </a:cubicBezTo>
                  <a:cubicBezTo>
                    <a:pt x="8771" y="2878"/>
                    <a:pt x="8763" y="2877"/>
                    <a:pt x="8755" y="2877"/>
                  </a:cubicBezTo>
                  <a:cubicBezTo>
                    <a:pt x="8717" y="2877"/>
                    <a:pt x="8690" y="2906"/>
                    <a:pt x="8697" y="2947"/>
                  </a:cubicBezTo>
                  <a:cubicBezTo>
                    <a:pt x="8606" y="2922"/>
                    <a:pt x="8523" y="2881"/>
                    <a:pt x="8432" y="2881"/>
                  </a:cubicBezTo>
                  <a:cubicBezTo>
                    <a:pt x="8349" y="2881"/>
                    <a:pt x="8266" y="2906"/>
                    <a:pt x="8200" y="2956"/>
                  </a:cubicBezTo>
                  <a:cubicBezTo>
                    <a:pt x="8183" y="2931"/>
                    <a:pt x="8167" y="2906"/>
                    <a:pt x="8142" y="2889"/>
                  </a:cubicBezTo>
                  <a:cubicBezTo>
                    <a:pt x="8136" y="2883"/>
                    <a:pt x="8128" y="2881"/>
                    <a:pt x="8120" y="2881"/>
                  </a:cubicBezTo>
                  <a:cubicBezTo>
                    <a:pt x="8105" y="2881"/>
                    <a:pt x="8089" y="2890"/>
                    <a:pt x="8084" y="2906"/>
                  </a:cubicBezTo>
                  <a:cubicBezTo>
                    <a:pt x="8067" y="2939"/>
                    <a:pt x="8051" y="2964"/>
                    <a:pt x="8043" y="2989"/>
                  </a:cubicBezTo>
                  <a:cubicBezTo>
                    <a:pt x="8018" y="2947"/>
                    <a:pt x="8001" y="2906"/>
                    <a:pt x="7985" y="2864"/>
                  </a:cubicBezTo>
                  <a:cubicBezTo>
                    <a:pt x="7975" y="2848"/>
                    <a:pt x="7959" y="2840"/>
                    <a:pt x="7943" y="2840"/>
                  </a:cubicBezTo>
                  <a:cubicBezTo>
                    <a:pt x="7920" y="2840"/>
                    <a:pt x="7895" y="2856"/>
                    <a:pt x="7885" y="2881"/>
                  </a:cubicBezTo>
                  <a:cubicBezTo>
                    <a:pt x="7877" y="2914"/>
                    <a:pt x="7860" y="2939"/>
                    <a:pt x="7852" y="2972"/>
                  </a:cubicBezTo>
                  <a:cubicBezTo>
                    <a:pt x="7844" y="2997"/>
                    <a:pt x="7827" y="3055"/>
                    <a:pt x="7811" y="3072"/>
                  </a:cubicBezTo>
                  <a:cubicBezTo>
                    <a:pt x="7807" y="3075"/>
                    <a:pt x="7800" y="3077"/>
                    <a:pt x="7792" y="3077"/>
                  </a:cubicBezTo>
                  <a:cubicBezTo>
                    <a:pt x="7747" y="3077"/>
                    <a:pt x="7648" y="3028"/>
                    <a:pt x="7620" y="3014"/>
                  </a:cubicBezTo>
                  <a:cubicBezTo>
                    <a:pt x="7616" y="3012"/>
                    <a:pt x="7611" y="3012"/>
                    <a:pt x="7607" y="3012"/>
                  </a:cubicBezTo>
                  <a:cubicBezTo>
                    <a:pt x="7578" y="3012"/>
                    <a:pt x="7553" y="3033"/>
                    <a:pt x="7545" y="3055"/>
                  </a:cubicBezTo>
                  <a:cubicBezTo>
                    <a:pt x="7537" y="3105"/>
                    <a:pt x="7446" y="3121"/>
                    <a:pt x="7396" y="3146"/>
                  </a:cubicBezTo>
                  <a:cubicBezTo>
                    <a:pt x="7363" y="3154"/>
                    <a:pt x="7330" y="3171"/>
                    <a:pt x="7297" y="3179"/>
                  </a:cubicBezTo>
                  <a:cubicBezTo>
                    <a:pt x="7274" y="3190"/>
                    <a:pt x="7252" y="3195"/>
                    <a:pt x="7229" y="3195"/>
                  </a:cubicBezTo>
                  <a:cubicBezTo>
                    <a:pt x="7201" y="3195"/>
                    <a:pt x="7171" y="3188"/>
                    <a:pt x="7139" y="3179"/>
                  </a:cubicBezTo>
                  <a:cubicBezTo>
                    <a:pt x="7135" y="3178"/>
                    <a:pt x="7131" y="3178"/>
                    <a:pt x="7127" y="3178"/>
                  </a:cubicBezTo>
                  <a:cubicBezTo>
                    <a:pt x="7100" y="3178"/>
                    <a:pt x="7080" y="3200"/>
                    <a:pt x="7073" y="3229"/>
                  </a:cubicBezTo>
                  <a:cubicBezTo>
                    <a:pt x="7069" y="3276"/>
                    <a:pt x="7034" y="3292"/>
                    <a:pt x="6995" y="3292"/>
                  </a:cubicBezTo>
                  <a:cubicBezTo>
                    <a:pt x="6959" y="3292"/>
                    <a:pt x="6919" y="3278"/>
                    <a:pt x="6899" y="3262"/>
                  </a:cubicBezTo>
                  <a:cubicBezTo>
                    <a:pt x="6893" y="3256"/>
                    <a:pt x="6884" y="3253"/>
                    <a:pt x="6875" y="3253"/>
                  </a:cubicBezTo>
                  <a:cubicBezTo>
                    <a:pt x="6857" y="3253"/>
                    <a:pt x="6838" y="3263"/>
                    <a:pt x="6833" y="3279"/>
                  </a:cubicBezTo>
                  <a:cubicBezTo>
                    <a:pt x="6733" y="3279"/>
                    <a:pt x="6626" y="3320"/>
                    <a:pt x="6535" y="3370"/>
                  </a:cubicBezTo>
                  <a:cubicBezTo>
                    <a:pt x="6535" y="3370"/>
                    <a:pt x="6526" y="3361"/>
                    <a:pt x="6526" y="3361"/>
                  </a:cubicBezTo>
                  <a:cubicBezTo>
                    <a:pt x="6521" y="3361"/>
                    <a:pt x="6512" y="3358"/>
                    <a:pt x="6504" y="3358"/>
                  </a:cubicBezTo>
                  <a:cubicBezTo>
                    <a:pt x="6500" y="3358"/>
                    <a:pt x="6496" y="3359"/>
                    <a:pt x="6493" y="3361"/>
                  </a:cubicBezTo>
                  <a:cubicBezTo>
                    <a:pt x="6485" y="3361"/>
                    <a:pt x="6477" y="3370"/>
                    <a:pt x="6468" y="3378"/>
                  </a:cubicBezTo>
                  <a:cubicBezTo>
                    <a:pt x="6468" y="3386"/>
                    <a:pt x="6460" y="3395"/>
                    <a:pt x="6460" y="3403"/>
                  </a:cubicBezTo>
                  <a:cubicBezTo>
                    <a:pt x="6452" y="3411"/>
                    <a:pt x="6444" y="3411"/>
                    <a:pt x="6427" y="3419"/>
                  </a:cubicBezTo>
                  <a:cubicBezTo>
                    <a:pt x="6410" y="3411"/>
                    <a:pt x="6394" y="3395"/>
                    <a:pt x="6377" y="3386"/>
                  </a:cubicBezTo>
                  <a:cubicBezTo>
                    <a:pt x="6370" y="3383"/>
                    <a:pt x="6362" y="3381"/>
                    <a:pt x="6354" y="3381"/>
                  </a:cubicBezTo>
                  <a:cubicBezTo>
                    <a:pt x="6343" y="3381"/>
                    <a:pt x="6332" y="3385"/>
                    <a:pt x="6328" y="3395"/>
                  </a:cubicBezTo>
                  <a:cubicBezTo>
                    <a:pt x="6319" y="3411"/>
                    <a:pt x="6319" y="3428"/>
                    <a:pt x="6336" y="3444"/>
                  </a:cubicBezTo>
                  <a:cubicBezTo>
                    <a:pt x="6344" y="3453"/>
                    <a:pt x="6352" y="3461"/>
                    <a:pt x="6361" y="3469"/>
                  </a:cubicBezTo>
                  <a:cubicBezTo>
                    <a:pt x="6361" y="3477"/>
                    <a:pt x="6352" y="3477"/>
                    <a:pt x="6352" y="3486"/>
                  </a:cubicBezTo>
                  <a:cubicBezTo>
                    <a:pt x="6352" y="3486"/>
                    <a:pt x="6352" y="3477"/>
                    <a:pt x="6352" y="3477"/>
                  </a:cubicBezTo>
                  <a:cubicBezTo>
                    <a:pt x="6348" y="3473"/>
                    <a:pt x="6337" y="3468"/>
                    <a:pt x="6328" y="3468"/>
                  </a:cubicBezTo>
                  <a:cubicBezTo>
                    <a:pt x="6321" y="3468"/>
                    <a:pt x="6314" y="3470"/>
                    <a:pt x="6311" y="3477"/>
                  </a:cubicBezTo>
                  <a:cubicBezTo>
                    <a:pt x="6311" y="3486"/>
                    <a:pt x="6303" y="3494"/>
                    <a:pt x="6303" y="3511"/>
                  </a:cubicBezTo>
                  <a:cubicBezTo>
                    <a:pt x="6286" y="3494"/>
                    <a:pt x="6278" y="3486"/>
                    <a:pt x="6270" y="3477"/>
                  </a:cubicBezTo>
                  <a:cubicBezTo>
                    <a:pt x="6258" y="3459"/>
                    <a:pt x="6242" y="3450"/>
                    <a:pt x="6226" y="3450"/>
                  </a:cubicBezTo>
                  <a:cubicBezTo>
                    <a:pt x="6207" y="3450"/>
                    <a:pt x="6187" y="3463"/>
                    <a:pt x="6178" y="3486"/>
                  </a:cubicBezTo>
                  <a:cubicBezTo>
                    <a:pt x="6170" y="3502"/>
                    <a:pt x="6170" y="3527"/>
                    <a:pt x="6162" y="3544"/>
                  </a:cubicBezTo>
                  <a:cubicBezTo>
                    <a:pt x="6154" y="3552"/>
                    <a:pt x="6145" y="3552"/>
                    <a:pt x="6137" y="3560"/>
                  </a:cubicBezTo>
                  <a:cubicBezTo>
                    <a:pt x="6112" y="3535"/>
                    <a:pt x="6096" y="3511"/>
                    <a:pt x="6071" y="3494"/>
                  </a:cubicBezTo>
                  <a:cubicBezTo>
                    <a:pt x="6063" y="3490"/>
                    <a:pt x="6056" y="3489"/>
                    <a:pt x="6048" y="3489"/>
                  </a:cubicBezTo>
                  <a:cubicBezTo>
                    <a:pt x="6021" y="3489"/>
                    <a:pt x="5996" y="3510"/>
                    <a:pt x="5996" y="3535"/>
                  </a:cubicBezTo>
                  <a:cubicBezTo>
                    <a:pt x="5996" y="3560"/>
                    <a:pt x="5988" y="3585"/>
                    <a:pt x="5988" y="3610"/>
                  </a:cubicBezTo>
                  <a:cubicBezTo>
                    <a:pt x="5988" y="3627"/>
                    <a:pt x="5988" y="3635"/>
                    <a:pt x="5988" y="3643"/>
                  </a:cubicBezTo>
                  <a:lnTo>
                    <a:pt x="5980" y="3643"/>
                  </a:lnTo>
                  <a:cubicBezTo>
                    <a:pt x="5980" y="3602"/>
                    <a:pt x="5988" y="3560"/>
                    <a:pt x="5980" y="3511"/>
                  </a:cubicBezTo>
                  <a:cubicBezTo>
                    <a:pt x="5980" y="3494"/>
                    <a:pt x="5965" y="3486"/>
                    <a:pt x="5951" y="3486"/>
                  </a:cubicBezTo>
                  <a:cubicBezTo>
                    <a:pt x="5936" y="3486"/>
                    <a:pt x="5922" y="3494"/>
                    <a:pt x="5922" y="3511"/>
                  </a:cubicBezTo>
                  <a:cubicBezTo>
                    <a:pt x="5922" y="3560"/>
                    <a:pt x="5922" y="3602"/>
                    <a:pt x="5913" y="3651"/>
                  </a:cubicBezTo>
                  <a:lnTo>
                    <a:pt x="5913" y="3569"/>
                  </a:lnTo>
                  <a:cubicBezTo>
                    <a:pt x="5913" y="3544"/>
                    <a:pt x="5897" y="3527"/>
                    <a:pt x="5872" y="3527"/>
                  </a:cubicBezTo>
                  <a:cubicBezTo>
                    <a:pt x="5855" y="3527"/>
                    <a:pt x="5839" y="3544"/>
                    <a:pt x="5839" y="3569"/>
                  </a:cubicBezTo>
                  <a:cubicBezTo>
                    <a:pt x="5839" y="3610"/>
                    <a:pt x="5839" y="3643"/>
                    <a:pt x="5839" y="3693"/>
                  </a:cubicBezTo>
                  <a:cubicBezTo>
                    <a:pt x="5830" y="3693"/>
                    <a:pt x="5830" y="3701"/>
                    <a:pt x="5830" y="3701"/>
                  </a:cubicBezTo>
                  <a:cubicBezTo>
                    <a:pt x="5822" y="3701"/>
                    <a:pt x="5814" y="3709"/>
                    <a:pt x="5806" y="3709"/>
                  </a:cubicBezTo>
                  <a:cubicBezTo>
                    <a:pt x="5789" y="3726"/>
                    <a:pt x="5781" y="3734"/>
                    <a:pt x="5764" y="3751"/>
                  </a:cubicBezTo>
                  <a:lnTo>
                    <a:pt x="5756" y="3734"/>
                  </a:lnTo>
                  <a:cubicBezTo>
                    <a:pt x="5748" y="3701"/>
                    <a:pt x="5731" y="3660"/>
                    <a:pt x="5723" y="3627"/>
                  </a:cubicBezTo>
                  <a:cubicBezTo>
                    <a:pt x="5716" y="3608"/>
                    <a:pt x="5706" y="3599"/>
                    <a:pt x="5694" y="3599"/>
                  </a:cubicBezTo>
                  <a:cubicBezTo>
                    <a:pt x="5690" y="3599"/>
                    <a:pt x="5685" y="3600"/>
                    <a:pt x="5681" y="3602"/>
                  </a:cubicBezTo>
                  <a:cubicBezTo>
                    <a:pt x="5656" y="3602"/>
                    <a:pt x="5648" y="3627"/>
                    <a:pt x="5656" y="3643"/>
                  </a:cubicBezTo>
                  <a:cubicBezTo>
                    <a:pt x="5665" y="3676"/>
                    <a:pt x="5673" y="3718"/>
                    <a:pt x="5681" y="3759"/>
                  </a:cubicBezTo>
                  <a:lnTo>
                    <a:pt x="5690" y="3776"/>
                  </a:lnTo>
                  <a:cubicBezTo>
                    <a:pt x="5673" y="3776"/>
                    <a:pt x="5656" y="3792"/>
                    <a:pt x="5656" y="3809"/>
                  </a:cubicBezTo>
                  <a:cubicBezTo>
                    <a:pt x="5656" y="3817"/>
                    <a:pt x="5656" y="3825"/>
                    <a:pt x="5656" y="3825"/>
                  </a:cubicBezTo>
                  <a:cubicBezTo>
                    <a:pt x="5656" y="3825"/>
                    <a:pt x="5656" y="3834"/>
                    <a:pt x="5648" y="3834"/>
                  </a:cubicBezTo>
                  <a:cubicBezTo>
                    <a:pt x="5648" y="3809"/>
                    <a:pt x="5640" y="3792"/>
                    <a:pt x="5640" y="3776"/>
                  </a:cubicBezTo>
                  <a:cubicBezTo>
                    <a:pt x="5632" y="3734"/>
                    <a:pt x="5615" y="3693"/>
                    <a:pt x="5598" y="3660"/>
                  </a:cubicBezTo>
                  <a:cubicBezTo>
                    <a:pt x="5590" y="3635"/>
                    <a:pt x="5582" y="3618"/>
                    <a:pt x="5574" y="3593"/>
                  </a:cubicBezTo>
                  <a:cubicBezTo>
                    <a:pt x="5557" y="3577"/>
                    <a:pt x="5540" y="3560"/>
                    <a:pt x="5524" y="3544"/>
                  </a:cubicBezTo>
                  <a:cubicBezTo>
                    <a:pt x="5517" y="3539"/>
                    <a:pt x="5509" y="3537"/>
                    <a:pt x="5502" y="3537"/>
                  </a:cubicBezTo>
                  <a:cubicBezTo>
                    <a:pt x="5482" y="3537"/>
                    <a:pt x="5463" y="3551"/>
                    <a:pt x="5458" y="3569"/>
                  </a:cubicBezTo>
                  <a:cubicBezTo>
                    <a:pt x="5449" y="3577"/>
                    <a:pt x="5449" y="3577"/>
                    <a:pt x="5449" y="3585"/>
                  </a:cubicBezTo>
                  <a:cubicBezTo>
                    <a:pt x="5449" y="3602"/>
                    <a:pt x="5449" y="3610"/>
                    <a:pt x="5458" y="3618"/>
                  </a:cubicBezTo>
                  <a:cubicBezTo>
                    <a:pt x="5458" y="3635"/>
                    <a:pt x="5458" y="3643"/>
                    <a:pt x="5466" y="3651"/>
                  </a:cubicBezTo>
                  <a:cubicBezTo>
                    <a:pt x="5474" y="3668"/>
                    <a:pt x="5474" y="3685"/>
                    <a:pt x="5482" y="3701"/>
                  </a:cubicBezTo>
                  <a:lnTo>
                    <a:pt x="5499" y="3734"/>
                  </a:lnTo>
                  <a:cubicBezTo>
                    <a:pt x="5487" y="3726"/>
                    <a:pt x="5472" y="3722"/>
                    <a:pt x="5458" y="3722"/>
                  </a:cubicBezTo>
                  <a:cubicBezTo>
                    <a:pt x="5443" y="3722"/>
                    <a:pt x="5429" y="3726"/>
                    <a:pt x="5416" y="3734"/>
                  </a:cubicBezTo>
                  <a:cubicBezTo>
                    <a:pt x="5375" y="3660"/>
                    <a:pt x="5325" y="3593"/>
                    <a:pt x="5275" y="3519"/>
                  </a:cubicBezTo>
                  <a:cubicBezTo>
                    <a:pt x="5217" y="3453"/>
                    <a:pt x="5151" y="3370"/>
                    <a:pt x="5068" y="3320"/>
                  </a:cubicBezTo>
                  <a:cubicBezTo>
                    <a:pt x="5062" y="3317"/>
                    <a:pt x="5056" y="3316"/>
                    <a:pt x="5050" y="3316"/>
                  </a:cubicBezTo>
                  <a:cubicBezTo>
                    <a:pt x="5024" y="3316"/>
                    <a:pt x="5005" y="3343"/>
                    <a:pt x="5018" y="3370"/>
                  </a:cubicBezTo>
                  <a:cubicBezTo>
                    <a:pt x="5027" y="3386"/>
                    <a:pt x="5035" y="3403"/>
                    <a:pt x="5043" y="3419"/>
                  </a:cubicBezTo>
                  <a:cubicBezTo>
                    <a:pt x="4952" y="3353"/>
                    <a:pt x="4869" y="3287"/>
                    <a:pt x="4778" y="3221"/>
                  </a:cubicBezTo>
                  <a:cubicBezTo>
                    <a:pt x="4770" y="3212"/>
                    <a:pt x="4762" y="3196"/>
                    <a:pt x="4753" y="3188"/>
                  </a:cubicBezTo>
                  <a:cubicBezTo>
                    <a:pt x="4662" y="3080"/>
                    <a:pt x="4546" y="2997"/>
                    <a:pt x="4438" y="2922"/>
                  </a:cubicBezTo>
                  <a:cubicBezTo>
                    <a:pt x="4306" y="2848"/>
                    <a:pt x="4173" y="2782"/>
                    <a:pt x="4041" y="2715"/>
                  </a:cubicBezTo>
                  <a:cubicBezTo>
                    <a:pt x="3966" y="2682"/>
                    <a:pt x="3900" y="2649"/>
                    <a:pt x="3825" y="2616"/>
                  </a:cubicBezTo>
                  <a:cubicBezTo>
                    <a:pt x="3759" y="2583"/>
                    <a:pt x="3684" y="2541"/>
                    <a:pt x="3610" y="2533"/>
                  </a:cubicBezTo>
                  <a:cubicBezTo>
                    <a:pt x="3593" y="2533"/>
                    <a:pt x="3585" y="2533"/>
                    <a:pt x="3568" y="2541"/>
                  </a:cubicBezTo>
                  <a:cubicBezTo>
                    <a:pt x="3486" y="2483"/>
                    <a:pt x="3394" y="2417"/>
                    <a:pt x="3312" y="2351"/>
                  </a:cubicBezTo>
                  <a:cubicBezTo>
                    <a:pt x="3262" y="2309"/>
                    <a:pt x="3220" y="2268"/>
                    <a:pt x="3171" y="2226"/>
                  </a:cubicBezTo>
                  <a:cubicBezTo>
                    <a:pt x="3121" y="2185"/>
                    <a:pt x="3071" y="2135"/>
                    <a:pt x="3005" y="2110"/>
                  </a:cubicBezTo>
                  <a:cubicBezTo>
                    <a:pt x="3002" y="2110"/>
                    <a:pt x="2998" y="2109"/>
                    <a:pt x="2995" y="2109"/>
                  </a:cubicBezTo>
                  <a:cubicBezTo>
                    <a:pt x="2965" y="2109"/>
                    <a:pt x="2940" y="2140"/>
                    <a:pt x="2947" y="2177"/>
                  </a:cubicBezTo>
                  <a:cubicBezTo>
                    <a:pt x="2955" y="2210"/>
                    <a:pt x="2972" y="2243"/>
                    <a:pt x="2997" y="2276"/>
                  </a:cubicBezTo>
                  <a:cubicBezTo>
                    <a:pt x="2947" y="2243"/>
                    <a:pt x="2897" y="2210"/>
                    <a:pt x="2848" y="2185"/>
                  </a:cubicBezTo>
                  <a:cubicBezTo>
                    <a:pt x="2715" y="2119"/>
                    <a:pt x="2582" y="2069"/>
                    <a:pt x="2442" y="2028"/>
                  </a:cubicBezTo>
                  <a:cubicBezTo>
                    <a:pt x="2350" y="2003"/>
                    <a:pt x="2235" y="1974"/>
                    <a:pt x="2128" y="1974"/>
                  </a:cubicBezTo>
                  <a:cubicBezTo>
                    <a:pt x="2090" y="1974"/>
                    <a:pt x="2053" y="1978"/>
                    <a:pt x="2019" y="1986"/>
                  </a:cubicBezTo>
                  <a:cubicBezTo>
                    <a:pt x="1994" y="1994"/>
                    <a:pt x="1986" y="2011"/>
                    <a:pt x="1986" y="2028"/>
                  </a:cubicBezTo>
                  <a:cubicBezTo>
                    <a:pt x="1870" y="2003"/>
                    <a:pt x="1762" y="1986"/>
                    <a:pt x="1654" y="1978"/>
                  </a:cubicBezTo>
                  <a:cubicBezTo>
                    <a:pt x="1563" y="1970"/>
                    <a:pt x="1472" y="1970"/>
                    <a:pt x="1389" y="1970"/>
                  </a:cubicBezTo>
                  <a:cubicBezTo>
                    <a:pt x="1298" y="1978"/>
                    <a:pt x="1199" y="1986"/>
                    <a:pt x="1124" y="2028"/>
                  </a:cubicBezTo>
                  <a:cubicBezTo>
                    <a:pt x="1108" y="2036"/>
                    <a:pt x="1099" y="2052"/>
                    <a:pt x="1099" y="2069"/>
                  </a:cubicBezTo>
                  <a:cubicBezTo>
                    <a:pt x="959" y="2069"/>
                    <a:pt x="818" y="2094"/>
                    <a:pt x="677" y="2127"/>
                  </a:cubicBezTo>
                  <a:cubicBezTo>
                    <a:pt x="569" y="2152"/>
                    <a:pt x="453" y="2177"/>
                    <a:pt x="345" y="2218"/>
                  </a:cubicBezTo>
                  <a:cubicBezTo>
                    <a:pt x="246" y="2251"/>
                    <a:pt x="205" y="2342"/>
                    <a:pt x="163" y="2434"/>
                  </a:cubicBezTo>
                  <a:cubicBezTo>
                    <a:pt x="80" y="2649"/>
                    <a:pt x="80" y="2898"/>
                    <a:pt x="80" y="3130"/>
                  </a:cubicBezTo>
                  <a:cubicBezTo>
                    <a:pt x="80" y="3154"/>
                    <a:pt x="80" y="3188"/>
                    <a:pt x="80" y="3221"/>
                  </a:cubicBezTo>
                  <a:cubicBezTo>
                    <a:pt x="74" y="3202"/>
                    <a:pt x="60" y="3194"/>
                    <a:pt x="46" y="3194"/>
                  </a:cubicBezTo>
                  <a:cubicBezTo>
                    <a:pt x="24" y="3194"/>
                    <a:pt x="1" y="3215"/>
                    <a:pt x="6" y="3246"/>
                  </a:cubicBezTo>
                  <a:cubicBezTo>
                    <a:pt x="39" y="3345"/>
                    <a:pt x="64" y="3453"/>
                    <a:pt x="97" y="3552"/>
                  </a:cubicBezTo>
                  <a:cubicBezTo>
                    <a:pt x="113" y="3668"/>
                    <a:pt x="122" y="3784"/>
                    <a:pt x="155" y="3883"/>
                  </a:cubicBezTo>
                  <a:cubicBezTo>
                    <a:pt x="167" y="3909"/>
                    <a:pt x="190" y="3920"/>
                    <a:pt x="211" y="3920"/>
                  </a:cubicBezTo>
                  <a:cubicBezTo>
                    <a:pt x="217" y="3920"/>
                    <a:pt x="224" y="3919"/>
                    <a:pt x="229" y="3917"/>
                  </a:cubicBezTo>
                  <a:cubicBezTo>
                    <a:pt x="296" y="4099"/>
                    <a:pt x="370" y="4273"/>
                    <a:pt x="453" y="4439"/>
                  </a:cubicBezTo>
                  <a:cubicBezTo>
                    <a:pt x="544" y="4629"/>
                    <a:pt x="644" y="4820"/>
                    <a:pt x="751" y="5002"/>
                  </a:cubicBezTo>
                  <a:cubicBezTo>
                    <a:pt x="801" y="5077"/>
                    <a:pt x="851" y="5151"/>
                    <a:pt x="901" y="5226"/>
                  </a:cubicBezTo>
                  <a:cubicBezTo>
                    <a:pt x="884" y="5292"/>
                    <a:pt x="934" y="5367"/>
                    <a:pt x="967" y="5416"/>
                  </a:cubicBezTo>
                  <a:cubicBezTo>
                    <a:pt x="1017" y="5491"/>
                    <a:pt x="1066" y="5565"/>
                    <a:pt x="1108" y="5640"/>
                  </a:cubicBezTo>
                  <a:cubicBezTo>
                    <a:pt x="1190" y="5797"/>
                    <a:pt x="1240" y="5971"/>
                    <a:pt x="1282" y="6145"/>
                  </a:cubicBezTo>
                  <a:cubicBezTo>
                    <a:pt x="1289" y="6179"/>
                    <a:pt x="1318" y="6194"/>
                    <a:pt x="1348" y="6194"/>
                  </a:cubicBezTo>
                  <a:cubicBezTo>
                    <a:pt x="1386" y="6194"/>
                    <a:pt x="1426" y="6170"/>
                    <a:pt x="1431" y="6129"/>
                  </a:cubicBezTo>
                  <a:cubicBezTo>
                    <a:pt x="1456" y="6187"/>
                    <a:pt x="1480" y="6245"/>
                    <a:pt x="1514" y="6303"/>
                  </a:cubicBezTo>
                  <a:cubicBezTo>
                    <a:pt x="1572" y="6419"/>
                    <a:pt x="1646" y="6576"/>
                    <a:pt x="1762" y="6659"/>
                  </a:cubicBezTo>
                  <a:cubicBezTo>
                    <a:pt x="1767" y="6664"/>
                    <a:pt x="1773" y="6666"/>
                    <a:pt x="1778" y="6666"/>
                  </a:cubicBezTo>
                  <a:cubicBezTo>
                    <a:pt x="1792" y="6666"/>
                    <a:pt x="1806" y="6654"/>
                    <a:pt x="1812" y="6643"/>
                  </a:cubicBezTo>
                  <a:cubicBezTo>
                    <a:pt x="1878" y="6734"/>
                    <a:pt x="1953" y="6817"/>
                    <a:pt x="2027" y="6899"/>
                  </a:cubicBezTo>
                  <a:cubicBezTo>
                    <a:pt x="2118" y="6999"/>
                    <a:pt x="2218" y="7082"/>
                    <a:pt x="2317" y="7173"/>
                  </a:cubicBezTo>
                  <a:cubicBezTo>
                    <a:pt x="2268" y="7189"/>
                    <a:pt x="2243" y="7247"/>
                    <a:pt x="2301" y="7272"/>
                  </a:cubicBezTo>
                  <a:cubicBezTo>
                    <a:pt x="2367" y="7305"/>
                    <a:pt x="2433" y="7347"/>
                    <a:pt x="2500" y="7397"/>
                  </a:cubicBezTo>
                  <a:cubicBezTo>
                    <a:pt x="2458" y="7405"/>
                    <a:pt x="2425" y="7471"/>
                    <a:pt x="2466" y="7513"/>
                  </a:cubicBezTo>
                  <a:cubicBezTo>
                    <a:pt x="2566" y="7595"/>
                    <a:pt x="2674" y="7678"/>
                    <a:pt x="2773" y="7761"/>
                  </a:cubicBezTo>
                  <a:cubicBezTo>
                    <a:pt x="2773" y="7761"/>
                    <a:pt x="2773" y="7769"/>
                    <a:pt x="2773" y="7769"/>
                  </a:cubicBezTo>
                  <a:cubicBezTo>
                    <a:pt x="2740" y="7861"/>
                    <a:pt x="2806" y="7927"/>
                    <a:pt x="2872" y="7977"/>
                  </a:cubicBezTo>
                  <a:cubicBezTo>
                    <a:pt x="2955" y="8026"/>
                    <a:pt x="3030" y="8076"/>
                    <a:pt x="3113" y="8117"/>
                  </a:cubicBezTo>
                  <a:cubicBezTo>
                    <a:pt x="3129" y="8126"/>
                    <a:pt x="3146" y="8134"/>
                    <a:pt x="3162" y="8134"/>
                  </a:cubicBezTo>
                  <a:cubicBezTo>
                    <a:pt x="3154" y="8159"/>
                    <a:pt x="3162" y="8184"/>
                    <a:pt x="3187" y="8200"/>
                  </a:cubicBezTo>
                  <a:cubicBezTo>
                    <a:pt x="3328" y="8275"/>
                    <a:pt x="3477" y="8341"/>
                    <a:pt x="3626" y="8407"/>
                  </a:cubicBezTo>
                  <a:cubicBezTo>
                    <a:pt x="3693" y="8440"/>
                    <a:pt x="3742" y="8474"/>
                    <a:pt x="3792" y="8523"/>
                  </a:cubicBezTo>
                  <a:cubicBezTo>
                    <a:pt x="3842" y="8573"/>
                    <a:pt x="3892" y="8639"/>
                    <a:pt x="3958" y="8664"/>
                  </a:cubicBezTo>
                  <a:cubicBezTo>
                    <a:pt x="3958" y="8681"/>
                    <a:pt x="3958" y="8689"/>
                    <a:pt x="3958" y="8697"/>
                  </a:cubicBezTo>
                  <a:cubicBezTo>
                    <a:pt x="3941" y="8797"/>
                    <a:pt x="3925" y="8888"/>
                    <a:pt x="3916" y="8979"/>
                  </a:cubicBezTo>
                  <a:cubicBezTo>
                    <a:pt x="3908" y="9078"/>
                    <a:pt x="3900" y="9170"/>
                    <a:pt x="3900" y="9269"/>
                  </a:cubicBezTo>
                  <a:cubicBezTo>
                    <a:pt x="3892" y="9344"/>
                    <a:pt x="3875" y="9476"/>
                    <a:pt x="3950" y="9526"/>
                  </a:cubicBezTo>
                  <a:cubicBezTo>
                    <a:pt x="3954" y="9528"/>
                    <a:pt x="3959" y="9529"/>
                    <a:pt x="3964" y="9529"/>
                  </a:cubicBezTo>
                  <a:cubicBezTo>
                    <a:pt x="3976" y="9529"/>
                    <a:pt x="3988" y="9523"/>
                    <a:pt x="3999" y="9518"/>
                  </a:cubicBezTo>
                  <a:cubicBezTo>
                    <a:pt x="3999" y="9518"/>
                    <a:pt x="3999" y="9509"/>
                    <a:pt x="4008" y="9509"/>
                  </a:cubicBezTo>
                  <a:cubicBezTo>
                    <a:pt x="4008" y="9518"/>
                    <a:pt x="4008" y="9534"/>
                    <a:pt x="4016" y="9542"/>
                  </a:cubicBezTo>
                  <a:cubicBezTo>
                    <a:pt x="4016" y="9592"/>
                    <a:pt x="4016" y="9650"/>
                    <a:pt x="4016" y="9700"/>
                  </a:cubicBezTo>
                  <a:cubicBezTo>
                    <a:pt x="4016" y="9783"/>
                    <a:pt x="4016" y="9907"/>
                    <a:pt x="4066" y="9973"/>
                  </a:cubicBezTo>
                  <a:cubicBezTo>
                    <a:pt x="4077" y="9992"/>
                    <a:pt x="4093" y="10001"/>
                    <a:pt x="4109" y="10001"/>
                  </a:cubicBezTo>
                  <a:cubicBezTo>
                    <a:pt x="4128" y="10001"/>
                    <a:pt x="4148" y="9988"/>
                    <a:pt x="4157" y="9965"/>
                  </a:cubicBezTo>
                  <a:cubicBezTo>
                    <a:pt x="4173" y="9932"/>
                    <a:pt x="4173" y="9890"/>
                    <a:pt x="4173" y="9857"/>
                  </a:cubicBezTo>
                  <a:lnTo>
                    <a:pt x="4182" y="9857"/>
                  </a:lnTo>
                  <a:cubicBezTo>
                    <a:pt x="4198" y="9874"/>
                    <a:pt x="4206" y="9899"/>
                    <a:pt x="4215" y="9915"/>
                  </a:cubicBezTo>
                  <a:cubicBezTo>
                    <a:pt x="4231" y="9990"/>
                    <a:pt x="4248" y="10056"/>
                    <a:pt x="4264" y="10131"/>
                  </a:cubicBezTo>
                  <a:cubicBezTo>
                    <a:pt x="4289" y="10205"/>
                    <a:pt x="4306" y="10296"/>
                    <a:pt x="4339" y="10371"/>
                  </a:cubicBezTo>
                  <a:cubicBezTo>
                    <a:pt x="4331" y="10379"/>
                    <a:pt x="4331" y="10388"/>
                    <a:pt x="4322" y="10404"/>
                  </a:cubicBezTo>
                  <a:cubicBezTo>
                    <a:pt x="4306" y="10462"/>
                    <a:pt x="4298" y="10528"/>
                    <a:pt x="4298" y="10595"/>
                  </a:cubicBezTo>
                  <a:cubicBezTo>
                    <a:pt x="4289" y="10653"/>
                    <a:pt x="4298" y="10711"/>
                    <a:pt x="4314" y="10777"/>
                  </a:cubicBezTo>
                  <a:cubicBezTo>
                    <a:pt x="4321" y="10798"/>
                    <a:pt x="4335" y="10807"/>
                    <a:pt x="4350" y="10807"/>
                  </a:cubicBezTo>
                  <a:cubicBezTo>
                    <a:pt x="4371" y="10807"/>
                    <a:pt x="4392" y="10789"/>
                    <a:pt x="4397" y="10760"/>
                  </a:cubicBezTo>
                  <a:cubicBezTo>
                    <a:pt x="4397" y="10752"/>
                    <a:pt x="4397" y="10752"/>
                    <a:pt x="4397" y="10744"/>
                  </a:cubicBezTo>
                  <a:cubicBezTo>
                    <a:pt x="4397" y="10827"/>
                    <a:pt x="4405" y="10918"/>
                    <a:pt x="4422" y="11009"/>
                  </a:cubicBezTo>
                  <a:cubicBezTo>
                    <a:pt x="4422" y="11017"/>
                    <a:pt x="4422" y="11017"/>
                    <a:pt x="4422" y="11026"/>
                  </a:cubicBezTo>
                  <a:cubicBezTo>
                    <a:pt x="4405" y="11059"/>
                    <a:pt x="4430" y="11092"/>
                    <a:pt x="4455" y="11100"/>
                  </a:cubicBezTo>
                  <a:cubicBezTo>
                    <a:pt x="4455" y="11117"/>
                    <a:pt x="4447" y="11133"/>
                    <a:pt x="4447" y="11142"/>
                  </a:cubicBezTo>
                  <a:cubicBezTo>
                    <a:pt x="4347" y="11324"/>
                    <a:pt x="4273" y="11514"/>
                    <a:pt x="4206" y="11705"/>
                  </a:cubicBezTo>
                  <a:lnTo>
                    <a:pt x="4206" y="11713"/>
                  </a:lnTo>
                  <a:cubicBezTo>
                    <a:pt x="3958" y="12020"/>
                    <a:pt x="3842" y="12401"/>
                    <a:pt x="3817" y="12799"/>
                  </a:cubicBezTo>
                  <a:cubicBezTo>
                    <a:pt x="3684" y="13056"/>
                    <a:pt x="3585" y="13329"/>
                    <a:pt x="3527" y="13619"/>
                  </a:cubicBezTo>
                  <a:cubicBezTo>
                    <a:pt x="3494" y="13801"/>
                    <a:pt x="3477" y="13983"/>
                    <a:pt x="3477" y="14166"/>
                  </a:cubicBezTo>
                  <a:cubicBezTo>
                    <a:pt x="3477" y="14207"/>
                    <a:pt x="3477" y="14249"/>
                    <a:pt x="3477" y="14282"/>
                  </a:cubicBezTo>
                  <a:cubicBezTo>
                    <a:pt x="3477" y="14290"/>
                    <a:pt x="3469" y="14307"/>
                    <a:pt x="3469" y="14315"/>
                  </a:cubicBezTo>
                  <a:cubicBezTo>
                    <a:pt x="3444" y="14431"/>
                    <a:pt x="3378" y="14572"/>
                    <a:pt x="3419" y="14696"/>
                  </a:cubicBezTo>
                  <a:cubicBezTo>
                    <a:pt x="3452" y="14804"/>
                    <a:pt x="3544" y="14903"/>
                    <a:pt x="3618" y="14986"/>
                  </a:cubicBezTo>
                  <a:cubicBezTo>
                    <a:pt x="3693" y="15061"/>
                    <a:pt x="3776" y="15135"/>
                    <a:pt x="3858" y="15210"/>
                  </a:cubicBezTo>
                  <a:cubicBezTo>
                    <a:pt x="4215" y="15491"/>
                    <a:pt x="4629" y="15682"/>
                    <a:pt x="5052" y="15831"/>
                  </a:cubicBezTo>
                  <a:cubicBezTo>
                    <a:pt x="5524" y="16005"/>
                    <a:pt x="6013" y="16129"/>
                    <a:pt x="6501" y="16245"/>
                  </a:cubicBezTo>
                  <a:cubicBezTo>
                    <a:pt x="7032" y="16378"/>
                    <a:pt x="7562" y="16477"/>
                    <a:pt x="8109" y="16552"/>
                  </a:cubicBezTo>
                  <a:cubicBezTo>
                    <a:pt x="8570" y="16611"/>
                    <a:pt x="9035" y="16642"/>
                    <a:pt x="9499" y="16642"/>
                  </a:cubicBezTo>
                  <a:cubicBezTo>
                    <a:pt x="10085" y="16642"/>
                    <a:pt x="10671" y="16592"/>
                    <a:pt x="11249" y="16486"/>
                  </a:cubicBezTo>
                  <a:cubicBezTo>
                    <a:pt x="12252" y="16295"/>
                    <a:pt x="13229" y="15947"/>
                    <a:pt x="14124" y="15458"/>
                  </a:cubicBezTo>
                  <a:cubicBezTo>
                    <a:pt x="14530" y="15235"/>
                    <a:pt x="14928" y="14953"/>
                    <a:pt x="15160" y="14539"/>
                  </a:cubicBezTo>
                  <a:cubicBezTo>
                    <a:pt x="15417" y="14075"/>
                    <a:pt x="15483" y="13511"/>
                    <a:pt x="15483" y="12998"/>
                  </a:cubicBezTo>
                  <a:cubicBezTo>
                    <a:pt x="15483" y="12857"/>
                    <a:pt x="15466" y="12724"/>
                    <a:pt x="15450" y="12583"/>
                  </a:cubicBezTo>
                  <a:cubicBezTo>
                    <a:pt x="15442" y="12534"/>
                    <a:pt x="15400" y="12517"/>
                    <a:pt x="15359" y="12517"/>
                  </a:cubicBezTo>
                  <a:cubicBezTo>
                    <a:pt x="15359" y="12517"/>
                    <a:pt x="15359" y="12509"/>
                    <a:pt x="15359" y="12509"/>
                  </a:cubicBezTo>
                  <a:cubicBezTo>
                    <a:pt x="15342" y="12467"/>
                    <a:pt x="15334" y="12426"/>
                    <a:pt x="15317" y="12384"/>
                  </a:cubicBezTo>
                  <a:cubicBezTo>
                    <a:pt x="15367" y="12260"/>
                    <a:pt x="15301" y="12111"/>
                    <a:pt x="15251" y="11987"/>
                  </a:cubicBezTo>
                  <a:cubicBezTo>
                    <a:pt x="15193" y="11846"/>
                    <a:pt x="15135" y="11713"/>
                    <a:pt x="15052" y="11589"/>
                  </a:cubicBezTo>
                  <a:cubicBezTo>
                    <a:pt x="14969" y="11465"/>
                    <a:pt x="14878" y="11349"/>
                    <a:pt x="14779" y="11241"/>
                  </a:cubicBezTo>
                  <a:cubicBezTo>
                    <a:pt x="14688" y="11150"/>
                    <a:pt x="14596" y="11067"/>
                    <a:pt x="14489" y="11001"/>
                  </a:cubicBezTo>
                  <a:cubicBezTo>
                    <a:pt x="14480" y="10959"/>
                    <a:pt x="14472" y="10918"/>
                    <a:pt x="14464" y="10885"/>
                  </a:cubicBezTo>
                  <a:cubicBezTo>
                    <a:pt x="14456" y="10843"/>
                    <a:pt x="14447" y="10802"/>
                    <a:pt x="14439" y="10760"/>
                  </a:cubicBezTo>
                  <a:lnTo>
                    <a:pt x="14439" y="10744"/>
                  </a:lnTo>
                  <a:cubicBezTo>
                    <a:pt x="14431" y="10711"/>
                    <a:pt x="14422" y="10678"/>
                    <a:pt x="14414" y="10644"/>
                  </a:cubicBezTo>
                  <a:cubicBezTo>
                    <a:pt x="14407" y="10603"/>
                    <a:pt x="14377" y="10584"/>
                    <a:pt x="14343" y="10584"/>
                  </a:cubicBezTo>
                  <a:cubicBezTo>
                    <a:pt x="14336" y="10584"/>
                    <a:pt x="14330" y="10585"/>
                    <a:pt x="14323" y="10586"/>
                  </a:cubicBezTo>
                  <a:cubicBezTo>
                    <a:pt x="14356" y="10545"/>
                    <a:pt x="14373" y="10487"/>
                    <a:pt x="14398" y="10437"/>
                  </a:cubicBezTo>
                  <a:cubicBezTo>
                    <a:pt x="14447" y="10330"/>
                    <a:pt x="14472" y="10205"/>
                    <a:pt x="14497" y="10089"/>
                  </a:cubicBezTo>
                  <a:cubicBezTo>
                    <a:pt x="14497" y="10064"/>
                    <a:pt x="14505" y="10040"/>
                    <a:pt x="14505" y="10015"/>
                  </a:cubicBezTo>
                  <a:cubicBezTo>
                    <a:pt x="14630" y="9874"/>
                    <a:pt x="14721" y="9700"/>
                    <a:pt x="14762" y="9518"/>
                  </a:cubicBezTo>
                  <a:cubicBezTo>
                    <a:pt x="14787" y="9377"/>
                    <a:pt x="14795" y="9228"/>
                    <a:pt x="14787" y="9078"/>
                  </a:cubicBezTo>
                  <a:cubicBezTo>
                    <a:pt x="14787" y="9037"/>
                    <a:pt x="14787" y="8987"/>
                    <a:pt x="14779" y="8938"/>
                  </a:cubicBezTo>
                  <a:cubicBezTo>
                    <a:pt x="14812" y="8813"/>
                    <a:pt x="14837" y="8681"/>
                    <a:pt x="14837" y="8548"/>
                  </a:cubicBezTo>
                  <a:cubicBezTo>
                    <a:pt x="14837" y="8532"/>
                    <a:pt x="14837" y="8515"/>
                    <a:pt x="14845" y="8507"/>
                  </a:cubicBezTo>
                  <a:cubicBezTo>
                    <a:pt x="14859" y="8527"/>
                    <a:pt x="14883" y="8538"/>
                    <a:pt x="14908" y="8538"/>
                  </a:cubicBezTo>
                  <a:cubicBezTo>
                    <a:pt x="14943" y="8538"/>
                    <a:pt x="14980" y="8517"/>
                    <a:pt x="14994" y="8474"/>
                  </a:cubicBezTo>
                  <a:cubicBezTo>
                    <a:pt x="15011" y="8424"/>
                    <a:pt x="15011" y="8358"/>
                    <a:pt x="15011" y="8308"/>
                  </a:cubicBezTo>
                  <a:cubicBezTo>
                    <a:pt x="15019" y="8258"/>
                    <a:pt x="15019" y="8200"/>
                    <a:pt x="15019" y="8151"/>
                  </a:cubicBezTo>
                  <a:cubicBezTo>
                    <a:pt x="15027" y="8043"/>
                    <a:pt x="15027" y="7927"/>
                    <a:pt x="15011" y="7819"/>
                  </a:cubicBezTo>
                  <a:cubicBezTo>
                    <a:pt x="15002" y="7711"/>
                    <a:pt x="14986" y="7604"/>
                    <a:pt x="14953" y="7504"/>
                  </a:cubicBezTo>
                  <a:cubicBezTo>
                    <a:pt x="14936" y="7446"/>
                    <a:pt x="14911" y="7372"/>
                    <a:pt x="14878" y="7305"/>
                  </a:cubicBezTo>
                  <a:cubicBezTo>
                    <a:pt x="14903" y="7297"/>
                    <a:pt x="14920" y="7281"/>
                    <a:pt x="14936" y="7264"/>
                  </a:cubicBezTo>
                  <a:cubicBezTo>
                    <a:pt x="15019" y="7206"/>
                    <a:pt x="15085" y="7140"/>
                    <a:pt x="15152" y="7073"/>
                  </a:cubicBezTo>
                  <a:lnTo>
                    <a:pt x="15168" y="7049"/>
                  </a:lnTo>
                  <a:cubicBezTo>
                    <a:pt x="15367" y="6908"/>
                    <a:pt x="15533" y="6734"/>
                    <a:pt x="15665" y="6527"/>
                  </a:cubicBezTo>
                  <a:cubicBezTo>
                    <a:pt x="15740" y="6402"/>
                    <a:pt x="15798" y="6270"/>
                    <a:pt x="15839" y="6129"/>
                  </a:cubicBezTo>
                  <a:cubicBezTo>
                    <a:pt x="15864" y="6046"/>
                    <a:pt x="15897" y="5947"/>
                    <a:pt x="15906" y="5855"/>
                  </a:cubicBezTo>
                  <a:cubicBezTo>
                    <a:pt x="15964" y="5739"/>
                    <a:pt x="16013" y="5607"/>
                    <a:pt x="16055" y="5474"/>
                  </a:cubicBezTo>
                  <a:cubicBezTo>
                    <a:pt x="16055" y="5474"/>
                    <a:pt x="16063" y="5466"/>
                    <a:pt x="16063" y="5466"/>
                  </a:cubicBezTo>
                  <a:cubicBezTo>
                    <a:pt x="16071" y="5458"/>
                    <a:pt x="16071" y="5458"/>
                    <a:pt x="16080" y="5449"/>
                  </a:cubicBezTo>
                  <a:cubicBezTo>
                    <a:pt x="16096" y="5425"/>
                    <a:pt x="16104" y="5408"/>
                    <a:pt x="16113" y="5383"/>
                  </a:cubicBezTo>
                  <a:cubicBezTo>
                    <a:pt x="16138" y="5342"/>
                    <a:pt x="16138" y="5284"/>
                    <a:pt x="16146" y="5226"/>
                  </a:cubicBezTo>
                  <a:cubicBezTo>
                    <a:pt x="16162" y="5159"/>
                    <a:pt x="16171" y="5093"/>
                    <a:pt x="16187" y="5027"/>
                  </a:cubicBezTo>
                  <a:cubicBezTo>
                    <a:pt x="16204" y="4969"/>
                    <a:pt x="16220" y="4903"/>
                    <a:pt x="16237" y="4845"/>
                  </a:cubicBezTo>
                  <a:cubicBezTo>
                    <a:pt x="16336" y="4687"/>
                    <a:pt x="16419" y="4530"/>
                    <a:pt x="16494" y="4356"/>
                  </a:cubicBezTo>
                  <a:cubicBezTo>
                    <a:pt x="16552" y="4231"/>
                    <a:pt x="16602" y="4107"/>
                    <a:pt x="16643" y="3975"/>
                  </a:cubicBezTo>
                  <a:cubicBezTo>
                    <a:pt x="16693" y="3842"/>
                    <a:pt x="16751" y="3693"/>
                    <a:pt x="16751" y="3552"/>
                  </a:cubicBezTo>
                  <a:cubicBezTo>
                    <a:pt x="16751" y="3536"/>
                    <a:pt x="16737" y="3527"/>
                    <a:pt x="16723" y="3527"/>
                  </a:cubicBezTo>
                  <a:cubicBezTo>
                    <a:pt x="16715" y="3527"/>
                    <a:pt x="16707" y="3530"/>
                    <a:pt x="16701" y="3535"/>
                  </a:cubicBezTo>
                  <a:cubicBezTo>
                    <a:pt x="16709" y="3511"/>
                    <a:pt x="16718" y="3494"/>
                    <a:pt x="16718" y="3477"/>
                  </a:cubicBezTo>
                  <a:cubicBezTo>
                    <a:pt x="16734" y="3428"/>
                    <a:pt x="16751" y="3370"/>
                    <a:pt x="16767" y="3320"/>
                  </a:cubicBezTo>
                  <a:cubicBezTo>
                    <a:pt x="16850" y="3212"/>
                    <a:pt x="16900" y="3080"/>
                    <a:pt x="16925" y="2939"/>
                  </a:cubicBezTo>
                  <a:cubicBezTo>
                    <a:pt x="16950" y="2831"/>
                    <a:pt x="16974" y="2715"/>
                    <a:pt x="16991" y="2608"/>
                  </a:cubicBezTo>
                  <a:cubicBezTo>
                    <a:pt x="17008" y="2550"/>
                    <a:pt x="17016" y="2492"/>
                    <a:pt x="17024" y="2425"/>
                  </a:cubicBezTo>
                  <a:cubicBezTo>
                    <a:pt x="17032" y="2376"/>
                    <a:pt x="17041" y="2318"/>
                    <a:pt x="17016" y="2268"/>
                  </a:cubicBezTo>
                  <a:cubicBezTo>
                    <a:pt x="17016" y="2262"/>
                    <a:pt x="17008" y="2256"/>
                    <a:pt x="16997" y="2256"/>
                  </a:cubicBezTo>
                  <a:cubicBezTo>
                    <a:pt x="16992" y="2256"/>
                    <a:pt x="16987" y="2257"/>
                    <a:pt x="16983" y="2260"/>
                  </a:cubicBezTo>
                  <a:lnTo>
                    <a:pt x="16991" y="2243"/>
                  </a:lnTo>
                  <a:cubicBezTo>
                    <a:pt x="16991" y="2235"/>
                    <a:pt x="16999" y="2226"/>
                    <a:pt x="16999" y="2218"/>
                  </a:cubicBezTo>
                  <a:cubicBezTo>
                    <a:pt x="17024" y="2160"/>
                    <a:pt x="17057" y="2094"/>
                    <a:pt x="17057" y="2028"/>
                  </a:cubicBezTo>
                  <a:cubicBezTo>
                    <a:pt x="17057" y="2011"/>
                    <a:pt x="17049" y="1994"/>
                    <a:pt x="17032" y="1986"/>
                  </a:cubicBezTo>
                  <a:cubicBezTo>
                    <a:pt x="17041" y="1953"/>
                    <a:pt x="17041" y="1920"/>
                    <a:pt x="17041" y="1887"/>
                  </a:cubicBezTo>
                  <a:cubicBezTo>
                    <a:pt x="17074" y="1796"/>
                    <a:pt x="17099" y="1696"/>
                    <a:pt x="17115" y="1597"/>
                  </a:cubicBezTo>
                  <a:cubicBezTo>
                    <a:pt x="17132" y="1489"/>
                    <a:pt x="17140" y="1390"/>
                    <a:pt x="17132" y="1282"/>
                  </a:cubicBezTo>
                  <a:cubicBezTo>
                    <a:pt x="17132" y="1216"/>
                    <a:pt x="17132" y="1149"/>
                    <a:pt x="17123" y="1091"/>
                  </a:cubicBezTo>
                  <a:cubicBezTo>
                    <a:pt x="17132" y="1000"/>
                    <a:pt x="17140" y="909"/>
                    <a:pt x="17140" y="818"/>
                  </a:cubicBezTo>
                  <a:cubicBezTo>
                    <a:pt x="17132" y="627"/>
                    <a:pt x="17090" y="453"/>
                    <a:pt x="16950" y="329"/>
                  </a:cubicBezTo>
                  <a:cubicBezTo>
                    <a:pt x="16809" y="205"/>
                    <a:pt x="16635" y="114"/>
                    <a:pt x="16461" y="56"/>
                  </a:cubicBezTo>
                  <a:cubicBezTo>
                    <a:pt x="16378" y="25"/>
                    <a:pt x="16273" y="0"/>
                    <a:pt x="16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0" name="Google Shape;5550;p16"/>
            <p:cNvSpPr/>
            <p:nvPr/>
          </p:nvSpPr>
          <p:spPr>
            <a:xfrm>
              <a:off x="1282150" y="2547125"/>
              <a:ext cx="12825" cy="18300"/>
            </a:xfrm>
            <a:custGeom>
              <a:rect b="b" l="l" r="r" t="t"/>
              <a:pathLst>
                <a:path extrusionOk="0" h="732" w="513">
                  <a:moveTo>
                    <a:pt x="457" y="1"/>
                  </a:moveTo>
                  <a:cubicBezTo>
                    <a:pt x="448" y="1"/>
                    <a:pt x="438" y="4"/>
                    <a:pt x="429" y="12"/>
                  </a:cubicBezTo>
                  <a:cubicBezTo>
                    <a:pt x="338" y="111"/>
                    <a:pt x="255" y="210"/>
                    <a:pt x="180" y="326"/>
                  </a:cubicBezTo>
                  <a:cubicBezTo>
                    <a:pt x="147" y="376"/>
                    <a:pt x="106" y="434"/>
                    <a:pt x="81" y="492"/>
                  </a:cubicBezTo>
                  <a:cubicBezTo>
                    <a:pt x="48" y="550"/>
                    <a:pt x="23" y="616"/>
                    <a:pt x="6" y="683"/>
                  </a:cubicBezTo>
                  <a:cubicBezTo>
                    <a:pt x="1" y="711"/>
                    <a:pt x="25" y="731"/>
                    <a:pt x="50" y="731"/>
                  </a:cubicBezTo>
                  <a:cubicBezTo>
                    <a:pt x="61" y="731"/>
                    <a:pt x="73" y="727"/>
                    <a:pt x="81" y="716"/>
                  </a:cubicBezTo>
                  <a:cubicBezTo>
                    <a:pt x="114" y="658"/>
                    <a:pt x="139" y="600"/>
                    <a:pt x="172" y="542"/>
                  </a:cubicBezTo>
                  <a:cubicBezTo>
                    <a:pt x="205" y="492"/>
                    <a:pt x="230" y="434"/>
                    <a:pt x="263" y="376"/>
                  </a:cubicBezTo>
                  <a:cubicBezTo>
                    <a:pt x="329" y="268"/>
                    <a:pt x="404" y="169"/>
                    <a:pt x="487" y="70"/>
                  </a:cubicBezTo>
                  <a:cubicBezTo>
                    <a:pt x="512" y="38"/>
                    <a:pt x="489" y="1"/>
                    <a:pt x="4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1" name="Google Shape;5551;p16"/>
            <p:cNvSpPr/>
            <p:nvPr/>
          </p:nvSpPr>
          <p:spPr>
            <a:xfrm>
              <a:off x="1276275" y="2520125"/>
              <a:ext cx="38200" cy="54900"/>
            </a:xfrm>
            <a:custGeom>
              <a:rect b="b" l="l" r="r" t="t"/>
              <a:pathLst>
                <a:path extrusionOk="0" h="2196" w="1528">
                  <a:moveTo>
                    <a:pt x="1472" y="1"/>
                  </a:moveTo>
                  <a:cubicBezTo>
                    <a:pt x="1466" y="1"/>
                    <a:pt x="1458" y="2"/>
                    <a:pt x="1451" y="6"/>
                  </a:cubicBezTo>
                  <a:lnTo>
                    <a:pt x="1459" y="6"/>
                  </a:lnTo>
                  <a:cubicBezTo>
                    <a:pt x="1293" y="106"/>
                    <a:pt x="1128" y="205"/>
                    <a:pt x="987" y="338"/>
                  </a:cubicBezTo>
                  <a:cubicBezTo>
                    <a:pt x="846" y="462"/>
                    <a:pt x="713" y="595"/>
                    <a:pt x="597" y="752"/>
                  </a:cubicBezTo>
                  <a:cubicBezTo>
                    <a:pt x="573" y="777"/>
                    <a:pt x="548" y="802"/>
                    <a:pt x="531" y="835"/>
                  </a:cubicBezTo>
                  <a:cubicBezTo>
                    <a:pt x="526" y="825"/>
                    <a:pt x="516" y="821"/>
                    <a:pt x="506" y="821"/>
                  </a:cubicBezTo>
                  <a:cubicBezTo>
                    <a:pt x="499" y="821"/>
                    <a:pt x="493" y="823"/>
                    <a:pt x="490" y="827"/>
                  </a:cubicBezTo>
                  <a:cubicBezTo>
                    <a:pt x="407" y="909"/>
                    <a:pt x="357" y="1017"/>
                    <a:pt x="299" y="1125"/>
                  </a:cubicBezTo>
                  <a:cubicBezTo>
                    <a:pt x="241" y="1232"/>
                    <a:pt x="191" y="1332"/>
                    <a:pt x="142" y="1448"/>
                  </a:cubicBezTo>
                  <a:cubicBezTo>
                    <a:pt x="133" y="1464"/>
                    <a:pt x="142" y="1481"/>
                    <a:pt x="158" y="1489"/>
                  </a:cubicBezTo>
                  <a:cubicBezTo>
                    <a:pt x="125" y="1564"/>
                    <a:pt x="92" y="1638"/>
                    <a:pt x="84" y="1713"/>
                  </a:cubicBezTo>
                  <a:cubicBezTo>
                    <a:pt x="42" y="1862"/>
                    <a:pt x="17" y="2011"/>
                    <a:pt x="1" y="2160"/>
                  </a:cubicBezTo>
                  <a:cubicBezTo>
                    <a:pt x="1" y="2183"/>
                    <a:pt x="18" y="2196"/>
                    <a:pt x="36" y="2196"/>
                  </a:cubicBezTo>
                  <a:cubicBezTo>
                    <a:pt x="50" y="2196"/>
                    <a:pt x="63" y="2187"/>
                    <a:pt x="67" y="2169"/>
                  </a:cubicBezTo>
                  <a:cubicBezTo>
                    <a:pt x="100" y="2053"/>
                    <a:pt x="125" y="1920"/>
                    <a:pt x="158" y="1804"/>
                  </a:cubicBezTo>
                  <a:cubicBezTo>
                    <a:pt x="158" y="1796"/>
                    <a:pt x="167" y="1796"/>
                    <a:pt x="167" y="1796"/>
                  </a:cubicBezTo>
                  <a:cubicBezTo>
                    <a:pt x="225" y="1730"/>
                    <a:pt x="258" y="1638"/>
                    <a:pt x="299" y="1556"/>
                  </a:cubicBezTo>
                  <a:cubicBezTo>
                    <a:pt x="341" y="1473"/>
                    <a:pt x="374" y="1390"/>
                    <a:pt x="423" y="1307"/>
                  </a:cubicBezTo>
                  <a:cubicBezTo>
                    <a:pt x="506" y="1150"/>
                    <a:pt x="606" y="1001"/>
                    <a:pt x="713" y="851"/>
                  </a:cubicBezTo>
                  <a:cubicBezTo>
                    <a:pt x="929" y="561"/>
                    <a:pt x="1202" y="288"/>
                    <a:pt x="1492" y="73"/>
                  </a:cubicBezTo>
                  <a:cubicBezTo>
                    <a:pt x="1527" y="51"/>
                    <a:pt x="1509" y="1"/>
                    <a:pt x="14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2" name="Google Shape;5552;p16"/>
            <p:cNvSpPr/>
            <p:nvPr/>
          </p:nvSpPr>
          <p:spPr>
            <a:xfrm>
              <a:off x="1275875" y="2556400"/>
              <a:ext cx="16025" cy="41775"/>
            </a:xfrm>
            <a:custGeom>
              <a:rect b="b" l="l" r="r" t="t"/>
              <a:pathLst>
                <a:path extrusionOk="0" h="1671" w="641">
                  <a:moveTo>
                    <a:pt x="593" y="0"/>
                  </a:moveTo>
                  <a:cubicBezTo>
                    <a:pt x="579" y="0"/>
                    <a:pt x="564" y="7"/>
                    <a:pt x="555" y="22"/>
                  </a:cubicBezTo>
                  <a:cubicBezTo>
                    <a:pt x="497" y="146"/>
                    <a:pt x="439" y="270"/>
                    <a:pt x="381" y="395"/>
                  </a:cubicBezTo>
                  <a:cubicBezTo>
                    <a:pt x="348" y="469"/>
                    <a:pt x="307" y="544"/>
                    <a:pt x="282" y="618"/>
                  </a:cubicBezTo>
                  <a:cubicBezTo>
                    <a:pt x="174" y="767"/>
                    <a:pt x="100" y="925"/>
                    <a:pt x="50" y="1107"/>
                  </a:cubicBezTo>
                  <a:cubicBezTo>
                    <a:pt x="33" y="1198"/>
                    <a:pt x="17" y="1289"/>
                    <a:pt x="9" y="1381"/>
                  </a:cubicBezTo>
                  <a:cubicBezTo>
                    <a:pt x="9" y="1463"/>
                    <a:pt x="0" y="1571"/>
                    <a:pt x="42" y="1646"/>
                  </a:cubicBezTo>
                  <a:cubicBezTo>
                    <a:pt x="52" y="1663"/>
                    <a:pt x="67" y="1670"/>
                    <a:pt x="81" y="1670"/>
                  </a:cubicBezTo>
                  <a:cubicBezTo>
                    <a:pt x="101" y="1670"/>
                    <a:pt x="120" y="1657"/>
                    <a:pt x="125" y="1637"/>
                  </a:cubicBezTo>
                  <a:cubicBezTo>
                    <a:pt x="141" y="1596"/>
                    <a:pt x="141" y="1546"/>
                    <a:pt x="141" y="1505"/>
                  </a:cubicBezTo>
                  <a:cubicBezTo>
                    <a:pt x="149" y="1463"/>
                    <a:pt x="149" y="1422"/>
                    <a:pt x="149" y="1389"/>
                  </a:cubicBezTo>
                  <a:cubicBezTo>
                    <a:pt x="158" y="1298"/>
                    <a:pt x="166" y="1215"/>
                    <a:pt x="191" y="1132"/>
                  </a:cubicBezTo>
                  <a:cubicBezTo>
                    <a:pt x="216" y="1016"/>
                    <a:pt x="249" y="908"/>
                    <a:pt x="299" y="792"/>
                  </a:cubicBezTo>
                  <a:cubicBezTo>
                    <a:pt x="365" y="685"/>
                    <a:pt x="415" y="552"/>
                    <a:pt x="473" y="436"/>
                  </a:cubicBezTo>
                  <a:cubicBezTo>
                    <a:pt x="522" y="303"/>
                    <a:pt x="580" y="179"/>
                    <a:pt x="630" y="47"/>
                  </a:cubicBezTo>
                  <a:cubicBezTo>
                    <a:pt x="641" y="20"/>
                    <a:pt x="617" y="0"/>
                    <a:pt x="5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3" name="Google Shape;5553;p16"/>
            <p:cNvSpPr/>
            <p:nvPr/>
          </p:nvSpPr>
          <p:spPr>
            <a:xfrm>
              <a:off x="1310450" y="2611975"/>
              <a:ext cx="12675" cy="8700"/>
            </a:xfrm>
            <a:custGeom>
              <a:rect b="b" l="l" r="r" t="t"/>
              <a:pathLst>
                <a:path extrusionOk="0" h="348" w="507">
                  <a:moveTo>
                    <a:pt x="437" y="1"/>
                  </a:moveTo>
                  <a:cubicBezTo>
                    <a:pt x="432" y="1"/>
                    <a:pt x="428" y="1"/>
                    <a:pt x="424" y="3"/>
                  </a:cubicBezTo>
                  <a:cubicBezTo>
                    <a:pt x="415" y="3"/>
                    <a:pt x="407" y="11"/>
                    <a:pt x="399" y="11"/>
                  </a:cubicBezTo>
                  <a:cubicBezTo>
                    <a:pt x="390" y="19"/>
                    <a:pt x="382" y="28"/>
                    <a:pt x="374" y="36"/>
                  </a:cubicBezTo>
                  <a:cubicBezTo>
                    <a:pt x="366" y="44"/>
                    <a:pt x="366" y="44"/>
                    <a:pt x="357" y="52"/>
                  </a:cubicBezTo>
                  <a:lnTo>
                    <a:pt x="349" y="61"/>
                  </a:lnTo>
                  <a:lnTo>
                    <a:pt x="341" y="61"/>
                  </a:lnTo>
                  <a:cubicBezTo>
                    <a:pt x="316" y="86"/>
                    <a:pt x="283" y="102"/>
                    <a:pt x="250" y="127"/>
                  </a:cubicBezTo>
                  <a:cubicBezTo>
                    <a:pt x="175" y="168"/>
                    <a:pt x="109" y="218"/>
                    <a:pt x="42" y="268"/>
                  </a:cubicBezTo>
                  <a:cubicBezTo>
                    <a:pt x="0" y="296"/>
                    <a:pt x="24" y="348"/>
                    <a:pt x="62" y="348"/>
                  </a:cubicBezTo>
                  <a:cubicBezTo>
                    <a:pt x="69" y="348"/>
                    <a:pt x="76" y="346"/>
                    <a:pt x="84" y="342"/>
                  </a:cubicBezTo>
                  <a:cubicBezTo>
                    <a:pt x="158" y="301"/>
                    <a:pt x="241" y="260"/>
                    <a:pt x="324" y="218"/>
                  </a:cubicBezTo>
                  <a:cubicBezTo>
                    <a:pt x="382" y="185"/>
                    <a:pt x="506" y="127"/>
                    <a:pt x="482" y="36"/>
                  </a:cubicBezTo>
                  <a:cubicBezTo>
                    <a:pt x="475" y="15"/>
                    <a:pt x="457" y="1"/>
                    <a:pt x="4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4" name="Google Shape;5554;p16"/>
            <p:cNvSpPr/>
            <p:nvPr/>
          </p:nvSpPr>
          <p:spPr>
            <a:xfrm>
              <a:off x="1319375" y="2604625"/>
              <a:ext cx="6225" cy="7150"/>
            </a:xfrm>
            <a:custGeom>
              <a:rect b="b" l="l" r="r" t="t"/>
              <a:pathLst>
                <a:path extrusionOk="0" h="286" w="249">
                  <a:moveTo>
                    <a:pt x="208" y="1"/>
                  </a:moveTo>
                  <a:cubicBezTo>
                    <a:pt x="201" y="1"/>
                    <a:pt x="195" y="3"/>
                    <a:pt x="191" y="7"/>
                  </a:cubicBezTo>
                  <a:lnTo>
                    <a:pt x="183" y="7"/>
                  </a:lnTo>
                  <a:cubicBezTo>
                    <a:pt x="174" y="15"/>
                    <a:pt x="166" y="23"/>
                    <a:pt x="158" y="32"/>
                  </a:cubicBezTo>
                  <a:cubicBezTo>
                    <a:pt x="149" y="40"/>
                    <a:pt x="149" y="48"/>
                    <a:pt x="141" y="56"/>
                  </a:cubicBezTo>
                  <a:cubicBezTo>
                    <a:pt x="125" y="73"/>
                    <a:pt x="108" y="90"/>
                    <a:pt x="100" y="106"/>
                  </a:cubicBezTo>
                  <a:cubicBezTo>
                    <a:pt x="67" y="148"/>
                    <a:pt x="42" y="189"/>
                    <a:pt x="9" y="222"/>
                  </a:cubicBezTo>
                  <a:cubicBezTo>
                    <a:pt x="0" y="239"/>
                    <a:pt x="9" y="264"/>
                    <a:pt x="25" y="280"/>
                  </a:cubicBezTo>
                  <a:cubicBezTo>
                    <a:pt x="29" y="284"/>
                    <a:pt x="36" y="286"/>
                    <a:pt x="45" y="286"/>
                  </a:cubicBezTo>
                  <a:cubicBezTo>
                    <a:pt x="57" y="286"/>
                    <a:pt x="70" y="282"/>
                    <a:pt x="75" y="272"/>
                  </a:cubicBezTo>
                  <a:cubicBezTo>
                    <a:pt x="108" y="239"/>
                    <a:pt x="141" y="197"/>
                    <a:pt x="166" y="164"/>
                  </a:cubicBezTo>
                  <a:cubicBezTo>
                    <a:pt x="183" y="148"/>
                    <a:pt x="191" y="123"/>
                    <a:pt x="207" y="106"/>
                  </a:cubicBezTo>
                  <a:cubicBezTo>
                    <a:pt x="216" y="98"/>
                    <a:pt x="216" y="90"/>
                    <a:pt x="224" y="81"/>
                  </a:cubicBezTo>
                  <a:cubicBezTo>
                    <a:pt x="232" y="73"/>
                    <a:pt x="232" y="56"/>
                    <a:pt x="241" y="48"/>
                  </a:cubicBezTo>
                  <a:cubicBezTo>
                    <a:pt x="249" y="32"/>
                    <a:pt x="249" y="15"/>
                    <a:pt x="232" y="7"/>
                  </a:cubicBezTo>
                  <a:cubicBezTo>
                    <a:pt x="224" y="3"/>
                    <a:pt x="216" y="1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5" name="Google Shape;5555;p16"/>
            <p:cNvSpPr/>
            <p:nvPr/>
          </p:nvSpPr>
          <p:spPr>
            <a:xfrm>
              <a:off x="1314150" y="2490025"/>
              <a:ext cx="18700" cy="10350"/>
            </a:xfrm>
            <a:custGeom>
              <a:rect b="b" l="l" r="r" t="t"/>
              <a:pathLst>
                <a:path extrusionOk="0" h="414" w="748">
                  <a:moveTo>
                    <a:pt x="673" y="1"/>
                  </a:moveTo>
                  <a:lnTo>
                    <a:pt x="673" y="9"/>
                  </a:lnTo>
                  <a:cubicBezTo>
                    <a:pt x="549" y="25"/>
                    <a:pt x="433" y="67"/>
                    <a:pt x="317" y="133"/>
                  </a:cubicBezTo>
                  <a:cubicBezTo>
                    <a:pt x="209" y="191"/>
                    <a:pt x="118" y="266"/>
                    <a:pt x="27" y="349"/>
                  </a:cubicBezTo>
                  <a:cubicBezTo>
                    <a:pt x="0" y="375"/>
                    <a:pt x="22" y="413"/>
                    <a:pt x="49" y="413"/>
                  </a:cubicBezTo>
                  <a:cubicBezTo>
                    <a:pt x="56" y="413"/>
                    <a:pt x="62" y="411"/>
                    <a:pt x="68" y="407"/>
                  </a:cubicBezTo>
                  <a:cubicBezTo>
                    <a:pt x="168" y="340"/>
                    <a:pt x="284" y="291"/>
                    <a:pt x="383" y="241"/>
                  </a:cubicBezTo>
                  <a:cubicBezTo>
                    <a:pt x="491" y="191"/>
                    <a:pt x="607" y="150"/>
                    <a:pt x="715" y="100"/>
                  </a:cubicBezTo>
                  <a:cubicBezTo>
                    <a:pt x="740" y="92"/>
                    <a:pt x="748" y="59"/>
                    <a:pt x="740" y="34"/>
                  </a:cubicBezTo>
                  <a:cubicBezTo>
                    <a:pt x="723" y="9"/>
                    <a:pt x="698" y="1"/>
                    <a:pt x="6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6" name="Google Shape;5556;p16"/>
            <p:cNvSpPr/>
            <p:nvPr/>
          </p:nvSpPr>
          <p:spPr>
            <a:xfrm>
              <a:off x="1334700" y="2495950"/>
              <a:ext cx="8300" cy="5400"/>
            </a:xfrm>
            <a:custGeom>
              <a:rect b="b" l="l" r="r" t="t"/>
              <a:pathLst>
                <a:path extrusionOk="0" h="216" w="332">
                  <a:moveTo>
                    <a:pt x="277" y="0"/>
                  </a:moveTo>
                  <a:cubicBezTo>
                    <a:pt x="259" y="0"/>
                    <a:pt x="239" y="6"/>
                    <a:pt x="216" y="12"/>
                  </a:cubicBezTo>
                  <a:cubicBezTo>
                    <a:pt x="191" y="20"/>
                    <a:pt x="166" y="29"/>
                    <a:pt x="141" y="45"/>
                  </a:cubicBezTo>
                  <a:cubicBezTo>
                    <a:pt x="100" y="70"/>
                    <a:pt x="58" y="103"/>
                    <a:pt x="25" y="145"/>
                  </a:cubicBezTo>
                  <a:cubicBezTo>
                    <a:pt x="9" y="161"/>
                    <a:pt x="0" y="186"/>
                    <a:pt x="25" y="203"/>
                  </a:cubicBezTo>
                  <a:cubicBezTo>
                    <a:pt x="34" y="211"/>
                    <a:pt x="44" y="215"/>
                    <a:pt x="54" y="215"/>
                  </a:cubicBezTo>
                  <a:cubicBezTo>
                    <a:pt x="65" y="215"/>
                    <a:pt x="75" y="211"/>
                    <a:pt x="83" y="203"/>
                  </a:cubicBezTo>
                  <a:lnTo>
                    <a:pt x="108" y="178"/>
                  </a:lnTo>
                  <a:cubicBezTo>
                    <a:pt x="116" y="178"/>
                    <a:pt x="116" y="170"/>
                    <a:pt x="125" y="170"/>
                  </a:cubicBezTo>
                  <a:cubicBezTo>
                    <a:pt x="125" y="170"/>
                    <a:pt x="125" y="161"/>
                    <a:pt x="133" y="161"/>
                  </a:cubicBezTo>
                  <a:cubicBezTo>
                    <a:pt x="150" y="153"/>
                    <a:pt x="166" y="136"/>
                    <a:pt x="191" y="128"/>
                  </a:cubicBezTo>
                  <a:cubicBezTo>
                    <a:pt x="208" y="112"/>
                    <a:pt x="232" y="103"/>
                    <a:pt x="249" y="95"/>
                  </a:cubicBezTo>
                  <a:lnTo>
                    <a:pt x="266" y="95"/>
                  </a:lnTo>
                  <a:cubicBezTo>
                    <a:pt x="266" y="95"/>
                    <a:pt x="266" y="87"/>
                    <a:pt x="266" y="87"/>
                  </a:cubicBezTo>
                  <a:lnTo>
                    <a:pt x="282" y="87"/>
                  </a:lnTo>
                  <a:cubicBezTo>
                    <a:pt x="282" y="87"/>
                    <a:pt x="282" y="78"/>
                    <a:pt x="282" y="78"/>
                  </a:cubicBezTo>
                  <a:lnTo>
                    <a:pt x="290" y="78"/>
                  </a:lnTo>
                  <a:cubicBezTo>
                    <a:pt x="299" y="78"/>
                    <a:pt x="299" y="78"/>
                    <a:pt x="307" y="70"/>
                  </a:cubicBezTo>
                  <a:cubicBezTo>
                    <a:pt x="324" y="62"/>
                    <a:pt x="332" y="45"/>
                    <a:pt x="324" y="37"/>
                  </a:cubicBezTo>
                  <a:cubicBezTo>
                    <a:pt x="324" y="20"/>
                    <a:pt x="315" y="12"/>
                    <a:pt x="307" y="4"/>
                  </a:cubicBezTo>
                  <a:lnTo>
                    <a:pt x="299" y="4"/>
                  </a:lnTo>
                  <a:cubicBezTo>
                    <a:pt x="291" y="1"/>
                    <a:pt x="284" y="0"/>
                    <a:pt x="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7" name="Google Shape;5557;p16"/>
            <p:cNvSpPr/>
            <p:nvPr/>
          </p:nvSpPr>
          <p:spPr>
            <a:xfrm>
              <a:off x="1293275" y="26184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8" name="Google Shape;5558;p16"/>
            <p:cNvSpPr/>
            <p:nvPr/>
          </p:nvSpPr>
          <p:spPr>
            <a:xfrm>
              <a:off x="1279800" y="2578975"/>
              <a:ext cx="13700" cy="40075"/>
            </a:xfrm>
            <a:custGeom>
              <a:rect b="b" l="l" r="r" t="t"/>
              <a:pathLst>
                <a:path extrusionOk="0" h="1603" w="548">
                  <a:moveTo>
                    <a:pt x="330" y="1"/>
                  </a:moveTo>
                  <a:cubicBezTo>
                    <a:pt x="317" y="1"/>
                    <a:pt x="305" y="7"/>
                    <a:pt x="299" y="22"/>
                  </a:cubicBezTo>
                  <a:cubicBezTo>
                    <a:pt x="241" y="130"/>
                    <a:pt x="183" y="237"/>
                    <a:pt x="133" y="362"/>
                  </a:cubicBezTo>
                  <a:cubicBezTo>
                    <a:pt x="133" y="370"/>
                    <a:pt x="125" y="386"/>
                    <a:pt x="117" y="403"/>
                  </a:cubicBezTo>
                  <a:cubicBezTo>
                    <a:pt x="133" y="312"/>
                    <a:pt x="150" y="229"/>
                    <a:pt x="166" y="146"/>
                  </a:cubicBezTo>
                  <a:cubicBezTo>
                    <a:pt x="171" y="111"/>
                    <a:pt x="143" y="88"/>
                    <a:pt x="118" y="88"/>
                  </a:cubicBezTo>
                  <a:cubicBezTo>
                    <a:pt x="102" y="88"/>
                    <a:pt x="87" y="98"/>
                    <a:pt x="84" y="121"/>
                  </a:cubicBezTo>
                  <a:cubicBezTo>
                    <a:pt x="59" y="212"/>
                    <a:pt x="42" y="312"/>
                    <a:pt x="26" y="411"/>
                  </a:cubicBezTo>
                  <a:cubicBezTo>
                    <a:pt x="17" y="511"/>
                    <a:pt x="1" y="610"/>
                    <a:pt x="9" y="710"/>
                  </a:cubicBezTo>
                  <a:cubicBezTo>
                    <a:pt x="14" y="729"/>
                    <a:pt x="33" y="742"/>
                    <a:pt x="51" y="742"/>
                  </a:cubicBezTo>
                  <a:cubicBezTo>
                    <a:pt x="64" y="742"/>
                    <a:pt x="77" y="735"/>
                    <a:pt x="84" y="718"/>
                  </a:cubicBezTo>
                  <a:lnTo>
                    <a:pt x="84" y="776"/>
                  </a:lnTo>
                  <a:cubicBezTo>
                    <a:pt x="84" y="859"/>
                    <a:pt x="84" y="950"/>
                    <a:pt x="100" y="1033"/>
                  </a:cubicBezTo>
                  <a:cubicBezTo>
                    <a:pt x="104" y="1045"/>
                    <a:pt x="115" y="1051"/>
                    <a:pt x="125" y="1051"/>
                  </a:cubicBezTo>
                  <a:cubicBezTo>
                    <a:pt x="135" y="1051"/>
                    <a:pt x="146" y="1045"/>
                    <a:pt x="150" y="1033"/>
                  </a:cubicBezTo>
                  <a:cubicBezTo>
                    <a:pt x="158" y="1000"/>
                    <a:pt x="158" y="958"/>
                    <a:pt x="158" y="908"/>
                  </a:cubicBezTo>
                  <a:cubicBezTo>
                    <a:pt x="166" y="958"/>
                    <a:pt x="166" y="1016"/>
                    <a:pt x="166" y="1066"/>
                  </a:cubicBezTo>
                  <a:cubicBezTo>
                    <a:pt x="166" y="1107"/>
                    <a:pt x="175" y="1157"/>
                    <a:pt x="175" y="1198"/>
                  </a:cubicBezTo>
                  <a:cubicBezTo>
                    <a:pt x="183" y="1240"/>
                    <a:pt x="183" y="1290"/>
                    <a:pt x="200" y="1331"/>
                  </a:cubicBezTo>
                  <a:cubicBezTo>
                    <a:pt x="204" y="1348"/>
                    <a:pt x="220" y="1359"/>
                    <a:pt x="235" y="1359"/>
                  </a:cubicBezTo>
                  <a:cubicBezTo>
                    <a:pt x="249" y="1359"/>
                    <a:pt x="262" y="1351"/>
                    <a:pt x="266" y="1331"/>
                  </a:cubicBezTo>
                  <a:cubicBezTo>
                    <a:pt x="274" y="1290"/>
                    <a:pt x="266" y="1248"/>
                    <a:pt x="266" y="1198"/>
                  </a:cubicBezTo>
                  <a:lnTo>
                    <a:pt x="266" y="1198"/>
                  </a:lnTo>
                  <a:cubicBezTo>
                    <a:pt x="282" y="1281"/>
                    <a:pt x="299" y="1356"/>
                    <a:pt x="316" y="1430"/>
                  </a:cubicBezTo>
                  <a:cubicBezTo>
                    <a:pt x="323" y="1445"/>
                    <a:pt x="336" y="1452"/>
                    <a:pt x="350" y="1452"/>
                  </a:cubicBezTo>
                  <a:cubicBezTo>
                    <a:pt x="366" y="1452"/>
                    <a:pt x="382" y="1441"/>
                    <a:pt x="382" y="1422"/>
                  </a:cubicBezTo>
                  <a:lnTo>
                    <a:pt x="382" y="1414"/>
                  </a:lnTo>
                  <a:cubicBezTo>
                    <a:pt x="384" y="1416"/>
                    <a:pt x="387" y="1417"/>
                    <a:pt x="390" y="1417"/>
                  </a:cubicBezTo>
                  <a:cubicBezTo>
                    <a:pt x="398" y="1417"/>
                    <a:pt x="409" y="1409"/>
                    <a:pt x="415" y="1397"/>
                  </a:cubicBezTo>
                  <a:cubicBezTo>
                    <a:pt x="423" y="1389"/>
                    <a:pt x="423" y="1372"/>
                    <a:pt x="423" y="1356"/>
                  </a:cubicBezTo>
                  <a:cubicBezTo>
                    <a:pt x="423" y="1389"/>
                    <a:pt x="423" y="1422"/>
                    <a:pt x="423" y="1455"/>
                  </a:cubicBezTo>
                  <a:cubicBezTo>
                    <a:pt x="432" y="1505"/>
                    <a:pt x="440" y="1571"/>
                    <a:pt x="490" y="1596"/>
                  </a:cubicBezTo>
                  <a:cubicBezTo>
                    <a:pt x="494" y="1601"/>
                    <a:pt x="500" y="1603"/>
                    <a:pt x="506" y="1603"/>
                  </a:cubicBezTo>
                  <a:cubicBezTo>
                    <a:pt x="519" y="1603"/>
                    <a:pt x="533" y="1591"/>
                    <a:pt x="539" y="1580"/>
                  </a:cubicBezTo>
                  <a:cubicBezTo>
                    <a:pt x="539" y="1580"/>
                    <a:pt x="539" y="1563"/>
                    <a:pt x="539" y="1563"/>
                  </a:cubicBezTo>
                  <a:cubicBezTo>
                    <a:pt x="539" y="1555"/>
                    <a:pt x="548" y="1546"/>
                    <a:pt x="548" y="1546"/>
                  </a:cubicBezTo>
                  <a:cubicBezTo>
                    <a:pt x="548" y="1530"/>
                    <a:pt x="548" y="1513"/>
                    <a:pt x="539" y="1505"/>
                  </a:cubicBezTo>
                  <a:lnTo>
                    <a:pt x="539" y="1497"/>
                  </a:lnTo>
                  <a:lnTo>
                    <a:pt x="548" y="1497"/>
                  </a:lnTo>
                  <a:lnTo>
                    <a:pt x="539" y="1472"/>
                  </a:lnTo>
                  <a:cubicBezTo>
                    <a:pt x="539" y="1464"/>
                    <a:pt x="539" y="1455"/>
                    <a:pt x="539" y="1455"/>
                  </a:cubicBezTo>
                  <a:cubicBezTo>
                    <a:pt x="539" y="1430"/>
                    <a:pt x="539" y="1414"/>
                    <a:pt x="539" y="1389"/>
                  </a:cubicBezTo>
                  <a:cubicBezTo>
                    <a:pt x="539" y="1381"/>
                    <a:pt x="539" y="1372"/>
                    <a:pt x="539" y="1364"/>
                  </a:cubicBezTo>
                  <a:cubicBezTo>
                    <a:pt x="539" y="1359"/>
                    <a:pt x="539" y="1357"/>
                    <a:pt x="539" y="1355"/>
                  </a:cubicBezTo>
                  <a:cubicBezTo>
                    <a:pt x="539" y="1355"/>
                    <a:pt x="539" y="1345"/>
                    <a:pt x="539" y="1339"/>
                  </a:cubicBezTo>
                  <a:cubicBezTo>
                    <a:pt x="548" y="1314"/>
                    <a:pt x="531" y="1281"/>
                    <a:pt x="506" y="1273"/>
                  </a:cubicBezTo>
                  <a:cubicBezTo>
                    <a:pt x="502" y="1272"/>
                    <a:pt x="497" y="1271"/>
                    <a:pt x="492" y="1271"/>
                  </a:cubicBezTo>
                  <a:cubicBezTo>
                    <a:pt x="470" y="1271"/>
                    <a:pt x="447" y="1286"/>
                    <a:pt x="440" y="1306"/>
                  </a:cubicBezTo>
                  <a:cubicBezTo>
                    <a:pt x="440" y="1298"/>
                    <a:pt x="440" y="1281"/>
                    <a:pt x="440" y="1273"/>
                  </a:cubicBezTo>
                  <a:cubicBezTo>
                    <a:pt x="448" y="1232"/>
                    <a:pt x="448" y="1190"/>
                    <a:pt x="448" y="1140"/>
                  </a:cubicBezTo>
                  <a:cubicBezTo>
                    <a:pt x="448" y="1058"/>
                    <a:pt x="456" y="966"/>
                    <a:pt x="456" y="884"/>
                  </a:cubicBezTo>
                  <a:cubicBezTo>
                    <a:pt x="456" y="850"/>
                    <a:pt x="432" y="834"/>
                    <a:pt x="407" y="834"/>
                  </a:cubicBezTo>
                  <a:cubicBezTo>
                    <a:pt x="382" y="834"/>
                    <a:pt x="357" y="850"/>
                    <a:pt x="357" y="884"/>
                  </a:cubicBezTo>
                  <a:cubicBezTo>
                    <a:pt x="357" y="966"/>
                    <a:pt x="349" y="1058"/>
                    <a:pt x="349" y="1140"/>
                  </a:cubicBezTo>
                  <a:lnTo>
                    <a:pt x="349" y="1190"/>
                  </a:lnTo>
                  <a:cubicBezTo>
                    <a:pt x="340" y="1165"/>
                    <a:pt x="340" y="1140"/>
                    <a:pt x="332" y="1116"/>
                  </a:cubicBezTo>
                  <a:cubicBezTo>
                    <a:pt x="332" y="1099"/>
                    <a:pt x="307" y="1082"/>
                    <a:pt x="291" y="1082"/>
                  </a:cubicBezTo>
                  <a:cubicBezTo>
                    <a:pt x="299" y="1066"/>
                    <a:pt x="299" y="1049"/>
                    <a:pt x="307" y="1024"/>
                  </a:cubicBezTo>
                  <a:cubicBezTo>
                    <a:pt x="316" y="983"/>
                    <a:pt x="316" y="942"/>
                    <a:pt x="316" y="900"/>
                  </a:cubicBezTo>
                  <a:cubicBezTo>
                    <a:pt x="324" y="817"/>
                    <a:pt x="324" y="734"/>
                    <a:pt x="332" y="652"/>
                  </a:cubicBezTo>
                  <a:cubicBezTo>
                    <a:pt x="332" y="628"/>
                    <a:pt x="308" y="613"/>
                    <a:pt x="286" y="613"/>
                  </a:cubicBezTo>
                  <a:cubicBezTo>
                    <a:pt x="269" y="613"/>
                    <a:pt x="253" y="622"/>
                    <a:pt x="249" y="643"/>
                  </a:cubicBezTo>
                  <a:cubicBezTo>
                    <a:pt x="241" y="685"/>
                    <a:pt x="233" y="726"/>
                    <a:pt x="224" y="768"/>
                  </a:cubicBezTo>
                  <a:cubicBezTo>
                    <a:pt x="220" y="755"/>
                    <a:pt x="208" y="749"/>
                    <a:pt x="194" y="749"/>
                  </a:cubicBezTo>
                  <a:cubicBezTo>
                    <a:pt x="181" y="749"/>
                    <a:pt x="166" y="755"/>
                    <a:pt x="158" y="768"/>
                  </a:cubicBezTo>
                  <a:lnTo>
                    <a:pt x="158" y="718"/>
                  </a:lnTo>
                  <a:cubicBezTo>
                    <a:pt x="200" y="701"/>
                    <a:pt x="233" y="635"/>
                    <a:pt x="241" y="594"/>
                  </a:cubicBezTo>
                  <a:cubicBezTo>
                    <a:pt x="249" y="536"/>
                    <a:pt x="258" y="478"/>
                    <a:pt x="274" y="411"/>
                  </a:cubicBezTo>
                  <a:cubicBezTo>
                    <a:pt x="299" y="287"/>
                    <a:pt x="324" y="171"/>
                    <a:pt x="365" y="47"/>
                  </a:cubicBezTo>
                  <a:cubicBezTo>
                    <a:pt x="376" y="20"/>
                    <a:pt x="353" y="1"/>
                    <a:pt x="3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9" name="Google Shape;5559;p16"/>
            <p:cNvSpPr/>
            <p:nvPr/>
          </p:nvSpPr>
          <p:spPr>
            <a:xfrm>
              <a:off x="1270075" y="2553825"/>
              <a:ext cx="7175" cy="9625"/>
            </a:xfrm>
            <a:custGeom>
              <a:rect b="b" l="l" r="r" t="t"/>
              <a:pathLst>
                <a:path extrusionOk="0" h="385" w="287">
                  <a:moveTo>
                    <a:pt x="244" y="0"/>
                  </a:moveTo>
                  <a:cubicBezTo>
                    <a:pt x="237" y="0"/>
                    <a:pt x="230" y="3"/>
                    <a:pt x="224" y="9"/>
                  </a:cubicBezTo>
                  <a:cubicBezTo>
                    <a:pt x="125" y="92"/>
                    <a:pt x="58" y="208"/>
                    <a:pt x="9" y="324"/>
                  </a:cubicBezTo>
                  <a:cubicBezTo>
                    <a:pt x="0" y="340"/>
                    <a:pt x="0" y="365"/>
                    <a:pt x="25" y="382"/>
                  </a:cubicBezTo>
                  <a:cubicBezTo>
                    <a:pt x="30" y="384"/>
                    <a:pt x="35" y="385"/>
                    <a:pt x="40" y="385"/>
                  </a:cubicBezTo>
                  <a:cubicBezTo>
                    <a:pt x="54" y="385"/>
                    <a:pt x="71" y="377"/>
                    <a:pt x="83" y="365"/>
                  </a:cubicBezTo>
                  <a:cubicBezTo>
                    <a:pt x="133" y="249"/>
                    <a:pt x="207" y="150"/>
                    <a:pt x="274" y="50"/>
                  </a:cubicBezTo>
                  <a:cubicBezTo>
                    <a:pt x="286" y="25"/>
                    <a:pt x="266" y="0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0" name="Google Shape;5560;p16"/>
            <p:cNvSpPr/>
            <p:nvPr/>
          </p:nvSpPr>
          <p:spPr>
            <a:xfrm>
              <a:off x="1299575" y="2674850"/>
              <a:ext cx="2200" cy="12200"/>
            </a:xfrm>
            <a:custGeom>
              <a:rect b="b" l="l" r="r" t="t"/>
              <a:pathLst>
                <a:path extrusionOk="0" h="488" w="88">
                  <a:moveTo>
                    <a:pt x="28" y="0"/>
                  </a:moveTo>
                  <a:cubicBezTo>
                    <a:pt x="13" y="0"/>
                    <a:pt x="1" y="11"/>
                    <a:pt x="5" y="31"/>
                  </a:cubicBezTo>
                  <a:cubicBezTo>
                    <a:pt x="13" y="180"/>
                    <a:pt x="5" y="330"/>
                    <a:pt x="22" y="470"/>
                  </a:cubicBezTo>
                  <a:cubicBezTo>
                    <a:pt x="22" y="481"/>
                    <a:pt x="31" y="488"/>
                    <a:pt x="38" y="488"/>
                  </a:cubicBezTo>
                  <a:cubicBezTo>
                    <a:pt x="43" y="488"/>
                    <a:pt x="47" y="485"/>
                    <a:pt x="47" y="479"/>
                  </a:cubicBezTo>
                  <a:cubicBezTo>
                    <a:pt x="88" y="330"/>
                    <a:pt x="80" y="180"/>
                    <a:pt x="63" y="31"/>
                  </a:cubicBezTo>
                  <a:cubicBezTo>
                    <a:pt x="59" y="11"/>
                    <a:pt x="42" y="0"/>
                    <a:pt x="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1" name="Google Shape;5561;p16"/>
            <p:cNvSpPr/>
            <p:nvPr/>
          </p:nvSpPr>
          <p:spPr>
            <a:xfrm>
              <a:off x="1247375" y="2541975"/>
              <a:ext cx="7175" cy="12050"/>
            </a:xfrm>
            <a:custGeom>
              <a:rect b="b" l="l" r="r" t="t"/>
              <a:pathLst>
                <a:path extrusionOk="0" h="482" w="287">
                  <a:moveTo>
                    <a:pt x="261" y="1"/>
                  </a:moveTo>
                  <a:cubicBezTo>
                    <a:pt x="258" y="1"/>
                    <a:pt x="256" y="1"/>
                    <a:pt x="254" y="2"/>
                  </a:cubicBezTo>
                  <a:cubicBezTo>
                    <a:pt x="171" y="35"/>
                    <a:pt x="121" y="118"/>
                    <a:pt x="88" y="201"/>
                  </a:cubicBezTo>
                  <a:cubicBezTo>
                    <a:pt x="55" y="276"/>
                    <a:pt x="22" y="358"/>
                    <a:pt x="5" y="441"/>
                  </a:cubicBezTo>
                  <a:cubicBezTo>
                    <a:pt x="0" y="466"/>
                    <a:pt x="19" y="482"/>
                    <a:pt x="38" y="482"/>
                  </a:cubicBezTo>
                  <a:cubicBezTo>
                    <a:pt x="51" y="482"/>
                    <a:pt x="65" y="475"/>
                    <a:pt x="71" y="458"/>
                  </a:cubicBezTo>
                  <a:lnTo>
                    <a:pt x="71" y="466"/>
                  </a:lnTo>
                  <a:cubicBezTo>
                    <a:pt x="96" y="392"/>
                    <a:pt x="129" y="317"/>
                    <a:pt x="171" y="251"/>
                  </a:cubicBezTo>
                  <a:cubicBezTo>
                    <a:pt x="196" y="209"/>
                    <a:pt x="212" y="185"/>
                    <a:pt x="237" y="143"/>
                  </a:cubicBezTo>
                  <a:cubicBezTo>
                    <a:pt x="262" y="110"/>
                    <a:pt x="279" y="77"/>
                    <a:pt x="287" y="35"/>
                  </a:cubicBezTo>
                  <a:cubicBezTo>
                    <a:pt x="287" y="21"/>
                    <a:pt x="275" y="1"/>
                    <a:pt x="2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2" name="Google Shape;5562;p16"/>
            <p:cNvSpPr/>
            <p:nvPr/>
          </p:nvSpPr>
          <p:spPr>
            <a:xfrm>
              <a:off x="1249350" y="2548550"/>
              <a:ext cx="5825" cy="8825"/>
            </a:xfrm>
            <a:custGeom>
              <a:rect b="b" l="l" r="r" t="t"/>
              <a:pathLst>
                <a:path extrusionOk="0" h="353" w="233">
                  <a:moveTo>
                    <a:pt x="200" y="1"/>
                  </a:moveTo>
                  <a:cubicBezTo>
                    <a:pt x="197" y="1"/>
                    <a:pt x="194" y="2"/>
                    <a:pt x="191" y="4"/>
                  </a:cubicBezTo>
                  <a:cubicBezTo>
                    <a:pt x="175" y="13"/>
                    <a:pt x="166" y="21"/>
                    <a:pt x="150" y="37"/>
                  </a:cubicBezTo>
                  <a:cubicBezTo>
                    <a:pt x="142" y="46"/>
                    <a:pt x="133" y="62"/>
                    <a:pt x="125" y="71"/>
                  </a:cubicBezTo>
                  <a:cubicBezTo>
                    <a:pt x="108" y="95"/>
                    <a:pt x="92" y="120"/>
                    <a:pt x="75" y="145"/>
                  </a:cubicBezTo>
                  <a:cubicBezTo>
                    <a:pt x="50" y="203"/>
                    <a:pt x="26" y="261"/>
                    <a:pt x="9" y="319"/>
                  </a:cubicBezTo>
                  <a:cubicBezTo>
                    <a:pt x="1" y="327"/>
                    <a:pt x="17" y="344"/>
                    <a:pt x="26" y="352"/>
                  </a:cubicBezTo>
                  <a:cubicBezTo>
                    <a:pt x="42" y="352"/>
                    <a:pt x="59" y="344"/>
                    <a:pt x="67" y="327"/>
                  </a:cubicBezTo>
                  <a:cubicBezTo>
                    <a:pt x="84" y="278"/>
                    <a:pt x="108" y="228"/>
                    <a:pt x="142" y="187"/>
                  </a:cubicBezTo>
                  <a:cubicBezTo>
                    <a:pt x="158" y="162"/>
                    <a:pt x="166" y="137"/>
                    <a:pt x="183" y="120"/>
                  </a:cubicBezTo>
                  <a:cubicBezTo>
                    <a:pt x="191" y="104"/>
                    <a:pt x="200" y="95"/>
                    <a:pt x="208" y="87"/>
                  </a:cubicBezTo>
                  <a:cubicBezTo>
                    <a:pt x="216" y="71"/>
                    <a:pt x="224" y="54"/>
                    <a:pt x="224" y="46"/>
                  </a:cubicBezTo>
                  <a:cubicBezTo>
                    <a:pt x="233" y="29"/>
                    <a:pt x="233" y="21"/>
                    <a:pt x="224" y="13"/>
                  </a:cubicBezTo>
                  <a:cubicBezTo>
                    <a:pt x="219" y="7"/>
                    <a:pt x="209" y="1"/>
                    <a:pt x="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3" name="Google Shape;5563;p16"/>
            <p:cNvSpPr/>
            <p:nvPr/>
          </p:nvSpPr>
          <p:spPr>
            <a:xfrm>
              <a:off x="1261475" y="2515025"/>
              <a:ext cx="17075" cy="18200"/>
            </a:xfrm>
            <a:custGeom>
              <a:rect b="b" l="l" r="r" t="t"/>
              <a:pathLst>
                <a:path extrusionOk="0" h="728" w="683">
                  <a:moveTo>
                    <a:pt x="660" y="1"/>
                  </a:moveTo>
                  <a:cubicBezTo>
                    <a:pt x="657" y="1"/>
                    <a:pt x="654" y="2"/>
                    <a:pt x="651" y="3"/>
                  </a:cubicBezTo>
                  <a:cubicBezTo>
                    <a:pt x="609" y="11"/>
                    <a:pt x="585" y="36"/>
                    <a:pt x="560" y="61"/>
                  </a:cubicBezTo>
                  <a:cubicBezTo>
                    <a:pt x="535" y="86"/>
                    <a:pt x="510" y="111"/>
                    <a:pt x="477" y="136"/>
                  </a:cubicBezTo>
                  <a:cubicBezTo>
                    <a:pt x="427" y="194"/>
                    <a:pt x="369" y="252"/>
                    <a:pt x="319" y="310"/>
                  </a:cubicBezTo>
                  <a:cubicBezTo>
                    <a:pt x="212" y="426"/>
                    <a:pt x="112" y="550"/>
                    <a:pt x="13" y="674"/>
                  </a:cubicBezTo>
                  <a:cubicBezTo>
                    <a:pt x="1" y="699"/>
                    <a:pt x="16" y="728"/>
                    <a:pt x="38" y="728"/>
                  </a:cubicBezTo>
                  <a:cubicBezTo>
                    <a:pt x="45" y="728"/>
                    <a:pt x="54" y="724"/>
                    <a:pt x="63" y="716"/>
                  </a:cubicBezTo>
                  <a:cubicBezTo>
                    <a:pt x="162" y="600"/>
                    <a:pt x="270" y="492"/>
                    <a:pt x="377" y="376"/>
                  </a:cubicBezTo>
                  <a:cubicBezTo>
                    <a:pt x="427" y="318"/>
                    <a:pt x="485" y="268"/>
                    <a:pt x="535" y="210"/>
                  </a:cubicBezTo>
                  <a:cubicBezTo>
                    <a:pt x="560" y="177"/>
                    <a:pt x="585" y="152"/>
                    <a:pt x="618" y="119"/>
                  </a:cubicBezTo>
                  <a:cubicBezTo>
                    <a:pt x="634" y="94"/>
                    <a:pt x="667" y="69"/>
                    <a:pt x="676" y="28"/>
                  </a:cubicBezTo>
                  <a:cubicBezTo>
                    <a:pt x="683" y="14"/>
                    <a:pt x="673" y="1"/>
                    <a:pt x="6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4" name="Google Shape;5564;p16"/>
            <p:cNvSpPr/>
            <p:nvPr/>
          </p:nvSpPr>
          <p:spPr>
            <a:xfrm>
              <a:off x="1270075" y="2524875"/>
              <a:ext cx="4375" cy="5300"/>
            </a:xfrm>
            <a:custGeom>
              <a:rect b="b" l="l" r="r" t="t"/>
              <a:pathLst>
                <a:path extrusionOk="0" h="212" w="175">
                  <a:moveTo>
                    <a:pt x="149" y="1"/>
                  </a:moveTo>
                  <a:cubicBezTo>
                    <a:pt x="143" y="1"/>
                    <a:pt x="137" y="3"/>
                    <a:pt x="133" y="7"/>
                  </a:cubicBezTo>
                  <a:cubicBezTo>
                    <a:pt x="83" y="48"/>
                    <a:pt x="33" y="106"/>
                    <a:pt x="9" y="173"/>
                  </a:cubicBezTo>
                  <a:cubicBezTo>
                    <a:pt x="0" y="181"/>
                    <a:pt x="0" y="197"/>
                    <a:pt x="17" y="206"/>
                  </a:cubicBezTo>
                  <a:cubicBezTo>
                    <a:pt x="20" y="209"/>
                    <a:pt x="27" y="211"/>
                    <a:pt x="33" y="211"/>
                  </a:cubicBezTo>
                  <a:cubicBezTo>
                    <a:pt x="41" y="211"/>
                    <a:pt x="50" y="207"/>
                    <a:pt x="50" y="197"/>
                  </a:cubicBezTo>
                  <a:lnTo>
                    <a:pt x="58" y="197"/>
                  </a:lnTo>
                  <a:cubicBezTo>
                    <a:pt x="67" y="173"/>
                    <a:pt x="91" y="139"/>
                    <a:pt x="108" y="115"/>
                  </a:cubicBezTo>
                  <a:cubicBezTo>
                    <a:pt x="125" y="81"/>
                    <a:pt x="141" y="65"/>
                    <a:pt x="166" y="40"/>
                  </a:cubicBezTo>
                  <a:cubicBezTo>
                    <a:pt x="174" y="32"/>
                    <a:pt x="174" y="15"/>
                    <a:pt x="166" y="7"/>
                  </a:cubicBezTo>
                  <a:cubicBezTo>
                    <a:pt x="162" y="3"/>
                    <a:pt x="156" y="1"/>
                    <a:pt x="1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5" name="Google Shape;5565;p16"/>
            <p:cNvSpPr/>
            <p:nvPr/>
          </p:nvSpPr>
          <p:spPr>
            <a:xfrm>
              <a:off x="1050100" y="2550200"/>
              <a:ext cx="13075" cy="15925"/>
            </a:xfrm>
            <a:custGeom>
              <a:rect b="b" l="l" r="r" t="t"/>
              <a:pathLst>
                <a:path extrusionOk="0" h="637" w="523">
                  <a:moveTo>
                    <a:pt x="58" y="1"/>
                  </a:moveTo>
                  <a:cubicBezTo>
                    <a:pt x="31" y="1"/>
                    <a:pt x="0" y="32"/>
                    <a:pt x="25" y="63"/>
                  </a:cubicBezTo>
                  <a:cubicBezTo>
                    <a:pt x="133" y="220"/>
                    <a:pt x="249" y="386"/>
                    <a:pt x="356" y="543"/>
                  </a:cubicBezTo>
                  <a:cubicBezTo>
                    <a:pt x="386" y="580"/>
                    <a:pt x="416" y="637"/>
                    <a:pt x="463" y="637"/>
                  </a:cubicBezTo>
                  <a:cubicBezTo>
                    <a:pt x="468" y="637"/>
                    <a:pt x="474" y="636"/>
                    <a:pt x="481" y="634"/>
                  </a:cubicBezTo>
                  <a:cubicBezTo>
                    <a:pt x="506" y="626"/>
                    <a:pt x="522" y="601"/>
                    <a:pt x="522" y="576"/>
                  </a:cubicBezTo>
                  <a:cubicBezTo>
                    <a:pt x="522" y="551"/>
                    <a:pt x="506" y="527"/>
                    <a:pt x="489" y="502"/>
                  </a:cubicBezTo>
                  <a:cubicBezTo>
                    <a:pt x="431" y="419"/>
                    <a:pt x="373" y="336"/>
                    <a:pt x="307" y="261"/>
                  </a:cubicBezTo>
                  <a:cubicBezTo>
                    <a:pt x="240" y="170"/>
                    <a:pt x="166" y="87"/>
                    <a:pt x="83" y="13"/>
                  </a:cubicBezTo>
                  <a:cubicBezTo>
                    <a:pt x="77" y="4"/>
                    <a:pt x="68" y="1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6" name="Google Shape;5566;p16"/>
            <p:cNvSpPr/>
            <p:nvPr/>
          </p:nvSpPr>
          <p:spPr>
            <a:xfrm>
              <a:off x="1062925" y="2570800"/>
              <a:ext cx="2525" cy="1900"/>
            </a:xfrm>
            <a:custGeom>
              <a:rect b="b" l="l" r="r" t="t"/>
              <a:pathLst>
                <a:path extrusionOk="0" h="76" w="101">
                  <a:moveTo>
                    <a:pt x="51" y="1"/>
                  </a:moveTo>
                  <a:cubicBezTo>
                    <a:pt x="1" y="1"/>
                    <a:pt x="1" y="75"/>
                    <a:pt x="51" y="75"/>
                  </a:cubicBezTo>
                  <a:cubicBezTo>
                    <a:pt x="100" y="75"/>
                    <a:pt x="100" y="1"/>
                    <a:pt x="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7" name="Google Shape;5567;p16"/>
            <p:cNvSpPr/>
            <p:nvPr/>
          </p:nvSpPr>
          <p:spPr>
            <a:xfrm>
              <a:off x="1261575" y="2558900"/>
              <a:ext cx="5825" cy="8200"/>
            </a:xfrm>
            <a:custGeom>
              <a:rect b="b" l="l" r="r" t="t"/>
              <a:pathLst>
                <a:path extrusionOk="0" h="328" w="233">
                  <a:moveTo>
                    <a:pt x="176" y="0"/>
                  </a:moveTo>
                  <a:cubicBezTo>
                    <a:pt x="164" y="0"/>
                    <a:pt x="154" y="5"/>
                    <a:pt x="150" y="13"/>
                  </a:cubicBezTo>
                  <a:cubicBezTo>
                    <a:pt x="117" y="54"/>
                    <a:pt x="83" y="87"/>
                    <a:pt x="59" y="129"/>
                  </a:cubicBezTo>
                  <a:cubicBezTo>
                    <a:pt x="50" y="154"/>
                    <a:pt x="42" y="170"/>
                    <a:pt x="25" y="195"/>
                  </a:cubicBezTo>
                  <a:cubicBezTo>
                    <a:pt x="17" y="220"/>
                    <a:pt x="1" y="245"/>
                    <a:pt x="1" y="278"/>
                  </a:cubicBezTo>
                  <a:cubicBezTo>
                    <a:pt x="1" y="303"/>
                    <a:pt x="17" y="319"/>
                    <a:pt x="34" y="328"/>
                  </a:cubicBezTo>
                  <a:lnTo>
                    <a:pt x="34" y="319"/>
                  </a:lnTo>
                  <a:cubicBezTo>
                    <a:pt x="41" y="323"/>
                    <a:pt x="49" y="325"/>
                    <a:pt x="57" y="325"/>
                  </a:cubicBezTo>
                  <a:cubicBezTo>
                    <a:pt x="69" y="325"/>
                    <a:pt x="82" y="321"/>
                    <a:pt x="92" y="311"/>
                  </a:cubicBezTo>
                  <a:cubicBezTo>
                    <a:pt x="100" y="295"/>
                    <a:pt x="108" y="286"/>
                    <a:pt x="117" y="270"/>
                  </a:cubicBezTo>
                  <a:cubicBezTo>
                    <a:pt x="117" y="261"/>
                    <a:pt x="117" y="261"/>
                    <a:pt x="117" y="261"/>
                  </a:cubicBezTo>
                  <a:cubicBezTo>
                    <a:pt x="125" y="261"/>
                    <a:pt x="125" y="253"/>
                    <a:pt x="125" y="253"/>
                  </a:cubicBezTo>
                  <a:lnTo>
                    <a:pt x="133" y="237"/>
                  </a:lnTo>
                  <a:lnTo>
                    <a:pt x="133" y="220"/>
                  </a:lnTo>
                  <a:cubicBezTo>
                    <a:pt x="133" y="220"/>
                    <a:pt x="141" y="220"/>
                    <a:pt x="141" y="212"/>
                  </a:cubicBezTo>
                  <a:cubicBezTo>
                    <a:pt x="141" y="203"/>
                    <a:pt x="150" y="195"/>
                    <a:pt x="150" y="187"/>
                  </a:cubicBezTo>
                  <a:cubicBezTo>
                    <a:pt x="175" y="145"/>
                    <a:pt x="199" y="104"/>
                    <a:pt x="224" y="71"/>
                  </a:cubicBezTo>
                  <a:cubicBezTo>
                    <a:pt x="233" y="54"/>
                    <a:pt x="224" y="21"/>
                    <a:pt x="208" y="13"/>
                  </a:cubicBezTo>
                  <a:cubicBezTo>
                    <a:pt x="199" y="5"/>
                    <a:pt x="187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8" name="Google Shape;5568;p16"/>
            <p:cNvSpPr/>
            <p:nvPr/>
          </p:nvSpPr>
          <p:spPr>
            <a:xfrm>
              <a:off x="1264475" y="25656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9" name="Google Shape;5569;p16"/>
            <p:cNvSpPr/>
            <p:nvPr/>
          </p:nvSpPr>
          <p:spPr>
            <a:xfrm>
              <a:off x="1264475" y="2566200"/>
              <a:ext cx="3125" cy="5750"/>
            </a:xfrm>
            <a:custGeom>
              <a:rect b="b" l="l" r="r" t="t"/>
              <a:pathLst>
                <a:path extrusionOk="0" h="230" w="125">
                  <a:moveTo>
                    <a:pt x="79" y="0"/>
                  </a:moveTo>
                  <a:cubicBezTo>
                    <a:pt x="59" y="0"/>
                    <a:pt x="41" y="15"/>
                    <a:pt x="34" y="36"/>
                  </a:cubicBezTo>
                  <a:cubicBezTo>
                    <a:pt x="25" y="61"/>
                    <a:pt x="17" y="85"/>
                    <a:pt x="17" y="110"/>
                  </a:cubicBezTo>
                  <a:cubicBezTo>
                    <a:pt x="9" y="127"/>
                    <a:pt x="9" y="135"/>
                    <a:pt x="9" y="152"/>
                  </a:cubicBezTo>
                  <a:cubicBezTo>
                    <a:pt x="1" y="160"/>
                    <a:pt x="1" y="168"/>
                    <a:pt x="1" y="177"/>
                  </a:cubicBezTo>
                  <a:cubicBezTo>
                    <a:pt x="1" y="185"/>
                    <a:pt x="1" y="193"/>
                    <a:pt x="1" y="193"/>
                  </a:cubicBezTo>
                  <a:cubicBezTo>
                    <a:pt x="1" y="210"/>
                    <a:pt x="9" y="226"/>
                    <a:pt x="25" y="226"/>
                  </a:cubicBezTo>
                  <a:cubicBezTo>
                    <a:pt x="30" y="229"/>
                    <a:pt x="35" y="230"/>
                    <a:pt x="40" y="230"/>
                  </a:cubicBezTo>
                  <a:cubicBezTo>
                    <a:pt x="51" y="230"/>
                    <a:pt x="61" y="224"/>
                    <a:pt x="67" y="218"/>
                  </a:cubicBezTo>
                  <a:cubicBezTo>
                    <a:pt x="67" y="210"/>
                    <a:pt x="75" y="201"/>
                    <a:pt x="75" y="201"/>
                  </a:cubicBezTo>
                  <a:cubicBezTo>
                    <a:pt x="83" y="193"/>
                    <a:pt x="83" y="185"/>
                    <a:pt x="83" y="177"/>
                  </a:cubicBezTo>
                  <a:lnTo>
                    <a:pt x="100" y="135"/>
                  </a:lnTo>
                  <a:cubicBezTo>
                    <a:pt x="108" y="110"/>
                    <a:pt x="117" y="85"/>
                    <a:pt x="125" y="61"/>
                  </a:cubicBezTo>
                  <a:cubicBezTo>
                    <a:pt x="125" y="36"/>
                    <a:pt x="117" y="11"/>
                    <a:pt x="92" y="3"/>
                  </a:cubicBezTo>
                  <a:cubicBezTo>
                    <a:pt x="87" y="1"/>
                    <a:pt x="83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0" name="Google Shape;5570;p16"/>
            <p:cNvSpPr/>
            <p:nvPr/>
          </p:nvSpPr>
          <p:spPr>
            <a:xfrm>
              <a:off x="1068725" y="2575575"/>
              <a:ext cx="3975" cy="8300"/>
            </a:xfrm>
            <a:custGeom>
              <a:rect b="b" l="l" r="r" t="t"/>
              <a:pathLst>
                <a:path extrusionOk="0" h="332" w="159">
                  <a:moveTo>
                    <a:pt x="26" y="0"/>
                  </a:moveTo>
                  <a:cubicBezTo>
                    <a:pt x="9" y="9"/>
                    <a:pt x="1" y="25"/>
                    <a:pt x="1" y="42"/>
                  </a:cubicBezTo>
                  <a:cubicBezTo>
                    <a:pt x="17" y="125"/>
                    <a:pt x="34" y="216"/>
                    <a:pt x="67" y="290"/>
                  </a:cubicBezTo>
                  <a:cubicBezTo>
                    <a:pt x="75" y="315"/>
                    <a:pt x="100" y="332"/>
                    <a:pt x="125" y="332"/>
                  </a:cubicBezTo>
                  <a:cubicBezTo>
                    <a:pt x="125" y="324"/>
                    <a:pt x="133" y="324"/>
                    <a:pt x="133" y="324"/>
                  </a:cubicBezTo>
                  <a:cubicBezTo>
                    <a:pt x="142" y="324"/>
                    <a:pt x="150" y="315"/>
                    <a:pt x="150" y="307"/>
                  </a:cubicBezTo>
                  <a:lnTo>
                    <a:pt x="158" y="299"/>
                  </a:lnTo>
                  <a:cubicBezTo>
                    <a:pt x="158" y="290"/>
                    <a:pt x="158" y="290"/>
                    <a:pt x="158" y="290"/>
                  </a:cubicBezTo>
                  <a:cubicBezTo>
                    <a:pt x="158" y="282"/>
                    <a:pt x="158" y="274"/>
                    <a:pt x="158" y="274"/>
                  </a:cubicBezTo>
                  <a:cubicBezTo>
                    <a:pt x="125" y="191"/>
                    <a:pt x="92" y="108"/>
                    <a:pt x="67" y="25"/>
                  </a:cubicBezTo>
                  <a:cubicBezTo>
                    <a:pt x="67" y="9"/>
                    <a:pt x="42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1" name="Google Shape;5571;p16"/>
            <p:cNvSpPr/>
            <p:nvPr/>
          </p:nvSpPr>
          <p:spPr>
            <a:xfrm>
              <a:off x="1070400" y="2574275"/>
              <a:ext cx="2925" cy="6300"/>
            </a:xfrm>
            <a:custGeom>
              <a:rect b="b" l="l" r="r" t="t"/>
              <a:pathLst>
                <a:path extrusionOk="0" h="252" w="117">
                  <a:moveTo>
                    <a:pt x="38" y="1"/>
                  </a:moveTo>
                  <a:cubicBezTo>
                    <a:pt x="34" y="1"/>
                    <a:pt x="30" y="1"/>
                    <a:pt x="25" y="3"/>
                  </a:cubicBezTo>
                  <a:cubicBezTo>
                    <a:pt x="8" y="11"/>
                    <a:pt x="0" y="28"/>
                    <a:pt x="0" y="44"/>
                  </a:cubicBezTo>
                  <a:cubicBezTo>
                    <a:pt x="8" y="77"/>
                    <a:pt x="17" y="110"/>
                    <a:pt x="25" y="135"/>
                  </a:cubicBezTo>
                  <a:cubicBezTo>
                    <a:pt x="42" y="168"/>
                    <a:pt x="50" y="202"/>
                    <a:pt x="66" y="235"/>
                  </a:cubicBezTo>
                  <a:cubicBezTo>
                    <a:pt x="75" y="243"/>
                    <a:pt x="83" y="251"/>
                    <a:pt x="100" y="251"/>
                  </a:cubicBezTo>
                  <a:cubicBezTo>
                    <a:pt x="108" y="243"/>
                    <a:pt x="116" y="235"/>
                    <a:pt x="116" y="218"/>
                  </a:cubicBezTo>
                  <a:cubicBezTo>
                    <a:pt x="116" y="185"/>
                    <a:pt x="108" y="152"/>
                    <a:pt x="100" y="119"/>
                  </a:cubicBezTo>
                  <a:cubicBezTo>
                    <a:pt x="91" y="86"/>
                    <a:pt x="83" y="52"/>
                    <a:pt x="75" y="28"/>
                  </a:cubicBezTo>
                  <a:cubicBezTo>
                    <a:pt x="68" y="14"/>
                    <a:pt x="56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2" name="Google Shape;5572;p16"/>
            <p:cNvSpPr/>
            <p:nvPr/>
          </p:nvSpPr>
          <p:spPr>
            <a:xfrm>
              <a:off x="1227400" y="2609125"/>
              <a:ext cx="15550" cy="7475"/>
            </a:xfrm>
            <a:custGeom>
              <a:rect b="b" l="l" r="r" t="t"/>
              <a:pathLst>
                <a:path extrusionOk="0" h="299" w="622">
                  <a:moveTo>
                    <a:pt x="534" y="1"/>
                  </a:moveTo>
                  <a:cubicBezTo>
                    <a:pt x="500" y="1"/>
                    <a:pt x="462" y="12"/>
                    <a:pt x="431" y="17"/>
                  </a:cubicBezTo>
                  <a:cubicBezTo>
                    <a:pt x="382" y="26"/>
                    <a:pt x="332" y="42"/>
                    <a:pt x="282" y="59"/>
                  </a:cubicBezTo>
                  <a:cubicBezTo>
                    <a:pt x="183" y="100"/>
                    <a:pt x="92" y="158"/>
                    <a:pt x="17" y="224"/>
                  </a:cubicBezTo>
                  <a:cubicBezTo>
                    <a:pt x="1" y="241"/>
                    <a:pt x="1" y="274"/>
                    <a:pt x="17" y="282"/>
                  </a:cubicBezTo>
                  <a:cubicBezTo>
                    <a:pt x="25" y="294"/>
                    <a:pt x="34" y="298"/>
                    <a:pt x="43" y="298"/>
                  </a:cubicBezTo>
                  <a:cubicBezTo>
                    <a:pt x="54" y="298"/>
                    <a:pt x="66" y="292"/>
                    <a:pt x="75" y="282"/>
                  </a:cubicBezTo>
                  <a:cubicBezTo>
                    <a:pt x="150" y="224"/>
                    <a:pt x="232" y="183"/>
                    <a:pt x="324" y="158"/>
                  </a:cubicBezTo>
                  <a:cubicBezTo>
                    <a:pt x="365" y="142"/>
                    <a:pt x="415" y="125"/>
                    <a:pt x="464" y="117"/>
                  </a:cubicBezTo>
                  <a:cubicBezTo>
                    <a:pt x="514" y="108"/>
                    <a:pt x="564" y="117"/>
                    <a:pt x="597" y="84"/>
                  </a:cubicBezTo>
                  <a:cubicBezTo>
                    <a:pt x="622" y="67"/>
                    <a:pt x="614" y="34"/>
                    <a:pt x="589" y="17"/>
                  </a:cubicBezTo>
                  <a:cubicBezTo>
                    <a:pt x="573" y="5"/>
                    <a:pt x="554" y="1"/>
                    <a:pt x="5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3" name="Google Shape;5573;p16"/>
            <p:cNvSpPr/>
            <p:nvPr/>
          </p:nvSpPr>
          <p:spPr>
            <a:xfrm>
              <a:off x="1229875" y="2607900"/>
              <a:ext cx="6250" cy="3150"/>
            </a:xfrm>
            <a:custGeom>
              <a:rect b="b" l="l" r="r" t="t"/>
              <a:pathLst>
                <a:path extrusionOk="0" h="126" w="250">
                  <a:moveTo>
                    <a:pt x="225" y="0"/>
                  </a:moveTo>
                  <a:cubicBezTo>
                    <a:pt x="191" y="0"/>
                    <a:pt x="158" y="8"/>
                    <a:pt x="117" y="17"/>
                  </a:cubicBezTo>
                  <a:cubicBezTo>
                    <a:pt x="100" y="25"/>
                    <a:pt x="84" y="25"/>
                    <a:pt x="67" y="33"/>
                  </a:cubicBezTo>
                  <a:cubicBezTo>
                    <a:pt x="51" y="41"/>
                    <a:pt x="34" y="50"/>
                    <a:pt x="18" y="58"/>
                  </a:cubicBezTo>
                  <a:cubicBezTo>
                    <a:pt x="1" y="66"/>
                    <a:pt x="1" y="91"/>
                    <a:pt x="9" y="108"/>
                  </a:cubicBezTo>
                  <a:cubicBezTo>
                    <a:pt x="14" y="118"/>
                    <a:pt x="26" y="125"/>
                    <a:pt x="38" y="125"/>
                  </a:cubicBezTo>
                  <a:cubicBezTo>
                    <a:pt x="45" y="125"/>
                    <a:pt x="53" y="122"/>
                    <a:pt x="59" y="116"/>
                  </a:cubicBezTo>
                  <a:cubicBezTo>
                    <a:pt x="76" y="108"/>
                    <a:pt x="84" y="99"/>
                    <a:pt x="100" y="99"/>
                  </a:cubicBezTo>
                  <a:cubicBezTo>
                    <a:pt x="109" y="91"/>
                    <a:pt x="117" y="91"/>
                    <a:pt x="125" y="83"/>
                  </a:cubicBezTo>
                  <a:lnTo>
                    <a:pt x="133" y="83"/>
                  </a:lnTo>
                  <a:cubicBezTo>
                    <a:pt x="133" y="83"/>
                    <a:pt x="133" y="75"/>
                    <a:pt x="142" y="75"/>
                  </a:cubicBezTo>
                  <a:cubicBezTo>
                    <a:pt x="167" y="66"/>
                    <a:pt x="200" y="50"/>
                    <a:pt x="233" y="41"/>
                  </a:cubicBezTo>
                  <a:cubicBezTo>
                    <a:pt x="241" y="41"/>
                    <a:pt x="249" y="33"/>
                    <a:pt x="249" y="17"/>
                  </a:cubicBezTo>
                  <a:cubicBezTo>
                    <a:pt x="249" y="8"/>
                    <a:pt x="241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4" name="Google Shape;5574;p16"/>
            <p:cNvSpPr/>
            <p:nvPr/>
          </p:nvSpPr>
          <p:spPr>
            <a:xfrm>
              <a:off x="1094200" y="2629750"/>
              <a:ext cx="19150" cy="6900"/>
            </a:xfrm>
            <a:custGeom>
              <a:rect b="b" l="l" r="r" t="t"/>
              <a:pathLst>
                <a:path extrusionOk="0" h="276" w="766">
                  <a:moveTo>
                    <a:pt x="250" y="1"/>
                  </a:moveTo>
                  <a:cubicBezTo>
                    <a:pt x="230" y="1"/>
                    <a:pt x="211" y="2"/>
                    <a:pt x="192" y="4"/>
                  </a:cubicBezTo>
                  <a:cubicBezTo>
                    <a:pt x="134" y="4"/>
                    <a:pt x="34" y="13"/>
                    <a:pt x="9" y="71"/>
                  </a:cubicBezTo>
                  <a:cubicBezTo>
                    <a:pt x="1" y="87"/>
                    <a:pt x="1" y="104"/>
                    <a:pt x="18" y="112"/>
                  </a:cubicBezTo>
                  <a:lnTo>
                    <a:pt x="18" y="120"/>
                  </a:lnTo>
                  <a:cubicBezTo>
                    <a:pt x="30" y="129"/>
                    <a:pt x="44" y="131"/>
                    <a:pt x="59" y="131"/>
                  </a:cubicBezTo>
                  <a:cubicBezTo>
                    <a:pt x="73" y="131"/>
                    <a:pt x="88" y="129"/>
                    <a:pt x="100" y="129"/>
                  </a:cubicBezTo>
                  <a:lnTo>
                    <a:pt x="183" y="129"/>
                  </a:lnTo>
                  <a:cubicBezTo>
                    <a:pt x="241" y="129"/>
                    <a:pt x="299" y="129"/>
                    <a:pt x="357" y="137"/>
                  </a:cubicBezTo>
                  <a:cubicBezTo>
                    <a:pt x="473" y="162"/>
                    <a:pt x="581" y="211"/>
                    <a:pt x="680" y="269"/>
                  </a:cubicBezTo>
                  <a:cubicBezTo>
                    <a:pt x="687" y="274"/>
                    <a:pt x="694" y="275"/>
                    <a:pt x="701" y="275"/>
                  </a:cubicBezTo>
                  <a:cubicBezTo>
                    <a:pt x="736" y="275"/>
                    <a:pt x="766" y="229"/>
                    <a:pt x="738" y="195"/>
                  </a:cubicBezTo>
                  <a:cubicBezTo>
                    <a:pt x="639" y="104"/>
                    <a:pt x="515" y="37"/>
                    <a:pt x="390" y="13"/>
                  </a:cubicBezTo>
                  <a:cubicBezTo>
                    <a:pt x="343" y="7"/>
                    <a:pt x="297" y="1"/>
                    <a:pt x="2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5" name="Google Shape;5575;p16"/>
            <p:cNvSpPr/>
            <p:nvPr/>
          </p:nvSpPr>
          <p:spPr>
            <a:xfrm>
              <a:off x="1098350" y="2626525"/>
              <a:ext cx="8525" cy="3975"/>
            </a:xfrm>
            <a:custGeom>
              <a:rect b="b" l="l" r="r" t="t"/>
              <a:pathLst>
                <a:path extrusionOk="0" h="159" w="341">
                  <a:moveTo>
                    <a:pt x="42" y="1"/>
                  </a:moveTo>
                  <a:cubicBezTo>
                    <a:pt x="26" y="1"/>
                    <a:pt x="9" y="17"/>
                    <a:pt x="9" y="34"/>
                  </a:cubicBezTo>
                  <a:cubicBezTo>
                    <a:pt x="1" y="59"/>
                    <a:pt x="17" y="75"/>
                    <a:pt x="34" y="75"/>
                  </a:cubicBezTo>
                  <a:lnTo>
                    <a:pt x="34" y="84"/>
                  </a:lnTo>
                  <a:cubicBezTo>
                    <a:pt x="59" y="84"/>
                    <a:pt x="75" y="92"/>
                    <a:pt x="92" y="100"/>
                  </a:cubicBezTo>
                  <a:cubicBezTo>
                    <a:pt x="117" y="108"/>
                    <a:pt x="133" y="108"/>
                    <a:pt x="150" y="117"/>
                  </a:cubicBezTo>
                  <a:cubicBezTo>
                    <a:pt x="175" y="117"/>
                    <a:pt x="191" y="125"/>
                    <a:pt x="208" y="133"/>
                  </a:cubicBezTo>
                  <a:cubicBezTo>
                    <a:pt x="224" y="133"/>
                    <a:pt x="233" y="142"/>
                    <a:pt x="241" y="142"/>
                  </a:cubicBezTo>
                  <a:cubicBezTo>
                    <a:pt x="241" y="142"/>
                    <a:pt x="249" y="150"/>
                    <a:pt x="249" y="150"/>
                  </a:cubicBezTo>
                  <a:cubicBezTo>
                    <a:pt x="255" y="150"/>
                    <a:pt x="264" y="154"/>
                    <a:pt x="265" y="154"/>
                  </a:cubicBezTo>
                  <a:cubicBezTo>
                    <a:pt x="265" y="154"/>
                    <a:pt x="263" y="153"/>
                    <a:pt x="258" y="150"/>
                  </a:cubicBezTo>
                  <a:lnTo>
                    <a:pt x="258" y="150"/>
                  </a:lnTo>
                  <a:cubicBezTo>
                    <a:pt x="274" y="158"/>
                    <a:pt x="282" y="158"/>
                    <a:pt x="299" y="158"/>
                  </a:cubicBezTo>
                  <a:cubicBezTo>
                    <a:pt x="315" y="150"/>
                    <a:pt x="324" y="142"/>
                    <a:pt x="332" y="133"/>
                  </a:cubicBezTo>
                  <a:cubicBezTo>
                    <a:pt x="340" y="108"/>
                    <a:pt x="340" y="75"/>
                    <a:pt x="315" y="59"/>
                  </a:cubicBezTo>
                  <a:cubicBezTo>
                    <a:pt x="274" y="42"/>
                    <a:pt x="224" y="26"/>
                    <a:pt x="183" y="17"/>
                  </a:cubicBezTo>
                  <a:cubicBezTo>
                    <a:pt x="133" y="1"/>
                    <a:pt x="92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6" name="Google Shape;5576;p16"/>
            <p:cNvSpPr/>
            <p:nvPr/>
          </p:nvSpPr>
          <p:spPr>
            <a:xfrm>
              <a:off x="1307150" y="2797775"/>
              <a:ext cx="4075" cy="12750"/>
            </a:xfrm>
            <a:custGeom>
              <a:rect b="b" l="l" r="r" t="t"/>
              <a:pathLst>
                <a:path extrusionOk="0" h="510" w="163">
                  <a:moveTo>
                    <a:pt x="115" y="0"/>
                  </a:moveTo>
                  <a:cubicBezTo>
                    <a:pt x="100" y="0"/>
                    <a:pt x="87" y="8"/>
                    <a:pt x="83" y="28"/>
                  </a:cubicBezTo>
                  <a:cubicBezTo>
                    <a:pt x="67" y="102"/>
                    <a:pt x="50" y="177"/>
                    <a:pt x="34" y="260"/>
                  </a:cubicBezTo>
                  <a:cubicBezTo>
                    <a:pt x="17" y="334"/>
                    <a:pt x="9" y="409"/>
                    <a:pt x="0" y="483"/>
                  </a:cubicBezTo>
                  <a:cubicBezTo>
                    <a:pt x="0" y="501"/>
                    <a:pt x="12" y="509"/>
                    <a:pt x="25" y="509"/>
                  </a:cubicBezTo>
                  <a:cubicBezTo>
                    <a:pt x="35" y="509"/>
                    <a:pt x="46" y="503"/>
                    <a:pt x="50" y="492"/>
                  </a:cubicBezTo>
                  <a:cubicBezTo>
                    <a:pt x="75" y="417"/>
                    <a:pt x="92" y="342"/>
                    <a:pt x="108" y="268"/>
                  </a:cubicBezTo>
                  <a:cubicBezTo>
                    <a:pt x="125" y="193"/>
                    <a:pt x="141" y="119"/>
                    <a:pt x="158" y="44"/>
                  </a:cubicBezTo>
                  <a:cubicBezTo>
                    <a:pt x="163" y="1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7" name="Google Shape;5577;p16"/>
            <p:cNvSpPr/>
            <p:nvPr/>
          </p:nvSpPr>
          <p:spPr>
            <a:xfrm>
              <a:off x="1033100" y="2809500"/>
              <a:ext cx="4750" cy="20275"/>
            </a:xfrm>
            <a:custGeom>
              <a:rect b="b" l="l" r="r" t="t"/>
              <a:pathLst>
                <a:path extrusionOk="0" h="811" w="190">
                  <a:moveTo>
                    <a:pt x="107" y="0"/>
                  </a:moveTo>
                  <a:cubicBezTo>
                    <a:pt x="86" y="0"/>
                    <a:pt x="65" y="12"/>
                    <a:pt x="59" y="39"/>
                  </a:cubicBezTo>
                  <a:cubicBezTo>
                    <a:pt x="17" y="172"/>
                    <a:pt x="1" y="304"/>
                    <a:pt x="9" y="445"/>
                  </a:cubicBezTo>
                  <a:cubicBezTo>
                    <a:pt x="9" y="511"/>
                    <a:pt x="17" y="578"/>
                    <a:pt x="34" y="644"/>
                  </a:cubicBezTo>
                  <a:cubicBezTo>
                    <a:pt x="42" y="694"/>
                    <a:pt x="50" y="793"/>
                    <a:pt x="117" y="810"/>
                  </a:cubicBezTo>
                  <a:cubicBezTo>
                    <a:pt x="119" y="810"/>
                    <a:pt x="122" y="810"/>
                    <a:pt x="124" y="810"/>
                  </a:cubicBezTo>
                  <a:cubicBezTo>
                    <a:pt x="190" y="810"/>
                    <a:pt x="166" y="701"/>
                    <a:pt x="166" y="661"/>
                  </a:cubicBezTo>
                  <a:cubicBezTo>
                    <a:pt x="150" y="594"/>
                    <a:pt x="142" y="536"/>
                    <a:pt x="142" y="470"/>
                  </a:cubicBezTo>
                  <a:lnTo>
                    <a:pt x="133" y="470"/>
                  </a:lnTo>
                  <a:cubicBezTo>
                    <a:pt x="125" y="337"/>
                    <a:pt x="133" y="197"/>
                    <a:pt x="158" y="64"/>
                  </a:cubicBezTo>
                  <a:cubicBezTo>
                    <a:pt x="168" y="25"/>
                    <a:pt x="137" y="0"/>
                    <a:pt x="1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8" name="Google Shape;5578;p16"/>
            <p:cNvSpPr/>
            <p:nvPr/>
          </p:nvSpPr>
          <p:spPr>
            <a:xfrm>
              <a:off x="1039100" y="2814400"/>
              <a:ext cx="2325" cy="9400"/>
            </a:xfrm>
            <a:custGeom>
              <a:rect b="b" l="l" r="r" t="t"/>
              <a:pathLst>
                <a:path extrusionOk="0" h="376" w="93">
                  <a:moveTo>
                    <a:pt x="51" y="1"/>
                  </a:moveTo>
                  <a:cubicBezTo>
                    <a:pt x="26" y="9"/>
                    <a:pt x="1" y="25"/>
                    <a:pt x="1" y="50"/>
                  </a:cubicBezTo>
                  <a:cubicBezTo>
                    <a:pt x="1" y="100"/>
                    <a:pt x="1" y="150"/>
                    <a:pt x="1" y="199"/>
                  </a:cubicBezTo>
                  <a:cubicBezTo>
                    <a:pt x="1" y="224"/>
                    <a:pt x="1" y="249"/>
                    <a:pt x="1" y="274"/>
                  </a:cubicBezTo>
                  <a:cubicBezTo>
                    <a:pt x="1" y="299"/>
                    <a:pt x="9" y="324"/>
                    <a:pt x="18" y="349"/>
                  </a:cubicBezTo>
                  <a:cubicBezTo>
                    <a:pt x="21" y="367"/>
                    <a:pt x="35" y="376"/>
                    <a:pt x="49" y="376"/>
                  </a:cubicBezTo>
                  <a:cubicBezTo>
                    <a:pt x="66" y="376"/>
                    <a:pt x="84" y="363"/>
                    <a:pt x="84" y="340"/>
                  </a:cubicBezTo>
                  <a:cubicBezTo>
                    <a:pt x="92" y="315"/>
                    <a:pt x="92" y="291"/>
                    <a:pt x="92" y="266"/>
                  </a:cubicBezTo>
                  <a:cubicBezTo>
                    <a:pt x="84" y="241"/>
                    <a:pt x="84" y="216"/>
                    <a:pt x="84" y="191"/>
                  </a:cubicBezTo>
                  <a:cubicBezTo>
                    <a:pt x="84" y="150"/>
                    <a:pt x="92" y="100"/>
                    <a:pt x="92" y="50"/>
                  </a:cubicBezTo>
                  <a:cubicBezTo>
                    <a:pt x="92" y="29"/>
                    <a:pt x="73" y="7"/>
                    <a:pt x="58" y="7"/>
                  </a:cubicBezTo>
                  <a:cubicBezTo>
                    <a:pt x="55" y="7"/>
                    <a:pt x="53" y="8"/>
                    <a:pt x="51" y="9"/>
                  </a:cubicBezTo>
                  <a:lnTo>
                    <a:pt x="5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79" name="Google Shape;5579;p16"/>
          <p:cNvGrpSpPr/>
          <p:nvPr/>
        </p:nvGrpSpPr>
        <p:grpSpPr>
          <a:xfrm>
            <a:off x="353356" y="3839291"/>
            <a:ext cx="1774375" cy="1022386"/>
            <a:chOff x="6206101" y="3591931"/>
            <a:chExt cx="1639297" cy="944555"/>
          </a:xfrm>
        </p:grpSpPr>
        <p:sp>
          <p:nvSpPr>
            <p:cNvPr id="5580" name="Google Shape;5580;p16"/>
            <p:cNvSpPr/>
            <p:nvPr/>
          </p:nvSpPr>
          <p:spPr>
            <a:xfrm>
              <a:off x="6206101" y="4353896"/>
              <a:ext cx="187734" cy="181491"/>
            </a:xfrm>
            <a:custGeom>
              <a:rect b="b" l="l" r="r" t="t"/>
              <a:pathLst>
                <a:path extrusionOk="0" h="4971" w="5142">
                  <a:moveTo>
                    <a:pt x="2607" y="0"/>
                  </a:moveTo>
                  <a:cubicBezTo>
                    <a:pt x="2418" y="0"/>
                    <a:pt x="2229" y="22"/>
                    <a:pt x="2042" y="66"/>
                  </a:cubicBezTo>
                  <a:cubicBezTo>
                    <a:pt x="2030" y="66"/>
                    <a:pt x="2017" y="66"/>
                    <a:pt x="2005" y="72"/>
                  </a:cubicBezTo>
                  <a:cubicBezTo>
                    <a:pt x="1885" y="103"/>
                    <a:pt x="1764" y="140"/>
                    <a:pt x="1647" y="189"/>
                  </a:cubicBezTo>
                  <a:cubicBezTo>
                    <a:pt x="1634" y="177"/>
                    <a:pt x="1617" y="170"/>
                    <a:pt x="1599" y="170"/>
                  </a:cubicBezTo>
                  <a:cubicBezTo>
                    <a:pt x="1596" y="170"/>
                    <a:pt x="1592" y="170"/>
                    <a:pt x="1589" y="171"/>
                  </a:cubicBezTo>
                  <a:cubicBezTo>
                    <a:pt x="1549" y="177"/>
                    <a:pt x="1518" y="208"/>
                    <a:pt x="1518" y="248"/>
                  </a:cubicBezTo>
                  <a:cubicBezTo>
                    <a:pt x="827" y="584"/>
                    <a:pt x="330" y="1216"/>
                    <a:pt x="173" y="1966"/>
                  </a:cubicBezTo>
                  <a:cubicBezTo>
                    <a:pt x="136" y="1984"/>
                    <a:pt x="105" y="2000"/>
                    <a:pt x="83" y="2009"/>
                  </a:cubicBezTo>
                  <a:cubicBezTo>
                    <a:pt x="0" y="2040"/>
                    <a:pt x="25" y="2163"/>
                    <a:pt x="114" y="2163"/>
                  </a:cubicBezTo>
                  <a:cubicBezTo>
                    <a:pt x="120" y="2163"/>
                    <a:pt x="130" y="2163"/>
                    <a:pt x="139" y="2160"/>
                  </a:cubicBezTo>
                  <a:lnTo>
                    <a:pt x="139" y="2160"/>
                  </a:lnTo>
                  <a:cubicBezTo>
                    <a:pt x="124" y="2268"/>
                    <a:pt x="117" y="2376"/>
                    <a:pt x="117" y="2484"/>
                  </a:cubicBezTo>
                  <a:cubicBezTo>
                    <a:pt x="117" y="2657"/>
                    <a:pt x="136" y="2830"/>
                    <a:pt x="170" y="2996"/>
                  </a:cubicBezTo>
                  <a:cubicBezTo>
                    <a:pt x="120" y="3039"/>
                    <a:pt x="142" y="3119"/>
                    <a:pt x="204" y="3135"/>
                  </a:cubicBezTo>
                  <a:cubicBezTo>
                    <a:pt x="460" y="4073"/>
                    <a:pt x="1237" y="4776"/>
                    <a:pt x="2193" y="4936"/>
                  </a:cubicBezTo>
                  <a:cubicBezTo>
                    <a:pt x="2330" y="4959"/>
                    <a:pt x="2467" y="4970"/>
                    <a:pt x="2603" y="4970"/>
                  </a:cubicBezTo>
                  <a:cubicBezTo>
                    <a:pt x="3417" y="4970"/>
                    <a:pt x="4193" y="4568"/>
                    <a:pt x="4661" y="3881"/>
                  </a:cubicBezTo>
                  <a:cubicBezTo>
                    <a:pt x="4676" y="3872"/>
                    <a:pt x="4688" y="3860"/>
                    <a:pt x="4694" y="3844"/>
                  </a:cubicBezTo>
                  <a:cubicBezTo>
                    <a:pt x="4698" y="3835"/>
                    <a:pt x="4701" y="3826"/>
                    <a:pt x="4701" y="3813"/>
                  </a:cubicBezTo>
                  <a:cubicBezTo>
                    <a:pt x="4787" y="3684"/>
                    <a:pt x="4858" y="3542"/>
                    <a:pt x="4913" y="3397"/>
                  </a:cubicBezTo>
                  <a:cubicBezTo>
                    <a:pt x="4920" y="3391"/>
                    <a:pt x="4926" y="3385"/>
                    <a:pt x="4929" y="3379"/>
                  </a:cubicBezTo>
                  <a:cubicBezTo>
                    <a:pt x="4932" y="3366"/>
                    <a:pt x="4935" y="3357"/>
                    <a:pt x="4935" y="3345"/>
                  </a:cubicBezTo>
                  <a:cubicBezTo>
                    <a:pt x="5142" y="2786"/>
                    <a:pt x="5139" y="2176"/>
                    <a:pt x="4932" y="1617"/>
                  </a:cubicBezTo>
                  <a:lnTo>
                    <a:pt x="4954" y="1605"/>
                  </a:lnTo>
                  <a:cubicBezTo>
                    <a:pt x="5029" y="1556"/>
                    <a:pt x="4984" y="1454"/>
                    <a:pt x="4913" y="1454"/>
                  </a:cubicBezTo>
                  <a:cubicBezTo>
                    <a:pt x="4899" y="1454"/>
                    <a:pt x="4885" y="1458"/>
                    <a:pt x="4870" y="1466"/>
                  </a:cubicBezTo>
                  <a:cubicBezTo>
                    <a:pt x="4799" y="1306"/>
                    <a:pt x="4710" y="1155"/>
                    <a:pt x="4605" y="1013"/>
                  </a:cubicBezTo>
                  <a:cubicBezTo>
                    <a:pt x="4605" y="994"/>
                    <a:pt x="4602" y="976"/>
                    <a:pt x="4590" y="960"/>
                  </a:cubicBezTo>
                  <a:cubicBezTo>
                    <a:pt x="4577" y="942"/>
                    <a:pt x="4562" y="933"/>
                    <a:pt x="4540" y="927"/>
                  </a:cubicBezTo>
                  <a:cubicBezTo>
                    <a:pt x="4438" y="803"/>
                    <a:pt x="4324" y="686"/>
                    <a:pt x="4198" y="581"/>
                  </a:cubicBezTo>
                  <a:cubicBezTo>
                    <a:pt x="4207" y="556"/>
                    <a:pt x="4204" y="532"/>
                    <a:pt x="4192" y="510"/>
                  </a:cubicBezTo>
                  <a:cubicBezTo>
                    <a:pt x="4176" y="486"/>
                    <a:pt x="4150" y="473"/>
                    <a:pt x="4123" y="473"/>
                  </a:cubicBezTo>
                  <a:cubicBezTo>
                    <a:pt x="4108" y="473"/>
                    <a:pt x="4094" y="477"/>
                    <a:pt x="4081" y="486"/>
                  </a:cubicBezTo>
                  <a:cubicBezTo>
                    <a:pt x="3650" y="168"/>
                    <a:pt x="3132" y="0"/>
                    <a:pt x="2607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1" name="Google Shape;5581;p16"/>
            <p:cNvSpPr/>
            <p:nvPr/>
          </p:nvSpPr>
          <p:spPr>
            <a:xfrm>
              <a:off x="6291350" y="3591931"/>
              <a:ext cx="1554048" cy="901249"/>
            </a:xfrm>
            <a:custGeom>
              <a:rect b="b" l="l" r="r" t="t"/>
              <a:pathLst>
                <a:path extrusionOk="0" h="24685" w="42565">
                  <a:moveTo>
                    <a:pt x="28816" y="1"/>
                  </a:moveTo>
                  <a:cubicBezTo>
                    <a:pt x="25148" y="1"/>
                    <a:pt x="21123" y="2209"/>
                    <a:pt x="17791" y="4313"/>
                  </a:cubicBezTo>
                  <a:cubicBezTo>
                    <a:pt x="16573" y="5084"/>
                    <a:pt x="15536" y="5663"/>
                    <a:pt x="14660" y="6108"/>
                  </a:cubicBezTo>
                  <a:cubicBezTo>
                    <a:pt x="14577" y="6089"/>
                    <a:pt x="14497" y="6074"/>
                    <a:pt x="14423" y="6055"/>
                  </a:cubicBezTo>
                  <a:cubicBezTo>
                    <a:pt x="14417" y="6054"/>
                    <a:pt x="14412" y="6053"/>
                    <a:pt x="14406" y="6053"/>
                  </a:cubicBezTo>
                  <a:cubicBezTo>
                    <a:pt x="14369" y="6053"/>
                    <a:pt x="14335" y="6079"/>
                    <a:pt x="14327" y="6117"/>
                  </a:cubicBezTo>
                  <a:cubicBezTo>
                    <a:pt x="14318" y="6160"/>
                    <a:pt x="14346" y="6203"/>
                    <a:pt x="14389" y="6212"/>
                  </a:cubicBezTo>
                  <a:lnTo>
                    <a:pt x="14429" y="6222"/>
                  </a:lnTo>
                  <a:lnTo>
                    <a:pt x="14321" y="6274"/>
                  </a:lnTo>
                  <a:lnTo>
                    <a:pt x="10120" y="5787"/>
                  </a:lnTo>
                  <a:cubicBezTo>
                    <a:pt x="10120" y="5787"/>
                    <a:pt x="7906" y="3487"/>
                    <a:pt x="7282" y="3487"/>
                  </a:cubicBezTo>
                  <a:cubicBezTo>
                    <a:pt x="7236" y="3487"/>
                    <a:pt x="7199" y="3499"/>
                    <a:pt x="7172" y="3526"/>
                  </a:cubicBezTo>
                  <a:cubicBezTo>
                    <a:pt x="6777" y="3921"/>
                    <a:pt x="6755" y="7070"/>
                    <a:pt x="6755" y="7070"/>
                  </a:cubicBezTo>
                  <a:cubicBezTo>
                    <a:pt x="6755" y="7070"/>
                    <a:pt x="5371" y="7773"/>
                    <a:pt x="4797" y="9324"/>
                  </a:cubicBezTo>
                  <a:lnTo>
                    <a:pt x="3838" y="8643"/>
                  </a:lnTo>
                  <a:cubicBezTo>
                    <a:pt x="3822" y="8632"/>
                    <a:pt x="3805" y="8627"/>
                    <a:pt x="3790" y="8627"/>
                  </a:cubicBezTo>
                  <a:cubicBezTo>
                    <a:pt x="3721" y="8627"/>
                    <a:pt x="3672" y="8725"/>
                    <a:pt x="3745" y="8775"/>
                  </a:cubicBezTo>
                  <a:lnTo>
                    <a:pt x="4745" y="9485"/>
                  </a:lnTo>
                  <a:cubicBezTo>
                    <a:pt x="4593" y="9960"/>
                    <a:pt x="4535" y="10459"/>
                    <a:pt x="4566" y="10956"/>
                  </a:cubicBezTo>
                  <a:lnTo>
                    <a:pt x="2336" y="10117"/>
                  </a:lnTo>
                  <a:cubicBezTo>
                    <a:pt x="2326" y="10114"/>
                    <a:pt x="2317" y="10112"/>
                    <a:pt x="2307" y="10112"/>
                  </a:cubicBezTo>
                  <a:cubicBezTo>
                    <a:pt x="2276" y="10112"/>
                    <a:pt x="2246" y="10130"/>
                    <a:pt x="2234" y="10163"/>
                  </a:cubicBezTo>
                  <a:cubicBezTo>
                    <a:pt x="2215" y="10207"/>
                    <a:pt x="2237" y="10253"/>
                    <a:pt x="2280" y="10268"/>
                  </a:cubicBezTo>
                  <a:lnTo>
                    <a:pt x="4581" y="11135"/>
                  </a:lnTo>
                  <a:cubicBezTo>
                    <a:pt x="4618" y="11502"/>
                    <a:pt x="4692" y="11866"/>
                    <a:pt x="4803" y="12218"/>
                  </a:cubicBezTo>
                  <a:lnTo>
                    <a:pt x="2555" y="11909"/>
                  </a:lnTo>
                  <a:cubicBezTo>
                    <a:pt x="2551" y="11909"/>
                    <a:pt x="2547" y="11908"/>
                    <a:pt x="2543" y="11908"/>
                  </a:cubicBezTo>
                  <a:cubicBezTo>
                    <a:pt x="2502" y="11908"/>
                    <a:pt x="2468" y="11937"/>
                    <a:pt x="2462" y="11977"/>
                  </a:cubicBezTo>
                  <a:cubicBezTo>
                    <a:pt x="2456" y="12020"/>
                    <a:pt x="2487" y="12060"/>
                    <a:pt x="2530" y="12069"/>
                  </a:cubicBezTo>
                  <a:lnTo>
                    <a:pt x="4735" y="12372"/>
                  </a:lnTo>
                  <a:cubicBezTo>
                    <a:pt x="4732" y="12403"/>
                    <a:pt x="4732" y="12430"/>
                    <a:pt x="4735" y="12461"/>
                  </a:cubicBezTo>
                  <a:cubicBezTo>
                    <a:pt x="2650" y="14056"/>
                    <a:pt x="701" y="15515"/>
                    <a:pt x="189" y="16209"/>
                  </a:cubicBezTo>
                  <a:cubicBezTo>
                    <a:pt x="59" y="16391"/>
                    <a:pt x="10" y="16532"/>
                    <a:pt x="29" y="16647"/>
                  </a:cubicBezTo>
                  <a:cubicBezTo>
                    <a:pt x="26" y="16650"/>
                    <a:pt x="22" y="16653"/>
                    <a:pt x="19" y="16659"/>
                  </a:cubicBezTo>
                  <a:cubicBezTo>
                    <a:pt x="7" y="16671"/>
                    <a:pt x="1" y="16690"/>
                    <a:pt x="1" y="16708"/>
                  </a:cubicBezTo>
                  <a:cubicBezTo>
                    <a:pt x="1" y="16751"/>
                    <a:pt x="38" y="16788"/>
                    <a:pt x="81" y="16788"/>
                  </a:cubicBezTo>
                  <a:lnTo>
                    <a:pt x="96" y="16788"/>
                  </a:lnTo>
                  <a:cubicBezTo>
                    <a:pt x="242" y="16951"/>
                    <a:pt x="598" y="17016"/>
                    <a:pt x="1061" y="17016"/>
                  </a:cubicBezTo>
                  <a:cubicBezTo>
                    <a:pt x="2267" y="17016"/>
                    <a:pt x="4204" y="16578"/>
                    <a:pt x="5078" y="16286"/>
                  </a:cubicBezTo>
                  <a:cubicBezTo>
                    <a:pt x="5304" y="16210"/>
                    <a:pt x="5557" y="16177"/>
                    <a:pt x="5821" y="16177"/>
                  </a:cubicBezTo>
                  <a:cubicBezTo>
                    <a:pt x="7274" y="16177"/>
                    <a:pt x="9087" y="17193"/>
                    <a:pt x="9004" y="17859"/>
                  </a:cubicBezTo>
                  <a:cubicBezTo>
                    <a:pt x="8908" y="18636"/>
                    <a:pt x="3539" y="21273"/>
                    <a:pt x="6206" y="21418"/>
                  </a:cubicBezTo>
                  <a:cubicBezTo>
                    <a:pt x="6206" y="21421"/>
                    <a:pt x="6206" y="21421"/>
                    <a:pt x="6206" y="21421"/>
                  </a:cubicBezTo>
                  <a:cubicBezTo>
                    <a:pt x="6206" y="21464"/>
                    <a:pt x="6243" y="21501"/>
                    <a:pt x="6287" y="21504"/>
                  </a:cubicBezTo>
                  <a:lnTo>
                    <a:pt x="6308" y="21504"/>
                  </a:lnTo>
                  <a:cubicBezTo>
                    <a:pt x="6447" y="21504"/>
                    <a:pt x="6586" y="21473"/>
                    <a:pt x="6712" y="21418"/>
                  </a:cubicBezTo>
                  <a:cubicBezTo>
                    <a:pt x="9581" y="21258"/>
                    <a:pt x="14111" y="18741"/>
                    <a:pt x="17023" y="18673"/>
                  </a:cubicBezTo>
                  <a:cubicBezTo>
                    <a:pt x="17023" y="18713"/>
                    <a:pt x="17057" y="18747"/>
                    <a:pt x="17097" y="18750"/>
                  </a:cubicBezTo>
                  <a:cubicBezTo>
                    <a:pt x="17424" y="18775"/>
                    <a:pt x="17800" y="18784"/>
                    <a:pt x="18214" y="18784"/>
                  </a:cubicBezTo>
                  <a:cubicBezTo>
                    <a:pt x="19787" y="18784"/>
                    <a:pt x="21859" y="18627"/>
                    <a:pt x="23441" y="18476"/>
                  </a:cubicBezTo>
                  <a:cubicBezTo>
                    <a:pt x="24370" y="18445"/>
                    <a:pt x="25338" y="18411"/>
                    <a:pt x="26257" y="18374"/>
                  </a:cubicBezTo>
                  <a:cubicBezTo>
                    <a:pt x="26437" y="18394"/>
                    <a:pt x="26660" y="18403"/>
                    <a:pt x="26913" y="18403"/>
                  </a:cubicBezTo>
                  <a:cubicBezTo>
                    <a:pt x="27884" y="18403"/>
                    <a:pt x="29286" y="18272"/>
                    <a:pt x="30258" y="18167"/>
                  </a:cubicBezTo>
                  <a:lnTo>
                    <a:pt x="30285" y="18164"/>
                  </a:lnTo>
                  <a:cubicBezTo>
                    <a:pt x="33617" y="18013"/>
                    <a:pt x="36405" y="17877"/>
                    <a:pt x="37034" y="17837"/>
                  </a:cubicBezTo>
                  <a:cubicBezTo>
                    <a:pt x="37057" y="17836"/>
                    <a:pt x="37079" y="17835"/>
                    <a:pt x="37101" y="17835"/>
                  </a:cubicBezTo>
                  <a:cubicBezTo>
                    <a:pt x="38572" y="17835"/>
                    <a:pt x="37377" y="20967"/>
                    <a:pt x="34110" y="21322"/>
                  </a:cubicBezTo>
                  <a:cubicBezTo>
                    <a:pt x="33661" y="21371"/>
                    <a:pt x="33186" y="21399"/>
                    <a:pt x="32673" y="21399"/>
                  </a:cubicBezTo>
                  <a:cubicBezTo>
                    <a:pt x="30728" y="21399"/>
                    <a:pt x="28250" y="20994"/>
                    <a:pt x="24669" y="19746"/>
                  </a:cubicBezTo>
                  <a:cubicBezTo>
                    <a:pt x="23708" y="19412"/>
                    <a:pt x="22841" y="19264"/>
                    <a:pt x="22057" y="19264"/>
                  </a:cubicBezTo>
                  <a:cubicBezTo>
                    <a:pt x="19152" y="19264"/>
                    <a:pt x="17397" y="21294"/>
                    <a:pt x="16314" y="23386"/>
                  </a:cubicBezTo>
                  <a:cubicBezTo>
                    <a:pt x="15818" y="24340"/>
                    <a:pt x="15882" y="24684"/>
                    <a:pt x="16431" y="24684"/>
                  </a:cubicBezTo>
                  <a:cubicBezTo>
                    <a:pt x="17410" y="24684"/>
                    <a:pt x="19935" y="23587"/>
                    <a:pt x="23590" y="22895"/>
                  </a:cubicBezTo>
                  <a:cubicBezTo>
                    <a:pt x="24312" y="22758"/>
                    <a:pt x="24977" y="22701"/>
                    <a:pt x="25598" y="22701"/>
                  </a:cubicBezTo>
                  <a:cubicBezTo>
                    <a:pt x="28518" y="22701"/>
                    <a:pt x="30467" y="23954"/>
                    <a:pt x="32969" y="23954"/>
                  </a:cubicBezTo>
                  <a:cubicBezTo>
                    <a:pt x="34129" y="23954"/>
                    <a:pt x="35409" y="23685"/>
                    <a:pt x="36960" y="22895"/>
                  </a:cubicBezTo>
                  <a:cubicBezTo>
                    <a:pt x="42564" y="20042"/>
                    <a:pt x="40007" y="10703"/>
                    <a:pt x="35486" y="3819"/>
                  </a:cubicBezTo>
                  <a:cubicBezTo>
                    <a:pt x="33652" y="1029"/>
                    <a:pt x="31317" y="1"/>
                    <a:pt x="28816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2" name="Google Shape;5582;p16"/>
            <p:cNvSpPr/>
            <p:nvPr/>
          </p:nvSpPr>
          <p:spPr>
            <a:xfrm>
              <a:off x="6216259" y="4355556"/>
              <a:ext cx="180930" cy="180930"/>
            </a:xfrm>
            <a:custGeom>
              <a:rect b="b" l="l" r="r" t="t"/>
              <a:pathLst>
                <a:path extrusionOk="0" h="4973" w="4973">
                  <a:moveTo>
                    <a:pt x="2486" y="0"/>
                  </a:moveTo>
                  <a:cubicBezTo>
                    <a:pt x="1114" y="0"/>
                    <a:pt x="0" y="1114"/>
                    <a:pt x="0" y="2486"/>
                  </a:cubicBezTo>
                  <a:cubicBezTo>
                    <a:pt x="0" y="3859"/>
                    <a:pt x="1114" y="4972"/>
                    <a:pt x="2486" y="4972"/>
                  </a:cubicBezTo>
                  <a:cubicBezTo>
                    <a:pt x="3859" y="4972"/>
                    <a:pt x="4972" y="3859"/>
                    <a:pt x="4972" y="2486"/>
                  </a:cubicBezTo>
                  <a:cubicBezTo>
                    <a:pt x="4972" y="1114"/>
                    <a:pt x="3859" y="0"/>
                    <a:pt x="2486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3" name="Google Shape;5583;p16"/>
            <p:cNvSpPr/>
            <p:nvPr/>
          </p:nvSpPr>
          <p:spPr>
            <a:xfrm>
              <a:off x="6313581" y="4365524"/>
              <a:ext cx="82807" cy="92848"/>
            </a:xfrm>
            <a:custGeom>
              <a:rect b="b" l="l" r="r" t="t"/>
              <a:pathLst>
                <a:path extrusionOk="0" h="2552" w="2276">
                  <a:moveTo>
                    <a:pt x="113" y="0"/>
                  </a:moveTo>
                  <a:cubicBezTo>
                    <a:pt x="56" y="0"/>
                    <a:pt x="1" y="61"/>
                    <a:pt x="40" y="124"/>
                  </a:cubicBezTo>
                  <a:cubicBezTo>
                    <a:pt x="83" y="189"/>
                    <a:pt x="1064" y="1746"/>
                    <a:pt x="2118" y="2536"/>
                  </a:cubicBezTo>
                  <a:cubicBezTo>
                    <a:pt x="2131" y="2545"/>
                    <a:pt x="2149" y="2551"/>
                    <a:pt x="2168" y="2551"/>
                  </a:cubicBezTo>
                  <a:cubicBezTo>
                    <a:pt x="2245" y="2551"/>
                    <a:pt x="2276" y="2453"/>
                    <a:pt x="2214" y="2406"/>
                  </a:cubicBezTo>
                  <a:cubicBezTo>
                    <a:pt x="1184" y="1635"/>
                    <a:pt x="188" y="53"/>
                    <a:pt x="178" y="38"/>
                  </a:cubicBezTo>
                  <a:cubicBezTo>
                    <a:pt x="161" y="11"/>
                    <a:pt x="137" y="0"/>
                    <a:pt x="11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4" name="Google Shape;5584;p16"/>
            <p:cNvSpPr/>
            <p:nvPr/>
          </p:nvSpPr>
          <p:spPr>
            <a:xfrm>
              <a:off x="6282402" y="4357884"/>
              <a:ext cx="110385" cy="122354"/>
            </a:xfrm>
            <a:custGeom>
              <a:rect b="b" l="l" r="r" t="t"/>
              <a:pathLst>
                <a:path extrusionOk="0" h="3363" w="3034">
                  <a:moveTo>
                    <a:pt x="107" y="1"/>
                  </a:moveTo>
                  <a:cubicBezTo>
                    <a:pt x="54" y="1"/>
                    <a:pt x="0" y="55"/>
                    <a:pt x="33" y="121"/>
                  </a:cubicBezTo>
                  <a:cubicBezTo>
                    <a:pt x="85" y="223"/>
                    <a:pt x="1322" y="2616"/>
                    <a:pt x="2883" y="3357"/>
                  </a:cubicBezTo>
                  <a:cubicBezTo>
                    <a:pt x="2895" y="3360"/>
                    <a:pt x="2908" y="3363"/>
                    <a:pt x="2917" y="3363"/>
                  </a:cubicBezTo>
                  <a:lnTo>
                    <a:pt x="2920" y="3363"/>
                  </a:lnTo>
                  <a:cubicBezTo>
                    <a:pt x="3006" y="3363"/>
                    <a:pt x="3034" y="3246"/>
                    <a:pt x="2954" y="3209"/>
                  </a:cubicBezTo>
                  <a:cubicBezTo>
                    <a:pt x="1442" y="2493"/>
                    <a:pt x="190" y="72"/>
                    <a:pt x="178" y="47"/>
                  </a:cubicBezTo>
                  <a:cubicBezTo>
                    <a:pt x="161" y="14"/>
                    <a:pt x="134" y="1"/>
                    <a:pt x="10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5" name="Google Shape;5585;p16"/>
            <p:cNvSpPr/>
            <p:nvPr/>
          </p:nvSpPr>
          <p:spPr>
            <a:xfrm>
              <a:off x="6248967" y="4381423"/>
              <a:ext cx="117443" cy="126429"/>
            </a:xfrm>
            <a:custGeom>
              <a:rect b="b" l="l" r="r" t="t"/>
              <a:pathLst>
                <a:path extrusionOk="0" h="3475" w="3228">
                  <a:moveTo>
                    <a:pt x="101" y="0"/>
                  </a:moveTo>
                  <a:cubicBezTo>
                    <a:pt x="51" y="0"/>
                    <a:pt x="0" y="46"/>
                    <a:pt x="24" y="110"/>
                  </a:cubicBezTo>
                  <a:cubicBezTo>
                    <a:pt x="64" y="218"/>
                    <a:pt x="1026" y="2762"/>
                    <a:pt x="3092" y="3468"/>
                  </a:cubicBezTo>
                  <a:cubicBezTo>
                    <a:pt x="3101" y="3471"/>
                    <a:pt x="3110" y="3474"/>
                    <a:pt x="3118" y="3475"/>
                  </a:cubicBezTo>
                  <a:lnTo>
                    <a:pt x="3118" y="3475"/>
                  </a:lnTo>
                  <a:cubicBezTo>
                    <a:pt x="3210" y="3470"/>
                    <a:pt x="3228" y="3345"/>
                    <a:pt x="3145" y="3317"/>
                  </a:cubicBezTo>
                  <a:cubicBezTo>
                    <a:pt x="1152" y="2633"/>
                    <a:pt x="184" y="79"/>
                    <a:pt x="175" y="54"/>
                  </a:cubicBezTo>
                  <a:cubicBezTo>
                    <a:pt x="161" y="16"/>
                    <a:pt x="131" y="0"/>
                    <a:pt x="101" y="0"/>
                  </a:cubicBezTo>
                  <a:close/>
                  <a:moveTo>
                    <a:pt x="3118" y="3475"/>
                  </a:moveTo>
                  <a:cubicBezTo>
                    <a:pt x="3118" y="3475"/>
                    <a:pt x="3118" y="3475"/>
                    <a:pt x="3117" y="3475"/>
                  </a:cubicBezTo>
                  <a:lnTo>
                    <a:pt x="3120" y="3475"/>
                  </a:lnTo>
                  <a:cubicBezTo>
                    <a:pt x="3120" y="3475"/>
                    <a:pt x="3119" y="3475"/>
                    <a:pt x="3118" y="3475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6" name="Google Shape;5586;p16"/>
            <p:cNvSpPr/>
            <p:nvPr/>
          </p:nvSpPr>
          <p:spPr>
            <a:xfrm>
              <a:off x="6230521" y="4453096"/>
              <a:ext cx="65234" cy="43295"/>
            </a:xfrm>
            <a:custGeom>
              <a:rect b="b" l="l" r="r" t="t"/>
              <a:pathLst>
                <a:path extrusionOk="0" h="1190" w="1793">
                  <a:moveTo>
                    <a:pt x="1680" y="0"/>
                  </a:moveTo>
                  <a:cubicBezTo>
                    <a:pt x="1656" y="0"/>
                    <a:pt x="1633" y="11"/>
                    <a:pt x="1616" y="36"/>
                  </a:cubicBezTo>
                  <a:cubicBezTo>
                    <a:pt x="1333" y="459"/>
                    <a:pt x="90" y="1030"/>
                    <a:pt x="77" y="1036"/>
                  </a:cubicBezTo>
                  <a:cubicBezTo>
                    <a:pt x="0" y="1073"/>
                    <a:pt x="25" y="1190"/>
                    <a:pt x="111" y="1190"/>
                  </a:cubicBezTo>
                  <a:cubicBezTo>
                    <a:pt x="123" y="1190"/>
                    <a:pt x="133" y="1187"/>
                    <a:pt x="145" y="1184"/>
                  </a:cubicBezTo>
                  <a:cubicBezTo>
                    <a:pt x="198" y="1159"/>
                    <a:pt x="1440" y="589"/>
                    <a:pt x="1749" y="129"/>
                  </a:cubicBezTo>
                  <a:cubicBezTo>
                    <a:pt x="1793" y="65"/>
                    <a:pt x="1737" y="0"/>
                    <a:pt x="168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7" name="Google Shape;5587;p16"/>
            <p:cNvSpPr/>
            <p:nvPr/>
          </p:nvSpPr>
          <p:spPr>
            <a:xfrm>
              <a:off x="6216041" y="4427483"/>
              <a:ext cx="64688" cy="42313"/>
            </a:xfrm>
            <a:custGeom>
              <a:rect b="b" l="l" r="r" t="t"/>
              <a:pathLst>
                <a:path extrusionOk="0" h="1163" w="1778">
                  <a:moveTo>
                    <a:pt x="1661" y="1"/>
                  </a:moveTo>
                  <a:cubicBezTo>
                    <a:pt x="1643" y="1"/>
                    <a:pt x="1625" y="7"/>
                    <a:pt x="1607" y="22"/>
                  </a:cubicBezTo>
                  <a:cubicBezTo>
                    <a:pt x="1598" y="28"/>
                    <a:pt x="611" y="851"/>
                    <a:pt x="90" y="1006"/>
                  </a:cubicBezTo>
                  <a:cubicBezTo>
                    <a:pt x="0" y="1033"/>
                    <a:pt x="19" y="1163"/>
                    <a:pt x="111" y="1163"/>
                  </a:cubicBezTo>
                  <a:cubicBezTo>
                    <a:pt x="121" y="1163"/>
                    <a:pt x="127" y="1163"/>
                    <a:pt x="136" y="1160"/>
                  </a:cubicBezTo>
                  <a:cubicBezTo>
                    <a:pt x="688" y="1000"/>
                    <a:pt x="1672" y="179"/>
                    <a:pt x="1712" y="145"/>
                  </a:cubicBezTo>
                  <a:cubicBezTo>
                    <a:pt x="1778" y="89"/>
                    <a:pt x="1726" y="1"/>
                    <a:pt x="166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8" name="Google Shape;5588;p16"/>
            <p:cNvSpPr/>
            <p:nvPr/>
          </p:nvSpPr>
          <p:spPr>
            <a:xfrm>
              <a:off x="6212003" y="4402707"/>
              <a:ext cx="54610" cy="31762"/>
            </a:xfrm>
            <a:custGeom>
              <a:rect b="b" l="l" r="r" t="t"/>
              <a:pathLst>
                <a:path extrusionOk="0" h="873" w="1501">
                  <a:moveTo>
                    <a:pt x="1383" y="0"/>
                  </a:moveTo>
                  <a:cubicBezTo>
                    <a:pt x="1368" y="0"/>
                    <a:pt x="1352" y="5"/>
                    <a:pt x="1336" y="15"/>
                  </a:cubicBezTo>
                  <a:cubicBezTo>
                    <a:pt x="1326" y="21"/>
                    <a:pt x="296" y="629"/>
                    <a:pt x="83" y="715"/>
                  </a:cubicBezTo>
                  <a:cubicBezTo>
                    <a:pt x="0" y="749"/>
                    <a:pt x="25" y="872"/>
                    <a:pt x="114" y="872"/>
                  </a:cubicBezTo>
                  <a:cubicBezTo>
                    <a:pt x="124" y="869"/>
                    <a:pt x="133" y="869"/>
                    <a:pt x="142" y="866"/>
                  </a:cubicBezTo>
                  <a:cubicBezTo>
                    <a:pt x="367" y="774"/>
                    <a:pt x="1376" y="178"/>
                    <a:pt x="1419" y="154"/>
                  </a:cubicBezTo>
                  <a:cubicBezTo>
                    <a:pt x="1501" y="108"/>
                    <a:pt x="1455" y="0"/>
                    <a:pt x="138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9" name="Google Shape;5589;p16"/>
            <p:cNvSpPr/>
            <p:nvPr/>
          </p:nvSpPr>
          <p:spPr>
            <a:xfrm>
              <a:off x="6261482" y="4476635"/>
              <a:ext cx="66616" cy="16409"/>
            </a:xfrm>
            <a:custGeom>
              <a:rect b="b" l="l" r="r" t="t"/>
              <a:pathLst>
                <a:path extrusionOk="0" h="451" w="1831">
                  <a:moveTo>
                    <a:pt x="117" y="1"/>
                  </a:moveTo>
                  <a:cubicBezTo>
                    <a:pt x="54" y="1"/>
                    <a:pt x="0" y="80"/>
                    <a:pt x="59" y="139"/>
                  </a:cubicBezTo>
                  <a:cubicBezTo>
                    <a:pt x="74" y="154"/>
                    <a:pt x="370" y="450"/>
                    <a:pt x="1052" y="450"/>
                  </a:cubicBezTo>
                  <a:cubicBezTo>
                    <a:pt x="1280" y="450"/>
                    <a:pt x="1512" y="420"/>
                    <a:pt x="1734" y="367"/>
                  </a:cubicBezTo>
                  <a:cubicBezTo>
                    <a:pt x="1830" y="342"/>
                    <a:pt x="1804" y="207"/>
                    <a:pt x="1720" y="207"/>
                  </a:cubicBezTo>
                  <a:cubicBezTo>
                    <a:pt x="1713" y="207"/>
                    <a:pt x="1705" y="208"/>
                    <a:pt x="1697" y="210"/>
                  </a:cubicBezTo>
                  <a:cubicBezTo>
                    <a:pt x="1454" y="267"/>
                    <a:pt x="1243" y="289"/>
                    <a:pt x="1062" y="289"/>
                  </a:cubicBezTo>
                  <a:cubicBezTo>
                    <a:pt x="445" y="289"/>
                    <a:pt x="179" y="30"/>
                    <a:pt x="176" y="28"/>
                  </a:cubicBezTo>
                  <a:cubicBezTo>
                    <a:pt x="158" y="9"/>
                    <a:pt x="137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0" name="Google Shape;5590;p16"/>
            <p:cNvSpPr/>
            <p:nvPr/>
          </p:nvSpPr>
          <p:spPr>
            <a:xfrm>
              <a:off x="6239726" y="4491770"/>
              <a:ext cx="104309" cy="25832"/>
            </a:xfrm>
            <a:custGeom>
              <a:rect b="b" l="l" r="r" t="t"/>
              <a:pathLst>
                <a:path extrusionOk="0" h="710" w="2867">
                  <a:moveTo>
                    <a:pt x="87" y="1"/>
                  </a:moveTo>
                  <a:cubicBezTo>
                    <a:pt x="52" y="1"/>
                    <a:pt x="20" y="26"/>
                    <a:pt x="12" y="59"/>
                  </a:cubicBezTo>
                  <a:cubicBezTo>
                    <a:pt x="0" y="102"/>
                    <a:pt x="22" y="145"/>
                    <a:pt x="65" y="161"/>
                  </a:cubicBezTo>
                  <a:cubicBezTo>
                    <a:pt x="102" y="179"/>
                    <a:pt x="139" y="201"/>
                    <a:pt x="176" y="226"/>
                  </a:cubicBezTo>
                  <a:cubicBezTo>
                    <a:pt x="416" y="380"/>
                    <a:pt x="925" y="710"/>
                    <a:pt x="1647" y="710"/>
                  </a:cubicBezTo>
                  <a:cubicBezTo>
                    <a:pt x="2039" y="704"/>
                    <a:pt x="2424" y="614"/>
                    <a:pt x="2779" y="445"/>
                  </a:cubicBezTo>
                  <a:cubicBezTo>
                    <a:pt x="2866" y="410"/>
                    <a:pt x="2826" y="289"/>
                    <a:pt x="2751" y="289"/>
                  </a:cubicBezTo>
                  <a:cubicBezTo>
                    <a:pt x="2738" y="289"/>
                    <a:pt x="2725" y="292"/>
                    <a:pt x="2711" y="300"/>
                  </a:cubicBezTo>
                  <a:cubicBezTo>
                    <a:pt x="2319" y="479"/>
                    <a:pt x="1963" y="545"/>
                    <a:pt x="1649" y="545"/>
                  </a:cubicBezTo>
                  <a:cubicBezTo>
                    <a:pt x="970" y="545"/>
                    <a:pt x="488" y="235"/>
                    <a:pt x="262" y="90"/>
                  </a:cubicBezTo>
                  <a:cubicBezTo>
                    <a:pt x="216" y="56"/>
                    <a:pt x="163" y="25"/>
                    <a:pt x="108" y="4"/>
                  </a:cubicBezTo>
                  <a:cubicBezTo>
                    <a:pt x="101" y="2"/>
                    <a:pt x="94" y="1"/>
                    <a:pt x="8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1" name="Google Shape;5591;p16"/>
            <p:cNvSpPr/>
            <p:nvPr/>
          </p:nvSpPr>
          <p:spPr>
            <a:xfrm>
              <a:off x="6348908" y="4389282"/>
              <a:ext cx="32089" cy="25759"/>
            </a:xfrm>
            <a:custGeom>
              <a:rect b="b" l="l" r="r" t="t"/>
              <a:pathLst>
                <a:path extrusionOk="0" h="708" w="882">
                  <a:moveTo>
                    <a:pt x="763" y="1"/>
                  </a:moveTo>
                  <a:cubicBezTo>
                    <a:pt x="748" y="1"/>
                    <a:pt x="732" y="6"/>
                    <a:pt x="716" y="17"/>
                  </a:cubicBezTo>
                  <a:cubicBezTo>
                    <a:pt x="694" y="32"/>
                    <a:pt x="176" y="409"/>
                    <a:pt x="31" y="572"/>
                  </a:cubicBezTo>
                  <a:cubicBezTo>
                    <a:pt x="0" y="606"/>
                    <a:pt x="3" y="659"/>
                    <a:pt x="37" y="689"/>
                  </a:cubicBezTo>
                  <a:cubicBezTo>
                    <a:pt x="52" y="702"/>
                    <a:pt x="71" y="708"/>
                    <a:pt x="93" y="708"/>
                  </a:cubicBezTo>
                  <a:cubicBezTo>
                    <a:pt x="114" y="708"/>
                    <a:pt x="136" y="699"/>
                    <a:pt x="151" y="680"/>
                  </a:cubicBezTo>
                  <a:cubicBezTo>
                    <a:pt x="284" y="529"/>
                    <a:pt x="805" y="153"/>
                    <a:pt x="808" y="147"/>
                  </a:cubicBezTo>
                  <a:cubicBezTo>
                    <a:pt x="881" y="96"/>
                    <a:pt x="831" y="1"/>
                    <a:pt x="76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2" name="Google Shape;5592;p16"/>
            <p:cNvSpPr/>
            <p:nvPr/>
          </p:nvSpPr>
          <p:spPr>
            <a:xfrm>
              <a:off x="6363606" y="4408564"/>
              <a:ext cx="31253" cy="22994"/>
            </a:xfrm>
            <a:custGeom>
              <a:rect b="b" l="l" r="r" t="t"/>
              <a:pathLst>
                <a:path extrusionOk="0" h="632" w="859">
                  <a:moveTo>
                    <a:pt x="742" y="1"/>
                  </a:moveTo>
                  <a:cubicBezTo>
                    <a:pt x="727" y="1"/>
                    <a:pt x="712" y="5"/>
                    <a:pt x="697" y="14"/>
                  </a:cubicBezTo>
                  <a:cubicBezTo>
                    <a:pt x="676" y="30"/>
                    <a:pt x="160" y="378"/>
                    <a:pt x="37" y="489"/>
                  </a:cubicBezTo>
                  <a:cubicBezTo>
                    <a:pt x="3" y="520"/>
                    <a:pt x="0" y="573"/>
                    <a:pt x="31" y="607"/>
                  </a:cubicBezTo>
                  <a:cubicBezTo>
                    <a:pt x="46" y="622"/>
                    <a:pt x="68" y="631"/>
                    <a:pt x="93" y="631"/>
                  </a:cubicBezTo>
                  <a:cubicBezTo>
                    <a:pt x="111" y="631"/>
                    <a:pt x="133" y="625"/>
                    <a:pt x="145" y="610"/>
                  </a:cubicBezTo>
                  <a:cubicBezTo>
                    <a:pt x="259" y="508"/>
                    <a:pt x="783" y="153"/>
                    <a:pt x="787" y="150"/>
                  </a:cubicBezTo>
                  <a:cubicBezTo>
                    <a:pt x="858" y="99"/>
                    <a:pt x="811" y="1"/>
                    <a:pt x="74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3" name="Google Shape;5593;p16"/>
            <p:cNvSpPr/>
            <p:nvPr/>
          </p:nvSpPr>
          <p:spPr>
            <a:xfrm>
              <a:off x="6333955" y="4372728"/>
              <a:ext cx="32526" cy="23139"/>
            </a:xfrm>
            <a:custGeom>
              <a:rect b="b" l="l" r="r" t="t"/>
              <a:pathLst>
                <a:path extrusionOk="0" h="636" w="894">
                  <a:moveTo>
                    <a:pt x="773" y="1"/>
                  </a:moveTo>
                  <a:cubicBezTo>
                    <a:pt x="759" y="1"/>
                    <a:pt x="744" y="5"/>
                    <a:pt x="729" y="16"/>
                  </a:cubicBezTo>
                  <a:cubicBezTo>
                    <a:pt x="627" y="74"/>
                    <a:pt x="124" y="370"/>
                    <a:pt x="25" y="509"/>
                  </a:cubicBezTo>
                  <a:cubicBezTo>
                    <a:pt x="1" y="546"/>
                    <a:pt x="10" y="595"/>
                    <a:pt x="47" y="620"/>
                  </a:cubicBezTo>
                  <a:cubicBezTo>
                    <a:pt x="59" y="629"/>
                    <a:pt x="75" y="635"/>
                    <a:pt x="93" y="635"/>
                  </a:cubicBezTo>
                  <a:cubicBezTo>
                    <a:pt x="118" y="635"/>
                    <a:pt x="143" y="623"/>
                    <a:pt x="158" y="602"/>
                  </a:cubicBezTo>
                  <a:cubicBezTo>
                    <a:pt x="217" y="515"/>
                    <a:pt x="590" y="284"/>
                    <a:pt x="809" y="154"/>
                  </a:cubicBezTo>
                  <a:cubicBezTo>
                    <a:pt x="894" y="113"/>
                    <a:pt x="846" y="1"/>
                    <a:pt x="77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4" name="Google Shape;5594;p16"/>
            <p:cNvSpPr/>
            <p:nvPr/>
          </p:nvSpPr>
          <p:spPr>
            <a:xfrm>
              <a:off x="6266939" y="4361850"/>
              <a:ext cx="117334" cy="135343"/>
            </a:xfrm>
            <a:custGeom>
              <a:rect b="b" l="l" r="r" t="t"/>
              <a:pathLst>
                <a:path extrusionOk="0" h="3720" w="3225">
                  <a:moveTo>
                    <a:pt x="90" y="0"/>
                  </a:moveTo>
                  <a:cubicBezTo>
                    <a:pt x="45" y="0"/>
                    <a:pt x="0" y="36"/>
                    <a:pt x="8" y="92"/>
                  </a:cubicBezTo>
                  <a:cubicBezTo>
                    <a:pt x="14" y="117"/>
                    <a:pt x="736" y="2609"/>
                    <a:pt x="3080" y="3713"/>
                  </a:cubicBezTo>
                  <a:cubicBezTo>
                    <a:pt x="3089" y="3716"/>
                    <a:pt x="3100" y="3719"/>
                    <a:pt x="3112" y="3720"/>
                  </a:cubicBezTo>
                  <a:lnTo>
                    <a:pt x="3112" y="3720"/>
                  </a:lnTo>
                  <a:cubicBezTo>
                    <a:pt x="3197" y="3718"/>
                    <a:pt x="3224" y="3602"/>
                    <a:pt x="3147" y="3565"/>
                  </a:cubicBezTo>
                  <a:cubicBezTo>
                    <a:pt x="871" y="2495"/>
                    <a:pt x="168" y="74"/>
                    <a:pt x="162" y="49"/>
                  </a:cubicBezTo>
                  <a:cubicBezTo>
                    <a:pt x="147" y="15"/>
                    <a:pt x="119" y="0"/>
                    <a:pt x="90" y="0"/>
                  </a:cubicBezTo>
                  <a:close/>
                  <a:moveTo>
                    <a:pt x="3112" y="3720"/>
                  </a:moveTo>
                  <a:lnTo>
                    <a:pt x="3112" y="3720"/>
                  </a:lnTo>
                  <a:cubicBezTo>
                    <a:pt x="3112" y="3720"/>
                    <a:pt x="3111" y="3720"/>
                    <a:pt x="3110" y="3720"/>
                  </a:cubicBezTo>
                  <a:lnTo>
                    <a:pt x="3114" y="3720"/>
                  </a:lnTo>
                  <a:cubicBezTo>
                    <a:pt x="3113" y="3720"/>
                    <a:pt x="3113" y="3720"/>
                    <a:pt x="3112" y="372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5" name="Google Shape;5595;p16"/>
            <p:cNvSpPr/>
            <p:nvPr/>
          </p:nvSpPr>
          <p:spPr>
            <a:xfrm>
              <a:off x="6282635" y="3597290"/>
              <a:ext cx="1557862" cy="898066"/>
            </a:xfrm>
            <a:custGeom>
              <a:rect b="b" l="l" r="r" t="t"/>
              <a:pathLst>
                <a:path extrusionOk="0" h="24684" w="42819">
                  <a:moveTo>
                    <a:pt x="29066" y="1"/>
                  </a:moveTo>
                  <a:cubicBezTo>
                    <a:pt x="25399" y="1"/>
                    <a:pt x="21373" y="2208"/>
                    <a:pt x="18042" y="4311"/>
                  </a:cubicBezTo>
                  <a:cubicBezTo>
                    <a:pt x="13460" y="7206"/>
                    <a:pt x="11441" y="7470"/>
                    <a:pt x="10857" y="7470"/>
                  </a:cubicBezTo>
                  <a:cubicBezTo>
                    <a:pt x="10726" y="7470"/>
                    <a:pt x="10668" y="7456"/>
                    <a:pt x="10668" y="7456"/>
                  </a:cubicBezTo>
                  <a:cubicBezTo>
                    <a:pt x="9095" y="9819"/>
                    <a:pt x="1523" y="14732"/>
                    <a:pt x="440" y="16210"/>
                  </a:cubicBezTo>
                  <a:cubicBezTo>
                    <a:pt x="0" y="16809"/>
                    <a:pt x="481" y="17014"/>
                    <a:pt x="1306" y="17014"/>
                  </a:cubicBezTo>
                  <a:cubicBezTo>
                    <a:pt x="2512" y="17014"/>
                    <a:pt x="4453" y="16575"/>
                    <a:pt x="5329" y="16284"/>
                  </a:cubicBezTo>
                  <a:cubicBezTo>
                    <a:pt x="5557" y="16207"/>
                    <a:pt x="5810" y="16173"/>
                    <a:pt x="6076" y="16173"/>
                  </a:cubicBezTo>
                  <a:cubicBezTo>
                    <a:pt x="7528" y="16173"/>
                    <a:pt x="9338" y="17189"/>
                    <a:pt x="9255" y="17854"/>
                  </a:cubicBezTo>
                  <a:cubicBezTo>
                    <a:pt x="9159" y="18640"/>
                    <a:pt x="3685" y="21320"/>
                    <a:pt x="6538" y="21419"/>
                  </a:cubicBezTo>
                  <a:cubicBezTo>
                    <a:pt x="6588" y="21421"/>
                    <a:pt x="6639" y="21422"/>
                    <a:pt x="6691" y="21422"/>
                  </a:cubicBezTo>
                  <a:cubicBezTo>
                    <a:pt x="9561" y="21422"/>
                    <a:pt x="14352" y="18692"/>
                    <a:pt x="17351" y="18668"/>
                  </a:cubicBezTo>
                  <a:cubicBezTo>
                    <a:pt x="20624" y="18640"/>
                    <a:pt x="35712" y="17937"/>
                    <a:pt x="37285" y="17838"/>
                  </a:cubicBezTo>
                  <a:cubicBezTo>
                    <a:pt x="37309" y="17837"/>
                    <a:pt x="37332" y="17836"/>
                    <a:pt x="37354" y="17836"/>
                  </a:cubicBezTo>
                  <a:cubicBezTo>
                    <a:pt x="38822" y="17836"/>
                    <a:pt x="37627" y="20965"/>
                    <a:pt x="34361" y="21320"/>
                  </a:cubicBezTo>
                  <a:cubicBezTo>
                    <a:pt x="33910" y="21369"/>
                    <a:pt x="33433" y="21398"/>
                    <a:pt x="32918" y="21398"/>
                  </a:cubicBezTo>
                  <a:cubicBezTo>
                    <a:pt x="30974" y="21398"/>
                    <a:pt x="28498" y="20991"/>
                    <a:pt x="24923" y="19747"/>
                  </a:cubicBezTo>
                  <a:cubicBezTo>
                    <a:pt x="23962" y="19413"/>
                    <a:pt x="23094" y="19265"/>
                    <a:pt x="22310" y="19265"/>
                  </a:cubicBezTo>
                  <a:cubicBezTo>
                    <a:pt x="19404" y="19265"/>
                    <a:pt x="17650" y="21295"/>
                    <a:pt x="16565" y="23387"/>
                  </a:cubicBezTo>
                  <a:cubicBezTo>
                    <a:pt x="16071" y="24339"/>
                    <a:pt x="16134" y="24684"/>
                    <a:pt x="16683" y="24684"/>
                  </a:cubicBezTo>
                  <a:cubicBezTo>
                    <a:pt x="17662" y="24684"/>
                    <a:pt x="20186" y="23587"/>
                    <a:pt x="23841" y="22893"/>
                  </a:cubicBezTo>
                  <a:cubicBezTo>
                    <a:pt x="24562" y="22757"/>
                    <a:pt x="25226" y="22700"/>
                    <a:pt x="25845" y="22700"/>
                  </a:cubicBezTo>
                  <a:cubicBezTo>
                    <a:pt x="28767" y="22700"/>
                    <a:pt x="30718" y="23953"/>
                    <a:pt x="33220" y="23953"/>
                  </a:cubicBezTo>
                  <a:cubicBezTo>
                    <a:pt x="34382" y="23953"/>
                    <a:pt x="35662" y="23683"/>
                    <a:pt x="37214" y="22893"/>
                  </a:cubicBezTo>
                  <a:cubicBezTo>
                    <a:pt x="42818" y="20043"/>
                    <a:pt x="40258" y="10701"/>
                    <a:pt x="35737" y="3820"/>
                  </a:cubicBezTo>
                  <a:cubicBezTo>
                    <a:pt x="33904" y="1029"/>
                    <a:pt x="31568" y="1"/>
                    <a:pt x="29066" y="1"/>
                  </a:cubicBezTo>
                  <a:close/>
                </a:path>
              </a:pathLst>
            </a:custGeom>
            <a:solidFill>
              <a:srgbClr val="FFE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6" name="Google Shape;5596;p16"/>
            <p:cNvSpPr/>
            <p:nvPr/>
          </p:nvSpPr>
          <p:spPr>
            <a:xfrm>
              <a:off x="6364277" y="3724045"/>
              <a:ext cx="676569" cy="513248"/>
            </a:xfrm>
            <a:custGeom>
              <a:rect b="b" l="l" r="r" t="t"/>
              <a:pathLst>
                <a:path extrusionOk="0" h="14107" w="18596">
                  <a:moveTo>
                    <a:pt x="5289" y="1"/>
                  </a:moveTo>
                  <a:cubicBezTo>
                    <a:pt x="5243" y="1"/>
                    <a:pt x="5206" y="13"/>
                    <a:pt x="5179" y="40"/>
                  </a:cubicBezTo>
                  <a:cubicBezTo>
                    <a:pt x="4784" y="435"/>
                    <a:pt x="4762" y="3584"/>
                    <a:pt x="4762" y="3584"/>
                  </a:cubicBezTo>
                  <a:cubicBezTo>
                    <a:pt x="4762" y="3584"/>
                    <a:pt x="0" y="6005"/>
                    <a:pt x="4491" y="11742"/>
                  </a:cubicBezTo>
                  <a:cubicBezTo>
                    <a:pt x="5473" y="12995"/>
                    <a:pt x="9443" y="14106"/>
                    <a:pt x="12850" y="14106"/>
                  </a:cubicBezTo>
                  <a:cubicBezTo>
                    <a:pt x="15126" y="14106"/>
                    <a:pt x="17151" y="13611"/>
                    <a:pt x="17865" y="12331"/>
                  </a:cubicBezTo>
                  <a:cubicBezTo>
                    <a:pt x="18595" y="11020"/>
                    <a:pt x="18161" y="3090"/>
                    <a:pt x="18161" y="3090"/>
                  </a:cubicBezTo>
                  <a:cubicBezTo>
                    <a:pt x="18161" y="3090"/>
                    <a:pt x="18552" y="731"/>
                    <a:pt x="17766" y="632"/>
                  </a:cubicBezTo>
                  <a:cubicBezTo>
                    <a:pt x="17751" y="630"/>
                    <a:pt x="17736" y="629"/>
                    <a:pt x="17720" y="629"/>
                  </a:cubicBezTo>
                  <a:cubicBezTo>
                    <a:pt x="16902" y="629"/>
                    <a:pt x="14913" y="3090"/>
                    <a:pt x="14913" y="3090"/>
                  </a:cubicBezTo>
                  <a:lnTo>
                    <a:pt x="8127" y="2304"/>
                  </a:lnTo>
                  <a:cubicBezTo>
                    <a:pt x="8127" y="2304"/>
                    <a:pt x="5912" y="1"/>
                    <a:pt x="5289" y="1"/>
                  </a:cubicBezTo>
                  <a:close/>
                </a:path>
              </a:pathLst>
            </a:custGeom>
            <a:solidFill>
              <a:srgbClr val="FFE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7" name="Google Shape;5597;p16"/>
            <p:cNvSpPr/>
            <p:nvPr/>
          </p:nvSpPr>
          <p:spPr>
            <a:xfrm>
              <a:off x="6923649" y="3819584"/>
              <a:ext cx="70073" cy="78404"/>
            </a:xfrm>
            <a:custGeom>
              <a:rect b="b" l="l" r="r" t="t"/>
              <a:pathLst>
                <a:path extrusionOk="0" h="2155" w="1926">
                  <a:moveTo>
                    <a:pt x="1741" y="1"/>
                  </a:moveTo>
                  <a:cubicBezTo>
                    <a:pt x="1505" y="1"/>
                    <a:pt x="0" y="1322"/>
                    <a:pt x="0" y="1322"/>
                  </a:cubicBezTo>
                  <a:cubicBezTo>
                    <a:pt x="469" y="1738"/>
                    <a:pt x="1925" y="2155"/>
                    <a:pt x="1925" y="2155"/>
                  </a:cubicBezTo>
                  <a:cubicBezTo>
                    <a:pt x="1925" y="2155"/>
                    <a:pt x="1823" y="230"/>
                    <a:pt x="1771" y="20"/>
                  </a:cubicBezTo>
                  <a:cubicBezTo>
                    <a:pt x="1768" y="7"/>
                    <a:pt x="1757" y="1"/>
                    <a:pt x="1741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8" name="Google Shape;5598;p16"/>
            <p:cNvSpPr/>
            <p:nvPr/>
          </p:nvSpPr>
          <p:spPr>
            <a:xfrm>
              <a:off x="6571763" y="3773015"/>
              <a:ext cx="69927" cy="73929"/>
            </a:xfrm>
            <a:custGeom>
              <a:rect b="b" l="l" r="r" t="t"/>
              <a:pathLst>
                <a:path extrusionOk="0" h="2032" w="1922">
                  <a:moveTo>
                    <a:pt x="146" y="1"/>
                  </a:moveTo>
                  <a:cubicBezTo>
                    <a:pt x="1" y="1"/>
                    <a:pt x="151" y="2031"/>
                    <a:pt x="151" y="2031"/>
                  </a:cubicBezTo>
                  <a:cubicBezTo>
                    <a:pt x="151" y="2031"/>
                    <a:pt x="1922" y="1615"/>
                    <a:pt x="1922" y="1458"/>
                  </a:cubicBezTo>
                  <a:cubicBezTo>
                    <a:pt x="1922" y="1303"/>
                    <a:pt x="309" y="54"/>
                    <a:pt x="151" y="2"/>
                  </a:cubicBezTo>
                  <a:cubicBezTo>
                    <a:pt x="149" y="1"/>
                    <a:pt x="148" y="1"/>
                    <a:pt x="146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9" name="Google Shape;5599;p16"/>
            <p:cNvSpPr/>
            <p:nvPr/>
          </p:nvSpPr>
          <p:spPr>
            <a:xfrm>
              <a:off x="6961341" y="4122501"/>
              <a:ext cx="479994" cy="152734"/>
            </a:xfrm>
            <a:custGeom>
              <a:rect b="b" l="l" r="r" t="t"/>
              <a:pathLst>
                <a:path extrusionOk="0" h="4198" w="13193">
                  <a:moveTo>
                    <a:pt x="6922" y="0"/>
                  </a:moveTo>
                  <a:cubicBezTo>
                    <a:pt x="6922" y="0"/>
                    <a:pt x="6379" y="1144"/>
                    <a:pt x="4948" y="1218"/>
                  </a:cubicBezTo>
                  <a:cubicBezTo>
                    <a:pt x="1725" y="1382"/>
                    <a:pt x="1" y="4198"/>
                    <a:pt x="1" y="4198"/>
                  </a:cubicBezTo>
                  <a:cubicBezTo>
                    <a:pt x="1" y="4198"/>
                    <a:pt x="13192" y="3837"/>
                    <a:pt x="12594" y="3606"/>
                  </a:cubicBezTo>
                  <a:cubicBezTo>
                    <a:pt x="8430" y="1993"/>
                    <a:pt x="6922" y="0"/>
                    <a:pt x="6922" y="0"/>
                  </a:cubicBezTo>
                  <a:close/>
                </a:path>
              </a:pathLst>
            </a:custGeom>
            <a:solidFill>
              <a:srgbClr val="000000">
                <a:alpha val="90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0" name="Google Shape;5600;p16"/>
            <p:cNvSpPr/>
            <p:nvPr/>
          </p:nvSpPr>
          <p:spPr>
            <a:xfrm>
              <a:off x="7228676" y="4181913"/>
              <a:ext cx="204688" cy="84917"/>
            </a:xfrm>
            <a:custGeom>
              <a:rect b="b" l="l" r="r" t="t"/>
              <a:pathLst>
                <a:path extrusionOk="0" h="2334" w="5626">
                  <a:moveTo>
                    <a:pt x="3483" y="1"/>
                  </a:moveTo>
                  <a:cubicBezTo>
                    <a:pt x="3465" y="1"/>
                    <a:pt x="3447" y="1"/>
                    <a:pt x="3429" y="2"/>
                  </a:cubicBezTo>
                  <a:cubicBezTo>
                    <a:pt x="3429" y="2"/>
                    <a:pt x="512" y="221"/>
                    <a:pt x="46" y="2084"/>
                  </a:cubicBezTo>
                  <a:cubicBezTo>
                    <a:pt x="0" y="2268"/>
                    <a:pt x="471" y="2333"/>
                    <a:pt x="1156" y="2333"/>
                  </a:cubicBezTo>
                  <a:cubicBezTo>
                    <a:pt x="2785" y="2333"/>
                    <a:pt x="5625" y="1967"/>
                    <a:pt x="5625" y="1967"/>
                  </a:cubicBezTo>
                  <a:cubicBezTo>
                    <a:pt x="5625" y="1967"/>
                    <a:pt x="4853" y="1"/>
                    <a:pt x="3483" y="1"/>
                  </a:cubicBezTo>
                  <a:close/>
                </a:path>
              </a:pathLst>
            </a:custGeom>
            <a:solidFill>
              <a:srgbClr val="FFE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1" name="Google Shape;5601;p16"/>
            <p:cNvSpPr/>
            <p:nvPr/>
          </p:nvSpPr>
          <p:spPr>
            <a:xfrm>
              <a:off x="7159405" y="3774871"/>
              <a:ext cx="341050" cy="461912"/>
            </a:xfrm>
            <a:custGeom>
              <a:rect b="b" l="l" r="r" t="t"/>
              <a:pathLst>
                <a:path extrusionOk="0" h="12696" w="9374">
                  <a:moveTo>
                    <a:pt x="6243" y="0"/>
                  </a:moveTo>
                  <a:cubicBezTo>
                    <a:pt x="5611" y="22"/>
                    <a:pt x="4982" y="105"/>
                    <a:pt x="4365" y="253"/>
                  </a:cubicBezTo>
                  <a:cubicBezTo>
                    <a:pt x="3406" y="481"/>
                    <a:pt x="2073" y="965"/>
                    <a:pt x="1166" y="1977"/>
                  </a:cubicBezTo>
                  <a:cubicBezTo>
                    <a:pt x="343" y="2899"/>
                    <a:pt x="1" y="4102"/>
                    <a:pt x="155" y="5552"/>
                  </a:cubicBezTo>
                  <a:cubicBezTo>
                    <a:pt x="408" y="7951"/>
                    <a:pt x="1324" y="9787"/>
                    <a:pt x="2878" y="11008"/>
                  </a:cubicBezTo>
                  <a:cubicBezTo>
                    <a:pt x="4732" y="12467"/>
                    <a:pt x="7073" y="12695"/>
                    <a:pt x="8353" y="12695"/>
                  </a:cubicBezTo>
                  <a:cubicBezTo>
                    <a:pt x="8379" y="12695"/>
                    <a:pt x="8406" y="12695"/>
                    <a:pt x="8432" y="12695"/>
                  </a:cubicBezTo>
                  <a:cubicBezTo>
                    <a:pt x="8723" y="12695"/>
                    <a:pt x="9011" y="12680"/>
                    <a:pt x="9297" y="12649"/>
                  </a:cubicBezTo>
                  <a:cubicBezTo>
                    <a:pt x="9343" y="12643"/>
                    <a:pt x="9374" y="12602"/>
                    <a:pt x="9368" y="12556"/>
                  </a:cubicBezTo>
                  <a:cubicBezTo>
                    <a:pt x="9362" y="12517"/>
                    <a:pt x="9328" y="12488"/>
                    <a:pt x="9289" y="12488"/>
                  </a:cubicBezTo>
                  <a:cubicBezTo>
                    <a:pt x="9286" y="12488"/>
                    <a:pt x="9282" y="12488"/>
                    <a:pt x="9278" y="12488"/>
                  </a:cubicBezTo>
                  <a:cubicBezTo>
                    <a:pt x="9267" y="12489"/>
                    <a:pt x="8914" y="12533"/>
                    <a:pt x="8354" y="12533"/>
                  </a:cubicBezTo>
                  <a:cubicBezTo>
                    <a:pt x="7097" y="12533"/>
                    <a:pt x="4795" y="12311"/>
                    <a:pt x="2977" y="10881"/>
                  </a:cubicBezTo>
                  <a:cubicBezTo>
                    <a:pt x="1459" y="9688"/>
                    <a:pt x="565" y="7887"/>
                    <a:pt x="315" y="5536"/>
                  </a:cubicBezTo>
                  <a:cubicBezTo>
                    <a:pt x="167" y="4133"/>
                    <a:pt x="494" y="2973"/>
                    <a:pt x="1287" y="2085"/>
                  </a:cubicBezTo>
                  <a:cubicBezTo>
                    <a:pt x="2968" y="204"/>
                    <a:pt x="6212" y="160"/>
                    <a:pt x="6243" y="160"/>
                  </a:cubicBezTo>
                  <a:cubicBezTo>
                    <a:pt x="6351" y="160"/>
                    <a:pt x="6351" y="0"/>
                    <a:pt x="624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2" name="Google Shape;5602;p16"/>
            <p:cNvSpPr/>
            <p:nvPr/>
          </p:nvSpPr>
          <p:spPr>
            <a:xfrm>
              <a:off x="7238390" y="4208435"/>
              <a:ext cx="67089" cy="55047"/>
            </a:xfrm>
            <a:custGeom>
              <a:rect b="b" l="l" r="r" t="t"/>
              <a:pathLst>
                <a:path extrusionOk="0" h="1513" w="1844">
                  <a:moveTo>
                    <a:pt x="1402" y="0"/>
                  </a:moveTo>
                  <a:cubicBezTo>
                    <a:pt x="1344" y="0"/>
                    <a:pt x="1286" y="8"/>
                    <a:pt x="1228" y="22"/>
                  </a:cubicBezTo>
                  <a:cubicBezTo>
                    <a:pt x="797" y="124"/>
                    <a:pt x="390" y="587"/>
                    <a:pt x="19" y="1398"/>
                  </a:cubicBezTo>
                  <a:cubicBezTo>
                    <a:pt x="1" y="1438"/>
                    <a:pt x="16" y="1484"/>
                    <a:pt x="56" y="1506"/>
                  </a:cubicBezTo>
                  <a:cubicBezTo>
                    <a:pt x="69" y="1509"/>
                    <a:pt x="78" y="1512"/>
                    <a:pt x="90" y="1512"/>
                  </a:cubicBezTo>
                  <a:cubicBezTo>
                    <a:pt x="124" y="1512"/>
                    <a:pt x="152" y="1494"/>
                    <a:pt x="167" y="1463"/>
                  </a:cubicBezTo>
                  <a:cubicBezTo>
                    <a:pt x="599" y="519"/>
                    <a:pt x="1000" y="244"/>
                    <a:pt x="1262" y="180"/>
                  </a:cubicBezTo>
                  <a:cubicBezTo>
                    <a:pt x="1307" y="167"/>
                    <a:pt x="1353" y="161"/>
                    <a:pt x="1400" y="161"/>
                  </a:cubicBezTo>
                  <a:cubicBezTo>
                    <a:pt x="1499" y="161"/>
                    <a:pt x="1598" y="190"/>
                    <a:pt x="1682" y="244"/>
                  </a:cubicBezTo>
                  <a:cubicBezTo>
                    <a:pt x="1698" y="256"/>
                    <a:pt x="1714" y="260"/>
                    <a:pt x="1729" y="260"/>
                  </a:cubicBezTo>
                  <a:cubicBezTo>
                    <a:pt x="1794" y="260"/>
                    <a:pt x="1844" y="173"/>
                    <a:pt x="1784" y="118"/>
                  </a:cubicBezTo>
                  <a:cubicBezTo>
                    <a:pt x="1669" y="40"/>
                    <a:pt x="1537" y="0"/>
                    <a:pt x="14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3" name="Google Shape;5603;p16"/>
            <p:cNvSpPr/>
            <p:nvPr/>
          </p:nvSpPr>
          <p:spPr>
            <a:xfrm>
              <a:off x="7263894" y="4228991"/>
              <a:ext cx="77458" cy="34491"/>
            </a:xfrm>
            <a:custGeom>
              <a:rect b="b" l="l" r="r" t="t"/>
              <a:pathLst>
                <a:path extrusionOk="0" h="948" w="2129">
                  <a:moveTo>
                    <a:pt x="1951" y="1"/>
                  </a:moveTo>
                  <a:cubicBezTo>
                    <a:pt x="1637" y="1"/>
                    <a:pt x="643" y="63"/>
                    <a:pt x="31" y="811"/>
                  </a:cubicBezTo>
                  <a:cubicBezTo>
                    <a:pt x="0" y="848"/>
                    <a:pt x="6" y="901"/>
                    <a:pt x="43" y="929"/>
                  </a:cubicBezTo>
                  <a:cubicBezTo>
                    <a:pt x="56" y="941"/>
                    <a:pt x="74" y="947"/>
                    <a:pt x="93" y="947"/>
                  </a:cubicBezTo>
                  <a:cubicBezTo>
                    <a:pt x="117" y="947"/>
                    <a:pt x="142" y="935"/>
                    <a:pt x="157" y="916"/>
                  </a:cubicBezTo>
                  <a:cubicBezTo>
                    <a:pt x="732" y="214"/>
                    <a:pt x="1709" y="166"/>
                    <a:pt x="1972" y="166"/>
                  </a:cubicBezTo>
                  <a:cubicBezTo>
                    <a:pt x="2014" y="166"/>
                    <a:pt x="2037" y="167"/>
                    <a:pt x="2039" y="167"/>
                  </a:cubicBezTo>
                  <a:cubicBezTo>
                    <a:pt x="2041" y="167"/>
                    <a:pt x="2043" y="167"/>
                    <a:pt x="2045" y="167"/>
                  </a:cubicBezTo>
                  <a:cubicBezTo>
                    <a:pt x="2088" y="167"/>
                    <a:pt x="2125" y="134"/>
                    <a:pt x="2125" y="90"/>
                  </a:cubicBezTo>
                  <a:cubicBezTo>
                    <a:pt x="2128" y="43"/>
                    <a:pt x="2094" y="6"/>
                    <a:pt x="2048" y="3"/>
                  </a:cubicBezTo>
                  <a:cubicBezTo>
                    <a:pt x="2040" y="3"/>
                    <a:pt x="2006" y="1"/>
                    <a:pt x="195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4" name="Google Shape;5604;p16"/>
            <p:cNvSpPr/>
            <p:nvPr/>
          </p:nvSpPr>
          <p:spPr>
            <a:xfrm>
              <a:off x="6448137" y="3961656"/>
              <a:ext cx="512884" cy="274615"/>
            </a:xfrm>
            <a:custGeom>
              <a:rect b="b" l="l" r="r" t="t"/>
              <a:pathLst>
                <a:path extrusionOk="0" h="7548" w="14097">
                  <a:moveTo>
                    <a:pt x="7597" y="0"/>
                  </a:moveTo>
                  <a:cubicBezTo>
                    <a:pt x="6642" y="0"/>
                    <a:pt x="6549" y="1151"/>
                    <a:pt x="4564" y="2750"/>
                  </a:cubicBezTo>
                  <a:cubicBezTo>
                    <a:pt x="3813" y="3356"/>
                    <a:pt x="3168" y="3572"/>
                    <a:pt x="2631" y="3572"/>
                  </a:cubicBezTo>
                  <a:cubicBezTo>
                    <a:pt x="1297" y="3572"/>
                    <a:pt x="622" y="2244"/>
                    <a:pt x="622" y="2244"/>
                  </a:cubicBezTo>
                  <a:cubicBezTo>
                    <a:pt x="591" y="2229"/>
                    <a:pt x="564" y="2222"/>
                    <a:pt x="540" y="2222"/>
                  </a:cubicBezTo>
                  <a:cubicBezTo>
                    <a:pt x="1" y="2222"/>
                    <a:pt x="1433" y="5926"/>
                    <a:pt x="6556" y="7120"/>
                  </a:cubicBezTo>
                  <a:cubicBezTo>
                    <a:pt x="7858" y="7424"/>
                    <a:pt x="8968" y="7548"/>
                    <a:pt x="9903" y="7548"/>
                  </a:cubicBezTo>
                  <a:cubicBezTo>
                    <a:pt x="12807" y="7548"/>
                    <a:pt x="14027" y="6355"/>
                    <a:pt x="14085" y="5677"/>
                  </a:cubicBezTo>
                  <a:cubicBezTo>
                    <a:pt x="14097" y="5546"/>
                    <a:pt x="14075" y="5494"/>
                    <a:pt x="14024" y="5494"/>
                  </a:cubicBezTo>
                  <a:cubicBezTo>
                    <a:pt x="13837" y="5494"/>
                    <a:pt x="13256" y="6160"/>
                    <a:pt x="12417" y="6160"/>
                  </a:cubicBezTo>
                  <a:cubicBezTo>
                    <a:pt x="11893" y="6160"/>
                    <a:pt x="11268" y="5900"/>
                    <a:pt x="10575" y="5053"/>
                  </a:cubicBezTo>
                  <a:cubicBezTo>
                    <a:pt x="9311" y="3508"/>
                    <a:pt x="10418" y="1072"/>
                    <a:pt x="8857" y="372"/>
                  </a:cubicBezTo>
                  <a:cubicBezTo>
                    <a:pt x="8291" y="116"/>
                    <a:pt x="7901" y="0"/>
                    <a:pt x="7597" y="0"/>
                  </a:cubicBezTo>
                  <a:close/>
                </a:path>
              </a:pathLst>
            </a:custGeom>
            <a:solidFill>
              <a:srgbClr val="000000">
                <a:alpha val="90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5" name="Google Shape;5605;p16"/>
            <p:cNvSpPr/>
            <p:nvPr/>
          </p:nvSpPr>
          <p:spPr>
            <a:xfrm>
              <a:off x="6688804" y="3991380"/>
              <a:ext cx="82043" cy="88737"/>
            </a:xfrm>
            <a:custGeom>
              <a:rect b="b" l="l" r="r" t="t"/>
              <a:pathLst>
                <a:path extrusionOk="0" h="2439" w="2255">
                  <a:moveTo>
                    <a:pt x="1342" y="0"/>
                  </a:moveTo>
                  <a:cubicBezTo>
                    <a:pt x="1312" y="0"/>
                    <a:pt x="1282" y="16"/>
                    <a:pt x="1268" y="51"/>
                  </a:cubicBezTo>
                  <a:lnTo>
                    <a:pt x="598" y="2192"/>
                  </a:lnTo>
                  <a:cubicBezTo>
                    <a:pt x="238" y="1880"/>
                    <a:pt x="170" y="835"/>
                    <a:pt x="176" y="430"/>
                  </a:cubicBezTo>
                  <a:cubicBezTo>
                    <a:pt x="176" y="384"/>
                    <a:pt x="139" y="347"/>
                    <a:pt x="96" y="347"/>
                  </a:cubicBezTo>
                  <a:cubicBezTo>
                    <a:pt x="49" y="347"/>
                    <a:pt x="12" y="381"/>
                    <a:pt x="16" y="427"/>
                  </a:cubicBezTo>
                  <a:cubicBezTo>
                    <a:pt x="16" y="495"/>
                    <a:pt x="0" y="2084"/>
                    <a:pt x="602" y="2392"/>
                  </a:cubicBezTo>
                  <a:lnTo>
                    <a:pt x="605" y="2392"/>
                  </a:lnTo>
                  <a:cubicBezTo>
                    <a:pt x="669" y="2423"/>
                    <a:pt x="740" y="2438"/>
                    <a:pt x="814" y="2438"/>
                  </a:cubicBezTo>
                  <a:cubicBezTo>
                    <a:pt x="1407" y="2438"/>
                    <a:pt x="2141" y="1427"/>
                    <a:pt x="2230" y="1297"/>
                  </a:cubicBezTo>
                  <a:cubicBezTo>
                    <a:pt x="2255" y="1263"/>
                    <a:pt x="2245" y="1214"/>
                    <a:pt x="2212" y="1189"/>
                  </a:cubicBezTo>
                  <a:cubicBezTo>
                    <a:pt x="2197" y="1178"/>
                    <a:pt x="2180" y="1173"/>
                    <a:pt x="2164" y="1173"/>
                  </a:cubicBezTo>
                  <a:cubicBezTo>
                    <a:pt x="2139" y="1173"/>
                    <a:pt x="2115" y="1185"/>
                    <a:pt x="2100" y="1208"/>
                  </a:cubicBezTo>
                  <a:cubicBezTo>
                    <a:pt x="1870" y="1531"/>
                    <a:pt x="1240" y="2280"/>
                    <a:pt x="815" y="2280"/>
                  </a:cubicBezTo>
                  <a:cubicBezTo>
                    <a:pt x="790" y="2280"/>
                    <a:pt x="766" y="2277"/>
                    <a:pt x="743" y="2272"/>
                  </a:cubicBezTo>
                  <a:lnTo>
                    <a:pt x="1422" y="100"/>
                  </a:lnTo>
                  <a:cubicBezTo>
                    <a:pt x="1437" y="40"/>
                    <a:pt x="1389" y="0"/>
                    <a:pt x="134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6" name="Google Shape;5606;p16"/>
            <p:cNvSpPr/>
            <p:nvPr/>
          </p:nvSpPr>
          <p:spPr>
            <a:xfrm>
              <a:off x="6718964" y="3970424"/>
              <a:ext cx="46715" cy="23867"/>
            </a:xfrm>
            <a:custGeom>
              <a:rect b="b" l="l" r="r" t="t"/>
              <a:pathLst>
                <a:path extrusionOk="0" h="656" w="1284">
                  <a:moveTo>
                    <a:pt x="259" y="0"/>
                  </a:moveTo>
                  <a:cubicBezTo>
                    <a:pt x="105" y="0"/>
                    <a:pt x="1" y="16"/>
                    <a:pt x="1" y="16"/>
                  </a:cubicBezTo>
                  <a:cubicBezTo>
                    <a:pt x="1" y="16"/>
                    <a:pt x="485" y="609"/>
                    <a:pt x="565" y="652"/>
                  </a:cubicBezTo>
                  <a:cubicBezTo>
                    <a:pt x="570" y="655"/>
                    <a:pt x="578" y="656"/>
                    <a:pt x="587" y="656"/>
                  </a:cubicBezTo>
                  <a:cubicBezTo>
                    <a:pt x="724" y="656"/>
                    <a:pt x="1284" y="377"/>
                    <a:pt x="1284" y="377"/>
                  </a:cubicBezTo>
                  <a:cubicBezTo>
                    <a:pt x="1005" y="56"/>
                    <a:pt x="546" y="0"/>
                    <a:pt x="259" y="0"/>
                  </a:cubicBezTo>
                  <a:close/>
                </a:path>
              </a:pathLst>
            </a:custGeom>
            <a:solidFill>
              <a:srgbClr val="CA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7" name="Google Shape;5607;p16"/>
            <p:cNvSpPr/>
            <p:nvPr/>
          </p:nvSpPr>
          <p:spPr>
            <a:xfrm>
              <a:off x="6578857" y="3907956"/>
              <a:ext cx="71382" cy="70145"/>
            </a:xfrm>
            <a:custGeom>
              <a:rect b="b" l="l" r="r" t="t"/>
              <a:pathLst>
                <a:path extrusionOk="0" h="1928" w="1962">
                  <a:moveTo>
                    <a:pt x="294" y="0"/>
                  </a:moveTo>
                  <a:cubicBezTo>
                    <a:pt x="185" y="0"/>
                    <a:pt x="114" y="8"/>
                    <a:pt x="104" y="9"/>
                  </a:cubicBezTo>
                  <a:cubicBezTo>
                    <a:pt x="0" y="24"/>
                    <a:pt x="14" y="173"/>
                    <a:pt x="111" y="173"/>
                  </a:cubicBezTo>
                  <a:cubicBezTo>
                    <a:pt x="115" y="173"/>
                    <a:pt x="119" y="173"/>
                    <a:pt x="123" y="173"/>
                  </a:cubicBezTo>
                  <a:cubicBezTo>
                    <a:pt x="125" y="172"/>
                    <a:pt x="189" y="164"/>
                    <a:pt x="290" y="164"/>
                  </a:cubicBezTo>
                  <a:cubicBezTo>
                    <a:pt x="543" y="164"/>
                    <a:pt x="1030" y="212"/>
                    <a:pt x="1372" y="537"/>
                  </a:cubicBezTo>
                  <a:cubicBezTo>
                    <a:pt x="1668" y="824"/>
                    <a:pt x="1795" y="1262"/>
                    <a:pt x="1751" y="1841"/>
                  </a:cubicBezTo>
                  <a:cubicBezTo>
                    <a:pt x="1745" y="1885"/>
                    <a:pt x="1779" y="1925"/>
                    <a:pt x="1825" y="1928"/>
                  </a:cubicBezTo>
                  <a:lnTo>
                    <a:pt x="1832" y="1928"/>
                  </a:lnTo>
                  <a:cubicBezTo>
                    <a:pt x="1872" y="1928"/>
                    <a:pt x="1909" y="1894"/>
                    <a:pt x="1912" y="1854"/>
                  </a:cubicBezTo>
                  <a:cubicBezTo>
                    <a:pt x="1961" y="1221"/>
                    <a:pt x="1816" y="740"/>
                    <a:pt x="1483" y="420"/>
                  </a:cubicBezTo>
                  <a:cubicBezTo>
                    <a:pt x="1099" y="54"/>
                    <a:pt x="573" y="0"/>
                    <a:pt x="29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8" name="Google Shape;5608;p16"/>
            <p:cNvSpPr/>
            <p:nvPr/>
          </p:nvSpPr>
          <p:spPr>
            <a:xfrm>
              <a:off x="6846556" y="3957836"/>
              <a:ext cx="98087" cy="59995"/>
            </a:xfrm>
            <a:custGeom>
              <a:rect b="b" l="l" r="r" t="t"/>
              <a:pathLst>
                <a:path extrusionOk="0" h="1649" w="2696">
                  <a:moveTo>
                    <a:pt x="2469" y="1"/>
                  </a:moveTo>
                  <a:cubicBezTo>
                    <a:pt x="2030" y="1"/>
                    <a:pt x="559" y="114"/>
                    <a:pt x="16" y="1541"/>
                  </a:cubicBezTo>
                  <a:cubicBezTo>
                    <a:pt x="1" y="1581"/>
                    <a:pt x="22" y="1627"/>
                    <a:pt x="62" y="1642"/>
                  </a:cubicBezTo>
                  <a:cubicBezTo>
                    <a:pt x="72" y="1649"/>
                    <a:pt x="81" y="1649"/>
                    <a:pt x="93" y="1649"/>
                  </a:cubicBezTo>
                  <a:cubicBezTo>
                    <a:pt x="124" y="1649"/>
                    <a:pt x="155" y="1627"/>
                    <a:pt x="167" y="1596"/>
                  </a:cubicBezTo>
                  <a:cubicBezTo>
                    <a:pt x="672" y="274"/>
                    <a:pt x="2002" y="160"/>
                    <a:pt x="2442" y="160"/>
                  </a:cubicBezTo>
                  <a:cubicBezTo>
                    <a:pt x="2521" y="160"/>
                    <a:pt x="2571" y="164"/>
                    <a:pt x="2582" y="165"/>
                  </a:cubicBezTo>
                  <a:cubicBezTo>
                    <a:pt x="2583" y="165"/>
                    <a:pt x="2584" y="165"/>
                    <a:pt x="2585" y="165"/>
                  </a:cubicBezTo>
                  <a:cubicBezTo>
                    <a:pt x="2684" y="165"/>
                    <a:pt x="2695" y="17"/>
                    <a:pt x="2594" y="5"/>
                  </a:cubicBezTo>
                  <a:cubicBezTo>
                    <a:pt x="2592" y="4"/>
                    <a:pt x="2546" y="1"/>
                    <a:pt x="246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9" name="Google Shape;5609;p16"/>
            <p:cNvSpPr/>
            <p:nvPr/>
          </p:nvSpPr>
          <p:spPr>
            <a:xfrm>
              <a:off x="6290894" y="4180930"/>
              <a:ext cx="59485" cy="27214"/>
            </a:xfrm>
            <a:custGeom>
              <a:rect b="b" l="l" r="r" t="t"/>
              <a:pathLst>
                <a:path extrusionOk="0" h="748" w="1635">
                  <a:moveTo>
                    <a:pt x="1550" y="0"/>
                  </a:moveTo>
                  <a:cubicBezTo>
                    <a:pt x="1547" y="0"/>
                    <a:pt x="1543" y="1"/>
                    <a:pt x="1539" y="1"/>
                  </a:cubicBezTo>
                  <a:cubicBezTo>
                    <a:pt x="1493" y="7"/>
                    <a:pt x="410" y="165"/>
                    <a:pt x="43" y="615"/>
                  </a:cubicBezTo>
                  <a:cubicBezTo>
                    <a:pt x="0" y="667"/>
                    <a:pt x="37" y="744"/>
                    <a:pt x="105" y="748"/>
                  </a:cubicBezTo>
                  <a:cubicBezTo>
                    <a:pt x="130" y="748"/>
                    <a:pt x="151" y="735"/>
                    <a:pt x="167" y="717"/>
                  </a:cubicBezTo>
                  <a:cubicBezTo>
                    <a:pt x="494" y="316"/>
                    <a:pt x="1552" y="158"/>
                    <a:pt x="1561" y="158"/>
                  </a:cubicBezTo>
                  <a:cubicBezTo>
                    <a:pt x="1604" y="152"/>
                    <a:pt x="1635" y="112"/>
                    <a:pt x="1629" y="69"/>
                  </a:cubicBezTo>
                  <a:cubicBezTo>
                    <a:pt x="1623" y="29"/>
                    <a:pt x="1589" y="0"/>
                    <a:pt x="155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0" name="Google Shape;5610;p16"/>
            <p:cNvSpPr/>
            <p:nvPr/>
          </p:nvSpPr>
          <p:spPr>
            <a:xfrm>
              <a:off x="6306466" y="4196393"/>
              <a:ext cx="45624" cy="17354"/>
            </a:xfrm>
            <a:custGeom>
              <a:rect b="b" l="l" r="r" t="t"/>
              <a:pathLst>
                <a:path extrusionOk="0" h="477" w="1254">
                  <a:moveTo>
                    <a:pt x="1164" y="0"/>
                  </a:moveTo>
                  <a:cubicBezTo>
                    <a:pt x="1135" y="0"/>
                    <a:pt x="1106" y="15"/>
                    <a:pt x="1093" y="42"/>
                  </a:cubicBezTo>
                  <a:cubicBezTo>
                    <a:pt x="1090" y="45"/>
                    <a:pt x="951" y="245"/>
                    <a:pt x="103" y="316"/>
                  </a:cubicBezTo>
                  <a:cubicBezTo>
                    <a:pt x="1" y="326"/>
                    <a:pt x="7" y="477"/>
                    <a:pt x="109" y="477"/>
                  </a:cubicBezTo>
                  <a:lnTo>
                    <a:pt x="115" y="477"/>
                  </a:lnTo>
                  <a:cubicBezTo>
                    <a:pt x="1050" y="400"/>
                    <a:pt x="1210" y="165"/>
                    <a:pt x="1235" y="119"/>
                  </a:cubicBezTo>
                  <a:cubicBezTo>
                    <a:pt x="1253" y="79"/>
                    <a:pt x="1238" y="29"/>
                    <a:pt x="1198" y="8"/>
                  </a:cubicBezTo>
                  <a:cubicBezTo>
                    <a:pt x="1187" y="3"/>
                    <a:pt x="1175" y="0"/>
                    <a:pt x="116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1" name="Google Shape;5611;p16"/>
            <p:cNvSpPr/>
            <p:nvPr/>
          </p:nvSpPr>
          <p:spPr>
            <a:xfrm>
              <a:off x="6496343" y="4341775"/>
              <a:ext cx="50062" cy="27723"/>
            </a:xfrm>
            <a:custGeom>
              <a:rect b="b" l="l" r="r" t="t"/>
              <a:pathLst>
                <a:path extrusionOk="0" h="762" w="1376">
                  <a:moveTo>
                    <a:pt x="1259" y="1"/>
                  </a:moveTo>
                  <a:cubicBezTo>
                    <a:pt x="1247" y="1"/>
                    <a:pt x="1235" y="3"/>
                    <a:pt x="1222" y="9"/>
                  </a:cubicBezTo>
                  <a:cubicBezTo>
                    <a:pt x="1191" y="21"/>
                    <a:pt x="420" y="314"/>
                    <a:pt x="41" y="620"/>
                  </a:cubicBezTo>
                  <a:cubicBezTo>
                    <a:pt x="7" y="648"/>
                    <a:pt x="1" y="697"/>
                    <a:pt x="28" y="734"/>
                  </a:cubicBezTo>
                  <a:cubicBezTo>
                    <a:pt x="44" y="752"/>
                    <a:pt x="68" y="762"/>
                    <a:pt x="93" y="762"/>
                  </a:cubicBezTo>
                  <a:cubicBezTo>
                    <a:pt x="112" y="762"/>
                    <a:pt x="127" y="756"/>
                    <a:pt x="142" y="746"/>
                  </a:cubicBezTo>
                  <a:cubicBezTo>
                    <a:pt x="503" y="456"/>
                    <a:pt x="1271" y="163"/>
                    <a:pt x="1281" y="160"/>
                  </a:cubicBezTo>
                  <a:cubicBezTo>
                    <a:pt x="1375" y="128"/>
                    <a:pt x="1339" y="1"/>
                    <a:pt x="125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2" name="Google Shape;5612;p16"/>
            <p:cNvSpPr/>
            <p:nvPr/>
          </p:nvSpPr>
          <p:spPr>
            <a:xfrm>
              <a:off x="6517554" y="4351489"/>
              <a:ext cx="43113" cy="28015"/>
            </a:xfrm>
            <a:custGeom>
              <a:rect b="b" l="l" r="r" t="t"/>
              <a:pathLst>
                <a:path extrusionOk="0" h="770" w="1185">
                  <a:moveTo>
                    <a:pt x="1076" y="0"/>
                  </a:moveTo>
                  <a:cubicBezTo>
                    <a:pt x="1053" y="0"/>
                    <a:pt x="1029" y="10"/>
                    <a:pt x="1012" y="35"/>
                  </a:cubicBezTo>
                  <a:cubicBezTo>
                    <a:pt x="1009" y="41"/>
                    <a:pt x="645" y="609"/>
                    <a:pt x="99" y="609"/>
                  </a:cubicBezTo>
                  <a:lnTo>
                    <a:pt x="84" y="609"/>
                  </a:lnTo>
                  <a:cubicBezTo>
                    <a:pt x="37" y="609"/>
                    <a:pt x="4" y="643"/>
                    <a:pt x="0" y="689"/>
                  </a:cubicBezTo>
                  <a:cubicBezTo>
                    <a:pt x="0" y="732"/>
                    <a:pt x="34" y="769"/>
                    <a:pt x="81" y="769"/>
                  </a:cubicBezTo>
                  <a:lnTo>
                    <a:pt x="99" y="769"/>
                  </a:lnTo>
                  <a:cubicBezTo>
                    <a:pt x="738" y="769"/>
                    <a:pt x="1132" y="149"/>
                    <a:pt x="1148" y="122"/>
                  </a:cubicBezTo>
                  <a:cubicBezTo>
                    <a:pt x="1185" y="59"/>
                    <a:pt x="1131" y="0"/>
                    <a:pt x="10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3" name="Google Shape;5613;p16"/>
            <p:cNvSpPr/>
            <p:nvPr/>
          </p:nvSpPr>
          <p:spPr>
            <a:xfrm>
              <a:off x="6425326" y="3911049"/>
              <a:ext cx="164522" cy="116788"/>
            </a:xfrm>
            <a:custGeom>
              <a:rect b="b" l="l" r="r" t="t"/>
              <a:pathLst>
                <a:path extrusionOk="0" h="3210" w="4522">
                  <a:moveTo>
                    <a:pt x="119" y="1"/>
                  </a:moveTo>
                  <a:cubicBezTo>
                    <a:pt x="50" y="1"/>
                    <a:pt x="1" y="99"/>
                    <a:pt x="74" y="149"/>
                  </a:cubicBezTo>
                  <a:lnTo>
                    <a:pt x="4364" y="3194"/>
                  </a:lnTo>
                  <a:cubicBezTo>
                    <a:pt x="4377" y="3203"/>
                    <a:pt x="4395" y="3209"/>
                    <a:pt x="4411" y="3209"/>
                  </a:cubicBezTo>
                  <a:lnTo>
                    <a:pt x="4414" y="3209"/>
                  </a:lnTo>
                  <a:cubicBezTo>
                    <a:pt x="4491" y="3209"/>
                    <a:pt x="4522" y="3107"/>
                    <a:pt x="4460" y="3061"/>
                  </a:cubicBezTo>
                  <a:lnTo>
                    <a:pt x="167" y="17"/>
                  </a:lnTo>
                  <a:cubicBezTo>
                    <a:pt x="151" y="6"/>
                    <a:pt x="134" y="1"/>
                    <a:pt x="11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4" name="Google Shape;5614;p16"/>
            <p:cNvSpPr/>
            <p:nvPr/>
          </p:nvSpPr>
          <p:spPr>
            <a:xfrm>
              <a:off x="6372353" y="3965112"/>
              <a:ext cx="203378" cy="79750"/>
            </a:xfrm>
            <a:custGeom>
              <a:rect b="b" l="l" r="r" t="t"/>
              <a:pathLst>
                <a:path extrusionOk="0" h="2192" w="5590">
                  <a:moveTo>
                    <a:pt x="92" y="0"/>
                  </a:moveTo>
                  <a:cubicBezTo>
                    <a:pt x="59" y="0"/>
                    <a:pt x="28" y="20"/>
                    <a:pt x="16" y="51"/>
                  </a:cubicBezTo>
                  <a:cubicBezTo>
                    <a:pt x="0" y="95"/>
                    <a:pt x="22" y="141"/>
                    <a:pt x="65" y="156"/>
                  </a:cubicBezTo>
                  <a:lnTo>
                    <a:pt x="5447" y="2186"/>
                  </a:lnTo>
                  <a:cubicBezTo>
                    <a:pt x="5456" y="2189"/>
                    <a:pt x="5469" y="2192"/>
                    <a:pt x="5478" y="2192"/>
                  </a:cubicBezTo>
                  <a:cubicBezTo>
                    <a:pt x="5568" y="2189"/>
                    <a:pt x="5589" y="2065"/>
                    <a:pt x="5506" y="2035"/>
                  </a:cubicBezTo>
                  <a:lnTo>
                    <a:pt x="121" y="5"/>
                  </a:lnTo>
                  <a:cubicBezTo>
                    <a:pt x="111" y="2"/>
                    <a:pt x="101" y="0"/>
                    <a:pt x="9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5" name="Google Shape;5615;p16"/>
            <p:cNvSpPr/>
            <p:nvPr/>
          </p:nvSpPr>
          <p:spPr>
            <a:xfrm>
              <a:off x="6381085" y="4030454"/>
              <a:ext cx="171835" cy="28560"/>
            </a:xfrm>
            <a:custGeom>
              <a:rect b="b" l="l" r="r" t="t"/>
              <a:pathLst>
                <a:path extrusionOk="0" h="785" w="4723">
                  <a:moveTo>
                    <a:pt x="86" y="0"/>
                  </a:moveTo>
                  <a:cubicBezTo>
                    <a:pt x="47" y="0"/>
                    <a:pt x="13" y="29"/>
                    <a:pt x="7" y="69"/>
                  </a:cubicBezTo>
                  <a:cubicBezTo>
                    <a:pt x="1" y="112"/>
                    <a:pt x="32" y="155"/>
                    <a:pt x="75" y="161"/>
                  </a:cubicBezTo>
                  <a:lnTo>
                    <a:pt x="4603" y="784"/>
                  </a:lnTo>
                  <a:lnTo>
                    <a:pt x="4612" y="784"/>
                  </a:lnTo>
                  <a:cubicBezTo>
                    <a:pt x="4714" y="784"/>
                    <a:pt x="4723" y="640"/>
                    <a:pt x="4624" y="624"/>
                  </a:cubicBezTo>
                  <a:lnTo>
                    <a:pt x="97" y="1"/>
                  </a:lnTo>
                  <a:cubicBezTo>
                    <a:pt x="93" y="1"/>
                    <a:pt x="89" y="0"/>
                    <a:pt x="8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6" name="Google Shape;5616;p16"/>
            <p:cNvSpPr/>
            <p:nvPr/>
          </p:nvSpPr>
          <p:spPr>
            <a:xfrm>
              <a:off x="6871368" y="4024670"/>
              <a:ext cx="187188" cy="40057"/>
            </a:xfrm>
            <a:custGeom>
              <a:rect b="b" l="l" r="r" t="t"/>
              <a:pathLst>
                <a:path extrusionOk="0" h="1101" w="5145">
                  <a:moveTo>
                    <a:pt x="5032" y="1"/>
                  </a:moveTo>
                  <a:cubicBezTo>
                    <a:pt x="5025" y="1"/>
                    <a:pt x="5019" y="1"/>
                    <a:pt x="5012" y="3"/>
                  </a:cubicBezTo>
                  <a:lnTo>
                    <a:pt x="96" y="940"/>
                  </a:lnTo>
                  <a:cubicBezTo>
                    <a:pt x="0" y="959"/>
                    <a:pt x="13" y="1098"/>
                    <a:pt x="111" y="1101"/>
                  </a:cubicBezTo>
                  <a:cubicBezTo>
                    <a:pt x="117" y="1101"/>
                    <a:pt x="121" y="1101"/>
                    <a:pt x="127" y="1098"/>
                  </a:cubicBezTo>
                  <a:lnTo>
                    <a:pt x="5043" y="163"/>
                  </a:lnTo>
                  <a:cubicBezTo>
                    <a:pt x="5144" y="143"/>
                    <a:pt x="5123" y="1"/>
                    <a:pt x="503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7" name="Google Shape;5617;p16"/>
            <p:cNvSpPr/>
            <p:nvPr/>
          </p:nvSpPr>
          <p:spPr>
            <a:xfrm>
              <a:off x="6879991" y="4075823"/>
              <a:ext cx="189589" cy="5967"/>
            </a:xfrm>
            <a:custGeom>
              <a:rect b="b" l="l" r="r" t="t"/>
              <a:pathLst>
                <a:path extrusionOk="0" h="164" w="5211">
                  <a:moveTo>
                    <a:pt x="109" y="0"/>
                  </a:moveTo>
                  <a:cubicBezTo>
                    <a:pt x="1" y="0"/>
                    <a:pt x="1" y="164"/>
                    <a:pt x="109" y="164"/>
                  </a:cubicBezTo>
                  <a:lnTo>
                    <a:pt x="5105" y="164"/>
                  </a:lnTo>
                  <a:cubicBezTo>
                    <a:pt x="5210" y="164"/>
                    <a:pt x="5210" y="0"/>
                    <a:pt x="510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8" name="Google Shape;5618;p16"/>
            <p:cNvSpPr/>
            <p:nvPr/>
          </p:nvSpPr>
          <p:spPr>
            <a:xfrm>
              <a:off x="6874315" y="4104273"/>
              <a:ext cx="181294" cy="34309"/>
            </a:xfrm>
            <a:custGeom>
              <a:rect b="b" l="l" r="r" t="t"/>
              <a:pathLst>
                <a:path extrusionOk="0" h="943" w="4983">
                  <a:moveTo>
                    <a:pt x="111" y="1"/>
                  </a:moveTo>
                  <a:cubicBezTo>
                    <a:pt x="19" y="1"/>
                    <a:pt x="0" y="138"/>
                    <a:pt x="95" y="159"/>
                  </a:cubicBezTo>
                  <a:lnTo>
                    <a:pt x="4857" y="942"/>
                  </a:lnTo>
                  <a:lnTo>
                    <a:pt x="4869" y="942"/>
                  </a:lnTo>
                  <a:cubicBezTo>
                    <a:pt x="4871" y="942"/>
                    <a:pt x="4872" y="942"/>
                    <a:pt x="4873" y="942"/>
                  </a:cubicBezTo>
                  <a:cubicBezTo>
                    <a:pt x="4972" y="942"/>
                    <a:pt x="4983" y="794"/>
                    <a:pt x="4882" y="782"/>
                  </a:cubicBezTo>
                  <a:lnTo>
                    <a:pt x="123" y="2"/>
                  </a:lnTo>
                  <a:cubicBezTo>
                    <a:pt x="119" y="1"/>
                    <a:pt x="115" y="1"/>
                    <a:pt x="11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9" name="Google Shape;5619;p16"/>
            <p:cNvSpPr/>
            <p:nvPr/>
          </p:nvSpPr>
          <p:spPr>
            <a:xfrm>
              <a:off x="6812575" y="3768650"/>
              <a:ext cx="279672" cy="446559"/>
            </a:xfrm>
            <a:custGeom>
              <a:rect b="b" l="l" r="r" t="t"/>
              <a:pathLst>
                <a:path extrusionOk="0" h="12274" w="7687">
                  <a:moveTo>
                    <a:pt x="5307" y="1"/>
                  </a:moveTo>
                  <a:cubicBezTo>
                    <a:pt x="4915" y="1"/>
                    <a:pt x="4184" y="609"/>
                    <a:pt x="3408" y="1291"/>
                  </a:cubicBezTo>
                  <a:cubicBezTo>
                    <a:pt x="3158" y="1513"/>
                    <a:pt x="2939" y="1701"/>
                    <a:pt x="2862" y="1741"/>
                  </a:cubicBezTo>
                  <a:cubicBezTo>
                    <a:pt x="2832" y="1756"/>
                    <a:pt x="2773" y="1763"/>
                    <a:pt x="2691" y="1763"/>
                  </a:cubicBezTo>
                  <a:cubicBezTo>
                    <a:pt x="2206" y="1763"/>
                    <a:pt x="923" y="1523"/>
                    <a:pt x="108" y="1343"/>
                  </a:cubicBezTo>
                  <a:cubicBezTo>
                    <a:pt x="102" y="1342"/>
                    <a:pt x="97" y="1341"/>
                    <a:pt x="91" y="1341"/>
                  </a:cubicBezTo>
                  <a:cubicBezTo>
                    <a:pt x="54" y="1341"/>
                    <a:pt x="20" y="1367"/>
                    <a:pt x="12" y="1405"/>
                  </a:cubicBezTo>
                  <a:cubicBezTo>
                    <a:pt x="0" y="1448"/>
                    <a:pt x="28" y="1491"/>
                    <a:pt x="74" y="1504"/>
                  </a:cubicBezTo>
                  <a:cubicBezTo>
                    <a:pt x="431" y="1580"/>
                    <a:pt x="2022" y="1920"/>
                    <a:pt x="2686" y="1920"/>
                  </a:cubicBezTo>
                  <a:cubicBezTo>
                    <a:pt x="2801" y="1920"/>
                    <a:pt x="2888" y="1910"/>
                    <a:pt x="2936" y="1886"/>
                  </a:cubicBezTo>
                  <a:cubicBezTo>
                    <a:pt x="3026" y="1840"/>
                    <a:pt x="3205" y="1685"/>
                    <a:pt x="3513" y="1411"/>
                  </a:cubicBezTo>
                  <a:cubicBezTo>
                    <a:pt x="4051" y="939"/>
                    <a:pt x="4934" y="163"/>
                    <a:pt x="5296" y="163"/>
                  </a:cubicBezTo>
                  <a:cubicBezTo>
                    <a:pt x="5308" y="163"/>
                    <a:pt x="5319" y="163"/>
                    <a:pt x="5330" y="165"/>
                  </a:cubicBezTo>
                  <a:cubicBezTo>
                    <a:pt x="5361" y="168"/>
                    <a:pt x="5388" y="187"/>
                    <a:pt x="5404" y="214"/>
                  </a:cubicBezTo>
                  <a:cubicBezTo>
                    <a:pt x="5650" y="646"/>
                    <a:pt x="5647" y="2922"/>
                    <a:pt x="5626" y="3761"/>
                  </a:cubicBezTo>
                  <a:cubicBezTo>
                    <a:pt x="5626" y="3770"/>
                    <a:pt x="5629" y="3780"/>
                    <a:pt x="5632" y="3789"/>
                  </a:cubicBezTo>
                  <a:cubicBezTo>
                    <a:pt x="5650" y="3848"/>
                    <a:pt x="7590" y="9689"/>
                    <a:pt x="3482" y="12123"/>
                  </a:cubicBezTo>
                  <a:cubicBezTo>
                    <a:pt x="3411" y="12166"/>
                    <a:pt x="3442" y="12274"/>
                    <a:pt x="3522" y="12274"/>
                  </a:cubicBezTo>
                  <a:cubicBezTo>
                    <a:pt x="3538" y="12274"/>
                    <a:pt x="3553" y="12271"/>
                    <a:pt x="3565" y="12261"/>
                  </a:cubicBezTo>
                  <a:cubicBezTo>
                    <a:pt x="7686" y="9822"/>
                    <a:pt x="5897" y="4079"/>
                    <a:pt x="5789" y="3752"/>
                  </a:cubicBezTo>
                  <a:cubicBezTo>
                    <a:pt x="5795" y="3499"/>
                    <a:pt x="5857" y="680"/>
                    <a:pt x="5546" y="134"/>
                  </a:cubicBezTo>
                  <a:cubicBezTo>
                    <a:pt x="5506" y="63"/>
                    <a:pt x="5438" y="17"/>
                    <a:pt x="5357" y="5"/>
                  </a:cubicBezTo>
                  <a:cubicBezTo>
                    <a:pt x="5341" y="2"/>
                    <a:pt x="5324" y="1"/>
                    <a:pt x="530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0" name="Google Shape;5620;p16"/>
            <p:cNvSpPr/>
            <p:nvPr/>
          </p:nvSpPr>
          <p:spPr>
            <a:xfrm>
              <a:off x="6578748" y="3802303"/>
              <a:ext cx="34673" cy="35764"/>
            </a:xfrm>
            <a:custGeom>
              <a:rect b="b" l="l" r="r" t="t"/>
              <a:pathLst>
                <a:path extrusionOk="0" h="983" w="953">
                  <a:moveTo>
                    <a:pt x="691" y="0"/>
                  </a:moveTo>
                  <a:cubicBezTo>
                    <a:pt x="682" y="0"/>
                    <a:pt x="674" y="2"/>
                    <a:pt x="666" y="5"/>
                  </a:cubicBezTo>
                  <a:cubicBezTo>
                    <a:pt x="622" y="17"/>
                    <a:pt x="598" y="63"/>
                    <a:pt x="613" y="107"/>
                  </a:cubicBezTo>
                  <a:cubicBezTo>
                    <a:pt x="675" y="301"/>
                    <a:pt x="758" y="640"/>
                    <a:pt x="746" y="804"/>
                  </a:cubicBezTo>
                  <a:cubicBezTo>
                    <a:pt x="666" y="733"/>
                    <a:pt x="585" y="659"/>
                    <a:pt x="514" y="582"/>
                  </a:cubicBezTo>
                  <a:cubicBezTo>
                    <a:pt x="379" y="440"/>
                    <a:pt x="249" y="304"/>
                    <a:pt x="144" y="267"/>
                  </a:cubicBezTo>
                  <a:cubicBezTo>
                    <a:pt x="134" y="263"/>
                    <a:pt x="123" y="261"/>
                    <a:pt x="114" y="261"/>
                  </a:cubicBezTo>
                  <a:cubicBezTo>
                    <a:pt x="35" y="261"/>
                    <a:pt x="1" y="382"/>
                    <a:pt x="89" y="418"/>
                  </a:cubicBezTo>
                  <a:cubicBezTo>
                    <a:pt x="160" y="443"/>
                    <a:pt x="292" y="582"/>
                    <a:pt x="397" y="693"/>
                  </a:cubicBezTo>
                  <a:cubicBezTo>
                    <a:pt x="576" y="878"/>
                    <a:pt x="684" y="983"/>
                    <a:pt x="777" y="983"/>
                  </a:cubicBezTo>
                  <a:cubicBezTo>
                    <a:pt x="786" y="983"/>
                    <a:pt x="798" y="983"/>
                    <a:pt x="811" y="979"/>
                  </a:cubicBezTo>
                  <a:cubicBezTo>
                    <a:pt x="854" y="967"/>
                    <a:pt x="891" y="927"/>
                    <a:pt x="897" y="881"/>
                  </a:cubicBezTo>
                  <a:cubicBezTo>
                    <a:pt x="952" y="656"/>
                    <a:pt x="786" y="116"/>
                    <a:pt x="767" y="57"/>
                  </a:cubicBezTo>
                  <a:cubicBezTo>
                    <a:pt x="755" y="23"/>
                    <a:pt x="723" y="0"/>
                    <a:pt x="69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1" name="Google Shape;5621;p16"/>
            <p:cNvSpPr/>
            <p:nvPr/>
          </p:nvSpPr>
          <p:spPr>
            <a:xfrm>
              <a:off x="6951700" y="3842141"/>
              <a:ext cx="35728" cy="41039"/>
            </a:xfrm>
            <a:custGeom>
              <a:rect b="b" l="l" r="r" t="t"/>
              <a:pathLst>
                <a:path extrusionOk="0" h="1128" w="982">
                  <a:moveTo>
                    <a:pt x="659" y="0"/>
                  </a:moveTo>
                  <a:cubicBezTo>
                    <a:pt x="640" y="0"/>
                    <a:pt x="620" y="8"/>
                    <a:pt x="602" y="26"/>
                  </a:cubicBezTo>
                  <a:cubicBezTo>
                    <a:pt x="543" y="91"/>
                    <a:pt x="38" y="677"/>
                    <a:pt x="10" y="955"/>
                  </a:cubicBezTo>
                  <a:cubicBezTo>
                    <a:pt x="1" y="1007"/>
                    <a:pt x="22" y="1063"/>
                    <a:pt x="65" y="1097"/>
                  </a:cubicBezTo>
                  <a:cubicBezTo>
                    <a:pt x="96" y="1118"/>
                    <a:pt x="133" y="1127"/>
                    <a:pt x="173" y="1127"/>
                  </a:cubicBezTo>
                  <a:cubicBezTo>
                    <a:pt x="287" y="1127"/>
                    <a:pt x="451" y="1060"/>
                    <a:pt x="664" y="964"/>
                  </a:cubicBezTo>
                  <a:cubicBezTo>
                    <a:pt x="725" y="933"/>
                    <a:pt x="793" y="908"/>
                    <a:pt x="858" y="887"/>
                  </a:cubicBezTo>
                  <a:cubicBezTo>
                    <a:pt x="861" y="887"/>
                    <a:pt x="864" y="887"/>
                    <a:pt x="867" y="887"/>
                  </a:cubicBezTo>
                  <a:cubicBezTo>
                    <a:pt x="958" y="887"/>
                    <a:pt x="982" y="759"/>
                    <a:pt x="895" y="730"/>
                  </a:cubicBezTo>
                  <a:cubicBezTo>
                    <a:pt x="885" y="727"/>
                    <a:pt x="874" y="725"/>
                    <a:pt x="862" y="725"/>
                  </a:cubicBezTo>
                  <a:cubicBezTo>
                    <a:pt x="814" y="725"/>
                    <a:pt x="745" y="752"/>
                    <a:pt x="599" y="819"/>
                  </a:cubicBezTo>
                  <a:cubicBezTo>
                    <a:pt x="495" y="863"/>
                    <a:pt x="267" y="965"/>
                    <a:pt x="180" y="965"/>
                  </a:cubicBezTo>
                  <a:cubicBezTo>
                    <a:pt x="177" y="965"/>
                    <a:pt x="173" y="964"/>
                    <a:pt x="170" y="964"/>
                  </a:cubicBezTo>
                  <a:cubicBezTo>
                    <a:pt x="195" y="791"/>
                    <a:pt x="519" y="363"/>
                    <a:pt x="722" y="131"/>
                  </a:cubicBezTo>
                  <a:cubicBezTo>
                    <a:pt x="771" y="71"/>
                    <a:pt x="719" y="0"/>
                    <a:pt x="65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2" name="Google Shape;5622;p16"/>
            <p:cNvSpPr/>
            <p:nvPr/>
          </p:nvSpPr>
          <p:spPr>
            <a:xfrm>
              <a:off x="6744796" y="3858440"/>
              <a:ext cx="12370" cy="25977"/>
            </a:xfrm>
            <a:custGeom>
              <a:rect b="b" l="l" r="r" t="t"/>
              <a:pathLst>
                <a:path extrusionOk="0" h="714" w="340">
                  <a:moveTo>
                    <a:pt x="140" y="0"/>
                  </a:moveTo>
                  <a:cubicBezTo>
                    <a:pt x="101" y="0"/>
                    <a:pt x="64" y="29"/>
                    <a:pt x="59" y="69"/>
                  </a:cubicBezTo>
                  <a:cubicBezTo>
                    <a:pt x="56" y="84"/>
                    <a:pt x="0" y="436"/>
                    <a:pt x="182" y="683"/>
                  </a:cubicBezTo>
                  <a:cubicBezTo>
                    <a:pt x="198" y="701"/>
                    <a:pt x="222" y="713"/>
                    <a:pt x="247" y="713"/>
                  </a:cubicBezTo>
                  <a:cubicBezTo>
                    <a:pt x="265" y="713"/>
                    <a:pt x="281" y="707"/>
                    <a:pt x="296" y="698"/>
                  </a:cubicBezTo>
                  <a:cubicBezTo>
                    <a:pt x="330" y="670"/>
                    <a:pt x="339" y="621"/>
                    <a:pt x="312" y="584"/>
                  </a:cubicBezTo>
                  <a:cubicBezTo>
                    <a:pt x="170" y="396"/>
                    <a:pt x="216" y="100"/>
                    <a:pt x="216" y="97"/>
                  </a:cubicBezTo>
                  <a:cubicBezTo>
                    <a:pt x="225" y="50"/>
                    <a:pt x="194" y="10"/>
                    <a:pt x="151" y="1"/>
                  </a:cubicBezTo>
                  <a:cubicBezTo>
                    <a:pt x="148" y="0"/>
                    <a:pt x="144" y="0"/>
                    <a:pt x="14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3" name="Google Shape;5623;p16"/>
            <p:cNvSpPr/>
            <p:nvPr/>
          </p:nvSpPr>
          <p:spPr>
            <a:xfrm>
              <a:off x="6738720" y="3825442"/>
              <a:ext cx="12843" cy="25977"/>
            </a:xfrm>
            <a:custGeom>
              <a:rect b="b" l="l" r="r" t="t"/>
              <a:pathLst>
                <a:path extrusionOk="0" h="714" w="353">
                  <a:moveTo>
                    <a:pt x="140" y="0"/>
                  </a:moveTo>
                  <a:cubicBezTo>
                    <a:pt x="101" y="0"/>
                    <a:pt x="65" y="27"/>
                    <a:pt x="59" y="69"/>
                  </a:cubicBezTo>
                  <a:cubicBezTo>
                    <a:pt x="56" y="81"/>
                    <a:pt x="1" y="436"/>
                    <a:pt x="186" y="680"/>
                  </a:cubicBezTo>
                  <a:cubicBezTo>
                    <a:pt x="201" y="701"/>
                    <a:pt x="223" y="714"/>
                    <a:pt x="250" y="714"/>
                  </a:cubicBezTo>
                  <a:cubicBezTo>
                    <a:pt x="315" y="714"/>
                    <a:pt x="352" y="636"/>
                    <a:pt x="312" y="584"/>
                  </a:cubicBezTo>
                  <a:cubicBezTo>
                    <a:pt x="170" y="393"/>
                    <a:pt x="220" y="97"/>
                    <a:pt x="220" y="94"/>
                  </a:cubicBezTo>
                  <a:cubicBezTo>
                    <a:pt x="226" y="50"/>
                    <a:pt x="195" y="7"/>
                    <a:pt x="152" y="1"/>
                  </a:cubicBezTo>
                  <a:cubicBezTo>
                    <a:pt x="148" y="1"/>
                    <a:pt x="144" y="0"/>
                    <a:pt x="14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4" name="Google Shape;5624;p16"/>
            <p:cNvSpPr/>
            <p:nvPr/>
          </p:nvSpPr>
          <p:spPr>
            <a:xfrm>
              <a:off x="6761058" y="3833410"/>
              <a:ext cx="11460" cy="26414"/>
            </a:xfrm>
            <a:custGeom>
              <a:rect b="b" l="l" r="r" t="t"/>
              <a:pathLst>
                <a:path extrusionOk="0" h="726" w="315">
                  <a:moveTo>
                    <a:pt x="211" y="0"/>
                  </a:moveTo>
                  <a:cubicBezTo>
                    <a:pt x="182" y="0"/>
                    <a:pt x="153" y="15"/>
                    <a:pt x="139" y="50"/>
                  </a:cubicBezTo>
                  <a:cubicBezTo>
                    <a:pt x="133" y="66"/>
                    <a:pt x="0" y="396"/>
                    <a:pt x="124" y="677"/>
                  </a:cubicBezTo>
                  <a:cubicBezTo>
                    <a:pt x="139" y="704"/>
                    <a:pt x="167" y="726"/>
                    <a:pt x="198" y="726"/>
                  </a:cubicBezTo>
                  <a:cubicBezTo>
                    <a:pt x="210" y="723"/>
                    <a:pt x="222" y="723"/>
                    <a:pt x="232" y="717"/>
                  </a:cubicBezTo>
                  <a:cubicBezTo>
                    <a:pt x="272" y="698"/>
                    <a:pt x="290" y="652"/>
                    <a:pt x="272" y="612"/>
                  </a:cubicBezTo>
                  <a:cubicBezTo>
                    <a:pt x="176" y="396"/>
                    <a:pt x="287" y="115"/>
                    <a:pt x="287" y="112"/>
                  </a:cubicBezTo>
                  <a:cubicBezTo>
                    <a:pt x="315" y="49"/>
                    <a:pt x="262" y="0"/>
                    <a:pt x="21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5" name="Google Shape;5625;p16"/>
            <p:cNvSpPr/>
            <p:nvPr/>
          </p:nvSpPr>
          <p:spPr>
            <a:xfrm>
              <a:off x="6779358" y="3832245"/>
              <a:ext cx="11460" cy="26341"/>
            </a:xfrm>
            <a:custGeom>
              <a:rect b="b" l="l" r="r" t="t"/>
              <a:pathLst>
                <a:path extrusionOk="0" h="724" w="315">
                  <a:moveTo>
                    <a:pt x="211" y="1"/>
                  </a:moveTo>
                  <a:cubicBezTo>
                    <a:pt x="182" y="1"/>
                    <a:pt x="153" y="16"/>
                    <a:pt x="139" y="52"/>
                  </a:cubicBezTo>
                  <a:cubicBezTo>
                    <a:pt x="133" y="67"/>
                    <a:pt x="0" y="397"/>
                    <a:pt x="123" y="678"/>
                  </a:cubicBezTo>
                  <a:cubicBezTo>
                    <a:pt x="139" y="705"/>
                    <a:pt x="167" y="724"/>
                    <a:pt x="197" y="724"/>
                  </a:cubicBezTo>
                  <a:cubicBezTo>
                    <a:pt x="210" y="724"/>
                    <a:pt x="222" y="721"/>
                    <a:pt x="231" y="718"/>
                  </a:cubicBezTo>
                  <a:cubicBezTo>
                    <a:pt x="272" y="699"/>
                    <a:pt x="290" y="650"/>
                    <a:pt x="272" y="610"/>
                  </a:cubicBezTo>
                  <a:cubicBezTo>
                    <a:pt x="176" y="394"/>
                    <a:pt x="287" y="116"/>
                    <a:pt x="287" y="113"/>
                  </a:cubicBezTo>
                  <a:cubicBezTo>
                    <a:pt x="315" y="48"/>
                    <a:pt x="263" y="1"/>
                    <a:pt x="21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6" name="Google Shape;5626;p16"/>
            <p:cNvSpPr/>
            <p:nvPr/>
          </p:nvSpPr>
          <p:spPr>
            <a:xfrm>
              <a:off x="6797622" y="3835447"/>
              <a:ext cx="13934" cy="25722"/>
            </a:xfrm>
            <a:custGeom>
              <a:rect b="b" l="l" r="r" t="t"/>
              <a:pathLst>
                <a:path extrusionOk="0" h="707" w="383">
                  <a:moveTo>
                    <a:pt x="273" y="1"/>
                  </a:moveTo>
                  <a:cubicBezTo>
                    <a:pt x="251" y="1"/>
                    <a:pt x="228" y="11"/>
                    <a:pt x="211" y="35"/>
                  </a:cubicBezTo>
                  <a:cubicBezTo>
                    <a:pt x="201" y="47"/>
                    <a:pt x="1" y="340"/>
                    <a:pt x="63" y="642"/>
                  </a:cubicBezTo>
                  <a:cubicBezTo>
                    <a:pt x="69" y="676"/>
                    <a:pt x="103" y="704"/>
                    <a:pt x="140" y="707"/>
                  </a:cubicBezTo>
                  <a:cubicBezTo>
                    <a:pt x="146" y="707"/>
                    <a:pt x="152" y="704"/>
                    <a:pt x="158" y="704"/>
                  </a:cubicBezTo>
                  <a:cubicBezTo>
                    <a:pt x="201" y="695"/>
                    <a:pt x="229" y="651"/>
                    <a:pt x="220" y="608"/>
                  </a:cubicBezTo>
                  <a:cubicBezTo>
                    <a:pt x="174" y="377"/>
                    <a:pt x="343" y="127"/>
                    <a:pt x="343" y="127"/>
                  </a:cubicBezTo>
                  <a:cubicBezTo>
                    <a:pt x="383" y="63"/>
                    <a:pt x="330" y="1"/>
                    <a:pt x="27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7" name="Google Shape;5627;p16"/>
            <p:cNvSpPr/>
            <p:nvPr/>
          </p:nvSpPr>
          <p:spPr>
            <a:xfrm>
              <a:off x="6771282" y="3860623"/>
              <a:ext cx="13862" cy="25795"/>
            </a:xfrm>
            <a:custGeom>
              <a:rect b="b" l="l" r="r" t="t"/>
              <a:pathLst>
                <a:path extrusionOk="0" h="709" w="381">
                  <a:moveTo>
                    <a:pt x="270" y="1"/>
                  </a:moveTo>
                  <a:cubicBezTo>
                    <a:pt x="247" y="1"/>
                    <a:pt x="224" y="11"/>
                    <a:pt x="207" y="37"/>
                  </a:cubicBezTo>
                  <a:cubicBezTo>
                    <a:pt x="197" y="49"/>
                    <a:pt x="0" y="345"/>
                    <a:pt x="65" y="644"/>
                  </a:cubicBezTo>
                  <a:cubicBezTo>
                    <a:pt x="71" y="681"/>
                    <a:pt x="105" y="709"/>
                    <a:pt x="142" y="709"/>
                  </a:cubicBezTo>
                  <a:cubicBezTo>
                    <a:pt x="148" y="709"/>
                    <a:pt x="154" y="709"/>
                    <a:pt x="164" y="706"/>
                  </a:cubicBezTo>
                  <a:cubicBezTo>
                    <a:pt x="207" y="697"/>
                    <a:pt x="234" y="653"/>
                    <a:pt x="225" y="610"/>
                  </a:cubicBezTo>
                  <a:cubicBezTo>
                    <a:pt x="173" y="379"/>
                    <a:pt x="339" y="129"/>
                    <a:pt x="339" y="126"/>
                  </a:cubicBezTo>
                  <a:cubicBezTo>
                    <a:pt x="381" y="63"/>
                    <a:pt x="326" y="1"/>
                    <a:pt x="2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8" name="Google Shape;5628;p16"/>
            <p:cNvSpPr/>
            <p:nvPr/>
          </p:nvSpPr>
          <p:spPr>
            <a:xfrm>
              <a:off x="6721657" y="3833337"/>
              <a:ext cx="12516" cy="26050"/>
            </a:xfrm>
            <a:custGeom>
              <a:rect b="b" l="l" r="r" t="t"/>
              <a:pathLst>
                <a:path extrusionOk="0" h="716" w="344">
                  <a:moveTo>
                    <a:pt x="140" y="0"/>
                  </a:moveTo>
                  <a:cubicBezTo>
                    <a:pt x="103" y="0"/>
                    <a:pt x="66" y="22"/>
                    <a:pt x="59" y="71"/>
                  </a:cubicBezTo>
                  <a:cubicBezTo>
                    <a:pt x="59" y="86"/>
                    <a:pt x="1" y="438"/>
                    <a:pt x="186" y="685"/>
                  </a:cubicBezTo>
                  <a:cubicBezTo>
                    <a:pt x="201" y="703"/>
                    <a:pt x="226" y="716"/>
                    <a:pt x="251" y="716"/>
                  </a:cubicBezTo>
                  <a:cubicBezTo>
                    <a:pt x="269" y="716"/>
                    <a:pt x="285" y="709"/>
                    <a:pt x="300" y="700"/>
                  </a:cubicBezTo>
                  <a:cubicBezTo>
                    <a:pt x="334" y="672"/>
                    <a:pt x="343" y="623"/>
                    <a:pt x="315" y="586"/>
                  </a:cubicBezTo>
                  <a:cubicBezTo>
                    <a:pt x="173" y="398"/>
                    <a:pt x="220" y="99"/>
                    <a:pt x="220" y="96"/>
                  </a:cubicBezTo>
                  <a:cubicBezTo>
                    <a:pt x="234" y="35"/>
                    <a:pt x="187" y="0"/>
                    <a:pt x="14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9" name="Google Shape;5629;p16"/>
            <p:cNvSpPr/>
            <p:nvPr/>
          </p:nvSpPr>
          <p:spPr>
            <a:xfrm>
              <a:off x="6910843" y="4254677"/>
              <a:ext cx="322676" cy="25941"/>
            </a:xfrm>
            <a:custGeom>
              <a:rect b="b" l="l" r="r" t="t"/>
              <a:pathLst>
                <a:path extrusionOk="0" h="713" w="8869">
                  <a:moveTo>
                    <a:pt x="8779" y="0"/>
                  </a:moveTo>
                  <a:cubicBezTo>
                    <a:pt x="8777" y="0"/>
                    <a:pt x="8775" y="0"/>
                    <a:pt x="8773" y="0"/>
                  </a:cubicBezTo>
                  <a:cubicBezTo>
                    <a:pt x="8719" y="9"/>
                    <a:pt x="4101" y="551"/>
                    <a:pt x="1202" y="551"/>
                  </a:cubicBezTo>
                  <a:cubicBezTo>
                    <a:pt x="791" y="551"/>
                    <a:pt x="414" y="540"/>
                    <a:pt x="90" y="516"/>
                  </a:cubicBezTo>
                  <a:cubicBezTo>
                    <a:pt x="89" y="515"/>
                    <a:pt x="87" y="515"/>
                    <a:pt x="85" y="515"/>
                  </a:cubicBezTo>
                  <a:cubicBezTo>
                    <a:pt x="44" y="515"/>
                    <a:pt x="10" y="548"/>
                    <a:pt x="4" y="593"/>
                  </a:cubicBezTo>
                  <a:cubicBezTo>
                    <a:pt x="1" y="636"/>
                    <a:pt x="35" y="676"/>
                    <a:pt x="81" y="679"/>
                  </a:cubicBezTo>
                  <a:cubicBezTo>
                    <a:pt x="405" y="704"/>
                    <a:pt x="784" y="713"/>
                    <a:pt x="1198" y="713"/>
                  </a:cubicBezTo>
                  <a:cubicBezTo>
                    <a:pt x="4109" y="713"/>
                    <a:pt x="8739" y="170"/>
                    <a:pt x="8791" y="161"/>
                  </a:cubicBezTo>
                  <a:cubicBezTo>
                    <a:pt x="8834" y="158"/>
                    <a:pt x="8868" y="118"/>
                    <a:pt x="8862" y="71"/>
                  </a:cubicBezTo>
                  <a:cubicBezTo>
                    <a:pt x="8856" y="30"/>
                    <a:pt x="8819" y="0"/>
                    <a:pt x="87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0" name="Google Shape;5630;p16"/>
            <p:cNvSpPr/>
            <p:nvPr/>
          </p:nvSpPr>
          <p:spPr>
            <a:xfrm>
              <a:off x="7677593" y="4011354"/>
              <a:ext cx="21575" cy="28015"/>
            </a:xfrm>
            <a:custGeom>
              <a:rect b="b" l="l" r="r" t="t"/>
              <a:pathLst>
                <a:path extrusionOk="0" h="770" w="593">
                  <a:moveTo>
                    <a:pt x="113" y="0"/>
                  </a:moveTo>
                  <a:cubicBezTo>
                    <a:pt x="25" y="0"/>
                    <a:pt x="0" y="130"/>
                    <a:pt x="90" y="156"/>
                  </a:cubicBezTo>
                  <a:cubicBezTo>
                    <a:pt x="103" y="162"/>
                    <a:pt x="408" y="245"/>
                    <a:pt x="340" y="680"/>
                  </a:cubicBezTo>
                  <a:cubicBezTo>
                    <a:pt x="334" y="723"/>
                    <a:pt x="365" y="764"/>
                    <a:pt x="408" y="770"/>
                  </a:cubicBezTo>
                  <a:lnTo>
                    <a:pt x="420" y="770"/>
                  </a:lnTo>
                  <a:cubicBezTo>
                    <a:pt x="460" y="770"/>
                    <a:pt x="494" y="742"/>
                    <a:pt x="500" y="705"/>
                  </a:cubicBezTo>
                  <a:cubicBezTo>
                    <a:pt x="593" y="125"/>
                    <a:pt x="133" y="2"/>
                    <a:pt x="130" y="2"/>
                  </a:cubicBezTo>
                  <a:cubicBezTo>
                    <a:pt x="124" y="1"/>
                    <a:pt x="118" y="0"/>
                    <a:pt x="11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1" name="Google Shape;5631;p16"/>
            <p:cNvSpPr/>
            <p:nvPr/>
          </p:nvSpPr>
          <p:spPr>
            <a:xfrm>
              <a:off x="7664350" y="3975336"/>
              <a:ext cx="21466" cy="28124"/>
            </a:xfrm>
            <a:custGeom>
              <a:rect b="b" l="l" r="r" t="t"/>
              <a:pathLst>
                <a:path extrusionOk="0" h="773" w="590">
                  <a:moveTo>
                    <a:pt x="110" y="0"/>
                  </a:moveTo>
                  <a:cubicBezTo>
                    <a:pt x="25" y="0"/>
                    <a:pt x="0" y="130"/>
                    <a:pt x="90" y="159"/>
                  </a:cubicBezTo>
                  <a:cubicBezTo>
                    <a:pt x="103" y="162"/>
                    <a:pt x="408" y="245"/>
                    <a:pt x="340" y="680"/>
                  </a:cubicBezTo>
                  <a:cubicBezTo>
                    <a:pt x="334" y="723"/>
                    <a:pt x="365" y="767"/>
                    <a:pt x="408" y="773"/>
                  </a:cubicBezTo>
                  <a:lnTo>
                    <a:pt x="420" y="773"/>
                  </a:lnTo>
                  <a:cubicBezTo>
                    <a:pt x="460" y="773"/>
                    <a:pt x="494" y="745"/>
                    <a:pt x="501" y="705"/>
                  </a:cubicBezTo>
                  <a:cubicBezTo>
                    <a:pt x="590" y="128"/>
                    <a:pt x="134" y="2"/>
                    <a:pt x="127" y="2"/>
                  </a:cubicBezTo>
                  <a:cubicBezTo>
                    <a:pt x="121" y="1"/>
                    <a:pt x="116" y="0"/>
                    <a:pt x="11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2" name="Google Shape;5632;p16"/>
            <p:cNvSpPr/>
            <p:nvPr/>
          </p:nvSpPr>
          <p:spPr>
            <a:xfrm>
              <a:off x="7635353" y="3960055"/>
              <a:ext cx="22084" cy="28269"/>
            </a:xfrm>
            <a:custGeom>
              <a:rect b="b" l="l" r="r" t="t"/>
              <a:pathLst>
                <a:path extrusionOk="0" h="777" w="607">
                  <a:moveTo>
                    <a:pt x="114" y="0"/>
                  </a:moveTo>
                  <a:cubicBezTo>
                    <a:pt x="26" y="0"/>
                    <a:pt x="1" y="146"/>
                    <a:pt x="107" y="163"/>
                  </a:cubicBezTo>
                  <a:cubicBezTo>
                    <a:pt x="119" y="166"/>
                    <a:pt x="425" y="249"/>
                    <a:pt x="357" y="684"/>
                  </a:cubicBezTo>
                  <a:cubicBezTo>
                    <a:pt x="351" y="727"/>
                    <a:pt x="381" y="770"/>
                    <a:pt x="425" y="776"/>
                  </a:cubicBezTo>
                  <a:lnTo>
                    <a:pt x="437" y="776"/>
                  </a:lnTo>
                  <a:cubicBezTo>
                    <a:pt x="477" y="776"/>
                    <a:pt x="508" y="749"/>
                    <a:pt x="517" y="709"/>
                  </a:cubicBezTo>
                  <a:cubicBezTo>
                    <a:pt x="607" y="132"/>
                    <a:pt x="150" y="5"/>
                    <a:pt x="144" y="5"/>
                  </a:cubicBezTo>
                  <a:cubicBezTo>
                    <a:pt x="133" y="2"/>
                    <a:pt x="124" y="0"/>
                    <a:pt x="1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3" name="Google Shape;5633;p16"/>
            <p:cNvSpPr/>
            <p:nvPr/>
          </p:nvSpPr>
          <p:spPr>
            <a:xfrm>
              <a:off x="7652890" y="3933678"/>
              <a:ext cx="21611" cy="28160"/>
            </a:xfrm>
            <a:custGeom>
              <a:rect b="b" l="l" r="r" t="t"/>
              <a:pathLst>
                <a:path extrusionOk="0" h="774" w="594">
                  <a:moveTo>
                    <a:pt x="114" y="1"/>
                  </a:moveTo>
                  <a:cubicBezTo>
                    <a:pt x="28" y="1"/>
                    <a:pt x="1" y="131"/>
                    <a:pt x="94" y="160"/>
                  </a:cubicBezTo>
                  <a:cubicBezTo>
                    <a:pt x="106" y="163"/>
                    <a:pt x="411" y="246"/>
                    <a:pt x="344" y="681"/>
                  </a:cubicBezTo>
                  <a:cubicBezTo>
                    <a:pt x="337" y="724"/>
                    <a:pt x="368" y="767"/>
                    <a:pt x="411" y="774"/>
                  </a:cubicBezTo>
                  <a:lnTo>
                    <a:pt x="424" y="774"/>
                  </a:lnTo>
                  <a:cubicBezTo>
                    <a:pt x="464" y="774"/>
                    <a:pt x="495" y="743"/>
                    <a:pt x="504" y="706"/>
                  </a:cubicBezTo>
                  <a:cubicBezTo>
                    <a:pt x="593" y="126"/>
                    <a:pt x="137" y="2"/>
                    <a:pt x="131" y="2"/>
                  </a:cubicBezTo>
                  <a:cubicBezTo>
                    <a:pt x="125" y="1"/>
                    <a:pt x="119" y="1"/>
                    <a:pt x="1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4" name="Google Shape;5634;p16"/>
            <p:cNvSpPr/>
            <p:nvPr/>
          </p:nvSpPr>
          <p:spPr>
            <a:xfrm>
              <a:off x="7629678" y="3930731"/>
              <a:ext cx="22157" cy="28306"/>
            </a:xfrm>
            <a:custGeom>
              <a:rect b="b" l="l" r="r" t="t"/>
              <a:pathLst>
                <a:path extrusionOk="0" h="778" w="609">
                  <a:moveTo>
                    <a:pt x="114" y="0"/>
                  </a:moveTo>
                  <a:cubicBezTo>
                    <a:pt x="25" y="0"/>
                    <a:pt x="0" y="147"/>
                    <a:pt x="106" y="164"/>
                  </a:cubicBezTo>
                  <a:cubicBezTo>
                    <a:pt x="121" y="167"/>
                    <a:pt x="426" y="250"/>
                    <a:pt x="359" y="685"/>
                  </a:cubicBezTo>
                  <a:cubicBezTo>
                    <a:pt x="352" y="728"/>
                    <a:pt x="380" y="768"/>
                    <a:pt x="426" y="777"/>
                  </a:cubicBezTo>
                  <a:lnTo>
                    <a:pt x="439" y="777"/>
                  </a:lnTo>
                  <a:cubicBezTo>
                    <a:pt x="476" y="774"/>
                    <a:pt x="510" y="747"/>
                    <a:pt x="516" y="710"/>
                  </a:cubicBezTo>
                  <a:cubicBezTo>
                    <a:pt x="608" y="130"/>
                    <a:pt x="149" y="6"/>
                    <a:pt x="146" y="6"/>
                  </a:cubicBezTo>
                  <a:cubicBezTo>
                    <a:pt x="134" y="2"/>
                    <a:pt x="124" y="0"/>
                    <a:pt x="1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5" name="Google Shape;5635;p16"/>
            <p:cNvSpPr/>
            <p:nvPr/>
          </p:nvSpPr>
          <p:spPr>
            <a:xfrm>
              <a:off x="7182653" y="3936116"/>
              <a:ext cx="23248" cy="29543"/>
            </a:xfrm>
            <a:custGeom>
              <a:rect b="b" l="l" r="r" t="t"/>
              <a:pathLst>
                <a:path extrusionOk="0" h="812" w="639">
                  <a:moveTo>
                    <a:pt x="524" y="1"/>
                  </a:moveTo>
                  <a:cubicBezTo>
                    <a:pt x="509" y="1"/>
                    <a:pt x="494" y="5"/>
                    <a:pt x="478" y="16"/>
                  </a:cubicBezTo>
                  <a:cubicBezTo>
                    <a:pt x="0" y="352"/>
                    <a:pt x="231" y="765"/>
                    <a:pt x="231" y="771"/>
                  </a:cubicBezTo>
                  <a:cubicBezTo>
                    <a:pt x="247" y="796"/>
                    <a:pt x="275" y="811"/>
                    <a:pt x="302" y="811"/>
                  </a:cubicBezTo>
                  <a:cubicBezTo>
                    <a:pt x="318" y="811"/>
                    <a:pt x="330" y="808"/>
                    <a:pt x="342" y="799"/>
                  </a:cubicBezTo>
                  <a:cubicBezTo>
                    <a:pt x="382" y="777"/>
                    <a:pt x="395" y="728"/>
                    <a:pt x="373" y="691"/>
                  </a:cubicBezTo>
                  <a:cubicBezTo>
                    <a:pt x="358" y="660"/>
                    <a:pt x="222" y="395"/>
                    <a:pt x="571" y="145"/>
                  </a:cubicBezTo>
                  <a:cubicBezTo>
                    <a:pt x="639" y="95"/>
                    <a:pt x="591" y="1"/>
                    <a:pt x="52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6" name="Google Shape;5636;p16"/>
            <p:cNvSpPr/>
            <p:nvPr/>
          </p:nvSpPr>
          <p:spPr>
            <a:xfrm>
              <a:off x="7183089" y="3902826"/>
              <a:ext cx="24413" cy="28269"/>
            </a:xfrm>
            <a:custGeom>
              <a:rect b="b" l="l" r="r" t="t"/>
              <a:pathLst>
                <a:path extrusionOk="0" h="777" w="671">
                  <a:moveTo>
                    <a:pt x="554" y="0"/>
                  </a:moveTo>
                  <a:cubicBezTo>
                    <a:pt x="543" y="0"/>
                    <a:pt x="531" y="3"/>
                    <a:pt x="519" y="8"/>
                  </a:cubicBezTo>
                  <a:cubicBezTo>
                    <a:pt x="0" y="280"/>
                    <a:pt x="170" y="721"/>
                    <a:pt x="173" y="724"/>
                  </a:cubicBezTo>
                  <a:cubicBezTo>
                    <a:pt x="185" y="755"/>
                    <a:pt x="216" y="776"/>
                    <a:pt x="247" y="776"/>
                  </a:cubicBezTo>
                  <a:cubicBezTo>
                    <a:pt x="259" y="776"/>
                    <a:pt x="269" y="773"/>
                    <a:pt x="278" y="770"/>
                  </a:cubicBezTo>
                  <a:cubicBezTo>
                    <a:pt x="321" y="752"/>
                    <a:pt x="340" y="705"/>
                    <a:pt x="324" y="665"/>
                  </a:cubicBezTo>
                  <a:cubicBezTo>
                    <a:pt x="318" y="650"/>
                    <a:pt x="204" y="357"/>
                    <a:pt x="593" y="153"/>
                  </a:cubicBezTo>
                  <a:cubicBezTo>
                    <a:pt x="670" y="108"/>
                    <a:pt x="627" y="0"/>
                    <a:pt x="55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7" name="Google Shape;5637;p16"/>
            <p:cNvSpPr/>
            <p:nvPr/>
          </p:nvSpPr>
          <p:spPr>
            <a:xfrm>
              <a:off x="7204846" y="3908175"/>
              <a:ext cx="24849" cy="28415"/>
            </a:xfrm>
            <a:custGeom>
              <a:rect b="b" l="l" r="r" t="t"/>
              <a:pathLst>
                <a:path extrusionOk="0" h="781" w="683">
                  <a:moveTo>
                    <a:pt x="562" y="0"/>
                  </a:moveTo>
                  <a:cubicBezTo>
                    <a:pt x="548" y="0"/>
                    <a:pt x="534" y="4"/>
                    <a:pt x="519" y="13"/>
                  </a:cubicBezTo>
                  <a:cubicBezTo>
                    <a:pt x="1" y="284"/>
                    <a:pt x="173" y="725"/>
                    <a:pt x="177" y="728"/>
                  </a:cubicBezTo>
                  <a:cubicBezTo>
                    <a:pt x="189" y="759"/>
                    <a:pt x="217" y="777"/>
                    <a:pt x="251" y="781"/>
                  </a:cubicBezTo>
                  <a:cubicBezTo>
                    <a:pt x="260" y="777"/>
                    <a:pt x="272" y="777"/>
                    <a:pt x="281" y="774"/>
                  </a:cubicBezTo>
                  <a:cubicBezTo>
                    <a:pt x="321" y="756"/>
                    <a:pt x="343" y="710"/>
                    <a:pt x="325" y="666"/>
                  </a:cubicBezTo>
                  <a:cubicBezTo>
                    <a:pt x="321" y="654"/>
                    <a:pt x="204" y="361"/>
                    <a:pt x="596" y="154"/>
                  </a:cubicBezTo>
                  <a:cubicBezTo>
                    <a:pt x="682" y="115"/>
                    <a:pt x="638" y="0"/>
                    <a:pt x="56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8" name="Google Shape;5638;p16"/>
            <p:cNvSpPr/>
            <p:nvPr/>
          </p:nvSpPr>
          <p:spPr>
            <a:xfrm>
              <a:off x="7557096" y="4425563"/>
              <a:ext cx="27505" cy="20120"/>
            </a:xfrm>
            <a:custGeom>
              <a:rect b="b" l="l" r="r" t="t"/>
              <a:pathLst>
                <a:path extrusionOk="0" h="553" w="756">
                  <a:moveTo>
                    <a:pt x="670" y="0"/>
                  </a:moveTo>
                  <a:cubicBezTo>
                    <a:pt x="630" y="0"/>
                    <a:pt x="598" y="29"/>
                    <a:pt x="592" y="72"/>
                  </a:cubicBezTo>
                  <a:cubicBezTo>
                    <a:pt x="589" y="84"/>
                    <a:pt x="549" y="389"/>
                    <a:pt x="127" y="389"/>
                  </a:cubicBezTo>
                  <a:lnTo>
                    <a:pt x="108" y="389"/>
                  </a:lnTo>
                  <a:cubicBezTo>
                    <a:pt x="0" y="389"/>
                    <a:pt x="0" y="553"/>
                    <a:pt x="108" y="553"/>
                  </a:cubicBezTo>
                  <a:lnTo>
                    <a:pt x="127" y="553"/>
                  </a:lnTo>
                  <a:cubicBezTo>
                    <a:pt x="694" y="553"/>
                    <a:pt x="753" y="93"/>
                    <a:pt x="753" y="90"/>
                  </a:cubicBezTo>
                  <a:cubicBezTo>
                    <a:pt x="756" y="44"/>
                    <a:pt x="725" y="4"/>
                    <a:pt x="682" y="1"/>
                  </a:cubicBezTo>
                  <a:cubicBezTo>
                    <a:pt x="678" y="0"/>
                    <a:pt x="674" y="0"/>
                    <a:pt x="67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9" name="Google Shape;5639;p16"/>
            <p:cNvSpPr/>
            <p:nvPr/>
          </p:nvSpPr>
          <p:spPr>
            <a:xfrm>
              <a:off x="7582891" y="4395729"/>
              <a:ext cx="27323" cy="20120"/>
            </a:xfrm>
            <a:custGeom>
              <a:rect b="b" l="l" r="r" t="t"/>
              <a:pathLst>
                <a:path extrusionOk="0" h="553" w="751">
                  <a:moveTo>
                    <a:pt x="670" y="0"/>
                  </a:moveTo>
                  <a:cubicBezTo>
                    <a:pt x="627" y="0"/>
                    <a:pt x="593" y="30"/>
                    <a:pt x="587" y="71"/>
                  </a:cubicBezTo>
                  <a:cubicBezTo>
                    <a:pt x="584" y="84"/>
                    <a:pt x="544" y="392"/>
                    <a:pt x="121" y="392"/>
                  </a:cubicBezTo>
                  <a:lnTo>
                    <a:pt x="102" y="392"/>
                  </a:lnTo>
                  <a:cubicBezTo>
                    <a:pt x="1" y="398"/>
                    <a:pt x="1" y="546"/>
                    <a:pt x="102" y="553"/>
                  </a:cubicBezTo>
                  <a:lnTo>
                    <a:pt x="121" y="553"/>
                  </a:lnTo>
                  <a:cubicBezTo>
                    <a:pt x="688" y="553"/>
                    <a:pt x="747" y="96"/>
                    <a:pt x="747" y="90"/>
                  </a:cubicBezTo>
                  <a:cubicBezTo>
                    <a:pt x="750" y="47"/>
                    <a:pt x="719" y="7"/>
                    <a:pt x="676" y="0"/>
                  </a:cubicBezTo>
                  <a:cubicBezTo>
                    <a:pt x="674" y="0"/>
                    <a:pt x="672" y="0"/>
                    <a:pt x="67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0" name="Google Shape;5640;p16"/>
            <p:cNvSpPr/>
            <p:nvPr/>
          </p:nvSpPr>
          <p:spPr>
            <a:xfrm>
              <a:off x="7602209" y="4409918"/>
              <a:ext cx="26632" cy="20192"/>
            </a:xfrm>
            <a:custGeom>
              <a:rect b="b" l="l" r="r" t="t"/>
              <a:pathLst>
                <a:path extrusionOk="0" h="555" w="732">
                  <a:moveTo>
                    <a:pt x="640" y="1"/>
                  </a:moveTo>
                  <a:cubicBezTo>
                    <a:pt x="602" y="1"/>
                    <a:pt x="567" y="32"/>
                    <a:pt x="565" y="70"/>
                  </a:cubicBezTo>
                  <a:cubicBezTo>
                    <a:pt x="562" y="103"/>
                    <a:pt x="514" y="391"/>
                    <a:pt x="109" y="391"/>
                  </a:cubicBezTo>
                  <a:cubicBezTo>
                    <a:pt x="101" y="391"/>
                    <a:pt x="92" y="391"/>
                    <a:pt x="83" y="391"/>
                  </a:cubicBezTo>
                  <a:cubicBezTo>
                    <a:pt x="40" y="394"/>
                    <a:pt x="3" y="428"/>
                    <a:pt x="0" y="471"/>
                  </a:cubicBezTo>
                  <a:cubicBezTo>
                    <a:pt x="0" y="514"/>
                    <a:pt x="34" y="551"/>
                    <a:pt x="77" y="554"/>
                  </a:cubicBezTo>
                  <a:lnTo>
                    <a:pt x="99" y="554"/>
                  </a:lnTo>
                  <a:cubicBezTo>
                    <a:pt x="663" y="554"/>
                    <a:pt x="722" y="95"/>
                    <a:pt x="725" y="92"/>
                  </a:cubicBezTo>
                  <a:cubicBezTo>
                    <a:pt x="731" y="45"/>
                    <a:pt x="700" y="5"/>
                    <a:pt x="654" y="2"/>
                  </a:cubicBezTo>
                  <a:cubicBezTo>
                    <a:pt x="649" y="1"/>
                    <a:pt x="644" y="1"/>
                    <a:pt x="64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1" name="Google Shape;5641;p16"/>
            <p:cNvSpPr/>
            <p:nvPr/>
          </p:nvSpPr>
          <p:spPr>
            <a:xfrm>
              <a:off x="7535922" y="4410573"/>
              <a:ext cx="30379" cy="16627"/>
            </a:xfrm>
            <a:custGeom>
              <a:rect b="b" l="l" r="r" t="t"/>
              <a:pathLst>
                <a:path extrusionOk="0" h="457" w="835">
                  <a:moveTo>
                    <a:pt x="740" y="1"/>
                  </a:moveTo>
                  <a:cubicBezTo>
                    <a:pt x="710" y="1"/>
                    <a:pt x="680" y="16"/>
                    <a:pt x="666" y="52"/>
                  </a:cubicBezTo>
                  <a:cubicBezTo>
                    <a:pt x="663" y="63"/>
                    <a:pt x="588" y="294"/>
                    <a:pt x="283" y="294"/>
                  </a:cubicBezTo>
                  <a:cubicBezTo>
                    <a:pt x="238" y="294"/>
                    <a:pt x="188" y="289"/>
                    <a:pt x="132" y="277"/>
                  </a:cubicBezTo>
                  <a:cubicBezTo>
                    <a:pt x="125" y="275"/>
                    <a:pt x="117" y="275"/>
                    <a:pt x="111" y="275"/>
                  </a:cubicBezTo>
                  <a:cubicBezTo>
                    <a:pt x="23" y="275"/>
                    <a:pt x="1" y="414"/>
                    <a:pt x="101" y="434"/>
                  </a:cubicBezTo>
                  <a:cubicBezTo>
                    <a:pt x="160" y="447"/>
                    <a:pt x="221" y="453"/>
                    <a:pt x="286" y="456"/>
                  </a:cubicBezTo>
                  <a:cubicBezTo>
                    <a:pt x="706" y="456"/>
                    <a:pt x="820" y="104"/>
                    <a:pt x="820" y="98"/>
                  </a:cubicBezTo>
                  <a:cubicBezTo>
                    <a:pt x="835" y="40"/>
                    <a:pt x="787" y="1"/>
                    <a:pt x="74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2" name="Google Shape;5642;p16"/>
            <p:cNvSpPr/>
            <p:nvPr/>
          </p:nvSpPr>
          <p:spPr>
            <a:xfrm>
              <a:off x="7142560" y="4329805"/>
              <a:ext cx="32380" cy="11861"/>
            </a:xfrm>
            <a:custGeom>
              <a:rect b="b" l="l" r="r" t="t"/>
              <a:pathLst>
                <a:path extrusionOk="0" h="326" w="890">
                  <a:moveTo>
                    <a:pt x="414" y="1"/>
                  </a:moveTo>
                  <a:cubicBezTo>
                    <a:pt x="200" y="1"/>
                    <a:pt x="61" y="133"/>
                    <a:pt x="60" y="135"/>
                  </a:cubicBezTo>
                  <a:cubicBezTo>
                    <a:pt x="0" y="192"/>
                    <a:pt x="53" y="273"/>
                    <a:pt x="115" y="273"/>
                  </a:cubicBezTo>
                  <a:cubicBezTo>
                    <a:pt x="134" y="273"/>
                    <a:pt x="153" y="266"/>
                    <a:pt x="171" y="249"/>
                  </a:cubicBezTo>
                  <a:cubicBezTo>
                    <a:pt x="176" y="243"/>
                    <a:pt x="264" y="161"/>
                    <a:pt x="406" y="161"/>
                  </a:cubicBezTo>
                  <a:cubicBezTo>
                    <a:pt x="499" y="161"/>
                    <a:pt x="615" y="196"/>
                    <a:pt x="747" y="307"/>
                  </a:cubicBezTo>
                  <a:cubicBezTo>
                    <a:pt x="763" y="320"/>
                    <a:pt x="781" y="326"/>
                    <a:pt x="800" y="326"/>
                  </a:cubicBezTo>
                  <a:cubicBezTo>
                    <a:pt x="821" y="326"/>
                    <a:pt x="846" y="317"/>
                    <a:pt x="861" y="298"/>
                  </a:cubicBezTo>
                  <a:cubicBezTo>
                    <a:pt x="889" y="264"/>
                    <a:pt x="886" y="212"/>
                    <a:pt x="852" y="184"/>
                  </a:cubicBezTo>
                  <a:cubicBezTo>
                    <a:pt x="688" y="45"/>
                    <a:pt x="538" y="1"/>
                    <a:pt x="4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3" name="Google Shape;5643;p16"/>
            <p:cNvSpPr/>
            <p:nvPr/>
          </p:nvSpPr>
          <p:spPr>
            <a:xfrm>
              <a:off x="7110580" y="4342575"/>
              <a:ext cx="32853" cy="12552"/>
            </a:xfrm>
            <a:custGeom>
              <a:rect b="b" l="l" r="r" t="t"/>
              <a:pathLst>
                <a:path extrusionOk="0" h="345" w="903">
                  <a:moveTo>
                    <a:pt x="470" y="1"/>
                  </a:moveTo>
                  <a:cubicBezTo>
                    <a:pt x="184" y="1"/>
                    <a:pt x="38" y="217"/>
                    <a:pt x="38" y="222"/>
                  </a:cubicBezTo>
                  <a:cubicBezTo>
                    <a:pt x="1" y="274"/>
                    <a:pt x="41" y="345"/>
                    <a:pt x="103" y="345"/>
                  </a:cubicBezTo>
                  <a:cubicBezTo>
                    <a:pt x="130" y="345"/>
                    <a:pt x="155" y="333"/>
                    <a:pt x="171" y="311"/>
                  </a:cubicBezTo>
                  <a:cubicBezTo>
                    <a:pt x="184" y="289"/>
                    <a:pt x="277" y="162"/>
                    <a:pt x="466" y="162"/>
                  </a:cubicBezTo>
                  <a:cubicBezTo>
                    <a:pt x="542" y="162"/>
                    <a:pt x="635" y="183"/>
                    <a:pt x="744" y="240"/>
                  </a:cubicBezTo>
                  <a:cubicBezTo>
                    <a:pt x="759" y="248"/>
                    <a:pt x="772" y="251"/>
                    <a:pt x="785" y="251"/>
                  </a:cubicBezTo>
                  <a:cubicBezTo>
                    <a:pt x="859" y="251"/>
                    <a:pt x="903" y="140"/>
                    <a:pt x="821" y="98"/>
                  </a:cubicBezTo>
                  <a:cubicBezTo>
                    <a:pt x="687" y="27"/>
                    <a:pt x="570" y="1"/>
                    <a:pt x="4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4" name="Google Shape;5644;p16"/>
            <p:cNvSpPr/>
            <p:nvPr/>
          </p:nvSpPr>
          <p:spPr>
            <a:xfrm>
              <a:off x="7098246" y="4319873"/>
              <a:ext cx="32417" cy="12588"/>
            </a:xfrm>
            <a:custGeom>
              <a:rect b="b" l="l" r="r" t="t"/>
              <a:pathLst>
                <a:path extrusionOk="0" h="346" w="891">
                  <a:moveTo>
                    <a:pt x="459" y="0"/>
                  </a:moveTo>
                  <a:cubicBezTo>
                    <a:pt x="172" y="0"/>
                    <a:pt x="25" y="217"/>
                    <a:pt x="25" y="219"/>
                  </a:cubicBezTo>
                  <a:cubicBezTo>
                    <a:pt x="1" y="256"/>
                    <a:pt x="10" y="306"/>
                    <a:pt x="47" y="330"/>
                  </a:cubicBezTo>
                  <a:cubicBezTo>
                    <a:pt x="59" y="340"/>
                    <a:pt x="75" y="346"/>
                    <a:pt x="93" y="346"/>
                  </a:cubicBezTo>
                  <a:cubicBezTo>
                    <a:pt x="118" y="346"/>
                    <a:pt x="143" y="330"/>
                    <a:pt x="158" y="309"/>
                  </a:cubicBezTo>
                  <a:cubicBezTo>
                    <a:pt x="162" y="300"/>
                    <a:pt x="256" y="162"/>
                    <a:pt x="453" y="162"/>
                  </a:cubicBezTo>
                  <a:cubicBezTo>
                    <a:pt x="530" y="162"/>
                    <a:pt x="622" y="183"/>
                    <a:pt x="732" y="241"/>
                  </a:cubicBezTo>
                  <a:cubicBezTo>
                    <a:pt x="745" y="248"/>
                    <a:pt x="759" y="251"/>
                    <a:pt x="771" y="251"/>
                  </a:cubicBezTo>
                  <a:cubicBezTo>
                    <a:pt x="846" y="251"/>
                    <a:pt x="891" y="141"/>
                    <a:pt x="809" y="96"/>
                  </a:cubicBezTo>
                  <a:cubicBezTo>
                    <a:pt x="676" y="26"/>
                    <a:pt x="559" y="0"/>
                    <a:pt x="45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5" name="Google Shape;5645;p16"/>
            <p:cNvSpPr/>
            <p:nvPr/>
          </p:nvSpPr>
          <p:spPr>
            <a:xfrm>
              <a:off x="7072670" y="4336936"/>
              <a:ext cx="32380" cy="12479"/>
            </a:xfrm>
            <a:custGeom>
              <a:rect b="b" l="l" r="r" t="t"/>
              <a:pathLst>
                <a:path extrusionOk="0" h="343" w="890">
                  <a:moveTo>
                    <a:pt x="460" y="0"/>
                  </a:moveTo>
                  <a:cubicBezTo>
                    <a:pt x="173" y="0"/>
                    <a:pt x="27" y="217"/>
                    <a:pt x="25" y="219"/>
                  </a:cubicBezTo>
                  <a:cubicBezTo>
                    <a:pt x="0" y="256"/>
                    <a:pt x="10" y="306"/>
                    <a:pt x="47" y="330"/>
                  </a:cubicBezTo>
                  <a:cubicBezTo>
                    <a:pt x="59" y="340"/>
                    <a:pt x="74" y="343"/>
                    <a:pt x="93" y="343"/>
                  </a:cubicBezTo>
                  <a:cubicBezTo>
                    <a:pt x="118" y="343"/>
                    <a:pt x="142" y="330"/>
                    <a:pt x="158" y="309"/>
                  </a:cubicBezTo>
                  <a:cubicBezTo>
                    <a:pt x="171" y="289"/>
                    <a:pt x="264" y="161"/>
                    <a:pt x="455" y="161"/>
                  </a:cubicBezTo>
                  <a:cubicBezTo>
                    <a:pt x="531" y="161"/>
                    <a:pt x="623" y="181"/>
                    <a:pt x="731" y="238"/>
                  </a:cubicBezTo>
                  <a:cubicBezTo>
                    <a:pt x="746" y="246"/>
                    <a:pt x="760" y="249"/>
                    <a:pt x="773" y="249"/>
                  </a:cubicBezTo>
                  <a:cubicBezTo>
                    <a:pt x="846" y="249"/>
                    <a:pt x="890" y="140"/>
                    <a:pt x="809" y="96"/>
                  </a:cubicBezTo>
                  <a:cubicBezTo>
                    <a:pt x="675" y="26"/>
                    <a:pt x="559" y="0"/>
                    <a:pt x="46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6" name="Google Shape;5646;p16"/>
            <p:cNvSpPr/>
            <p:nvPr/>
          </p:nvSpPr>
          <p:spPr>
            <a:xfrm>
              <a:off x="7048549" y="4316999"/>
              <a:ext cx="32380" cy="12552"/>
            </a:xfrm>
            <a:custGeom>
              <a:rect b="b" l="l" r="r" t="t"/>
              <a:pathLst>
                <a:path extrusionOk="0" h="345" w="890">
                  <a:moveTo>
                    <a:pt x="459" y="1"/>
                  </a:moveTo>
                  <a:cubicBezTo>
                    <a:pt x="172" y="1"/>
                    <a:pt x="27" y="219"/>
                    <a:pt x="25" y="221"/>
                  </a:cubicBezTo>
                  <a:cubicBezTo>
                    <a:pt x="0" y="258"/>
                    <a:pt x="10" y="308"/>
                    <a:pt x="47" y="332"/>
                  </a:cubicBezTo>
                  <a:cubicBezTo>
                    <a:pt x="62" y="342"/>
                    <a:pt x="77" y="345"/>
                    <a:pt x="93" y="345"/>
                  </a:cubicBezTo>
                  <a:cubicBezTo>
                    <a:pt x="118" y="345"/>
                    <a:pt x="142" y="332"/>
                    <a:pt x="158" y="311"/>
                  </a:cubicBezTo>
                  <a:cubicBezTo>
                    <a:pt x="164" y="302"/>
                    <a:pt x="258" y="163"/>
                    <a:pt x="456" y="163"/>
                  </a:cubicBezTo>
                  <a:cubicBezTo>
                    <a:pt x="532" y="163"/>
                    <a:pt x="623" y="183"/>
                    <a:pt x="731" y="240"/>
                  </a:cubicBezTo>
                  <a:cubicBezTo>
                    <a:pt x="746" y="248"/>
                    <a:pt x="760" y="251"/>
                    <a:pt x="773" y="251"/>
                  </a:cubicBezTo>
                  <a:cubicBezTo>
                    <a:pt x="846" y="251"/>
                    <a:pt x="889" y="142"/>
                    <a:pt x="808" y="98"/>
                  </a:cubicBezTo>
                  <a:cubicBezTo>
                    <a:pt x="675" y="27"/>
                    <a:pt x="558" y="1"/>
                    <a:pt x="45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7" name="Google Shape;5647;p16"/>
            <p:cNvSpPr/>
            <p:nvPr/>
          </p:nvSpPr>
          <p:spPr>
            <a:xfrm>
              <a:off x="7031486" y="4336936"/>
              <a:ext cx="32744" cy="12479"/>
            </a:xfrm>
            <a:custGeom>
              <a:rect b="b" l="l" r="r" t="t"/>
              <a:pathLst>
                <a:path extrusionOk="0" h="343" w="900">
                  <a:moveTo>
                    <a:pt x="462" y="0"/>
                  </a:moveTo>
                  <a:cubicBezTo>
                    <a:pt x="174" y="0"/>
                    <a:pt x="27" y="217"/>
                    <a:pt x="25" y="219"/>
                  </a:cubicBezTo>
                  <a:cubicBezTo>
                    <a:pt x="0" y="256"/>
                    <a:pt x="10" y="306"/>
                    <a:pt x="50" y="330"/>
                  </a:cubicBezTo>
                  <a:cubicBezTo>
                    <a:pt x="62" y="340"/>
                    <a:pt x="78" y="343"/>
                    <a:pt x="93" y="343"/>
                  </a:cubicBezTo>
                  <a:cubicBezTo>
                    <a:pt x="121" y="343"/>
                    <a:pt x="145" y="330"/>
                    <a:pt x="161" y="309"/>
                  </a:cubicBezTo>
                  <a:cubicBezTo>
                    <a:pt x="174" y="289"/>
                    <a:pt x="267" y="161"/>
                    <a:pt x="458" y="161"/>
                  </a:cubicBezTo>
                  <a:cubicBezTo>
                    <a:pt x="534" y="161"/>
                    <a:pt x="626" y="181"/>
                    <a:pt x="735" y="238"/>
                  </a:cubicBezTo>
                  <a:cubicBezTo>
                    <a:pt x="750" y="248"/>
                    <a:pt x="766" y="252"/>
                    <a:pt x="780" y="252"/>
                  </a:cubicBezTo>
                  <a:cubicBezTo>
                    <a:pt x="855" y="252"/>
                    <a:pt x="900" y="135"/>
                    <a:pt x="812" y="96"/>
                  </a:cubicBezTo>
                  <a:cubicBezTo>
                    <a:pt x="678" y="26"/>
                    <a:pt x="562" y="0"/>
                    <a:pt x="46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8" name="Google Shape;5648;p16"/>
            <p:cNvSpPr/>
            <p:nvPr/>
          </p:nvSpPr>
          <p:spPr>
            <a:xfrm>
              <a:off x="7512455" y="4438624"/>
              <a:ext cx="32853" cy="13134"/>
            </a:xfrm>
            <a:custGeom>
              <a:rect b="b" l="l" r="r" t="t"/>
              <a:pathLst>
                <a:path extrusionOk="0" h="361" w="903">
                  <a:moveTo>
                    <a:pt x="790" y="0"/>
                  </a:moveTo>
                  <a:cubicBezTo>
                    <a:pt x="766" y="0"/>
                    <a:pt x="741" y="12"/>
                    <a:pt x="725" y="40"/>
                  </a:cubicBezTo>
                  <a:cubicBezTo>
                    <a:pt x="713" y="60"/>
                    <a:pt x="620" y="199"/>
                    <a:pt x="420" y="199"/>
                  </a:cubicBezTo>
                  <a:cubicBezTo>
                    <a:pt x="346" y="199"/>
                    <a:pt x="258" y="180"/>
                    <a:pt x="154" y="129"/>
                  </a:cubicBezTo>
                  <a:cubicBezTo>
                    <a:pt x="141" y="123"/>
                    <a:pt x="128" y="120"/>
                    <a:pt x="117" y="120"/>
                  </a:cubicBezTo>
                  <a:cubicBezTo>
                    <a:pt x="40" y="120"/>
                    <a:pt x="0" y="237"/>
                    <a:pt x="83" y="277"/>
                  </a:cubicBezTo>
                  <a:cubicBezTo>
                    <a:pt x="185" y="330"/>
                    <a:pt x="299" y="357"/>
                    <a:pt x="416" y="360"/>
                  </a:cubicBezTo>
                  <a:cubicBezTo>
                    <a:pt x="595" y="360"/>
                    <a:pt x="762" y="271"/>
                    <a:pt x="863" y="126"/>
                  </a:cubicBezTo>
                  <a:cubicBezTo>
                    <a:pt x="902" y="62"/>
                    <a:pt x="846" y="0"/>
                    <a:pt x="79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9" name="Google Shape;5649;p16"/>
            <p:cNvSpPr/>
            <p:nvPr/>
          </p:nvSpPr>
          <p:spPr>
            <a:xfrm>
              <a:off x="7203827" y="3874303"/>
              <a:ext cx="24849" cy="28415"/>
            </a:xfrm>
            <a:custGeom>
              <a:rect b="b" l="l" r="r" t="t"/>
              <a:pathLst>
                <a:path extrusionOk="0" h="781" w="683">
                  <a:moveTo>
                    <a:pt x="562" y="0"/>
                  </a:moveTo>
                  <a:cubicBezTo>
                    <a:pt x="549" y="0"/>
                    <a:pt x="534" y="4"/>
                    <a:pt x="519" y="12"/>
                  </a:cubicBezTo>
                  <a:cubicBezTo>
                    <a:pt x="1" y="284"/>
                    <a:pt x="174" y="725"/>
                    <a:pt x="177" y="728"/>
                  </a:cubicBezTo>
                  <a:cubicBezTo>
                    <a:pt x="186" y="759"/>
                    <a:pt x="217" y="780"/>
                    <a:pt x="251" y="780"/>
                  </a:cubicBezTo>
                  <a:cubicBezTo>
                    <a:pt x="260" y="780"/>
                    <a:pt x="272" y="777"/>
                    <a:pt x="282" y="774"/>
                  </a:cubicBezTo>
                  <a:cubicBezTo>
                    <a:pt x="322" y="755"/>
                    <a:pt x="343" y="709"/>
                    <a:pt x="325" y="666"/>
                  </a:cubicBezTo>
                  <a:cubicBezTo>
                    <a:pt x="319" y="654"/>
                    <a:pt x="205" y="361"/>
                    <a:pt x="596" y="157"/>
                  </a:cubicBezTo>
                  <a:cubicBezTo>
                    <a:pt x="683" y="115"/>
                    <a:pt x="638" y="0"/>
                    <a:pt x="56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0" name="Google Shape;5650;p16"/>
            <p:cNvSpPr/>
            <p:nvPr/>
          </p:nvSpPr>
          <p:spPr>
            <a:xfrm>
              <a:off x="7193058" y="3956781"/>
              <a:ext cx="19828" cy="31107"/>
            </a:xfrm>
            <a:custGeom>
              <a:rect b="b" l="l" r="r" t="t"/>
              <a:pathLst>
                <a:path extrusionOk="0" h="855" w="545">
                  <a:moveTo>
                    <a:pt x="429" y="1"/>
                  </a:moveTo>
                  <a:cubicBezTo>
                    <a:pt x="406" y="1"/>
                    <a:pt x="383" y="11"/>
                    <a:pt x="365" y="37"/>
                  </a:cubicBezTo>
                  <a:cubicBezTo>
                    <a:pt x="1" y="496"/>
                    <a:pt x="340" y="826"/>
                    <a:pt x="343" y="829"/>
                  </a:cubicBezTo>
                  <a:cubicBezTo>
                    <a:pt x="359" y="845"/>
                    <a:pt x="377" y="851"/>
                    <a:pt x="399" y="851"/>
                  </a:cubicBezTo>
                  <a:lnTo>
                    <a:pt x="399" y="854"/>
                  </a:lnTo>
                  <a:cubicBezTo>
                    <a:pt x="473" y="854"/>
                    <a:pt x="507" y="765"/>
                    <a:pt x="454" y="712"/>
                  </a:cubicBezTo>
                  <a:cubicBezTo>
                    <a:pt x="445" y="703"/>
                    <a:pt x="220" y="481"/>
                    <a:pt x="491" y="135"/>
                  </a:cubicBezTo>
                  <a:cubicBezTo>
                    <a:pt x="545" y="73"/>
                    <a:pt x="489" y="1"/>
                    <a:pt x="42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1" name="Google Shape;5651;p16"/>
            <p:cNvSpPr/>
            <p:nvPr/>
          </p:nvSpPr>
          <p:spPr>
            <a:xfrm>
              <a:off x="7674537" y="4042060"/>
              <a:ext cx="20847" cy="30416"/>
            </a:xfrm>
            <a:custGeom>
              <a:rect b="b" l="l" r="r" t="t"/>
              <a:pathLst>
                <a:path extrusionOk="0" h="836" w="573">
                  <a:moveTo>
                    <a:pt x="117" y="1"/>
                  </a:moveTo>
                  <a:cubicBezTo>
                    <a:pt x="44" y="1"/>
                    <a:pt x="0" y="110"/>
                    <a:pt x="79" y="154"/>
                  </a:cubicBezTo>
                  <a:cubicBezTo>
                    <a:pt x="106" y="169"/>
                    <a:pt x="359" y="330"/>
                    <a:pt x="187" y="721"/>
                  </a:cubicBezTo>
                  <a:cubicBezTo>
                    <a:pt x="162" y="777"/>
                    <a:pt x="202" y="836"/>
                    <a:pt x="261" y="836"/>
                  </a:cubicBezTo>
                  <a:cubicBezTo>
                    <a:pt x="295" y="836"/>
                    <a:pt x="322" y="817"/>
                    <a:pt x="335" y="786"/>
                  </a:cubicBezTo>
                  <a:cubicBezTo>
                    <a:pt x="572" y="253"/>
                    <a:pt x="162" y="15"/>
                    <a:pt x="159" y="12"/>
                  </a:cubicBezTo>
                  <a:cubicBezTo>
                    <a:pt x="144" y="4"/>
                    <a:pt x="130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2" name="Google Shape;5652;p16"/>
            <p:cNvSpPr/>
            <p:nvPr/>
          </p:nvSpPr>
          <p:spPr>
            <a:xfrm>
              <a:off x="7654345" y="4003568"/>
              <a:ext cx="22048" cy="28306"/>
            </a:xfrm>
            <a:custGeom>
              <a:rect b="b" l="l" r="r" t="t"/>
              <a:pathLst>
                <a:path extrusionOk="0" h="778" w="606">
                  <a:moveTo>
                    <a:pt x="114" y="1"/>
                  </a:moveTo>
                  <a:cubicBezTo>
                    <a:pt x="25" y="1"/>
                    <a:pt x="0" y="147"/>
                    <a:pt x="106" y="163"/>
                  </a:cubicBezTo>
                  <a:cubicBezTo>
                    <a:pt x="119" y="166"/>
                    <a:pt x="424" y="250"/>
                    <a:pt x="356" y="685"/>
                  </a:cubicBezTo>
                  <a:cubicBezTo>
                    <a:pt x="350" y="731"/>
                    <a:pt x="381" y="771"/>
                    <a:pt x="424" y="777"/>
                  </a:cubicBezTo>
                  <a:lnTo>
                    <a:pt x="436" y="777"/>
                  </a:lnTo>
                  <a:cubicBezTo>
                    <a:pt x="476" y="777"/>
                    <a:pt x="507" y="749"/>
                    <a:pt x="513" y="709"/>
                  </a:cubicBezTo>
                  <a:cubicBezTo>
                    <a:pt x="606" y="132"/>
                    <a:pt x="149" y="6"/>
                    <a:pt x="143" y="6"/>
                  </a:cubicBezTo>
                  <a:cubicBezTo>
                    <a:pt x="133" y="3"/>
                    <a:pt x="123" y="1"/>
                    <a:pt x="1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3" name="Google Shape;5653;p16"/>
            <p:cNvSpPr/>
            <p:nvPr/>
          </p:nvSpPr>
          <p:spPr>
            <a:xfrm>
              <a:off x="7317618" y="3634173"/>
              <a:ext cx="33035" cy="10842"/>
            </a:xfrm>
            <a:custGeom>
              <a:rect b="b" l="l" r="r" t="t"/>
              <a:pathLst>
                <a:path extrusionOk="0" h="298" w="908">
                  <a:moveTo>
                    <a:pt x="431" y="0"/>
                  </a:moveTo>
                  <a:cubicBezTo>
                    <a:pt x="195" y="0"/>
                    <a:pt x="52" y="157"/>
                    <a:pt x="50" y="159"/>
                  </a:cubicBezTo>
                  <a:cubicBezTo>
                    <a:pt x="1" y="220"/>
                    <a:pt x="53" y="291"/>
                    <a:pt x="113" y="291"/>
                  </a:cubicBezTo>
                  <a:cubicBezTo>
                    <a:pt x="132" y="291"/>
                    <a:pt x="152" y="284"/>
                    <a:pt x="170" y="267"/>
                  </a:cubicBezTo>
                  <a:cubicBezTo>
                    <a:pt x="184" y="253"/>
                    <a:pt x="274" y="161"/>
                    <a:pt x="427" y="161"/>
                  </a:cubicBezTo>
                  <a:cubicBezTo>
                    <a:pt x="514" y="161"/>
                    <a:pt x="621" y="191"/>
                    <a:pt x="747" y="283"/>
                  </a:cubicBezTo>
                  <a:cubicBezTo>
                    <a:pt x="762" y="295"/>
                    <a:pt x="778" y="298"/>
                    <a:pt x="796" y="298"/>
                  </a:cubicBezTo>
                  <a:cubicBezTo>
                    <a:pt x="873" y="298"/>
                    <a:pt x="907" y="199"/>
                    <a:pt x="845" y="153"/>
                  </a:cubicBezTo>
                  <a:cubicBezTo>
                    <a:pt x="688" y="39"/>
                    <a:pt x="548" y="0"/>
                    <a:pt x="43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4" name="Google Shape;5654;p16"/>
            <p:cNvSpPr/>
            <p:nvPr/>
          </p:nvSpPr>
          <p:spPr>
            <a:xfrm>
              <a:off x="7360221" y="3630390"/>
              <a:ext cx="32963" cy="10951"/>
            </a:xfrm>
            <a:custGeom>
              <a:rect b="b" l="l" r="r" t="t"/>
              <a:pathLst>
                <a:path extrusionOk="0" h="301" w="906">
                  <a:moveTo>
                    <a:pt x="433" y="0"/>
                  </a:moveTo>
                  <a:cubicBezTo>
                    <a:pt x="195" y="0"/>
                    <a:pt x="50" y="159"/>
                    <a:pt x="48" y="161"/>
                  </a:cubicBezTo>
                  <a:cubicBezTo>
                    <a:pt x="1" y="222"/>
                    <a:pt x="53" y="294"/>
                    <a:pt x="113" y="294"/>
                  </a:cubicBezTo>
                  <a:cubicBezTo>
                    <a:pt x="131" y="294"/>
                    <a:pt x="151" y="286"/>
                    <a:pt x="168" y="269"/>
                  </a:cubicBezTo>
                  <a:cubicBezTo>
                    <a:pt x="184" y="254"/>
                    <a:pt x="273" y="162"/>
                    <a:pt x="425" y="162"/>
                  </a:cubicBezTo>
                  <a:cubicBezTo>
                    <a:pt x="512" y="162"/>
                    <a:pt x="621" y="192"/>
                    <a:pt x="748" y="285"/>
                  </a:cubicBezTo>
                  <a:cubicBezTo>
                    <a:pt x="760" y="294"/>
                    <a:pt x="779" y="300"/>
                    <a:pt x="794" y="300"/>
                  </a:cubicBezTo>
                  <a:lnTo>
                    <a:pt x="797" y="300"/>
                  </a:lnTo>
                  <a:cubicBezTo>
                    <a:pt x="874" y="300"/>
                    <a:pt x="905" y="198"/>
                    <a:pt x="843" y="152"/>
                  </a:cubicBezTo>
                  <a:cubicBezTo>
                    <a:pt x="688" y="38"/>
                    <a:pt x="549" y="0"/>
                    <a:pt x="43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5" name="Google Shape;5655;p16"/>
            <p:cNvSpPr/>
            <p:nvPr/>
          </p:nvSpPr>
          <p:spPr>
            <a:xfrm>
              <a:off x="7375174" y="3650218"/>
              <a:ext cx="32926" cy="12079"/>
            </a:xfrm>
            <a:custGeom>
              <a:rect b="b" l="l" r="r" t="t"/>
              <a:pathLst>
                <a:path extrusionOk="0" h="332" w="905">
                  <a:moveTo>
                    <a:pt x="403" y="0"/>
                  </a:moveTo>
                  <a:cubicBezTo>
                    <a:pt x="196" y="0"/>
                    <a:pt x="60" y="123"/>
                    <a:pt x="56" y="125"/>
                  </a:cubicBezTo>
                  <a:cubicBezTo>
                    <a:pt x="1" y="183"/>
                    <a:pt x="53" y="264"/>
                    <a:pt x="115" y="264"/>
                  </a:cubicBezTo>
                  <a:cubicBezTo>
                    <a:pt x="132" y="264"/>
                    <a:pt x="150" y="257"/>
                    <a:pt x="167" y="242"/>
                  </a:cubicBezTo>
                  <a:cubicBezTo>
                    <a:pt x="173" y="239"/>
                    <a:pt x="259" y="160"/>
                    <a:pt x="398" y="160"/>
                  </a:cubicBezTo>
                  <a:cubicBezTo>
                    <a:pt x="492" y="160"/>
                    <a:pt x="610" y="196"/>
                    <a:pt x="744" y="313"/>
                  </a:cubicBezTo>
                  <a:cubicBezTo>
                    <a:pt x="756" y="326"/>
                    <a:pt x="775" y="332"/>
                    <a:pt x="796" y="332"/>
                  </a:cubicBezTo>
                  <a:cubicBezTo>
                    <a:pt x="870" y="332"/>
                    <a:pt x="904" y="242"/>
                    <a:pt x="849" y="193"/>
                  </a:cubicBezTo>
                  <a:cubicBezTo>
                    <a:pt x="683" y="46"/>
                    <a:pt x="530" y="0"/>
                    <a:pt x="40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6" name="Google Shape;5656;p16"/>
            <p:cNvSpPr/>
            <p:nvPr/>
          </p:nvSpPr>
          <p:spPr>
            <a:xfrm>
              <a:off x="7266283" y="3635192"/>
              <a:ext cx="33181" cy="10842"/>
            </a:xfrm>
            <a:custGeom>
              <a:rect b="b" l="l" r="r" t="t"/>
              <a:pathLst>
                <a:path extrusionOk="0" h="298" w="912">
                  <a:moveTo>
                    <a:pt x="436" y="0"/>
                  </a:moveTo>
                  <a:cubicBezTo>
                    <a:pt x="199" y="0"/>
                    <a:pt x="56" y="157"/>
                    <a:pt x="54" y="159"/>
                  </a:cubicBezTo>
                  <a:cubicBezTo>
                    <a:pt x="1" y="219"/>
                    <a:pt x="56" y="295"/>
                    <a:pt x="116" y="295"/>
                  </a:cubicBezTo>
                  <a:cubicBezTo>
                    <a:pt x="136" y="295"/>
                    <a:pt x="157" y="287"/>
                    <a:pt x="175" y="267"/>
                  </a:cubicBezTo>
                  <a:cubicBezTo>
                    <a:pt x="181" y="261"/>
                    <a:pt x="272" y="161"/>
                    <a:pt x="432" y="161"/>
                  </a:cubicBezTo>
                  <a:cubicBezTo>
                    <a:pt x="520" y="161"/>
                    <a:pt x="628" y="191"/>
                    <a:pt x="754" y="282"/>
                  </a:cubicBezTo>
                  <a:cubicBezTo>
                    <a:pt x="767" y="292"/>
                    <a:pt x="785" y="298"/>
                    <a:pt x="801" y="298"/>
                  </a:cubicBezTo>
                  <a:cubicBezTo>
                    <a:pt x="881" y="298"/>
                    <a:pt x="912" y="196"/>
                    <a:pt x="850" y="153"/>
                  </a:cubicBezTo>
                  <a:cubicBezTo>
                    <a:pt x="693" y="38"/>
                    <a:pt x="553" y="0"/>
                    <a:pt x="43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7" name="Google Shape;5657;p16"/>
            <p:cNvSpPr/>
            <p:nvPr/>
          </p:nvSpPr>
          <p:spPr>
            <a:xfrm>
              <a:off x="7294770" y="3654038"/>
              <a:ext cx="33217" cy="10951"/>
            </a:xfrm>
            <a:custGeom>
              <a:rect b="b" l="l" r="r" t="t"/>
              <a:pathLst>
                <a:path extrusionOk="0" h="301" w="913">
                  <a:moveTo>
                    <a:pt x="435" y="0"/>
                  </a:moveTo>
                  <a:cubicBezTo>
                    <a:pt x="198" y="0"/>
                    <a:pt x="54" y="157"/>
                    <a:pt x="52" y="159"/>
                  </a:cubicBezTo>
                  <a:cubicBezTo>
                    <a:pt x="0" y="222"/>
                    <a:pt x="55" y="297"/>
                    <a:pt x="115" y="297"/>
                  </a:cubicBezTo>
                  <a:cubicBezTo>
                    <a:pt x="134" y="297"/>
                    <a:pt x="154" y="289"/>
                    <a:pt x="172" y="270"/>
                  </a:cubicBezTo>
                  <a:cubicBezTo>
                    <a:pt x="188" y="254"/>
                    <a:pt x="277" y="163"/>
                    <a:pt x="429" y="163"/>
                  </a:cubicBezTo>
                  <a:cubicBezTo>
                    <a:pt x="516" y="163"/>
                    <a:pt x="624" y="193"/>
                    <a:pt x="752" y="286"/>
                  </a:cubicBezTo>
                  <a:cubicBezTo>
                    <a:pt x="764" y="295"/>
                    <a:pt x="783" y="301"/>
                    <a:pt x="798" y="301"/>
                  </a:cubicBezTo>
                  <a:lnTo>
                    <a:pt x="801" y="301"/>
                  </a:lnTo>
                  <a:cubicBezTo>
                    <a:pt x="878" y="301"/>
                    <a:pt x="912" y="199"/>
                    <a:pt x="847" y="153"/>
                  </a:cubicBezTo>
                  <a:cubicBezTo>
                    <a:pt x="691" y="39"/>
                    <a:pt x="552" y="0"/>
                    <a:pt x="4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8" name="Google Shape;5658;p16"/>
            <p:cNvSpPr/>
            <p:nvPr/>
          </p:nvSpPr>
          <p:spPr>
            <a:xfrm>
              <a:off x="7253950" y="3655930"/>
              <a:ext cx="33181" cy="10878"/>
            </a:xfrm>
            <a:custGeom>
              <a:rect b="b" l="l" r="r" t="t"/>
              <a:pathLst>
                <a:path extrusionOk="0" h="299" w="912">
                  <a:moveTo>
                    <a:pt x="437" y="1"/>
                  </a:moveTo>
                  <a:cubicBezTo>
                    <a:pt x="200" y="1"/>
                    <a:pt x="56" y="157"/>
                    <a:pt x="54" y="160"/>
                  </a:cubicBezTo>
                  <a:cubicBezTo>
                    <a:pt x="1" y="222"/>
                    <a:pt x="55" y="296"/>
                    <a:pt x="116" y="296"/>
                  </a:cubicBezTo>
                  <a:cubicBezTo>
                    <a:pt x="137" y="296"/>
                    <a:pt x="159" y="288"/>
                    <a:pt x="177" y="267"/>
                  </a:cubicBezTo>
                  <a:cubicBezTo>
                    <a:pt x="183" y="261"/>
                    <a:pt x="274" y="161"/>
                    <a:pt x="434" y="161"/>
                  </a:cubicBezTo>
                  <a:cubicBezTo>
                    <a:pt x="521" y="161"/>
                    <a:pt x="629" y="191"/>
                    <a:pt x="754" y="283"/>
                  </a:cubicBezTo>
                  <a:cubicBezTo>
                    <a:pt x="770" y="295"/>
                    <a:pt x="785" y="298"/>
                    <a:pt x="803" y="298"/>
                  </a:cubicBezTo>
                  <a:cubicBezTo>
                    <a:pt x="881" y="298"/>
                    <a:pt x="911" y="200"/>
                    <a:pt x="850" y="153"/>
                  </a:cubicBezTo>
                  <a:cubicBezTo>
                    <a:pt x="694" y="39"/>
                    <a:pt x="554" y="1"/>
                    <a:pt x="43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9" name="Google Shape;5659;p16"/>
            <p:cNvSpPr/>
            <p:nvPr/>
          </p:nvSpPr>
          <p:spPr>
            <a:xfrm>
              <a:off x="7340284" y="3658804"/>
              <a:ext cx="33035" cy="10915"/>
            </a:xfrm>
            <a:custGeom>
              <a:rect b="b" l="l" r="r" t="t"/>
              <a:pathLst>
                <a:path extrusionOk="0" h="300" w="908">
                  <a:moveTo>
                    <a:pt x="433" y="1"/>
                  </a:moveTo>
                  <a:cubicBezTo>
                    <a:pt x="196" y="1"/>
                    <a:pt x="52" y="159"/>
                    <a:pt x="50" y="161"/>
                  </a:cubicBezTo>
                  <a:cubicBezTo>
                    <a:pt x="1" y="222"/>
                    <a:pt x="54" y="293"/>
                    <a:pt x="114" y="293"/>
                  </a:cubicBezTo>
                  <a:cubicBezTo>
                    <a:pt x="133" y="293"/>
                    <a:pt x="153" y="286"/>
                    <a:pt x="170" y="269"/>
                  </a:cubicBezTo>
                  <a:cubicBezTo>
                    <a:pt x="176" y="261"/>
                    <a:pt x="267" y="160"/>
                    <a:pt x="426" y="160"/>
                  </a:cubicBezTo>
                  <a:cubicBezTo>
                    <a:pt x="514" y="160"/>
                    <a:pt x="623" y="191"/>
                    <a:pt x="750" y="284"/>
                  </a:cubicBezTo>
                  <a:cubicBezTo>
                    <a:pt x="762" y="293"/>
                    <a:pt x="781" y="299"/>
                    <a:pt x="796" y="299"/>
                  </a:cubicBezTo>
                  <a:cubicBezTo>
                    <a:pt x="873" y="299"/>
                    <a:pt x="907" y="198"/>
                    <a:pt x="845" y="151"/>
                  </a:cubicBezTo>
                  <a:cubicBezTo>
                    <a:pt x="689" y="39"/>
                    <a:pt x="550" y="1"/>
                    <a:pt x="43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63" name="Shape 5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4" name="Google Shape;5664;p17"/>
          <p:cNvSpPr txBox="1"/>
          <p:nvPr>
            <p:ph type="title"/>
          </p:nvPr>
        </p:nvSpPr>
        <p:spPr>
          <a:xfrm>
            <a:off x="550307" y="373266"/>
            <a:ext cx="7926541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Admin felület - Örökbefogadások</a:t>
            </a:r>
            <a:endParaRPr/>
          </a:p>
        </p:txBody>
      </p:sp>
      <p:grpSp>
        <p:nvGrpSpPr>
          <p:cNvPr id="5665" name="Google Shape;5665;p17"/>
          <p:cNvGrpSpPr/>
          <p:nvPr/>
        </p:nvGrpSpPr>
        <p:grpSpPr>
          <a:xfrm>
            <a:off x="6669742" y="1580029"/>
            <a:ext cx="2121462" cy="3334880"/>
            <a:chOff x="6308950" y="539474"/>
            <a:chExt cx="2430000" cy="4068851"/>
          </a:xfrm>
        </p:grpSpPr>
        <p:sp>
          <p:nvSpPr>
            <p:cNvPr id="5666" name="Google Shape;5666;p17"/>
            <p:cNvSpPr/>
            <p:nvPr/>
          </p:nvSpPr>
          <p:spPr>
            <a:xfrm>
              <a:off x="6308950" y="4110325"/>
              <a:ext cx="2430000" cy="4980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667" name="Google Shape;5667;p17"/>
            <p:cNvGrpSpPr/>
            <p:nvPr/>
          </p:nvGrpSpPr>
          <p:grpSpPr>
            <a:xfrm>
              <a:off x="6586454" y="539474"/>
              <a:ext cx="1874992" cy="3995493"/>
              <a:chOff x="2617300" y="3834125"/>
              <a:chExt cx="468350" cy="998025"/>
            </a:xfrm>
          </p:grpSpPr>
          <p:sp>
            <p:nvSpPr>
              <p:cNvPr id="5668" name="Google Shape;5668;p17"/>
              <p:cNvSpPr/>
              <p:nvPr/>
            </p:nvSpPr>
            <p:spPr>
              <a:xfrm>
                <a:off x="2791075" y="3918450"/>
                <a:ext cx="3750" cy="11200"/>
              </a:xfrm>
              <a:custGeom>
                <a:rect b="b" l="l" r="r" t="t"/>
                <a:pathLst>
                  <a:path extrusionOk="0" h="448" w="150">
                    <a:moveTo>
                      <a:pt x="26" y="0"/>
                    </a:moveTo>
                    <a:lnTo>
                      <a:pt x="26" y="9"/>
                    </a:lnTo>
                    <a:cubicBezTo>
                      <a:pt x="1" y="125"/>
                      <a:pt x="50" y="232"/>
                      <a:pt x="92" y="340"/>
                    </a:cubicBezTo>
                    <a:cubicBezTo>
                      <a:pt x="108" y="373"/>
                      <a:pt x="133" y="406"/>
                      <a:pt x="150" y="448"/>
                    </a:cubicBezTo>
                    <a:lnTo>
                      <a:pt x="125" y="365"/>
                    </a:lnTo>
                    <a:cubicBezTo>
                      <a:pt x="92" y="241"/>
                      <a:pt x="59" y="125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69" name="Google Shape;5669;p17"/>
              <p:cNvSpPr/>
              <p:nvPr/>
            </p:nvSpPr>
            <p:spPr>
              <a:xfrm>
                <a:off x="2788600" y="3864750"/>
                <a:ext cx="75200" cy="142775"/>
              </a:xfrm>
              <a:custGeom>
                <a:rect b="b" l="l" r="r" t="t"/>
                <a:pathLst>
                  <a:path extrusionOk="0" h="5711" w="3008">
                    <a:moveTo>
                      <a:pt x="273" y="1"/>
                    </a:moveTo>
                    <a:cubicBezTo>
                      <a:pt x="229" y="1"/>
                      <a:pt x="187" y="11"/>
                      <a:pt x="149" y="35"/>
                    </a:cubicBezTo>
                    <a:cubicBezTo>
                      <a:pt x="42" y="110"/>
                      <a:pt x="17" y="276"/>
                      <a:pt x="9" y="392"/>
                    </a:cubicBezTo>
                    <a:cubicBezTo>
                      <a:pt x="0" y="574"/>
                      <a:pt x="25" y="765"/>
                      <a:pt x="50" y="947"/>
                    </a:cubicBezTo>
                    <a:cubicBezTo>
                      <a:pt x="108" y="1320"/>
                      <a:pt x="207" y="1684"/>
                      <a:pt x="299" y="2049"/>
                    </a:cubicBezTo>
                    <a:cubicBezTo>
                      <a:pt x="381" y="2372"/>
                      <a:pt x="489" y="2695"/>
                      <a:pt x="547" y="3018"/>
                    </a:cubicBezTo>
                    <a:lnTo>
                      <a:pt x="555" y="3026"/>
                    </a:lnTo>
                    <a:cubicBezTo>
                      <a:pt x="622" y="3101"/>
                      <a:pt x="721" y="3176"/>
                      <a:pt x="754" y="3267"/>
                    </a:cubicBezTo>
                    <a:cubicBezTo>
                      <a:pt x="763" y="3292"/>
                      <a:pt x="746" y="3316"/>
                      <a:pt x="713" y="3316"/>
                    </a:cubicBezTo>
                    <a:cubicBezTo>
                      <a:pt x="671" y="3308"/>
                      <a:pt x="638" y="3292"/>
                      <a:pt x="605" y="3267"/>
                    </a:cubicBezTo>
                    <a:lnTo>
                      <a:pt x="605" y="3267"/>
                    </a:lnTo>
                    <a:cubicBezTo>
                      <a:pt x="663" y="3316"/>
                      <a:pt x="713" y="3366"/>
                      <a:pt x="763" y="3424"/>
                    </a:cubicBezTo>
                    <a:cubicBezTo>
                      <a:pt x="870" y="3548"/>
                      <a:pt x="970" y="3706"/>
                      <a:pt x="953" y="3880"/>
                    </a:cubicBezTo>
                    <a:cubicBezTo>
                      <a:pt x="953" y="3903"/>
                      <a:pt x="933" y="3915"/>
                      <a:pt x="911" y="3915"/>
                    </a:cubicBezTo>
                    <a:cubicBezTo>
                      <a:pt x="893" y="3915"/>
                      <a:pt x="873" y="3907"/>
                      <a:pt x="862" y="3888"/>
                    </a:cubicBezTo>
                    <a:cubicBezTo>
                      <a:pt x="837" y="3838"/>
                      <a:pt x="821" y="3789"/>
                      <a:pt x="796" y="3747"/>
                    </a:cubicBezTo>
                    <a:cubicBezTo>
                      <a:pt x="790" y="3753"/>
                      <a:pt x="780" y="3759"/>
                      <a:pt x="769" y="3759"/>
                    </a:cubicBezTo>
                    <a:cubicBezTo>
                      <a:pt x="764" y="3759"/>
                      <a:pt x="759" y="3758"/>
                      <a:pt x="754" y="3756"/>
                    </a:cubicBezTo>
                    <a:lnTo>
                      <a:pt x="746" y="3756"/>
                    </a:lnTo>
                    <a:cubicBezTo>
                      <a:pt x="763" y="3780"/>
                      <a:pt x="771" y="3805"/>
                      <a:pt x="787" y="3830"/>
                    </a:cubicBezTo>
                    <a:cubicBezTo>
                      <a:pt x="829" y="3905"/>
                      <a:pt x="862" y="3996"/>
                      <a:pt x="903" y="4070"/>
                    </a:cubicBezTo>
                    <a:cubicBezTo>
                      <a:pt x="943" y="4118"/>
                      <a:pt x="914" y="4212"/>
                      <a:pt x="846" y="4212"/>
                    </a:cubicBezTo>
                    <a:cubicBezTo>
                      <a:pt x="843" y="4212"/>
                      <a:pt x="840" y="4212"/>
                      <a:pt x="837" y="4211"/>
                    </a:cubicBezTo>
                    <a:lnTo>
                      <a:pt x="837" y="4220"/>
                    </a:lnTo>
                    <a:cubicBezTo>
                      <a:pt x="854" y="4244"/>
                      <a:pt x="862" y="4278"/>
                      <a:pt x="879" y="4311"/>
                    </a:cubicBezTo>
                    <a:cubicBezTo>
                      <a:pt x="903" y="4369"/>
                      <a:pt x="920" y="4427"/>
                      <a:pt x="937" y="4476"/>
                    </a:cubicBezTo>
                    <a:cubicBezTo>
                      <a:pt x="945" y="4493"/>
                      <a:pt x="945" y="4501"/>
                      <a:pt x="953" y="4510"/>
                    </a:cubicBezTo>
                    <a:cubicBezTo>
                      <a:pt x="961" y="4551"/>
                      <a:pt x="978" y="4592"/>
                      <a:pt x="986" y="4634"/>
                    </a:cubicBezTo>
                    <a:cubicBezTo>
                      <a:pt x="992" y="4662"/>
                      <a:pt x="967" y="4679"/>
                      <a:pt x="942" y="4679"/>
                    </a:cubicBezTo>
                    <a:cubicBezTo>
                      <a:pt x="931" y="4679"/>
                      <a:pt x="920" y="4675"/>
                      <a:pt x="912" y="4667"/>
                    </a:cubicBezTo>
                    <a:lnTo>
                      <a:pt x="903" y="4659"/>
                    </a:lnTo>
                    <a:lnTo>
                      <a:pt x="903" y="4659"/>
                    </a:lnTo>
                    <a:cubicBezTo>
                      <a:pt x="920" y="4684"/>
                      <a:pt x="928" y="4708"/>
                      <a:pt x="937" y="4742"/>
                    </a:cubicBezTo>
                    <a:cubicBezTo>
                      <a:pt x="943" y="4772"/>
                      <a:pt x="918" y="4793"/>
                      <a:pt x="895" y="4793"/>
                    </a:cubicBezTo>
                    <a:cubicBezTo>
                      <a:pt x="886" y="4793"/>
                      <a:pt x="877" y="4790"/>
                      <a:pt x="870" y="4783"/>
                    </a:cubicBezTo>
                    <a:lnTo>
                      <a:pt x="862" y="4775"/>
                    </a:lnTo>
                    <a:lnTo>
                      <a:pt x="862" y="4775"/>
                    </a:lnTo>
                    <a:cubicBezTo>
                      <a:pt x="887" y="4949"/>
                      <a:pt x="912" y="5114"/>
                      <a:pt x="937" y="5288"/>
                    </a:cubicBezTo>
                    <a:cubicBezTo>
                      <a:pt x="953" y="5371"/>
                      <a:pt x="953" y="5462"/>
                      <a:pt x="970" y="5554"/>
                    </a:cubicBezTo>
                    <a:cubicBezTo>
                      <a:pt x="978" y="5595"/>
                      <a:pt x="986" y="5628"/>
                      <a:pt x="1003" y="5661"/>
                    </a:cubicBezTo>
                    <a:cubicBezTo>
                      <a:pt x="1003" y="5678"/>
                      <a:pt x="1011" y="5694"/>
                      <a:pt x="1019" y="5711"/>
                    </a:cubicBezTo>
                    <a:cubicBezTo>
                      <a:pt x="1036" y="5670"/>
                      <a:pt x="1044" y="5636"/>
                      <a:pt x="1061" y="5595"/>
                    </a:cubicBezTo>
                    <a:cubicBezTo>
                      <a:pt x="1061" y="5587"/>
                      <a:pt x="1053" y="5587"/>
                      <a:pt x="1053" y="5587"/>
                    </a:cubicBezTo>
                    <a:cubicBezTo>
                      <a:pt x="1028" y="5570"/>
                      <a:pt x="1019" y="5537"/>
                      <a:pt x="1036" y="5512"/>
                    </a:cubicBezTo>
                    <a:cubicBezTo>
                      <a:pt x="1044" y="5487"/>
                      <a:pt x="1061" y="5479"/>
                      <a:pt x="1086" y="5479"/>
                    </a:cubicBezTo>
                    <a:cubicBezTo>
                      <a:pt x="1152" y="5123"/>
                      <a:pt x="1268" y="4783"/>
                      <a:pt x="1450" y="4476"/>
                    </a:cubicBezTo>
                    <a:cubicBezTo>
                      <a:pt x="1558" y="4294"/>
                      <a:pt x="1682" y="4120"/>
                      <a:pt x="1823" y="3971"/>
                    </a:cubicBezTo>
                    <a:cubicBezTo>
                      <a:pt x="1889" y="3896"/>
                      <a:pt x="1964" y="3822"/>
                      <a:pt x="2038" y="3756"/>
                    </a:cubicBezTo>
                    <a:cubicBezTo>
                      <a:pt x="2055" y="3739"/>
                      <a:pt x="2088" y="3706"/>
                      <a:pt x="2113" y="3689"/>
                    </a:cubicBezTo>
                    <a:cubicBezTo>
                      <a:pt x="2196" y="3606"/>
                      <a:pt x="2279" y="3540"/>
                      <a:pt x="2370" y="3474"/>
                    </a:cubicBezTo>
                    <a:cubicBezTo>
                      <a:pt x="2494" y="3383"/>
                      <a:pt x="2627" y="3308"/>
                      <a:pt x="2759" y="3234"/>
                    </a:cubicBezTo>
                    <a:cubicBezTo>
                      <a:pt x="2826" y="3200"/>
                      <a:pt x="2892" y="3167"/>
                      <a:pt x="2958" y="3134"/>
                    </a:cubicBezTo>
                    <a:cubicBezTo>
                      <a:pt x="2975" y="3134"/>
                      <a:pt x="2991" y="3126"/>
                      <a:pt x="3008" y="3118"/>
                    </a:cubicBezTo>
                    <a:cubicBezTo>
                      <a:pt x="3008" y="3109"/>
                      <a:pt x="3008" y="3109"/>
                      <a:pt x="3000" y="3101"/>
                    </a:cubicBezTo>
                    <a:cubicBezTo>
                      <a:pt x="2983" y="3026"/>
                      <a:pt x="2966" y="2944"/>
                      <a:pt x="2950" y="2869"/>
                    </a:cubicBezTo>
                    <a:cubicBezTo>
                      <a:pt x="2950" y="2927"/>
                      <a:pt x="2950" y="2977"/>
                      <a:pt x="2950" y="3035"/>
                    </a:cubicBezTo>
                    <a:cubicBezTo>
                      <a:pt x="2950" y="3064"/>
                      <a:pt x="2927" y="3078"/>
                      <a:pt x="2903" y="3078"/>
                    </a:cubicBezTo>
                    <a:cubicBezTo>
                      <a:pt x="2879" y="3078"/>
                      <a:pt x="2855" y="3064"/>
                      <a:pt x="2850" y="3035"/>
                    </a:cubicBezTo>
                    <a:cubicBezTo>
                      <a:pt x="2826" y="2811"/>
                      <a:pt x="2776" y="2587"/>
                      <a:pt x="2710" y="2372"/>
                    </a:cubicBezTo>
                    <a:cubicBezTo>
                      <a:pt x="2685" y="2314"/>
                      <a:pt x="2668" y="2264"/>
                      <a:pt x="2643" y="2206"/>
                    </a:cubicBezTo>
                    <a:cubicBezTo>
                      <a:pt x="2627" y="2181"/>
                      <a:pt x="2610" y="2157"/>
                      <a:pt x="2585" y="2132"/>
                    </a:cubicBezTo>
                    <a:lnTo>
                      <a:pt x="2585" y="2132"/>
                    </a:lnTo>
                    <a:cubicBezTo>
                      <a:pt x="2618" y="2264"/>
                      <a:pt x="2643" y="2397"/>
                      <a:pt x="2652" y="2538"/>
                    </a:cubicBezTo>
                    <a:cubicBezTo>
                      <a:pt x="2656" y="2579"/>
                      <a:pt x="2625" y="2603"/>
                      <a:pt x="2594" y="2603"/>
                    </a:cubicBezTo>
                    <a:cubicBezTo>
                      <a:pt x="2568" y="2603"/>
                      <a:pt x="2543" y="2587"/>
                      <a:pt x="2536" y="2554"/>
                    </a:cubicBezTo>
                    <a:cubicBezTo>
                      <a:pt x="2519" y="2455"/>
                      <a:pt x="2494" y="2364"/>
                      <a:pt x="2469" y="2264"/>
                    </a:cubicBezTo>
                    <a:cubicBezTo>
                      <a:pt x="2462" y="2278"/>
                      <a:pt x="2448" y="2285"/>
                      <a:pt x="2434" y="2285"/>
                    </a:cubicBezTo>
                    <a:cubicBezTo>
                      <a:pt x="2414" y="2285"/>
                      <a:pt x="2395" y="2272"/>
                      <a:pt x="2395" y="2248"/>
                    </a:cubicBezTo>
                    <a:cubicBezTo>
                      <a:pt x="2353" y="1949"/>
                      <a:pt x="2212" y="1668"/>
                      <a:pt x="2014" y="1444"/>
                    </a:cubicBezTo>
                    <a:cubicBezTo>
                      <a:pt x="1947" y="1353"/>
                      <a:pt x="1864" y="1278"/>
                      <a:pt x="1782" y="1204"/>
                    </a:cubicBezTo>
                    <a:cubicBezTo>
                      <a:pt x="1475" y="955"/>
                      <a:pt x="1218" y="649"/>
                      <a:pt x="937" y="375"/>
                    </a:cubicBezTo>
                    <a:cubicBezTo>
                      <a:pt x="829" y="276"/>
                      <a:pt x="705" y="168"/>
                      <a:pt x="580" y="102"/>
                    </a:cubicBezTo>
                    <a:cubicBezTo>
                      <a:pt x="493" y="55"/>
                      <a:pt x="378" y="1"/>
                      <a:pt x="2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0" name="Google Shape;5670;p17"/>
              <p:cNvSpPr/>
              <p:nvPr/>
            </p:nvSpPr>
            <p:spPr>
              <a:xfrm>
                <a:off x="2792525" y="4115425"/>
                <a:ext cx="14525" cy="16250"/>
              </a:xfrm>
              <a:custGeom>
                <a:rect b="b" l="l" r="r" t="t"/>
                <a:pathLst>
                  <a:path extrusionOk="0" h="650" w="581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92"/>
                      <a:pt x="75" y="175"/>
                      <a:pt x="117" y="266"/>
                    </a:cubicBezTo>
                    <a:cubicBezTo>
                      <a:pt x="158" y="365"/>
                      <a:pt x="191" y="481"/>
                      <a:pt x="266" y="564"/>
                    </a:cubicBezTo>
                    <a:cubicBezTo>
                      <a:pt x="308" y="617"/>
                      <a:pt x="366" y="649"/>
                      <a:pt x="427" y="649"/>
                    </a:cubicBezTo>
                    <a:cubicBezTo>
                      <a:pt x="462" y="649"/>
                      <a:pt x="497" y="638"/>
                      <a:pt x="531" y="614"/>
                    </a:cubicBezTo>
                    <a:cubicBezTo>
                      <a:pt x="556" y="597"/>
                      <a:pt x="572" y="572"/>
                      <a:pt x="581" y="548"/>
                    </a:cubicBezTo>
                    <a:cubicBezTo>
                      <a:pt x="572" y="506"/>
                      <a:pt x="556" y="456"/>
                      <a:pt x="548" y="415"/>
                    </a:cubicBezTo>
                    <a:cubicBezTo>
                      <a:pt x="514" y="415"/>
                      <a:pt x="481" y="398"/>
                      <a:pt x="456" y="365"/>
                    </a:cubicBezTo>
                    <a:lnTo>
                      <a:pt x="456" y="357"/>
                    </a:lnTo>
                    <a:cubicBezTo>
                      <a:pt x="448" y="332"/>
                      <a:pt x="432" y="299"/>
                      <a:pt x="415" y="266"/>
                    </a:cubicBezTo>
                    <a:cubicBezTo>
                      <a:pt x="407" y="249"/>
                      <a:pt x="390" y="216"/>
                      <a:pt x="382" y="191"/>
                    </a:cubicBezTo>
                    <a:cubicBezTo>
                      <a:pt x="357" y="175"/>
                      <a:pt x="324" y="158"/>
                      <a:pt x="291" y="142"/>
                    </a:cubicBezTo>
                    <a:cubicBezTo>
                      <a:pt x="233" y="125"/>
                      <a:pt x="175" y="100"/>
                      <a:pt x="117" y="67"/>
                    </a:cubicBezTo>
                    <a:cubicBezTo>
                      <a:pt x="84" y="42"/>
                      <a:pt x="42" y="26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1" name="Google Shape;5671;p17"/>
              <p:cNvSpPr/>
              <p:nvPr/>
            </p:nvSpPr>
            <p:spPr>
              <a:xfrm>
                <a:off x="2784650" y="4095350"/>
                <a:ext cx="25500" cy="5825"/>
              </a:xfrm>
              <a:custGeom>
                <a:rect b="b" l="l" r="r" t="t"/>
                <a:pathLst>
                  <a:path extrusionOk="0" h="233" w="1020">
                    <a:moveTo>
                      <a:pt x="979" y="0"/>
                    </a:moveTo>
                    <a:cubicBezTo>
                      <a:pt x="937" y="0"/>
                      <a:pt x="887" y="0"/>
                      <a:pt x="846" y="8"/>
                    </a:cubicBezTo>
                    <a:cubicBezTo>
                      <a:pt x="755" y="8"/>
                      <a:pt x="664" y="25"/>
                      <a:pt x="581" y="41"/>
                    </a:cubicBezTo>
                    <a:cubicBezTo>
                      <a:pt x="390" y="75"/>
                      <a:pt x="200" y="133"/>
                      <a:pt x="26" y="207"/>
                    </a:cubicBezTo>
                    <a:cubicBezTo>
                      <a:pt x="17" y="215"/>
                      <a:pt x="9" y="215"/>
                      <a:pt x="1" y="215"/>
                    </a:cubicBezTo>
                    <a:lnTo>
                      <a:pt x="9" y="232"/>
                    </a:lnTo>
                    <a:cubicBezTo>
                      <a:pt x="200" y="199"/>
                      <a:pt x="382" y="166"/>
                      <a:pt x="573" y="133"/>
                    </a:cubicBezTo>
                    <a:cubicBezTo>
                      <a:pt x="689" y="116"/>
                      <a:pt x="796" y="99"/>
                      <a:pt x="912" y="83"/>
                    </a:cubicBezTo>
                    <a:cubicBezTo>
                      <a:pt x="912" y="75"/>
                      <a:pt x="921" y="66"/>
                      <a:pt x="929" y="66"/>
                    </a:cubicBezTo>
                    <a:cubicBezTo>
                      <a:pt x="954" y="41"/>
                      <a:pt x="987" y="17"/>
                      <a:pt x="10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2" name="Google Shape;5672;p17"/>
              <p:cNvSpPr/>
              <p:nvPr/>
            </p:nvSpPr>
            <p:spPr>
              <a:xfrm>
                <a:off x="2908725" y="4725875"/>
                <a:ext cx="51825" cy="52075"/>
              </a:xfrm>
              <a:custGeom>
                <a:rect b="b" l="l" r="r" t="t"/>
                <a:pathLst>
                  <a:path extrusionOk="0" h="2083" w="2073">
                    <a:moveTo>
                      <a:pt x="191" y="0"/>
                    </a:moveTo>
                    <a:lnTo>
                      <a:pt x="175" y="17"/>
                    </a:lnTo>
                    <a:cubicBezTo>
                      <a:pt x="117" y="66"/>
                      <a:pt x="59" y="116"/>
                      <a:pt x="1" y="157"/>
                    </a:cubicBezTo>
                    <a:cubicBezTo>
                      <a:pt x="1" y="191"/>
                      <a:pt x="9" y="224"/>
                      <a:pt x="17" y="257"/>
                    </a:cubicBezTo>
                    <a:cubicBezTo>
                      <a:pt x="34" y="389"/>
                      <a:pt x="59" y="514"/>
                      <a:pt x="75" y="646"/>
                    </a:cubicBezTo>
                    <a:cubicBezTo>
                      <a:pt x="92" y="771"/>
                      <a:pt x="125" y="903"/>
                      <a:pt x="109" y="1027"/>
                    </a:cubicBezTo>
                    <a:cubicBezTo>
                      <a:pt x="109" y="1052"/>
                      <a:pt x="100" y="1061"/>
                      <a:pt x="84" y="1069"/>
                    </a:cubicBezTo>
                    <a:cubicBezTo>
                      <a:pt x="150" y="1293"/>
                      <a:pt x="233" y="1516"/>
                      <a:pt x="307" y="1732"/>
                    </a:cubicBezTo>
                    <a:cubicBezTo>
                      <a:pt x="324" y="1781"/>
                      <a:pt x="349" y="1831"/>
                      <a:pt x="365" y="1881"/>
                    </a:cubicBezTo>
                    <a:cubicBezTo>
                      <a:pt x="374" y="1880"/>
                      <a:pt x="382" y="1880"/>
                      <a:pt x="390" y="1880"/>
                    </a:cubicBezTo>
                    <a:cubicBezTo>
                      <a:pt x="492" y="1880"/>
                      <a:pt x="604" y="1924"/>
                      <a:pt x="689" y="1939"/>
                    </a:cubicBezTo>
                    <a:cubicBezTo>
                      <a:pt x="805" y="1964"/>
                      <a:pt x="912" y="1989"/>
                      <a:pt x="1028" y="2013"/>
                    </a:cubicBezTo>
                    <a:cubicBezTo>
                      <a:pt x="1173" y="2043"/>
                      <a:pt x="1334" y="2082"/>
                      <a:pt x="1491" y="2082"/>
                    </a:cubicBezTo>
                    <a:cubicBezTo>
                      <a:pt x="1551" y="2082"/>
                      <a:pt x="1609" y="2077"/>
                      <a:pt x="1666" y="2063"/>
                    </a:cubicBezTo>
                    <a:cubicBezTo>
                      <a:pt x="1807" y="2038"/>
                      <a:pt x="2014" y="1889"/>
                      <a:pt x="1915" y="1723"/>
                    </a:cubicBezTo>
                    <a:cubicBezTo>
                      <a:pt x="1873" y="1641"/>
                      <a:pt x="1741" y="1599"/>
                      <a:pt x="1666" y="1549"/>
                    </a:cubicBezTo>
                    <a:cubicBezTo>
                      <a:pt x="1567" y="1483"/>
                      <a:pt x="1459" y="1409"/>
                      <a:pt x="1360" y="1342"/>
                    </a:cubicBezTo>
                    <a:cubicBezTo>
                      <a:pt x="1297" y="1307"/>
                      <a:pt x="1328" y="1225"/>
                      <a:pt x="1389" y="1225"/>
                    </a:cubicBezTo>
                    <a:cubicBezTo>
                      <a:pt x="1401" y="1225"/>
                      <a:pt x="1413" y="1228"/>
                      <a:pt x="1426" y="1235"/>
                    </a:cubicBezTo>
                    <a:cubicBezTo>
                      <a:pt x="1559" y="1293"/>
                      <a:pt x="1708" y="1342"/>
                      <a:pt x="1840" y="1417"/>
                    </a:cubicBezTo>
                    <a:cubicBezTo>
                      <a:pt x="1915" y="1450"/>
                      <a:pt x="1989" y="1491"/>
                      <a:pt x="2047" y="1549"/>
                    </a:cubicBezTo>
                    <a:cubicBezTo>
                      <a:pt x="2056" y="1525"/>
                      <a:pt x="2064" y="1491"/>
                      <a:pt x="2064" y="1467"/>
                    </a:cubicBezTo>
                    <a:cubicBezTo>
                      <a:pt x="2064" y="1433"/>
                      <a:pt x="2072" y="1392"/>
                      <a:pt x="2072" y="1359"/>
                    </a:cubicBezTo>
                    <a:lnTo>
                      <a:pt x="2072" y="1309"/>
                    </a:lnTo>
                    <a:cubicBezTo>
                      <a:pt x="2072" y="1302"/>
                      <a:pt x="2067" y="1280"/>
                      <a:pt x="2069" y="1280"/>
                    </a:cubicBezTo>
                    <a:lnTo>
                      <a:pt x="2069" y="1280"/>
                    </a:lnTo>
                    <a:cubicBezTo>
                      <a:pt x="2070" y="1280"/>
                      <a:pt x="2071" y="1281"/>
                      <a:pt x="2072" y="1284"/>
                    </a:cubicBezTo>
                    <a:cubicBezTo>
                      <a:pt x="2064" y="1235"/>
                      <a:pt x="2056" y="1193"/>
                      <a:pt x="2022" y="1168"/>
                    </a:cubicBezTo>
                    <a:cubicBezTo>
                      <a:pt x="1989" y="1143"/>
                      <a:pt x="1898" y="1135"/>
                      <a:pt x="1848" y="1127"/>
                    </a:cubicBezTo>
                    <a:cubicBezTo>
                      <a:pt x="1774" y="1110"/>
                      <a:pt x="1708" y="1094"/>
                      <a:pt x="1633" y="1077"/>
                    </a:cubicBezTo>
                    <a:cubicBezTo>
                      <a:pt x="1559" y="1069"/>
                      <a:pt x="1492" y="1061"/>
                      <a:pt x="1418" y="1044"/>
                    </a:cubicBezTo>
                    <a:cubicBezTo>
                      <a:pt x="1351" y="1036"/>
                      <a:pt x="1260" y="1027"/>
                      <a:pt x="1211" y="978"/>
                    </a:cubicBezTo>
                    <a:cubicBezTo>
                      <a:pt x="1194" y="961"/>
                      <a:pt x="1186" y="920"/>
                      <a:pt x="1211" y="903"/>
                    </a:cubicBezTo>
                    <a:cubicBezTo>
                      <a:pt x="1253" y="866"/>
                      <a:pt x="1310" y="856"/>
                      <a:pt x="1367" y="856"/>
                    </a:cubicBezTo>
                    <a:cubicBezTo>
                      <a:pt x="1398" y="856"/>
                      <a:pt x="1430" y="859"/>
                      <a:pt x="1459" y="862"/>
                    </a:cubicBezTo>
                    <a:cubicBezTo>
                      <a:pt x="1550" y="862"/>
                      <a:pt x="1633" y="870"/>
                      <a:pt x="1716" y="878"/>
                    </a:cubicBezTo>
                    <a:cubicBezTo>
                      <a:pt x="1782" y="887"/>
                      <a:pt x="1848" y="903"/>
                      <a:pt x="1923" y="911"/>
                    </a:cubicBezTo>
                    <a:cubicBezTo>
                      <a:pt x="1923" y="895"/>
                      <a:pt x="1915" y="887"/>
                      <a:pt x="1915" y="870"/>
                    </a:cubicBezTo>
                    <a:cubicBezTo>
                      <a:pt x="1906" y="845"/>
                      <a:pt x="1906" y="829"/>
                      <a:pt x="1898" y="812"/>
                    </a:cubicBezTo>
                    <a:cubicBezTo>
                      <a:pt x="1898" y="804"/>
                      <a:pt x="1890" y="795"/>
                      <a:pt x="1890" y="787"/>
                    </a:cubicBezTo>
                    <a:lnTo>
                      <a:pt x="1890" y="779"/>
                    </a:lnTo>
                    <a:lnTo>
                      <a:pt x="1882" y="779"/>
                    </a:lnTo>
                    <a:lnTo>
                      <a:pt x="1873" y="762"/>
                    </a:lnTo>
                    <a:lnTo>
                      <a:pt x="1873" y="754"/>
                    </a:lnTo>
                    <a:lnTo>
                      <a:pt x="1865" y="754"/>
                    </a:lnTo>
                    <a:cubicBezTo>
                      <a:pt x="1857" y="754"/>
                      <a:pt x="1857" y="754"/>
                      <a:pt x="1848" y="746"/>
                    </a:cubicBezTo>
                    <a:lnTo>
                      <a:pt x="1757" y="746"/>
                    </a:lnTo>
                    <a:cubicBezTo>
                      <a:pt x="1737" y="750"/>
                      <a:pt x="1716" y="752"/>
                      <a:pt x="1695" y="752"/>
                    </a:cubicBezTo>
                    <a:cubicBezTo>
                      <a:pt x="1675" y="752"/>
                      <a:pt x="1654" y="750"/>
                      <a:pt x="1633" y="746"/>
                    </a:cubicBezTo>
                    <a:cubicBezTo>
                      <a:pt x="1550" y="746"/>
                      <a:pt x="1467" y="746"/>
                      <a:pt x="1385" y="729"/>
                    </a:cubicBezTo>
                    <a:cubicBezTo>
                      <a:pt x="1351" y="729"/>
                      <a:pt x="1335" y="713"/>
                      <a:pt x="1327" y="688"/>
                    </a:cubicBezTo>
                    <a:lnTo>
                      <a:pt x="1327" y="671"/>
                    </a:lnTo>
                    <a:cubicBezTo>
                      <a:pt x="1269" y="655"/>
                      <a:pt x="1219" y="638"/>
                      <a:pt x="1161" y="630"/>
                    </a:cubicBezTo>
                    <a:cubicBezTo>
                      <a:pt x="1003" y="580"/>
                      <a:pt x="846" y="539"/>
                      <a:pt x="705" y="472"/>
                    </a:cubicBezTo>
                    <a:cubicBezTo>
                      <a:pt x="564" y="423"/>
                      <a:pt x="440" y="348"/>
                      <a:pt x="332" y="240"/>
                    </a:cubicBezTo>
                    <a:cubicBezTo>
                      <a:pt x="274" y="174"/>
                      <a:pt x="216" y="91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3" name="Google Shape;5673;p17"/>
              <p:cNvSpPr/>
              <p:nvPr/>
            </p:nvSpPr>
            <p:spPr>
              <a:xfrm>
                <a:off x="2623100" y="3838550"/>
                <a:ext cx="456550" cy="988225"/>
              </a:xfrm>
              <a:custGeom>
                <a:rect b="b" l="l" r="r" t="t"/>
                <a:pathLst>
                  <a:path extrusionOk="0" h="39529" w="18262">
                    <a:moveTo>
                      <a:pt x="10175" y="3834"/>
                    </a:moveTo>
                    <a:cubicBezTo>
                      <a:pt x="10175" y="3834"/>
                      <a:pt x="10175" y="3834"/>
                      <a:pt x="10175" y="3842"/>
                    </a:cubicBezTo>
                    <a:cubicBezTo>
                      <a:pt x="10176" y="3844"/>
                      <a:pt x="10178" y="3846"/>
                      <a:pt x="10180" y="3847"/>
                    </a:cubicBezTo>
                    <a:lnTo>
                      <a:pt x="10180" y="3847"/>
                    </a:lnTo>
                    <a:cubicBezTo>
                      <a:pt x="10178" y="3843"/>
                      <a:pt x="10176" y="3839"/>
                      <a:pt x="10175" y="3834"/>
                    </a:cubicBezTo>
                    <a:close/>
                    <a:moveTo>
                      <a:pt x="10374" y="3851"/>
                    </a:moveTo>
                    <a:lnTo>
                      <a:pt x="10374" y="3851"/>
                    </a:lnTo>
                    <a:cubicBezTo>
                      <a:pt x="10375" y="3860"/>
                      <a:pt x="10378" y="3870"/>
                      <a:pt x="10380" y="3879"/>
                    </a:cubicBezTo>
                    <a:lnTo>
                      <a:pt x="10380" y="3879"/>
                    </a:lnTo>
                    <a:cubicBezTo>
                      <a:pt x="10378" y="3870"/>
                      <a:pt x="10376" y="3860"/>
                      <a:pt x="10374" y="3851"/>
                    </a:cubicBezTo>
                    <a:close/>
                    <a:moveTo>
                      <a:pt x="10705" y="3942"/>
                    </a:moveTo>
                    <a:lnTo>
                      <a:pt x="10705" y="3942"/>
                    </a:lnTo>
                    <a:cubicBezTo>
                      <a:pt x="10706" y="3943"/>
                      <a:pt x="10707" y="3944"/>
                      <a:pt x="10708" y="3945"/>
                    </a:cubicBezTo>
                    <a:lnTo>
                      <a:pt x="10708" y="3945"/>
                    </a:lnTo>
                    <a:cubicBezTo>
                      <a:pt x="10707" y="3944"/>
                      <a:pt x="10706" y="3943"/>
                      <a:pt x="10705" y="3942"/>
                    </a:cubicBezTo>
                    <a:close/>
                    <a:moveTo>
                      <a:pt x="7026" y="15426"/>
                    </a:moveTo>
                    <a:cubicBezTo>
                      <a:pt x="7028" y="15426"/>
                      <a:pt x="7029" y="15427"/>
                      <a:pt x="7031" y="15428"/>
                    </a:cubicBezTo>
                    <a:lnTo>
                      <a:pt x="7031" y="15428"/>
                    </a:lnTo>
                    <a:cubicBezTo>
                      <a:pt x="7030" y="15427"/>
                      <a:pt x="7028" y="15426"/>
                      <a:pt x="7026" y="15426"/>
                    </a:cubicBezTo>
                    <a:close/>
                    <a:moveTo>
                      <a:pt x="18129" y="21536"/>
                    </a:moveTo>
                    <a:cubicBezTo>
                      <a:pt x="18129" y="21537"/>
                      <a:pt x="18129" y="21539"/>
                      <a:pt x="18129" y="21540"/>
                    </a:cubicBezTo>
                    <a:cubicBezTo>
                      <a:pt x="18129" y="21539"/>
                      <a:pt x="18129" y="21537"/>
                      <a:pt x="18129" y="21536"/>
                    </a:cubicBezTo>
                    <a:close/>
                    <a:moveTo>
                      <a:pt x="17756" y="22442"/>
                    </a:moveTo>
                    <a:cubicBezTo>
                      <a:pt x="17756" y="22442"/>
                      <a:pt x="17756" y="22443"/>
                      <a:pt x="17756" y="22443"/>
                    </a:cubicBezTo>
                    <a:cubicBezTo>
                      <a:pt x="17756" y="22443"/>
                      <a:pt x="17756" y="22442"/>
                      <a:pt x="17756" y="22442"/>
                    </a:cubicBezTo>
                    <a:close/>
                    <a:moveTo>
                      <a:pt x="13070" y="1"/>
                    </a:moveTo>
                    <a:cubicBezTo>
                      <a:pt x="13046" y="1"/>
                      <a:pt x="13020" y="5"/>
                      <a:pt x="12992" y="15"/>
                    </a:cubicBezTo>
                    <a:cubicBezTo>
                      <a:pt x="12876" y="56"/>
                      <a:pt x="12793" y="180"/>
                      <a:pt x="12718" y="280"/>
                    </a:cubicBezTo>
                    <a:cubicBezTo>
                      <a:pt x="12544" y="520"/>
                      <a:pt x="12362" y="769"/>
                      <a:pt x="12155" y="984"/>
                    </a:cubicBezTo>
                    <a:cubicBezTo>
                      <a:pt x="12147" y="988"/>
                      <a:pt x="12138" y="990"/>
                      <a:pt x="12130" y="990"/>
                    </a:cubicBezTo>
                    <a:cubicBezTo>
                      <a:pt x="12122" y="990"/>
                      <a:pt x="12114" y="988"/>
                      <a:pt x="12105" y="984"/>
                    </a:cubicBezTo>
                    <a:cubicBezTo>
                      <a:pt x="12031" y="1100"/>
                      <a:pt x="11964" y="1216"/>
                      <a:pt x="11906" y="1340"/>
                    </a:cubicBezTo>
                    <a:cubicBezTo>
                      <a:pt x="11708" y="1755"/>
                      <a:pt x="11567" y="2177"/>
                      <a:pt x="11500" y="2633"/>
                    </a:cubicBezTo>
                    <a:cubicBezTo>
                      <a:pt x="11476" y="2857"/>
                      <a:pt x="11459" y="3080"/>
                      <a:pt x="11459" y="3312"/>
                    </a:cubicBezTo>
                    <a:cubicBezTo>
                      <a:pt x="11467" y="3536"/>
                      <a:pt x="11509" y="3760"/>
                      <a:pt x="11509" y="3983"/>
                    </a:cubicBezTo>
                    <a:cubicBezTo>
                      <a:pt x="11509" y="4016"/>
                      <a:pt x="11484" y="4033"/>
                      <a:pt x="11459" y="4041"/>
                    </a:cubicBezTo>
                    <a:cubicBezTo>
                      <a:pt x="11453" y="4063"/>
                      <a:pt x="11430" y="4078"/>
                      <a:pt x="11407" y="4078"/>
                    </a:cubicBezTo>
                    <a:cubicBezTo>
                      <a:pt x="11395" y="4078"/>
                      <a:pt x="11384" y="4074"/>
                      <a:pt x="11376" y="4066"/>
                    </a:cubicBezTo>
                    <a:cubicBezTo>
                      <a:pt x="11376" y="4066"/>
                      <a:pt x="11376" y="4074"/>
                      <a:pt x="11376" y="4074"/>
                    </a:cubicBezTo>
                    <a:cubicBezTo>
                      <a:pt x="11370" y="4093"/>
                      <a:pt x="11354" y="4102"/>
                      <a:pt x="11337" y="4102"/>
                    </a:cubicBezTo>
                    <a:cubicBezTo>
                      <a:pt x="11310" y="4102"/>
                      <a:pt x="11280" y="4080"/>
                      <a:pt x="11285" y="4050"/>
                    </a:cubicBezTo>
                    <a:cubicBezTo>
                      <a:pt x="11285" y="4016"/>
                      <a:pt x="11293" y="3983"/>
                      <a:pt x="11293" y="3950"/>
                    </a:cubicBezTo>
                    <a:cubicBezTo>
                      <a:pt x="11277" y="3934"/>
                      <a:pt x="11268" y="3909"/>
                      <a:pt x="11252" y="3884"/>
                    </a:cubicBezTo>
                    <a:lnTo>
                      <a:pt x="11252" y="3884"/>
                    </a:lnTo>
                    <a:cubicBezTo>
                      <a:pt x="11260" y="3925"/>
                      <a:pt x="11260" y="3967"/>
                      <a:pt x="11260" y="4008"/>
                    </a:cubicBezTo>
                    <a:cubicBezTo>
                      <a:pt x="11260" y="4037"/>
                      <a:pt x="11237" y="4052"/>
                      <a:pt x="11215" y="4052"/>
                    </a:cubicBezTo>
                    <a:cubicBezTo>
                      <a:pt x="11192" y="4052"/>
                      <a:pt x="11169" y="4037"/>
                      <a:pt x="11169" y="4008"/>
                    </a:cubicBezTo>
                    <a:cubicBezTo>
                      <a:pt x="11161" y="4000"/>
                      <a:pt x="11161" y="3992"/>
                      <a:pt x="11161" y="3975"/>
                    </a:cubicBezTo>
                    <a:cubicBezTo>
                      <a:pt x="11154" y="3978"/>
                      <a:pt x="11146" y="3981"/>
                      <a:pt x="11137" y="3981"/>
                    </a:cubicBezTo>
                    <a:cubicBezTo>
                      <a:pt x="11125" y="3981"/>
                      <a:pt x="11112" y="3976"/>
                      <a:pt x="11103" y="3967"/>
                    </a:cubicBezTo>
                    <a:cubicBezTo>
                      <a:pt x="11094" y="3950"/>
                      <a:pt x="11078" y="3934"/>
                      <a:pt x="11070" y="3917"/>
                    </a:cubicBezTo>
                    <a:cubicBezTo>
                      <a:pt x="11061" y="3917"/>
                      <a:pt x="11061" y="3925"/>
                      <a:pt x="11061" y="3925"/>
                    </a:cubicBezTo>
                    <a:cubicBezTo>
                      <a:pt x="11061" y="3967"/>
                      <a:pt x="11053" y="4016"/>
                      <a:pt x="11053" y="4058"/>
                    </a:cubicBezTo>
                    <a:cubicBezTo>
                      <a:pt x="11053" y="4087"/>
                      <a:pt x="11028" y="4101"/>
                      <a:pt x="11003" y="4101"/>
                    </a:cubicBezTo>
                    <a:cubicBezTo>
                      <a:pt x="10978" y="4101"/>
                      <a:pt x="10954" y="4087"/>
                      <a:pt x="10954" y="4058"/>
                    </a:cubicBezTo>
                    <a:lnTo>
                      <a:pt x="10954" y="4050"/>
                    </a:lnTo>
                    <a:cubicBezTo>
                      <a:pt x="10920" y="4041"/>
                      <a:pt x="10896" y="4008"/>
                      <a:pt x="10904" y="3983"/>
                    </a:cubicBezTo>
                    <a:cubicBezTo>
                      <a:pt x="10904" y="3917"/>
                      <a:pt x="10920" y="3859"/>
                      <a:pt x="10937" y="3793"/>
                    </a:cubicBezTo>
                    <a:lnTo>
                      <a:pt x="10929" y="3793"/>
                    </a:lnTo>
                    <a:cubicBezTo>
                      <a:pt x="10920" y="3784"/>
                      <a:pt x="10912" y="3776"/>
                      <a:pt x="10904" y="3776"/>
                    </a:cubicBezTo>
                    <a:lnTo>
                      <a:pt x="10896" y="3776"/>
                    </a:lnTo>
                    <a:cubicBezTo>
                      <a:pt x="10892" y="3783"/>
                      <a:pt x="10886" y="3785"/>
                      <a:pt x="10878" y="3785"/>
                    </a:cubicBezTo>
                    <a:cubicBezTo>
                      <a:pt x="10866" y="3785"/>
                      <a:pt x="10851" y="3778"/>
                      <a:pt x="10846" y="3768"/>
                    </a:cubicBezTo>
                    <a:cubicBezTo>
                      <a:pt x="10846" y="3768"/>
                      <a:pt x="10838" y="3760"/>
                      <a:pt x="10838" y="3760"/>
                    </a:cubicBezTo>
                    <a:lnTo>
                      <a:pt x="10838" y="3768"/>
                    </a:lnTo>
                    <a:cubicBezTo>
                      <a:pt x="10838" y="3776"/>
                      <a:pt x="10829" y="3784"/>
                      <a:pt x="10829" y="3801"/>
                    </a:cubicBezTo>
                    <a:lnTo>
                      <a:pt x="10829" y="3809"/>
                    </a:lnTo>
                    <a:cubicBezTo>
                      <a:pt x="10829" y="3826"/>
                      <a:pt x="10838" y="3834"/>
                      <a:pt x="10838" y="3842"/>
                    </a:cubicBezTo>
                    <a:lnTo>
                      <a:pt x="10838" y="3859"/>
                    </a:lnTo>
                    <a:cubicBezTo>
                      <a:pt x="10846" y="3867"/>
                      <a:pt x="10846" y="3876"/>
                      <a:pt x="10846" y="3892"/>
                    </a:cubicBezTo>
                    <a:cubicBezTo>
                      <a:pt x="10854" y="3900"/>
                      <a:pt x="10854" y="3900"/>
                      <a:pt x="10854" y="3909"/>
                    </a:cubicBezTo>
                    <a:cubicBezTo>
                      <a:pt x="10871" y="3942"/>
                      <a:pt x="10887" y="3975"/>
                      <a:pt x="10896" y="4000"/>
                    </a:cubicBezTo>
                    <a:cubicBezTo>
                      <a:pt x="10912" y="4033"/>
                      <a:pt x="10896" y="4066"/>
                      <a:pt x="10871" y="4083"/>
                    </a:cubicBezTo>
                    <a:cubicBezTo>
                      <a:pt x="10862" y="4089"/>
                      <a:pt x="10851" y="4091"/>
                      <a:pt x="10840" y="4091"/>
                    </a:cubicBezTo>
                    <a:cubicBezTo>
                      <a:pt x="10820" y="4091"/>
                      <a:pt x="10799" y="4082"/>
                      <a:pt x="10788" y="4066"/>
                    </a:cubicBezTo>
                    <a:cubicBezTo>
                      <a:pt x="10764" y="4026"/>
                      <a:pt x="10740" y="3986"/>
                      <a:pt x="10708" y="3945"/>
                    </a:cubicBezTo>
                    <a:lnTo>
                      <a:pt x="10708" y="3945"/>
                    </a:lnTo>
                    <a:cubicBezTo>
                      <a:pt x="10713" y="3954"/>
                      <a:pt x="10714" y="3968"/>
                      <a:pt x="10722" y="3975"/>
                    </a:cubicBezTo>
                    <a:cubicBezTo>
                      <a:pt x="10727" y="4010"/>
                      <a:pt x="10692" y="4033"/>
                      <a:pt x="10661" y="4033"/>
                    </a:cubicBezTo>
                    <a:cubicBezTo>
                      <a:pt x="10640" y="4033"/>
                      <a:pt x="10620" y="4023"/>
                      <a:pt x="10614" y="4000"/>
                    </a:cubicBezTo>
                    <a:cubicBezTo>
                      <a:pt x="10597" y="3942"/>
                      <a:pt x="10564" y="3884"/>
                      <a:pt x="10539" y="3826"/>
                    </a:cubicBezTo>
                    <a:cubicBezTo>
                      <a:pt x="10539" y="3834"/>
                      <a:pt x="10539" y="3842"/>
                      <a:pt x="10539" y="3851"/>
                    </a:cubicBezTo>
                    <a:cubicBezTo>
                      <a:pt x="10556" y="3917"/>
                      <a:pt x="10572" y="3983"/>
                      <a:pt x="10589" y="4041"/>
                    </a:cubicBezTo>
                    <a:cubicBezTo>
                      <a:pt x="10599" y="4082"/>
                      <a:pt x="10562" y="4111"/>
                      <a:pt x="10528" y="4111"/>
                    </a:cubicBezTo>
                    <a:cubicBezTo>
                      <a:pt x="10507" y="4111"/>
                      <a:pt x="10488" y="4100"/>
                      <a:pt x="10481" y="4074"/>
                    </a:cubicBezTo>
                    <a:cubicBezTo>
                      <a:pt x="10473" y="4058"/>
                      <a:pt x="10465" y="4033"/>
                      <a:pt x="10465" y="4016"/>
                    </a:cubicBezTo>
                    <a:cubicBezTo>
                      <a:pt x="10459" y="4018"/>
                      <a:pt x="10453" y="4019"/>
                      <a:pt x="10446" y="4019"/>
                    </a:cubicBezTo>
                    <a:cubicBezTo>
                      <a:pt x="10426" y="4019"/>
                      <a:pt x="10407" y="4009"/>
                      <a:pt x="10407" y="3983"/>
                    </a:cubicBezTo>
                    <a:cubicBezTo>
                      <a:pt x="10400" y="3951"/>
                      <a:pt x="10389" y="3914"/>
                      <a:pt x="10380" y="3879"/>
                    </a:cubicBezTo>
                    <a:lnTo>
                      <a:pt x="10380" y="3879"/>
                    </a:lnTo>
                    <a:cubicBezTo>
                      <a:pt x="10393" y="3938"/>
                      <a:pt x="10400" y="4002"/>
                      <a:pt x="10407" y="4066"/>
                    </a:cubicBezTo>
                    <a:cubicBezTo>
                      <a:pt x="10411" y="4111"/>
                      <a:pt x="10382" y="4134"/>
                      <a:pt x="10351" y="4134"/>
                    </a:cubicBezTo>
                    <a:cubicBezTo>
                      <a:pt x="10325" y="4134"/>
                      <a:pt x="10298" y="4117"/>
                      <a:pt x="10291" y="4083"/>
                    </a:cubicBezTo>
                    <a:cubicBezTo>
                      <a:pt x="10274" y="4008"/>
                      <a:pt x="10258" y="3934"/>
                      <a:pt x="10241" y="3859"/>
                    </a:cubicBezTo>
                    <a:cubicBezTo>
                      <a:pt x="10234" y="3861"/>
                      <a:pt x="10228" y="3862"/>
                      <a:pt x="10221" y="3862"/>
                    </a:cubicBezTo>
                    <a:cubicBezTo>
                      <a:pt x="10206" y="3862"/>
                      <a:pt x="10191" y="3857"/>
                      <a:pt x="10180" y="3847"/>
                    </a:cubicBezTo>
                    <a:lnTo>
                      <a:pt x="10180" y="3847"/>
                    </a:lnTo>
                    <a:cubicBezTo>
                      <a:pt x="10195" y="3884"/>
                      <a:pt x="10209" y="3921"/>
                      <a:pt x="10216" y="3958"/>
                    </a:cubicBezTo>
                    <a:cubicBezTo>
                      <a:pt x="10224" y="4000"/>
                      <a:pt x="10191" y="4033"/>
                      <a:pt x="10158" y="4033"/>
                    </a:cubicBezTo>
                    <a:cubicBezTo>
                      <a:pt x="10153" y="4035"/>
                      <a:pt x="10148" y="4036"/>
                      <a:pt x="10144" y="4036"/>
                    </a:cubicBezTo>
                    <a:cubicBezTo>
                      <a:pt x="10132" y="4036"/>
                      <a:pt x="10120" y="4031"/>
                      <a:pt x="10108" y="4025"/>
                    </a:cubicBezTo>
                    <a:cubicBezTo>
                      <a:pt x="10092" y="4016"/>
                      <a:pt x="10092" y="4000"/>
                      <a:pt x="10084" y="3983"/>
                    </a:cubicBezTo>
                    <a:cubicBezTo>
                      <a:pt x="10084" y="3983"/>
                      <a:pt x="10084" y="3975"/>
                      <a:pt x="10084" y="3975"/>
                    </a:cubicBezTo>
                    <a:lnTo>
                      <a:pt x="10075" y="3958"/>
                    </a:lnTo>
                    <a:cubicBezTo>
                      <a:pt x="10075" y="3942"/>
                      <a:pt x="10067" y="3934"/>
                      <a:pt x="10059" y="3925"/>
                    </a:cubicBezTo>
                    <a:cubicBezTo>
                      <a:pt x="10059" y="3909"/>
                      <a:pt x="10050" y="3900"/>
                      <a:pt x="10042" y="3892"/>
                    </a:cubicBezTo>
                    <a:lnTo>
                      <a:pt x="10042" y="3876"/>
                    </a:lnTo>
                    <a:lnTo>
                      <a:pt x="10034" y="3867"/>
                    </a:lnTo>
                    <a:cubicBezTo>
                      <a:pt x="10026" y="3859"/>
                      <a:pt x="10026" y="3851"/>
                      <a:pt x="10017" y="3842"/>
                    </a:cubicBezTo>
                    <a:cubicBezTo>
                      <a:pt x="10017" y="3842"/>
                      <a:pt x="10017" y="3851"/>
                      <a:pt x="10017" y="3851"/>
                    </a:cubicBezTo>
                    <a:cubicBezTo>
                      <a:pt x="10001" y="3925"/>
                      <a:pt x="9976" y="4000"/>
                      <a:pt x="9943" y="4066"/>
                    </a:cubicBezTo>
                    <a:cubicBezTo>
                      <a:pt x="9934" y="4091"/>
                      <a:pt x="9926" y="4116"/>
                      <a:pt x="9918" y="4149"/>
                    </a:cubicBezTo>
                    <a:cubicBezTo>
                      <a:pt x="9914" y="4171"/>
                      <a:pt x="9899" y="4180"/>
                      <a:pt x="9881" y="4180"/>
                    </a:cubicBezTo>
                    <a:cubicBezTo>
                      <a:pt x="9860" y="4180"/>
                      <a:pt x="9836" y="4167"/>
                      <a:pt x="9827" y="4149"/>
                    </a:cubicBezTo>
                    <a:cubicBezTo>
                      <a:pt x="9810" y="4157"/>
                      <a:pt x="9802" y="4166"/>
                      <a:pt x="9785" y="4166"/>
                    </a:cubicBezTo>
                    <a:lnTo>
                      <a:pt x="9777" y="4166"/>
                    </a:lnTo>
                    <a:lnTo>
                      <a:pt x="9777" y="4182"/>
                    </a:lnTo>
                    <a:cubicBezTo>
                      <a:pt x="9777" y="4190"/>
                      <a:pt x="9785" y="4207"/>
                      <a:pt x="9777" y="4224"/>
                    </a:cubicBezTo>
                    <a:cubicBezTo>
                      <a:pt x="9769" y="4248"/>
                      <a:pt x="9760" y="4265"/>
                      <a:pt x="9736" y="4290"/>
                    </a:cubicBezTo>
                    <a:cubicBezTo>
                      <a:pt x="9736" y="4298"/>
                      <a:pt x="9727" y="4306"/>
                      <a:pt x="9719" y="4323"/>
                    </a:cubicBezTo>
                    <a:cubicBezTo>
                      <a:pt x="9714" y="4339"/>
                      <a:pt x="9702" y="4345"/>
                      <a:pt x="9690" y="4345"/>
                    </a:cubicBezTo>
                    <a:cubicBezTo>
                      <a:pt x="9683" y="4345"/>
                      <a:pt x="9675" y="4343"/>
                      <a:pt x="9669" y="4340"/>
                    </a:cubicBezTo>
                    <a:cubicBezTo>
                      <a:pt x="9653" y="4340"/>
                      <a:pt x="9644" y="4348"/>
                      <a:pt x="9636" y="4348"/>
                    </a:cubicBezTo>
                    <a:cubicBezTo>
                      <a:pt x="9578" y="4389"/>
                      <a:pt x="9520" y="4422"/>
                      <a:pt x="9454" y="4456"/>
                    </a:cubicBezTo>
                    <a:cubicBezTo>
                      <a:pt x="9338" y="4522"/>
                      <a:pt x="9214" y="4596"/>
                      <a:pt x="9098" y="4671"/>
                    </a:cubicBezTo>
                    <a:cubicBezTo>
                      <a:pt x="8998" y="4729"/>
                      <a:pt x="8899" y="4795"/>
                      <a:pt x="8808" y="4862"/>
                    </a:cubicBezTo>
                    <a:cubicBezTo>
                      <a:pt x="8783" y="4886"/>
                      <a:pt x="8766" y="4903"/>
                      <a:pt x="8741" y="4928"/>
                    </a:cubicBezTo>
                    <a:cubicBezTo>
                      <a:pt x="8675" y="4994"/>
                      <a:pt x="8609" y="5060"/>
                      <a:pt x="8542" y="5135"/>
                    </a:cubicBezTo>
                    <a:cubicBezTo>
                      <a:pt x="8418" y="5284"/>
                      <a:pt x="8302" y="5433"/>
                      <a:pt x="8203" y="5599"/>
                    </a:cubicBezTo>
                    <a:cubicBezTo>
                      <a:pt x="8054" y="5831"/>
                      <a:pt x="7929" y="6088"/>
                      <a:pt x="7847" y="6353"/>
                    </a:cubicBezTo>
                    <a:cubicBezTo>
                      <a:pt x="7896" y="6295"/>
                      <a:pt x="7946" y="6237"/>
                      <a:pt x="8012" y="6187"/>
                    </a:cubicBezTo>
                    <a:cubicBezTo>
                      <a:pt x="8021" y="6178"/>
                      <a:pt x="8032" y="6174"/>
                      <a:pt x="8042" y="6174"/>
                    </a:cubicBezTo>
                    <a:cubicBezTo>
                      <a:pt x="8078" y="6174"/>
                      <a:pt x="8113" y="6221"/>
                      <a:pt x="8087" y="6254"/>
                    </a:cubicBezTo>
                    <a:cubicBezTo>
                      <a:pt x="7996" y="6353"/>
                      <a:pt x="7921" y="6469"/>
                      <a:pt x="7863" y="6593"/>
                    </a:cubicBezTo>
                    <a:cubicBezTo>
                      <a:pt x="7921" y="6626"/>
                      <a:pt x="7987" y="6668"/>
                      <a:pt x="8045" y="6709"/>
                    </a:cubicBezTo>
                    <a:lnTo>
                      <a:pt x="8054" y="6718"/>
                    </a:lnTo>
                    <a:cubicBezTo>
                      <a:pt x="8054" y="6701"/>
                      <a:pt x="8062" y="6684"/>
                      <a:pt x="8078" y="6676"/>
                    </a:cubicBezTo>
                    <a:cubicBezTo>
                      <a:pt x="8087" y="6660"/>
                      <a:pt x="8103" y="6651"/>
                      <a:pt x="8128" y="6643"/>
                    </a:cubicBezTo>
                    <a:cubicBezTo>
                      <a:pt x="8145" y="6639"/>
                      <a:pt x="8161" y="6637"/>
                      <a:pt x="8178" y="6637"/>
                    </a:cubicBezTo>
                    <a:cubicBezTo>
                      <a:pt x="8194" y="6637"/>
                      <a:pt x="8211" y="6639"/>
                      <a:pt x="8228" y="6643"/>
                    </a:cubicBezTo>
                    <a:cubicBezTo>
                      <a:pt x="8302" y="6660"/>
                      <a:pt x="8352" y="6701"/>
                      <a:pt x="8402" y="6751"/>
                    </a:cubicBezTo>
                    <a:cubicBezTo>
                      <a:pt x="8443" y="6784"/>
                      <a:pt x="8468" y="6817"/>
                      <a:pt x="8501" y="6850"/>
                    </a:cubicBezTo>
                    <a:cubicBezTo>
                      <a:pt x="8493" y="6817"/>
                      <a:pt x="8493" y="6784"/>
                      <a:pt x="8484" y="6751"/>
                    </a:cubicBezTo>
                    <a:cubicBezTo>
                      <a:pt x="8484" y="6726"/>
                      <a:pt x="8501" y="6701"/>
                      <a:pt x="8534" y="6693"/>
                    </a:cubicBezTo>
                    <a:cubicBezTo>
                      <a:pt x="8559" y="6693"/>
                      <a:pt x="8592" y="6709"/>
                      <a:pt x="8592" y="6742"/>
                    </a:cubicBezTo>
                    <a:cubicBezTo>
                      <a:pt x="8600" y="6800"/>
                      <a:pt x="8617" y="6867"/>
                      <a:pt x="8625" y="6925"/>
                    </a:cubicBezTo>
                    <a:cubicBezTo>
                      <a:pt x="8625" y="6950"/>
                      <a:pt x="8634" y="6983"/>
                      <a:pt x="8642" y="7016"/>
                    </a:cubicBezTo>
                    <a:cubicBezTo>
                      <a:pt x="8642" y="7049"/>
                      <a:pt x="8642" y="7090"/>
                      <a:pt x="8617" y="7115"/>
                    </a:cubicBezTo>
                    <a:cubicBezTo>
                      <a:pt x="8612" y="7129"/>
                      <a:pt x="8603" y="7135"/>
                      <a:pt x="8592" y="7135"/>
                    </a:cubicBezTo>
                    <a:cubicBezTo>
                      <a:pt x="8584" y="7135"/>
                      <a:pt x="8575" y="7131"/>
                      <a:pt x="8567" y="7124"/>
                    </a:cubicBezTo>
                    <a:lnTo>
                      <a:pt x="8567" y="7132"/>
                    </a:lnTo>
                    <a:cubicBezTo>
                      <a:pt x="8555" y="7157"/>
                      <a:pt x="8526" y="7169"/>
                      <a:pt x="8498" y="7169"/>
                    </a:cubicBezTo>
                    <a:cubicBezTo>
                      <a:pt x="8470" y="7169"/>
                      <a:pt x="8443" y="7157"/>
                      <a:pt x="8435" y="7132"/>
                    </a:cubicBezTo>
                    <a:cubicBezTo>
                      <a:pt x="8426" y="7107"/>
                      <a:pt x="8418" y="7082"/>
                      <a:pt x="8410" y="7066"/>
                    </a:cubicBezTo>
                    <a:cubicBezTo>
                      <a:pt x="8402" y="7049"/>
                      <a:pt x="8402" y="7041"/>
                      <a:pt x="8393" y="7032"/>
                    </a:cubicBezTo>
                    <a:lnTo>
                      <a:pt x="8385" y="7016"/>
                    </a:lnTo>
                    <a:lnTo>
                      <a:pt x="8385" y="7008"/>
                    </a:lnTo>
                    <a:cubicBezTo>
                      <a:pt x="8352" y="6966"/>
                      <a:pt x="8327" y="6925"/>
                      <a:pt x="8294" y="6892"/>
                    </a:cubicBezTo>
                    <a:lnTo>
                      <a:pt x="8269" y="6867"/>
                    </a:lnTo>
                    <a:lnTo>
                      <a:pt x="8261" y="6858"/>
                    </a:lnTo>
                    <a:lnTo>
                      <a:pt x="8252" y="6850"/>
                    </a:lnTo>
                    <a:cubicBezTo>
                      <a:pt x="8236" y="6834"/>
                      <a:pt x="8219" y="6817"/>
                      <a:pt x="8194" y="6809"/>
                    </a:cubicBezTo>
                    <a:lnTo>
                      <a:pt x="8186" y="6800"/>
                    </a:lnTo>
                    <a:lnTo>
                      <a:pt x="8178" y="6800"/>
                    </a:lnTo>
                    <a:lnTo>
                      <a:pt x="8161" y="6792"/>
                    </a:lnTo>
                    <a:lnTo>
                      <a:pt x="8136" y="6792"/>
                    </a:lnTo>
                    <a:cubicBezTo>
                      <a:pt x="8153" y="6800"/>
                      <a:pt x="8170" y="6817"/>
                      <a:pt x="8186" y="6834"/>
                    </a:cubicBezTo>
                    <a:cubicBezTo>
                      <a:pt x="8236" y="6883"/>
                      <a:pt x="8286" y="6933"/>
                      <a:pt x="8294" y="6999"/>
                    </a:cubicBezTo>
                    <a:cubicBezTo>
                      <a:pt x="8301" y="7043"/>
                      <a:pt x="8264" y="7067"/>
                      <a:pt x="8233" y="7067"/>
                    </a:cubicBezTo>
                    <a:cubicBezTo>
                      <a:pt x="8228" y="7067"/>
                      <a:pt x="8224" y="7067"/>
                      <a:pt x="8219" y="7066"/>
                    </a:cubicBezTo>
                    <a:cubicBezTo>
                      <a:pt x="8186" y="7057"/>
                      <a:pt x="8153" y="7032"/>
                      <a:pt x="8136" y="7016"/>
                    </a:cubicBezTo>
                    <a:cubicBezTo>
                      <a:pt x="8120" y="6999"/>
                      <a:pt x="8103" y="6991"/>
                      <a:pt x="8095" y="6974"/>
                    </a:cubicBezTo>
                    <a:lnTo>
                      <a:pt x="8070" y="6950"/>
                    </a:lnTo>
                    <a:cubicBezTo>
                      <a:pt x="8029" y="6916"/>
                      <a:pt x="7987" y="6875"/>
                      <a:pt x="7946" y="6842"/>
                    </a:cubicBezTo>
                    <a:cubicBezTo>
                      <a:pt x="7896" y="6800"/>
                      <a:pt x="7855" y="6767"/>
                      <a:pt x="7805" y="6734"/>
                    </a:cubicBezTo>
                    <a:cubicBezTo>
                      <a:pt x="7797" y="6751"/>
                      <a:pt x="7797" y="6767"/>
                      <a:pt x="7789" y="6784"/>
                    </a:cubicBezTo>
                    <a:cubicBezTo>
                      <a:pt x="7797" y="6784"/>
                      <a:pt x="7813" y="6792"/>
                      <a:pt x="7822" y="6792"/>
                    </a:cubicBezTo>
                    <a:cubicBezTo>
                      <a:pt x="7905" y="6834"/>
                      <a:pt x="7962" y="6900"/>
                      <a:pt x="7996" y="6983"/>
                    </a:cubicBezTo>
                    <a:cubicBezTo>
                      <a:pt x="8008" y="7001"/>
                      <a:pt x="7994" y="7014"/>
                      <a:pt x="7979" y="7014"/>
                    </a:cubicBezTo>
                    <a:cubicBezTo>
                      <a:pt x="7973" y="7014"/>
                      <a:pt x="7967" y="7012"/>
                      <a:pt x="7962" y="7008"/>
                    </a:cubicBezTo>
                    <a:cubicBezTo>
                      <a:pt x="7929" y="6991"/>
                      <a:pt x="7905" y="6966"/>
                      <a:pt x="7871" y="6950"/>
                    </a:cubicBezTo>
                    <a:cubicBezTo>
                      <a:pt x="7847" y="6925"/>
                      <a:pt x="7813" y="6908"/>
                      <a:pt x="7789" y="6892"/>
                    </a:cubicBezTo>
                    <a:cubicBezTo>
                      <a:pt x="7780" y="6892"/>
                      <a:pt x="7772" y="6883"/>
                      <a:pt x="7764" y="6883"/>
                    </a:cubicBezTo>
                    <a:cubicBezTo>
                      <a:pt x="7755" y="6908"/>
                      <a:pt x="7747" y="6941"/>
                      <a:pt x="7747" y="6966"/>
                    </a:cubicBezTo>
                    <a:cubicBezTo>
                      <a:pt x="7731" y="7099"/>
                      <a:pt x="7731" y="7231"/>
                      <a:pt x="7731" y="7364"/>
                    </a:cubicBezTo>
                    <a:lnTo>
                      <a:pt x="7739" y="7356"/>
                    </a:lnTo>
                    <a:cubicBezTo>
                      <a:pt x="7745" y="7339"/>
                      <a:pt x="7758" y="7332"/>
                      <a:pt x="7771" y="7332"/>
                    </a:cubicBezTo>
                    <a:cubicBezTo>
                      <a:pt x="7792" y="7332"/>
                      <a:pt x="7813" y="7350"/>
                      <a:pt x="7813" y="7380"/>
                    </a:cubicBezTo>
                    <a:cubicBezTo>
                      <a:pt x="7797" y="7604"/>
                      <a:pt x="7813" y="7836"/>
                      <a:pt x="7822" y="8068"/>
                    </a:cubicBezTo>
                    <a:cubicBezTo>
                      <a:pt x="7830" y="8184"/>
                      <a:pt x="7830" y="8292"/>
                      <a:pt x="7822" y="8408"/>
                    </a:cubicBezTo>
                    <a:cubicBezTo>
                      <a:pt x="7822" y="8424"/>
                      <a:pt x="7822" y="8441"/>
                      <a:pt x="7813" y="8458"/>
                    </a:cubicBezTo>
                    <a:cubicBezTo>
                      <a:pt x="7838" y="8441"/>
                      <a:pt x="7855" y="8416"/>
                      <a:pt x="7880" y="8400"/>
                    </a:cubicBezTo>
                    <a:cubicBezTo>
                      <a:pt x="7888" y="8393"/>
                      <a:pt x="7897" y="8390"/>
                      <a:pt x="7906" y="8390"/>
                    </a:cubicBezTo>
                    <a:cubicBezTo>
                      <a:pt x="7941" y="8390"/>
                      <a:pt x="7972" y="8435"/>
                      <a:pt x="7946" y="8474"/>
                    </a:cubicBezTo>
                    <a:cubicBezTo>
                      <a:pt x="7896" y="8540"/>
                      <a:pt x="7838" y="8607"/>
                      <a:pt x="7780" y="8665"/>
                    </a:cubicBezTo>
                    <a:cubicBezTo>
                      <a:pt x="7772" y="8698"/>
                      <a:pt x="7755" y="8723"/>
                      <a:pt x="7739" y="8739"/>
                    </a:cubicBezTo>
                    <a:cubicBezTo>
                      <a:pt x="7731" y="8764"/>
                      <a:pt x="7706" y="8772"/>
                      <a:pt x="7681" y="8772"/>
                    </a:cubicBezTo>
                    <a:cubicBezTo>
                      <a:pt x="7482" y="8988"/>
                      <a:pt x="7267" y="9187"/>
                      <a:pt x="7068" y="9410"/>
                    </a:cubicBezTo>
                    <a:cubicBezTo>
                      <a:pt x="6935" y="9543"/>
                      <a:pt x="6811" y="9684"/>
                      <a:pt x="6703" y="9833"/>
                    </a:cubicBezTo>
                    <a:cubicBezTo>
                      <a:pt x="6637" y="9916"/>
                      <a:pt x="6587" y="9999"/>
                      <a:pt x="6537" y="10090"/>
                    </a:cubicBezTo>
                    <a:cubicBezTo>
                      <a:pt x="6504" y="10139"/>
                      <a:pt x="6471" y="10197"/>
                      <a:pt x="6446" y="10247"/>
                    </a:cubicBezTo>
                    <a:cubicBezTo>
                      <a:pt x="6670" y="10164"/>
                      <a:pt x="6910" y="10115"/>
                      <a:pt x="7159" y="10106"/>
                    </a:cubicBezTo>
                    <a:cubicBezTo>
                      <a:pt x="7210" y="10103"/>
                      <a:pt x="7263" y="10101"/>
                      <a:pt x="7317" y="10101"/>
                    </a:cubicBezTo>
                    <a:cubicBezTo>
                      <a:pt x="7393" y="10101"/>
                      <a:pt x="7471" y="10105"/>
                      <a:pt x="7548" y="10115"/>
                    </a:cubicBezTo>
                    <a:cubicBezTo>
                      <a:pt x="7581" y="10115"/>
                      <a:pt x="7623" y="10123"/>
                      <a:pt x="7656" y="10139"/>
                    </a:cubicBezTo>
                    <a:cubicBezTo>
                      <a:pt x="7747" y="10098"/>
                      <a:pt x="7838" y="10057"/>
                      <a:pt x="7938" y="10023"/>
                    </a:cubicBezTo>
                    <a:cubicBezTo>
                      <a:pt x="7947" y="10020"/>
                      <a:pt x="7957" y="10018"/>
                      <a:pt x="7967" y="10018"/>
                    </a:cubicBezTo>
                    <a:cubicBezTo>
                      <a:pt x="8026" y="10018"/>
                      <a:pt x="8082" y="10076"/>
                      <a:pt x="8054" y="10139"/>
                    </a:cubicBezTo>
                    <a:cubicBezTo>
                      <a:pt x="7971" y="10338"/>
                      <a:pt x="7863" y="10537"/>
                      <a:pt x="7747" y="10719"/>
                    </a:cubicBezTo>
                    <a:cubicBezTo>
                      <a:pt x="7697" y="10811"/>
                      <a:pt x="7631" y="10902"/>
                      <a:pt x="7565" y="10985"/>
                    </a:cubicBezTo>
                    <a:lnTo>
                      <a:pt x="7557" y="10993"/>
                    </a:lnTo>
                    <a:cubicBezTo>
                      <a:pt x="7515" y="11067"/>
                      <a:pt x="7465" y="11125"/>
                      <a:pt x="7407" y="11175"/>
                    </a:cubicBezTo>
                    <a:cubicBezTo>
                      <a:pt x="7391" y="11192"/>
                      <a:pt x="7383" y="11217"/>
                      <a:pt x="7383" y="11241"/>
                    </a:cubicBezTo>
                    <a:cubicBezTo>
                      <a:pt x="7383" y="11266"/>
                      <a:pt x="7374" y="11283"/>
                      <a:pt x="7366" y="11299"/>
                    </a:cubicBezTo>
                    <a:cubicBezTo>
                      <a:pt x="7374" y="11316"/>
                      <a:pt x="7374" y="11324"/>
                      <a:pt x="7383" y="11341"/>
                    </a:cubicBezTo>
                    <a:cubicBezTo>
                      <a:pt x="7474" y="11407"/>
                      <a:pt x="7515" y="11523"/>
                      <a:pt x="7499" y="11631"/>
                    </a:cubicBezTo>
                    <a:cubicBezTo>
                      <a:pt x="7540" y="11689"/>
                      <a:pt x="7631" y="11697"/>
                      <a:pt x="7697" y="11705"/>
                    </a:cubicBezTo>
                    <a:cubicBezTo>
                      <a:pt x="7799" y="11721"/>
                      <a:pt x="7901" y="11731"/>
                      <a:pt x="8000" y="11731"/>
                    </a:cubicBezTo>
                    <a:cubicBezTo>
                      <a:pt x="8055" y="11731"/>
                      <a:pt x="8109" y="11728"/>
                      <a:pt x="8161" y="11722"/>
                    </a:cubicBezTo>
                    <a:cubicBezTo>
                      <a:pt x="8443" y="11697"/>
                      <a:pt x="8725" y="11639"/>
                      <a:pt x="8990" y="11573"/>
                    </a:cubicBezTo>
                    <a:cubicBezTo>
                      <a:pt x="9131" y="11531"/>
                      <a:pt x="9238" y="11449"/>
                      <a:pt x="9379" y="11407"/>
                    </a:cubicBezTo>
                    <a:cubicBezTo>
                      <a:pt x="9417" y="11388"/>
                      <a:pt x="9459" y="11379"/>
                      <a:pt x="9498" y="11379"/>
                    </a:cubicBezTo>
                    <a:cubicBezTo>
                      <a:pt x="9511" y="11379"/>
                      <a:pt x="9524" y="11380"/>
                      <a:pt x="9537" y="11382"/>
                    </a:cubicBezTo>
                    <a:cubicBezTo>
                      <a:pt x="9564" y="11389"/>
                      <a:pt x="9590" y="11401"/>
                      <a:pt x="9617" y="11401"/>
                    </a:cubicBezTo>
                    <a:cubicBezTo>
                      <a:pt x="9624" y="11401"/>
                      <a:pt x="9630" y="11400"/>
                      <a:pt x="9636" y="11399"/>
                    </a:cubicBezTo>
                    <a:cubicBezTo>
                      <a:pt x="9678" y="11399"/>
                      <a:pt x="9678" y="11382"/>
                      <a:pt x="9711" y="11349"/>
                    </a:cubicBezTo>
                    <a:cubicBezTo>
                      <a:pt x="9779" y="11284"/>
                      <a:pt x="9858" y="11262"/>
                      <a:pt x="9940" y="11262"/>
                    </a:cubicBezTo>
                    <a:cubicBezTo>
                      <a:pt x="10086" y="11262"/>
                      <a:pt x="10244" y="11330"/>
                      <a:pt x="10382" y="11341"/>
                    </a:cubicBezTo>
                    <a:cubicBezTo>
                      <a:pt x="10401" y="11342"/>
                      <a:pt x="10421" y="11343"/>
                      <a:pt x="10440" y="11343"/>
                    </a:cubicBezTo>
                    <a:cubicBezTo>
                      <a:pt x="10650" y="11343"/>
                      <a:pt x="10842" y="11261"/>
                      <a:pt x="10987" y="11109"/>
                    </a:cubicBezTo>
                    <a:cubicBezTo>
                      <a:pt x="10995" y="11101"/>
                      <a:pt x="11003" y="11092"/>
                      <a:pt x="11020" y="11092"/>
                    </a:cubicBezTo>
                    <a:lnTo>
                      <a:pt x="11028" y="11076"/>
                    </a:lnTo>
                    <a:cubicBezTo>
                      <a:pt x="11045" y="11051"/>
                      <a:pt x="11070" y="11018"/>
                      <a:pt x="11094" y="10993"/>
                    </a:cubicBezTo>
                    <a:cubicBezTo>
                      <a:pt x="11111" y="10976"/>
                      <a:pt x="11128" y="10960"/>
                      <a:pt x="11144" y="10951"/>
                    </a:cubicBezTo>
                    <a:cubicBezTo>
                      <a:pt x="11161" y="10927"/>
                      <a:pt x="11177" y="10918"/>
                      <a:pt x="11202" y="10910"/>
                    </a:cubicBezTo>
                    <a:cubicBezTo>
                      <a:pt x="11128" y="10877"/>
                      <a:pt x="11053" y="10852"/>
                      <a:pt x="10978" y="10835"/>
                    </a:cubicBezTo>
                    <a:cubicBezTo>
                      <a:pt x="10954" y="10827"/>
                      <a:pt x="10929" y="10802"/>
                      <a:pt x="10937" y="10769"/>
                    </a:cubicBezTo>
                    <a:cubicBezTo>
                      <a:pt x="10937" y="10748"/>
                      <a:pt x="10962" y="10726"/>
                      <a:pt x="10985" y="10726"/>
                    </a:cubicBezTo>
                    <a:cubicBezTo>
                      <a:pt x="10988" y="10726"/>
                      <a:pt x="10992" y="10727"/>
                      <a:pt x="10995" y="10728"/>
                    </a:cubicBezTo>
                    <a:cubicBezTo>
                      <a:pt x="11094" y="10728"/>
                      <a:pt x="11186" y="10744"/>
                      <a:pt x="11285" y="10777"/>
                    </a:cubicBezTo>
                    <a:cubicBezTo>
                      <a:pt x="11368" y="10811"/>
                      <a:pt x="11442" y="10869"/>
                      <a:pt x="11484" y="10951"/>
                    </a:cubicBezTo>
                    <a:cubicBezTo>
                      <a:pt x="11509" y="11001"/>
                      <a:pt x="11517" y="11067"/>
                      <a:pt x="11476" y="11109"/>
                    </a:cubicBezTo>
                    <a:cubicBezTo>
                      <a:pt x="11460" y="11121"/>
                      <a:pt x="11444" y="11126"/>
                      <a:pt x="11428" y="11126"/>
                    </a:cubicBezTo>
                    <a:cubicBezTo>
                      <a:pt x="11401" y="11126"/>
                      <a:pt x="11375" y="11110"/>
                      <a:pt x="11360" y="11084"/>
                    </a:cubicBezTo>
                    <a:cubicBezTo>
                      <a:pt x="11351" y="11067"/>
                      <a:pt x="11351" y="11059"/>
                      <a:pt x="11343" y="11043"/>
                    </a:cubicBezTo>
                    <a:lnTo>
                      <a:pt x="11343" y="11034"/>
                    </a:lnTo>
                    <a:lnTo>
                      <a:pt x="11343" y="11026"/>
                    </a:lnTo>
                    <a:cubicBezTo>
                      <a:pt x="11335" y="11018"/>
                      <a:pt x="11335" y="11009"/>
                      <a:pt x="11326" y="11001"/>
                    </a:cubicBezTo>
                    <a:lnTo>
                      <a:pt x="11318" y="10993"/>
                    </a:lnTo>
                    <a:lnTo>
                      <a:pt x="11302" y="10976"/>
                    </a:lnTo>
                    <a:lnTo>
                      <a:pt x="11302" y="10976"/>
                    </a:lnTo>
                    <a:cubicBezTo>
                      <a:pt x="11302" y="10985"/>
                      <a:pt x="11310" y="10993"/>
                      <a:pt x="11302" y="11001"/>
                    </a:cubicBezTo>
                    <a:cubicBezTo>
                      <a:pt x="11302" y="11026"/>
                      <a:pt x="11285" y="11043"/>
                      <a:pt x="11268" y="11067"/>
                    </a:cubicBezTo>
                    <a:cubicBezTo>
                      <a:pt x="11260" y="11067"/>
                      <a:pt x="11252" y="11076"/>
                      <a:pt x="11252" y="11084"/>
                    </a:cubicBezTo>
                    <a:cubicBezTo>
                      <a:pt x="11235" y="11092"/>
                      <a:pt x="11227" y="11109"/>
                      <a:pt x="11210" y="11117"/>
                    </a:cubicBezTo>
                    <a:cubicBezTo>
                      <a:pt x="11186" y="11142"/>
                      <a:pt x="11161" y="11159"/>
                      <a:pt x="11136" y="11183"/>
                    </a:cubicBezTo>
                    <a:cubicBezTo>
                      <a:pt x="11128" y="11200"/>
                      <a:pt x="11119" y="11208"/>
                      <a:pt x="11103" y="11217"/>
                    </a:cubicBezTo>
                    <a:lnTo>
                      <a:pt x="11094" y="11233"/>
                    </a:lnTo>
                    <a:cubicBezTo>
                      <a:pt x="11086" y="11241"/>
                      <a:pt x="11078" y="11250"/>
                      <a:pt x="11070" y="11258"/>
                    </a:cubicBezTo>
                    <a:lnTo>
                      <a:pt x="11061" y="11266"/>
                    </a:lnTo>
                    <a:lnTo>
                      <a:pt x="11053" y="11275"/>
                    </a:lnTo>
                    <a:lnTo>
                      <a:pt x="11045" y="11275"/>
                    </a:lnTo>
                    <a:lnTo>
                      <a:pt x="11028" y="11291"/>
                    </a:lnTo>
                    <a:cubicBezTo>
                      <a:pt x="10890" y="11443"/>
                      <a:pt x="10683" y="11520"/>
                      <a:pt x="10472" y="11520"/>
                    </a:cubicBezTo>
                    <a:cubicBezTo>
                      <a:pt x="10442" y="11520"/>
                      <a:pt x="10412" y="11518"/>
                      <a:pt x="10382" y="11515"/>
                    </a:cubicBezTo>
                    <a:cubicBezTo>
                      <a:pt x="10249" y="11507"/>
                      <a:pt x="10125" y="11449"/>
                      <a:pt x="9992" y="11415"/>
                    </a:cubicBezTo>
                    <a:cubicBezTo>
                      <a:pt x="9961" y="11410"/>
                      <a:pt x="9932" y="11406"/>
                      <a:pt x="9905" y="11406"/>
                    </a:cubicBezTo>
                    <a:cubicBezTo>
                      <a:pt x="9855" y="11406"/>
                      <a:pt x="9812" y="11419"/>
                      <a:pt x="9769" y="11457"/>
                    </a:cubicBezTo>
                    <a:cubicBezTo>
                      <a:pt x="9732" y="11486"/>
                      <a:pt x="9701" y="11516"/>
                      <a:pt x="9654" y="11516"/>
                    </a:cubicBezTo>
                    <a:cubicBezTo>
                      <a:pt x="9648" y="11516"/>
                      <a:pt x="9642" y="11516"/>
                      <a:pt x="9636" y="11515"/>
                    </a:cubicBezTo>
                    <a:cubicBezTo>
                      <a:pt x="9603" y="11515"/>
                      <a:pt x="9570" y="11498"/>
                      <a:pt x="9537" y="11490"/>
                    </a:cubicBezTo>
                    <a:cubicBezTo>
                      <a:pt x="9521" y="11484"/>
                      <a:pt x="9504" y="11481"/>
                      <a:pt x="9487" y="11481"/>
                    </a:cubicBezTo>
                    <a:cubicBezTo>
                      <a:pt x="9459" y="11481"/>
                      <a:pt x="9430" y="11488"/>
                      <a:pt x="9404" y="11498"/>
                    </a:cubicBezTo>
                    <a:cubicBezTo>
                      <a:pt x="9338" y="11515"/>
                      <a:pt x="9280" y="11556"/>
                      <a:pt x="9214" y="11598"/>
                    </a:cubicBezTo>
                    <a:cubicBezTo>
                      <a:pt x="9081" y="11672"/>
                      <a:pt x="8940" y="11714"/>
                      <a:pt x="8791" y="11755"/>
                    </a:cubicBezTo>
                    <a:cubicBezTo>
                      <a:pt x="8504" y="11833"/>
                      <a:pt x="8217" y="11888"/>
                      <a:pt x="7923" y="11888"/>
                    </a:cubicBezTo>
                    <a:cubicBezTo>
                      <a:pt x="7903" y="11888"/>
                      <a:pt x="7883" y="11888"/>
                      <a:pt x="7863" y="11888"/>
                    </a:cubicBezTo>
                    <a:cubicBezTo>
                      <a:pt x="7739" y="11879"/>
                      <a:pt x="7565" y="11863"/>
                      <a:pt x="7457" y="11788"/>
                    </a:cubicBezTo>
                    <a:cubicBezTo>
                      <a:pt x="7449" y="11788"/>
                      <a:pt x="7441" y="11780"/>
                      <a:pt x="7432" y="11772"/>
                    </a:cubicBezTo>
                    <a:lnTo>
                      <a:pt x="7432" y="11780"/>
                    </a:lnTo>
                    <a:cubicBezTo>
                      <a:pt x="7532" y="12029"/>
                      <a:pt x="7822" y="12136"/>
                      <a:pt x="8078" y="12169"/>
                    </a:cubicBezTo>
                    <a:cubicBezTo>
                      <a:pt x="8240" y="12186"/>
                      <a:pt x="8402" y="12194"/>
                      <a:pt x="8562" y="12194"/>
                    </a:cubicBezTo>
                    <a:cubicBezTo>
                      <a:pt x="8723" y="12194"/>
                      <a:pt x="8882" y="12186"/>
                      <a:pt x="9040" y="12169"/>
                    </a:cubicBezTo>
                    <a:cubicBezTo>
                      <a:pt x="9363" y="12145"/>
                      <a:pt x="9678" y="12078"/>
                      <a:pt x="9992" y="12004"/>
                    </a:cubicBezTo>
                    <a:cubicBezTo>
                      <a:pt x="10274" y="11929"/>
                      <a:pt x="10564" y="11813"/>
                      <a:pt x="10862" y="11813"/>
                    </a:cubicBezTo>
                    <a:cubicBezTo>
                      <a:pt x="10887" y="11797"/>
                      <a:pt x="10920" y="11788"/>
                      <a:pt x="10954" y="11780"/>
                    </a:cubicBezTo>
                    <a:cubicBezTo>
                      <a:pt x="10995" y="11770"/>
                      <a:pt x="11032" y="11763"/>
                      <a:pt x="11071" y="11763"/>
                    </a:cubicBezTo>
                    <a:cubicBezTo>
                      <a:pt x="11095" y="11763"/>
                      <a:pt x="11119" y="11765"/>
                      <a:pt x="11144" y="11772"/>
                    </a:cubicBezTo>
                    <a:cubicBezTo>
                      <a:pt x="11210" y="11780"/>
                      <a:pt x="11277" y="11805"/>
                      <a:pt x="11335" y="11830"/>
                    </a:cubicBezTo>
                    <a:cubicBezTo>
                      <a:pt x="11384" y="11846"/>
                      <a:pt x="11451" y="11879"/>
                      <a:pt x="11467" y="11937"/>
                    </a:cubicBezTo>
                    <a:cubicBezTo>
                      <a:pt x="11467" y="11954"/>
                      <a:pt x="11451" y="11971"/>
                      <a:pt x="11434" y="11971"/>
                    </a:cubicBezTo>
                    <a:cubicBezTo>
                      <a:pt x="11409" y="11971"/>
                      <a:pt x="11384" y="11962"/>
                      <a:pt x="11360" y="11954"/>
                    </a:cubicBezTo>
                    <a:cubicBezTo>
                      <a:pt x="11335" y="11946"/>
                      <a:pt x="11310" y="11937"/>
                      <a:pt x="11285" y="11929"/>
                    </a:cubicBezTo>
                    <a:cubicBezTo>
                      <a:pt x="11235" y="11913"/>
                      <a:pt x="11186" y="11888"/>
                      <a:pt x="11128" y="11879"/>
                    </a:cubicBezTo>
                    <a:cubicBezTo>
                      <a:pt x="11107" y="11872"/>
                      <a:pt x="11086" y="11870"/>
                      <a:pt x="11064" y="11870"/>
                    </a:cubicBezTo>
                    <a:cubicBezTo>
                      <a:pt x="11034" y="11870"/>
                      <a:pt x="11004" y="11875"/>
                      <a:pt x="10970" y="11879"/>
                    </a:cubicBezTo>
                    <a:cubicBezTo>
                      <a:pt x="10970" y="11888"/>
                      <a:pt x="10962" y="11888"/>
                      <a:pt x="10954" y="11896"/>
                    </a:cubicBezTo>
                    <a:cubicBezTo>
                      <a:pt x="10813" y="11937"/>
                      <a:pt x="10655" y="11971"/>
                      <a:pt x="10506" y="12004"/>
                    </a:cubicBezTo>
                    <a:cubicBezTo>
                      <a:pt x="10349" y="12045"/>
                      <a:pt x="10191" y="12095"/>
                      <a:pt x="10034" y="12145"/>
                    </a:cubicBezTo>
                    <a:cubicBezTo>
                      <a:pt x="9992" y="12153"/>
                      <a:pt x="9951" y="12169"/>
                      <a:pt x="9901" y="12178"/>
                    </a:cubicBezTo>
                    <a:cubicBezTo>
                      <a:pt x="9694" y="12236"/>
                      <a:pt x="9479" y="12277"/>
                      <a:pt x="9255" y="12310"/>
                    </a:cubicBezTo>
                    <a:cubicBezTo>
                      <a:pt x="9052" y="12336"/>
                      <a:pt x="8845" y="12346"/>
                      <a:pt x="8640" y="12346"/>
                    </a:cubicBezTo>
                    <a:cubicBezTo>
                      <a:pt x="8577" y="12346"/>
                      <a:pt x="8514" y="12345"/>
                      <a:pt x="8451" y="12343"/>
                    </a:cubicBezTo>
                    <a:lnTo>
                      <a:pt x="8451" y="12343"/>
                    </a:lnTo>
                    <a:cubicBezTo>
                      <a:pt x="8468" y="12352"/>
                      <a:pt x="8476" y="12352"/>
                      <a:pt x="8484" y="12368"/>
                    </a:cubicBezTo>
                    <a:cubicBezTo>
                      <a:pt x="8534" y="12459"/>
                      <a:pt x="8534" y="12584"/>
                      <a:pt x="8526" y="12691"/>
                    </a:cubicBezTo>
                    <a:cubicBezTo>
                      <a:pt x="8526" y="12708"/>
                      <a:pt x="8526" y="12725"/>
                      <a:pt x="8518" y="12741"/>
                    </a:cubicBezTo>
                    <a:cubicBezTo>
                      <a:pt x="8518" y="12783"/>
                      <a:pt x="8509" y="12816"/>
                      <a:pt x="8493" y="12849"/>
                    </a:cubicBezTo>
                    <a:cubicBezTo>
                      <a:pt x="8476" y="12899"/>
                      <a:pt x="8451" y="12957"/>
                      <a:pt x="8410" y="12981"/>
                    </a:cubicBezTo>
                    <a:cubicBezTo>
                      <a:pt x="8401" y="12987"/>
                      <a:pt x="8392" y="12990"/>
                      <a:pt x="8384" y="12990"/>
                    </a:cubicBezTo>
                    <a:cubicBezTo>
                      <a:pt x="8370" y="12990"/>
                      <a:pt x="8357" y="12981"/>
                      <a:pt x="8352" y="12965"/>
                    </a:cubicBezTo>
                    <a:cubicBezTo>
                      <a:pt x="8352" y="12932"/>
                      <a:pt x="8360" y="12907"/>
                      <a:pt x="8368" y="12874"/>
                    </a:cubicBezTo>
                    <a:cubicBezTo>
                      <a:pt x="8368" y="12857"/>
                      <a:pt x="8377" y="12832"/>
                      <a:pt x="8377" y="12816"/>
                    </a:cubicBezTo>
                    <a:cubicBezTo>
                      <a:pt x="8393" y="12766"/>
                      <a:pt x="8402" y="12725"/>
                      <a:pt x="8410" y="12675"/>
                    </a:cubicBezTo>
                    <a:cubicBezTo>
                      <a:pt x="8410" y="12625"/>
                      <a:pt x="8418" y="12575"/>
                      <a:pt x="8410" y="12534"/>
                    </a:cubicBezTo>
                    <a:cubicBezTo>
                      <a:pt x="8410" y="12476"/>
                      <a:pt x="8410" y="12426"/>
                      <a:pt x="8410" y="12377"/>
                    </a:cubicBezTo>
                    <a:cubicBezTo>
                      <a:pt x="8410" y="12360"/>
                      <a:pt x="8418" y="12343"/>
                      <a:pt x="8435" y="12343"/>
                    </a:cubicBezTo>
                    <a:lnTo>
                      <a:pt x="8310" y="12343"/>
                    </a:lnTo>
                    <a:cubicBezTo>
                      <a:pt x="8377" y="12468"/>
                      <a:pt x="8335" y="12633"/>
                      <a:pt x="8294" y="12774"/>
                    </a:cubicBezTo>
                    <a:cubicBezTo>
                      <a:pt x="8261" y="12865"/>
                      <a:pt x="8228" y="12948"/>
                      <a:pt x="8178" y="13031"/>
                    </a:cubicBezTo>
                    <a:cubicBezTo>
                      <a:pt x="8178" y="13039"/>
                      <a:pt x="8170" y="13048"/>
                      <a:pt x="8161" y="13056"/>
                    </a:cubicBezTo>
                    <a:cubicBezTo>
                      <a:pt x="8128" y="13131"/>
                      <a:pt x="8078" y="13205"/>
                      <a:pt x="8012" y="13255"/>
                    </a:cubicBezTo>
                    <a:cubicBezTo>
                      <a:pt x="8008" y="13259"/>
                      <a:pt x="8004" y="13261"/>
                      <a:pt x="8000" y="13261"/>
                    </a:cubicBezTo>
                    <a:cubicBezTo>
                      <a:pt x="7996" y="13261"/>
                      <a:pt x="7991" y="13259"/>
                      <a:pt x="7987" y="13255"/>
                    </a:cubicBezTo>
                    <a:lnTo>
                      <a:pt x="7979" y="13255"/>
                    </a:lnTo>
                    <a:lnTo>
                      <a:pt x="7971" y="13271"/>
                    </a:lnTo>
                    <a:cubicBezTo>
                      <a:pt x="7962" y="13296"/>
                      <a:pt x="7954" y="13321"/>
                      <a:pt x="7946" y="13346"/>
                    </a:cubicBezTo>
                    <a:cubicBezTo>
                      <a:pt x="7929" y="13387"/>
                      <a:pt x="7921" y="13437"/>
                      <a:pt x="7905" y="13479"/>
                    </a:cubicBezTo>
                    <a:cubicBezTo>
                      <a:pt x="7921" y="13487"/>
                      <a:pt x="7938" y="13503"/>
                      <a:pt x="7938" y="13528"/>
                    </a:cubicBezTo>
                    <a:cubicBezTo>
                      <a:pt x="7954" y="13487"/>
                      <a:pt x="7971" y="13445"/>
                      <a:pt x="7987" y="13404"/>
                    </a:cubicBezTo>
                    <a:cubicBezTo>
                      <a:pt x="7993" y="13380"/>
                      <a:pt x="8009" y="13370"/>
                      <a:pt x="8026" y="13370"/>
                    </a:cubicBezTo>
                    <a:cubicBezTo>
                      <a:pt x="8056" y="13370"/>
                      <a:pt x="8089" y="13400"/>
                      <a:pt x="8078" y="13437"/>
                    </a:cubicBezTo>
                    <a:cubicBezTo>
                      <a:pt x="8037" y="13561"/>
                      <a:pt x="8012" y="13694"/>
                      <a:pt x="7987" y="13818"/>
                    </a:cubicBezTo>
                    <a:cubicBezTo>
                      <a:pt x="7987" y="13843"/>
                      <a:pt x="7987" y="13868"/>
                      <a:pt x="7987" y="13893"/>
                    </a:cubicBezTo>
                    <a:cubicBezTo>
                      <a:pt x="7979" y="13934"/>
                      <a:pt x="7979" y="13967"/>
                      <a:pt x="7971" y="14009"/>
                    </a:cubicBezTo>
                    <a:cubicBezTo>
                      <a:pt x="7971" y="14067"/>
                      <a:pt x="7971" y="14141"/>
                      <a:pt x="7954" y="14199"/>
                    </a:cubicBezTo>
                    <a:cubicBezTo>
                      <a:pt x="7950" y="14219"/>
                      <a:pt x="7935" y="14227"/>
                      <a:pt x="7920" y="14227"/>
                    </a:cubicBezTo>
                    <a:cubicBezTo>
                      <a:pt x="7902" y="14227"/>
                      <a:pt x="7884" y="14217"/>
                      <a:pt x="7880" y="14199"/>
                    </a:cubicBezTo>
                    <a:cubicBezTo>
                      <a:pt x="7855" y="14141"/>
                      <a:pt x="7855" y="14067"/>
                      <a:pt x="7855" y="14000"/>
                    </a:cubicBezTo>
                    <a:cubicBezTo>
                      <a:pt x="7855" y="13959"/>
                      <a:pt x="7863" y="13918"/>
                      <a:pt x="7863" y="13884"/>
                    </a:cubicBezTo>
                    <a:cubicBezTo>
                      <a:pt x="7871" y="13851"/>
                      <a:pt x="7871" y="13826"/>
                      <a:pt x="7880" y="13793"/>
                    </a:cubicBezTo>
                    <a:cubicBezTo>
                      <a:pt x="7888" y="13735"/>
                      <a:pt x="7896" y="13686"/>
                      <a:pt x="7913" y="13628"/>
                    </a:cubicBezTo>
                    <a:lnTo>
                      <a:pt x="7913" y="13628"/>
                    </a:lnTo>
                    <a:cubicBezTo>
                      <a:pt x="7888" y="13686"/>
                      <a:pt x="7863" y="13735"/>
                      <a:pt x="7838" y="13793"/>
                    </a:cubicBezTo>
                    <a:cubicBezTo>
                      <a:pt x="7830" y="13818"/>
                      <a:pt x="7822" y="13851"/>
                      <a:pt x="7813" y="13884"/>
                    </a:cubicBezTo>
                    <a:cubicBezTo>
                      <a:pt x="7805" y="13942"/>
                      <a:pt x="7789" y="14000"/>
                      <a:pt x="7755" y="14042"/>
                    </a:cubicBezTo>
                    <a:cubicBezTo>
                      <a:pt x="7752" y="14049"/>
                      <a:pt x="7743" y="14053"/>
                      <a:pt x="7734" y="14053"/>
                    </a:cubicBezTo>
                    <a:cubicBezTo>
                      <a:pt x="7722" y="14053"/>
                      <a:pt x="7710" y="14047"/>
                      <a:pt x="7706" y="14034"/>
                    </a:cubicBezTo>
                    <a:cubicBezTo>
                      <a:pt x="7697" y="14025"/>
                      <a:pt x="7697" y="14017"/>
                      <a:pt x="7697" y="14009"/>
                    </a:cubicBezTo>
                    <a:cubicBezTo>
                      <a:pt x="7615" y="14125"/>
                      <a:pt x="7532" y="14232"/>
                      <a:pt x="7474" y="14357"/>
                    </a:cubicBezTo>
                    <a:cubicBezTo>
                      <a:pt x="7399" y="14506"/>
                      <a:pt x="7358" y="14655"/>
                      <a:pt x="7308" y="14812"/>
                    </a:cubicBezTo>
                    <a:cubicBezTo>
                      <a:pt x="7316" y="14829"/>
                      <a:pt x="7316" y="14846"/>
                      <a:pt x="7308" y="14862"/>
                    </a:cubicBezTo>
                    <a:cubicBezTo>
                      <a:pt x="7300" y="14879"/>
                      <a:pt x="7283" y="14895"/>
                      <a:pt x="7275" y="14912"/>
                    </a:cubicBezTo>
                    <a:cubicBezTo>
                      <a:pt x="7250" y="14995"/>
                      <a:pt x="7225" y="15086"/>
                      <a:pt x="7192" y="15169"/>
                    </a:cubicBezTo>
                    <a:cubicBezTo>
                      <a:pt x="7167" y="15252"/>
                      <a:pt x="7142" y="15343"/>
                      <a:pt x="7084" y="15409"/>
                    </a:cubicBezTo>
                    <a:cubicBezTo>
                      <a:pt x="7072" y="15421"/>
                      <a:pt x="7056" y="15429"/>
                      <a:pt x="7041" y="15429"/>
                    </a:cubicBezTo>
                    <a:cubicBezTo>
                      <a:pt x="7038" y="15429"/>
                      <a:pt x="7034" y="15428"/>
                      <a:pt x="7031" y="15428"/>
                    </a:cubicBezTo>
                    <a:lnTo>
                      <a:pt x="7031" y="15428"/>
                    </a:lnTo>
                    <a:cubicBezTo>
                      <a:pt x="7053" y="15437"/>
                      <a:pt x="7067" y="15461"/>
                      <a:pt x="7051" y="15492"/>
                    </a:cubicBezTo>
                    <a:cubicBezTo>
                      <a:pt x="7001" y="15624"/>
                      <a:pt x="6943" y="15740"/>
                      <a:pt x="6877" y="15865"/>
                    </a:cubicBezTo>
                    <a:cubicBezTo>
                      <a:pt x="6844" y="15956"/>
                      <a:pt x="6819" y="16039"/>
                      <a:pt x="6769" y="16122"/>
                    </a:cubicBezTo>
                    <a:cubicBezTo>
                      <a:pt x="6764" y="16132"/>
                      <a:pt x="6753" y="16139"/>
                      <a:pt x="6741" y="16139"/>
                    </a:cubicBezTo>
                    <a:cubicBezTo>
                      <a:pt x="6734" y="16139"/>
                      <a:pt x="6726" y="16136"/>
                      <a:pt x="6720" y="16130"/>
                    </a:cubicBezTo>
                    <a:cubicBezTo>
                      <a:pt x="6711" y="16138"/>
                      <a:pt x="6711" y="16138"/>
                      <a:pt x="6711" y="16138"/>
                    </a:cubicBezTo>
                    <a:cubicBezTo>
                      <a:pt x="6587" y="16345"/>
                      <a:pt x="6463" y="16552"/>
                      <a:pt x="6355" y="16768"/>
                    </a:cubicBezTo>
                    <a:cubicBezTo>
                      <a:pt x="6289" y="16917"/>
                      <a:pt x="6231" y="17066"/>
                      <a:pt x="6189" y="17224"/>
                    </a:cubicBezTo>
                    <a:cubicBezTo>
                      <a:pt x="6214" y="17224"/>
                      <a:pt x="6247" y="17240"/>
                      <a:pt x="6247" y="17282"/>
                    </a:cubicBezTo>
                    <a:cubicBezTo>
                      <a:pt x="6256" y="17480"/>
                      <a:pt x="6189" y="17663"/>
                      <a:pt x="6073" y="17828"/>
                    </a:cubicBezTo>
                    <a:cubicBezTo>
                      <a:pt x="6065" y="17886"/>
                      <a:pt x="6065" y="17944"/>
                      <a:pt x="6057" y="18002"/>
                    </a:cubicBezTo>
                    <a:cubicBezTo>
                      <a:pt x="6049" y="18052"/>
                      <a:pt x="6049" y="18118"/>
                      <a:pt x="6007" y="18160"/>
                    </a:cubicBezTo>
                    <a:cubicBezTo>
                      <a:pt x="5995" y="18172"/>
                      <a:pt x="5982" y="18178"/>
                      <a:pt x="5970" y="18178"/>
                    </a:cubicBezTo>
                    <a:cubicBezTo>
                      <a:pt x="5957" y="18178"/>
                      <a:pt x="5945" y="18172"/>
                      <a:pt x="5933" y="18160"/>
                    </a:cubicBezTo>
                    <a:cubicBezTo>
                      <a:pt x="5899" y="18135"/>
                      <a:pt x="5891" y="18094"/>
                      <a:pt x="5891" y="18052"/>
                    </a:cubicBezTo>
                    <a:cubicBezTo>
                      <a:pt x="5808" y="18143"/>
                      <a:pt x="5717" y="18226"/>
                      <a:pt x="5651" y="18326"/>
                    </a:cubicBezTo>
                    <a:cubicBezTo>
                      <a:pt x="5527" y="18491"/>
                      <a:pt x="5444" y="18682"/>
                      <a:pt x="5369" y="18881"/>
                    </a:cubicBezTo>
                    <a:cubicBezTo>
                      <a:pt x="5336" y="18972"/>
                      <a:pt x="5311" y="19071"/>
                      <a:pt x="5278" y="19171"/>
                    </a:cubicBezTo>
                    <a:cubicBezTo>
                      <a:pt x="5245" y="19270"/>
                      <a:pt x="5228" y="19378"/>
                      <a:pt x="5170" y="19452"/>
                    </a:cubicBezTo>
                    <a:cubicBezTo>
                      <a:pt x="5158" y="19467"/>
                      <a:pt x="5143" y="19474"/>
                      <a:pt x="5128" y="19474"/>
                    </a:cubicBezTo>
                    <a:cubicBezTo>
                      <a:pt x="5101" y="19474"/>
                      <a:pt x="5073" y="19454"/>
                      <a:pt x="5063" y="19427"/>
                    </a:cubicBezTo>
                    <a:cubicBezTo>
                      <a:pt x="5063" y="19411"/>
                      <a:pt x="5054" y="19394"/>
                      <a:pt x="5054" y="19378"/>
                    </a:cubicBezTo>
                    <a:cubicBezTo>
                      <a:pt x="4889" y="19593"/>
                      <a:pt x="4723" y="19809"/>
                      <a:pt x="4549" y="20024"/>
                    </a:cubicBezTo>
                    <a:cubicBezTo>
                      <a:pt x="4342" y="20281"/>
                      <a:pt x="4135" y="20538"/>
                      <a:pt x="3936" y="20803"/>
                    </a:cubicBezTo>
                    <a:cubicBezTo>
                      <a:pt x="3737" y="21051"/>
                      <a:pt x="3555" y="21300"/>
                      <a:pt x="3422" y="21590"/>
                    </a:cubicBezTo>
                    <a:cubicBezTo>
                      <a:pt x="3289" y="21872"/>
                      <a:pt x="3198" y="22178"/>
                      <a:pt x="3099" y="22477"/>
                    </a:cubicBezTo>
                    <a:cubicBezTo>
                      <a:pt x="3082" y="22518"/>
                      <a:pt x="3066" y="22551"/>
                      <a:pt x="3057" y="22593"/>
                    </a:cubicBezTo>
                    <a:cubicBezTo>
                      <a:pt x="3140" y="22485"/>
                      <a:pt x="3223" y="22377"/>
                      <a:pt x="3314" y="22278"/>
                    </a:cubicBezTo>
                    <a:cubicBezTo>
                      <a:pt x="3323" y="22267"/>
                      <a:pt x="3335" y="22262"/>
                      <a:pt x="3346" y="22262"/>
                    </a:cubicBezTo>
                    <a:cubicBezTo>
                      <a:pt x="3379" y="22262"/>
                      <a:pt x="3413" y="22299"/>
                      <a:pt x="3389" y="22336"/>
                    </a:cubicBezTo>
                    <a:cubicBezTo>
                      <a:pt x="3231" y="22576"/>
                      <a:pt x="3082" y="22825"/>
                      <a:pt x="2941" y="23073"/>
                    </a:cubicBezTo>
                    <a:cubicBezTo>
                      <a:pt x="2693" y="23512"/>
                      <a:pt x="2478" y="23960"/>
                      <a:pt x="2270" y="24424"/>
                    </a:cubicBezTo>
                    <a:cubicBezTo>
                      <a:pt x="2221" y="24531"/>
                      <a:pt x="2163" y="24647"/>
                      <a:pt x="2113" y="24755"/>
                    </a:cubicBezTo>
                    <a:lnTo>
                      <a:pt x="2295" y="24473"/>
                    </a:lnTo>
                    <a:cubicBezTo>
                      <a:pt x="2303" y="24459"/>
                      <a:pt x="2314" y="24453"/>
                      <a:pt x="2327" y="24453"/>
                    </a:cubicBezTo>
                    <a:cubicBezTo>
                      <a:pt x="2356" y="24453"/>
                      <a:pt x="2387" y="24486"/>
                      <a:pt x="2370" y="24515"/>
                    </a:cubicBezTo>
                    <a:cubicBezTo>
                      <a:pt x="2221" y="24830"/>
                      <a:pt x="2080" y="25136"/>
                      <a:pt x="1922" y="25443"/>
                    </a:cubicBezTo>
                    <a:cubicBezTo>
                      <a:pt x="1666" y="25940"/>
                      <a:pt x="1384" y="26429"/>
                      <a:pt x="1152" y="26934"/>
                    </a:cubicBezTo>
                    <a:cubicBezTo>
                      <a:pt x="1086" y="27075"/>
                      <a:pt x="1028" y="27216"/>
                      <a:pt x="970" y="27357"/>
                    </a:cubicBezTo>
                    <a:cubicBezTo>
                      <a:pt x="980" y="27344"/>
                      <a:pt x="995" y="27338"/>
                      <a:pt x="1009" y="27338"/>
                    </a:cubicBezTo>
                    <a:cubicBezTo>
                      <a:pt x="1040" y="27338"/>
                      <a:pt x="1069" y="27364"/>
                      <a:pt x="1052" y="27398"/>
                    </a:cubicBezTo>
                    <a:cubicBezTo>
                      <a:pt x="953" y="27622"/>
                      <a:pt x="862" y="27837"/>
                      <a:pt x="762" y="28061"/>
                    </a:cubicBezTo>
                    <a:cubicBezTo>
                      <a:pt x="729" y="28177"/>
                      <a:pt x="704" y="28301"/>
                      <a:pt x="680" y="28426"/>
                    </a:cubicBezTo>
                    <a:cubicBezTo>
                      <a:pt x="671" y="28450"/>
                      <a:pt x="651" y="28463"/>
                      <a:pt x="631" y="28463"/>
                    </a:cubicBezTo>
                    <a:cubicBezTo>
                      <a:pt x="611" y="28463"/>
                      <a:pt x="593" y="28450"/>
                      <a:pt x="588" y="28426"/>
                    </a:cubicBezTo>
                    <a:cubicBezTo>
                      <a:pt x="481" y="28666"/>
                      <a:pt x="365" y="28906"/>
                      <a:pt x="282" y="29155"/>
                    </a:cubicBezTo>
                    <a:cubicBezTo>
                      <a:pt x="182" y="29436"/>
                      <a:pt x="124" y="29735"/>
                      <a:pt x="66" y="30025"/>
                    </a:cubicBezTo>
                    <a:cubicBezTo>
                      <a:pt x="100" y="29975"/>
                      <a:pt x="124" y="29917"/>
                      <a:pt x="158" y="29859"/>
                    </a:cubicBezTo>
                    <a:cubicBezTo>
                      <a:pt x="166" y="29844"/>
                      <a:pt x="181" y="29838"/>
                      <a:pt x="196" y="29838"/>
                    </a:cubicBezTo>
                    <a:cubicBezTo>
                      <a:pt x="224" y="29838"/>
                      <a:pt x="251" y="29860"/>
                      <a:pt x="240" y="29892"/>
                    </a:cubicBezTo>
                    <a:cubicBezTo>
                      <a:pt x="66" y="30315"/>
                      <a:pt x="0" y="30795"/>
                      <a:pt x="0" y="31251"/>
                    </a:cubicBezTo>
                    <a:cubicBezTo>
                      <a:pt x="0" y="31483"/>
                      <a:pt x="17" y="31715"/>
                      <a:pt x="42" y="31947"/>
                    </a:cubicBezTo>
                    <a:cubicBezTo>
                      <a:pt x="42" y="31972"/>
                      <a:pt x="50" y="31997"/>
                      <a:pt x="50" y="32021"/>
                    </a:cubicBezTo>
                    <a:cubicBezTo>
                      <a:pt x="75" y="31905"/>
                      <a:pt x="100" y="31781"/>
                      <a:pt x="124" y="31665"/>
                    </a:cubicBezTo>
                    <a:cubicBezTo>
                      <a:pt x="132" y="31632"/>
                      <a:pt x="157" y="31617"/>
                      <a:pt x="182" y="31617"/>
                    </a:cubicBezTo>
                    <a:cubicBezTo>
                      <a:pt x="214" y="31617"/>
                      <a:pt x="245" y="31640"/>
                      <a:pt x="240" y="31682"/>
                    </a:cubicBezTo>
                    <a:cubicBezTo>
                      <a:pt x="166" y="32220"/>
                      <a:pt x="133" y="32775"/>
                      <a:pt x="149" y="33322"/>
                    </a:cubicBezTo>
                    <a:cubicBezTo>
                      <a:pt x="149" y="33587"/>
                      <a:pt x="166" y="33861"/>
                      <a:pt x="191" y="34126"/>
                    </a:cubicBezTo>
                    <a:cubicBezTo>
                      <a:pt x="199" y="34159"/>
                      <a:pt x="199" y="34192"/>
                      <a:pt x="207" y="34234"/>
                    </a:cubicBezTo>
                    <a:cubicBezTo>
                      <a:pt x="224" y="34234"/>
                      <a:pt x="249" y="34258"/>
                      <a:pt x="249" y="34292"/>
                    </a:cubicBezTo>
                    <a:cubicBezTo>
                      <a:pt x="249" y="34424"/>
                      <a:pt x="274" y="34565"/>
                      <a:pt x="298" y="34689"/>
                    </a:cubicBezTo>
                    <a:cubicBezTo>
                      <a:pt x="323" y="34814"/>
                      <a:pt x="356" y="34938"/>
                      <a:pt x="398" y="35062"/>
                    </a:cubicBezTo>
                    <a:cubicBezTo>
                      <a:pt x="423" y="35120"/>
                      <a:pt x="448" y="35186"/>
                      <a:pt x="472" y="35244"/>
                    </a:cubicBezTo>
                    <a:cubicBezTo>
                      <a:pt x="482" y="35238"/>
                      <a:pt x="493" y="35235"/>
                      <a:pt x="504" y="35235"/>
                    </a:cubicBezTo>
                    <a:cubicBezTo>
                      <a:pt x="521" y="35235"/>
                      <a:pt x="540" y="35242"/>
                      <a:pt x="555" y="35253"/>
                    </a:cubicBezTo>
                    <a:cubicBezTo>
                      <a:pt x="613" y="35327"/>
                      <a:pt x="680" y="35394"/>
                      <a:pt x="738" y="35468"/>
                    </a:cubicBezTo>
                    <a:cubicBezTo>
                      <a:pt x="796" y="35534"/>
                      <a:pt x="854" y="35592"/>
                      <a:pt x="895" y="35667"/>
                    </a:cubicBezTo>
                    <a:cubicBezTo>
                      <a:pt x="912" y="35700"/>
                      <a:pt x="936" y="35758"/>
                      <a:pt x="887" y="35775"/>
                    </a:cubicBezTo>
                    <a:cubicBezTo>
                      <a:pt x="882" y="35777"/>
                      <a:pt x="877" y="35778"/>
                      <a:pt x="872" y="35778"/>
                    </a:cubicBezTo>
                    <a:cubicBezTo>
                      <a:pt x="860" y="35778"/>
                      <a:pt x="849" y="35772"/>
                      <a:pt x="837" y="35766"/>
                    </a:cubicBezTo>
                    <a:lnTo>
                      <a:pt x="837" y="35766"/>
                    </a:lnTo>
                    <a:cubicBezTo>
                      <a:pt x="870" y="35816"/>
                      <a:pt x="912" y="35858"/>
                      <a:pt x="961" y="35899"/>
                    </a:cubicBezTo>
                    <a:cubicBezTo>
                      <a:pt x="1119" y="36056"/>
                      <a:pt x="1301" y="36197"/>
                      <a:pt x="1500" y="36313"/>
                    </a:cubicBezTo>
                    <a:cubicBezTo>
                      <a:pt x="1707" y="36438"/>
                      <a:pt x="1931" y="36545"/>
                      <a:pt x="2154" y="36628"/>
                    </a:cubicBezTo>
                    <a:cubicBezTo>
                      <a:pt x="2179" y="36636"/>
                      <a:pt x="2196" y="36636"/>
                      <a:pt x="2212" y="36645"/>
                    </a:cubicBezTo>
                    <a:cubicBezTo>
                      <a:pt x="2179" y="36605"/>
                      <a:pt x="2209" y="36550"/>
                      <a:pt x="2252" y="36550"/>
                    </a:cubicBezTo>
                    <a:cubicBezTo>
                      <a:pt x="2263" y="36550"/>
                      <a:pt x="2275" y="36553"/>
                      <a:pt x="2287" y="36562"/>
                    </a:cubicBezTo>
                    <a:cubicBezTo>
                      <a:pt x="2519" y="36711"/>
                      <a:pt x="2767" y="36835"/>
                      <a:pt x="3033" y="36910"/>
                    </a:cubicBezTo>
                    <a:cubicBezTo>
                      <a:pt x="3266" y="36975"/>
                      <a:pt x="3518" y="37002"/>
                      <a:pt x="3761" y="37002"/>
                    </a:cubicBezTo>
                    <a:cubicBezTo>
                      <a:pt x="3795" y="37002"/>
                      <a:pt x="3828" y="37002"/>
                      <a:pt x="3861" y="37001"/>
                    </a:cubicBezTo>
                    <a:cubicBezTo>
                      <a:pt x="3919" y="37001"/>
                      <a:pt x="3936" y="37084"/>
                      <a:pt x="3869" y="37100"/>
                    </a:cubicBezTo>
                    <a:cubicBezTo>
                      <a:pt x="3754" y="37121"/>
                      <a:pt x="3638" y="37136"/>
                      <a:pt x="3522" y="37136"/>
                    </a:cubicBezTo>
                    <a:cubicBezTo>
                      <a:pt x="3497" y="37136"/>
                      <a:pt x="3472" y="37135"/>
                      <a:pt x="3447" y="37134"/>
                    </a:cubicBezTo>
                    <a:cubicBezTo>
                      <a:pt x="3430" y="37142"/>
                      <a:pt x="3414" y="37150"/>
                      <a:pt x="3397" y="37158"/>
                    </a:cubicBezTo>
                    <a:cubicBezTo>
                      <a:pt x="3372" y="37167"/>
                      <a:pt x="3347" y="37167"/>
                      <a:pt x="3356" y="37183"/>
                    </a:cubicBezTo>
                    <a:cubicBezTo>
                      <a:pt x="3364" y="37200"/>
                      <a:pt x="3414" y="37225"/>
                      <a:pt x="3439" y="37233"/>
                    </a:cubicBezTo>
                    <a:cubicBezTo>
                      <a:pt x="3472" y="37258"/>
                      <a:pt x="3513" y="37274"/>
                      <a:pt x="3546" y="37299"/>
                    </a:cubicBezTo>
                    <a:cubicBezTo>
                      <a:pt x="3687" y="37366"/>
                      <a:pt x="3828" y="37432"/>
                      <a:pt x="3969" y="37490"/>
                    </a:cubicBezTo>
                    <a:cubicBezTo>
                      <a:pt x="4110" y="37548"/>
                      <a:pt x="4259" y="37598"/>
                      <a:pt x="4416" y="37647"/>
                    </a:cubicBezTo>
                    <a:cubicBezTo>
                      <a:pt x="4474" y="37664"/>
                      <a:pt x="4541" y="37680"/>
                      <a:pt x="4599" y="37697"/>
                    </a:cubicBezTo>
                    <a:cubicBezTo>
                      <a:pt x="4611" y="37685"/>
                      <a:pt x="4623" y="37677"/>
                      <a:pt x="4638" y="37677"/>
                    </a:cubicBezTo>
                    <a:cubicBezTo>
                      <a:pt x="4644" y="37677"/>
                      <a:pt x="4650" y="37678"/>
                      <a:pt x="4657" y="37680"/>
                    </a:cubicBezTo>
                    <a:cubicBezTo>
                      <a:pt x="5187" y="37854"/>
                      <a:pt x="5734" y="37979"/>
                      <a:pt x="6289" y="38037"/>
                    </a:cubicBezTo>
                    <a:cubicBezTo>
                      <a:pt x="6297" y="38012"/>
                      <a:pt x="6322" y="37995"/>
                      <a:pt x="6355" y="37995"/>
                    </a:cubicBezTo>
                    <a:cubicBezTo>
                      <a:pt x="6595" y="38028"/>
                      <a:pt x="6836" y="38070"/>
                      <a:pt x="7076" y="38120"/>
                    </a:cubicBezTo>
                    <a:cubicBezTo>
                      <a:pt x="7101" y="38128"/>
                      <a:pt x="7126" y="38128"/>
                      <a:pt x="7151" y="38136"/>
                    </a:cubicBezTo>
                    <a:cubicBezTo>
                      <a:pt x="7465" y="38178"/>
                      <a:pt x="7780" y="38211"/>
                      <a:pt x="8095" y="38219"/>
                    </a:cubicBezTo>
                    <a:cubicBezTo>
                      <a:pt x="8159" y="38219"/>
                      <a:pt x="8223" y="38220"/>
                      <a:pt x="8287" y="38220"/>
                    </a:cubicBezTo>
                    <a:cubicBezTo>
                      <a:pt x="8416" y="38220"/>
                      <a:pt x="8545" y="38216"/>
                      <a:pt x="8667" y="38194"/>
                    </a:cubicBezTo>
                    <a:cubicBezTo>
                      <a:pt x="8741" y="38178"/>
                      <a:pt x="8808" y="38161"/>
                      <a:pt x="8874" y="38128"/>
                    </a:cubicBezTo>
                    <a:cubicBezTo>
                      <a:pt x="8882" y="38120"/>
                      <a:pt x="8882" y="38111"/>
                      <a:pt x="8882" y="38103"/>
                    </a:cubicBezTo>
                    <a:cubicBezTo>
                      <a:pt x="8890" y="38095"/>
                      <a:pt x="8899" y="38086"/>
                      <a:pt x="8907" y="38078"/>
                    </a:cubicBezTo>
                    <a:cubicBezTo>
                      <a:pt x="8882" y="38078"/>
                      <a:pt x="8866" y="38070"/>
                      <a:pt x="8857" y="38045"/>
                    </a:cubicBezTo>
                    <a:cubicBezTo>
                      <a:pt x="8849" y="38020"/>
                      <a:pt x="8866" y="37995"/>
                      <a:pt x="8882" y="37987"/>
                    </a:cubicBezTo>
                    <a:cubicBezTo>
                      <a:pt x="8924" y="37962"/>
                      <a:pt x="8965" y="37946"/>
                      <a:pt x="9006" y="37937"/>
                    </a:cubicBezTo>
                    <a:cubicBezTo>
                      <a:pt x="9023" y="37904"/>
                      <a:pt x="9048" y="37871"/>
                      <a:pt x="9064" y="37846"/>
                    </a:cubicBezTo>
                    <a:lnTo>
                      <a:pt x="9081" y="37805"/>
                    </a:lnTo>
                    <a:cubicBezTo>
                      <a:pt x="9081" y="37796"/>
                      <a:pt x="9089" y="37788"/>
                      <a:pt x="9089" y="37788"/>
                    </a:cubicBezTo>
                    <a:cubicBezTo>
                      <a:pt x="9098" y="37772"/>
                      <a:pt x="9098" y="37763"/>
                      <a:pt x="9106" y="37747"/>
                    </a:cubicBezTo>
                    <a:lnTo>
                      <a:pt x="9106" y="37730"/>
                    </a:lnTo>
                    <a:cubicBezTo>
                      <a:pt x="9106" y="37722"/>
                      <a:pt x="9114" y="37705"/>
                      <a:pt x="9114" y="37697"/>
                    </a:cubicBezTo>
                    <a:lnTo>
                      <a:pt x="9114" y="37689"/>
                    </a:lnTo>
                    <a:cubicBezTo>
                      <a:pt x="9106" y="37664"/>
                      <a:pt x="9114" y="37639"/>
                      <a:pt x="9122" y="37614"/>
                    </a:cubicBezTo>
                    <a:cubicBezTo>
                      <a:pt x="9098" y="37589"/>
                      <a:pt x="9081" y="37564"/>
                      <a:pt x="9064" y="37531"/>
                    </a:cubicBezTo>
                    <a:cubicBezTo>
                      <a:pt x="9056" y="37531"/>
                      <a:pt x="9056" y="37531"/>
                      <a:pt x="9048" y="37523"/>
                    </a:cubicBezTo>
                    <a:cubicBezTo>
                      <a:pt x="9023" y="37515"/>
                      <a:pt x="9006" y="37515"/>
                      <a:pt x="8982" y="37506"/>
                    </a:cubicBezTo>
                    <a:cubicBezTo>
                      <a:pt x="8940" y="37500"/>
                      <a:pt x="8898" y="37496"/>
                      <a:pt x="8856" y="37496"/>
                    </a:cubicBezTo>
                    <a:cubicBezTo>
                      <a:pt x="8790" y="37496"/>
                      <a:pt x="8724" y="37506"/>
                      <a:pt x="8658" y="37531"/>
                    </a:cubicBezTo>
                    <a:cubicBezTo>
                      <a:pt x="8654" y="37533"/>
                      <a:pt x="8649" y="37534"/>
                      <a:pt x="8644" y="37534"/>
                    </a:cubicBezTo>
                    <a:cubicBezTo>
                      <a:pt x="8600" y="37534"/>
                      <a:pt x="8564" y="37470"/>
                      <a:pt x="8609" y="37440"/>
                    </a:cubicBezTo>
                    <a:cubicBezTo>
                      <a:pt x="8675" y="37399"/>
                      <a:pt x="8741" y="37366"/>
                      <a:pt x="8816" y="37349"/>
                    </a:cubicBezTo>
                    <a:cubicBezTo>
                      <a:pt x="8844" y="37342"/>
                      <a:pt x="8873" y="37339"/>
                      <a:pt x="8904" y="37339"/>
                    </a:cubicBezTo>
                    <a:cubicBezTo>
                      <a:pt x="8945" y="37339"/>
                      <a:pt x="8988" y="37344"/>
                      <a:pt x="9031" y="37349"/>
                    </a:cubicBezTo>
                    <a:cubicBezTo>
                      <a:pt x="9031" y="37332"/>
                      <a:pt x="9031" y="37316"/>
                      <a:pt x="9031" y="37299"/>
                    </a:cubicBezTo>
                    <a:cubicBezTo>
                      <a:pt x="9027" y="37302"/>
                      <a:pt x="9022" y="37304"/>
                      <a:pt x="9016" y="37304"/>
                    </a:cubicBezTo>
                    <a:cubicBezTo>
                      <a:pt x="8992" y="37304"/>
                      <a:pt x="8964" y="37277"/>
                      <a:pt x="8957" y="37250"/>
                    </a:cubicBezTo>
                    <a:cubicBezTo>
                      <a:pt x="8948" y="37192"/>
                      <a:pt x="8940" y="37142"/>
                      <a:pt x="8899" y="37092"/>
                    </a:cubicBezTo>
                    <a:cubicBezTo>
                      <a:pt x="8849" y="37051"/>
                      <a:pt x="8791" y="37026"/>
                      <a:pt x="8733" y="37026"/>
                    </a:cubicBezTo>
                    <a:cubicBezTo>
                      <a:pt x="8714" y="37024"/>
                      <a:pt x="8694" y="37023"/>
                      <a:pt x="8675" y="37023"/>
                    </a:cubicBezTo>
                    <a:cubicBezTo>
                      <a:pt x="8535" y="37023"/>
                      <a:pt x="8391" y="37069"/>
                      <a:pt x="8252" y="37084"/>
                    </a:cubicBezTo>
                    <a:cubicBezTo>
                      <a:pt x="8178" y="37084"/>
                      <a:pt x="8095" y="37092"/>
                      <a:pt x="8020" y="37092"/>
                    </a:cubicBezTo>
                    <a:cubicBezTo>
                      <a:pt x="8037" y="37109"/>
                      <a:pt x="8037" y="37125"/>
                      <a:pt x="8037" y="37142"/>
                    </a:cubicBezTo>
                    <a:cubicBezTo>
                      <a:pt x="8037" y="37169"/>
                      <a:pt x="8015" y="37196"/>
                      <a:pt x="7980" y="37196"/>
                    </a:cubicBezTo>
                    <a:cubicBezTo>
                      <a:pt x="7972" y="37196"/>
                      <a:pt x="7963" y="37195"/>
                      <a:pt x="7954" y="37192"/>
                    </a:cubicBezTo>
                    <a:cubicBezTo>
                      <a:pt x="7838" y="37158"/>
                      <a:pt x="7722" y="37109"/>
                      <a:pt x="7606" y="37042"/>
                    </a:cubicBezTo>
                    <a:cubicBezTo>
                      <a:pt x="7507" y="37026"/>
                      <a:pt x="7407" y="36993"/>
                      <a:pt x="7325" y="36943"/>
                    </a:cubicBezTo>
                    <a:cubicBezTo>
                      <a:pt x="7291" y="36926"/>
                      <a:pt x="7291" y="36885"/>
                      <a:pt x="7308" y="36868"/>
                    </a:cubicBezTo>
                    <a:cubicBezTo>
                      <a:pt x="7258" y="36835"/>
                      <a:pt x="7209" y="36802"/>
                      <a:pt x="7159" y="36769"/>
                    </a:cubicBezTo>
                    <a:cubicBezTo>
                      <a:pt x="7084" y="36719"/>
                      <a:pt x="7001" y="36670"/>
                      <a:pt x="6952" y="36595"/>
                    </a:cubicBezTo>
                    <a:cubicBezTo>
                      <a:pt x="6902" y="36520"/>
                      <a:pt x="6910" y="36421"/>
                      <a:pt x="6910" y="36330"/>
                    </a:cubicBezTo>
                    <a:cubicBezTo>
                      <a:pt x="6919" y="36230"/>
                      <a:pt x="6927" y="36131"/>
                      <a:pt x="6935" y="36032"/>
                    </a:cubicBezTo>
                    <a:cubicBezTo>
                      <a:pt x="6919" y="36007"/>
                      <a:pt x="6910" y="35982"/>
                      <a:pt x="6902" y="35949"/>
                    </a:cubicBezTo>
                    <a:cubicBezTo>
                      <a:pt x="6861" y="35858"/>
                      <a:pt x="6827" y="35750"/>
                      <a:pt x="6819" y="35650"/>
                    </a:cubicBezTo>
                    <a:cubicBezTo>
                      <a:pt x="6811" y="35576"/>
                      <a:pt x="6819" y="35501"/>
                      <a:pt x="6844" y="35427"/>
                    </a:cubicBezTo>
                    <a:lnTo>
                      <a:pt x="6844" y="35427"/>
                    </a:lnTo>
                    <a:cubicBezTo>
                      <a:pt x="6761" y="35501"/>
                      <a:pt x="6670" y="35568"/>
                      <a:pt x="6579" y="35626"/>
                    </a:cubicBezTo>
                    <a:cubicBezTo>
                      <a:pt x="6571" y="35630"/>
                      <a:pt x="6563" y="35632"/>
                      <a:pt x="6554" y="35632"/>
                    </a:cubicBezTo>
                    <a:cubicBezTo>
                      <a:pt x="6516" y="35632"/>
                      <a:pt x="6479" y="35593"/>
                      <a:pt x="6513" y="35559"/>
                    </a:cubicBezTo>
                    <a:cubicBezTo>
                      <a:pt x="6687" y="35352"/>
                      <a:pt x="6894" y="35178"/>
                      <a:pt x="7084" y="34988"/>
                    </a:cubicBezTo>
                    <a:cubicBezTo>
                      <a:pt x="7275" y="34789"/>
                      <a:pt x="7457" y="34590"/>
                      <a:pt x="7639" y="34383"/>
                    </a:cubicBezTo>
                    <a:cubicBezTo>
                      <a:pt x="7648" y="34369"/>
                      <a:pt x="7663" y="34363"/>
                      <a:pt x="7676" y="34363"/>
                    </a:cubicBezTo>
                    <a:cubicBezTo>
                      <a:pt x="7687" y="34363"/>
                      <a:pt x="7698" y="34367"/>
                      <a:pt x="7706" y="34374"/>
                    </a:cubicBezTo>
                    <a:cubicBezTo>
                      <a:pt x="7731" y="34341"/>
                      <a:pt x="7747" y="34308"/>
                      <a:pt x="7772" y="34275"/>
                    </a:cubicBezTo>
                    <a:cubicBezTo>
                      <a:pt x="7896" y="34101"/>
                      <a:pt x="8004" y="33910"/>
                      <a:pt x="8078" y="33703"/>
                    </a:cubicBezTo>
                    <a:cubicBezTo>
                      <a:pt x="8203" y="33380"/>
                      <a:pt x="8236" y="33016"/>
                      <a:pt x="8153" y="32676"/>
                    </a:cubicBezTo>
                    <a:lnTo>
                      <a:pt x="8153" y="32676"/>
                    </a:lnTo>
                    <a:cubicBezTo>
                      <a:pt x="8128" y="32850"/>
                      <a:pt x="8070" y="33024"/>
                      <a:pt x="7971" y="33148"/>
                    </a:cubicBezTo>
                    <a:cubicBezTo>
                      <a:pt x="7954" y="33165"/>
                      <a:pt x="7935" y="33172"/>
                      <a:pt x="7917" y="33172"/>
                    </a:cubicBezTo>
                    <a:cubicBezTo>
                      <a:pt x="7881" y="33172"/>
                      <a:pt x="7849" y="33143"/>
                      <a:pt x="7855" y="33099"/>
                    </a:cubicBezTo>
                    <a:cubicBezTo>
                      <a:pt x="7855" y="32949"/>
                      <a:pt x="7896" y="32809"/>
                      <a:pt x="7913" y="32659"/>
                    </a:cubicBezTo>
                    <a:cubicBezTo>
                      <a:pt x="7921" y="32510"/>
                      <a:pt x="7929" y="32361"/>
                      <a:pt x="7921" y="32212"/>
                    </a:cubicBezTo>
                    <a:cubicBezTo>
                      <a:pt x="7905" y="31914"/>
                      <a:pt x="7847" y="31615"/>
                      <a:pt x="7764" y="31334"/>
                    </a:cubicBezTo>
                    <a:cubicBezTo>
                      <a:pt x="7581" y="30745"/>
                      <a:pt x="7267" y="30223"/>
                      <a:pt x="6885" y="29751"/>
                    </a:cubicBezTo>
                    <a:cubicBezTo>
                      <a:pt x="6859" y="29718"/>
                      <a:pt x="6890" y="29675"/>
                      <a:pt x="6925" y="29675"/>
                    </a:cubicBezTo>
                    <a:cubicBezTo>
                      <a:pt x="6934" y="29675"/>
                      <a:pt x="6943" y="29678"/>
                      <a:pt x="6952" y="29685"/>
                    </a:cubicBezTo>
                    <a:cubicBezTo>
                      <a:pt x="7159" y="29875"/>
                      <a:pt x="7333" y="30099"/>
                      <a:pt x="7490" y="30331"/>
                    </a:cubicBezTo>
                    <a:cubicBezTo>
                      <a:pt x="7764" y="30745"/>
                      <a:pt x="7979" y="31218"/>
                      <a:pt x="8087" y="31698"/>
                    </a:cubicBezTo>
                    <a:cubicBezTo>
                      <a:pt x="8145" y="31922"/>
                      <a:pt x="8170" y="32154"/>
                      <a:pt x="8170" y="32378"/>
                    </a:cubicBezTo>
                    <a:cubicBezTo>
                      <a:pt x="8443" y="32784"/>
                      <a:pt x="8451" y="33289"/>
                      <a:pt x="8302" y="33736"/>
                    </a:cubicBezTo>
                    <a:cubicBezTo>
                      <a:pt x="8228" y="33968"/>
                      <a:pt x="8112" y="34192"/>
                      <a:pt x="7971" y="34391"/>
                    </a:cubicBezTo>
                    <a:cubicBezTo>
                      <a:pt x="7896" y="34490"/>
                      <a:pt x="7822" y="34582"/>
                      <a:pt x="7739" y="34673"/>
                    </a:cubicBezTo>
                    <a:cubicBezTo>
                      <a:pt x="7664" y="34756"/>
                      <a:pt x="7581" y="34838"/>
                      <a:pt x="7482" y="34888"/>
                    </a:cubicBezTo>
                    <a:cubicBezTo>
                      <a:pt x="7474" y="34891"/>
                      <a:pt x="7467" y="34893"/>
                      <a:pt x="7460" y="34893"/>
                    </a:cubicBezTo>
                    <a:cubicBezTo>
                      <a:pt x="7429" y="34893"/>
                      <a:pt x="7406" y="34866"/>
                      <a:pt x="7399" y="34838"/>
                    </a:cubicBezTo>
                    <a:cubicBezTo>
                      <a:pt x="7333" y="34921"/>
                      <a:pt x="7267" y="34996"/>
                      <a:pt x="7192" y="35079"/>
                    </a:cubicBezTo>
                    <a:cubicBezTo>
                      <a:pt x="7167" y="35104"/>
                      <a:pt x="7142" y="35128"/>
                      <a:pt x="7117" y="35153"/>
                    </a:cubicBezTo>
                    <a:cubicBezTo>
                      <a:pt x="7093" y="35228"/>
                      <a:pt x="7076" y="35302"/>
                      <a:pt x="7059" y="35377"/>
                    </a:cubicBezTo>
                    <a:cubicBezTo>
                      <a:pt x="7059" y="35385"/>
                      <a:pt x="7068" y="35394"/>
                      <a:pt x="7068" y="35402"/>
                    </a:cubicBezTo>
                    <a:cubicBezTo>
                      <a:pt x="7076" y="35576"/>
                      <a:pt x="7084" y="35742"/>
                      <a:pt x="7093" y="35907"/>
                    </a:cubicBezTo>
                    <a:cubicBezTo>
                      <a:pt x="7126" y="36007"/>
                      <a:pt x="7167" y="36098"/>
                      <a:pt x="7192" y="36197"/>
                    </a:cubicBezTo>
                    <a:cubicBezTo>
                      <a:pt x="7205" y="36243"/>
                      <a:pt x="7166" y="36269"/>
                      <a:pt x="7128" y="36269"/>
                    </a:cubicBezTo>
                    <a:cubicBezTo>
                      <a:pt x="7119" y="36269"/>
                      <a:pt x="7109" y="36267"/>
                      <a:pt x="7101" y="36264"/>
                    </a:cubicBezTo>
                    <a:lnTo>
                      <a:pt x="7101" y="36264"/>
                    </a:lnTo>
                    <a:cubicBezTo>
                      <a:pt x="7101" y="36338"/>
                      <a:pt x="7093" y="36429"/>
                      <a:pt x="7134" y="36479"/>
                    </a:cubicBezTo>
                    <a:cubicBezTo>
                      <a:pt x="7184" y="36545"/>
                      <a:pt x="7283" y="36587"/>
                      <a:pt x="7358" y="36628"/>
                    </a:cubicBezTo>
                    <a:cubicBezTo>
                      <a:pt x="7432" y="36678"/>
                      <a:pt x="7507" y="36728"/>
                      <a:pt x="7581" y="36769"/>
                    </a:cubicBezTo>
                    <a:cubicBezTo>
                      <a:pt x="7656" y="36819"/>
                      <a:pt x="7722" y="36860"/>
                      <a:pt x="7797" y="36910"/>
                    </a:cubicBezTo>
                    <a:cubicBezTo>
                      <a:pt x="7847" y="36910"/>
                      <a:pt x="7888" y="36918"/>
                      <a:pt x="7938" y="36918"/>
                    </a:cubicBezTo>
                    <a:cubicBezTo>
                      <a:pt x="7963" y="36919"/>
                      <a:pt x="7988" y="36920"/>
                      <a:pt x="8013" y="36920"/>
                    </a:cubicBezTo>
                    <a:cubicBezTo>
                      <a:pt x="8178" y="36920"/>
                      <a:pt x="8343" y="36897"/>
                      <a:pt x="8501" y="36868"/>
                    </a:cubicBezTo>
                    <a:cubicBezTo>
                      <a:pt x="8569" y="36855"/>
                      <a:pt x="8641" y="36844"/>
                      <a:pt x="8712" y="36844"/>
                    </a:cubicBezTo>
                    <a:cubicBezTo>
                      <a:pt x="8813" y="36844"/>
                      <a:pt x="8912" y="36866"/>
                      <a:pt x="8990" y="36935"/>
                    </a:cubicBezTo>
                    <a:cubicBezTo>
                      <a:pt x="9031" y="36968"/>
                      <a:pt x="9064" y="37009"/>
                      <a:pt x="9089" y="37059"/>
                    </a:cubicBezTo>
                    <a:cubicBezTo>
                      <a:pt x="9106" y="37001"/>
                      <a:pt x="9114" y="36943"/>
                      <a:pt x="9131" y="36885"/>
                    </a:cubicBezTo>
                    <a:cubicBezTo>
                      <a:pt x="9172" y="36661"/>
                      <a:pt x="9205" y="36446"/>
                      <a:pt x="9230" y="36222"/>
                    </a:cubicBezTo>
                    <a:cubicBezTo>
                      <a:pt x="9197" y="36090"/>
                      <a:pt x="9222" y="35940"/>
                      <a:pt x="9230" y="35808"/>
                    </a:cubicBezTo>
                    <a:cubicBezTo>
                      <a:pt x="9238" y="35667"/>
                      <a:pt x="9247" y="35518"/>
                      <a:pt x="9238" y="35377"/>
                    </a:cubicBezTo>
                    <a:cubicBezTo>
                      <a:pt x="9238" y="35120"/>
                      <a:pt x="9222" y="34872"/>
                      <a:pt x="9180" y="34623"/>
                    </a:cubicBezTo>
                    <a:cubicBezTo>
                      <a:pt x="9172" y="34756"/>
                      <a:pt x="9164" y="34888"/>
                      <a:pt x="9164" y="35021"/>
                    </a:cubicBezTo>
                    <a:cubicBezTo>
                      <a:pt x="9156" y="35178"/>
                      <a:pt x="9180" y="35344"/>
                      <a:pt x="9131" y="35493"/>
                    </a:cubicBezTo>
                    <a:cubicBezTo>
                      <a:pt x="9126" y="35512"/>
                      <a:pt x="9106" y="35522"/>
                      <a:pt x="9086" y="35522"/>
                    </a:cubicBezTo>
                    <a:cubicBezTo>
                      <a:pt x="9070" y="35522"/>
                      <a:pt x="9055" y="35516"/>
                      <a:pt x="9048" y="35501"/>
                    </a:cubicBezTo>
                    <a:cubicBezTo>
                      <a:pt x="8965" y="35377"/>
                      <a:pt x="8957" y="35203"/>
                      <a:pt x="8965" y="35054"/>
                    </a:cubicBezTo>
                    <a:cubicBezTo>
                      <a:pt x="8965" y="34913"/>
                      <a:pt x="8982" y="34772"/>
                      <a:pt x="8990" y="34631"/>
                    </a:cubicBezTo>
                    <a:cubicBezTo>
                      <a:pt x="8973" y="34631"/>
                      <a:pt x="8965" y="34623"/>
                      <a:pt x="8957" y="34606"/>
                    </a:cubicBezTo>
                    <a:cubicBezTo>
                      <a:pt x="8924" y="34515"/>
                      <a:pt x="8932" y="34416"/>
                      <a:pt x="8932" y="34325"/>
                    </a:cubicBezTo>
                    <a:cubicBezTo>
                      <a:pt x="8932" y="34225"/>
                      <a:pt x="8924" y="34134"/>
                      <a:pt x="8924" y="34035"/>
                    </a:cubicBezTo>
                    <a:cubicBezTo>
                      <a:pt x="8924" y="33844"/>
                      <a:pt x="8915" y="33654"/>
                      <a:pt x="8899" y="33463"/>
                    </a:cubicBezTo>
                    <a:cubicBezTo>
                      <a:pt x="8882" y="33314"/>
                      <a:pt x="8866" y="33173"/>
                      <a:pt x="8849" y="33024"/>
                    </a:cubicBezTo>
                    <a:cubicBezTo>
                      <a:pt x="8837" y="33036"/>
                      <a:pt x="8820" y="33043"/>
                      <a:pt x="8805" y="33043"/>
                    </a:cubicBezTo>
                    <a:cubicBezTo>
                      <a:pt x="8789" y="33043"/>
                      <a:pt x="8774" y="33036"/>
                      <a:pt x="8766" y="33024"/>
                    </a:cubicBezTo>
                    <a:cubicBezTo>
                      <a:pt x="8675" y="32925"/>
                      <a:pt x="8650" y="32775"/>
                      <a:pt x="8625" y="32643"/>
                    </a:cubicBezTo>
                    <a:cubicBezTo>
                      <a:pt x="8609" y="32519"/>
                      <a:pt x="8592" y="32386"/>
                      <a:pt x="8576" y="32253"/>
                    </a:cubicBezTo>
                    <a:cubicBezTo>
                      <a:pt x="8564" y="32261"/>
                      <a:pt x="8553" y="32265"/>
                      <a:pt x="8543" y="32265"/>
                    </a:cubicBezTo>
                    <a:cubicBezTo>
                      <a:pt x="8530" y="32265"/>
                      <a:pt x="8518" y="32259"/>
                      <a:pt x="8509" y="32245"/>
                    </a:cubicBezTo>
                    <a:cubicBezTo>
                      <a:pt x="8451" y="32171"/>
                      <a:pt x="8435" y="32071"/>
                      <a:pt x="8426" y="31988"/>
                    </a:cubicBezTo>
                    <a:cubicBezTo>
                      <a:pt x="8410" y="31889"/>
                      <a:pt x="8402" y="31789"/>
                      <a:pt x="8385" y="31698"/>
                    </a:cubicBezTo>
                    <a:cubicBezTo>
                      <a:pt x="8360" y="31508"/>
                      <a:pt x="8335" y="31317"/>
                      <a:pt x="8327" y="31127"/>
                    </a:cubicBezTo>
                    <a:cubicBezTo>
                      <a:pt x="8319" y="31069"/>
                      <a:pt x="8319" y="31002"/>
                      <a:pt x="8319" y="30944"/>
                    </a:cubicBezTo>
                    <a:cubicBezTo>
                      <a:pt x="8310" y="30936"/>
                      <a:pt x="8294" y="30928"/>
                      <a:pt x="8286" y="30911"/>
                    </a:cubicBezTo>
                    <a:cubicBezTo>
                      <a:pt x="8219" y="30770"/>
                      <a:pt x="8228" y="30596"/>
                      <a:pt x="8219" y="30447"/>
                    </a:cubicBezTo>
                    <a:cubicBezTo>
                      <a:pt x="8211" y="30298"/>
                      <a:pt x="8203" y="30157"/>
                      <a:pt x="8203" y="30008"/>
                    </a:cubicBezTo>
                    <a:cubicBezTo>
                      <a:pt x="8203" y="29693"/>
                      <a:pt x="8228" y="29395"/>
                      <a:pt x="8269" y="29088"/>
                    </a:cubicBezTo>
                    <a:cubicBezTo>
                      <a:pt x="8277" y="29058"/>
                      <a:pt x="8297" y="29045"/>
                      <a:pt x="8318" y="29045"/>
                    </a:cubicBezTo>
                    <a:cubicBezTo>
                      <a:pt x="8343" y="29045"/>
                      <a:pt x="8368" y="29065"/>
                      <a:pt x="8368" y="29097"/>
                    </a:cubicBezTo>
                    <a:cubicBezTo>
                      <a:pt x="8368" y="29403"/>
                      <a:pt x="8368" y="29701"/>
                      <a:pt x="8377" y="30008"/>
                    </a:cubicBezTo>
                    <a:cubicBezTo>
                      <a:pt x="8377" y="30149"/>
                      <a:pt x="8385" y="30290"/>
                      <a:pt x="8393" y="30422"/>
                    </a:cubicBezTo>
                    <a:cubicBezTo>
                      <a:pt x="8418" y="30298"/>
                      <a:pt x="8451" y="30157"/>
                      <a:pt x="8509" y="30041"/>
                    </a:cubicBezTo>
                    <a:cubicBezTo>
                      <a:pt x="8517" y="30022"/>
                      <a:pt x="8537" y="30012"/>
                      <a:pt x="8557" y="30012"/>
                    </a:cubicBezTo>
                    <a:cubicBezTo>
                      <a:pt x="8580" y="30012"/>
                      <a:pt x="8604" y="30026"/>
                      <a:pt x="8609" y="30058"/>
                    </a:cubicBezTo>
                    <a:cubicBezTo>
                      <a:pt x="8617" y="30232"/>
                      <a:pt x="8576" y="30414"/>
                      <a:pt x="8551" y="30588"/>
                    </a:cubicBezTo>
                    <a:cubicBezTo>
                      <a:pt x="8526" y="30770"/>
                      <a:pt x="8509" y="30953"/>
                      <a:pt x="8526" y="31135"/>
                    </a:cubicBezTo>
                    <a:cubicBezTo>
                      <a:pt x="8542" y="31267"/>
                      <a:pt x="8559" y="31400"/>
                      <a:pt x="8576" y="31533"/>
                    </a:cubicBezTo>
                    <a:cubicBezTo>
                      <a:pt x="8576" y="31508"/>
                      <a:pt x="8576" y="31475"/>
                      <a:pt x="8576" y="31450"/>
                    </a:cubicBezTo>
                    <a:cubicBezTo>
                      <a:pt x="8580" y="31425"/>
                      <a:pt x="8603" y="31412"/>
                      <a:pt x="8624" y="31412"/>
                    </a:cubicBezTo>
                    <a:cubicBezTo>
                      <a:pt x="8646" y="31412"/>
                      <a:pt x="8667" y="31425"/>
                      <a:pt x="8667" y="31450"/>
                    </a:cubicBezTo>
                    <a:cubicBezTo>
                      <a:pt x="8692" y="31715"/>
                      <a:pt x="8741" y="31980"/>
                      <a:pt x="8774" y="32245"/>
                    </a:cubicBezTo>
                    <a:cubicBezTo>
                      <a:pt x="8783" y="32311"/>
                      <a:pt x="8799" y="32378"/>
                      <a:pt x="8808" y="32444"/>
                    </a:cubicBezTo>
                    <a:cubicBezTo>
                      <a:pt x="8808" y="32419"/>
                      <a:pt x="8816" y="32394"/>
                      <a:pt x="8816" y="32361"/>
                    </a:cubicBezTo>
                    <a:cubicBezTo>
                      <a:pt x="8823" y="32339"/>
                      <a:pt x="8842" y="32328"/>
                      <a:pt x="8860" y="32328"/>
                    </a:cubicBezTo>
                    <a:cubicBezTo>
                      <a:pt x="8884" y="32328"/>
                      <a:pt x="8907" y="32345"/>
                      <a:pt x="8907" y="32378"/>
                    </a:cubicBezTo>
                    <a:cubicBezTo>
                      <a:pt x="8890" y="32568"/>
                      <a:pt x="8957" y="32751"/>
                      <a:pt x="8998" y="32933"/>
                    </a:cubicBezTo>
                    <a:cubicBezTo>
                      <a:pt x="9040" y="33115"/>
                      <a:pt x="9064" y="33297"/>
                      <a:pt x="9081" y="33488"/>
                    </a:cubicBezTo>
                    <a:cubicBezTo>
                      <a:pt x="9089" y="33587"/>
                      <a:pt x="9098" y="33678"/>
                      <a:pt x="9106" y="33778"/>
                    </a:cubicBezTo>
                    <a:lnTo>
                      <a:pt x="9131" y="33538"/>
                    </a:lnTo>
                    <a:cubicBezTo>
                      <a:pt x="9134" y="33504"/>
                      <a:pt x="9159" y="33489"/>
                      <a:pt x="9185" y="33489"/>
                    </a:cubicBezTo>
                    <a:cubicBezTo>
                      <a:pt x="9218" y="33489"/>
                      <a:pt x="9251" y="33513"/>
                      <a:pt x="9247" y="33554"/>
                    </a:cubicBezTo>
                    <a:cubicBezTo>
                      <a:pt x="9230" y="33844"/>
                      <a:pt x="9214" y="34134"/>
                      <a:pt x="9189" y="34424"/>
                    </a:cubicBezTo>
                    <a:cubicBezTo>
                      <a:pt x="9197" y="34422"/>
                      <a:pt x="9204" y="34421"/>
                      <a:pt x="9212" y="34421"/>
                    </a:cubicBezTo>
                    <a:cubicBezTo>
                      <a:pt x="9236" y="34421"/>
                      <a:pt x="9257" y="34432"/>
                      <a:pt x="9263" y="34457"/>
                    </a:cubicBezTo>
                    <a:cubicBezTo>
                      <a:pt x="9346" y="34756"/>
                      <a:pt x="9412" y="35054"/>
                      <a:pt x="9437" y="35360"/>
                    </a:cubicBezTo>
                    <a:cubicBezTo>
                      <a:pt x="9454" y="35518"/>
                      <a:pt x="9454" y="35684"/>
                      <a:pt x="9446" y="35841"/>
                    </a:cubicBezTo>
                    <a:cubicBezTo>
                      <a:pt x="9446" y="35932"/>
                      <a:pt x="9437" y="36048"/>
                      <a:pt x="9404" y="36148"/>
                    </a:cubicBezTo>
                    <a:cubicBezTo>
                      <a:pt x="9396" y="36380"/>
                      <a:pt x="9379" y="36612"/>
                      <a:pt x="9346" y="36844"/>
                    </a:cubicBezTo>
                    <a:cubicBezTo>
                      <a:pt x="9330" y="36951"/>
                      <a:pt x="9313" y="37051"/>
                      <a:pt x="9288" y="37150"/>
                    </a:cubicBezTo>
                    <a:cubicBezTo>
                      <a:pt x="9272" y="37225"/>
                      <a:pt x="9238" y="37324"/>
                      <a:pt x="9255" y="37399"/>
                    </a:cubicBezTo>
                    <a:cubicBezTo>
                      <a:pt x="9255" y="37407"/>
                      <a:pt x="9263" y="37424"/>
                      <a:pt x="9263" y="37432"/>
                    </a:cubicBezTo>
                    <a:cubicBezTo>
                      <a:pt x="9272" y="37440"/>
                      <a:pt x="9272" y="37440"/>
                      <a:pt x="9272" y="37440"/>
                    </a:cubicBezTo>
                    <a:cubicBezTo>
                      <a:pt x="9272" y="37424"/>
                      <a:pt x="9272" y="37415"/>
                      <a:pt x="9272" y="37399"/>
                    </a:cubicBezTo>
                    <a:cubicBezTo>
                      <a:pt x="9276" y="37370"/>
                      <a:pt x="9302" y="37356"/>
                      <a:pt x="9329" y="37356"/>
                    </a:cubicBezTo>
                    <a:cubicBezTo>
                      <a:pt x="9349" y="37356"/>
                      <a:pt x="9369" y="37364"/>
                      <a:pt x="9379" y="37382"/>
                    </a:cubicBezTo>
                    <a:cubicBezTo>
                      <a:pt x="9454" y="37564"/>
                      <a:pt x="9462" y="37772"/>
                      <a:pt x="9454" y="37962"/>
                    </a:cubicBezTo>
                    <a:cubicBezTo>
                      <a:pt x="9454" y="38153"/>
                      <a:pt x="9404" y="38343"/>
                      <a:pt x="9454" y="38526"/>
                    </a:cubicBezTo>
                    <a:cubicBezTo>
                      <a:pt x="9495" y="38699"/>
                      <a:pt x="9644" y="38791"/>
                      <a:pt x="9794" y="38873"/>
                    </a:cubicBezTo>
                    <a:cubicBezTo>
                      <a:pt x="9885" y="38923"/>
                      <a:pt x="9968" y="38973"/>
                      <a:pt x="10050" y="39023"/>
                    </a:cubicBezTo>
                    <a:cubicBezTo>
                      <a:pt x="10092" y="39047"/>
                      <a:pt x="10133" y="39072"/>
                      <a:pt x="10175" y="39105"/>
                    </a:cubicBezTo>
                    <a:cubicBezTo>
                      <a:pt x="10183" y="39097"/>
                      <a:pt x="10191" y="39097"/>
                      <a:pt x="10208" y="39097"/>
                    </a:cubicBezTo>
                    <a:cubicBezTo>
                      <a:pt x="10490" y="39130"/>
                      <a:pt x="10771" y="39205"/>
                      <a:pt x="11036" y="39304"/>
                    </a:cubicBezTo>
                    <a:cubicBezTo>
                      <a:pt x="11161" y="39346"/>
                      <a:pt x="11285" y="39404"/>
                      <a:pt x="11418" y="39445"/>
                    </a:cubicBezTo>
                    <a:cubicBezTo>
                      <a:pt x="11476" y="39470"/>
                      <a:pt x="11542" y="39487"/>
                      <a:pt x="11608" y="39503"/>
                    </a:cubicBezTo>
                    <a:lnTo>
                      <a:pt x="11608" y="39487"/>
                    </a:lnTo>
                    <a:cubicBezTo>
                      <a:pt x="11600" y="39371"/>
                      <a:pt x="11558" y="39246"/>
                      <a:pt x="11500" y="39139"/>
                    </a:cubicBezTo>
                    <a:cubicBezTo>
                      <a:pt x="11434" y="39023"/>
                      <a:pt x="11343" y="38923"/>
                      <a:pt x="11351" y="38782"/>
                    </a:cubicBezTo>
                    <a:cubicBezTo>
                      <a:pt x="11351" y="38741"/>
                      <a:pt x="11384" y="38720"/>
                      <a:pt x="11419" y="38720"/>
                    </a:cubicBezTo>
                    <a:cubicBezTo>
                      <a:pt x="11453" y="38720"/>
                      <a:pt x="11488" y="38741"/>
                      <a:pt x="11492" y="38782"/>
                    </a:cubicBezTo>
                    <a:cubicBezTo>
                      <a:pt x="11492" y="38857"/>
                      <a:pt x="11550" y="38907"/>
                      <a:pt x="11592" y="38956"/>
                    </a:cubicBezTo>
                    <a:cubicBezTo>
                      <a:pt x="11650" y="39014"/>
                      <a:pt x="11699" y="39072"/>
                      <a:pt x="11732" y="39139"/>
                    </a:cubicBezTo>
                    <a:cubicBezTo>
                      <a:pt x="11799" y="39255"/>
                      <a:pt x="11840" y="39395"/>
                      <a:pt x="11848" y="39528"/>
                    </a:cubicBezTo>
                    <a:lnTo>
                      <a:pt x="11857" y="39528"/>
                    </a:lnTo>
                    <a:cubicBezTo>
                      <a:pt x="11931" y="39520"/>
                      <a:pt x="12006" y="39511"/>
                      <a:pt x="12080" y="39503"/>
                    </a:cubicBezTo>
                    <a:cubicBezTo>
                      <a:pt x="12147" y="39487"/>
                      <a:pt x="12221" y="39478"/>
                      <a:pt x="12296" y="39470"/>
                    </a:cubicBezTo>
                    <a:cubicBezTo>
                      <a:pt x="12304" y="39470"/>
                      <a:pt x="12321" y="39462"/>
                      <a:pt x="12329" y="39462"/>
                    </a:cubicBezTo>
                    <a:lnTo>
                      <a:pt x="12337" y="39462"/>
                    </a:lnTo>
                    <a:lnTo>
                      <a:pt x="12362" y="39445"/>
                    </a:lnTo>
                    <a:lnTo>
                      <a:pt x="12370" y="39445"/>
                    </a:lnTo>
                    <a:cubicBezTo>
                      <a:pt x="12379" y="39437"/>
                      <a:pt x="12379" y="39437"/>
                      <a:pt x="12387" y="39429"/>
                    </a:cubicBezTo>
                    <a:cubicBezTo>
                      <a:pt x="12387" y="39379"/>
                      <a:pt x="12412" y="39321"/>
                      <a:pt x="12428" y="39279"/>
                    </a:cubicBezTo>
                    <a:cubicBezTo>
                      <a:pt x="12453" y="39213"/>
                      <a:pt x="12478" y="39155"/>
                      <a:pt x="12470" y="39089"/>
                    </a:cubicBezTo>
                    <a:cubicBezTo>
                      <a:pt x="12462" y="38998"/>
                      <a:pt x="12412" y="38923"/>
                      <a:pt x="12337" y="38857"/>
                    </a:cubicBezTo>
                    <a:cubicBezTo>
                      <a:pt x="12180" y="38699"/>
                      <a:pt x="11981" y="38567"/>
                      <a:pt x="11948" y="38327"/>
                    </a:cubicBezTo>
                    <a:cubicBezTo>
                      <a:pt x="11943" y="38277"/>
                      <a:pt x="11981" y="38249"/>
                      <a:pt x="12020" y="38249"/>
                    </a:cubicBezTo>
                    <a:cubicBezTo>
                      <a:pt x="12052" y="38249"/>
                      <a:pt x="12086" y="38269"/>
                      <a:pt x="12097" y="38310"/>
                    </a:cubicBezTo>
                    <a:cubicBezTo>
                      <a:pt x="12122" y="38410"/>
                      <a:pt x="12221" y="38484"/>
                      <a:pt x="12296" y="38542"/>
                    </a:cubicBezTo>
                    <a:cubicBezTo>
                      <a:pt x="12379" y="38600"/>
                      <a:pt x="12462" y="38658"/>
                      <a:pt x="12528" y="38724"/>
                    </a:cubicBezTo>
                    <a:cubicBezTo>
                      <a:pt x="12536" y="38691"/>
                      <a:pt x="12536" y="38666"/>
                      <a:pt x="12536" y="38633"/>
                    </a:cubicBezTo>
                    <a:cubicBezTo>
                      <a:pt x="12536" y="38534"/>
                      <a:pt x="12486" y="38468"/>
                      <a:pt x="12428" y="38393"/>
                    </a:cubicBezTo>
                    <a:cubicBezTo>
                      <a:pt x="12362" y="38318"/>
                      <a:pt x="12288" y="38252"/>
                      <a:pt x="12230" y="38169"/>
                    </a:cubicBezTo>
                    <a:cubicBezTo>
                      <a:pt x="12230" y="38161"/>
                      <a:pt x="12221" y="38153"/>
                      <a:pt x="12213" y="38136"/>
                    </a:cubicBezTo>
                    <a:cubicBezTo>
                      <a:pt x="12196" y="38120"/>
                      <a:pt x="12180" y="38111"/>
                      <a:pt x="12163" y="38095"/>
                    </a:cubicBezTo>
                    <a:cubicBezTo>
                      <a:pt x="12072" y="38012"/>
                      <a:pt x="11981" y="37937"/>
                      <a:pt x="11890" y="37863"/>
                    </a:cubicBezTo>
                    <a:cubicBezTo>
                      <a:pt x="11815" y="37788"/>
                      <a:pt x="11732" y="37714"/>
                      <a:pt x="11683" y="37631"/>
                    </a:cubicBezTo>
                    <a:cubicBezTo>
                      <a:pt x="11625" y="37540"/>
                      <a:pt x="11592" y="37440"/>
                      <a:pt x="11558" y="37332"/>
                    </a:cubicBezTo>
                    <a:cubicBezTo>
                      <a:pt x="11492" y="37100"/>
                      <a:pt x="11418" y="36860"/>
                      <a:pt x="11360" y="36620"/>
                    </a:cubicBezTo>
                    <a:cubicBezTo>
                      <a:pt x="11310" y="36396"/>
                      <a:pt x="11277" y="36164"/>
                      <a:pt x="11268" y="35932"/>
                    </a:cubicBezTo>
                    <a:cubicBezTo>
                      <a:pt x="11252" y="35874"/>
                      <a:pt x="11244" y="35816"/>
                      <a:pt x="11235" y="35766"/>
                    </a:cubicBezTo>
                    <a:cubicBezTo>
                      <a:pt x="11194" y="35510"/>
                      <a:pt x="11152" y="35244"/>
                      <a:pt x="11128" y="34988"/>
                    </a:cubicBezTo>
                    <a:cubicBezTo>
                      <a:pt x="11094" y="34722"/>
                      <a:pt x="11070" y="34457"/>
                      <a:pt x="11053" y="34192"/>
                    </a:cubicBezTo>
                    <a:cubicBezTo>
                      <a:pt x="11028" y="33927"/>
                      <a:pt x="11028" y="33662"/>
                      <a:pt x="11028" y="33397"/>
                    </a:cubicBezTo>
                    <a:cubicBezTo>
                      <a:pt x="11028" y="33364"/>
                      <a:pt x="11051" y="33348"/>
                      <a:pt x="11073" y="33348"/>
                    </a:cubicBezTo>
                    <a:cubicBezTo>
                      <a:pt x="11091" y="33348"/>
                      <a:pt x="11107" y="33358"/>
                      <a:pt x="11111" y="33380"/>
                    </a:cubicBezTo>
                    <a:cubicBezTo>
                      <a:pt x="11136" y="33654"/>
                      <a:pt x="11177" y="33919"/>
                      <a:pt x="11210" y="34192"/>
                    </a:cubicBezTo>
                    <a:cubicBezTo>
                      <a:pt x="11244" y="34449"/>
                      <a:pt x="11277" y="34706"/>
                      <a:pt x="11310" y="34963"/>
                    </a:cubicBezTo>
                    <a:cubicBezTo>
                      <a:pt x="11335" y="35112"/>
                      <a:pt x="11360" y="35261"/>
                      <a:pt x="11384" y="35410"/>
                    </a:cubicBezTo>
                    <a:cubicBezTo>
                      <a:pt x="11409" y="35394"/>
                      <a:pt x="11426" y="35377"/>
                      <a:pt x="11451" y="35352"/>
                    </a:cubicBezTo>
                    <a:cubicBezTo>
                      <a:pt x="11542" y="35269"/>
                      <a:pt x="11625" y="35170"/>
                      <a:pt x="11699" y="35062"/>
                    </a:cubicBezTo>
                    <a:cubicBezTo>
                      <a:pt x="11815" y="34872"/>
                      <a:pt x="11898" y="34648"/>
                      <a:pt x="11915" y="34416"/>
                    </a:cubicBezTo>
                    <a:lnTo>
                      <a:pt x="11915" y="34416"/>
                    </a:lnTo>
                    <a:cubicBezTo>
                      <a:pt x="11848" y="34515"/>
                      <a:pt x="11782" y="34615"/>
                      <a:pt x="11708" y="34698"/>
                    </a:cubicBezTo>
                    <a:cubicBezTo>
                      <a:pt x="11695" y="34710"/>
                      <a:pt x="11678" y="34716"/>
                      <a:pt x="11662" y="34716"/>
                    </a:cubicBezTo>
                    <a:cubicBezTo>
                      <a:pt x="11625" y="34716"/>
                      <a:pt x="11591" y="34688"/>
                      <a:pt x="11608" y="34648"/>
                    </a:cubicBezTo>
                    <a:cubicBezTo>
                      <a:pt x="11749" y="34325"/>
                      <a:pt x="11931" y="34026"/>
                      <a:pt x="12072" y="33712"/>
                    </a:cubicBezTo>
                    <a:cubicBezTo>
                      <a:pt x="12147" y="33554"/>
                      <a:pt x="12213" y="33397"/>
                      <a:pt x="12271" y="33231"/>
                    </a:cubicBezTo>
                    <a:lnTo>
                      <a:pt x="12271" y="33231"/>
                    </a:lnTo>
                    <a:cubicBezTo>
                      <a:pt x="12089" y="33422"/>
                      <a:pt x="11890" y="33587"/>
                      <a:pt x="11683" y="33761"/>
                    </a:cubicBezTo>
                    <a:cubicBezTo>
                      <a:pt x="11673" y="33771"/>
                      <a:pt x="11662" y="33776"/>
                      <a:pt x="11651" y="33776"/>
                    </a:cubicBezTo>
                    <a:cubicBezTo>
                      <a:pt x="11611" y="33776"/>
                      <a:pt x="11577" y="33710"/>
                      <a:pt x="11616" y="33670"/>
                    </a:cubicBezTo>
                    <a:cubicBezTo>
                      <a:pt x="11848" y="33447"/>
                      <a:pt x="12089" y="33215"/>
                      <a:pt x="12288" y="32966"/>
                    </a:cubicBezTo>
                    <a:cubicBezTo>
                      <a:pt x="12627" y="32535"/>
                      <a:pt x="12826" y="32021"/>
                      <a:pt x="12917" y="31483"/>
                    </a:cubicBezTo>
                    <a:cubicBezTo>
                      <a:pt x="12967" y="31218"/>
                      <a:pt x="12984" y="30944"/>
                      <a:pt x="12992" y="30679"/>
                    </a:cubicBezTo>
                    <a:cubicBezTo>
                      <a:pt x="12959" y="30257"/>
                      <a:pt x="12975" y="29834"/>
                      <a:pt x="12942" y="29411"/>
                    </a:cubicBezTo>
                    <a:cubicBezTo>
                      <a:pt x="12917" y="29113"/>
                      <a:pt x="12876" y="28815"/>
                      <a:pt x="12818" y="28517"/>
                    </a:cubicBezTo>
                    <a:cubicBezTo>
                      <a:pt x="12768" y="28218"/>
                      <a:pt x="12685" y="27912"/>
                      <a:pt x="12685" y="27605"/>
                    </a:cubicBezTo>
                    <a:cubicBezTo>
                      <a:pt x="12685" y="27583"/>
                      <a:pt x="12706" y="27573"/>
                      <a:pt x="12728" y="27573"/>
                    </a:cubicBezTo>
                    <a:cubicBezTo>
                      <a:pt x="12748" y="27573"/>
                      <a:pt x="12769" y="27581"/>
                      <a:pt x="12776" y="27597"/>
                    </a:cubicBezTo>
                    <a:cubicBezTo>
                      <a:pt x="12843" y="27738"/>
                      <a:pt x="12884" y="27895"/>
                      <a:pt x="12917" y="28044"/>
                    </a:cubicBezTo>
                    <a:cubicBezTo>
                      <a:pt x="12959" y="28194"/>
                      <a:pt x="12992" y="28343"/>
                      <a:pt x="13017" y="28492"/>
                    </a:cubicBezTo>
                    <a:cubicBezTo>
                      <a:pt x="13075" y="28782"/>
                      <a:pt x="13116" y="29088"/>
                      <a:pt x="13133" y="29387"/>
                    </a:cubicBezTo>
                    <a:cubicBezTo>
                      <a:pt x="13141" y="29469"/>
                      <a:pt x="13141" y="29552"/>
                      <a:pt x="13141" y="29635"/>
                    </a:cubicBezTo>
                    <a:cubicBezTo>
                      <a:pt x="13149" y="29643"/>
                      <a:pt x="13158" y="29660"/>
                      <a:pt x="13166" y="29677"/>
                    </a:cubicBezTo>
                    <a:cubicBezTo>
                      <a:pt x="13199" y="29884"/>
                      <a:pt x="13207" y="30091"/>
                      <a:pt x="13216" y="30306"/>
                    </a:cubicBezTo>
                    <a:cubicBezTo>
                      <a:pt x="13249" y="30505"/>
                      <a:pt x="13282" y="30704"/>
                      <a:pt x="13307" y="30903"/>
                    </a:cubicBezTo>
                    <a:cubicBezTo>
                      <a:pt x="13373" y="31458"/>
                      <a:pt x="13406" y="32030"/>
                      <a:pt x="13348" y="32585"/>
                    </a:cubicBezTo>
                    <a:cubicBezTo>
                      <a:pt x="13348" y="32593"/>
                      <a:pt x="13348" y="32593"/>
                      <a:pt x="13348" y="32593"/>
                    </a:cubicBezTo>
                    <a:cubicBezTo>
                      <a:pt x="13315" y="32867"/>
                      <a:pt x="13232" y="33132"/>
                      <a:pt x="13216" y="33405"/>
                    </a:cubicBezTo>
                    <a:cubicBezTo>
                      <a:pt x="13191" y="33687"/>
                      <a:pt x="13323" y="33910"/>
                      <a:pt x="13447" y="34151"/>
                    </a:cubicBezTo>
                    <a:cubicBezTo>
                      <a:pt x="13464" y="34192"/>
                      <a:pt x="13439" y="34234"/>
                      <a:pt x="13406" y="34250"/>
                    </a:cubicBezTo>
                    <a:cubicBezTo>
                      <a:pt x="13497" y="34325"/>
                      <a:pt x="13588" y="34399"/>
                      <a:pt x="13671" y="34482"/>
                    </a:cubicBezTo>
                    <a:cubicBezTo>
                      <a:pt x="13804" y="34615"/>
                      <a:pt x="13878" y="34789"/>
                      <a:pt x="13945" y="34963"/>
                    </a:cubicBezTo>
                    <a:cubicBezTo>
                      <a:pt x="14019" y="35145"/>
                      <a:pt x="14077" y="35336"/>
                      <a:pt x="14110" y="35526"/>
                    </a:cubicBezTo>
                    <a:cubicBezTo>
                      <a:pt x="14119" y="35592"/>
                      <a:pt x="14127" y="35650"/>
                      <a:pt x="14135" y="35708"/>
                    </a:cubicBezTo>
                    <a:cubicBezTo>
                      <a:pt x="14201" y="35841"/>
                      <a:pt x="14235" y="35982"/>
                      <a:pt x="14259" y="36131"/>
                    </a:cubicBezTo>
                    <a:cubicBezTo>
                      <a:pt x="14276" y="36322"/>
                      <a:pt x="14293" y="36504"/>
                      <a:pt x="14351" y="36686"/>
                    </a:cubicBezTo>
                    <a:cubicBezTo>
                      <a:pt x="14409" y="36868"/>
                      <a:pt x="14516" y="36993"/>
                      <a:pt x="14682" y="37092"/>
                    </a:cubicBezTo>
                    <a:cubicBezTo>
                      <a:pt x="14765" y="37142"/>
                      <a:pt x="14848" y="37183"/>
                      <a:pt x="14931" y="37225"/>
                    </a:cubicBezTo>
                    <a:cubicBezTo>
                      <a:pt x="14997" y="37250"/>
                      <a:pt x="15063" y="37266"/>
                      <a:pt x="15113" y="37308"/>
                    </a:cubicBezTo>
                    <a:cubicBezTo>
                      <a:pt x="15287" y="37341"/>
                      <a:pt x="15469" y="37390"/>
                      <a:pt x="15643" y="37448"/>
                    </a:cubicBezTo>
                    <a:cubicBezTo>
                      <a:pt x="15734" y="37482"/>
                      <a:pt x="15817" y="37523"/>
                      <a:pt x="15892" y="37573"/>
                    </a:cubicBezTo>
                    <a:cubicBezTo>
                      <a:pt x="15975" y="37622"/>
                      <a:pt x="16049" y="37689"/>
                      <a:pt x="16132" y="37714"/>
                    </a:cubicBezTo>
                    <a:cubicBezTo>
                      <a:pt x="16179" y="37729"/>
                      <a:pt x="16227" y="37735"/>
                      <a:pt x="16276" y="37735"/>
                    </a:cubicBezTo>
                    <a:cubicBezTo>
                      <a:pt x="16304" y="37735"/>
                      <a:pt x="16334" y="37733"/>
                      <a:pt x="16364" y="37730"/>
                    </a:cubicBezTo>
                    <a:cubicBezTo>
                      <a:pt x="16389" y="37697"/>
                      <a:pt x="16430" y="37672"/>
                      <a:pt x="16472" y="37647"/>
                    </a:cubicBezTo>
                    <a:cubicBezTo>
                      <a:pt x="16521" y="37614"/>
                      <a:pt x="16579" y="37581"/>
                      <a:pt x="16629" y="37540"/>
                    </a:cubicBezTo>
                    <a:cubicBezTo>
                      <a:pt x="16662" y="37515"/>
                      <a:pt x="16712" y="37490"/>
                      <a:pt x="16737" y="37448"/>
                    </a:cubicBezTo>
                    <a:lnTo>
                      <a:pt x="16729" y="37440"/>
                    </a:lnTo>
                    <a:cubicBezTo>
                      <a:pt x="16704" y="37415"/>
                      <a:pt x="16679" y="37399"/>
                      <a:pt x="16654" y="37382"/>
                    </a:cubicBezTo>
                    <a:cubicBezTo>
                      <a:pt x="16555" y="37291"/>
                      <a:pt x="16455" y="37200"/>
                      <a:pt x="16364" y="37100"/>
                    </a:cubicBezTo>
                    <a:cubicBezTo>
                      <a:pt x="16281" y="37001"/>
                      <a:pt x="16198" y="36902"/>
                      <a:pt x="16115" y="36794"/>
                    </a:cubicBezTo>
                    <a:cubicBezTo>
                      <a:pt x="16089" y="36755"/>
                      <a:pt x="16124" y="36696"/>
                      <a:pt x="16165" y="36696"/>
                    </a:cubicBezTo>
                    <a:cubicBezTo>
                      <a:pt x="16176" y="36696"/>
                      <a:pt x="16187" y="36700"/>
                      <a:pt x="16198" y="36711"/>
                    </a:cubicBezTo>
                    <a:cubicBezTo>
                      <a:pt x="16314" y="36819"/>
                      <a:pt x="16439" y="36926"/>
                      <a:pt x="16555" y="37026"/>
                    </a:cubicBezTo>
                    <a:cubicBezTo>
                      <a:pt x="16613" y="37076"/>
                      <a:pt x="16671" y="37134"/>
                      <a:pt x="16737" y="37175"/>
                    </a:cubicBezTo>
                    <a:cubicBezTo>
                      <a:pt x="16795" y="37225"/>
                      <a:pt x="16861" y="37266"/>
                      <a:pt x="16903" y="37324"/>
                    </a:cubicBezTo>
                    <a:cubicBezTo>
                      <a:pt x="16911" y="37332"/>
                      <a:pt x="16919" y="37349"/>
                      <a:pt x="16927" y="37357"/>
                    </a:cubicBezTo>
                    <a:cubicBezTo>
                      <a:pt x="16936" y="37341"/>
                      <a:pt x="16952" y="37324"/>
                      <a:pt x="16969" y="37308"/>
                    </a:cubicBezTo>
                    <a:cubicBezTo>
                      <a:pt x="16977" y="37283"/>
                      <a:pt x="16985" y="37266"/>
                      <a:pt x="17002" y="37241"/>
                    </a:cubicBezTo>
                    <a:cubicBezTo>
                      <a:pt x="17035" y="37175"/>
                      <a:pt x="17068" y="37100"/>
                      <a:pt x="17068" y="37018"/>
                    </a:cubicBezTo>
                    <a:cubicBezTo>
                      <a:pt x="17060" y="36935"/>
                      <a:pt x="17002" y="36877"/>
                      <a:pt x="16936" y="36827"/>
                    </a:cubicBezTo>
                    <a:cubicBezTo>
                      <a:pt x="16861" y="36769"/>
                      <a:pt x="16770" y="36719"/>
                      <a:pt x="16695" y="36661"/>
                    </a:cubicBezTo>
                    <a:cubicBezTo>
                      <a:pt x="16604" y="36595"/>
                      <a:pt x="16521" y="36529"/>
                      <a:pt x="16430" y="36462"/>
                    </a:cubicBezTo>
                    <a:cubicBezTo>
                      <a:pt x="16387" y="36426"/>
                      <a:pt x="16419" y="36358"/>
                      <a:pt x="16467" y="36358"/>
                    </a:cubicBezTo>
                    <a:cubicBezTo>
                      <a:pt x="16474" y="36358"/>
                      <a:pt x="16481" y="36360"/>
                      <a:pt x="16488" y="36363"/>
                    </a:cubicBezTo>
                    <a:cubicBezTo>
                      <a:pt x="16604" y="36413"/>
                      <a:pt x="16712" y="36471"/>
                      <a:pt x="16828" y="36529"/>
                    </a:cubicBezTo>
                    <a:cubicBezTo>
                      <a:pt x="16894" y="36562"/>
                      <a:pt x="16969" y="36603"/>
                      <a:pt x="17035" y="36653"/>
                    </a:cubicBezTo>
                    <a:cubicBezTo>
                      <a:pt x="17035" y="36603"/>
                      <a:pt x="17027" y="36545"/>
                      <a:pt x="17019" y="36504"/>
                    </a:cubicBezTo>
                    <a:cubicBezTo>
                      <a:pt x="16985" y="36380"/>
                      <a:pt x="16861" y="36346"/>
                      <a:pt x="16753" y="36313"/>
                    </a:cubicBezTo>
                    <a:cubicBezTo>
                      <a:pt x="16596" y="36264"/>
                      <a:pt x="16430" y="36214"/>
                      <a:pt x="16281" y="36164"/>
                    </a:cubicBezTo>
                    <a:cubicBezTo>
                      <a:pt x="16265" y="36156"/>
                      <a:pt x="16248" y="36148"/>
                      <a:pt x="16240" y="36148"/>
                    </a:cubicBezTo>
                    <a:cubicBezTo>
                      <a:pt x="16214" y="36153"/>
                      <a:pt x="16189" y="36156"/>
                      <a:pt x="16163" y="36156"/>
                    </a:cubicBezTo>
                    <a:cubicBezTo>
                      <a:pt x="15976" y="36156"/>
                      <a:pt x="15802" y="36005"/>
                      <a:pt x="15693" y="35866"/>
                    </a:cubicBezTo>
                    <a:cubicBezTo>
                      <a:pt x="15535" y="35650"/>
                      <a:pt x="15461" y="35385"/>
                      <a:pt x="15395" y="35137"/>
                    </a:cubicBezTo>
                    <a:cubicBezTo>
                      <a:pt x="15312" y="34855"/>
                      <a:pt x="15237" y="34582"/>
                      <a:pt x="15163" y="34300"/>
                    </a:cubicBezTo>
                    <a:cubicBezTo>
                      <a:pt x="15121" y="34167"/>
                      <a:pt x="15088" y="34026"/>
                      <a:pt x="15055" y="33894"/>
                    </a:cubicBezTo>
                    <a:cubicBezTo>
                      <a:pt x="15047" y="33886"/>
                      <a:pt x="15047" y="33869"/>
                      <a:pt x="15047" y="33852"/>
                    </a:cubicBezTo>
                    <a:cubicBezTo>
                      <a:pt x="15038" y="33894"/>
                      <a:pt x="15038" y="33935"/>
                      <a:pt x="15038" y="33977"/>
                    </a:cubicBezTo>
                    <a:cubicBezTo>
                      <a:pt x="15038" y="33997"/>
                      <a:pt x="15022" y="34008"/>
                      <a:pt x="15004" y="34008"/>
                    </a:cubicBezTo>
                    <a:cubicBezTo>
                      <a:pt x="14987" y="34008"/>
                      <a:pt x="14968" y="33997"/>
                      <a:pt x="14964" y="33977"/>
                    </a:cubicBezTo>
                    <a:cubicBezTo>
                      <a:pt x="14955" y="33819"/>
                      <a:pt x="14939" y="33670"/>
                      <a:pt x="14931" y="33513"/>
                    </a:cubicBezTo>
                    <a:cubicBezTo>
                      <a:pt x="14931" y="33413"/>
                      <a:pt x="14931" y="33322"/>
                      <a:pt x="14931" y="33231"/>
                    </a:cubicBezTo>
                    <a:cubicBezTo>
                      <a:pt x="14931" y="33181"/>
                      <a:pt x="14931" y="33132"/>
                      <a:pt x="14939" y="33082"/>
                    </a:cubicBezTo>
                    <a:cubicBezTo>
                      <a:pt x="14939" y="32784"/>
                      <a:pt x="14955" y="32485"/>
                      <a:pt x="14980" y="32187"/>
                    </a:cubicBezTo>
                    <a:cubicBezTo>
                      <a:pt x="14997" y="31889"/>
                      <a:pt x="15030" y="31591"/>
                      <a:pt x="15063" y="31292"/>
                    </a:cubicBezTo>
                    <a:cubicBezTo>
                      <a:pt x="15080" y="31185"/>
                      <a:pt x="15096" y="31077"/>
                      <a:pt x="15113" y="30969"/>
                    </a:cubicBezTo>
                    <a:cubicBezTo>
                      <a:pt x="15096" y="30961"/>
                      <a:pt x="15080" y="30953"/>
                      <a:pt x="15080" y="30928"/>
                    </a:cubicBezTo>
                    <a:cubicBezTo>
                      <a:pt x="15129" y="30729"/>
                      <a:pt x="15163" y="30522"/>
                      <a:pt x="15212" y="30323"/>
                    </a:cubicBezTo>
                    <a:cubicBezTo>
                      <a:pt x="15254" y="30132"/>
                      <a:pt x="15312" y="29950"/>
                      <a:pt x="15361" y="29759"/>
                    </a:cubicBezTo>
                    <a:cubicBezTo>
                      <a:pt x="15535" y="29105"/>
                      <a:pt x="15718" y="28450"/>
                      <a:pt x="15867" y="27788"/>
                    </a:cubicBezTo>
                    <a:cubicBezTo>
                      <a:pt x="15941" y="27456"/>
                      <a:pt x="16008" y="27125"/>
                      <a:pt x="16049" y="26793"/>
                    </a:cubicBezTo>
                    <a:cubicBezTo>
                      <a:pt x="16074" y="26652"/>
                      <a:pt x="16091" y="26512"/>
                      <a:pt x="16107" y="26362"/>
                    </a:cubicBezTo>
                    <a:cubicBezTo>
                      <a:pt x="16107" y="26346"/>
                      <a:pt x="16107" y="26321"/>
                      <a:pt x="16107" y="26304"/>
                    </a:cubicBezTo>
                    <a:cubicBezTo>
                      <a:pt x="16115" y="26263"/>
                      <a:pt x="16115" y="26222"/>
                      <a:pt x="16124" y="26172"/>
                    </a:cubicBezTo>
                    <a:lnTo>
                      <a:pt x="16124" y="26172"/>
                    </a:lnTo>
                    <a:cubicBezTo>
                      <a:pt x="16074" y="26296"/>
                      <a:pt x="16016" y="26429"/>
                      <a:pt x="15925" y="26520"/>
                    </a:cubicBezTo>
                    <a:cubicBezTo>
                      <a:pt x="15914" y="26531"/>
                      <a:pt x="15901" y="26535"/>
                      <a:pt x="15888" y="26535"/>
                    </a:cubicBezTo>
                    <a:cubicBezTo>
                      <a:pt x="15853" y="26535"/>
                      <a:pt x="15819" y="26501"/>
                      <a:pt x="15825" y="26470"/>
                    </a:cubicBezTo>
                    <a:cubicBezTo>
                      <a:pt x="15834" y="26338"/>
                      <a:pt x="15892" y="26205"/>
                      <a:pt x="15941" y="26081"/>
                    </a:cubicBezTo>
                    <a:cubicBezTo>
                      <a:pt x="15983" y="25956"/>
                      <a:pt x="16024" y="25832"/>
                      <a:pt x="16057" y="25700"/>
                    </a:cubicBezTo>
                    <a:cubicBezTo>
                      <a:pt x="16132" y="25443"/>
                      <a:pt x="16190" y="25169"/>
                      <a:pt x="16231" y="24904"/>
                    </a:cubicBezTo>
                    <a:cubicBezTo>
                      <a:pt x="16235" y="24867"/>
                      <a:pt x="16261" y="24850"/>
                      <a:pt x="16288" y="24850"/>
                    </a:cubicBezTo>
                    <a:cubicBezTo>
                      <a:pt x="16321" y="24850"/>
                      <a:pt x="16356" y="24875"/>
                      <a:pt x="16356" y="24921"/>
                    </a:cubicBezTo>
                    <a:cubicBezTo>
                      <a:pt x="16356" y="25037"/>
                      <a:pt x="16347" y="25153"/>
                      <a:pt x="16331" y="25269"/>
                    </a:cubicBezTo>
                    <a:cubicBezTo>
                      <a:pt x="16364" y="25194"/>
                      <a:pt x="16397" y="25111"/>
                      <a:pt x="16414" y="25037"/>
                    </a:cubicBezTo>
                    <a:cubicBezTo>
                      <a:pt x="16447" y="24921"/>
                      <a:pt x="16422" y="24796"/>
                      <a:pt x="16405" y="24680"/>
                    </a:cubicBezTo>
                    <a:cubicBezTo>
                      <a:pt x="16397" y="24622"/>
                      <a:pt x="16397" y="24556"/>
                      <a:pt x="16389" y="24498"/>
                    </a:cubicBezTo>
                    <a:cubicBezTo>
                      <a:pt x="16389" y="24448"/>
                      <a:pt x="16389" y="24374"/>
                      <a:pt x="16356" y="24341"/>
                    </a:cubicBezTo>
                    <a:cubicBezTo>
                      <a:pt x="16328" y="24313"/>
                      <a:pt x="16347" y="24261"/>
                      <a:pt x="16379" y="24261"/>
                    </a:cubicBezTo>
                    <a:cubicBezTo>
                      <a:pt x="16385" y="24261"/>
                      <a:pt x="16391" y="24262"/>
                      <a:pt x="16397" y="24266"/>
                    </a:cubicBezTo>
                    <a:cubicBezTo>
                      <a:pt x="16497" y="24316"/>
                      <a:pt x="16521" y="24415"/>
                      <a:pt x="16538" y="24515"/>
                    </a:cubicBezTo>
                    <a:cubicBezTo>
                      <a:pt x="16571" y="24448"/>
                      <a:pt x="16604" y="24374"/>
                      <a:pt x="16637" y="24308"/>
                    </a:cubicBezTo>
                    <a:cubicBezTo>
                      <a:pt x="16778" y="24051"/>
                      <a:pt x="16994" y="23852"/>
                      <a:pt x="17168" y="23628"/>
                    </a:cubicBezTo>
                    <a:cubicBezTo>
                      <a:pt x="17176" y="23620"/>
                      <a:pt x="17184" y="23612"/>
                      <a:pt x="17193" y="23603"/>
                    </a:cubicBezTo>
                    <a:cubicBezTo>
                      <a:pt x="17292" y="23396"/>
                      <a:pt x="17400" y="23189"/>
                      <a:pt x="17507" y="22990"/>
                    </a:cubicBezTo>
                    <a:cubicBezTo>
                      <a:pt x="17607" y="22692"/>
                      <a:pt x="17657" y="22369"/>
                      <a:pt x="17698" y="22054"/>
                    </a:cubicBezTo>
                    <a:cubicBezTo>
                      <a:pt x="17702" y="22036"/>
                      <a:pt x="17716" y="22027"/>
                      <a:pt x="17731" y="22027"/>
                    </a:cubicBezTo>
                    <a:cubicBezTo>
                      <a:pt x="17751" y="22027"/>
                      <a:pt x="17773" y="22042"/>
                      <a:pt x="17773" y="22071"/>
                    </a:cubicBezTo>
                    <a:cubicBezTo>
                      <a:pt x="17764" y="22194"/>
                      <a:pt x="17764" y="22318"/>
                      <a:pt x="17756" y="22442"/>
                    </a:cubicBezTo>
                    <a:lnTo>
                      <a:pt x="17756" y="22442"/>
                    </a:lnTo>
                    <a:cubicBezTo>
                      <a:pt x="17757" y="22434"/>
                      <a:pt x="17764" y="22426"/>
                      <a:pt x="17764" y="22419"/>
                    </a:cubicBezTo>
                    <a:cubicBezTo>
                      <a:pt x="17938" y="21963"/>
                      <a:pt x="18054" y="21457"/>
                      <a:pt x="18005" y="20969"/>
                    </a:cubicBezTo>
                    <a:cubicBezTo>
                      <a:pt x="18005" y="20941"/>
                      <a:pt x="18030" y="20924"/>
                      <a:pt x="18054" y="20924"/>
                    </a:cubicBezTo>
                    <a:cubicBezTo>
                      <a:pt x="18074" y="20924"/>
                      <a:pt x="18092" y="20935"/>
                      <a:pt x="18096" y="20960"/>
                    </a:cubicBezTo>
                    <a:cubicBezTo>
                      <a:pt x="18129" y="21149"/>
                      <a:pt x="18137" y="21347"/>
                      <a:pt x="18129" y="21536"/>
                    </a:cubicBezTo>
                    <a:lnTo>
                      <a:pt x="18129" y="21536"/>
                    </a:lnTo>
                    <a:cubicBezTo>
                      <a:pt x="18130" y="21521"/>
                      <a:pt x="18137" y="21505"/>
                      <a:pt x="18137" y="21482"/>
                    </a:cubicBezTo>
                    <a:cubicBezTo>
                      <a:pt x="18154" y="21391"/>
                      <a:pt x="18170" y="21292"/>
                      <a:pt x="18179" y="21192"/>
                    </a:cubicBezTo>
                    <a:cubicBezTo>
                      <a:pt x="18162" y="21184"/>
                      <a:pt x="18145" y="21167"/>
                      <a:pt x="18145" y="21143"/>
                    </a:cubicBezTo>
                    <a:cubicBezTo>
                      <a:pt x="18137" y="21068"/>
                      <a:pt x="18154" y="20985"/>
                      <a:pt x="18162" y="20911"/>
                    </a:cubicBezTo>
                    <a:cubicBezTo>
                      <a:pt x="18170" y="20853"/>
                      <a:pt x="18179" y="20786"/>
                      <a:pt x="18187" y="20728"/>
                    </a:cubicBezTo>
                    <a:cubicBezTo>
                      <a:pt x="18179" y="20596"/>
                      <a:pt x="18162" y="20471"/>
                      <a:pt x="18145" y="20347"/>
                    </a:cubicBezTo>
                    <a:cubicBezTo>
                      <a:pt x="18112" y="20140"/>
                      <a:pt x="18096" y="19933"/>
                      <a:pt x="18071" y="19726"/>
                    </a:cubicBezTo>
                    <a:cubicBezTo>
                      <a:pt x="18066" y="19701"/>
                      <a:pt x="18091" y="19682"/>
                      <a:pt x="18114" y="19682"/>
                    </a:cubicBezTo>
                    <a:cubicBezTo>
                      <a:pt x="18129" y="19682"/>
                      <a:pt x="18142" y="19690"/>
                      <a:pt x="18145" y="19709"/>
                    </a:cubicBezTo>
                    <a:cubicBezTo>
                      <a:pt x="18187" y="19825"/>
                      <a:pt x="18220" y="19949"/>
                      <a:pt x="18245" y="20065"/>
                    </a:cubicBezTo>
                    <a:cubicBezTo>
                      <a:pt x="18253" y="19983"/>
                      <a:pt x="18253" y="19900"/>
                      <a:pt x="18261" y="19825"/>
                    </a:cubicBezTo>
                    <a:cubicBezTo>
                      <a:pt x="18261" y="19784"/>
                      <a:pt x="18261" y="19742"/>
                      <a:pt x="18261" y="19709"/>
                    </a:cubicBezTo>
                    <a:lnTo>
                      <a:pt x="18253" y="19701"/>
                    </a:lnTo>
                    <a:cubicBezTo>
                      <a:pt x="18253" y="19585"/>
                      <a:pt x="18253" y="19469"/>
                      <a:pt x="18212" y="19361"/>
                    </a:cubicBezTo>
                    <a:cubicBezTo>
                      <a:pt x="18179" y="19262"/>
                      <a:pt x="18121" y="19179"/>
                      <a:pt x="18046" y="19096"/>
                    </a:cubicBezTo>
                    <a:cubicBezTo>
                      <a:pt x="18021" y="19071"/>
                      <a:pt x="17996" y="19038"/>
                      <a:pt x="17971" y="19013"/>
                    </a:cubicBezTo>
                    <a:cubicBezTo>
                      <a:pt x="17880" y="18905"/>
                      <a:pt x="17797" y="18798"/>
                      <a:pt x="17715" y="18682"/>
                    </a:cubicBezTo>
                    <a:cubicBezTo>
                      <a:pt x="17532" y="18450"/>
                      <a:pt x="17383" y="18201"/>
                      <a:pt x="17242" y="17944"/>
                    </a:cubicBezTo>
                    <a:cubicBezTo>
                      <a:pt x="17224" y="17903"/>
                      <a:pt x="17262" y="17870"/>
                      <a:pt x="17297" y="17870"/>
                    </a:cubicBezTo>
                    <a:cubicBezTo>
                      <a:pt x="17311" y="17870"/>
                      <a:pt x="17324" y="17875"/>
                      <a:pt x="17333" y="17886"/>
                    </a:cubicBezTo>
                    <a:cubicBezTo>
                      <a:pt x="17466" y="18085"/>
                      <a:pt x="17615" y="18284"/>
                      <a:pt x="17773" y="18466"/>
                    </a:cubicBezTo>
                    <a:cubicBezTo>
                      <a:pt x="17814" y="18516"/>
                      <a:pt x="17855" y="18566"/>
                      <a:pt x="17897" y="18615"/>
                    </a:cubicBezTo>
                    <a:cubicBezTo>
                      <a:pt x="17922" y="18640"/>
                      <a:pt x="17938" y="18657"/>
                      <a:pt x="17963" y="18682"/>
                    </a:cubicBezTo>
                    <a:cubicBezTo>
                      <a:pt x="17963" y="18640"/>
                      <a:pt x="17955" y="18599"/>
                      <a:pt x="17955" y="18558"/>
                    </a:cubicBezTo>
                    <a:cubicBezTo>
                      <a:pt x="17938" y="18384"/>
                      <a:pt x="17930" y="18201"/>
                      <a:pt x="17930" y="18019"/>
                    </a:cubicBezTo>
                    <a:cubicBezTo>
                      <a:pt x="17930" y="17837"/>
                      <a:pt x="17938" y="17646"/>
                      <a:pt x="17938" y="17456"/>
                    </a:cubicBezTo>
                    <a:cubicBezTo>
                      <a:pt x="17938" y="17273"/>
                      <a:pt x="17963" y="17091"/>
                      <a:pt x="17971" y="16909"/>
                    </a:cubicBezTo>
                    <a:cubicBezTo>
                      <a:pt x="17971" y="16900"/>
                      <a:pt x="17971" y="16892"/>
                      <a:pt x="17980" y="16884"/>
                    </a:cubicBezTo>
                    <a:cubicBezTo>
                      <a:pt x="17996" y="16726"/>
                      <a:pt x="18013" y="16577"/>
                      <a:pt x="18029" y="16420"/>
                    </a:cubicBezTo>
                    <a:cubicBezTo>
                      <a:pt x="18071" y="16064"/>
                      <a:pt x="18121" y="15699"/>
                      <a:pt x="18005" y="15351"/>
                    </a:cubicBezTo>
                    <a:cubicBezTo>
                      <a:pt x="17994" y="15308"/>
                      <a:pt x="18028" y="15276"/>
                      <a:pt x="18062" y="15276"/>
                    </a:cubicBezTo>
                    <a:cubicBezTo>
                      <a:pt x="18081" y="15276"/>
                      <a:pt x="18100" y="15286"/>
                      <a:pt x="18112" y="15310"/>
                    </a:cubicBezTo>
                    <a:cubicBezTo>
                      <a:pt x="18145" y="15392"/>
                      <a:pt x="18179" y="15467"/>
                      <a:pt x="18203" y="15550"/>
                    </a:cubicBezTo>
                    <a:cubicBezTo>
                      <a:pt x="18203" y="15500"/>
                      <a:pt x="18203" y="15459"/>
                      <a:pt x="18203" y="15409"/>
                    </a:cubicBezTo>
                    <a:cubicBezTo>
                      <a:pt x="18203" y="15334"/>
                      <a:pt x="18195" y="15260"/>
                      <a:pt x="18187" y="15185"/>
                    </a:cubicBezTo>
                    <a:cubicBezTo>
                      <a:pt x="18170" y="15020"/>
                      <a:pt x="18154" y="14854"/>
                      <a:pt x="18129" y="14696"/>
                    </a:cubicBezTo>
                    <a:cubicBezTo>
                      <a:pt x="18104" y="14564"/>
                      <a:pt x="18063" y="14415"/>
                      <a:pt x="17947" y="14324"/>
                    </a:cubicBezTo>
                    <a:cubicBezTo>
                      <a:pt x="17912" y="14296"/>
                      <a:pt x="17941" y="14251"/>
                      <a:pt x="17980" y="14251"/>
                    </a:cubicBezTo>
                    <a:cubicBezTo>
                      <a:pt x="17988" y="14251"/>
                      <a:pt x="17996" y="14253"/>
                      <a:pt x="18005" y="14257"/>
                    </a:cubicBezTo>
                    <a:cubicBezTo>
                      <a:pt x="18038" y="14282"/>
                      <a:pt x="18071" y="14307"/>
                      <a:pt x="18104" y="14340"/>
                    </a:cubicBezTo>
                    <a:cubicBezTo>
                      <a:pt x="18096" y="14299"/>
                      <a:pt x="18087" y="14266"/>
                      <a:pt x="18071" y="14224"/>
                    </a:cubicBezTo>
                    <a:cubicBezTo>
                      <a:pt x="18038" y="14166"/>
                      <a:pt x="18005" y="14108"/>
                      <a:pt x="17963" y="14042"/>
                    </a:cubicBezTo>
                    <a:cubicBezTo>
                      <a:pt x="17897" y="13926"/>
                      <a:pt x="17822" y="13810"/>
                      <a:pt x="17748" y="13686"/>
                    </a:cubicBezTo>
                    <a:cubicBezTo>
                      <a:pt x="17748" y="13760"/>
                      <a:pt x="17731" y="13826"/>
                      <a:pt x="17690" y="13876"/>
                    </a:cubicBezTo>
                    <a:cubicBezTo>
                      <a:pt x="17682" y="13888"/>
                      <a:pt x="17667" y="13894"/>
                      <a:pt x="17653" y="13894"/>
                    </a:cubicBezTo>
                    <a:cubicBezTo>
                      <a:pt x="17636" y="13894"/>
                      <a:pt x="17620" y="13886"/>
                      <a:pt x="17615" y="13868"/>
                    </a:cubicBezTo>
                    <a:cubicBezTo>
                      <a:pt x="17599" y="13818"/>
                      <a:pt x="17599" y="13768"/>
                      <a:pt x="17599" y="13719"/>
                    </a:cubicBezTo>
                    <a:cubicBezTo>
                      <a:pt x="17590" y="13669"/>
                      <a:pt x="17582" y="13619"/>
                      <a:pt x="17574" y="13578"/>
                    </a:cubicBezTo>
                    <a:cubicBezTo>
                      <a:pt x="17557" y="13470"/>
                      <a:pt x="17516" y="13379"/>
                      <a:pt x="17483" y="13288"/>
                    </a:cubicBezTo>
                    <a:cubicBezTo>
                      <a:pt x="17400" y="13081"/>
                      <a:pt x="17300" y="12882"/>
                      <a:pt x="17209" y="12691"/>
                    </a:cubicBezTo>
                    <a:cubicBezTo>
                      <a:pt x="17209" y="12675"/>
                      <a:pt x="17209" y="12667"/>
                      <a:pt x="17209" y="12650"/>
                    </a:cubicBezTo>
                    <a:cubicBezTo>
                      <a:pt x="17176" y="12600"/>
                      <a:pt x="17135" y="12551"/>
                      <a:pt x="17093" y="12501"/>
                    </a:cubicBezTo>
                    <a:cubicBezTo>
                      <a:pt x="17074" y="12469"/>
                      <a:pt x="17100" y="12421"/>
                      <a:pt x="17131" y="12421"/>
                    </a:cubicBezTo>
                    <a:cubicBezTo>
                      <a:pt x="17141" y="12421"/>
                      <a:pt x="17150" y="12425"/>
                      <a:pt x="17159" y="12435"/>
                    </a:cubicBezTo>
                    <a:cubicBezTo>
                      <a:pt x="17234" y="12509"/>
                      <a:pt x="17317" y="12584"/>
                      <a:pt x="17383" y="12667"/>
                    </a:cubicBezTo>
                    <a:cubicBezTo>
                      <a:pt x="17375" y="12650"/>
                      <a:pt x="17367" y="12633"/>
                      <a:pt x="17358" y="12617"/>
                    </a:cubicBezTo>
                    <a:cubicBezTo>
                      <a:pt x="17333" y="12592"/>
                      <a:pt x="17300" y="12567"/>
                      <a:pt x="17275" y="12534"/>
                    </a:cubicBezTo>
                    <a:cubicBezTo>
                      <a:pt x="17184" y="12435"/>
                      <a:pt x="17118" y="12310"/>
                      <a:pt x="17068" y="12186"/>
                    </a:cubicBezTo>
                    <a:cubicBezTo>
                      <a:pt x="17052" y="12145"/>
                      <a:pt x="17035" y="12103"/>
                      <a:pt x="17019" y="12053"/>
                    </a:cubicBezTo>
                    <a:cubicBezTo>
                      <a:pt x="16977" y="11954"/>
                      <a:pt x="16944" y="11846"/>
                      <a:pt x="16911" y="11739"/>
                    </a:cubicBezTo>
                    <a:cubicBezTo>
                      <a:pt x="16903" y="11739"/>
                      <a:pt x="16894" y="11739"/>
                      <a:pt x="16886" y="11730"/>
                    </a:cubicBezTo>
                    <a:cubicBezTo>
                      <a:pt x="16845" y="11689"/>
                      <a:pt x="16820" y="11623"/>
                      <a:pt x="16803" y="11565"/>
                    </a:cubicBezTo>
                    <a:cubicBezTo>
                      <a:pt x="16794" y="11577"/>
                      <a:pt x="16780" y="11582"/>
                      <a:pt x="16767" y="11582"/>
                    </a:cubicBezTo>
                    <a:cubicBezTo>
                      <a:pt x="16744" y="11582"/>
                      <a:pt x="16720" y="11566"/>
                      <a:pt x="16720" y="11540"/>
                    </a:cubicBezTo>
                    <a:cubicBezTo>
                      <a:pt x="16712" y="11507"/>
                      <a:pt x="16712" y="11473"/>
                      <a:pt x="16712" y="11440"/>
                    </a:cubicBezTo>
                    <a:cubicBezTo>
                      <a:pt x="16712" y="11407"/>
                      <a:pt x="16704" y="11382"/>
                      <a:pt x="16704" y="11349"/>
                    </a:cubicBezTo>
                    <a:cubicBezTo>
                      <a:pt x="16704" y="11291"/>
                      <a:pt x="16704" y="11225"/>
                      <a:pt x="16704" y="11167"/>
                    </a:cubicBezTo>
                    <a:cubicBezTo>
                      <a:pt x="16695" y="11117"/>
                      <a:pt x="16695" y="11059"/>
                      <a:pt x="16687" y="11009"/>
                    </a:cubicBezTo>
                    <a:cubicBezTo>
                      <a:pt x="16679" y="10943"/>
                      <a:pt x="16671" y="10885"/>
                      <a:pt x="16662" y="10827"/>
                    </a:cubicBezTo>
                    <a:cubicBezTo>
                      <a:pt x="16646" y="10811"/>
                      <a:pt x="16646" y="10794"/>
                      <a:pt x="16654" y="10777"/>
                    </a:cubicBezTo>
                    <a:cubicBezTo>
                      <a:pt x="16646" y="10703"/>
                      <a:pt x="16646" y="10637"/>
                      <a:pt x="16637" y="10570"/>
                    </a:cubicBezTo>
                    <a:cubicBezTo>
                      <a:pt x="16633" y="10537"/>
                      <a:pt x="16660" y="10518"/>
                      <a:pt x="16686" y="10518"/>
                    </a:cubicBezTo>
                    <a:cubicBezTo>
                      <a:pt x="16706" y="10518"/>
                      <a:pt x="16725" y="10529"/>
                      <a:pt x="16729" y="10554"/>
                    </a:cubicBezTo>
                    <a:cubicBezTo>
                      <a:pt x="16745" y="10637"/>
                      <a:pt x="16762" y="10728"/>
                      <a:pt x="16778" y="10811"/>
                    </a:cubicBezTo>
                    <a:cubicBezTo>
                      <a:pt x="16778" y="10819"/>
                      <a:pt x="16787" y="10835"/>
                      <a:pt x="16787" y="10844"/>
                    </a:cubicBezTo>
                    <a:cubicBezTo>
                      <a:pt x="16811" y="10918"/>
                      <a:pt x="16828" y="11001"/>
                      <a:pt x="16836" y="11076"/>
                    </a:cubicBezTo>
                    <a:cubicBezTo>
                      <a:pt x="16836" y="11101"/>
                      <a:pt x="16836" y="11117"/>
                      <a:pt x="16845" y="11142"/>
                    </a:cubicBezTo>
                    <a:lnTo>
                      <a:pt x="16845" y="11150"/>
                    </a:lnTo>
                    <a:cubicBezTo>
                      <a:pt x="16845" y="11159"/>
                      <a:pt x="16853" y="11175"/>
                      <a:pt x="16853" y="11192"/>
                    </a:cubicBezTo>
                    <a:lnTo>
                      <a:pt x="16886" y="11192"/>
                    </a:lnTo>
                    <a:cubicBezTo>
                      <a:pt x="16886" y="11175"/>
                      <a:pt x="16878" y="11150"/>
                      <a:pt x="16878" y="11134"/>
                    </a:cubicBezTo>
                    <a:cubicBezTo>
                      <a:pt x="16878" y="11125"/>
                      <a:pt x="16878" y="11117"/>
                      <a:pt x="16878" y="11109"/>
                    </a:cubicBezTo>
                    <a:cubicBezTo>
                      <a:pt x="16853" y="10927"/>
                      <a:pt x="16820" y="10744"/>
                      <a:pt x="16770" y="10570"/>
                    </a:cubicBezTo>
                    <a:cubicBezTo>
                      <a:pt x="16770" y="10562"/>
                      <a:pt x="16770" y="10554"/>
                      <a:pt x="16778" y="10545"/>
                    </a:cubicBezTo>
                    <a:cubicBezTo>
                      <a:pt x="16753" y="10479"/>
                      <a:pt x="16729" y="10405"/>
                      <a:pt x="16704" y="10338"/>
                    </a:cubicBezTo>
                    <a:cubicBezTo>
                      <a:pt x="16687" y="10294"/>
                      <a:pt x="16726" y="10261"/>
                      <a:pt x="16763" y="10261"/>
                    </a:cubicBezTo>
                    <a:cubicBezTo>
                      <a:pt x="16782" y="10261"/>
                      <a:pt x="16800" y="10269"/>
                      <a:pt x="16811" y="10289"/>
                    </a:cubicBezTo>
                    <a:cubicBezTo>
                      <a:pt x="16811" y="10264"/>
                      <a:pt x="16834" y="10249"/>
                      <a:pt x="16859" y="10249"/>
                    </a:cubicBezTo>
                    <a:cubicBezTo>
                      <a:pt x="16868" y="10249"/>
                      <a:pt x="16877" y="10251"/>
                      <a:pt x="16886" y="10255"/>
                    </a:cubicBezTo>
                    <a:cubicBezTo>
                      <a:pt x="16878" y="10222"/>
                      <a:pt x="16869" y="10197"/>
                      <a:pt x="16853" y="10164"/>
                    </a:cubicBezTo>
                    <a:cubicBezTo>
                      <a:pt x="16803" y="9974"/>
                      <a:pt x="16737" y="9783"/>
                      <a:pt x="16679" y="9601"/>
                    </a:cubicBezTo>
                    <a:cubicBezTo>
                      <a:pt x="16664" y="9555"/>
                      <a:pt x="16697" y="9517"/>
                      <a:pt x="16734" y="9517"/>
                    </a:cubicBezTo>
                    <a:cubicBezTo>
                      <a:pt x="16738" y="9517"/>
                      <a:pt x="16742" y="9517"/>
                      <a:pt x="16745" y="9518"/>
                    </a:cubicBezTo>
                    <a:cubicBezTo>
                      <a:pt x="16704" y="9410"/>
                      <a:pt x="16646" y="9303"/>
                      <a:pt x="16579" y="9203"/>
                    </a:cubicBezTo>
                    <a:cubicBezTo>
                      <a:pt x="16405" y="8913"/>
                      <a:pt x="16173" y="8665"/>
                      <a:pt x="15958" y="8400"/>
                    </a:cubicBezTo>
                    <a:cubicBezTo>
                      <a:pt x="15950" y="8400"/>
                      <a:pt x="15950" y="8391"/>
                      <a:pt x="15950" y="8383"/>
                    </a:cubicBezTo>
                    <a:cubicBezTo>
                      <a:pt x="15941" y="8366"/>
                      <a:pt x="15933" y="8358"/>
                      <a:pt x="15933" y="8342"/>
                    </a:cubicBezTo>
                    <a:cubicBezTo>
                      <a:pt x="15933" y="8333"/>
                      <a:pt x="15925" y="8325"/>
                      <a:pt x="15917" y="8325"/>
                    </a:cubicBezTo>
                    <a:cubicBezTo>
                      <a:pt x="15892" y="8292"/>
                      <a:pt x="15867" y="8259"/>
                      <a:pt x="15842" y="8234"/>
                    </a:cubicBezTo>
                    <a:cubicBezTo>
                      <a:pt x="15842" y="8240"/>
                      <a:pt x="15837" y="8253"/>
                      <a:pt x="15826" y="8253"/>
                    </a:cubicBezTo>
                    <a:cubicBezTo>
                      <a:pt x="15823" y="8253"/>
                      <a:pt x="15820" y="8252"/>
                      <a:pt x="15817" y="8250"/>
                    </a:cubicBezTo>
                    <a:cubicBezTo>
                      <a:pt x="15801" y="8250"/>
                      <a:pt x="15792" y="8242"/>
                      <a:pt x="15801" y="8226"/>
                    </a:cubicBezTo>
                    <a:cubicBezTo>
                      <a:pt x="15801" y="8209"/>
                      <a:pt x="15801" y="8201"/>
                      <a:pt x="15801" y="8184"/>
                    </a:cubicBezTo>
                    <a:cubicBezTo>
                      <a:pt x="15776" y="8159"/>
                      <a:pt x="15759" y="8134"/>
                      <a:pt x="15734" y="8101"/>
                    </a:cubicBezTo>
                    <a:cubicBezTo>
                      <a:pt x="15718" y="8101"/>
                      <a:pt x="15718" y="8093"/>
                      <a:pt x="15709" y="8076"/>
                    </a:cubicBezTo>
                    <a:lnTo>
                      <a:pt x="15643" y="8002"/>
                    </a:lnTo>
                    <a:cubicBezTo>
                      <a:pt x="15560" y="7902"/>
                      <a:pt x="15436" y="7786"/>
                      <a:pt x="15403" y="7654"/>
                    </a:cubicBezTo>
                    <a:cubicBezTo>
                      <a:pt x="15396" y="7620"/>
                      <a:pt x="15428" y="7591"/>
                      <a:pt x="15458" y="7591"/>
                    </a:cubicBezTo>
                    <a:cubicBezTo>
                      <a:pt x="15465" y="7591"/>
                      <a:pt x="15471" y="7593"/>
                      <a:pt x="15477" y="7596"/>
                    </a:cubicBezTo>
                    <a:cubicBezTo>
                      <a:pt x="15602" y="7646"/>
                      <a:pt x="15701" y="7795"/>
                      <a:pt x="15784" y="7894"/>
                    </a:cubicBezTo>
                    <a:cubicBezTo>
                      <a:pt x="15792" y="7902"/>
                      <a:pt x="15792" y="7911"/>
                      <a:pt x="15801" y="7919"/>
                    </a:cubicBezTo>
                    <a:cubicBezTo>
                      <a:pt x="15784" y="7844"/>
                      <a:pt x="15759" y="7770"/>
                      <a:pt x="15726" y="7704"/>
                    </a:cubicBezTo>
                    <a:cubicBezTo>
                      <a:pt x="15685" y="7604"/>
                      <a:pt x="15627" y="7513"/>
                      <a:pt x="15569" y="7430"/>
                    </a:cubicBezTo>
                    <a:cubicBezTo>
                      <a:pt x="15519" y="7347"/>
                      <a:pt x="15436" y="7256"/>
                      <a:pt x="15444" y="7157"/>
                    </a:cubicBezTo>
                    <a:cubicBezTo>
                      <a:pt x="15444" y="7142"/>
                      <a:pt x="15457" y="7122"/>
                      <a:pt x="15476" y="7122"/>
                    </a:cubicBezTo>
                    <a:cubicBezTo>
                      <a:pt x="15479" y="7122"/>
                      <a:pt x="15482" y="7122"/>
                      <a:pt x="15486" y="7124"/>
                    </a:cubicBezTo>
                    <a:cubicBezTo>
                      <a:pt x="15535" y="7140"/>
                      <a:pt x="15577" y="7173"/>
                      <a:pt x="15610" y="7215"/>
                    </a:cubicBezTo>
                    <a:cubicBezTo>
                      <a:pt x="15602" y="7198"/>
                      <a:pt x="15602" y="7182"/>
                      <a:pt x="15593" y="7165"/>
                    </a:cubicBezTo>
                    <a:cubicBezTo>
                      <a:pt x="15544" y="6991"/>
                      <a:pt x="15477" y="6825"/>
                      <a:pt x="15411" y="6651"/>
                    </a:cubicBezTo>
                    <a:cubicBezTo>
                      <a:pt x="15395" y="6610"/>
                      <a:pt x="15378" y="6568"/>
                      <a:pt x="15361" y="6519"/>
                    </a:cubicBezTo>
                    <a:lnTo>
                      <a:pt x="15353" y="6510"/>
                    </a:lnTo>
                    <a:cubicBezTo>
                      <a:pt x="15320" y="6469"/>
                      <a:pt x="15270" y="6436"/>
                      <a:pt x="15245" y="6386"/>
                    </a:cubicBezTo>
                    <a:cubicBezTo>
                      <a:pt x="15216" y="6350"/>
                      <a:pt x="15245" y="6300"/>
                      <a:pt x="15286" y="6300"/>
                    </a:cubicBezTo>
                    <a:cubicBezTo>
                      <a:pt x="15292" y="6300"/>
                      <a:pt x="15297" y="6301"/>
                      <a:pt x="15303" y="6303"/>
                    </a:cubicBezTo>
                    <a:cubicBezTo>
                      <a:pt x="15312" y="6312"/>
                      <a:pt x="15312" y="6312"/>
                      <a:pt x="15320" y="6312"/>
                    </a:cubicBezTo>
                    <a:cubicBezTo>
                      <a:pt x="15312" y="6278"/>
                      <a:pt x="15312" y="6245"/>
                      <a:pt x="15303" y="6204"/>
                    </a:cubicBezTo>
                    <a:cubicBezTo>
                      <a:pt x="15287" y="6196"/>
                      <a:pt x="15279" y="6179"/>
                      <a:pt x="15279" y="6154"/>
                    </a:cubicBezTo>
                    <a:cubicBezTo>
                      <a:pt x="15279" y="6055"/>
                      <a:pt x="15279" y="5955"/>
                      <a:pt x="15279" y="5856"/>
                    </a:cubicBezTo>
                    <a:cubicBezTo>
                      <a:pt x="15270" y="5814"/>
                      <a:pt x="15262" y="5773"/>
                      <a:pt x="15245" y="5732"/>
                    </a:cubicBezTo>
                    <a:cubicBezTo>
                      <a:pt x="15237" y="5707"/>
                      <a:pt x="15270" y="5698"/>
                      <a:pt x="15287" y="5698"/>
                    </a:cubicBezTo>
                    <a:cubicBezTo>
                      <a:pt x="15287" y="5549"/>
                      <a:pt x="15287" y="5400"/>
                      <a:pt x="15270" y="5259"/>
                    </a:cubicBezTo>
                    <a:cubicBezTo>
                      <a:pt x="15245" y="4961"/>
                      <a:pt x="15212" y="4679"/>
                      <a:pt x="15146" y="4389"/>
                    </a:cubicBezTo>
                    <a:cubicBezTo>
                      <a:pt x="15080" y="4108"/>
                      <a:pt x="14989" y="3826"/>
                      <a:pt x="14873" y="3553"/>
                    </a:cubicBezTo>
                    <a:cubicBezTo>
                      <a:pt x="14815" y="3420"/>
                      <a:pt x="14757" y="3287"/>
                      <a:pt x="14690" y="3163"/>
                    </a:cubicBezTo>
                    <a:cubicBezTo>
                      <a:pt x="14624" y="3039"/>
                      <a:pt x="14541" y="2915"/>
                      <a:pt x="14500" y="2774"/>
                    </a:cubicBezTo>
                    <a:lnTo>
                      <a:pt x="14500" y="2782"/>
                    </a:lnTo>
                    <a:cubicBezTo>
                      <a:pt x="14500" y="2815"/>
                      <a:pt x="14483" y="2832"/>
                      <a:pt x="14458" y="2840"/>
                    </a:cubicBezTo>
                    <a:cubicBezTo>
                      <a:pt x="14450" y="2843"/>
                      <a:pt x="14441" y="2845"/>
                      <a:pt x="14432" y="2845"/>
                    </a:cubicBezTo>
                    <a:cubicBezTo>
                      <a:pt x="14414" y="2845"/>
                      <a:pt x="14398" y="2837"/>
                      <a:pt x="14392" y="2815"/>
                    </a:cubicBezTo>
                    <a:cubicBezTo>
                      <a:pt x="14259" y="2492"/>
                      <a:pt x="14127" y="2169"/>
                      <a:pt x="13994" y="1846"/>
                    </a:cubicBezTo>
                    <a:cubicBezTo>
                      <a:pt x="13754" y="1291"/>
                      <a:pt x="13530" y="727"/>
                      <a:pt x="13273" y="172"/>
                    </a:cubicBezTo>
                    <a:cubicBezTo>
                      <a:pt x="13227" y="78"/>
                      <a:pt x="13169" y="1"/>
                      <a:pt x="130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4" name="Google Shape;5674;p17"/>
              <p:cNvSpPr/>
              <p:nvPr/>
            </p:nvSpPr>
            <p:spPr>
              <a:xfrm>
                <a:off x="2678200" y="4609150"/>
                <a:ext cx="7350" cy="22675"/>
              </a:xfrm>
              <a:custGeom>
                <a:rect b="b" l="l" r="r" t="t"/>
                <a:pathLst>
                  <a:path extrusionOk="0" h="907" w="294">
                    <a:moveTo>
                      <a:pt x="231" y="0"/>
                    </a:moveTo>
                    <a:cubicBezTo>
                      <a:pt x="218" y="0"/>
                      <a:pt x="206" y="6"/>
                      <a:pt x="199" y="21"/>
                    </a:cubicBezTo>
                    <a:cubicBezTo>
                      <a:pt x="116" y="145"/>
                      <a:pt x="58" y="286"/>
                      <a:pt x="25" y="435"/>
                    </a:cubicBezTo>
                    <a:cubicBezTo>
                      <a:pt x="8" y="501"/>
                      <a:pt x="0" y="576"/>
                      <a:pt x="0" y="651"/>
                    </a:cubicBezTo>
                    <a:cubicBezTo>
                      <a:pt x="0" y="725"/>
                      <a:pt x="17" y="808"/>
                      <a:pt x="42" y="883"/>
                    </a:cubicBezTo>
                    <a:cubicBezTo>
                      <a:pt x="48" y="899"/>
                      <a:pt x="63" y="907"/>
                      <a:pt x="78" y="907"/>
                    </a:cubicBezTo>
                    <a:cubicBezTo>
                      <a:pt x="101" y="907"/>
                      <a:pt x="124" y="891"/>
                      <a:pt x="124" y="866"/>
                    </a:cubicBezTo>
                    <a:cubicBezTo>
                      <a:pt x="133" y="800"/>
                      <a:pt x="149" y="733"/>
                      <a:pt x="158" y="667"/>
                    </a:cubicBezTo>
                    <a:cubicBezTo>
                      <a:pt x="158" y="601"/>
                      <a:pt x="166" y="526"/>
                      <a:pt x="174" y="460"/>
                    </a:cubicBezTo>
                    <a:cubicBezTo>
                      <a:pt x="191" y="327"/>
                      <a:pt x="224" y="187"/>
                      <a:pt x="282" y="62"/>
                    </a:cubicBezTo>
                    <a:cubicBezTo>
                      <a:pt x="293" y="33"/>
                      <a:pt x="260" y="0"/>
                      <a:pt x="2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5" name="Google Shape;5675;p17"/>
              <p:cNvSpPr/>
              <p:nvPr/>
            </p:nvSpPr>
            <p:spPr>
              <a:xfrm>
                <a:off x="2684400" y="4630100"/>
                <a:ext cx="2525" cy="8625"/>
              </a:xfrm>
              <a:custGeom>
                <a:rect b="b" l="l" r="r" t="t"/>
                <a:pathLst>
                  <a:path extrusionOk="0" h="345" w="101">
                    <a:moveTo>
                      <a:pt x="51" y="1"/>
                    </a:moveTo>
                    <a:cubicBezTo>
                      <a:pt x="48" y="1"/>
                      <a:pt x="45" y="2"/>
                      <a:pt x="42" y="3"/>
                    </a:cubicBezTo>
                    <a:cubicBezTo>
                      <a:pt x="17" y="3"/>
                      <a:pt x="1" y="28"/>
                      <a:pt x="1" y="45"/>
                    </a:cubicBezTo>
                    <a:cubicBezTo>
                      <a:pt x="9" y="94"/>
                      <a:pt x="9" y="144"/>
                      <a:pt x="9" y="194"/>
                    </a:cubicBezTo>
                    <a:cubicBezTo>
                      <a:pt x="9" y="210"/>
                      <a:pt x="17" y="235"/>
                      <a:pt x="17" y="260"/>
                    </a:cubicBezTo>
                    <a:cubicBezTo>
                      <a:pt x="17" y="268"/>
                      <a:pt x="26" y="285"/>
                      <a:pt x="26" y="293"/>
                    </a:cubicBezTo>
                    <a:cubicBezTo>
                      <a:pt x="26" y="310"/>
                      <a:pt x="34" y="318"/>
                      <a:pt x="42" y="335"/>
                    </a:cubicBezTo>
                    <a:cubicBezTo>
                      <a:pt x="52" y="339"/>
                      <a:pt x="61" y="344"/>
                      <a:pt x="71" y="344"/>
                    </a:cubicBezTo>
                    <a:cubicBezTo>
                      <a:pt x="78" y="344"/>
                      <a:pt x="85" y="342"/>
                      <a:pt x="92" y="335"/>
                    </a:cubicBezTo>
                    <a:cubicBezTo>
                      <a:pt x="92" y="318"/>
                      <a:pt x="100" y="310"/>
                      <a:pt x="100" y="293"/>
                    </a:cubicBezTo>
                    <a:lnTo>
                      <a:pt x="100" y="260"/>
                    </a:lnTo>
                    <a:cubicBezTo>
                      <a:pt x="100" y="235"/>
                      <a:pt x="100" y="210"/>
                      <a:pt x="100" y="185"/>
                    </a:cubicBezTo>
                    <a:lnTo>
                      <a:pt x="84" y="36"/>
                    </a:lnTo>
                    <a:cubicBezTo>
                      <a:pt x="84" y="16"/>
                      <a:pt x="67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6" name="Google Shape;5676;p17"/>
              <p:cNvSpPr/>
              <p:nvPr/>
            </p:nvSpPr>
            <p:spPr>
              <a:xfrm>
                <a:off x="2678400" y="4586100"/>
                <a:ext cx="4175" cy="11375"/>
              </a:xfrm>
              <a:custGeom>
                <a:rect b="b" l="l" r="r" t="t"/>
                <a:pathLst>
                  <a:path extrusionOk="0" h="455" w="167">
                    <a:moveTo>
                      <a:pt x="130" y="0"/>
                    </a:moveTo>
                    <a:cubicBezTo>
                      <a:pt x="118" y="0"/>
                      <a:pt x="106" y="5"/>
                      <a:pt x="100" y="15"/>
                    </a:cubicBezTo>
                    <a:cubicBezTo>
                      <a:pt x="83" y="40"/>
                      <a:pt x="67" y="73"/>
                      <a:pt x="58" y="98"/>
                    </a:cubicBezTo>
                    <a:cubicBezTo>
                      <a:pt x="50" y="114"/>
                      <a:pt x="50" y="131"/>
                      <a:pt x="42" y="147"/>
                    </a:cubicBezTo>
                    <a:cubicBezTo>
                      <a:pt x="42" y="164"/>
                      <a:pt x="25" y="172"/>
                      <a:pt x="25" y="197"/>
                    </a:cubicBezTo>
                    <a:cubicBezTo>
                      <a:pt x="9" y="255"/>
                      <a:pt x="9" y="321"/>
                      <a:pt x="0" y="379"/>
                    </a:cubicBezTo>
                    <a:cubicBezTo>
                      <a:pt x="0" y="413"/>
                      <a:pt x="25" y="446"/>
                      <a:pt x="58" y="454"/>
                    </a:cubicBezTo>
                    <a:cubicBezTo>
                      <a:pt x="92" y="454"/>
                      <a:pt x="125" y="429"/>
                      <a:pt x="133" y="396"/>
                    </a:cubicBezTo>
                    <a:cubicBezTo>
                      <a:pt x="133" y="338"/>
                      <a:pt x="141" y="272"/>
                      <a:pt x="150" y="214"/>
                    </a:cubicBezTo>
                    <a:cubicBezTo>
                      <a:pt x="150" y="205"/>
                      <a:pt x="150" y="189"/>
                      <a:pt x="150" y="181"/>
                    </a:cubicBezTo>
                    <a:cubicBezTo>
                      <a:pt x="150" y="172"/>
                      <a:pt x="150" y="172"/>
                      <a:pt x="150" y="172"/>
                    </a:cubicBezTo>
                    <a:cubicBezTo>
                      <a:pt x="158" y="156"/>
                      <a:pt x="158" y="139"/>
                      <a:pt x="158" y="123"/>
                    </a:cubicBezTo>
                    <a:cubicBezTo>
                      <a:pt x="166" y="98"/>
                      <a:pt x="166" y="65"/>
                      <a:pt x="166" y="31"/>
                    </a:cubicBezTo>
                    <a:cubicBezTo>
                      <a:pt x="166" y="11"/>
                      <a:pt x="148" y="0"/>
                      <a:pt x="1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7" name="Google Shape;5677;p17"/>
              <p:cNvSpPr/>
              <p:nvPr/>
            </p:nvSpPr>
            <p:spPr>
              <a:xfrm>
                <a:off x="2684000" y="4654975"/>
                <a:ext cx="7050" cy="15175"/>
              </a:xfrm>
              <a:custGeom>
                <a:rect b="b" l="l" r="r" t="t"/>
                <a:pathLst>
                  <a:path extrusionOk="0" h="607" w="282">
                    <a:moveTo>
                      <a:pt x="76" y="1"/>
                    </a:moveTo>
                    <a:cubicBezTo>
                      <a:pt x="44" y="1"/>
                      <a:pt x="8" y="24"/>
                      <a:pt x="8" y="60"/>
                    </a:cubicBezTo>
                    <a:cubicBezTo>
                      <a:pt x="0" y="94"/>
                      <a:pt x="0" y="118"/>
                      <a:pt x="17" y="152"/>
                    </a:cubicBezTo>
                    <a:cubicBezTo>
                      <a:pt x="25" y="168"/>
                      <a:pt x="33" y="185"/>
                      <a:pt x="42" y="210"/>
                    </a:cubicBezTo>
                    <a:cubicBezTo>
                      <a:pt x="58" y="251"/>
                      <a:pt x="66" y="292"/>
                      <a:pt x="83" y="334"/>
                    </a:cubicBezTo>
                    <a:cubicBezTo>
                      <a:pt x="100" y="375"/>
                      <a:pt x="116" y="417"/>
                      <a:pt x="133" y="458"/>
                    </a:cubicBezTo>
                    <a:cubicBezTo>
                      <a:pt x="141" y="508"/>
                      <a:pt x="158" y="549"/>
                      <a:pt x="191" y="591"/>
                    </a:cubicBezTo>
                    <a:cubicBezTo>
                      <a:pt x="199" y="602"/>
                      <a:pt x="210" y="607"/>
                      <a:pt x="220" y="607"/>
                    </a:cubicBezTo>
                    <a:cubicBezTo>
                      <a:pt x="240" y="607"/>
                      <a:pt x="260" y="590"/>
                      <a:pt x="265" y="574"/>
                    </a:cubicBezTo>
                    <a:cubicBezTo>
                      <a:pt x="282" y="524"/>
                      <a:pt x="273" y="475"/>
                      <a:pt x="265" y="425"/>
                    </a:cubicBezTo>
                    <a:cubicBezTo>
                      <a:pt x="257" y="375"/>
                      <a:pt x="240" y="334"/>
                      <a:pt x="232" y="292"/>
                    </a:cubicBezTo>
                    <a:cubicBezTo>
                      <a:pt x="224" y="243"/>
                      <a:pt x="207" y="201"/>
                      <a:pt x="191" y="160"/>
                    </a:cubicBezTo>
                    <a:cubicBezTo>
                      <a:pt x="191" y="135"/>
                      <a:pt x="182" y="118"/>
                      <a:pt x="174" y="94"/>
                    </a:cubicBezTo>
                    <a:cubicBezTo>
                      <a:pt x="158" y="60"/>
                      <a:pt x="141" y="36"/>
                      <a:pt x="108" y="11"/>
                    </a:cubicBezTo>
                    <a:cubicBezTo>
                      <a:pt x="99" y="4"/>
                      <a:pt x="88" y="1"/>
                      <a:pt x="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8" name="Google Shape;5678;p17"/>
              <p:cNvSpPr/>
              <p:nvPr/>
            </p:nvSpPr>
            <p:spPr>
              <a:xfrm>
                <a:off x="2682950" y="4529650"/>
                <a:ext cx="5425" cy="15000"/>
              </a:xfrm>
              <a:custGeom>
                <a:rect b="b" l="l" r="r" t="t"/>
                <a:pathLst>
                  <a:path extrusionOk="0" h="600" w="217">
                    <a:moveTo>
                      <a:pt x="174" y="1"/>
                    </a:moveTo>
                    <a:cubicBezTo>
                      <a:pt x="166" y="1"/>
                      <a:pt x="157" y="4"/>
                      <a:pt x="150" y="11"/>
                    </a:cubicBezTo>
                    <a:cubicBezTo>
                      <a:pt x="92" y="86"/>
                      <a:pt x="67" y="177"/>
                      <a:pt x="50" y="268"/>
                    </a:cubicBezTo>
                    <a:cubicBezTo>
                      <a:pt x="26" y="359"/>
                      <a:pt x="9" y="458"/>
                      <a:pt x="1" y="550"/>
                    </a:cubicBezTo>
                    <a:cubicBezTo>
                      <a:pt x="1" y="574"/>
                      <a:pt x="26" y="599"/>
                      <a:pt x="59" y="599"/>
                    </a:cubicBezTo>
                    <a:cubicBezTo>
                      <a:pt x="84" y="599"/>
                      <a:pt x="100" y="574"/>
                      <a:pt x="108" y="550"/>
                    </a:cubicBezTo>
                    <a:cubicBezTo>
                      <a:pt x="117" y="467"/>
                      <a:pt x="133" y="376"/>
                      <a:pt x="158" y="293"/>
                    </a:cubicBezTo>
                    <a:cubicBezTo>
                      <a:pt x="166" y="251"/>
                      <a:pt x="183" y="210"/>
                      <a:pt x="191" y="168"/>
                    </a:cubicBezTo>
                    <a:cubicBezTo>
                      <a:pt x="200" y="127"/>
                      <a:pt x="208" y="77"/>
                      <a:pt x="216" y="36"/>
                    </a:cubicBezTo>
                    <a:cubicBezTo>
                      <a:pt x="216" y="18"/>
                      <a:pt x="195" y="1"/>
                      <a:pt x="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9" name="Google Shape;5679;p17"/>
              <p:cNvSpPr/>
              <p:nvPr/>
            </p:nvSpPr>
            <p:spPr>
              <a:xfrm>
                <a:off x="2690000" y="4537875"/>
                <a:ext cx="1875" cy="9250"/>
              </a:xfrm>
              <a:custGeom>
                <a:rect b="b" l="l" r="r" t="t"/>
                <a:pathLst>
                  <a:path extrusionOk="0" h="370" w="75">
                    <a:moveTo>
                      <a:pt x="61" y="1"/>
                    </a:moveTo>
                    <a:cubicBezTo>
                      <a:pt x="54" y="1"/>
                      <a:pt x="46" y="5"/>
                      <a:pt x="42" y="13"/>
                    </a:cubicBezTo>
                    <a:cubicBezTo>
                      <a:pt x="9" y="121"/>
                      <a:pt x="0" y="229"/>
                      <a:pt x="9" y="345"/>
                    </a:cubicBezTo>
                    <a:cubicBezTo>
                      <a:pt x="9" y="361"/>
                      <a:pt x="23" y="370"/>
                      <a:pt x="38" y="370"/>
                    </a:cubicBezTo>
                    <a:cubicBezTo>
                      <a:pt x="52" y="370"/>
                      <a:pt x="67" y="361"/>
                      <a:pt x="67" y="345"/>
                    </a:cubicBezTo>
                    <a:cubicBezTo>
                      <a:pt x="58" y="237"/>
                      <a:pt x="67" y="121"/>
                      <a:pt x="75" y="13"/>
                    </a:cubicBezTo>
                    <a:cubicBezTo>
                      <a:pt x="75" y="5"/>
                      <a:pt x="69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0" name="Google Shape;5680;p17"/>
              <p:cNvSpPr/>
              <p:nvPr/>
            </p:nvSpPr>
            <p:spPr>
              <a:xfrm>
                <a:off x="2856325" y="3975225"/>
                <a:ext cx="8975" cy="33250"/>
              </a:xfrm>
              <a:custGeom>
                <a:rect b="b" l="l" r="r" t="t"/>
                <a:pathLst>
                  <a:path extrusionOk="0" h="1330" w="359">
                    <a:moveTo>
                      <a:pt x="253" y="0"/>
                    </a:moveTo>
                    <a:cubicBezTo>
                      <a:pt x="233" y="0"/>
                      <a:pt x="214" y="10"/>
                      <a:pt x="208" y="33"/>
                    </a:cubicBezTo>
                    <a:cubicBezTo>
                      <a:pt x="166" y="165"/>
                      <a:pt x="125" y="306"/>
                      <a:pt x="92" y="439"/>
                    </a:cubicBezTo>
                    <a:cubicBezTo>
                      <a:pt x="59" y="571"/>
                      <a:pt x="25" y="712"/>
                      <a:pt x="25" y="845"/>
                    </a:cubicBezTo>
                    <a:cubicBezTo>
                      <a:pt x="25" y="872"/>
                      <a:pt x="43" y="888"/>
                      <a:pt x="63" y="888"/>
                    </a:cubicBezTo>
                    <a:cubicBezTo>
                      <a:pt x="67" y="888"/>
                      <a:pt x="71" y="887"/>
                      <a:pt x="75" y="886"/>
                    </a:cubicBezTo>
                    <a:lnTo>
                      <a:pt x="75" y="886"/>
                    </a:lnTo>
                    <a:cubicBezTo>
                      <a:pt x="67" y="936"/>
                      <a:pt x="50" y="977"/>
                      <a:pt x="42" y="1027"/>
                    </a:cubicBezTo>
                    <a:cubicBezTo>
                      <a:pt x="25" y="1110"/>
                      <a:pt x="1" y="1209"/>
                      <a:pt x="9" y="1300"/>
                    </a:cubicBezTo>
                    <a:cubicBezTo>
                      <a:pt x="14" y="1316"/>
                      <a:pt x="30" y="1329"/>
                      <a:pt x="45" y="1329"/>
                    </a:cubicBezTo>
                    <a:cubicBezTo>
                      <a:pt x="53" y="1329"/>
                      <a:pt x="61" y="1326"/>
                      <a:pt x="67" y="1317"/>
                    </a:cubicBezTo>
                    <a:cubicBezTo>
                      <a:pt x="100" y="1234"/>
                      <a:pt x="117" y="1143"/>
                      <a:pt x="141" y="1052"/>
                    </a:cubicBezTo>
                    <a:cubicBezTo>
                      <a:pt x="158" y="961"/>
                      <a:pt x="175" y="869"/>
                      <a:pt x="199" y="787"/>
                    </a:cubicBezTo>
                    <a:cubicBezTo>
                      <a:pt x="241" y="604"/>
                      <a:pt x="299" y="422"/>
                      <a:pt x="349" y="240"/>
                    </a:cubicBezTo>
                    <a:cubicBezTo>
                      <a:pt x="358" y="215"/>
                      <a:pt x="339" y="199"/>
                      <a:pt x="318" y="199"/>
                    </a:cubicBezTo>
                    <a:cubicBezTo>
                      <a:pt x="304" y="199"/>
                      <a:pt x="289" y="206"/>
                      <a:pt x="282" y="223"/>
                    </a:cubicBezTo>
                    <a:cubicBezTo>
                      <a:pt x="257" y="298"/>
                      <a:pt x="233" y="364"/>
                      <a:pt x="208" y="439"/>
                    </a:cubicBezTo>
                    <a:cubicBezTo>
                      <a:pt x="233" y="314"/>
                      <a:pt x="266" y="182"/>
                      <a:pt x="307" y="66"/>
                    </a:cubicBezTo>
                    <a:cubicBezTo>
                      <a:pt x="317" y="25"/>
                      <a:pt x="284" y="0"/>
                      <a:pt x="2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1" name="Google Shape;5681;p17"/>
              <p:cNvSpPr/>
              <p:nvPr/>
            </p:nvSpPr>
            <p:spPr>
              <a:xfrm>
                <a:off x="2780100" y="3954350"/>
                <a:ext cx="200750" cy="189450"/>
              </a:xfrm>
              <a:custGeom>
                <a:rect b="b" l="l" r="r" t="t"/>
                <a:pathLst>
                  <a:path extrusionOk="0" h="7578" w="8030">
                    <a:moveTo>
                      <a:pt x="6737" y="6775"/>
                    </a:moveTo>
                    <a:cubicBezTo>
                      <a:pt x="6737" y="6783"/>
                      <a:pt x="6728" y="6792"/>
                      <a:pt x="6728" y="6800"/>
                    </a:cubicBezTo>
                    <a:cubicBezTo>
                      <a:pt x="6687" y="6833"/>
                      <a:pt x="6654" y="6858"/>
                      <a:pt x="6612" y="6866"/>
                    </a:cubicBezTo>
                    <a:cubicBezTo>
                      <a:pt x="6612" y="6858"/>
                      <a:pt x="6621" y="6850"/>
                      <a:pt x="6629" y="6841"/>
                    </a:cubicBezTo>
                    <a:cubicBezTo>
                      <a:pt x="6662" y="6825"/>
                      <a:pt x="6704" y="6800"/>
                      <a:pt x="6737" y="6775"/>
                    </a:cubicBezTo>
                    <a:close/>
                    <a:moveTo>
                      <a:pt x="3519" y="1"/>
                    </a:moveTo>
                    <a:cubicBezTo>
                      <a:pt x="3509" y="1"/>
                      <a:pt x="3498" y="5"/>
                      <a:pt x="3489" y="14"/>
                    </a:cubicBezTo>
                    <a:cubicBezTo>
                      <a:pt x="3431" y="72"/>
                      <a:pt x="3381" y="138"/>
                      <a:pt x="3331" y="205"/>
                    </a:cubicBezTo>
                    <a:cubicBezTo>
                      <a:pt x="3290" y="221"/>
                      <a:pt x="3248" y="246"/>
                      <a:pt x="3207" y="279"/>
                    </a:cubicBezTo>
                    <a:cubicBezTo>
                      <a:pt x="3215" y="263"/>
                      <a:pt x="3224" y="238"/>
                      <a:pt x="3232" y="221"/>
                    </a:cubicBezTo>
                    <a:cubicBezTo>
                      <a:pt x="3238" y="191"/>
                      <a:pt x="3218" y="170"/>
                      <a:pt x="3197" y="170"/>
                    </a:cubicBezTo>
                    <a:cubicBezTo>
                      <a:pt x="3189" y="170"/>
                      <a:pt x="3181" y="173"/>
                      <a:pt x="3174" y="180"/>
                    </a:cubicBezTo>
                    <a:cubicBezTo>
                      <a:pt x="3124" y="221"/>
                      <a:pt x="3091" y="279"/>
                      <a:pt x="3066" y="329"/>
                    </a:cubicBezTo>
                    <a:cubicBezTo>
                      <a:pt x="3050" y="346"/>
                      <a:pt x="3041" y="370"/>
                      <a:pt x="3025" y="395"/>
                    </a:cubicBezTo>
                    <a:cubicBezTo>
                      <a:pt x="2925" y="462"/>
                      <a:pt x="2842" y="544"/>
                      <a:pt x="2768" y="644"/>
                    </a:cubicBezTo>
                    <a:cubicBezTo>
                      <a:pt x="2760" y="652"/>
                      <a:pt x="2751" y="669"/>
                      <a:pt x="2743" y="677"/>
                    </a:cubicBezTo>
                    <a:lnTo>
                      <a:pt x="2743" y="660"/>
                    </a:lnTo>
                    <a:cubicBezTo>
                      <a:pt x="2760" y="627"/>
                      <a:pt x="2731" y="593"/>
                      <a:pt x="2703" y="593"/>
                    </a:cubicBezTo>
                    <a:cubicBezTo>
                      <a:pt x="2690" y="593"/>
                      <a:pt x="2676" y="600"/>
                      <a:pt x="2668" y="619"/>
                    </a:cubicBezTo>
                    <a:cubicBezTo>
                      <a:pt x="2586" y="760"/>
                      <a:pt x="2528" y="909"/>
                      <a:pt x="2486" y="1066"/>
                    </a:cubicBezTo>
                    <a:cubicBezTo>
                      <a:pt x="2470" y="1149"/>
                      <a:pt x="2453" y="1232"/>
                      <a:pt x="2453" y="1315"/>
                    </a:cubicBezTo>
                    <a:cubicBezTo>
                      <a:pt x="2453" y="1323"/>
                      <a:pt x="2445" y="1340"/>
                      <a:pt x="2445" y="1356"/>
                    </a:cubicBezTo>
                    <a:cubicBezTo>
                      <a:pt x="2387" y="1622"/>
                      <a:pt x="2387" y="1903"/>
                      <a:pt x="2395" y="2177"/>
                    </a:cubicBezTo>
                    <a:cubicBezTo>
                      <a:pt x="2403" y="2450"/>
                      <a:pt x="2428" y="2740"/>
                      <a:pt x="2312" y="2989"/>
                    </a:cubicBezTo>
                    <a:cubicBezTo>
                      <a:pt x="2204" y="3221"/>
                      <a:pt x="1972" y="3353"/>
                      <a:pt x="1782" y="3511"/>
                    </a:cubicBezTo>
                    <a:cubicBezTo>
                      <a:pt x="1583" y="3676"/>
                      <a:pt x="1409" y="3867"/>
                      <a:pt x="1252" y="4066"/>
                    </a:cubicBezTo>
                    <a:cubicBezTo>
                      <a:pt x="1086" y="4265"/>
                      <a:pt x="937" y="4472"/>
                      <a:pt x="771" y="4671"/>
                    </a:cubicBezTo>
                    <a:cubicBezTo>
                      <a:pt x="697" y="4770"/>
                      <a:pt x="605" y="4861"/>
                      <a:pt x="523" y="4952"/>
                    </a:cubicBezTo>
                    <a:cubicBezTo>
                      <a:pt x="423" y="5043"/>
                      <a:pt x="315" y="5118"/>
                      <a:pt x="224" y="5217"/>
                    </a:cubicBezTo>
                    <a:cubicBezTo>
                      <a:pt x="1" y="5449"/>
                      <a:pt x="125" y="5756"/>
                      <a:pt x="233" y="6013"/>
                    </a:cubicBezTo>
                    <a:cubicBezTo>
                      <a:pt x="299" y="6154"/>
                      <a:pt x="373" y="6295"/>
                      <a:pt x="481" y="6402"/>
                    </a:cubicBezTo>
                    <a:cubicBezTo>
                      <a:pt x="481" y="6402"/>
                      <a:pt x="481" y="6411"/>
                      <a:pt x="481" y="6411"/>
                    </a:cubicBezTo>
                    <a:cubicBezTo>
                      <a:pt x="564" y="6709"/>
                      <a:pt x="688" y="7073"/>
                      <a:pt x="1028" y="7148"/>
                    </a:cubicBezTo>
                    <a:cubicBezTo>
                      <a:pt x="1061" y="7156"/>
                      <a:pt x="1103" y="7165"/>
                      <a:pt x="1136" y="7165"/>
                    </a:cubicBezTo>
                    <a:cubicBezTo>
                      <a:pt x="1161" y="7165"/>
                      <a:pt x="1202" y="7165"/>
                      <a:pt x="1219" y="7173"/>
                    </a:cubicBezTo>
                    <a:cubicBezTo>
                      <a:pt x="1252" y="7189"/>
                      <a:pt x="1243" y="7239"/>
                      <a:pt x="1252" y="7264"/>
                    </a:cubicBezTo>
                    <a:cubicBezTo>
                      <a:pt x="1260" y="7305"/>
                      <a:pt x="1268" y="7347"/>
                      <a:pt x="1293" y="7380"/>
                    </a:cubicBezTo>
                    <a:cubicBezTo>
                      <a:pt x="1368" y="7488"/>
                      <a:pt x="1509" y="7529"/>
                      <a:pt x="1633" y="7546"/>
                    </a:cubicBezTo>
                    <a:cubicBezTo>
                      <a:pt x="1805" y="7569"/>
                      <a:pt x="1983" y="7578"/>
                      <a:pt x="2161" y="7578"/>
                    </a:cubicBezTo>
                    <a:cubicBezTo>
                      <a:pt x="2360" y="7578"/>
                      <a:pt x="2559" y="7567"/>
                      <a:pt x="2751" y="7554"/>
                    </a:cubicBezTo>
                    <a:cubicBezTo>
                      <a:pt x="3141" y="7529"/>
                      <a:pt x="3522" y="7479"/>
                      <a:pt x="3895" y="7397"/>
                    </a:cubicBezTo>
                    <a:cubicBezTo>
                      <a:pt x="4284" y="7305"/>
                      <a:pt x="4657" y="7181"/>
                      <a:pt x="5055" y="7181"/>
                    </a:cubicBezTo>
                    <a:cubicBezTo>
                      <a:pt x="5069" y="7186"/>
                      <a:pt x="5083" y="7191"/>
                      <a:pt x="5099" y="7191"/>
                    </a:cubicBezTo>
                    <a:cubicBezTo>
                      <a:pt x="5111" y="7191"/>
                      <a:pt x="5124" y="7188"/>
                      <a:pt x="5138" y="7181"/>
                    </a:cubicBezTo>
                    <a:lnTo>
                      <a:pt x="5179" y="7181"/>
                    </a:lnTo>
                    <a:cubicBezTo>
                      <a:pt x="5212" y="7181"/>
                      <a:pt x="5229" y="7173"/>
                      <a:pt x="5237" y="7148"/>
                    </a:cubicBezTo>
                    <a:cubicBezTo>
                      <a:pt x="5316" y="7164"/>
                      <a:pt x="5391" y="7170"/>
                      <a:pt x="5468" y="7170"/>
                    </a:cubicBezTo>
                    <a:cubicBezTo>
                      <a:pt x="5512" y="7170"/>
                      <a:pt x="5556" y="7168"/>
                      <a:pt x="5602" y="7165"/>
                    </a:cubicBezTo>
                    <a:lnTo>
                      <a:pt x="5602" y="7165"/>
                    </a:lnTo>
                    <a:cubicBezTo>
                      <a:pt x="5585" y="7214"/>
                      <a:pt x="5602" y="7281"/>
                      <a:pt x="5676" y="7281"/>
                    </a:cubicBezTo>
                    <a:cubicBezTo>
                      <a:pt x="5867" y="7272"/>
                      <a:pt x="6049" y="7198"/>
                      <a:pt x="6198" y="7082"/>
                    </a:cubicBezTo>
                    <a:cubicBezTo>
                      <a:pt x="6206" y="7073"/>
                      <a:pt x="6215" y="7065"/>
                      <a:pt x="6223" y="7057"/>
                    </a:cubicBezTo>
                    <a:cubicBezTo>
                      <a:pt x="6264" y="7049"/>
                      <a:pt x="6306" y="7032"/>
                      <a:pt x="6339" y="7024"/>
                    </a:cubicBezTo>
                    <a:lnTo>
                      <a:pt x="6430" y="7024"/>
                    </a:lnTo>
                    <a:cubicBezTo>
                      <a:pt x="6438" y="7028"/>
                      <a:pt x="6449" y="7030"/>
                      <a:pt x="6459" y="7030"/>
                    </a:cubicBezTo>
                    <a:cubicBezTo>
                      <a:pt x="6469" y="7030"/>
                      <a:pt x="6480" y="7028"/>
                      <a:pt x="6488" y="7024"/>
                    </a:cubicBezTo>
                    <a:cubicBezTo>
                      <a:pt x="6554" y="7024"/>
                      <a:pt x="6629" y="7024"/>
                      <a:pt x="6687" y="6999"/>
                    </a:cubicBezTo>
                    <a:cubicBezTo>
                      <a:pt x="6745" y="6974"/>
                      <a:pt x="6795" y="6933"/>
                      <a:pt x="6836" y="6883"/>
                    </a:cubicBezTo>
                    <a:cubicBezTo>
                      <a:pt x="6844" y="6957"/>
                      <a:pt x="6869" y="7024"/>
                      <a:pt x="6911" y="7090"/>
                    </a:cubicBezTo>
                    <a:cubicBezTo>
                      <a:pt x="6944" y="7231"/>
                      <a:pt x="6985" y="7372"/>
                      <a:pt x="7027" y="7504"/>
                    </a:cubicBezTo>
                    <a:cubicBezTo>
                      <a:pt x="7038" y="7546"/>
                      <a:pt x="7077" y="7567"/>
                      <a:pt x="7116" y="7567"/>
                    </a:cubicBezTo>
                    <a:cubicBezTo>
                      <a:pt x="7161" y="7567"/>
                      <a:pt x="7205" y="7538"/>
                      <a:pt x="7201" y="7479"/>
                    </a:cubicBezTo>
                    <a:cubicBezTo>
                      <a:pt x="7192" y="7397"/>
                      <a:pt x="7184" y="7314"/>
                      <a:pt x="7184" y="7231"/>
                    </a:cubicBezTo>
                    <a:cubicBezTo>
                      <a:pt x="7201" y="7223"/>
                      <a:pt x="7209" y="7214"/>
                      <a:pt x="7225" y="7214"/>
                    </a:cubicBezTo>
                    <a:cubicBezTo>
                      <a:pt x="7259" y="7189"/>
                      <a:pt x="7292" y="7156"/>
                      <a:pt x="7308" y="7115"/>
                    </a:cubicBezTo>
                    <a:lnTo>
                      <a:pt x="7341" y="7165"/>
                    </a:lnTo>
                    <a:cubicBezTo>
                      <a:pt x="7350" y="7173"/>
                      <a:pt x="7350" y="7181"/>
                      <a:pt x="7350" y="7189"/>
                    </a:cubicBezTo>
                    <a:cubicBezTo>
                      <a:pt x="7358" y="7198"/>
                      <a:pt x="7366" y="7214"/>
                      <a:pt x="7383" y="7223"/>
                    </a:cubicBezTo>
                    <a:cubicBezTo>
                      <a:pt x="7416" y="7272"/>
                      <a:pt x="7441" y="7322"/>
                      <a:pt x="7482" y="7363"/>
                    </a:cubicBezTo>
                    <a:cubicBezTo>
                      <a:pt x="7506" y="7393"/>
                      <a:pt x="7543" y="7415"/>
                      <a:pt x="7584" y="7415"/>
                    </a:cubicBezTo>
                    <a:cubicBezTo>
                      <a:pt x="7600" y="7415"/>
                      <a:pt x="7616" y="7412"/>
                      <a:pt x="7631" y="7405"/>
                    </a:cubicBezTo>
                    <a:cubicBezTo>
                      <a:pt x="7640" y="7397"/>
                      <a:pt x="7648" y="7388"/>
                      <a:pt x="7656" y="7380"/>
                    </a:cubicBezTo>
                    <a:cubicBezTo>
                      <a:pt x="7656" y="7397"/>
                      <a:pt x="7665" y="7413"/>
                      <a:pt x="7673" y="7421"/>
                    </a:cubicBezTo>
                    <a:cubicBezTo>
                      <a:pt x="7694" y="7456"/>
                      <a:pt x="7726" y="7473"/>
                      <a:pt x="7760" y="7473"/>
                    </a:cubicBezTo>
                    <a:cubicBezTo>
                      <a:pt x="7767" y="7473"/>
                      <a:pt x="7774" y="7472"/>
                      <a:pt x="7781" y="7471"/>
                    </a:cubicBezTo>
                    <a:cubicBezTo>
                      <a:pt x="7791" y="7511"/>
                      <a:pt x="7820" y="7528"/>
                      <a:pt x="7851" y="7528"/>
                    </a:cubicBezTo>
                    <a:cubicBezTo>
                      <a:pt x="7897" y="7528"/>
                      <a:pt x="7945" y="7489"/>
                      <a:pt x="7930" y="7430"/>
                    </a:cubicBezTo>
                    <a:cubicBezTo>
                      <a:pt x="7930" y="7405"/>
                      <a:pt x="7930" y="7380"/>
                      <a:pt x="7921" y="7355"/>
                    </a:cubicBezTo>
                    <a:cubicBezTo>
                      <a:pt x="7971" y="7347"/>
                      <a:pt x="8029" y="7297"/>
                      <a:pt x="8004" y="7247"/>
                    </a:cubicBezTo>
                    <a:lnTo>
                      <a:pt x="8013" y="7247"/>
                    </a:lnTo>
                    <a:cubicBezTo>
                      <a:pt x="7946" y="7090"/>
                      <a:pt x="7897" y="6924"/>
                      <a:pt x="7847" y="6767"/>
                    </a:cubicBezTo>
                    <a:cubicBezTo>
                      <a:pt x="7847" y="6734"/>
                      <a:pt x="7839" y="6692"/>
                      <a:pt x="7839" y="6659"/>
                    </a:cubicBezTo>
                    <a:cubicBezTo>
                      <a:pt x="7839" y="6593"/>
                      <a:pt x="7781" y="6560"/>
                      <a:pt x="7731" y="6560"/>
                    </a:cubicBezTo>
                    <a:cubicBezTo>
                      <a:pt x="7681" y="6560"/>
                      <a:pt x="7631" y="6593"/>
                      <a:pt x="7631" y="6651"/>
                    </a:cubicBezTo>
                    <a:lnTo>
                      <a:pt x="7631" y="6667"/>
                    </a:lnTo>
                    <a:cubicBezTo>
                      <a:pt x="7631" y="6651"/>
                      <a:pt x="7623" y="6634"/>
                      <a:pt x="7623" y="6626"/>
                    </a:cubicBezTo>
                    <a:cubicBezTo>
                      <a:pt x="7623" y="6609"/>
                      <a:pt x="7615" y="6601"/>
                      <a:pt x="7615" y="6593"/>
                    </a:cubicBezTo>
                    <a:cubicBezTo>
                      <a:pt x="7598" y="6551"/>
                      <a:pt x="7590" y="6510"/>
                      <a:pt x="7565" y="6469"/>
                    </a:cubicBezTo>
                    <a:cubicBezTo>
                      <a:pt x="7565" y="6452"/>
                      <a:pt x="7573" y="6444"/>
                      <a:pt x="7573" y="6427"/>
                    </a:cubicBezTo>
                    <a:cubicBezTo>
                      <a:pt x="7573" y="6402"/>
                      <a:pt x="7573" y="6386"/>
                      <a:pt x="7573" y="6369"/>
                    </a:cubicBezTo>
                    <a:cubicBezTo>
                      <a:pt x="7573" y="6319"/>
                      <a:pt x="7532" y="6278"/>
                      <a:pt x="7482" y="6278"/>
                    </a:cubicBezTo>
                    <a:cubicBezTo>
                      <a:pt x="7474" y="6278"/>
                      <a:pt x="7466" y="6286"/>
                      <a:pt x="7457" y="6286"/>
                    </a:cubicBezTo>
                    <a:cubicBezTo>
                      <a:pt x="7449" y="6253"/>
                      <a:pt x="7424" y="6237"/>
                      <a:pt x="7391" y="6228"/>
                    </a:cubicBezTo>
                    <a:cubicBezTo>
                      <a:pt x="7350" y="6228"/>
                      <a:pt x="7300" y="6253"/>
                      <a:pt x="7292" y="6295"/>
                    </a:cubicBezTo>
                    <a:cubicBezTo>
                      <a:pt x="7283" y="6336"/>
                      <a:pt x="7267" y="6377"/>
                      <a:pt x="7259" y="6419"/>
                    </a:cubicBezTo>
                    <a:cubicBezTo>
                      <a:pt x="7250" y="6435"/>
                      <a:pt x="7250" y="6452"/>
                      <a:pt x="7242" y="6469"/>
                    </a:cubicBezTo>
                    <a:cubicBezTo>
                      <a:pt x="7250" y="6411"/>
                      <a:pt x="7259" y="6344"/>
                      <a:pt x="7259" y="6278"/>
                    </a:cubicBezTo>
                    <a:cubicBezTo>
                      <a:pt x="7263" y="6237"/>
                      <a:pt x="7227" y="6213"/>
                      <a:pt x="7191" y="6213"/>
                    </a:cubicBezTo>
                    <a:cubicBezTo>
                      <a:pt x="7162" y="6213"/>
                      <a:pt x="7133" y="6228"/>
                      <a:pt x="7126" y="6261"/>
                    </a:cubicBezTo>
                    <a:cubicBezTo>
                      <a:pt x="7126" y="6270"/>
                      <a:pt x="7126" y="6270"/>
                      <a:pt x="7126" y="6278"/>
                    </a:cubicBezTo>
                    <a:lnTo>
                      <a:pt x="7109" y="6278"/>
                    </a:lnTo>
                    <a:cubicBezTo>
                      <a:pt x="7118" y="6261"/>
                      <a:pt x="7126" y="6237"/>
                      <a:pt x="7134" y="6220"/>
                    </a:cubicBezTo>
                    <a:cubicBezTo>
                      <a:pt x="7146" y="6180"/>
                      <a:pt x="7106" y="6148"/>
                      <a:pt x="7072" y="6148"/>
                    </a:cubicBezTo>
                    <a:cubicBezTo>
                      <a:pt x="7057" y="6148"/>
                      <a:pt x="7043" y="6155"/>
                      <a:pt x="7035" y="6170"/>
                    </a:cubicBezTo>
                    <a:lnTo>
                      <a:pt x="7035" y="6137"/>
                    </a:lnTo>
                    <a:cubicBezTo>
                      <a:pt x="7035" y="6097"/>
                      <a:pt x="7002" y="6075"/>
                      <a:pt x="6968" y="6075"/>
                    </a:cubicBezTo>
                    <a:cubicBezTo>
                      <a:pt x="6946" y="6075"/>
                      <a:pt x="6924" y="6084"/>
                      <a:pt x="6911" y="6104"/>
                    </a:cubicBezTo>
                    <a:cubicBezTo>
                      <a:pt x="6894" y="6129"/>
                      <a:pt x="6886" y="6154"/>
                      <a:pt x="6869" y="6179"/>
                    </a:cubicBezTo>
                    <a:cubicBezTo>
                      <a:pt x="6869" y="6137"/>
                      <a:pt x="6861" y="6096"/>
                      <a:pt x="6861" y="6054"/>
                    </a:cubicBezTo>
                    <a:cubicBezTo>
                      <a:pt x="6852" y="6008"/>
                      <a:pt x="6814" y="5983"/>
                      <a:pt x="6778" y="5983"/>
                    </a:cubicBezTo>
                    <a:cubicBezTo>
                      <a:pt x="6744" y="5983"/>
                      <a:pt x="6712" y="6006"/>
                      <a:pt x="6712" y="6054"/>
                    </a:cubicBezTo>
                    <a:cubicBezTo>
                      <a:pt x="6712" y="6087"/>
                      <a:pt x="6704" y="6129"/>
                      <a:pt x="6695" y="6162"/>
                    </a:cubicBezTo>
                    <a:cubicBezTo>
                      <a:pt x="6691" y="6160"/>
                      <a:pt x="6686" y="6159"/>
                      <a:pt x="6682" y="6159"/>
                    </a:cubicBezTo>
                    <a:cubicBezTo>
                      <a:pt x="6667" y="6159"/>
                      <a:pt x="6652" y="6168"/>
                      <a:pt x="6646" y="6187"/>
                    </a:cubicBezTo>
                    <a:cubicBezTo>
                      <a:pt x="6629" y="6245"/>
                      <a:pt x="6612" y="6303"/>
                      <a:pt x="6596" y="6361"/>
                    </a:cubicBezTo>
                    <a:cubicBezTo>
                      <a:pt x="6579" y="6369"/>
                      <a:pt x="6571" y="6369"/>
                      <a:pt x="6563" y="6377"/>
                    </a:cubicBezTo>
                    <a:cubicBezTo>
                      <a:pt x="6546" y="6394"/>
                      <a:pt x="6530" y="6402"/>
                      <a:pt x="6521" y="6411"/>
                    </a:cubicBezTo>
                    <a:cubicBezTo>
                      <a:pt x="6521" y="6402"/>
                      <a:pt x="6513" y="6394"/>
                      <a:pt x="6513" y="6377"/>
                    </a:cubicBezTo>
                    <a:cubicBezTo>
                      <a:pt x="6499" y="6336"/>
                      <a:pt x="6460" y="6313"/>
                      <a:pt x="6421" y="6313"/>
                    </a:cubicBezTo>
                    <a:cubicBezTo>
                      <a:pt x="6389" y="6313"/>
                      <a:pt x="6357" y="6328"/>
                      <a:pt x="6339" y="6361"/>
                    </a:cubicBezTo>
                    <a:cubicBezTo>
                      <a:pt x="6273" y="6469"/>
                      <a:pt x="6190" y="6560"/>
                      <a:pt x="6099" y="6643"/>
                    </a:cubicBezTo>
                    <a:cubicBezTo>
                      <a:pt x="5867" y="6734"/>
                      <a:pt x="5618" y="6775"/>
                      <a:pt x="5378" y="6817"/>
                    </a:cubicBezTo>
                    <a:cubicBezTo>
                      <a:pt x="5328" y="6825"/>
                      <a:pt x="5270" y="6833"/>
                      <a:pt x="5212" y="6841"/>
                    </a:cubicBezTo>
                    <a:cubicBezTo>
                      <a:pt x="5055" y="6717"/>
                      <a:pt x="4872" y="6634"/>
                      <a:pt x="4690" y="6551"/>
                    </a:cubicBezTo>
                    <a:cubicBezTo>
                      <a:pt x="4500" y="6452"/>
                      <a:pt x="4259" y="6311"/>
                      <a:pt x="4201" y="6087"/>
                    </a:cubicBezTo>
                    <a:cubicBezTo>
                      <a:pt x="4160" y="5955"/>
                      <a:pt x="4218" y="5822"/>
                      <a:pt x="4226" y="5690"/>
                    </a:cubicBezTo>
                    <a:cubicBezTo>
                      <a:pt x="4234" y="5574"/>
                      <a:pt x="4201" y="5449"/>
                      <a:pt x="4135" y="5350"/>
                    </a:cubicBezTo>
                    <a:cubicBezTo>
                      <a:pt x="4002" y="5151"/>
                      <a:pt x="3787" y="5052"/>
                      <a:pt x="3580" y="4952"/>
                    </a:cubicBezTo>
                    <a:cubicBezTo>
                      <a:pt x="3364" y="4845"/>
                      <a:pt x="3149" y="4712"/>
                      <a:pt x="3132" y="4447"/>
                    </a:cubicBezTo>
                    <a:cubicBezTo>
                      <a:pt x="3116" y="4306"/>
                      <a:pt x="3141" y="4173"/>
                      <a:pt x="3149" y="4041"/>
                    </a:cubicBezTo>
                    <a:cubicBezTo>
                      <a:pt x="3149" y="3900"/>
                      <a:pt x="3132" y="3768"/>
                      <a:pt x="3083" y="3635"/>
                    </a:cubicBezTo>
                    <a:cubicBezTo>
                      <a:pt x="3074" y="3610"/>
                      <a:pt x="3058" y="3577"/>
                      <a:pt x="3050" y="3544"/>
                    </a:cubicBezTo>
                    <a:cubicBezTo>
                      <a:pt x="3058" y="3328"/>
                      <a:pt x="3058" y="3113"/>
                      <a:pt x="3074" y="2889"/>
                    </a:cubicBezTo>
                    <a:cubicBezTo>
                      <a:pt x="3074" y="2864"/>
                      <a:pt x="3050" y="2856"/>
                      <a:pt x="3033" y="2856"/>
                    </a:cubicBezTo>
                    <a:cubicBezTo>
                      <a:pt x="3033" y="2790"/>
                      <a:pt x="3033" y="2732"/>
                      <a:pt x="3041" y="2674"/>
                    </a:cubicBezTo>
                    <a:cubicBezTo>
                      <a:pt x="3050" y="2525"/>
                      <a:pt x="3058" y="2367"/>
                      <a:pt x="3074" y="2218"/>
                    </a:cubicBezTo>
                    <a:cubicBezTo>
                      <a:pt x="3079" y="2189"/>
                      <a:pt x="3051" y="2172"/>
                      <a:pt x="3024" y="2172"/>
                    </a:cubicBezTo>
                    <a:cubicBezTo>
                      <a:pt x="3005" y="2172"/>
                      <a:pt x="2987" y="2181"/>
                      <a:pt x="2983" y="2202"/>
                    </a:cubicBezTo>
                    <a:cubicBezTo>
                      <a:pt x="2958" y="2359"/>
                      <a:pt x="2942" y="2508"/>
                      <a:pt x="2925" y="2666"/>
                    </a:cubicBezTo>
                    <a:cubicBezTo>
                      <a:pt x="2917" y="2740"/>
                      <a:pt x="2917" y="2823"/>
                      <a:pt x="2917" y="2898"/>
                    </a:cubicBezTo>
                    <a:cubicBezTo>
                      <a:pt x="2917" y="2972"/>
                      <a:pt x="2917" y="3055"/>
                      <a:pt x="2942" y="3130"/>
                    </a:cubicBezTo>
                    <a:cubicBezTo>
                      <a:pt x="2942" y="3138"/>
                      <a:pt x="2958" y="3146"/>
                      <a:pt x="2967" y="3146"/>
                    </a:cubicBezTo>
                    <a:cubicBezTo>
                      <a:pt x="2967" y="3221"/>
                      <a:pt x="2967" y="3295"/>
                      <a:pt x="2967" y="3362"/>
                    </a:cubicBezTo>
                    <a:cubicBezTo>
                      <a:pt x="2950" y="3328"/>
                      <a:pt x="2934" y="3295"/>
                      <a:pt x="2917" y="3254"/>
                    </a:cubicBezTo>
                    <a:cubicBezTo>
                      <a:pt x="2876" y="3113"/>
                      <a:pt x="2851" y="2972"/>
                      <a:pt x="2842" y="2831"/>
                    </a:cubicBezTo>
                    <a:cubicBezTo>
                      <a:pt x="2834" y="2748"/>
                      <a:pt x="2834" y="2674"/>
                      <a:pt x="2834" y="2591"/>
                    </a:cubicBezTo>
                    <a:cubicBezTo>
                      <a:pt x="2876" y="2218"/>
                      <a:pt x="2950" y="1854"/>
                      <a:pt x="3041" y="1489"/>
                    </a:cubicBezTo>
                    <a:cubicBezTo>
                      <a:pt x="3108" y="1249"/>
                      <a:pt x="3190" y="1008"/>
                      <a:pt x="3282" y="768"/>
                    </a:cubicBezTo>
                    <a:cubicBezTo>
                      <a:pt x="3290" y="735"/>
                      <a:pt x="3306" y="710"/>
                      <a:pt x="3315" y="677"/>
                    </a:cubicBezTo>
                    <a:cubicBezTo>
                      <a:pt x="3356" y="602"/>
                      <a:pt x="3398" y="520"/>
                      <a:pt x="3422" y="437"/>
                    </a:cubicBezTo>
                    <a:cubicBezTo>
                      <a:pt x="3472" y="312"/>
                      <a:pt x="3522" y="188"/>
                      <a:pt x="3563" y="56"/>
                    </a:cubicBezTo>
                    <a:cubicBezTo>
                      <a:pt x="3569" y="26"/>
                      <a:pt x="3546" y="1"/>
                      <a:pt x="35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2" name="Google Shape;5682;p17"/>
              <p:cNvSpPr/>
              <p:nvPr/>
            </p:nvSpPr>
            <p:spPr>
              <a:xfrm>
                <a:off x="2814775" y="4128000"/>
                <a:ext cx="264875" cy="428500"/>
              </a:xfrm>
              <a:custGeom>
                <a:rect b="b" l="l" r="r" t="t"/>
                <a:pathLst>
                  <a:path extrusionOk="0" h="17140" w="10595">
                    <a:moveTo>
                      <a:pt x="511" y="2255"/>
                    </a:moveTo>
                    <a:cubicBezTo>
                      <a:pt x="548" y="2255"/>
                      <a:pt x="590" y="2274"/>
                      <a:pt x="652" y="2340"/>
                    </a:cubicBezTo>
                    <a:cubicBezTo>
                      <a:pt x="656" y="2340"/>
                      <a:pt x="658" y="2342"/>
                      <a:pt x="660" y="2344"/>
                    </a:cubicBezTo>
                    <a:lnTo>
                      <a:pt x="660" y="2344"/>
                    </a:lnTo>
                    <a:cubicBezTo>
                      <a:pt x="613" y="2320"/>
                      <a:pt x="566" y="2297"/>
                      <a:pt x="519" y="2273"/>
                    </a:cubicBezTo>
                    <a:cubicBezTo>
                      <a:pt x="507" y="2267"/>
                      <a:pt x="494" y="2264"/>
                      <a:pt x="481" y="2264"/>
                    </a:cubicBezTo>
                    <a:cubicBezTo>
                      <a:pt x="471" y="2264"/>
                      <a:pt x="461" y="2266"/>
                      <a:pt x="451" y="2269"/>
                    </a:cubicBezTo>
                    <a:lnTo>
                      <a:pt x="451" y="2269"/>
                    </a:lnTo>
                    <a:cubicBezTo>
                      <a:pt x="471" y="2261"/>
                      <a:pt x="490" y="2255"/>
                      <a:pt x="511" y="2255"/>
                    </a:cubicBezTo>
                    <a:close/>
                    <a:moveTo>
                      <a:pt x="1174" y="3027"/>
                    </a:moveTo>
                    <a:cubicBezTo>
                      <a:pt x="1174" y="3036"/>
                      <a:pt x="1157" y="3069"/>
                      <a:pt x="1149" y="3069"/>
                    </a:cubicBezTo>
                    <a:cubicBezTo>
                      <a:pt x="1146" y="3070"/>
                      <a:pt x="1143" y="3071"/>
                      <a:pt x="1140" y="3071"/>
                    </a:cubicBezTo>
                    <a:cubicBezTo>
                      <a:pt x="1126" y="3071"/>
                      <a:pt x="1111" y="3057"/>
                      <a:pt x="1091" y="3044"/>
                    </a:cubicBezTo>
                    <a:cubicBezTo>
                      <a:pt x="1124" y="3036"/>
                      <a:pt x="1149" y="3036"/>
                      <a:pt x="1174" y="3027"/>
                    </a:cubicBezTo>
                    <a:close/>
                    <a:moveTo>
                      <a:pt x="1613" y="2671"/>
                    </a:moveTo>
                    <a:lnTo>
                      <a:pt x="1613" y="2671"/>
                    </a:lnTo>
                    <a:cubicBezTo>
                      <a:pt x="1679" y="2886"/>
                      <a:pt x="1762" y="3110"/>
                      <a:pt x="1895" y="3292"/>
                    </a:cubicBezTo>
                    <a:cubicBezTo>
                      <a:pt x="1837" y="3251"/>
                      <a:pt x="1795" y="3193"/>
                      <a:pt x="1762" y="3135"/>
                    </a:cubicBezTo>
                    <a:lnTo>
                      <a:pt x="1754" y="3135"/>
                    </a:lnTo>
                    <a:cubicBezTo>
                      <a:pt x="1679" y="2994"/>
                      <a:pt x="1646" y="2828"/>
                      <a:pt x="1613" y="2671"/>
                    </a:cubicBezTo>
                    <a:close/>
                    <a:moveTo>
                      <a:pt x="2939" y="3384"/>
                    </a:moveTo>
                    <a:cubicBezTo>
                      <a:pt x="2963" y="3433"/>
                      <a:pt x="2988" y="3491"/>
                      <a:pt x="3013" y="3549"/>
                    </a:cubicBezTo>
                    <a:cubicBezTo>
                      <a:pt x="2988" y="3500"/>
                      <a:pt x="2963" y="3442"/>
                      <a:pt x="2930" y="3392"/>
                    </a:cubicBezTo>
                    <a:cubicBezTo>
                      <a:pt x="2930" y="3392"/>
                      <a:pt x="2939" y="3384"/>
                      <a:pt x="2939" y="3384"/>
                    </a:cubicBezTo>
                    <a:close/>
                    <a:moveTo>
                      <a:pt x="2864" y="3466"/>
                    </a:moveTo>
                    <a:cubicBezTo>
                      <a:pt x="2881" y="3500"/>
                      <a:pt x="2897" y="3541"/>
                      <a:pt x="2914" y="3574"/>
                    </a:cubicBezTo>
                    <a:cubicBezTo>
                      <a:pt x="2914" y="3582"/>
                      <a:pt x="2914" y="3582"/>
                      <a:pt x="2914" y="3582"/>
                    </a:cubicBezTo>
                    <a:cubicBezTo>
                      <a:pt x="2889" y="3558"/>
                      <a:pt x="2856" y="3533"/>
                      <a:pt x="2823" y="3508"/>
                    </a:cubicBezTo>
                    <a:cubicBezTo>
                      <a:pt x="2839" y="3491"/>
                      <a:pt x="2856" y="3483"/>
                      <a:pt x="2864" y="3466"/>
                    </a:cubicBezTo>
                    <a:close/>
                    <a:moveTo>
                      <a:pt x="10462" y="9958"/>
                    </a:moveTo>
                    <a:lnTo>
                      <a:pt x="10462" y="9958"/>
                    </a:lnTo>
                    <a:cubicBezTo>
                      <a:pt x="10462" y="9959"/>
                      <a:pt x="10462" y="9961"/>
                      <a:pt x="10462" y="9962"/>
                    </a:cubicBezTo>
                    <a:cubicBezTo>
                      <a:pt x="10462" y="9961"/>
                      <a:pt x="10462" y="9959"/>
                      <a:pt x="10462" y="9958"/>
                    </a:cubicBezTo>
                    <a:close/>
                    <a:moveTo>
                      <a:pt x="10089" y="10868"/>
                    </a:moveTo>
                    <a:cubicBezTo>
                      <a:pt x="10089" y="10870"/>
                      <a:pt x="10089" y="10872"/>
                      <a:pt x="10089" y="10874"/>
                    </a:cubicBezTo>
                    <a:cubicBezTo>
                      <a:pt x="10089" y="10872"/>
                      <a:pt x="10089" y="10870"/>
                      <a:pt x="10089" y="10868"/>
                    </a:cubicBezTo>
                    <a:close/>
                    <a:moveTo>
                      <a:pt x="6924" y="16210"/>
                    </a:moveTo>
                    <a:cubicBezTo>
                      <a:pt x="6940" y="16268"/>
                      <a:pt x="6965" y="16334"/>
                      <a:pt x="6982" y="16392"/>
                    </a:cubicBezTo>
                    <a:lnTo>
                      <a:pt x="6965" y="16417"/>
                    </a:lnTo>
                    <a:cubicBezTo>
                      <a:pt x="6957" y="16342"/>
                      <a:pt x="6940" y="16276"/>
                      <a:pt x="6924" y="16210"/>
                    </a:cubicBezTo>
                    <a:close/>
                    <a:moveTo>
                      <a:pt x="8066" y="0"/>
                    </a:moveTo>
                    <a:cubicBezTo>
                      <a:pt x="8037" y="0"/>
                      <a:pt x="8009" y="6"/>
                      <a:pt x="7984" y="20"/>
                    </a:cubicBezTo>
                    <a:cubicBezTo>
                      <a:pt x="7893" y="53"/>
                      <a:pt x="7860" y="161"/>
                      <a:pt x="7819" y="252"/>
                    </a:cubicBezTo>
                    <a:cubicBezTo>
                      <a:pt x="7719" y="517"/>
                      <a:pt x="7520" y="765"/>
                      <a:pt x="7247" y="840"/>
                    </a:cubicBezTo>
                    <a:cubicBezTo>
                      <a:pt x="7191" y="856"/>
                      <a:pt x="7133" y="864"/>
                      <a:pt x="7074" y="864"/>
                    </a:cubicBezTo>
                    <a:cubicBezTo>
                      <a:pt x="6841" y="864"/>
                      <a:pt x="6611" y="736"/>
                      <a:pt x="6551" y="517"/>
                    </a:cubicBezTo>
                    <a:cubicBezTo>
                      <a:pt x="6112" y="608"/>
                      <a:pt x="5971" y="1254"/>
                      <a:pt x="5532" y="1321"/>
                    </a:cubicBezTo>
                    <a:cubicBezTo>
                      <a:pt x="5506" y="1325"/>
                      <a:pt x="5481" y="1326"/>
                      <a:pt x="5456" y="1326"/>
                    </a:cubicBezTo>
                    <a:cubicBezTo>
                      <a:pt x="5174" y="1326"/>
                      <a:pt x="4931" y="1081"/>
                      <a:pt x="4695" y="906"/>
                    </a:cubicBezTo>
                    <a:cubicBezTo>
                      <a:pt x="4447" y="906"/>
                      <a:pt x="4024" y="608"/>
                      <a:pt x="3734" y="567"/>
                    </a:cubicBezTo>
                    <a:cubicBezTo>
                      <a:pt x="3573" y="546"/>
                      <a:pt x="3412" y="538"/>
                      <a:pt x="3251" y="538"/>
                    </a:cubicBezTo>
                    <a:cubicBezTo>
                      <a:pt x="3031" y="538"/>
                      <a:pt x="2811" y="552"/>
                      <a:pt x="2591" y="567"/>
                    </a:cubicBezTo>
                    <a:cubicBezTo>
                      <a:pt x="2466" y="575"/>
                      <a:pt x="2359" y="583"/>
                      <a:pt x="2251" y="591"/>
                    </a:cubicBezTo>
                    <a:cubicBezTo>
                      <a:pt x="2019" y="616"/>
                      <a:pt x="1803" y="658"/>
                      <a:pt x="1596" y="724"/>
                    </a:cubicBezTo>
                    <a:cubicBezTo>
                      <a:pt x="1389" y="799"/>
                      <a:pt x="1190" y="906"/>
                      <a:pt x="983" y="1064"/>
                    </a:cubicBezTo>
                    <a:cubicBezTo>
                      <a:pt x="942" y="1097"/>
                      <a:pt x="909" y="1130"/>
                      <a:pt x="859" y="1163"/>
                    </a:cubicBezTo>
                    <a:cubicBezTo>
                      <a:pt x="817" y="1205"/>
                      <a:pt x="759" y="1246"/>
                      <a:pt x="710" y="1287"/>
                    </a:cubicBezTo>
                    <a:cubicBezTo>
                      <a:pt x="643" y="1345"/>
                      <a:pt x="577" y="1412"/>
                      <a:pt x="511" y="1478"/>
                    </a:cubicBezTo>
                    <a:cubicBezTo>
                      <a:pt x="445" y="1544"/>
                      <a:pt x="387" y="1602"/>
                      <a:pt x="329" y="1677"/>
                    </a:cubicBezTo>
                    <a:cubicBezTo>
                      <a:pt x="320" y="1677"/>
                      <a:pt x="320" y="1685"/>
                      <a:pt x="312" y="1693"/>
                    </a:cubicBezTo>
                    <a:cubicBezTo>
                      <a:pt x="204" y="1826"/>
                      <a:pt x="113" y="1967"/>
                      <a:pt x="80" y="2099"/>
                    </a:cubicBezTo>
                    <a:cubicBezTo>
                      <a:pt x="20" y="2304"/>
                      <a:pt x="1" y="2357"/>
                      <a:pt x="23" y="2357"/>
                    </a:cubicBezTo>
                    <a:cubicBezTo>
                      <a:pt x="39" y="2357"/>
                      <a:pt x="81" y="2325"/>
                      <a:pt x="146" y="2306"/>
                    </a:cubicBezTo>
                    <a:lnTo>
                      <a:pt x="146" y="2306"/>
                    </a:lnTo>
                    <a:cubicBezTo>
                      <a:pt x="138" y="2340"/>
                      <a:pt x="163" y="2364"/>
                      <a:pt x="188" y="2364"/>
                    </a:cubicBezTo>
                    <a:cubicBezTo>
                      <a:pt x="403" y="2398"/>
                      <a:pt x="486" y="2572"/>
                      <a:pt x="569" y="2746"/>
                    </a:cubicBezTo>
                    <a:cubicBezTo>
                      <a:pt x="618" y="2867"/>
                      <a:pt x="722" y="3052"/>
                      <a:pt x="866" y="3052"/>
                    </a:cubicBezTo>
                    <a:cubicBezTo>
                      <a:pt x="869" y="3052"/>
                      <a:pt x="872" y="3052"/>
                      <a:pt x="875" y="3052"/>
                    </a:cubicBezTo>
                    <a:cubicBezTo>
                      <a:pt x="917" y="3102"/>
                      <a:pt x="958" y="3160"/>
                      <a:pt x="1016" y="3201"/>
                    </a:cubicBezTo>
                    <a:cubicBezTo>
                      <a:pt x="1057" y="3233"/>
                      <a:pt x="1099" y="3248"/>
                      <a:pt x="1140" y="3248"/>
                    </a:cubicBezTo>
                    <a:cubicBezTo>
                      <a:pt x="1214" y="3248"/>
                      <a:pt x="1283" y="3199"/>
                      <a:pt x="1331" y="3118"/>
                    </a:cubicBezTo>
                    <a:cubicBezTo>
                      <a:pt x="1381" y="3036"/>
                      <a:pt x="1422" y="2953"/>
                      <a:pt x="1472" y="2862"/>
                    </a:cubicBezTo>
                    <a:cubicBezTo>
                      <a:pt x="1530" y="3118"/>
                      <a:pt x="1638" y="3375"/>
                      <a:pt x="1878" y="3500"/>
                    </a:cubicBezTo>
                    <a:cubicBezTo>
                      <a:pt x="1994" y="3566"/>
                      <a:pt x="2127" y="3574"/>
                      <a:pt x="2259" y="3582"/>
                    </a:cubicBezTo>
                    <a:cubicBezTo>
                      <a:pt x="2325" y="3605"/>
                      <a:pt x="2399" y="3616"/>
                      <a:pt x="2473" y="3616"/>
                    </a:cubicBezTo>
                    <a:cubicBezTo>
                      <a:pt x="2510" y="3616"/>
                      <a:pt x="2546" y="3613"/>
                      <a:pt x="2582" y="3607"/>
                    </a:cubicBezTo>
                    <a:cubicBezTo>
                      <a:pt x="2607" y="3616"/>
                      <a:pt x="2640" y="3624"/>
                      <a:pt x="2665" y="3640"/>
                    </a:cubicBezTo>
                    <a:cubicBezTo>
                      <a:pt x="2723" y="3765"/>
                      <a:pt x="2781" y="3897"/>
                      <a:pt x="2806" y="4038"/>
                    </a:cubicBezTo>
                    <a:cubicBezTo>
                      <a:pt x="2831" y="4129"/>
                      <a:pt x="2856" y="4229"/>
                      <a:pt x="2864" y="4328"/>
                    </a:cubicBezTo>
                    <a:cubicBezTo>
                      <a:pt x="2872" y="4378"/>
                      <a:pt x="2872" y="4428"/>
                      <a:pt x="2881" y="4469"/>
                    </a:cubicBezTo>
                    <a:cubicBezTo>
                      <a:pt x="2881" y="4527"/>
                      <a:pt x="2881" y="4585"/>
                      <a:pt x="2897" y="4635"/>
                    </a:cubicBezTo>
                    <a:cubicBezTo>
                      <a:pt x="2910" y="4668"/>
                      <a:pt x="2936" y="4684"/>
                      <a:pt x="2963" y="4684"/>
                    </a:cubicBezTo>
                    <a:cubicBezTo>
                      <a:pt x="2990" y="4684"/>
                      <a:pt x="3017" y="4668"/>
                      <a:pt x="3030" y="4635"/>
                    </a:cubicBezTo>
                    <a:cubicBezTo>
                      <a:pt x="3046" y="4585"/>
                      <a:pt x="3038" y="4527"/>
                      <a:pt x="3030" y="4469"/>
                    </a:cubicBezTo>
                    <a:cubicBezTo>
                      <a:pt x="3030" y="4419"/>
                      <a:pt x="3021" y="4361"/>
                      <a:pt x="3013" y="4312"/>
                    </a:cubicBezTo>
                    <a:cubicBezTo>
                      <a:pt x="2988" y="4204"/>
                      <a:pt x="2963" y="4104"/>
                      <a:pt x="2930" y="4005"/>
                    </a:cubicBezTo>
                    <a:cubicBezTo>
                      <a:pt x="2905" y="3939"/>
                      <a:pt x="2881" y="3864"/>
                      <a:pt x="2847" y="3798"/>
                    </a:cubicBezTo>
                    <a:lnTo>
                      <a:pt x="2847" y="3798"/>
                    </a:lnTo>
                    <a:cubicBezTo>
                      <a:pt x="2881" y="3839"/>
                      <a:pt x="2905" y="3881"/>
                      <a:pt x="2922" y="3922"/>
                    </a:cubicBezTo>
                    <a:cubicBezTo>
                      <a:pt x="3030" y="4154"/>
                      <a:pt x="3046" y="4419"/>
                      <a:pt x="3204" y="4626"/>
                    </a:cubicBezTo>
                    <a:cubicBezTo>
                      <a:pt x="3212" y="4643"/>
                      <a:pt x="3237" y="4651"/>
                      <a:pt x="3253" y="4651"/>
                    </a:cubicBezTo>
                    <a:cubicBezTo>
                      <a:pt x="3262" y="4742"/>
                      <a:pt x="3270" y="4834"/>
                      <a:pt x="3270" y="4925"/>
                    </a:cubicBezTo>
                    <a:cubicBezTo>
                      <a:pt x="3278" y="5148"/>
                      <a:pt x="3262" y="5372"/>
                      <a:pt x="3253" y="5596"/>
                    </a:cubicBezTo>
                    <a:cubicBezTo>
                      <a:pt x="3249" y="5664"/>
                      <a:pt x="3301" y="5697"/>
                      <a:pt x="3355" y="5697"/>
                    </a:cubicBezTo>
                    <a:cubicBezTo>
                      <a:pt x="3400" y="5697"/>
                      <a:pt x="3446" y="5674"/>
                      <a:pt x="3461" y="5629"/>
                    </a:cubicBezTo>
                    <a:cubicBezTo>
                      <a:pt x="3485" y="5480"/>
                      <a:pt x="3502" y="5322"/>
                      <a:pt x="3502" y="5173"/>
                    </a:cubicBezTo>
                    <a:cubicBezTo>
                      <a:pt x="3519" y="4958"/>
                      <a:pt x="3552" y="4742"/>
                      <a:pt x="3585" y="4527"/>
                    </a:cubicBezTo>
                    <a:cubicBezTo>
                      <a:pt x="3618" y="4486"/>
                      <a:pt x="3643" y="4444"/>
                      <a:pt x="3676" y="4403"/>
                    </a:cubicBezTo>
                    <a:cubicBezTo>
                      <a:pt x="3684" y="4461"/>
                      <a:pt x="3693" y="4519"/>
                      <a:pt x="3701" y="4568"/>
                    </a:cubicBezTo>
                    <a:cubicBezTo>
                      <a:pt x="3709" y="4651"/>
                      <a:pt x="3726" y="4734"/>
                      <a:pt x="3734" y="4809"/>
                    </a:cubicBezTo>
                    <a:cubicBezTo>
                      <a:pt x="3751" y="4892"/>
                      <a:pt x="3759" y="4983"/>
                      <a:pt x="3784" y="5057"/>
                    </a:cubicBezTo>
                    <a:cubicBezTo>
                      <a:pt x="3791" y="5076"/>
                      <a:pt x="3807" y="5085"/>
                      <a:pt x="3822" y="5085"/>
                    </a:cubicBezTo>
                    <a:cubicBezTo>
                      <a:pt x="3841" y="5085"/>
                      <a:pt x="3858" y="5072"/>
                      <a:pt x="3858" y="5049"/>
                    </a:cubicBezTo>
                    <a:cubicBezTo>
                      <a:pt x="3858" y="4966"/>
                      <a:pt x="3842" y="4883"/>
                      <a:pt x="3825" y="4800"/>
                    </a:cubicBezTo>
                    <a:cubicBezTo>
                      <a:pt x="3817" y="4718"/>
                      <a:pt x="3800" y="4635"/>
                      <a:pt x="3784" y="4560"/>
                    </a:cubicBezTo>
                    <a:cubicBezTo>
                      <a:pt x="3775" y="4477"/>
                      <a:pt x="3759" y="4394"/>
                      <a:pt x="3742" y="4312"/>
                    </a:cubicBezTo>
                    <a:cubicBezTo>
                      <a:pt x="3809" y="4229"/>
                      <a:pt x="3867" y="4146"/>
                      <a:pt x="3925" y="4063"/>
                    </a:cubicBezTo>
                    <a:cubicBezTo>
                      <a:pt x="3991" y="4378"/>
                      <a:pt x="4049" y="4701"/>
                      <a:pt x="4099" y="5024"/>
                    </a:cubicBezTo>
                    <a:cubicBezTo>
                      <a:pt x="4157" y="5447"/>
                      <a:pt x="4198" y="5869"/>
                      <a:pt x="4239" y="6292"/>
                    </a:cubicBezTo>
                    <a:cubicBezTo>
                      <a:pt x="4244" y="6315"/>
                      <a:pt x="4270" y="6331"/>
                      <a:pt x="4292" y="6331"/>
                    </a:cubicBezTo>
                    <a:cubicBezTo>
                      <a:pt x="4308" y="6331"/>
                      <a:pt x="4322" y="6322"/>
                      <a:pt x="4322" y="6300"/>
                    </a:cubicBezTo>
                    <a:cubicBezTo>
                      <a:pt x="4372" y="5969"/>
                      <a:pt x="4413" y="5637"/>
                      <a:pt x="4413" y="5298"/>
                    </a:cubicBezTo>
                    <a:cubicBezTo>
                      <a:pt x="4430" y="5372"/>
                      <a:pt x="4455" y="5455"/>
                      <a:pt x="4480" y="5530"/>
                    </a:cubicBezTo>
                    <a:cubicBezTo>
                      <a:pt x="4480" y="5563"/>
                      <a:pt x="4480" y="5596"/>
                      <a:pt x="4488" y="5637"/>
                    </a:cubicBezTo>
                    <a:cubicBezTo>
                      <a:pt x="4496" y="5762"/>
                      <a:pt x="4505" y="5894"/>
                      <a:pt x="4513" y="6018"/>
                    </a:cubicBezTo>
                    <a:cubicBezTo>
                      <a:pt x="4521" y="6159"/>
                      <a:pt x="4521" y="6300"/>
                      <a:pt x="4554" y="6433"/>
                    </a:cubicBezTo>
                    <a:cubicBezTo>
                      <a:pt x="4562" y="6476"/>
                      <a:pt x="4594" y="6496"/>
                      <a:pt x="4629" y="6496"/>
                    </a:cubicBezTo>
                    <a:cubicBezTo>
                      <a:pt x="4673" y="6496"/>
                      <a:pt x="4720" y="6464"/>
                      <a:pt x="4720" y="6408"/>
                    </a:cubicBezTo>
                    <a:cubicBezTo>
                      <a:pt x="4728" y="6308"/>
                      <a:pt x="4745" y="6209"/>
                      <a:pt x="4753" y="6110"/>
                    </a:cubicBezTo>
                    <a:cubicBezTo>
                      <a:pt x="4795" y="6242"/>
                      <a:pt x="4828" y="6366"/>
                      <a:pt x="4861" y="6491"/>
                    </a:cubicBezTo>
                    <a:cubicBezTo>
                      <a:pt x="4952" y="6897"/>
                      <a:pt x="4977" y="7294"/>
                      <a:pt x="4985" y="7709"/>
                    </a:cubicBezTo>
                    <a:cubicBezTo>
                      <a:pt x="4985" y="7760"/>
                      <a:pt x="5028" y="7791"/>
                      <a:pt x="5069" y="7791"/>
                    </a:cubicBezTo>
                    <a:cubicBezTo>
                      <a:pt x="5101" y="7791"/>
                      <a:pt x="5132" y="7773"/>
                      <a:pt x="5143" y="7733"/>
                    </a:cubicBezTo>
                    <a:cubicBezTo>
                      <a:pt x="5184" y="7510"/>
                      <a:pt x="5209" y="7294"/>
                      <a:pt x="5209" y="7079"/>
                    </a:cubicBezTo>
                    <a:cubicBezTo>
                      <a:pt x="5217" y="7137"/>
                      <a:pt x="5225" y="7203"/>
                      <a:pt x="5234" y="7261"/>
                    </a:cubicBezTo>
                    <a:cubicBezTo>
                      <a:pt x="5225" y="7162"/>
                      <a:pt x="5259" y="7054"/>
                      <a:pt x="5308" y="6955"/>
                    </a:cubicBezTo>
                    <a:lnTo>
                      <a:pt x="5308" y="6955"/>
                    </a:lnTo>
                    <a:cubicBezTo>
                      <a:pt x="5300" y="6988"/>
                      <a:pt x="5300" y="7021"/>
                      <a:pt x="5292" y="7046"/>
                    </a:cubicBezTo>
                    <a:cubicBezTo>
                      <a:pt x="5292" y="7071"/>
                      <a:pt x="5300" y="7095"/>
                      <a:pt x="5325" y="7104"/>
                    </a:cubicBezTo>
                    <a:cubicBezTo>
                      <a:pt x="5329" y="7105"/>
                      <a:pt x="5334" y="7106"/>
                      <a:pt x="5338" y="7106"/>
                    </a:cubicBezTo>
                    <a:cubicBezTo>
                      <a:pt x="5358" y="7106"/>
                      <a:pt x="5375" y="7091"/>
                      <a:pt x="5375" y="7071"/>
                    </a:cubicBezTo>
                    <a:cubicBezTo>
                      <a:pt x="5391" y="6988"/>
                      <a:pt x="5408" y="6897"/>
                      <a:pt x="5416" y="6814"/>
                    </a:cubicBezTo>
                    <a:cubicBezTo>
                      <a:pt x="5424" y="6806"/>
                      <a:pt x="5433" y="6797"/>
                      <a:pt x="5441" y="6789"/>
                    </a:cubicBezTo>
                    <a:lnTo>
                      <a:pt x="5441" y="6789"/>
                    </a:lnTo>
                    <a:cubicBezTo>
                      <a:pt x="5631" y="7800"/>
                      <a:pt x="5325" y="8893"/>
                      <a:pt x="4654" y="9664"/>
                    </a:cubicBezTo>
                    <a:cubicBezTo>
                      <a:pt x="4665" y="9663"/>
                      <a:pt x="4676" y="9662"/>
                      <a:pt x="4687" y="9662"/>
                    </a:cubicBezTo>
                    <a:cubicBezTo>
                      <a:pt x="4928" y="9662"/>
                      <a:pt x="5027" y="10007"/>
                      <a:pt x="5035" y="10261"/>
                    </a:cubicBezTo>
                    <a:cubicBezTo>
                      <a:pt x="5068" y="11197"/>
                      <a:pt x="5093" y="12133"/>
                      <a:pt x="5126" y="13069"/>
                    </a:cubicBezTo>
                    <a:cubicBezTo>
                      <a:pt x="5167" y="14221"/>
                      <a:pt x="5242" y="15464"/>
                      <a:pt x="5805" y="16442"/>
                    </a:cubicBezTo>
                    <a:cubicBezTo>
                      <a:pt x="5838" y="16649"/>
                      <a:pt x="5830" y="16864"/>
                      <a:pt x="5913" y="17071"/>
                    </a:cubicBezTo>
                    <a:cubicBezTo>
                      <a:pt x="5930" y="17115"/>
                      <a:pt x="5975" y="17140"/>
                      <a:pt x="6017" y="17140"/>
                    </a:cubicBezTo>
                    <a:cubicBezTo>
                      <a:pt x="6055" y="17140"/>
                      <a:pt x="6092" y="17119"/>
                      <a:pt x="6104" y="17071"/>
                    </a:cubicBezTo>
                    <a:cubicBezTo>
                      <a:pt x="6120" y="17021"/>
                      <a:pt x="6137" y="16972"/>
                      <a:pt x="6153" y="16922"/>
                    </a:cubicBezTo>
                    <a:cubicBezTo>
                      <a:pt x="6162" y="16939"/>
                      <a:pt x="6170" y="16947"/>
                      <a:pt x="6178" y="16964"/>
                    </a:cubicBezTo>
                    <a:cubicBezTo>
                      <a:pt x="6186" y="16897"/>
                      <a:pt x="6195" y="16831"/>
                      <a:pt x="6203" y="16773"/>
                    </a:cubicBezTo>
                    <a:cubicBezTo>
                      <a:pt x="6286" y="16558"/>
                      <a:pt x="6377" y="16350"/>
                      <a:pt x="6468" y="16143"/>
                    </a:cubicBezTo>
                    <a:cubicBezTo>
                      <a:pt x="6534" y="16044"/>
                      <a:pt x="6609" y="15953"/>
                      <a:pt x="6700" y="15870"/>
                    </a:cubicBezTo>
                    <a:cubicBezTo>
                      <a:pt x="6783" y="16127"/>
                      <a:pt x="6833" y="16400"/>
                      <a:pt x="6858" y="16682"/>
                    </a:cubicBezTo>
                    <a:cubicBezTo>
                      <a:pt x="6862" y="16724"/>
                      <a:pt x="6899" y="16750"/>
                      <a:pt x="6934" y="16750"/>
                    </a:cubicBezTo>
                    <a:cubicBezTo>
                      <a:pt x="6961" y="16750"/>
                      <a:pt x="6988" y="16734"/>
                      <a:pt x="6998" y="16698"/>
                    </a:cubicBezTo>
                    <a:cubicBezTo>
                      <a:pt x="7032" y="16607"/>
                      <a:pt x="7081" y="16516"/>
                      <a:pt x="7131" y="16433"/>
                    </a:cubicBezTo>
                    <a:cubicBezTo>
                      <a:pt x="7181" y="16384"/>
                      <a:pt x="7230" y="16326"/>
                      <a:pt x="7280" y="16268"/>
                    </a:cubicBezTo>
                    <a:cubicBezTo>
                      <a:pt x="7371" y="16185"/>
                      <a:pt x="7471" y="16118"/>
                      <a:pt x="7570" y="16052"/>
                    </a:cubicBezTo>
                    <a:cubicBezTo>
                      <a:pt x="7786" y="15886"/>
                      <a:pt x="7960" y="15679"/>
                      <a:pt x="8076" y="15431"/>
                    </a:cubicBezTo>
                    <a:cubicBezTo>
                      <a:pt x="8092" y="15398"/>
                      <a:pt x="8100" y="15373"/>
                      <a:pt x="8117" y="15340"/>
                    </a:cubicBezTo>
                    <a:lnTo>
                      <a:pt x="8117" y="15340"/>
                    </a:lnTo>
                    <a:cubicBezTo>
                      <a:pt x="8100" y="15406"/>
                      <a:pt x="8092" y="15480"/>
                      <a:pt x="8067" y="15555"/>
                    </a:cubicBezTo>
                    <a:cubicBezTo>
                      <a:pt x="8034" y="15679"/>
                      <a:pt x="8001" y="15828"/>
                      <a:pt x="7943" y="15953"/>
                    </a:cubicBezTo>
                    <a:cubicBezTo>
                      <a:pt x="7932" y="15987"/>
                      <a:pt x="7959" y="16017"/>
                      <a:pt x="7988" y="16017"/>
                    </a:cubicBezTo>
                    <a:cubicBezTo>
                      <a:pt x="8001" y="16017"/>
                      <a:pt x="8015" y="16010"/>
                      <a:pt x="8026" y="15994"/>
                    </a:cubicBezTo>
                    <a:cubicBezTo>
                      <a:pt x="8100" y="15878"/>
                      <a:pt x="8167" y="15762"/>
                      <a:pt x="8216" y="15630"/>
                    </a:cubicBezTo>
                    <a:cubicBezTo>
                      <a:pt x="8266" y="15514"/>
                      <a:pt x="8299" y="15381"/>
                      <a:pt x="8324" y="15257"/>
                    </a:cubicBezTo>
                    <a:cubicBezTo>
                      <a:pt x="8357" y="15124"/>
                      <a:pt x="8374" y="14983"/>
                      <a:pt x="8390" y="14851"/>
                    </a:cubicBezTo>
                    <a:cubicBezTo>
                      <a:pt x="8407" y="14826"/>
                      <a:pt x="8424" y="14809"/>
                      <a:pt x="8440" y="14784"/>
                    </a:cubicBezTo>
                    <a:lnTo>
                      <a:pt x="8440" y="14726"/>
                    </a:lnTo>
                    <a:cubicBezTo>
                      <a:pt x="8448" y="14685"/>
                      <a:pt x="8448" y="14644"/>
                      <a:pt x="8457" y="14594"/>
                    </a:cubicBezTo>
                    <a:lnTo>
                      <a:pt x="8457" y="14594"/>
                    </a:lnTo>
                    <a:cubicBezTo>
                      <a:pt x="8440" y="14635"/>
                      <a:pt x="8424" y="14677"/>
                      <a:pt x="8407" y="14718"/>
                    </a:cubicBezTo>
                    <a:cubicBezTo>
                      <a:pt x="8415" y="14627"/>
                      <a:pt x="8415" y="14528"/>
                      <a:pt x="8424" y="14436"/>
                    </a:cubicBezTo>
                    <a:cubicBezTo>
                      <a:pt x="8432" y="14254"/>
                      <a:pt x="8448" y="14072"/>
                      <a:pt x="8457" y="13890"/>
                    </a:cubicBezTo>
                    <a:cubicBezTo>
                      <a:pt x="8498" y="13707"/>
                      <a:pt x="8540" y="13517"/>
                      <a:pt x="8564" y="13326"/>
                    </a:cubicBezTo>
                    <a:cubicBezTo>
                      <a:pt x="8568" y="13289"/>
                      <a:pt x="8594" y="13272"/>
                      <a:pt x="8621" y="13272"/>
                    </a:cubicBezTo>
                    <a:cubicBezTo>
                      <a:pt x="8654" y="13272"/>
                      <a:pt x="8689" y="13297"/>
                      <a:pt x="8689" y="13343"/>
                    </a:cubicBezTo>
                    <a:cubicBezTo>
                      <a:pt x="8689" y="13459"/>
                      <a:pt x="8680" y="13575"/>
                      <a:pt x="8672" y="13691"/>
                    </a:cubicBezTo>
                    <a:cubicBezTo>
                      <a:pt x="8697" y="13616"/>
                      <a:pt x="8730" y="13533"/>
                      <a:pt x="8755" y="13459"/>
                    </a:cubicBezTo>
                    <a:cubicBezTo>
                      <a:pt x="8780" y="13343"/>
                      <a:pt x="8755" y="13218"/>
                      <a:pt x="8747" y="13102"/>
                    </a:cubicBezTo>
                    <a:cubicBezTo>
                      <a:pt x="8738" y="13044"/>
                      <a:pt x="8730" y="12978"/>
                      <a:pt x="8722" y="12920"/>
                    </a:cubicBezTo>
                    <a:cubicBezTo>
                      <a:pt x="8722" y="12870"/>
                      <a:pt x="8730" y="12796"/>
                      <a:pt x="8689" y="12763"/>
                    </a:cubicBezTo>
                    <a:cubicBezTo>
                      <a:pt x="8661" y="12735"/>
                      <a:pt x="8680" y="12683"/>
                      <a:pt x="8712" y="12683"/>
                    </a:cubicBezTo>
                    <a:cubicBezTo>
                      <a:pt x="8718" y="12683"/>
                      <a:pt x="8724" y="12684"/>
                      <a:pt x="8730" y="12688"/>
                    </a:cubicBezTo>
                    <a:cubicBezTo>
                      <a:pt x="8830" y="12738"/>
                      <a:pt x="8854" y="12837"/>
                      <a:pt x="8871" y="12937"/>
                    </a:cubicBezTo>
                    <a:cubicBezTo>
                      <a:pt x="8904" y="12870"/>
                      <a:pt x="8937" y="12796"/>
                      <a:pt x="8970" y="12730"/>
                    </a:cubicBezTo>
                    <a:cubicBezTo>
                      <a:pt x="9111" y="12473"/>
                      <a:pt x="9327" y="12274"/>
                      <a:pt x="9509" y="12050"/>
                    </a:cubicBezTo>
                    <a:cubicBezTo>
                      <a:pt x="9509" y="12042"/>
                      <a:pt x="9517" y="12034"/>
                      <a:pt x="9526" y="12025"/>
                    </a:cubicBezTo>
                    <a:cubicBezTo>
                      <a:pt x="9625" y="11818"/>
                      <a:pt x="9733" y="11619"/>
                      <a:pt x="9840" y="11412"/>
                    </a:cubicBezTo>
                    <a:cubicBezTo>
                      <a:pt x="9940" y="11114"/>
                      <a:pt x="9990" y="10791"/>
                      <a:pt x="10031" y="10484"/>
                    </a:cubicBezTo>
                    <a:cubicBezTo>
                      <a:pt x="10035" y="10461"/>
                      <a:pt x="10051" y="10451"/>
                      <a:pt x="10067" y="10451"/>
                    </a:cubicBezTo>
                    <a:cubicBezTo>
                      <a:pt x="10086" y="10451"/>
                      <a:pt x="10106" y="10466"/>
                      <a:pt x="10106" y="10493"/>
                    </a:cubicBezTo>
                    <a:cubicBezTo>
                      <a:pt x="10097" y="10615"/>
                      <a:pt x="10097" y="10737"/>
                      <a:pt x="10089" y="10868"/>
                    </a:cubicBezTo>
                    <a:lnTo>
                      <a:pt x="10089" y="10868"/>
                    </a:lnTo>
                    <a:cubicBezTo>
                      <a:pt x="10091" y="10855"/>
                      <a:pt x="10097" y="10848"/>
                      <a:pt x="10097" y="10841"/>
                    </a:cubicBezTo>
                    <a:cubicBezTo>
                      <a:pt x="10280" y="10385"/>
                      <a:pt x="10396" y="9888"/>
                      <a:pt x="10338" y="9399"/>
                    </a:cubicBezTo>
                    <a:cubicBezTo>
                      <a:pt x="10338" y="9366"/>
                      <a:pt x="10364" y="9346"/>
                      <a:pt x="10389" y="9346"/>
                    </a:cubicBezTo>
                    <a:cubicBezTo>
                      <a:pt x="10408" y="9346"/>
                      <a:pt x="10425" y="9357"/>
                      <a:pt x="10429" y="9382"/>
                    </a:cubicBezTo>
                    <a:cubicBezTo>
                      <a:pt x="10462" y="9571"/>
                      <a:pt x="10470" y="9769"/>
                      <a:pt x="10462" y="9958"/>
                    </a:cubicBezTo>
                    <a:lnTo>
                      <a:pt x="10462" y="9958"/>
                    </a:lnTo>
                    <a:cubicBezTo>
                      <a:pt x="10463" y="9943"/>
                      <a:pt x="10470" y="9928"/>
                      <a:pt x="10470" y="9913"/>
                    </a:cubicBezTo>
                    <a:cubicBezTo>
                      <a:pt x="10495" y="9813"/>
                      <a:pt x="10503" y="9714"/>
                      <a:pt x="10512" y="9614"/>
                    </a:cubicBezTo>
                    <a:cubicBezTo>
                      <a:pt x="10495" y="9606"/>
                      <a:pt x="10478" y="9589"/>
                      <a:pt x="10478" y="9565"/>
                    </a:cubicBezTo>
                    <a:cubicBezTo>
                      <a:pt x="10470" y="9490"/>
                      <a:pt x="10487" y="9415"/>
                      <a:pt x="10495" y="9333"/>
                    </a:cubicBezTo>
                    <a:cubicBezTo>
                      <a:pt x="10503" y="9275"/>
                      <a:pt x="10512" y="9208"/>
                      <a:pt x="10520" y="9150"/>
                    </a:cubicBezTo>
                    <a:cubicBezTo>
                      <a:pt x="10512" y="9018"/>
                      <a:pt x="10495" y="8893"/>
                      <a:pt x="10478" y="8769"/>
                    </a:cubicBezTo>
                    <a:cubicBezTo>
                      <a:pt x="10454" y="8562"/>
                      <a:pt x="10429" y="8355"/>
                      <a:pt x="10404" y="8148"/>
                    </a:cubicBezTo>
                    <a:cubicBezTo>
                      <a:pt x="10399" y="8123"/>
                      <a:pt x="10424" y="8104"/>
                      <a:pt x="10449" y="8104"/>
                    </a:cubicBezTo>
                    <a:cubicBezTo>
                      <a:pt x="10465" y="8104"/>
                      <a:pt x="10480" y="8112"/>
                      <a:pt x="10487" y="8131"/>
                    </a:cubicBezTo>
                    <a:cubicBezTo>
                      <a:pt x="10520" y="8247"/>
                      <a:pt x="10553" y="8371"/>
                      <a:pt x="10578" y="8487"/>
                    </a:cubicBezTo>
                    <a:cubicBezTo>
                      <a:pt x="10586" y="8405"/>
                      <a:pt x="10594" y="8330"/>
                      <a:pt x="10594" y="8247"/>
                    </a:cubicBezTo>
                    <a:cubicBezTo>
                      <a:pt x="10594" y="8206"/>
                      <a:pt x="10594" y="8173"/>
                      <a:pt x="10594" y="8131"/>
                    </a:cubicBezTo>
                    <a:cubicBezTo>
                      <a:pt x="10536" y="7924"/>
                      <a:pt x="10470" y="7725"/>
                      <a:pt x="10396" y="7526"/>
                    </a:cubicBezTo>
                    <a:cubicBezTo>
                      <a:pt x="10304" y="7311"/>
                      <a:pt x="10213" y="7104"/>
                      <a:pt x="10114" y="6897"/>
                    </a:cubicBezTo>
                    <a:cubicBezTo>
                      <a:pt x="9691" y="5994"/>
                      <a:pt x="9202" y="5107"/>
                      <a:pt x="9202" y="4121"/>
                    </a:cubicBezTo>
                    <a:cubicBezTo>
                      <a:pt x="9202" y="4038"/>
                      <a:pt x="9202" y="3947"/>
                      <a:pt x="9244" y="3864"/>
                    </a:cubicBezTo>
                    <a:cubicBezTo>
                      <a:pt x="9244" y="4071"/>
                      <a:pt x="9260" y="4270"/>
                      <a:pt x="9302" y="4469"/>
                    </a:cubicBezTo>
                    <a:cubicBezTo>
                      <a:pt x="9343" y="4668"/>
                      <a:pt x="9393" y="4858"/>
                      <a:pt x="9451" y="5049"/>
                    </a:cubicBezTo>
                    <a:cubicBezTo>
                      <a:pt x="9484" y="5148"/>
                      <a:pt x="9517" y="5248"/>
                      <a:pt x="9550" y="5347"/>
                    </a:cubicBezTo>
                    <a:cubicBezTo>
                      <a:pt x="9584" y="5438"/>
                      <a:pt x="9617" y="5538"/>
                      <a:pt x="9683" y="5612"/>
                    </a:cubicBezTo>
                    <a:cubicBezTo>
                      <a:pt x="9695" y="5622"/>
                      <a:pt x="9707" y="5626"/>
                      <a:pt x="9720" y="5626"/>
                    </a:cubicBezTo>
                    <a:cubicBezTo>
                      <a:pt x="9753" y="5626"/>
                      <a:pt x="9785" y="5599"/>
                      <a:pt x="9791" y="5563"/>
                    </a:cubicBezTo>
                    <a:cubicBezTo>
                      <a:pt x="9799" y="5480"/>
                      <a:pt x="9766" y="5380"/>
                      <a:pt x="9741" y="5298"/>
                    </a:cubicBezTo>
                    <a:cubicBezTo>
                      <a:pt x="9708" y="5198"/>
                      <a:pt x="9675" y="5107"/>
                      <a:pt x="9650" y="5008"/>
                    </a:cubicBezTo>
                    <a:cubicBezTo>
                      <a:pt x="9592" y="4825"/>
                      <a:pt x="9534" y="4635"/>
                      <a:pt x="9492" y="4444"/>
                    </a:cubicBezTo>
                    <a:cubicBezTo>
                      <a:pt x="9443" y="4212"/>
                      <a:pt x="9410" y="3972"/>
                      <a:pt x="9401" y="3732"/>
                    </a:cubicBezTo>
                    <a:cubicBezTo>
                      <a:pt x="9450" y="3707"/>
                      <a:pt x="9505" y="3696"/>
                      <a:pt x="9563" y="3696"/>
                    </a:cubicBezTo>
                    <a:cubicBezTo>
                      <a:pt x="9643" y="3696"/>
                      <a:pt x="9727" y="3718"/>
                      <a:pt x="9799" y="3756"/>
                    </a:cubicBezTo>
                    <a:cubicBezTo>
                      <a:pt x="9832" y="3781"/>
                      <a:pt x="9874" y="3814"/>
                      <a:pt x="9907" y="3839"/>
                    </a:cubicBezTo>
                    <a:cubicBezTo>
                      <a:pt x="9940" y="3947"/>
                      <a:pt x="9973" y="4046"/>
                      <a:pt x="9998" y="4146"/>
                    </a:cubicBezTo>
                    <a:cubicBezTo>
                      <a:pt x="10064" y="4378"/>
                      <a:pt x="10114" y="4602"/>
                      <a:pt x="10164" y="4825"/>
                    </a:cubicBezTo>
                    <a:cubicBezTo>
                      <a:pt x="10175" y="4873"/>
                      <a:pt x="10213" y="4895"/>
                      <a:pt x="10252" y="4895"/>
                    </a:cubicBezTo>
                    <a:cubicBezTo>
                      <a:pt x="10301" y="4895"/>
                      <a:pt x="10350" y="4860"/>
                      <a:pt x="10346" y="4800"/>
                    </a:cubicBezTo>
                    <a:cubicBezTo>
                      <a:pt x="10346" y="4535"/>
                      <a:pt x="10346" y="4270"/>
                      <a:pt x="10346" y="4005"/>
                    </a:cubicBezTo>
                    <a:cubicBezTo>
                      <a:pt x="10346" y="3872"/>
                      <a:pt x="10346" y="3748"/>
                      <a:pt x="10354" y="3616"/>
                    </a:cubicBezTo>
                    <a:cubicBezTo>
                      <a:pt x="10354" y="3599"/>
                      <a:pt x="10354" y="3591"/>
                      <a:pt x="10354" y="3582"/>
                    </a:cubicBezTo>
                    <a:cubicBezTo>
                      <a:pt x="10412" y="3665"/>
                      <a:pt x="10478" y="3756"/>
                      <a:pt x="10545" y="3831"/>
                    </a:cubicBezTo>
                    <a:cubicBezTo>
                      <a:pt x="10545" y="3756"/>
                      <a:pt x="10536" y="3682"/>
                      <a:pt x="10528" y="3607"/>
                    </a:cubicBezTo>
                    <a:cubicBezTo>
                      <a:pt x="10512" y="3450"/>
                      <a:pt x="10503" y="3284"/>
                      <a:pt x="10470" y="3127"/>
                    </a:cubicBezTo>
                    <a:cubicBezTo>
                      <a:pt x="10445" y="2986"/>
                      <a:pt x="10404" y="2845"/>
                      <a:pt x="10296" y="2754"/>
                    </a:cubicBezTo>
                    <a:cubicBezTo>
                      <a:pt x="10256" y="2727"/>
                      <a:pt x="10281" y="2679"/>
                      <a:pt x="10318" y="2679"/>
                    </a:cubicBezTo>
                    <a:cubicBezTo>
                      <a:pt x="10327" y="2679"/>
                      <a:pt x="10336" y="2681"/>
                      <a:pt x="10346" y="2688"/>
                    </a:cubicBezTo>
                    <a:cubicBezTo>
                      <a:pt x="10387" y="2704"/>
                      <a:pt x="10420" y="2737"/>
                      <a:pt x="10445" y="2762"/>
                    </a:cubicBezTo>
                    <a:cubicBezTo>
                      <a:pt x="10437" y="2729"/>
                      <a:pt x="10429" y="2688"/>
                      <a:pt x="10420" y="2654"/>
                    </a:cubicBezTo>
                    <a:cubicBezTo>
                      <a:pt x="10387" y="2588"/>
                      <a:pt x="10346" y="2530"/>
                      <a:pt x="10313" y="2472"/>
                    </a:cubicBezTo>
                    <a:cubicBezTo>
                      <a:pt x="10238" y="2356"/>
                      <a:pt x="10164" y="2232"/>
                      <a:pt x="10089" y="2116"/>
                    </a:cubicBezTo>
                    <a:cubicBezTo>
                      <a:pt x="10089" y="2182"/>
                      <a:pt x="10081" y="2257"/>
                      <a:pt x="10039" y="2298"/>
                    </a:cubicBezTo>
                    <a:cubicBezTo>
                      <a:pt x="10027" y="2311"/>
                      <a:pt x="10008" y="2319"/>
                      <a:pt x="9992" y="2319"/>
                    </a:cubicBezTo>
                    <a:cubicBezTo>
                      <a:pt x="9975" y="2319"/>
                      <a:pt x="9961" y="2311"/>
                      <a:pt x="9956" y="2290"/>
                    </a:cubicBezTo>
                    <a:cubicBezTo>
                      <a:pt x="9940" y="2248"/>
                      <a:pt x="9940" y="2199"/>
                      <a:pt x="9940" y="2149"/>
                    </a:cubicBezTo>
                    <a:cubicBezTo>
                      <a:pt x="9940" y="2099"/>
                      <a:pt x="9932" y="2050"/>
                      <a:pt x="9923" y="2000"/>
                    </a:cubicBezTo>
                    <a:cubicBezTo>
                      <a:pt x="9898" y="1901"/>
                      <a:pt x="9865" y="1801"/>
                      <a:pt x="9824" y="1710"/>
                    </a:cubicBezTo>
                    <a:cubicBezTo>
                      <a:pt x="9741" y="1511"/>
                      <a:pt x="9650" y="1312"/>
                      <a:pt x="9559" y="1113"/>
                    </a:cubicBezTo>
                    <a:cubicBezTo>
                      <a:pt x="9550" y="1105"/>
                      <a:pt x="9550" y="1089"/>
                      <a:pt x="9559" y="1080"/>
                    </a:cubicBezTo>
                    <a:cubicBezTo>
                      <a:pt x="9517" y="1031"/>
                      <a:pt x="9476" y="981"/>
                      <a:pt x="9434" y="923"/>
                    </a:cubicBezTo>
                    <a:cubicBezTo>
                      <a:pt x="9415" y="890"/>
                      <a:pt x="9442" y="847"/>
                      <a:pt x="9475" y="847"/>
                    </a:cubicBezTo>
                    <a:cubicBezTo>
                      <a:pt x="9483" y="847"/>
                      <a:pt x="9492" y="850"/>
                      <a:pt x="9501" y="857"/>
                    </a:cubicBezTo>
                    <a:cubicBezTo>
                      <a:pt x="9584" y="931"/>
                      <a:pt x="9658" y="1014"/>
                      <a:pt x="9724" y="1089"/>
                    </a:cubicBezTo>
                    <a:cubicBezTo>
                      <a:pt x="9724" y="1080"/>
                      <a:pt x="9716" y="1064"/>
                      <a:pt x="9708" y="1047"/>
                    </a:cubicBezTo>
                    <a:cubicBezTo>
                      <a:pt x="9675" y="1022"/>
                      <a:pt x="9650" y="989"/>
                      <a:pt x="9625" y="964"/>
                    </a:cubicBezTo>
                    <a:cubicBezTo>
                      <a:pt x="9534" y="865"/>
                      <a:pt x="9468" y="732"/>
                      <a:pt x="9410" y="608"/>
                    </a:cubicBezTo>
                    <a:cubicBezTo>
                      <a:pt x="9393" y="567"/>
                      <a:pt x="9376" y="525"/>
                      <a:pt x="9360" y="484"/>
                    </a:cubicBezTo>
                    <a:cubicBezTo>
                      <a:pt x="8987" y="335"/>
                      <a:pt x="8614" y="194"/>
                      <a:pt x="8241" y="45"/>
                    </a:cubicBezTo>
                    <a:cubicBezTo>
                      <a:pt x="8186" y="22"/>
                      <a:pt x="8123" y="0"/>
                      <a:pt x="80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3" name="Google Shape;5683;p17"/>
              <p:cNvSpPr/>
              <p:nvPr/>
            </p:nvSpPr>
            <p:spPr>
              <a:xfrm>
                <a:off x="2912725" y="4638375"/>
                <a:ext cx="28150" cy="39475"/>
              </a:xfrm>
              <a:custGeom>
                <a:rect b="b" l="l" r="r" t="t"/>
                <a:pathLst>
                  <a:path extrusionOk="0" h="1579" w="1126">
                    <a:moveTo>
                      <a:pt x="1069" y="0"/>
                    </a:moveTo>
                    <a:cubicBezTo>
                      <a:pt x="1054" y="0"/>
                      <a:pt x="1038" y="11"/>
                      <a:pt x="1034" y="28"/>
                    </a:cubicBezTo>
                    <a:cubicBezTo>
                      <a:pt x="1001" y="95"/>
                      <a:pt x="1001" y="178"/>
                      <a:pt x="984" y="252"/>
                    </a:cubicBezTo>
                    <a:cubicBezTo>
                      <a:pt x="968" y="327"/>
                      <a:pt x="943" y="401"/>
                      <a:pt x="910" y="476"/>
                    </a:cubicBezTo>
                    <a:cubicBezTo>
                      <a:pt x="852" y="617"/>
                      <a:pt x="769" y="749"/>
                      <a:pt x="686" y="874"/>
                    </a:cubicBezTo>
                    <a:cubicBezTo>
                      <a:pt x="512" y="1130"/>
                      <a:pt x="263" y="1313"/>
                      <a:pt x="31" y="1512"/>
                    </a:cubicBezTo>
                    <a:cubicBezTo>
                      <a:pt x="1" y="1534"/>
                      <a:pt x="27" y="1579"/>
                      <a:pt x="64" y="1579"/>
                    </a:cubicBezTo>
                    <a:cubicBezTo>
                      <a:pt x="67" y="1579"/>
                      <a:pt x="70" y="1578"/>
                      <a:pt x="73" y="1578"/>
                    </a:cubicBezTo>
                    <a:cubicBezTo>
                      <a:pt x="156" y="1561"/>
                      <a:pt x="230" y="1536"/>
                      <a:pt x="305" y="1495"/>
                    </a:cubicBezTo>
                    <a:cubicBezTo>
                      <a:pt x="379" y="1454"/>
                      <a:pt x="446" y="1404"/>
                      <a:pt x="512" y="1346"/>
                    </a:cubicBezTo>
                    <a:cubicBezTo>
                      <a:pt x="636" y="1238"/>
                      <a:pt x="752" y="1106"/>
                      <a:pt x="843" y="965"/>
                    </a:cubicBezTo>
                    <a:cubicBezTo>
                      <a:pt x="935" y="824"/>
                      <a:pt x="1001" y="675"/>
                      <a:pt x="1042" y="509"/>
                    </a:cubicBezTo>
                    <a:cubicBezTo>
                      <a:pt x="1067" y="434"/>
                      <a:pt x="1084" y="352"/>
                      <a:pt x="1092" y="269"/>
                    </a:cubicBezTo>
                    <a:cubicBezTo>
                      <a:pt x="1109" y="194"/>
                      <a:pt x="1125" y="103"/>
                      <a:pt x="1100" y="28"/>
                    </a:cubicBezTo>
                    <a:cubicBezTo>
                      <a:pt x="1096" y="9"/>
                      <a:pt x="1083" y="0"/>
                      <a:pt x="10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4" name="Google Shape;5684;p17"/>
              <p:cNvSpPr/>
              <p:nvPr/>
            </p:nvSpPr>
            <p:spPr>
              <a:xfrm>
                <a:off x="2926675" y="4639200"/>
                <a:ext cx="9000" cy="21075"/>
              </a:xfrm>
              <a:custGeom>
                <a:rect b="b" l="l" r="r" t="t"/>
                <a:pathLst>
                  <a:path extrusionOk="0" h="843" w="360">
                    <a:moveTo>
                      <a:pt x="275" y="0"/>
                    </a:moveTo>
                    <a:cubicBezTo>
                      <a:pt x="270" y="0"/>
                      <a:pt x="265" y="1"/>
                      <a:pt x="261" y="4"/>
                    </a:cubicBezTo>
                    <a:cubicBezTo>
                      <a:pt x="211" y="37"/>
                      <a:pt x="203" y="128"/>
                      <a:pt x="194" y="186"/>
                    </a:cubicBezTo>
                    <a:cubicBezTo>
                      <a:pt x="178" y="252"/>
                      <a:pt x="161" y="319"/>
                      <a:pt x="145" y="393"/>
                    </a:cubicBezTo>
                    <a:cubicBezTo>
                      <a:pt x="128" y="459"/>
                      <a:pt x="103" y="517"/>
                      <a:pt x="87" y="584"/>
                    </a:cubicBezTo>
                    <a:cubicBezTo>
                      <a:pt x="62" y="650"/>
                      <a:pt x="45" y="716"/>
                      <a:pt x="12" y="783"/>
                    </a:cubicBezTo>
                    <a:cubicBezTo>
                      <a:pt x="1" y="816"/>
                      <a:pt x="24" y="843"/>
                      <a:pt x="48" y="843"/>
                    </a:cubicBezTo>
                    <a:cubicBezTo>
                      <a:pt x="59" y="843"/>
                      <a:pt x="70" y="837"/>
                      <a:pt x="78" y="824"/>
                    </a:cubicBezTo>
                    <a:cubicBezTo>
                      <a:pt x="128" y="766"/>
                      <a:pt x="169" y="708"/>
                      <a:pt x="203" y="642"/>
                    </a:cubicBezTo>
                    <a:cubicBezTo>
                      <a:pt x="236" y="575"/>
                      <a:pt x="261" y="509"/>
                      <a:pt x="285" y="435"/>
                    </a:cubicBezTo>
                    <a:cubicBezTo>
                      <a:pt x="302" y="360"/>
                      <a:pt x="327" y="294"/>
                      <a:pt x="335" y="219"/>
                    </a:cubicBezTo>
                    <a:cubicBezTo>
                      <a:pt x="343" y="161"/>
                      <a:pt x="360" y="53"/>
                      <a:pt x="310" y="12"/>
                    </a:cubicBezTo>
                    <a:cubicBezTo>
                      <a:pt x="299" y="6"/>
                      <a:pt x="287" y="0"/>
                      <a:pt x="2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5" name="Google Shape;5685;p17"/>
              <p:cNvSpPr/>
              <p:nvPr/>
            </p:nvSpPr>
            <p:spPr>
              <a:xfrm>
                <a:off x="2933375" y="4626225"/>
                <a:ext cx="2725" cy="6725"/>
              </a:xfrm>
              <a:custGeom>
                <a:rect b="b" l="l" r="r" t="t"/>
                <a:pathLst>
                  <a:path extrusionOk="0" h="269" w="109">
                    <a:moveTo>
                      <a:pt x="92" y="1"/>
                    </a:moveTo>
                    <a:cubicBezTo>
                      <a:pt x="75" y="1"/>
                      <a:pt x="67" y="9"/>
                      <a:pt x="59" y="17"/>
                    </a:cubicBezTo>
                    <a:cubicBezTo>
                      <a:pt x="59" y="26"/>
                      <a:pt x="51" y="34"/>
                      <a:pt x="51" y="42"/>
                    </a:cubicBezTo>
                    <a:cubicBezTo>
                      <a:pt x="42" y="50"/>
                      <a:pt x="42" y="59"/>
                      <a:pt x="42" y="67"/>
                    </a:cubicBezTo>
                    <a:cubicBezTo>
                      <a:pt x="34" y="84"/>
                      <a:pt x="34" y="100"/>
                      <a:pt x="26" y="117"/>
                    </a:cubicBezTo>
                    <a:cubicBezTo>
                      <a:pt x="17" y="150"/>
                      <a:pt x="9" y="191"/>
                      <a:pt x="9" y="224"/>
                    </a:cubicBezTo>
                    <a:cubicBezTo>
                      <a:pt x="1" y="241"/>
                      <a:pt x="9" y="266"/>
                      <a:pt x="34" y="266"/>
                    </a:cubicBezTo>
                    <a:cubicBezTo>
                      <a:pt x="38" y="268"/>
                      <a:pt x="42" y="269"/>
                      <a:pt x="46" y="269"/>
                    </a:cubicBezTo>
                    <a:cubicBezTo>
                      <a:pt x="58" y="269"/>
                      <a:pt x="69" y="260"/>
                      <a:pt x="75" y="241"/>
                    </a:cubicBezTo>
                    <a:cubicBezTo>
                      <a:pt x="84" y="208"/>
                      <a:pt x="92" y="175"/>
                      <a:pt x="92" y="142"/>
                    </a:cubicBezTo>
                    <a:cubicBezTo>
                      <a:pt x="100" y="100"/>
                      <a:pt x="109" y="67"/>
                      <a:pt x="109" y="26"/>
                    </a:cubicBezTo>
                    <a:cubicBezTo>
                      <a:pt x="109" y="17"/>
                      <a:pt x="100" y="9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6" name="Google Shape;5686;p17"/>
              <p:cNvSpPr/>
              <p:nvPr/>
            </p:nvSpPr>
            <p:spPr>
              <a:xfrm>
                <a:off x="2938825" y="4604275"/>
                <a:ext cx="9700" cy="46525"/>
              </a:xfrm>
              <a:custGeom>
                <a:rect b="b" l="l" r="r" t="t"/>
                <a:pathLst>
                  <a:path extrusionOk="0" h="1861" w="388">
                    <a:moveTo>
                      <a:pt x="304" y="1"/>
                    </a:moveTo>
                    <a:cubicBezTo>
                      <a:pt x="285" y="1"/>
                      <a:pt x="265" y="14"/>
                      <a:pt x="255" y="34"/>
                    </a:cubicBezTo>
                    <a:cubicBezTo>
                      <a:pt x="230" y="100"/>
                      <a:pt x="239" y="166"/>
                      <a:pt x="239" y="241"/>
                    </a:cubicBezTo>
                    <a:cubicBezTo>
                      <a:pt x="239" y="315"/>
                      <a:pt x="239" y="390"/>
                      <a:pt x="239" y="473"/>
                    </a:cubicBezTo>
                    <a:cubicBezTo>
                      <a:pt x="239" y="622"/>
                      <a:pt x="222" y="771"/>
                      <a:pt x="205" y="928"/>
                    </a:cubicBezTo>
                    <a:cubicBezTo>
                      <a:pt x="189" y="1078"/>
                      <a:pt x="164" y="1227"/>
                      <a:pt x="131" y="1368"/>
                    </a:cubicBezTo>
                    <a:cubicBezTo>
                      <a:pt x="89" y="1525"/>
                      <a:pt x="56" y="1674"/>
                      <a:pt x="7" y="1823"/>
                    </a:cubicBezTo>
                    <a:cubicBezTo>
                      <a:pt x="1" y="1845"/>
                      <a:pt x="18" y="1860"/>
                      <a:pt x="34" y="1860"/>
                    </a:cubicBezTo>
                    <a:cubicBezTo>
                      <a:pt x="42" y="1860"/>
                      <a:pt x="51" y="1856"/>
                      <a:pt x="56" y="1848"/>
                    </a:cubicBezTo>
                    <a:cubicBezTo>
                      <a:pt x="114" y="1707"/>
                      <a:pt x="189" y="1558"/>
                      <a:pt x="230" y="1417"/>
                    </a:cubicBezTo>
                    <a:cubicBezTo>
                      <a:pt x="272" y="1260"/>
                      <a:pt x="313" y="1102"/>
                      <a:pt x="338" y="945"/>
                    </a:cubicBezTo>
                    <a:cubicBezTo>
                      <a:pt x="371" y="796"/>
                      <a:pt x="379" y="638"/>
                      <a:pt x="388" y="489"/>
                    </a:cubicBezTo>
                    <a:cubicBezTo>
                      <a:pt x="388" y="406"/>
                      <a:pt x="388" y="324"/>
                      <a:pt x="388" y="241"/>
                    </a:cubicBezTo>
                    <a:cubicBezTo>
                      <a:pt x="388" y="158"/>
                      <a:pt x="379" y="92"/>
                      <a:pt x="338" y="25"/>
                    </a:cubicBezTo>
                    <a:cubicBezTo>
                      <a:pt x="331" y="8"/>
                      <a:pt x="318" y="1"/>
                      <a:pt x="30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7" name="Google Shape;5687;p17"/>
              <p:cNvSpPr/>
              <p:nvPr/>
            </p:nvSpPr>
            <p:spPr>
              <a:xfrm>
                <a:off x="2941675" y="4606300"/>
                <a:ext cx="2700" cy="11875"/>
              </a:xfrm>
              <a:custGeom>
                <a:rect b="b" l="l" r="r" t="t"/>
                <a:pathLst>
                  <a:path extrusionOk="0" h="475" w="108">
                    <a:moveTo>
                      <a:pt x="67" y="0"/>
                    </a:moveTo>
                    <a:cubicBezTo>
                      <a:pt x="56" y="0"/>
                      <a:pt x="46" y="6"/>
                      <a:pt x="42" y="19"/>
                    </a:cubicBezTo>
                    <a:cubicBezTo>
                      <a:pt x="17" y="85"/>
                      <a:pt x="9" y="160"/>
                      <a:pt x="9" y="226"/>
                    </a:cubicBezTo>
                    <a:cubicBezTo>
                      <a:pt x="9" y="301"/>
                      <a:pt x="0" y="367"/>
                      <a:pt x="0" y="433"/>
                    </a:cubicBezTo>
                    <a:cubicBezTo>
                      <a:pt x="0" y="458"/>
                      <a:pt x="17" y="475"/>
                      <a:pt x="42" y="475"/>
                    </a:cubicBezTo>
                    <a:cubicBezTo>
                      <a:pt x="58" y="475"/>
                      <a:pt x="75" y="458"/>
                      <a:pt x="75" y="433"/>
                    </a:cubicBezTo>
                    <a:cubicBezTo>
                      <a:pt x="83" y="367"/>
                      <a:pt x="91" y="301"/>
                      <a:pt x="100" y="226"/>
                    </a:cubicBezTo>
                    <a:cubicBezTo>
                      <a:pt x="100" y="160"/>
                      <a:pt x="108" y="85"/>
                      <a:pt x="91" y="19"/>
                    </a:cubicBezTo>
                    <a:cubicBezTo>
                      <a:pt x="87" y="6"/>
                      <a:pt x="77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8" name="Google Shape;5688;p17"/>
              <p:cNvSpPr/>
              <p:nvPr/>
            </p:nvSpPr>
            <p:spPr>
              <a:xfrm>
                <a:off x="2926225" y="4620125"/>
                <a:ext cx="4275" cy="13350"/>
              </a:xfrm>
              <a:custGeom>
                <a:rect b="b" l="l" r="r" t="t"/>
                <a:pathLst>
                  <a:path extrusionOk="0" h="534" w="171">
                    <a:moveTo>
                      <a:pt x="140" y="0"/>
                    </a:moveTo>
                    <a:cubicBezTo>
                      <a:pt x="134" y="0"/>
                      <a:pt x="127" y="4"/>
                      <a:pt x="121" y="13"/>
                    </a:cubicBezTo>
                    <a:cubicBezTo>
                      <a:pt x="113" y="29"/>
                      <a:pt x="105" y="46"/>
                      <a:pt x="96" y="71"/>
                    </a:cubicBezTo>
                    <a:cubicBezTo>
                      <a:pt x="96" y="87"/>
                      <a:pt x="88" y="104"/>
                      <a:pt x="80" y="120"/>
                    </a:cubicBezTo>
                    <a:cubicBezTo>
                      <a:pt x="71" y="162"/>
                      <a:pt x="63" y="203"/>
                      <a:pt x="55" y="245"/>
                    </a:cubicBezTo>
                    <a:cubicBezTo>
                      <a:pt x="38" y="328"/>
                      <a:pt x="22" y="410"/>
                      <a:pt x="5" y="485"/>
                    </a:cubicBezTo>
                    <a:cubicBezTo>
                      <a:pt x="0" y="515"/>
                      <a:pt x="23" y="533"/>
                      <a:pt x="43" y="533"/>
                    </a:cubicBezTo>
                    <a:cubicBezTo>
                      <a:pt x="56" y="533"/>
                      <a:pt x="68" y="526"/>
                      <a:pt x="71" y="510"/>
                    </a:cubicBezTo>
                    <a:cubicBezTo>
                      <a:pt x="96" y="427"/>
                      <a:pt x="113" y="344"/>
                      <a:pt x="129" y="270"/>
                    </a:cubicBezTo>
                    <a:cubicBezTo>
                      <a:pt x="138" y="228"/>
                      <a:pt x="146" y="187"/>
                      <a:pt x="154" y="145"/>
                    </a:cubicBezTo>
                    <a:cubicBezTo>
                      <a:pt x="154" y="129"/>
                      <a:pt x="163" y="112"/>
                      <a:pt x="163" y="87"/>
                    </a:cubicBezTo>
                    <a:cubicBezTo>
                      <a:pt x="171" y="71"/>
                      <a:pt x="163" y="46"/>
                      <a:pt x="163" y="29"/>
                    </a:cubicBezTo>
                    <a:lnTo>
                      <a:pt x="171" y="29"/>
                    </a:lnTo>
                    <a:cubicBezTo>
                      <a:pt x="165" y="13"/>
                      <a:pt x="153" y="0"/>
                      <a:pt x="1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9" name="Google Shape;5689;p17"/>
              <p:cNvSpPr/>
              <p:nvPr/>
            </p:nvSpPr>
            <p:spPr>
              <a:xfrm>
                <a:off x="2940625" y="4555100"/>
                <a:ext cx="6875" cy="39675"/>
              </a:xfrm>
              <a:custGeom>
                <a:rect b="b" l="l" r="r" t="t"/>
                <a:pathLst>
                  <a:path extrusionOk="0" h="1587" w="275">
                    <a:moveTo>
                      <a:pt x="65" y="1"/>
                    </a:moveTo>
                    <a:cubicBezTo>
                      <a:pt x="51" y="1"/>
                      <a:pt x="39" y="7"/>
                      <a:pt x="34" y="20"/>
                    </a:cubicBezTo>
                    <a:cubicBezTo>
                      <a:pt x="1" y="70"/>
                      <a:pt x="17" y="128"/>
                      <a:pt x="17" y="186"/>
                    </a:cubicBezTo>
                    <a:cubicBezTo>
                      <a:pt x="26" y="244"/>
                      <a:pt x="42" y="310"/>
                      <a:pt x="51" y="377"/>
                    </a:cubicBezTo>
                    <a:cubicBezTo>
                      <a:pt x="67" y="501"/>
                      <a:pt x="84" y="633"/>
                      <a:pt x="92" y="758"/>
                    </a:cubicBezTo>
                    <a:cubicBezTo>
                      <a:pt x="117" y="1015"/>
                      <a:pt x="125" y="1280"/>
                      <a:pt x="150" y="1537"/>
                    </a:cubicBezTo>
                    <a:cubicBezTo>
                      <a:pt x="150" y="1570"/>
                      <a:pt x="173" y="1586"/>
                      <a:pt x="197" y="1586"/>
                    </a:cubicBezTo>
                    <a:cubicBezTo>
                      <a:pt x="220" y="1586"/>
                      <a:pt x="245" y="1570"/>
                      <a:pt x="249" y="1537"/>
                    </a:cubicBezTo>
                    <a:cubicBezTo>
                      <a:pt x="274" y="1280"/>
                      <a:pt x="266" y="1006"/>
                      <a:pt x="241" y="741"/>
                    </a:cubicBezTo>
                    <a:cubicBezTo>
                      <a:pt x="225" y="617"/>
                      <a:pt x="216" y="493"/>
                      <a:pt x="191" y="368"/>
                    </a:cubicBezTo>
                    <a:cubicBezTo>
                      <a:pt x="183" y="302"/>
                      <a:pt x="175" y="227"/>
                      <a:pt x="167" y="169"/>
                    </a:cubicBezTo>
                    <a:cubicBezTo>
                      <a:pt x="150" y="111"/>
                      <a:pt x="142" y="53"/>
                      <a:pt x="100" y="12"/>
                    </a:cubicBezTo>
                    <a:cubicBezTo>
                      <a:pt x="89" y="5"/>
                      <a:pt x="76" y="1"/>
                      <a:pt x="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0" name="Google Shape;5690;p17"/>
              <p:cNvSpPr/>
              <p:nvPr/>
            </p:nvSpPr>
            <p:spPr>
              <a:xfrm>
                <a:off x="2952850" y="4628200"/>
                <a:ext cx="96975" cy="153625"/>
              </a:xfrm>
              <a:custGeom>
                <a:rect b="b" l="l" r="r" t="t"/>
                <a:pathLst>
                  <a:path extrusionOk="0" h="6145" w="3879">
                    <a:moveTo>
                      <a:pt x="289" y="1"/>
                    </a:moveTo>
                    <a:cubicBezTo>
                      <a:pt x="280" y="1"/>
                      <a:pt x="272" y="4"/>
                      <a:pt x="266" y="13"/>
                    </a:cubicBezTo>
                    <a:cubicBezTo>
                      <a:pt x="208" y="121"/>
                      <a:pt x="183" y="245"/>
                      <a:pt x="158" y="353"/>
                    </a:cubicBezTo>
                    <a:cubicBezTo>
                      <a:pt x="133" y="477"/>
                      <a:pt x="117" y="601"/>
                      <a:pt x="108" y="725"/>
                    </a:cubicBezTo>
                    <a:cubicBezTo>
                      <a:pt x="92" y="850"/>
                      <a:pt x="92" y="974"/>
                      <a:pt x="92" y="1098"/>
                    </a:cubicBezTo>
                    <a:cubicBezTo>
                      <a:pt x="92" y="1165"/>
                      <a:pt x="100" y="1231"/>
                      <a:pt x="108" y="1297"/>
                    </a:cubicBezTo>
                    <a:cubicBezTo>
                      <a:pt x="75" y="1471"/>
                      <a:pt x="42" y="1645"/>
                      <a:pt x="26" y="1819"/>
                    </a:cubicBezTo>
                    <a:cubicBezTo>
                      <a:pt x="1" y="2101"/>
                      <a:pt x="133" y="2324"/>
                      <a:pt x="257" y="2565"/>
                    </a:cubicBezTo>
                    <a:cubicBezTo>
                      <a:pt x="274" y="2606"/>
                      <a:pt x="249" y="2639"/>
                      <a:pt x="216" y="2664"/>
                    </a:cubicBezTo>
                    <a:cubicBezTo>
                      <a:pt x="307" y="2730"/>
                      <a:pt x="398" y="2805"/>
                      <a:pt x="481" y="2888"/>
                    </a:cubicBezTo>
                    <a:cubicBezTo>
                      <a:pt x="614" y="3020"/>
                      <a:pt x="688" y="3203"/>
                      <a:pt x="755" y="3368"/>
                    </a:cubicBezTo>
                    <a:cubicBezTo>
                      <a:pt x="829" y="3551"/>
                      <a:pt x="887" y="3750"/>
                      <a:pt x="920" y="3940"/>
                    </a:cubicBezTo>
                    <a:cubicBezTo>
                      <a:pt x="929" y="3998"/>
                      <a:pt x="937" y="4064"/>
                      <a:pt x="945" y="4122"/>
                    </a:cubicBezTo>
                    <a:cubicBezTo>
                      <a:pt x="1011" y="4255"/>
                      <a:pt x="1045" y="4396"/>
                      <a:pt x="1069" y="4545"/>
                    </a:cubicBezTo>
                    <a:cubicBezTo>
                      <a:pt x="1086" y="4727"/>
                      <a:pt x="1103" y="4918"/>
                      <a:pt x="1161" y="5092"/>
                    </a:cubicBezTo>
                    <a:cubicBezTo>
                      <a:pt x="1219" y="5282"/>
                      <a:pt x="1326" y="5398"/>
                      <a:pt x="1492" y="5498"/>
                    </a:cubicBezTo>
                    <a:cubicBezTo>
                      <a:pt x="1575" y="5548"/>
                      <a:pt x="1658" y="5597"/>
                      <a:pt x="1741" y="5630"/>
                    </a:cubicBezTo>
                    <a:cubicBezTo>
                      <a:pt x="1807" y="5655"/>
                      <a:pt x="1873" y="5672"/>
                      <a:pt x="1923" y="5713"/>
                    </a:cubicBezTo>
                    <a:cubicBezTo>
                      <a:pt x="2097" y="5755"/>
                      <a:pt x="2279" y="5804"/>
                      <a:pt x="2453" y="5862"/>
                    </a:cubicBezTo>
                    <a:cubicBezTo>
                      <a:pt x="2544" y="5896"/>
                      <a:pt x="2627" y="5937"/>
                      <a:pt x="2702" y="5987"/>
                    </a:cubicBezTo>
                    <a:cubicBezTo>
                      <a:pt x="2785" y="6028"/>
                      <a:pt x="2851" y="6094"/>
                      <a:pt x="2942" y="6128"/>
                    </a:cubicBezTo>
                    <a:cubicBezTo>
                      <a:pt x="2988" y="6138"/>
                      <a:pt x="3034" y="6145"/>
                      <a:pt x="3082" y="6145"/>
                    </a:cubicBezTo>
                    <a:cubicBezTo>
                      <a:pt x="3112" y="6145"/>
                      <a:pt x="3142" y="6142"/>
                      <a:pt x="3174" y="6136"/>
                    </a:cubicBezTo>
                    <a:cubicBezTo>
                      <a:pt x="3199" y="6111"/>
                      <a:pt x="3240" y="6086"/>
                      <a:pt x="3282" y="6061"/>
                    </a:cubicBezTo>
                    <a:cubicBezTo>
                      <a:pt x="3331" y="6028"/>
                      <a:pt x="3389" y="5987"/>
                      <a:pt x="3439" y="5954"/>
                    </a:cubicBezTo>
                    <a:cubicBezTo>
                      <a:pt x="3472" y="5929"/>
                      <a:pt x="3522" y="5896"/>
                      <a:pt x="3547" y="5862"/>
                    </a:cubicBezTo>
                    <a:lnTo>
                      <a:pt x="3539" y="5846"/>
                    </a:lnTo>
                    <a:cubicBezTo>
                      <a:pt x="3514" y="5829"/>
                      <a:pt x="3489" y="5813"/>
                      <a:pt x="3464" y="5788"/>
                    </a:cubicBezTo>
                    <a:cubicBezTo>
                      <a:pt x="3365" y="5697"/>
                      <a:pt x="3265" y="5606"/>
                      <a:pt x="3174" y="5506"/>
                    </a:cubicBezTo>
                    <a:cubicBezTo>
                      <a:pt x="3091" y="5415"/>
                      <a:pt x="3008" y="5307"/>
                      <a:pt x="2925" y="5200"/>
                    </a:cubicBezTo>
                    <a:cubicBezTo>
                      <a:pt x="2899" y="5160"/>
                      <a:pt x="2936" y="5105"/>
                      <a:pt x="2977" y="5105"/>
                    </a:cubicBezTo>
                    <a:cubicBezTo>
                      <a:pt x="2987" y="5105"/>
                      <a:pt x="2998" y="5108"/>
                      <a:pt x="3008" y="5117"/>
                    </a:cubicBezTo>
                    <a:cubicBezTo>
                      <a:pt x="3124" y="5233"/>
                      <a:pt x="3249" y="5332"/>
                      <a:pt x="3365" y="5440"/>
                    </a:cubicBezTo>
                    <a:cubicBezTo>
                      <a:pt x="3423" y="5490"/>
                      <a:pt x="3481" y="5539"/>
                      <a:pt x="3547" y="5589"/>
                    </a:cubicBezTo>
                    <a:cubicBezTo>
                      <a:pt x="3597" y="5630"/>
                      <a:pt x="3671" y="5680"/>
                      <a:pt x="3713" y="5730"/>
                    </a:cubicBezTo>
                    <a:cubicBezTo>
                      <a:pt x="3721" y="5746"/>
                      <a:pt x="3729" y="5755"/>
                      <a:pt x="3737" y="5771"/>
                    </a:cubicBezTo>
                    <a:cubicBezTo>
                      <a:pt x="3746" y="5746"/>
                      <a:pt x="3762" y="5730"/>
                      <a:pt x="3779" y="5713"/>
                    </a:cubicBezTo>
                    <a:cubicBezTo>
                      <a:pt x="3787" y="5697"/>
                      <a:pt x="3795" y="5672"/>
                      <a:pt x="3812" y="5655"/>
                    </a:cubicBezTo>
                    <a:cubicBezTo>
                      <a:pt x="3845" y="5589"/>
                      <a:pt x="3878" y="5506"/>
                      <a:pt x="3878" y="5432"/>
                    </a:cubicBezTo>
                    <a:cubicBezTo>
                      <a:pt x="3870" y="5349"/>
                      <a:pt x="3812" y="5291"/>
                      <a:pt x="3746" y="5241"/>
                    </a:cubicBezTo>
                    <a:cubicBezTo>
                      <a:pt x="3671" y="5183"/>
                      <a:pt x="3588" y="5133"/>
                      <a:pt x="3505" y="5075"/>
                    </a:cubicBezTo>
                    <a:cubicBezTo>
                      <a:pt x="3414" y="5009"/>
                      <a:pt x="3331" y="4943"/>
                      <a:pt x="3240" y="4868"/>
                    </a:cubicBezTo>
                    <a:cubicBezTo>
                      <a:pt x="3204" y="4839"/>
                      <a:pt x="3231" y="4772"/>
                      <a:pt x="3277" y="4772"/>
                    </a:cubicBezTo>
                    <a:cubicBezTo>
                      <a:pt x="3284" y="4772"/>
                      <a:pt x="3291" y="4774"/>
                      <a:pt x="3298" y="4777"/>
                    </a:cubicBezTo>
                    <a:cubicBezTo>
                      <a:pt x="3414" y="4827"/>
                      <a:pt x="3522" y="4885"/>
                      <a:pt x="3638" y="4943"/>
                    </a:cubicBezTo>
                    <a:cubicBezTo>
                      <a:pt x="3704" y="4976"/>
                      <a:pt x="3779" y="5017"/>
                      <a:pt x="3845" y="5067"/>
                    </a:cubicBezTo>
                    <a:cubicBezTo>
                      <a:pt x="3845" y="5009"/>
                      <a:pt x="3837" y="4959"/>
                      <a:pt x="3829" y="4910"/>
                    </a:cubicBezTo>
                    <a:cubicBezTo>
                      <a:pt x="3795" y="4785"/>
                      <a:pt x="3671" y="4752"/>
                      <a:pt x="3563" y="4719"/>
                    </a:cubicBezTo>
                    <a:cubicBezTo>
                      <a:pt x="3406" y="4678"/>
                      <a:pt x="3240" y="4628"/>
                      <a:pt x="3091" y="4570"/>
                    </a:cubicBezTo>
                    <a:cubicBezTo>
                      <a:pt x="3075" y="4570"/>
                      <a:pt x="3058" y="4562"/>
                      <a:pt x="3050" y="4562"/>
                    </a:cubicBezTo>
                    <a:cubicBezTo>
                      <a:pt x="3028" y="4566"/>
                      <a:pt x="3006" y="4568"/>
                      <a:pt x="2984" y="4568"/>
                    </a:cubicBezTo>
                    <a:cubicBezTo>
                      <a:pt x="2793" y="4568"/>
                      <a:pt x="2615" y="4413"/>
                      <a:pt x="2503" y="4272"/>
                    </a:cubicBezTo>
                    <a:cubicBezTo>
                      <a:pt x="2345" y="4064"/>
                      <a:pt x="2271" y="3799"/>
                      <a:pt x="2205" y="3551"/>
                    </a:cubicBezTo>
                    <a:cubicBezTo>
                      <a:pt x="2122" y="3269"/>
                      <a:pt x="2047" y="2996"/>
                      <a:pt x="1973" y="2714"/>
                    </a:cubicBezTo>
                    <a:cubicBezTo>
                      <a:pt x="1931" y="2581"/>
                      <a:pt x="1898" y="2440"/>
                      <a:pt x="1865" y="2308"/>
                    </a:cubicBezTo>
                    <a:cubicBezTo>
                      <a:pt x="1857" y="2291"/>
                      <a:pt x="1857" y="2283"/>
                      <a:pt x="1857" y="2266"/>
                    </a:cubicBezTo>
                    <a:cubicBezTo>
                      <a:pt x="1848" y="2308"/>
                      <a:pt x="1848" y="2349"/>
                      <a:pt x="1848" y="2391"/>
                    </a:cubicBezTo>
                    <a:cubicBezTo>
                      <a:pt x="1848" y="2411"/>
                      <a:pt x="1832" y="2422"/>
                      <a:pt x="1814" y="2422"/>
                    </a:cubicBezTo>
                    <a:cubicBezTo>
                      <a:pt x="1797" y="2422"/>
                      <a:pt x="1778" y="2411"/>
                      <a:pt x="1774" y="2391"/>
                    </a:cubicBezTo>
                    <a:cubicBezTo>
                      <a:pt x="1765" y="2233"/>
                      <a:pt x="1749" y="2076"/>
                      <a:pt x="1741" y="1919"/>
                    </a:cubicBezTo>
                    <a:cubicBezTo>
                      <a:pt x="1741" y="1827"/>
                      <a:pt x="1741" y="1736"/>
                      <a:pt x="1741" y="1637"/>
                    </a:cubicBezTo>
                    <a:cubicBezTo>
                      <a:pt x="1741" y="1645"/>
                      <a:pt x="1741" y="1645"/>
                      <a:pt x="1732" y="1645"/>
                    </a:cubicBezTo>
                    <a:cubicBezTo>
                      <a:pt x="1732" y="1537"/>
                      <a:pt x="1732" y="1438"/>
                      <a:pt x="1732" y="1330"/>
                    </a:cubicBezTo>
                    <a:cubicBezTo>
                      <a:pt x="1732" y="1156"/>
                      <a:pt x="1724" y="991"/>
                      <a:pt x="1724" y="825"/>
                    </a:cubicBezTo>
                    <a:cubicBezTo>
                      <a:pt x="1724" y="734"/>
                      <a:pt x="1724" y="643"/>
                      <a:pt x="1724" y="560"/>
                    </a:cubicBezTo>
                    <a:cubicBezTo>
                      <a:pt x="1716" y="477"/>
                      <a:pt x="1724" y="386"/>
                      <a:pt x="1699" y="303"/>
                    </a:cubicBezTo>
                    <a:cubicBezTo>
                      <a:pt x="1691" y="283"/>
                      <a:pt x="1674" y="275"/>
                      <a:pt x="1658" y="275"/>
                    </a:cubicBezTo>
                    <a:cubicBezTo>
                      <a:pt x="1639" y="275"/>
                      <a:pt x="1621" y="285"/>
                      <a:pt x="1616" y="303"/>
                    </a:cubicBezTo>
                    <a:cubicBezTo>
                      <a:pt x="1583" y="377"/>
                      <a:pt x="1591" y="477"/>
                      <a:pt x="1583" y="560"/>
                    </a:cubicBezTo>
                    <a:cubicBezTo>
                      <a:pt x="1583" y="643"/>
                      <a:pt x="1583" y="725"/>
                      <a:pt x="1583" y="808"/>
                    </a:cubicBezTo>
                    <a:cubicBezTo>
                      <a:pt x="1583" y="991"/>
                      <a:pt x="1583" y="1165"/>
                      <a:pt x="1591" y="1347"/>
                    </a:cubicBezTo>
                    <a:cubicBezTo>
                      <a:pt x="1591" y="1496"/>
                      <a:pt x="1600" y="1637"/>
                      <a:pt x="1608" y="1786"/>
                    </a:cubicBezTo>
                    <a:cubicBezTo>
                      <a:pt x="1591" y="1811"/>
                      <a:pt x="1567" y="1827"/>
                      <a:pt x="1542" y="1852"/>
                    </a:cubicBezTo>
                    <a:cubicBezTo>
                      <a:pt x="1517" y="1645"/>
                      <a:pt x="1500" y="1446"/>
                      <a:pt x="1484" y="1239"/>
                    </a:cubicBezTo>
                    <a:cubicBezTo>
                      <a:pt x="1480" y="1223"/>
                      <a:pt x="1465" y="1214"/>
                      <a:pt x="1452" y="1214"/>
                    </a:cubicBezTo>
                    <a:cubicBezTo>
                      <a:pt x="1438" y="1214"/>
                      <a:pt x="1426" y="1223"/>
                      <a:pt x="1426" y="1239"/>
                    </a:cubicBezTo>
                    <a:cubicBezTo>
                      <a:pt x="1426" y="1471"/>
                      <a:pt x="1434" y="1703"/>
                      <a:pt x="1451" y="1927"/>
                    </a:cubicBezTo>
                    <a:cubicBezTo>
                      <a:pt x="1434" y="1943"/>
                      <a:pt x="1409" y="1960"/>
                      <a:pt x="1393" y="1968"/>
                    </a:cubicBezTo>
                    <a:cubicBezTo>
                      <a:pt x="1384" y="1952"/>
                      <a:pt x="1384" y="1927"/>
                      <a:pt x="1384" y="1910"/>
                    </a:cubicBezTo>
                    <a:cubicBezTo>
                      <a:pt x="1376" y="1753"/>
                      <a:pt x="1359" y="1579"/>
                      <a:pt x="1301" y="1438"/>
                    </a:cubicBezTo>
                    <a:cubicBezTo>
                      <a:pt x="1298" y="1426"/>
                      <a:pt x="1288" y="1420"/>
                      <a:pt x="1279" y="1420"/>
                    </a:cubicBezTo>
                    <a:cubicBezTo>
                      <a:pt x="1268" y="1420"/>
                      <a:pt x="1256" y="1428"/>
                      <a:pt x="1252" y="1446"/>
                    </a:cubicBezTo>
                    <a:cubicBezTo>
                      <a:pt x="1235" y="1595"/>
                      <a:pt x="1268" y="1761"/>
                      <a:pt x="1277" y="1910"/>
                    </a:cubicBezTo>
                    <a:cubicBezTo>
                      <a:pt x="1277" y="1943"/>
                      <a:pt x="1277" y="1977"/>
                      <a:pt x="1277" y="2001"/>
                    </a:cubicBezTo>
                    <a:cubicBezTo>
                      <a:pt x="1270" y="2002"/>
                      <a:pt x="1264" y="2003"/>
                      <a:pt x="1257" y="2003"/>
                    </a:cubicBezTo>
                    <a:cubicBezTo>
                      <a:pt x="1214" y="2003"/>
                      <a:pt x="1171" y="1980"/>
                      <a:pt x="1127" y="1952"/>
                    </a:cubicBezTo>
                    <a:cubicBezTo>
                      <a:pt x="1136" y="1877"/>
                      <a:pt x="1136" y="1794"/>
                      <a:pt x="1136" y="1711"/>
                    </a:cubicBezTo>
                    <a:cubicBezTo>
                      <a:pt x="1136" y="1653"/>
                      <a:pt x="1127" y="1604"/>
                      <a:pt x="1127" y="1537"/>
                    </a:cubicBezTo>
                    <a:cubicBezTo>
                      <a:pt x="1119" y="1488"/>
                      <a:pt x="1119" y="1430"/>
                      <a:pt x="1111" y="1380"/>
                    </a:cubicBezTo>
                    <a:cubicBezTo>
                      <a:pt x="1107" y="1368"/>
                      <a:pt x="1096" y="1361"/>
                      <a:pt x="1087" y="1361"/>
                    </a:cubicBezTo>
                    <a:cubicBezTo>
                      <a:pt x="1078" y="1361"/>
                      <a:pt x="1069" y="1368"/>
                      <a:pt x="1069" y="1380"/>
                    </a:cubicBezTo>
                    <a:cubicBezTo>
                      <a:pt x="1053" y="1430"/>
                      <a:pt x="1053" y="1488"/>
                      <a:pt x="1053" y="1537"/>
                    </a:cubicBezTo>
                    <a:cubicBezTo>
                      <a:pt x="1045" y="1595"/>
                      <a:pt x="1036" y="1653"/>
                      <a:pt x="1036" y="1711"/>
                    </a:cubicBezTo>
                    <a:cubicBezTo>
                      <a:pt x="1036" y="1769"/>
                      <a:pt x="1045" y="1827"/>
                      <a:pt x="1045" y="1877"/>
                    </a:cubicBezTo>
                    <a:cubicBezTo>
                      <a:pt x="1036" y="1877"/>
                      <a:pt x="1028" y="1869"/>
                      <a:pt x="1028" y="1861"/>
                    </a:cubicBezTo>
                    <a:cubicBezTo>
                      <a:pt x="937" y="1778"/>
                      <a:pt x="854" y="1687"/>
                      <a:pt x="771" y="1587"/>
                    </a:cubicBezTo>
                    <a:cubicBezTo>
                      <a:pt x="763" y="1488"/>
                      <a:pt x="755" y="1397"/>
                      <a:pt x="738" y="1297"/>
                    </a:cubicBezTo>
                    <a:cubicBezTo>
                      <a:pt x="705" y="982"/>
                      <a:pt x="639" y="667"/>
                      <a:pt x="597" y="353"/>
                    </a:cubicBezTo>
                    <a:cubicBezTo>
                      <a:pt x="593" y="334"/>
                      <a:pt x="578" y="325"/>
                      <a:pt x="562" y="325"/>
                    </a:cubicBezTo>
                    <a:cubicBezTo>
                      <a:pt x="543" y="325"/>
                      <a:pt x="523" y="338"/>
                      <a:pt x="523" y="361"/>
                    </a:cubicBezTo>
                    <a:cubicBezTo>
                      <a:pt x="556" y="684"/>
                      <a:pt x="572" y="1007"/>
                      <a:pt x="597" y="1330"/>
                    </a:cubicBezTo>
                    <a:cubicBezTo>
                      <a:pt x="597" y="1339"/>
                      <a:pt x="597" y="1347"/>
                      <a:pt x="597" y="1355"/>
                    </a:cubicBezTo>
                    <a:cubicBezTo>
                      <a:pt x="489" y="1198"/>
                      <a:pt x="382" y="1032"/>
                      <a:pt x="299" y="858"/>
                    </a:cubicBezTo>
                    <a:cubicBezTo>
                      <a:pt x="274" y="883"/>
                      <a:pt x="257" y="899"/>
                      <a:pt x="241" y="916"/>
                    </a:cubicBezTo>
                    <a:cubicBezTo>
                      <a:pt x="249" y="858"/>
                      <a:pt x="249" y="800"/>
                      <a:pt x="257" y="734"/>
                    </a:cubicBezTo>
                    <a:cubicBezTo>
                      <a:pt x="274" y="618"/>
                      <a:pt x="291" y="502"/>
                      <a:pt x="299" y="386"/>
                    </a:cubicBezTo>
                    <a:cubicBezTo>
                      <a:pt x="315" y="270"/>
                      <a:pt x="332" y="145"/>
                      <a:pt x="324" y="29"/>
                    </a:cubicBezTo>
                    <a:cubicBezTo>
                      <a:pt x="324" y="13"/>
                      <a:pt x="306" y="1"/>
                      <a:pt x="28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1" name="Google Shape;5691;p17"/>
              <p:cNvSpPr/>
              <p:nvPr/>
            </p:nvSpPr>
            <p:spPr>
              <a:xfrm>
                <a:off x="2995100" y="4616475"/>
                <a:ext cx="2525" cy="9975"/>
              </a:xfrm>
              <a:custGeom>
                <a:rect b="b" l="l" r="r" t="t"/>
                <a:pathLst>
                  <a:path extrusionOk="0" h="399" w="101">
                    <a:moveTo>
                      <a:pt x="72" y="0"/>
                    </a:moveTo>
                    <a:cubicBezTo>
                      <a:pt x="59" y="0"/>
                      <a:pt x="46" y="6"/>
                      <a:pt x="42" y="18"/>
                    </a:cubicBezTo>
                    <a:cubicBezTo>
                      <a:pt x="1" y="126"/>
                      <a:pt x="1" y="242"/>
                      <a:pt x="17" y="358"/>
                    </a:cubicBezTo>
                    <a:cubicBezTo>
                      <a:pt x="17" y="374"/>
                      <a:pt x="34" y="399"/>
                      <a:pt x="59" y="399"/>
                    </a:cubicBezTo>
                    <a:cubicBezTo>
                      <a:pt x="75" y="399"/>
                      <a:pt x="100" y="374"/>
                      <a:pt x="92" y="358"/>
                    </a:cubicBezTo>
                    <a:cubicBezTo>
                      <a:pt x="92" y="300"/>
                      <a:pt x="92" y="250"/>
                      <a:pt x="92" y="192"/>
                    </a:cubicBezTo>
                    <a:cubicBezTo>
                      <a:pt x="100" y="134"/>
                      <a:pt x="100" y="84"/>
                      <a:pt x="100" y="26"/>
                    </a:cubicBezTo>
                    <a:cubicBezTo>
                      <a:pt x="100" y="8"/>
                      <a:pt x="86" y="0"/>
                      <a:pt x="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2" name="Google Shape;5692;p17"/>
              <p:cNvSpPr/>
              <p:nvPr/>
            </p:nvSpPr>
            <p:spPr>
              <a:xfrm>
                <a:off x="2815525" y="4500075"/>
                <a:ext cx="125550" cy="329750"/>
              </a:xfrm>
              <a:custGeom>
                <a:rect b="b" l="l" r="r" t="t"/>
                <a:pathLst>
                  <a:path extrusionOk="0" h="13190" w="5022">
                    <a:moveTo>
                      <a:pt x="605" y="1484"/>
                    </a:moveTo>
                    <a:cubicBezTo>
                      <a:pt x="613" y="1517"/>
                      <a:pt x="630" y="1550"/>
                      <a:pt x="647" y="1583"/>
                    </a:cubicBezTo>
                    <a:cubicBezTo>
                      <a:pt x="647" y="1600"/>
                      <a:pt x="655" y="1617"/>
                      <a:pt x="663" y="1625"/>
                    </a:cubicBezTo>
                    <a:cubicBezTo>
                      <a:pt x="647" y="1625"/>
                      <a:pt x="630" y="1625"/>
                      <a:pt x="613" y="1633"/>
                    </a:cubicBezTo>
                    <a:cubicBezTo>
                      <a:pt x="605" y="1583"/>
                      <a:pt x="605" y="1534"/>
                      <a:pt x="605" y="1484"/>
                    </a:cubicBezTo>
                    <a:close/>
                    <a:moveTo>
                      <a:pt x="332" y="1575"/>
                    </a:moveTo>
                    <a:cubicBezTo>
                      <a:pt x="348" y="1633"/>
                      <a:pt x="373" y="1691"/>
                      <a:pt x="398" y="1749"/>
                    </a:cubicBezTo>
                    <a:cubicBezTo>
                      <a:pt x="406" y="1766"/>
                      <a:pt x="415" y="1791"/>
                      <a:pt x="423" y="1807"/>
                    </a:cubicBezTo>
                    <a:cubicBezTo>
                      <a:pt x="415" y="1815"/>
                      <a:pt x="415" y="1824"/>
                      <a:pt x="406" y="1832"/>
                    </a:cubicBezTo>
                    <a:cubicBezTo>
                      <a:pt x="406" y="1840"/>
                      <a:pt x="398" y="1857"/>
                      <a:pt x="390" y="1873"/>
                    </a:cubicBezTo>
                    <a:cubicBezTo>
                      <a:pt x="373" y="1832"/>
                      <a:pt x="357" y="1782"/>
                      <a:pt x="348" y="1741"/>
                    </a:cubicBezTo>
                    <a:cubicBezTo>
                      <a:pt x="348" y="1733"/>
                      <a:pt x="348" y="1733"/>
                      <a:pt x="348" y="1724"/>
                    </a:cubicBezTo>
                    <a:cubicBezTo>
                      <a:pt x="340" y="1675"/>
                      <a:pt x="332" y="1625"/>
                      <a:pt x="332" y="1575"/>
                    </a:cubicBezTo>
                    <a:close/>
                    <a:moveTo>
                      <a:pt x="2776" y="1948"/>
                    </a:moveTo>
                    <a:cubicBezTo>
                      <a:pt x="2776" y="1973"/>
                      <a:pt x="2768" y="1989"/>
                      <a:pt x="2759" y="2006"/>
                    </a:cubicBezTo>
                    <a:cubicBezTo>
                      <a:pt x="2735" y="2031"/>
                      <a:pt x="2710" y="2056"/>
                      <a:pt x="2685" y="2072"/>
                    </a:cubicBezTo>
                    <a:cubicBezTo>
                      <a:pt x="2718" y="2031"/>
                      <a:pt x="2751" y="1989"/>
                      <a:pt x="2776" y="1948"/>
                    </a:cubicBezTo>
                    <a:close/>
                    <a:moveTo>
                      <a:pt x="1392" y="2263"/>
                    </a:moveTo>
                    <a:lnTo>
                      <a:pt x="1392" y="2263"/>
                    </a:lnTo>
                    <a:cubicBezTo>
                      <a:pt x="1475" y="2321"/>
                      <a:pt x="1566" y="2379"/>
                      <a:pt x="1666" y="2428"/>
                    </a:cubicBezTo>
                    <a:cubicBezTo>
                      <a:pt x="1691" y="2437"/>
                      <a:pt x="1707" y="2453"/>
                      <a:pt x="1732" y="2470"/>
                    </a:cubicBezTo>
                    <a:lnTo>
                      <a:pt x="1715" y="2478"/>
                    </a:lnTo>
                    <a:cubicBezTo>
                      <a:pt x="1599" y="2420"/>
                      <a:pt x="1492" y="2346"/>
                      <a:pt x="1392" y="2263"/>
                    </a:cubicBezTo>
                    <a:close/>
                    <a:moveTo>
                      <a:pt x="1757" y="2718"/>
                    </a:moveTo>
                    <a:cubicBezTo>
                      <a:pt x="1840" y="2743"/>
                      <a:pt x="1931" y="2760"/>
                      <a:pt x="2022" y="2760"/>
                    </a:cubicBezTo>
                    <a:cubicBezTo>
                      <a:pt x="2005" y="2768"/>
                      <a:pt x="1997" y="2768"/>
                      <a:pt x="1981" y="2768"/>
                    </a:cubicBezTo>
                    <a:cubicBezTo>
                      <a:pt x="1954" y="2773"/>
                      <a:pt x="1928" y="2775"/>
                      <a:pt x="1902" y="2775"/>
                    </a:cubicBezTo>
                    <a:cubicBezTo>
                      <a:pt x="1833" y="2775"/>
                      <a:pt x="1768" y="2759"/>
                      <a:pt x="1707" y="2735"/>
                    </a:cubicBezTo>
                    <a:cubicBezTo>
                      <a:pt x="1724" y="2727"/>
                      <a:pt x="1740" y="2727"/>
                      <a:pt x="1757" y="2718"/>
                    </a:cubicBezTo>
                    <a:close/>
                    <a:moveTo>
                      <a:pt x="173" y="1"/>
                    </a:moveTo>
                    <a:cubicBezTo>
                      <a:pt x="151" y="1"/>
                      <a:pt x="128" y="15"/>
                      <a:pt x="133" y="42"/>
                    </a:cubicBezTo>
                    <a:cubicBezTo>
                      <a:pt x="158" y="258"/>
                      <a:pt x="158" y="465"/>
                      <a:pt x="166" y="680"/>
                    </a:cubicBezTo>
                    <a:cubicBezTo>
                      <a:pt x="152" y="673"/>
                      <a:pt x="136" y="669"/>
                      <a:pt x="122" y="669"/>
                    </a:cubicBezTo>
                    <a:cubicBezTo>
                      <a:pt x="85" y="669"/>
                      <a:pt x="51" y="691"/>
                      <a:pt x="34" y="738"/>
                    </a:cubicBezTo>
                    <a:cubicBezTo>
                      <a:pt x="0" y="821"/>
                      <a:pt x="34" y="937"/>
                      <a:pt x="50" y="1028"/>
                    </a:cubicBezTo>
                    <a:cubicBezTo>
                      <a:pt x="58" y="1128"/>
                      <a:pt x="75" y="1227"/>
                      <a:pt x="83" y="1318"/>
                    </a:cubicBezTo>
                    <a:lnTo>
                      <a:pt x="158" y="1931"/>
                    </a:lnTo>
                    <a:cubicBezTo>
                      <a:pt x="183" y="2105"/>
                      <a:pt x="183" y="2304"/>
                      <a:pt x="257" y="2470"/>
                    </a:cubicBezTo>
                    <a:cubicBezTo>
                      <a:pt x="299" y="2578"/>
                      <a:pt x="398" y="2669"/>
                      <a:pt x="506" y="2685"/>
                    </a:cubicBezTo>
                    <a:cubicBezTo>
                      <a:pt x="514" y="2884"/>
                      <a:pt x="497" y="3091"/>
                      <a:pt x="497" y="3290"/>
                    </a:cubicBezTo>
                    <a:cubicBezTo>
                      <a:pt x="506" y="3522"/>
                      <a:pt x="522" y="3754"/>
                      <a:pt x="547" y="3986"/>
                    </a:cubicBezTo>
                    <a:cubicBezTo>
                      <a:pt x="547" y="4003"/>
                      <a:pt x="555" y="4011"/>
                      <a:pt x="572" y="4019"/>
                    </a:cubicBezTo>
                    <a:cubicBezTo>
                      <a:pt x="580" y="4202"/>
                      <a:pt x="597" y="4384"/>
                      <a:pt x="613" y="4574"/>
                    </a:cubicBezTo>
                    <a:cubicBezTo>
                      <a:pt x="630" y="4840"/>
                      <a:pt x="638" y="5105"/>
                      <a:pt x="705" y="5362"/>
                    </a:cubicBezTo>
                    <a:cubicBezTo>
                      <a:pt x="771" y="5610"/>
                      <a:pt x="912" y="5826"/>
                      <a:pt x="1011" y="6058"/>
                    </a:cubicBezTo>
                    <a:cubicBezTo>
                      <a:pt x="1102" y="6290"/>
                      <a:pt x="1160" y="6530"/>
                      <a:pt x="1210" y="6778"/>
                    </a:cubicBezTo>
                    <a:cubicBezTo>
                      <a:pt x="1268" y="7027"/>
                      <a:pt x="1301" y="7284"/>
                      <a:pt x="1343" y="7532"/>
                    </a:cubicBezTo>
                    <a:cubicBezTo>
                      <a:pt x="1384" y="7806"/>
                      <a:pt x="1434" y="8079"/>
                      <a:pt x="1459" y="8344"/>
                    </a:cubicBezTo>
                    <a:cubicBezTo>
                      <a:pt x="1525" y="8891"/>
                      <a:pt x="1533" y="9438"/>
                      <a:pt x="1525" y="9985"/>
                    </a:cubicBezTo>
                    <a:cubicBezTo>
                      <a:pt x="1517" y="10532"/>
                      <a:pt x="1483" y="11070"/>
                      <a:pt x="1483" y="11617"/>
                    </a:cubicBezTo>
                    <a:cubicBezTo>
                      <a:pt x="1492" y="11841"/>
                      <a:pt x="1525" y="12073"/>
                      <a:pt x="1682" y="12238"/>
                    </a:cubicBezTo>
                    <a:cubicBezTo>
                      <a:pt x="1823" y="12388"/>
                      <a:pt x="2022" y="12462"/>
                      <a:pt x="2213" y="12520"/>
                    </a:cubicBezTo>
                    <a:cubicBezTo>
                      <a:pt x="2461" y="12586"/>
                      <a:pt x="2693" y="12661"/>
                      <a:pt x="2933" y="12752"/>
                    </a:cubicBezTo>
                    <a:cubicBezTo>
                      <a:pt x="3165" y="12843"/>
                      <a:pt x="3389" y="12959"/>
                      <a:pt x="3621" y="13059"/>
                    </a:cubicBezTo>
                    <a:cubicBezTo>
                      <a:pt x="3801" y="13135"/>
                      <a:pt x="4012" y="13189"/>
                      <a:pt x="4217" y="13189"/>
                    </a:cubicBezTo>
                    <a:cubicBezTo>
                      <a:pt x="4437" y="13189"/>
                      <a:pt x="4651" y="13127"/>
                      <a:pt x="4814" y="12959"/>
                    </a:cubicBezTo>
                    <a:cubicBezTo>
                      <a:pt x="4963" y="12802"/>
                      <a:pt x="5021" y="12586"/>
                      <a:pt x="4988" y="12371"/>
                    </a:cubicBezTo>
                    <a:cubicBezTo>
                      <a:pt x="4955" y="12139"/>
                      <a:pt x="4831" y="11932"/>
                      <a:pt x="4690" y="11750"/>
                    </a:cubicBezTo>
                    <a:cubicBezTo>
                      <a:pt x="4533" y="11567"/>
                      <a:pt x="4367" y="11402"/>
                      <a:pt x="4234" y="11195"/>
                    </a:cubicBezTo>
                    <a:cubicBezTo>
                      <a:pt x="4093" y="10996"/>
                      <a:pt x="4002" y="10780"/>
                      <a:pt x="3903" y="10557"/>
                    </a:cubicBezTo>
                    <a:cubicBezTo>
                      <a:pt x="3886" y="10523"/>
                      <a:pt x="3870" y="10490"/>
                      <a:pt x="3853" y="10457"/>
                    </a:cubicBezTo>
                    <a:cubicBezTo>
                      <a:pt x="3895" y="10449"/>
                      <a:pt x="3919" y="10424"/>
                      <a:pt x="3919" y="10383"/>
                    </a:cubicBezTo>
                    <a:cubicBezTo>
                      <a:pt x="3861" y="9778"/>
                      <a:pt x="3770" y="9173"/>
                      <a:pt x="3654" y="8576"/>
                    </a:cubicBezTo>
                    <a:cubicBezTo>
                      <a:pt x="3605" y="8286"/>
                      <a:pt x="3538" y="7996"/>
                      <a:pt x="3497" y="7706"/>
                    </a:cubicBezTo>
                    <a:cubicBezTo>
                      <a:pt x="3455" y="7408"/>
                      <a:pt x="3472" y="7110"/>
                      <a:pt x="3513" y="6812"/>
                    </a:cubicBezTo>
                    <a:cubicBezTo>
                      <a:pt x="3555" y="6522"/>
                      <a:pt x="3596" y="6240"/>
                      <a:pt x="3613" y="5950"/>
                    </a:cubicBezTo>
                    <a:cubicBezTo>
                      <a:pt x="3629" y="5643"/>
                      <a:pt x="3613" y="5345"/>
                      <a:pt x="3605" y="5038"/>
                    </a:cubicBezTo>
                    <a:cubicBezTo>
                      <a:pt x="3588" y="4417"/>
                      <a:pt x="3555" y="3804"/>
                      <a:pt x="3513" y="3191"/>
                    </a:cubicBezTo>
                    <a:cubicBezTo>
                      <a:pt x="3489" y="2851"/>
                      <a:pt x="3464" y="2503"/>
                      <a:pt x="3439" y="2155"/>
                    </a:cubicBezTo>
                    <a:cubicBezTo>
                      <a:pt x="3431" y="2064"/>
                      <a:pt x="3431" y="1965"/>
                      <a:pt x="3422" y="1865"/>
                    </a:cubicBezTo>
                    <a:cubicBezTo>
                      <a:pt x="3439" y="1774"/>
                      <a:pt x="3447" y="1675"/>
                      <a:pt x="3464" y="1575"/>
                    </a:cubicBezTo>
                    <a:cubicBezTo>
                      <a:pt x="3489" y="1360"/>
                      <a:pt x="3497" y="1153"/>
                      <a:pt x="3513" y="945"/>
                    </a:cubicBezTo>
                    <a:cubicBezTo>
                      <a:pt x="3513" y="829"/>
                      <a:pt x="3522" y="722"/>
                      <a:pt x="3530" y="606"/>
                    </a:cubicBezTo>
                    <a:cubicBezTo>
                      <a:pt x="3530" y="515"/>
                      <a:pt x="3555" y="374"/>
                      <a:pt x="3505" y="299"/>
                    </a:cubicBezTo>
                    <a:cubicBezTo>
                      <a:pt x="3495" y="285"/>
                      <a:pt x="3480" y="276"/>
                      <a:pt x="3466" y="276"/>
                    </a:cubicBezTo>
                    <a:cubicBezTo>
                      <a:pt x="3456" y="276"/>
                      <a:pt x="3446" y="280"/>
                      <a:pt x="3439" y="291"/>
                    </a:cubicBezTo>
                    <a:cubicBezTo>
                      <a:pt x="3381" y="357"/>
                      <a:pt x="3389" y="481"/>
                      <a:pt x="3381" y="564"/>
                    </a:cubicBezTo>
                    <a:cubicBezTo>
                      <a:pt x="3373" y="672"/>
                      <a:pt x="3364" y="780"/>
                      <a:pt x="3356" y="887"/>
                    </a:cubicBezTo>
                    <a:cubicBezTo>
                      <a:pt x="3348" y="970"/>
                      <a:pt x="3348" y="1053"/>
                      <a:pt x="3339" y="1136"/>
                    </a:cubicBezTo>
                    <a:cubicBezTo>
                      <a:pt x="3339" y="1020"/>
                      <a:pt x="3331" y="904"/>
                      <a:pt x="3306" y="788"/>
                    </a:cubicBezTo>
                    <a:cubicBezTo>
                      <a:pt x="3299" y="756"/>
                      <a:pt x="3275" y="742"/>
                      <a:pt x="3250" y="742"/>
                    </a:cubicBezTo>
                    <a:cubicBezTo>
                      <a:pt x="3217" y="742"/>
                      <a:pt x="3182" y="767"/>
                      <a:pt x="3182" y="805"/>
                    </a:cubicBezTo>
                    <a:cubicBezTo>
                      <a:pt x="3174" y="1045"/>
                      <a:pt x="3124" y="1293"/>
                      <a:pt x="3033" y="1525"/>
                    </a:cubicBezTo>
                    <a:cubicBezTo>
                      <a:pt x="3041" y="1484"/>
                      <a:pt x="3041" y="1451"/>
                      <a:pt x="3041" y="1409"/>
                    </a:cubicBezTo>
                    <a:cubicBezTo>
                      <a:pt x="3041" y="1376"/>
                      <a:pt x="3049" y="1335"/>
                      <a:pt x="3049" y="1302"/>
                    </a:cubicBezTo>
                    <a:cubicBezTo>
                      <a:pt x="3074" y="1153"/>
                      <a:pt x="3074" y="1003"/>
                      <a:pt x="3033" y="879"/>
                    </a:cubicBezTo>
                    <a:cubicBezTo>
                      <a:pt x="3025" y="854"/>
                      <a:pt x="3000" y="838"/>
                      <a:pt x="2975" y="838"/>
                    </a:cubicBezTo>
                    <a:cubicBezTo>
                      <a:pt x="2963" y="811"/>
                      <a:pt x="2941" y="798"/>
                      <a:pt x="2920" y="798"/>
                    </a:cubicBezTo>
                    <a:cubicBezTo>
                      <a:pt x="2897" y="798"/>
                      <a:pt x="2875" y="815"/>
                      <a:pt x="2875" y="846"/>
                    </a:cubicBezTo>
                    <a:cubicBezTo>
                      <a:pt x="2867" y="970"/>
                      <a:pt x="2867" y="1103"/>
                      <a:pt x="2867" y="1227"/>
                    </a:cubicBezTo>
                    <a:cubicBezTo>
                      <a:pt x="2851" y="1302"/>
                      <a:pt x="2834" y="1376"/>
                      <a:pt x="2809" y="1443"/>
                    </a:cubicBezTo>
                    <a:cubicBezTo>
                      <a:pt x="2743" y="1633"/>
                      <a:pt x="2635" y="1807"/>
                      <a:pt x="2511" y="1956"/>
                    </a:cubicBezTo>
                    <a:cubicBezTo>
                      <a:pt x="2387" y="2105"/>
                      <a:pt x="2237" y="2230"/>
                      <a:pt x="2080" y="2329"/>
                    </a:cubicBezTo>
                    <a:cubicBezTo>
                      <a:pt x="2047" y="2329"/>
                      <a:pt x="2005" y="2321"/>
                      <a:pt x="1972" y="2312"/>
                    </a:cubicBezTo>
                    <a:cubicBezTo>
                      <a:pt x="1914" y="2296"/>
                      <a:pt x="1865" y="2279"/>
                      <a:pt x="1807" y="2254"/>
                    </a:cubicBezTo>
                    <a:cubicBezTo>
                      <a:pt x="1666" y="2163"/>
                      <a:pt x="1517" y="2064"/>
                      <a:pt x="1376" y="1956"/>
                    </a:cubicBezTo>
                    <a:cubicBezTo>
                      <a:pt x="1251" y="1865"/>
                      <a:pt x="1127" y="1766"/>
                      <a:pt x="1003" y="1666"/>
                    </a:cubicBezTo>
                    <a:cubicBezTo>
                      <a:pt x="937" y="1608"/>
                      <a:pt x="862" y="1542"/>
                      <a:pt x="829" y="1459"/>
                    </a:cubicBezTo>
                    <a:cubicBezTo>
                      <a:pt x="812" y="1426"/>
                      <a:pt x="804" y="1393"/>
                      <a:pt x="796" y="1360"/>
                    </a:cubicBezTo>
                    <a:cubicBezTo>
                      <a:pt x="787" y="1343"/>
                      <a:pt x="787" y="1335"/>
                      <a:pt x="779" y="1327"/>
                    </a:cubicBezTo>
                    <a:cubicBezTo>
                      <a:pt x="779" y="1318"/>
                      <a:pt x="779" y="1302"/>
                      <a:pt x="779" y="1293"/>
                    </a:cubicBezTo>
                    <a:cubicBezTo>
                      <a:pt x="775" y="1280"/>
                      <a:pt x="765" y="1274"/>
                      <a:pt x="756" y="1274"/>
                    </a:cubicBezTo>
                    <a:cubicBezTo>
                      <a:pt x="749" y="1274"/>
                      <a:pt x="741" y="1278"/>
                      <a:pt x="738" y="1285"/>
                    </a:cubicBezTo>
                    <a:cubicBezTo>
                      <a:pt x="727" y="1282"/>
                      <a:pt x="716" y="1280"/>
                      <a:pt x="705" y="1280"/>
                    </a:cubicBezTo>
                    <a:cubicBezTo>
                      <a:pt x="662" y="1280"/>
                      <a:pt x="617" y="1304"/>
                      <a:pt x="597" y="1343"/>
                    </a:cubicBezTo>
                    <a:cubicBezTo>
                      <a:pt x="597" y="1244"/>
                      <a:pt x="597" y="1144"/>
                      <a:pt x="597" y="1045"/>
                    </a:cubicBezTo>
                    <a:cubicBezTo>
                      <a:pt x="597" y="904"/>
                      <a:pt x="605" y="755"/>
                      <a:pt x="605" y="606"/>
                    </a:cubicBezTo>
                    <a:cubicBezTo>
                      <a:pt x="605" y="531"/>
                      <a:pt x="613" y="457"/>
                      <a:pt x="613" y="382"/>
                    </a:cubicBezTo>
                    <a:cubicBezTo>
                      <a:pt x="605" y="316"/>
                      <a:pt x="613" y="241"/>
                      <a:pt x="572" y="183"/>
                    </a:cubicBezTo>
                    <a:cubicBezTo>
                      <a:pt x="564" y="168"/>
                      <a:pt x="551" y="161"/>
                      <a:pt x="538" y="161"/>
                    </a:cubicBezTo>
                    <a:cubicBezTo>
                      <a:pt x="522" y="161"/>
                      <a:pt x="506" y="170"/>
                      <a:pt x="497" y="183"/>
                    </a:cubicBezTo>
                    <a:cubicBezTo>
                      <a:pt x="456" y="241"/>
                      <a:pt x="448" y="316"/>
                      <a:pt x="439" y="382"/>
                    </a:cubicBezTo>
                    <a:cubicBezTo>
                      <a:pt x="431" y="457"/>
                      <a:pt x="423" y="531"/>
                      <a:pt x="423" y="606"/>
                    </a:cubicBezTo>
                    <a:cubicBezTo>
                      <a:pt x="406" y="755"/>
                      <a:pt x="406" y="912"/>
                      <a:pt x="415" y="1061"/>
                    </a:cubicBezTo>
                    <a:cubicBezTo>
                      <a:pt x="398" y="995"/>
                      <a:pt x="381" y="921"/>
                      <a:pt x="365" y="846"/>
                    </a:cubicBezTo>
                    <a:cubicBezTo>
                      <a:pt x="315" y="573"/>
                      <a:pt x="265" y="299"/>
                      <a:pt x="216" y="34"/>
                    </a:cubicBezTo>
                    <a:cubicBezTo>
                      <a:pt x="212" y="11"/>
                      <a:pt x="193" y="1"/>
                      <a:pt x="1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3" name="Google Shape;5693;p17"/>
              <p:cNvSpPr/>
              <p:nvPr/>
            </p:nvSpPr>
            <p:spPr>
              <a:xfrm>
                <a:off x="2887600" y="4502250"/>
                <a:ext cx="2300" cy="8425"/>
              </a:xfrm>
              <a:custGeom>
                <a:rect b="b" l="l" r="r" t="t"/>
                <a:pathLst>
                  <a:path extrusionOk="0" h="337" w="92">
                    <a:moveTo>
                      <a:pt x="46" y="1"/>
                    </a:moveTo>
                    <a:cubicBezTo>
                      <a:pt x="38" y="1"/>
                      <a:pt x="30" y="5"/>
                      <a:pt x="26" y="13"/>
                    </a:cubicBezTo>
                    <a:cubicBezTo>
                      <a:pt x="17" y="22"/>
                      <a:pt x="17" y="30"/>
                      <a:pt x="9" y="46"/>
                    </a:cubicBezTo>
                    <a:cubicBezTo>
                      <a:pt x="9" y="55"/>
                      <a:pt x="9" y="71"/>
                      <a:pt x="9" y="80"/>
                    </a:cubicBezTo>
                    <a:cubicBezTo>
                      <a:pt x="9" y="104"/>
                      <a:pt x="1" y="129"/>
                      <a:pt x="1" y="154"/>
                    </a:cubicBezTo>
                    <a:lnTo>
                      <a:pt x="1" y="295"/>
                    </a:lnTo>
                    <a:cubicBezTo>
                      <a:pt x="1" y="312"/>
                      <a:pt x="26" y="336"/>
                      <a:pt x="50" y="336"/>
                    </a:cubicBezTo>
                    <a:cubicBezTo>
                      <a:pt x="75" y="336"/>
                      <a:pt x="92" y="320"/>
                      <a:pt x="92" y="295"/>
                    </a:cubicBezTo>
                    <a:lnTo>
                      <a:pt x="92" y="154"/>
                    </a:lnTo>
                    <a:cubicBezTo>
                      <a:pt x="92" y="129"/>
                      <a:pt x="92" y="104"/>
                      <a:pt x="84" y="88"/>
                    </a:cubicBezTo>
                    <a:cubicBezTo>
                      <a:pt x="84" y="71"/>
                      <a:pt x="84" y="63"/>
                      <a:pt x="84" y="46"/>
                    </a:cubicBezTo>
                    <a:cubicBezTo>
                      <a:pt x="84" y="30"/>
                      <a:pt x="75" y="22"/>
                      <a:pt x="67" y="13"/>
                    </a:cubicBezTo>
                    <a:cubicBezTo>
                      <a:pt x="63" y="5"/>
                      <a:pt x="55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4" name="Google Shape;5694;p17"/>
              <p:cNvSpPr/>
              <p:nvPr/>
            </p:nvSpPr>
            <p:spPr>
              <a:xfrm>
                <a:off x="2873925" y="4533050"/>
                <a:ext cx="2725" cy="10775"/>
              </a:xfrm>
              <a:custGeom>
                <a:rect b="b" l="l" r="r" t="t"/>
                <a:pathLst>
                  <a:path extrusionOk="0" h="431" w="109">
                    <a:moveTo>
                      <a:pt x="81" y="1"/>
                    </a:moveTo>
                    <a:cubicBezTo>
                      <a:pt x="72" y="1"/>
                      <a:pt x="62" y="5"/>
                      <a:pt x="59" y="16"/>
                    </a:cubicBezTo>
                    <a:cubicBezTo>
                      <a:pt x="42" y="82"/>
                      <a:pt x="42" y="140"/>
                      <a:pt x="26" y="206"/>
                    </a:cubicBezTo>
                    <a:cubicBezTo>
                      <a:pt x="17" y="264"/>
                      <a:pt x="9" y="331"/>
                      <a:pt x="1" y="397"/>
                    </a:cubicBezTo>
                    <a:cubicBezTo>
                      <a:pt x="1" y="414"/>
                      <a:pt x="26" y="430"/>
                      <a:pt x="42" y="430"/>
                    </a:cubicBezTo>
                    <a:cubicBezTo>
                      <a:pt x="67" y="430"/>
                      <a:pt x="75" y="414"/>
                      <a:pt x="84" y="397"/>
                    </a:cubicBezTo>
                    <a:cubicBezTo>
                      <a:pt x="84" y="331"/>
                      <a:pt x="100" y="273"/>
                      <a:pt x="100" y="206"/>
                    </a:cubicBezTo>
                    <a:cubicBezTo>
                      <a:pt x="100" y="148"/>
                      <a:pt x="109" y="82"/>
                      <a:pt x="109" y="24"/>
                    </a:cubicBezTo>
                    <a:cubicBezTo>
                      <a:pt x="109" y="10"/>
                      <a:pt x="95" y="1"/>
                      <a:pt x="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5" name="Google Shape;5695;p17"/>
              <p:cNvSpPr/>
              <p:nvPr/>
            </p:nvSpPr>
            <p:spPr>
              <a:xfrm>
                <a:off x="2843475" y="4525250"/>
                <a:ext cx="3775" cy="9275"/>
              </a:xfrm>
              <a:custGeom>
                <a:rect b="b" l="l" r="r" t="t"/>
                <a:pathLst>
                  <a:path extrusionOk="0" h="371" w="151">
                    <a:moveTo>
                      <a:pt x="33" y="1"/>
                    </a:moveTo>
                    <a:cubicBezTo>
                      <a:pt x="18" y="1"/>
                      <a:pt x="1" y="13"/>
                      <a:pt x="1" y="30"/>
                    </a:cubicBezTo>
                    <a:cubicBezTo>
                      <a:pt x="1" y="54"/>
                      <a:pt x="1" y="79"/>
                      <a:pt x="1" y="96"/>
                    </a:cubicBezTo>
                    <a:cubicBezTo>
                      <a:pt x="1" y="112"/>
                      <a:pt x="9" y="129"/>
                      <a:pt x="9" y="137"/>
                    </a:cubicBezTo>
                    <a:lnTo>
                      <a:pt x="9" y="137"/>
                    </a:lnTo>
                    <a:cubicBezTo>
                      <a:pt x="9" y="136"/>
                      <a:pt x="9" y="135"/>
                      <a:pt x="8" y="135"/>
                    </a:cubicBezTo>
                    <a:cubicBezTo>
                      <a:pt x="6" y="135"/>
                      <a:pt x="1" y="146"/>
                      <a:pt x="1" y="146"/>
                    </a:cubicBezTo>
                    <a:cubicBezTo>
                      <a:pt x="1" y="162"/>
                      <a:pt x="1" y="170"/>
                      <a:pt x="9" y="179"/>
                    </a:cubicBezTo>
                    <a:lnTo>
                      <a:pt x="34" y="328"/>
                    </a:lnTo>
                    <a:cubicBezTo>
                      <a:pt x="41" y="349"/>
                      <a:pt x="67" y="371"/>
                      <a:pt x="95" y="371"/>
                    </a:cubicBezTo>
                    <a:cubicBezTo>
                      <a:pt x="100" y="371"/>
                      <a:pt x="104" y="370"/>
                      <a:pt x="109" y="369"/>
                    </a:cubicBezTo>
                    <a:cubicBezTo>
                      <a:pt x="133" y="353"/>
                      <a:pt x="150" y="328"/>
                      <a:pt x="142" y="295"/>
                    </a:cubicBezTo>
                    <a:lnTo>
                      <a:pt x="142" y="295"/>
                    </a:lnTo>
                    <a:lnTo>
                      <a:pt x="142" y="303"/>
                    </a:lnTo>
                    <a:lnTo>
                      <a:pt x="125" y="212"/>
                    </a:lnTo>
                    <a:cubicBezTo>
                      <a:pt x="125" y="195"/>
                      <a:pt x="117" y="179"/>
                      <a:pt x="117" y="162"/>
                    </a:cubicBezTo>
                    <a:cubicBezTo>
                      <a:pt x="117" y="154"/>
                      <a:pt x="117" y="146"/>
                      <a:pt x="109" y="137"/>
                    </a:cubicBezTo>
                    <a:cubicBezTo>
                      <a:pt x="109" y="129"/>
                      <a:pt x="100" y="121"/>
                      <a:pt x="92" y="121"/>
                    </a:cubicBezTo>
                    <a:cubicBezTo>
                      <a:pt x="92" y="104"/>
                      <a:pt x="84" y="88"/>
                      <a:pt x="75" y="71"/>
                    </a:cubicBezTo>
                    <a:cubicBezTo>
                      <a:pt x="75" y="54"/>
                      <a:pt x="59" y="30"/>
                      <a:pt x="51" y="13"/>
                    </a:cubicBezTo>
                    <a:cubicBezTo>
                      <a:pt x="48" y="4"/>
                      <a:pt x="41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6" name="Google Shape;5696;p17"/>
              <p:cNvSpPr/>
              <p:nvPr/>
            </p:nvSpPr>
            <p:spPr>
              <a:xfrm>
                <a:off x="2898800" y="4485750"/>
                <a:ext cx="2500" cy="18925"/>
              </a:xfrm>
              <a:custGeom>
                <a:rect b="b" l="l" r="r" t="t"/>
                <a:pathLst>
                  <a:path extrusionOk="0" h="757" w="100">
                    <a:moveTo>
                      <a:pt x="53" y="0"/>
                    </a:moveTo>
                    <a:cubicBezTo>
                      <a:pt x="42" y="0"/>
                      <a:pt x="29" y="6"/>
                      <a:pt x="25" y="19"/>
                    </a:cubicBezTo>
                    <a:cubicBezTo>
                      <a:pt x="8" y="77"/>
                      <a:pt x="8" y="135"/>
                      <a:pt x="8" y="184"/>
                    </a:cubicBezTo>
                    <a:cubicBezTo>
                      <a:pt x="0" y="242"/>
                      <a:pt x="0" y="300"/>
                      <a:pt x="0" y="358"/>
                    </a:cubicBezTo>
                    <a:cubicBezTo>
                      <a:pt x="0" y="474"/>
                      <a:pt x="0" y="590"/>
                      <a:pt x="0" y="706"/>
                    </a:cubicBezTo>
                    <a:cubicBezTo>
                      <a:pt x="0" y="740"/>
                      <a:pt x="25" y="756"/>
                      <a:pt x="50" y="756"/>
                    </a:cubicBezTo>
                    <a:cubicBezTo>
                      <a:pt x="75" y="756"/>
                      <a:pt x="100" y="740"/>
                      <a:pt x="100" y="706"/>
                    </a:cubicBezTo>
                    <a:cubicBezTo>
                      <a:pt x="100" y="590"/>
                      <a:pt x="100" y="474"/>
                      <a:pt x="100" y="358"/>
                    </a:cubicBezTo>
                    <a:cubicBezTo>
                      <a:pt x="100" y="300"/>
                      <a:pt x="100" y="242"/>
                      <a:pt x="100" y="184"/>
                    </a:cubicBezTo>
                    <a:cubicBezTo>
                      <a:pt x="91" y="135"/>
                      <a:pt x="91" y="77"/>
                      <a:pt x="75" y="19"/>
                    </a:cubicBezTo>
                    <a:cubicBezTo>
                      <a:pt x="75" y="6"/>
                      <a:pt x="64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7" name="Google Shape;5697;p17"/>
              <p:cNvSpPr/>
              <p:nvPr/>
            </p:nvSpPr>
            <p:spPr>
              <a:xfrm>
                <a:off x="2792950" y="4657075"/>
                <a:ext cx="64650" cy="107975"/>
              </a:xfrm>
              <a:custGeom>
                <a:rect b="b" l="l" r="r" t="t"/>
                <a:pathLst>
                  <a:path extrusionOk="0" h="4319" w="2586">
                    <a:moveTo>
                      <a:pt x="2006" y="1"/>
                    </a:moveTo>
                    <a:cubicBezTo>
                      <a:pt x="1945" y="1"/>
                      <a:pt x="1879" y="54"/>
                      <a:pt x="1889" y="134"/>
                    </a:cubicBezTo>
                    <a:cubicBezTo>
                      <a:pt x="1898" y="200"/>
                      <a:pt x="1914" y="266"/>
                      <a:pt x="1922" y="333"/>
                    </a:cubicBezTo>
                    <a:cubicBezTo>
                      <a:pt x="1906" y="391"/>
                      <a:pt x="1889" y="449"/>
                      <a:pt x="1873" y="498"/>
                    </a:cubicBezTo>
                    <a:cubicBezTo>
                      <a:pt x="1815" y="648"/>
                      <a:pt x="1724" y="788"/>
                      <a:pt x="1608" y="896"/>
                    </a:cubicBezTo>
                    <a:cubicBezTo>
                      <a:pt x="1492" y="1020"/>
                      <a:pt x="1326" y="1078"/>
                      <a:pt x="1218" y="1211"/>
                    </a:cubicBezTo>
                    <a:cubicBezTo>
                      <a:pt x="1119" y="1335"/>
                      <a:pt x="1086" y="1501"/>
                      <a:pt x="986" y="1625"/>
                    </a:cubicBezTo>
                    <a:cubicBezTo>
                      <a:pt x="787" y="1874"/>
                      <a:pt x="506" y="2039"/>
                      <a:pt x="315" y="2288"/>
                    </a:cubicBezTo>
                    <a:cubicBezTo>
                      <a:pt x="100" y="2570"/>
                      <a:pt x="0" y="2926"/>
                      <a:pt x="58" y="3274"/>
                    </a:cubicBezTo>
                    <a:cubicBezTo>
                      <a:pt x="116" y="3589"/>
                      <a:pt x="315" y="3879"/>
                      <a:pt x="597" y="4028"/>
                    </a:cubicBezTo>
                    <a:cubicBezTo>
                      <a:pt x="920" y="4202"/>
                      <a:pt x="1293" y="4169"/>
                      <a:pt x="1641" y="4227"/>
                    </a:cubicBezTo>
                    <a:cubicBezTo>
                      <a:pt x="1779" y="4247"/>
                      <a:pt x="1927" y="4318"/>
                      <a:pt x="2069" y="4318"/>
                    </a:cubicBezTo>
                    <a:cubicBezTo>
                      <a:pt x="2107" y="4318"/>
                      <a:pt x="2143" y="4313"/>
                      <a:pt x="2179" y="4301"/>
                    </a:cubicBezTo>
                    <a:cubicBezTo>
                      <a:pt x="2320" y="4252"/>
                      <a:pt x="2411" y="4111"/>
                      <a:pt x="2461" y="3970"/>
                    </a:cubicBezTo>
                    <a:cubicBezTo>
                      <a:pt x="2527" y="3796"/>
                      <a:pt x="2552" y="3605"/>
                      <a:pt x="2569" y="3423"/>
                    </a:cubicBezTo>
                    <a:cubicBezTo>
                      <a:pt x="2585" y="3224"/>
                      <a:pt x="2577" y="3025"/>
                      <a:pt x="2569" y="2835"/>
                    </a:cubicBezTo>
                    <a:cubicBezTo>
                      <a:pt x="2536" y="2379"/>
                      <a:pt x="2444" y="1932"/>
                      <a:pt x="2362" y="1493"/>
                    </a:cubicBezTo>
                    <a:cubicBezTo>
                      <a:pt x="2270" y="1020"/>
                      <a:pt x="2196" y="540"/>
                      <a:pt x="2096" y="76"/>
                    </a:cubicBezTo>
                    <a:cubicBezTo>
                      <a:pt x="2083" y="23"/>
                      <a:pt x="2046" y="1"/>
                      <a:pt x="2006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8" name="Google Shape;5698;p17"/>
              <p:cNvSpPr/>
              <p:nvPr/>
            </p:nvSpPr>
            <p:spPr>
              <a:xfrm>
                <a:off x="2900750" y="4670300"/>
                <a:ext cx="61250" cy="109825"/>
              </a:xfrm>
              <a:custGeom>
                <a:rect b="b" l="l" r="r" t="t"/>
                <a:pathLst>
                  <a:path extrusionOk="0" h="4393" w="2450">
                    <a:moveTo>
                      <a:pt x="1140" y="0"/>
                    </a:moveTo>
                    <a:cubicBezTo>
                      <a:pt x="1116" y="0"/>
                      <a:pt x="1092" y="9"/>
                      <a:pt x="1074" y="27"/>
                    </a:cubicBezTo>
                    <a:cubicBezTo>
                      <a:pt x="908" y="201"/>
                      <a:pt x="734" y="375"/>
                      <a:pt x="552" y="524"/>
                    </a:cubicBezTo>
                    <a:cubicBezTo>
                      <a:pt x="512" y="559"/>
                      <a:pt x="475" y="574"/>
                      <a:pt x="443" y="574"/>
                    </a:cubicBezTo>
                    <a:cubicBezTo>
                      <a:pt x="323" y="574"/>
                      <a:pt x="257" y="369"/>
                      <a:pt x="237" y="251"/>
                    </a:cubicBezTo>
                    <a:cubicBezTo>
                      <a:pt x="222" y="196"/>
                      <a:pt x="173" y="170"/>
                      <a:pt x="124" y="170"/>
                    </a:cubicBezTo>
                    <a:cubicBezTo>
                      <a:pt x="62" y="170"/>
                      <a:pt x="0" y="211"/>
                      <a:pt x="5" y="284"/>
                    </a:cubicBezTo>
                    <a:cubicBezTo>
                      <a:pt x="13" y="566"/>
                      <a:pt x="30" y="848"/>
                      <a:pt x="55" y="1129"/>
                    </a:cubicBezTo>
                    <a:cubicBezTo>
                      <a:pt x="71" y="1320"/>
                      <a:pt x="80" y="1519"/>
                      <a:pt x="121" y="1709"/>
                    </a:cubicBezTo>
                    <a:cubicBezTo>
                      <a:pt x="129" y="1792"/>
                      <a:pt x="129" y="1867"/>
                      <a:pt x="138" y="1950"/>
                    </a:cubicBezTo>
                    <a:cubicBezTo>
                      <a:pt x="179" y="2347"/>
                      <a:pt x="229" y="2745"/>
                      <a:pt x="278" y="3143"/>
                    </a:cubicBezTo>
                    <a:cubicBezTo>
                      <a:pt x="295" y="3325"/>
                      <a:pt x="312" y="3507"/>
                      <a:pt x="345" y="3690"/>
                    </a:cubicBezTo>
                    <a:cubicBezTo>
                      <a:pt x="370" y="3830"/>
                      <a:pt x="411" y="3971"/>
                      <a:pt x="502" y="4087"/>
                    </a:cubicBezTo>
                    <a:cubicBezTo>
                      <a:pt x="602" y="4212"/>
                      <a:pt x="751" y="4270"/>
                      <a:pt x="908" y="4303"/>
                    </a:cubicBezTo>
                    <a:cubicBezTo>
                      <a:pt x="1090" y="4344"/>
                      <a:pt x="1273" y="4369"/>
                      <a:pt x="1463" y="4386"/>
                    </a:cubicBezTo>
                    <a:cubicBezTo>
                      <a:pt x="1529" y="4389"/>
                      <a:pt x="1600" y="4393"/>
                      <a:pt x="1672" y="4393"/>
                    </a:cubicBezTo>
                    <a:cubicBezTo>
                      <a:pt x="1933" y="4393"/>
                      <a:pt x="2206" y="4345"/>
                      <a:pt x="2317" y="4079"/>
                    </a:cubicBezTo>
                    <a:cubicBezTo>
                      <a:pt x="2383" y="3922"/>
                      <a:pt x="2408" y="3739"/>
                      <a:pt x="2424" y="3574"/>
                    </a:cubicBezTo>
                    <a:cubicBezTo>
                      <a:pt x="2449" y="3408"/>
                      <a:pt x="2433" y="3242"/>
                      <a:pt x="2358" y="3093"/>
                    </a:cubicBezTo>
                    <a:cubicBezTo>
                      <a:pt x="2201" y="2778"/>
                      <a:pt x="1828" y="2762"/>
                      <a:pt x="1530" y="2654"/>
                    </a:cubicBezTo>
                    <a:cubicBezTo>
                      <a:pt x="1231" y="2538"/>
                      <a:pt x="925" y="2356"/>
                      <a:pt x="701" y="2115"/>
                    </a:cubicBezTo>
                    <a:cubicBezTo>
                      <a:pt x="643" y="2057"/>
                      <a:pt x="602" y="1991"/>
                      <a:pt x="643" y="1908"/>
                    </a:cubicBezTo>
                    <a:cubicBezTo>
                      <a:pt x="684" y="1825"/>
                      <a:pt x="742" y="1751"/>
                      <a:pt x="776" y="1668"/>
                    </a:cubicBezTo>
                    <a:cubicBezTo>
                      <a:pt x="850" y="1502"/>
                      <a:pt x="883" y="1320"/>
                      <a:pt x="908" y="1138"/>
                    </a:cubicBezTo>
                    <a:cubicBezTo>
                      <a:pt x="941" y="964"/>
                      <a:pt x="974" y="790"/>
                      <a:pt x="1057" y="624"/>
                    </a:cubicBezTo>
                    <a:cubicBezTo>
                      <a:pt x="1140" y="458"/>
                      <a:pt x="1240" y="293"/>
                      <a:pt x="1240" y="94"/>
                    </a:cubicBezTo>
                    <a:cubicBezTo>
                      <a:pt x="1240" y="37"/>
                      <a:pt x="1190" y="0"/>
                      <a:pt x="1140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9" name="Google Shape;5699;p17"/>
              <p:cNvSpPr/>
              <p:nvPr/>
            </p:nvSpPr>
            <p:spPr>
              <a:xfrm>
                <a:off x="2769100" y="4647675"/>
                <a:ext cx="64050" cy="86375"/>
              </a:xfrm>
              <a:custGeom>
                <a:rect b="b" l="l" r="r" t="t"/>
                <a:pathLst>
                  <a:path extrusionOk="0" h="3455" w="2562">
                    <a:moveTo>
                      <a:pt x="2417" y="0"/>
                    </a:moveTo>
                    <a:cubicBezTo>
                      <a:pt x="2392" y="0"/>
                      <a:pt x="2367" y="13"/>
                      <a:pt x="2354" y="38"/>
                    </a:cubicBezTo>
                    <a:cubicBezTo>
                      <a:pt x="2272" y="170"/>
                      <a:pt x="2288" y="328"/>
                      <a:pt x="2272" y="477"/>
                    </a:cubicBezTo>
                    <a:cubicBezTo>
                      <a:pt x="2255" y="634"/>
                      <a:pt x="2238" y="783"/>
                      <a:pt x="2214" y="941"/>
                    </a:cubicBezTo>
                    <a:cubicBezTo>
                      <a:pt x="2172" y="1222"/>
                      <a:pt x="2114" y="1504"/>
                      <a:pt x="1990" y="1769"/>
                    </a:cubicBezTo>
                    <a:cubicBezTo>
                      <a:pt x="1775" y="2250"/>
                      <a:pt x="1377" y="2623"/>
                      <a:pt x="929" y="2888"/>
                    </a:cubicBezTo>
                    <a:cubicBezTo>
                      <a:pt x="664" y="3053"/>
                      <a:pt x="366" y="3203"/>
                      <a:pt x="76" y="3319"/>
                    </a:cubicBezTo>
                    <a:cubicBezTo>
                      <a:pt x="1" y="3349"/>
                      <a:pt x="14" y="3454"/>
                      <a:pt x="86" y="3454"/>
                    </a:cubicBezTo>
                    <a:cubicBezTo>
                      <a:pt x="93" y="3454"/>
                      <a:pt x="101" y="3453"/>
                      <a:pt x="109" y="3451"/>
                    </a:cubicBezTo>
                    <a:cubicBezTo>
                      <a:pt x="407" y="3368"/>
                      <a:pt x="681" y="3277"/>
                      <a:pt x="946" y="3128"/>
                    </a:cubicBezTo>
                    <a:cubicBezTo>
                      <a:pt x="1203" y="2987"/>
                      <a:pt x="1435" y="2821"/>
                      <a:pt x="1642" y="2623"/>
                    </a:cubicBezTo>
                    <a:cubicBezTo>
                      <a:pt x="1841" y="2432"/>
                      <a:pt x="2007" y="2217"/>
                      <a:pt x="2147" y="1985"/>
                    </a:cubicBezTo>
                    <a:cubicBezTo>
                      <a:pt x="2296" y="1711"/>
                      <a:pt x="2379" y="1413"/>
                      <a:pt x="2429" y="1115"/>
                    </a:cubicBezTo>
                    <a:cubicBezTo>
                      <a:pt x="2462" y="941"/>
                      <a:pt x="2479" y="758"/>
                      <a:pt x="2504" y="584"/>
                    </a:cubicBezTo>
                    <a:cubicBezTo>
                      <a:pt x="2520" y="402"/>
                      <a:pt x="2562" y="203"/>
                      <a:pt x="2479" y="38"/>
                    </a:cubicBezTo>
                    <a:cubicBezTo>
                      <a:pt x="2466" y="13"/>
                      <a:pt x="2441" y="0"/>
                      <a:pt x="24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0" name="Google Shape;5700;p17"/>
              <p:cNvSpPr/>
              <p:nvPr/>
            </p:nvSpPr>
            <p:spPr>
              <a:xfrm>
                <a:off x="2826975" y="4663800"/>
                <a:ext cx="12800" cy="27300"/>
              </a:xfrm>
              <a:custGeom>
                <a:rect b="b" l="l" r="r" t="t"/>
                <a:pathLst>
                  <a:path extrusionOk="0" h="1092" w="512">
                    <a:moveTo>
                      <a:pt x="426" y="1"/>
                    </a:moveTo>
                    <a:cubicBezTo>
                      <a:pt x="411" y="1"/>
                      <a:pt x="395" y="6"/>
                      <a:pt x="379" y="22"/>
                    </a:cubicBezTo>
                    <a:cubicBezTo>
                      <a:pt x="329" y="89"/>
                      <a:pt x="313" y="188"/>
                      <a:pt x="296" y="271"/>
                    </a:cubicBezTo>
                    <a:cubicBezTo>
                      <a:pt x="280" y="354"/>
                      <a:pt x="255" y="445"/>
                      <a:pt x="230" y="528"/>
                    </a:cubicBezTo>
                    <a:cubicBezTo>
                      <a:pt x="180" y="685"/>
                      <a:pt x="122" y="859"/>
                      <a:pt x="31" y="1000"/>
                    </a:cubicBezTo>
                    <a:cubicBezTo>
                      <a:pt x="0" y="1044"/>
                      <a:pt x="44" y="1092"/>
                      <a:pt x="89" y="1092"/>
                    </a:cubicBezTo>
                    <a:cubicBezTo>
                      <a:pt x="104" y="1092"/>
                      <a:pt x="118" y="1087"/>
                      <a:pt x="131" y="1074"/>
                    </a:cubicBezTo>
                    <a:cubicBezTo>
                      <a:pt x="189" y="1008"/>
                      <a:pt x="247" y="934"/>
                      <a:pt x="296" y="859"/>
                    </a:cubicBezTo>
                    <a:cubicBezTo>
                      <a:pt x="338" y="776"/>
                      <a:pt x="371" y="693"/>
                      <a:pt x="404" y="602"/>
                    </a:cubicBezTo>
                    <a:cubicBezTo>
                      <a:pt x="437" y="519"/>
                      <a:pt x="454" y="428"/>
                      <a:pt x="470" y="345"/>
                    </a:cubicBezTo>
                    <a:cubicBezTo>
                      <a:pt x="487" y="296"/>
                      <a:pt x="495" y="254"/>
                      <a:pt x="495" y="205"/>
                    </a:cubicBezTo>
                    <a:cubicBezTo>
                      <a:pt x="503" y="163"/>
                      <a:pt x="512" y="113"/>
                      <a:pt x="503" y="64"/>
                    </a:cubicBezTo>
                    <a:cubicBezTo>
                      <a:pt x="503" y="64"/>
                      <a:pt x="503" y="55"/>
                      <a:pt x="503" y="55"/>
                    </a:cubicBezTo>
                    <a:cubicBezTo>
                      <a:pt x="503" y="47"/>
                      <a:pt x="503" y="47"/>
                      <a:pt x="503" y="47"/>
                    </a:cubicBezTo>
                    <a:cubicBezTo>
                      <a:pt x="503" y="39"/>
                      <a:pt x="503" y="31"/>
                      <a:pt x="503" y="31"/>
                    </a:cubicBezTo>
                    <a:cubicBezTo>
                      <a:pt x="503" y="22"/>
                      <a:pt x="495" y="22"/>
                      <a:pt x="495" y="22"/>
                    </a:cubicBezTo>
                    <a:cubicBezTo>
                      <a:pt x="495" y="14"/>
                      <a:pt x="487" y="14"/>
                      <a:pt x="487" y="6"/>
                    </a:cubicBezTo>
                    <a:lnTo>
                      <a:pt x="454" y="6"/>
                    </a:lnTo>
                    <a:cubicBezTo>
                      <a:pt x="445" y="3"/>
                      <a:pt x="436" y="1"/>
                      <a:pt x="4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1" name="Google Shape;5701;p17"/>
              <p:cNvSpPr/>
              <p:nvPr/>
            </p:nvSpPr>
            <p:spPr>
              <a:xfrm>
                <a:off x="2780600" y="4712050"/>
                <a:ext cx="30150" cy="24475"/>
              </a:xfrm>
              <a:custGeom>
                <a:rect b="b" l="l" r="r" t="t"/>
                <a:pathLst>
                  <a:path extrusionOk="0" h="979" w="1206">
                    <a:moveTo>
                      <a:pt x="1122" y="0"/>
                    </a:moveTo>
                    <a:cubicBezTo>
                      <a:pt x="1108" y="0"/>
                      <a:pt x="1094" y="5"/>
                      <a:pt x="1083" y="14"/>
                    </a:cubicBezTo>
                    <a:cubicBezTo>
                      <a:pt x="917" y="155"/>
                      <a:pt x="743" y="296"/>
                      <a:pt x="561" y="429"/>
                    </a:cubicBezTo>
                    <a:cubicBezTo>
                      <a:pt x="478" y="503"/>
                      <a:pt x="387" y="570"/>
                      <a:pt x="295" y="636"/>
                    </a:cubicBezTo>
                    <a:cubicBezTo>
                      <a:pt x="246" y="669"/>
                      <a:pt x="196" y="710"/>
                      <a:pt x="146" y="744"/>
                    </a:cubicBezTo>
                    <a:cubicBezTo>
                      <a:pt x="105" y="785"/>
                      <a:pt x="63" y="826"/>
                      <a:pt x="30" y="876"/>
                    </a:cubicBezTo>
                    <a:cubicBezTo>
                      <a:pt x="1" y="921"/>
                      <a:pt x="44" y="978"/>
                      <a:pt x="95" y="978"/>
                    </a:cubicBezTo>
                    <a:cubicBezTo>
                      <a:pt x="101" y="978"/>
                      <a:pt x="107" y="977"/>
                      <a:pt x="113" y="976"/>
                    </a:cubicBezTo>
                    <a:cubicBezTo>
                      <a:pt x="229" y="942"/>
                      <a:pt x="320" y="876"/>
                      <a:pt x="420" y="802"/>
                    </a:cubicBezTo>
                    <a:cubicBezTo>
                      <a:pt x="511" y="727"/>
                      <a:pt x="610" y="652"/>
                      <a:pt x="701" y="578"/>
                    </a:cubicBezTo>
                    <a:cubicBezTo>
                      <a:pt x="875" y="429"/>
                      <a:pt x="1041" y="271"/>
                      <a:pt x="1174" y="81"/>
                    </a:cubicBezTo>
                    <a:cubicBezTo>
                      <a:pt x="1205" y="43"/>
                      <a:pt x="1165" y="0"/>
                      <a:pt x="11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2" name="Google Shape;5702;p17"/>
              <p:cNvSpPr/>
              <p:nvPr/>
            </p:nvSpPr>
            <p:spPr>
              <a:xfrm>
                <a:off x="2789625" y="4728225"/>
                <a:ext cx="11825" cy="8650"/>
              </a:xfrm>
              <a:custGeom>
                <a:rect b="b" l="l" r="r" t="t"/>
                <a:pathLst>
                  <a:path extrusionOk="0" h="346" w="473">
                    <a:moveTo>
                      <a:pt x="409" y="1"/>
                    </a:moveTo>
                    <a:cubicBezTo>
                      <a:pt x="402" y="1"/>
                      <a:pt x="396" y="2"/>
                      <a:pt x="390" y="5"/>
                    </a:cubicBezTo>
                    <a:cubicBezTo>
                      <a:pt x="316" y="30"/>
                      <a:pt x="241" y="63"/>
                      <a:pt x="175" y="105"/>
                    </a:cubicBezTo>
                    <a:cubicBezTo>
                      <a:pt x="142" y="130"/>
                      <a:pt x="108" y="155"/>
                      <a:pt x="84" y="179"/>
                    </a:cubicBezTo>
                    <a:cubicBezTo>
                      <a:pt x="67" y="188"/>
                      <a:pt x="50" y="204"/>
                      <a:pt x="42" y="221"/>
                    </a:cubicBezTo>
                    <a:cubicBezTo>
                      <a:pt x="26" y="237"/>
                      <a:pt x="9" y="254"/>
                      <a:pt x="9" y="279"/>
                    </a:cubicBezTo>
                    <a:cubicBezTo>
                      <a:pt x="1" y="320"/>
                      <a:pt x="26" y="345"/>
                      <a:pt x="67" y="345"/>
                    </a:cubicBezTo>
                    <a:cubicBezTo>
                      <a:pt x="84" y="337"/>
                      <a:pt x="100" y="329"/>
                      <a:pt x="117" y="312"/>
                    </a:cubicBezTo>
                    <a:cubicBezTo>
                      <a:pt x="133" y="304"/>
                      <a:pt x="150" y="295"/>
                      <a:pt x="166" y="279"/>
                    </a:cubicBezTo>
                    <a:cubicBezTo>
                      <a:pt x="175" y="279"/>
                      <a:pt x="183" y="271"/>
                      <a:pt x="191" y="262"/>
                    </a:cubicBezTo>
                    <a:cubicBezTo>
                      <a:pt x="191" y="262"/>
                      <a:pt x="191" y="262"/>
                      <a:pt x="200" y="254"/>
                    </a:cubicBezTo>
                    <a:cubicBezTo>
                      <a:pt x="216" y="246"/>
                      <a:pt x="233" y="229"/>
                      <a:pt x="241" y="221"/>
                    </a:cubicBezTo>
                    <a:cubicBezTo>
                      <a:pt x="274" y="204"/>
                      <a:pt x="299" y="188"/>
                      <a:pt x="332" y="171"/>
                    </a:cubicBezTo>
                    <a:cubicBezTo>
                      <a:pt x="349" y="163"/>
                      <a:pt x="365" y="155"/>
                      <a:pt x="382" y="146"/>
                    </a:cubicBezTo>
                    <a:cubicBezTo>
                      <a:pt x="390" y="146"/>
                      <a:pt x="398" y="138"/>
                      <a:pt x="407" y="138"/>
                    </a:cubicBezTo>
                    <a:lnTo>
                      <a:pt x="415" y="130"/>
                    </a:lnTo>
                    <a:lnTo>
                      <a:pt x="423" y="130"/>
                    </a:lnTo>
                    <a:cubicBezTo>
                      <a:pt x="448" y="113"/>
                      <a:pt x="473" y="80"/>
                      <a:pt x="465" y="47"/>
                    </a:cubicBezTo>
                    <a:cubicBezTo>
                      <a:pt x="458" y="27"/>
                      <a:pt x="435" y="1"/>
                      <a:pt x="4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3" name="Google Shape;5703;p17"/>
              <p:cNvSpPr/>
              <p:nvPr/>
            </p:nvSpPr>
            <p:spPr>
              <a:xfrm>
                <a:off x="2802675" y="4669200"/>
                <a:ext cx="15575" cy="38275"/>
              </a:xfrm>
              <a:custGeom>
                <a:rect b="b" l="l" r="r" t="t"/>
                <a:pathLst>
                  <a:path extrusionOk="0" h="1531" w="623">
                    <a:moveTo>
                      <a:pt x="485" y="1"/>
                    </a:moveTo>
                    <a:cubicBezTo>
                      <a:pt x="473" y="1"/>
                      <a:pt x="461" y="5"/>
                      <a:pt x="448" y="13"/>
                    </a:cubicBezTo>
                    <a:cubicBezTo>
                      <a:pt x="365" y="96"/>
                      <a:pt x="365" y="254"/>
                      <a:pt x="349" y="361"/>
                    </a:cubicBezTo>
                    <a:cubicBezTo>
                      <a:pt x="332" y="477"/>
                      <a:pt x="299" y="602"/>
                      <a:pt x="266" y="718"/>
                    </a:cubicBezTo>
                    <a:cubicBezTo>
                      <a:pt x="191" y="966"/>
                      <a:pt x="117" y="1215"/>
                      <a:pt x="17" y="1455"/>
                    </a:cubicBezTo>
                    <a:cubicBezTo>
                      <a:pt x="0" y="1495"/>
                      <a:pt x="34" y="1531"/>
                      <a:pt x="67" y="1531"/>
                    </a:cubicBezTo>
                    <a:cubicBezTo>
                      <a:pt x="83" y="1531"/>
                      <a:pt x="98" y="1523"/>
                      <a:pt x="108" y="1505"/>
                    </a:cubicBezTo>
                    <a:cubicBezTo>
                      <a:pt x="233" y="1264"/>
                      <a:pt x="390" y="1041"/>
                      <a:pt x="481" y="776"/>
                    </a:cubicBezTo>
                    <a:cubicBezTo>
                      <a:pt x="523" y="651"/>
                      <a:pt x="556" y="527"/>
                      <a:pt x="581" y="394"/>
                    </a:cubicBezTo>
                    <a:cubicBezTo>
                      <a:pt x="597" y="287"/>
                      <a:pt x="622" y="96"/>
                      <a:pt x="523" y="13"/>
                    </a:cubicBezTo>
                    <a:cubicBezTo>
                      <a:pt x="510" y="5"/>
                      <a:pt x="498" y="1"/>
                      <a:pt x="4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4" name="Google Shape;5704;p17"/>
              <p:cNvSpPr/>
              <p:nvPr/>
            </p:nvSpPr>
            <p:spPr>
              <a:xfrm>
                <a:off x="2813025" y="4655025"/>
                <a:ext cx="3350" cy="9550"/>
              </a:xfrm>
              <a:custGeom>
                <a:rect b="b" l="l" r="r" t="t"/>
                <a:pathLst>
                  <a:path extrusionOk="0" h="382" w="134">
                    <a:moveTo>
                      <a:pt x="84" y="0"/>
                    </a:moveTo>
                    <a:cubicBezTo>
                      <a:pt x="67" y="0"/>
                      <a:pt x="51" y="17"/>
                      <a:pt x="51" y="34"/>
                    </a:cubicBezTo>
                    <a:cubicBezTo>
                      <a:pt x="42" y="50"/>
                      <a:pt x="34" y="75"/>
                      <a:pt x="34" y="100"/>
                    </a:cubicBezTo>
                    <a:cubicBezTo>
                      <a:pt x="34" y="100"/>
                      <a:pt x="34" y="108"/>
                      <a:pt x="34" y="116"/>
                    </a:cubicBezTo>
                    <a:lnTo>
                      <a:pt x="26" y="125"/>
                    </a:lnTo>
                    <a:cubicBezTo>
                      <a:pt x="18" y="133"/>
                      <a:pt x="18" y="141"/>
                      <a:pt x="18" y="158"/>
                    </a:cubicBezTo>
                    <a:cubicBezTo>
                      <a:pt x="18" y="166"/>
                      <a:pt x="18" y="166"/>
                      <a:pt x="18" y="174"/>
                    </a:cubicBezTo>
                    <a:cubicBezTo>
                      <a:pt x="9" y="224"/>
                      <a:pt x="9" y="266"/>
                      <a:pt x="1" y="315"/>
                    </a:cubicBezTo>
                    <a:cubicBezTo>
                      <a:pt x="1" y="348"/>
                      <a:pt x="34" y="382"/>
                      <a:pt x="67" y="382"/>
                    </a:cubicBezTo>
                    <a:cubicBezTo>
                      <a:pt x="100" y="373"/>
                      <a:pt x="125" y="348"/>
                      <a:pt x="125" y="315"/>
                    </a:cubicBezTo>
                    <a:cubicBezTo>
                      <a:pt x="134" y="266"/>
                      <a:pt x="134" y="224"/>
                      <a:pt x="134" y="174"/>
                    </a:cubicBezTo>
                    <a:cubicBezTo>
                      <a:pt x="134" y="158"/>
                      <a:pt x="134" y="150"/>
                      <a:pt x="125" y="133"/>
                    </a:cubicBezTo>
                    <a:lnTo>
                      <a:pt x="125" y="125"/>
                    </a:lnTo>
                    <a:lnTo>
                      <a:pt x="125" y="108"/>
                    </a:lnTo>
                    <a:lnTo>
                      <a:pt x="117" y="34"/>
                    </a:lnTo>
                    <a:cubicBezTo>
                      <a:pt x="117" y="17"/>
                      <a:pt x="100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5" name="Google Shape;5705;p17"/>
              <p:cNvSpPr/>
              <p:nvPr/>
            </p:nvSpPr>
            <p:spPr>
              <a:xfrm>
                <a:off x="2812625" y="4642300"/>
                <a:ext cx="3550" cy="5375"/>
              </a:xfrm>
              <a:custGeom>
                <a:rect b="b" l="l" r="r" t="t"/>
                <a:pathLst>
                  <a:path extrusionOk="0" h="215" w="142">
                    <a:moveTo>
                      <a:pt x="40" y="1"/>
                    </a:moveTo>
                    <a:cubicBezTo>
                      <a:pt x="35" y="1"/>
                      <a:pt x="30" y="2"/>
                      <a:pt x="25" y="4"/>
                    </a:cubicBezTo>
                    <a:cubicBezTo>
                      <a:pt x="9" y="12"/>
                      <a:pt x="0" y="29"/>
                      <a:pt x="0" y="54"/>
                    </a:cubicBezTo>
                    <a:cubicBezTo>
                      <a:pt x="9" y="70"/>
                      <a:pt x="9" y="95"/>
                      <a:pt x="17" y="112"/>
                    </a:cubicBezTo>
                    <a:cubicBezTo>
                      <a:pt x="17" y="128"/>
                      <a:pt x="17" y="137"/>
                      <a:pt x="25" y="145"/>
                    </a:cubicBezTo>
                    <a:lnTo>
                      <a:pt x="34" y="178"/>
                    </a:lnTo>
                    <a:cubicBezTo>
                      <a:pt x="42" y="195"/>
                      <a:pt x="50" y="203"/>
                      <a:pt x="58" y="211"/>
                    </a:cubicBezTo>
                    <a:cubicBezTo>
                      <a:pt x="69" y="211"/>
                      <a:pt x="77" y="215"/>
                      <a:pt x="85" y="215"/>
                    </a:cubicBezTo>
                    <a:cubicBezTo>
                      <a:pt x="90" y="215"/>
                      <a:pt x="94" y="214"/>
                      <a:pt x="100" y="211"/>
                    </a:cubicBezTo>
                    <a:cubicBezTo>
                      <a:pt x="116" y="211"/>
                      <a:pt x="125" y="203"/>
                      <a:pt x="133" y="186"/>
                    </a:cubicBezTo>
                    <a:cubicBezTo>
                      <a:pt x="141" y="178"/>
                      <a:pt x="141" y="161"/>
                      <a:pt x="133" y="153"/>
                    </a:cubicBezTo>
                    <a:cubicBezTo>
                      <a:pt x="133" y="137"/>
                      <a:pt x="133" y="128"/>
                      <a:pt x="125" y="120"/>
                    </a:cubicBezTo>
                    <a:cubicBezTo>
                      <a:pt x="116" y="103"/>
                      <a:pt x="116" y="87"/>
                      <a:pt x="108" y="79"/>
                    </a:cubicBezTo>
                    <a:cubicBezTo>
                      <a:pt x="100" y="54"/>
                      <a:pt x="83" y="37"/>
                      <a:pt x="75" y="21"/>
                    </a:cubicBezTo>
                    <a:cubicBezTo>
                      <a:pt x="69" y="8"/>
                      <a:pt x="54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6" name="Google Shape;5706;p17"/>
              <p:cNvSpPr/>
              <p:nvPr/>
            </p:nvSpPr>
            <p:spPr>
              <a:xfrm>
                <a:off x="2705425" y="4761375"/>
                <a:ext cx="150300" cy="37325"/>
              </a:xfrm>
              <a:custGeom>
                <a:rect b="b" l="l" r="r" t="t"/>
                <a:pathLst>
                  <a:path extrusionOk="0" h="1493" w="6012">
                    <a:moveTo>
                      <a:pt x="5271" y="0"/>
                    </a:moveTo>
                    <a:cubicBezTo>
                      <a:pt x="5232" y="0"/>
                      <a:pt x="5194" y="17"/>
                      <a:pt x="5167" y="55"/>
                    </a:cubicBezTo>
                    <a:cubicBezTo>
                      <a:pt x="5142" y="105"/>
                      <a:pt x="5158" y="187"/>
                      <a:pt x="5216" y="221"/>
                    </a:cubicBezTo>
                    <a:cubicBezTo>
                      <a:pt x="5440" y="320"/>
                      <a:pt x="5457" y="593"/>
                      <a:pt x="5341" y="784"/>
                    </a:cubicBezTo>
                    <a:cubicBezTo>
                      <a:pt x="5183" y="859"/>
                      <a:pt x="5001" y="883"/>
                      <a:pt x="4827" y="900"/>
                    </a:cubicBezTo>
                    <a:cubicBezTo>
                      <a:pt x="4479" y="925"/>
                      <a:pt x="4131" y="941"/>
                      <a:pt x="3775" y="950"/>
                    </a:cubicBezTo>
                    <a:cubicBezTo>
                      <a:pt x="2946" y="883"/>
                      <a:pt x="2101" y="950"/>
                      <a:pt x="1281" y="751"/>
                    </a:cubicBezTo>
                    <a:cubicBezTo>
                      <a:pt x="850" y="643"/>
                      <a:pt x="444" y="469"/>
                      <a:pt x="96" y="196"/>
                    </a:cubicBezTo>
                    <a:cubicBezTo>
                      <a:pt x="89" y="192"/>
                      <a:pt x="82" y="190"/>
                      <a:pt x="74" y="190"/>
                    </a:cubicBezTo>
                    <a:cubicBezTo>
                      <a:pt x="37" y="190"/>
                      <a:pt x="1" y="236"/>
                      <a:pt x="21" y="270"/>
                    </a:cubicBezTo>
                    <a:cubicBezTo>
                      <a:pt x="262" y="610"/>
                      <a:pt x="701" y="801"/>
                      <a:pt x="1098" y="917"/>
                    </a:cubicBezTo>
                    <a:cubicBezTo>
                      <a:pt x="1521" y="1049"/>
                      <a:pt x="1960" y="1091"/>
                      <a:pt x="2399" y="1115"/>
                    </a:cubicBezTo>
                    <a:cubicBezTo>
                      <a:pt x="2772" y="1132"/>
                      <a:pt x="3145" y="1140"/>
                      <a:pt x="3518" y="1157"/>
                    </a:cubicBezTo>
                    <a:cubicBezTo>
                      <a:pt x="3526" y="1165"/>
                      <a:pt x="3534" y="1173"/>
                      <a:pt x="3543" y="1173"/>
                    </a:cubicBezTo>
                    <a:cubicBezTo>
                      <a:pt x="3820" y="1320"/>
                      <a:pt x="4134" y="1373"/>
                      <a:pt x="4443" y="1373"/>
                    </a:cubicBezTo>
                    <a:cubicBezTo>
                      <a:pt x="4466" y="1373"/>
                      <a:pt x="4489" y="1373"/>
                      <a:pt x="4512" y="1372"/>
                    </a:cubicBezTo>
                    <a:cubicBezTo>
                      <a:pt x="4520" y="1422"/>
                      <a:pt x="4562" y="1472"/>
                      <a:pt x="4628" y="1480"/>
                    </a:cubicBezTo>
                    <a:cubicBezTo>
                      <a:pt x="4712" y="1487"/>
                      <a:pt x="4799" y="1493"/>
                      <a:pt x="4885" y="1493"/>
                    </a:cubicBezTo>
                    <a:cubicBezTo>
                      <a:pt x="5180" y="1493"/>
                      <a:pt x="5471" y="1430"/>
                      <a:pt x="5664" y="1173"/>
                    </a:cubicBezTo>
                    <a:cubicBezTo>
                      <a:pt x="5672" y="1165"/>
                      <a:pt x="5689" y="1149"/>
                      <a:pt x="5697" y="1132"/>
                    </a:cubicBezTo>
                    <a:cubicBezTo>
                      <a:pt x="5738" y="1107"/>
                      <a:pt x="5771" y="1074"/>
                      <a:pt x="5805" y="1041"/>
                    </a:cubicBezTo>
                    <a:cubicBezTo>
                      <a:pt x="5954" y="883"/>
                      <a:pt x="6012" y="668"/>
                      <a:pt x="5921" y="469"/>
                    </a:cubicBezTo>
                    <a:lnTo>
                      <a:pt x="5912" y="469"/>
                    </a:lnTo>
                    <a:cubicBezTo>
                      <a:pt x="5904" y="453"/>
                      <a:pt x="5896" y="436"/>
                      <a:pt x="5879" y="428"/>
                    </a:cubicBezTo>
                    <a:cubicBezTo>
                      <a:pt x="5863" y="320"/>
                      <a:pt x="5821" y="212"/>
                      <a:pt x="5738" y="129"/>
                    </a:cubicBezTo>
                    <a:cubicBezTo>
                      <a:pt x="5717" y="105"/>
                      <a:pt x="5690" y="95"/>
                      <a:pt x="5664" y="95"/>
                    </a:cubicBezTo>
                    <a:cubicBezTo>
                      <a:pt x="5608" y="95"/>
                      <a:pt x="5553" y="140"/>
                      <a:pt x="5548" y="196"/>
                    </a:cubicBezTo>
                    <a:cubicBezTo>
                      <a:pt x="5498" y="121"/>
                      <a:pt x="5423" y="55"/>
                      <a:pt x="5332" y="13"/>
                    </a:cubicBezTo>
                    <a:cubicBezTo>
                      <a:pt x="5312" y="5"/>
                      <a:pt x="5291" y="0"/>
                      <a:pt x="527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7" name="Google Shape;5707;p17"/>
              <p:cNvSpPr/>
              <p:nvPr/>
            </p:nvSpPr>
            <p:spPr>
              <a:xfrm>
                <a:off x="2817600" y="4016300"/>
                <a:ext cx="18450" cy="21250"/>
              </a:xfrm>
              <a:custGeom>
                <a:rect b="b" l="l" r="r" t="t"/>
                <a:pathLst>
                  <a:path extrusionOk="0" h="850" w="738">
                    <a:moveTo>
                      <a:pt x="449" y="1"/>
                    </a:moveTo>
                    <a:cubicBezTo>
                      <a:pt x="427" y="1"/>
                      <a:pt x="403" y="7"/>
                      <a:pt x="381" y="22"/>
                    </a:cubicBezTo>
                    <a:cubicBezTo>
                      <a:pt x="341" y="9"/>
                      <a:pt x="299" y="3"/>
                      <a:pt x="257" y="3"/>
                    </a:cubicBezTo>
                    <a:cubicBezTo>
                      <a:pt x="186" y="3"/>
                      <a:pt x="115" y="22"/>
                      <a:pt x="58" y="63"/>
                    </a:cubicBezTo>
                    <a:cubicBezTo>
                      <a:pt x="25" y="88"/>
                      <a:pt x="0" y="130"/>
                      <a:pt x="9" y="171"/>
                    </a:cubicBezTo>
                    <a:cubicBezTo>
                      <a:pt x="17" y="221"/>
                      <a:pt x="42" y="246"/>
                      <a:pt x="83" y="262"/>
                    </a:cubicBezTo>
                    <a:cubicBezTo>
                      <a:pt x="50" y="312"/>
                      <a:pt x="42" y="378"/>
                      <a:pt x="33" y="436"/>
                    </a:cubicBezTo>
                    <a:cubicBezTo>
                      <a:pt x="25" y="494"/>
                      <a:pt x="17" y="552"/>
                      <a:pt x="17" y="610"/>
                    </a:cubicBezTo>
                    <a:cubicBezTo>
                      <a:pt x="17" y="668"/>
                      <a:pt x="33" y="734"/>
                      <a:pt x="91" y="768"/>
                    </a:cubicBezTo>
                    <a:lnTo>
                      <a:pt x="108" y="768"/>
                    </a:lnTo>
                    <a:cubicBezTo>
                      <a:pt x="125" y="801"/>
                      <a:pt x="158" y="834"/>
                      <a:pt x="199" y="842"/>
                    </a:cubicBezTo>
                    <a:cubicBezTo>
                      <a:pt x="215" y="847"/>
                      <a:pt x="230" y="850"/>
                      <a:pt x="245" y="850"/>
                    </a:cubicBezTo>
                    <a:cubicBezTo>
                      <a:pt x="325" y="850"/>
                      <a:pt x="395" y="781"/>
                      <a:pt x="423" y="718"/>
                    </a:cubicBezTo>
                    <a:cubicBezTo>
                      <a:pt x="439" y="685"/>
                      <a:pt x="448" y="660"/>
                      <a:pt x="456" y="627"/>
                    </a:cubicBezTo>
                    <a:cubicBezTo>
                      <a:pt x="464" y="643"/>
                      <a:pt x="481" y="652"/>
                      <a:pt x="489" y="660"/>
                    </a:cubicBezTo>
                    <a:cubicBezTo>
                      <a:pt x="505" y="670"/>
                      <a:pt x="523" y="674"/>
                      <a:pt x="540" y="674"/>
                    </a:cubicBezTo>
                    <a:cubicBezTo>
                      <a:pt x="567" y="674"/>
                      <a:pt x="593" y="663"/>
                      <a:pt x="613" y="643"/>
                    </a:cubicBezTo>
                    <a:cubicBezTo>
                      <a:pt x="671" y="585"/>
                      <a:pt x="713" y="511"/>
                      <a:pt x="729" y="436"/>
                    </a:cubicBezTo>
                    <a:cubicBezTo>
                      <a:pt x="738" y="403"/>
                      <a:pt x="738" y="370"/>
                      <a:pt x="738" y="345"/>
                    </a:cubicBezTo>
                    <a:cubicBezTo>
                      <a:pt x="738" y="328"/>
                      <a:pt x="738" y="312"/>
                      <a:pt x="729" y="295"/>
                    </a:cubicBezTo>
                    <a:lnTo>
                      <a:pt x="738" y="295"/>
                    </a:lnTo>
                    <a:cubicBezTo>
                      <a:pt x="738" y="262"/>
                      <a:pt x="729" y="237"/>
                      <a:pt x="704" y="212"/>
                    </a:cubicBezTo>
                    <a:cubicBezTo>
                      <a:pt x="646" y="146"/>
                      <a:pt x="588" y="88"/>
                      <a:pt x="522" y="30"/>
                    </a:cubicBezTo>
                    <a:cubicBezTo>
                      <a:pt x="504" y="12"/>
                      <a:pt x="477" y="1"/>
                      <a:pt x="449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8" name="Google Shape;5708;p17"/>
              <p:cNvSpPr/>
              <p:nvPr/>
            </p:nvSpPr>
            <p:spPr>
              <a:xfrm>
                <a:off x="2871425" y="4008700"/>
                <a:ext cx="43350" cy="22075"/>
              </a:xfrm>
              <a:custGeom>
                <a:rect b="b" l="l" r="r" t="t"/>
                <a:pathLst>
                  <a:path extrusionOk="0" h="883" w="1734">
                    <a:moveTo>
                      <a:pt x="1221" y="0"/>
                    </a:moveTo>
                    <a:cubicBezTo>
                      <a:pt x="1101" y="0"/>
                      <a:pt x="985" y="14"/>
                      <a:pt x="863" y="28"/>
                    </a:cubicBezTo>
                    <a:cubicBezTo>
                      <a:pt x="565" y="77"/>
                      <a:pt x="291" y="185"/>
                      <a:pt x="43" y="342"/>
                    </a:cubicBezTo>
                    <a:cubicBezTo>
                      <a:pt x="1" y="370"/>
                      <a:pt x="24" y="422"/>
                      <a:pt x="62" y="422"/>
                    </a:cubicBezTo>
                    <a:cubicBezTo>
                      <a:pt x="69" y="422"/>
                      <a:pt x="77" y="421"/>
                      <a:pt x="84" y="417"/>
                    </a:cubicBezTo>
                    <a:cubicBezTo>
                      <a:pt x="142" y="392"/>
                      <a:pt x="209" y="359"/>
                      <a:pt x="267" y="334"/>
                    </a:cubicBezTo>
                    <a:lnTo>
                      <a:pt x="267" y="334"/>
                    </a:lnTo>
                    <a:cubicBezTo>
                      <a:pt x="175" y="400"/>
                      <a:pt x="101" y="475"/>
                      <a:pt x="26" y="566"/>
                    </a:cubicBezTo>
                    <a:cubicBezTo>
                      <a:pt x="10" y="591"/>
                      <a:pt x="18" y="632"/>
                      <a:pt x="51" y="641"/>
                    </a:cubicBezTo>
                    <a:cubicBezTo>
                      <a:pt x="35" y="666"/>
                      <a:pt x="26" y="690"/>
                      <a:pt x="26" y="715"/>
                    </a:cubicBezTo>
                    <a:cubicBezTo>
                      <a:pt x="10" y="773"/>
                      <a:pt x="35" y="823"/>
                      <a:pt x="84" y="848"/>
                    </a:cubicBezTo>
                    <a:cubicBezTo>
                      <a:pt x="109" y="856"/>
                      <a:pt x="134" y="856"/>
                      <a:pt x="159" y="856"/>
                    </a:cubicBezTo>
                    <a:cubicBezTo>
                      <a:pt x="179" y="871"/>
                      <a:pt x="205" y="883"/>
                      <a:pt x="231" y="883"/>
                    </a:cubicBezTo>
                    <a:cubicBezTo>
                      <a:pt x="249" y="883"/>
                      <a:pt x="267" y="878"/>
                      <a:pt x="283" y="864"/>
                    </a:cubicBezTo>
                    <a:cubicBezTo>
                      <a:pt x="308" y="840"/>
                      <a:pt x="341" y="823"/>
                      <a:pt x="366" y="806"/>
                    </a:cubicBezTo>
                    <a:lnTo>
                      <a:pt x="399" y="806"/>
                    </a:lnTo>
                    <a:cubicBezTo>
                      <a:pt x="481" y="801"/>
                      <a:pt x="563" y="795"/>
                      <a:pt x="645" y="795"/>
                    </a:cubicBezTo>
                    <a:cubicBezTo>
                      <a:pt x="679" y="795"/>
                      <a:pt x="713" y="796"/>
                      <a:pt x="747" y="798"/>
                    </a:cubicBezTo>
                    <a:cubicBezTo>
                      <a:pt x="852" y="813"/>
                      <a:pt x="949" y="875"/>
                      <a:pt x="1053" y="875"/>
                    </a:cubicBezTo>
                    <a:cubicBezTo>
                      <a:pt x="1064" y="875"/>
                      <a:pt x="1075" y="874"/>
                      <a:pt x="1087" y="873"/>
                    </a:cubicBezTo>
                    <a:cubicBezTo>
                      <a:pt x="1145" y="864"/>
                      <a:pt x="1186" y="831"/>
                      <a:pt x="1195" y="773"/>
                    </a:cubicBezTo>
                    <a:cubicBezTo>
                      <a:pt x="1195" y="773"/>
                      <a:pt x="1203" y="773"/>
                      <a:pt x="1203" y="782"/>
                    </a:cubicBezTo>
                    <a:cubicBezTo>
                      <a:pt x="1215" y="786"/>
                      <a:pt x="1227" y="788"/>
                      <a:pt x="1238" y="788"/>
                    </a:cubicBezTo>
                    <a:cubicBezTo>
                      <a:pt x="1334" y="788"/>
                      <a:pt x="1392" y="642"/>
                      <a:pt x="1311" y="583"/>
                    </a:cubicBezTo>
                    <a:cubicBezTo>
                      <a:pt x="1335" y="533"/>
                      <a:pt x="1344" y="475"/>
                      <a:pt x="1294" y="434"/>
                    </a:cubicBezTo>
                    <a:cubicBezTo>
                      <a:pt x="1277" y="417"/>
                      <a:pt x="1253" y="400"/>
                      <a:pt x="1228" y="392"/>
                    </a:cubicBezTo>
                    <a:cubicBezTo>
                      <a:pt x="1219" y="376"/>
                      <a:pt x="1211" y="367"/>
                      <a:pt x="1195" y="359"/>
                    </a:cubicBezTo>
                    <a:lnTo>
                      <a:pt x="1195" y="359"/>
                    </a:lnTo>
                    <a:cubicBezTo>
                      <a:pt x="1248" y="366"/>
                      <a:pt x="1296" y="388"/>
                      <a:pt x="1347" y="388"/>
                    </a:cubicBezTo>
                    <a:cubicBezTo>
                      <a:pt x="1360" y="388"/>
                      <a:pt x="1372" y="387"/>
                      <a:pt x="1385" y="384"/>
                    </a:cubicBezTo>
                    <a:cubicBezTo>
                      <a:pt x="1451" y="376"/>
                      <a:pt x="1468" y="284"/>
                      <a:pt x="1427" y="235"/>
                    </a:cubicBezTo>
                    <a:cubicBezTo>
                      <a:pt x="1377" y="185"/>
                      <a:pt x="1302" y="177"/>
                      <a:pt x="1236" y="160"/>
                    </a:cubicBezTo>
                    <a:cubicBezTo>
                      <a:pt x="1219" y="160"/>
                      <a:pt x="1195" y="152"/>
                      <a:pt x="1178" y="152"/>
                    </a:cubicBezTo>
                    <a:lnTo>
                      <a:pt x="1294" y="152"/>
                    </a:lnTo>
                    <a:cubicBezTo>
                      <a:pt x="1360" y="152"/>
                      <a:pt x="1427" y="160"/>
                      <a:pt x="1493" y="168"/>
                    </a:cubicBezTo>
                    <a:cubicBezTo>
                      <a:pt x="1539" y="174"/>
                      <a:pt x="1584" y="184"/>
                      <a:pt x="1627" y="184"/>
                    </a:cubicBezTo>
                    <a:cubicBezTo>
                      <a:pt x="1647" y="184"/>
                      <a:pt x="1665" y="182"/>
                      <a:pt x="1683" y="177"/>
                    </a:cubicBezTo>
                    <a:cubicBezTo>
                      <a:pt x="1717" y="160"/>
                      <a:pt x="1733" y="119"/>
                      <a:pt x="1708" y="94"/>
                    </a:cubicBezTo>
                    <a:lnTo>
                      <a:pt x="1708" y="86"/>
                    </a:lnTo>
                    <a:cubicBezTo>
                      <a:pt x="1659" y="44"/>
                      <a:pt x="1592" y="36"/>
                      <a:pt x="1526" y="28"/>
                    </a:cubicBezTo>
                    <a:cubicBezTo>
                      <a:pt x="1451" y="11"/>
                      <a:pt x="1377" y="11"/>
                      <a:pt x="1302" y="3"/>
                    </a:cubicBezTo>
                    <a:cubicBezTo>
                      <a:pt x="1275" y="1"/>
                      <a:pt x="1248" y="0"/>
                      <a:pt x="122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9" name="Google Shape;5709;p17"/>
              <p:cNvSpPr/>
              <p:nvPr/>
            </p:nvSpPr>
            <p:spPr>
              <a:xfrm>
                <a:off x="2787775" y="3882250"/>
                <a:ext cx="55075" cy="122025"/>
              </a:xfrm>
              <a:custGeom>
                <a:rect b="b" l="l" r="r" t="t"/>
                <a:pathLst>
                  <a:path extrusionOk="0" h="4881" w="2203">
                    <a:moveTo>
                      <a:pt x="62" y="0"/>
                    </a:moveTo>
                    <a:cubicBezTo>
                      <a:pt x="30" y="0"/>
                      <a:pt x="0" y="21"/>
                      <a:pt x="0" y="65"/>
                    </a:cubicBezTo>
                    <a:cubicBezTo>
                      <a:pt x="17" y="255"/>
                      <a:pt x="50" y="446"/>
                      <a:pt x="100" y="628"/>
                    </a:cubicBezTo>
                    <a:cubicBezTo>
                      <a:pt x="75" y="645"/>
                      <a:pt x="66" y="678"/>
                      <a:pt x="66" y="711"/>
                    </a:cubicBezTo>
                    <a:cubicBezTo>
                      <a:pt x="83" y="926"/>
                      <a:pt x="141" y="1125"/>
                      <a:pt x="207" y="1324"/>
                    </a:cubicBezTo>
                    <a:cubicBezTo>
                      <a:pt x="240" y="1423"/>
                      <a:pt x="274" y="1515"/>
                      <a:pt x="298" y="1614"/>
                    </a:cubicBezTo>
                    <a:cubicBezTo>
                      <a:pt x="323" y="1722"/>
                      <a:pt x="340" y="1829"/>
                      <a:pt x="365" y="1937"/>
                    </a:cubicBezTo>
                    <a:cubicBezTo>
                      <a:pt x="414" y="2136"/>
                      <a:pt x="530" y="2318"/>
                      <a:pt x="622" y="2500"/>
                    </a:cubicBezTo>
                    <a:cubicBezTo>
                      <a:pt x="655" y="2691"/>
                      <a:pt x="688" y="2882"/>
                      <a:pt x="721" y="3064"/>
                    </a:cubicBezTo>
                    <a:cubicBezTo>
                      <a:pt x="754" y="3205"/>
                      <a:pt x="787" y="3337"/>
                      <a:pt x="820" y="3478"/>
                    </a:cubicBezTo>
                    <a:cubicBezTo>
                      <a:pt x="854" y="3619"/>
                      <a:pt x="862" y="3752"/>
                      <a:pt x="862" y="3901"/>
                    </a:cubicBezTo>
                    <a:cubicBezTo>
                      <a:pt x="862" y="4207"/>
                      <a:pt x="887" y="4514"/>
                      <a:pt x="970" y="4812"/>
                    </a:cubicBezTo>
                    <a:cubicBezTo>
                      <a:pt x="982" y="4858"/>
                      <a:pt x="1021" y="4880"/>
                      <a:pt x="1061" y="4880"/>
                    </a:cubicBezTo>
                    <a:cubicBezTo>
                      <a:pt x="1100" y="4880"/>
                      <a:pt x="1139" y="4858"/>
                      <a:pt x="1152" y="4812"/>
                    </a:cubicBezTo>
                    <a:cubicBezTo>
                      <a:pt x="1202" y="4638"/>
                      <a:pt x="1260" y="4464"/>
                      <a:pt x="1309" y="4282"/>
                    </a:cubicBezTo>
                    <a:cubicBezTo>
                      <a:pt x="1367" y="4116"/>
                      <a:pt x="1400" y="3942"/>
                      <a:pt x="1516" y="3801"/>
                    </a:cubicBezTo>
                    <a:cubicBezTo>
                      <a:pt x="1624" y="3660"/>
                      <a:pt x="1757" y="3536"/>
                      <a:pt x="1873" y="3404"/>
                    </a:cubicBezTo>
                    <a:cubicBezTo>
                      <a:pt x="1989" y="3279"/>
                      <a:pt x="2105" y="3155"/>
                      <a:pt x="2179" y="2998"/>
                    </a:cubicBezTo>
                    <a:cubicBezTo>
                      <a:pt x="2203" y="2942"/>
                      <a:pt x="2181" y="2864"/>
                      <a:pt x="2115" y="2864"/>
                    </a:cubicBezTo>
                    <a:cubicBezTo>
                      <a:pt x="2112" y="2864"/>
                      <a:pt x="2108" y="2865"/>
                      <a:pt x="2105" y="2865"/>
                    </a:cubicBezTo>
                    <a:lnTo>
                      <a:pt x="2105" y="2857"/>
                    </a:lnTo>
                    <a:cubicBezTo>
                      <a:pt x="1980" y="2865"/>
                      <a:pt x="1856" y="2898"/>
                      <a:pt x="1740" y="2931"/>
                    </a:cubicBezTo>
                    <a:cubicBezTo>
                      <a:pt x="1707" y="2940"/>
                      <a:pt x="1674" y="2948"/>
                      <a:pt x="1641" y="2956"/>
                    </a:cubicBezTo>
                    <a:cubicBezTo>
                      <a:pt x="1533" y="2931"/>
                      <a:pt x="1425" y="2890"/>
                      <a:pt x="1326" y="2815"/>
                    </a:cubicBezTo>
                    <a:cubicBezTo>
                      <a:pt x="1284" y="2782"/>
                      <a:pt x="1243" y="2741"/>
                      <a:pt x="1202" y="2699"/>
                    </a:cubicBezTo>
                    <a:cubicBezTo>
                      <a:pt x="1193" y="2683"/>
                      <a:pt x="1177" y="2666"/>
                      <a:pt x="1168" y="2650"/>
                    </a:cubicBezTo>
                    <a:cubicBezTo>
                      <a:pt x="1094" y="2542"/>
                      <a:pt x="1028" y="2426"/>
                      <a:pt x="961" y="2310"/>
                    </a:cubicBezTo>
                    <a:cubicBezTo>
                      <a:pt x="920" y="2235"/>
                      <a:pt x="878" y="2152"/>
                      <a:pt x="837" y="2078"/>
                    </a:cubicBezTo>
                    <a:cubicBezTo>
                      <a:pt x="771" y="1929"/>
                      <a:pt x="721" y="1771"/>
                      <a:pt x="671" y="1614"/>
                    </a:cubicBezTo>
                    <a:cubicBezTo>
                      <a:pt x="663" y="1564"/>
                      <a:pt x="646" y="1515"/>
                      <a:pt x="630" y="1465"/>
                    </a:cubicBezTo>
                    <a:cubicBezTo>
                      <a:pt x="605" y="1365"/>
                      <a:pt x="572" y="1266"/>
                      <a:pt x="539" y="1167"/>
                    </a:cubicBezTo>
                    <a:cubicBezTo>
                      <a:pt x="506" y="1067"/>
                      <a:pt x="472" y="959"/>
                      <a:pt x="439" y="860"/>
                    </a:cubicBezTo>
                    <a:cubicBezTo>
                      <a:pt x="348" y="578"/>
                      <a:pt x="240" y="313"/>
                      <a:pt x="133" y="48"/>
                    </a:cubicBezTo>
                    <a:cubicBezTo>
                      <a:pt x="121" y="17"/>
                      <a:pt x="91" y="0"/>
                      <a:pt x="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0" name="Google Shape;5710;p17"/>
              <p:cNvSpPr/>
              <p:nvPr/>
            </p:nvSpPr>
            <p:spPr>
              <a:xfrm>
                <a:off x="2905625" y="3837325"/>
                <a:ext cx="48925" cy="116825"/>
              </a:xfrm>
              <a:custGeom>
                <a:rect b="b" l="l" r="r" t="t"/>
                <a:pathLst>
                  <a:path extrusionOk="0" h="4673" w="1957">
                    <a:moveTo>
                      <a:pt x="1804" y="1"/>
                    </a:moveTo>
                    <a:cubicBezTo>
                      <a:pt x="1794" y="1"/>
                      <a:pt x="1784" y="2"/>
                      <a:pt x="1774" y="6"/>
                    </a:cubicBezTo>
                    <a:cubicBezTo>
                      <a:pt x="1658" y="47"/>
                      <a:pt x="1550" y="105"/>
                      <a:pt x="1442" y="163"/>
                    </a:cubicBezTo>
                    <a:cubicBezTo>
                      <a:pt x="1243" y="387"/>
                      <a:pt x="1045" y="610"/>
                      <a:pt x="871" y="859"/>
                    </a:cubicBezTo>
                    <a:cubicBezTo>
                      <a:pt x="871" y="859"/>
                      <a:pt x="862" y="867"/>
                      <a:pt x="862" y="867"/>
                    </a:cubicBezTo>
                    <a:cubicBezTo>
                      <a:pt x="771" y="1058"/>
                      <a:pt x="688" y="1240"/>
                      <a:pt x="589" y="1422"/>
                    </a:cubicBezTo>
                    <a:cubicBezTo>
                      <a:pt x="539" y="1563"/>
                      <a:pt x="489" y="1712"/>
                      <a:pt x="440" y="1853"/>
                    </a:cubicBezTo>
                    <a:cubicBezTo>
                      <a:pt x="299" y="2276"/>
                      <a:pt x="175" y="2707"/>
                      <a:pt x="83" y="3146"/>
                    </a:cubicBezTo>
                    <a:cubicBezTo>
                      <a:pt x="42" y="3361"/>
                      <a:pt x="1" y="3585"/>
                      <a:pt x="9" y="3800"/>
                    </a:cubicBezTo>
                    <a:cubicBezTo>
                      <a:pt x="17" y="3991"/>
                      <a:pt x="59" y="4215"/>
                      <a:pt x="224" y="4322"/>
                    </a:cubicBezTo>
                    <a:cubicBezTo>
                      <a:pt x="315" y="4380"/>
                      <a:pt x="431" y="4397"/>
                      <a:pt x="539" y="4422"/>
                    </a:cubicBezTo>
                    <a:cubicBezTo>
                      <a:pt x="663" y="4455"/>
                      <a:pt x="788" y="4480"/>
                      <a:pt x="912" y="4505"/>
                    </a:cubicBezTo>
                    <a:cubicBezTo>
                      <a:pt x="1177" y="4563"/>
                      <a:pt x="1442" y="4612"/>
                      <a:pt x="1707" y="4670"/>
                    </a:cubicBezTo>
                    <a:cubicBezTo>
                      <a:pt x="1715" y="4672"/>
                      <a:pt x="1722" y="4673"/>
                      <a:pt x="1729" y="4673"/>
                    </a:cubicBezTo>
                    <a:cubicBezTo>
                      <a:pt x="1818" y="4673"/>
                      <a:pt x="1882" y="4534"/>
                      <a:pt x="1782" y="4488"/>
                    </a:cubicBezTo>
                    <a:cubicBezTo>
                      <a:pt x="1475" y="4347"/>
                      <a:pt x="1169" y="4198"/>
                      <a:pt x="937" y="3949"/>
                    </a:cubicBezTo>
                    <a:cubicBezTo>
                      <a:pt x="705" y="3701"/>
                      <a:pt x="639" y="3378"/>
                      <a:pt x="630" y="3046"/>
                    </a:cubicBezTo>
                    <a:cubicBezTo>
                      <a:pt x="614" y="2342"/>
                      <a:pt x="879" y="1663"/>
                      <a:pt x="1194" y="1050"/>
                    </a:cubicBezTo>
                    <a:cubicBezTo>
                      <a:pt x="1260" y="917"/>
                      <a:pt x="1335" y="784"/>
                      <a:pt x="1426" y="652"/>
                    </a:cubicBezTo>
                    <a:cubicBezTo>
                      <a:pt x="1567" y="486"/>
                      <a:pt x="1724" y="337"/>
                      <a:pt x="1881" y="196"/>
                    </a:cubicBezTo>
                    <a:cubicBezTo>
                      <a:pt x="1956" y="129"/>
                      <a:pt x="1896" y="1"/>
                      <a:pt x="1804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1" name="Google Shape;5711;p17"/>
              <p:cNvSpPr/>
              <p:nvPr/>
            </p:nvSpPr>
            <p:spPr>
              <a:xfrm>
                <a:off x="2892150" y="4434400"/>
                <a:ext cx="7700" cy="44800"/>
              </a:xfrm>
              <a:custGeom>
                <a:rect b="b" l="l" r="r" t="t"/>
                <a:pathLst>
                  <a:path extrusionOk="0" h="1792" w="308">
                    <a:moveTo>
                      <a:pt x="108" y="0"/>
                    </a:moveTo>
                    <a:cubicBezTo>
                      <a:pt x="92" y="0"/>
                      <a:pt x="76" y="8"/>
                      <a:pt x="67" y="26"/>
                    </a:cubicBezTo>
                    <a:cubicBezTo>
                      <a:pt x="1" y="142"/>
                      <a:pt x="34" y="300"/>
                      <a:pt x="51" y="424"/>
                    </a:cubicBezTo>
                    <a:cubicBezTo>
                      <a:pt x="67" y="573"/>
                      <a:pt x="76" y="714"/>
                      <a:pt x="84" y="863"/>
                    </a:cubicBezTo>
                    <a:cubicBezTo>
                      <a:pt x="92" y="1012"/>
                      <a:pt x="84" y="1153"/>
                      <a:pt x="84" y="1302"/>
                    </a:cubicBezTo>
                    <a:cubicBezTo>
                      <a:pt x="84" y="1368"/>
                      <a:pt x="84" y="1435"/>
                      <a:pt x="84" y="1501"/>
                    </a:cubicBezTo>
                    <a:cubicBezTo>
                      <a:pt x="84" y="1584"/>
                      <a:pt x="92" y="1658"/>
                      <a:pt x="84" y="1733"/>
                    </a:cubicBezTo>
                    <a:cubicBezTo>
                      <a:pt x="84" y="1770"/>
                      <a:pt x="115" y="1792"/>
                      <a:pt x="146" y="1792"/>
                    </a:cubicBezTo>
                    <a:cubicBezTo>
                      <a:pt x="169" y="1792"/>
                      <a:pt x="193" y="1779"/>
                      <a:pt x="200" y="1750"/>
                    </a:cubicBezTo>
                    <a:cubicBezTo>
                      <a:pt x="208" y="1675"/>
                      <a:pt x="241" y="1600"/>
                      <a:pt x="258" y="1526"/>
                    </a:cubicBezTo>
                    <a:cubicBezTo>
                      <a:pt x="274" y="1451"/>
                      <a:pt x="283" y="1377"/>
                      <a:pt x="291" y="1302"/>
                    </a:cubicBezTo>
                    <a:cubicBezTo>
                      <a:pt x="299" y="1153"/>
                      <a:pt x="308" y="1012"/>
                      <a:pt x="308" y="863"/>
                    </a:cubicBezTo>
                    <a:cubicBezTo>
                      <a:pt x="299" y="714"/>
                      <a:pt x="299" y="573"/>
                      <a:pt x="283" y="424"/>
                    </a:cubicBezTo>
                    <a:cubicBezTo>
                      <a:pt x="266" y="291"/>
                      <a:pt x="258" y="109"/>
                      <a:pt x="142" y="18"/>
                    </a:cubicBezTo>
                    <a:cubicBezTo>
                      <a:pt x="134" y="6"/>
                      <a:pt x="121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2" name="Google Shape;5712;p17"/>
              <p:cNvSpPr/>
              <p:nvPr/>
            </p:nvSpPr>
            <p:spPr>
              <a:xfrm>
                <a:off x="2891125" y="4414950"/>
                <a:ext cx="5200" cy="12700"/>
              </a:xfrm>
              <a:custGeom>
                <a:rect b="b" l="l" r="r" t="t"/>
                <a:pathLst>
                  <a:path extrusionOk="0" h="508" w="208">
                    <a:moveTo>
                      <a:pt x="175" y="1"/>
                    </a:moveTo>
                    <a:cubicBezTo>
                      <a:pt x="166" y="1"/>
                      <a:pt x="150" y="9"/>
                      <a:pt x="150" y="25"/>
                    </a:cubicBezTo>
                    <a:cubicBezTo>
                      <a:pt x="133" y="67"/>
                      <a:pt x="125" y="100"/>
                      <a:pt x="117" y="141"/>
                    </a:cubicBezTo>
                    <a:cubicBezTo>
                      <a:pt x="108" y="133"/>
                      <a:pt x="92" y="117"/>
                      <a:pt x="75" y="117"/>
                    </a:cubicBezTo>
                    <a:cubicBezTo>
                      <a:pt x="50" y="117"/>
                      <a:pt x="34" y="133"/>
                      <a:pt x="25" y="150"/>
                    </a:cubicBezTo>
                    <a:cubicBezTo>
                      <a:pt x="17" y="158"/>
                      <a:pt x="17" y="175"/>
                      <a:pt x="17" y="191"/>
                    </a:cubicBezTo>
                    <a:cubicBezTo>
                      <a:pt x="9" y="208"/>
                      <a:pt x="9" y="216"/>
                      <a:pt x="9" y="233"/>
                    </a:cubicBezTo>
                    <a:cubicBezTo>
                      <a:pt x="1" y="249"/>
                      <a:pt x="1" y="266"/>
                      <a:pt x="1" y="282"/>
                    </a:cubicBezTo>
                    <a:cubicBezTo>
                      <a:pt x="1" y="340"/>
                      <a:pt x="9" y="390"/>
                      <a:pt x="9" y="440"/>
                    </a:cubicBezTo>
                    <a:cubicBezTo>
                      <a:pt x="9" y="477"/>
                      <a:pt x="29" y="507"/>
                      <a:pt x="63" y="507"/>
                    </a:cubicBezTo>
                    <a:cubicBezTo>
                      <a:pt x="67" y="507"/>
                      <a:pt x="71" y="507"/>
                      <a:pt x="75" y="506"/>
                    </a:cubicBezTo>
                    <a:cubicBezTo>
                      <a:pt x="108" y="506"/>
                      <a:pt x="133" y="481"/>
                      <a:pt x="133" y="440"/>
                    </a:cubicBezTo>
                    <a:lnTo>
                      <a:pt x="141" y="282"/>
                    </a:lnTo>
                    <a:lnTo>
                      <a:pt x="141" y="241"/>
                    </a:lnTo>
                    <a:cubicBezTo>
                      <a:pt x="141" y="241"/>
                      <a:pt x="141" y="249"/>
                      <a:pt x="150" y="249"/>
                    </a:cubicBezTo>
                    <a:cubicBezTo>
                      <a:pt x="175" y="249"/>
                      <a:pt x="199" y="224"/>
                      <a:pt x="208" y="199"/>
                    </a:cubicBezTo>
                    <a:cubicBezTo>
                      <a:pt x="208" y="141"/>
                      <a:pt x="208" y="92"/>
                      <a:pt x="208" y="34"/>
                    </a:cubicBezTo>
                    <a:lnTo>
                      <a:pt x="199" y="34"/>
                    </a:lnTo>
                    <a:cubicBezTo>
                      <a:pt x="199" y="17"/>
                      <a:pt x="191" y="9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3" name="Google Shape;5713;p17"/>
              <p:cNvSpPr/>
              <p:nvPr/>
            </p:nvSpPr>
            <p:spPr>
              <a:xfrm>
                <a:off x="2627825" y="4696950"/>
                <a:ext cx="128675" cy="66150"/>
              </a:xfrm>
              <a:custGeom>
                <a:rect b="b" l="l" r="r" t="t"/>
                <a:pathLst>
                  <a:path extrusionOk="0" h="2646" w="5147">
                    <a:moveTo>
                      <a:pt x="1081" y="1388"/>
                    </a:moveTo>
                    <a:cubicBezTo>
                      <a:pt x="1620" y="1686"/>
                      <a:pt x="2199" y="1905"/>
                      <a:pt x="2794" y="2044"/>
                    </a:cubicBezTo>
                    <a:cubicBezTo>
                      <a:pt x="2578" y="2027"/>
                      <a:pt x="2371" y="2002"/>
                      <a:pt x="2164" y="1944"/>
                    </a:cubicBezTo>
                    <a:cubicBezTo>
                      <a:pt x="1932" y="1886"/>
                      <a:pt x="1717" y="1795"/>
                      <a:pt x="1518" y="1687"/>
                    </a:cubicBezTo>
                    <a:cubicBezTo>
                      <a:pt x="1460" y="1654"/>
                      <a:pt x="1410" y="1621"/>
                      <a:pt x="1361" y="1588"/>
                    </a:cubicBezTo>
                    <a:cubicBezTo>
                      <a:pt x="1352" y="1571"/>
                      <a:pt x="1336" y="1571"/>
                      <a:pt x="1319" y="1563"/>
                    </a:cubicBezTo>
                    <a:cubicBezTo>
                      <a:pt x="1235" y="1509"/>
                      <a:pt x="1158" y="1449"/>
                      <a:pt x="1081" y="1388"/>
                    </a:cubicBezTo>
                    <a:close/>
                    <a:moveTo>
                      <a:pt x="64" y="0"/>
                    </a:moveTo>
                    <a:cubicBezTo>
                      <a:pt x="32" y="0"/>
                      <a:pt x="0" y="27"/>
                      <a:pt x="10" y="72"/>
                    </a:cubicBezTo>
                    <a:cubicBezTo>
                      <a:pt x="43" y="254"/>
                      <a:pt x="101" y="428"/>
                      <a:pt x="167" y="594"/>
                    </a:cubicBezTo>
                    <a:cubicBezTo>
                      <a:pt x="134" y="627"/>
                      <a:pt x="118" y="693"/>
                      <a:pt x="151" y="734"/>
                    </a:cubicBezTo>
                    <a:cubicBezTo>
                      <a:pt x="225" y="834"/>
                      <a:pt x="308" y="942"/>
                      <a:pt x="391" y="1041"/>
                    </a:cubicBezTo>
                    <a:cubicBezTo>
                      <a:pt x="557" y="1306"/>
                      <a:pt x="781" y="1538"/>
                      <a:pt x="1021" y="1737"/>
                    </a:cubicBezTo>
                    <a:cubicBezTo>
                      <a:pt x="1046" y="1762"/>
                      <a:pt x="1079" y="1778"/>
                      <a:pt x="1104" y="1803"/>
                    </a:cubicBezTo>
                    <a:cubicBezTo>
                      <a:pt x="1029" y="1836"/>
                      <a:pt x="1004" y="1961"/>
                      <a:pt x="1095" y="2019"/>
                    </a:cubicBezTo>
                    <a:cubicBezTo>
                      <a:pt x="1736" y="2428"/>
                      <a:pt x="2495" y="2646"/>
                      <a:pt x="3251" y="2646"/>
                    </a:cubicBezTo>
                    <a:cubicBezTo>
                      <a:pt x="3414" y="2646"/>
                      <a:pt x="3577" y="2636"/>
                      <a:pt x="3738" y="2615"/>
                    </a:cubicBezTo>
                    <a:cubicBezTo>
                      <a:pt x="4004" y="2582"/>
                      <a:pt x="4260" y="2532"/>
                      <a:pt x="4509" y="2450"/>
                    </a:cubicBezTo>
                    <a:cubicBezTo>
                      <a:pt x="4509" y="2450"/>
                      <a:pt x="4517" y="2441"/>
                      <a:pt x="4517" y="2441"/>
                    </a:cubicBezTo>
                    <a:cubicBezTo>
                      <a:pt x="4550" y="2450"/>
                      <a:pt x="4584" y="2450"/>
                      <a:pt x="4625" y="2458"/>
                    </a:cubicBezTo>
                    <a:cubicBezTo>
                      <a:pt x="4658" y="2458"/>
                      <a:pt x="4691" y="2468"/>
                      <a:pt x="4724" y="2468"/>
                    </a:cubicBezTo>
                    <a:cubicBezTo>
                      <a:pt x="4733" y="2468"/>
                      <a:pt x="4741" y="2468"/>
                      <a:pt x="4749" y="2466"/>
                    </a:cubicBezTo>
                    <a:cubicBezTo>
                      <a:pt x="4782" y="2466"/>
                      <a:pt x="4824" y="2483"/>
                      <a:pt x="4865" y="2491"/>
                    </a:cubicBezTo>
                    <a:cubicBezTo>
                      <a:pt x="4907" y="2491"/>
                      <a:pt x="4915" y="2425"/>
                      <a:pt x="4882" y="2408"/>
                    </a:cubicBezTo>
                    <a:cubicBezTo>
                      <a:pt x="4849" y="2383"/>
                      <a:pt x="4807" y="2375"/>
                      <a:pt x="4766" y="2358"/>
                    </a:cubicBezTo>
                    <a:cubicBezTo>
                      <a:pt x="4724" y="2334"/>
                      <a:pt x="4675" y="2334"/>
                      <a:pt x="4633" y="2325"/>
                    </a:cubicBezTo>
                    <a:lnTo>
                      <a:pt x="4592" y="2325"/>
                    </a:lnTo>
                    <a:cubicBezTo>
                      <a:pt x="4592" y="2300"/>
                      <a:pt x="4575" y="2276"/>
                      <a:pt x="4559" y="2251"/>
                    </a:cubicBezTo>
                    <a:cubicBezTo>
                      <a:pt x="4666" y="2226"/>
                      <a:pt x="4774" y="2193"/>
                      <a:pt x="4890" y="2151"/>
                    </a:cubicBezTo>
                    <a:cubicBezTo>
                      <a:pt x="4923" y="2151"/>
                      <a:pt x="4965" y="2143"/>
                      <a:pt x="5006" y="2135"/>
                    </a:cubicBezTo>
                    <a:lnTo>
                      <a:pt x="5039" y="2135"/>
                    </a:lnTo>
                    <a:cubicBezTo>
                      <a:pt x="5139" y="2118"/>
                      <a:pt x="5147" y="1994"/>
                      <a:pt x="5089" y="1936"/>
                    </a:cubicBezTo>
                    <a:cubicBezTo>
                      <a:pt x="5067" y="1900"/>
                      <a:pt x="5033" y="1876"/>
                      <a:pt x="4981" y="1876"/>
                    </a:cubicBezTo>
                    <a:cubicBezTo>
                      <a:pt x="4973" y="1876"/>
                      <a:pt x="4965" y="1877"/>
                      <a:pt x="4956" y="1878"/>
                    </a:cubicBezTo>
                    <a:cubicBezTo>
                      <a:pt x="4874" y="1894"/>
                      <a:pt x="4791" y="1911"/>
                      <a:pt x="4700" y="1919"/>
                    </a:cubicBezTo>
                    <a:cubicBezTo>
                      <a:pt x="4575" y="1936"/>
                      <a:pt x="4443" y="1944"/>
                      <a:pt x="4318" y="1961"/>
                    </a:cubicBezTo>
                    <a:cubicBezTo>
                      <a:pt x="4273" y="1962"/>
                      <a:pt x="4227" y="1962"/>
                      <a:pt x="4181" y="1962"/>
                    </a:cubicBezTo>
                    <a:cubicBezTo>
                      <a:pt x="3158" y="1962"/>
                      <a:pt x="2141" y="1698"/>
                      <a:pt x="1245" y="1207"/>
                    </a:cubicBezTo>
                    <a:cubicBezTo>
                      <a:pt x="938" y="1041"/>
                      <a:pt x="648" y="842"/>
                      <a:pt x="383" y="618"/>
                    </a:cubicBezTo>
                    <a:cubicBezTo>
                      <a:pt x="358" y="594"/>
                      <a:pt x="341" y="560"/>
                      <a:pt x="325" y="527"/>
                    </a:cubicBezTo>
                    <a:cubicBezTo>
                      <a:pt x="242" y="370"/>
                      <a:pt x="167" y="212"/>
                      <a:pt x="118" y="38"/>
                    </a:cubicBezTo>
                    <a:cubicBezTo>
                      <a:pt x="108" y="12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4" name="Google Shape;5714;p17"/>
              <p:cNvSpPr/>
              <p:nvPr/>
            </p:nvSpPr>
            <p:spPr>
              <a:xfrm>
                <a:off x="2726875" y="4767850"/>
                <a:ext cx="21350" cy="7200"/>
              </a:xfrm>
              <a:custGeom>
                <a:rect b="b" l="l" r="r" t="t"/>
                <a:pathLst>
                  <a:path extrusionOk="0" h="288" w="854">
                    <a:moveTo>
                      <a:pt x="83" y="1"/>
                    </a:moveTo>
                    <a:cubicBezTo>
                      <a:pt x="54" y="1"/>
                      <a:pt x="24" y="18"/>
                      <a:pt x="17" y="53"/>
                    </a:cubicBezTo>
                    <a:cubicBezTo>
                      <a:pt x="0" y="94"/>
                      <a:pt x="25" y="127"/>
                      <a:pt x="66" y="136"/>
                    </a:cubicBezTo>
                    <a:cubicBezTo>
                      <a:pt x="207" y="185"/>
                      <a:pt x="348" y="235"/>
                      <a:pt x="489" y="268"/>
                    </a:cubicBezTo>
                    <a:cubicBezTo>
                      <a:pt x="538" y="280"/>
                      <a:pt x="586" y="288"/>
                      <a:pt x="635" y="288"/>
                    </a:cubicBezTo>
                    <a:cubicBezTo>
                      <a:pt x="652" y="288"/>
                      <a:pt x="670" y="287"/>
                      <a:pt x="688" y="285"/>
                    </a:cubicBezTo>
                    <a:cubicBezTo>
                      <a:pt x="762" y="276"/>
                      <a:pt x="854" y="227"/>
                      <a:pt x="854" y="144"/>
                    </a:cubicBezTo>
                    <a:cubicBezTo>
                      <a:pt x="854" y="119"/>
                      <a:pt x="837" y="94"/>
                      <a:pt x="812" y="86"/>
                    </a:cubicBezTo>
                    <a:cubicBezTo>
                      <a:pt x="801" y="83"/>
                      <a:pt x="790" y="82"/>
                      <a:pt x="779" y="82"/>
                    </a:cubicBezTo>
                    <a:cubicBezTo>
                      <a:pt x="757" y="82"/>
                      <a:pt x="735" y="86"/>
                      <a:pt x="713" y="86"/>
                    </a:cubicBezTo>
                    <a:lnTo>
                      <a:pt x="696" y="86"/>
                    </a:lnTo>
                    <a:cubicBezTo>
                      <a:pt x="688" y="94"/>
                      <a:pt x="671" y="94"/>
                      <a:pt x="655" y="94"/>
                    </a:cubicBezTo>
                    <a:cubicBezTo>
                      <a:pt x="597" y="94"/>
                      <a:pt x="564" y="86"/>
                      <a:pt x="506" y="69"/>
                    </a:cubicBezTo>
                    <a:cubicBezTo>
                      <a:pt x="373" y="44"/>
                      <a:pt x="240" y="20"/>
                      <a:pt x="100" y="3"/>
                    </a:cubicBezTo>
                    <a:cubicBezTo>
                      <a:pt x="94" y="2"/>
                      <a:pt x="88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5" name="Google Shape;5715;p17"/>
              <p:cNvSpPr/>
              <p:nvPr/>
            </p:nvSpPr>
            <p:spPr>
              <a:xfrm>
                <a:off x="2627450" y="4573375"/>
                <a:ext cx="13275" cy="50850"/>
              </a:xfrm>
              <a:custGeom>
                <a:rect b="b" l="l" r="r" t="t"/>
                <a:pathLst>
                  <a:path extrusionOk="0" h="2034" w="531">
                    <a:moveTo>
                      <a:pt x="418" y="1"/>
                    </a:moveTo>
                    <a:cubicBezTo>
                      <a:pt x="403" y="1"/>
                      <a:pt x="388" y="4"/>
                      <a:pt x="373" y="10"/>
                    </a:cubicBezTo>
                    <a:cubicBezTo>
                      <a:pt x="298" y="52"/>
                      <a:pt x="274" y="159"/>
                      <a:pt x="240" y="234"/>
                    </a:cubicBezTo>
                    <a:cubicBezTo>
                      <a:pt x="207" y="308"/>
                      <a:pt x="182" y="391"/>
                      <a:pt x="158" y="474"/>
                    </a:cubicBezTo>
                    <a:cubicBezTo>
                      <a:pt x="108" y="640"/>
                      <a:pt x="66" y="814"/>
                      <a:pt x="42" y="980"/>
                    </a:cubicBezTo>
                    <a:cubicBezTo>
                      <a:pt x="17" y="1154"/>
                      <a:pt x="0" y="1319"/>
                      <a:pt x="0" y="1493"/>
                    </a:cubicBezTo>
                    <a:cubicBezTo>
                      <a:pt x="8" y="1584"/>
                      <a:pt x="17" y="1676"/>
                      <a:pt x="25" y="1758"/>
                    </a:cubicBezTo>
                    <a:cubicBezTo>
                      <a:pt x="42" y="1841"/>
                      <a:pt x="50" y="1924"/>
                      <a:pt x="83" y="2007"/>
                    </a:cubicBezTo>
                    <a:cubicBezTo>
                      <a:pt x="94" y="2025"/>
                      <a:pt x="114" y="2034"/>
                      <a:pt x="134" y="2034"/>
                    </a:cubicBezTo>
                    <a:cubicBezTo>
                      <a:pt x="160" y="2034"/>
                      <a:pt x="186" y="2019"/>
                      <a:pt x="191" y="1990"/>
                    </a:cubicBezTo>
                    <a:cubicBezTo>
                      <a:pt x="207" y="1916"/>
                      <a:pt x="199" y="1833"/>
                      <a:pt x="199" y="1758"/>
                    </a:cubicBezTo>
                    <a:cubicBezTo>
                      <a:pt x="199" y="1676"/>
                      <a:pt x="199" y="1593"/>
                      <a:pt x="207" y="1502"/>
                    </a:cubicBezTo>
                    <a:cubicBezTo>
                      <a:pt x="216" y="1336"/>
                      <a:pt x="224" y="1170"/>
                      <a:pt x="249" y="1013"/>
                    </a:cubicBezTo>
                    <a:cubicBezTo>
                      <a:pt x="274" y="847"/>
                      <a:pt x="315" y="698"/>
                      <a:pt x="365" y="540"/>
                    </a:cubicBezTo>
                    <a:cubicBezTo>
                      <a:pt x="390" y="458"/>
                      <a:pt x="414" y="375"/>
                      <a:pt x="448" y="300"/>
                    </a:cubicBezTo>
                    <a:cubicBezTo>
                      <a:pt x="481" y="226"/>
                      <a:pt x="530" y="143"/>
                      <a:pt x="506" y="60"/>
                    </a:cubicBezTo>
                    <a:lnTo>
                      <a:pt x="506" y="60"/>
                    </a:lnTo>
                    <a:lnTo>
                      <a:pt x="506" y="68"/>
                    </a:lnTo>
                    <a:cubicBezTo>
                      <a:pt x="493" y="25"/>
                      <a:pt x="458" y="1"/>
                      <a:pt x="4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6" name="Google Shape;5716;p17"/>
              <p:cNvSpPr/>
              <p:nvPr/>
            </p:nvSpPr>
            <p:spPr>
              <a:xfrm>
                <a:off x="2635725" y="4589400"/>
                <a:ext cx="4800" cy="20025"/>
              </a:xfrm>
              <a:custGeom>
                <a:rect b="b" l="l" r="r" t="t"/>
                <a:pathLst>
                  <a:path extrusionOk="0" h="801" w="192">
                    <a:moveTo>
                      <a:pt x="145" y="0"/>
                    </a:moveTo>
                    <a:cubicBezTo>
                      <a:pt x="130" y="0"/>
                      <a:pt x="113" y="8"/>
                      <a:pt x="100" y="24"/>
                    </a:cubicBezTo>
                    <a:cubicBezTo>
                      <a:pt x="67" y="73"/>
                      <a:pt x="50" y="140"/>
                      <a:pt x="42" y="198"/>
                    </a:cubicBezTo>
                    <a:cubicBezTo>
                      <a:pt x="25" y="256"/>
                      <a:pt x="17" y="314"/>
                      <a:pt x="9" y="380"/>
                    </a:cubicBezTo>
                    <a:cubicBezTo>
                      <a:pt x="1" y="496"/>
                      <a:pt x="1" y="620"/>
                      <a:pt x="9" y="745"/>
                    </a:cubicBezTo>
                    <a:cubicBezTo>
                      <a:pt x="13" y="782"/>
                      <a:pt x="44" y="801"/>
                      <a:pt x="73" y="801"/>
                    </a:cubicBezTo>
                    <a:cubicBezTo>
                      <a:pt x="102" y="801"/>
                      <a:pt x="129" y="782"/>
                      <a:pt x="125" y="745"/>
                    </a:cubicBezTo>
                    <a:cubicBezTo>
                      <a:pt x="125" y="629"/>
                      <a:pt x="133" y="513"/>
                      <a:pt x="141" y="388"/>
                    </a:cubicBezTo>
                    <a:cubicBezTo>
                      <a:pt x="150" y="339"/>
                      <a:pt x="158" y="281"/>
                      <a:pt x="166" y="223"/>
                    </a:cubicBezTo>
                    <a:cubicBezTo>
                      <a:pt x="175" y="165"/>
                      <a:pt x="191" y="107"/>
                      <a:pt x="191" y="49"/>
                    </a:cubicBezTo>
                    <a:cubicBezTo>
                      <a:pt x="191" y="18"/>
                      <a:pt x="170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7" name="Google Shape;5717;p17"/>
              <p:cNvSpPr/>
              <p:nvPr/>
            </p:nvSpPr>
            <p:spPr>
              <a:xfrm>
                <a:off x="2636975" y="4558575"/>
                <a:ext cx="6025" cy="8850"/>
              </a:xfrm>
              <a:custGeom>
                <a:rect b="b" l="l" r="r" t="t"/>
                <a:pathLst>
                  <a:path extrusionOk="0" h="354" w="241">
                    <a:moveTo>
                      <a:pt x="187" y="0"/>
                    </a:moveTo>
                    <a:cubicBezTo>
                      <a:pt x="177" y="0"/>
                      <a:pt x="167" y="4"/>
                      <a:pt x="158" y="14"/>
                    </a:cubicBezTo>
                    <a:cubicBezTo>
                      <a:pt x="141" y="22"/>
                      <a:pt x="133" y="30"/>
                      <a:pt x="125" y="47"/>
                    </a:cubicBezTo>
                    <a:cubicBezTo>
                      <a:pt x="116" y="55"/>
                      <a:pt x="116" y="64"/>
                      <a:pt x="108" y="72"/>
                    </a:cubicBezTo>
                    <a:cubicBezTo>
                      <a:pt x="100" y="97"/>
                      <a:pt x="83" y="113"/>
                      <a:pt x="75" y="138"/>
                    </a:cubicBezTo>
                    <a:lnTo>
                      <a:pt x="9" y="262"/>
                    </a:lnTo>
                    <a:cubicBezTo>
                      <a:pt x="0" y="287"/>
                      <a:pt x="0" y="329"/>
                      <a:pt x="33" y="345"/>
                    </a:cubicBezTo>
                    <a:cubicBezTo>
                      <a:pt x="45" y="351"/>
                      <a:pt x="58" y="354"/>
                      <a:pt x="70" y="354"/>
                    </a:cubicBezTo>
                    <a:cubicBezTo>
                      <a:pt x="93" y="354"/>
                      <a:pt x="114" y="345"/>
                      <a:pt x="125" y="329"/>
                    </a:cubicBezTo>
                    <a:cubicBezTo>
                      <a:pt x="141" y="279"/>
                      <a:pt x="166" y="238"/>
                      <a:pt x="183" y="196"/>
                    </a:cubicBezTo>
                    <a:cubicBezTo>
                      <a:pt x="199" y="180"/>
                      <a:pt x="207" y="155"/>
                      <a:pt x="216" y="138"/>
                    </a:cubicBezTo>
                    <a:cubicBezTo>
                      <a:pt x="216" y="122"/>
                      <a:pt x="224" y="113"/>
                      <a:pt x="224" y="105"/>
                    </a:cubicBezTo>
                    <a:cubicBezTo>
                      <a:pt x="232" y="88"/>
                      <a:pt x="232" y="80"/>
                      <a:pt x="241" y="64"/>
                    </a:cubicBezTo>
                    <a:lnTo>
                      <a:pt x="241" y="47"/>
                    </a:lnTo>
                    <a:cubicBezTo>
                      <a:pt x="241" y="30"/>
                      <a:pt x="224" y="14"/>
                      <a:pt x="207" y="6"/>
                    </a:cubicBezTo>
                    <a:cubicBezTo>
                      <a:pt x="201" y="2"/>
                      <a:pt x="194" y="0"/>
                      <a:pt x="1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8" name="Google Shape;5718;p17"/>
              <p:cNvSpPr/>
              <p:nvPr/>
            </p:nvSpPr>
            <p:spPr>
              <a:xfrm>
                <a:off x="2802075" y="4569200"/>
                <a:ext cx="38750" cy="99650"/>
              </a:xfrm>
              <a:custGeom>
                <a:rect b="b" l="l" r="r" t="t"/>
                <a:pathLst>
                  <a:path extrusionOk="0" h="3986" w="1550">
                    <a:moveTo>
                      <a:pt x="809" y="0"/>
                    </a:moveTo>
                    <a:cubicBezTo>
                      <a:pt x="796" y="0"/>
                      <a:pt x="783" y="8"/>
                      <a:pt x="779" y="28"/>
                    </a:cubicBezTo>
                    <a:cubicBezTo>
                      <a:pt x="729" y="243"/>
                      <a:pt x="754" y="484"/>
                      <a:pt x="779" y="707"/>
                    </a:cubicBezTo>
                    <a:cubicBezTo>
                      <a:pt x="759" y="693"/>
                      <a:pt x="737" y="684"/>
                      <a:pt x="716" y="684"/>
                    </a:cubicBezTo>
                    <a:cubicBezTo>
                      <a:pt x="700" y="684"/>
                      <a:pt x="685" y="689"/>
                      <a:pt x="671" y="699"/>
                    </a:cubicBezTo>
                    <a:cubicBezTo>
                      <a:pt x="646" y="707"/>
                      <a:pt x="630" y="732"/>
                      <a:pt x="638" y="765"/>
                    </a:cubicBezTo>
                    <a:cubicBezTo>
                      <a:pt x="663" y="973"/>
                      <a:pt x="696" y="1171"/>
                      <a:pt x="737" y="1370"/>
                    </a:cubicBezTo>
                    <a:cubicBezTo>
                      <a:pt x="563" y="1055"/>
                      <a:pt x="348" y="765"/>
                      <a:pt x="124" y="492"/>
                    </a:cubicBezTo>
                    <a:cubicBezTo>
                      <a:pt x="111" y="477"/>
                      <a:pt x="96" y="471"/>
                      <a:pt x="81" y="471"/>
                    </a:cubicBezTo>
                    <a:cubicBezTo>
                      <a:pt x="39" y="471"/>
                      <a:pt x="0" y="521"/>
                      <a:pt x="25" y="558"/>
                    </a:cubicBezTo>
                    <a:cubicBezTo>
                      <a:pt x="248" y="881"/>
                      <a:pt x="431" y="1229"/>
                      <a:pt x="596" y="1577"/>
                    </a:cubicBezTo>
                    <a:cubicBezTo>
                      <a:pt x="770" y="1934"/>
                      <a:pt x="911" y="2298"/>
                      <a:pt x="1011" y="2671"/>
                    </a:cubicBezTo>
                    <a:cubicBezTo>
                      <a:pt x="1019" y="2679"/>
                      <a:pt x="1019" y="2688"/>
                      <a:pt x="1027" y="2704"/>
                    </a:cubicBezTo>
                    <a:cubicBezTo>
                      <a:pt x="1035" y="2754"/>
                      <a:pt x="1052" y="2812"/>
                      <a:pt x="1060" y="2862"/>
                    </a:cubicBezTo>
                    <a:cubicBezTo>
                      <a:pt x="1110" y="3218"/>
                      <a:pt x="1185" y="3574"/>
                      <a:pt x="1284" y="3914"/>
                    </a:cubicBezTo>
                    <a:cubicBezTo>
                      <a:pt x="1301" y="3964"/>
                      <a:pt x="1340" y="3986"/>
                      <a:pt x="1380" y="3986"/>
                    </a:cubicBezTo>
                    <a:cubicBezTo>
                      <a:pt x="1439" y="3986"/>
                      <a:pt x="1498" y="3938"/>
                      <a:pt x="1483" y="3864"/>
                    </a:cubicBezTo>
                    <a:cubicBezTo>
                      <a:pt x="1466" y="3790"/>
                      <a:pt x="1450" y="3715"/>
                      <a:pt x="1433" y="3641"/>
                    </a:cubicBezTo>
                    <a:cubicBezTo>
                      <a:pt x="1491" y="3632"/>
                      <a:pt x="1549" y="3574"/>
                      <a:pt x="1533" y="3508"/>
                    </a:cubicBezTo>
                    <a:cubicBezTo>
                      <a:pt x="1433" y="3143"/>
                      <a:pt x="1350" y="2779"/>
                      <a:pt x="1276" y="2414"/>
                    </a:cubicBezTo>
                    <a:cubicBezTo>
                      <a:pt x="1284" y="2398"/>
                      <a:pt x="1284" y="2381"/>
                      <a:pt x="1276" y="2356"/>
                    </a:cubicBezTo>
                    <a:cubicBezTo>
                      <a:pt x="1259" y="2290"/>
                      <a:pt x="1243" y="2232"/>
                      <a:pt x="1226" y="2166"/>
                    </a:cubicBezTo>
                    <a:cubicBezTo>
                      <a:pt x="1193" y="1959"/>
                      <a:pt x="1151" y="1743"/>
                      <a:pt x="1118" y="1536"/>
                    </a:cubicBezTo>
                    <a:cubicBezTo>
                      <a:pt x="1118" y="1503"/>
                      <a:pt x="1093" y="1478"/>
                      <a:pt x="1069" y="1478"/>
                    </a:cubicBezTo>
                    <a:cubicBezTo>
                      <a:pt x="1035" y="1329"/>
                      <a:pt x="1002" y="1180"/>
                      <a:pt x="961" y="1039"/>
                    </a:cubicBezTo>
                    <a:cubicBezTo>
                      <a:pt x="953" y="1022"/>
                      <a:pt x="953" y="1014"/>
                      <a:pt x="944" y="1006"/>
                    </a:cubicBezTo>
                    <a:cubicBezTo>
                      <a:pt x="936" y="915"/>
                      <a:pt x="919" y="832"/>
                      <a:pt x="911" y="749"/>
                    </a:cubicBezTo>
                    <a:cubicBezTo>
                      <a:pt x="903" y="625"/>
                      <a:pt x="895" y="500"/>
                      <a:pt x="886" y="376"/>
                    </a:cubicBezTo>
                    <a:cubicBezTo>
                      <a:pt x="878" y="260"/>
                      <a:pt x="870" y="136"/>
                      <a:pt x="845" y="28"/>
                    </a:cubicBezTo>
                    <a:cubicBezTo>
                      <a:pt x="841" y="11"/>
                      <a:pt x="825" y="0"/>
                      <a:pt x="80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9" name="Google Shape;5719;p17"/>
              <p:cNvSpPr/>
              <p:nvPr/>
            </p:nvSpPr>
            <p:spPr>
              <a:xfrm>
                <a:off x="2805000" y="4559925"/>
                <a:ext cx="11275" cy="25675"/>
              </a:xfrm>
              <a:custGeom>
                <a:rect b="b" l="l" r="r" t="t"/>
                <a:pathLst>
                  <a:path extrusionOk="0" h="1027" w="451">
                    <a:moveTo>
                      <a:pt x="41" y="1"/>
                    </a:moveTo>
                    <a:cubicBezTo>
                      <a:pt x="18" y="1"/>
                      <a:pt x="1" y="26"/>
                      <a:pt x="7" y="51"/>
                    </a:cubicBezTo>
                    <a:cubicBezTo>
                      <a:pt x="15" y="134"/>
                      <a:pt x="73" y="200"/>
                      <a:pt x="107" y="275"/>
                    </a:cubicBezTo>
                    <a:cubicBezTo>
                      <a:pt x="140" y="349"/>
                      <a:pt x="173" y="432"/>
                      <a:pt x="206" y="507"/>
                    </a:cubicBezTo>
                    <a:cubicBezTo>
                      <a:pt x="264" y="664"/>
                      <a:pt x="314" y="830"/>
                      <a:pt x="339" y="987"/>
                    </a:cubicBezTo>
                    <a:cubicBezTo>
                      <a:pt x="346" y="1014"/>
                      <a:pt x="372" y="1027"/>
                      <a:pt x="396" y="1027"/>
                    </a:cubicBezTo>
                    <a:cubicBezTo>
                      <a:pt x="424" y="1027"/>
                      <a:pt x="451" y="1010"/>
                      <a:pt x="446" y="979"/>
                    </a:cubicBezTo>
                    <a:cubicBezTo>
                      <a:pt x="421" y="797"/>
                      <a:pt x="380" y="623"/>
                      <a:pt x="322" y="457"/>
                    </a:cubicBezTo>
                    <a:cubicBezTo>
                      <a:pt x="289" y="374"/>
                      <a:pt x="256" y="291"/>
                      <a:pt x="214" y="217"/>
                    </a:cubicBezTo>
                    <a:cubicBezTo>
                      <a:pt x="173" y="142"/>
                      <a:pt x="131" y="59"/>
                      <a:pt x="65" y="10"/>
                    </a:cubicBezTo>
                    <a:cubicBezTo>
                      <a:pt x="57" y="4"/>
                      <a:pt x="49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0" name="Google Shape;5720;p17"/>
              <p:cNvSpPr/>
              <p:nvPr/>
            </p:nvSpPr>
            <p:spPr>
              <a:xfrm>
                <a:off x="2800050" y="4552600"/>
                <a:ext cx="4650" cy="10200"/>
              </a:xfrm>
              <a:custGeom>
                <a:rect b="b" l="l" r="r" t="t"/>
                <a:pathLst>
                  <a:path extrusionOk="0" h="408" w="186">
                    <a:moveTo>
                      <a:pt x="24" y="0"/>
                    </a:moveTo>
                    <a:cubicBezTo>
                      <a:pt x="13" y="0"/>
                      <a:pt x="1" y="13"/>
                      <a:pt x="6" y="29"/>
                    </a:cubicBezTo>
                    <a:cubicBezTo>
                      <a:pt x="39" y="145"/>
                      <a:pt x="81" y="261"/>
                      <a:pt x="106" y="377"/>
                    </a:cubicBezTo>
                    <a:cubicBezTo>
                      <a:pt x="113" y="398"/>
                      <a:pt x="128" y="407"/>
                      <a:pt x="144" y="407"/>
                    </a:cubicBezTo>
                    <a:cubicBezTo>
                      <a:pt x="165" y="407"/>
                      <a:pt x="185" y="390"/>
                      <a:pt x="180" y="361"/>
                    </a:cubicBezTo>
                    <a:cubicBezTo>
                      <a:pt x="147" y="236"/>
                      <a:pt x="106" y="120"/>
                      <a:pt x="39" y="13"/>
                    </a:cubicBezTo>
                    <a:cubicBezTo>
                      <a:pt x="36" y="4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1" name="Google Shape;5721;p17"/>
              <p:cNvSpPr/>
              <p:nvPr/>
            </p:nvSpPr>
            <p:spPr>
              <a:xfrm>
                <a:off x="2914325" y="4296900"/>
                <a:ext cx="6850" cy="30875"/>
              </a:xfrm>
              <a:custGeom>
                <a:rect b="b" l="l" r="r" t="t"/>
                <a:pathLst>
                  <a:path extrusionOk="0" h="1235" w="274">
                    <a:moveTo>
                      <a:pt x="160" y="1"/>
                    </a:moveTo>
                    <a:cubicBezTo>
                      <a:pt x="135" y="1"/>
                      <a:pt x="112" y="13"/>
                      <a:pt x="108" y="41"/>
                    </a:cubicBezTo>
                    <a:cubicBezTo>
                      <a:pt x="75" y="232"/>
                      <a:pt x="75" y="422"/>
                      <a:pt x="59" y="613"/>
                    </a:cubicBezTo>
                    <a:cubicBezTo>
                      <a:pt x="42" y="704"/>
                      <a:pt x="34" y="795"/>
                      <a:pt x="17" y="886"/>
                    </a:cubicBezTo>
                    <a:cubicBezTo>
                      <a:pt x="9" y="936"/>
                      <a:pt x="1" y="994"/>
                      <a:pt x="1" y="1044"/>
                    </a:cubicBezTo>
                    <a:cubicBezTo>
                      <a:pt x="9" y="1085"/>
                      <a:pt x="1" y="1143"/>
                      <a:pt x="17" y="1185"/>
                    </a:cubicBezTo>
                    <a:cubicBezTo>
                      <a:pt x="28" y="1217"/>
                      <a:pt x="52" y="1235"/>
                      <a:pt x="80" y="1235"/>
                    </a:cubicBezTo>
                    <a:cubicBezTo>
                      <a:pt x="94" y="1235"/>
                      <a:pt x="110" y="1229"/>
                      <a:pt x="125" y="1218"/>
                    </a:cubicBezTo>
                    <a:cubicBezTo>
                      <a:pt x="158" y="1185"/>
                      <a:pt x="166" y="1135"/>
                      <a:pt x="191" y="1093"/>
                    </a:cubicBezTo>
                    <a:cubicBezTo>
                      <a:pt x="208" y="1044"/>
                      <a:pt x="224" y="994"/>
                      <a:pt x="233" y="944"/>
                    </a:cubicBezTo>
                    <a:cubicBezTo>
                      <a:pt x="249" y="845"/>
                      <a:pt x="257" y="737"/>
                      <a:pt x="266" y="638"/>
                    </a:cubicBezTo>
                    <a:cubicBezTo>
                      <a:pt x="274" y="447"/>
                      <a:pt x="274" y="232"/>
                      <a:pt x="224" y="41"/>
                    </a:cubicBezTo>
                    <a:cubicBezTo>
                      <a:pt x="216" y="15"/>
                      <a:pt x="187" y="1"/>
                      <a:pt x="1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2" name="Google Shape;5722;p17"/>
              <p:cNvSpPr/>
              <p:nvPr/>
            </p:nvSpPr>
            <p:spPr>
              <a:xfrm>
                <a:off x="2909350" y="4331925"/>
                <a:ext cx="3975" cy="13325"/>
              </a:xfrm>
              <a:custGeom>
                <a:rect b="b" l="l" r="r" t="t"/>
                <a:pathLst>
                  <a:path extrusionOk="0" h="533" w="159">
                    <a:moveTo>
                      <a:pt x="105" y="1"/>
                    </a:moveTo>
                    <a:cubicBezTo>
                      <a:pt x="82" y="1"/>
                      <a:pt x="58" y="14"/>
                      <a:pt x="50" y="40"/>
                    </a:cubicBezTo>
                    <a:cubicBezTo>
                      <a:pt x="34" y="115"/>
                      <a:pt x="17" y="190"/>
                      <a:pt x="9" y="272"/>
                    </a:cubicBezTo>
                    <a:cubicBezTo>
                      <a:pt x="1" y="314"/>
                      <a:pt x="1" y="347"/>
                      <a:pt x="1" y="388"/>
                    </a:cubicBezTo>
                    <a:cubicBezTo>
                      <a:pt x="1" y="430"/>
                      <a:pt x="1" y="471"/>
                      <a:pt x="9" y="513"/>
                    </a:cubicBezTo>
                    <a:cubicBezTo>
                      <a:pt x="14" y="526"/>
                      <a:pt x="26" y="533"/>
                      <a:pt x="38" y="533"/>
                    </a:cubicBezTo>
                    <a:cubicBezTo>
                      <a:pt x="49" y="533"/>
                      <a:pt x="60" y="528"/>
                      <a:pt x="67" y="521"/>
                    </a:cubicBezTo>
                    <a:cubicBezTo>
                      <a:pt x="92" y="488"/>
                      <a:pt x="100" y="446"/>
                      <a:pt x="108" y="413"/>
                    </a:cubicBezTo>
                    <a:cubicBezTo>
                      <a:pt x="117" y="372"/>
                      <a:pt x="133" y="330"/>
                      <a:pt x="133" y="289"/>
                    </a:cubicBezTo>
                    <a:cubicBezTo>
                      <a:pt x="142" y="206"/>
                      <a:pt x="150" y="132"/>
                      <a:pt x="158" y="49"/>
                    </a:cubicBezTo>
                    <a:cubicBezTo>
                      <a:pt x="158" y="18"/>
                      <a:pt x="132" y="1"/>
                      <a:pt x="1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3" name="Google Shape;5723;p17"/>
              <p:cNvSpPr/>
              <p:nvPr/>
            </p:nvSpPr>
            <p:spPr>
              <a:xfrm>
                <a:off x="2912875" y="4349300"/>
                <a:ext cx="3950" cy="9300"/>
              </a:xfrm>
              <a:custGeom>
                <a:rect b="b" l="l" r="r" t="t"/>
                <a:pathLst>
                  <a:path extrusionOk="0" h="372" w="158">
                    <a:moveTo>
                      <a:pt x="117" y="0"/>
                    </a:moveTo>
                    <a:lnTo>
                      <a:pt x="117" y="8"/>
                    </a:lnTo>
                    <a:cubicBezTo>
                      <a:pt x="112" y="7"/>
                      <a:pt x="108" y="6"/>
                      <a:pt x="103" y="6"/>
                    </a:cubicBezTo>
                    <a:cubicBezTo>
                      <a:pt x="83" y="6"/>
                      <a:pt x="65" y="21"/>
                      <a:pt x="59" y="41"/>
                    </a:cubicBezTo>
                    <a:cubicBezTo>
                      <a:pt x="42" y="91"/>
                      <a:pt x="25" y="141"/>
                      <a:pt x="17" y="191"/>
                    </a:cubicBezTo>
                    <a:cubicBezTo>
                      <a:pt x="9" y="215"/>
                      <a:pt x="9" y="240"/>
                      <a:pt x="1" y="273"/>
                    </a:cubicBezTo>
                    <a:cubicBezTo>
                      <a:pt x="1" y="282"/>
                      <a:pt x="1" y="298"/>
                      <a:pt x="1" y="315"/>
                    </a:cubicBezTo>
                    <a:cubicBezTo>
                      <a:pt x="9" y="323"/>
                      <a:pt x="9" y="340"/>
                      <a:pt x="9" y="348"/>
                    </a:cubicBezTo>
                    <a:cubicBezTo>
                      <a:pt x="14" y="362"/>
                      <a:pt x="30" y="371"/>
                      <a:pt x="44" y="371"/>
                    </a:cubicBezTo>
                    <a:cubicBezTo>
                      <a:pt x="54" y="371"/>
                      <a:pt x="63" y="367"/>
                      <a:pt x="67" y="356"/>
                    </a:cubicBezTo>
                    <a:cubicBezTo>
                      <a:pt x="75" y="348"/>
                      <a:pt x="83" y="331"/>
                      <a:pt x="83" y="323"/>
                    </a:cubicBezTo>
                    <a:cubicBezTo>
                      <a:pt x="92" y="307"/>
                      <a:pt x="92" y="298"/>
                      <a:pt x="100" y="282"/>
                    </a:cubicBezTo>
                    <a:cubicBezTo>
                      <a:pt x="100" y="257"/>
                      <a:pt x="108" y="232"/>
                      <a:pt x="117" y="207"/>
                    </a:cubicBezTo>
                    <a:cubicBezTo>
                      <a:pt x="125" y="157"/>
                      <a:pt x="133" y="116"/>
                      <a:pt x="150" y="66"/>
                    </a:cubicBezTo>
                    <a:cubicBezTo>
                      <a:pt x="158" y="41"/>
                      <a:pt x="141" y="8"/>
                      <a:pt x="1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4" name="Google Shape;5724;p17"/>
              <p:cNvSpPr/>
              <p:nvPr/>
            </p:nvSpPr>
            <p:spPr>
              <a:xfrm>
                <a:off x="2923650" y="4312425"/>
                <a:ext cx="3125" cy="12350"/>
              </a:xfrm>
              <a:custGeom>
                <a:rect b="b" l="l" r="r" t="t"/>
                <a:pathLst>
                  <a:path extrusionOk="0" h="494" w="125">
                    <a:moveTo>
                      <a:pt x="58" y="0"/>
                    </a:moveTo>
                    <a:cubicBezTo>
                      <a:pt x="34" y="0"/>
                      <a:pt x="9" y="25"/>
                      <a:pt x="9" y="50"/>
                    </a:cubicBezTo>
                    <a:cubicBezTo>
                      <a:pt x="9" y="191"/>
                      <a:pt x="0" y="323"/>
                      <a:pt x="9" y="464"/>
                    </a:cubicBezTo>
                    <a:cubicBezTo>
                      <a:pt x="9" y="483"/>
                      <a:pt x="24" y="494"/>
                      <a:pt x="41" y="494"/>
                    </a:cubicBezTo>
                    <a:cubicBezTo>
                      <a:pt x="54" y="494"/>
                      <a:pt x="68" y="487"/>
                      <a:pt x="75" y="472"/>
                    </a:cubicBezTo>
                    <a:cubicBezTo>
                      <a:pt x="116" y="340"/>
                      <a:pt x="125" y="191"/>
                      <a:pt x="116" y="50"/>
                    </a:cubicBezTo>
                    <a:cubicBezTo>
                      <a:pt x="116" y="25"/>
                      <a:pt x="92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5" name="Google Shape;5725;p17"/>
              <p:cNvSpPr/>
              <p:nvPr/>
            </p:nvSpPr>
            <p:spPr>
              <a:xfrm>
                <a:off x="2923450" y="4344525"/>
                <a:ext cx="3750" cy="11525"/>
              </a:xfrm>
              <a:custGeom>
                <a:rect b="b" l="l" r="r" t="t"/>
                <a:pathLst>
                  <a:path extrusionOk="0" h="461" w="150">
                    <a:moveTo>
                      <a:pt x="108" y="0"/>
                    </a:moveTo>
                    <a:cubicBezTo>
                      <a:pt x="83" y="0"/>
                      <a:pt x="42" y="9"/>
                      <a:pt x="33" y="42"/>
                    </a:cubicBezTo>
                    <a:cubicBezTo>
                      <a:pt x="33" y="75"/>
                      <a:pt x="25" y="108"/>
                      <a:pt x="25" y="141"/>
                    </a:cubicBezTo>
                    <a:cubicBezTo>
                      <a:pt x="17" y="174"/>
                      <a:pt x="8" y="208"/>
                      <a:pt x="8" y="241"/>
                    </a:cubicBezTo>
                    <a:cubicBezTo>
                      <a:pt x="8" y="307"/>
                      <a:pt x="0" y="365"/>
                      <a:pt x="8" y="431"/>
                    </a:cubicBezTo>
                    <a:cubicBezTo>
                      <a:pt x="8" y="450"/>
                      <a:pt x="21" y="461"/>
                      <a:pt x="36" y="461"/>
                    </a:cubicBezTo>
                    <a:cubicBezTo>
                      <a:pt x="47" y="461"/>
                      <a:pt x="59" y="454"/>
                      <a:pt x="66" y="440"/>
                    </a:cubicBezTo>
                    <a:cubicBezTo>
                      <a:pt x="91" y="382"/>
                      <a:pt x="100" y="324"/>
                      <a:pt x="116" y="257"/>
                    </a:cubicBezTo>
                    <a:cubicBezTo>
                      <a:pt x="124" y="232"/>
                      <a:pt x="124" y="199"/>
                      <a:pt x="133" y="166"/>
                    </a:cubicBezTo>
                    <a:cubicBezTo>
                      <a:pt x="141" y="141"/>
                      <a:pt x="141" y="108"/>
                      <a:pt x="149" y="75"/>
                    </a:cubicBezTo>
                    <a:cubicBezTo>
                      <a:pt x="149" y="42"/>
                      <a:pt x="141" y="9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6" name="Google Shape;5726;p17"/>
              <p:cNvSpPr/>
              <p:nvPr/>
            </p:nvSpPr>
            <p:spPr>
              <a:xfrm>
                <a:off x="2898575" y="4284000"/>
                <a:ext cx="3150" cy="29075"/>
              </a:xfrm>
              <a:custGeom>
                <a:rect b="b" l="l" r="r" t="t"/>
                <a:pathLst>
                  <a:path extrusionOk="0" h="1163" w="126">
                    <a:moveTo>
                      <a:pt x="39" y="0"/>
                    </a:moveTo>
                    <a:cubicBezTo>
                      <a:pt x="19" y="0"/>
                      <a:pt x="1" y="15"/>
                      <a:pt x="1" y="44"/>
                    </a:cubicBezTo>
                    <a:cubicBezTo>
                      <a:pt x="1" y="226"/>
                      <a:pt x="1" y="408"/>
                      <a:pt x="1" y="599"/>
                    </a:cubicBezTo>
                    <a:cubicBezTo>
                      <a:pt x="1" y="690"/>
                      <a:pt x="1" y="781"/>
                      <a:pt x="1" y="872"/>
                    </a:cubicBezTo>
                    <a:cubicBezTo>
                      <a:pt x="1" y="963"/>
                      <a:pt x="1" y="1054"/>
                      <a:pt x="26" y="1137"/>
                    </a:cubicBezTo>
                    <a:cubicBezTo>
                      <a:pt x="30" y="1154"/>
                      <a:pt x="44" y="1162"/>
                      <a:pt x="59" y="1162"/>
                    </a:cubicBezTo>
                    <a:cubicBezTo>
                      <a:pt x="73" y="1162"/>
                      <a:pt x="88" y="1154"/>
                      <a:pt x="92" y="1137"/>
                    </a:cubicBezTo>
                    <a:cubicBezTo>
                      <a:pt x="125" y="1054"/>
                      <a:pt x="125" y="963"/>
                      <a:pt x="125" y="872"/>
                    </a:cubicBezTo>
                    <a:cubicBezTo>
                      <a:pt x="125" y="781"/>
                      <a:pt x="125" y="690"/>
                      <a:pt x="125" y="599"/>
                    </a:cubicBezTo>
                    <a:lnTo>
                      <a:pt x="117" y="599"/>
                    </a:lnTo>
                    <a:cubicBezTo>
                      <a:pt x="117" y="408"/>
                      <a:pt x="100" y="226"/>
                      <a:pt x="84" y="44"/>
                    </a:cubicBezTo>
                    <a:cubicBezTo>
                      <a:pt x="80" y="15"/>
                      <a:pt x="5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7" name="Google Shape;5727;p17"/>
              <p:cNvSpPr/>
              <p:nvPr/>
            </p:nvSpPr>
            <p:spPr>
              <a:xfrm>
                <a:off x="2976475" y="4020975"/>
                <a:ext cx="69850" cy="101400"/>
              </a:xfrm>
              <a:custGeom>
                <a:rect b="b" l="l" r="r" t="t"/>
                <a:pathLst>
                  <a:path extrusionOk="0" h="4056" w="2794">
                    <a:moveTo>
                      <a:pt x="1457" y="1475"/>
                    </a:moveTo>
                    <a:lnTo>
                      <a:pt x="1457" y="1475"/>
                    </a:lnTo>
                    <a:cubicBezTo>
                      <a:pt x="1459" y="1478"/>
                      <a:pt x="1461" y="1481"/>
                      <a:pt x="1463" y="1485"/>
                    </a:cubicBezTo>
                    <a:lnTo>
                      <a:pt x="1463" y="1485"/>
                    </a:lnTo>
                    <a:cubicBezTo>
                      <a:pt x="1461" y="1482"/>
                      <a:pt x="1459" y="1478"/>
                      <a:pt x="1457" y="1475"/>
                    </a:cubicBezTo>
                    <a:close/>
                    <a:moveTo>
                      <a:pt x="1562" y="1640"/>
                    </a:moveTo>
                    <a:lnTo>
                      <a:pt x="1562" y="1640"/>
                    </a:lnTo>
                    <a:cubicBezTo>
                      <a:pt x="1574" y="1657"/>
                      <a:pt x="1587" y="1674"/>
                      <a:pt x="1599" y="1691"/>
                    </a:cubicBezTo>
                    <a:cubicBezTo>
                      <a:pt x="1599" y="1691"/>
                      <a:pt x="1599" y="1699"/>
                      <a:pt x="1599" y="1699"/>
                    </a:cubicBezTo>
                    <a:cubicBezTo>
                      <a:pt x="1587" y="1679"/>
                      <a:pt x="1575" y="1659"/>
                      <a:pt x="1562" y="1640"/>
                    </a:cubicBezTo>
                    <a:close/>
                    <a:moveTo>
                      <a:pt x="1061" y="3522"/>
                    </a:moveTo>
                    <a:cubicBezTo>
                      <a:pt x="1069" y="3563"/>
                      <a:pt x="1077" y="3596"/>
                      <a:pt x="1086" y="3638"/>
                    </a:cubicBezTo>
                    <a:cubicBezTo>
                      <a:pt x="1077" y="3671"/>
                      <a:pt x="1061" y="3737"/>
                      <a:pt x="1028" y="3746"/>
                    </a:cubicBezTo>
                    <a:cubicBezTo>
                      <a:pt x="1011" y="3704"/>
                      <a:pt x="1003" y="3663"/>
                      <a:pt x="994" y="3630"/>
                    </a:cubicBezTo>
                    <a:cubicBezTo>
                      <a:pt x="986" y="3605"/>
                      <a:pt x="978" y="3580"/>
                      <a:pt x="978" y="3555"/>
                    </a:cubicBezTo>
                    <a:cubicBezTo>
                      <a:pt x="1003" y="3555"/>
                      <a:pt x="1036" y="3547"/>
                      <a:pt x="1061" y="3522"/>
                    </a:cubicBezTo>
                    <a:close/>
                    <a:moveTo>
                      <a:pt x="1146" y="0"/>
                    </a:moveTo>
                    <a:cubicBezTo>
                      <a:pt x="1132" y="0"/>
                      <a:pt x="1116" y="9"/>
                      <a:pt x="1110" y="25"/>
                    </a:cubicBezTo>
                    <a:cubicBezTo>
                      <a:pt x="1086" y="59"/>
                      <a:pt x="1102" y="100"/>
                      <a:pt x="1102" y="133"/>
                    </a:cubicBezTo>
                    <a:cubicBezTo>
                      <a:pt x="1110" y="175"/>
                      <a:pt x="1127" y="216"/>
                      <a:pt x="1135" y="249"/>
                    </a:cubicBezTo>
                    <a:cubicBezTo>
                      <a:pt x="1160" y="315"/>
                      <a:pt x="1177" y="390"/>
                      <a:pt x="1202" y="456"/>
                    </a:cubicBezTo>
                    <a:cubicBezTo>
                      <a:pt x="1208" y="482"/>
                      <a:pt x="1235" y="503"/>
                      <a:pt x="1262" y="503"/>
                    </a:cubicBezTo>
                    <a:cubicBezTo>
                      <a:pt x="1270" y="503"/>
                      <a:pt x="1277" y="501"/>
                      <a:pt x="1284" y="498"/>
                    </a:cubicBezTo>
                    <a:cubicBezTo>
                      <a:pt x="1309" y="489"/>
                      <a:pt x="1326" y="473"/>
                      <a:pt x="1334" y="448"/>
                    </a:cubicBezTo>
                    <a:cubicBezTo>
                      <a:pt x="1342" y="465"/>
                      <a:pt x="1351" y="481"/>
                      <a:pt x="1359" y="506"/>
                    </a:cubicBezTo>
                    <a:cubicBezTo>
                      <a:pt x="1359" y="572"/>
                      <a:pt x="1376" y="647"/>
                      <a:pt x="1392" y="713"/>
                    </a:cubicBezTo>
                    <a:cubicBezTo>
                      <a:pt x="1386" y="712"/>
                      <a:pt x="1380" y="711"/>
                      <a:pt x="1375" y="711"/>
                    </a:cubicBezTo>
                    <a:cubicBezTo>
                      <a:pt x="1312" y="711"/>
                      <a:pt x="1247" y="787"/>
                      <a:pt x="1284" y="862"/>
                    </a:cubicBezTo>
                    <a:cubicBezTo>
                      <a:pt x="1326" y="970"/>
                      <a:pt x="1376" y="1078"/>
                      <a:pt x="1425" y="1185"/>
                    </a:cubicBezTo>
                    <a:cubicBezTo>
                      <a:pt x="1413" y="1183"/>
                      <a:pt x="1400" y="1182"/>
                      <a:pt x="1388" y="1182"/>
                    </a:cubicBezTo>
                    <a:cubicBezTo>
                      <a:pt x="1351" y="1182"/>
                      <a:pt x="1316" y="1192"/>
                      <a:pt x="1284" y="1210"/>
                    </a:cubicBezTo>
                    <a:cubicBezTo>
                      <a:pt x="1259" y="1176"/>
                      <a:pt x="1225" y="1162"/>
                      <a:pt x="1192" y="1162"/>
                    </a:cubicBezTo>
                    <a:cubicBezTo>
                      <a:pt x="1128" y="1162"/>
                      <a:pt x="1069" y="1217"/>
                      <a:pt x="1086" y="1293"/>
                    </a:cubicBezTo>
                    <a:cubicBezTo>
                      <a:pt x="1102" y="1392"/>
                      <a:pt x="1119" y="1492"/>
                      <a:pt x="1144" y="1591"/>
                    </a:cubicBezTo>
                    <a:cubicBezTo>
                      <a:pt x="1110" y="1608"/>
                      <a:pt x="1094" y="1641"/>
                      <a:pt x="1119" y="1691"/>
                    </a:cubicBezTo>
                    <a:cubicBezTo>
                      <a:pt x="1119" y="1699"/>
                      <a:pt x="1127" y="1707"/>
                      <a:pt x="1127" y="1716"/>
                    </a:cubicBezTo>
                    <a:cubicBezTo>
                      <a:pt x="1152" y="1774"/>
                      <a:pt x="1177" y="1840"/>
                      <a:pt x="1210" y="1898"/>
                    </a:cubicBezTo>
                    <a:cubicBezTo>
                      <a:pt x="1226" y="1981"/>
                      <a:pt x="1243" y="2072"/>
                      <a:pt x="1268" y="2155"/>
                    </a:cubicBezTo>
                    <a:cubicBezTo>
                      <a:pt x="1210" y="2055"/>
                      <a:pt x="1152" y="1948"/>
                      <a:pt x="1102" y="1840"/>
                    </a:cubicBezTo>
                    <a:cubicBezTo>
                      <a:pt x="1083" y="1799"/>
                      <a:pt x="1052" y="1783"/>
                      <a:pt x="1019" y="1783"/>
                    </a:cubicBezTo>
                    <a:cubicBezTo>
                      <a:pt x="952" y="1783"/>
                      <a:pt x="878" y="1853"/>
                      <a:pt x="895" y="1931"/>
                    </a:cubicBezTo>
                    <a:cubicBezTo>
                      <a:pt x="903" y="1964"/>
                      <a:pt x="903" y="2006"/>
                      <a:pt x="912" y="2039"/>
                    </a:cubicBezTo>
                    <a:cubicBezTo>
                      <a:pt x="895" y="2026"/>
                      <a:pt x="875" y="2021"/>
                      <a:pt x="854" y="2021"/>
                    </a:cubicBezTo>
                    <a:cubicBezTo>
                      <a:pt x="794" y="2021"/>
                      <a:pt x="729" y="2070"/>
                      <a:pt x="729" y="2138"/>
                    </a:cubicBezTo>
                    <a:cubicBezTo>
                      <a:pt x="738" y="2254"/>
                      <a:pt x="738" y="2370"/>
                      <a:pt x="746" y="2494"/>
                    </a:cubicBezTo>
                    <a:cubicBezTo>
                      <a:pt x="738" y="2503"/>
                      <a:pt x="721" y="2511"/>
                      <a:pt x="713" y="2528"/>
                    </a:cubicBezTo>
                    <a:cubicBezTo>
                      <a:pt x="704" y="2486"/>
                      <a:pt x="688" y="2453"/>
                      <a:pt x="671" y="2412"/>
                    </a:cubicBezTo>
                    <a:cubicBezTo>
                      <a:pt x="646" y="2370"/>
                      <a:pt x="613" y="2329"/>
                      <a:pt x="555" y="2329"/>
                    </a:cubicBezTo>
                    <a:cubicBezTo>
                      <a:pt x="506" y="2329"/>
                      <a:pt x="448" y="2362"/>
                      <a:pt x="439" y="2412"/>
                    </a:cubicBezTo>
                    <a:cubicBezTo>
                      <a:pt x="423" y="2503"/>
                      <a:pt x="414" y="2594"/>
                      <a:pt x="406" y="2685"/>
                    </a:cubicBezTo>
                    <a:lnTo>
                      <a:pt x="398" y="2685"/>
                    </a:lnTo>
                    <a:cubicBezTo>
                      <a:pt x="370" y="2649"/>
                      <a:pt x="324" y="2629"/>
                      <a:pt x="281" y="2629"/>
                    </a:cubicBezTo>
                    <a:cubicBezTo>
                      <a:pt x="234" y="2629"/>
                      <a:pt x="191" y="2654"/>
                      <a:pt x="182" y="2710"/>
                    </a:cubicBezTo>
                    <a:cubicBezTo>
                      <a:pt x="168" y="2701"/>
                      <a:pt x="150" y="2696"/>
                      <a:pt x="132" y="2696"/>
                    </a:cubicBezTo>
                    <a:cubicBezTo>
                      <a:pt x="70" y="2696"/>
                      <a:pt x="0" y="2747"/>
                      <a:pt x="0" y="2818"/>
                    </a:cubicBezTo>
                    <a:cubicBezTo>
                      <a:pt x="8" y="3124"/>
                      <a:pt x="108" y="3414"/>
                      <a:pt x="282" y="3671"/>
                    </a:cubicBezTo>
                    <a:cubicBezTo>
                      <a:pt x="307" y="3737"/>
                      <a:pt x="340" y="3804"/>
                      <a:pt x="373" y="3878"/>
                    </a:cubicBezTo>
                    <a:cubicBezTo>
                      <a:pt x="390" y="3895"/>
                      <a:pt x="398" y="3911"/>
                      <a:pt x="414" y="3920"/>
                    </a:cubicBezTo>
                    <a:cubicBezTo>
                      <a:pt x="423" y="3944"/>
                      <a:pt x="439" y="3969"/>
                      <a:pt x="448" y="3994"/>
                    </a:cubicBezTo>
                    <a:cubicBezTo>
                      <a:pt x="466" y="4035"/>
                      <a:pt x="502" y="4054"/>
                      <a:pt x="540" y="4054"/>
                    </a:cubicBezTo>
                    <a:cubicBezTo>
                      <a:pt x="571" y="4054"/>
                      <a:pt x="604" y="4041"/>
                      <a:pt x="630" y="4019"/>
                    </a:cubicBezTo>
                    <a:cubicBezTo>
                      <a:pt x="644" y="4025"/>
                      <a:pt x="659" y="4028"/>
                      <a:pt x="675" y="4028"/>
                    </a:cubicBezTo>
                    <a:cubicBezTo>
                      <a:pt x="741" y="4028"/>
                      <a:pt x="807" y="3974"/>
                      <a:pt x="787" y="3886"/>
                    </a:cubicBezTo>
                    <a:cubicBezTo>
                      <a:pt x="779" y="3845"/>
                      <a:pt x="771" y="3804"/>
                      <a:pt x="762" y="3762"/>
                    </a:cubicBezTo>
                    <a:lnTo>
                      <a:pt x="762" y="3762"/>
                    </a:lnTo>
                    <a:cubicBezTo>
                      <a:pt x="787" y="3795"/>
                      <a:pt x="804" y="3837"/>
                      <a:pt x="829" y="3870"/>
                    </a:cubicBezTo>
                    <a:cubicBezTo>
                      <a:pt x="837" y="3886"/>
                      <a:pt x="854" y="3903"/>
                      <a:pt x="870" y="3920"/>
                    </a:cubicBezTo>
                    <a:cubicBezTo>
                      <a:pt x="895" y="3936"/>
                      <a:pt x="920" y="3961"/>
                      <a:pt x="961" y="3969"/>
                    </a:cubicBezTo>
                    <a:cubicBezTo>
                      <a:pt x="983" y="3976"/>
                      <a:pt x="1005" y="3979"/>
                      <a:pt x="1026" y="3979"/>
                    </a:cubicBezTo>
                    <a:cubicBezTo>
                      <a:pt x="1086" y="3979"/>
                      <a:pt x="1142" y="3954"/>
                      <a:pt x="1185" y="3911"/>
                    </a:cubicBezTo>
                    <a:cubicBezTo>
                      <a:pt x="1197" y="3915"/>
                      <a:pt x="1212" y="3917"/>
                      <a:pt x="1226" y="3917"/>
                    </a:cubicBezTo>
                    <a:cubicBezTo>
                      <a:pt x="1241" y="3917"/>
                      <a:pt x="1255" y="3915"/>
                      <a:pt x="1268" y="3911"/>
                    </a:cubicBezTo>
                    <a:cubicBezTo>
                      <a:pt x="1326" y="3895"/>
                      <a:pt x="1351" y="3837"/>
                      <a:pt x="1342" y="3779"/>
                    </a:cubicBezTo>
                    <a:cubicBezTo>
                      <a:pt x="1334" y="3737"/>
                      <a:pt x="1326" y="3696"/>
                      <a:pt x="1326" y="3654"/>
                    </a:cubicBezTo>
                    <a:cubicBezTo>
                      <a:pt x="1334" y="3621"/>
                      <a:pt x="1342" y="3580"/>
                      <a:pt x="1351" y="3547"/>
                    </a:cubicBezTo>
                    <a:cubicBezTo>
                      <a:pt x="1367" y="3621"/>
                      <a:pt x="1384" y="3688"/>
                      <a:pt x="1400" y="3762"/>
                    </a:cubicBezTo>
                    <a:cubicBezTo>
                      <a:pt x="1410" y="3815"/>
                      <a:pt x="1449" y="3837"/>
                      <a:pt x="1490" y="3837"/>
                    </a:cubicBezTo>
                    <a:cubicBezTo>
                      <a:pt x="1553" y="3837"/>
                      <a:pt x="1623" y="3784"/>
                      <a:pt x="1608" y="3704"/>
                    </a:cubicBezTo>
                    <a:cubicBezTo>
                      <a:pt x="1583" y="3588"/>
                      <a:pt x="1566" y="3480"/>
                      <a:pt x="1550" y="3373"/>
                    </a:cubicBezTo>
                    <a:lnTo>
                      <a:pt x="1550" y="3373"/>
                    </a:lnTo>
                    <a:cubicBezTo>
                      <a:pt x="1583" y="3447"/>
                      <a:pt x="1624" y="3530"/>
                      <a:pt x="1666" y="3605"/>
                    </a:cubicBezTo>
                    <a:cubicBezTo>
                      <a:pt x="1682" y="3641"/>
                      <a:pt x="1714" y="3657"/>
                      <a:pt x="1746" y="3657"/>
                    </a:cubicBezTo>
                    <a:cubicBezTo>
                      <a:pt x="1810" y="3657"/>
                      <a:pt x="1878" y="3598"/>
                      <a:pt x="1856" y="3522"/>
                    </a:cubicBezTo>
                    <a:cubicBezTo>
                      <a:pt x="1840" y="3472"/>
                      <a:pt x="1831" y="3422"/>
                      <a:pt x="1815" y="3373"/>
                    </a:cubicBezTo>
                    <a:lnTo>
                      <a:pt x="1815" y="3373"/>
                    </a:lnTo>
                    <a:cubicBezTo>
                      <a:pt x="1864" y="3480"/>
                      <a:pt x="1914" y="3588"/>
                      <a:pt x="1964" y="3696"/>
                    </a:cubicBezTo>
                    <a:cubicBezTo>
                      <a:pt x="1981" y="3733"/>
                      <a:pt x="2008" y="3748"/>
                      <a:pt x="2038" y="3748"/>
                    </a:cubicBezTo>
                    <a:cubicBezTo>
                      <a:pt x="2080" y="3748"/>
                      <a:pt x="2126" y="3715"/>
                      <a:pt x="2146" y="3671"/>
                    </a:cubicBezTo>
                    <a:cubicBezTo>
                      <a:pt x="2160" y="3680"/>
                      <a:pt x="2176" y="3684"/>
                      <a:pt x="2192" y="3684"/>
                    </a:cubicBezTo>
                    <a:cubicBezTo>
                      <a:pt x="2234" y="3684"/>
                      <a:pt x="2277" y="3657"/>
                      <a:pt x="2295" y="3621"/>
                    </a:cubicBezTo>
                    <a:lnTo>
                      <a:pt x="2370" y="3978"/>
                    </a:lnTo>
                    <a:cubicBezTo>
                      <a:pt x="2381" y="4032"/>
                      <a:pt x="2424" y="4056"/>
                      <a:pt x="2470" y="4056"/>
                    </a:cubicBezTo>
                    <a:cubicBezTo>
                      <a:pt x="2528" y="4056"/>
                      <a:pt x="2590" y="4015"/>
                      <a:pt x="2585" y="3944"/>
                    </a:cubicBezTo>
                    <a:lnTo>
                      <a:pt x="2577" y="3663"/>
                    </a:lnTo>
                    <a:lnTo>
                      <a:pt x="2577" y="3663"/>
                    </a:lnTo>
                    <a:cubicBezTo>
                      <a:pt x="2591" y="3668"/>
                      <a:pt x="2607" y="3670"/>
                      <a:pt x="2621" y="3670"/>
                    </a:cubicBezTo>
                    <a:cubicBezTo>
                      <a:pt x="2683" y="3670"/>
                      <a:pt x="2739" y="3630"/>
                      <a:pt x="2726" y="3563"/>
                    </a:cubicBezTo>
                    <a:cubicBezTo>
                      <a:pt x="2710" y="3389"/>
                      <a:pt x="2685" y="3215"/>
                      <a:pt x="2660" y="3041"/>
                    </a:cubicBezTo>
                    <a:cubicBezTo>
                      <a:pt x="2660" y="3041"/>
                      <a:pt x="2660" y="3033"/>
                      <a:pt x="2660" y="3025"/>
                    </a:cubicBezTo>
                    <a:cubicBezTo>
                      <a:pt x="2660" y="2813"/>
                      <a:pt x="2620" y="2609"/>
                      <a:pt x="2563" y="2413"/>
                    </a:cubicBezTo>
                    <a:lnTo>
                      <a:pt x="2563" y="2413"/>
                    </a:lnTo>
                    <a:cubicBezTo>
                      <a:pt x="2566" y="2418"/>
                      <a:pt x="2569" y="2423"/>
                      <a:pt x="2569" y="2428"/>
                    </a:cubicBezTo>
                    <a:cubicBezTo>
                      <a:pt x="2589" y="2467"/>
                      <a:pt x="2621" y="2483"/>
                      <a:pt x="2653" y="2483"/>
                    </a:cubicBezTo>
                    <a:cubicBezTo>
                      <a:pt x="2722" y="2483"/>
                      <a:pt x="2793" y="2406"/>
                      <a:pt x="2759" y="2320"/>
                    </a:cubicBezTo>
                    <a:cubicBezTo>
                      <a:pt x="2660" y="2113"/>
                      <a:pt x="2536" y="1906"/>
                      <a:pt x="2403" y="1716"/>
                    </a:cubicBezTo>
                    <a:cubicBezTo>
                      <a:pt x="2304" y="1566"/>
                      <a:pt x="2212" y="1417"/>
                      <a:pt x="2105" y="1268"/>
                    </a:cubicBezTo>
                    <a:cubicBezTo>
                      <a:pt x="1956" y="929"/>
                      <a:pt x="1782" y="597"/>
                      <a:pt x="1591" y="274"/>
                    </a:cubicBezTo>
                    <a:cubicBezTo>
                      <a:pt x="1567" y="240"/>
                      <a:pt x="1531" y="223"/>
                      <a:pt x="1498" y="223"/>
                    </a:cubicBezTo>
                    <a:cubicBezTo>
                      <a:pt x="1474" y="223"/>
                      <a:pt x="1451" y="232"/>
                      <a:pt x="1434" y="249"/>
                    </a:cubicBezTo>
                    <a:cubicBezTo>
                      <a:pt x="1428" y="248"/>
                      <a:pt x="1422" y="248"/>
                      <a:pt x="1416" y="248"/>
                    </a:cubicBezTo>
                    <a:cubicBezTo>
                      <a:pt x="1364" y="248"/>
                      <a:pt x="1316" y="279"/>
                      <a:pt x="1301" y="324"/>
                    </a:cubicBezTo>
                    <a:cubicBezTo>
                      <a:pt x="1293" y="291"/>
                      <a:pt x="1276" y="249"/>
                      <a:pt x="1268" y="216"/>
                    </a:cubicBezTo>
                    <a:cubicBezTo>
                      <a:pt x="1260" y="175"/>
                      <a:pt x="1251" y="133"/>
                      <a:pt x="1235" y="100"/>
                    </a:cubicBezTo>
                    <a:cubicBezTo>
                      <a:pt x="1226" y="83"/>
                      <a:pt x="1218" y="67"/>
                      <a:pt x="1210" y="50"/>
                    </a:cubicBezTo>
                    <a:cubicBezTo>
                      <a:pt x="1202" y="34"/>
                      <a:pt x="1185" y="17"/>
                      <a:pt x="1168" y="9"/>
                    </a:cubicBezTo>
                    <a:cubicBezTo>
                      <a:pt x="1163" y="3"/>
                      <a:pt x="1155" y="0"/>
                      <a:pt x="114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8" name="Google Shape;5728;p17"/>
              <p:cNvSpPr/>
              <p:nvPr/>
            </p:nvSpPr>
            <p:spPr>
              <a:xfrm>
                <a:off x="3003400" y="4013650"/>
                <a:ext cx="2500" cy="5475"/>
              </a:xfrm>
              <a:custGeom>
                <a:rect b="b" l="l" r="r" t="t"/>
                <a:pathLst>
                  <a:path extrusionOk="0" h="219" w="100">
                    <a:moveTo>
                      <a:pt x="38" y="0"/>
                    </a:moveTo>
                    <a:cubicBezTo>
                      <a:pt x="34" y="0"/>
                      <a:pt x="30" y="1"/>
                      <a:pt x="25" y="4"/>
                    </a:cubicBezTo>
                    <a:cubicBezTo>
                      <a:pt x="9" y="4"/>
                      <a:pt x="0" y="12"/>
                      <a:pt x="0" y="28"/>
                    </a:cubicBezTo>
                    <a:cubicBezTo>
                      <a:pt x="0" y="45"/>
                      <a:pt x="0" y="53"/>
                      <a:pt x="0" y="62"/>
                    </a:cubicBezTo>
                    <a:cubicBezTo>
                      <a:pt x="0" y="78"/>
                      <a:pt x="0" y="86"/>
                      <a:pt x="0" y="103"/>
                    </a:cubicBezTo>
                    <a:lnTo>
                      <a:pt x="9" y="169"/>
                    </a:lnTo>
                    <a:cubicBezTo>
                      <a:pt x="9" y="202"/>
                      <a:pt x="25" y="219"/>
                      <a:pt x="58" y="219"/>
                    </a:cubicBezTo>
                    <a:cubicBezTo>
                      <a:pt x="83" y="211"/>
                      <a:pt x="100" y="186"/>
                      <a:pt x="91" y="161"/>
                    </a:cubicBezTo>
                    <a:lnTo>
                      <a:pt x="100" y="161"/>
                    </a:lnTo>
                    <a:cubicBezTo>
                      <a:pt x="91" y="136"/>
                      <a:pt x="83" y="111"/>
                      <a:pt x="83" y="86"/>
                    </a:cubicBezTo>
                    <a:cubicBezTo>
                      <a:pt x="75" y="78"/>
                      <a:pt x="75" y="70"/>
                      <a:pt x="75" y="53"/>
                    </a:cubicBezTo>
                    <a:cubicBezTo>
                      <a:pt x="67" y="45"/>
                      <a:pt x="67" y="37"/>
                      <a:pt x="58" y="20"/>
                    </a:cubicBezTo>
                    <a:cubicBezTo>
                      <a:pt x="58" y="8"/>
                      <a:pt x="49" y="0"/>
                      <a:pt x="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9" name="Google Shape;5729;p17"/>
              <p:cNvSpPr/>
              <p:nvPr/>
            </p:nvSpPr>
            <p:spPr>
              <a:xfrm>
                <a:off x="2933600" y="3877875"/>
                <a:ext cx="54275" cy="77700"/>
              </a:xfrm>
              <a:custGeom>
                <a:rect b="b" l="l" r="r" t="t"/>
                <a:pathLst>
                  <a:path extrusionOk="0" h="3108" w="2171">
                    <a:moveTo>
                      <a:pt x="593" y="0"/>
                    </a:moveTo>
                    <a:cubicBezTo>
                      <a:pt x="579" y="0"/>
                      <a:pt x="565" y="7"/>
                      <a:pt x="555" y="24"/>
                    </a:cubicBezTo>
                    <a:cubicBezTo>
                      <a:pt x="547" y="32"/>
                      <a:pt x="547" y="32"/>
                      <a:pt x="547" y="41"/>
                    </a:cubicBezTo>
                    <a:cubicBezTo>
                      <a:pt x="539" y="41"/>
                      <a:pt x="522" y="49"/>
                      <a:pt x="514" y="66"/>
                    </a:cubicBezTo>
                    <a:cubicBezTo>
                      <a:pt x="340" y="215"/>
                      <a:pt x="257" y="430"/>
                      <a:pt x="199" y="637"/>
                    </a:cubicBezTo>
                    <a:cubicBezTo>
                      <a:pt x="141" y="869"/>
                      <a:pt x="100" y="1101"/>
                      <a:pt x="91" y="1333"/>
                    </a:cubicBezTo>
                    <a:cubicBezTo>
                      <a:pt x="91" y="1342"/>
                      <a:pt x="91" y="1358"/>
                      <a:pt x="91" y="1366"/>
                    </a:cubicBezTo>
                    <a:cubicBezTo>
                      <a:pt x="83" y="1383"/>
                      <a:pt x="83" y="1400"/>
                      <a:pt x="83" y="1416"/>
                    </a:cubicBezTo>
                    <a:cubicBezTo>
                      <a:pt x="42" y="1748"/>
                      <a:pt x="0" y="2178"/>
                      <a:pt x="224" y="2452"/>
                    </a:cubicBezTo>
                    <a:cubicBezTo>
                      <a:pt x="232" y="2477"/>
                      <a:pt x="240" y="2501"/>
                      <a:pt x="257" y="2535"/>
                    </a:cubicBezTo>
                    <a:cubicBezTo>
                      <a:pt x="216" y="2559"/>
                      <a:pt x="232" y="2617"/>
                      <a:pt x="282" y="2617"/>
                    </a:cubicBezTo>
                    <a:cubicBezTo>
                      <a:pt x="282" y="2617"/>
                      <a:pt x="290" y="2617"/>
                      <a:pt x="290" y="2626"/>
                    </a:cubicBezTo>
                    <a:cubicBezTo>
                      <a:pt x="307" y="2659"/>
                      <a:pt x="323" y="2684"/>
                      <a:pt x="340" y="2717"/>
                    </a:cubicBezTo>
                    <a:cubicBezTo>
                      <a:pt x="356" y="2742"/>
                      <a:pt x="381" y="2758"/>
                      <a:pt x="406" y="2758"/>
                    </a:cubicBezTo>
                    <a:cubicBezTo>
                      <a:pt x="464" y="2800"/>
                      <a:pt x="530" y="2816"/>
                      <a:pt x="597" y="2833"/>
                    </a:cubicBezTo>
                    <a:cubicBezTo>
                      <a:pt x="779" y="2883"/>
                      <a:pt x="961" y="2924"/>
                      <a:pt x="1135" y="2965"/>
                    </a:cubicBezTo>
                    <a:cubicBezTo>
                      <a:pt x="1309" y="3007"/>
                      <a:pt x="1483" y="3048"/>
                      <a:pt x="1657" y="3081"/>
                    </a:cubicBezTo>
                    <a:cubicBezTo>
                      <a:pt x="1729" y="3093"/>
                      <a:pt x="1817" y="3107"/>
                      <a:pt x="1901" y="3107"/>
                    </a:cubicBezTo>
                    <a:cubicBezTo>
                      <a:pt x="1991" y="3107"/>
                      <a:pt x="2078" y="3091"/>
                      <a:pt x="2138" y="3040"/>
                    </a:cubicBezTo>
                    <a:cubicBezTo>
                      <a:pt x="2171" y="3015"/>
                      <a:pt x="2154" y="2965"/>
                      <a:pt x="2121" y="2957"/>
                    </a:cubicBezTo>
                    <a:cubicBezTo>
                      <a:pt x="2047" y="2924"/>
                      <a:pt x="1947" y="2932"/>
                      <a:pt x="1864" y="2924"/>
                    </a:cubicBezTo>
                    <a:cubicBezTo>
                      <a:pt x="1806" y="2916"/>
                      <a:pt x="1748" y="2907"/>
                      <a:pt x="1690" y="2891"/>
                    </a:cubicBezTo>
                    <a:cubicBezTo>
                      <a:pt x="1740" y="2883"/>
                      <a:pt x="1781" y="2874"/>
                      <a:pt x="1831" y="2849"/>
                    </a:cubicBezTo>
                    <a:cubicBezTo>
                      <a:pt x="1939" y="2800"/>
                      <a:pt x="2030" y="2709"/>
                      <a:pt x="1989" y="2576"/>
                    </a:cubicBezTo>
                    <a:cubicBezTo>
                      <a:pt x="1964" y="2518"/>
                      <a:pt x="1922" y="2468"/>
                      <a:pt x="1889" y="2419"/>
                    </a:cubicBezTo>
                    <a:cubicBezTo>
                      <a:pt x="1848" y="2369"/>
                      <a:pt x="1815" y="2319"/>
                      <a:pt x="1773" y="2269"/>
                    </a:cubicBezTo>
                    <a:cubicBezTo>
                      <a:pt x="1682" y="2137"/>
                      <a:pt x="1583" y="2013"/>
                      <a:pt x="1491" y="1888"/>
                    </a:cubicBezTo>
                    <a:cubicBezTo>
                      <a:pt x="1475" y="1847"/>
                      <a:pt x="1458" y="1797"/>
                      <a:pt x="1450" y="1756"/>
                    </a:cubicBezTo>
                    <a:cubicBezTo>
                      <a:pt x="1445" y="1730"/>
                      <a:pt x="1427" y="1721"/>
                      <a:pt x="1409" y="1721"/>
                    </a:cubicBezTo>
                    <a:cubicBezTo>
                      <a:pt x="1397" y="1721"/>
                      <a:pt x="1385" y="1725"/>
                      <a:pt x="1375" y="1731"/>
                    </a:cubicBezTo>
                    <a:cubicBezTo>
                      <a:pt x="1359" y="1714"/>
                      <a:pt x="1351" y="1690"/>
                      <a:pt x="1334" y="1673"/>
                    </a:cubicBezTo>
                    <a:cubicBezTo>
                      <a:pt x="1218" y="1507"/>
                      <a:pt x="1110" y="1333"/>
                      <a:pt x="1019" y="1159"/>
                    </a:cubicBezTo>
                    <a:cubicBezTo>
                      <a:pt x="986" y="936"/>
                      <a:pt x="969" y="704"/>
                      <a:pt x="978" y="480"/>
                    </a:cubicBezTo>
                    <a:cubicBezTo>
                      <a:pt x="978" y="456"/>
                      <a:pt x="957" y="441"/>
                      <a:pt x="937" y="441"/>
                    </a:cubicBezTo>
                    <a:cubicBezTo>
                      <a:pt x="921" y="441"/>
                      <a:pt x="907" y="450"/>
                      <a:pt x="903" y="472"/>
                    </a:cubicBezTo>
                    <a:cubicBezTo>
                      <a:pt x="887" y="579"/>
                      <a:pt x="878" y="695"/>
                      <a:pt x="878" y="811"/>
                    </a:cubicBezTo>
                    <a:cubicBezTo>
                      <a:pt x="796" y="596"/>
                      <a:pt x="738" y="380"/>
                      <a:pt x="713" y="148"/>
                    </a:cubicBezTo>
                    <a:cubicBezTo>
                      <a:pt x="704" y="99"/>
                      <a:pt x="680" y="57"/>
                      <a:pt x="638" y="41"/>
                    </a:cubicBezTo>
                    <a:cubicBezTo>
                      <a:pt x="633" y="16"/>
                      <a:pt x="613" y="0"/>
                      <a:pt x="59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0" name="Google Shape;5730;p17"/>
              <p:cNvSpPr/>
              <p:nvPr/>
            </p:nvSpPr>
            <p:spPr>
              <a:xfrm>
                <a:off x="2814900" y="3911525"/>
                <a:ext cx="33175" cy="38300"/>
              </a:xfrm>
              <a:custGeom>
                <a:rect b="b" l="l" r="r" t="t"/>
                <a:pathLst>
                  <a:path extrusionOk="0" h="1532" w="1327">
                    <a:moveTo>
                      <a:pt x="252" y="0"/>
                    </a:moveTo>
                    <a:cubicBezTo>
                      <a:pt x="221" y="0"/>
                      <a:pt x="194" y="17"/>
                      <a:pt x="183" y="45"/>
                    </a:cubicBezTo>
                    <a:cubicBezTo>
                      <a:pt x="166" y="45"/>
                      <a:pt x="158" y="37"/>
                      <a:pt x="150" y="37"/>
                    </a:cubicBezTo>
                    <a:cubicBezTo>
                      <a:pt x="141" y="33"/>
                      <a:pt x="131" y="32"/>
                      <a:pt x="122" y="32"/>
                    </a:cubicBezTo>
                    <a:cubicBezTo>
                      <a:pt x="88" y="32"/>
                      <a:pt x="53" y="52"/>
                      <a:pt x="34" y="78"/>
                    </a:cubicBezTo>
                    <a:cubicBezTo>
                      <a:pt x="1" y="112"/>
                      <a:pt x="1" y="161"/>
                      <a:pt x="25" y="203"/>
                    </a:cubicBezTo>
                    <a:cubicBezTo>
                      <a:pt x="50" y="261"/>
                      <a:pt x="75" y="319"/>
                      <a:pt x="108" y="377"/>
                    </a:cubicBezTo>
                    <a:cubicBezTo>
                      <a:pt x="108" y="385"/>
                      <a:pt x="117" y="402"/>
                      <a:pt x="125" y="418"/>
                    </a:cubicBezTo>
                    <a:cubicBezTo>
                      <a:pt x="150" y="468"/>
                      <a:pt x="175" y="518"/>
                      <a:pt x="208" y="576"/>
                    </a:cubicBezTo>
                    <a:cubicBezTo>
                      <a:pt x="198" y="572"/>
                      <a:pt x="189" y="571"/>
                      <a:pt x="179" y="571"/>
                    </a:cubicBezTo>
                    <a:cubicBezTo>
                      <a:pt x="112" y="571"/>
                      <a:pt x="45" y="643"/>
                      <a:pt x="67" y="708"/>
                    </a:cubicBezTo>
                    <a:cubicBezTo>
                      <a:pt x="191" y="1048"/>
                      <a:pt x="423" y="1338"/>
                      <a:pt x="730" y="1512"/>
                    </a:cubicBezTo>
                    <a:cubicBezTo>
                      <a:pt x="745" y="1522"/>
                      <a:pt x="763" y="1527"/>
                      <a:pt x="781" y="1527"/>
                    </a:cubicBezTo>
                    <a:cubicBezTo>
                      <a:pt x="821" y="1527"/>
                      <a:pt x="862" y="1504"/>
                      <a:pt x="879" y="1470"/>
                    </a:cubicBezTo>
                    <a:cubicBezTo>
                      <a:pt x="920" y="1445"/>
                      <a:pt x="937" y="1396"/>
                      <a:pt x="928" y="1354"/>
                    </a:cubicBezTo>
                    <a:cubicBezTo>
                      <a:pt x="928" y="1329"/>
                      <a:pt x="928" y="1305"/>
                      <a:pt x="912" y="1280"/>
                    </a:cubicBezTo>
                    <a:cubicBezTo>
                      <a:pt x="904" y="1247"/>
                      <a:pt x="879" y="1205"/>
                      <a:pt x="862" y="1172"/>
                    </a:cubicBezTo>
                    <a:lnTo>
                      <a:pt x="862" y="1139"/>
                    </a:lnTo>
                    <a:cubicBezTo>
                      <a:pt x="879" y="1155"/>
                      <a:pt x="895" y="1172"/>
                      <a:pt x="920" y="1189"/>
                    </a:cubicBezTo>
                    <a:cubicBezTo>
                      <a:pt x="978" y="1271"/>
                      <a:pt x="1036" y="1354"/>
                      <a:pt x="1078" y="1445"/>
                    </a:cubicBezTo>
                    <a:cubicBezTo>
                      <a:pt x="1099" y="1495"/>
                      <a:pt x="1138" y="1532"/>
                      <a:pt x="1185" y="1532"/>
                    </a:cubicBezTo>
                    <a:cubicBezTo>
                      <a:pt x="1193" y="1532"/>
                      <a:pt x="1201" y="1531"/>
                      <a:pt x="1210" y="1528"/>
                    </a:cubicBezTo>
                    <a:cubicBezTo>
                      <a:pt x="1268" y="1512"/>
                      <a:pt x="1310" y="1445"/>
                      <a:pt x="1285" y="1387"/>
                    </a:cubicBezTo>
                    <a:cubicBezTo>
                      <a:pt x="1268" y="1346"/>
                      <a:pt x="1252" y="1296"/>
                      <a:pt x="1235" y="1247"/>
                    </a:cubicBezTo>
                    <a:cubicBezTo>
                      <a:pt x="1235" y="1247"/>
                      <a:pt x="1243" y="1238"/>
                      <a:pt x="1243" y="1222"/>
                    </a:cubicBezTo>
                    <a:cubicBezTo>
                      <a:pt x="1252" y="1172"/>
                      <a:pt x="1235" y="1122"/>
                      <a:pt x="1227" y="1073"/>
                    </a:cubicBezTo>
                    <a:lnTo>
                      <a:pt x="1227" y="1073"/>
                    </a:lnTo>
                    <a:cubicBezTo>
                      <a:pt x="1233" y="1085"/>
                      <a:pt x="1252" y="1092"/>
                      <a:pt x="1269" y="1092"/>
                    </a:cubicBezTo>
                    <a:cubicBezTo>
                      <a:pt x="1275" y="1092"/>
                      <a:pt x="1280" y="1091"/>
                      <a:pt x="1285" y="1089"/>
                    </a:cubicBezTo>
                    <a:cubicBezTo>
                      <a:pt x="1301" y="1081"/>
                      <a:pt x="1326" y="1048"/>
                      <a:pt x="1318" y="1023"/>
                    </a:cubicBezTo>
                    <a:cubicBezTo>
                      <a:pt x="1293" y="973"/>
                      <a:pt x="1276" y="932"/>
                      <a:pt x="1260" y="890"/>
                    </a:cubicBezTo>
                    <a:cubicBezTo>
                      <a:pt x="1252" y="874"/>
                      <a:pt x="1252" y="865"/>
                      <a:pt x="1243" y="857"/>
                    </a:cubicBezTo>
                    <a:cubicBezTo>
                      <a:pt x="1235" y="841"/>
                      <a:pt x="1235" y="832"/>
                      <a:pt x="1227" y="824"/>
                    </a:cubicBezTo>
                    <a:cubicBezTo>
                      <a:pt x="1218" y="816"/>
                      <a:pt x="1218" y="807"/>
                      <a:pt x="1210" y="791"/>
                    </a:cubicBezTo>
                    <a:cubicBezTo>
                      <a:pt x="1202" y="783"/>
                      <a:pt x="1194" y="774"/>
                      <a:pt x="1185" y="758"/>
                    </a:cubicBezTo>
                    <a:cubicBezTo>
                      <a:pt x="1177" y="750"/>
                      <a:pt x="1167" y="746"/>
                      <a:pt x="1156" y="746"/>
                    </a:cubicBezTo>
                    <a:cubicBezTo>
                      <a:pt x="1134" y="746"/>
                      <a:pt x="1111" y="763"/>
                      <a:pt x="1111" y="791"/>
                    </a:cubicBezTo>
                    <a:cubicBezTo>
                      <a:pt x="1111" y="807"/>
                      <a:pt x="1111" y="816"/>
                      <a:pt x="1119" y="832"/>
                    </a:cubicBezTo>
                    <a:cubicBezTo>
                      <a:pt x="1119" y="841"/>
                      <a:pt x="1127" y="849"/>
                      <a:pt x="1127" y="865"/>
                    </a:cubicBezTo>
                    <a:cubicBezTo>
                      <a:pt x="1136" y="874"/>
                      <a:pt x="1136" y="882"/>
                      <a:pt x="1136" y="890"/>
                    </a:cubicBezTo>
                    <a:cubicBezTo>
                      <a:pt x="1119" y="857"/>
                      <a:pt x="1102" y="824"/>
                      <a:pt x="1078" y="791"/>
                    </a:cubicBezTo>
                    <a:cubicBezTo>
                      <a:pt x="1003" y="683"/>
                      <a:pt x="912" y="584"/>
                      <a:pt x="812" y="501"/>
                    </a:cubicBezTo>
                    <a:cubicBezTo>
                      <a:pt x="680" y="302"/>
                      <a:pt x="506" y="128"/>
                      <a:pt x="299" y="12"/>
                    </a:cubicBezTo>
                    <a:cubicBezTo>
                      <a:pt x="283" y="4"/>
                      <a:pt x="267" y="0"/>
                      <a:pt x="2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1" name="Google Shape;5731;p17"/>
              <p:cNvSpPr/>
              <p:nvPr/>
            </p:nvSpPr>
            <p:spPr>
              <a:xfrm>
                <a:off x="2801425" y="4126625"/>
                <a:ext cx="25" cy="225"/>
              </a:xfrm>
              <a:custGeom>
                <a:rect b="b" l="l" r="r" t="t"/>
                <a:pathLst>
                  <a:path extrusionOk="0" h="9" w="1">
                    <a:moveTo>
                      <a:pt x="1" y="8"/>
                    </a:moveTo>
                    <a:cubicBezTo>
                      <a:pt x="1" y="8"/>
                      <a:pt x="1" y="0"/>
                      <a:pt x="1" y="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2" name="Google Shape;5732;p17"/>
              <p:cNvSpPr/>
              <p:nvPr/>
            </p:nvSpPr>
            <p:spPr>
              <a:xfrm>
                <a:off x="2791900" y="4093750"/>
                <a:ext cx="108150" cy="47800"/>
              </a:xfrm>
              <a:custGeom>
                <a:rect b="b" l="l" r="r" t="t"/>
                <a:pathLst>
                  <a:path extrusionOk="0" h="1912" w="4326">
                    <a:moveTo>
                      <a:pt x="2344" y="1367"/>
                    </a:moveTo>
                    <a:cubicBezTo>
                      <a:pt x="2314" y="1376"/>
                      <a:pt x="2284" y="1391"/>
                      <a:pt x="2246" y="1406"/>
                    </a:cubicBezTo>
                    <a:cubicBezTo>
                      <a:pt x="2196" y="1423"/>
                      <a:pt x="2138" y="1439"/>
                      <a:pt x="2080" y="1456"/>
                    </a:cubicBezTo>
                    <a:cubicBezTo>
                      <a:pt x="2080" y="1456"/>
                      <a:pt x="2080" y="1448"/>
                      <a:pt x="2080" y="1439"/>
                    </a:cubicBezTo>
                    <a:cubicBezTo>
                      <a:pt x="2168" y="1415"/>
                      <a:pt x="2256" y="1391"/>
                      <a:pt x="2344" y="1367"/>
                    </a:cubicBezTo>
                    <a:close/>
                    <a:moveTo>
                      <a:pt x="979" y="1489"/>
                    </a:moveTo>
                    <a:cubicBezTo>
                      <a:pt x="1003" y="1497"/>
                      <a:pt x="1028" y="1514"/>
                      <a:pt x="1053" y="1522"/>
                    </a:cubicBezTo>
                    <a:lnTo>
                      <a:pt x="921" y="1522"/>
                    </a:lnTo>
                    <a:cubicBezTo>
                      <a:pt x="929" y="1514"/>
                      <a:pt x="929" y="1514"/>
                      <a:pt x="937" y="1514"/>
                    </a:cubicBezTo>
                    <a:cubicBezTo>
                      <a:pt x="945" y="1506"/>
                      <a:pt x="962" y="1506"/>
                      <a:pt x="970" y="1497"/>
                    </a:cubicBezTo>
                    <a:cubicBezTo>
                      <a:pt x="970" y="1497"/>
                      <a:pt x="979" y="1489"/>
                      <a:pt x="979" y="1489"/>
                    </a:cubicBezTo>
                    <a:close/>
                    <a:moveTo>
                      <a:pt x="1262" y="0"/>
                    </a:moveTo>
                    <a:cubicBezTo>
                      <a:pt x="1245" y="0"/>
                      <a:pt x="1228" y="9"/>
                      <a:pt x="1219" y="31"/>
                    </a:cubicBezTo>
                    <a:cubicBezTo>
                      <a:pt x="1169" y="147"/>
                      <a:pt x="1128" y="263"/>
                      <a:pt x="1061" y="379"/>
                    </a:cubicBezTo>
                    <a:cubicBezTo>
                      <a:pt x="1003" y="487"/>
                      <a:pt x="921" y="586"/>
                      <a:pt x="887" y="710"/>
                    </a:cubicBezTo>
                    <a:cubicBezTo>
                      <a:pt x="879" y="735"/>
                      <a:pt x="871" y="760"/>
                      <a:pt x="871" y="785"/>
                    </a:cubicBezTo>
                    <a:cubicBezTo>
                      <a:pt x="864" y="784"/>
                      <a:pt x="856" y="783"/>
                      <a:pt x="849" y="783"/>
                    </a:cubicBezTo>
                    <a:cubicBezTo>
                      <a:pt x="797" y="783"/>
                      <a:pt x="743" y="810"/>
                      <a:pt x="722" y="868"/>
                    </a:cubicBezTo>
                    <a:cubicBezTo>
                      <a:pt x="722" y="876"/>
                      <a:pt x="722" y="884"/>
                      <a:pt x="713" y="893"/>
                    </a:cubicBezTo>
                    <a:lnTo>
                      <a:pt x="705" y="893"/>
                    </a:lnTo>
                    <a:cubicBezTo>
                      <a:pt x="655" y="926"/>
                      <a:pt x="631" y="975"/>
                      <a:pt x="622" y="1025"/>
                    </a:cubicBezTo>
                    <a:cubicBezTo>
                      <a:pt x="581" y="1083"/>
                      <a:pt x="573" y="1149"/>
                      <a:pt x="581" y="1216"/>
                    </a:cubicBezTo>
                    <a:cubicBezTo>
                      <a:pt x="556" y="1158"/>
                      <a:pt x="515" y="1108"/>
                      <a:pt x="465" y="1058"/>
                    </a:cubicBezTo>
                    <a:cubicBezTo>
                      <a:pt x="415" y="1017"/>
                      <a:pt x="357" y="975"/>
                      <a:pt x="291" y="951"/>
                    </a:cubicBezTo>
                    <a:cubicBezTo>
                      <a:pt x="258" y="934"/>
                      <a:pt x="225" y="917"/>
                      <a:pt x="183" y="909"/>
                    </a:cubicBezTo>
                    <a:lnTo>
                      <a:pt x="158" y="909"/>
                    </a:lnTo>
                    <a:cubicBezTo>
                      <a:pt x="150" y="909"/>
                      <a:pt x="142" y="901"/>
                      <a:pt x="133" y="901"/>
                    </a:cubicBezTo>
                    <a:lnTo>
                      <a:pt x="84" y="901"/>
                    </a:lnTo>
                    <a:cubicBezTo>
                      <a:pt x="77" y="899"/>
                      <a:pt x="71" y="898"/>
                      <a:pt x="65" y="898"/>
                    </a:cubicBezTo>
                    <a:cubicBezTo>
                      <a:pt x="47" y="898"/>
                      <a:pt x="30" y="907"/>
                      <a:pt x="17" y="926"/>
                    </a:cubicBezTo>
                    <a:cubicBezTo>
                      <a:pt x="1" y="951"/>
                      <a:pt x="1" y="984"/>
                      <a:pt x="26" y="1000"/>
                    </a:cubicBezTo>
                    <a:cubicBezTo>
                      <a:pt x="34" y="1009"/>
                      <a:pt x="51" y="1017"/>
                      <a:pt x="59" y="1033"/>
                    </a:cubicBezTo>
                    <a:cubicBezTo>
                      <a:pt x="67" y="1033"/>
                      <a:pt x="67" y="1042"/>
                      <a:pt x="75" y="1042"/>
                    </a:cubicBezTo>
                    <a:cubicBezTo>
                      <a:pt x="84" y="1050"/>
                      <a:pt x="84" y="1050"/>
                      <a:pt x="92" y="1058"/>
                    </a:cubicBezTo>
                    <a:cubicBezTo>
                      <a:pt x="100" y="1058"/>
                      <a:pt x="109" y="1067"/>
                      <a:pt x="109" y="1067"/>
                    </a:cubicBezTo>
                    <a:lnTo>
                      <a:pt x="133" y="1091"/>
                    </a:lnTo>
                    <a:cubicBezTo>
                      <a:pt x="150" y="1100"/>
                      <a:pt x="158" y="1108"/>
                      <a:pt x="175" y="1116"/>
                    </a:cubicBezTo>
                    <a:cubicBezTo>
                      <a:pt x="200" y="1133"/>
                      <a:pt x="225" y="1149"/>
                      <a:pt x="249" y="1166"/>
                    </a:cubicBezTo>
                    <a:cubicBezTo>
                      <a:pt x="258" y="1166"/>
                      <a:pt x="258" y="1174"/>
                      <a:pt x="266" y="1174"/>
                    </a:cubicBezTo>
                    <a:cubicBezTo>
                      <a:pt x="274" y="1183"/>
                      <a:pt x="291" y="1199"/>
                      <a:pt x="299" y="1207"/>
                    </a:cubicBezTo>
                    <a:cubicBezTo>
                      <a:pt x="307" y="1216"/>
                      <a:pt x="316" y="1224"/>
                      <a:pt x="324" y="1232"/>
                    </a:cubicBezTo>
                    <a:cubicBezTo>
                      <a:pt x="332" y="1241"/>
                      <a:pt x="332" y="1241"/>
                      <a:pt x="341" y="1249"/>
                    </a:cubicBezTo>
                    <a:cubicBezTo>
                      <a:pt x="349" y="1265"/>
                      <a:pt x="365" y="1290"/>
                      <a:pt x="382" y="1315"/>
                    </a:cubicBezTo>
                    <a:lnTo>
                      <a:pt x="387" y="1325"/>
                    </a:lnTo>
                    <a:lnTo>
                      <a:pt x="387" y="1325"/>
                    </a:lnTo>
                    <a:cubicBezTo>
                      <a:pt x="385" y="1323"/>
                      <a:pt x="382" y="1323"/>
                      <a:pt x="382" y="1323"/>
                    </a:cubicBezTo>
                    <a:lnTo>
                      <a:pt x="382" y="1323"/>
                    </a:lnTo>
                    <a:cubicBezTo>
                      <a:pt x="382" y="1323"/>
                      <a:pt x="390" y="1332"/>
                      <a:pt x="390" y="1332"/>
                    </a:cubicBezTo>
                    <a:cubicBezTo>
                      <a:pt x="390" y="1340"/>
                      <a:pt x="399" y="1348"/>
                      <a:pt x="399" y="1365"/>
                    </a:cubicBezTo>
                    <a:cubicBezTo>
                      <a:pt x="399" y="1365"/>
                      <a:pt x="399" y="1373"/>
                      <a:pt x="399" y="1381"/>
                    </a:cubicBezTo>
                    <a:cubicBezTo>
                      <a:pt x="399" y="1406"/>
                      <a:pt x="407" y="1439"/>
                      <a:pt x="423" y="1464"/>
                    </a:cubicBezTo>
                    <a:cubicBezTo>
                      <a:pt x="448" y="1497"/>
                      <a:pt x="473" y="1522"/>
                      <a:pt x="515" y="1522"/>
                    </a:cubicBezTo>
                    <a:cubicBezTo>
                      <a:pt x="556" y="1522"/>
                      <a:pt x="589" y="1497"/>
                      <a:pt x="614" y="1464"/>
                    </a:cubicBezTo>
                    <a:cubicBezTo>
                      <a:pt x="631" y="1439"/>
                      <a:pt x="631" y="1406"/>
                      <a:pt x="631" y="1373"/>
                    </a:cubicBezTo>
                    <a:cubicBezTo>
                      <a:pt x="655" y="1423"/>
                      <a:pt x="689" y="1464"/>
                      <a:pt x="730" y="1489"/>
                    </a:cubicBezTo>
                    <a:cubicBezTo>
                      <a:pt x="705" y="1497"/>
                      <a:pt x="672" y="1514"/>
                      <a:pt x="655" y="1547"/>
                    </a:cubicBezTo>
                    <a:cubicBezTo>
                      <a:pt x="622" y="1605"/>
                      <a:pt x="647" y="1663"/>
                      <a:pt x="697" y="1696"/>
                    </a:cubicBezTo>
                    <a:cubicBezTo>
                      <a:pt x="730" y="1729"/>
                      <a:pt x="763" y="1746"/>
                      <a:pt x="805" y="1763"/>
                    </a:cubicBezTo>
                    <a:cubicBezTo>
                      <a:pt x="945" y="1895"/>
                      <a:pt x="1169" y="1912"/>
                      <a:pt x="1360" y="1912"/>
                    </a:cubicBezTo>
                    <a:cubicBezTo>
                      <a:pt x="1641" y="1903"/>
                      <a:pt x="1931" y="1862"/>
                      <a:pt x="2196" y="1746"/>
                    </a:cubicBezTo>
                    <a:cubicBezTo>
                      <a:pt x="2246" y="1729"/>
                      <a:pt x="2288" y="1680"/>
                      <a:pt x="2271" y="1622"/>
                    </a:cubicBezTo>
                    <a:cubicBezTo>
                      <a:pt x="2354" y="1597"/>
                      <a:pt x="2428" y="1564"/>
                      <a:pt x="2503" y="1531"/>
                    </a:cubicBezTo>
                    <a:cubicBezTo>
                      <a:pt x="2619" y="1473"/>
                      <a:pt x="2727" y="1398"/>
                      <a:pt x="2843" y="1357"/>
                    </a:cubicBezTo>
                    <a:cubicBezTo>
                      <a:pt x="3050" y="1274"/>
                      <a:pt x="3282" y="1265"/>
                      <a:pt x="3497" y="1249"/>
                    </a:cubicBezTo>
                    <a:cubicBezTo>
                      <a:pt x="3696" y="1241"/>
                      <a:pt x="3895" y="1207"/>
                      <a:pt x="4077" y="1141"/>
                    </a:cubicBezTo>
                    <a:cubicBezTo>
                      <a:pt x="4135" y="1125"/>
                      <a:pt x="4185" y="1100"/>
                      <a:pt x="4235" y="1067"/>
                    </a:cubicBezTo>
                    <a:cubicBezTo>
                      <a:pt x="4326" y="1018"/>
                      <a:pt x="4269" y="886"/>
                      <a:pt x="4184" y="886"/>
                    </a:cubicBezTo>
                    <a:cubicBezTo>
                      <a:pt x="4169" y="886"/>
                      <a:pt x="4152" y="891"/>
                      <a:pt x="4135" y="901"/>
                    </a:cubicBezTo>
                    <a:cubicBezTo>
                      <a:pt x="4052" y="946"/>
                      <a:pt x="3964" y="960"/>
                      <a:pt x="3873" y="960"/>
                    </a:cubicBezTo>
                    <a:cubicBezTo>
                      <a:pt x="3746" y="960"/>
                      <a:pt x="3615" y="932"/>
                      <a:pt x="3489" y="917"/>
                    </a:cubicBezTo>
                    <a:cubicBezTo>
                      <a:pt x="3453" y="914"/>
                      <a:pt x="3418" y="912"/>
                      <a:pt x="3383" y="912"/>
                    </a:cubicBezTo>
                    <a:cubicBezTo>
                      <a:pt x="3184" y="912"/>
                      <a:pt x="2999" y="966"/>
                      <a:pt x="2801" y="1009"/>
                    </a:cubicBezTo>
                    <a:cubicBezTo>
                      <a:pt x="2553" y="1075"/>
                      <a:pt x="2304" y="1125"/>
                      <a:pt x="2056" y="1174"/>
                    </a:cubicBezTo>
                    <a:cubicBezTo>
                      <a:pt x="1926" y="1196"/>
                      <a:pt x="1773" y="1242"/>
                      <a:pt x="1628" y="1242"/>
                    </a:cubicBezTo>
                    <a:cubicBezTo>
                      <a:pt x="1551" y="1242"/>
                      <a:pt x="1476" y="1229"/>
                      <a:pt x="1409" y="1191"/>
                    </a:cubicBezTo>
                    <a:cubicBezTo>
                      <a:pt x="1244" y="1100"/>
                      <a:pt x="1161" y="909"/>
                      <a:pt x="1144" y="727"/>
                    </a:cubicBezTo>
                    <a:cubicBezTo>
                      <a:pt x="1144" y="710"/>
                      <a:pt x="1136" y="694"/>
                      <a:pt x="1119" y="677"/>
                    </a:cubicBezTo>
                    <a:cubicBezTo>
                      <a:pt x="1210" y="478"/>
                      <a:pt x="1335" y="288"/>
                      <a:pt x="1326" y="56"/>
                    </a:cubicBezTo>
                    <a:cubicBezTo>
                      <a:pt x="1321" y="25"/>
                      <a:pt x="1290" y="0"/>
                      <a:pt x="12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3" name="Google Shape;5733;p17"/>
              <p:cNvSpPr/>
              <p:nvPr/>
            </p:nvSpPr>
            <p:spPr>
              <a:xfrm>
                <a:off x="2702225" y="4349375"/>
                <a:ext cx="33675" cy="48075"/>
              </a:xfrm>
              <a:custGeom>
                <a:rect b="b" l="l" r="r" t="t"/>
                <a:pathLst>
                  <a:path extrusionOk="0" h="1923" w="1347">
                    <a:moveTo>
                      <a:pt x="1201" y="0"/>
                    </a:moveTo>
                    <a:cubicBezTo>
                      <a:pt x="1184" y="0"/>
                      <a:pt x="1167" y="4"/>
                      <a:pt x="1152" y="14"/>
                    </a:cubicBezTo>
                    <a:cubicBezTo>
                      <a:pt x="994" y="96"/>
                      <a:pt x="870" y="270"/>
                      <a:pt x="754" y="411"/>
                    </a:cubicBezTo>
                    <a:cubicBezTo>
                      <a:pt x="638" y="552"/>
                      <a:pt x="539" y="718"/>
                      <a:pt x="439" y="875"/>
                    </a:cubicBezTo>
                    <a:cubicBezTo>
                      <a:pt x="348" y="1033"/>
                      <a:pt x="257" y="1190"/>
                      <a:pt x="174" y="1356"/>
                    </a:cubicBezTo>
                    <a:cubicBezTo>
                      <a:pt x="100" y="1522"/>
                      <a:pt x="25" y="1687"/>
                      <a:pt x="0" y="1878"/>
                    </a:cubicBezTo>
                    <a:cubicBezTo>
                      <a:pt x="0" y="1905"/>
                      <a:pt x="26" y="1923"/>
                      <a:pt x="51" y="1923"/>
                    </a:cubicBezTo>
                    <a:cubicBezTo>
                      <a:pt x="72" y="1923"/>
                      <a:pt x="92" y="1912"/>
                      <a:pt x="100" y="1886"/>
                    </a:cubicBezTo>
                    <a:cubicBezTo>
                      <a:pt x="174" y="1538"/>
                      <a:pt x="431" y="1256"/>
                      <a:pt x="630" y="966"/>
                    </a:cubicBezTo>
                    <a:cubicBezTo>
                      <a:pt x="721" y="826"/>
                      <a:pt x="829" y="685"/>
                      <a:pt x="936" y="552"/>
                    </a:cubicBezTo>
                    <a:cubicBezTo>
                      <a:pt x="1052" y="420"/>
                      <a:pt x="1193" y="295"/>
                      <a:pt x="1293" y="154"/>
                    </a:cubicBezTo>
                    <a:cubicBezTo>
                      <a:pt x="1347" y="80"/>
                      <a:pt x="1274" y="0"/>
                      <a:pt x="12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4" name="Google Shape;5734;p17"/>
              <p:cNvSpPr/>
              <p:nvPr/>
            </p:nvSpPr>
            <p:spPr>
              <a:xfrm>
                <a:off x="2719825" y="4366400"/>
                <a:ext cx="12250" cy="16725"/>
              </a:xfrm>
              <a:custGeom>
                <a:rect b="b" l="l" r="r" t="t"/>
                <a:pathLst>
                  <a:path extrusionOk="0" h="669" w="490">
                    <a:moveTo>
                      <a:pt x="383" y="0"/>
                    </a:moveTo>
                    <a:cubicBezTo>
                      <a:pt x="365" y="0"/>
                      <a:pt x="347" y="5"/>
                      <a:pt x="332" y="12"/>
                    </a:cubicBezTo>
                    <a:cubicBezTo>
                      <a:pt x="282" y="45"/>
                      <a:pt x="249" y="95"/>
                      <a:pt x="216" y="145"/>
                    </a:cubicBezTo>
                    <a:cubicBezTo>
                      <a:pt x="174" y="186"/>
                      <a:pt x="141" y="236"/>
                      <a:pt x="108" y="285"/>
                    </a:cubicBezTo>
                    <a:cubicBezTo>
                      <a:pt x="50" y="377"/>
                      <a:pt x="9" y="493"/>
                      <a:pt x="0" y="609"/>
                    </a:cubicBezTo>
                    <a:cubicBezTo>
                      <a:pt x="0" y="633"/>
                      <a:pt x="25" y="658"/>
                      <a:pt x="50" y="667"/>
                    </a:cubicBezTo>
                    <a:cubicBezTo>
                      <a:pt x="56" y="668"/>
                      <a:pt x="62" y="669"/>
                      <a:pt x="68" y="669"/>
                    </a:cubicBezTo>
                    <a:cubicBezTo>
                      <a:pt x="92" y="669"/>
                      <a:pt x="111" y="655"/>
                      <a:pt x="125" y="642"/>
                    </a:cubicBezTo>
                    <a:cubicBezTo>
                      <a:pt x="183" y="559"/>
                      <a:pt x="232" y="468"/>
                      <a:pt x="282" y="385"/>
                    </a:cubicBezTo>
                    <a:cubicBezTo>
                      <a:pt x="290" y="360"/>
                      <a:pt x="307" y="343"/>
                      <a:pt x="324" y="327"/>
                    </a:cubicBezTo>
                    <a:cubicBezTo>
                      <a:pt x="332" y="310"/>
                      <a:pt x="340" y="302"/>
                      <a:pt x="348" y="294"/>
                    </a:cubicBezTo>
                    <a:cubicBezTo>
                      <a:pt x="348" y="294"/>
                      <a:pt x="348" y="285"/>
                      <a:pt x="348" y="285"/>
                    </a:cubicBezTo>
                    <a:cubicBezTo>
                      <a:pt x="348" y="285"/>
                      <a:pt x="357" y="285"/>
                      <a:pt x="357" y="277"/>
                    </a:cubicBezTo>
                    <a:cubicBezTo>
                      <a:pt x="382" y="244"/>
                      <a:pt x="423" y="211"/>
                      <a:pt x="448" y="169"/>
                    </a:cubicBezTo>
                    <a:cubicBezTo>
                      <a:pt x="456" y="161"/>
                      <a:pt x="464" y="161"/>
                      <a:pt x="464" y="153"/>
                    </a:cubicBezTo>
                    <a:cubicBezTo>
                      <a:pt x="464" y="153"/>
                      <a:pt x="464" y="153"/>
                      <a:pt x="464" y="145"/>
                    </a:cubicBezTo>
                    <a:cubicBezTo>
                      <a:pt x="473" y="145"/>
                      <a:pt x="473" y="136"/>
                      <a:pt x="481" y="128"/>
                    </a:cubicBezTo>
                    <a:cubicBezTo>
                      <a:pt x="489" y="87"/>
                      <a:pt x="473" y="45"/>
                      <a:pt x="440" y="20"/>
                    </a:cubicBezTo>
                    <a:cubicBezTo>
                      <a:pt x="426" y="7"/>
                      <a:pt x="405" y="0"/>
                      <a:pt x="3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5" name="Google Shape;5735;p17"/>
              <p:cNvSpPr/>
              <p:nvPr/>
            </p:nvSpPr>
            <p:spPr>
              <a:xfrm>
                <a:off x="2729550" y="4371275"/>
                <a:ext cx="5225" cy="7450"/>
              </a:xfrm>
              <a:custGeom>
                <a:rect b="b" l="l" r="r" t="t"/>
                <a:pathLst>
                  <a:path extrusionOk="0" h="298" w="209">
                    <a:moveTo>
                      <a:pt x="175" y="1"/>
                    </a:moveTo>
                    <a:cubicBezTo>
                      <a:pt x="169" y="1"/>
                      <a:pt x="163" y="3"/>
                      <a:pt x="158" y="8"/>
                    </a:cubicBezTo>
                    <a:cubicBezTo>
                      <a:pt x="150" y="16"/>
                      <a:pt x="142" y="24"/>
                      <a:pt x="133" y="32"/>
                    </a:cubicBezTo>
                    <a:cubicBezTo>
                      <a:pt x="117" y="41"/>
                      <a:pt x="117" y="49"/>
                      <a:pt x="109" y="57"/>
                    </a:cubicBezTo>
                    <a:cubicBezTo>
                      <a:pt x="100" y="74"/>
                      <a:pt x="84" y="90"/>
                      <a:pt x="75" y="107"/>
                    </a:cubicBezTo>
                    <a:cubicBezTo>
                      <a:pt x="51" y="140"/>
                      <a:pt x="34" y="182"/>
                      <a:pt x="9" y="215"/>
                    </a:cubicBezTo>
                    <a:cubicBezTo>
                      <a:pt x="1" y="240"/>
                      <a:pt x="9" y="273"/>
                      <a:pt x="34" y="289"/>
                    </a:cubicBezTo>
                    <a:cubicBezTo>
                      <a:pt x="43" y="295"/>
                      <a:pt x="53" y="298"/>
                      <a:pt x="62" y="298"/>
                    </a:cubicBezTo>
                    <a:cubicBezTo>
                      <a:pt x="79" y="298"/>
                      <a:pt x="95" y="289"/>
                      <a:pt x="100" y="273"/>
                    </a:cubicBezTo>
                    <a:cubicBezTo>
                      <a:pt x="125" y="231"/>
                      <a:pt x="142" y="198"/>
                      <a:pt x="167" y="165"/>
                    </a:cubicBezTo>
                    <a:cubicBezTo>
                      <a:pt x="175" y="140"/>
                      <a:pt x="183" y="124"/>
                      <a:pt x="191" y="107"/>
                    </a:cubicBezTo>
                    <a:cubicBezTo>
                      <a:pt x="191" y="90"/>
                      <a:pt x="200" y="82"/>
                      <a:pt x="200" y="74"/>
                    </a:cubicBezTo>
                    <a:cubicBezTo>
                      <a:pt x="208" y="57"/>
                      <a:pt x="208" y="49"/>
                      <a:pt x="208" y="32"/>
                    </a:cubicBezTo>
                    <a:cubicBezTo>
                      <a:pt x="208" y="15"/>
                      <a:pt x="191" y="1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6" name="Google Shape;5736;p17"/>
              <p:cNvSpPr/>
              <p:nvPr/>
            </p:nvSpPr>
            <p:spPr>
              <a:xfrm>
                <a:off x="2752275" y="4243400"/>
                <a:ext cx="41975" cy="77325"/>
              </a:xfrm>
              <a:custGeom>
                <a:rect b="b" l="l" r="r" t="t"/>
                <a:pathLst>
                  <a:path extrusionOk="0" h="3093" w="1679">
                    <a:moveTo>
                      <a:pt x="1574" y="1"/>
                    </a:moveTo>
                    <a:cubicBezTo>
                      <a:pt x="1561" y="1"/>
                      <a:pt x="1548" y="4"/>
                      <a:pt x="1536" y="10"/>
                    </a:cubicBezTo>
                    <a:cubicBezTo>
                      <a:pt x="1445" y="68"/>
                      <a:pt x="1379" y="168"/>
                      <a:pt x="1312" y="251"/>
                    </a:cubicBezTo>
                    <a:cubicBezTo>
                      <a:pt x="1246" y="342"/>
                      <a:pt x="1188" y="441"/>
                      <a:pt x="1130" y="541"/>
                    </a:cubicBezTo>
                    <a:cubicBezTo>
                      <a:pt x="1022" y="731"/>
                      <a:pt x="940" y="938"/>
                      <a:pt x="873" y="1154"/>
                    </a:cubicBezTo>
                    <a:cubicBezTo>
                      <a:pt x="840" y="1262"/>
                      <a:pt x="824" y="1369"/>
                      <a:pt x="790" y="1477"/>
                    </a:cubicBezTo>
                    <a:cubicBezTo>
                      <a:pt x="757" y="1585"/>
                      <a:pt x="699" y="1676"/>
                      <a:pt x="625" y="1759"/>
                    </a:cubicBezTo>
                    <a:cubicBezTo>
                      <a:pt x="476" y="1924"/>
                      <a:pt x="351" y="2107"/>
                      <a:pt x="260" y="2306"/>
                    </a:cubicBezTo>
                    <a:cubicBezTo>
                      <a:pt x="202" y="2421"/>
                      <a:pt x="152" y="2537"/>
                      <a:pt x="111" y="2662"/>
                    </a:cubicBezTo>
                    <a:cubicBezTo>
                      <a:pt x="70" y="2778"/>
                      <a:pt x="45" y="2902"/>
                      <a:pt x="12" y="3026"/>
                    </a:cubicBezTo>
                    <a:cubicBezTo>
                      <a:pt x="1" y="3065"/>
                      <a:pt x="33" y="3092"/>
                      <a:pt x="63" y="3092"/>
                    </a:cubicBezTo>
                    <a:cubicBezTo>
                      <a:pt x="79" y="3092"/>
                      <a:pt x="94" y="3085"/>
                      <a:pt x="103" y="3068"/>
                    </a:cubicBezTo>
                    <a:cubicBezTo>
                      <a:pt x="194" y="2869"/>
                      <a:pt x="285" y="2662"/>
                      <a:pt x="393" y="2471"/>
                    </a:cubicBezTo>
                    <a:cubicBezTo>
                      <a:pt x="492" y="2272"/>
                      <a:pt x="608" y="2090"/>
                      <a:pt x="757" y="1924"/>
                    </a:cubicBezTo>
                    <a:cubicBezTo>
                      <a:pt x="832" y="1850"/>
                      <a:pt x="898" y="1775"/>
                      <a:pt x="948" y="1676"/>
                    </a:cubicBezTo>
                    <a:cubicBezTo>
                      <a:pt x="989" y="1576"/>
                      <a:pt x="1014" y="1469"/>
                      <a:pt x="1047" y="1353"/>
                    </a:cubicBezTo>
                    <a:cubicBezTo>
                      <a:pt x="1097" y="1146"/>
                      <a:pt x="1172" y="930"/>
                      <a:pt x="1271" y="740"/>
                    </a:cubicBezTo>
                    <a:cubicBezTo>
                      <a:pt x="1321" y="624"/>
                      <a:pt x="1387" y="524"/>
                      <a:pt x="1453" y="416"/>
                    </a:cubicBezTo>
                    <a:cubicBezTo>
                      <a:pt x="1520" y="317"/>
                      <a:pt x="1611" y="218"/>
                      <a:pt x="1652" y="102"/>
                    </a:cubicBezTo>
                    <a:cubicBezTo>
                      <a:pt x="1679" y="49"/>
                      <a:pt x="1626" y="1"/>
                      <a:pt x="15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7" name="Google Shape;5737;p17"/>
              <p:cNvSpPr/>
              <p:nvPr/>
            </p:nvSpPr>
            <p:spPr>
              <a:xfrm>
                <a:off x="2781750" y="4257275"/>
                <a:ext cx="8725" cy="14225"/>
              </a:xfrm>
              <a:custGeom>
                <a:rect b="b" l="l" r="r" t="t"/>
                <a:pathLst>
                  <a:path extrusionOk="0" h="569" w="349">
                    <a:moveTo>
                      <a:pt x="288" y="0"/>
                    </a:moveTo>
                    <a:cubicBezTo>
                      <a:pt x="283" y="0"/>
                      <a:pt x="279" y="1"/>
                      <a:pt x="274" y="2"/>
                    </a:cubicBezTo>
                    <a:cubicBezTo>
                      <a:pt x="216" y="19"/>
                      <a:pt x="191" y="69"/>
                      <a:pt x="175" y="118"/>
                    </a:cubicBezTo>
                    <a:cubicBezTo>
                      <a:pt x="150" y="160"/>
                      <a:pt x="133" y="201"/>
                      <a:pt x="117" y="243"/>
                    </a:cubicBezTo>
                    <a:cubicBezTo>
                      <a:pt x="75" y="325"/>
                      <a:pt x="51" y="417"/>
                      <a:pt x="9" y="499"/>
                    </a:cubicBezTo>
                    <a:cubicBezTo>
                      <a:pt x="1" y="524"/>
                      <a:pt x="17" y="557"/>
                      <a:pt x="42" y="566"/>
                    </a:cubicBezTo>
                    <a:cubicBezTo>
                      <a:pt x="48" y="568"/>
                      <a:pt x="55" y="569"/>
                      <a:pt x="61" y="569"/>
                    </a:cubicBezTo>
                    <a:cubicBezTo>
                      <a:pt x="79" y="569"/>
                      <a:pt x="96" y="559"/>
                      <a:pt x="109" y="541"/>
                    </a:cubicBezTo>
                    <a:cubicBezTo>
                      <a:pt x="150" y="466"/>
                      <a:pt x="200" y="392"/>
                      <a:pt x="241" y="309"/>
                    </a:cubicBezTo>
                    <a:cubicBezTo>
                      <a:pt x="266" y="267"/>
                      <a:pt x="283" y="234"/>
                      <a:pt x="299" y="193"/>
                    </a:cubicBezTo>
                    <a:cubicBezTo>
                      <a:pt x="316" y="168"/>
                      <a:pt x="324" y="151"/>
                      <a:pt x="332" y="127"/>
                    </a:cubicBezTo>
                    <a:cubicBezTo>
                      <a:pt x="341" y="102"/>
                      <a:pt x="349" y="60"/>
                      <a:pt x="341" y="44"/>
                    </a:cubicBezTo>
                    <a:cubicBezTo>
                      <a:pt x="334" y="16"/>
                      <a:pt x="310" y="0"/>
                      <a:pt x="2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8" name="Google Shape;5738;p17"/>
              <p:cNvSpPr/>
              <p:nvPr/>
            </p:nvSpPr>
            <p:spPr>
              <a:xfrm>
                <a:off x="2787350" y="4263075"/>
                <a:ext cx="5625" cy="8550"/>
              </a:xfrm>
              <a:custGeom>
                <a:rect b="b" l="l" r="r" t="t"/>
                <a:pathLst>
                  <a:path extrusionOk="0" h="342" w="225">
                    <a:moveTo>
                      <a:pt x="170" y="1"/>
                    </a:moveTo>
                    <a:cubicBezTo>
                      <a:pt x="136" y="1"/>
                      <a:pt x="115" y="30"/>
                      <a:pt x="100" y="52"/>
                    </a:cubicBezTo>
                    <a:cubicBezTo>
                      <a:pt x="83" y="77"/>
                      <a:pt x="67" y="93"/>
                      <a:pt x="59" y="118"/>
                    </a:cubicBezTo>
                    <a:cubicBezTo>
                      <a:pt x="34" y="168"/>
                      <a:pt x="17" y="218"/>
                      <a:pt x="9" y="267"/>
                    </a:cubicBezTo>
                    <a:cubicBezTo>
                      <a:pt x="1" y="301"/>
                      <a:pt x="17" y="334"/>
                      <a:pt x="50" y="342"/>
                    </a:cubicBezTo>
                    <a:cubicBezTo>
                      <a:pt x="75" y="342"/>
                      <a:pt x="108" y="334"/>
                      <a:pt x="117" y="301"/>
                    </a:cubicBezTo>
                    <a:cubicBezTo>
                      <a:pt x="117" y="276"/>
                      <a:pt x="125" y="251"/>
                      <a:pt x="133" y="234"/>
                    </a:cubicBezTo>
                    <a:cubicBezTo>
                      <a:pt x="141" y="226"/>
                      <a:pt x="141" y="218"/>
                      <a:pt x="141" y="218"/>
                    </a:cubicBezTo>
                    <a:cubicBezTo>
                      <a:pt x="141" y="218"/>
                      <a:pt x="141" y="209"/>
                      <a:pt x="141" y="209"/>
                    </a:cubicBezTo>
                    <a:cubicBezTo>
                      <a:pt x="150" y="201"/>
                      <a:pt x="158" y="185"/>
                      <a:pt x="158" y="176"/>
                    </a:cubicBezTo>
                    <a:cubicBezTo>
                      <a:pt x="175" y="151"/>
                      <a:pt x="183" y="135"/>
                      <a:pt x="191" y="118"/>
                    </a:cubicBezTo>
                    <a:cubicBezTo>
                      <a:pt x="208" y="85"/>
                      <a:pt x="224" y="60"/>
                      <a:pt x="216" y="27"/>
                    </a:cubicBezTo>
                    <a:cubicBezTo>
                      <a:pt x="208" y="11"/>
                      <a:pt x="199" y="2"/>
                      <a:pt x="183" y="2"/>
                    </a:cubicBezTo>
                    <a:cubicBezTo>
                      <a:pt x="178" y="1"/>
                      <a:pt x="174" y="1"/>
                      <a:pt x="1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9" name="Google Shape;5739;p17"/>
              <p:cNvSpPr/>
              <p:nvPr/>
            </p:nvSpPr>
            <p:spPr>
              <a:xfrm>
                <a:off x="2801600" y="4196250"/>
                <a:ext cx="14350" cy="31275"/>
              </a:xfrm>
              <a:custGeom>
                <a:rect b="b" l="l" r="r" t="t"/>
                <a:pathLst>
                  <a:path extrusionOk="0" h="1251" w="574">
                    <a:moveTo>
                      <a:pt x="469" y="1"/>
                    </a:moveTo>
                    <a:cubicBezTo>
                      <a:pt x="433" y="1"/>
                      <a:pt x="400" y="18"/>
                      <a:pt x="375" y="49"/>
                    </a:cubicBezTo>
                    <a:cubicBezTo>
                      <a:pt x="317" y="132"/>
                      <a:pt x="284" y="239"/>
                      <a:pt x="251" y="339"/>
                    </a:cubicBezTo>
                    <a:cubicBezTo>
                      <a:pt x="209" y="422"/>
                      <a:pt x="176" y="513"/>
                      <a:pt x="143" y="604"/>
                    </a:cubicBezTo>
                    <a:cubicBezTo>
                      <a:pt x="85" y="786"/>
                      <a:pt x="52" y="985"/>
                      <a:pt x="11" y="1176"/>
                    </a:cubicBezTo>
                    <a:cubicBezTo>
                      <a:pt x="0" y="1221"/>
                      <a:pt x="36" y="1251"/>
                      <a:pt x="71" y="1251"/>
                    </a:cubicBezTo>
                    <a:cubicBezTo>
                      <a:pt x="94" y="1251"/>
                      <a:pt x="117" y="1238"/>
                      <a:pt x="127" y="1209"/>
                    </a:cubicBezTo>
                    <a:cubicBezTo>
                      <a:pt x="176" y="1018"/>
                      <a:pt x="259" y="844"/>
                      <a:pt x="334" y="662"/>
                    </a:cubicBezTo>
                    <a:cubicBezTo>
                      <a:pt x="367" y="579"/>
                      <a:pt x="400" y="488"/>
                      <a:pt x="441" y="405"/>
                    </a:cubicBezTo>
                    <a:cubicBezTo>
                      <a:pt x="475" y="314"/>
                      <a:pt x="533" y="223"/>
                      <a:pt x="566" y="132"/>
                    </a:cubicBezTo>
                    <a:cubicBezTo>
                      <a:pt x="574" y="82"/>
                      <a:pt x="549" y="24"/>
                      <a:pt x="508" y="7"/>
                    </a:cubicBezTo>
                    <a:cubicBezTo>
                      <a:pt x="495" y="3"/>
                      <a:pt x="482" y="1"/>
                      <a:pt x="4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0" name="Google Shape;5740;p17"/>
              <p:cNvSpPr/>
              <p:nvPr/>
            </p:nvSpPr>
            <p:spPr>
              <a:xfrm>
                <a:off x="2795850" y="3865325"/>
                <a:ext cx="33150" cy="23125"/>
              </a:xfrm>
              <a:custGeom>
                <a:rect b="b" l="l" r="r" t="t"/>
                <a:pathLst>
                  <a:path extrusionOk="0" h="925" w="1326">
                    <a:moveTo>
                      <a:pt x="171" y="1"/>
                    </a:moveTo>
                    <a:cubicBezTo>
                      <a:pt x="126" y="1"/>
                      <a:pt x="82" y="9"/>
                      <a:pt x="42" y="29"/>
                    </a:cubicBezTo>
                    <a:cubicBezTo>
                      <a:pt x="0" y="46"/>
                      <a:pt x="0" y="112"/>
                      <a:pt x="42" y="128"/>
                    </a:cubicBezTo>
                    <a:cubicBezTo>
                      <a:pt x="141" y="178"/>
                      <a:pt x="257" y="186"/>
                      <a:pt x="365" y="228"/>
                    </a:cubicBezTo>
                    <a:cubicBezTo>
                      <a:pt x="473" y="286"/>
                      <a:pt x="572" y="352"/>
                      <a:pt x="655" y="427"/>
                    </a:cubicBezTo>
                    <a:cubicBezTo>
                      <a:pt x="746" y="510"/>
                      <a:pt x="837" y="592"/>
                      <a:pt x="920" y="684"/>
                    </a:cubicBezTo>
                    <a:cubicBezTo>
                      <a:pt x="978" y="733"/>
                      <a:pt x="1028" y="783"/>
                      <a:pt x="1086" y="833"/>
                    </a:cubicBezTo>
                    <a:cubicBezTo>
                      <a:pt x="1132" y="871"/>
                      <a:pt x="1186" y="925"/>
                      <a:pt x="1254" y="925"/>
                    </a:cubicBezTo>
                    <a:cubicBezTo>
                      <a:pt x="1258" y="925"/>
                      <a:pt x="1263" y="924"/>
                      <a:pt x="1268" y="924"/>
                    </a:cubicBezTo>
                    <a:cubicBezTo>
                      <a:pt x="1293" y="924"/>
                      <a:pt x="1318" y="907"/>
                      <a:pt x="1318" y="874"/>
                    </a:cubicBezTo>
                    <a:cubicBezTo>
                      <a:pt x="1326" y="800"/>
                      <a:pt x="1268" y="742"/>
                      <a:pt x="1218" y="692"/>
                    </a:cubicBezTo>
                    <a:cubicBezTo>
                      <a:pt x="1168" y="634"/>
                      <a:pt x="1102" y="576"/>
                      <a:pt x="1044" y="518"/>
                    </a:cubicBezTo>
                    <a:cubicBezTo>
                      <a:pt x="953" y="427"/>
                      <a:pt x="854" y="336"/>
                      <a:pt x="746" y="253"/>
                    </a:cubicBezTo>
                    <a:cubicBezTo>
                      <a:pt x="638" y="178"/>
                      <a:pt x="531" y="112"/>
                      <a:pt x="415" y="62"/>
                    </a:cubicBezTo>
                    <a:cubicBezTo>
                      <a:pt x="344" y="30"/>
                      <a:pt x="256" y="1"/>
                      <a:pt x="1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1" name="Google Shape;5741;p17"/>
              <p:cNvSpPr/>
              <p:nvPr/>
            </p:nvSpPr>
            <p:spPr>
              <a:xfrm>
                <a:off x="2953400" y="3843900"/>
                <a:ext cx="16050" cy="33425"/>
              </a:xfrm>
              <a:custGeom>
                <a:rect b="b" l="l" r="r" t="t"/>
                <a:pathLst>
                  <a:path extrusionOk="0" h="1337" w="642">
                    <a:moveTo>
                      <a:pt x="64" y="0"/>
                    </a:moveTo>
                    <a:cubicBezTo>
                      <a:pt x="33" y="0"/>
                      <a:pt x="1" y="27"/>
                      <a:pt x="12" y="66"/>
                    </a:cubicBezTo>
                    <a:cubicBezTo>
                      <a:pt x="45" y="173"/>
                      <a:pt x="61" y="289"/>
                      <a:pt x="103" y="397"/>
                    </a:cubicBezTo>
                    <a:cubicBezTo>
                      <a:pt x="136" y="505"/>
                      <a:pt x="177" y="604"/>
                      <a:pt x="219" y="712"/>
                    </a:cubicBezTo>
                    <a:cubicBezTo>
                      <a:pt x="302" y="911"/>
                      <a:pt x="368" y="1118"/>
                      <a:pt x="459" y="1309"/>
                    </a:cubicBezTo>
                    <a:cubicBezTo>
                      <a:pt x="469" y="1329"/>
                      <a:pt x="485" y="1337"/>
                      <a:pt x="501" y="1337"/>
                    </a:cubicBezTo>
                    <a:cubicBezTo>
                      <a:pt x="524" y="1337"/>
                      <a:pt x="549" y="1320"/>
                      <a:pt x="559" y="1300"/>
                    </a:cubicBezTo>
                    <a:cubicBezTo>
                      <a:pt x="641" y="1085"/>
                      <a:pt x="501" y="853"/>
                      <a:pt x="418" y="654"/>
                    </a:cubicBezTo>
                    <a:cubicBezTo>
                      <a:pt x="376" y="555"/>
                      <a:pt x="327" y="447"/>
                      <a:pt x="285" y="347"/>
                    </a:cubicBezTo>
                    <a:cubicBezTo>
                      <a:pt x="227" y="231"/>
                      <a:pt x="161" y="132"/>
                      <a:pt x="103" y="24"/>
                    </a:cubicBezTo>
                    <a:cubicBezTo>
                      <a:pt x="94" y="7"/>
                      <a:pt x="79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2" name="Google Shape;5742;p17"/>
              <p:cNvSpPr/>
              <p:nvPr/>
            </p:nvSpPr>
            <p:spPr>
              <a:xfrm>
                <a:off x="2967775" y="3892825"/>
                <a:ext cx="3950" cy="8550"/>
              </a:xfrm>
              <a:custGeom>
                <a:rect b="b" l="l" r="r" t="t"/>
                <a:pathLst>
                  <a:path extrusionOk="0" h="342" w="158">
                    <a:moveTo>
                      <a:pt x="61" y="1"/>
                    </a:moveTo>
                    <a:cubicBezTo>
                      <a:pt x="53" y="1"/>
                      <a:pt x="44" y="3"/>
                      <a:pt x="33" y="6"/>
                    </a:cubicBezTo>
                    <a:cubicBezTo>
                      <a:pt x="25" y="14"/>
                      <a:pt x="8" y="23"/>
                      <a:pt x="8" y="39"/>
                    </a:cubicBezTo>
                    <a:cubicBezTo>
                      <a:pt x="0" y="56"/>
                      <a:pt x="0" y="72"/>
                      <a:pt x="8" y="97"/>
                    </a:cubicBezTo>
                    <a:cubicBezTo>
                      <a:pt x="8" y="97"/>
                      <a:pt x="8" y="97"/>
                      <a:pt x="8" y="106"/>
                    </a:cubicBezTo>
                    <a:cubicBezTo>
                      <a:pt x="8" y="106"/>
                      <a:pt x="17" y="114"/>
                      <a:pt x="17" y="114"/>
                    </a:cubicBezTo>
                    <a:cubicBezTo>
                      <a:pt x="17" y="122"/>
                      <a:pt x="25" y="130"/>
                      <a:pt x="25" y="147"/>
                    </a:cubicBezTo>
                    <a:cubicBezTo>
                      <a:pt x="33" y="164"/>
                      <a:pt x="33" y="188"/>
                      <a:pt x="42" y="205"/>
                    </a:cubicBezTo>
                    <a:cubicBezTo>
                      <a:pt x="50" y="222"/>
                      <a:pt x="50" y="246"/>
                      <a:pt x="58" y="263"/>
                    </a:cubicBezTo>
                    <a:cubicBezTo>
                      <a:pt x="58" y="288"/>
                      <a:pt x="66" y="304"/>
                      <a:pt x="75" y="329"/>
                    </a:cubicBezTo>
                    <a:cubicBezTo>
                      <a:pt x="83" y="338"/>
                      <a:pt x="93" y="342"/>
                      <a:pt x="104" y="342"/>
                    </a:cubicBezTo>
                    <a:cubicBezTo>
                      <a:pt x="114" y="342"/>
                      <a:pt x="124" y="338"/>
                      <a:pt x="133" y="329"/>
                    </a:cubicBezTo>
                    <a:cubicBezTo>
                      <a:pt x="149" y="304"/>
                      <a:pt x="149" y="280"/>
                      <a:pt x="149" y="255"/>
                    </a:cubicBezTo>
                    <a:cubicBezTo>
                      <a:pt x="158" y="230"/>
                      <a:pt x="158" y="205"/>
                      <a:pt x="158" y="188"/>
                    </a:cubicBezTo>
                    <a:cubicBezTo>
                      <a:pt x="158" y="139"/>
                      <a:pt x="141" y="89"/>
                      <a:pt x="116" y="48"/>
                    </a:cubicBezTo>
                    <a:cubicBezTo>
                      <a:pt x="116" y="31"/>
                      <a:pt x="108" y="23"/>
                      <a:pt x="91" y="14"/>
                    </a:cubicBezTo>
                    <a:cubicBezTo>
                      <a:pt x="82" y="5"/>
                      <a:pt x="72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3" name="Google Shape;5743;p17"/>
              <p:cNvSpPr/>
              <p:nvPr/>
            </p:nvSpPr>
            <p:spPr>
              <a:xfrm>
                <a:off x="2971500" y="3904150"/>
                <a:ext cx="2925" cy="7425"/>
              </a:xfrm>
              <a:custGeom>
                <a:rect b="b" l="l" r="r" t="t"/>
                <a:pathLst>
                  <a:path extrusionOk="0" h="297" w="117">
                    <a:moveTo>
                      <a:pt x="58" y="1"/>
                    </a:moveTo>
                    <a:cubicBezTo>
                      <a:pt x="25" y="1"/>
                      <a:pt x="0" y="25"/>
                      <a:pt x="0" y="59"/>
                    </a:cubicBezTo>
                    <a:lnTo>
                      <a:pt x="0" y="175"/>
                    </a:lnTo>
                    <a:cubicBezTo>
                      <a:pt x="0" y="183"/>
                      <a:pt x="0" y="199"/>
                      <a:pt x="0" y="208"/>
                    </a:cubicBezTo>
                    <a:cubicBezTo>
                      <a:pt x="9" y="216"/>
                      <a:pt x="9" y="224"/>
                      <a:pt x="9" y="233"/>
                    </a:cubicBezTo>
                    <a:cubicBezTo>
                      <a:pt x="17" y="257"/>
                      <a:pt x="25" y="282"/>
                      <a:pt x="42" y="291"/>
                    </a:cubicBezTo>
                    <a:cubicBezTo>
                      <a:pt x="46" y="295"/>
                      <a:pt x="52" y="297"/>
                      <a:pt x="57" y="297"/>
                    </a:cubicBezTo>
                    <a:cubicBezTo>
                      <a:pt x="62" y="297"/>
                      <a:pt x="67" y="295"/>
                      <a:pt x="67" y="291"/>
                    </a:cubicBezTo>
                    <a:cubicBezTo>
                      <a:pt x="91" y="282"/>
                      <a:pt x="100" y="257"/>
                      <a:pt x="100" y="233"/>
                    </a:cubicBezTo>
                    <a:cubicBezTo>
                      <a:pt x="108" y="224"/>
                      <a:pt x="108" y="216"/>
                      <a:pt x="108" y="208"/>
                    </a:cubicBezTo>
                    <a:cubicBezTo>
                      <a:pt x="116" y="199"/>
                      <a:pt x="116" y="183"/>
                      <a:pt x="116" y="175"/>
                    </a:cubicBezTo>
                    <a:lnTo>
                      <a:pt x="116" y="59"/>
                    </a:lnTo>
                    <a:cubicBezTo>
                      <a:pt x="116" y="34"/>
                      <a:pt x="91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4" name="Google Shape;5744;p17"/>
              <p:cNvSpPr/>
              <p:nvPr/>
            </p:nvSpPr>
            <p:spPr>
              <a:xfrm>
                <a:off x="2677775" y="4424525"/>
                <a:ext cx="20525" cy="36350"/>
              </a:xfrm>
              <a:custGeom>
                <a:rect b="b" l="l" r="r" t="t"/>
                <a:pathLst>
                  <a:path extrusionOk="0" h="1454" w="821">
                    <a:moveTo>
                      <a:pt x="722" y="0"/>
                    </a:moveTo>
                    <a:cubicBezTo>
                      <a:pt x="700" y="0"/>
                      <a:pt x="673" y="14"/>
                      <a:pt x="655" y="32"/>
                    </a:cubicBezTo>
                    <a:cubicBezTo>
                      <a:pt x="572" y="123"/>
                      <a:pt x="514" y="247"/>
                      <a:pt x="456" y="363"/>
                    </a:cubicBezTo>
                    <a:cubicBezTo>
                      <a:pt x="407" y="471"/>
                      <a:pt x="349" y="579"/>
                      <a:pt x="299" y="686"/>
                    </a:cubicBezTo>
                    <a:cubicBezTo>
                      <a:pt x="257" y="794"/>
                      <a:pt x="216" y="910"/>
                      <a:pt x="175" y="1026"/>
                    </a:cubicBezTo>
                    <a:cubicBezTo>
                      <a:pt x="133" y="1142"/>
                      <a:pt x="92" y="1258"/>
                      <a:pt x="25" y="1366"/>
                    </a:cubicBezTo>
                    <a:cubicBezTo>
                      <a:pt x="1" y="1403"/>
                      <a:pt x="40" y="1453"/>
                      <a:pt x="79" y="1453"/>
                    </a:cubicBezTo>
                    <a:cubicBezTo>
                      <a:pt x="92" y="1453"/>
                      <a:pt x="106" y="1447"/>
                      <a:pt x="117" y="1432"/>
                    </a:cubicBezTo>
                    <a:cubicBezTo>
                      <a:pt x="274" y="1250"/>
                      <a:pt x="357" y="1009"/>
                      <a:pt x="464" y="794"/>
                    </a:cubicBezTo>
                    <a:cubicBezTo>
                      <a:pt x="514" y="678"/>
                      <a:pt x="572" y="570"/>
                      <a:pt x="630" y="454"/>
                    </a:cubicBezTo>
                    <a:cubicBezTo>
                      <a:pt x="688" y="347"/>
                      <a:pt x="771" y="239"/>
                      <a:pt x="812" y="115"/>
                    </a:cubicBezTo>
                    <a:cubicBezTo>
                      <a:pt x="821" y="90"/>
                      <a:pt x="812" y="48"/>
                      <a:pt x="788" y="24"/>
                    </a:cubicBezTo>
                    <a:lnTo>
                      <a:pt x="788" y="32"/>
                    </a:lnTo>
                    <a:cubicBezTo>
                      <a:pt x="771" y="15"/>
                      <a:pt x="763" y="7"/>
                      <a:pt x="746" y="7"/>
                    </a:cubicBezTo>
                    <a:cubicBezTo>
                      <a:pt x="739" y="2"/>
                      <a:pt x="731" y="0"/>
                      <a:pt x="7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5" name="Google Shape;5745;p17"/>
              <p:cNvSpPr/>
              <p:nvPr/>
            </p:nvSpPr>
            <p:spPr>
              <a:xfrm>
                <a:off x="2690575" y="4437400"/>
                <a:ext cx="7250" cy="13825"/>
              </a:xfrm>
              <a:custGeom>
                <a:rect b="b" l="l" r="r" t="t"/>
                <a:pathLst>
                  <a:path extrusionOk="0" h="553" w="290">
                    <a:moveTo>
                      <a:pt x="244" y="0"/>
                    </a:moveTo>
                    <a:cubicBezTo>
                      <a:pt x="234" y="0"/>
                      <a:pt x="225" y="4"/>
                      <a:pt x="218" y="14"/>
                    </a:cubicBezTo>
                    <a:lnTo>
                      <a:pt x="218" y="6"/>
                    </a:lnTo>
                    <a:cubicBezTo>
                      <a:pt x="184" y="47"/>
                      <a:pt x="168" y="80"/>
                      <a:pt x="151" y="122"/>
                    </a:cubicBezTo>
                    <a:cubicBezTo>
                      <a:pt x="126" y="163"/>
                      <a:pt x="110" y="204"/>
                      <a:pt x="93" y="246"/>
                    </a:cubicBezTo>
                    <a:cubicBezTo>
                      <a:pt x="60" y="329"/>
                      <a:pt x="35" y="412"/>
                      <a:pt x="10" y="494"/>
                    </a:cubicBezTo>
                    <a:cubicBezTo>
                      <a:pt x="1" y="529"/>
                      <a:pt x="30" y="552"/>
                      <a:pt x="58" y="552"/>
                    </a:cubicBezTo>
                    <a:cubicBezTo>
                      <a:pt x="77" y="552"/>
                      <a:pt x="95" y="542"/>
                      <a:pt x="102" y="519"/>
                    </a:cubicBezTo>
                    <a:cubicBezTo>
                      <a:pt x="126" y="445"/>
                      <a:pt x="151" y="362"/>
                      <a:pt x="184" y="287"/>
                    </a:cubicBezTo>
                    <a:cubicBezTo>
                      <a:pt x="201" y="246"/>
                      <a:pt x="218" y="213"/>
                      <a:pt x="234" y="171"/>
                    </a:cubicBezTo>
                    <a:cubicBezTo>
                      <a:pt x="251" y="130"/>
                      <a:pt x="276" y="97"/>
                      <a:pt x="284" y="47"/>
                    </a:cubicBezTo>
                    <a:cubicBezTo>
                      <a:pt x="290" y="24"/>
                      <a:pt x="267" y="0"/>
                      <a:pt x="2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6" name="Google Shape;5746;p17"/>
              <p:cNvSpPr/>
              <p:nvPr/>
            </p:nvSpPr>
            <p:spPr>
              <a:xfrm>
                <a:off x="2699575" y="4432400"/>
                <a:ext cx="8600" cy="17400"/>
              </a:xfrm>
              <a:custGeom>
                <a:rect b="b" l="l" r="r" t="t"/>
                <a:pathLst>
                  <a:path extrusionOk="0" h="696" w="344">
                    <a:moveTo>
                      <a:pt x="310" y="1"/>
                    </a:moveTo>
                    <a:cubicBezTo>
                      <a:pt x="298" y="1"/>
                      <a:pt x="287" y="5"/>
                      <a:pt x="280" y="15"/>
                    </a:cubicBezTo>
                    <a:cubicBezTo>
                      <a:pt x="255" y="65"/>
                      <a:pt x="239" y="114"/>
                      <a:pt x="214" y="172"/>
                    </a:cubicBezTo>
                    <a:cubicBezTo>
                      <a:pt x="197" y="222"/>
                      <a:pt x="172" y="272"/>
                      <a:pt x="156" y="322"/>
                    </a:cubicBezTo>
                    <a:cubicBezTo>
                      <a:pt x="114" y="421"/>
                      <a:pt x="73" y="520"/>
                      <a:pt x="23" y="620"/>
                    </a:cubicBezTo>
                    <a:cubicBezTo>
                      <a:pt x="1" y="660"/>
                      <a:pt x="36" y="695"/>
                      <a:pt x="72" y="695"/>
                    </a:cubicBezTo>
                    <a:cubicBezTo>
                      <a:pt x="88" y="695"/>
                      <a:pt x="104" y="688"/>
                      <a:pt x="114" y="670"/>
                    </a:cubicBezTo>
                    <a:cubicBezTo>
                      <a:pt x="164" y="570"/>
                      <a:pt x="214" y="471"/>
                      <a:pt x="255" y="363"/>
                    </a:cubicBezTo>
                    <a:cubicBezTo>
                      <a:pt x="280" y="305"/>
                      <a:pt x="288" y="247"/>
                      <a:pt x="305" y="197"/>
                    </a:cubicBezTo>
                    <a:cubicBezTo>
                      <a:pt x="322" y="139"/>
                      <a:pt x="338" y="90"/>
                      <a:pt x="338" y="32"/>
                    </a:cubicBezTo>
                    <a:cubicBezTo>
                      <a:pt x="343" y="12"/>
                      <a:pt x="327" y="1"/>
                      <a:pt x="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7" name="Google Shape;5747;p17"/>
              <p:cNvSpPr/>
              <p:nvPr/>
            </p:nvSpPr>
            <p:spPr>
              <a:xfrm>
                <a:off x="2708650" y="4433500"/>
                <a:ext cx="7825" cy="14700"/>
              </a:xfrm>
              <a:custGeom>
                <a:rect b="b" l="l" r="r" t="t"/>
                <a:pathLst>
                  <a:path extrusionOk="0" h="588" w="313">
                    <a:moveTo>
                      <a:pt x="277" y="1"/>
                    </a:moveTo>
                    <a:cubicBezTo>
                      <a:pt x="267" y="1"/>
                      <a:pt x="257" y="4"/>
                      <a:pt x="249" y="12"/>
                    </a:cubicBezTo>
                    <a:cubicBezTo>
                      <a:pt x="199" y="87"/>
                      <a:pt x="166" y="178"/>
                      <a:pt x="124" y="261"/>
                    </a:cubicBezTo>
                    <a:cubicBezTo>
                      <a:pt x="83" y="344"/>
                      <a:pt x="50" y="435"/>
                      <a:pt x="8" y="518"/>
                    </a:cubicBezTo>
                    <a:cubicBezTo>
                      <a:pt x="0" y="543"/>
                      <a:pt x="0" y="568"/>
                      <a:pt x="25" y="584"/>
                    </a:cubicBezTo>
                    <a:cubicBezTo>
                      <a:pt x="32" y="586"/>
                      <a:pt x="39" y="587"/>
                      <a:pt x="46" y="587"/>
                    </a:cubicBezTo>
                    <a:cubicBezTo>
                      <a:pt x="66" y="587"/>
                      <a:pt x="85" y="580"/>
                      <a:pt x="91" y="568"/>
                    </a:cubicBezTo>
                    <a:cubicBezTo>
                      <a:pt x="133" y="476"/>
                      <a:pt x="166" y="394"/>
                      <a:pt x="207" y="302"/>
                    </a:cubicBezTo>
                    <a:cubicBezTo>
                      <a:pt x="240" y="220"/>
                      <a:pt x="290" y="128"/>
                      <a:pt x="307" y="37"/>
                    </a:cubicBezTo>
                    <a:cubicBezTo>
                      <a:pt x="312" y="15"/>
                      <a:pt x="296" y="1"/>
                      <a:pt x="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8" name="Google Shape;5748;p17"/>
              <p:cNvSpPr/>
              <p:nvPr/>
            </p:nvSpPr>
            <p:spPr>
              <a:xfrm>
                <a:off x="2634275" y="4658350"/>
                <a:ext cx="8925" cy="27850"/>
              </a:xfrm>
              <a:custGeom>
                <a:rect b="b" l="l" r="r" t="t"/>
                <a:pathLst>
                  <a:path extrusionOk="0" h="1114" w="357">
                    <a:moveTo>
                      <a:pt x="85" y="1"/>
                    </a:moveTo>
                    <a:cubicBezTo>
                      <a:pt x="63" y="1"/>
                      <a:pt x="42" y="13"/>
                      <a:pt x="34" y="41"/>
                    </a:cubicBezTo>
                    <a:cubicBezTo>
                      <a:pt x="1" y="141"/>
                      <a:pt x="9" y="249"/>
                      <a:pt x="9" y="356"/>
                    </a:cubicBezTo>
                    <a:cubicBezTo>
                      <a:pt x="17" y="464"/>
                      <a:pt x="25" y="580"/>
                      <a:pt x="34" y="688"/>
                    </a:cubicBezTo>
                    <a:cubicBezTo>
                      <a:pt x="42" y="779"/>
                      <a:pt x="50" y="878"/>
                      <a:pt x="83" y="961"/>
                    </a:cubicBezTo>
                    <a:cubicBezTo>
                      <a:pt x="110" y="1027"/>
                      <a:pt x="172" y="1113"/>
                      <a:pt x="247" y="1113"/>
                    </a:cubicBezTo>
                    <a:cubicBezTo>
                      <a:pt x="266" y="1113"/>
                      <a:pt x="287" y="1107"/>
                      <a:pt x="307" y="1094"/>
                    </a:cubicBezTo>
                    <a:cubicBezTo>
                      <a:pt x="340" y="1077"/>
                      <a:pt x="357" y="1036"/>
                      <a:pt x="349" y="1002"/>
                    </a:cubicBezTo>
                    <a:cubicBezTo>
                      <a:pt x="340" y="969"/>
                      <a:pt x="307" y="936"/>
                      <a:pt x="299" y="920"/>
                    </a:cubicBezTo>
                    <a:cubicBezTo>
                      <a:pt x="282" y="903"/>
                      <a:pt x="282" y="886"/>
                      <a:pt x="274" y="853"/>
                    </a:cubicBezTo>
                    <a:cubicBezTo>
                      <a:pt x="249" y="771"/>
                      <a:pt x="241" y="688"/>
                      <a:pt x="233" y="605"/>
                    </a:cubicBezTo>
                    <a:cubicBezTo>
                      <a:pt x="216" y="505"/>
                      <a:pt x="208" y="414"/>
                      <a:pt x="191" y="323"/>
                    </a:cubicBezTo>
                    <a:cubicBezTo>
                      <a:pt x="183" y="224"/>
                      <a:pt x="175" y="133"/>
                      <a:pt x="141" y="41"/>
                    </a:cubicBezTo>
                    <a:cubicBezTo>
                      <a:pt x="133" y="16"/>
                      <a:pt x="10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9" name="Google Shape;5749;p17"/>
              <p:cNvSpPr/>
              <p:nvPr/>
            </p:nvSpPr>
            <p:spPr>
              <a:xfrm>
                <a:off x="2642150" y="4660825"/>
                <a:ext cx="6025" cy="17300"/>
              </a:xfrm>
              <a:custGeom>
                <a:rect b="b" l="l" r="r" t="t"/>
                <a:pathLst>
                  <a:path extrusionOk="0" h="692" w="241">
                    <a:moveTo>
                      <a:pt x="67" y="0"/>
                    </a:moveTo>
                    <a:cubicBezTo>
                      <a:pt x="34" y="0"/>
                      <a:pt x="0" y="25"/>
                      <a:pt x="0" y="58"/>
                    </a:cubicBezTo>
                    <a:cubicBezTo>
                      <a:pt x="9" y="166"/>
                      <a:pt x="25" y="274"/>
                      <a:pt x="50" y="382"/>
                    </a:cubicBezTo>
                    <a:cubicBezTo>
                      <a:pt x="67" y="431"/>
                      <a:pt x="83" y="489"/>
                      <a:pt x="100" y="539"/>
                    </a:cubicBezTo>
                    <a:cubicBezTo>
                      <a:pt x="125" y="589"/>
                      <a:pt x="141" y="638"/>
                      <a:pt x="183" y="680"/>
                    </a:cubicBezTo>
                    <a:cubicBezTo>
                      <a:pt x="191" y="688"/>
                      <a:pt x="200" y="692"/>
                      <a:pt x="209" y="692"/>
                    </a:cubicBezTo>
                    <a:cubicBezTo>
                      <a:pt x="226" y="692"/>
                      <a:pt x="241" y="677"/>
                      <a:pt x="241" y="655"/>
                    </a:cubicBezTo>
                    <a:cubicBezTo>
                      <a:pt x="241" y="605"/>
                      <a:pt x="224" y="556"/>
                      <a:pt x="216" y="506"/>
                    </a:cubicBezTo>
                    <a:cubicBezTo>
                      <a:pt x="199" y="456"/>
                      <a:pt x="191" y="406"/>
                      <a:pt x="174" y="357"/>
                    </a:cubicBezTo>
                    <a:cubicBezTo>
                      <a:pt x="150" y="257"/>
                      <a:pt x="133" y="158"/>
                      <a:pt x="125" y="58"/>
                    </a:cubicBezTo>
                    <a:cubicBezTo>
                      <a:pt x="125" y="25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0" name="Google Shape;5750;p17"/>
              <p:cNvSpPr/>
              <p:nvPr/>
            </p:nvSpPr>
            <p:spPr>
              <a:xfrm>
                <a:off x="2951000" y="4020275"/>
                <a:ext cx="5200" cy="11325"/>
              </a:xfrm>
              <a:custGeom>
                <a:rect b="b" l="l" r="r" t="t"/>
                <a:pathLst>
                  <a:path extrusionOk="0" h="453" w="208">
                    <a:moveTo>
                      <a:pt x="48" y="0"/>
                    </a:moveTo>
                    <a:cubicBezTo>
                      <a:pt x="23" y="0"/>
                      <a:pt x="0" y="17"/>
                      <a:pt x="0" y="45"/>
                    </a:cubicBezTo>
                    <a:cubicBezTo>
                      <a:pt x="0" y="62"/>
                      <a:pt x="8" y="78"/>
                      <a:pt x="8" y="95"/>
                    </a:cubicBezTo>
                    <a:cubicBezTo>
                      <a:pt x="8" y="111"/>
                      <a:pt x="17" y="120"/>
                      <a:pt x="17" y="136"/>
                    </a:cubicBezTo>
                    <a:cubicBezTo>
                      <a:pt x="25" y="169"/>
                      <a:pt x="33" y="194"/>
                      <a:pt x="42" y="227"/>
                    </a:cubicBezTo>
                    <a:cubicBezTo>
                      <a:pt x="42" y="244"/>
                      <a:pt x="42" y="261"/>
                      <a:pt x="50" y="277"/>
                    </a:cubicBezTo>
                    <a:cubicBezTo>
                      <a:pt x="50" y="277"/>
                      <a:pt x="50" y="285"/>
                      <a:pt x="50" y="294"/>
                    </a:cubicBezTo>
                    <a:cubicBezTo>
                      <a:pt x="50" y="294"/>
                      <a:pt x="50" y="302"/>
                      <a:pt x="50" y="310"/>
                    </a:cubicBezTo>
                    <a:cubicBezTo>
                      <a:pt x="58" y="343"/>
                      <a:pt x="50" y="393"/>
                      <a:pt x="75" y="418"/>
                    </a:cubicBezTo>
                    <a:cubicBezTo>
                      <a:pt x="88" y="440"/>
                      <a:pt x="112" y="452"/>
                      <a:pt x="136" y="452"/>
                    </a:cubicBezTo>
                    <a:cubicBezTo>
                      <a:pt x="157" y="452"/>
                      <a:pt x="179" y="442"/>
                      <a:pt x="191" y="418"/>
                    </a:cubicBezTo>
                    <a:cubicBezTo>
                      <a:pt x="207" y="385"/>
                      <a:pt x="199" y="335"/>
                      <a:pt x="191" y="294"/>
                    </a:cubicBezTo>
                    <a:cubicBezTo>
                      <a:pt x="191" y="261"/>
                      <a:pt x="182" y="227"/>
                      <a:pt x="174" y="194"/>
                    </a:cubicBezTo>
                    <a:cubicBezTo>
                      <a:pt x="166" y="161"/>
                      <a:pt x="149" y="128"/>
                      <a:pt x="141" y="95"/>
                    </a:cubicBezTo>
                    <a:cubicBezTo>
                      <a:pt x="124" y="62"/>
                      <a:pt x="108" y="37"/>
                      <a:pt x="83" y="12"/>
                    </a:cubicBezTo>
                    <a:cubicBezTo>
                      <a:pt x="72" y="4"/>
                      <a:pt x="60" y="0"/>
                      <a:pt x="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1" name="Google Shape;5751;p17"/>
              <p:cNvSpPr/>
              <p:nvPr/>
            </p:nvSpPr>
            <p:spPr>
              <a:xfrm>
                <a:off x="2955950" y="4020925"/>
                <a:ext cx="2925" cy="7900"/>
              </a:xfrm>
              <a:custGeom>
                <a:rect b="b" l="l" r="r" t="t"/>
                <a:pathLst>
                  <a:path extrusionOk="0" h="316" w="117">
                    <a:moveTo>
                      <a:pt x="44" y="0"/>
                    </a:moveTo>
                    <a:cubicBezTo>
                      <a:pt x="40" y="0"/>
                      <a:pt x="37" y="1"/>
                      <a:pt x="34" y="3"/>
                    </a:cubicBezTo>
                    <a:cubicBezTo>
                      <a:pt x="9" y="11"/>
                      <a:pt x="1" y="36"/>
                      <a:pt x="1" y="61"/>
                    </a:cubicBezTo>
                    <a:lnTo>
                      <a:pt x="26" y="185"/>
                    </a:lnTo>
                    <a:cubicBezTo>
                      <a:pt x="26" y="210"/>
                      <a:pt x="26" y="226"/>
                      <a:pt x="34" y="251"/>
                    </a:cubicBezTo>
                    <a:cubicBezTo>
                      <a:pt x="42" y="276"/>
                      <a:pt x="51" y="301"/>
                      <a:pt x="75" y="309"/>
                    </a:cubicBezTo>
                    <a:cubicBezTo>
                      <a:pt x="80" y="313"/>
                      <a:pt x="84" y="315"/>
                      <a:pt x="88" y="315"/>
                    </a:cubicBezTo>
                    <a:cubicBezTo>
                      <a:pt x="92" y="315"/>
                      <a:pt x="96" y="313"/>
                      <a:pt x="100" y="309"/>
                    </a:cubicBezTo>
                    <a:cubicBezTo>
                      <a:pt x="117" y="301"/>
                      <a:pt x="117" y="284"/>
                      <a:pt x="117" y="268"/>
                    </a:cubicBezTo>
                    <a:lnTo>
                      <a:pt x="117" y="235"/>
                    </a:lnTo>
                    <a:cubicBezTo>
                      <a:pt x="117" y="218"/>
                      <a:pt x="109" y="193"/>
                      <a:pt x="109" y="168"/>
                    </a:cubicBezTo>
                    <a:cubicBezTo>
                      <a:pt x="100" y="119"/>
                      <a:pt x="92" y="77"/>
                      <a:pt x="84" y="36"/>
                    </a:cubicBezTo>
                    <a:cubicBezTo>
                      <a:pt x="77" y="15"/>
                      <a:pt x="59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2" name="Google Shape;5752;p17"/>
              <p:cNvSpPr/>
              <p:nvPr/>
            </p:nvSpPr>
            <p:spPr>
              <a:xfrm>
                <a:off x="2963825" y="4019275"/>
                <a:ext cx="3750" cy="7275"/>
              </a:xfrm>
              <a:custGeom>
                <a:rect b="b" l="l" r="r" t="t"/>
                <a:pathLst>
                  <a:path extrusionOk="0" h="291" w="150">
                    <a:moveTo>
                      <a:pt x="55" y="0"/>
                    </a:moveTo>
                    <a:cubicBezTo>
                      <a:pt x="51" y="0"/>
                      <a:pt x="47" y="1"/>
                      <a:pt x="42" y="2"/>
                    </a:cubicBezTo>
                    <a:cubicBezTo>
                      <a:pt x="17" y="11"/>
                      <a:pt x="1" y="35"/>
                      <a:pt x="9" y="60"/>
                    </a:cubicBezTo>
                    <a:cubicBezTo>
                      <a:pt x="17" y="102"/>
                      <a:pt x="34" y="135"/>
                      <a:pt x="42" y="168"/>
                    </a:cubicBezTo>
                    <a:cubicBezTo>
                      <a:pt x="50" y="185"/>
                      <a:pt x="50" y="201"/>
                      <a:pt x="59" y="218"/>
                    </a:cubicBezTo>
                    <a:cubicBezTo>
                      <a:pt x="67" y="226"/>
                      <a:pt x="67" y="243"/>
                      <a:pt x="75" y="251"/>
                    </a:cubicBezTo>
                    <a:cubicBezTo>
                      <a:pt x="75" y="259"/>
                      <a:pt x="84" y="267"/>
                      <a:pt x="84" y="276"/>
                    </a:cubicBezTo>
                    <a:cubicBezTo>
                      <a:pt x="90" y="285"/>
                      <a:pt x="102" y="290"/>
                      <a:pt x="114" y="290"/>
                    </a:cubicBezTo>
                    <a:cubicBezTo>
                      <a:pt x="132" y="290"/>
                      <a:pt x="150" y="279"/>
                      <a:pt x="150" y="259"/>
                    </a:cubicBezTo>
                    <a:cubicBezTo>
                      <a:pt x="150" y="243"/>
                      <a:pt x="150" y="234"/>
                      <a:pt x="150" y="226"/>
                    </a:cubicBezTo>
                    <a:cubicBezTo>
                      <a:pt x="150" y="218"/>
                      <a:pt x="142" y="209"/>
                      <a:pt x="142" y="193"/>
                    </a:cubicBezTo>
                    <a:cubicBezTo>
                      <a:pt x="133" y="176"/>
                      <a:pt x="133" y="160"/>
                      <a:pt x="125" y="143"/>
                    </a:cubicBezTo>
                    <a:cubicBezTo>
                      <a:pt x="117" y="110"/>
                      <a:pt x="108" y="77"/>
                      <a:pt x="100" y="35"/>
                    </a:cubicBezTo>
                    <a:cubicBezTo>
                      <a:pt x="93" y="15"/>
                      <a:pt x="75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3" name="Google Shape;5753;p17"/>
              <p:cNvSpPr/>
              <p:nvPr/>
            </p:nvSpPr>
            <p:spPr>
              <a:xfrm>
                <a:off x="3016850" y="4434275"/>
                <a:ext cx="17425" cy="46675"/>
              </a:xfrm>
              <a:custGeom>
                <a:rect b="b" l="l" r="r" t="t"/>
                <a:pathLst>
                  <a:path extrusionOk="0" h="1867" w="697">
                    <a:moveTo>
                      <a:pt x="573" y="0"/>
                    </a:moveTo>
                    <a:cubicBezTo>
                      <a:pt x="559" y="0"/>
                      <a:pt x="546" y="5"/>
                      <a:pt x="539" y="15"/>
                    </a:cubicBezTo>
                    <a:cubicBezTo>
                      <a:pt x="448" y="131"/>
                      <a:pt x="457" y="305"/>
                      <a:pt x="432" y="437"/>
                    </a:cubicBezTo>
                    <a:cubicBezTo>
                      <a:pt x="407" y="595"/>
                      <a:pt x="374" y="744"/>
                      <a:pt x="332" y="893"/>
                    </a:cubicBezTo>
                    <a:cubicBezTo>
                      <a:pt x="249" y="1191"/>
                      <a:pt x="150" y="1489"/>
                      <a:pt x="17" y="1779"/>
                    </a:cubicBezTo>
                    <a:cubicBezTo>
                      <a:pt x="0" y="1825"/>
                      <a:pt x="38" y="1867"/>
                      <a:pt x="74" y="1867"/>
                    </a:cubicBezTo>
                    <a:cubicBezTo>
                      <a:pt x="91" y="1867"/>
                      <a:pt x="107" y="1858"/>
                      <a:pt x="117" y="1837"/>
                    </a:cubicBezTo>
                    <a:cubicBezTo>
                      <a:pt x="283" y="1556"/>
                      <a:pt x="415" y="1266"/>
                      <a:pt x="506" y="959"/>
                    </a:cubicBezTo>
                    <a:cubicBezTo>
                      <a:pt x="556" y="802"/>
                      <a:pt x="589" y="644"/>
                      <a:pt x="614" y="487"/>
                    </a:cubicBezTo>
                    <a:cubicBezTo>
                      <a:pt x="639" y="354"/>
                      <a:pt x="697" y="164"/>
                      <a:pt x="631" y="31"/>
                    </a:cubicBezTo>
                    <a:cubicBezTo>
                      <a:pt x="621" y="11"/>
                      <a:pt x="595" y="0"/>
                      <a:pt x="5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4" name="Google Shape;5754;p17"/>
              <p:cNvSpPr/>
              <p:nvPr/>
            </p:nvSpPr>
            <p:spPr>
              <a:xfrm>
                <a:off x="3026225" y="4406100"/>
                <a:ext cx="29175" cy="63675"/>
              </a:xfrm>
              <a:custGeom>
                <a:rect b="b" l="l" r="r" t="t"/>
                <a:pathLst>
                  <a:path extrusionOk="0" h="2547" w="1167">
                    <a:moveTo>
                      <a:pt x="1066" y="0"/>
                    </a:moveTo>
                    <a:cubicBezTo>
                      <a:pt x="1046" y="0"/>
                      <a:pt x="1025" y="7"/>
                      <a:pt x="1010" y="23"/>
                    </a:cubicBezTo>
                    <a:cubicBezTo>
                      <a:pt x="960" y="73"/>
                      <a:pt x="943" y="139"/>
                      <a:pt x="927" y="214"/>
                    </a:cubicBezTo>
                    <a:cubicBezTo>
                      <a:pt x="902" y="288"/>
                      <a:pt x="877" y="363"/>
                      <a:pt x="860" y="437"/>
                    </a:cubicBezTo>
                    <a:cubicBezTo>
                      <a:pt x="811" y="578"/>
                      <a:pt x="761" y="718"/>
                      <a:pt x="712" y="859"/>
                    </a:cubicBezTo>
                    <a:lnTo>
                      <a:pt x="712" y="859"/>
                    </a:lnTo>
                    <a:cubicBezTo>
                      <a:pt x="713" y="836"/>
                      <a:pt x="721" y="807"/>
                      <a:pt x="728" y="785"/>
                    </a:cubicBezTo>
                    <a:cubicBezTo>
                      <a:pt x="744" y="703"/>
                      <a:pt x="761" y="611"/>
                      <a:pt x="720" y="529"/>
                    </a:cubicBezTo>
                    <a:cubicBezTo>
                      <a:pt x="710" y="505"/>
                      <a:pt x="685" y="495"/>
                      <a:pt x="659" y="495"/>
                    </a:cubicBezTo>
                    <a:cubicBezTo>
                      <a:pt x="639" y="495"/>
                      <a:pt x="618" y="501"/>
                      <a:pt x="604" y="512"/>
                    </a:cubicBezTo>
                    <a:cubicBezTo>
                      <a:pt x="537" y="570"/>
                      <a:pt x="521" y="661"/>
                      <a:pt x="504" y="736"/>
                    </a:cubicBezTo>
                    <a:cubicBezTo>
                      <a:pt x="488" y="819"/>
                      <a:pt x="471" y="901"/>
                      <a:pt x="454" y="976"/>
                    </a:cubicBezTo>
                    <a:cubicBezTo>
                      <a:pt x="421" y="1150"/>
                      <a:pt x="388" y="1316"/>
                      <a:pt x="338" y="1481"/>
                    </a:cubicBezTo>
                    <a:cubicBezTo>
                      <a:pt x="256" y="1813"/>
                      <a:pt x="164" y="2144"/>
                      <a:pt x="24" y="2451"/>
                    </a:cubicBezTo>
                    <a:cubicBezTo>
                      <a:pt x="1" y="2502"/>
                      <a:pt x="41" y="2546"/>
                      <a:pt x="82" y="2546"/>
                    </a:cubicBezTo>
                    <a:cubicBezTo>
                      <a:pt x="100" y="2546"/>
                      <a:pt x="119" y="2537"/>
                      <a:pt x="131" y="2517"/>
                    </a:cubicBezTo>
                    <a:cubicBezTo>
                      <a:pt x="222" y="2368"/>
                      <a:pt x="314" y="2210"/>
                      <a:pt x="380" y="2053"/>
                    </a:cubicBezTo>
                    <a:cubicBezTo>
                      <a:pt x="446" y="1904"/>
                      <a:pt x="496" y="1746"/>
                      <a:pt x="537" y="1589"/>
                    </a:cubicBezTo>
                    <a:cubicBezTo>
                      <a:pt x="662" y="1374"/>
                      <a:pt x="778" y="1158"/>
                      <a:pt x="885" y="934"/>
                    </a:cubicBezTo>
                    <a:cubicBezTo>
                      <a:pt x="943" y="794"/>
                      <a:pt x="993" y="653"/>
                      <a:pt x="1043" y="512"/>
                    </a:cubicBezTo>
                    <a:cubicBezTo>
                      <a:pt x="1068" y="437"/>
                      <a:pt x="1092" y="363"/>
                      <a:pt x="1117" y="288"/>
                    </a:cubicBezTo>
                    <a:cubicBezTo>
                      <a:pt x="1134" y="214"/>
                      <a:pt x="1167" y="139"/>
                      <a:pt x="1142" y="56"/>
                    </a:cubicBezTo>
                    <a:cubicBezTo>
                      <a:pt x="1132" y="20"/>
                      <a:pt x="1099" y="0"/>
                      <a:pt x="10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5" name="Google Shape;5755;p17"/>
              <p:cNvSpPr/>
              <p:nvPr/>
            </p:nvSpPr>
            <p:spPr>
              <a:xfrm>
                <a:off x="3044400" y="4389775"/>
                <a:ext cx="19700" cy="50400"/>
              </a:xfrm>
              <a:custGeom>
                <a:rect b="b" l="l" r="r" t="t"/>
                <a:pathLst>
                  <a:path extrusionOk="0" h="2016" w="788">
                    <a:moveTo>
                      <a:pt x="730" y="1"/>
                    </a:moveTo>
                    <a:cubicBezTo>
                      <a:pt x="703" y="1"/>
                      <a:pt x="675" y="15"/>
                      <a:pt x="664" y="46"/>
                    </a:cubicBezTo>
                    <a:lnTo>
                      <a:pt x="664" y="38"/>
                    </a:lnTo>
                    <a:cubicBezTo>
                      <a:pt x="556" y="361"/>
                      <a:pt x="490" y="684"/>
                      <a:pt x="382" y="1008"/>
                    </a:cubicBezTo>
                    <a:cubicBezTo>
                      <a:pt x="283" y="1322"/>
                      <a:pt x="158" y="1645"/>
                      <a:pt x="17" y="1952"/>
                    </a:cubicBezTo>
                    <a:cubicBezTo>
                      <a:pt x="0" y="1986"/>
                      <a:pt x="30" y="2016"/>
                      <a:pt x="58" y="2016"/>
                    </a:cubicBezTo>
                    <a:cubicBezTo>
                      <a:pt x="71" y="2016"/>
                      <a:pt x="84" y="2009"/>
                      <a:pt x="92" y="1993"/>
                    </a:cubicBezTo>
                    <a:cubicBezTo>
                      <a:pt x="266" y="1695"/>
                      <a:pt x="415" y="1389"/>
                      <a:pt x="539" y="1066"/>
                    </a:cubicBezTo>
                    <a:cubicBezTo>
                      <a:pt x="655" y="742"/>
                      <a:pt x="763" y="403"/>
                      <a:pt x="788" y="55"/>
                    </a:cubicBezTo>
                    <a:cubicBezTo>
                      <a:pt x="788" y="19"/>
                      <a:pt x="760" y="1"/>
                      <a:pt x="7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6" name="Google Shape;5756;p17"/>
              <p:cNvSpPr/>
              <p:nvPr/>
            </p:nvSpPr>
            <p:spPr>
              <a:xfrm>
                <a:off x="2946650" y="4369900"/>
                <a:ext cx="6025" cy="32875"/>
              </a:xfrm>
              <a:custGeom>
                <a:rect b="b" l="l" r="r" t="t"/>
                <a:pathLst>
                  <a:path extrusionOk="0" h="1315" w="241">
                    <a:moveTo>
                      <a:pt x="125" y="0"/>
                    </a:moveTo>
                    <a:cubicBezTo>
                      <a:pt x="96" y="0"/>
                      <a:pt x="68" y="14"/>
                      <a:pt x="50" y="46"/>
                    </a:cubicBezTo>
                    <a:cubicBezTo>
                      <a:pt x="0" y="137"/>
                      <a:pt x="17" y="270"/>
                      <a:pt x="17" y="369"/>
                    </a:cubicBezTo>
                    <a:cubicBezTo>
                      <a:pt x="17" y="469"/>
                      <a:pt x="17" y="568"/>
                      <a:pt x="25" y="667"/>
                    </a:cubicBezTo>
                    <a:cubicBezTo>
                      <a:pt x="25" y="875"/>
                      <a:pt x="66" y="1073"/>
                      <a:pt x="108" y="1272"/>
                    </a:cubicBezTo>
                    <a:cubicBezTo>
                      <a:pt x="111" y="1301"/>
                      <a:pt x="134" y="1314"/>
                      <a:pt x="159" y="1314"/>
                    </a:cubicBezTo>
                    <a:cubicBezTo>
                      <a:pt x="190" y="1314"/>
                      <a:pt x="224" y="1293"/>
                      <a:pt x="224" y="1256"/>
                    </a:cubicBezTo>
                    <a:cubicBezTo>
                      <a:pt x="216" y="1065"/>
                      <a:pt x="224" y="866"/>
                      <a:pt x="216" y="667"/>
                    </a:cubicBezTo>
                    <a:cubicBezTo>
                      <a:pt x="216" y="568"/>
                      <a:pt x="216" y="469"/>
                      <a:pt x="224" y="369"/>
                    </a:cubicBezTo>
                    <a:cubicBezTo>
                      <a:pt x="224" y="319"/>
                      <a:pt x="224" y="278"/>
                      <a:pt x="224" y="228"/>
                    </a:cubicBezTo>
                    <a:cubicBezTo>
                      <a:pt x="232" y="179"/>
                      <a:pt x="240" y="112"/>
                      <a:pt x="224" y="63"/>
                    </a:cubicBezTo>
                    <a:cubicBezTo>
                      <a:pt x="205" y="25"/>
                      <a:pt x="164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7" name="Google Shape;5757;p17"/>
              <p:cNvSpPr/>
              <p:nvPr/>
            </p:nvSpPr>
            <p:spPr>
              <a:xfrm>
                <a:off x="2952225" y="4381025"/>
                <a:ext cx="3975" cy="13650"/>
              </a:xfrm>
              <a:custGeom>
                <a:rect b="b" l="l" r="r" t="t"/>
                <a:pathLst>
                  <a:path extrusionOk="0" h="546" w="159">
                    <a:moveTo>
                      <a:pt x="108" y="1"/>
                    </a:moveTo>
                    <a:cubicBezTo>
                      <a:pt x="100" y="1"/>
                      <a:pt x="92" y="3"/>
                      <a:pt x="84" y="7"/>
                    </a:cubicBezTo>
                    <a:cubicBezTo>
                      <a:pt x="51" y="32"/>
                      <a:pt x="51" y="90"/>
                      <a:pt x="42" y="123"/>
                    </a:cubicBezTo>
                    <a:cubicBezTo>
                      <a:pt x="34" y="164"/>
                      <a:pt x="26" y="206"/>
                      <a:pt x="26" y="247"/>
                    </a:cubicBezTo>
                    <a:cubicBezTo>
                      <a:pt x="17" y="330"/>
                      <a:pt x="9" y="405"/>
                      <a:pt x="1" y="488"/>
                    </a:cubicBezTo>
                    <a:cubicBezTo>
                      <a:pt x="1" y="521"/>
                      <a:pt x="34" y="546"/>
                      <a:pt x="59" y="546"/>
                    </a:cubicBezTo>
                    <a:cubicBezTo>
                      <a:pt x="100" y="546"/>
                      <a:pt x="117" y="521"/>
                      <a:pt x="125" y="488"/>
                    </a:cubicBezTo>
                    <a:cubicBezTo>
                      <a:pt x="133" y="405"/>
                      <a:pt x="142" y="330"/>
                      <a:pt x="150" y="247"/>
                    </a:cubicBezTo>
                    <a:cubicBezTo>
                      <a:pt x="150" y="206"/>
                      <a:pt x="158" y="173"/>
                      <a:pt x="158" y="131"/>
                    </a:cubicBezTo>
                    <a:cubicBezTo>
                      <a:pt x="158" y="90"/>
                      <a:pt x="158" y="40"/>
                      <a:pt x="133" y="7"/>
                    </a:cubicBezTo>
                    <a:cubicBezTo>
                      <a:pt x="125" y="3"/>
                      <a:pt x="117" y="1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8" name="Google Shape;5758;p17"/>
              <p:cNvSpPr/>
              <p:nvPr/>
            </p:nvSpPr>
            <p:spPr>
              <a:xfrm>
                <a:off x="2958850" y="4389950"/>
                <a:ext cx="2925" cy="5350"/>
              </a:xfrm>
              <a:custGeom>
                <a:rect b="b" l="l" r="r" t="t"/>
                <a:pathLst>
                  <a:path extrusionOk="0" h="214" w="117">
                    <a:moveTo>
                      <a:pt x="91" y="0"/>
                    </a:moveTo>
                    <a:cubicBezTo>
                      <a:pt x="83" y="0"/>
                      <a:pt x="74" y="5"/>
                      <a:pt x="67" y="15"/>
                    </a:cubicBezTo>
                    <a:cubicBezTo>
                      <a:pt x="59" y="23"/>
                      <a:pt x="51" y="31"/>
                      <a:pt x="42" y="48"/>
                    </a:cubicBezTo>
                    <a:cubicBezTo>
                      <a:pt x="42" y="56"/>
                      <a:pt x="34" y="73"/>
                      <a:pt x="34" y="89"/>
                    </a:cubicBezTo>
                    <a:cubicBezTo>
                      <a:pt x="26" y="114"/>
                      <a:pt x="17" y="139"/>
                      <a:pt x="9" y="155"/>
                    </a:cubicBezTo>
                    <a:cubicBezTo>
                      <a:pt x="1" y="180"/>
                      <a:pt x="17" y="205"/>
                      <a:pt x="34" y="213"/>
                    </a:cubicBezTo>
                    <a:cubicBezTo>
                      <a:pt x="59" y="213"/>
                      <a:pt x="84" y="205"/>
                      <a:pt x="84" y="180"/>
                    </a:cubicBezTo>
                    <a:lnTo>
                      <a:pt x="109" y="106"/>
                    </a:lnTo>
                    <a:cubicBezTo>
                      <a:pt x="109" y="97"/>
                      <a:pt x="109" y="81"/>
                      <a:pt x="117" y="64"/>
                    </a:cubicBezTo>
                    <a:lnTo>
                      <a:pt x="117" y="31"/>
                    </a:lnTo>
                    <a:cubicBezTo>
                      <a:pt x="117" y="11"/>
                      <a:pt x="105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9" name="Google Shape;5759;p17"/>
              <p:cNvSpPr/>
              <p:nvPr/>
            </p:nvSpPr>
            <p:spPr>
              <a:xfrm>
                <a:off x="3022775" y="4189175"/>
                <a:ext cx="12950" cy="34425"/>
              </a:xfrm>
              <a:custGeom>
                <a:rect b="b" l="l" r="r" t="t"/>
                <a:pathLst>
                  <a:path extrusionOk="0" h="1377" w="518">
                    <a:moveTo>
                      <a:pt x="88" y="1"/>
                    </a:moveTo>
                    <a:cubicBezTo>
                      <a:pt x="43" y="1"/>
                      <a:pt x="0" y="48"/>
                      <a:pt x="29" y="100"/>
                    </a:cubicBezTo>
                    <a:cubicBezTo>
                      <a:pt x="87" y="191"/>
                      <a:pt x="120" y="282"/>
                      <a:pt x="153" y="381"/>
                    </a:cubicBezTo>
                    <a:cubicBezTo>
                      <a:pt x="186" y="489"/>
                      <a:pt x="220" y="589"/>
                      <a:pt x="244" y="688"/>
                    </a:cubicBezTo>
                    <a:cubicBezTo>
                      <a:pt x="261" y="787"/>
                      <a:pt x="278" y="887"/>
                      <a:pt x="278" y="995"/>
                    </a:cubicBezTo>
                    <a:cubicBezTo>
                      <a:pt x="286" y="1044"/>
                      <a:pt x="286" y="1094"/>
                      <a:pt x="278" y="1144"/>
                    </a:cubicBezTo>
                    <a:cubicBezTo>
                      <a:pt x="278" y="1202"/>
                      <a:pt x="269" y="1260"/>
                      <a:pt x="294" y="1318"/>
                    </a:cubicBezTo>
                    <a:cubicBezTo>
                      <a:pt x="308" y="1355"/>
                      <a:pt x="343" y="1377"/>
                      <a:pt x="378" y="1377"/>
                    </a:cubicBezTo>
                    <a:cubicBezTo>
                      <a:pt x="406" y="1377"/>
                      <a:pt x="433" y="1363"/>
                      <a:pt x="452" y="1334"/>
                    </a:cubicBezTo>
                    <a:cubicBezTo>
                      <a:pt x="518" y="1243"/>
                      <a:pt x="501" y="1094"/>
                      <a:pt x="493" y="995"/>
                    </a:cubicBezTo>
                    <a:cubicBezTo>
                      <a:pt x="493" y="879"/>
                      <a:pt x="468" y="763"/>
                      <a:pt x="443" y="647"/>
                    </a:cubicBezTo>
                    <a:cubicBezTo>
                      <a:pt x="418" y="539"/>
                      <a:pt x="385" y="431"/>
                      <a:pt x="336" y="323"/>
                    </a:cubicBezTo>
                    <a:cubicBezTo>
                      <a:pt x="286" y="224"/>
                      <a:pt x="220" y="125"/>
                      <a:pt x="145" y="33"/>
                    </a:cubicBezTo>
                    <a:cubicBezTo>
                      <a:pt x="130" y="10"/>
                      <a:pt x="109" y="1"/>
                      <a:pt x="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0" name="Google Shape;5760;p17"/>
              <p:cNvSpPr/>
              <p:nvPr/>
            </p:nvSpPr>
            <p:spPr>
              <a:xfrm>
                <a:off x="3032400" y="4193900"/>
                <a:ext cx="5000" cy="15225"/>
              </a:xfrm>
              <a:custGeom>
                <a:rect b="b" l="l" r="r" t="t"/>
                <a:pathLst>
                  <a:path extrusionOk="0" h="609" w="200">
                    <a:moveTo>
                      <a:pt x="55" y="0"/>
                    </a:moveTo>
                    <a:cubicBezTo>
                      <a:pt x="50" y="0"/>
                      <a:pt x="46" y="1"/>
                      <a:pt x="42" y="2"/>
                    </a:cubicBezTo>
                    <a:cubicBezTo>
                      <a:pt x="17" y="10"/>
                      <a:pt x="0" y="43"/>
                      <a:pt x="9" y="68"/>
                    </a:cubicBezTo>
                    <a:cubicBezTo>
                      <a:pt x="33" y="151"/>
                      <a:pt x="58" y="242"/>
                      <a:pt x="67" y="325"/>
                    </a:cubicBezTo>
                    <a:cubicBezTo>
                      <a:pt x="67" y="366"/>
                      <a:pt x="75" y="408"/>
                      <a:pt x="83" y="458"/>
                    </a:cubicBezTo>
                    <a:cubicBezTo>
                      <a:pt x="83" y="474"/>
                      <a:pt x="83" y="499"/>
                      <a:pt x="91" y="524"/>
                    </a:cubicBezTo>
                    <a:cubicBezTo>
                      <a:pt x="91" y="549"/>
                      <a:pt x="100" y="565"/>
                      <a:pt x="108" y="590"/>
                    </a:cubicBezTo>
                    <a:cubicBezTo>
                      <a:pt x="116" y="603"/>
                      <a:pt x="129" y="609"/>
                      <a:pt x="141" y="609"/>
                    </a:cubicBezTo>
                    <a:cubicBezTo>
                      <a:pt x="154" y="609"/>
                      <a:pt x="166" y="603"/>
                      <a:pt x="174" y="590"/>
                    </a:cubicBezTo>
                    <a:cubicBezTo>
                      <a:pt x="199" y="549"/>
                      <a:pt x="199" y="499"/>
                      <a:pt x="199" y="449"/>
                    </a:cubicBezTo>
                    <a:cubicBezTo>
                      <a:pt x="199" y="408"/>
                      <a:pt x="191" y="358"/>
                      <a:pt x="183" y="308"/>
                    </a:cubicBezTo>
                    <a:cubicBezTo>
                      <a:pt x="166" y="217"/>
                      <a:pt x="141" y="126"/>
                      <a:pt x="108" y="43"/>
                    </a:cubicBezTo>
                    <a:cubicBezTo>
                      <a:pt x="101" y="22"/>
                      <a:pt x="81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1" name="Google Shape;5761;p17"/>
              <p:cNvSpPr/>
              <p:nvPr/>
            </p:nvSpPr>
            <p:spPr>
              <a:xfrm>
                <a:off x="3037375" y="4191250"/>
                <a:ext cx="5200" cy="20975"/>
              </a:xfrm>
              <a:custGeom>
                <a:rect b="b" l="l" r="r" t="t"/>
                <a:pathLst>
                  <a:path extrusionOk="0" h="839" w="208">
                    <a:moveTo>
                      <a:pt x="66" y="0"/>
                    </a:moveTo>
                    <a:cubicBezTo>
                      <a:pt x="42" y="0"/>
                      <a:pt x="0" y="25"/>
                      <a:pt x="8" y="58"/>
                    </a:cubicBezTo>
                    <a:cubicBezTo>
                      <a:pt x="17" y="182"/>
                      <a:pt x="33" y="315"/>
                      <a:pt x="50" y="439"/>
                    </a:cubicBezTo>
                    <a:cubicBezTo>
                      <a:pt x="58" y="564"/>
                      <a:pt x="75" y="688"/>
                      <a:pt x="116" y="812"/>
                    </a:cubicBezTo>
                    <a:cubicBezTo>
                      <a:pt x="123" y="830"/>
                      <a:pt x="138" y="839"/>
                      <a:pt x="153" y="839"/>
                    </a:cubicBezTo>
                    <a:cubicBezTo>
                      <a:pt x="172" y="839"/>
                      <a:pt x="191" y="824"/>
                      <a:pt x="191" y="796"/>
                    </a:cubicBezTo>
                    <a:cubicBezTo>
                      <a:pt x="207" y="680"/>
                      <a:pt x="191" y="547"/>
                      <a:pt x="174" y="431"/>
                    </a:cubicBezTo>
                    <a:cubicBezTo>
                      <a:pt x="158" y="307"/>
                      <a:pt x="149" y="182"/>
                      <a:pt x="133" y="58"/>
                    </a:cubicBezTo>
                    <a:cubicBezTo>
                      <a:pt x="124" y="25"/>
                      <a:pt x="108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2" name="Google Shape;5762;p17"/>
              <p:cNvSpPr/>
              <p:nvPr/>
            </p:nvSpPr>
            <p:spPr>
              <a:xfrm>
                <a:off x="2953275" y="4201025"/>
                <a:ext cx="6450" cy="19175"/>
              </a:xfrm>
              <a:custGeom>
                <a:rect b="b" l="l" r="r" t="t"/>
                <a:pathLst>
                  <a:path extrusionOk="0" h="767" w="258">
                    <a:moveTo>
                      <a:pt x="66" y="1"/>
                    </a:moveTo>
                    <a:cubicBezTo>
                      <a:pt x="37" y="1"/>
                      <a:pt x="9" y="19"/>
                      <a:pt x="9" y="57"/>
                    </a:cubicBezTo>
                    <a:cubicBezTo>
                      <a:pt x="0" y="173"/>
                      <a:pt x="9" y="297"/>
                      <a:pt x="25" y="413"/>
                    </a:cubicBezTo>
                    <a:cubicBezTo>
                      <a:pt x="33" y="463"/>
                      <a:pt x="50" y="521"/>
                      <a:pt x="66" y="579"/>
                    </a:cubicBezTo>
                    <a:cubicBezTo>
                      <a:pt x="83" y="637"/>
                      <a:pt x="100" y="695"/>
                      <a:pt x="141" y="744"/>
                    </a:cubicBezTo>
                    <a:cubicBezTo>
                      <a:pt x="152" y="760"/>
                      <a:pt x="167" y="767"/>
                      <a:pt x="184" y="767"/>
                    </a:cubicBezTo>
                    <a:cubicBezTo>
                      <a:pt x="219" y="767"/>
                      <a:pt x="257" y="737"/>
                      <a:pt x="257" y="703"/>
                    </a:cubicBezTo>
                    <a:cubicBezTo>
                      <a:pt x="249" y="645"/>
                      <a:pt x="216" y="587"/>
                      <a:pt x="199" y="529"/>
                    </a:cubicBezTo>
                    <a:cubicBezTo>
                      <a:pt x="182" y="479"/>
                      <a:pt x="174" y="429"/>
                      <a:pt x="158" y="380"/>
                    </a:cubicBezTo>
                    <a:cubicBezTo>
                      <a:pt x="133" y="272"/>
                      <a:pt x="124" y="164"/>
                      <a:pt x="124" y="57"/>
                    </a:cubicBezTo>
                    <a:cubicBezTo>
                      <a:pt x="124" y="19"/>
                      <a:pt x="95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3" name="Google Shape;5763;p17"/>
              <p:cNvSpPr/>
              <p:nvPr/>
            </p:nvSpPr>
            <p:spPr>
              <a:xfrm>
                <a:off x="2959900" y="4202600"/>
                <a:ext cx="4175" cy="11450"/>
              </a:xfrm>
              <a:custGeom>
                <a:rect b="b" l="l" r="r" t="t"/>
                <a:pathLst>
                  <a:path extrusionOk="0" h="458" w="167">
                    <a:moveTo>
                      <a:pt x="77" y="1"/>
                    </a:moveTo>
                    <a:cubicBezTo>
                      <a:pt x="74" y="1"/>
                      <a:pt x="70" y="1"/>
                      <a:pt x="67" y="2"/>
                    </a:cubicBezTo>
                    <a:cubicBezTo>
                      <a:pt x="33" y="2"/>
                      <a:pt x="17" y="27"/>
                      <a:pt x="9" y="60"/>
                    </a:cubicBezTo>
                    <a:cubicBezTo>
                      <a:pt x="0" y="126"/>
                      <a:pt x="9" y="201"/>
                      <a:pt x="17" y="275"/>
                    </a:cubicBezTo>
                    <a:cubicBezTo>
                      <a:pt x="25" y="308"/>
                      <a:pt x="25" y="342"/>
                      <a:pt x="42" y="375"/>
                    </a:cubicBezTo>
                    <a:cubicBezTo>
                      <a:pt x="58" y="408"/>
                      <a:pt x="83" y="441"/>
                      <a:pt x="116" y="458"/>
                    </a:cubicBezTo>
                    <a:cubicBezTo>
                      <a:pt x="133" y="458"/>
                      <a:pt x="149" y="458"/>
                      <a:pt x="149" y="441"/>
                    </a:cubicBezTo>
                    <a:cubicBezTo>
                      <a:pt x="166" y="408"/>
                      <a:pt x="158" y="375"/>
                      <a:pt x="158" y="350"/>
                    </a:cubicBezTo>
                    <a:cubicBezTo>
                      <a:pt x="149" y="308"/>
                      <a:pt x="141" y="275"/>
                      <a:pt x="133" y="242"/>
                    </a:cubicBezTo>
                    <a:cubicBezTo>
                      <a:pt x="133" y="226"/>
                      <a:pt x="125" y="226"/>
                      <a:pt x="125" y="201"/>
                    </a:cubicBezTo>
                    <a:lnTo>
                      <a:pt x="125" y="159"/>
                    </a:lnTo>
                    <a:cubicBezTo>
                      <a:pt x="125" y="126"/>
                      <a:pt x="125" y="93"/>
                      <a:pt x="125" y="60"/>
                    </a:cubicBezTo>
                    <a:cubicBezTo>
                      <a:pt x="132" y="30"/>
                      <a:pt x="106" y="1"/>
                      <a:pt x="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4" name="Google Shape;5764;p17"/>
              <p:cNvSpPr/>
              <p:nvPr/>
            </p:nvSpPr>
            <p:spPr>
              <a:xfrm>
                <a:off x="2968175" y="4205700"/>
                <a:ext cx="4600" cy="14150"/>
              </a:xfrm>
              <a:custGeom>
                <a:rect b="b" l="l" r="r" t="t"/>
                <a:pathLst>
                  <a:path extrusionOk="0" h="566" w="184">
                    <a:moveTo>
                      <a:pt x="64" y="0"/>
                    </a:moveTo>
                    <a:cubicBezTo>
                      <a:pt x="59" y="0"/>
                      <a:pt x="55" y="1"/>
                      <a:pt x="50" y="2"/>
                    </a:cubicBezTo>
                    <a:cubicBezTo>
                      <a:pt x="17" y="10"/>
                      <a:pt x="1" y="44"/>
                      <a:pt x="9" y="68"/>
                    </a:cubicBezTo>
                    <a:cubicBezTo>
                      <a:pt x="17" y="151"/>
                      <a:pt x="34" y="234"/>
                      <a:pt x="50" y="309"/>
                    </a:cubicBezTo>
                    <a:cubicBezTo>
                      <a:pt x="67" y="392"/>
                      <a:pt x="75" y="474"/>
                      <a:pt x="108" y="549"/>
                    </a:cubicBezTo>
                    <a:cubicBezTo>
                      <a:pt x="117" y="557"/>
                      <a:pt x="133" y="566"/>
                      <a:pt x="150" y="566"/>
                    </a:cubicBezTo>
                    <a:cubicBezTo>
                      <a:pt x="166" y="557"/>
                      <a:pt x="175" y="541"/>
                      <a:pt x="175" y="532"/>
                    </a:cubicBezTo>
                    <a:cubicBezTo>
                      <a:pt x="183" y="450"/>
                      <a:pt x="166" y="367"/>
                      <a:pt x="158" y="284"/>
                    </a:cubicBezTo>
                    <a:cubicBezTo>
                      <a:pt x="142" y="201"/>
                      <a:pt x="133" y="126"/>
                      <a:pt x="117" y="44"/>
                    </a:cubicBezTo>
                    <a:cubicBezTo>
                      <a:pt x="110" y="16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5" name="Google Shape;5765;p17"/>
              <p:cNvSpPr/>
              <p:nvPr/>
            </p:nvSpPr>
            <p:spPr>
              <a:xfrm>
                <a:off x="3021075" y="4310450"/>
                <a:ext cx="6375" cy="42950"/>
              </a:xfrm>
              <a:custGeom>
                <a:rect b="b" l="l" r="r" t="t"/>
                <a:pathLst>
                  <a:path extrusionOk="0" h="1718" w="255">
                    <a:moveTo>
                      <a:pt x="140" y="1"/>
                    </a:moveTo>
                    <a:cubicBezTo>
                      <a:pt x="119" y="1"/>
                      <a:pt x="98" y="14"/>
                      <a:pt x="89" y="38"/>
                    </a:cubicBezTo>
                    <a:cubicBezTo>
                      <a:pt x="64" y="96"/>
                      <a:pt x="64" y="162"/>
                      <a:pt x="64" y="220"/>
                    </a:cubicBezTo>
                    <a:cubicBezTo>
                      <a:pt x="64" y="295"/>
                      <a:pt x="64" y="361"/>
                      <a:pt x="64" y="427"/>
                    </a:cubicBezTo>
                    <a:cubicBezTo>
                      <a:pt x="64" y="560"/>
                      <a:pt x="64" y="692"/>
                      <a:pt x="64" y="833"/>
                    </a:cubicBezTo>
                    <a:cubicBezTo>
                      <a:pt x="56" y="1107"/>
                      <a:pt x="47" y="1380"/>
                      <a:pt x="6" y="1653"/>
                    </a:cubicBezTo>
                    <a:cubicBezTo>
                      <a:pt x="1" y="1693"/>
                      <a:pt x="31" y="1717"/>
                      <a:pt x="59" y="1717"/>
                    </a:cubicBezTo>
                    <a:cubicBezTo>
                      <a:pt x="79" y="1717"/>
                      <a:pt x="98" y="1705"/>
                      <a:pt x="105" y="1678"/>
                    </a:cubicBezTo>
                    <a:cubicBezTo>
                      <a:pt x="172" y="1405"/>
                      <a:pt x="230" y="1131"/>
                      <a:pt x="246" y="850"/>
                    </a:cubicBezTo>
                    <a:cubicBezTo>
                      <a:pt x="254" y="709"/>
                      <a:pt x="254" y="568"/>
                      <a:pt x="254" y="427"/>
                    </a:cubicBezTo>
                    <a:cubicBezTo>
                      <a:pt x="246" y="361"/>
                      <a:pt x="246" y="295"/>
                      <a:pt x="230" y="228"/>
                    </a:cubicBezTo>
                    <a:cubicBezTo>
                      <a:pt x="221" y="162"/>
                      <a:pt x="213" y="87"/>
                      <a:pt x="180" y="21"/>
                    </a:cubicBezTo>
                    <a:cubicBezTo>
                      <a:pt x="169" y="7"/>
                      <a:pt x="155" y="1"/>
                      <a:pt x="1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6" name="Google Shape;5766;p17"/>
              <p:cNvSpPr/>
              <p:nvPr/>
            </p:nvSpPr>
            <p:spPr>
              <a:xfrm>
                <a:off x="3027525" y="4323150"/>
                <a:ext cx="4475" cy="17450"/>
              </a:xfrm>
              <a:custGeom>
                <a:rect b="b" l="l" r="r" t="t"/>
                <a:pathLst>
                  <a:path extrusionOk="0" h="698" w="179">
                    <a:moveTo>
                      <a:pt x="133" y="1"/>
                    </a:moveTo>
                    <a:cubicBezTo>
                      <a:pt x="121" y="1"/>
                      <a:pt x="108" y="7"/>
                      <a:pt x="104" y="19"/>
                    </a:cubicBezTo>
                    <a:cubicBezTo>
                      <a:pt x="79" y="60"/>
                      <a:pt x="71" y="110"/>
                      <a:pt x="63" y="168"/>
                    </a:cubicBezTo>
                    <a:cubicBezTo>
                      <a:pt x="54" y="217"/>
                      <a:pt x="46" y="275"/>
                      <a:pt x="38" y="333"/>
                    </a:cubicBezTo>
                    <a:cubicBezTo>
                      <a:pt x="30" y="433"/>
                      <a:pt x="21" y="541"/>
                      <a:pt x="5" y="648"/>
                    </a:cubicBezTo>
                    <a:cubicBezTo>
                      <a:pt x="0" y="681"/>
                      <a:pt x="29" y="698"/>
                      <a:pt x="57" y="698"/>
                    </a:cubicBezTo>
                    <a:cubicBezTo>
                      <a:pt x="79" y="698"/>
                      <a:pt x="100" y="687"/>
                      <a:pt x="104" y="665"/>
                    </a:cubicBezTo>
                    <a:cubicBezTo>
                      <a:pt x="112" y="557"/>
                      <a:pt x="129" y="449"/>
                      <a:pt x="146" y="342"/>
                    </a:cubicBezTo>
                    <a:cubicBezTo>
                      <a:pt x="154" y="292"/>
                      <a:pt x="162" y="242"/>
                      <a:pt x="170" y="184"/>
                    </a:cubicBezTo>
                    <a:cubicBezTo>
                      <a:pt x="170" y="126"/>
                      <a:pt x="179" y="77"/>
                      <a:pt x="170" y="27"/>
                    </a:cubicBezTo>
                    <a:lnTo>
                      <a:pt x="162" y="27"/>
                    </a:lnTo>
                    <a:cubicBezTo>
                      <a:pt x="162" y="9"/>
                      <a:pt x="148" y="1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7" name="Google Shape;5767;p17"/>
              <p:cNvSpPr/>
              <p:nvPr/>
            </p:nvSpPr>
            <p:spPr>
              <a:xfrm>
                <a:off x="3034150" y="4316975"/>
                <a:ext cx="6150" cy="19300"/>
              </a:xfrm>
              <a:custGeom>
                <a:rect b="b" l="l" r="r" t="t"/>
                <a:pathLst>
                  <a:path extrusionOk="0" h="772" w="246">
                    <a:moveTo>
                      <a:pt x="200" y="0"/>
                    </a:moveTo>
                    <a:cubicBezTo>
                      <a:pt x="193" y="0"/>
                      <a:pt x="185" y="3"/>
                      <a:pt x="179" y="9"/>
                    </a:cubicBezTo>
                    <a:cubicBezTo>
                      <a:pt x="137" y="50"/>
                      <a:pt x="121" y="116"/>
                      <a:pt x="104" y="166"/>
                    </a:cubicBezTo>
                    <a:cubicBezTo>
                      <a:pt x="79" y="224"/>
                      <a:pt x="71" y="290"/>
                      <a:pt x="63" y="348"/>
                    </a:cubicBezTo>
                    <a:cubicBezTo>
                      <a:pt x="38" y="464"/>
                      <a:pt x="21" y="589"/>
                      <a:pt x="5" y="713"/>
                    </a:cubicBezTo>
                    <a:cubicBezTo>
                      <a:pt x="0" y="750"/>
                      <a:pt x="37" y="772"/>
                      <a:pt x="72" y="772"/>
                    </a:cubicBezTo>
                    <a:cubicBezTo>
                      <a:pt x="100" y="772"/>
                      <a:pt x="125" y="759"/>
                      <a:pt x="129" y="730"/>
                    </a:cubicBezTo>
                    <a:cubicBezTo>
                      <a:pt x="146" y="605"/>
                      <a:pt x="162" y="489"/>
                      <a:pt x="187" y="373"/>
                    </a:cubicBezTo>
                    <a:cubicBezTo>
                      <a:pt x="204" y="315"/>
                      <a:pt x="212" y="257"/>
                      <a:pt x="220" y="199"/>
                    </a:cubicBezTo>
                    <a:cubicBezTo>
                      <a:pt x="229" y="141"/>
                      <a:pt x="245" y="83"/>
                      <a:pt x="229" y="25"/>
                    </a:cubicBezTo>
                    <a:cubicBezTo>
                      <a:pt x="229" y="9"/>
                      <a:pt x="215" y="0"/>
                      <a:pt x="2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8" name="Google Shape;5768;p17"/>
              <p:cNvSpPr/>
              <p:nvPr/>
            </p:nvSpPr>
            <p:spPr>
              <a:xfrm>
                <a:off x="2994650" y="4337450"/>
                <a:ext cx="6075" cy="15950"/>
              </a:xfrm>
              <a:custGeom>
                <a:rect b="b" l="l" r="r" t="t"/>
                <a:pathLst>
                  <a:path extrusionOk="0" h="638" w="243">
                    <a:moveTo>
                      <a:pt x="211" y="0"/>
                    </a:moveTo>
                    <a:cubicBezTo>
                      <a:pt x="201" y="0"/>
                      <a:pt x="191" y="6"/>
                      <a:pt x="185" y="18"/>
                    </a:cubicBezTo>
                    <a:cubicBezTo>
                      <a:pt x="151" y="109"/>
                      <a:pt x="127" y="201"/>
                      <a:pt x="102" y="292"/>
                    </a:cubicBezTo>
                    <a:cubicBezTo>
                      <a:pt x="77" y="391"/>
                      <a:pt x="44" y="482"/>
                      <a:pt x="11" y="573"/>
                    </a:cubicBezTo>
                    <a:cubicBezTo>
                      <a:pt x="1" y="613"/>
                      <a:pt x="31" y="637"/>
                      <a:pt x="63" y="637"/>
                    </a:cubicBezTo>
                    <a:cubicBezTo>
                      <a:pt x="85" y="637"/>
                      <a:pt x="108" y="625"/>
                      <a:pt x="118" y="598"/>
                    </a:cubicBezTo>
                    <a:cubicBezTo>
                      <a:pt x="151" y="507"/>
                      <a:pt x="176" y="416"/>
                      <a:pt x="201" y="325"/>
                    </a:cubicBezTo>
                    <a:cubicBezTo>
                      <a:pt x="209" y="275"/>
                      <a:pt x="218" y="225"/>
                      <a:pt x="226" y="184"/>
                    </a:cubicBezTo>
                    <a:cubicBezTo>
                      <a:pt x="234" y="134"/>
                      <a:pt x="243" y="85"/>
                      <a:pt x="243" y="35"/>
                    </a:cubicBezTo>
                    <a:cubicBezTo>
                      <a:pt x="243" y="14"/>
                      <a:pt x="227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9" name="Google Shape;5769;p17"/>
              <p:cNvSpPr/>
              <p:nvPr/>
            </p:nvSpPr>
            <p:spPr>
              <a:xfrm>
                <a:off x="2873100" y="4179000"/>
                <a:ext cx="7275" cy="23575"/>
              </a:xfrm>
              <a:custGeom>
                <a:rect b="b" l="l" r="r" t="t"/>
                <a:pathLst>
                  <a:path extrusionOk="0" h="943" w="291">
                    <a:moveTo>
                      <a:pt x="124" y="1"/>
                    </a:moveTo>
                    <a:cubicBezTo>
                      <a:pt x="99" y="1"/>
                      <a:pt x="74" y="14"/>
                      <a:pt x="67" y="43"/>
                    </a:cubicBezTo>
                    <a:cubicBezTo>
                      <a:pt x="26" y="192"/>
                      <a:pt x="1" y="333"/>
                      <a:pt x="17" y="482"/>
                    </a:cubicBezTo>
                    <a:cubicBezTo>
                      <a:pt x="17" y="556"/>
                      <a:pt x="34" y="639"/>
                      <a:pt x="50" y="714"/>
                    </a:cubicBezTo>
                    <a:cubicBezTo>
                      <a:pt x="67" y="788"/>
                      <a:pt x="92" y="863"/>
                      <a:pt x="150" y="921"/>
                    </a:cubicBezTo>
                    <a:cubicBezTo>
                      <a:pt x="168" y="936"/>
                      <a:pt x="187" y="943"/>
                      <a:pt x="205" y="943"/>
                    </a:cubicBezTo>
                    <a:cubicBezTo>
                      <a:pt x="247" y="943"/>
                      <a:pt x="282" y="909"/>
                      <a:pt x="282" y="863"/>
                    </a:cubicBezTo>
                    <a:cubicBezTo>
                      <a:pt x="291" y="797"/>
                      <a:pt x="266" y="730"/>
                      <a:pt x="249" y="656"/>
                    </a:cubicBezTo>
                    <a:cubicBezTo>
                      <a:pt x="233" y="590"/>
                      <a:pt x="216" y="523"/>
                      <a:pt x="208" y="457"/>
                    </a:cubicBezTo>
                    <a:cubicBezTo>
                      <a:pt x="183" y="324"/>
                      <a:pt x="175" y="192"/>
                      <a:pt x="183" y="59"/>
                    </a:cubicBezTo>
                    <a:cubicBezTo>
                      <a:pt x="188" y="22"/>
                      <a:pt x="156" y="1"/>
                      <a:pt x="1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0" name="Google Shape;5770;p17"/>
              <p:cNvSpPr/>
              <p:nvPr/>
            </p:nvSpPr>
            <p:spPr>
              <a:xfrm>
                <a:off x="2880525" y="4189150"/>
                <a:ext cx="7100" cy="23075"/>
              </a:xfrm>
              <a:custGeom>
                <a:rect b="b" l="l" r="r" t="t"/>
                <a:pathLst>
                  <a:path extrusionOk="0" h="923" w="284">
                    <a:moveTo>
                      <a:pt x="69" y="1"/>
                    </a:moveTo>
                    <a:cubicBezTo>
                      <a:pt x="36" y="1"/>
                      <a:pt x="0" y="31"/>
                      <a:pt x="10" y="76"/>
                    </a:cubicBezTo>
                    <a:cubicBezTo>
                      <a:pt x="35" y="217"/>
                      <a:pt x="60" y="358"/>
                      <a:pt x="93" y="498"/>
                    </a:cubicBezTo>
                    <a:cubicBezTo>
                      <a:pt x="118" y="631"/>
                      <a:pt x="143" y="772"/>
                      <a:pt x="201" y="904"/>
                    </a:cubicBezTo>
                    <a:cubicBezTo>
                      <a:pt x="207" y="917"/>
                      <a:pt x="219" y="922"/>
                      <a:pt x="231" y="922"/>
                    </a:cubicBezTo>
                    <a:cubicBezTo>
                      <a:pt x="252" y="922"/>
                      <a:pt x="275" y="906"/>
                      <a:pt x="275" y="880"/>
                    </a:cubicBezTo>
                    <a:cubicBezTo>
                      <a:pt x="284" y="739"/>
                      <a:pt x="242" y="598"/>
                      <a:pt x="209" y="465"/>
                    </a:cubicBezTo>
                    <a:cubicBezTo>
                      <a:pt x="184" y="324"/>
                      <a:pt x="151" y="184"/>
                      <a:pt x="118" y="43"/>
                    </a:cubicBezTo>
                    <a:cubicBezTo>
                      <a:pt x="111" y="13"/>
                      <a:pt x="91" y="1"/>
                      <a:pt x="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1" name="Google Shape;5771;p17"/>
              <p:cNvSpPr/>
              <p:nvPr/>
            </p:nvSpPr>
            <p:spPr>
              <a:xfrm>
                <a:off x="2822575" y="4022000"/>
                <a:ext cx="9125" cy="15400"/>
              </a:xfrm>
              <a:custGeom>
                <a:rect b="b" l="l" r="r" t="t"/>
                <a:pathLst>
                  <a:path extrusionOk="0" h="616" w="365">
                    <a:moveTo>
                      <a:pt x="168" y="1"/>
                    </a:moveTo>
                    <a:cubicBezTo>
                      <a:pt x="141" y="1"/>
                      <a:pt x="114" y="11"/>
                      <a:pt x="99" y="34"/>
                    </a:cubicBezTo>
                    <a:lnTo>
                      <a:pt x="91" y="51"/>
                    </a:lnTo>
                    <a:cubicBezTo>
                      <a:pt x="58" y="67"/>
                      <a:pt x="41" y="92"/>
                      <a:pt x="25" y="125"/>
                    </a:cubicBezTo>
                    <a:cubicBezTo>
                      <a:pt x="8" y="158"/>
                      <a:pt x="0" y="200"/>
                      <a:pt x="0" y="241"/>
                    </a:cubicBezTo>
                    <a:cubicBezTo>
                      <a:pt x="0" y="283"/>
                      <a:pt x="0" y="324"/>
                      <a:pt x="0" y="366"/>
                    </a:cubicBezTo>
                    <a:cubicBezTo>
                      <a:pt x="8" y="407"/>
                      <a:pt x="17" y="440"/>
                      <a:pt x="25" y="482"/>
                    </a:cubicBezTo>
                    <a:cubicBezTo>
                      <a:pt x="33" y="531"/>
                      <a:pt x="58" y="581"/>
                      <a:pt x="116" y="606"/>
                    </a:cubicBezTo>
                    <a:cubicBezTo>
                      <a:pt x="130" y="613"/>
                      <a:pt x="145" y="616"/>
                      <a:pt x="160" y="616"/>
                    </a:cubicBezTo>
                    <a:cubicBezTo>
                      <a:pt x="197" y="616"/>
                      <a:pt x="236" y="596"/>
                      <a:pt x="265" y="573"/>
                    </a:cubicBezTo>
                    <a:cubicBezTo>
                      <a:pt x="298" y="540"/>
                      <a:pt x="307" y="498"/>
                      <a:pt x="323" y="457"/>
                    </a:cubicBezTo>
                    <a:cubicBezTo>
                      <a:pt x="356" y="308"/>
                      <a:pt x="365" y="117"/>
                      <a:pt x="224" y="18"/>
                    </a:cubicBezTo>
                    <a:cubicBezTo>
                      <a:pt x="209" y="7"/>
                      <a:pt x="189" y="1"/>
                      <a:pt x="1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2" name="Google Shape;5772;p17"/>
              <p:cNvSpPr/>
              <p:nvPr/>
            </p:nvSpPr>
            <p:spPr>
              <a:xfrm>
                <a:off x="2879950" y="4020475"/>
                <a:ext cx="10575" cy="14200"/>
              </a:xfrm>
              <a:custGeom>
                <a:rect b="b" l="l" r="r" t="t"/>
                <a:pathLst>
                  <a:path extrusionOk="0" h="568" w="423">
                    <a:moveTo>
                      <a:pt x="238" y="1"/>
                    </a:moveTo>
                    <a:cubicBezTo>
                      <a:pt x="195" y="1"/>
                      <a:pt x="151" y="16"/>
                      <a:pt x="116" y="45"/>
                    </a:cubicBezTo>
                    <a:cubicBezTo>
                      <a:pt x="75" y="79"/>
                      <a:pt x="50" y="137"/>
                      <a:pt x="25" y="186"/>
                    </a:cubicBezTo>
                    <a:cubicBezTo>
                      <a:pt x="17" y="244"/>
                      <a:pt x="0" y="294"/>
                      <a:pt x="8" y="352"/>
                    </a:cubicBezTo>
                    <a:cubicBezTo>
                      <a:pt x="17" y="402"/>
                      <a:pt x="42" y="435"/>
                      <a:pt x="75" y="460"/>
                    </a:cubicBezTo>
                    <a:cubicBezTo>
                      <a:pt x="100" y="509"/>
                      <a:pt x="124" y="543"/>
                      <a:pt x="174" y="559"/>
                    </a:cubicBezTo>
                    <a:cubicBezTo>
                      <a:pt x="192" y="565"/>
                      <a:pt x="208" y="568"/>
                      <a:pt x="225" y="568"/>
                    </a:cubicBezTo>
                    <a:cubicBezTo>
                      <a:pt x="254" y="568"/>
                      <a:pt x="283" y="559"/>
                      <a:pt x="315" y="543"/>
                    </a:cubicBezTo>
                    <a:cubicBezTo>
                      <a:pt x="340" y="518"/>
                      <a:pt x="356" y="493"/>
                      <a:pt x="373" y="460"/>
                    </a:cubicBezTo>
                    <a:cubicBezTo>
                      <a:pt x="398" y="418"/>
                      <a:pt x="414" y="369"/>
                      <a:pt x="414" y="327"/>
                    </a:cubicBezTo>
                    <a:cubicBezTo>
                      <a:pt x="423" y="277"/>
                      <a:pt x="423" y="228"/>
                      <a:pt x="414" y="186"/>
                    </a:cubicBezTo>
                    <a:cubicBezTo>
                      <a:pt x="406" y="120"/>
                      <a:pt x="381" y="62"/>
                      <a:pt x="323" y="21"/>
                    </a:cubicBezTo>
                    <a:cubicBezTo>
                      <a:pt x="297" y="7"/>
                      <a:pt x="268" y="1"/>
                      <a:pt x="2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3" name="Google Shape;5773;p17"/>
              <p:cNvSpPr/>
              <p:nvPr/>
            </p:nvSpPr>
            <p:spPr>
              <a:xfrm>
                <a:off x="2866425" y="3994225"/>
                <a:ext cx="29075" cy="22000"/>
              </a:xfrm>
              <a:custGeom>
                <a:rect b="b" l="l" r="r" t="t"/>
                <a:pathLst>
                  <a:path extrusionOk="0" h="880" w="1163">
                    <a:moveTo>
                      <a:pt x="711" y="1"/>
                    </a:moveTo>
                    <a:cubicBezTo>
                      <a:pt x="707" y="1"/>
                      <a:pt x="703" y="1"/>
                      <a:pt x="699" y="2"/>
                    </a:cubicBezTo>
                    <a:cubicBezTo>
                      <a:pt x="649" y="2"/>
                      <a:pt x="616" y="27"/>
                      <a:pt x="574" y="43"/>
                    </a:cubicBezTo>
                    <a:cubicBezTo>
                      <a:pt x="533" y="68"/>
                      <a:pt x="491" y="93"/>
                      <a:pt x="458" y="126"/>
                    </a:cubicBezTo>
                    <a:cubicBezTo>
                      <a:pt x="384" y="184"/>
                      <a:pt x="326" y="259"/>
                      <a:pt x="268" y="325"/>
                    </a:cubicBezTo>
                    <a:cubicBezTo>
                      <a:pt x="143" y="474"/>
                      <a:pt x="61" y="631"/>
                      <a:pt x="11" y="814"/>
                    </a:cubicBezTo>
                    <a:cubicBezTo>
                      <a:pt x="1" y="854"/>
                      <a:pt x="37" y="879"/>
                      <a:pt x="73" y="879"/>
                    </a:cubicBezTo>
                    <a:cubicBezTo>
                      <a:pt x="95" y="879"/>
                      <a:pt x="117" y="869"/>
                      <a:pt x="127" y="847"/>
                    </a:cubicBezTo>
                    <a:cubicBezTo>
                      <a:pt x="160" y="772"/>
                      <a:pt x="193" y="706"/>
                      <a:pt x="235" y="640"/>
                    </a:cubicBezTo>
                    <a:cubicBezTo>
                      <a:pt x="246" y="647"/>
                      <a:pt x="255" y="651"/>
                      <a:pt x="265" y="651"/>
                    </a:cubicBezTo>
                    <a:cubicBezTo>
                      <a:pt x="276" y="651"/>
                      <a:pt x="287" y="645"/>
                      <a:pt x="301" y="631"/>
                    </a:cubicBezTo>
                    <a:cubicBezTo>
                      <a:pt x="417" y="524"/>
                      <a:pt x="549" y="424"/>
                      <a:pt x="690" y="358"/>
                    </a:cubicBezTo>
                    <a:cubicBezTo>
                      <a:pt x="765" y="317"/>
                      <a:pt x="831" y="283"/>
                      <a:pt x="906" y="259"/>
                    </a:cubicBezTo>
                    <a:lnTo>
                      <a:pt x="906" y="267"/>
                    </a:lnTo>
                    <a:cubicBezTo>
                      <a:pt x="947" y="250"/>
                      <a:pt x="980" y="242"/>
                      <a:pt x="1022" y="225"/>
                    </a:cubicBezTo>
                    <a:cubicBezTo>
                      <a:pt x="1055" y="209"/>
                      <a:pt x="1105" y="201"/>
                      <a:pt x="1138" y="176"/>
                    </a:cubicBezTo>
                    <a:cubicBezTo>
                      <a:pt x="1163" y="151"/>
                      <a:pt x="1154" y="101"/>
                      <a:pt x="1121" y="93"/>
                    </a:cubicBezTo>
                    <a:cubicBezTo>
                      <a:pt x="1104" y="86"/>
                      <a:pt x="1086" y="83"/>
                      <a:pt x="1069" y="83"/>
                    </a:cubicBezTo>
                    <a:cubicBezTo>
                      <a:pt x="1045" y="83"/>
                      <a:pt x="1021" y="88"/>
                      <a:pt x="997" y="93"/>
                    </a:cubicBezTo>
                    <a:cubicBezTo>
                      <a:pt x="955" y="93"/>
                      <a:pt x="906" y="101"/>
                      <a:pt x="864" y="118"/>
                    </a:cubicBezTo>
                    <a:cubicBezTo>
                      <a:pt x="781" y="143"/>
                      <a:pt x="699" y="176"/>
                      <a:pt x="624" y="217"/>
                    </a:cubicBezTo>
                    <a:cubicBezTo>
                      <a:pt x="599" y="234"/>
                      <a:pt x="574" y="250"/>
                      <a:pt x="549" y="267"/>
                    </a:cubicBezTo>
                    <a:lnTo>
                      <a:pt x="566" y="250"/>
                    </a:lnTo>
                    <a:cubicBezTo>
                      <a:pt x="599" y="225"/>
                      <a:pt x="632" y="201"/>
                      <a:pt x="657" y="167"/>
                    </a:cubicBezTo>
                    <a:cubicBezTo>
                      <a:pt x="690" y="134"/>
                      <a:pt x="723" y="109"/>
                      <a:pt x="748" y="76"/>
                    </a:cubicBezTo>
                    <a:cubicBezTo>
                      <a:pt x="771" y="38"/>
                      <a:pt x="752" y="1"/>
                      <a:pt x="7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4" name="Google Shape;5774;p17"/>
              <p:cNvSpPr/>
              <p:nvPr/>
            </p:nvSpPr>
            <p:spPr>
              <a:xfrm>
                <a:off x="2878025" y="3999925"/>
                <a:ext cx="23475" cy="8550"/>
              </a:xfrm>
              <a:custGeom>
                <a:rect b="b" l="l" r="r" t="t"/>
                <a:pathLst>
                  <a:path extrusionOk="0" h="342" w="939">
                    <a:moveTo>
                      <a:pt x="766" y="1"/>
                    </a:moveTo>
                    <a:cubicBezTo>
                      <a:pt x="738" y="1"/>
                      <a:pt x="709" y="3"/>
                      <a:pt x="682" y="6"/>
                    </a:cubicBezTo>
                    <a:cubicBezTo>
                      <a:pt x="607" y="22"/>
                      <a:pt x="533" y="39"/>
                      <a:pt x="467" y="55"/>
                    </a:cubicBezTo>
                    <a:cubicBezTo>
                      <a:pt x="317" y="105"/>
                      <a:pt x="177" y="163"/>
                      <a:pt x="44" y="238"/>
                    </a:cubicBezTo>
                    <a:cubicBezTo>
                      <a:pt x="0" y="267"/>
                      <a:pt x="34" y="341"/>
                      <a:pt x="82" y="341"/>
                    </a:cubicBezTo>
                    <a:cubicBezTo>
                      <a:pt x="88" y="341"/>
                      <a:pt x="95" y="340"/>
                      <a:pt x="102" y="337"/>
                    </a:cubicBezTo>
                    <a:cubicBezTo>
                      <a:pt x="235" y="279"/>
                      <a:pt x="367" y="229"/>
                      <a:pt x="500" y="188"/>
                    </a:cubicBezTo>
                    <a:cubicBezTo>
                      <a:pt x="566" y="171"/>
                      <a:pt x="632" y="155"/>
                      <a:pt x="707" y="147"/>
                    </a:cubicBezTo>
                    <a:cubicBezTo>
                      <a:pt x="773" y="130"/>
                      <a:pt x="848" y="122"/>
                      <a:pt x="906" y="89"/>
                    </a:cubicBezTo>
                    <a:cubicBezTo>
                      <a:pt x="939" y="72"/>
                      <a:pt x="939" y="31"/>
                      <a:pt x="906" y="22"/>
                    </a:cubicBezTo>
                    <a:cubicBezTo>
                      <a:pt x="864" y="7"/>
                      <a:pt x="815" y="1"/>
                      <a:pt x="7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5" name="Google Shape;5775;p17"/>
              <p:cNvSpPr/>
              <p:nvPr/>
            </p:nvSpPr>
            <p:spPr>
              <a:xfrm>
                <a:off x="2896375" y="4002750"/>
                <a:ext cx="19850" cy="6950"/>
              </a:xfrm>
              <a:custGeom>
                <a:rect b="b" l="l" r="r" t="t"/>
                <a:pathLst>
                  <a:path extrusionOk="0" h="278" w="794">
                    <a:moveTo>
                      <a:pt x="329" y="0"/>
                    </a:moveTo>
                    <a:cubicBezTo>
                      <a:pt x="230" y="17"/>
                      <a:pt x="139" y="42"/>
                      <a:pt x="47" y="75"/>
                    </a:cubicBezTo>
                    <a:cubicBezTo>
                      <a:pt x="0" y="91"/>
                      <a:pt x="20" y="158"/>
                      <a:pt x="65" y="158"/>
                    </a:cubicBezTo>
                    <a:cubicBezTo>
                      <a:pt x="67" y="158"/>
                      <a:pt x="70" y="158"/>
                      <a:pt x="72" y="158"/>
                    </a:cubicBezTo>
                    <a:cubicBezTo>
                      <a:pt x="155" y="150"/>
                      <a:pt x="246" y="141"/>
                      <a:pt x="337" y="133"/>
                    </a:cubicBezTo>
                    <a:cubicBezTo>
                      <a:pt x="371" y="133"/>
                      <a:pt x="412" y="133"/>
                      <a:pt x="453" y="141"/>
                    </a:cubicBezTo>
                    <a:cubicBezTo>
                      <a:pt x="478" y="141"/>
                      <a:pt x="503" y="150"/>
                      <a:pt x="511" y="150"/>
                    </a:cubicBezTo>
                    <a:cubicBezTo>
                      <a:pt x="503" y="158"/>
                      <a:pt x="495" y="166"/>
                      <a:pt x="487" y="183"/>
                    </a:cubicBezTo>
                    <a:cubicBezTo>
                      <a:pt x="487" y="199"/>
                      <a:pt x="495" y="224"/>
                      <a:pt x="511" y="232"/>
                    </a:cubicBezTo>
                    <a:cubicBezTo>
                      <a:pt x="561" y="249"/>
                      <a:pt x="603" y="257"/>
                      <a:pt x="644" y="266"/>
                    </a:cubicBezTo>
                    <a:cubicBezTo>
                      <a:pt x="661" y="274"/>
                      <a:pt x="685" y="274"/>
                      <a:pt x="702" y="274"/>
                    </a:cubicBezTo>
                    <a:lnTo>
                      <a:pt x="710" y="274"/>
                    </a:lnTo>
                    <a:cubicBezTo>
                      <a:pt x="716" y="274"/>
                      <a:pt x="725" y="278"/>
                      <a:pt x="733" y="278"/>
                    </a:cubicBezTo>
                    <a:cubicBezTo>
                      <a:pt x="737" y="278"/>
                      <a:pt x="741" y="277"/>
                      <a:pt x="743" y="274"/>
                    </a:cubicBezTo>
                    <a:cubicBezTo>
                      <a:pt x="760" y="274"/>
                      <a:pt x="768" y="266"/>
                      <a:pt x="777" y="257"/>
                    </a:cubicBezTo>
                    <a:cubicBezTo>
                      <a:pt x="793" y="249"/>
                      <a:pt x="793" y="232"/>
                      <a:pt x="785" y="216"/>
                    </a:cubicBezTo>
                    <a:cubicBezTo>
                      <a:pt x="777" y="208"/>
                      <a:pt x="768" y="199"/>
                      <a:pt x="752" y="191"/>
                    </a:cubicBezTo>
                    <a:cubicBezTo>
                      <a:pt x="743" y="191"/>
                      <a:pt x="727" y="191"/>
                      <a:pt x="719" y="183"/>
                    </a:cubicBezTo>
                    <a:lnTo>
                      <a:pt x="694" y="183"/>
                    </a:lnTo>
                    <a:cubicBezTo>
                      <a:pt x="685" y="174"/>
                      <a:pt x="669" y="174"/>
                      <a:pt x="661" y="166"/>
                    </a:cubicBezTo>
                    <a:cubicBezTo>
                      <a:pt x="636" y="166"/>
                      <a:pt x="611" y="158"/>
                      <a:pt x="586" y="158"/>
                    </a:cubicBezTo>
                    <a:cubicBezTo>
                      <a:pt x="627" y="150"/>
                      <a:pt x="644" y="108"/>
                      <a:pt x="619" y="75"/>
                    </a:cubicBezTo>
                    <a:cubicBezTo>
                      <a:pt x="603" y="50"/>
                      <a:pt x="578" y="42"/>
                      <a:pt x="561" y="34"/>
                    </a:cubicBezTo>
                    <a:cubicBezTo>
                      <a:pt x="536" y="17"/>
                      <a:pt x="511" y="9"/>
                      <a:pt x="478" y="9"/>
                    </a:cubicBezTo>
                    <a:cubicBezTo>
                      <a:pt x="429" y="0"/>
                      <a:pt x="379" y="0"/>
                      <a:pt x="3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6" name="Google Shape;5776;p17"/>
              <p:cNvSpPr/>
              <p:nvPr/>
            </p:nvSpPr>
            <p:spPr>
              <a:xfrm>
                <a:off x="2849700" y="4003800"/>
                <a:ext cx="11250" cy="30950"/>
              </a:xfrm>
              <a:custGeom>
                <a:rect b="b" l="l" r="r" t="t"/>
                <a:pathLst>
                  <a:path extrusionOk="0" h="1238" w="450">
                    <a:moveTo>
                      <a:pt x="395" y="1"/>
                    </a:moveTo>
                    <a:cubicBezTo>
                      <a:pt x="384" y="1"/>
                      <a:pt x="374" y="5"/>
                      <a:pt x="365" y="16"/>
                    </a:cubicBezTo>
                    <a:cubicBezTo>
                      <a:pt x="307" y="99"/>
                      <a:pt x="249" y="182"/>
                      <a:pt x="208" y="273"/>
                    </a:cubicBezTo>
                    <a:cubicBezTo>
                      <a:pt x="158" y="364"/>
                      <a:pt x="133" y="464"/>
                      <a:pt x="100" y="563"/>
                    </a:cubicBezTo>
                    <a:cubicBezTo>
                      <a:pt x="75" y="671"/>
                      <a:pt x="50" y="770"/>
                      <a:pt x="34" y="870"/>
                    </a:cubicBezTo>
                    <a:cubicBezTo>
                      <a:pt x="17" y="978"/>
                      <a:pt x="0" y="1085"/>
                      <a:pt x="25" y="1185"/>
                    </a:cubicBezTo>
                    <a:cubicBezTo>
                      <a:pt x="35" y="1218"/>
                      <a:pt x="63" y="1237"/>
                      <a:pt x="90" y="1237"/>
                    </a:cubicBezTo>
                    <a:cubicBezTo>
                      <a:pt x="111" y="1237"/>
                      <a:pt x="131" y="1226"/>
                      <a:pt x="141" y="1201"/>
                    </a:cubicBezTo>
                    <a:cubicBezTo>
                      <a:pt x="183" y="1110"/>
                      <a:pt x="191" y="1011"/>
                      <a:pt x="199" y="920"/>
                    </a:cubicBezTo>
                    <a:cubicBezTo>
                      <a:pt x="208" y="820"/>
                      <a:pt x="224" y="721"/>
                      <a:pt x="241" y="621"/>
                    </a:cubicBezTo>
                    <a:cubicBezTo>
                      <a:pt x="274" y="431"/>
                      <a:pt x="332" y="224"/>
                      <a:pt x="431" y="66"/>
                    </a:cubicBezTo>
                    <a:cubicBezTo>
                      <a:pt x="450" y="36"/>
                      <a:pt x="423" y="1"/>
                      <a:pt x="3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7" name="Google Shape;5777;p17"/>
              <p:cNvSpPr/>
              <p:nvPr/>
            </p:nvSpPr>
            <p:spPr>
              <a:xfrm>
                <a:off x="2854675" y="4035475"/>
                <a:ext cx="2925" cy="9025"/>
              </a:xfrm>
              <a:custGeom>
                <a:rect b="b" l="l" r="r" t="t"/>
                <a:pathLst>
                  <a:path extrusionOk="0" h="361" w="117">
                    <a:moveTo>
                      <a:pt x="58" y="1"/>
                    </a:moveTo>
                    <a:cubicBezTo>
                      <a:pt x="33" y="1"/>
                      <a:pt x="9" y="25"/>
                      <a:pt x="9" y="50"/>
                    </a:cubicBezTo>
                    <a:cubicBezTo>
                      <a:pt x="9" y="100"/>
                      <a:pt x="0" y="141"/>
                      <a:pt x="0" y="191"/>
                    </a:cubicBezTo>
                    <a:cubicBezTo>
                      <a:pt x="0" y="224"/>
                      <a:pt x="0" y="249"/>
                      <a:pt x="0" y="274"/>
                    </a:cubicBezTo>
                    <a:cubicBezTo>
                      <a:pt x="0" y="307"/>
                      <a:pt x="9" y="332"/>
                      <a:pt x="33" y="357"/>
                    </a:cubicBezTo>
                    <a:cubicBezTo>
                      <a:pt x="36" y="360"/>
                      <a:pt x="40" y="360"/>
                      <a:pt x="44" y="360"/>
                    </a:cubicBezTo>
                    <a:cubicBezTo>
                      <a:pt x="53" y="360"/>
                      <a:pt x="64" y="357"/>
                      <a:pt x="75" y="357"/>
                    </a:cubicBezTo>
                    <a:cubicBezTo>
                      <a:pt x="100" y="332"/>
                      <a:pt x="100" y="307"/>
                      <a:pt x="108" y="274"/>
                    </a:cubicBezTo>
                    <a:cubicBezTo>
                      <a:pt x="108" y="249"/>
                      <a:pt x="116" y="224"/>
                      <a:pt x="116" y="208"/>
                    </a:cubicBezTo>
                    <a:cubicBezTo>
                      <a:pt x="116" y="150"/>
                      <a:pt x="116" y="100"/>
                      <a:pt x="108" y="50"/>
                    </a:cubicBezTo>
                    <a:cubicBezTo>
                      <a:pt x="108" y="25"/>
                      <a:pt x="83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8" name="Google Shape;5778;p17"/>
              <p:cNvSpPr/>
              <p:nvPr/>
            </p:nvSpPr>
            <p:spPr>
              <a:xfrm>
                <a:off x="2822825" y="4084975"/>
                <a:ext cx="2250" cy="1700"/>
              </a:xfrm>
              <a:custGeom>
                <a:rect b="b" l="l" r="r" t="t"/>
                <a:pathLst>
                  <a:path extrusionOk="0" h="68" w="90">
                    <a:moveTo>
                      <a:pt x="40" y="1"/>
                    </a:moveTo>
                    <a:cubicBezTo>
                      <a:pt x="1" y="9"/>
                      <a:pt x="6" y="68"/>
                      <a:pt x="41" y="68"/>
                    </a:cubicBezTo>
                    <a:cubicBezTo>
                      <a:pt x="43" y="68"/>
                      <a:pt x="46" y="68"/>
                      <a:pt x="48" y="67"/>
                    </a:cubicBezTo>
                    <a:cubicBezTo>
                      <a:pt x="89" y="59"/>
                      <a:pt x="81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9" name="Google Shape;5779;p17"/>
              <p:cNvSpPr/>
              <p:nvPr/>
            </p:nvSpPr>
            <p:spPr>
              <a:xfrm>
                <a:off x="2825875" y="4084975"/>
                <a:ext cx="2925" cy="2925"/>
              </a:xfrm>
              <a:custGeom>
                <a:rect b="b" l="l" r="r" t="t"/>
                <a:pathLst>
                  <a:path extrusionOk="0" h="117" w="117">
                    <a:moveTo>
                      <a:pt x="83" y="1"/>
                    </a:moveTo>
                    <a:cubicBezTo>
                      <a:pt x="83" y="1"/>
                      <a:pt x="75" y="9"/>
                      <a:pt x="67" y="9"/>
                    </a:cubicBezTo>
                    <a:lnTo>
                      <a:pt x="50" y="26"/>
                    </a:lnTo>
                    <a:lnTo>
                      <a:pt x="17" y="50"/>
                    </a:lnTo>
                    <a:cubicBezTo>
                      <a:pt x="9" y="59"/>
                      <a:pt x="1" y="67"/>
                      <a:pt x="1" y="75"/>
                    </a:cubicBezTo>
                    <a:cubicBezTo>
                      <a:pt x="1" y="84"/>
                      <a:pt x="1" y="100"/>
                      <a:pt x="9" y="100"/>
                    </a:cubicBezTo>
                    <a:cubicBezTo>
                      <a:pt x="17" y="108"/>
                      <a:pt x="25" y="117"/>
                      <a:pt x="34" y="117"/>
                    </a:cubicBezTo>
                    <a:cubicBezTo>
                      <a:pt x="50" y="117"/>
                      <a:pt x="59" y="108"/>
                      <a:pt x="67" y="100"/>
                    </a:cubicBezTo>
                    <a:lnTo>
                      <a:pt x="92" y="67"/>
                    </a:lnTo>
                    <a:lnTo>
                      <a:pt x="100" y="50"/>
                    </a:lnTo>
                    <a:cubicBezTo>
                      <a:pt x="108" y="42"/>
                      <a:pt x="108" y="34"/>
                      <a:pt x="117" y="26"/>
                    </a:cubicBezTo>
                    <a:lnTo>
                      <a:pt x="117" y="17"/>
                    </a:lnTo>
                    <a:lnTo>
                      <a:pt x="10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0" name="Google Shape;5780;p17"/>
              <p:cNvSpPr/>
              <p:nvPr/>
            </p:nvSpPr>
            <p:spPr>
              <a:xfrm>
                <a:off x="2900650" y="4130275"/>
                <a:ext cx="11225" cy="5275"/>
              </a:xfrm>
              <a:custGeom>
                <a:rect b="b" l="l" r="r" t="t"/>
                <a:pathLst>
                  <a:path extrusionOk="0" h="211" w="449">
                    <a:moveTo>
                      <a:pt x="91" y="0"/>
                    </a:moveTo>
                    <a:cubicBezTo>
                      <a:pt x="72" y="0"/>
                      <a:pt x="52" y="1"/>
                      <a:pt x="34" y="3"/>
                    </a:cubicBezTo>
                    <a:cubicBezTo>
                      <a:pt x="1" y="12"/>
                      <a:pt x="1" y="70"/>
                      <a:pt x="34" y="78"/>
                    </a:cubicBezTo>
                    <a:cubicBezTo>
                      <a:pt x="100" y="78"/>
                      <a:pt x="166" y="94"/>
                      <a:pt x="224" y="119"/>
                    </a:cubicBezTo>
                    <a:cubicBezTo>
                      <a:pt x="258" y="128"/>
                      <a:pt x="282" y="144"/>
                      <a:pt x="316" y="161"/>
                    </a:cubicBezTo>
                    <a:cubicBezTo>
                      <a:pt x="324" y="169"/>
                      <a:pt x="340" y="177"/>
                      <a:pt x="357" y="186"/>
                    </a:cubicBezTo>
                    <a:cubicBezTo>
                      <a:pt x="365" y="194"/>
                      <a:pt x="374" y="194"/>
                      <a:pt x="382" y="202"/>
                    </a:cubicBezTo>
                    <a:cubicBezTo>
                      <a:pt x="390" y="202"/>
                      <a:pt x="398" y="202"/>
                      <a:pt x="407" y="210"/>
                    </a:cubicBezTo>
                    <a:cubicBezTo>
                      <a:pt x="432" y="210"/>
                      <a:pt x="448" y="186"/>
                      <a:pt x="440" y="169"/>
                    </a:cubicBezTo>
                    <a:cubicBezTo>
                      <a:pt x="432" y="144"/>
                      <a:pt x="423" y="128"/>
                      <a:pt x="407" y="111"/>
                    </a:cubicBezTo>
                    <a:lnTo>
                      <a:pt x="407" y="119"/>
                    </a:lnTo>
                    <a:cubicBezTo>
                      <a:pt x="390" y="103"/>
                      <a:pt x="382" y="94"/>
                      <a:pt x="365" y="78"/>
                    </a:cubicBezTo>
                    <a:cubicBezTo>
                      <a:pt x="332" y="61"/>
                      <a:pt x="299" y="45"/>
                      <a:pt x="258" y="28"/>
                    </a:cubicBezTo>
                    <a:cubicBezTo>
                      <a:pt x="208" y="9"/>
                      <a:pt x="149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1" name="Google Shape;5781;p17"/>
              <p:cNvSpPr/>
              <p:nvPr/>
            </p:nvSpPr>
            <p:spPr>
              <a:xfrm>
                <a:off x="2902100" y="4125675"/>
                <a:ext cx="24050" cy="12575"/>
              </a:xfrm>
              <a:custGeom>
                <a:rect b="b" l="l" r="r" t="t"/>
                <a:pathLst>
                  <a:path extrusionOk="0" h="503" w="962">
                    <a:moveTo>
                      <a:pt x="134" y="1"/>
                    </a:moveTo>
                    <a:cubicBezTo>
                      <a:pt x="103" y="1"/>
                      <a:pt x="73" y="2"/>
                      <a:pt x="42" y="5"/>
                    </a:cubicBezTo>
                    <a:cubicBezTo>
                      <a:pt x="1" y="13"/>
                      <a:pt x="1" y="88"/>
                      <a:pt x="42" y="88"/>
                    </a:cubicBezTo>
                    <a:cubicBezTo>
                      <a:pt x="208" y="96"/>
                      <a:pt x="382" y="138"/>
                      <a:pt x="531" y="212"/>
                    </a:cubicBezTo>
                    <a:cubicBezTo>
                      <a:pt x="606" y="245"/>
                      <a:pt x="672" y="295"/>
                      <a:pt x="730" y="345"/>
                    </a:cubicBezTo>
                    <a:cubicBezTo>
                      <a:pt x="763" y="370"/>
                      <a:pt x="796" y="403"/>
                      <a:pt x="829" y="428"/>
                    </a:cubicBezTo>
                    <a:cubicBezTo>
                      <a:pt x="862" y="461"/>
                      <a:pt x="879" y="486"/>
                      <a:pt x="929" y="502"/>
                    </a:cubicBezTo>
                    <a:cubicBezTo>
                      <a:pt x="945" y="502"/>
                      <a:pt x="962" y="486"/>
                      <a:pt x="962" y="469"/>
                    </a:cubicBezTo>
                    <a:cubicBezTo>
                      <a:pt x="962" y="428"/>
                      <a:pt x="937" y="394"/>
                      <a:pt x="904" y="353"/>
                    </a:cubicBezTo>
                    <a:cubicBezTo>
                      <a:pt x="879" y="320"/>
                      <a:pt x="846" y="287"/>
                      <a:pt x="813" y="254"/>
                    </a:cubicBezTo>
                    <a:cubicBezTo>
                      <a:pt x="746" y="196"/>
                      <a:pt x="664" y="146"/>
                      <a:pt x="581" y="104"/>
                    </a:cubicBezTo>
                    <a:cubicBezTo>
                      <a:pt x="443" y="35"/>
                      <a:pt x="287" y="1"/>
                      <a:pt x="1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2" name="Google Shape;5782;p17"/>
              <p:cNvSpPr/>
              <p:nvPr/>
            </p:nvSpPr>
            <p:spPr>
              <a:xfrm>
                <a:off x="2920125" y="4125500"/>
                <a:ext cx="12050" cy="11075"/>
              </a:xfrm>
              <a:custGeom>
                <a:rect b="b" l="l" r="r" t="t"/>
                <a:pathLst>
                  <a:path extrusionOk="0" h="443" w="482">
                    <a:moveTo>
                      <a:pt x="57" y="1"/>
                    </a:moveTo>
                    <a:cubicBezTo>
                      <a:pt x="38" y="1"/>
                      <a:pt x="21" y="10"/>
                      <a:pt x="9" y="29"/>
                    </a:cubicBezTo>
                    <a:cubicBezTo>
                      <a:pt x="1" y="53"/>
                      <a:pt x="17" y="78"/>
                      <a:pt x="42" y="87"/>
                    </a:cubicBezTo>
                    <a:cubicBezTo>
                      <a:pt x="75" y="103"/>
                      <a:pt x="108" y="128"/>
                      <a:pt x="141" y="153"/>
                    </a:cubicBezTo>
                    <a:cubicBezTo>
                      <a:pt x="158" y="169"/>
                      <a:pt x="175" y="178"/>
                      <a:pt x="191" y="194"/>
                    </a:cubicBezTo>
                    <a:cubicBezTo>
                      <a:pt x="199" y="203"/>
                      <a:pt x="208" y="211"/>
                      <a:pt x="216" y="211"/>
                    </a:cubicBezTo>
                    <a:lnTo>
                      <a:pt x="224" y="219"/>
                    </a:lnTo>
                    <a:lnTo>
                      <a:pt x="233" y="227"/>
                    </a:lnTo>
                    <a:cubicBezTo>
                      <a:pt x="266" y="261"/>
                      <a:pt x="291" y="294"/>
                      <a:pt x="315" y="327"/>
                    </a:cubicBezTo>
                    <a:cubicBezTo>
                      <a:pt x="340" y="368"/>
                      <a:pt x="365" y="410"/>
                      <a:pt x="398" y="435"/>
                    </a:cubicBezTo>
                    <a:cubicBezTo>
                      <a:pt x="409" y="440"/>
                      <a:pt x="419" y="443"/>
                      <a:pt x="428" y="443"/>
                    </a:cubicBezTo>
                    <a:cubicBezTo>
                      <a:pt x="446" y="443"/>
                      <a:pt x="459" y="432"/>
                      <a:pt x="465" y="410"/>
                    </a:cubicBezTo>
                    <a:cubicBezTo>
                      <a:pt x="481" y="352"/>
                      <a:pt x="448" y="302"/>
                      <a:pt x="423" y="252"/>
                    </a:cubicBezTo>
                    <a:cubicBezTo>
                      <a:pt x="390" y="211"/>
                      <a:pt x="357" y="178"/>
                      <a:pt x="324" y="145"/>
                    </a:cubicBezTo>
                    <a:cubicBezTo>
                      <a:pt x="249" y="78"/>
                      <a:pt x="166" y="29"/>
                      <a:pt x="75" y="4"/>
                    </a:cubicBezTo>
                    <a:cubicBezTo>
                      <a:pt x="69" y="2"/>
                      <a:pt x="63" y="1"/>
                      <a:pt x="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3" name="Google Shape;5783;p17"/>
              <p:cNvSpPr/>
              <p:nvPr/>
            </p:nvSpPr>
            <p:spPr>
              <a:xfrm>
                <a:off x="2928975" y="4125100"/>
                <a:ext cx="8150" cy="11650"/>
              </a:xfrm>
              <a:custGeom>
                <a:rect b="b" l="l" r="r" t="t"/>
                <a:pathLst>
                  <a:path extrusionOk="0" h="466" w="326">
                    <a:moveTo>
                      <a:pt x="53" y="1"/>
                    </a:moveTo>
                    <a:cubicBezTo>
                      <a:pt x="25" y="1"/>
                      <a:pt x="0" y="37"/>
                      <a:pt x="19" y="69"/>
                    </a:cubicBezTo>
                    <a:cubicBezTo>
                      <a:pt x="69" y="127"/>
                      <a:pt x="119" y="185"/>
                      <a:pt x="152" y="260"/>
                    </a:cubicBezTo>
                    <a:cubicBezTo>
                      <a:pt x="177" y="293"/>
                      <a:pt x="185" y="326"/>
                      <a:pt x="210" y="359"/>
                    </a:cubicBezTo>
                    <a:cubicBezTo>
                      <a:pt x="218" y="376"/>
                      <a:pt x="227" y="393"/>
                      <a:pt x="235" y="417"/>
                    </a:cubicBezTo>
                    <a:cubicBezTo>
                      <a:pt x="243" y="426"/>
                      <a:pt x="243" y="434"/>
                      <a:pt x="251" y="442"/>
                    </a:cubicBezTo>
                    <a:cubicBezTo>
                      <a:pt x="260" y="451"/>
                      <a:pt x="268" y="459"/>
                      <a:pt x="276" y="459"/>
                    </a:cubicBezTo>
                    <a:cubicBezTo>
                      <a:pt x="281" y="464"/>
                      <a:pt x="287" y="466"/>
                      <a:pt x="292" y="466"/>
                    </a:cubicBezTo>
                    <a:cubicBezTo>
                      <a:pt x="305" y="466"/>
                      <a:pt x="318" y="454"/>
                      <a:pt x="318" y="442"/>
                    </a:cubicBezTo>
                    <a:cubicBezTo>
                      <a:pt x="326" y="401"/>
                      <a:pt x="309" y="359"/>
                      <a:pt x="301" y="318"/>
                    </a:cubicBezTo>
                    <a:cubicBezTo>
                      <a:pt x="285" y="277"/>
                      <a:pt x="260" y="243"/>
                      <a:pt x="235" y="202"/>
                    </a:cubicBezTo>
                    <a:cubicBezTo>
                      <a:pt x="193" y="127"/>
                      <a:pt x="135" y="69"/>
                      <a:pt x="77" y="11"/>
                    </a:cubicBezTo>
                    <a:cubicBezTo>
                      <a:pt x="70" y="4"/>
                      <a:pt x="61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4" name="Google Shape;5784;p17"/>
              <p:cNvSpPr/>
              <p:nvPr/>
            </p:nvSpPr>
            <p:spPr>
              <a:xfrm>
                <a:off x="2847425" y="4037200"/>
                <a:ext cx="7675" cy="19800"/>
              </a:xfrm>
              <a:custGeom>
                <a:rect b="b" l="l" r="r" t="t"/>
                <a:pathLst>
                  <a:path extrusionOk="0" h="792" w="307">
                    <a:moveTo>
                      <a:pt x="66" y="1"/>
                    </a:moveTo>
                    <a:cubicBezTo>
                      <a:pt x="55" y="1"/>
                      <a:pt x="45" y="7"/>
                      <a:pt x="42" y="23"/>
                    </a:cubicBezTo>
                    <a:cubicBezTo>
                      <a:pt x="17" y="89"/>
                      <a:pt x="0" y="155"/>
                      <a:pt x="0" y="230"/>
                    </a:cubicBezTo>
                    <a:cubicBezTo>
                      <a:pt x="0" y="304"/>
                      <a:pt x="9" y="371"/>
                      <a:pt x="33" y="437"/>
                    </a:cubicBezTo>
                    <a:cubicBezTo>
                      <a:pt x="58" y="503"/>
                      <a:pt x="91" y="561"/>
                      <a:pt x="125" y="627"/>
                    </a:cubicBezTo>
                    <a:cubicBezTo>
                      <a:pt x="149" y="652"/>
                      <a:pt x="166" y="677"/>
                      <a:pt x="183" y="710"/>
                    </a:cubicBezTo>
                    <a:cubicBezTo>
                      <a:pt x="207" y="735"/>
                      <a:pt x="224" y="768"/>
                      <a:pt x="257" y="785"/>
                    </a:cubicBezTo>
                    <a:cubicBezTo>
                      <a:pt x="264" y="790"/>
                      <a:pt x="271" y="792"/>
                      <a:pt x="277" y="792"/>
                    </a:cubicBezTo>
                    <a:cubicBezTo>
                      <a:pt x="294" y="792"/>
                      <a:pt x="307" y="778"/>
                      <a:pt x="307" y="760"/>
                    </a:cubicBezTo>
                    <a:cubicBezTo>
                      <a:pt x="307" y="727"/>
                      <a:pt x="290" y="702"/>
                      <a:pt x="282" y="669"/>
                    </a:cubicBezTo>
                    <a:cubicBezTo>
                      <a:pt x="265" y="636"/>
                      <a:pt x="257" y="603"/>
                      <a:pt x="241" y="578"/>
                    </a:cubicBezTo>
                    <a:cubicBezTo>
                      <a:pt x="207" y="520"/>
                      <a:pt x="174" y="470"/>
                      <a:pt x="149" y="420"/>
                    </a:cubicBezTo>
                    <a:cubicBezTo>
                      <a:pt x="100" y="296"/>
                      <a:pt x="108" y="164"/>
                      <a:pt x="108" y="39"/>
                    </a:cubicBezTo>
                    <a:cubicBezTo>
                      <a:pt x="108" y="18"/>
                      <a:pt x="85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5" name="Google Shape;5785;p17"/>
              <p:cNvSpPr/>
              <p:nvPr/>
            </p:nvSpPr>
            <p:spPr>
              <a:xfrm>
                <a:off x="2857150" y="4062225"/>
                <a:ext cx="6600" cy="13425"/>
              </a:xfrm>
              <a:custGeom>
                <a:rect b="b" l="l" r="r" t="t"/>
                <a:pathLst>
                  <a:path extrusionOk="0" h="537" w="264">
                    <a:moveTo>
                      <a:pt x="54" y="1"/>
                    </a:moveTo>
                    <a:cubicBezTo>
                      <a:pt x="44" y="1"/>
                      <a:pt x="33" y="6"/>
                      <a:pt x="26" y="16"/>
                    </a:cubicBezTo>
                    <a:cubicBezTo>
                      <a:pt x="9" y="57"/>
                      <a:pt x="1" y="99"/>
                      <a:pt x="1" y="148"/>
                    </a:cubicBezTo>
                    <a:cubicBezTo>
                      <a:pt x="9" y="190"/>
                      <a:pt x="26" y="240"/>
                      <a:pt x="42" y="281"/>
                    </a:cubicBezTo>
                    <a:cubicBezTo>
                      <a:pt x="67" y="322"/>
                      <a:pt x="84" y="364"/>
                      <a:pt x="108" y="405"/>
                    </a:cubicBezTo>
                    <a:cubicBezTo>
                      <a:pt x="133" y="455"/>
                      <a:pt x="166" y="496"/>
                      <a:pt x="208" y="530"/>
                    </a:cubicBezTo>
                    <a:cubicBezTo>
                      <a:pt x="215" y="534"/>
                      <a:pt x="222" y="536"/>
                      <a:pt x="230" y="536"/>
                    </a:cubicBezTo>
                    <a:cubicBezTo>
                      <a:pt x="248" y="536"/>
                      <a:pt x="264" y="523"/>
                      <a:pt x="258" y="505"/>
                    </a:cubicBezTo>
                    <a:cubicBezTo>
                      <a:pt x="249" y="455"/>
                      <a:pt x="241" y="414"/>
                      <a:pt x="216" y="372"/>
                    </a:cubicBezTo>
                    <a:cubicBezTo>
                      <a:pt x="200" y="331"/>
                      <a:pt x="175" y="289"/>
                      <a:pt x="150" y="248"/>
                    </a:cubicBezTo>
                    <a:cubicBezTo>
                      <a:pt x="133" y="215"/>
                      <a:pt x="117" y="182"/>
                      <a:pt x="100" y="140"/>
                    </a:cubicBezTo>
                    <a:cubicBezTo>
                      <a:pt x="84" y="107"/>
                      <a:pt x="75" y="66"/>
                      <a:pt x="75" y="24"/>
                    </a:cubicBezTo>
                    <a:cubicBezTo>
                      <a:pt x="80" y="10"/>
                      <a:pt x="68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6" name="Google Shape;5786;p17"/>
              <p:cNvSpPr/>
              <p:nvPr/>
            </p:nvSpPr>
            <p:spPr>
              <a:xfrm>
                <a:off x="2856950" y="4077050"/>
                <a:ext cx="6650" cy="8175"/>
              </a:xfrm>
              <a:custGeom>
                <a:rect b="b" l="l" r="r" t="t"/>
                <a:pathLst>
                  <a:path extrusionOk="0" h="327" w="266">
                    <a:moveTo>
                      <a:pt x="51" y="1"/>
                    </a:moveTo>
                    <a:cubicBezTo>
                      <a:pt x="48" y="1"/>
                      <a:pt x="45" y="1"/>
                      <a:pt x="42" y="3"/>
                    </a:cubicBezTo>
                    <a:cubicBezTo>
                      <a:pt x="25" y="3"/>
                      <a:pt x="0" y="19"/>
                      <a:pt x="9" y="44"/>
                    </a:cubicBezTo>
                    <a:cubicBezTo>
                      <a:pt x="25" y="102"/>
                      <a:pt x="50" y="160"/>
                      <a:pt x="92" y="210"/>
                    </a:cubicBezTo>
                    <a:cubicBezTo>
                      <a:pt x="108" y="235"/>
                      <a:pt x="133" y="260"/>
                      <a:pt x="158" y="276"/>
                    </a:cubicBezTo>
                    <a:cubicBezTo>
                      <a:pt x="166" y="285"/>
                      <a:pt x="174" y="301"/>
                      <a:pt x="191" y="301"/>
                    </a:cubicBezTo>
                    <a:cubicBezTo>
                      <a:pt x="208" y="318"/>
                      <a:pt x="224" y="318"/>
                      <a:pt x="241" y="326"/>
                    </a:cubicBezTo>
                    <a:cubicBezTo>
                      <a:pt x="257" y="326"/>
                      <a:pt x="266" y="301"/>
                      <a:pt x="257" y="285"/>
                    </a:cubicBezTo>
                    <a:cubicBezTo>
                      <a:pt x="249" y="276"/>
                      <a:pt x="241" y="268"/>
                      <a:pt x="232" y="260"/>
                    </a:cubicBezTo>
                    <a:lnTo>
                      <a:pt x="199" y="235"/>
                    </a:lnTo>
                    <a:cubicBezTo>
                      <a:pt x="183" y="210"/>
                      <a:pt x="166" y="185"/>
                      <a:pt x="150" y="169"/>
                    </a:cubicBezTo>
                    <a:cubicBezTo>
                      <a:pt x="116" y="127"/>
                      <a:pt x="92" y="77"/>
                      <a:pt x="83" y="28"/>
                    </a:cubicBezTo>
                    <a:cubicBezTo>
                      <a:pt x="77" y="14"/>
                      <a:pt x="64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7" name="Google Shape;5787;p17"/>
              <p:cNvSpPr/>
              <p:nvPr/>
            </p:nvSpPr>
            <p:spPr>
              <a:xfrm>
                <a:off x="2858200" y="4089775"/>
                <a:ext cx="5600" cy="6625"/>
              </a:xfrm>
              <a:custGeom>
                <a:rect b="b" l="l" r="r" t="t"/>
                <a:pathLst>
                  <a:path extrusionOk="0" h="265" w="224">
                    <a:moveTo>
                      <a:pt x="46" y="1"/>
                    </a:moveTo>
                    <a:cubicBezTo>
                      <a:pt x="40" y="1"/>
                      <a:pt x="32" y="3"/>
                      <a:pt x="25" y="8"/>
                    </a:cubicBezTo>
                    <a:cubicBezTo>
                      <a:pt x="8" y="16"/>
                      <a:pt x="0" y="41"/>
                      <a:pt x="8" y="57"/>
                    </a:cubicBezTo>
                    <a:cubicBezTo>
                      <a:pt x="25" y="99"/>
                      <a:pt x="50" y="140"/>
                      <a:pt x="83" y="173"/>
                    </a:cubicBezTo>
                    <a:cubicBezTo>
                      <a:pt x="91" y="190"/>
                      <a:pt x="108" y="206"/>
                      <a:pt x="124" y="223"/>
                    </a:cubicBezTo>
                    <a:lnTo>
                      <a:pt x="149" y="248"/>
                    </a:lnTo>
                    <a:cubicBezTo>
                      <a:pt x="158" y="256"/>
                      <a:pt x="174" y="256"/>
                      <a:pt x="182" y="264"/>
                    </a:cubicBezTo>
                    <a:cubicBezTo>
                      <a:pt x="199" y="264"/>
                      <a:pt x="224" y="256"/>
                      <a:pt x="216" y="240"/>
                    </a:cubicBezTo>
                    <a:cubicBezTo>
                      <a:pt x="216" y="223"/>
                      <a:pt x="207" y="215"/>
                      <a:pt x="207" y="206"/>
                    </a:cubicBezTo>
                    <a:cubicBezTo>
                      <a:pt x="199" y="198"/>
                      <a:pt x="191" y="182"/>
                      <a:pt x="182" y="173"/>
                    </a:cubicBezTo>
                    <a:lnTo>
                      <a:pt x="182" y="182"/>
                    </a:lnTo>
                    <a:cubicBezTo>
                      <a:pt x="174" y="157"/>
                      <a:pt x="158" y="140"/>
                      <a:pt x="149" y="124"/>
                    </a:cubicBezTo>
                    <a:cubicBezTo>
                      <a:pt x="133" y="107"/>
                      <a:pt x="124" y="90"/>
                      <a:pt x="116" y="74"/>
                    </a:cubicBezTo>
                    <a:cubicBezTo>
                      <a:pt x="108" y="66"/>
                      <a:pt x="100" y="57"/>
                      <a:pt x="100" y="49"/>
                    </a:cubicBezTo>
                    <a:lnTo>
                      <a:pt x="91" y="49"/>
                    </a:lnTo>
                    <a:lnTo>
                      <a:pt x="91" y="41"/>
                    </a:lnTo>
                    <a:lnTo>
                      <a:pt x="83" y="24"/>
                    </a:lnTo>
                    <a:cubicBezTo>
                      <a:pt x="77" y="12"/>
                      <a:pt x="63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8" name="Google Shape;5788;p17"/>
              <p:cNvSpPr/>
              <p:nvPr/>
            </p:nvSpPr>
            <p:spPr>
              <a:xfrm>
                <a:off x="2821725" y="4114400"/>
                <a:ext cx="3150" cy="2500"/>
              </a:xfrm>
              <a:custGeom>
                <a:rect b="b" l="l" r="r" t="t"/>
                <a:pathLst>
                  <a:path extrusionOk="0" h="100" w="126">
                    <a:moveTo>
                      <a:pt x="51" y="0"/>
                    </a:moveTo>
                    <a:lnTo>
                      <a:pt x="42" y="9"/>
                    </a:lnTo>
                    <a:lnTo>
                      <a:pt x="26" y="9"/>
                    </a:lnTo>
                    <a:lnTo>
                      <a:pt x="9" y="25"/>
                    </a:lnTo>
                    <a:lnTo>
                      <a:pt x="1" y="42"/>
                    </a:lnTo>
                    <a:cubicBezTo>
                      <a:pt x="1" y="42"/>
                      <a:pt x="1" y="50"/>
                      <a:pt x="1" y="58"/>
                    </a:cubicBezTo>
                    <a:lnTo>
                      <a:pt x="9" y="67"/>
                    </a:lnTo>
                    <a:cubicBezTo>
                      <a:pt x="9" y="75"/>
                      <a:pt x="17" y="83"/>
                      <a:pt x="17" y="83"/>
                    </a:cubicBezTo>
                    <a:lnTo>
                      <a:pt x="34" y="91"/>
                    </a:lnTo>
                    <a:cubicBezTo>
                      <a:pt x="42" y="100"/>
                      <a:pt x="42" y="100"/>
                      <a:pt x="51" y="100"/>
                    </a:cubicBezTo>
                    <a:lnTo>
                      <a:pt x="67" y="100"/>
                    </a:lnTo>
                    <a:cubicBezTo>
                      <a:pt x="75" y="100"/>
                      <a:pt x="84" y="100"/>
                      <a:pt x="92" y="91"/>
                    </a:cubicBezTo>
                    <a:lnTo>
                      <a:pt x="100" y="83"/>
                    </a:lnTo>
                    <a:lnTo>
                      <a:pt x="117" y="75"/>
                    </a:lnTo>
                    <a:lnTo>
                      <a:pt x="117" y="58"/>
                    </a:lnTo>
                    <a:cubicBezTo>
                      <a:pt x="117" y="50"/>
                      <a:pt x="125" y="50"/>
                      <a:pt x="117" y="42"/>
                    </a:cubicBezTo>
                    <a:lnTo>
                      <a:pt x="117" y="25"/>
                    </a:lnTo>
                    <a:lnTo>
                      <a:pt x="109" y="17"/>
                    </a:lnTo>
                    <a:lnTo>
                      <a:pt x="117" y="17"/>
                    </a:lnTo>
                    <a:lnTo>
                      <a:pt x="100" y="9"/>
                    </a:lnTo>
                    <a:cubicBezTo>
                      <a:pt x="100" y="9"/>
                      <a:pt x="92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9" name="Google Shape;5789;p17"/>
              <p:cNvSpPr/>
              <p:nvPr/>
            </p:nvSpPr>
            <p:spPr>
              <a:xfrm>
                <a:off x="2830025" y="4110875"/>
                <a:ext cx="2925" cy="2725"/>
              </a:xfrm>
              <a:custGeom>
                <a:rect b="b" l="l" r="r" t="t"/>
                <a:pathLst>
                  <a:path extrusionOk="0" h="109" w="117">
                    <a:moveTo>
                      <a:pt x="50" y="0"/>
                    </a:moveTo>
                    <a:lnTo>
                      <a:pt x="33" y="9"/>
                    </a:lnTo>
                    <a:lnTo>
                      <a:pt x="25" y="17"/>
                    </a:lnTo>
                    <a:cubicBezTo>
                      <a:pt x="17" y="17"/>
                      <a:pt x="17" y="25"/>
                      <a:pt x="9" y="34"/>
                    </a:cubicBezTo>
                    <a:cubicBezTo>
                      <a:pt x="0" y="42"/>
                      <a:pt x="0" y="42"/>
                      <a:pt x="0" y="58"/>
                    </a:cubicBezTo>
                    <a:lnTo>
                      <a:pt x="0" y="67"/>
                    </a:lnTo>
                    <a:cubicBezTo>
                      <a:pt x="0" y="75"/>
                      <a:pt x="0" y="83"/>
                      <a:pt x="9" y="92"/>
                    </a:cubicBezTo>
                    <a:lnTo>
                      <a:pt x="25" y="108"/>
                    </a:lnTo>
                    <a:lnTo>
                      <a:pt x="58" y="108"/>
                    </a:lnTo>
                    <a:cubicBezTo>
                      <a:pt x="67" y="108"/>
                      <a:pt x="75" y="108"/>
                      <a:pt x="75" y="100"/>
                    </a:cubicBezTo>
                    <a:cubicBezTo>
                      <a:pt x="83" y="92"/>
                      <a:pt x="91" y="92"/>
                      <a:pt x="91" y="83"/>
                    </a:cubicBezTo>
                    <a:lnTo>
                      <a:pt x="100" y="67"/>
                    </a:lnTo>
                    <a:lnTo>
                      <a:pt x="100" y="58"/>
                    </a:lnTo>
                    <a:lnTo>
                      <a:pt x="108" y="58"/>
                    </a:lnTo>
                    <a:lnTo>
                      <a:pt x="116" y="42"/>
                    </a:lnTo>
                    <a:lnTo>
                      <a:pt x="108" y="50"/>
                    </a:lnTo>
                    <a:lnTo>
                      <a:pt x="108" y="50"/>
                    </a:lnTo>
                    <a:lnTo>
                      <a:pt x="116" y="34"/>
                    </a:lnTo>
                    <a:lnTo>
                      <a:pt x="116" y="25"/>
                    </a:lnTo>
                    <a:lnTo>
                      <a:pt x="116" y="17"/>
                    </a:lnTo>
                    <a:lnTo>
                      <a:pt x="108" y="9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0" name="Google Shape;5790;p17"/>
              <p:cNvSpPr/>
              <p:nvPr/>
            </p:nvSpPr>
            <p:spPr>
              <a:xfrm>
                <a:off x="2827525" y="4118125"/>
                <a:ext cx="2725" cy="1975"/>
              </a:xfrm>
              <a:custGeom>
                <a:rect b="b" l="l" r="r" t="t"/>
                <a:pathLst>
                  <a:path extrusionOk="0" h="79" w="109">
                    <a:moveTo>
                      <a:pt x="34" y="0"/>
                    </a:moveTo>
                    <a:lnTo>
                      <a:pt x="17" y="9"/>
                    </a:lnTo>
                    <a:lnTo>
                      <a:pt x="9" y="17"/>
                    </a:lnTo>
                    <a:lnTo>
                      <a:pt x="1" y="25"/>
                    </a:lnTo>
                    <a:lnTo>
                      <a:pt x="1" y="42"/>
                    </a:lnTo>
                    <a:lnTo>
                      <a:pt x="9" y="58"/>
                    </a:lnTo>
                    <a:cubicBezTo>
                      <a:pt x="9" y="58"/>
                      <a:pt x="9" y="67"/>
                      <a:pt x="17" y="67"/>
                    </a:cubicBezTo>
                    <a:cubicBezTo>
                      <a:pt x="23" y="73"/>
                      <a:pt x="29" y="78"/>
                      <a:pt x="38" y="78"/>
                    </a:cubicBezTo>
                    <a:cubicBezTo>
                      <a:pt x="42" y="78"/>
                      <a:pt x="46" y="77"/>
                      <a:pt x="51" y="75"/>
                    </a:cubicBezTo>
                    <a:lnTo>
                      <a:pt x="67" y="75"/>
                    </a:lnTo>
                    <a:cubicBezTo>
                      <a:pt x="75" y="75"/>
                      <a:pt x="84" y="67"/>
                      <a:pt x="92" y="67"/>
                    </a:cubicBezTo>
                    <a:lnTo>
                      <a:pt x="92" y="58"/>
                    </a:lnTo>
                    <a:lnTo>
                      <a:pt x="100" y="50"/>
                    </a:lnTo>
                    <a:lnTo>
                      <a:pt x="109" y="42"/>
                    </a:lnTo>
                    <a:lnTo>
                      <a:pt x="109" y="34"/>
                    </a:lnTo>
                    <a:cubicBezTo>
                      <a:pt x="109" y="25"/>
                      <a:pt x="100" y="17"/>
                      <a:pt x="100" y="9"/>
                    </a:cubicBezTo>
                    <a:lnTo>
                      <a:pt x="8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1" name="Google Shape;5791;p17"/>
              <p:cNvSpPr/>
              <p:nvPr/>
            </p:nvSpPr>
            <p:spPr>
              <a:xfrm>
                <a:off x="2835000" y="4117700"/>
                <a:ext cx="3550" cy="1900"/>
              </a:xfrm>
              <a:custGeom>
                <a:rect b="b" l="l" r="r" t="t"/>
                <a:pathLst>
                  <a:path extrusionOk="0" h="76" w="142">
                    <a:moveTo>
                      <a:pt x="42" y="1"/>
                    </a:moveTo>
                    <a:cubicBezTo>
                      <a:pt x="17" y="1"/>
                      <a:pt x="0" y="17"/>
                      <a:pt x="0" y="42"/>
                    </a:cubicBezTo>
                    <a:cubicBezTo>
                      <a:pt x="0" y="51"/>
                      <a:pt x="0" y="59"/>
                      <a:pt x="8" y="67"/>
                    </a:cubicBezTo>
                    <a:lnTo>
                      <a:pt x="25" y="75"/>
                    </a:lnTo>
                    <a:lnTo>
                      <a:pt x="116" y="75"/>
                    </a:lnTo>
                    <a:cubicBezTo>
                      <a:pt x="116" y="75"/>
                      <a:pt x="124" y="67"/>
                      <a:pt x="133" y="67"/>
                    </a:cubicBezTo>
                    <a:cubicBezTo>
                      <a:pt x="141" y="67"/>
                      <a:pt x="141" y="59"/>
                      <a:pt x="141" y="51"/>
                    </a:cubicBezTo>
                    <a:cubicBezTo>
                      <a:pt x="141" y="34"/>
                      <a:pt x="141" y="26"/>
                      <a:pt x="133" y="26"/>
                    </a:cubicBezTo>
                    <a:cubicBezTo>
                      <a:pt x="124" y="26"/>
                      <a:pt x="116" y="17"/>
                      <a:pt x="108" y="17"/>
                    </a:cubicBezTo>
                    <a:cubicBezTo>
                      <a:pt x="100" y="9"/>
                      <a:pt x="91" y="9"/>
                      <a:pt x="83" y="9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2" name="Google Shape;5792;p17"/>
              <p:cNvSpPr/>
              <p:nvPr/>
            </p:nvSpPr>
            <p:spPr>
              <a:xfrm>
                <a:off x="2797300" y="4122050"/>
                <a:ext cx="2500" cy="2100"/>
              </a:xfrm>
              <a:custGeom>
                <a:rect b="b" l="l" r="r" t="t"/>
                <a:pathLst>
                  <a:path extrusionOk="0" h="84" w="100">
                    <a:moveTo>
                      <a:pt x="42" y="1"/>
                    </a:moveTo>
                    <a:lnTo>
                      <a:pt x="25" y="9"/>
                    </a:lnTo>
                    <a:lnTo>
                      <a:pt x="17" y="9"/>
                    </a:lnTo>
                    <a:lnTo>
                      <a:pt x="9" y="26"/>
                    </a:lnTo>
                    <a:lnTo>
                      <a:pt x="0" y="34"/>
                    </a:lnTo>
                    <a:lnTo>
                      <a:pt x="0" y="42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9" y="67"/>
                    </a:lnTo>
                    <a:lnTo>
                      <a:pt x="17" y="75"/>
                    </a:lnTo>
                    <a:lnTo>
                      <a:pt x="25" y="84"/>
                    </a:lnTo>
                    <a:lnTo>
                      <a:pt x="58" y="84"/>
                    </a:lnTo>
                    <a:lnTo>
                      <a:pt x="75" y="75"/>
                    </a:lnTo>
                    <a:lnTo>
                      <a:pt x="83" y="67"/>
                    </a:lnTo>
                    <a:lnTo>
                      <a:pt x="91" y="51"/>
                    </a:lnTo>
                    <a:lnTo>
                      <a:pt x="100" y="51"/>
                    </a:lnTo>
                    <a:lnTo>
                      <a:pt x="100" y="34"/>
                    </a:lnTo>
                    <a:lnTo>
                      <a:pt x="100" y="26"/>
                    </a:lnTo>
                    <a:lnTo>
                      <a:pt x="91" y="9"/>
                    </a:lnTo>
                    <a:cubicBezTo>
                      <a:pt x="83" y="9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3" name="Google Shape;5793;p17"/>
              <p:cNvSpPr/>
              <p:nvPr/>
            </p:nvSpPr>
            <p:spPr>
              <a:xfrm>
                <a:off x="2799000" y="4125150"/>
                <a:ext cx="2600" cy="1925"/>
              </a:xfrm>
              <a:custGeom>
                <a:rect b="b" l="l" r="r" t="t"/>
                <a:pathLst>
                  <a:path extrusionOk="0" h="77" w="104">
                    <a:moveTo>
                      <a:pt x="56" y="0"/>
                    </a:moveTo>
                    <a:cubicBezTo>
                      <a:pt x="53" y="0"/>
                      <a:pt x="51" y="1"/>
                      <a:pt x="48" y="1"/>
                    </a:cubicBezTo>
                    <a:cubicBezTo>
                      <a:pt x="1" y="1"/>
                      <a:pt x="6" y="76"/>
                      <a:pt x="50" y="76"/>
                    </a:cubicBezTo>
                    <a:cubicBezTo>
                      <a:pt x="52" y="76"/>
                      <a:pt x="54" y="76"/>
                      <a:pt x="57" y="76"/>
                    </a:cubicBezTo>
                    <a:cubicBezTo>
                      <a:pt x="104" y="68"/>
                      <a:pt x="99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4" name="Google Shape;5794;p17"/>
              <p:cNvSpPr/>
              <p:nvPr/>
            </p:nvSpPr>
            <p:spPr>
              <a:xfrm>
                <a:off x="2831475" y="4027600"/>
                <a:ext cx="11000" cy="13950"/>
              </a:xfrm>
              <a:custGeom>
                <a:rect b="b" l="l" r="r" t="t"/>
                <a:pathLst>
                  <a:path extrusionOk="0" h="558" w="440">
                    <a:moveTo>
                      <a:pt x="390" y="1"/>
                    </a:moveTo>
                    <a:cubicBezTo>
                      <a:pt x="340" y="17"/>
                      <a:pt x="323" y="84"/>
                      <a:pt x="307" y="125"/>
                    </a:cubicBezTo>
                    <a:cubicBezTo>
                      <a:pt x="274" y="166"/>
                      <a:pt x="249" y="208"/>
                      <a:pt x="216" y="249"/>
                    </a:cubicBezTo>
                    <a:cubicBezTo>
                      <a:pt x="183" y="291"/>
                      <a:pt x="141" y="324"/>
                      <a:pt x="108" y="357"/>
                    </a:cubicBezTo>
                    <a:cubicBezTo>
                      <a:pt x="91" y="382"/>
                      <a:pt x="75" y="398"/>
                      <a:pt x="58" y="423"/>
                    </a:cubicBezTo>
                    <a:cubicBezTo>
                      <a:pt x="42" y="440"/>
                      <a:pt x="25" y="465"/>
                      <a:pt x="17" y="490"/>
                    </a:cubicBezTo>
                    <a:cubicBezTo>
                      <a:pt x="0" y="506"/>
                      <a:pt x="0" y="531"/>
                      <a:pt x="17" y="548"/>
                    </a:cubicBezTo>
                    <a:cubicBezTo>
                      <a:pt x="26" y="552"/>
                      <a:pt x="39" y="557"/>
                      <a:pt x="51" y="557"/>
                    </a:cubicBezTo>
                    <a:cubicBezTo>
                      <a:pt x="59" y="557"/>
                      <a:pt x="68" y="555"/>
                      <a:pt x="75" y="548"/>
                    </a:cubicBezTo>
                    <a:cubicBezTo>
                      <a:pt x="91" y="531"/>
                      <a:pt x="108" y="514"/>
                      <a:pt x="133" y="498"/>
                    </a:cubicBezTo>
                    <a:cubicBezTo>
                      <a:pt x="149" y="473"/>
                      <a:pt x="174" y="448"/>
                      <a:pt x="191" y="432"/>
                    </a:cubicBezTo>
                    <a:cubicBezTo>
                      <a:pt x="232" y="390"/>
                      <a:pt x="257" y="349"/>
                      <a:pt x="299" y="307"/>
                    </a:cubicBezTo>
                    <a:cubicBezTo>
                      <a:pt x="332" y="266"/>
                      <a:pt x="365" y="224"/>
                      <a:pt x="390" y="175"/>
                    </a:cubicBezTo>
                    <a:cubicBezTo>
                      <a:pt x="398" y="150"/>
                      <a:pt x="415" y="125"/>
                      <a:pt x="423" y="100"/>
                    </a:cubicBezTo>
                    <a:cubicBezTo>
                      <a:pt x="431" y="84"/>
                      <a:pt x="439" y="34"/>
                      <a:pt x="415" y="17"/>
                    </a:cubicBezTo>
                    <a:cubicBezTo>
                      <a:pt x="415" y="9"/>
                      <a:pt x="398" y="1"/>
                      <a:pt x="3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5" name="Google Shape;5795;p17"/>
              <p:cNvSpPr/>
              <p:nvPr/>
            </p:nvSpPr>
            <p:spPr>
              <a:xfrm>
                <a:off x="2842325" y="4014475"/>
                <a:ext cx="2850" cy="10150"/>
              </a:xfrm>
              <a:custGeom>
                <a:rect b="b" l="l" r="r" t="t"/>
                <a:pathLst>
                  <a:path extrusionOk="0" h="406" w="114">
                    <a:moveTo>
                      <a:pt x="83" y="0"/>
                    </a:moveTo>
                    <a:cubicBezTo>
                      <a:pt x="81" y="0"/>
                      <a:pt x="80" y="1"/>
                      <a:pt x="80" y="4"/>
                    </a:cubicBezTo>
                    <a:cubicBezTo>
                      <a:pt x="63" y="29"/>
                      <a:pt x="63" y="62"/>
                      <a:pt x="63" y="95"/>
                    </a:cubicBezTo>
                    <a:cubicBezTo>
                      <a:pt x="72" y="128"/>
                      <a:pt x="63" y="161"/>
                      <a:pt x="63" y="186"/>
                    </a:cubicBezTo>
                    <a:cubicBezTo>
                      <a:pt x="55" y="219"/>
                      <a:pt x="47" y="252"/>
                      <a:pt x="39" y="285"/>
                    </a:cubicBezTo>
                    <a:cubicBezTo>
                      <a:pt x="22" y="319"/>
                      <a:pt x="14" y="343"/>
                      <a:pt x="5" y="377"/>
                    </a:cubicBezTo>
                    <a:cubicBezTo>
                      <a:pt x="0" y="393"/>
                      <a:pt x="16" y="405"/>
                      <a:pt x="30" y="405"/>
                    </a:cubicBezTo>
                    <a:cubicBezTo>
                      <a:pt x="37" y="405"/>
                      <a:pt x="44" y="402"/>
                      <a:pt x="47" y="393"/>
                    </a:cubicBezTo>
                    <a:cubicBezTo>
                      <a:pt x="55" y="360"/>
                      <a:pt x="72" y="327"/>
                      <a:pt x="80" y="294"/>
                    </a:cubicBezTo>
                    <a:cubicBezTo>
                      <a:pt x="80" y="261"/>
                      <a:pt x="88" y="227"/>
                      <a:pt x="97" y="194"/>
                    </a:cubicBezTo>
                    <a:cubicBezTo>
                      <a:pt x="97" y="161"/>
                      <a:pt x="105" y="128"/>
                      <a:pt x="105" y="95"/>
                    </a:cubicBezTo>
                    <a:cubicBezTo>
                      <a:pt x="105" y="70"/>
                      <a:pt x="113" y="29"/>
                      <a:pt x="97" y="4"/>
                    </a:cubicBezTo>
                    <a:cubicBezTo>
                      <a:pt x="91" y="4"/>
                      <a:pt x="86" y="0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6" name="Google Shape;5796;p17"/>
              <p:cNvSpPr/>
              <p:nvPr/>
            </p:nvSpPr>
            <p:spPr>
              <a:xfrm>
                <a:off x="2843475" y="4004400"/>
                <a:ext cx="1900" cy="4575"/>
              </a:xfrm>
              <a:custGeom>
                <a:rect b="b" l="l" r="r" t="t"/>
                <a:pathLst>
                  <a:path extrusionOk="0" h="183" w="76">
                    <a:moveTo>
                      <a:pt x="9" y="1"/>
                    </a:moveTo>
                    <a:cubicBezTo>
                      <a:pt x="1" y="17"/>
                      <a:pt x="1" y="34"/>
                      <a:pt x="1" y="42"/>
                    </a:cubicBezTo>
                    <a:cubicBezTo>
                      <a:pt x="1" y="59"/>
                      <a:pt x="1" y="75"/>
                      <a:pt x="9" y="84"/>
                    </a:cubicBezTo>
                    <a:cubicBezTo>
                      <a:pt x="9" y="100"/>
                      <a:pt x="9" y="117"/>
                      <a:pt x="9" y="125"/>
                    </a:cubicBezTo>
                    <a:cubicBezTo>
                      <a:pt x="17" y="142"/>
                      <a:pt x="17" y="158"/>
                      <a:pt x="26" y="166"/>
                    </a:cubicBezTo>
                    <a:cubicBezTo>
                      <a:pt x="26" y="183"/>
                      <a:pt x="42" y="183"/>
                      <a:pt x="59" y="183"/>
                    </a:cubicBezTo>
                    <a:cubicBezTo>
                      <a:pt x="67" y="175"/>
                      <a:pt x="75" y="166"/>
                      <a:pt x="67" y="150"/>
                    </a:cubicBezTo>
                    <a:cubicBezTo>
                      <a:pt x="59" y="125"/>
                      <a:pt x="59" y="100"/>
                      <a:pt x="51" y="75"/>
                    </a:cubicBezTo>
                    <a:cubicBezTo>
                      <a:pt x="42" y="59"/>
                      <a:pt x="42" y="50"/>
                      <a:pt x="42" y="42"/>
                    </a:cubicBezTo>
                    <a:cubicBezTo>
                      <a:pt x="34" y="26"/>
                      <a:pt x="34" y="9"/>
                      <a:pt x="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7" name="Google Shape;5797;p17"/>
              <p:cNvSpPr/>
              <p:nvPr/>
            </p:nvSpPr>
            <p:spPr>
              <a:xfrm>
                <a:off x="2841200" y="3994750"/>
                <a:ext cx="2300" cy="6375"/>
              </a:xfrm>
              <a:custGeom>
                <a:rect b="b" l="l" r="r" t="t"/>
                <a:pathLst>
                  <a:path extrusionOk="0" h="255" w="92">
                    <a:moveTo>
                      <a:pt x="29" y="0"/>
                    </a:moveTo>
                    <a:cubicBezTo>
                      <a:pt x="22" y="0"/>
                      <a:pt x="14" y="4"/>
                      <a:pt x="9" y="14"/>
                    </a:cubicBezTo>
                    <a:cubicBezTo>
                      <a:pt x="9" y="22"/>
                      <a:pt x="9" y="30"/>
                      <a:pt x="9" y="39"/>
                    </a:cubicBezTo>
                    <a:cubicBezTo>
                      <a:pt x="9" y="47"/>
                      <a:pt x="9" y="47"/>
                      <a:pt x="1" y="55"/>
                    </a:cubicBezTo>
                    <a:cubicBezTo>
                      <a:pt x="1" y="64"/>
                      <a:pt x="1" y="80"/>
                      <a:pt x="1" y="97"/>
                    </a:cubicBezTo>
                    <a:cubicBezTo>
                      <a:pt x="1" y="105"/>
                      <a:pt x="1" y="113"/>
                      <a:pt x="1" y="122"/>
                    </a:cubicBezTo>
                    <a:cubicBezTo>
                      <a:pt x="1" y="138"/>
                      <a:pt x="9" y="155"/>
                      <a:pt x="9" y="171"/>
                    </a:cubicBezTo>
                    <a:lnTo>
                      <a:pt x="17" y="171"/>
                    </a:lnTo>
                    <a:cubicBezTo>
                      <a:pt x="17" y="188"/>
                      <a:pt x="17" y="204"/>
                      <a:pt x="26" y="221"/>
                    </a:cubicBezTo>
                    <a:cubicBezTo>
                      <a:pt x="26" y="238"/>
                      <a:pt x="42" y="254"/>
                      <a:pt x="59" y="254"/>
                    </a:cubicBezTo>
                    <a:cubicBezTo>
                      <a:pt x="84" y="246"/>
                      <a:pt x="92" y="229"/>
                      <a:pt x="92" y="213"/>
                    </a:cubicBezTo>
                    <a:lnTo>
                      <a:pt x="84" y="163"/>
                    </a:lnTo>
                    <a:cubicBezTo>
                      <a:pt x="84" y="146"/>
                      <a:pt x="84" y="122"/>
                      <a:pt x="84" y="105"/>
                    </a:cubicBezTo>
                    <a:cubicBezTo>
                      <a:pt x="75" y="88"/>
                      <a:pt x="75" y="64"/>
                      <a:pt x="67" y="47"/>
                    </a:cubicBezTo>
                    <a:cubicBezTo>
                      <a:pt x="59" y="47"/>
                      <a:pt x="59" y="39"/>
                      <a:pt x="59" y="30"/>
                    </a:cubicBezTo>
                    <a:cubicBezTo>
                      <a:pt x="50" y="22"/>
                      <a:pt x="50" y="14"/>
                      <a:pt x="42" y="6"/>
                    </a:cubicBezTo>
                    <a:cubicBezTo>
                      <a:pt x="39" y="2"/>
                      <a:pt x="34" y="0"/>
                      <a:pt x="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8" name="Google Shape;5798;p17"/>
              <p:cNvSpPr/>
              <p:nvPr/>
            </p:nvSpPr>
            <p:spPr>
              <a:xfrm>
                <a:off x="2840250" y="3973050"/>
                <a:ext cx="9475" cy="16800"/>
              </a:xfrm>
              <a:custGeom>
                <a:rect b="b" l="l" r="r" t="t"/>
                <a:pathLst>
                  <a:path extrusionOk="0" h="672" w="379">
                    <a:moveTo>
                      <a:pt x="351" y="0"/>
                    </a:moveTo>
                    <a:cubicBezTo>
                      <a:pt x="346" y="0"/>
                      <a:pt x="341" y="2"/>
                      <a:pt x="337" y="4"/>
                    </a:cubicBezTo>
                    <a:cubicBezTo>
                      <a:pt x="287" y="28"/>
                      <a:pt x="254" y="86"/>
                      <a:pt x="229" y="128"/>
                    </a:cubicBezTo>
                    <a:cubicBezTo>
                      <a:pt x="196" y="186"/>
                      <a:pt x="171" y="236"/>
                      <a:pt x="138" y="294"/>
                    </a:cubicBezTo>
                    <a:cubicBezTo>
                      <a:pt x="88" y="401"/>
                      <a:pt x="47" y="509"/>
                      <a:pt x="6" y="625"/>
                    </a:cubicBezTo>
                    <a:cubicBezTo>
                      <a:pt x="0" y="651"/>
                      <a:pt x="22" y="671"/>
                      <a:pt x="45" y="671"/>
                    </a:cubicBezTo>
                    <a:cubicBezTo>
                      <a:pt x="58" y="671"/>
                      <a:pt x="71" y="665"/>
                      <a:pt x="80" y="650"/>
                    </a:cubicBezTo>
                    <a:cubicBezTo>
                      <a:pt x="130" y="542"/>
                      <a:pt x="180" y="443"/>
                      <a:pt x="238" y="335"/>
                    </a:cubicBezTo>
                    <a:cubicBezTo>
                      <a:pt x="262" y="285"/>
                      <a:pt x="296" y="236"/>
                      <a:pt x="320" y="186"/>
                    </a:cubicBezTo>
                    <a:cubicBezTo>
                      <a:pt x="345" y="136"/>
                      <a:pt x="378" y="78"/>
                      <a:pt x="378" y="28"/>
                    </a:cubicBezTo>
                    <a:cubicBezTo>
                      <a:pt x="378" y="10"/>
                      <a:pt x="364" y="0"/>
                      <a:pt x="3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9" name="Google Shape;5799;p17"/>
              <p:cNvSpPr/>
              <p:nvPr/>
            </p:nvSpPr>
            <p:spPr>
              <a:xfrm>
                <a:off x="2858600" y="3975450"/>
                <a:ext cx="6650" cy="23650"/>
              </a:xfrm>
              <a:custGeom>
                <a:rect b="b" l="l" r="r" t="t"/>
                <a:pathLst>
                  <a:path extrusionOk="0" h="946" w="266">
                    <a:moveTo>
                      <a:pt x="195" y="1"/>
                    </a:moveTo>
                    <a:cubicBezTo>
                      <a:pt x="152" y="1"/>
                      <a:pt x="131" y="86"/>
                      <a:pt x="117" y="115"/>
                    </a:cubicBezTo>
                    <a:cubicBezTo>
                      <a:pt x="75" y="231"/>
                      <a:pt x="42" y="355"/>
                      <a:pt x="26" y="488"/>
                    </a:cubicBezTo>
                    <a:cubicBezTo>
                      <a:pt x="17" y="562"/>
                      <a:pt x="9" y="637"/>
                      <a:pt x="1" y="711"/>
                    </a:cubicBezTo>
                    <a:cubicBezTo>
                      <a:pt x="1" y="778"/>
                      <a:pt x="9" y="852"/>
                      <a:pt x="9" y="927"/>
                    </a:cubicBezTo>
                    <a:cubicBezTo>
                      <a:pt x="9" y="939"/>
                      <a:pt x="19" y="945"/>
                      <a:pt x="30" y="945"/>
                    </a:cubicBezTo>
                    <a:cubicBezTo>
                      <a:pt x="40" y="945"/>
                      <a:pt x="50" y="939"/>
                      <a:pt x="50" y="927"/>
                    </a:cubicBezTo>
                    <a:cubicBezTo>
                      <a:pt x="59" y="860"/>
                      <a:pt x="75" y="794"/>
                      <a:pt x="84" y="736"/>
                    </a:cubicBezTo>
                    <a:cubicBezTo>
                      <a:pt x="92" y="662"/>
                      <a:pt x="92" y="595"/>
                      <a:pt x="100" y="529"/>
                    </a:cubicBezTo>
                    <a:cubicBezTo>
                      <a:pt x="117" y="405"/>
                      <a:pt x="150" y="272"/>
                      <a:pt x="191" y="148"/>
                    </a:cubicBezTo>
                    <a:cubicBezTo>
                      <a:pt x="208" y="115"/>
                      <a:pt x="266" y="32"/>
                      <a:pt x="216" y="7"/>
                    </a:cubicBezTo>
                    <a:cubicBezTo>
                      <a:pt x="209" y="3"/>
                      <a:pt x="202" y="1"/>
                      <a:pt x="1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0" name="Google Shape;5800;p17"/>
              <p:cNvSpPr/>
              <p:nvPr/>
            </p:nvSpPr>
            <p:spPr>
              <a:xfrm>
                <a:off x="2865225" y="3966700"/>
                <a:ext cx="3350" cy="4175"/>
              </a:xfrm>
              <a:custGeom>
                <a:rect b="b" l="l" r="r" t="t"/>
                <a:pathLst>
                  <a:path extrusionOk="0" h="167" w="134">
                    <a:moveTo>
                      <a:pt x="100" y="1"/>
                    </a:moveTo>
                    <a:lnTo>
                      <a:pt x="92" y="9"/>
                    </a:lnTo>
                    <a:cubicBezTo>
                      <a:pt x="84" y="9"/>
                      <a:pt x="75" y="9"/>
                      <a:pt x="67" y="17"/>
                    </a:cubicBezTo>
                    <a:lnTo>
                      <a:pt x="59" y="34"/>
                    </a:lnTo>
                    <a:lnTo>
                      <a:pt x="51" y="42"/>
                    </a:lnTo>
                    <a:lnTo>
                      <a:pt x="42" y="59"/>
                    </a:lnTo>
                    <a:cubicBezTo>
                      <a:pt x="34" y="75"/>
                      <a:pt x="17" y="92"/>
                      <a:pt x="9" y="108"/>
                    </a:cubicBezTo>
                    <a:cubicBezTo>
                      <a:pt x="1" y="117"/>
                      <a:pt x="1" y="125"/>
                      <a:pt x="1" y="133"/>
                    </a:cubicBezTo>
                    <a:cubicBezTo>
                      <a:pt x="1" y="142"/>
                      <a:pt x="9" y="158"/>
                      <a:pt x="17" y="158"/>
                    </a:cubicBezTo>
                    <a:cubicBezTo>
                      <a:pt x="26" y="166"/>
                      <a:pt x="34" y="166"/>
                      <a:pt x="42" y="166"/>
                    </a:cubicBezTo>
                    <a:cubicBezTo>
                      <a:pt x="51" y="166"/>
                      <a:pt x="59" y="158"/>
                      <a:pt x="67" y="150"/>
                    </a:cubicBezTo>
                    <a:cubicBezTo>
                      <a:pt x="75" y="133"/>
                      <a:pt x="92" y="117"/>
                      <a:pt x="100" y="100"/>
                    </a:cubicBezTo>
                    <a:cubicBezTo>
                      <a:pt x="109" y="92"/>
                      <a:pt x="117" y="84"/>
                      <a:pt x="125" y="67"/>
                    </a:cubicBezTo>
                    <a:lnTo>
                      <a:pt x="125" y="59"/>
                    </a:lnTo>
                    <a:cubicBezTo>
                      <a:pt x="133" y="50"/>
                      <a:pt x="133" y="34"/>
                      <a:pt x="133" y="26"/>
                    </a:cubicBezTo>
                    <a:cubicBezTo>
                      <a:pt x="133" y="17"/>
                      <a:pt x="125" y="9"/>
                      <a:pt x="117" y="9"/>
                    </a:cubicBezTo>
                    <a:cubicBezTo>
                      <a:pt x="117" y="1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1" name="Google Shape;5801;p17"/>
              <p:cNvSpPr/>
              <p:nvPr/>
            </p:nvSpPr>
            <p:spPr>
              <a:xfrm>
                <a:off x="2858400" y="3955725"/>
                <a:ext cx="8725" cy="8750"/>
              </a:xfrm>
              <a:custGeom>
                <a:rect b="b" l="l" r="r" t="t"/>
                <a:pathLst>
                  <a:path extrusionOk="0" h="350" w="349">
                    <a:moveTo>
                      <a:pt x="307" y="1"/>
                    </a:moveTo>
                    <a:cubicBezTo>
                      <a:pt x="299" y="9"/>
                      <a:pt x="290" y="9"/>
                      <a:pt x="282" y="17"/>
                    </a:cubicBezTo>
                    <a:cubicBezTo>
                      <a:pt x="266" y="25"/>
                      <a:pt x="249" y="34"/>
                      <a:pt x="232" y="50"/>
                    </a:cubicBezTo>
                    <a:cubicBezTo>
                      <a:pt x="208" y="75"/>
                      <a:pt x="174" y="100"/>
                      <a:pt x="150" y="133"/>
                    </a:cubicBezTo>
                    <a:cubicBezTo>
                      <a:pt x="100" y="183"/>
                      <a:pt x="58" y="241"/>
                      <a:pt x="9" y="299"/>
                    </a:cubicBezTo>
                    <a:cubicBezTo>
                      <a:pt x="0" y="315"/>
                      <a:pt x="9" y="332"/>
                      <a:pt x="17" y="340"/>
                    </a:cubicBezTo>
                    <a:cubicBezTo>
                      <a:pt x="24" y="347"/>
                      <a:pt x="31" y="350"/>
                      <a:pt x="37" y="350"/>
                    </a:cubicBezTo>
                    <a:cubicBezTo>
                      <a:pt x="46" y="350"/>
                      <a:pt x="54" y="345"/>
                      <a:pt x="58" y="340"/>
                    </a:cubicBezTo>
                    <a:cubicBezTo>
                      <a:pt x="108" y="282"/>
                      <a:pt x="166" y="241"/>
                      <a:pt x="216" y="191"/>
                    </a:cubicBezTo>
                    <a:cubicBezTo>
                      <a:pt x="241" y="158"/>
                      <a:pt x="266" y="141"/>
                      <a:pt x="290" y="108"/>
                    </a:cubicBezTo>
                    <a:cubicBezTo>
                      <a:pt x="307" y="100"/>
                      <a:pt x="315" y="83"/>
                      <a:pt x="324" y="67"/>
                    </a:cubicBezTo>
                    <a:cubicBezTo>
                      <a:pt x="340" y="59"/>
                      <a:pt x="348" y="42"/>
                      <a:pt x="348" y="25"/>
                    </a:cubicBezTo>
                    <a:cubicBezTo>
                      <a:pt x="348" y="9"/>
                      <a:pt x="348" y="1"/>
                      <a:pt x="3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2" name="Google Shape;5802;p17"/>
              <p:cNvSpPr/>
              <p:nvPr/>
            </p:nvSpPr>
            <p:spPr>
              <a:xfrm>
                <a:off x="2867100" y="3959250"/>
                <a:ext cx="1900" cy="2725"/>
              </a:xfrm>
              <a:custGeom>
                <a:rect b="b" l="l" r="r" t="t"/>
                <a:pathLst>
                  <a:path extrusionOk="0" h="109" w="76">
                    <a:moveTo>
                      <a:pt x="42" y="0"/>
                    </a:moveTo>
                    <a:cubicBezTo>
                      <a:pt x="34" y="9"/>
                      <a:pt x="25" y="9"/>
                      <a:pt x="25" y="17"/>
                    </a:cubicBezTo>
                    <a:cubicBezTo>
                      <a:pt x="17" y="25"/>
                      <a:pt x="9" y="42"/>
                      <a:pt x="9" y="58"/>
                    </a:cubicBezTo>
                    <a:cubicBezTo>
                      <a:pt x="9" y="58"/>
                      <a:pt x="0" y="67"/>
                      <a:pt x="9" y="75"/>
                    </a:cubicBezTo>
                    <a:cubicBezTo>
                      <a:pt x="9" y="83"/>
                      <a:pt x="9" y="92"/>
                      <a:pt x="9" y="100"/>
                    </a:cubicBezTo>
                    <a:cubicBezTo>
                      <a:pt x="17" y="100"/>
                      <a:pt x="17" y="108"/>
                      <a:pt x="25" y="108"/>
                    </a:cubicBezTo>
                    <a:lnTo>
                      <a:pt x="42" y="100"/>
                    </a:lnTo>
                    <a:lnTo>
                      <a:pt x="42" y="83"/>
                    </a:lnTo>
                    <a:lnTo>
                      <a:pt x="50" y="75"/>
                    </a:lnTo>
                    <a:cubicBezTo>
                      <a:pt x="50" y="67"/>
                      <a:pt x="50" y="58"/>
                      <a:pt x="58" y="58"/>
                    </a:cubicBezTo>
                    <a:lnTo>
                      <a:pt x="67" y="42"/>
                    </a:lnTo>
                    <a:cubicBezTo>
                      <a:pt x="75" y="34"/>
                      <a:pt x="67" y="17"/>
                      <a:pt x="58" y="9"/>
                    </a:cubicBezTo>
                    <a:cubicBezTo>
                      <a:pt x="50" y="9"/>
                      <a:pt x="50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3" name="Google Shape;5803;p17"/>
              <p:cNvSpPr/>
              <p:nvPr/>
            </p:nvSpPr>
            <p:spPr>
              <a:xfrm>
                <a:off x="2936000" y="4113375"/>
                <a:ext cx="8800" cy="13925"/>
              </a:xfrm>
              <a:custGeom>
                <a:rect b="b" l="l" r="r" t="t"/>
                <a:pathLst>
                  <a:path extrusionOk="0" h="557" w="352">
                    <a:moveTo>
                      <a:pt x="63" y="1"/>
                    </a:moveTo>
                    <a:cubicBezTo>
                      <a:pt x="33" y="1"/>
                      <a:pt x="0" y="33"/>
                      <a:pt x="20" y="66"/>
                    </a:cubicBezTo>
                    <a:cubicBezTo>
                      <a:pt x="62" y="141"/>
                      <a:pt x="111" y="215"/>
                      <a:pt x="144" y="290"/>
                    </a:cubicBezTo>
                    <a:cubicBezTo>
                      <a:pt x="161" y="331"/>
                      <a:pt x="178" y="373"/>
                      <a:pt x="194" y="414"/>
                    </a:cubicBezTo>
                    <a:cubicBezTo>
                      <a:pt x="202" y="456"/>
                      <a:pt x="211" y="505"/>
                      <a:pt x="244" y="538"/>
                    </a:cubicBezTo>
                    <a:cubicBezTo>
                      <a:pt x="255" y="550"/>
                      <a:pt x="269" y="556"/>
                      <a:pt x="281" y="556"/>
                    </a:cubicBezTo>
                    <a:cubicBezTo>
                      <a:pt x="296" y="556"/>
                      <a:pt x="309" y="548"/>
                      <a:pt x="318" y="530"/>
                    </a:cubicBezTo>
                    <a:cubicBezTo>
                      <a:pt x="352" y="480"/>
                      <a:pt x="327" y="431"/>
                      <a:pt x="318" y="381"/>
                    </a:cubicBezTo>
                    <a:cubicBezTo>
                      <a:pt x="302" y="331"/>
                      <a:pt x="285" y="282"/>
                      <a:pt x="269" y="240"/>
                    </a:cubicBezTo>
                    <a:cubicBezTo>
                      <a:pt x="227" y="157"/>
                      <a:pt x="169" y="66"/>
                      <a:pt x="86" y="8"/>
                    </a:cubicBezTo>
                    <a:cubicBezTo>
                      <a:pt x="79" y="3"/>
                      <a:pt x="71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4" name="Google Shape;5804;p17"/>
              <p:cNvSpPr/>
              <p:nvPr/>
            </p:nvSpPr>
            <p:spPr>
              <a:xfrm>
                <a:off x="2941875" y="4109575"/>
                <a:ext cx="5400" cy="9500"/>
              </a:xfrm>
              <a:custGeom>
                <a:rect b="b" l="l" r="r" t="t"/>
                <a:pathLst>
                  <a:path extrusionOk="0" h="380" w="216">
                    <a:moveTo>
                      <a:pt x="44" y="1"/>
                    </a:moveTo>
                    <a:cubicBezTo>
                      <a:pt x="40" y="1"/>
                      <a:pt x="37" y="1"/>
                      <a:pt x="34" y="3"/>
                    </a:cubicBezTo>
                    <a:cubicBezTo>
                      <a:pt x="9" y="11"/>
                      <a:pt x="1" y="44"/>
                      <a:pt x="9" y="61"/>
                    </a:cubicBezTo>
                    <a:cubicBezTo>
                      <a:pt x="34" y="119"/>
                      <a:pt x="50" y="168"/>
                      <a:pt x="75" y="218"/>
                    </a:cubicBezTo>
                    <a:cubicBezTo>
                      <a:pt x="83" y="243"/>
                      <a:pt x="100" y="268"/>
                      <a:pt x="108" y="293"/>
                    </a:cubicBezTo>
                    <a:cubicBezTo>
                      <a:pt x="125" y="318"/>
                      <a:pt x="141" y="342"/>
                      <a:pt x="158" y="367"/>
                    </a:cubicBezTo>
                    <a:cubicBezTo>
                      <a:pt x="163" y="376"/>
                      <a:pt x="172" y="379"/>
                      <a:pt x="180" y="379"/>
                    </a:cubicBezTo>
                    <a:cubicBezTo>
                      <a:pt x="198" y="379"/>
                      <a:pt x="216" y="365"/>
                      <a:pt x="216" y="342"/>
                    </a:cubicBezTo>
                    <a:cubicBezTo>
                      <a:pt x="208" y="318"/>
                      <a:pt x="199" y="293"/>
                      <a:pt x="191" y="260"/>
                    </a:cubicBezTo>
                    <a:cubicBezTo>
                      <a:pt x="183" y="235"/>
                      <a:pt x="166" y="210"/>
                      <a:pt x="158" y="185"/>
                    </a:cubicBezTo>
                    <a:cubicBezTo>
                      <a:pt x="133" y="135"/>
                      <a:pt x="108" y="77"/>
                      <a:pt x="92" y="28"/>
                    </a:cubicBezTo>
                    <a:cubicBezTo>
                      <a:pt x="85" y="14"/>
                      <a:pt x="62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5" name="Google Shape;5805;p17"/>
              <p:cNvSpPr/>
              <p:nvPr/>
            </p:nvSpPr>
            <p:spPr>
              <a:xfrm>
                <a:off x="2947775" y="4106075"/>
                <a:ext cx="5250" cy="12025"/>
              </a:xfrm>
              <a:custGeom>
                <a:rect b="b" l="l" r="r" t="t"/>
                <a:pathLst>
                  <a:path extrusionOk="0" h="481" w="210">
                    <a:moveTo>
                      <a:pt x="44" y="0"/>
                    </a:moveTo>
                    <a:cubicBezTo>
                      <a:pt x="22" y="0"/>
                      <a:pt x="0" y="15"/>
                      <a:pt x="5" y="43"/>
                    </a:cubicBezTo>
                    <a:cubicBezTo>
                      <a:pt x="21" y="118"/>
                      <a:pt x="46" y="192"/>
                      <a:pt x="63" y="267"/>
                    </a:cubicBezTo>
                    <a:cubicBezTo>
                      <a:pt x="88" y="342"/>
                      <a:pt x="121" y="408"/>
                      <a:pt x="162" y="474"/>
                    </a:cubicBezTo>
                    <a:cubicBezTo>
                      <a:pt x="167" y="479"/>
                      <a:pt x="173" y="481"/>
                      <a:pt x="180" y="481"/>
                    </a:cubicBezTo>
                    <a:cubicBezTo>
                      <a:pt x="195" y="481"/>
                      <a:pt x="210" y="469"/>
                      <a:pt x="204" y="458"/>
                    </a:cubicBezTo>
                    <a:cubicBezTo>
                      <a:pt x="187" y="383"/>
                      <a:pt x="162" y="317"/>
                      <a:pt x="137" y="242"/>
                    </a:cubicBezTo>
                    <a:cubicBezTo>
                      <a:pt x="113" y="176"/>
                      <a:pt x="96" y="101"/>
                      <a:pt x="79" y="27"/>
                    </a:cubicBezTo>
                    <a:cubicBezTo>
                      <a:pt x="76" y="9"/>
                      <a:pt x="60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6" name="Google Shape;5806;p17"/>
              <p:cNvSpPr/>
              <p:nvPr/>
            </p:nvSpPr>
            <p:spPr>
              <a:xfrm>
                <a:off x="2949125" y="4097450"/>
                <a:ext cx="12100" cy="17375"/>
              </a:xfrm>
              <a:custGeom>
                <a:rect b="b" l="l" r="r" t="t"/>
                <a:pathLst>
                  <a:path extrusionOk="0" h="695" w="484">
                    <a:moveTo>
                      <a:pt x="65" y="0"/>
                    </a:moveTo>
                    <a:cubicBezTo>
                      <a:pt x="31" y="0"/>
                      <a:pt x="1" y="37"/>
                      <a:pt x="25" y="73"/>
                    </a:cubicBezTo>
                    <a:cubicBezTo>
                      <a:pt x="175" y="264"/>
                      <a:pt x="290" y="463"/>
                      <a:pt x="398" y="670"/>
                    </a:cubicBezTo>
                    <a:cubicBezTo>
                      <a:pt x="407" y="687"/>
                      <a:pt x="421" y="695"/>
                      <a:pt x="434" y="695"/>
                    </a:cubicBezTo>
                    <a:cubicBezTo>
                      <a:pt x="459" y="695"/>
                      <a:pt x="484" y="669"/>
                      <a:pt x="473" y="637"/>
                    </a:cubicBezTo>
                    <a:cubicBezTo>
                      <a:pt x="406" y="405"/>
                      <a:pt x="266" y="198"/>
                      <a:pt x="100" y="15"/>
                    </a:cubicBezTo>
                    <a:cubicBezTo>
                      <a:pt x="89" y="5"/>
                      <a:pt x="77" y="0"/>
                      <a:pt x="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7" name="Google Shape;5807;p17"/>
              <p:cNvSpPr/>
              <p:nvPr/>
            </p:nvSpPr>
            <p:spPr>
              <a:xfrm>
                <a:off x="2957625" y="4101575"/>
                <a:ext cx="14525" cy="28050"/>
              </a:xfrm>
              <a:custGeom>
                <a:rect b="b" l="l" r="r" t="t"/>
                <a:pathLst>
                  <a:path extrusionOk="0" h="1122" w="581">
                    <a:moveTo>
                      <a:pt x="64" y="1"/>
                    </a:moveTo>
                    <a:cubicBezTo>
                      <a:pt x="30" y="1"/>
                      <a:pt x="1" y="35"/>
                      <a:pt x="25" y="66"/>
                    </a:cubicBezTo>
                    <a:cubicBezTo>
                      <a:pt x="158" y="215"/>
                      <a:pt x="265" y="372"/>
                      <a:pt x="340" y="546"/>
                    </a:cubicBezTo>
                    <a:cubicBezTo>
                      <a:pt x="423" y="720"/>
                      <a:pt x="464" y="911"/>
                      <a:pt x="506" y="1093"/>
                    </a:cubicBezTo>
                    <a:cubicBezTo>
                      <a:pt x="514" y="1111"/>
                      <a:pt x="535" y="1121"/>
                      <a:pt x="552" y="1121"/>
                    </a:cubicBezTo>
                    <a:cubicBezTo>
                      <a:pt x="567" y="1121"/>
                      <a:pt x="580" y="1113"/>
                      <a:pt x="580" y="1093"/>
                    </a:cubicBezTo>
                    <a:cubicBezTo>
                      <a:pt x="580" y="894"/>
                      <a:pt x="522" y="696"/>
                      <a:pt x="439" y="513"/>
                    </a:cubicBezTo>
                    <a:cubicBezTo>
                      <a:pt x="356" y="331"/>
                      <a:pt x="240" y="165"/>
                      <a:pt x="100" y="16"/>
                    </a:cubicBezTo>
                    <a:cubicBezTo>
                      <a:pt x="89" y="5"/>
                      <a:pt x="76" y="1"/>
                      <a:pt x="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8" name="Google Shape;5808;p17"/>
              <p:cNvSpPr/>
              <p:nvPr/>
            </p:nvSpPr>
            <p:spPr>
              <a:xfrm>
                <a:off x="2971500" y="4102200"/>
                <a:ext cx="8150" cy="23775"/>
              </a:xfrm>
              <a:custGeom>
                <a:rect b="b" l="l" r="r" t="t"/>
                <a:pathLst>
                  <a:path extrusionOk="0" h="951" w="326">
                    <a:moveTo>
                      <a:pt x="44" y="1"/>
                    </a:moveTo>
                    <a:cubicBezTo>
                      <a:pt x="22" y="1"/>
                      <a:pt x="0" y="19"/>
                      <a:pt x="0" y="49"/>
                    </a:cubicBezTo>
                    <a:lnTo>
                      <a:pt x="9" y="49"/>
                    </a:lnTo>
                    <a:cubicBezTo>
                      <a:pt x="9" y="124"/>
                      <a:pt x="33" y="198"/>
                      <a:pt x="50" y="273"/>
                    </a:cubicBezTo>
                    <a:cubicBezTo>
                      <a:pt x="67" y="339"/>
                      <a:pt x="91" y="414"/>
                      <a:pt x="108" y="488"/>
                    </a:cubicBezTo>
                    <a:cubicBezTo>
                      <a:pt x="149" y="637"/>
                      <a:pt x="191" y="778"/>
                      <a:pt x="232" y="927"/>
                    </a:cubicBezTo>
                    <a:cubicBezTo>
                      <a:pt x="239" y="944"/>
                      <a:pt x="255" y="951"/>
                      <a:pt x="272" y="951"/>
                    </a:cubicBezTo>
                    <a:cubicBezTo>
                      <a:pt x="298" y="951"/>
                      <a:pt x="325" y="933"/>
                      <a:pt x="315" y="903"/>
                    </a:cubicBezTo>
                    <a:cubicBezTo>
                      <a:pt x="282" y="753"/>
                      <a:pt x="249" y="604"/>
                      <a:pt x="207" y="455"/>
                    </a:cubicBezTo>
                    <a:cubicBezTo>
                      <a:pt x="191" y="381"/>
                      <a:pt x="174" y="306"/>
                      <a:pt x="149" y="240"/>
                    </a:cubicBezTo>
                    <a:cubicBezTo>
                      <a:pt x="133" y="165"/>
                      <a:pt x="116" y="91"/>
                      <a:pt x="83" y="24"/>
                    </a:cubicBezTo>
                    <a:cubicBezTo>
                      <a:pt x="74" y="8"/>
                      <a:pt x="59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9" name="Google Shape;5809;p17"/>
              <p:cNvSpPr/>
              <p:nvPr/>
            </p:nvSpPr>
            <p:spPr>
              <a:xfrm>
                <a:off x="2979425" y="4094200"/>
                <a:ext cx="10325" cy="24150"/>
              </a:xfrm>
              <a:custGeom>
                <a:rect b="b" l="l" r="r" t="t"/>
                <a:pathLst>
                  <a:path extrusionOk="0" h="966" w="413">
                    <a:moveTo>
                      <a:pt x="34" y="1"/>
                    </a:moveTo>
                    <a:cubicBezTo>
                      <a:pt x="18" y="1"/>
                      <a:pt x="1" y="16"/>
                      <a:pt x="6" y="38"/>
                    </a:cubicBezTo>
                    <a:lnTo>
                      <a:pt x="6" y="29"/>
                    </a:lnTo>
                    <a:cubicBezTo>
                      <a:pt x="6" y="112"/>
                      <a:pt x="40" y="187"/>
                      <a:pt x="64" y="253"/>
                    </a:cubicBezTo>
                    <a:cubicBezTo>
                      <a:pt x="89" y="336"/>
                      <a:pt x="122" y="411"/>
                      <a:pt x="147" y="485"/>
                    </a:cubicBezTo>
                    <a:cubicBezTo>
                      <a:pt x="205" y="634"/>
                      <a:pt x="263" y="783"/>
                      <a:pt x="313" y="941"/>
                    </a:cubicBezTo>
                    <a:cubicBezTo>
                      <a:pt x="319" y="958"/>
                      <a:pt x="333" y="965"/>
                      <a:pt x="348" y="965"/>
                    </a:cubicBezTo>
                    <a:cubicBezTo>
                      <a:pt x="378" y="965"/>
                      <a:pt x="412" y="938"/>
                      <a:pt x="396" y="899"/>
                    </a:cubicBezTo>
                    <a:cubicBezTo>
                      <a:pt x="354" y="750"/>
                      <a:pt x="305" y="593"/>
                      <a:pt x="255" y="444"/>
                    </a:cubicBezTo>
                    <a:cubicBezTo>
                      <a:pt x="222" y="369"/>
                      <a:pt x="197" y="295"/>
                      <a:pt x="172" y="220"/>
                    </a:cubicBezTo>
                    <a:cubicBezTo>
                      <a:pt x="139" y="145"/>
                      <a:pt x="106" y="71"/>
                      <a:pt x="56" y="13"/>
                    </a:cubicBezTo>
                    <a:cubicBezTo>
                      <a:pt x="51" y="5"/>
                      <a:pt x="42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0" name="Google Shape;5810;p17"/>
              <p:cNvSpPr/>
              <p:nvPr/>
            </p:nvSpPr>
            <p:spPr>
              <a:xfrm>
                <a:off x="2986000" y="4096300"/>
                <a:ext cx="7675" cy="11050"/>
              </a:xfrm>
              <a:custGeom>
                <a:rect b="b" l="l" r="r" t="t"/>
                <a:pathLst>
                  <a:path extrusionOk="0" h="442" w="307">
                    <a:moveTo>
                      <a:pt x="44" y="0"/>
                    </a:moveTo>
                    <a:cubicBezTo>
                      <a:pt x="33" y="0"/>
                      <a:pt x="23" y="6"/>
                      <a:pt x="17" y="12"/>
                    </a:cubicBezTo>
                    <a:cubicBezTo>
                      <a:pt x="0" y="45"/>
                      <a:pt x="9" y="103"/>
                      <a:pt x="17" y="136"/>
                    </a:cubicBezTo>
                    <a:cubicBezTo>
                      <a:pt x="33" y="169"/>
                      <a:pt x="50" y="202"/>
                      <a:pt x="67" y="235"/>
                    </a:cubicBezTo>
                    <a:cubicBezTo>
                      <a:pt x="108" y="302"/>
                      <a:pt x="149" y="360"/>
                      <a:pt x="199" y="418"/>
                    </a:cubicBezTo>
                    <a:cubicBezTo>
                      <a:pt x="209" y="432"/>
                      <a:pt x="224" y="441"/>
                      <a:pt x="240" y="441"/>
                    </a:cubicBezTo>
                    <a:cubicBezTo>
                      <a:pt x="251" y="441"/>
                      <a:pt x="263" y="436"/>
                      <a:pt x="274" y="426"/>
                    </a:cubicBezTo>
                    <a:cubicBezTo>
                      <a:pt x="299" y="409"/>
                      <a:pt x="307" y="376"/>
                      <a:pt x="282" y="351"/>
                    </a:cubicBezTo>
                    <a:cubicBezTo>
                      <a:pt x="241" y="302"/>
                      <a:pt x="207" y="244"/>
                      <a:pt x="174" y="177"/>
                    </a:cubicBezTo>
                    <a:lnTo>
                      <a:pt x="174" y="186"/>
                    </a:lnTo>
                    <a:cubicBezTo>
                      <a:pt x="141" y="119"/>
                      <a:pt x="125" y="37"/>
                      <a:pt x="58" y="3"/>
                    </a:cubicBezTo>
                    <a:cubicBezTo>
                      <a:pt x="53" y="1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1" name="Google Shape;5811;p17"/>
              <p:cNvSpPr/>
              <p:nvPr/>
            </p:nvSpPr>
            <p:spPr>
              <a:xfrm>
                <a:off x="2996150" y="4095875"/>
                <a:ext cx="4775" cy="13400"/>
              </a:xfrm>
              <a:custGeom>
                <a:rect b="b" l="l" r="r" t="t"/>
                <a:pathLst>
                  <a:path extrusionOk="0" h="536" w="191">
                    <a:moveTo>
                      <a:pt x="29" y="1"/>
                    </a:moveTo>
                    <a:cubicBezTo>
                      <a:pt x="19" y="1"/>
                      <a:pt x="9" y="7"/>
                      <a:pt x="9" y="20"/>
                    </a:cubicBezTo>
                    <a:cubicBezTo>
                      <a:pt x="0" y="95"/>
                      <a:pt x="17" y="178"/>
                      <a:pt x="25" y="252"/>
                    </a:cubicBezTo>
                    <a:cubicBezTo>
                      <a:pt x="42" y="335"/>
                      <a:pt x="58" y="410"/>
                      <a:pt x="75" y="493"/>
                    </a:cubicBezTo>
                    <a:cubicBezTo>
                      <a:pt x="82" y="514"/>
                      <a:pt x="102" y="536"/>
                      <a:pt x="128" y="536"/>
                    </a:cubicBezTo>
                    <a:cubicBezTo>
                      <a:pt x="132" y="536"/>
                      <a:pt x="137" y="535"/>
                      <a:pt x="141" y="534"/>
                    </a:cubicBezTo>
                    <a:cubicBezTo>
                      <a:pt x="166" y="534"/>
                      <a:pt x="191" y="501"/>
                      <a:pt x="183" y="476"/>
                    </a:cubicBezTo>
                    <a:cubicBezTo>
                      <a:pt x="166" y="402"/>
                      <a:pt x="149" y="319"/>
                      <a:pt x="133" y="244"/>
                    </a:cubicBezTo>
                    <a:cubicBezTo>
                      <a:pt x="116" y="161"/>
                      <a:pt x="91" y="87"/>
                      <a:pt x="50" y="12"/>
                    </a:cubicBezTo>
                    <a:cubicBezTo>
                      <a:pt x="46" y="5"/>
                      <a:pt x="38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2" name="Google Shape;5812;p17"/>
              <p:cNvSpPr/>
              <p:nvPr/>
            </p:nvSpPr>
            <p:spPr>
              <a:xfrm>
                <a:off x="3001525" y="4082050"/>
                <a:ext cx="6650" cy="39225"/>
              </a:xfrm>
              <a:custGeom>
                <a:rect b="b" l="l" r="r" t="t"/>
                <a:pathLst>
                  <a:path extrusionOk="0" h="1569" w="266">
                    <a:moveTo>
                      <a:pt x="54" y="0"/>
                    </a:moveTo>
                    <a:cubicBezTo>
                      <a:pt x="27" y="0"/>
                      <a:pt x="1" y="15"/>
                      <a:pt x="1" y="43"/>
                    </a:cubicBezTo>
                    <a:cubicBezTo>
                      <a:pt x="1" y="167"/>
                      <a:pt x="26" y="283"/>
                      <a:pt x="42" y="408"/>
                    </a:cubicBezTo>
                    <a:cubicBezTo>
                      <a:pt x="50" y="532"/>
                      <a:pt x="75" y="656"/>
                      <a:pt x="84" y="781"/>
                    </a:cubicBezTo>
                    <a:lnTo>
                      <a:pt x="92" y="781"/>
                    </a:lnTo>
                    <a:cubicBezTo>
                      <a:pt x="117" y="1029"/>
                      <a:pt x="142" y="1278"/>
                      <a:pt x="166" y="1526"/>
                    </a:cubicBezTo>
                    <a:cubicBezTo>
                      <a:pt x="166" y="1555"/>
                      <a:pt x="186" y="1568"/>
                      <a:pt x="207" y="1568"/>
                    </a:cubicBezTo>
                    <a:cubicBezTo>
                      <a:pt x="235" y="1568"/>
                      <a:pt x="266" y="1547"/>
                      <a:pt x="266" y="1510"/>
                    </a:cubicBezTo>
                    <a:cubicBezTo>
                      <a:pt x="258" y="1261"/>
                      <a:pt x="241" y="1013"/>
                      <a:pt x="216" y="756"/>
                    </a:cubicBezTo>
                    <a:cubicBezTo>
                      <a:pt x="208" y="631"/>
                      <a:pt x="191" y="507"/>
                      <a:pt x="175" y="383"/>
                    </a:cubicBezTo>
                    <a:cubicBezTo>
                      <a:pt x="158" y="267"/>
                      <a:pt x="142" y="143"/>
                      <a:pt x="100" y="27"/>
                    </a:cubicBezTo>
                    <a:cubicBezTo>
                      <a:pt x="93" y="9"/>
                      <a:pt x="73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3" name="Google Shape;5813;p17"/>
              <p:cNvSpPr/>
              <p:nvPr/>
            </p:nvSpPr>
            <p:spPr>
              <a:xfrm>
                <a:off x="3008650" y="4078900"/>
                <a:ext cx="9050" cy="33925"/>
              </a:xfrm>
              <a:custGeom>
                <a:rect b="b" l="l" r="r" t="t"/>
                <a:pathLst>
                  <a:path extrusionOk="0" h="1357" w="362">
                    <a:moveTo>
                      <a:pt x="49" y="0"/>
                    </a:moveTo>
                    <a:cubicBezTo>
                      <a:pt x="25" y="0"/>
                      <a:pt x="0" y="17"/>
                      <a:pt x="6" y="45"/>
                    </a:cubicBezTo>
                    <a:cubicBezTo>
                      <a:pt x="64" y="252"/>
                      <a:pt x="147" y="443"/>
                      <a:pt x="188" y="658"/>
                    </a:cubicBezTo>
                    <a:cubicBezTo>
                      <a:pt x="238" y="865"/>
                      <a:pt x="246" y="1089"/>
                      <a:pt x="238" y="1304"/>
                    </a:cubicBezTo>
                    <a:cubicBezTo>
                      <a:pt x="238" y="1337"/>
                      <a:pt x="267" y="1357"/>
                      <a:pt x="294" y="1357"/>
                    </a:cubicBezTo>
                    <a:cubicBezTo>
                      <a:pt x="315" y="1357"/>
                      <a:pt x="334" y="1346"/>
                      <a:pt x="337" y="1321"/>
                    </a:cubicBezTo>
                    <a:cubicBezTo>
                      <a:pt x="362" y="1089"/>
                      <a:pt x="354" y="865"/>
                      <a:pt x="312" y="641"/>
                    </a:cubicBezTo>
                    <a:cubicBezTo>
                      <a:pt x="271" y="426"/>
                      <a:pt x="213" y="186"/>
                      <a:pt x="80" y="12"/>
                    </a:cubicBezTo>
                    <a:cubicBezTo>
                      <a:pt x="72" y="4"/>
                      <a:pt x="61" y="0"/>
                      <a:pt x="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4" name="Google Shape;5814;p17"/>
              <p:cNvSpPr/>
              <p:nvPr/>
            </p:nvSpPr>
            <p:spPr>
              <a:xfrm>
                <a:off x="3017075" y="4080300"/>
                <a:ext cx="6850" cy="31950"/>
              </a:xfrm>
              <a:custGeom>
                <a:rect b="b" l="l" r="r" t="t"/>
                <a:pathLst>
                  <a:path extrusionOk="0" h="1278" w="274">
                    <a:moveTo>
                      <a:pt x="53" y="1"/>
                    </a:moveTo>
                    <a:cubicBezTo>
                      <a:pt x="26" y="1"/>
                      <a:pt x="0" y="21"/>
                      <a:pt x="0" y="55"/>
                    </a:cubicBezTo>
                    <a:cubicBezTo>
                      <a:pt x="8" y="155"/>
                      <a:pt x="33" y="254"/>
                      <a:pt x="58" y="345"/>
                    </a:cubicBezTo>
                    <a:cubicBezTo>
                      <a:pt x="83" y="445"/>
                      <a:pt x="100" y="544"/>
                      <a:pt x="116" y="643"/>
                    </a:cubicBezTo>
                    <a:cubicBezTo>
                      <a:pt x="149" y="842"/>
                      <a:pt x="166" y="1033"/>
                      <a:pt x="174" y="1240"/>
                    </a:cubicBezTo>
                    <a:cubicBezTo>
                      <a:pt x="174" y="1265"/>
                      <a:pt x="197" y="1277"/>
                      <a:pt x="220" y="1277"/>
                    </a:cubicBezTo>
                    <a:cubicBezTo>
                      <a:pt x="242" y="1277"/>
                      <a:pt x="265" y="1265"/>
                      <a:pt x="265" y="1240"/>
                    </a:cubicBezTo>
                    <a:cubicBezTo>
                      <a:pt x="274" y="1033"/>
                      <a:pt x="265" y="826"/>
                      <a:pt x="240" y="627"/>
                    </a:cubicBezTo>
                    <a:cubicBezTo>
                      <a:pt x="216" y="428"/>
                      <a:pt x="191" y="204"/>
                      <a:pt x="100" y="30"/>
                    </a:cubicBezTo>
                    <a:cubicBezTo>
                      <a:pt x="89" y="10"/>
                      <a:pt x="71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5" name="Google Shape;5815;p17"/>
              <p:cNvSpPr/>
              <p:nvPr/>
            </p:nvSpPr>
            <p:spPr>
              <a:xfrm>
                <a:off x="3012550" y="4047250"/>
                <a:ext cx="25400" cy="36900"/>
              </a:xfrm>
              <a:custGeom>
                <a:rect b="b" l="l" r="r" t="t"/>
                <a:pathLst>
                  <a:path extrusionOk="0" h="1476" w="1016">
                    <a:moveTo>
                      <a:pt x="83" y="1"/>
                    </a:moveTo>
                    <a:cubicBezTo>
                      <a:pt x="40" y="1"/>
                      <a:pt x="1" y="49"/>
                      <a:pt x="32" y="93"/>
                    </a:cubicBezTo>
                    <a:cubicBezTo>
                      <a:pt x="214" y="300"/>
                      <a:pt x="380" y="515"/>
                      <a:pt x="529" y="747"/>
                    </a:cubicBezTo>
                    <a:cubicBezTo>
                      <a:pt x="604" y="863"/>
                      <a:pt x="678" y="988"/>
                      <a:pt x="745" y="1112"/>
                    </a:cubicBezTo>
                    <a:cubicBezTo>
                      <a:pt x="803" y="1228"/>
                      <a:pt x="861" y="1352"/>
                      <a:pt x="935" y="1460"/>
                    </a:cubicBezTo>
                    <a:cubicBezTo>
                      <a:pt x="943" y="1471"/>
                      <a:pt x="955" y="1476"/>
                      <a:pt x="967" y="1476"/>
                    </a:cubicBezTo>
                    <a:cubicBezTo>
                      <a:pt x="991" y="1476"/>
                      <a:pt x="1015" y="1457"/>
                      <a:pt x="1010" y="1435"/>
                    </a:cubicBezTo>
                    <a:cubicBezTo>
                      <a:pt x="985" y="1303"/>
                      <a:pt x="927" y="1178"/>
                      <a:pt x="861" y="1054"/>
                    </a:cubicBezTo>
                    <a:cubicBezTo>
                      <a:pt x="803" y="930"/>
                      <a:pt x="728" y="805"/>
                      <a:pt x="653" y="689"/>
                    </a:cubicBezTo>
                    <a:cubicBezTo>
                      <a:pt x="496" y="449"/>
                      <a:pt x="322" y="225"/>
                      <a:pt x="123" y="18"/>
                    </a:cubicBezTo>
                    <a:cubicBezTo>
                      <a:pt x="111" y="6"/>
                      <a:pt x="97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6" name="Google Shape;5816;p17"/>
              <p:cNvSpPr/>
              <p:nvPr/>
            </p:nvSpPr>
            <p:spPr>
              <a:xfrm>
                <a:off x="2965075" y="4042975"/>
                <a:ext cx="4575" cy="17000"/>
              </a:xfrm>
              <a:custGeom>
                <a:rect b="b" l="l" r="r" t="t"/>
                <a:pathLst>
                  <a:path extrusionOk="0" h="680" w="183">
                    <a:moveTo>
                      <a:pt x="73" y="0"/>
                    </a:moveTo>
                    <a:cubicBezTo>
                      <a:pt x="55" y="0"/>
                      <a:pt x="31" y="14"/>
                      <a:pt x="25" y="32"/>
                    </a:cubicBezTo>
                    <a:cubicBezTo>
                      <a:pt x="0" y="82"/>
                      <a:pt x="17" y="140"/>
                      <a:pt x="25" y="189"/>
                    </a:cubicBezTo>
                    <a:cubicBezTo>
                      <a:pt x="34" y="239"/>
                      <a:pt x="42" y="289"/>
                      <a:pt x="42" y="339"/>
                    </a:cubicBezTo>
                    <a:cubicBezTo>
                      <a:pt x="50" y="388"/>
                      <a:pt x="50" y="438"/>
                      <a:pt x="50" y="488"/>
                    </a:cubicBezTo>
                    <a:cubicBezTo>
                      <a:pt x="58" y="546"/>
                      <a:pt x="67" y="595"/>
                      <a:pt x="67" y="645"/>
                    </a:cubicBezTo>
                    <a:cubicBezTo>
                      <a:pt x="67" y="669"/>
                      <a:pt x="82" y="679"/>
                      <a:pt x="99" y="679"/>
                    </a:cubicBezTo>
                    <a:cubicBezTo>
                      <a:pt x="117" y="679"/>
                      <a:pt x="137" y="667"/>
                      <a:pt x="141" y="645"/>
                    </a:cubicBezTo>
                    <a:cubicBezTo>
                      <a:pt x="158" y="595"/>
                      <a:pt x="166" y="546"/>
                      <a:pt x="174" y="488"/>
                    </a:cubicBezTo>
                    <a:cubicBezTo>
                      <a:pt x="183" y="438"/>
                      <a:pt x="183" y="380"/>
                      <a:pt x="174" y="322"/>
                    </a:cubicBezTo>
                    <a:cubicBezTo>
                      <a:pt x="174" y="272"/>
                      <a:pt x="174" y="214"/>
                      <a:pt x="158" y="165"/>
                    </a:cubicBezTo>
                    <a:cubicBezTo>
                      <a:pt x="150" y="107"/>
                      <a:pt x="141" y="49"/>
                      <a:pt x="92" y="7"/>
                    </a:cubicBezTo>
                    <a:cubicBezTo>
                      <a:pt x="87" y="2"/>
                      <a:pt x="80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7" name="Google Shape;5817;p17"/>
              <p:cNvSpPr/>
              <p:nvPr/>
            </p:nvSpPr>
            <p:spPr>
              <a:xfrm>
                <a:off x="2970250" y="4042100"/>
                <a:ext cx="3350" cy="11500"/>
              </a:xfrm>
              <a:custGeom>
                <a:rect b="b" l="l" r="r" t="t"/>
                <a:pathLst>
                  <a:path extrusionOk="0" h="460" w="134">
                    <a:moveTo>
                      <a:pt x="56" y="0"/>
                    </a:moveTo>
                    <a:cubicBezTo>
                      <a:pt x="44" y="0"/>
                      <a:pt x="34" y="9"/>
                      <a:pt x="34" y="26"/>
                    </a:cubicBezTo>
                    <a:cubicBezTo>
                      <a:pt x="25" y="84"/>
                      <a:pt x="34" y="150"/>
                      <a:pt x="34" y="208"/>
                    </a:cubicBezTo>
                    <a:cubicBezTo>
                      <a:pt x="34" y="274"/>
                      <a:pt x="25" y="340"/>
                      <a:pt x="9" y="398"/>
                    </a:cubicBezTo>
                    <a:cubicBezTo>
                      <a:pt x="1" y="423"/>
                      <a:pt x="9" y="440"/>
                      <a:pt x="34" y="456"/>
                    </a:cubicBezTo>
                    <a:lnTo>
                      <a:pt x="25" y="456"/>
                    </a:lnTo>
                    <a:cubicBezTo>
                      <a:pt x="32" y="458"/>
                      <a:pt x="38" y="459"/>
                      <a:pt x="44" y="459"/>
                    </a:cubicBezTo>
                    <a:cubicBezTo>
                      <a:pt x="62" y="459"/>
                      <a:pt x="77" y="450"/>
                      <a:pt x="83" y="431"/>
                    </a:cubicBezTo>
                    <a:cubicBezTo>
                      <a:pt x="108" y="365"/>
                      <a:pt x="125" y="291"/>
                      <a:pt x="133" y="224"/>
                    </a:cubicBezTo>
                    <a:cubicBezTo>
                      <a:pt x="133" y="150"/>
                      <a:pt x="125" y="67"/>
                      <a:pt x="75" y="9"/>
                    </a:cubicBezTo>
                    <a:cubicBezTo>
                      <a:pt x="69" y="3"/>
                      <a:pt x="62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8" name="Google Shape;5818;p17"/>
              <p:cNvSpPr/>
              <p:nvPr/>
            </p:nvSpPr>
            <p:spPr>
              <a:xfrm>
                <a:off x="2973775" y="4039625"/>
                <a:ext cx="4175" cy="9550"/>
              </a:xfrm>
              <a:custGeom>
                <a:rect b="b" l="l" r="r" t="t"/>
                <a:pathLst>
                  <a:path extrusionOk="0" h="382" w="167">
                    <a:moveTo>
                      <a:pt x="75" y="0"/>
                    </a:moveTo>
                    <a:cubicBezTo>
                      <a:pt x="50" y="0"/>
                      <a:pt x="34" y="0"/>
                      <a:pt x="25" y="17"/>
                    </a:cubicBezTo>
                    <a:cubicBezTo>
                      <a:pt x="0" y="42"/>
                      <a:pt x="9" y="83"/>
                      <a:pt x="17" y="116"/>
                    </a:cubicBezTo>
                    <a:cubicBezTo>
                      <a:pt x="25" y="125"/>
                      <a:pt x="25" y="141"/>
                      <a:pt x="34" y="158"/>
                    </a:cubicBezTo>
                    <a:cubicBezTo>
                      <a:pt x="34" y="158"/>
                      <a:pt x="34" y="163"/>
                      <a:pt x="34" y="166"/>
                    </a:cubicBezTo>
                    <a:lnTo>
                      <a:pt x="42" y="183"/>
                    </a:lnTo>
                    <a:cubicBezTo>
                      <a:pt x="50" y="241"/>
                      <a:pt x="58" y="290"/>
                      <a:pt x="67" y="340"/>
                    </a:cubicBezTo>
                    <a:cubicBezTo>
                      <a:pt x="75" y="365"/>
                      <a:pt x="100" y="381"/>
                      <a:pt x="125" y="381"/>
                    </a:cubicBezTo>
                    <a:cubicBezTo>
                      <a:pt x="150" y="373"/>
                      <a:pt x="166" y="357"/>
                      <a:pt x="158" y="332"/>
                    </a:cubicBezTo>
                    <a:cubicBezTo>
                      <a:pt x="158" y="274"/>
                      <a:pt x="150" y="224"/>
                      <a:pt x="141" y="166"/>
                    </a:cubicBezTo>
                    <a:cubicBezTo>
                      <a:pt x="141" y="141"/>
                      <a:pt x="133" y="116"/>
                      <a:pt x="125" y="83"/>
                    </a:cubicBezTo>
                    <a:cubicBezTo>
                      <a:pt x="116" y="58"/>
                      <a:pt x="108" y="9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9" name="Google Shape;5819;p17"/>
              <p:cNvSpPr/>
              <p:nvPr/>
            </p:nvSpPr>
            <p:spPr>
              <a:xfrm>
                <a:off x="2944975" y="3932675"/>
                <a:ext cx="3150" cy="12400"/>
              </a:xfrm>
              <a:custGeom>
                <a:rect b="b" l="l" r="r" t="t"/>
                <a:pathLst>
                  <a:path extrusionOk="0" h="496" w="126">
                    <a:moveTo>
                      <a:pt x="52" y="1"/>
                    </a:moveTo>
                    <a:cubicBezTo>
                      <a:pt x="37" y="1"/>
                      <a:pt x="21" y="9"/>
                      <a:pt x="17" y="28"/>
                    </a:cubicBezTo>
                    <a:cubicBezTo>
                      <a:pt x="1" y="111"/>
                      <a:pt x="1" y="185"/>
                      <a:pt x="9" y="268"/>
                    </a:cubicBezTo>
                    <a:cubicBezTo>
                      <a:pt x="9" y="301"/>
                      <a:pt x="17" y="343"/>
                      <a:pt x="26" y="376"/>
                    </a:cubicBezTo>
                    <a:cubicBezTo>
                      <a:pt x="34" y="401"/>
                      <a:pt x="42" y="417"/>
                      <a:pt x="42" y="434"/>
                    </a:cubicBezTo>
                    <a:cubicBezTo>
                      <a:pt x="51" y="459"/>
                      <a:pt x="67" y="467"/>
                      <a:pt x="75" y="483"/>
                    </a:cubicBezTo>
                    <a:cubicBezTo>
                      <a:pt x="81" y="492"/>
                      <a:pt x="89" y="496"/>
                      <a:pt x="97" y="496"/>
                    </a:cubicBezTo>
                    <a:cubicBezTo>
                      <a:pt x="111" y="496"/>
                      <a:pt x="125" y="483"/>
                      <a:pt x="125" y="467"/>
                    </a:cubicBezTo>
                    <a:cubicBezTo>
                      <a:pt x="125" y="442"/>
                      <a:pt x="125" y="425"/>
                      <a:pt x="117" y="409"/>
                    </a:cubicBezTo>
                    <a:cubicBezTo>
                      <a:pt x="109" y="392"/>
                      <a:pt x="109" y="376"/>
                      <a:pt x="109" y="359"/>
                    </a:cubicBezTo>
                    <a:cubicBezTo>
                      <a:pt x="100" y="326"/>
                      <a:pt x="92" y="293"/>
                      <a:pt x="84" y="251"/>
                    </a:cubicBezTo>
                    <a:cubicBezTo>
                      <a:pt x="75" y="185"/>
                      <a:pt x="75" y="111"/>
                      <a:pt x="84" y="36"/>
                    </a:cubicBezTo>
                    <a:cubicBezTo>
                      <a:pt x="88" y="13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0" name="Google Shape;5820;p17"/>
              <p:cNvSpPr/>
              <p:nvPr/>
            </p:nvSpPr>
            <p:spPr>
              <a:xfrm>
                <a:off x="2950450" y="3937225"/>
                <a:ext cx="3475" cy="10200"/>
              </a:xfrm>
              <a:custGeom>
                <a:rect b="b" l="l" r="r" t="t"/>
                <a:pathLst>
                  <a:path extrusionOk="0" h="408" w="139">
                    <a:moveTo>
                      <a:pt x="49" y="0"/>
                    </a:moveTo>
                    <a:cubicBezTo>
                      <a:pt x="26" y="0"/>
                      <a:pt x="1" y="20"/>
                      <a:pt x="6" y="53"/>
                    </a:cubicBezTo>
                    <a:cubicBezTo>
                      <a:pt x="14" y="111"/>
                      <a:pt x="14" y="161"/>
                      <a:pt x="22" y="219"/>
                    </a:cubicBezTo>
                    <a:cubicBezTo>
                      <a:pt x="30" y="277"/>
                      <a:pt x="39" y="343"/>
                      <a:pt x="64" y="393"/>
                    </a:cubicBezTo>
                    <a:cubicBezTo>
                      <a:pt x="70" y="403"/>
                      <a:pt x="80" y="408"/>
                      <a:pt x="90" y="408"/>
                    </a:cubicBezTo>
                    <a:cubicBezTo>
                      <a:pt x="103" y="408"/>
                      <a:pt x="117" y="399"/>
                      <a:pt x="122" y="384"/>
                    </a:cubicBezTo>
                    <a:cubicBezTo>
                      <a:pt x="138" y="326"/>
                      <a:pt x="122" y="268"/>
                      <a:pt x="122" y="210"/>
                    </a:cubicBezTo>
                    <a:cubicBezTo>
                      <a:pt x="113" y="152"/>
                      <a:pt x="105" y="94"/>
                      <a:pt x="88" y="36"/>
                    </a:cubicBezTo>
                    <a:cubicBezTo>
                      <a:pt x="85" y="11"/>
                      <a:pt x="67" y="0"/>
                      <a:pt x="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1" name="Google Shape;5821;p17"/>
              <p:cNvSpPr/>
              <p:nvPr/>
            </p:nvSpPr>
            <p:spPr>
              <a:xfrm>
                <a:off x="2987250" y="3949525"/>
                <a:ext cx="3125" cy="13275"/>
              </a:xfrm>
              <a:custGeom>
                <a:rect b="b" l="l" r="r" t="t"/>
                <a:pathLst>
                  <a:path extrusionOk="0" h="531" w="125">
                    <a:moveTo>
                      <a:pt x="66" y="0"/>
                    </a:moveTo>
                    <a:cubicBezTo>
                      <a:pt x="50" y="0"/>
                      <a:pt x="25" y="8"/>
                      <a:pt x="25" y="25"/>
                    </a:cubicBezTo>
                    <a:cubicBezTo>
                      <a:pt x="0" y="99"/>
                      <a:pt x="8" y="182"/>
                      <a:pt x="8" y="257"/>
                    </a:cubicBezTo>
                    <a:cubicBezTo>
                      <a:pt x="8" y="331"/>
                      <a:pt x="17" y="414"/>
                      <a:pt x="25" y="489"/>
                    </a:cubicBezTo>
                    <a:cubicBezTo>
                      <a:pt x="33" y="514"/>
                      <a:pt x="58" y="530"/>
                      <a:pt x="83" y="530"/>
                    </a:cubicBezTo>
                    <a:cubicBezTo>
                      <a:pt x="108" y="522"/>
                      <a:pt x="124" y="497"/>
                      <a:pt x="124" y="472"/>
                    </a:cubicBezTo>
                    <a:cubicBezTo>
                      <a:pt x="124" y="398"/>
                      <a:pt x="124" y="323"/>
                      <a:pt x="116" y="249"/>
                    </a:cubicBezTo>
                    <a:cubicBezTo>
                      <a:pt x="116" y="182"/>
                      <a:pt x="116" y="108"/>
                      <a:pt x="99" y="33"/>
                    </a:cubicBezTo>
                    <a:cubicBezTo>
                      <a:pt x="99" y="17"/>
                      <a:pt x="83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2" name="Google Shape;5822;p17"/>
              <p:cNvSpPr/>
              <p:nvPr/>
            </p:nvSpPr>
            <p:spPr>
              <a:xfrm>
                <a:off x="2815500" y="3906200"/>
                <a:ext cx="24700" cy="30375"/>
              </a:xfrm>
              <a:custGeom>
                <a:rect b="b" l="l" r="r" t="t"/>
                <a:pathLst>
                  <a:path extrusionOk="0" h="1215" w="988">
                    <a:moveTo>
                      <a:pt x="60" y="1"/>
                    </a:moveTo>
                    <a:cubicBezTo>
                      <a:pt x="27" y="1"/>
                      <a:pt x="1" y="49"/>
                      <a:pt x="35" y="76"/>
                    </a:cubicBezTo>
                    <a:cubicBezTo>
                      <a:pt x="209" y="242"/>
                      <a:pt x="382" y="424"/>
                      <a:pt x="523" y="615"/>
                    </a:cubicBezTo>
                    <a:cubicBezTo>
                      <a:pt x="598" y="706"/>
                      <a:pt x="656" y="805"/>
                      <a:pt x="706" y="904"/>
                    </a:cubicBezTo>
                    <a:cubicBezTo>
                      <a:pt x="730" y="954"/>
                      <a:pt x="755" y="1012"/>
                      <a:pt x="780" y="1070"/>
                    </a:cubicBezTo>
                    <a:cubicBezTo>
                      <a:pt x="805" y="1112"/>
                      <a:pt x="838" y="1178"/>
                      <a:pt x="880" y="1203"/>
                    </a:cubicBezTo>
                    <a:cubicBezTo>
                      <a:pt x="892" y="1210"/>
                      <a:pt x="906" y="1214"/>
                      <a:pt x="919" y="1214"/>
                    </a:cubicBezTo>
                    <a:cubicBezTo>
                      <a:pt x="948" y="1214"/>
                      <a:pt x="973" y="1196"/>
                      <a:pt x="979" y="1161"/>
                    </a:cubicBezTo>
                    <a:cubicBezTo>
                      <a:pt x="987" y="1112"/>
                      <a:pt x="962" y="1037"/>
                      <a:pt x="938" y="987"/>
                    </a:cubicBezTo>
                    <a:cubicBezTo>
                      <a:pt x="921" y="929"/>
                      <a:pt x="888" y="880"/>
                      <a:pt x="863" y="822"/>
                    </a:cubicBezTo>
                    <a:cubicBezTo>
                      <a:pt x="805" y="714"/>
                      <a:pt x="722" y="615"/>
                      <a:pt x="639" y="523"/>
                    </a:cubicBezTo>
                    <a:cubicBezTo>
                      <a:pt x="474" y="333"/>
                      <a:pt x="283" y="167"/>
                      <a:pt x="84" y="10"/>
                    </a:cubicBezTo>
                    <a:cubicBezTo>
                      <a:pt x="76" y="3"/>
                      <a:pt x="68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3" name="Google Shape;5823;p17"/>
              <p:cNvSpPr/>
              <p:nvPr/>
            </p:nvSpPr>
            <p:spPr>
              <a:xfrm>
                <a:off x="2841000" y="3937950"/>
                <a:ext cx="3750" cy="6200"/>
              </a:xfrm>
              <a:custGeom>
                <a:rect b="b" l="l" r="r" t="t"/>
                <a:pathLst>
                  <a:path extrusionOk="0" h="248" w="150">
                    <a:moveTo>
                      <a:pt x="56" y="1"/>
                    </a:moveTo>
                    <a:cubicBezTo>
                      <a:pt x="48" y="1"/>
                      <a:pt x="41" y="3"/>
                      <a:pt x="34" y="7"/>
                    </a:cubicBezTo>
                    <a:cubicBezTo>
                      <a:pt x="9" y="16"/>
                      <a:pt x="0" y="40"/>
                      <a:pt x="9" y="65"/>
                    </a:cubicBezTo>
                    <a:lnTo>
                      <a:pt x="42" y="148"/>
                    </a:lnTo>
                    <a:cubicBezTo>
                      <a:pt x="42" y="173"/>
                      <a:pt x="50" y="190"/>
                      <a:pt x="67" y="206"/>
                    </a:cubicBezTo>
                    <a:lnTo>
                      <a:pt x="67" y="214"/>
                    </a:lnTo>
                    <a:cubicBezTo>
                      <a:pt x="75" y="223"/>
                      <a:pt x="83" y="223"/>
                      <a:pt x="83" y="231"/>
                    </a:cubicBezTo>
                    <a:cubicBezTo>
                      <a:pt x="92" y="248"/>
                      <a:pt x="108" y="248"/>
                      <a:pt x="125" y="248"/>
                    </a:cubicBezTo>
                    <a:cubicBezTo>
                      <a:pt x="133" y="239"/>
                      <a:pt x="150" y="231"/>
                      <a:pt x="150" y="214"/>
                    </a:cubicBezTo>
                    <a:lnTo>
                      <a:pt x="150" y="190"/>
                    </a:lnTo>
                    <a:lnTo>
                      <a:pt x="150" y="181"/>
                    </a:lnTo>
                    <a:lnTo>
                      <a:pt x="150" y="173"/>
                    </a:lnTo>
                    <a:cubicBezTo>
                      <a:pt x="150" y="156"/>
                      <a:pt x="141" y="132"/>
                      <a:pt x="133" y="115"/>
                    </a:cubicBezTo>
                    <a:cubicBezTo>
                      <a:pt x="125" y="82"/>
                      <a:pt x="108" y="57"/>
                      <a:pt x="100" y="32"/>
                    </a:cubicBezTo>
                    <a:cubicBezTo>
                      <a:pt x="94" y="14"/>
                      <a:pt x="75" y="1"/>
                      <a:pt x="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4" name="Google Shape;5824;p17"/>
              <p:cNvSpPr/>
              <p:nvPr/>
            </p:nvSpPr>
            <p:spPr>
              <a:xfrm>
                <a:off x="2824025" y="3905150"/>
                <a:ext cx="8600" cy="10050"/>
              </a:xfrm>
              <a:custGeom>
                <a:rect b="b" l="l" r="r" t="t"/>
                <a:pathLst>
                  <a:path extrusionOk="0" h="402" w="344">
                    <a:moveTo>
                      <a:pt x="40" y="1"/>
                    </a:moveTo>
                    <a:cubicBezTo>
                      <a:pt x="32" y="1"/>
                      <a:pt x="24" y="3"/>
                      <a:pt x="17" y="10"/>
                    </a:cubicBezTo>
                    <a:cubicBezTo>
                      <a:pt x="8" y="19"/>
                      <a:pt x="0" y="43"/>
                      <a:pt x="17" y="52"/>
                    </a:cubicBezTo>
                    <a:cubicBezTo>
                      <a:pt x="66" y="110"/>
                      <a:pt x="108" y="168"/>
                      <a:pt x="149" y="217"/>
                    </a:cubicBezTo>
                    <a:cubicBezTo>
                      <a:pt x="199" y="275"/>
                      <a:pt x="232" y="342"/>
                      <a:pt x="282" y="391"/>
                    </a:cubicBezTo>
                    <a:cubicBezTo>
                      <a:pt x="289" y="398"/>
                      <a:pt x="297" y="401"/>
                      <a:pt x="305" y="401"/>
                    </a:cubicBezTo>
                    <a:cubicBezTo>
                      <a:pt x="325" y="401"/>
                      <a:pt x="343" y="382"/>
                      <a:pt x="331" y="358"/>
                    </a:cubicBezTo>
                    <a:cubicBezTo>
                      <a:pt x="307" y="292"/>
                      <a:pt x="257" y="234"/>
                      <a:pt x="215" y="176"/>
                    </a:cubicBezTo>
                    <a:cubicBezTo>
                      <a:pt x="166" y="118"/>
                      <a:pt x="116" y="68"/>
                      <a:pt x="66" y="10"/>
                    </a:cubicBezTo>
                    <a:cubicBezTo>
                      <a:pt x="62" y="5"/>
                      <a:pt x="51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5" name="Google Shape;5825;p17"/>
              <p:cNvSpPr/>
              <p:nvPr/>
            </p:nvSpPr>
            <p:spPr>
              <a:xfrm>
                <a:off x="2815175" y="3931525"/>
                <a:ext cx="13825" cy="28275"/>
              </a:xfrm>
              <a:custGeom>
                <a:rect b="b" l="l" r="r" t="t"/>
                <a:pathLst>
                  <a:path extrusionOk="0" h="1131" w="553">
                    <a:moveTo>
                      <a:pt x="40" y="0"/>
                    </a:moveTo>
                    <a:cubicBezTo>
                      <a:pt x="21" y="0"/>
                      <a:pt x="1" y="19"/>
                      <a:pt x="6" y="41"/>
                    </a:cubicBezTo>
                    <a:cubicBezTo>
                      <a:pt x="56" y="231"/>
                      <a:pt x="114" y="422"/>
                      <a:pt x="188" y="604"/>
                    </a:cubicBezTo>
                    <a:cubicBezTo>
                      <a:pt x="230" y="695"/>
                      <a:pt x="263" y="786"/>
                      <a:pt x="304" y="869"/>
                    </a:cubicBezTo>
                    <a:cubicBezTo>
                      <a:pt x="329" y="911"/>
                      <a:pt x="354" y="952"/>
                      <a:pt x="371" y="1002"/>
                    </a:cubicBezTo>
                    <a:cubicBezTo>
                      <a:pt x="395" y="1043"/>
                      <a:pt x="412" y="1093"/>
                      <a:pt x="453" y="1118"/>
                    </a:cubicBezTo>
                    <a:cubicBezTo>
                      <a:pt x="467" y="1127"/>
                      <a:pt x="481" y="1131"/>
                      <a:pt x="493" y="1131"/>
                    </a:cubicBezTo>
                    <a:cubicBezTo>
                      <a:pt x="527" y="1131"/>
                      <a:pt x="553" y="1102"/>
                      <a:pt x="553" y="1060"/>
                    </a:cubicBezTo>
                    <a:cubicBezTo>
                      <a:pt x="553" y="1018"/>
                      <a:pt x="520" y="977"/>
                      <a:pt x="495" y="935"/>
                    </a:cubicBezTo>
                    <a:cubicBezTo>
                      <a:pt x="478" y="894"/>
                      <a:pt x="453" y="853"/>
                      <a:pt x="429" y="803"/>
                    </a:cubicBezTo>
                    <a:cubicBezTo>
                      <a:pt x="387" y="720"/>
                      <a:pt x="346" y="629"/>
                      <a:pt x="304" y="546"/>
                    </a:cubicBezTo>
                    <a:cubicBezTo>
                      <a:pt x="222" y="372"/>
                      <a:pt x="130" y="198"/>
                      <a:pt x="64" y="16"/>
                    </a:cubicBezTo>
                    <a:cubicBezTo>
                      <a:pt x="59" y="5"/>
                      <a:pt x="49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6" name="Google Shape;5826;p17"/>
              <p:cNvSpPr/>
              <p:nvPr/>
            </p:nvSpPr>
            <p:spPr>
              <a:xfrm>
                <a:off x="2828300" y="3951900"/>
                <a:ext cx="3000" cy="5800"/>
              </a:xfrm>
              <a:custGeom>
                <a:rect b="b" l="l" r="r" t="t"/>
                <a:pathLst>
                  <a:path extrusionOk="0" h="232" w="120">
                    <a:moveTo>
                      <a:pt x="29" y="1"/>
                    </a:moveTo>
                    <a:cubicBezTo>
                      <a:pt x="15" y="1"/>
                      <a:pt x="0" y="16"/>
                      <a:pt x="11" y="38"/>
                    </a:cubicBezTo>
                    <a:cubicBezTo>
                      <a:pt x="20" y="71"/>
                      <a:pt x="36" y="96"/>
                      <a:pt x="44" y="129"/>
                    </a:cubicBezTo>
                    <a:cubicBezTo>
                      <a:pt x="53" y="145"/>
                      <a:pt x="61" y="162"/>
                      <a:pt x="69" y="178"/>
                    </a:cubicBezTo>
                    <a:cubicBezTo>
                      <a:pt x="78" y="195"/>
                      <a:pt x="86" y="212"/>
                      <a:pt x="94" y="228"/>
                    </a:cubicBezTo>
                    <a:cubicBezTo>
                      <a:pt x="96" y="230"/>
                      <a:pt x="99" y="231"/>
                      <a:pt x="102" y="231"/>
                    </a:cubicBezTo>
                    <a:cubicBezTo>
                      <a:pt x="110" y="231"/>
                      <a:pt x="119" y="224"/>
                      <a:pt x="119" y="212"/>
                    </a:cubicBezTo>
                    <a:cubicBezTo>
                      <a:pt x="119" y="195"/>
                      <a:pt x="111" y="178"/>
                      <a:pt x="111" y="162"/>
                    </a:cubicBezTo>
                    <a:cubicBezTo>
                      <a:pt x="102" y="145"/>
                      <a:pt x="94" y="129"/>
                      <a:pt x="86" y="112"/>
                    </a:cubicBezTo>
                    <a:lnTo>
                      <a:pt x="44" y="13"/>
                    </a:lnTo>
                    <a:cubicBezTo>
                      <a:pt x="42" y="4"/>
                      <a:pt x="35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7" name="Google Shape;5827;p17"/>
              <p:cNvSpPr/>
              <p:nvPr/>
            </p:nvSpPr>
            <p:spPr>
              <a:xfrm>
                <a:off x="2977175" y="3929425"/>
                <a:ext cx="6150" cy="19850"/>
              </a:xfrm>
              <a:custGeom>
                <a:rect b="b" l="l" r="r" t="t"/>
                <a:pathLst>
                  <a:path extrusionOk="0" h="794" w="246">
                    <a:moveTo>
                      <a:pt x="43" y="0"/>
                    </a:moveTo>
                    <a:cubicBezTo>
                      <a:pt x="22" y="0"/>
                      <a:pt x="0" y="23"/>
                      <a:pt x="5" y="50"/>
                    </a:cubicBezTo>
                    <a:cubicBezTo>
                      <a:pt x="38" y="166"/>
                      <a:pt x="63" y="282"/>
                      <a:pt x="80" y="398"/>
                    </a:cubicBezTo>
                    <a:cubicBezTo>
                      <a:pt x="88" y="448"/>
                      <a:pt x="96" y="506"/>
                      <a:pt x="96" y="564"/>
                    </a:cubicBezTo>
                    <a:cubicBezTo>
                      <a:pt x="105" y="622"/>
                      <a:pt x="105" y="680"/>
                      <a:pt x="113" y="738"/>
                    </a:cubicBezTo>
                    <a:cubicBezTo>
                      <a:pt x="117" y="775"/>
                      <a:pt x="148" y="794"/>
                      <a:pt x="179" y="794"/>
                    </a:cubicBezTo>
                    <a:cubicBezTo>
                      <a:pt x="210" y="794"/>
                      <a:pt x="241" y="775"/>
                      <a:pt x="246" y="738"/>
                    </a:cubicBezTo>
                    <a:cubicBezTo>
                      <a:pt x="246" y="680"/>
                      <a:pt x="237" y="613"/>
                      <a:pt x="229" y="547"/>
                    </a:cubicBezTo>
                    <a:cubicBezTo>
                      <a:pt x="221" y="489"/>
                      <a:pt x="212" y="431"/>
                      <a:pt x="196" y="373"/>
                    </a:cubicBezTo>
                    <a:cubicBezTo>
                      <a:pt x="171" y="249"/>
                      <a:pt x="121" y="133"/>
                      <a:pt x="72" y="25"/>
                    </a:cubicBezTo>
                    <a:cubicBezTo>
                      <a:pt x="66" y="7"/>
                      <a:pt x="54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8" name="Google Shape;5828;p17"/>
              <p:cNvSpPr/>
              <p:nvPr/>
            </p:nvSpPr>
            <p:spPr>
              <a:xfrm>
                <a:off x="2971700" y="3915375"/>
                <a:ext cx="5425" cy="10525"/>
              </a:xfrm>
              <a:custGeom>
                <a:rect b="b" l="l" r="r" t="t"/>
                <a:pathLst>
                  <a:path extrusionOk="0" h="421" w="217">
                    <a:moveTo>
                      <a:pt x="42" y="1"/>
                    </a:moveTo>
                    <a:cubicBezTo>
                      <a:pt x="25" y="1"/>
                      <a:pt x="7" y="14"/>
                      <a:pt x="1" y="32"/>
                    </a:cubicBezTo>
                    <a:cubicBezTo>
                      <a:pt x="1" y="65"/>
                      <a:pt x="17" y="107"/>
                      <a:pt x="25" y="140"/>
                    </a:cubicBezTo>
                    <a:cubicBezTo>
                      <a:pt x="34" y="165"/>
                      <a:pt x="50" y="190"/>
                      <a:pt x="59" y="223"/>
                    </a:cubicBezTo>
                    <a:lnTo>
                      <a:pt x="133" y="397"/>
                    </a:lnTo>
                    <a:cubicBezTo>
                      <a:pt x="139" y="408"/>
                      <a:pt x="153" y="420"/>
                      <a:pt x="170" y="420"/>
                    </a:cubicBezTo>
                    <a:cubicBezTo>
                      <a:pt x="177" y="420"/>
                      <a:pt x="184" y="418"/>
                      <a:pt x="191" y="413"/>
                    </a:cubicBezTo>
                    <a:cubicBezTo>
                      <a:pt x="208" y="405"/>
                      <a:pt x="216" y="380"/>
                      <a:pt x="208" y="364"/>
                    </a:cubicBezTo>
                    <a:cubicBezTo>
                      <a:pt x="191" y="297"/>
                      <a:pt x="166" y="239"/>
                      <a:pt x="150" y="181"/>
                    </a:cubicBezTo>
                    <a:cubicBezTo>
                      <a:pt x="133" y="156"/>
                      <a:pt x="125" y="123"/>
                      <a:pt x="117" y="98"/>
                    </a:cubicBezTo>
                    <a:lnTo>
                      <a:pt x="92" y="57"/>
                    </a:lnTo>
                    <a:cubicBezTo>
                      <a:pt x="83" y="40"/>
                      <a:pt x="75" y="24"/>
                      <a:pt x="59" y="7"/>
                    </a:cubicBezTo>
                    <a:cubicBezTo>
                      <a:pt x="54" y="3"/>
                      <a:pt x="48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9" name="Google Shape;5829;p17"/>
              <p:cNvSpPr/>
              <p:nvPr/>
            </p:nvSpPr>
            <p:spPr>
              <a:xfrm>
                <a:off x="2965500" y="3900675"/>
                <a:ext cx="3325" cy="6475"/>
              </a:xfrm>
              <a:custGeom>
                <a:rect b="b" l="l" r="r" t="t"/>
                <a:pathLst>
                  <a:path extrusionOk="0" h="259" w="133">
                    <a:moveTo>
                      <a:pt x="23" y="0"/>
                    </a:moveTo>
                    <a:cubicBezTo>
                      <a:pt x="12" y="0"/>
                      <a:pt x="0" y="12"/>
                      <a:pt x="0" y="24"/>
                    </a:cubicBezTo>
                    <a:cubicBezTo>
                      <a:pt x="8" y="57"/>
                      <a:pt x="17" y="98"/>
                      <a:pt x="33" y="131"/>
                    </a:cubicBezTo>
                    <a:cubicBezTo>
                      <a:pt x="41" y="164"/>
                      <a:pt x="58" y="206"/>
                      <a:pt x="66" y="239"/>
                    </a:cubicBezTo>
                    <a:lnTo>
                      <a:pt x="75" y="239"/>
                    </a:lnTo>
                    <a:cubicBezTo>
                      <a:pt x="75" y="251"/>
                      <a:pt x="88" y="259"/>
                      <a:pt x="98" y="259"/>
                    </a:cubicBezTo>
                    <a:cubicBezTo>
                      <a:pt x="102" y="259"/>
                      <a:pt x="106" y="258"/>
                      <a:pt x="108" y="256"/>
                    </a:cubicBezTo>
                    <a:cubicBezTo>
                      <a:pt x="124" y="247"/>
                      <a:pt x="133" y="231"/>
                      <a:pt x="124" y="214"/>
                    </a:cubicBezTo>
                    <a:cubicBezTo>
                      <a:pt x="116" y="181"/>
                      <a:pt x="99" y="148"/>
                      <a:pt x="83" y="106"/>
                    </a:cubicBezTo>
                    <a:cubicBezTo>
                      <a:pt x="75" y="73"/>
                      <a:pt x="58" y="40"/>
                      <a:pt x="33" y="7"/>
                    </a:cubicBezTo>
                    <a:cubicBezTo>
                      <a:pt x="31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0" name="Google Shape;5830;p17"/>
              <p:cNvSpPr/>
              <p:nvPr/>
            </p:nvSpPr>
            <p:spPr>
              <a:xfrm>
                <a:off x="2945800" y="3881675"/>
                <a:ext cx="4525" cy="10300"/>
              </a:xfrm>
              <a:custGeom>
                <a:rect b="b" l="l" r="r" t="t"/>
                <a:pathLst>
                  <a:path extrusionOk="0" h="412" w="181">
                    <a:moveTo>
                      <a:pt x="154" y="1"/>
                    </a:moveTo>
                    <a:cubicBezTo>
                      <a:pt x="147" y="1"/>
                      <a:pt x="139" y="4"/>
                      <a:pt x="134" y="13"/>
                    </a:cubicBezTo>
                    <a:cubicBezTo>
                      <a:pt x="109" y="71"/>
                      <a:pt x="76" y="137"/>
                      <a:pt x="51" y="195"/>
                    </a:cubicBezTo>
                    <a:cubicBezTo>
                      <a:pt x="42" y="228"/>
                      <a:pt x="34" y="262"/>
                      <a:pt x="26" y="295"/>
                    </a:cubicBezTo>
                    <a:cubicBezTo>
                      <a:pt x="18" y="328"/>
                      <a:pt x="9" y="361"/>
                      <a:pt x="1" y="394"/>
                    </a:cubicBezTo>
                    <a:cubicBezTo>
                      <a:pt x="1" y="404"/>
                      <a:pt x="14" y="411"/>
                      <a:pt x="23" y="411"/>
                    </a:cubicBezTo>
                    <a:cubicBezTo>
                      <a:pt x="29" y="411"/>
                      <a:pt x="34" y="409"/>
                      <a:pt x="34" y="402"/>
                    </a:cubicBezTo>
                    <a:cubicBezTo>
                      <a:pt x="51" y="378"/>
                      <a:pt x="59" y="344"/>
                      <a:pt x="67" y="311"/>
                    </a:cubicBezTo>
                    <a:cubicBezTo>
                      <a:pt x="84" y="278"/>
                      <a:pt x="92" y="253"/>
                      <a:pt x="109" y="220"/>
                    </a:cubicBezTo>
                    <a:cubicBezTo>
                      <a:pt x="125" y="154"/>
                      <a:pt x="150" y="88"/>
                      <a:pt x="175" y="30"/>
                    </a:cubicBezTo>
                    <a:cubicBezTo>
                      <a:pt x="180" y="13"/>
                      <a:pt x="168" y="1"/>
                      <a:pt x="1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1" name="Google Shape;5831;p17"/>
              <p:cNvSpPr/>
              <p:nvPr/>
            </p:nvSpPr>
            <p:spPr>
              <a:xfrm>
                <a:off x="2958250" y="3944500"/>
                <a:ext cx="5200" cy="15800"/>
              </a:xfrm>
              <a:custGeom>
                <a:rect b="b" l="l" r="r" t="t"/>
                <a:pathLst>
                  <a:path extrusionOk="0" h="632" w="208">
                    <a:moveTo>
                      <a:pt x="50" y="0"/>
                    </a:moveTo>
                    <a:cubicBezTo>
                      <a:pt x="25" y="0"/>
                      <a:pt x="0" y="15"/>
                      <a:pt x="0" y="44"/>
                    </a:cubicBezTo>
                    <a:cubicBezTo>
                      <a:pt x="0" y="143"/>
                      <a:pt x="0" y="242"/>
                      <a:pt x="17" y="342"/>
                    </a:cubicBezTo>
                    <a:cubicBezTo>
                      <a:pt x="25" y="392"/>
                      <a:pt x="41" y="441"/>
                      <a:pt x="58" y="491"/>
                    </a:cubicBezTo>
                    <a:cubicBezTo>
                      <a:pt x="66" y="516"/>
                      <a:pt x="75" y="541"/>
                      <a:pt x="91" y="566"/>
                    </a:cubicBezTo>
                    <a:cubicBezTo>
                      <a:pt x="108" y="590"/>
                      <a:pt x="116" y="607"/>
                      <a:pt x="141" y="624"/>
                    </a:cubicBezTo>
                    <a:cubicBezTo>
                      <a:pt x="149" y="629"/>
                      <a:pt x="157" y="632"/>
                      <a:pt x="165" y="632"/>
                    </a:cubicBezTo>
                    <a:cubicBezTo>
                      <a:pt x="181" y="632"/>
                      <a:pt x="193" y="621"/>
                      <a:pt x="199" y="599"/>
                    </a:cubicBezTo>
                    <a:cubicBezTo>
                      <a:pt x="207" y="574"/>
                      <a:pt x="199" y="557"/>
                      <a:pt x="191" y="532"/>
                    </a:cubicBezTo>
                    <a:cubicBezTo>
                      <a:pt x="191" y="499"/>
                      <a:pt x="182" y="483"/>
                      <a:pt x="174" y="458"/>
                    </a:cubicBezTo>
                    <a:cubicBezTo>
                      <a:pt x="157" y="408"/>
                      <a:pt x="149" y="367"/>
                      <a:pt x="141" y="325"/>
                    </a:cubicBezTo>
                    <a:cubicBezTo>
                      <a:pt x="116" y="234"/>
                      <a:pt x="108" y="135"/>
                      <a:pt x="99" y="44"/>
                    </a:cubicBezTo>
                    <a:cubicBezTo>
                      <a:pt x="99" y="1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2" name="Google Shape;5832;p17"/>
              <p:cNvSpPr/>
              <p:nvPr/>
            </p:nvSpPr>
            <p:spPr>
              <a:xfrm>
                <a:off x="2962800" y="3945925"/>
                <a:ext cx="5400" cy="12650"/>
              </a:xfrm>
              <a:custGeom>
                <a:rect b="b" l="l" r="r" t="t"/>
                <a:pathLst>
                  <a:path extrusionOk="0" h="506" w="216">
                    <a:moveTo>
                      <a:pt x="53" y="0"/>
                    </a:moveTo>
                    <a:cubicBezTo>
                      <a:pt x="46" y="0"/>
                      <a:pt x="40" y="1"/>
                      <a:pt x="33" y="3"/>
                    </a:cubicBezTo>
                    <a:cubicBezTo>
                      <a:pt x="9" y="11"/>
                      <a:pt x="0" y="45"/>
                      <a:pt x="9" y="69"/>
                    </a:cubicBezTo>
                    <a:lnTo>
                      <a:pt x="75" y="285"/>
                    </a:lnTo>
                    <a:cubicBezTo>
                      <a:pt x="91" y="359"/>
                      <a:pt x="116" y="434"/>
                      <a:pt x="158" y="492"/>
                    </a:cubicBezTo>
                    <a:cubicBezTo>
                      <a:pt x="163" y="502"/>
                      <a:pt x="170" y="506"/>
                      <a:pt x="179" y="506"/>
                    </a:cubicBezTo>
                    <a:cubicBezTo>
                      <a:pt x="185" y="506"/>
                      <a:pt x="192" y="504"/>
                      <a:pt x="199" y="500"/>
                    </a:cubicBezTo>
                    <a:cubicBezTo>
                      <a:pt x="216" y="500"/>
                      <a:pt x="216" y="484"/>
                      <a:pt x="216" y="467"/>
                    </a:cubicBezTo>
                    <a:cubicBezTo>
                      <a:pt x="216" y="393"/>
                      <a:pt x="191" y="318"/>
                      <a:pt x="166" y="243"/>
                    </a:cubicBezTo>
                    <a:lnTo>
                      <a:pt x="100" y="28"/>
                    </a:lnTo>
                    <a:cubicBezTo>
                      <a:pt x="94" y="9"/>
                      <a:pt x="73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3" name="Google Shape;5833;p17"/>
              <p:cNvSpPr/>
              <p:nvPr/>
            </p:nvSpPr>
            <p:spPr>
              <a:xfrm>
                <a:off x="2928400" y="3900525"/>
                <a:ext cx="21125" cy="53150"/>
              </a:xfrm>
              <a:custGeom>
                <a:rect b="b" l="l" r="r" t="t"/>
                <a:pathLst>
                  <a:path extrusionOk="0" h="2126" w="845">
                    <a:moveTo>
                      <a:pt x="294" y="1"/>
                    </a:moveTo>
                    <a:cubicBezTo>
                      <a:pt x="274" y="1"/>
                      <a:pt x="254" y="13"/>
                      <a:pt x="250" y="38"/>
                    </a:cubicBezTo>
                    <a:cubicBezTo>
                      <a:pt x="225" y="394"/>
                      <a:pt x="225" y="750"/>
                      <a:pt x="258" y="1107"/>
                    </a:cubicBezTo>
                    <a:cubicBezTo>
                      <a:pt x="266" y="1181"/>
                      <a:pt x="274" y="1256"/>
                      <a:pt x="291" y="1330"/>
                    </a:cubicBezTo>
                    <a:cubicBezTo>
                      <a:pt x="208" y="1181"/>
                      <a:pt x="142" y="1016"/>
                      <a:pt x="100" y="850"/>
                    </a:cubicBezTo>
                    <a:cubicBezTo>
                      <a:pt x="93" y="823"/>
                      <a:pt x="69" y="810"/>
                      <a:pt x="47" y="810"/>
                    </a:cubicBezTo>
                    <a:cubicBezTo>
                      <a:pt x="22" y="810"/>
                      <a:pt x="0" y="827"/>
                      <a:pt x="9" y="858"/>
                    </a:cubicBezTo>
                    <a:cubicBezTo>
                      <a:pt x="59" y="1107"/>
                      <a:pt x="150" y="1339"/>
                      <a:pt x="283" y="1554"/>
                    </a:cubicBezTo>
                    <a:cubicBezTo>
                      <a:pt x="308" y="1595"/>
                      <a:pt x="332" y="1637"/>
                      <a:pt x="366" y="1678"/>
                    </a:cubicBezTo>
                    <a:cubicBezTo>
                      <a:pt x="407" y="1827"/>
                      <a:pt x="457" y="1993"/>
                      <a:pt x="556" y="2101"/>
                    </a:cubicBezTo>
                    <a:cubicBezTo>
                      <a:pt x="570" y="2118"/>
                      <a:pt x="589" y="2125"/>
                      <a:pt x="608" y="2125"/>
                    </a:cubicBezTo>
                    <a:cubicBezTo>
                      <a:pt x="643" y="2125"/>
                      <a:pt x="678" y="2098"/>
                      <a:pt x="672" y="2059"/>
                    </a:cubicBezTo>
                    <a:cubicBezTo>
                      <a:pt x="664" y="2043"/>
                      <a:pt x="664" y="2035"/>
                      <a:pt x="664" y="2018"/>
                    </a:cubicBezTo>
                    <a:lnTo>
                      <a:pt x="664" y="2018"/>
                    </a:lnTo>
                    <a:cubicBezTo>
                      <a:pt x="697" y="2051"/>
                      <a:pt x="738" y="2076"/>
                      <a:pt x="788" y="2093"/>
                    </a:cubicBezTo>
                    <a:cubicBezTo>
                      <a:pt x="791" y="2094"/>
                      <a:pt x="795" y="2094"/>
                      <a:pt x="798" y="2094"/>
                    </a:cubicBezTo>
                    <a:cubicBezTo>
                      <a:pt x="821" y="2094"/>
                      <a:pt x="845" y="2072"/>
                      <a:pt x="838" y="2043"/>
                    </a:cubicBezTo>
                    <a:cubicBezTo>
                      <a:pt x="788" y="1943"/>
                      <a:pt x="689" y="1869"/>
                      <a:pt x="614" y="1786"/>
                    </a:cubicBezTo>
                    <a:cubicBezTo>
                      <a:pt x="598" y="1769"/>
                      <a:pt x="581" y="1745"/>
                      <a:pt x="564" y="1728"/>
                    </a:cubicBezTo>
                    <a:cubicBezTo>
                      <a:pt x="548" y="1678"/>
                      <a:pt x="531" y="1637"/>
                      <a:pt x="515" y="1587"/>
                    </a:cubicBezTo>
                    <a:cubicBezTo>
                      <a:pt x="465" y="1421"/>
                      <a:pt x="424" y="1247"/>
                      <a:pt x="399" y="1074"/>
                    </a:cubicBezTo>
                    <a:cubicBezTo>
                      <a:pt x="349" y="726"/>
                      <a:pt x="332" y="378"/>
                      <a:pt x="332" y="38"/>
                    </a:cubicBezTo>
                    <a:cubicBezTo>
                      <a:pt x="332" y="13"/>
                      <a:pt x="314" y="1"/>
                      <a:pt x="2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4" name="Google Shape;5834;p17"/>
              <p:cNvSpPr/>
              <p:nvPr/>
            </p:nvSpPr>
            <p:spPr>
              <a:xfrm>
                <a:off x="3008500" y="4058600"/>
                <a:ext cx="14100" cy="19575"/>
              </a:xfrm>
              <a:custGeom>
                <a:rect b="b" l="l" r="r" t="t"/>
                <a:pathLst>
                  <a:path extrusionOk="0" h="783" w="564">
                    <a:moveTo>
                      <a:pt x="40" y="0"/>
                    </a:moveTo>
                    <a:cubicBezTo>
                      <a:pt x="14" y="0"/>
                      <a:pt x="1" y="40"/>
                      <a:pt x="37" y="61"/>
                    </a:cubicBezTo>
                    <a:cubicBezTo>
                      <a:pt x="161" y="128"/>
                      <a:pt x="252" y="235"/>
                      <a:pt x="327" y="360"/>
                    </a:cubicBezTo>
                    <a:cubicBezTo>
                      <a:pt x="360" y="426"/>
                      <a:pt x="393" y="492"/>
                      <a:pt x="426" y="567"/>
                    </a:cubicBezTo>
                    <a:cubicBezTo>
                      <a:pt x="451" y="641"/>
                      <a:pt x="484" y="716"/>
                      <a:pt x="525" y="774"/>
                    </a:cubicBezTo>
                    <a:cubicBezTo>
                      <a:pt x="531" y="780"/>
                      <a:pt x="538" y="783"/>
                      <a:pt x="544" y="783"/>
                    </a:cubicBezTo>
                    <a:cubicBezTo>
                      <a:pt x="555" y="783"/>
                      <a:pt x="564" y="774"/>
                      <a:pt x="559" y="757"/>
                    </a:cubicBezTo>
                    <a:cubicBezTo>
                      <a:pt x="559" y="675"/>
                      <a:pt x="525" y="592"/>
                      <a:pt x="501" y="517"/>
                    </a:cubicBezTo>
                    <a:cubicBezTo>
                      <a:pt x="467" y="443"/>
                      <a:pt x="426" y="360"/>
                      <a:pt x="385" y="293"/>
                    </a:cubicBezTo>
                    <a:cubicBezTo>
                      <a:pt x="302" y="169"/>
                      <a:pt x="194" y="61"/>
                      <a:pt x="53" y="3"/>
                    </a:cubicBezTo>
                    <a:cubicBezTo>
                      <a:pt x="49" y="1"/>
                      <a:pt x="44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5" name="Google Shape;5835;p17"/>
              <p:cNvSpPr/>
              <p:nvPr/>
            </p:nvSpPr>
            <p:spPr>
              <a:xfrm>
                <a:off x="3025975" y="4082225"/>
                <a:ext cx="6750" cy="9650"/>
              </a:xfrm>
              <a:custGeom>
                <a:rect b="b" l="l" r="r" t="t"/>
                <a:pathLst>
                  <a:path extrusionOk="0" h="386" w="270">
                    <a:moveTo>
                      <a:pt x="47" y="1"/>
                    </a:moveTo>
                    <a:cubicBezTo>
                      <a:pt x="43" y="1"/>
                      <a:pt x="38" y="2"/>
                      <a:pt x="34" y="3"/>
                    </a:cubicBezTo>
                    <a:cubicBezTo>
                      <a:pt x="17" y="11"/>
                      <a:pt x="0" y="44"/>
                      <a:pt x="17" y="61"/>
                    </a:cubicBezTo>
                    <a:cubicBezTo>
                      <a:pt x="42" y="111"/>
                      <a:pt x="75" y="169"/>
                      <a:pt x="108" y="218"/>
                    </a:cubicBezTo>
                    <a:cubicBezTo>
                      <a:pt x="141" y="276"/>
                      <a:pt x="174" y="326"/>
                      <a:pt x="216" y="376"/>
                    </a:cubicBezTo>
                    <a:cubicBezTo>
                      <a:pt x="221" y="383"/>
                      <a:pt x="227" y="386"/>
                      <a:pt x="234" y="386"/>
                    </a:cubicBezTo>
                    <a:cubicBezTo>
                      <a:pt x="251" y="386"/>
                      <a:pt x="269" y="366"/>
                      <a:pt x="257" y="343"/>
                    </a:cubicBezTo>
                    <a:cubicBezTo>
                      <a:pt x="241" y="293"/>
                      <a:pt x="216" y="235"/>
                      <a:pt x="183" y="185"/>
                    </a:cubicBezTo>
                    <a:cubicBezTo>
                      <a:pt x="150" y="136"/>
                      <a:pt x="125" y="78"/>
                      <a:pt x="92" y="28"/>
                    </a:cubicBezTo>
                    <a:cubicBezTo>
                      <a:pt x="85" y="14"/>
                      <a:pt x="67" y="1"/>
                      <a:pt x="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6" name="Google Shape;5836;p17"/>
              <p:cNvSpPr/>
              <p:nvPr/>
            </p:nvSpPr>
            <p:spPr>
              <a:xfrm>
                <a:off x="2831875" y="4177025"/>
                <a:ext cx="6550" cy="20750"/>
              </a:xfrm>
              <a:custGeom>
                <a:rect b="b" l="l" r="r" t="t"/>
                <a:pathLst>
                  <a:path extrusionOk="0" h="830" w="262">
                    <a:moveTo>
                      <a:pt x="210" y="1"/>
                    </a:moveTo>
                    <a:cubicBezTo>
                      <a:pt x="200" y="1"/>
                      <a:pt x="190" y="5"/>
                      <a:pt x="183" y="14"/>
                    </a:cubicBezTo>
                    <a:cubicBezTo>
                      <a:pt x="100" y="130"/>
                      <a:pt x="51" y="263"/>
                      <a:pt x="26" y="395"/>
                    </a:cubicBezTo>
                    <a:cubicBezTo>
                      <a:pt x="9" y="461"/>
                      <a:pt x="1" y="536"/>
                      <a:pt x="1" y="602"/>
                    </a:cubicBezTo>
                    <a:cubicBezTo>
                      <a:pt x="9" y="669"/>
                      <a:pt x="17" y="743"/>
                      <a:pt x="42" y="809"/>
                    </a:cubicBezTo>
                    <a:cubicBezTo>
                      <a:pt x="49" y="823"/>
                      <a:pt x="63" y="830"/>
                      <a:pt x="78" y="830"/>
                    </a:cubicBezTo>
                    <a:cubicBezTo>
                      <a:pt x="97" y="830"/>
                      <a:pt x="117" y="817"/>
                      <a:pt x="117" y="793"/>
                    </a:cubicBezTo>
                    <a:cubicBezTo>
                      <a:pt x="125" y="760"/>
                      <a:pt x="125" y="735"/>
                      <a:pt x="125" y="702"/>
                    </a:cubicBezTo>
                    <a:cubicBezTo>
                      <a:pt x="125" y="669"/>
                      <a:pt x="125" y="635"/>
                      <a:pt x="133" y="602"/>
                    </a:cubicBezTo>
                    <a:cubicBezTo>
                      <a:pt x="133" y="544"/>
                      <a:pt x="133" y="478"/>
                      <a:pt x="150" y="420"/>
                    </a:cubicBezTo>
                    <a:cubicBezTo>
                      <a:pt x="167" y="296"/>
                      <a:pt x="208" y="171"/>
                      <a:pt x="249" y="55"/>
                    </a:cubicBezTo>
                    <a:cubicBezTo>
                      <a:pt x="261" y="26"/>
                      <a:pt x="235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7" name="Google Shape;5837;p17"/>
              <p:cNvSpPr/>
              <p:nvPr/>
            </p:nvSpPr>
            <p:spPr>
              <a:xfrm>
                <a:off x="2838300" y="4186675"/>
                <a:ext cx="2725" cy="14175"/>
              </a:xfrm>
              <a:custGeom>
                <a:rect b="b" l="l" r="r" t="t"/>
                <a:pathLst>
                  <a:path extrusionOk="0" h="567" w="109">
                    <a:moveTo>
                      <a:pt x="67" y="1"/>
                    </a:moveTo>
                    <a:cubicBezTo>
                      <a:pt x="42" y="1"/>
                      <a:pt x="17" y="17"/>
                      <a:pt x="17" y="42"/>
                    </a:cubicBezTo>
                    <a:cubicBezTo>
                      <a:pt x="9" y="125"/>
                      <a:pt x="1" y="216"/>
                      <a:pt x="1" y="299"/>
                    </a:cubicBezTo>
                    <a:cubicBezTo>
                      <a:pt x="1" y="382"/>
                      <a:pt x="9" y="473"/>
                      <a:pt x="42" y="548"/>
                    </a:cubicBezTo>
                    <a:cubicBezTo>
                      <a:pt x="46" y="561"/>
                      <a:pt x="54" y="566"/>
                      <a:pt x="63" y="566"/>
                    </a:cubicBezTo>
                    <a:cubicBezTo>
                      <a:pt x="77" y="566"/>
                      <a:pt x="92" y="554"/>
                      <a:pt x="92" y="539"/>
                    </a:cubicBezTo>
                    <a:cubicBezTo>
                      <a:pt x="108" y="465"/>
                      <a:pt x="108" y="374"/>
                      <a:pt x="108" y="299"/>
                    </a:cubicBezTo>
                    <a:cubicBezTo>
                      <a:pt x="100" y="216"/>
                      <a:pt x="100" y="133"/>
                      <a:pt x="108" y="51"/>
                    </a:cubicBezTo>
                    <a:cubicBezTo>
                      <a:pt x="108" y="26"/>
                      <a:pt x="92" y="9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8" name="Google Shape;5838;p17"/>
              <p:cNvSpPr/>
              <p:nvPr/>
            </p:nvSpPr>
            <p:spPr>
              <a:xfrm>
                <a:off x="2843075" y="4192275"/>
                <a:ext cx="2100" cy="9150"/>
              </a:xfrm>
              <a:custGeom>
                <a:rect b="b" l="l" r="r" t="t"/>
                <a:pathLst>
                  <a:path extrusionOk="0" h="366" w="84">
                    <a:moveTo>
                      <a:pt x="42" y="1"/>
                    </a:moveTo>
                    <a:cubicBezTo>
                      <a:pt x="25" y="1"/>
                      <a:pt x="0" y="9"/>
                      <a:pt x="0" y="34"/>
                    </a:cubicBezTo>
                    <a:cubicBezTo>
                      <a:pt x="0" y="83"/>
                      <a:pt x="0" y="141"/>
                      <a:pt x="0" y="191"/>
                    </a:cubicBezTo>
                    <a:cubicBezTo>
                      <a:pt x="9" y="216"/>
                      <a:pt x="9" y="241"/>
                      <a:pt x="17" y="274"/>
                    </a:cubicBezTo>
                    <a:cubicBezTo>
                      <a:pt x="17" y="299"/>
                      <a:pt x="33" y="324"/>
                      <a:pt x="42" y="349"/>
                    </a:cubicBezTo>
                    <a:cubicBezTo>
                      <a:pt x="42" y="357"/>
                      <a:pt x="58" y="365"/>
                      <a:pt x="67" y="365"/>
                    </a:cubicBezTo>
                    <a:cubicBezTo>
                      <a:pt x="83" y="357"/>
                      <a:pt x="83" y="349"/>
                      <a:pt x="83" y="340"/>
                    </a:cubicBezTo>
                    <a:cubicBezTo>
                      <a:pt x="83" y="315"/>
                      <a:pt x="83" y="291"/>
                      <a:pt x="83" y="266"/>
                    </a:cubicBezTo>
                    <a:cubicBezTo>
                      <a:pt x="83" y="241"/>
                      <a:pt x="83" y="216"/>
                      <a:pt x="75" y="191"/>
                    </a:cubicBezTo>
                    <a:cubicBezTo>
                      <a:pt x="75" y="141"/>
                      <a:pt x="75" y="92"/>
                      <a:pt x="75" y="42"/>
                    </a:cubicBezTo>
                    <a:cubicBezTo>
                      <a:pt x="75" y="25"/>
                      <a:pt x="67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9" name="Google Shape;5839;p17"/>
              <p:cNvSpPr/>
              <p:nvPr/>
            </p:nvSpPr>
            <p:spPr>
              <a:xfrm>
                <a:off x="2925200" y="4197600"/>
                <a:ext cx="2825" cy="15125"/>
              </a:xfrm>
              <a:custGeom>
                <a:rect b="b" l="l" r="r" t="t"/>
                <a:pathLst>
                  <a:path extrusionOk="0" h="605" w="113">
                    <a:moveTo>
                      <a:pt x="32" y="1"/>
                    </a:moveTo>
                    <a:cubicBezTo>
                      <a:pt x="16" y="1"/>
                      <a:pt x="0" y="13"/>
                      <a:pt x="5" y="36"/>
                    </a:cubicBezTo>
                    <a:cubicBezTo>
                      <a:pt x="21" y="127"/>
                      <a:pt x="30" y="218"/>
                      <a:pt x="30" y="310"/>
                    </a:cubicBezTo>
                    <a:cubicBezTo>
                      <a:pt x="38" y="401"/>
                      <a:pt x="38" y="492"/>
                      <a:pt x="38" y="583"/>
                    </a:cubicBezTo>
                    <a:cubicBezTo>
                      <a:pt x="38" y="598"/>
                      <a:pt x="47" y="605"/>
                      <a:pt x="56" y="605"/>
                    </a:cubicBezTo>
                    <a:cubicBezTo>
                      <a:pt x="67" y="605"/>
                      <a:pt x="79" y="596"/>
                      <a:pt x="79" y="583"/>
                    </a:cubicBezTo>
                    <a:cubicBezTo>
                      <a:pt x="104" y="492"/>
                      <a:pt x="112" y="401"/>
                      <a:pt x="104" y="301"/>
                    </a:cubicBezTo>
                    <a:cubicBezTo>
                      <a:pt x="104" y="210"/>
                      <a:pt x="88" y="119"/>
                      <a:pt x="63" y="28"/>
                    </a:cubicBezTo>
                    <a:cubicBezTo>
                      <a:pt x="59" y="9"/>
                      <a:pt x="45" y="1"/>
                      <a:pt x="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0" name="Google Shape;5840;p17"/>
              <p:cNvSpPr/>
              <p:nvPr/>
            </p:nvSpPr>
            <p:spPr>
              <a:xfrm>
                <a:off x="2929025" y="4203875"/>
                <a:ext cx="3150" cy="9150"/>
              </a:xfrm>
              <a:custGeom>
                <a:rect b="b" l="l" r="r" t="t"/>
                <a:pathLst>
                  <a:path extrusionOk="0" h="366" w="126">
                    <a:moveTo>
                      <a:pt x="75" y="1"/>
                    </a:moveTo>
                    <a:cubicBezTo>
                      <a:pt x="51" y="1"/>
                      <a:pt x="17" y="17"/>
                      <a:pt x="17" y="50"/>
                    </a:cubicBezTo>
                    <a:cubicBezTo>
                      <a:pt x="17" y="100"/>
                      <a:pt x="9" y="141"/>
                      <a:pt x="9" y="191"/>
                    </a:cubicBezTo>
                    <a:cubicBezTo>
                      <a:pt x="1" y="216"/>
                      <a:pt x="1" y="241"/>
                      <a:pt x="1" y="257"/>
                    </a:cubicBezTo>
                    <a:cubicBezTo>
                      <a:pt x="1" y="274"/>
                      <a:pt x="1" y="291"/>
                      <a:pt x="1" y="307"/>
                    </a:cubicBezTo>
                    <a:cubicBezTo>
                      <a:pt x="1" y="315"/>
                      <a:pt x="9" y="332"/>
                      <a:pt x="9" y="349"/>
                    </a:cubicBezTo>
                    <a:cubicBezTo>
                      <a:pt x="17" y="357"/>
                      <a:pt x="34" y="365"/>
                      <a:pt x="42" y="365"/>
                    </a:cubicBezTo>
                    <a:cubicBezTo>
                      <a:pt x="59" y="365"/>
                      <a:pt x="67" y="357"/>
                      <a:pt x="75" y="349"/>
                    </a:cubicBezTo>
                    <a:cubicBezTo>
                      <a:pt x="84" y="324"/>
                      <a:pt x="92" y="299"/>
                      <a:pt x="100" y="274"/>
                    </a:cubicBezTo>
                    <a:cubicBezTo>
                      <a:pt x="100" y="249"/>
                      <a:pt x="109" y="224"/>
                      <a:pt x="109" y="199"/>
                    </a:cubicBezTo>
                    <a:cubicBezTo>
                      <a:pt x="117" y="158"/>
                      <a:pt x="117" y="108"/>
                      <a:pt x="125" y="67"/>
                    </a:cubicBezTo>
                    <a:cubicBezTo>
                      <a:pt x="125" y="34"/>
                      <a:pt x="109" y="9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1" name="Google Shape;5841;p17"/>
              <p:cNvSpPr/>
              <p:nvPr/>
            </p:nvSpPr>
            <p:spPr>
              <a:xfrm>
                <a:off x="2987550" y="4196625"/>
                <a:ext cx="4900" cy="14125"/>
              </a:xfrm>
              <a:custGeom>
                <a:rect b="b" l="l" r="r" t="t"/>
                <a:pathLst>
                  <a:path extrusionOk="0" h="565" w="196">
                    <a:moveTo>
                      <a:pt x="40" y="0"/>
                    </a:moveTo>
                    <a:cubicBezTo>
                      <a:pt x="20" y="0"/>
                      <a:pt x="0" y="15"/>
                      <a:pt x="5" y="42"/>
                    </a:cubicBezTo>
                    <a:cubicBezTo>
                      <a:pt x="21" y="133"/>
                      <a:pt x="38" y="216"/>
                      <a:pt x="54" y="307"/>
                    </a:cubicBezTo>
                    <a:cubicBezTo>
                      <a:pt x="63" y="349"/>
                      <a:pt x="71" y="390"/>
                      <a:pt x="79" y="431"/>
                    </a:cubicBezTo>
                    <a:cubicBezTo>
                      <a:pt x="87" y="456"/>
                      <a:pt x="87" y="481"/>
                      <a:pt x="96" y="498"/>
                    </a:cubicBezTo>
                    <a:cubicBezTo>
                      <a:pt x="104" y="523"/>
                      <a:pt x="112" y="539"/>
                      <a:pt x="129" y="556"/>
                    </a:cubicBezTo>
                    <a:cubicBezTo>
                      <a:pt x="135" y="562"/>
                      <a:pt x="143" y="565"/>
                      <a:pt x="150" y="565"/>
                    </a:cubicBezTo>
                    <a:cubicBezTo>
                      <a:pt x="162" y="565"/>
                      <a:pt x="173" y="558"/>
                      <a:pt x="179" y="547"/>
                    </a:cubicBezTo>
                    <a:cubicBezTo>
                      <a:pt x="195" y="506"/>
                      <a:pt x="179" y="456"/>
                      <a:pt x="170" y="423"/>
                    </a:cubicBezTo>
                    <a:cubicBezTo>
                      <a:pt x="162" y="373"/>
                      <a:pt x="154" y="332"/>
                      <a:pt x="145" y="291"/>
                    </a:cubicBezTo>
                    <a:cubicBezTo>
                      <a:pt x="121" y="208"/>
                      <a:pt x="104" y="117"/>
                      <a:pt x="79" y="34"/>
                    </a:cubicBezTo>
                    <a:cubicBezTo>
                      <a:pt x="75" y="11"/>
                      <a:pt x="58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2" name="Google Shape;5842;p17"/>
              <p:cNvSpPr/>
              <p:nvPr/>
            </p:nvSpPr>
            <p:spPr>
              <a:xfrm>
                <a:off x="2990425" y="4199600"/>
                <a:ext cx="4425" cy="9700"/>
              </a:xfrm>
              <a:custGeom>
                <a:rect b="b" l="l" r="r" t="t"/>
                <a:pathLst>
                  <a:path extrusionOk="0" h="388" w="177">
                    <a:moveTo>
                      <a:pt x="51" y="1"/>
                    </a:moveTo>
                    <a:cubicBezTo>
                      <a:pt x="27" y="1"/>
                      <a:pt x="1" y="18"/>
                      <a:pt x="6" y="47"/>
                    </a:cubicBezTo>
                    <a:cubicBezTo>
                      <a:pt x="14" y="105"/>
                      <a:pt x="30" y="163"/>
                      <a:pt x="47" y="221"/>
                    </a:cubicBezTo>
                    <a:cubicBezTo>
                      <a:pt x="64" y="279"/>
                      <a:pt x="88" y="329"/>
                      <a:pt x="130" y="379"/>
                    </a:cubicBezTo>
                    <a:cubicBezTo>
                      <a:pt x="136" y="385"/>
                      <a:pt x="144" y="387"/>
                      <a:pt x="151" y="387"/>
                    </a:cubicBezTo>
                    <a:cubicBezTo>
                      <a:pt x="165" y="387"/>
                      <a:pt x="177" y="378"/>
                      <a:pt x="171" y="362"/>
                    </a:cubicBezTo>
                    <a:cubicBezTo>
                      <a:pt x="163" y="329"/>
                      <a:pt x="155" y="304"/>
                      <a:pt x="146" y="271"/>
                    </a:cubicBezTo>
                    <a:cubicBezTo>
                      <a:pt x="138" y="246"/>
                      <a:pt x="130" y="221"/>
                      <a:pt x="122" y="196"/>
                    </a:cubicBezTo>
                    <a:cubicBezTo>
                      <a:pt x="105" y="138"/>
                      <a:pt x="97" y="89"/>
                      <a:pt x="88" y="31"/>
                    </a:cubicBezTo>
                    <a:cubicBezTo>
                      <a:pt x="85" y="10"/>
                      <a:pt x="68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3" name="Google Shape;5843;p17"/>
              <p:cNvSpPr/>
              <p:nvPr/>
            </p:nvSpPr>
            <p:spPr>
              <a:xfrm>
                <a:off x="2996150" y="4204500"/>
                <a:ext cx="3125" cy="7900"/>
              </a:xfrm>
              <a:custGeom>
                <a:rect b="b" l="l" r="r" t="t"/>
                <a:pathLst>
                  <a:path extrusionOk="0" h="316" w="125">
                    <a:moveTo>
                      <a:pt x="42" y="0"/>
                    </a:moveTo>
                    <a:cubicBezTo>
                      <a:pt x="17" y="9"/>
                      <a:pt x="0" y="25"/>
                      <a:pt x="0" y="50"/>
                    </a:cubicBezTo>
                    <a:lnTo>
                      <a:pt x="17" y="174"/>
                    </a:lnTo>
                    <a:cubicBezTo>
                      <a:pt x="25" y="191"/>
                      <a:pt x="25" y="208"/>
                      <a:pt x="33" y="232"/>
                    </a:cubicBezTo>
                    <a:lnTo>
                      <a:pt x="42" y="257"/>
                    </a:lnTo>
                    <a:cubicBezTo>
                      <a:pt x="42" y="274"/>
                      <a:pt x="42" y="282"/>
                      <a:pt x="50" y="299"/>
                    </a:cubicBezTo>
                    <a:cubicBezTo>
                      <a:pt x="57" y="310"/>
                      <a:pt x="69" y="316"/>
                      <a:pt x="81" y="316"/>
                    </a:cubicBezTo>
                    <a:cubicBezTo>
                      <a:pt x="96" y="316"/>
                      <a:pt x="112" y="306"/>
                      <a:pt x="116" y="282"/>
                    </a:cubicBezTo>
                    <a:cubicBezTo>
                      <a:pt x="116" y="274"/>
                      <a:pt x="125" y="266"/>
                      <a:pt x="116" y="249"/>
                    </a:cubicBezTo>
                    <a:cubicBezTo>
                      <a:pt x="116" y="241"/>
                      <a:pt x="116" y="232"/>
                      <a:pt x="116" y="216"/>
                    </a:cubicBezTo>
                    <a:cubicBezTo>
                      <a:pt x="116" y="199"/>
                      <a:pt x="116" y="183"/>
                      <a:pt x="116" y="158"/>
                    </a:cubicBezTo>
                    <a:lnTo>
                      <a:pt x="100" y="42"/>
                    </a:lnTo>
                    <a:cubicBezTo>
                      <a:pt x="91" y="17"/>
                      <a:pt x="67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4" name="Google Shape;5844;p17"/>
              <p:cNvSpPr/>
              <p:nvPr/>
            </p:nvSpPr>
            <p:spPr>
              <a:xfrm>
                <a:off x="3024400" y="4190325"/>
                <a:ext cx="9475" cy="14750"/>
              </a:xfrm>
              <a:custGeom>
                <a:rect b="b" l="l" r="r" t="t"/>
                <a:pathLst>
                  <a:path extrusionOk="0" h="590" w="379">
                    <a:moveTo>
                      <a:pt x="42" y="1"/>
                    </a:moveTo>
                    <a:cubicBezTo>
                      <a:pt x="16" y="1"/>
                      <a:pt x="1" y="41"/>
                      <a:pt x="22" y="62"/>
                    </a:cubicBezTo>
                    <a:cubicBezTo>
                      <a:pt x="113" y="112"/>
                      <a:pt x="179" y="195"/>
                      <a:pt x="229" y="286"/>
                    </a:cubicBezTo>
                    <a:cubicBezTo>
                      <a:pt x="246" y="327"/>
                      <a:pt x="271" y="377"/>
                      <a:pt x="279" y="427"/>
                    </a:cubicBezTo>
                    <a:cubicBezTo>
                      <a:pt x="287" y="476"/>
                      <a:pt x="295" y="526"/>
                      <a:pt x="312" y="576"/>
                    </a:cubicBezTo>
                    <a:cubicBezTo>
                      <a:pt x="317" y="585"/>
                      <a:pt x="325" y="589"/>
                      <a:pt x="332" y="589"/>
                    </a:cubicBezTo>
                    <a:cubicBezTo>
                      <a:pt x="337" y="589"/>
                      <a:pt x="342" y="587"/>
                      <a:pt x="345" y="584"/>
                    </a:cubicBezTo>
                    <a:cubicBezTo>
                      <a:pt x="378" y="526"/>
                      <a:pt x="378" y="468"/>
                      <a:pt x="370" y="410"/>
                    </a:cubicBezTo>
                    <a:cubicBezTo>
                      <a:pt x="353" y="352"/>
                      <a:pt x="337" y="294"/>
                      <a:pt x="304" y="244"/>
                    </a:cubicBezTo>
                    <a:cubicBezTo>
                      <a:pt x="246" y="145"/>
                      <a:pt x="163" y="62"/>
                      <a:pt x="55" y="4"/>
                    </a:cubicBezTo>
                    <a:cubicBezTo>
                      <a:pt x="51" y="2"/>
                      <a:pt x="46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5" name="Google Shape;5845;p17"/>
              <p:cNvSpPr/>
              <p:nvPr/>
            </p:nvSpPr>
            <p:spPr>
              <a:xfrm>
                <a:off x="3030525" y="4190950"/>
                <a:ext cx="6825" cy="9275"/>
              </a:xfrm>
              <a:custGeom>
                <a:rect b="b" l="l" r="r" t="t"/>
                <a:pathLst>
                  <a:path extrusionOk="0" h="371" w="273">
                    <a:moveTo>
                      <a:pt x="43" y="1"/>
                    </a:moveTo>
                    <a:cubicBezTo>
                      <a:pt x="34" y="1"/>
                      <a:pt x="25" y="5"/>
                      <a:pt x="17" y="12"/>
                    </a:cubicBezTo>
                    <a:cubicBezTo>
                      <a:pt x="1" y="29"/>
                      <a:pt x="1" y="45"/>
                      <a:pt x="9" y="70"/>
                    </a:cubicBezTo>
                    <a:cubicBezTo>
                      <a:pt x="42" y="120"/>
                      <a:pt x="75" y="170"/>
                      <a:pt x="100" y="219"/>
                    </a:cubicBezTo>
                    <a:lnTo>
                      <a:pt x="108" y="219"/>
                    </a:lnTo>
                    <a:cubicBezTo>
                      <a:pt x="133" y="269"/>
                      <a:pt x="166" y="327"/>
                      <a:pt x="216" y="368"/>
                    </a:cubicBezTo>
                    <a:cubicBezTo>
                      <a:pt x="219" y="370"/>
                      <a:pt x="223" y="371"/>
                      <a:pt x="227" y="371"/>
                    </a:cubicBezTo>
                    <a:cubicBezTo>
                      <a:pt x="246" y="371"/>
                      <a:pt x="273" y="356"/>
                      <a:pt x="266" y="335"/>
                    </a:cubicBezTo>
                    <a:cubicBezTo>
                      <a:pt x="249" y="277"/>
                      <a:pt x="208" y="219"/>
                      <a:pt x="175" y="170"/>
                    </a:cubicBezTo>
                    <a:cubicBezTo>
                      <a:pt x="142" y="120"/>
                      <a:pt x="108" y="70"/>
                      <a:pt x="75" y="20"/>
                    </a:cubicBezTo>
                    <a:cubicBezTo>
                      <a:pt x="66" y="7"/>
                      <a:pt x="55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6" name="Google Shape;5846;p17"/>
              <p:cNvSpPr/>
              <p:nvPr/>
            </p:nvSpPr>
            <p:spPr>
              <a:xfrm>
                <a:off x="3036950" y="4190325"/>
                <a:ext cx="6850" cy="8900"/>
              </a:xfrm>
              <a:custGeom>
                <a:rect b="b" l="l" r="r" t="t"/>
                <a:pathLst>
                  <a:path extrusionOk="0" h="356" w="274">
                    <a:moveTo>
                      <a:pt x="52" y="1"/>
                    </a:moveTo>
                    <a:cubicBezTo>
                      <a:pt x="46" y="1"/>
                      <a:pt x="40" y="2"/>
                      <a:pt x="34" y="4"/>
                    </a:cubicBezTo>
                    <a:cubicBezTo>
                      <a:pt x="9" y="21"/>
                      <a:pt x="1" y="45"/>
                      <a:pt x="9" y="70"/>
                    </a:cubicBezTo>
                    <a:cubicBezTo>
                      <a:pt x="34" y="128"/>
                      <a:pt x="59" y="178"/>
                      <a:pt x="92" y="228"/>
                    </a:cubicBezTo>
                    <a:cubicBezTo>
                      <a:pt x="133" y="277"/>
                      <a:pt x="183" y="327"/>
                      <a:pt x="233" y="352"/>
                    </a:cubicBezTo>
                    <a:cubicBezTo>
                      <a:pt x="235" y="354"/>
                      <a:pt x="238" y="355"/>
                      <a:pt x="242" y="355"/>
                    </a:cubicBezTo>
                    <a:cubicBezTo>
                      <a:pt x="250" y="355"/>
                      <a:pt x="260" y="350"/>
                      <a:pt x="266" y="344"/>
                    </a:cubicBezTo>
                    <a:cubicBezTo>
                      <a:pt x="274" y="335"/>
                      <a:pt x="274" y="319"/>
                      <a:pt x="266" y="311"/>
                    </a:cubicBezTo>
                    <a:cubicBezTo>
                      <a:pt x="249" y="286"/>
                      <a:pt x="241" y="261"/>
                      <a:pt x="224" y="244"/>
                    </a:cubicBezTo>
                    <a:lnTo>
                      <a:pt x="224" y="236"/>
                    </a:lnTo>
                    <a:cubicBezTo>
                      <a:pt x="199" y="219"/>
                      <a:pt x="191" y="195"/>
                      <a:pt x="175" y="170"/>
                    </a:cubicBezTo>
                    <a:cubicBezTo>
                      <a:pt x="166" y="161"/>
                      <a:pt x="158" y="145"/>
                      <a:pt x="150" y="137"/>
                    </a:cubicBezTo>
                    <a:lnTo>
                      <a:pt x="141" y="128"/>
                    </a:lnTo>
                    <a:cubicBezTo>
                      <a:pt x="141" y="120"/>
                      <a:pt x="133" y="112"/>
                      <a:pt x="133" y="103"/>
                    </a:cubicBezTo>
                    <a:cubicBezTo>
                      <a:pt x="117" y="79"/>
                      <a:pt x="108" y="54"/>
                      <a:pt x="92" y="29"/>
                    </a:cubicBezTo>
                    <a:cubicBezTo>
                      <a:pt x="85" y="10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7" name="Google Shape;5847;p17"/>
              <p:cNvSpPr/>
              <p:nvPr/>
            </p:nvSpPr>
            <p:spPr>
              <a:xfrm>
                <a:off x="3033425" y="4220875"/>
                <a:ext cx="6025" cy="25250"/>
              </a:xfrm>
              <a:custGeom>
                <a:rect b="b" l="l" r="r" t="t"/>
                <a:pathLst>
                  <a:path extrusionOk="0" h="1010" w="241">
                    <a:moveTo>
                      <a:pt x="47" y="0"/>
                    </a:moveTo>
                    <a:cubicBezTo>
                      <a:pt x="32" y="0"/>
                      <a:pt x="17" y="8"/>
                      <a:pt x="17" y="25"/>
                    </a:cubicBezTo>
                    <a:cubicBezTo>
                      <a:pt x="1" y="199"/>
                      <a:pt x="9" y="365"/>
                      <a:pt x="34" y="539"/>
                    </a:cubicBezTo>
                    <a:cubicBezTo>
                      <a:pt x="50" y="621"/>
                      <a:pt x="67" y="704"/>
                      <a:pt x="84" y="787"/>
                    </a:cubicBezTo>
                    <a:cubicBezTo>
                      <a:pt x="108" y="853"/>
                      <a:pt x="133" y="953"/>
                      <a:pt x="183" y="1003"/>
                    </a:cubicBezTo>
                    <a:cubicBezTo>
                      <a:pt x="188" y="1007"/>
                      <a:pt x="194" y="1009"/>
                      <a:pt x="200" y="1009"/>
                    </a:cubicBezTo>
                    <a:cubicBezTo>
                      <a:pt x="215" y="1009"/>
                      <a:pt x="233" y="996"/>
                      <a:pt x="233" y="978"/>
                    </a:cubicBezTo>
                    <a:cubicBezTo>
                      <a:pt x="241" y="936"/>
                      <a:pt x="233" y="903"/>
                      <a:pt x="216" y="870"/>
                    </a:cubicBezTo>
                    <a:cubicBezTo>
                      <a:pt x="208" y="820"/>
                      <a:pt x="200" y="787"/>
                      <a:pt x="191" y="746"/>
                    </a:cubicBezTo>
                    <a:cubicBezTo>
                      <a:pt x="166" y="663"/>
                      <a:pt x="150" y="588"/>
                      <a:pt x="142" y="514"/>
                    </a:cubicBezTo>
                    <a:cubicBezTo>
                      <a:pt x="108" y="348"/>
                      <a:pt x="92" y="191"/>
                      <a:pt x="84" y="25"/>
                    </a:cubicBezTo>
                    <a:cubicBezTo>
                      <a:pt x="79" y="8"/>
                      <a:pt x="63" y="0"/>
                      <a:pt x="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8" name="Google Shape;5848;p17"/>
              <p:cNvSpPr/>
              <p:nvPr/>
            </p:nvSpPr>
            <p:spPr>
              <a:xfrm>
                <a:off x="3037575" y="4228375"/>
                <a:ext cx="3750" cy="13075"/>
              </a:xfrm>
              <a:custGeom>
                <a:rect b="b" l="l" r="r" t="t"/>
                <a:pathLst>
                  <a:path extrusionOk="0" h="523" w="150">
                    <a:moveTo>
                      <a:pt x="34" y="0"/>
                    </a:moveTo>
                    <a:cubicBezTo>
                      <a:pt x="17" y="0"/>
                      <a:pt x="0" y="11"/>
                      <a:pt x="0" y="31"/>
                    </a:cubicBezTo>
                    <a:cubicBezTo>
                      <a:pt x="0" y="114"/>
                      <a:pt x="0" y="197"/>
                      <a:pt x="17" y="280"/>
                    </a:cubicBezTo>
                    <a:cubicBezTo>
                      <a:pt x="25" y="321"/>
                      <a:pt x="34" y="363"/>
                      <a:pt x="50" y="396"/>
                    </a:cubicBezTo>
                    <a:cubicBezTo>
                      <a:pt x="50" y="421"/>
                      <a:pt x="58" y="437"/>
                      <a:pt x="67" y="462"/>
                    </a:cubicBezTo>
                    <a:cubicBezTo>
                      <a:pt x="75" y="479"/>
                      <a:pt x="92" y="495"/>
                      <a:pt x="100" y="512"/>
                    </a:cubicBezTo>
                    <a:cubicBezTo>
                      <a:pt x="105" y="519"/>
                      <a:pt x="111" y="522"/>
                      <a:pt x="117" y="522"/>
                    </a:cubicBezTo>
                    <a:cubicBezTo>
                      <a:pt x="133" y="522"/>
                      <a:pt x="150" y="505"/>
                      <a:pt x="150" y="487"/>
                    </a:cubicBezTo>
                    <a:cubicBezTo>
                      <a:pt x="141" y="471"/>
                      <a:pt x="141" y="446"/>
                      <a:pt x="141" y="429"/>
                    </a:cubicBezTo>
                    <a:cubicBezTo>
                      <a:pt x="133" y="413"/>
                      <a:pt x="125" y="396"/>
                      <a:pt x="125" y="379"/>
                    </a:cubicBezTo>
                    <a:cubicBezTo>
                      <a:pt x="108" y="338"/>
                      <a:pt x="100" y="305"/>
                      <a:pt x="92" y="263"/>
                    </a:cubicBezTo>
                    <a:cubicBezTo>
                      <a:pt x="75" y="189"/>
                      <a:pt x="67" y="106"/>
                      <a:pt x="67" y="31"/>
                    </a:cubicBezTo>
                    <a:cubicBezTo>
                      <a:pt x="67" y="11"/>
                      <a:pt x="5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9" name="Google Shape;5849;p17"/>
              <p:cNvSpPr/>
              <p:nvPr/>
            </p:nvSpPr>
            <p:spPr>
              <a:xfrm>
                <a:off x="2955975" y="4261050"/>
                <a:ext cx="10375" cy="33400"/>
              </a:xfrm>
              <a:custGeom>
                <a:rect b="b" l="l" r="r" t="t"/>
                <a:pathLst>
                  <a:path extrusionOk="0" h="1336" w="415">
                    <a:moveTo>
                      <a:pt x="53" y="1"/>
                    </a:moveTo>
                    <a:cubicBezTo>
                      <a:pt x="26" y="1"/>
                      <a:pt x="0" y="26"/>
                      <a:pt x="16" y="58"/>
                    </a:cubicBezTo>
                    <a:cubicBezTo>
                      <a:pt x="91" y="266"/>
                      <a:pt x="132" y="481"/>
                      <a:pt x="174" y="705"/>
                    </a:cubicBezTo>
                    <a:cubicBezTo>
                      <a:pt x="190" y="812"/>
                      <a:pt x="199" y="920"/>
                      <a:pt x="207" y="1036"/>
                    </a:cubicBezTo>
                    <a:cubicBezTo>
                      <a:pt x="207" y="1127"/>
                      <a:pt x="190" y="1252"/>
                      <a:pt x="265" y="1326"/>
                    </a:cubicBezTo>
                    <a:cubicBezTo>
                      <a:pt x="272" y="1333"/>
                      <a:pt x="282" y="1336"/>
                      <a:pt x="292" y="1336"/>
                    </a:cubicBezTo>
                    <a:cubicBezTo>
                      <a:pt x="307" y="1336"/>
                      <a:pt x="322" y="1331"/>
                      <a:pt x="331" y="1326"/>
                    </a:cubicBezTo>
                    <a:cubicBezTo>
                      <a:pt x="414" y="1252"/>
                      <a:pt x="389" y="1111"/>
                      <a:pt x="381" y="1011"/>
                    </a:cubicBezTo>
                    <a:cubicBezTo>
                      <a:pt x="373" y="895"/>
                      <a:pt x="356" y="779"/>
                      <a:pt x="331" y="672"/>
                    </a:cubicBezTo>
                    <a:cubicBezTo>
                      <a:pt x="282" y="448"/>
                      <a:pt x="190" y="232"/>
                      <a:pt x="91" y="25"/>
                    </a:cubicBezTo>
                    <a:cubicBezTo>
                      <a:pt x="82" y="8"/>
                      <a:pt x="68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0" name="Google Shape;5850;p17"/>
              <p:cNvSpPr/>
              <p:nvPr/>
            </p:nvSpPr>
            <p:spPr>
              <a:xfrm>
                <a:off x="2967500" y="4280325"/>
                <a:ext cx="5275" cy="16375"/>
              </a:xfrm>
              <a:custGeom>
                <a:rect b="b" l="l" r="r" t="t"/>
                <a:pathLst>
                  <a:path extrusionOk="0" h="655" w="211">
                    <a:moveTo>
                      <a:pt x="56" y="0"/>
                    </a:moveTo>
                    <a:cubicBezTo>
                      <a:pt x="28" y="0"/>
                      <a:pt x="0" y="26"/>
                      <a:pt x="11" y="58"/>
                    </a:cubicBezTo>
                    <a:cubicBezTo>
                      <a:pt x="53" y="157"/>
                      <a:pt x="77" y="257"/>
                      <a:pt x="86" y="356"/>
                    </a:cubicBezTo>
                    <a:cubicBezTo>
                      <a:pt x="94" y="406"/>
                      <a:pt x="94" y="456"/>
                      <a:pt x="94" y="505"/>
                    </a:cubicBezTo>
                    <a:cubicBezTo>
                      <a:pt x="94" y="547"/>
                      <a:pt x="86" y="621"/>
                      <a:pt x="127" y="646"/>
                    </a:cubicBezTo>
                    <a:cubicBezTo>
                      <a:pt x="135" y="655"/>
                      <a:pt x="152" y="655"/>
                      <a:pt x="160" y="655"/>
                    </a:cubicBezTo>
                    <a:cubicBezTo>
                      <a:pt x="210" y="630"/>
                      <a:pt x="202" y="555"/>
                      <a:pt x="202" y="505"/>
                    </a:cubicBezTo>
                    <a:cubicBezTo>
                      <a:pt x="202" y="447"/>
                      <a:pt x="202" y="389"/>
                      <a:pt x="193" y="340"/>
                    </a:cubicBezTo>
                    <a:cubicBezTo>
                      <a:pt x="169" y="232"/>
                      <a:pt x="144" y="124"/>
                      <a:pt x="94" y="25"/>
                    </a:cubicBezTo>
                    <a:cubicBezTo>
                      <a:pt x="85" y="7"/>
                      <a:pt x="71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1" name="Google Shape;5851;p17"/>
              <p:cNvSpPr/>
              <p:nvPr/>
            </p:nvSpPr>
            <p:spPr>
              <a:xfrm>
                <a:off x="2972525" y="4287200"/>
                <a:ext cx="3550" cy="16875"/>
              </a:xfrm>
              <a:custGeom>
                <a:rect b="b" l="l" r="r" t="t"/>
                <a:pathLst>
                  <a:path extrusionOk="0" h="675" w="142">
                    <a:moveTo>
                      <a:pt x="43" y="0"/>
                    </a:moveTo>
                    <a:cubicBezTo>
                      <a:pt x="20" y="0"/>
                      <a:pt x="0" y="17"/>
                      <a:pt x="9" y="48"/>
                    </a:cubicBezTo>
                    <a:cubicBezTo>
                      <a:pt x="26" y="148"/>
                      <a:pt x="42" y="247"/>
                      <a:pt x="50" y="346"/>
                    </a:cubicBezTo>
                    <a:cubicBezTo>
                      <a:pt x="50" y="454"/>
                      <a:pt x="50" y="554"/>
                      <a:pt x="50" y="653"/>
                    </a:cubicBezTo>
                    <a:cubicBezTo>
                      <a:pt x="54" y="668"/>
                      <a:pt x="65" y="675"/>
                      <a:pt x="77" y="675"/>
                    </a:cubicBezTo>
                    <a:cubicBezTo>
                      <a:pt x="90" y="675"/>
                      <a:pt x="104" y="666"/>
                      <a:pt x="108" y="653"/>
                    </a:cubicBezTo>
                    <a:cubicBezTo>
                      <a:pt x="142" y="554"/>
                      <a:pt x="142" y="446"/>
                      <a:pt x="133" y="346"/>
                    </a:cubicBezTo>
                    <a:cubicBezTo>
                      <a:pt x="125" y="239"/>
                      <a:pt x="117" y="139"/>
                      <a:pt x="92" y="40"/>
                    </a:cubicBezTo>
                    <a:cubicBezTo>
                      <a:pt x="84" y="13"/>
                      <a:pt x="62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2" name="Google Shape;5852;p17"/>
              <p:cNvSpPr/>
              <p:nvPr/>
            </p:nvSpPr>
            <p:spPr>
              <a:xfrm>
                <a:off x="2894850" y="4229300"/>
                <a:ext cx="3900" cy="12400"/>
              </a:xfrm>
              <a:custGeom>
                <a:rect b="b" l="l" r="r" t="t"/>
                <a:pathLst>
                  <a:path extrusionOk="0" h="496" w="156">
                    <a:moveTo>
                      <a:pt x="50" y="1"/>
                    </a:moveTo>
                    <a:cubicBezTo>
                      <a:pt x="37" y="1"/>
                      <a:pt x="26" y="14"/>
                      <a:pt x="26" y="28"/>
                    </a:cubicBezTo>
                    <a:cubicBezTo>
                      <a:pt x="1" y="102"/>
                      <a:pt x="1" y="185"/>
                      <a:pt x="9" y="260"/>
                    </a:cubicBezTo>
                    <a:cubicBezTo>
                      <a:pt x="17" y="334"/>
                      <a:pt x="34" y="425"/>
                      <a:pt x="84" y="483"/>
                    </a:cubicBezTo>
                    <a:cubicBezTo>
                      <a:pt x="92" y="492"/>
                      <a:pt x="103" y="495"/>
                      <a:pt x="114" y="495"/>
                    </a:cubicBezTo>
                    <a:cubicBezTo>
                      <a:pt x="135" y="495"/>
                      <a:pt x="155" y="481"/>
                      <a:pt x="150" y="458"/>
                    </a:cubicBezTo>
                    <a:cubicBezTo>
                      <a:pt x="133" y="384"/>
                      <a:pt x="100" y="318"/>
                      <a:pt x="92" y="251"/>
                    </a:cubicBezTo>
                    <a:cubicBezTo>
                      <a:pt x="75" y="177"/>
                      <a:pt x="75" y="102"/>
                      <a:pt x="84" y="36"/>
                    </a:cubicBezTo>
                    <a:cubicBezTo>
                      <a:pt x="92" y="19"/>
                      <a:pt x="75" y="3"/>
                      <a:pt x="59" y="3"/>
                    </a:cubicBezTo>
                    <a:cubicBezTo>
                      <a:pt x="56" y="1"/>
                      <a:pt x="53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3" name="Google Shape;5853;p17"/>
              <p:cNvSpPr/>
              <p:nvPr/>
            </p:nvSpPr>
            <p:spPr>
              <a:xfrm>
                <a:off x="2899000" y="4233850"/>
                <a:ext cx="3900" cy="11775"/>
              </a:xfrm>
              <a:custGeom>
                <a:rect b="b" l="l" r="r" t="t"/>
                <a:pathLst>
                  <a:path extrusionOk="0" h="471" w="156">
                    <a:moveTo>
                      <a:pt x="45" y="1"/>
                    </a:moveTo>
                    <a:cubicBezTo>
                      <a:pt x="26" y="1"/>
                      <a:pt x="9" y="16"/>
                      <a:pt x="9" y="36"/>
                    </a:cubicBezTo>
                    <a:cubicBezTo>
                      <a:pt x="0" y="111"/>
                      <a:pt x="0" y="185"/>
                      <a:pt x="17" y="252"/>
                    </a:cubicBezTo>
                    <a:cubicBezTo>
                      <a:pt x="25" y="293"/>
                      <a:pt x="34" y="326"/>
                      <a:pt x="42" y="359"/>
                    </a:cubicBezTo>
                    <a:lnTo>
                      <a:pt x="42" y="368"/>
                    </a:lnTo>
                    <a:cubicBezTo>
                      <a:pt x="50" y="384"/>
                      <a:pt x="58" y="401"/>
                      <a:pt x="67" y="409"/>
                    </a:cubicBezTo>
                    <a:cubicBezTo>
                      <a:pt x="75" y="434"/>
                      <a:pt x="83" y="442"/>
                      <a:pt x="100" y="459"/>
                    </a:cubicBezTo>
                    <a:cubicBezTo>
                      <a:pt x="105" y="467"/>
                      <a:pt x="114" y="471"/>
                      <a:pt x="122" y="471"/>
                    </a:cubicBezTo>
                    <a:cubicBezTo>
                      <a:pt x="139" y="471"/>
                      <a:pt x="155" y="456"/>
                      <a:pt x="150" y="434"/>
                    </a:cubicBezTo>
                    <a:cubicBezTo>
                      <a:pt x="150" y="417"/>
                      <a:pt x="150" y="401"/>
                      <a:pt x="141" y="384"/>
                    </a:cubicBezTo>
                    <a:cubicBezTo>
                      <a:pt x="141" y="368"/>
                      <a:pt x="133" y="359"/>
                      <a:pt x="133" y="343"/>
                    </a:cubicBezTo>
                    <a:cubicBezTo>
                      <a:pt x="125" y="310"/>
                      <a:pt x="116" y="276"/>
                      <a:pt x="108" y="243"/>
                    </a:cubicBezTo>
                    <a:cubicBezTo>
                      <a:pt x="92" y="177"/>
                      <a:pt x="92" y="111"/>
                      <a:pt x="92" y="44"/>
                    </a:cubicBezTo>
                    <a:cubicBezTo>
                      <a:pt x="92" y="28"/>
                      <a:pt x="83" y="3"/>
                      <a:pt x="58" y="3"/>
                    </a:cubicBezTo>
                    <a:cubicBezTo>
                      <a:pt x="54" y="2"/>
                      <a:pt x="50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4" name="Google Shape;5854;p17"/>
              <p:cNvSpPr/>
              <p:nvPr/>
            </p:nvSpPr>
            <p:spPr>
              <a:xfrm>
                <a:off x="2990550" y="4123775"/>
                <a:ext cx="3350" cy="21125"/>
              </a:xfrm>
              <a:custGeom>
                <a:rect b="b" l="l" r="r" t="t"/>
                <a:pathLst>
                  <a:path extrusionOk="0" h="845" w="134">
                    <a:moveTo>
                      <a:pt x="54" y="0"/>
                    </a:moveTo>
                    <a:cubicBezTo>
                      <a:pt x="50" y="0"/>
                      <a:pt x="46" y="2"/>
                      <a:pt x="42" y="6"/>
                    </a:cubicBezTo>
                    <a:cubicBezTo>
                      <a:pt x="1" y="56"/>
                      <a:pt x="17" y="131"/>
                      <a:pt x="17" y="189"/>
                    </a:cubicBezTo>
                    <a:cubicBezTo>
                      <a:pt x="17" y="255"/>
                      <a:pt x="17" y="321"/>
                      <a:pt x="17" y="388"/>
                    </a:cubicBezTo>
                    <a:cubicBezTo>
                      <a:pt x="25" y="520"/>
                      <a:pt x="25" y="653"/>
                      <a:pt x="17" y="794"/>
                    </a:cubicBezTo>
                    <a:cubicBezTo>
                      <a:pt x="13" y="825"/>
                      <a:pt x="41" y="845"/>
                      <a:pt x="67" y="845"/>
                    </a:cubicBezTo>
                    <a:cubicBezTo>
                      <a:pt x="88" y="845"/>
                      <a:pt x="108" y="832"/>
                      <a:pt x="108" y="802"/>
                    </a:cubicBezTo>
                    <a:cubicBezTo>
                      <a:pt x="125" y="661"/>
                      <a:pt x="133" y="528"/>
                      <a:pt x="133" y="388"/>
                    </a:cubicBezTo>
                    <a:cubicBezTo>
                      <a:pt x="133" y="313"/>
                      <a:pt x="125" y="247"/>
                      <a:pt x="117" y="172"/>
                    </a:cubicBezTo>
                    <a:cubicBezTo>
                      <a:pt x="117" y="114"/>
                      <a:pt x="108" y="48"/>
                      <a:pt x="67" y="6"/>
                    </a:cubicBezTo>
                    <a:cubicBezTo>
                      <a:pt x="63" y="2"/>
                      <a:pt x="59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5" name="Google Shape;5855;p17"/>
              <p:cNvSpPr/>
              <p:nvPr/>
            </p:nvSpPr>
            <p:spPr>
              <a:xfrm>
                <a:off x="2995950" y="4125225"/>
                <a:ext cx="4150" cy="13900"/>
              </a:xfrm>
              <a:custGeom>
                <a:rect b="b" l="l" r="r" t="t"/>
                <a:pathLst>
                  <a:path extrusionOk="0" h="556" w="166">
                    <a:moveTo>
                      <a:pt x="108" y="0"/>
                    </a:moveTo>
                    <a:cubicBezTo>
                      <a:pt x="102" y="0"/>
                      <a:pt x="95" y="2"/>
                      <a:pt x="91" y="6"/>
                    </a:cubicBezTo>
                    <a:cubicBezTo>
                      <a:pt x="66" y="31"/>
                      <a:pt x="58" y="81"/>
                      <a:pt x="58" y="122"/>
                    </a:cubicBezTo>
                    <a:cubicBezTo>
                      <a:pt x="58" y="164"/>
                      <a:pt x="58" y="205"/>
                      <a:pt x="50" y="247"/>
                    </a:cubicBezTo>
                    <a:cubicBezTo>
                      <a:pt x="41" y="330"/>
                      <a:pt x="33" y="412"/>
                      <a:pt x="8" y="487"/>
                    </a:cubicBezTo>
                    <a:cubicBezTo>
                      <a:pt x="0" y="512"/>
                      <a:pt x="8" y="537"/>
                      <a:pt x="33" y="553"/>
                    </a:cubicBezTo>
                    <a:cubicBezTo>
                      <a:pt x="36" y="555"/>
                      <a:pt x="40" y="555"/>
                      <a:pt x="44" y="555"/>
                    </a:cubicBezTo>
                    <a:cubicBezTo>
                      <a:pt x="61" y="555"/>
                      <a:pt x="84" y="542"/>
                      <a:pt x="91" y="528"/>
                    </a:cubicBezTo>
                    <a:cubicBezTo>
                      <a:pt x="116" y="437"/>
                      <a:pt x="141" y="354"/>
                      <a:pt x="149" y="263"/>
                    </a:cubicBezTo>
                    <a:cubicBezTo>
                      <a:pt x="157" y="222"/>
                      <a:pt x="166" y="172"/>
                      <a:pt x="166" y="131"/>
                    </a:cubicBezTo>
                    <a:cubicBezTo>
                      <a:pt x="166" y="89"/>
                      <a:pt x="157" y="31"/>
                      <a:pt x="124" y="6"/>
                    </a:cubicBezTo>
                    <a:cubicBezTo>
                      <a:pt x="120" y="2"/>
                      <a:pt x="114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6" name="Google Shape;5856;p17"/>
              <p:cNvSpPr/>
              <p:nvPr/>
            </p:nvSpPr>
            <p:spPr>
              <a:xfrm>
                <a:off x="3015000" y="4120525"/>
                <a:ext cx="3125" cy="14275"/>
              </a:xfrm>
              <a:custGeom>
                <a:rect b="b" l="l" r="r" t="t"/>
                <a:pathLst>
                  <a:path extrusionOk="0" h="571" w="125">
                    <a:moveTo>
                      <a:pt x="44" y="1"/>
                    </a:moveTo>
                    <a:cubicBezTo>
                      <a:pt x="35" y="1"/>
                      <a:pt x="26" y="7"/>
                      <a:pt x="17" y="20"/>
                    </a:cubicBezTo>
                    <a:cubicBezTo>
                      <a:pt x="9" y="45"/>
                      <a:pt x="0" y="54"/>
                      <a:pt x="0" y="78"/>
                    </a:cubicBezTo>
                    <a:cubicBezTo>
                      <a:pt x="0" y="103"/>
                      <a:pt x="0" y="128"/>
                      <a:pt x="0" y="153"/>
                    </a:cubicBezTo>
                    <a:cubicBezTo>
                      <a:pt x="9" y="194"/>
                      <a:pt x="9" y="236"/>
                      <a:pt x="17" y="277"/>
                    </a:cubicBezTo>
                    <a:cubicBezTo>
                      <a:pt x="25" y="368"/>
                      <a:pt x="33" y="451"/>
                      <a:pt x="33" y="542"/>
                    </a:cubicBezTo>
                    <a:cubicBezTo>
                      <a:pt x="33" y="562"/>
                      <a:pt x="46" y="570"/>
                      <a:pt x="61" y="570"/>
                    </a:cubicBezTo>
                    <a:cubicBezTo>
                      <a:pt x="77" y="570"/>
                      <a:pt x="95" y="560"/>
                      <a:pt x="100" y="542"/>
                    </a:cubicBezTo>
                    <a:cubicBezTo>
                      <a:pt x="116" y="451"/>
                      <a:pt x="125" y="360"/>
                      <a:pt x="125" y="269"/>
                    </a:cubicBezTo>
                    <a:cubicBezTo>
                      <a:pt x="125" y="228"/>
                      <a:pt x="125" y="186"/>
                      <a:pt x="116" y="145"/>
                    </a:cubicBezTo>
                    <a:cubicBezTo>
                      <a:pt x="116" y="120"/>
                      <a:pt x="108" y="95"/>
                      <a:pt x="100" y="70"/>
                    </a:cubicBezTo>
                    <a:cubicBezTo>
                      <a:pt x="91" y="45"/>
                      <a:pt x="91" y="29"/>
                      <a:pt x="67" y="12"/>
                    </a:cubicBezTo>
                    <a:cubicBezTo>
                      <a:pt x="59" y="5"/>
                      <a:pt x="52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7" name="Google Shape;5857;p17"/>
              <p:cNvSpPr/>
              <p:nvPr/>
            </p:nvSpPr>
            <p:spPr>
              <a:xfrm>
                <a:off x="3033025" y="4113725"/>
                <a:ext cx="9550" cy="26425"/>
              </a:xfrm>
              <a:custGeom>
                <a:rect b="b" l="l" r="r" t="t"/>
                <a:pathLst>
                  <a:path extrusionOk="0" h="1057" w="382">
                    <a:moveTo>
                      <a:pt x="53" y="0"/>
                    </a:moveTo>
                    <a:cubicBezTo>
                      <a:pt x="29" y="0"/>
                      <a:pt x="4" y="15"/>
                      <a:pt x="0" y="44"/>
                    </a:cubicBezTo>
                    <a:cubicBezTo>
                      <a:pt x="0" y="185"/>
                      <a:pt x="8" y="334"/>
                      <a:pt x="33" y="475"/>
                    </a:cubicBezTo>
                    <a:cubicBezTo>
                      <a:pt x="42" y="549"/>
                      <a:pt x="58" y="616"/>
                      <a:pt x="83" y="690"/>
                    </a:cubicBezTo>
                    <a:cubicBezTo>
                      <a:pt x="100" y="748"/>
                      <a:pt x="116" y="831"/>
                      <a:pt x="166" y="881"/>
                    </a:cubicBezTo>
                    <a:cubicBezTo>
                      <a:pt x="172" y="885"/>
                      <a:pt x="180" y="887"/>
                      <a:pt x="188" y="887"/>
                    </a:cubicBezTo>
                    <a:cubicBezTo>
                      <a:pt x="210" y="887"/>
                      <a:pt x="232" y="872"/>
                      <a:pt x="232" y="848"/>
                    </a:cubicBezTo>
                    <a:lnTo>
                      <a:pt x="232" y="839"/>
                    </a:lnTo>
                    <a:cubicBezTo>
                      <a:pt x="257" y="914"/>
                      <a:pt x="282" y="980"/>
                      <a:pt x="323" y="1046"/>
                    </a:cubicBezTo>
                    <a:cubicBezTo>
                      <a:pt x="328" y="1054"/>
                      <a:pt x="335" y="1057"/>
                      <a:pt x="343" y="1057"/>
                    </a:cubicBezTo>
                    <a:cubicBezTo>
                      <a:pt x="361" y="1057"/>
                      <a:pt x="381" y="1039"/>
                      <a:pt x="381" y="1022"/>
                    </a:cubicBezTo>
                    <a:cubicBezTo>
                      <a:pt x="373" y="939"/>
                      <a:pt x="340" y="856"/>
                      <a:pt x="315" y="781"/>
                    </a:cubicBezTo>
                    <a:cubicBezTo>
                      <a:pt x="290" y="707"/>
                      <a:pt x="257" y="632"/>
                      <a:pt x="232" y="558"/>
                    </a:cubicBezTo>
                    <a:cubicBezTo>
                      <a:pt x="226" y="539"/>
                      <a:pt x="210" y="530"/>
                      <a:pt x="193" y="530"/>
                    </a:cubicBezTo>
                    <a:cubicBezTo>
                      <a:pt x="187" y="530"/>
                      <a:pt x="180" y="531"/>
                      <a:pt x="174" y="533"/>
                    </a:cubicBezTo>
                    <a:lnTo>
                      <a:pt x="166" y="533"/>
                    </a:lnTo>
                    <a:cubicBezTo>
                      <a:pt x="158" y="508"/>
                      <a:pt x="158" y="483"/>
                      <a:pt x="149" y="450"/>
                    </a:cubicBezTo>
                    <a:cubicBezTo>
                      <a:pt x="124" y="317"/>
                      <a:pt x="108" y="176"/>
                      <a:pt x="100" y="44"/>
                    </a:cubicBezTo>
                    <a:cubicBezTo>
                      <a:pt x="100" y="15"/>
                      <a:pt x="77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8" name="Google Shape;5858;p17"/>
              <p:cNvSpPr/>
              <p:nvPr/>
            </p:nvSpPr>
            <p:spPr>
              <a:xfrm>
                <a:off x="2617300" y="3834125"/>
                <a:ext cx="468350" cy="998025"/>
              </a:xfrm>
              <a:custGeom>
                <a:rect b="b" l="l" r="r" t="t"/>
                <a:pathLst>
                  <a:path extrusionOk="0" h="39921" w="18734">
                    <a:moveTo>
                      <a:pt x="6977" y="3373"/>
                    </a:moveTo>
                    <a:cubicBezTo>
                      <a:pt x="7010" y="3489"/>
                      <a:pt x="7043" y="3614"/>
                      <a:pt x="7076" y="3738"/>
                    </a:cubicBezTo>
                    <a:lnTo>
                      <a:pt x="7101" y="3812"/>
                    </a:lnTo>
                    <a:cubicBezTo>
                      <a:pt x="7084" y="3779"/>
                      <a:pt x="7059" y="3746"/>
                      <a:pt x="7043" y="3713"/>
                    </a:cubicBezTo>
                    <a:cubicBezTo>
                      <a:pt x="7001" y="3605"/>
                      <a:pt x="6952" y="3498"/>
                      <a:pt x="6977" y="3382"/>
                    </a:cubicBezTo>
                    <a:lnTo>
                      <a:pt x="6977" y="3373"/>
                    </a:lnTo>
                    <a:close/>
                    <a:moveTo>
                      <a:pt x="11070" y="3920"/>
                    </a:moveTo>
                    <a:cubicBezTo>
                      <a:pt x="11070" y="3920"/>
                      <a:pt x="11078" y="3928"/>
                      <a:pt x="11078" y="3928"/>
                    </a:cubicBezTo>
                    <a:cubicBezTo>
                      <a:pt x="11088" y="3939"/>
                      <a:pt x="11101" y="3946"/>
                      <a:pt x="11114" y="3946"/>
                    </a:cubicBezTo>
                    <a:cubicBezTo>
                      <a:pt x="11122" y="3946"/>
                      <a:pt x="11130" y="3943"/>
                      <a:pt x="11136" y="3937"/>
                    </a:cubicBezTo>
                    <a:cubicBezTo>
                      <a:pt x="11144" y="3945"/>
                      <a:pt x="11152" y="3945"/>
                      <a:pt x="11161" y="3953"/>
                    </a:cubicBezTo>
                    <a:cubicBezTo>
                      <a:pt x="11169" y="3953"/>
                      <a:pt x="11169" y="3961"/>
                      <a:pt x="11169" y="3961"/>
                    </a:cubicBezTo>
                    <a:cubicBezTo>
                      <a:pt x="11152" y="4019"/>
                      <a:pt x="11144" y="4077"/>
                      <a:pt x="11136" y="4144"/>
                    </a:cubicBezTo>
                    <a:cubicBezTo>
                      <a:pt x="11136" y="4151"/>
                      <a:pt x="11137" y="4159"/>
                      <a:pt x="11139" y="4166"/>
                    </a:cubicBezTo>
                    <a:lnTo>
                      <a:pt x="11139" y="4166"/>
                    </a:lnTo>
                    <a:cubicBezTo>
                      <a:pt x="11138" y="4164"/>
                      <a:pt x="11137" y="4162"/>
                      <a:pt x="11136" y="4160"/>
                    </a:cubicBezTo>
                    <a:cubicBezTo>
                      <a:pt x="11119" y="4135"/>
                      <a:pt x="11103" y="4102"/>
                      <a:pt x="11086" y="4069"/>
                    </a:cubicBezTo>
                    <a:cubicBezTo>
                      <a:pt x="11086" y="4061"/>
                      <a:pt x="11086" y="4061"/>
                      <a:pt x="11086" y="4053"/>
                    </a:cubicBezTo>
                    <a:cubicBezTo>
                      <a:pt x="11078" y="4044"/>
                      <a:pt x="11078" y="4028"/>
                      <a:pt x="11078" y="4019"/>
                    </a:cubicBezTo>
                    <a:lnTo>
                      <a:pt x="11070" y="4003"/>
                    </a:lnTo>
                    <a:cubicBezTo>
                      <a:pt x="11070" y="3995"/>
                      <a:pt x="11070" y="3986"/>
                      <a:pt x="11070" y="3978"/>
                    </a:cubicBezTo>
                    <a:lnTo>
                      <a:pt x="11070" y="3970"/>
                    </a:lnTo>
                    <a:lnTo>
                      <a:pt x="11070" y="3961"/>
                    </a:lnTo>
                    <a:cubicBezTo>
                      <a:pt x="11070" y="3953"/>
                      <a:pt x="11070" y="3937"/>
                      <a:pt x="11070" y="3928"/>
                    </a:cubicBezTo>
                    <a:lnTo>
                      <a:pt x="11070" y="3920"/>
                    </a:lnTo>
                    <a:close/>
                    <a:moveTo>
                      <a:pt x="7128" y="1222"/>
                    </a:moveTo>
                    <a:cubicBezTo>
                      <a:pt x="7231" y="1222"/>
                      <a:pt x="7343" y="1278"/>
                      <a:pt x="7424" y="1318"/>
                    </a:cubicBezTo>
                    <a:cubicBezTo>
                      <a:pt x="7557" y="1393"/>
                      <a:pt x="7673" y="1501"/>
                      <a:pt x="7780" y="1600"/>
                    </a:cubicBezTo>
                    <a:cubicBezTo>
                      <a:pt x="8070" y="1874"/>
                      <a:pt x="8319" y="2180"/>
                      <a:pt x="8634" y="2420"/>
                    </a:cubicBezTo>
                    <a:cubicBezTo>
                      <a:pt x="8716" y="2503"/>
                      <a:pt x="8791" y="2578"/>
                      <a:pt x="8866" y="2669"/>
                    </a:cubicBezTo>
                    <a:cubicBezTo>
                      <a:pt x="9064" y="2893"/>
                      <a:pt x="9205" y="3174"/>
                      <a:pt x="9238" y="3473"/>
                    </a:cubicBezTo>
                    <a:cubicBezTo>
                      <a:pt x="9243" y="3497"/>
                      <a:pt x="9265" y="3510"/>
                      <a:pt x="9286" y="3510"/>
                    </a:cubicBezTo>
                    <a:cubicBezTo>
                      <a:pt x="9300" y="3510"/>
                      <a:pt x="9314" y="3503"/>
                      <a:pt x="9321" y="3489"/>
                    </a:cubicBezTo>
                    <a:cubicBezTo>
                      <a:pt x="9346" y="3589"/>
                      <a:pt x="9371" y="3680"/>
                      <a:pt x="9388" y="3779"/>
                    </a:cubicBezTo>
                    <a:cubicBezTo>
                      <a:pt x="9391" y="3812"/>
                      <a:pt x="9416" y="3828"/>
                      <a:pt x="9442" y="3828"/>
                    </a:cubicBezTo>
                    <a:cubicBezTo>
                      <a:pt x="9475" y="3828"/>
                      <a:pt x="9508" y="3804"/>
                      <a:pt x="9504" y="3763"/>
                    </a:cubicBezTo>
                    <a:cubicBezTo>
                      <a:pt x="9487" y="3622"/>
                      <a:pt x="9462" y="3489"/>
                      <a:pt x="9437" y="3357"/>
                    </a:cubicBezTo>
                    <a:lnTo>
                      <a:pt x="9437" y="3357"/>
                    </a:lnTo>
                    <a:cubicBezTo>
                      <a:pt x="9454" y="3382"/>
                      <a:pt x="9479" y="3406"/>
                      <a:pt x="9495" y="3431"/>
                    </a:cubicBezTo>
                    <a:cubicBezTo>
                      <a:pt x="9520" y="3481"/>
                      <a:pt x="9537" y="3539"/>
                      <a:pt x="9553" y="3597"/>
                    </a:cubicBezTo>
                    <a:cubicBezTo>
                      <a:pt x="9628" y="3812"/>
                      <a:pt x="9669" y="4036"/>
                      <a:pt x="9702" y="4260"/>
                    </a:cubicBezTo>
                    <a:cubicBezTo>
                      <a:pt x="9707" y="4286"/>
                      <a:pt x="9733" y="4300"/>
                      <a:pt x="9758" y="4300"/>
                    </a:cubicBezTo>
                    <a:cubicBezTo>
                      <a:pt x="9781" y="4300"/>
                      <a:pt x="9802" y="4288"/>
                      <a:pt x="9802" y="4260"/>
                    </a:cubicBezTo>
                    <a:cubicBezTo>
                      <a:pt x="9802" y="4202"/>
                      <a:pt x="9802" y="4152"/>
                      <a:pt x="9794" y="4094"/>
                    </a:cubicBezTo>
                    <a:lnTo>
                      <a:pt x="9794" y="4094"/>
                    </a:lnTo>
                    <a:cubicBezTo>
                      <a:pt x="9818" y="4169"/>
                      <a:pt x="9835" y="4243"/>
                      <a:pt x="9852" y="4326"/>
                    </a:cubicBezTo>
                    <a:cubicBezTo>
                      <a:pt x="9852" y="4326"/>
                      <a:pt x="9852" y="4334"/>
                      <a:pt x="9860" y="4343"/>
                    </a:cubicBezTo>
                    <a:cubicBezTo>
                      <a:pt x="9843" y="4351"/>
                      <a:pt x="9827" y="4351"/>
                      <a:pt x="9810" y="4359"/>
                    </a:cubicBezTo>
                    <a:cubicBezTo>
                      <a:pt x="9744" y="4392"/>
                      <a:pt x="9678" y="4425"/>
                      <a:pt x="9611" y="4459"/>
                    </a:cubicBezTo>
                    <a:cubicBezTo>
                      <a:pt x="9479" y="4533"/>
                      <a:pt x="9346" y="4608"/>
                      <a:pt x="9222" y="4691"/>
                    </a:cubicBezTo>
                    <a:cubicBezTo>
                      <a:pt x="9131" y="4757"/>
                      <a:pt x="9040" y="4831"/>
                      <a:pt x="8965" y="4906"/>
                    </a:cubicBezTo>
                    <a:cubicBezTo>
                      <a:pt x="8932" y="4931"/>
                      <a:pt x="8907" y="4956"/>
                      <a:pt x="8882" y="4981"/>
                    </a:cubicBezTo>
                    <a:cubicBezTo>
                      <a:pt x="8808" y="5047"/>
                      <a:pt x="8741" y="5121"/>
                      <a:pt x="8667" y="5196"/>
                    </a:cubicBezTo>
                    <a:cubicBezTo>
                      <a:pt x="8526" y="5345"/>
                      <a:pt x="8410" y="5519"/>
                      <a:pt x="8302" y="5693"/>
                    </a:cubicBezTo>
                    <a:cubicBezTo>
                      <a:pt x="8112" y="6008"/>
                      <a:pt x="7996" y="6348"/>
                      <a:pt x="7929" y="6704"/>
                    </a:cubicBezTo>
                    <a:cubicBezTo>
                      <a:pt x="7913" y="6704"/>
                      <a:pt x="7896" y="6712"/>
                      <a:pt x="7880" y="6737"/>
                    </a:cubicBezTo>
                    <a:cubicBezTo>
                      <a:pt x="7871" y="6754"/>
                      <a:pt x="7871" y="6795"/>
                      <a:pt x="7896" y="6812"/>
                    </a:cubicBezTo>
                    <a:cubicBezTo>
                      <a:pt x="7905" y="6812"/>
                      <a:pt x="7905" y="6812"/>
                      <a:pt x="7913" y="6820"/>
                    </a:cubicBezTo>
                    <a:cubicBezTo>
                      <a:pt x="7896" y="6853"/>
                      <a:pt x="7880" y="6895"/>
                      <a:pt x="7871" y="6936"/>
                    </a:cubicBezTo>
                    <a:cubicBezTo>
                      <a:pt x="7863" y="6919"/>
                      <a:pt x="7855" y="6903"/>
                      <a:pt x="7847" y="6886"/>
                    </a:cubicBezTo>
                    <a:cubicBezTo>
                      <a:pt x="7838" y="6853"/>
                      <a:pt x="7830" y="6812"/>
                      <a:pt x="7822" y="6779"/>
                    </a:cubicBezTo>
                    <a:cubicBezTo>
                      <a:pt x="7805" y="6687"/>
                      <a:pt x="7797" y="6596"/>
                      <a:pt x="7789" y="6505"/>
                    </a:cubicBezTo>
                    <a:cubicBezTo>
                      <a:pt x="7764" y="6339"/>
                      <a:pt x="7739" y="6165"/>
                      <a:pt x="7706" y="6000"/>
                    </a:cubicBezTo>
                    <a:lnTo>
                      <a:pt x="7706" y="6000"/>
                    </a:lnTo>
                    <a:lnTo>
                      <a:pt x="7714" y="6008"/>
                    </a:lnTo>
                    <a:cubicBezTo>
                      <a:pt x="7723" y="6012"/>
                      <a:pt x="7732" y="6014"/>
                      <a:pt x="7740" y="6014"/>
                    </a:cubicBezTo>
                    <a:cubicBezTo>
                      <a:pt x="7765" y="6014"/>
                      <a:pt x="7786" y="5997"/>
                      <a:pt x="7780" y="5967"/>
                    </a:cubicBezTo>
                    <a:lnTo>
                      <a:pt x="7789" y="5967"/>
                    </a:lnTo>
                    <a:cubicBezTo>
                      <a:pt x="7780" y="5933"/>
                      <a:pt x="7772" y="5909"/>
                      <a:pt x="7755" y="5884"/>
                    </a:cubicBezTo>
                    <a:lnTo>
                      <a:pt x="7755" y="5884"/>
                    </a:lnTo>
                    <a:lnTo>
                      <a:pt x="7764" y="5892"/>
                    </a:lnTo>
                    <a:cubicBezTo>
                      <a:pt x="7772" y="5900"/>
                      <a:pt x="7782" y="5904"/>
                      <a:pt x="7793" y="5904"/>
                    </a:cubicBezTo>
                    <a:cubicBezTo>
                      <a:pt x="7815" y="5904"/>
                      <a:pt x="7838" y="5887"/>
                      <a:pt x="7838" y="5859"/>
                    </a:cubicBezTo>
                    <a:cubicBezTo>
                      <a:pt x="7830" y="5817"/>
                      <a:pt x="7813" y="5776"/>
                      <a:pt x="7805" y="5735"/>
                    </a:cubicBezTo>
                    <a:cubicBezTo>
                      <a:pt x="7797" y="5726"/>
                      <a:pt x="7797" y="5710"/>
                      <a:pt x="7789" y="5701"/>
                    </a:cubicBezTo>
                    <a:cubicBezTo>
                      <a:pt x="7772" y="5643"/>
                      <a:pt x="7747" y="5594"/>
                      <a:pt x="7731" y="5536"/>
                    </a:cubicBezTo>
                    <a:cubicBezTo>
                      <a:pt x="7714" y="5503"/>
                      <a:pt x="7706" y="5469"/>
                      <a:pt x="7689" y="5436"/>
                    </a:cubicBezTo>
                    <a:lnTo>
                      <a:pt x="7689" y="5428"/>
                    </a:lnTo>
                    <a:cubicBezTo>
                      <a:pt x="7692" y="5428"/>
                      <a:pt x="7695" y="5429"/>
                      <a:pt x="7698" y="5429"/>
                    </a:cubicBezTo>
                    <a:cubicBezTo>
                      <a:pt x="7766" y="5429"/>
                      <a:pt x="7787" y="5343"/>
                      <a:pt x="7755" y="5295"/>
                    </a:cubicBezTo>
                    <a:cubicBezTo>
                      <a:pt x="7706" y="5221"/>
                      <a:pt x="7681" y="5130"/>
                      <a:pt x="7639" y="5055"/>
                    </a:cubicBezTo>
                    <a:cubicBezTo>
                      <a:pt x="7623" y="5030"/>
                      <a:pt x="7615" y="5005"/>
                      <a:pt x="7598" y="4972"/>
                    </a:cubicBezTo>
                    <a:lnTo>
                      <a:pt x="7598" y="4972"/>
                    </a:lnTo>
                    <a:lnTo>
                      <a:pt x="7606" y="4981"/>
                    </a:lnTo>
                    <a:cubicBezTo>
                      <a:pt x="7611" y="4983"/>
                      <a:pt x="7615" y="4984"/>
                      <a:pt x="7619" y="4984"/>
                    </a:cubicBezTo>
                    <a:cubicBezTo>
                      <a:pt x="7631" y="4984"/>
                      <a:pt x="7642" y="4976"/>
                      <a:pt x="7648" y="4964"/>
                    </a:cubicBezTo>
                    <a:cubicBezTo>
                      <a:pt x="7673" y="5014"/>
                      <a:pt x="7689" y="5063"/>
                      <a:pt x="7714" y="5113"/>
                    </a:cubicBezTo>
                    <a:cubicBezTo>
                      <a:pt x="7725" y="5128"/>
                      <a:pt x="7743" y="5136"/>
                      <a:pt x="7760" y="5136"/>
                    </a:cubicBezTo>
                    <a:cubicBezTo>
                      <a:pt x="7781" y="5136"/>
                      <a:pt x="7801" y="5124"/>
                      <a:pt x="7805" y="5097"/>
                    </a:cubicBezTo>
                    <a:cubicBezTo>
                      <a:pt x="7822" y="4931"/>
                      <a:pt x="7722" y="4773"/>
                      <a:pt x="7615" y="4649"/>
                    </a:cubicBezTo>
                    <a:cubicBezTo>
                      <a:pt x="7565" y="4591"/>
                      <a:pt x="7515" y="4541"/>
                      <a:pt x="7457" y="4492"/>
                    </a:cubicBezTo>
                    <a:lnTo>
                      <a:pt x="7457" y="4492"/>
                    </a:lnTo>
                    <a:cubicBezTo>
                      <a:pt x="7490" y="4517"/>
                      <a:pt x="7523" y="4533"/>
                      <a:pt x="7565" y="4541"/>
                    </a:cubicBezTo>
                    <a:cubicBezTo>
                      <a:pt x="7598" y="4541"/>
                      <a:pt x="7615" y="4517"/>
                      <a:pt x="7606" y="4492"/>
                    </a:cubicBezTo>
                    <a:cubicBezTo>
                      <a:pt x="7573" y="4401"/>
                      <a:pt x="7474" y="4318"/>
                      <a:pt x="7407" y="4251"/>
                    </a:cubicBezTo>
                    <a:lnTo>
                      <a:pt x="7399" y="4243"/>
                    </a:lnTo>
                    <a:cubicBezTo>
                      <a:pt x="7341" y="3912"/>
                      <a:pt x="7233" y="3597"/>
                      <a:pt x="7151" y="3274"/>
                    </a:cubicBezTo>
                    <a:cubicBezTo>
                      <a:pt x="7059" y="2909"/>
                      <a:pt x="6960" y="2545"/>
                      <a:pt x="6902" y="2172"/>
                    </a:cubicBezTo>
                    <a:cubicBezTo>
                      <a:pt x="6869" y="1990"/>
                      <a:pt x="6852" y="1799"/>
                      <a:pt x="6861" y="1617"/>
                    </a:cubicBezTo>
                    <a:cubicBezTo>
                      <a:pt x="6869" y="1501"/>
                      <a:pt x="6894" y="1335"/>
                      <a:pt x="7001" y="1260"/>
                    </a:cubicBezTo>
                    <a:cubicBezTo>
                      <a:pt x="7039" y="1233"/>
                      <a:pt x="7083" y="1222"/>
                      <a:pt x="7128" y="1222"/>
                    </a:cubicBezTo>
                    <a:close/>
                    <a:moveTo>
                      <a:pt x="7714" y="10449"/>
                    </a:moveTo>
                    <a:cubicBezTo>
                      <a:pt x="7681" y="10474"/>
                      <a:pt x="7648" y="10490"/>
                      <a:pt x="7623" y="10515"/>
                    </a:cubicBezTo>
                    <a:cubicBezTo>
                      <a:pt x="7615" y="10524"/>
                      <a:pt x="7606" y="10532"/>
                      <a:pt x="7606" y="10532"/>
                    </a:cubicBezTo>
                    <a:cubicBezTo>
                      <a:pt x="7490" y="10548"/>
                      <a:pt x="7383" y="10565"/>
                      <a:pt x="7275" y="10582"/>
                    </a:cubicBezTo>
                    <a:cubicBezTo>
                      <a:pt x="7084" y="10615"/>
                      <a:pt x="6894" y="10648"/>
                      <a:pt x="6703" y="10681"/>
                    </a:cubicBezTo>
                    <a:lnTo>
                      <a:pt x="6695" y="10664"/>
                    </a:lnTo>
                    <a:cubicBezTo>
                      <a:pt x="6703" y="10664"/>
                      <a:pt x="6711" y="10664"/>
                      <a:pt x="6720" y="10656"/>
                    </a:cubicBezTo>
                    <a:cubicBezTo>
                      <a:pt x="6902" y="10582"/>
                      <a:pt x="7084" y="10524"/>
                      <a:pt x="7275" y="10490"/>
                    </a:cubicBezTo>
                    <a:cubicBezTo>
                      <a:pt x="7366" y="10474"/>
                      <a:pt x="7457" y="10457"/>
                      <a:pt x="7548" y="10457"/>
                    </a:cubicBezTo>
                    <a:cubicBezTo>
                      <a:pt x="7590" y="10449"/>
                      <a:pt x="7631" y="10449"/>
                      <a:pt x="7673" y="10449"/>
                    </a:cubicBezTo>
                    <a:close/>
                    <a:moveTo>
                      <a:pt x="7010" y="11253"/>
                    </a:moveTo>
                    <a:lnTo>
                      <a:pt x="7010" y="11253"/>
                    </a:lnTo>
                    <a:cubicBezTo>
                      <a:pt x="7051" y="11278"/>
                      <a:pt x="7093" y="11294"/>
                      <a:pt x="7126" y="11319"/>
                    </a:cubicBezTo>
                    <a:cubicBezTo>
                      <a:pt x="7184" y="11344"/>
                      <a:pt x="7242" y="11377"/>
                      <a:pt x="7300" y="11394"/>
                    </a:cubicBezTo>
                    <a:cubicBezTo>
                      <a:pt x="7333" y="11410"/>
                      <a:pt x="7366" y="11427"/>
                      <a:pt x="7391" y="11443"/>
                    </a:cubicBezTo>
                    <a:cubicBezTo>
                      <a:pt x="7399" y="11460"/>
                      <a:pt x="7416" y="11501"/>
                      <a:pt x="7424" y="11518"/>
                    </a:cubicBezTo>
                    <a:cubicBezTo>
                      <a:pt x="7432" y="11551"/>
                      <a:pt x="7449" y="11576"/>
                      <a:pt x="7465" y="11609"/>
                    </a:cubicBezTo>
                    <a:cubicBezTo>
                      <a:pt x="7486" y="11644"/>
                      <a:pt x="7513" y="11661"/>
                      <a:pt x="7540" y="11661"/>
                    </a:cubicBezTo>
                    <a:cubicBezTo>
                      <a:pt x="7545" y="11661"/>
                      <a:pt x="7551" y="11660"/>
                      <a:pt x="7557" y="11659"/>
                    </a:cubicBezTo>
                    <a:cubicBezTo>
                      <a:pt x="7573" y="11708"/>
                      <a:pt x="7581" y="11750"/>
                      <a:pt x="7590" y="11800"/>
                    </a:cubicBezTo>
                    <a:cubicBezTo>
                      <a:pt x="7581" y="11824"/>
                      <a:pt x="7565" y="11841"/>
                      <a:pt x="7540" y="11858"/>
                    </a:cubicBezTo>
                    <a:lnTo>
                      <a:pt x="7540" y="11866"/>
                    </a:lnTo>
                    <a:cubicBezTo>
                      <a:pt x="7508" y="11889"/>
                      <a:pt x="7474" y="11899"/>
                      <a:pt x="7441" y="11899"/>
                    </a:cubicBezTo>
                    <a:cubicBezTo>
                      <a:pt x="7378" y="11899"/>
                      <a:pt x="7318" y="11865"/>
                      <a:pt x="7275" y="11816"/>
                    </a:cubicBezTo>
                    <a:cubicBezTo>
                      <a:pt x="7200" y="11725"/>
                      <a:pt x="7167" y="11617"/>
                      <a:pt x="7126" y="11518"/>
                    </a:cubicBezTo>
                    <a:cubicBezTo>
                      <a:pt x="7084" y="11427"/>
                      <a:pt x="7051" y="11336"/>
                      <a:pt x="7010" y="11253"/>
                    </a:cubicBezTo>
                    <a:close/>
                    <a:moveTo>
                      <a:pt x="11840" y="35670"/>
                    </a:moveTo>
                    <a:cubicBezTo>
                      <a:pt x="11873" y="35761"/>
                      <a:pt x="11931" y="35844"/>
                      <a:pt x="11989" y="35902"/>
                    </a:cubicBezTo>
                    <a:lnTo>
                      <a:pt x="11998" y="35902"/>
                    </a:lnTo>
                    <a:cubicBezTo>
                      <a:pt x="12097" y="36018"/>
                      <a:pt x="12221" y="36084"/>
                      <a:pt x="12362" y="36142"/>
                    </a:cubicBezTo>
                    <a:cubicBezTo>
                      <a:pt x="12511" y="36209"/>
                      <a:pt x="12660" y="36250"/>
                      <a:pt x="12818" y="36291"/>
                    </a:cubicBezTo>
                    <a:cubicBezTo>
                      <a:pt x="12876" y="36308"/>
                      <a:pt x="12926" y="36325"/>
                      <a:pt x="12984" y="36333"/>
                    </a:cubicBezTo>
                    <a:lnTo>
                      <a:pt x="12984" y="36349"/>
                    </a:lnTo>
                    <a:cubicBezTo>
                      <a:pt x="12992" y="36383"/>
                      <a:pt x="13008" y="36399"/>
                      <a:pt x="13042" y="36399"/>
                    </a:cubicBezTo>
                    <a:cubicBezTo>
                      <a:pt x="13124" y="36407"/>
                      <a:pt x="13207" y="36416"/>
                      <a:pt x="13290" y="36416"/>
                    </a:cubicBezTo>
                    <a:lnTo>
                      <a:pt x="13505" y="36416"/>
                    </a:lnTo>
                    <a:cubicBezTo>
                      <a:pt x="13514" y="36416"/>
                      <a:pt x="13514" y="36416"/>
                      <a:pt x="13522" y="36424"/>
                    </a:cubicBezTo>
                    <a:lnTo>
                      <a:pt x="13530" y="36424"/>
                    </a:lnTo>
                    <a:lnTo>
                      <a:pt x="13539" y="36449"/>
                    </a:lnTo>
                    <a:lnTo>
                      <a:pt x="13547" y="36449"/>
                    </a:lnTo>
                    <a:lnTo>
                      <a:pt x="13547" y="36457"/>
                    </a:lnTo>
                    <a:cubicBezTo>
                      <a:pt x="13547" y="36465"/>
                      <a:pt x="13547" y="36474"/>
                      <a:pt x="13555" y="36482"/>
                    </a:cubicBezTo>
                    <a:cubicBezTo>
                      <a:pt x="13563" y="36499"/>
                      <a:pt x="13563" y="36515"/>
                      <a:pt x="13572" y="36540"/>
                    </a:cubicBezTo>
                    <a:cubicBezTo>
                      <a:pt x="13572" y="36557"/>
                      <a:pt x="13572" y="36565"/>
                      <a:pt x="13580" y="36581"/>
                    </a:cubicBezTo>
                    <a:cubicBezTo>
                      <a:pt x="13505" y="36565"/>
                      <a:pt x="13439" y="36557"/>
                      <a:pt x="13365" y="36548"/>
                    </a:cubicBezTo>
                    <a:cubicBezTo>
                      <a:pt x="13282" y="36540"/>
                      <a:pt x="13199" y="36532"/>
                      <a:pt x="13116" y="36523"/>
                    </a:cubicBezTo>
                    <a:cubicBezTo>
                      <a:pt x="13098" y="36523"/>
                      <a:pt x="13078" y="36523"/>
                      <a:pt x="13059" y="36523"/>
                    </a:cubicBezTo>
                    <a:cubicBezTo>
                      <a:pt x="12991" y="36523"/>
                      <a:pt x="12919" y="36528"/>
                      <a:pt x="12868" y="36573"/>
                    </a:cubicBezTo>
                    <a:cubicBezTo>
                      <a:pt x="12843" y="36590"/>
                      <a:pt x="12843" y="36631"/>
                      <a:pt x="12868" y="36648"/>
                    </a:cubicBezTo>
                    <a:cubicBezTo>
                      <a:pt x="12917" y="36697"/>
                      <a:pt x="13008" y="36706"/>
                      <a:pt x="13075" y="36714"/>
                    </a:cubicBezTo>
                    <a:cubicBezTo>
                      <a:pt x="13149" y="36722"/>
                      <a:pt x="13216" y="36739"/>
                      <a:pt x="13290" y="36747"/>
                    </a:cubicBezTo>
                    <a:cubicBezTo>
                      <a:pt x="13365" y="36764"/>
                      <a:pt x="13431" y="36772"/>
                      <a:pt x="13505" y="36789"/>
                    </a:cubicBezTo>
                    <a:cubicBezTo>
                      <a:pt x="13555" y="36797"/>
                      <a:pt x="13646" y="36813"/>
                      <a:pt x="13679" y="36838"/>
                    </a:cubicBezTo>
                    <a:cubicBezTo>
                      <a:pt x="13704" y="36863"/>
                      <a:pt x="13721" y="36896"/>
                      <a:pt x="13721" y="36946"/>
                    </a:cubicBezTo>
                    <a:cubicBezTo>
                      <a:pt x="13721" y="36945"/>
                      <a:pt x="13721" y="36945"/>
                      <a:pt x="13721" y="36945"/>
                    </a:cubicBezTo>
                    <a:cubicBezTo>
                      <a:pt x="13723" y="36945"/>
                      <a:pt x="13729" y="36972"/>
                      <a:pt x="13729" y="36979"/>
                    </a:cubicBezTo>
                    <a:lnTo>
                      <a:pt x="13729" y="37021"/>
                    </a:lnTo>
                    <a:cubicBezTo>
                      <a:pt x="13729" y="37062"/>
                      <a:pt x="13721" y="37095"/>
                      <a:pt x="13721" y="37128"/>
                    </a:cubicBezTo>
                    <a:cubicBezTo>
                      <a:pt x="13713" y="37161"/>
                      <a:pt x="13713" y="37195"/>
                      <a:pt x="13704" y="37219"/>
                    </a:cubicBezTo>
                    <a:cubicBezTo>
                      <a:pt x="13646" y="37161"/>
                      <a:pt x="13572" y="37120"/>
                      <a:pt x="13497" y="37079"/>
                    </a:cubicBezTo>
                    <a:cubicBezTo>
                      <a:pt x="13356" y="37012"/>
                      <a:pt x="13216" y="36963"/>
                      <a:pt x="13075" y="36896"/>
                    </a:cubicBezTo>
                    <a:cubicBezTo>
                      <a:pt x="13064" y="36892"/>
                      <a:pt x="13054" y="36890"/>
                      <a:pt x="13045" y="36890"/>
                    </a:cubicBezTo>
                    <a:cubicBezTo>
                      <a:pt x="12986" y="36890"/>
                      <a:pt x="12951" y="36969"/>
                      <a:pt x="13008" y="37012"/>
                    </a:cubicBezTo>
                    <a:cubicBezTo>
                      <a:pt x="13116" y="37079"/>
                      <a:pt x="13216" y="37153"/>
                      <a:pt x="13323" y="37219"/>
                    </a:cubicBezTo>
                    <a:cubicBezTo>
                      <a:pt x="13398" y="37269"/>
                      <a:pt x="13530" y="37302"/>
                      <a:pt x="13572" y="37385"/>
                    </a:cubicBezTo>
                    <a:cubicBezTo>
                      <a:pt x="13663" y="37559"/>
                      <a:pt x="13464" y="37708"/>
                      <a:pt x="13323" y="37733"/>
                    </a:cubicBezTo>
                    <a:cubicBezTo>
                      <a:pt x="13273" y="37743"/>
                      <a:pt x="13221" y="37747"/>
                      <a:pt x="13169" y="37747"/>
                    </a:cubicBezTo>
                    <a:cubicBezTo>
                      <a:pt x="13005" y="37747"/>
                      <a:pt x="12836" y="37706"/>
                      <a:pt x="12685" y="37675"/>
                    </a:cubicBezTo>
                    <a:cubicBezTo>
                      <a:pt x="12569" y="37650"/>
                      <a:pt x="12462" y="37634"/>
                      <a:pt x="12346" y="37609"/>
                    </a:cubicBezTo>
                    <a:cubicBezTo>
                      <a:pt x="12262" y="37586"/>
                      <a:pt x="12152" y="37550"/>
                      <a:pt x="12051" y="37550"/>
                    </a:cubicBezTo>
                    <a:cubicBezTo>
                      <a:pt x="12042" y="37550"/>
                      <a:pt x="12032" y="37550"/>
                      <a:pt x="12022" y="37551"/>
                    </a:cubicBezTo>
                    <a:cubicBezTo>
                      <a:pt x="12006" y="37501"/>
                      <a:pt x="11981" y="37451"/>
                      <a:pt x="11964" y="37402"/>
                    </a:cubicBezTo>
                    <a:cubicBezTo>
                      <a:pt x="11890" y="37178"/>
                      <a:pt x="11807" y="36963"/>
                      <a:pt x="11741" y="36739"/>
                    </a:cubicBezTo>
                    <a:cubicBezTo>
                      <a:pt x="11749" y="36731"/>
                      <a:pt x="11766" y="36714"/>
                      <a:pt x="11766" y="36697"/>
                    </a:cubicBezTo>
                    <a:cubicBezTo>
                      <a:pt x="11774" y="36573"/>
                      <a:pt x="11749" y="36441"/>
                      <a:pt x="11732" y="36308"/>
                    </a:cubicBezTo>
                    <a:cubicBezTo>
                      <a:pt x="11716" y="36184"/>
                      <a:pt x="11691" y="36051"/>
                      <a:pt x="11674" y="35927"/>
                    </a:cubicBezTo>
                    <a:cubicBezTo>
                      <a:pt x="11666" y="35894"/>
                      <a:pt x="11658" y="35861"/>
                      <a:pt x="11658" y="35827"/>
                    </a:cubicBezTo>
                    <a:cubicBezTo>
                      <a:pt x="11716" y="35786"/>
                      <a:pt x="11774" y="35736"/>
                      <a:pt x="11832" y="35678"/>
                    </a:cubicBezTo>
                    <a:lnTo>
                      <a:pt x="11840" y="35670"/>
                    </a:lnTo>
                    <a:close/>
                    <a:moveTo>
                      <a:pt x="13298" y="162"/>
                    </a:moveTo>
                    <a:cubicBezTo>
                      <a:pt x="13399" y="162"/>
                      <a:pt x="13458" y="246"/>
                      <a:pt x="13505" y="341"/>
                    </a:cubicBezTo>
                    <a:cubicBezTo>
                      <a:pt x="13762" y="888"/>
                      <a:pt x="13986" y="1451"/>
                      <a:pt x="14226" y="2014"/>
                    </a:cubicBezTo>
                    <a:cubicBezTo>
                      <a:pt x="14359" y="2338"/>
                      <a:pt x="14500" y="2652"/>
                      <a:pt x="14624" y="2984"/>
                    </a:cubicBezTo>
                    <a:cubicBezTo>
                      <a:pt x="14629" y="3003"/>
                      <a:pt x="14642" y="3011"/>
                      <a:pt x="14658" y="3011"/>
                    </a:cubicBezTo>
                    <a:cubicBezTo>
                      <a:pt x="14668" y="3011"/>
                      <a:pt x="14680" y="3007"/>
                      <a:pt x="14690" y="3000"/>
                    </a:cubicBezTo>
                    <a:cubicBezTo>
                      <a:pt x="14715" y="3000"/>
                      <a:pt x="14732" y="2984"/>
                      <a:pt x="14732" y="2951"/>
                    </a:cubicBezTo>
                    <a:lnTo>
                      <a:pt x="14732" y="2942"/>
                    </a:lnTo>
                    <a:cubicBezTo>
                      <a:pt x="14781" y="3075"/>
                      <a:pt x="14856" y="3199"/>
                      <a:pt x="14922" y="3332"/>
                    </a:cubicBezTo>
                    <a:cubicBezTo>
                      <a:pt x="14989" y="3456"/>
                      <a:pt x="15047" y="3589"/>
                      <a:pt x="15105" y="3721"/>
                    </a:cubicBezTo>
                    <a:cubicBezTo>
                      <a:pt x="15221" y="3986"/>
                      <a:pt x="15312" y="4268"/>
                      <a:pt x="15378" y="4558"/>
                    </a:cubicBezTo>
                    <a:cubicBezTo>
                      <a:pt x="15444" y="4840"/>
                      <a:pt x="15486" y="5130"/>
                      <a:pt x="15502" y="5420"/>
                    </a:cubicBezTo>
                    <a:cubicBezTo>
                      <a:pt x="15519" y="5569"/>
                      <a:pt x="15519" y="5718"/>
                      <a:pt x="15519" y="5867"/>
                    </a:cubicBezTo>
                    <a:cubicBezTo>
                      <a:pt x="15515" y="5865"/>
                      <a:pt x="15510" y="5864"/>
                      <a:pt x="15504" y="5864"/>
                    </a:cubicBezTo>
                    <a:cubicBezTo>
                      <a:pt x="15488" y="5864"/>
                      <a:pt x="15471" y="5873"/>
                      <a:pt x="15477" y="5892"/>
                    </a:cubicBezTo>
                    <a:cubicBezTo>
                      <a:pt x="15494" y="5933"/>
                      <a:pt x="15502" y="5983"/>
                      <a:pt x="15511" y="6025"/>
                    </a:cubicBezTo>
                    <a:cubicBezTo>
                      <a:pt x="15511" y="6124"/>
                      <a:pt x="15511" y="6223"/>
                      <a:pt x="15511" y="6315"/>
                    </a:cubicBezTo>
                    <a:cubicBezTo>
                      <a:pt x="15511" y="6348"/>
                      <a:pt x="15519" y="6364"/>
                      <a:pt x="15535" y="6373"/>
                    </a:cubicBezTo>
                    <a:cubicBezTo>
                      <a:pt x="15544" y="6406"/>
                      <a:pt x="15544" y="6447"/>
                      <a:pt x="15552" y="6480"/>
                    </a:cubicBezTo>
                    <a:cubicBezTo>
                      <a:pt x="15544" y="6480"/>
                      <a:pt x="15544" y="6472"/>
                      <a:pt x="15535" y="6472"/>
                    </a:cubicBezTo>
                    <a:cubicBezTo>
                      <a:pt x="15528" y="6468"/>
                      <a:pt x="15521" y="6467"/>
                      <a:pt x="15514" y="6467"/>
                    </a:cubicBezTo>
                    <a:cubicBezTo>
                      <a:pt x="15475" y="6467"/>
                      <a:pt x="15449" y="6520"/>
                      <a:pt x="15477" y="6555"/>
                    </a:cubicBezTo>
                    <a:cubicBezTo>
                      <a:pt x="15502" y="6605"/>
                      <a:pt x="15552" y="6638"/>
                      <a:pt x="15585" y="6679"/>
                    </a:cubicBezTo>
                    <a:lnTo>
                      <a:pt x="15593" y="6687"/>
                    </a:lnTo>
                    <a:cubicBezTo>
                      <a:pt x="15610" y="6729"/>
                      <a:pt x="15627" y="6779"/>
                      <a:pt x="15643" y="6820"/>
                    </a:cubicBezTo>
                    <a:cubicBezTo>
                      <a:pt x="15701" y="6986"/>
                      <a:pt x="15776" y="7160"/>
                      <a:pt x="15825" y="7334"/>
                    </a:cubicBezTo>
                    <a:cubicBezTo>
                      <a:pt x="15833" y="7348"/>
                      <a:pt x="15834" y="7363"/>
                      <a:pt x="15840" y="7372"/>
                    </a:cubicBezTo>
                    <a:lnTo>
                      <a:pt x="15840" y="7372"/>
                    </a:lnTo>
                    <a:cubicBezTo>
                      <a:pt x="15807" y="7332"/>
                      <a:pt x="15766" y="7300"/>
                      <a:pt x="15718" y="7292"/>
                    </a:cubicBezTo>
                    <a:cubicBezTo>
                      <a:pt x="15713" y="7291"/>
                      <a:pt x="15709" y="7290"/>
                      <a:pt x="15705" y="7290"/>
                    </a:cubicBezTo>
                    <a:cubicBezTo>
                      <a:pt x="15688" y="7290"/>
                      <a:pt x="15676" y="7305"/>
                      <a:pt x="15676" y="7325"/>
                    </a:cubicBezTo>
                    <a:cubicBezTo>
                      <a:pt x="15668" y="7417"/>
                      <a:pt x="15751" y="7516"/>
                      <a:pt x="15801" y="7591"/>
                    </a:cubicBezTo>
                    <a:cubicBezTo>
                      <a:pt x="15859" y="7682"/>
                      <a:pt x="15908" y="7773"/>
                      <a:pt x="15958" y="7864"/>
                    </a:cubicBezTo>
                    <a:cubicBezTo>
                      <a:pt x="15991" y="7939"/>
                      <a:pt x="16016" y="8013"/>
                      <a:pt x="16033" y="8088"/>
                    </a:cubicBezTo>
                    <a:cubicBezTo>
                      <a:pt x="16024" y="8079"/>
                      <a:pt x="16016" y="8071"/>
                      <a:pt x="16016" y="8063"/>
                    </a:cubicBezTo>
                    <a:cubicBezTo>
                      <a:pt x="15925" y="7963"/>
                      <a:pt x="15834" y="7814"/>
                      <a:pt x="15709" y="7765"/>
                    </a:cubicBezTo>
                    <a:cubicBezTo>
                      <a:pt x="15703" y="7762"/>
                      <a:pt x="15697" y="7760"/>
                      <a:pt x="15690" y="7760"/>
                    </a:cubicBezTo>
                    <a:cubicBezTo>
                      <a:pt x="15660" y="7760"/>
                      <a:pt x="15628" y="7789"/>
                      <a:pt x="15635" y="7823"/>
                    </a:cubicBezTo>
                    <a:cubicBezTo>
                      <a:pt x="15668" y="7955"/>
                      <a:pt x="15792" y="8071"/>
                      <a:pt x="15875" y="8171"/>
                    </a:cubicBezTo>
                    <a:cubicBezTo>
                      <a:pt x="15900" y="8195"/>
                      <a:pt x="15917" y="8220"/>
                      <a:pt x="15941" y="8245"/>
                    </a:cubicBezTo>
                    <a:cubicBezTo>
                      <a:pt x="15941" y="8253"/>
                      <a:pt x="15950" y="8262"/>
                      <a:pt x="15966" y="8270"/>
                    </a:cubicBezTo>
                    <a:cubicBezTo>
                      <a:pt x="15983" y="8295"/>
                      <a:pt x="16008" y="8320"/>
                      <a:pt x="16033" y="8353"/>
                    </a:cubicBezTo>
                    <a:cubicBezTo>
                      <a:pt x="16033" y="8361"/>
                      <a:pt x="16033" y="8378"/>
                      <a:pt x="16024" y="8394"/>
                    </a:cubicBezTo>
                    <a:cubicBezTo>
                      <a:pt x="16024" y="8403"/>
                      <a:pt x="16033" y="8419"/>
                      <a:pt x="16049" y="8419"/>
                    </a:cubicBezTo>
                    <a:cubicBezTo>
                      <a:pt x="16057" y="8419"/>
                      <a:pt x="16074" y="8411"/>
                      <a:pt x="16074" y="8403"/>
                    </a:cubicBezTo>
                    <a:cubicBezTo>
                      <a:pt x="16099" y="8427"/>
                      <a:pt x="16124" y="8461"/>
                      <a:pt x="16149" y="8485"/>
                    </a:cubicBezTo>
                    <a:cubicBezTo>
                      <a:pt x="16157" y="8494"/>
                      <a:pt x="16157" y="8502"/>
                      <a:pt x="16165" y="8510"/>
                    </a:cubicBezTo>
                    <a:cubicBezTo>
                      <a:pt x="16165" y="8519"/>
                      <a:pt x="16165" y="8535"/>
                      <a:pt x="16173" y="8552"/>
                    </a:cubicBezTo>
                    <a:cubicBezTo>
                      <a:pt x="16173" y="8560"/>
                      <a:pt x="16182" y="8560"/>
                      <a:pt x="16182" y="8568"/>
                    </a:cubicBezTo>
                    <a:cubicBezTo>
                      <a:pt x="16405" y="8833"/>
                      <a:pt x="16629" y="9082"/>
                      <a:pt x="16811" y="9372"/>
                    </a:cubicBezTo>
                    <a:cubicBezTo>
                      <a:pt x="16869" y="9471"/>
                      <a:pt x="16927" y="9579"/>
                      <a:pt x="16977" y="9687"/>
                    </a:cubicBezTo>
                    <a:cubicBezTo>
                      <a:pt x="16974" y="9686"/>
                      <a:pt x="16970" y="9686"/>
                      <a:pt x="16966" y="9686"/>
                    </a:cubicBezTo>
                    <a:cubicBezTo>
                      <a:pt x="16928" y="9686"/>
                      <a:pt x="16887" y="9724"/>
                      <a:pt x="16903" y="9770"/>
                    </a:cubicBezTo>
                    <a:cubicBezTo>
                      <a:pt x="16969" y="9952"/>
                      <a:pt x="17027" y="10142"/>
                      <a:pt x="17085" y="10333"/>
                    </a:cubicBezTo>
                    <a:cubicBezTo>
                      <a:pt x="17093" y="10358"/>
                      <a:pt x="17101" y="10391"/>
                      <a:pt x="17110" y="10424"/>
                    </a:cubicBezTo>
                    <a:cubicBezTo>
                      <a:pt x="17103" y="10420"/>
                      <a:pt x="17095" y="10418"/>
                      <a:pt x="17087" y="10418"/>
                    </a:cubicBezTo>
                    <a:cubicBezTo>
                      <a:pt x="17065" y="10418"/>
                      <a:pt x="17041" y="10433"/>
                      <a:pt x="17035" y="10457"/>
                    </a:cubicBezTo>
                    <a:cubicBezTo>
                      <a:pt x="17027" y="10438"/>
                      <a:pt x="17010" y="10430"/>
                      <a:pt x="16993" y="10430"/>
                    </a:cubicBezTo>
                    <a:cubicBezTo>
                      <a:pt x="16958" y="10430"/>
                      <a:pt x="16919" y="10463"/>
                      <a:pt x="16936" y="10507"/>
                    </a:cubicBezTo>
                    <a:cubicBezTo>
                      <a:pt x="16961" y="10573"/>
                      <a:pt x="16985" y="10648"/>
                      <a:pt x="17002" y="10714"/>
                    </a:cubicBezTo>
                    <a:cubicBezTo>
                      <a:pt x="17002" y="10722"/>
                      <a:pt x="17002" y="10731"/>
                      <a:pt x="17002" y="10739"/>
                    </a:cubicBezTo>
                    <a:cubicBezTo>
                      <a:pt x="17043" y="10913"/>
                      <a:pt x="17077" y="11095"/>
                      <a:pt x="17101" y="11278"/>
                    </a:cubicBezTo>
                    <a:cubicBezTo>
                      <a:pt x="17101" y="11286"/>
                      <a:pt x="17110" y="11294"/>
                      <a:pt x="17110" y="11302"/>
                    </a:cubicBezTo>
                    <a:cubicBezTo>
                      <a:pt x="17110" y="11319"/>
                      <a:pt x="17110" y="11344"/>
                      <a:pt x="17118" y="11360"/>
                    </a:cubicBezTo>
                    <a:lnTo>
                      <a:pt x="17085" y="11360"/>
                    </a:lnTo>
                    <a:cubicBezTo>
                      <a:pt x="17077" y="11344"/>
                      <a:pt x="17077" y="11336"/>
                      <a:pt x="17068" y="11319"/>
                    </a:cubicBezTo>
                    <a:lnTo>
                      <a:pt x="17068" y="11311"/>
                    </a:lnTo>
                    <a:cubicBezTo>
                      <a:pt x="17068" y="11286"/>
                      <a:pt x="17068" y="11269"/>
                      <a:pt x="17068" y="11244"/>
                    </a:cubicBezTo>
                    <a:cubicBezTo>
                      <a:pt x="17052" y="11170"/>
                      <a:pt x="17043" y="11087"/>
                      <a:pt x="17019" y="11012"/>
                    </a:cubicBezTo>
                    <a:cubicBezTo>
                      <a:pt x="17019" y="11004"/>
                      <a:pt x="17010" y="10996"/>
                      <a:pt x="17002" y="10979"/>
                    </a:cubicBezTo>
                    <a:cubicBezTo>
                      <a:pt x="16985" y="10896"/>
                      <a:pt x="16969" y="10814"/>
                      <a:pt x="16952" y="10722"/>
                    </a:cubicBezTo>
                    <a:cubicBezTo>
                      <a:pt x="16949" y="10698"/>
                      <a:pt x="16931" y="10686"/>
                      <a:pt x="16913" y="10686"/>
                    </a:cubicBezTo>
                    <a:cubicBezTo>
                      <a:pt x="16888" y="10686"/>
                      <a:pt x="16861" y="10706"/>
                      <a:pt x="16861" y="10739"/>
                    </a:cubicBezTo>
                    <a:cubicBezTo>
                      <a:pt x="16869" y="10805"/>
                      <a:pt x="16878" y="10872"/>
                      <a:pt x="16886" y="10946"/>
                    </a:cubicBezTo>
                    <a:cubicBezTo>
                      <a:pt x="16869" y="10963"/>
                      <a:pt x="16878" y="10988"/>
                      <a:pt x="16894" y="10996"/>
                    </a:cubicBezTo>
                    <a:cubicBezTo>
                      <a:pt x="16903" y="11054"/>
                      <a:pt x="16911" y="11120"/>
                      <a:pt x="16919" y="11178"/>
                    </a:cubicBezTo>
                    <a:cubicBezTo>
                      <a:pt x="16919" y="11228"/>
                      <a:pt x="16927" y="11286"/>
                      <a:pt x="16927" y="11336"/>
                    </a:cubicBezTo>
                    <a:cubicBezTo>
                      <a:pt x="16936" y="11402"/>
                      <a:pt x="16936" y="11460"/>
                      <a:pt x="16936" y="11518"/>
                    </a:cubicBezTo>
                    <a:cubicBezTo>
                      <a:pt x="16936" y="11551"/>
                      <a:pt x="16936" y="11584"/>
                      <a:pt x="16944" y="11617"/>
                    </a:cubicBezTo>
                    <a:cubicBezTo>
                      <a:pt x="16944" y="11650"/>
                      <a:pt x="16944" y="11675"/>
                      <a:pt x="16944" y="11708"/>
                    </a:cubicBezTo>
                    <a:cubicBezTo>
                      <a:pt x="16949" y="11735"/>
                      <a:pt x="16974" y="11751"/>
                      <a:pt x="16998" y="11751"/>
                    </a:cubicBezTo>
                    <a:cubicBezTo>
                      <a:pt x="17012" y="11751"/>
                      <a:pt x="17026" y="11745"/>
                      <a:pt x="17035" y="11733"/>
                    </a:cubicBezTo>
                    <a:cubicBezTo>
                      <a:pt x="17052" y="11800"/>
                      <a:pt x="17068" y="11858"/>
                      <a:pt x="17118" y="11899"/>
                    </a:cubicBezTo>
                    <a:cubicBezTo>
                      <a:pt x="17126" y="11907"/>
                      <a:pt x="17126" y="11907"/>
                      <a:pt x="17135" y="11907"/>
                    </a:cubicBezTo>
                    <a:cubicBezTo>
                      <a:pt x="17184" y="12065"/>
                      <a:pt x="17234" y="12214"/>
                      <a:pt x="17292" y="12355"/>
                    </a:cubicBezTo>
                    <a:cubicBezTo>
                      <a:pt x="17350" y="12479"/>
                      <a:pt x="17416" y="12603"/>
                      <a:pt x="17507" y="12711"/>
                    </a:cubicBezTo>
                    <a:cubicBezTo>
                      <a:pt x="17532" y="12736"/>
                      <a:pt x="17557" y="12769"/>
                      <a:pt x="17590" y="12786"/>
                    </a:cubicBezTo>
                    <a:cubicBezTo>
                      <a:pt x="17599" y="12802"/>
                      <a:pt x="17607" y="12819"/>
                      <a:pt x="17615" y="12835"/>
                    </a:cubicBezTo>
                    <a:cubicBezTo>
                      <a:pt x="17541" y="12752"/>
                      <a:pt x="17466" y="12678"/>
                      <a:pt x="17383" y="12603"/>
                    </a:cubicBezTo>
                    <a:cubicBezTo>
                      <a:pt x="17376" y="12594"/>
                      <a:pt x="17367" y="12590"/>
                      <a:pt x="17359" y="12590"/>
                    </a:cubicBezTo>
                    <a:cubicBezTo>
                      <a:pt x="17329" y="12590"/>
                      <a:pt x="17299" y="12637"/>
                      <a:pt x="17325" y="12670"/>
                    </a:cubicBezTo>
                    <a:cubicBezTo>
                      <a:pt x="17358" y="12719"/>
                      <a:pt x="17400" y="12769"/>
                      <a:pt x="17441" y="12819"/>
                    </a:cubicBezTo>
                    <a:cubicBezTo>
                      <a:pt x="17433" y="12835"/>
                      <a:pt x="17433" y="12844"/>
                      <a:pt x="17441" y="12860"/>
                    </a:cubicBezTo>
                    <a:cubicBezTo>
                      <a:pt x="17532" y="13051"/>
                      <a:pt x="17623" y="13250"/>
                      <a:pt x="17706" y="13457"/>
                    </a:cubicBezTo>
                    <a:cubicBezTo>
                      <a:pt x="17748" y="13548"/>
                      <a:pt x="17781" y="13639"/>
                      <a:pt x="17806" y="13747"/>
                    </a:cubicBezTo>
                    <a:cubicBezTo>
                      <a:pt x="17814" y="13788"/>
                      <a:pt x="17822" y="13838"/>
                      <a:pt x="17822" y="13887"/>
                    </a:cubicBezTo>
                    <a:cubicBezTo>
                      <a:pt x="17822" y="13937"/>
                      <a:pt x="17822" y="13987"/>
                      <a:pt x="17839" y="14037"/>
                    </a:cubicBezTo>
                    <a:cubicBezTo>
                      <a:pt x="17843" y="14054"/>
                      <a:pt x="17860" y="14063"/>
                      <a:pt x="17878" y="14063"/>
                    </a:cubicBezTo>
                    <a:cubicBezTo>
                      <a:pt x="17893" y="14063"/>
                      <a:pt x="17910" y="14056"/>
                      <a:pt x="17922" y="14045"/>
                    </a:cubicBezTo>
                    <a:cubicBezTo>
                      <a:pt x="17963" y="13995"/>
                      <a:pt x="17971" y="13929"/>
                      <a:pt x="17971" y="13863"/>
                    </a:cubicBezTo>
                    <a:cubicBezTo>
                      <a:pt x="18046" y="13979"/>
                      <a:pt x="18121" y="14095"/>
                      <a:pt x="18195" y="14211"/>
                    </a:cubicBezTo>
                    <a:cubicBezTo>
                      <a:pt x="18228" y="14277"/>
                      <a:pt x="18270" y="14335"/>
                      <a:pt x="18303" y="14393"/>
                    </a:cubicBezTo>
                    <a:cubicBezTo>
                      <a:pt x="18311" y="14434"/>
                      <a:pt x="18319" y="14467"/>
                      <a:pt x="18328" y="14509"/>
                    </a:cubicBezTo>
                    <a:cubicBezTo>
                      <a:pt x="18303" y="14476"/>
                      <a:pt x="18270" y="14451"/>
                      <a:pt x="18228" y="14426"/>
                    </a:cubicBezTo>
                    <a:cubicBezTo>
                      <a:pt x="18221" y="14422"/>
                      <a:pt x="18214" y="14420"/>
                      <a:pt x="18207" y="14420"/>
                    </a:cubicBezTo>
                    <a:cubicBezTo>
                      <a:pt x="18170" y="14420"/>
                      <a:pt x="18137" y="14466"/>
                      <a:pt x="18179" y="14501"/>
                    </a:cubicBezTo>
                    <a:cubicBezTo>
                      <a:pt x="18295" y="14583"/>
                      <a:pt x="18328" y="14733"/>
                      <a:pt x="18353" y="14865"/>
                    </a:cubicBezTo>
                    <a:cubicBezTo>
                      <a:pt x="18386" y="15031"/>
                      <a:pt x="18394" y="15188"/>
                      <a:pt x="18411" y="15354"/>
                    </a:cubicBezTo>
                    <a:cubicBezTo>
                      <a:pt x="18427" y="15478"/>
                      <a:pt x="18435" y="15594"/>
                      <a:pt x="18427" y="15719"/>
                    </a:cubicBezTo>
                    <a:cubicBezTo>
                      <a:pt x="18402" y="15636"/>
                      <a:pt x="18377" y="15561"/>
                      <a:pt x="18336" y="15478"/>
                    </a:cubicBezTo>
                    <a:cubicBezTo>
                      <a:pt x="18327" y="15455"/>
                      <a:pt x="18309" y="15445"/>
                      <a:pt x="18291" y="15445"/>
                    </a:cubicBezTo>
                    <a:cubicBezTo>
                      <a:pt x="18257" y="15445"/>
                      <a:pt x="18220" y="15480"/>
                      <a:pt x="18237" y="15528"/>
                    </a:cubicBezTo>
                    <a:cubicBezTo>
                      <a:pt x="18344" y="15876"/>
                      <a:pt x="18295" y="16232"/>
                      <a:pt x="18253" y="16589"/>
                    </a:cubicBezTo>
                    <a:cubicBezTo>
                      <a:pt x="18237" y="16746"/>
                      <a:pt x="18228" y="16895"/>
                      <a:pt x="18212" y="17053"/>
                    </a:cubicBezTo>
                    <a:cubicBezTo>
                      <a:pt x="18203" y="17061"/>
                      <a:pt x="18195" y="17069"/>
                      <a:pt x="18195" y="17077"/>
                    </a:cubicBezTo>
                    <a:cubicBezTo>
                      <a:pt x="18187" y="17268"/>
                      <a:pt x="18170" y="17442"/>
                      <a:pt x="18170" y="17624"/>
                    </a:cubicBezTo>
                    <a:cubicBezTo>
                      <a:pt x="18162" y="17815"/>
                      <a:pt x="18162" y="17997"/>
                      <a:pt x="18162" y="18188"/>
                    </a:cubicBezTo>
                    <a:cubicBezTo>
                      <a:pt x="18162" y="18370"/>
                      <a:pt x="18162" y="18552"/>
                      <a:pt x="18179" y="18726"/>
                    </a:cubicBezTo>
                    <a:cubicBezTo>
                      <a:pt x="18187" y="18768"/>
                      <a:pt x="18187" y="18809"/>
                      <a:pt x="18195" y="18850"/>
                    </a:cubicBezTo>
                    <a:cubicBezTo>
                      <a:pt x="18170" y="18834"/>
                      <a:pt x="18145" y="18809"/>
                      <a:pt x="18129" y="18784"/>
                    </a:cubicBezTo>
                    <a:cubicBezTo>
                      <a:pt x="17922" y="18552"/>
                      <a:pt x="17723" y="18312"/>
                      <a:pt x="17557" y="18055"/>
                    </a:cubicBezTo>
                    <a:cubicBezTo>
                      <a:pt x="17548" y="18043"/>
                      <a:pt x="17534" y="18038"/>
                      <a:pt x="17521" y="18038"/>
                    </a:cubicBezTo>
                    <a:cubicBezTo>
                      <a:pt x="17486" y="18038"/>
                      <a:pt x="17450" y="18071"/>
                      <a:pt x="17474" y="18113"/>
                    </a:cubicBezTo>
                    <a:cubicBezTo>
                      <a:pt x="17615" y="18370"/>
                      <a:pt x="17756" y="18619"/>
                      <a:pt x="17938" y="18850"/>
                    </a:cubicBezTo>
                    <a:cubicBezTo>
                      <a:pt x="18021" y="18966"/>
                      <a:pt x="18104" y="19074"/>
                      <a:pt x="18195" y="19182"/>
                    </a:cubicBezTo>
                    <a:cubicBezTo>
                      <a:pt x="18286" y="19281"/>
                      <a:pt x="18394" y="19397"/>
                      <a:pt x="18435" y="19530"/>
                    </a:cubicBezTo>
                    <a:cubicBezTo>
                      <a:pt x="18485" y="19671"/>
                      <a:pt x="18477" y="19836"/>
                      <a:pt x="18477" y="19986"/>
                    </a:cubicBezTo>
                    <a:lnTo>
                      <a:pt x="18493" y="20002"/>
                    </a:lnTo>
                    <a:cubicBezTo>
                      <a:pt x="18493" y="20077"/>
                      <a:pt x="18485" y="20160"/>
                      <a:pt x="18477" y="20242"/>
                    </a:cubicBezTo>
                    <a:cubicBezTo>
                      <a:pt x="18452" y="20118"/>
                      <a:pt x="18419" y="20002"/>
                      <a:pt x="18377" y="19878"/>
                    </a:cubicBezTo>
                    <a:cubicBezTo>
                      <a:pt x="18374" y="19863"/>
                      <a:pt x="18363" y="19857"/>
                      <a:pt x="18349" y="19857"/>
                    </a:cubicBezTo>
                    <a:cubicBezTo>
                      <a:pt x="18326" y="19857"/>
                      <a:pt x="18298" y="19876"/>
                      <a:pt x="18303" y="19903"/>
                    </a:cubicBezTo>
                    <a:cubicBezTo>
                      <a:pt x="18328" y="20110"/>
                      <a:pt x="18344" y="20317"/>
                      <a:pt x="18377" y="20516"/>
                    </a:cubicBezTo>
                    <a:cubicBezTo>
                      <a:pt x="18394" y="20648"/>
                      <a:pt x="18411" y="20773"/>
                      <a:pt x="18419" y="20897"/>
                    </a:cubicBezTo>
                    <a:cubicBezTo>
                      <a:pt x="18411" y="20963"/>
                      <a:pt x="18402" y="21030"/>
                      <a:pt x="18394" y="21088"/>
                    </a:cubicBezTo>
                    <a:cubicBezTo>
                      <a:pt x="18386" y="21162"/>
                      <a:pt x="18369" y="21245"/>
                      <a:pt x="18377" y="21320"/>
                    </a:cubicBezTo>
                    <a:cubicBezTo>
                      <a:pt x="18377" y="21344"/>
                      <a:pt x="18394" y="21361"/>
                      <a:pt x="18411" y="21369"/>
                    </a:cubicBezTo>
                    <a:cubicBezTo>
                      <a:pt x="18402" y="21469"/>
                      <a:pt x="18394" y="21568"/>
                      <a:pt x="18369" y="21659"/>
                    </a:cubicBezTo>
                    <a:cubicBezTo>
                      <a:pt x="18369" y="21674"/>
                      <a:pt x="18363" y="21688"/>
                      <a:pt x="18361" y="21708"/>
                    </a:cubicBezTo>
                    <a:lnTo>
                      <a:pt x="18361" y="21708"/>
                    </a:lnTo>
                    <a:cubicBezTo>
                      <a:pt x="18369" y="21513"/>
                      <a:pt x="18360" y="21325"/>
                      <a:pt x="18328" y="21137"/>
                    </a:cubicBezTo>
                    <a:cubicBezTo>
                      <a:pt x="18324" y="21110"/>
                      <a:pt x="18304" y="21098"/>
                      <a:pt x="18284" y="21098"/>
                    </a:cubicBezTo>
                    <a:cubicBezTo>
                      <a:pt x="18260" y="21098"/>
                      <a:pt x="18237" y="21115"/>
                      <a:pt x="18237" y="21146"/>
                    </a:cubicBezTo>
                    <a:cubicBezTo>
                      <a:pt x="18286" y="21634"/>
                      <a:pt x="18179" y="22140"/>
                      <a:pt x="17996" y="22587"/>
                    </a:cubicBezTo>
                    <a:cubicBezTo>
                      <a:pt x="17996" y="22603"/>
                      <a:pt x="17989" y="22611"/>
                      <a:pt x="17988" y="22619"/>
                    </a:cubicBezTo>
                    <a:lnTo>
                      <a:pt x="17988" y="22619"/>
                    </a:lnTo>
                    <a:cubicBezTo>
                      <a:pt x="17996" y="22495"/>
                      <a:pt x="18005" y="22371"/>
                      <a:pt x="18005" y="22239"/>
                    </a:cubicBezTo>
                    <a:cubicBezTo>
                      <a:pt x="18005" y="22216"/>
                      <a:pt x="17983" y="22200"/>
                      <a:pt x="17963" y="22200"/>
                    </a:cubicBezTo>
                    <a:cubicBezTo>
                      <a:pt x="17948" y="22200"/>
                      <a:pt x="17934" y="22209"/>
                      <a:pt x="17930" y="22231"/>
                    </a:cubicBezTo>
                    <a:cubicBezTo>
                      <a:pt x="17889" y="22546"/>
                      <a:pt x="17839" y="22861"/>
                      <a:pt x="17739" y="23167"/>
                    </a:cubicBezTo>
                    <a:cubicBezTo>
                      <a:pt x="17632" y="23366"/>
                      <a:pt x="17524" y="23565"/>
                      <a:pt x="17425" y="23772"/>
                    </a:cubicBezTo>
                    <a:cubicBezTo>
                      <a:pt x="17416" y="23780"/>
                      <a:pt x="17408" y="23789"/>
                      <a:pt x="17408" y="23797"/>
                    </a:cubicBezTo>
                    <a:cubicBezTo>
                      <a:pt x="17226" y="24029"/>
                      <a:pt x="17010" y="24228"/>
                      <a:pt x="16869" y="24485"/>
                    </a:cubicBezTo>
                    <a:cubicBezTo>
                      <a:pt x="16836" y="24551"/>
                      <a:pt x="16803" y="24617"/>
                      <a:pt x="16770" y="24692"/>
                    </a:cubicBezTo>
                    <a:cubicBezTo>
                      <a:pt x="16753" y="24592"/>
                      <a:pt x="16729" y="24493"/>
                      <a:pt x="16629" y="24435"/>
                    </a:cubicBezTo>
                    <a:cubicBezTo>
                      <a:pt x="16623" y="24431"/>
                      <a:pt x="16618" y="24430"/>
                      <a:pt x="16613" y="24430"/>
                    </a:cubicBezTo>
                    <a:cubicBezTo>
                      <a:pt x="16580" y="24430"/>
                      <a:pt x="16559" y="24489"/>
                      <a:pt x="16588" y="24518"/>
                    </a:cubicBezTo>
                    <a:cubicBezTo>
                      <a:pt x="16629" y="24551"/>
                      <a:pt x="16621" y="24625"/>
                      <a:pt x="16621" y="24667"/>
                    </a:cubicBezTo>
                    <a:cubicBezTo>
                      <a:pt x="16621" y="24733"/>
                      <a:pt x="16629" y="24791"/>
                      <a:pt x="16637" y="24849"/>
                    </a:cubicBezTo>
                    <a:cubicBezTo>
                      <a:pt x="16654" y="24973"/>
                      <a:pt x="16679" y="25089"/>
                      <a:pt x="16646" y="25205"/>
                    </a:cubicBezTo>
                    <a:cubicBezTo>
                      <a:pt x="16629" y="25288"/>
                      <a:pt x="16596" y="25363"/>
                      <a:pt x="16563" y="25437"/>
                    </a:cubicBezTo>
                    <a:cubicBezTo>
                      <a:pt x="16579" y="25330"/>
                      <a:pt x="16588" y="25214"/>
                      <a:pt x="16588" y="25098"/>
                    </a:cubicBezTo>
                    <a:cubicBezTo>
                      <a:pt x="16588" y="25051"/>
                      <a:pt x="16552" y="25023"/>
                      <a:pt x="16518" y="25023"/>
                    </a:cubicBezTo>
                    <a:cubicBezTo>
                      <a:pt x="16492" y="25023"/>
                      <a:pt x="16467" y="25041"/>
                      <a:pt x="16463" y="25081"/>
                    </a:cubicBezTo>
                    <a:cubicBezTo>
                      <a:pt x="16422" y="25346"/>
                      <a:pt x="16364" y="25611"/>
                      <a:pt x="16289" y="25877"/>
                    </a:cubicBezTo>
                    <a:cubicBezTo>
                      <a:pt x="16256" y="26001"/>
                      <a:pt x="16215" y="26125"/>
                      <a:pt x="16173" y="26258"/>
                    </a:cubicBezTo>
                    <a:cubicBezTo>
                      <a:pt x="16124" y="26382"/>
                      <a:pt x="16066" y="26506"/>
                      <a:pt x="16057" y="26639"/>
                    </a:cubicBezTo>
                    <a:cubicBezTo>
                      <a:pt x="16051" y="26676"/>
                      <a:pt x="16086" y="26712"/>
                      <a:pt x="16121" y="26712"/>
                    </a:cubicBezTo>
                    <a:cubicBezTo>
                      <a:pt x="16133" y="26712"/>
                      <a:pt x="16146" y="26708"/>
                      <a:pt x="16157" y="26697"/>
                    </a:cubicBezTo>
                    <a:cubicBezTo>
                      <a:pt x="16248" y="26606"/>
                      <a:pt x="16306" y="26473"/>
                      <a:pt x="16347" y="26349"/>
                    </a:cubicBezTo>
                    <a:lnTo>
                      <a:pt x="16347" y="26349"/>
                    </a:lnTo>
                    <a:cubicBezTo>
                      <a:pt x="16347" y="26390"/>
                      <a:pt x="16347" y="26440"/>
                      <a:pt x="16339" y="26481"/>
                    </a:cubicBezTo>
                    <a:cubicBezTo>
                      <a:pt x="16323" y="26647"/>
                      <a:pt x="16306" y="26805"/>
                      <a:pt x="16281" y="26970"/>
                    </a:cubicBezTo>
                    <a:cubicBezTo>
                      <a:pt x="16231" y="27302"/>
                      <a:pt x="16173" y="27633"/>
                      <a:pt x="16099" y="27956"/>
                    </a:cubicBezTo>
                    <a:cubicBezTo>
                      <a:pt x="15950" y="28627"/>
                      <a:pt x="15767" y="29282"/>
                      <a:pt x="15585" y="29936"/>
                    </a:cubicBezTo>
                    <a:cubicBezTo>
                      <a:pt x="15535" y="30127"/>
                      <a:pt x="15486" y="30309"/>
                      <a:pt x="15444" y="30500"/>
                    </a:cubicBezTo>
                    <a:cubicBezTo>
                      <a:pt x="15395" y="30699"/>
                      <a:pt x="15353" y="30898"/>
                      <a:pt x="15312" y="31105"/>
                    </a:cubicBezTo>
                    <a:cubicBezTo>
                      <a:pt x="15312" y="31121"/>
                      <a:pt x="15328" y="31138"/>
                      <a:pt x="15345" y="31146"/>
                    </a:cubicBezTo>
                    <a:cubicBezTo>
                      <a:pt x="15328" y="31254"/>
                      <a:pt x="15312" y="31362"/>
                      <a:pt x="15295" y="31469"/>
                    </a:cubicBezTo>
                    <a:cubicBezTo>
                      <a:pt x="15262" y="31768"/>
                      <a:pt x="15229" y="32066"/>
                      <a:pt x="15212" y="32364"/>
                    </a:cubicBezTo>
                    <a:cubicBezTo>
                      <a:pt x="15187" y="32662"/>
                      <a:pt x="15171" y="32961"/>
                      <a:pt x="15171" y="33259"/>
                    </a:cubicBezTo>
                    <a:cubicBezTo>
                      <a:pt x="15163" y="33400"/>
                      <a:pt x="15163" y="33541"/>
                      <a:pt x="15171" y="33682"/>
                    </a:cubicBezTo>
                    <a:cubicBezTo>
                      <a:pt x="15171" y="33839"/>
                      <a:pt x="15187" y="33996"/>
                      <a:pt x="15196" y="34154"/>
                    </a:cubicBezTo>
                    <a:cubicBezTo>
                      <a:pt x="15200" y="34174"/>
                      <a:pt x="15219" y="34185"/>
                      <a:pt x="15236" y="34185"/>
                    </a:cubicBezTo>
                    <a:cubicBezTo>
                      <a:pt x="15254" y="34185"/>
                      <a:pt x="15270" y="34174"/>
                      <a:pt x="15270" y="34154"/>
                    </a:cubicBezTo>
                    <a:cubicBezTo>
                      <a:pt x="15270" y="34112"/>
                      <a:pt x="15279" y="34071"/>
                      <a:pt x="15279" y="34029"/>
                    </a:cubicBezTo>
                    <a:cubicBezTo>
                      <a:pt x="15279" y="34046"/>
                      <a:pt x="15287" y="34054"/>
                      <a:pt x="15287" y="34071"/>
                    </a:cubicBezTo>
                    <a:cubicBezTo>
                      <a:pt x="15320" y="34203"/>
                      <a:pt x="15353" y="34336"/>
                      <a:pt x="15395" y="34477"/>
                    </a:cubicBezTo>
                    <a:cubicBezTo>
                      <a:pt x="15469" y="34750"/>
                      <a:pt x="15544" y="35032"/>
                      <a:pt x="15627" y="35305"/>
                    </a:cubicBezTo>
                    <a:cubicBezTo>
                      <a:pt x="15693" y="35562"/>
                      <a:pt x="15767" y="35819"/>
                      <a:pt x="15925" y="36035"/>
                    </a:cubicBezTo>
                    <a:cubicBezTo>
                      <a:pt x="16034" y="36173"/>
                      <a:pt x="16208" y="36325"/>
                      <a:pt x="16395" y="36325"/>
                    </a:cubicBezTo>
                    <a:cubicBezTo>
                      <a:pt x="16421" y="36325"/>
                      <a:pt x="16446" y="36322"/>
                      <a:pt x="16472" y="36316"/>
                    </a:cubicBezTo>
                    <a:cubicBezTo>
                      <a:pt x="16480" y="36325"/>
                      <a:pt x="16497" y="36333"/>
                      <a:pt x="16513" y="36333"/>
                    </a:cubicBezTo>
                    <a:cubicBezTo>
                      <a:pt x="16662" y="36391"/>
                      <a:pt x="16828" y="36432"/>
                      <a:pt x="16985" y="36482"/>
                    </a:cubicBezTo>
                    <a:cubicBezTo>
                      <a:pt x="17093" y="36515"/>
                      <a:pt x="17217" y="36548"/>
                      <a:pt x="17251" y="36673"/>
                    </a:cubicBezTo>
                    <a:cubicBezTo>
                      <a:pt x="17259" y="36722"/>
                      <a:pt x="17267" y="36772"/>
                      <a:pt x="17267" y="36822"/>
                    </a:cubicBezTo>
                    <a:cubicBezTo>
                      <a:pt x="17201" y="36780"/>
                      <a:pt x="17135" y="36739"/>
                      <a:pt x="17060" y="36697"/>
                    </a:cubicBezTo>
                    <a:cubicBezTo>
                      <a:pt x="16944" y="36639"/>
                      <a:pt x="16836" y="36590"/>
                      <a:pt x="16720" y="36540"/>
                    </a:cubicBezTo>
                    <a:cubicBezTo>
                      <a:pt x="16712" y="36537"/>
                      <a:pt x="16704" y="36535"/>
                      <a:pt x="16697" y="36535"/>
                    </a:cubicBezTo>
                    <a:cubicBezTo>
                      <a:pt x="16650" y="36535"/>
                      <a:pt x="16619" y="36595"/>
                      <a:pt x="16662" y="36631"/>
                    </a:cubicBezTo>
                    <a:cubicBezTo>
                      <a:pt x="16753" y="36706"/>
                      <a:pt x="16836" y="36772"/>
                      <a:pt x="16927" y="36838"/>
                    </a:cubicBezTo>
                    <a:cubicBezTo>
                      <a:pt x="17002" y="36896"/>
                      <a:pt x="17093" y="36946"/>
                      <a:pt x="17168" y="37004"/>
                    </a:cubicBezTo>
                    <a:cubicBezTo>
                      <a:pt x="17234" y="37054"/>
                      <a:pt x="17292" y="37112"/>
                      <a:pt x="17300" y="37195"/>
                    </a:cubicBezTo>
                    <a:cubicBezTo>
                      <a:pt x="17300" y="37269"/>
                      <a:pt x="17267" y="37352"/>
                      <a:pt x="17234" y="37418"/>
                    </a:cubicBezTo>
                    <a:cubicBezTo>
                      <a:pt x="17217" y="37435"/>
                      <a:pt x="17209" y="37460"/>
                      <a:pt x="17201" y="37476"/>
                    </a:cubicBezTo>
                    <a:cubicBezTo>
                      <a:pt x="17184" y="37493"/>
                      <a:pt x="17168" y="37509"/>
                      <a:pt x="17159" y="37534"/>
                    </a:cubicBezTo>
                    <a:cubicBezTo>
                      <a:pt x="17151" y="37518"/>
                      <a:pt x="17143" y="37509"/>
                      <a:pt x="17135" y="37501"/>
                    </a:cubicBezTo>
                    <a:cubicBezTo>
                      <a:pt x="17093" y="37443"/>
                      <a:pt x="17027" y="37393"/>
                      <a:pt x="16969" y="37352"/>
                    </a:cubicBezTo>
                    <a:cubicBezTo>
                      <a:pt x="16903" y="37302"/>
                      <a:pt x="16845" y="37253"/>
                      <a:pt x="16787" y="37203"/>
                    </a:cubicBezTo>
                    <a:cubicBezTo>
                      <a:pt x="16671" y="37095"/>
                      <a:pt x="16546" y="36996"/>
                      <a:pt x="16430" y="36880"/>
                    </a:cubicBezTo>
                    <a:cubicBezTo>
                      <a:pt x="16420" y="36871"/>
                      <a:pt x="16409" y="36868"/>
                      <a:pt x="16399" y="36868"/>
                    </a:cubicBezTo>
                    <a:cubicBezTo>
                      <a:pt x="16358" y="36868"/>
                      <a:pt x="16323" y="36923"/>
                      <a:pt x="16356" y="36963"/>
                    </a:cubicBezTo>
                    <a:cubicBezTo>
                      <a:pt x="16430" y="37070"/>
                      <a:pt x="16513" y="37178"/>
                      <a:pt x="16604" y="37269"/>
                    </a:cubicBezTo>
                    <a:cubicBezTo>
                      <a:pt x="16695" y="37369"/>
                      <a:pt x="16787" y="37460"/>
                      <a:pt x="16886" y="37551"/>
                    </a:cubicBezTo>
                    <a:cubicBezTo>
                      <a:pt x="16911" y="37576"/>
                      <a:pt x="16936" y="37592"/>
                      <a:pt x="16961" y="37609"/>
                    </a:cubicBezTo>
                    <a:lnTo>
                      <a:pt x="16969" y="37625"/>
                    </a:lnTo>
                    <a:cubicBezTo>
                      <a:pt x="16944" y="37659"/>
                      <a:pt x="16894" y="37692"/>
                      <a:pt x="16861" y="37717"/>
                    </a:cubicBezTo>
                    <a:cubicBezTo>
                      <a:pt x="16811" y="37750"/>
                      <a:pt x="16753" y="37791"/>
                      <a:pt x="16704" y="37824"/>
                    </a:cubicBezTo>
                    <a:cubicBezTo>
                      <a:pt x="16662" y="37849"/>
                      <a:pt x="16621" y="37874"/>
                      <a:pt x="16596" y="37899"/>
                    </a:cubicBezTo>
                    <a:cubicBezTo>
                      <a:pt x="16567" y="37905"/>
                      <a:pt x="16538" y="37907"/>
                      <a:pt x="16511" y="37907"/>
                    </a:cubicBezTo>
                    <a:cubicBezTo>
                      <a:pt x="16460" y="37907"/>
                      <a:pt x="16412" y="37898"/>
                      <a:pt x="16364" y="37882"/>
                    </a:cubicBezTo>
                    <a:cubicBezTo>
                      <a:pt x="16273" y="37857"/>
                      <a:pt x="16207" y="37791"/>
                      <a:pt x="16124" y="37741"/>
                    </a:cubicBezTo>
                    <a:cubicBezTo>
                      <a:pt x="16049" y="37692"/>
                      <a:pt x="15966" y="37659"/>
                      <a:pt x="15875" y="37625"/>
                    </a:cubicBezTo>
                    <a:cubicBezTo>
                      <a:pt x="15701" y="37567"/>
                      <a:pt x="15519" y="37518"/>
                      <a:pt x="15345" y="37476"/>
                    </a:cubicBezTo>
                    <a:cubicBezTo>
                      <a:pt x="15295" y="37435"/>
                      <a:pt x="15229" y="37418"/>
                      <a:pt x="15171" y="37393"/>
                    </a:cubicBezTo>
                    <a:cubicBezTo>
                      <a:pt x="15080" y="37360"/>
                      <a:pt x="14997" y="37311"/>
                      <a:pt x="14914" y="37261"/>
                    </a:cubicBezTo>
                    <a:cubicBezTo>
                      <a:pt x="14748" y="37161"/>
                      <a:pt x="14641" y="37037"/>
                      <a:pt x="14583" y="36855"/>
                    </a:cubicBezTo>
                    <a:cubicBezTo>
                      <a:pt x="14525" y="36681"/>
                      <a:pt x="14508" y="36490"/>
                      <a:pt x="14491" y="36308"/>
                    </a:cubicBezTo>
                    <a:cubicBezTo>
                      <a:pt x="14467" y="36159"/>
                      <a:pt x="14433" y="36018"/>
                      <a:pt x="14367" y="35885"/>
                    </a:cubicBezTo>
                    <a:cubicBezTo>
                      <a:pt x="14359" y="35819"/>
                      <a:pt x="14351" y="35761"/>
                      <a:pt x="14342" y="35703"/>
                    </a:cubicBezTo>
                    <a:cubicBezTo>
                      <a:pt x="14309" y="35513"/>
                      <a:pt x="14251" y="35314"/>
                      <a:pt x="14177" y="35131"/>
                    </a:cubicBezTo>
                    <a:cubicBezTo>
                      <a:pt x="14110" y="34966"/>
                      <a:pt x="14036" y="34783"/>
                      <a:pt x="13903" y="34651"/>
                    </a:cubicBezTo>
                    <a:cubicBezTo>
                      <a:pt x="13820" y="34568"/>
                      <a:pt x="13729" y="34493"/>
                      <a:pt x="13638" y="34427"/>
                    </a:cubicBezTo>
                    <a:cubicBezTo>
                      <a:pt x="13671" y="34402"/>
                      <a:pt x="13696" y="34369"/>
                      <a:pt x="13679" y="34328"/>
                    </a:cubicBezTo>
                    <a:cubicBezTo>
                      <a:pt x="13555" y="34087"/>
                      <a:pt x="13423" y="33864"/>
                      <a:pt x="13448" y="33582"/>
                    </a:cubicBezTo>
                    <a:cubicBezTo>
                      <a:pt x="13464" y="33309"/>
                      <a:pt x="13547" y="33044"/>
                      <a:pt x="13580" y="32770"/>
                    </a:cubicBezTo>
                    <a:cubicBezTo>
                      <a:pt x="13646" y="32207"/>
                      <a:pt x="13605" y="31635"/>
                      <a:pt x="13539" y="31072"/>
                    </a:cubicBezTo>
                    <a:cubicBezTo>
                      <a:pt x="13514" y="30873"/>
                      <a:pt x="13481" y="30674"/>
                      <a:pt x="13448" y="30483"/>
                    </a:cubicBezTo>
                    <a:cubicBezTo>
                      <a:pt x="13439" y="30268"/>
                      <a:pt x="13431" y="30052"/>
                      <a:pt x="13398" y="29845"/>
                    </a:cubicBezTo>
                    <a:cubicBezTo>
                      <a:pt x="13398" y="29829"/>
                      <a:pt x="13381" y="29812"/>
                      <a:pt x="13373" y="29812"/>
                    </a:cubicBezTo>
                    <a:cubicBezTo>
                      <a:pt x="13373" y="29729"/>
                      <a:pt x="13373" y="29638"/>
                      <a:pt x="13365" y="29555"/>
                    </a:cubicBezTo>
                    <a:cubicBezTo>
                      <a:pt x="13348" y="29257"/>
                      <a:pt x="13307" y="28959"/>
                      <a:pt x="13249" y="28661"/>
                    </a:cubicBezTo>
                    <a:cubicBezTo>
                      <a:pt x="13224" y="28511"/>
                      <a:pt x="13191" y="28362"/>
                      <a:pt x="13149" y="28221"/>
                    </a:cubicBezTo>
                    <a:cubicBezTo>
                      <a:pt x="13116" y="28064"/>
                      <a:pt x="13075" y="27907"/>
                      <a:pt x="13008" y="27774"/>
                    </a:cubicBezTo>
                    <a:cubicBezTo>
                      <a:pt x="13000" y="27754"/>
                      <a:pt x="12979" y="27744"/>
                      <a:pt x="12959" y="27744"/>
                    </a:cubicBezTo>
                    <a:cubicBezTo>
                      <a:pt x="12938" y="27744"/>
                      <a:pt x="12917" y="27756"/>
                      <a:pt x="12917" y="27782"/>
                    </a:cubicBezTo>
                    <a:cubicBezTo>
                      <a:pt x="12909" y="28089"/>
                      <a:pt x="13000" y="28395"/>
                      <a:pt x="13050" y="28694"/>
                    </a:cubicBezTo>
                    <a:cubicBezTo>
                      <a:pt x="13108" y="28984"/>
                      <a:pt x="13149" y="29282"/>
                      <a:pt x="13174" y="29588"/>
                    </a:cubicBezTo>
                    <a:cubicBezTo>
                      <a:pt x="13207" y="30011"/>
                      <a:pt x="13191" y="30434"/>
                      <a:pt x="13224" y="30856"/>
                    </a:cubicBezTo>
                    <a:cubicBezTo>
                      <a:pt x="13207" y="31121"/>
                      <a:pt x="13191" y="31386"/>
                      <a:pt x="13149" y="31660"/>
                    </a:cubicBezTo>
                    <a:cubicBezTo>
                      <a:pt x="13058" y="32190"/>
                      <a:pt x="12859" y="32712"/>
                      <a:pt x="12520" y="33135"/>
                    </a:cubicBezTo>
                    <a:cubicBezTo>
                      <a:pt x="12321" y="33392"/>
                      <a:pt x="12080" y="33624"/>
                      <a:pt x="11848" y="33847"/>
                    </a:cubicBezTo>
                    <a:cubicBezTo>
                      <a:pt x="11808" y="33888"/>
                      <a:pt x="11844" y="33950"/>
                      <a:pt x="11890" y="33950"/>
                    </a:cubicBezTo>
                    <a:cubicBezTo>
                      <a:pt x="11901" y="33950"/>
                      <a:pt x="11912" y="33946"/>
                      <a:pt x="11923" y="33938"/>
                    </a:cubicBezTo>
                    <a:cubicBezTo>
                      <a:pt x="12122" y="33764"/>
                      <a:pt x="12321" y="33599"/>
                      <a:pt x="12511" y="33408"/>
                    </a:cubicBezTo>
                    <a:lnTo>
                      <a:pt x="12511" y="33408"/>
                    </a:lnTo>
                    <a:cubicBezTo>
                      <a:pt x="12445" y="33566"/>
                      <a:pt x="12379" y="33731"/>
                      <a:pt x="12304" y="33880"/>
                    </a:cubicBezTo>
                    <a:cubicBezTo>
                      <a:pt x="12163" y="34203"/>
                      <a:pt x="11981" y="34502"/>
                      <a:pt x="11840" y="34817"/>
                    </a:cubicBezTo>
                    <a:cubicBezTo>
                      <a:pt x="11823" y="34863"/>
                      <a:pt x="11858" y="34893"/>
                      <a:pt x="11895" y="34893"/>
                    </a:cubicBezTo>
                    <a:cubicBezTo>
                      <a:pt x="11911" y="34893"/>
                      <a:pt x="11927" y="34887"/>
                      <a:pt x="11940" y="34875"/>
                    </a:cubicBezTo>
                    <a:cubicBezTo>
                      <a:pt x="12014" y="34783"/>
                      <a:pt x="12089" y="34692"/>
                      <a:pt x="12147" y="34593"/>
                    </a:cubicBezTo>
                    <a:lnTo>
                      <a:pt x="12147" y="34593"/>
                    </a:lnTo>
                    <a:cubicBezTo>
                      <a:pt x="12130" y="34825"/>
                      <a:pt x="12047" y="35049"/>
                      <a:pt x="11931" y="35239"/>
                    </a:cubicBezTo>
                    <a:cubicBezTo>
                      <a:pt x="11857" y="35347"/>
                      <a:pt x="11774" y="35446"/>
                      <a:pt x="11683" y="35529"/>
                    </a:cubicBezTo>
                    <a:cubicBezTo>
                      <a:pt x="11658" y="35546"/>
                      <a:pt x="11641" y="35571"/>
                      <a:pt x="11616" y="35587"/>
                    </a:cubicBezTo>
                    <a:cubicBezTo>
                      <a:pt x="11592" y="35438"/>
                      <a:pt x="11567" y="35289"/>
                      <a:pt x="11542" y="35140"/>
                    </a:cubicBezTo>
                    <a:cubicBezTo>
                      <a:pt x="11509" y="34883"/>
                      <a:pt x="11476" y="34626"/>
                      <a:pt x="11442" y="34361"/>
                    </a:cubicBezTo>
                    <a:cubicBezTo>
                      <a:pt x="11409" y="34096"/>
                      <a:pt x="11368" y="33831"/>
                      <a:pt x="11343" y="33557"/>
                    </a:cubicBezTo>
                    <a:cubicBezTo>
                      <a:pt x="11339" y="33535"/>
                      <a:pt x="11323" y="33525"/>
                      <a:pt x="11305" y="33525"/>
                    </a:cubicBezTo>
                    <a:cubicBezTo>
                      <a:pt x="11283" y="33525"/>
                      <a:pt x="11260" y="33541"/>
                      <a:pt x="11260" y="33574"/>
                    </a:cubicBezTo>
                    <a:cubicBezTo>
                      <a:pt x="11260" y="33839"/>
                      <a:pt x="11260" y="34104"/>
                      <a:pt x="11285" y="34369"/>
                    </a:cubicBezTo>
                    <a:cubicBezTo>
                      <a:pt x="11302" y="34634"/>
                      <a:pt x="11326" y="34899"/>
                      <a:pt x="11360" y="35165"/>
                    </a:cubicBezTo>
                    <a:cubicBezTo>
                      <a:pt x="11384" y="35421"/>
                      <a:pt x="11426" y="35678"/>
                      <a:pt x="11467" y="35935"/>
                    </a:cubicBezTo>
                    <a:cubicBezTo>
                      <a:pt x="11476" y="35993"/>
                      <a:pt x="11484" y="36051"/>
                      <a:pt x="11500" y="36109"/>
                    </a:cubicBezTo>
                    <a:cubicBezTo>
                      <a:pt x="11509" y="36341"/>
                      <a:pt x="11542" y="36573"/>
                      <a:pt x="11592" y="36797"/>
                    </a:cubicBezTo>
                    <a:cubicBezTo>
                      <a:pt x="11650" y="37037"/>
                      <a:pt x="11724" y="37269"/>
                      <a:pt x="11790" y="37509"/>
                    </a:cubicBezTo>
                    <a:cubicBezTo>
                      <a:pt x="11824" y="37609"/>
                      <a:pt x="11857" y="37708"/>
                      <a:pt x="11915" y="37808"/>
                    </a:cubicBezTo>
                    <a:cubicBezTo>
                      <a:pt x="11973" y="37891"/>
                      <a:pt x="12047" y="37965"/>
                      <a:pt x="12122" y="38031"/>
                    </a:cubicBezTo>
                    <a:cubicBezTo>
                      <a:pt x="12213" y="38114"/>
                      <a:pt x="12304" y="38189"/>
                      <a:pt x="12395" y="38272"/>
                    </a:cubicBezTo>
                    <a:cubicBezTo>
                      <a:pt x="12412" y="38288"/>
                      <a:pt x="12428" y="38297"/>
                      <a:pt x="12445" y="38313"/>
                    </a:cubicBezTo>
                    <a:cubicBezTo>
                      <a:pt x="12453" y="38321"/>
                      <a:pt x="12462" y="38338"/>
                      <a:pt x="12470" y="38346"/>
                    </a:cubicBezTo>
                    <a:cubicBezTo>
                      <a:pt x="12528" y="38421"/>
                      <a:pt x="12594" y="38495"/>
                      <a:pt x="12660" y="38570"/>
                    </a:cubicBezTo>
                    <a:cubicBezTo>
                      <a:pt x="12718" y="38636"/>
                      <a:pt x="12776" y="38711"/>
                      <a:pt x="12776" y="38802"/>
                    </a:cubicBezTo>
                    <a:cubicBezTo>
                      <a:pt x="12776" y="38835"/>
                      <a:pt x="12768" y="38868"/>
                      <a:pt x="12768" y="38901"/>
                    </a:cubicBezTo>
                    <a:cubicBezTo>
                      <a:pt x="12694" y="38835"/>
                      <a:pt x="12611" y="38777"/>
                      <a:pt x="12536" y="38719"/>
                    </a:cubicBezTo>
                    <a:cubicBezTo>
                      <a:pt x="12453" y="38661"/>
                      <a:pt x="12362" y="38587"/>
                      <a:pt x="12329" y="38487"/>
                    </a:cubicBezTo>
                    <a:cubicBezTo>
                      <a:pt x="12321" y="38446"/>
                      <a:pt x="12288" y="38426"/>
                      <a:pt x="12256" y="38426"/>
                    </a:cubicBezTo>
                    <a:cubicBezTo>
                      <a:pt x="12217" y="38426"/>
                      <a:pt x="12179" y="38454"/>
                      <a:pt x="12188" y="38504"/>
                    </a:cubicBezTo>
                    <a:cubicBezTo>
                      <a:pt x="12213" y="38744"/>
                      <a:pt x="12420" y="38876"/>
                      <a:pt x="12578" y="39034"/>
                    </a:cubicBezTo>
                    <a:cubicBezTo>
                      <a:pt x="12644" y="39100"/>
                      <a:pt x="12702" y="39175"/>
                      <a:pt x="12710" y="39258"/>
                    </a:cubicBezTo>
                    <a:cubicBezTo>
                      <a:pt x="12710" y="39332"/>
                      <a:pt x="12685" y="39390"/>
                      <a:pt x="12660" y="39448"/>
                    </a:cubicBezTo>
                    <a:cubicBezTo>
                      <a:pt x="12644" y="39498"/>
                      <a:pt x="12627" y="39556"/>
                      <a:pt x="12627" y="39606"/>
                    </a:cubicBezTo>
                    <a:cubicBezTo>
                      <a:pt x="12619" y="39614"/>
                      <a:pt x="12611" y="39614"/>
                      <a:pt x="12611" y="39622"/>
                    </a:cubicBezTo>
                    <a:lnTo>
                      <a:pt x="12602" y="39622"/>
                    </a:lnTo>
                    <a:lnTo>
                      <a:pt x="12578" y="39630"/>
                    </a:lnTo>
                    <a:lnTo>
                      <a:pt x="12569" y="39639"/>
                    </a:lnTo>
                    <a:lnTo>
                      <a:pt x="12561" y="39639"/>
                    </a:lnTo>
                    <a:lnTo>
                      <a:pt x="12528" y="39647"/>
                    </a:lnTo>
                    <a:cubicBezTo>
                      <a:pt x="12462" y="39655"/>
                      <a:pt x="12387" y="39664"/>
                      <a:pt x="12312" y="39672"/>
                    </a:cubicBezTo>
                    <a:cubicBezTo>
                      <a:pt x="12238" y="39688"/>
                      <a:pt x="12163" y="39688"/>
                      <a:pt x="12097" y="39705"/>
                    </a:cubicBezTo>
                    <a:lnTo>
                      <a:pt x="12080" y="39705"/>
                    </a:lnTo>
                    <a:cubicBezTo>
                      <a:pt x="12080" y="39572"/>
                      <a:pt x="12039" y="39432"/>
                      <a:pt x="11973" y="39324"/>
                    </a:cubicBezTo>
                    <a:cubicBezTo>
                      <a:pt x="11931" y="39249"/>
                      <a:pt x="11882" y="39191"/>
                      <a:pt x="11832" y="39133"/>
                    </a:cubicBezTo>
                    <a:cubicBezTo>
                      <a:pt x="11782" y="39084"/>
                      <a:pt x="11732" y="39034"/>
                      <a:pt x="11724" y="38959"/>
                    </a:cubicBezTo>
                    <a:cubicBezTo>
                      <a:pt x="11724" y="38918"/>
                      <a:pt x="11689" y="38897"/>
                      <a:pt x="11654" y="38897"/>
                    </a:cubicBezTo>
                    <a:cubicBezTo>
                      <a:pt x="11618" y="38897"/>
                      <a:pt x="11583" y="38918"/>
                      <a:pt x="11583" y="38959"/>
                    </a:cubicBezTo>
                    <a:cubicBezTo>
                      <a:pt x="11575" y="39100"/>
                      <a:pt x="11666" y="39200"/>
                      <a:pt x="11732" y="39316"/>
                    </a:cubicBezTo>
                    <a:cubicBezTo>
                      <a:pt x="11790" y="39423"/>
                      <a:pt x="11832" y="39548"/>
                      <a:pt x="11848" y="39664"/>
                    </a:cubicBezTo>
                    <a:lnTo>
                      <a:pt x="11848" y="39680"/>
                    </a:lnTo>
                    <a:cubicBezTo>
                      <a:pt x="11782" y="39664"/>
                      <a:pt x="11716" y="39647"/>
                      <a:pt x="11650" y="39622"/>
                    </a:cubicBezTo>
                    <a:cubicBezTo>
                      <a:pt x="11525" y="39572"/>
                      <a:pt x="11401" y="39523"/>
                      <a:pt x="11277" y="39481"/>
                    </a:cubicBezTo>
                    <a:cubicBezTo>
                      <a:pt x="11003" y="39382"/>
                      <a:pt x="10722" y="39307"/>
                      <a:pt x="10440" y="39274"/>
                    </a:cubicBezTo>
                    <a:lnTo>
                      <a:pt x="10415" y="39274"/>
                    </a:lnTo>
                    <a:cubicBezTo>
                      <a:pt x="10374" y="39249"/>
                      <a:pt x="10332" y="39224"/>
                      <a:pt x="10291" y="39200"/>
                    </a:cubicBezTo>
                    <a:cubicBezTo>
                      <a:pt x="10208" y="39150"/>
                      <a:pt x="10117" y="39100"/>
                      <a:pt x="10034" y="39050"/>
                    </a:cubicBezTo>
                    <a:cubicBezTo>
                      <a:pt x="9885" y="38968"/>
                      <a:pt x="9736" y="38876"/>
                      <a:pt x="9686" y="38703"/>
                    </a:cubicBezTo>
                    <a:cubicBezTo>
                      <a:pt x="9644" y="38520"/>
                      <a:pt x="9686" y="38321"/>
                      <a:pt x="9694" y="38139"/>
                    </a:cubicBezTo>
                    <a:cubicBezTo>
                      <a:pt x="9694" y="37949"/>
                      <a:pt x="9694" y="37733"/>
                      <a:pt x="9611" y="37559"/>
                    </a:cubicBezTo>
                    <a:cubicBezTo>
                      <a:pt x="9604" y="37537"/>
                      <a:pt x="9585" y="37526"/>
                      <a:pt x="9566" y="37526"/>
                    </a:cubicBezTo>
                    <a:cubicBezTo>
                      <a:pt x="9542" y="37526"/>
                      <a:pt x="9517" y="37543"/>
                      <a:pt x="9512" y="37576"/>
                    </a:cubicBezTo>
                    <a:cubicBezTo>
                      <a:pt x="9512" y="37592"/>
                      <a:pt x="9512" y="37601"/>
                      <a:pt x="9512" y="37617"/>
                    </a:cubicBezTo>
                    <a:cubicBezTo>
                      <a:pt x="9512" y="37617"/>
                      <a:pt x="9504" y="37609"/>
                      <a:pt x="9504" y="37609"/>
                    </a:cubicBezTo>
                    <a:cubicBezTo>
                      <a:pt x="9504" y="37601"/>
                      <a:pt x="9495" y="37584"/>
                      <a:pt x="9495" y="37576"/>
                    </a:cubicBezTo>
                    <a:cubicBezTo>
                      <a:pt x="9470" y="37493"/>
                      <a:pt x="9512" y="37402"/>
                      <a:pt x="9528" y="37327"/>
                    </a:cubicBezTo>
                    <a:cubicBezTo>
                      <a:pt x="9553" y="37228"/>
                      <a:pt x="9570" y="37120"/>
                      <a:pt x="9586" y="37021"/>
                    </a:cubicBezTo>
                    <a:cubicBezTo>
                      <a:pt x="9620" y="36789"/>
                      <a:pt x="9636" y="36557"/>
                      <a:pt x="9636" y="36325"/>
                    </a:cubicBezTo>
                    <a:cubicBezTo>
                      <a:pt x="9678" y="36225"/>
                      <a:pt x="9678" y="36109"/>
                      <a:pt x="9686" y="36018"/>
                    </a:cubicBezTo>
                    <a:cubicBezTo>
                      <a:pt x="9694" y="35852"/>
                      <a:pt x="9686" y="35695"/>
                      <a:pt x="9678" y="35537"/>
                    </a:cubicBezTo>
                    <a:cubicBezTo>
                      <a:pt x="9653" y="35231"/>
                      <a:pt x="9586" y="34924"/>
                      <a:pt x="9504" y="34626"/>
                    </a:cubicBezTo>
                    <a:cubicBezTo>
                      <a:pt x="9491" y="34607"/>
                      <a:pt x="9474" y="34598"/>
                      <a:pt x="9452" y="34598"/>
                    </a:cubicBezTo>
                    <a:cubicBezTo>
                      <a:pt x="9445" y="34598"/>
                      <a:pt x="9437" y="34599"/>
                      <a:pt x="9429" y="34601"/>
                    </a:cubicBezTo>
                    <a:lnTo>
                      <a:pt x="9487" y="33731"/>
                    </a:lnTo>
                    <a:cubicBezTo>
                      <a:pt x="9492" y="33690"/>
                      <a:pt x="9458" y="33666"/>
                      <a:pt x="9426" y="33666"/>
                    </a:cubicBezTo>
                    <a:cubicBezTo>
                      <a:pt x="9400" y="33666"/>
                      <a:pt x="9375" y="33681"/>
                      <a:pt x="9371" y="33715"/>
                    </a:cubicBezTo>
                    <a:lnTo>
                      <a:pt x="9338" y="33955"/>
                    </a:lnTo>
                    <a:cubicBezTo>
                      <a:pt x="9338" y="33855"/>
                      <a:pt x="9330" y="33756"/>
                      <a:pt x="9321" y="33665"/>
                    </a:cubicBezTo>
                    <a:cubicBezTo>
                      <a:pt x="9296" y="33474"/>
                      <a:pt x="9272" y="33292"/>
                      <a:pt x="9238" y="33110"/>
                    </a:cubicBezTo>
                    <a:cubicBezTo>
                      <a:pt x="9197" y="32928"/>
                      <a:pt x="9131" y="32745"/>
                      <a:pt x="9147" y="32555"/>
                    </a:cubicBezTo>
                    <a:cubicBezTo>
                      <a:pt x="9147" y="32522"/>
                      <a:pt x="9120" y="32502"/>
                      <a:pt x="9096" y="32502"/>
                    </a:cubicBezTo>
                    <a:cubicBezTo>
                      <a:pt x="9077" y="32502"/>
                      <a:pt x="9060" y="32513"/>
                      <a:pt x="9056" y="32538"/>
                    </a:cubicBezTo>
                    <a:cubicBezTo>
                      <a:pt x="9056" y="32571"/>
                      <a:pt x="9048" y="32596"/>
                      <a:pt x="9048" y="32621"/>
                    </a:cubicBezTo>
                    <a:cubicBezTo>
                      <a:pt x="9040" y="32555"/>
                      <a:pt x="9023" y="32488"/>
                      <a:pt x="9015" y="32414"/>
                    </a:cubicBezTo>
                    <a:cubicBezTo>
                      <a:pt x="8982" y="32157"/>
                      <a:pt x="8932" y="31892"/>
                      <a:pt x="8907" y="31627"/>
                    </a:cubicBezTo>
                    <a:cubicBezTo>
                      <a:pt x="8903" y="31598"/>
                      <a:pt x="8880" y="31583"/>
                      <a:pt x="8858" y="31583"/>
                    </a:cubicBezTo>
                    <a:cubicBezTo>
                      <a:pt x="8837" y="31583"/>
                      <a:pt x="8816" y="31598"/>
                      <a:pt x="8816" y="31627"/>
                    </a:cubicBezTo>
                    <a:cubicBezTo>
                      <a:pt x="8816" y="31652"/>
                      <a:pt x="8808" y="31676"/>
                      <a:pt x="8808" y="31701"/>
                    </a:cubicBezTo>
                    <a:cubicBezTo>
                      <a:pt x="8791" y="31569"/>
                      <a:pt x="8774" y="31436"/>
                      <a:pt x="8766" y="31304"/>
                    </a:cubicBezTo>
                    <a:cubicBezTo>
                      <a:pt x="8750" y="31121"/>
                      <a:pt x="8758" y="30947"/>
                      <a:pt x="8783" y="30765"/>
                    </a:cubicBezTo>
                    <a:cubicBezTo>
                      <a:pt x="8808" y="30591"/>
                      <a:pt x="8857" y="30409"/>
                      <a:pt x="8841" y="30235"/>
                    </a:cubicBezTo>
                    <a:cubicBezTo>
                      <a:pt x="8841" y="30203"/>
                      <a:pt x="8819" y="30189"/>
                      <a:pt x="8795" y="30189"/>
                    </a:cubicBezTo>
                    <a:cubicBezTo>
                      <a:pt x="8775" y="30189"/>
                      <a:pt x="8753" y="30199"/>
                      <a:pt x="8741" y="30218"/>
                    </a:cubicBezTo>
                    <a:cubicBezTo>
                      <a:pt x="8692" y="30334"/>
                      <a:pt x="8658" y="30475"/>
                      <a:pt x="8634" y="30599"/>
                    </a:cubicBezTo>
                    <a:cubicBezTo>
                      <a:pt x="8625" y="30458"/>
                      <a:pt x="8617" y="30326"/>
                      <a:pt x="8617" y="30185"/>
                    </a:cubicBezTo>
                    <a:cubicBezTo>
                      <a:pt x="8609" y="29878"/>
                      <a:pt x="8600" y="29572"/>
                      <a:pt x="8600" y="29274"/>
                    </a:cubicBezTo>
                    <a:cubicBezTo>
                      <a:pt x="8600" y="29241"/>
                      <a:pt x="8574" y="29221"/>
                      <a:pt x="8549" y="29221"/>
                    </a:cubicBezTo>
                    <a:cubicBezTo>
                      <a:pt x="8530" y="29221"/>
                      <a:pt x="8513" y="29232"/>
                      <a:pt x="8509" y="29257"/>
                    </a:cubicBezTo>
                    <a:cubicBezTo>
                      <a:pt x="8460" y="29564"/>
                      <a:pt x="8443" y="29870"/>
                      <a:pt x="8443" y="30185"/>
                    </a:cubicBezTo>
                    <a:cubicBezTo>
                      <a:pt x="8443" y="30334"/>
                      <a:pt x="8443" y="30475"/>
                      <a:pt x="8451" y="30624"/>
                    </a:cubicBezTo>
                    <a:cubicBezTo>
                      <a:pt x="8460" y="30773"/>
                      <a:pt x="8460" y="30947"/>
                      <a:pt x="8526" y="31080"/>
                    </a:cubicBezTo>
                    <a:cubicBezTo>
                      <a:pt x="8534" y="31105"/>
                      <a:pt x="8542" y="31113"/>
                      <a:pt x="8559" y="31113"/>
                    </a:cubicBezTo>
                    <a:cubicBezTo>
                      <a:pt x="8559" y="31179"/>
                      <a:pt x="8559" y="31237"/>
                      <a:pt x="8559" y="31304"/>
                    </a:cubicBezTo>
                    <a:cubicBezTo>
                      <a:pt x="8576" y="31494"/>
                      <a:pt x="8600" y="31685"/>
                      <a:pt x="8625" y="31875"/>
                    </a:cubicBezTo>
                    <a:cubicBezTo>
                      <a:pt x="8634" y="31966"/>
                      <a:pt x="8642" y="32066"/>
                      <a:pt x="8658" y="32157"/>
                    </a:cubicBezTo>
                    <a:cubicBezTo>
                      <a:pt x="8675" y="32248"/>
                      <a:pt x="8692" y="32348"/>
                      <a:pt x="8741" y="32422"/>
                    </a:cubicBezTo>
                    <a:cubicBezTo>
                      <a:pt x="8752" y="32432"/>
                      <a:pt x="8768" y="32439"/>
                      <a:pt x="8785" y="32439"/>
                    </a:cubicBezTo>
                    <a:cubicBezTo>
                      <a:pt x="8796" y="32439"/>
                      <a:pt x="8806" y="32437"/>
                      <a:pt x="8816" y="32430"/>
                    </a:cubicBezTo>
                    <a:cubicBezTo>
                      <a:pt x="8824" y="32563"/>
                      <a:pt x="8849" y="32687"/>
                      <a:pt x="8866" y="32820"/>
                    </a:cubicBezTo>
                    <a:cubicBezTo>
                      <a:pt x="8890" y="32952"/>
                      <a:pt x="8907" y="33093"/>
                      <a:pt x="8998" y="33193"/>
                    </a:cubicBezTo>
                    <a:cubicBezTo>
                      <a:pt x="9013" y="33207"/>
                      <a:pt x="9033" y="33216"/>
                      <a:pt x="9052" y="33216"/>
                    </a:cubicBezTo>
                    <a:cubicBezTo>
                      <a:pt x="9066" y="33216"/>
                      <a:pt x="9079" y="33211"/>
                      <a:pt x="9089" y="33201"/>
                    </a:cubicBezTo>
                    <a:cubicBezTo>
                      <a:pt x="9106" y="33350"/>
                      <a:pt x="9122" y="33491"/>
                      <a:pt x="9139" y="33640"/>
                    </a:cubicBezTo>
                    <a:cubicBezTo>
                      <a:pt x="9156" y="33831"/>
                      <a:pt x="9156" y="34021"/>
                      <a:pt x="9164" y="34212"/>
                    </a:cubicBezTo>
                    <a:cubicBezTo>
                      <a:pt x="9164" y="34311"/>
                      <a:pt x="9164" y="34402"/>
                      <a:pt x="9172" y="34502"/>
                    </a:cubicBezTo>
                    <a:cubicBezTo>
                      <a:pt x="9172" y="34593"/>
                      <a:pt x="9164" y="34684"/>
                      <a:pt x="9197" y="34775"/>
                    </a:cubicBezTo>
                    <a:cubicBezTo>
                      <a:pt x="9197" y="34800"/>
                      <a:pt x="9214" y="34808"/>
                      <a:pt x="9230" y="34808"/>
                    </a:cubicBezTo>
                    <a:cubicBezTo>
                      <a:pt x="9214" y="34949"/>
                      <a:pt x="9205" y="35090"/>
                      <a:pt x="9205" y="35231"/>
                    </a:cubicBezTo>
                    <a:cubicBezTo>
                      <a:pt x="9197" y="35380"/>
                      <a:pt x="9205" y="35546"/>
                      <a:pt x="9280" y="35678"/>
                    </a:cubicBezTo>
                    <a:cubicBezTo>
                      <a:pt x="9291" y="35693"/>
                      <a:pt x="9308" y="35699"/>
                      <a:pt x="9325" y="35699"/>
                    </a:cubicBezTo>
                    <a:cubicBezTo>
                      <a:pt x="9346" y="35699"/>
                      <a:pt x="9366" y="35689"/>
                      <a:pt x="9371" y="35670"/>
                    </a:cubicBezTo>
                    <a:cubicBezTo>
                      <a:pt x="9421" y="35521"/>
                      <a:pt x="9396" y="35347"/>
                      <a:pt x="9404" y="35189"/>
                    </a:cubicBezTo>
                    <a:cubicBezTo>
                      <a:pt x="9404" y="35065"/>
                      <a:pt x="9412" y="34933"/>
                      <a:pt x="9421" y="34800"/>
                    </a:cubicBezTo>
                    <a:cubicBezTo>
                      <a:pt x="9462" y="35049"/>
                      <a:pt x="9479" y="35297"/>
                      <a:pt x="9479" y="35546"/>
                    </a:cubicBezTo>
                    <a:cubicBezTo>
                      <a:pt x="9479" y="35695"/>
                      <a:pt x="9479" y="35836"/>
                      <a:pt x="9470" y="35985"/>
                    </a:cubicBezTo>
                    <a:cubicBezTo>
                      <a:pt x="9462" y="36109"/>
                      <a:pt x="9437" y="36267"/>
                      <a:pt x="9470" y="36391"/>
                    </a:cubicBezTo>
                    <a:cubicBezTo>
                      <a:pt x="9446" y="36615"/>
                      <a:pt x="9412" y="36838"/>
                      <a:pt x="9371" y="37054"/>
                    </a:cubicBezTo>
                    <a:cubicBezTo>
                      <a:pt x="9354" y="37112"/>
                      <a:pt x="9346" y="37170"/>
                      <a:pt x="9330" y="37228"/>
                    </a:cubicBezTo>
                    <a:cubicBezTo>
                      <a:pt x="9305" y="37186"/>
                      <a:pt x="9272" y="37137"/>
                      <a:pt x="9230" y="37103"/>
                    </a:cubicBezTo>
                    <a:cubicBezTo>
                      <a:pt x="9147" y="37035"/>
                      <a:pt x="9050" y="37013"/>
                      <a:pt x="8950" y="37013"/>
                    </a:cubicBezTo>
                    <a:cubicBezTo>
                      <a:pt x="8880" y="37013"/>
                      <a:pt x="8809" y="37024"/>
                      <a:pt x="8741" y="37037"/>
                    </a:cubicBezTo>
                    <a:cubicBezTo>
                      <a:pt x="8559" y="37079"/>
                      <a:pt x="8368" y="37095"/>
                      <a:pt x="8178" y="37095"/>
                    </a:cubicBezTo>
                    <a:cubicBezTo>
                      <a:pt x="8128" y="37087"/>
                      <a:pt x="8079" y="37087"/>
                      <a:pt x="8037" y="37079"/>
                    </a:cubicBezTo>
                    <a:cubicBezTo>
                      <a:pt x="7963" y="37037"/>
                      <a:pt x="7896" y="36987"/>
                      <a:pt x="7822" y="36946"/>
                    </a:cubicBezTo>
                    <a:cubicBezTo>
                      <a:pt x="7747" y="36896"/>
                      <a:pt x="7673" y="36855"/>
                      <a:pt x="7598" y="36805"/>
                    </a:cubicBezTo>
                    <a:cubicBezTo>
                      <a:pt x="7523" y="36764"/>
                      <a:pt x="7424" y="36722"/>
                      <a:pt x="7374" y="36656"/>
                    </a:cubicBezTo>
                    <a:cubicBezTo>
                      <a:pt x="7333" y="36606"/>
                      <a:pt x="7341" y="36507"/>
                      <a:pt x="7341" y="36441"/>
                    </a:cubicBezTo>
                    <a:lnTo>
                      <a:pt x="7341" y="36441"/>
                    </a:lnTo>
                    <a:cubicBezTo>
                      <a:pt x="7349" y="36444"/>
                      <a:pt x="7359" y="36446"/>
                      <a:pt x="7368" y="36446"/>
                    </a:cubicBezTo>
                    <a:cubicBezTo>
                      <a:pt x="7406" y="36446"/>
                      <a:pt x="7445" y="36419"/>
                      <a:pt x="7432" y="36366"/>
                    </a:cubicBezTo>
                    <a:cubicBezTo>
                      <a:pt x="7407" y="36267"/>
                      <a:pt x="7366" y="36175"/>
                      <a:pt x="7333" y="36084"/>
                    </a:cubicBezTo>
                    <a:cubicBezTo>
                      <a:pt x="7325" y="35910"/>
                      <a:pt x="7316" y="35745"/>
                      <a:pt x="7308" y="35579"/>
                    </a:cubicBezTo>
                    <a:cubicBezTo>
                      <a:pt x="7308" y="35562"/>
                      <a:pt x="7300" y="35562"/>
                      <a:pt x="7291" y="35554"/>
                    </a:cubicBezTo>
                    <a:cubicBezTo>
                      <a:pt x="7308" y="35479"/>
                      <a:pt x="7333" y="35397"/>
                      <a:pt x="7358" y="35322"/>
                    </a:cubicBezTo>
                    <a:cubicBezTo>
                      <a:pt x="7383" y="35297"/>
                      <a:pt x="7407" y="35272"/>
                      <a:pt x="7432" y="35247"/>
                    </a:cubicBezTo>
                    <a:cubicBezTo>
                      <a:pt x="7507" y="35173"/>
                      <a:pt x="7573" y="35090"/>
                      <a:pt x="7639" y="35015"/>
                    </a:cubicBezTo>
                    <a:cubicBezTo>
                      <a:pt x="7639" y="35043"/>
                      <a:pt x="7667" y="35070"/>
                      <a:pt x="7695" y="35070"/>
                    </a:cubicBezTo>
                    <a:cubicBezTo>
                      <a:pt x="7701" y="35070"/>
                      <a:pt x="7708" y="35068"/>
                      <a:pt x="7714" y="35065"/>
                    </a:cubicBezTo>
                    <a:cubicBezTo>
                      <a:pt x="7822" y="35015"/>
                      <a:pt x="7905" y="34924"/>
                      <a:pt x="7979" y="34841"/>
                    </a:cubicBezTo>
                    <a:cubicBezTo>
                      <a:pt x="8062" y="34759"/>
                      <a:pt x="8137" y="34659"/>
                      <a:pt x="8211" y="34560"/>
                    </a:cubicBezTo>
                    <a:cubicBezTo>
                      <a:pt x="8352" y="34361"/>
                      <a:pt x="8468" y="34145"/>
                      <a:pt x="8542" y="33913"/>
                    </a:cubicBezTo>
                    <a:cubicBezTo>
                      <a:pt x="8692" y="33458"/>
                      <a:pt x="8683" y="32952"/>
                      <a:pt x="8410" y="32555"/>
                    </a:cubicBezTo>
                    <a:cubicBezTo>
                      <a:pt x="8410" y="32323"/>
                      <a:pt x="8385" y="32099"/>
                      <a:pt x="8335" y="31875"/>
                    </a:cubicBezTo>
                    <a:cubicBezTo>
                      <a:pt x="8219" y="31386"/>
                      <a:pt x="8004" y="30914"/>
                      <a:pt x="7731" y="30500"/>
                    </a:cubicBezTo>
                    <a:cubicBezTo>
                      <a:pt x="7573" y="30268"/>
                      <a:pt x="7399" y="30052"/>
                      <a:pt x="7192" y="29854"/>
                    </a:cubicBezTo>
                    <a:cubicBezTo>
                      <a:pt x="7183" y="29847"/>
                      <a:pt x="7174" y="29844"/>
                      <a:pt x="7166" y="29844"/>
                    </a:cubicBezTo>
                    <a:cubicBezTo>
                      <a:pt x="7133" y="29844"/>
                      <a:pt x="7106" y="29887"/>
                      <a:pt x="7126" y="29920"/>
                    </a:cubicBezTo>
                    <a:cubicBezTo>
                      <a:pt x="7515" y="30400"/>
                      <a:pt x="7830" y="30914"/>
                      <a:pt x="8004" y="31502"/>
                    </a:cubicBezTo>
                    <a:cubicBezTo>
                      <a:pt x="8095" y="31784"/>
                      <a:pt x="8153" y="32091"/>
                      <a:pt x="8161" y="32381"/>
                    </a:cubicBezTo>
                    <a:cubicBezTo>
                      <a:pt x="8170" y="32530"/>
                      <a:pt x="8170" y="32679"/>
                      <a:pt x="8153" y="32828"/>
                    </a:cubicBezTo>
                    <a:cubicBezTo>
                      <a:pt x="8137" y="32977"/>
                      <a:pt x="8095" y="33118"/>
                      <a:pt x="8095" y="33267"/>
                    </a:cubicBezTo>
                    <a:cubicBezTo>
                      <a:pt x="8095" y="33311"/>
                      <a:pt x="8125" y="33341"/>
                      <a:pt x="8159" y="33341"/>
                    </a:cubicBezTo>
                    <a:cubicBezTo>
                      <a:pt x="8176" y="33341"/>
                      <a:pt x="8194" y="33334"/>
                      <a:pt x="8211" y="33317"/>
                    </a:cubicBezTo>
                    <a:cubicBezTo>
                      <a:pt x="8319" y="33193"/>
                      <a:pt x="8368" y="33019"/>
                      <a:pt x="8393" y="32845"/>
                    </a:cubicBezTo>
                    <a:lnTo>
                      <a:pt x="8393" y="32845"/>
                    </a:lnTo>
                    <a:cubicBezTo>
                      <a:pt x="8476" y="33184"/>
                      <a:pt x="8443" y="33549"/>
                      <a:pt x="8319" y="33880"/>
                    </a:cubicBezTo>
                    <a:cubicBezTo>
                      <a:pt x="8244" y="34079"/>
                      <a:pt x="8137" y="34270"/>
                      <a:pt x="8012" y="34444"/>
                    </a:cubicBezTo>
                    <a:cubicBezTo>
                      <a:pt x="7996" y="34477"/>
                      <a:pt x="7971" y="34510"/>
                      <a:pt x="7946" y="34543"/>
                    </a:cubicBezTo>
                    <a:cubicBezTo>
                      <a:pt x="7938" y="34536"/>
                      <a:pt x="7928" y="34532"/>
                      <a:pt x="7917" y="34532"/>
                    </a:cubicBezTo>
                    <a:cubicBezTo>
                      <a:pt x="7903" y="34532"/>
                      <a:pt x="7889" y="34538"/>
                      <a:pt x="7880" y="34551"/>
                    </a:cubicBezTo>
                    <a:cubicBezTo>
                      <a:pt x="7706" y="34759"/>
                      <a:pt x="7515" y="34957"/>
                      <a:pt x="7325" y="35156"/>
                    </a:cubicBezTo>
                    <a:cubicBezTo>
                      <a:pt x="7142" y="35347"/>
                      <a:pt x="6927" y="35521"/>
                      <a:pt x="6753" y="35728"/>
                    </a:cubicBezTo>
                    <a:cubicBezTo>
                      <a:pt x="6719" y="35762"/>
                      <a:pt x="6757" y="35801"/>
                      <a:pt x="6794" y="35801"/>
                    </a:cubicBezTo>
                    <a:cubicBezTo>
                      <a:pt x="6803" y="35801"/>
                      <a:pt x="6811" y="35799"/>
                      <a:pt x="6819" y="35794"/>
                    </a:cubicBezTo>
                    <a:cubicBezTo>
                      <a:pt x="6919" y="35736"/>
                      <a:pt x="7001" y="35670"/>
                      <a:pt x="7084" y="35595"/>
                    </a:cubicBezTo>
                    <a:lnTo>
                      <a:pt x="7084" y="35595"/>
                    </a:lnTo>
                    <a:cubicBezTo>
                      <a:pt x="7068" y="35670"/>
                      <a:pt x="7059" y="35745"/>
                      <a:pt x="7059" y="35819"/>
                    </a:cubicBezTo>
                    <a:cubicBezTo>
                      <a:pt x="7068" y="35919"/>
                      <a:pt x="7101" y="36026"/>
                      <a:pt x="7142" y="36117"/>
                    </a:cubicBezTo>
                    <a:cubicBezTo>
                      <a:pt x="7151" y="36151"/>
                      <a:pt x="7159" y="36175"/>
                      <a:pt x="7175" y="36200"/>
                    </a:cubicBezTo>
                    <a:cubicBezTo>
                      <a:pt x="7167" y="36300"/>
                      <a:pt x="7159" y="36399"/>
                      <a:pt x="7159" y="36499"/>
                    </a:cubicBezTo>
                    <a:cubicBezTo>
                      <a:pt x="7151" y="36590"/>
                      <a:pt x="7142" y="36689"/>
                      <a:pt x="7192" y="36764"/>
                    </a:cubicBezTo>
                    <a:cubicBezTo>
                      <a:pt x="7242" y="36838"/>
                      <a:pt x="7325" y="36888"/>
                      <a:pt x="7399" y="36938"/>
                    </a:cubicBezTo>
                    <a:cubicBezTo>
                      <a:pt x="7449" y="36971"/>
                      <a:pt x="7499" y="37004"/>
                      <a:pt x="7548" y="37037"/>
                    </a:cubicBezTo>
                    <a:cubicBezTo>
                      <a:pt x="7532" y="37054"/>
                      <a:pt x="7532" y="37095"/>
                      <a:pt x="7565" y="37112"/>
                    </a:cubicBezTo>
                    <a:cubicBezTo>
                      <a:pt x="7656" y="37161"/>
                      <a:pt x="7747" y="37195"/>
                      <a:pt x="7847" y="37219"/>
                    </a:cubicBezTo>
                    <a:cubicBezTo>
                      <a:pt x="7963" y="37277"/>
                      <a:pt x="8079" y="37335"/>
                      <a:pt x="8203" y="37369"/>
                    </a:cubicBezTo>
                    <a:cubicBezTo>
                      <a:pt x="8209" y="37370"/>
                      <a:pt x="8215" y="37371"/>
                      <a:pt x="8221" y="37371"/>
                    </a:cubicBezTo>
                    <a:cubicBezTo>
                      <a:pt x="8276" y="37371"/>
                      <a:pt x="8306" y="37306"/>
                      <a:pt x="8261" y="37261"/>
                    </a:cubicBezTo>
                    <a:cubicBezTo>
                      <a:pt x="8344" y="37261"/>
                      <a:pt x="8418" y="37253"/>
                      <a:pt x="8493" y="37253"/>
                    </a:cubicBezTo>
                    <a:cubicBezTo>
                      <a:pt x="8638" y="37237"/>
                      <a:pt x="8791" y="37194"/>
                      <a:pt x="8937" y="37194"/>
                    </a:cubicBezTo>
                    <a:cubicBezTo>
                      <a:pt x="8949" y="37194"/>
                      <a:pt x="8961" y="37194"/>
                      <a:pt x="8973" y="37195"/>
                    </a:cubicBezTo>
                    <a:cubicBezTo>
                      <a:pt x="9031" y="37195"/>
                      <a:pt x="9089" y="37219"/>
                      <a:pt x="9139" y="37261"/>
                    </a:cubicBezTo>
                    <a:cubicBezTo>
                      <a:pt x="9180" y="37311"/>
                      <a:pt x="9189" y="37360"/>
                      <a:pt x="9197" y="37418"/>
                    </a:cubicBezTo>
                    <a:cubicBezTo>
                      <a:pt x="9204" y="37447"/>
                      <a:pt x="9236" y="37470"/>
                      <a:pt x="9261" y="37470"/>
                    </a:cubicBezTo>
                    <a:cubicBezTo>
                      <a:pt x="9265" y="37470"/>
                      <a:pt x="9268" y="37469"/>
                      <a:pt x="9272" y="37468"/>
                    </a:cubicBezTo>
                    <a:cubicBezTo>
                      <a:pt x="9272" y="37485"/>
                      <a:pt x="9272" y="37501"/>
                      <a:pt x="9272" y="37518"/>
                    </a:cubicBezTo>
                    <a:cubicBezTo>
                      <a:pt x="9234" y="37509"/>
                      <a:pt x="9197" y="37505"/>
                      <a:pt x="9161" y="37505"/>
                    </a:cubicBezTo>
                    <a:cubicBezTo>
                      <a:pt x="9125" y="37505"/>
                      <a:pt x="9089" y="37509"/>
                      <a:pt x="9056" y="37518"/>
                    </a:cubicBezTo>
                    <a:cubicBezTo>
                      <a:pt x="8982" y="37534"/>
                      <a:pt x="8915" y="37567"/>
                      <a:pt x="8849" y="37609"/>
                    </a:cubicBezTo>
                    <a:cubicBezTo>
                      <a:pt x="8806" y="37630"/>
                      <a:pt x="8838" y="37696"/>
                      <a:pt x="8880" y="37696"/>
                    </a:cubicBezTo>
                    <a:cubicBezTo>
                      <a:pt x="8886" y="37696"/>
                      <a:pt x="8892" y="37695"/>
                      <a:pt x="8899" y="37692"/>
                    </a:cubicBezTo>
                    <a:cubicBezTo>
                      <a:pt x="8957" y="37669"/>
                      <a:pt x="9014" y="37662"/>
                      <a:pt x="9072" y="37662"/>
                    </a:cubicBezTo>
                    <a:cubicBezTo>
                      <a:pt x="9122" y="37662"/>
                      <a:pt x="9172" y="37667"/>
                      <a:pt x="9222" y="37675"/>
                    </a:cubicBezTo>
                    <a:cubicBezTo>
                      <a:pt x="9247" y="37683"/>
                      <a:pt x="9263" y="37683"/>
                      <a:pt x="9288" y="37692"/>
                    </a:cubicBezTo>
                    <a:cubicBezTo>
                      <a:pt x="9296" y="37692"/>
                      <a:pt x="9296" y="37700"/>
                      <a:pt x="9305" y="37700"/>
                    </a:cubicBezTo>
                    <a:cubicBezTo>
                      <a:pt x="9321" y="37733"/>
                      <a:pt x="9338" y="37758"/>
                      <a:pt x="9363" y="37783"/>
                    </a:cubicBezTo>
                    <a:cubicBezTo>
                      <a:pt x="9354" y="37808"/>
                      <a:pt x="9346" y="37833"/>
                      <a:pt x="9354" y="37857"/>
                    </a:cubicBezTo>
                    <a:lnTo>
                      <a:pt x="9354" y="37866"/>
                    </a:lnTo>
                    <a:cubicBezTo>
                      <a:pt x="9354" y="37874"/>
                      <a:pt x="9346" y="37891"/>
                      <a:pt x="9346" y="37899"/>
                    </a:cubicBezTo>
                    <a:lnTo>
                      <a:pt x="9346" y="37915"/>
                    </a:lnTo>
                    <a:cubicBezTo>
                      <a:pt x="9338" y="37932"/>
                      <a:pt x="9338" y="37940"/>
                      <a:pt x="9330" y="37957"/>
                    </a:cubicBezTo>
                    <a:cubicBezTo>
                      <a:pt x="9330" y="37965"/>
                      <a:pt x="9321" y="37965"/>
                      <a:pt x="9321" y="37973"/>
                    </a:cubicBezTo>
                    <a:lnTo>
                      <a:pt x="9305" y="38015"/>
                    </a:lnTo>
                    <a:cubicBezTo>
                      <a:pt x="9288" y="38048"/>
                      <a:pt x="9263" y="38073"/>
                      <a:pt x="9247" y="38106"/>
                    </a:cubicBezTo>
                    <a:cubicBezTo>
                      <a:pt x="9205" y="38114"/>
                      <a:pt x="9164" y="38131"/>
                      <a:pt x="9122" y="38156"/>
                    </a:cubicBezTo>
                    <a:cubicBezTo>
                      <a:pt x="9098" y="38164"/>
                      <a:pt x="9089" y="38189"/>
                      <a:pt x="9098" y="38214"/>
                    </a:cubicBezTo>
                    <a:cubicBezTo>
                      <a:pt x="9106" y="38239"/>
                      <a:pt x="9122" y="38247"/>
                      <a:pt x="9147" y="38247"/>
                    </a:cubicBezTo>
                    <a:cubicBezTo>
                      <a:pt x="9139" y="38255"/>
                      <a:pt x="9131" y="38263"/>
                      <a:pt x="9122" y="38272"/>
                    </a:cubicBezTo>
                    <a:cubicBezTo>
                      <a:pt x="9122" y="38280"/>
                      <a:pt x="9114" y="38288"/>
                      <a:pt x="9114" y="38297"/>
                    </a:cubicBezTo>
                    <a:cubicBezTo>
                      <a:pt x="9048" y="38330"/>
                      <a:pt x="8982" y="38346"/>
                      <a:pt x="8907" y="38363"/>
                    </a:cubicBezTo>
                    <a:cubicBezTo>
                      <a:pt x="8786" y="38385"/>
                      <a:pt x="8657" y="38389"/>
                      <a:pt x="8528" y="38389"/>
                    </a:cubicBezTo>
                    <a:cubicBezTo>
                      <a:pt x="8463" y="38389"/>
                      <a:pt x="8399" y="38388"/>
                      <a:pt x="8335" y="38388"/>
                    </a:cubicBezTo>
                    <a:cubicBezTo>
                      <a:pt x="8021" y="38379"/>
                      <a:pt x="7706" y="38346"/>
                      <a:pt x="7391" y="38305"/>
                    </a:cubicBezTo>
                    <a:cubicBezTo>
                      <a:pt x="7366" y="38305"/>
                      <a:pt x="7341" y="38297"/>
                      <a:pt x="7316" y="38297"/>
                    </a:cubicBezTo>
                    <a:cubicBezTo>
                      <a:pt x="7076" y="38247"/>
                      <a:pt x="6836" y="38197"/>
                      <a:pt x="6595" y="38164"/>
                    </a:cubicBezTo>
                    <a:cubicBezTo>
                      <a:pt x="6562" y="38164"/>
                      <a:pt x="6537" y="38181"/>
                      <a:pt x="6529" y="38205"/>
                    </a:cubicBezTo>
                    <a:cubicBezTo>
                      <a:pt x="5974" y="38147"/>
                      <a:pt x="5427" y="38023"/>
                      <a:pt x="4897" y="37849"/>
                    </a:cubicBezTo>
                    <a:cubicBezTo>
                      <a:pt x="4890" y="37847"/>
                      <a:pt x="4884" y="37846"/>
                      <a:pt x="4879" y="37846"/>
                    </a:cubicBezTo>
                    <a:cubicBezTo>
                      <a:pt x="4863" y="37846"/>
                      <a:pt x="4851" y="37854"/>
                      <a:pt x="4839" y="37866"/>
                    </a:cubicBezTo>
                    <a:cubicBezTo>
                      <a:pt x="4773" y="37849"/>
                      <a:pt x="4715" y="37833"/>
                      <a:pt x="4657" y="37808"/>
                    </a:cubicBezTo>
                    <a:cubicBezTo>
                      <a:pt x="4499" y="37766"/>
                      <a:pt x="4350" y="37717"/>
                      <a:pt x="4209" y="37659"/>
                    </a:cubicBezTo>
                    <a:cubicBezTo>
                      <a:pt x="4068" y="37601"/>
                      <a:pt x="3927" y="37534"/>
                      <a:pt x="3787" y="37460"/>
                    </a:cubicBezTo>
                    <a:cubicBezTo>
                      <a:pt x="3753" y="37443"/>
                      <a:pt x="3712" y="37427"/>
                      <a:pt x="3679" y="37402"/>
                    </a:cubicBezTo>
                    <a:cubicBezTo>
                      <a:pt x="3654" y="37393"/>
                      <a:pt x="3604" y="37369"/>
                      <a:pt x="3596" y="37344"/>
                    </a:cubicBezTo>
                    <a:cubicBezTo>
                      <a:pt x="3588" y="37335"/>
                      <a:pt x="3613" y="37335"/>
                      <a:pt x="3637" y="37319"/>
                    </a:cubicBezTo>
                    <a:cubicBezTo>
                      <a:pt x="3654" y="37311"/>
                      <a:pt x="3662" y="37311"/>
                      <a:pt x="3687" y="37302"/>
                    </a:cubicBezTo>
                    <a:cubicBezTo>
                      <a:pt x="3712" y="37304"/>
                      <a:pt x="3737" y="37304"/>
                      <a:pt x="3762" y="37304"/>
                    </a:cubicBezTo>
                    <a:cubicBezTo>
                      <a:pt x="3878" y="37304"/>
                      <a:pt x="3994" y="37290"/>
                      <a:pt x="4110" y="37269"/>
                    </a:cubicBezTo>
                    <a:cubicBezTo>
                      <a:pt x="4176" y="37253"/>
                      <a:pt x="4159" y="37170"/>
                      <a:pt x="4101" y="37170"/>
                    </a:cubicBezTo>
                    <a:cubicBezTo>
                      <a:pt x="4074" y="37171"/>
                      <a:pt x="4046" y="37171"/>
                      <a:pt x="4018" y="37171"/>
                    </a:cubicBezTo>
                    <a:cubicBezTo>
                      <a:pt x="3770" y="37171"/>
                      <a:pt x="3511" y="37138"/>
                      <a:pt x="3273" y="37079"/>
                    </a:cubicBezTo>
                    <a:cubicBezTo>
                      <a:pt x="3008" y="37004"/>
                      <a:pt x="2759" y="36880"/>
                      <a:pt x="2527" y="36731"/>
                    </a:cubicBezTo>
                    <a:cubicBezTo>
                      <a:pt x="2515" y="36722"/>
                      <a:pt x="2504" y="36718"/>
                      <a:pt x="2493" y="36718"/>
                    </a:cubicBezTo>
                    <a:cubicBezTo>
                      <a:pt x="2450" y="36718"/>
                      <a:pt x="2420" y="36774"/>
                      <a:pt x="2453" y="36813"/>
                    </a:cubicBezTo>
                    <a:cubicBezTo>
                      <a:pt x="2436" y="36805"/>
                      <a:pt x="2420" y="36797"/>
                      <a:pt x="2403" y="36797"/>
                    </a:cubicBezTo>
                    <a:cubicBezTo>
                      <a:pt x="2171" y="36706"/>
                      <a:pt x="1947" y="36606"/>
                      <a:pt x="1740" y="36482"/>
                    </a:cubicBezTo>
                    <a:cubicBezTo>
                      <a:pt x="1550" y="36366"/>
                      <a:pt x="1359" y="36225"/>
                      <a:pt x="1202" y="36068"/>
                    </a:cubicBezTo>
                    <a:cubicBezTo>
                      <a:pt x="1160" y="36026"/>
                      <a:pt x="1119" y="35985"/>
                      <a:pt x="1077" y="35935"/>
                    </a:cubicBezTo>
                    <a:lnTo>
                      <a:pt x="1077" y="35935"/>
                    </a:lnTo>
                    <a:cubicBezTo>
                      <a:pt x="1089" y="35941"/>
                      <a:pt x="1101" y="35947"/>
                      <a:pt x="1112" y="35947"/>
                    </a:cubicBezTo>
                    <a:cubicBezTo>
                      <a:pt x="1117" y="35947"/>
                      <a:pt x="1122" y="35946"/>
                      <a:pt x="1127" y="35943"/>
                    </a:cubicBezTo>
                    <a:cubicBezTo>
                      <a:pt x="1177" y="35927"/>
                      <a:pt x="1152" y="35869"/>
                      <a:pt x="1135" y="35836"/>
                    </a:cubicBezTo>
                    <a:cubicBezTo>
                      <a:pt x="1094" y="35761"/>
                      <a:pt x="1036" y="35695"/>
                      <a:pt x="978" y="35629"/>
                    </a:cubicBezTo>
                    <a:cubicBezTo>
                      <a:pt x="920" y="35562"/>
                      <a:pt x="862" y="35488"/>
                      <a:pt x="796" y="35421"/>
                    </a:cubicBezTo>
                    <a:cubicBezTo>
                      <a:pt x="786" y="35408"/>
                      <a:pt x="772" y="35402"/>
                      <a:pt x="757" y="35402"/>
                    </a:cubicBezTo>
                    <a:cubicBezTo>
                      <a:pt x="745" y="35402"/>
                      <a:pt x="732" y="35406"/>
                      <a:pt x="721" y="35413"/>
                    </a:cubicBezTo>
                    <a:cubicBezTo>
                      <a:pt x="688" y="35347"/>
                      <a:pt x="663" y="35289"/>
                      <a:pt x="638" y="35231"/>
                    </a:cubicBezTo>
                    <a:cubicBezTo>
                      <a:pt x="597" y="35107"/>
                      <a:pt x="572" y="34982"/>
                      <a:pt x="539" y="34858"/>
                    </a:cubicBezTo>
                    <a:cubicBezTo>
                      <a:pt x="514" y="34725"/>
                      <a:pt x="489" y="34585"/>
                      <a:pt x="489" y="34452"/>
                    </a:cubicBezTo>
                    <a:cubicBezTo>
                      <a:pt x="489" y="34419"/>
                      <a:pt x="472" y="34402"/>
                      <a:pt x="448" y="34394"/>
                    </a:cubicBezTo>
                    <a:cubicBezTo>
                      <a:pt x="439" y="34361"/>
                      <a:pt x="439" y="34328"/>
                      <a:pt x="431" y="34295"/>
                    </a:cubicBezTo>
                    <a:cubicBezTo>
                      <a:pt x="406" y="34029"/>
                      <a:pt x="390" y="33756"/>
                      <a:pt x="390" y="33491"/>
                    </a:cubicBezTo>
                    <a:cubicBezTo>
                      <a:pt x="373" y="32944"/>
                      <a:pt x="406" y="32389"/>
                      <a:pt x="481" y="31842"/>
                    </a:cubicBezTo>
                    <a:cubicBezTo>
                      <a:pt x="485" y="31803"/>
                      <a:pt x="457" y="31782"/>
                      <a:pt x="427" y="31782"/>
                    </a:cubicBezTo>
                    <a:cubicBezTo>
                      <a:pt x="401" y="31782"/>
                      <a:pt x="373" y="31799"/>
                      <a:pt x="365" y="31834"/>
                    </a:cubicBezTo>
                    <a:cubicBezTo>
                      <a:pt x="340" y="31950"/>
                      <a:pt x="315" y="32074"/>
                      <a:pt x="290" y="32190"/>
                    </a:cubicBezTo>
                    <a:cubicBezTo>
                      <a:pt x="290" y="32165"/>
                      <a:pt x="290" y="32140"/>
                      <a:pt x="282" y="32116"/>
                    </a:cubicBezTo>
                    <a:cubicBezTo>
                      <a:pt x="257" y="31884"/>
                      <a:pt x="240" y="31652"/>
                      <a:pt x="240" y="31411"/>
                    </a:cubicBezTo>
                    <a:cubicBezTo>
                      <a:pt x="249" y="30964"/>
                      <a:pt x="307" y="30475"/>
                      <a:pt x="481" y="30061"/>
                    </a:cubicBezTo>
                    <a:cubicBezTo>
                      <a:pt x="491" y="30024"/>
                      <a:pt x="466" y="30001"/>
                      <a:pt x="439" y="30001"/>
                    </a:cubicBezTo>
                    <a:cubicBezTo>
                      <a:pt x="423" y="30001"/>
                      <a:pt x="407" y="30009"/>
                      <a:pt x="398" y="30028"/>
                    </a:cubicBezTo>
                    <a:cubicBezTo>
                      <a:pt x="365" y="30086"/>
                      <a:pt x="340" y="30135"/>
                      <a:pt x="315" y="30193"/>
                    </a:cubicBezTo>
                    <a:cubicBezTo>
                      <a:pt x="365" y="29895"/>
                      <a:pt x="423" y="29605"/>
                      <a:pt x="522" y="29323"/>
                    </a:cubicBezTo>
                    <a:cubicBezTo>
                      <a:pt x="605" y="29066"/>
                      <a:pt x="721" y="28834"/>
                      <a:pt x="837" y="28594"/>
                    </a:cubicBezTo>
                    <a:cubicBezTo>
                      <a:pt x="841" y="28619"/>
                      <a:pt x="858" y="28632"/>
                      <a:pt x="875" y="28632"/>
                    </a:cubicBezTo>
                    <a:cubicBezTo>
                      <a:pt x="893" y="28632"/>
                      <a:pt x="912" y="28619"/>
                      <a:pt x="920" y="28594"/>
                    </a:cubicBezTo>
                    <a:cubicBezTo>
                      <a:pt x="945" y="28470"/>
                      <a:pt x="970" y="28346"/>
                      <a:pt x="1003" y="28221"/>
                    </a:cubicBezTo>
                    <a:cubicBezTo>
                      <a:pt x="1102" y="28006"/>
                      <a:pt x="1193" y="27782"/>
                      <a:pt x="1293" y="27567"/>
                    </a:cubicBezTo>
                    <a:cubicBezTo>
                      <a:pt x="1310" y="27533"/>
                      <a:pt x="1280" y="27507"/>
                      <a:pt x="1249" y="27507"/>
                    </a:cubicBezTo>
                    <a:cubicBezTo>
                      <a:pt x="1235" y="27507"/>
                      <a:pt x="1220" y="27512"/>
                      <a:pt x="1210" y="27525"/>
                    </a:cubicBezTo>
                    <a:cubicBezTo>
                      <a:pt x="1268" y="27385"/>
                      <a:pt x="1326" y="27235"/>
                      <a:pt x="1392" y="27095"/>
                    </a:cubicBezTo>
                    <a:cubicBezTo>
                      <a:pt x="1624" y="26589"/>
                      <a:pt x="1906" y="26109"/>
                      <a:pt x="2163" y="25611"/>
                    </a:cubicBezTo>
                    <a:cubicBezTo>
                      <a:pt x="2320" y="25305"/>
                      <a:pt x="2461" y="24990"/>
                      <a:pt x="2610" y="24683"/>
                    </a:cubicBezTo>
                    <a:cubicBezTo>
                      <a:pt x="2628" y="24648"/>
                      <a:pt x="2595" y="24617"/>
                      <a:pt x="2566" y="24617"/>
                    </a:cubicBezTo>
                    <a:cubicBezTo>
                      <a:pt x="2554" y="24617"/>
                      <a:pt x="2543" y="24622"/>
                      <a:pt x="2536" y="24634"/>
                    </a:cubicBezTo>
                    <a:lnTo>
                      <a:pt x="2353" y="24924"/>
                    </a:lnTo>
                    <a:cubicBezTo>
                      <a:pt x="2411" y="24808"/>
                      <a:pt x="2461" y="24700"/>
                      <a:pt x="2511" y="24584"/>
                    </a:cubicBezTo>
                    <a:cubicBezTo>
                      <a:pt x="2718" y="24128"/>
                      <a:pt x="2933" y="23673"/>
                      <a:pt x="3182" y="23234"/>
                    </a:cubicBezTo>
                    <a:cubicBezTo>
                      <a:pt x="3323" y="22985"/>
                      <a:pt x="3472" y="22736"/>
                      <a:pt x="3629" y="22504"/>
                    </a:cubicBezTo>
                    <a:cubicBezTo>
                      <a:pt x="3653" y="22463"/>
                      <a:pt x="3626" y="22426"/>
                      <a:pt x="3594" y="22426"/>
                    </a:cubicBezTo>
                    <a:cubicBezTo>
                      <a:pt x="3581" y="22426"/>
                      <a:pt x="3567" y="22432"/>
                      <a:pt x="3555" y="22446"/>
                    </a:cubicBezTo>
                    <a:cubicBezTo>
                      <a:pt x="3463" y="22546"/>
                      <a:pt x="3381" y="22645"/>
                      <a:pt x="3298" y="22753"/>
                    </a:cubicBezTo>
                    <a:cubicBezTo>
                      <a:pt x="3314" y="22720"/>
                      <a:pt x="3323" y="22678"/>
                      <a:pt x="3339" y="22645"/>
                    </a:cubicBezTo>
                    <a:cubicBezTo>
                      <a:pt x="3439" y="22347"/>
                      <a:pt x="3530" y="22040"/>
                      <a:pt x="3662" y="21750"/>
                    </a:cubicBezTo>
                    <a:cubicBezTo>
                      <a:pt x="3795" y="21469"/>
                      <a:pt x="3985" y="21212"/>
                      <a:pt x="4176" y="20972"/>
                    </a:cubicBezTo>
                    <a:cubicBezTo>
                      <a:pt x="4383" y="20706"/>
                      <a:pt x="4582" y="20450"/>
                      <a:pt x="4789" y="20193"/>
                    </a:cubicBezTo>
                    <a:cubicBezTo>
                      <a:pt x="4963" y="19977"/>
                      <a:pt x="5129" y="19762"/>
                      <a:pt x="5295" y="19538"/>
                    </a:cubicBezTo>
                    <a:cubicBezTo>
                      <a:pt x="5303" y="19555"/>
                      <a:pt x="5303" y="19571"/>
                      <a:pt x="5303" y="19588"/>
                    </a:cubicBezTo>
                    <a:cubicBezTo>
                      <a:pt x="5314" y="19620"/>
                      <a:pt x="5342" y="19642"/>
                      <a:pt x="5369" y="19642"/>
                    </a:cubicBezTo>
                    <a:cubicBezTo>
                      <a:pt x="5384" y="19642"/>
                      <a:pt x="5399" y="19636"/>
                      <a:pt x="5411" y="19621"/>
                    </a:cubicBezTo>
                    <a:cubicBezTo>
                      <a:pt x="5469" y="19538"/>
                      <a:pt x="5485" y="19430"/>
                      <a:pt x="5518" y="19339"/>
                    </a:cubicBezTo>
                    <a:cubicBezTo>
                      <a:pt x="5551" y="19240"/>
                      <a:pt x="5576" y="19140"/>
                      <a:pt x="5618" y="19041"/>
                    </a:cubicBezTo>
                    <a:cubicBezTo>
                      <a:pt x="5684" y="18850"/>
                      <a:pt x="5767" y="18660"/>
                      <a:pt x="5891" y="18494"/>
                    </a:cubicBezTo>
                    <a:cubicBezTo>
                      <a:pt x="5957" y="18395"/>
                      <a:pt x="6049" y="18304"/>
                      <a:pt x="6131" y="18221"/>
                    </a:cubicBezTo>
                    <a:cubicBezTo>
                      <a:pt x="6131" y="18262"/>
                      <a:pt x="6148" y="18304"/>
                      <a:pt x="6173" y="18329"/>
                    </a:cubicBezTo>
                    <a:cubicBezTo>
                      <a:pt x="6185" y="18341"/>
                      <a:pt x="6200" y="18347"/>
                      <a:pt x="6213" y="18347"/>
                    </a:cubicBezTo>
                    <a:cubicBezTo>
                      <a:pt x="6227" y="18347"/>
                      <a:pt x="6239" y="18341"/>
                      <a:pt x="6247" y="18329"/>
                    </a:cubicBezTo>
                    <a:cubicBezTo>
                      <a:pt x="6289" y="18287"/>
                      <a:pt x="6289" y="18221"/>
                      <a:pt x="6297" y="18163"/>
                    </a:cubicBezTo>
                    <a:cubicBezTo>
                      <a:pt x="6305" y="18113"/>
                      <a:pt x="6314" y="18055"/>
                      <a:pt x="6322" y="17997"/>
                    </a:cubicBezTo>
                    <a:cubicBezTo>
                      <a:pt x="6438" y="17831"/>
                      <a:pt x="6504" y="17649"/>
                      <a:pt x="6496" y="17450"/>
                    </a:cubicBezTo>
                    <a:cubicBezTo>
                      <a:pt x="6496" y="17409"/>
                      <a:pt x="6463" y="17392"/>
                      <a:pt x="6430" y="17392"/>
                    </a:cubicBezTo>
                    <a:cubicBezTo>
                      <a:pt x="6471" y="17235"/>
                      <a:pt x="6529" y="17086"/>
                      <a:pt x="6604" y="16937"/>
                    </a:cubicBezTo>
                    <a:cubicBezTo>
                      <a:pt x="6703" y="16721"/>
                      <a:pt x="6836" y="16514"/>
                      <a:pt x="6960" y="16307"/>
                    </a:cubicBezTo>
                    <a:cubicBezTo>
                      <a:pt x="6960" y="16307"/>
                      <a:pt x="6960" y="16307"/>
                      <a:pt x="6960" y="16299"/>
                    </a:cubicBezTo>
                    <a:cubicBezTo>
                      <a:pt x="6970" y="16302"/>
                      <a:pt x="6979" y="16304"/>
                      <a:pt x="6987" y="16304"/>
                    </a:cubicBezTo>
                    <a:cubicBezTo>
                      <a:pt x="6999" y="16304"/>
                      <a:pt x="7008" y="16300"/>
                      <a:pt x="7018" y="16290"/>
                    </a:cubicBezTo>
                    <a:cubicBezTo>
                      <a:pt x="7068" y="16207"/>
                      <a:pt x="7093" y="16116"/>
                      <a:pt x="7117" y="16033"/>
                    </a:cubicBezTo>
                    <a:cubicBezTo>
                      <a:pt x="7184" y="15909"/>
                      <a:pt x="7242" y="15793"/>
                      <a:pt x="7300" y="15661"/>
                    </a:cubicBezTo>
                    <a:cubicBezTo>
                      <a:pt x="7316" y="15627"/>
                      <a:pt x="7300" y="15603"/>
                      <a:pt x="7275" y="15594"/>
                    </a:cubicBezTo>
                    <a:cubicBezTo>
                      <a:pt x="7291" y="15594"/>
                      <a:pt x="7316" y="15594"/>
                      <a:pt x="7325" y="15569"/>
                    </a:cubicBezTo>
                    <a:cubicBezTo>
                      <a:pt x="7383" y="15503"/>
                      <a:pt x="7407" y="15420"/>
                      <a:pt x="7441" y="15337"/>
                    </a:cubicBezTo>
                    <a:cubicBezTo>
                      <a:pt x="7474" y="15255"/>
                      <a:pt x="7499" y="15163"/>
                      <a:pt x="7523" y="15081"/>
                    </a:cubicBezTo>
                    <a:cubicBezTo>
                      <a:pt x="7532" y="15064"/>
                      <a:pt x="7540" y="15039"/>
                      <a:pt x="7548" y="15023"/>
                    </a:cubicBezTo>
                    <a:cubicBezTo>
                      <a:pt x="7565" y="15006"/>
                      <a:pt x="7557" y="14989"/>
                      <a:pt x="7557" y="14973"/>
                    </a:cubicBezTo>
                    <a:cubicBezTo>
                      <a:pt x="7598" y="14824"/>
                      <a:pt x="7648" y="14666"/>
                      <a:pt x="7714" y="14525"/>
                    </a:cubicBezTo>
                    <a:cubicBezTo>
                      <a:pt x="7780" y="14401"/>
                      <a:pt x="7863" y="14285"/>
                      <a:pt x="7938" y="14169"/>
                    </a:cubicBezTo>
                    <a:cubicBezTo>
                      <a:pt x="7946" y="14177"/>
                      <a:pt x="7946" y="14194"/>
                      <a:pt x="7946" y="14202"/>
                    </a:cubicBezTo>
                    <a:cubicBezTo>
                      <a:pt x="7950" y="14211"/>
                      <a:pt x="7963" y="14218"/>
                      <a:pt x="7975" y="14218"/>
                    </a:cubicBezTo>
                    <a:cubicBezTo>
                      <a:pt x="7986" y="14218"/>
                      <a:pt x="7996" y="14214"/>
                      <a:pt x="8004" y="14202"/>
                    </a:cubicBezTo>
                    <a:cubicBezTo>
                      <a:pt x="8045" y="14136"/>
                      <a:pt x="8062" y="14037"/>
                      <a:pt x="8079" y="13954"/>
                    </a:cubicBezTo>
                    <a:cubicBezTo>
                      <a:pt x="8112" y="13904"/>
                      <a:pt x="8137" y="13846"/>
                      <a:pt x="8161" y="13788"/>
                    </a:cubicBezTo>
                    <a:lnTo>
                      <a:pt x="8161" y="13788"/>
                    </a:lnTo>
                    <a:cubicBezTo>
                      <a:pt x="8145" y="13846"/>
                      <a:pt x="8128" y="13904"/>
                      <a:pt x="8120" y="13962"/>
                    </a:cubicBezTo>
                    <a:cubicBezTo>
                      <a:pt x="8112" y="14028"/>
                      <a:pt x="8103" y="14095"/>
                      <a:pt x="8103" y="14161"/>
                    </a:cubicBezTo>
                    <a:cubicBezTo>
                      <a:pt x="8103" y="14227"/>
                      <a:pt x="8095" y="14302"/>
                      <a:pt x="8120" y="14368"/>
                    </a:cubicBezTo>
                    <a:cubicBezTo>
                      <a:pt x="8129" y="14381"/>
                      <a:pt x="8147" y="14390"/>
                      <a:pt x="8164" y="14390"/>
                    </a:cubicBezTo>
                    <a:cubicBezTo>
                      <a:pt x="8178" y="14390"/>
                      <a:pt x="8191" y="14383"/>
                      <a:pt x="8194" y="14368"/>
                    </a:cubicBezTo>
                    <a:cubicBezTo>
                      <a:pt x="8219" y="14302"/>
                      <a:pt x="8211" y="14235"/>
                      <a:pt x="8219" y="14169"/>
                    </a:cubicBezTo>
                    <a:cubicBezTo>
                      <a:pt x="8228" y="14103"/>
                      <a:pt x="8228" y="14045"/>
                      <a:pt x="8236" y="13979"/>
                    </a:cubicBezTo>
                    <a:cubicBezTo>
                      <a:pt x="8252" y="13854"/>
                      <a:pt x="8277" y="13722"/>
                      <a:pt x="8319" y="13598"/>
                    </a:cubicBezTo>
                    <a:cubicBezTo>
                      <a:pt x="8335" y="13561"/>
                      <a:pt x="8304" y="13534"/>
                      <a:pt x="8273" y="13534"/>
                    </a:cubicBezTo>
                    <a:cubicBezTo>
                      <a:pt x="8255" y="13534"/>
                      <a:pt x="8237" y="13543"/>
                      <a:pt x="8228" y="13564"/>
                    </a:cubicBezTo>
                    <a:cubicBezTo>
                      <a:pt x="8211" y="13606"/>
                      <a:pt x="8203" y="13647"/>
                      <a:pt x="8186" y="13689"/>
                    </a:cubicBezTo>
                    <a:cubicBezTo>
                      <a:pt x="8186" y="13672"/>
                      <a:pt x="8170" y="13656"/>
                      <a:pt x="8153" y="13639"/>
                    </a:cubicBezTo>
                    <a:cubicBezTo>
                      <a:pt x="8161" y="13598"/>
                      <a:pt x="8178" y="13556"/>
                      <a:pt x="8194" y="13506"/>
                    </a:cubicBezTo>
                    <a:cubicBezTo>
                      <a:pt x="8203" y="13482"/>
                      <a:pt x="8211" y="13448"/>
                      <a:pt x="8219" y="13415"/>
                    </a:cubicBezTo>
                    <a:cubicBezTo>
                      <a:pt x="8228" y="13419"/>
                      <a:pt x="8236" y="13421"/>
                      <a:pt x="8243" y="13421"/>
                    </a:cubicBezTo>
                    <a:cubicBezTo>
                      <a:pt x="8250" y="13421"/>
                      <a:pt x="8257" y="13419"/>
                      <a:pt x="8261" y="13415"/>
                    </a:cubicBezTo>
                    <a:cubicBezTo>
                      <a:pt x="8335" y="13357"/>
                      <a:pt x="8385" y="13274"/>
                      <a:pt x="8426" y="13200"/>
                    </a:cubicBezTo>
                    <a:cubicBezTo>
                      <a:pt x="8468" y="13117"/>
                      <a:pt x="8509" y="13026"/>
                      <a:pt x="8534" y="12935"/>
                    </a:cubicBezTo>
                    <a:cubicBezTo>
                      <a:pt x="8584" y="12802"/>
                      <a:pt x="8625" y="12636"/>
                      <a:pt x="8559" y="12504"/>
                    </a:cubicBezTo>
                    <a:lnTo>
                      <a:pt x="8675" y="12504"/>
                    </a:lnTo>
                    <a:cubicBezTo>
                      <a:pt x="8658" y="12512"/>
                      <a:pt x="8650" y="12520"/>
                      <a:pt x="8650" y="12537"/>
                    </a:cubicBezTo>
                    <a:cubicBezTo>
                      <a:pt x="8650" y="12587"/>
                      <a:pt x="8658" y="12645"/>
                      <a:pt x="8658" y="12694"/>
                    </a:cubicBezTo>
                    <a:cubicBezTo>
                      <a:pt x="8658" y="12744"/>
                      <a:pt x="8658" y="12786"/>
                      <a:pt x="8650" y="12835"/>
                    </a:cubicBezTo>
                    <a:cubicBezTo>
                      <a:pt x="8650" y="12885"/>
                      <a:pt x="8634" y="12935"/>
                      <a:pt x="8625" y="12984"/>
                    </a:cubicBezTo>
                    <a:cubicBezTo>
                      <a:pt x="8617" y="13026"/>
                      <a:pt x="8600" y="13076"/>
                      <a:pt x="8600" y="13125"/>
                    </a:cubicBezTo>
                    <a:cubicBezTo>
                      <a:pt x="8600" y="13144"/>
                      <a:pt x="8619" y="13153"/>
                      <a:pt x="8635" y="13153"/>
                    </a:cubicBezTo>
                    <a:cubicBezTo>
                      <a:pt x="8641" y="13153"/>
                      <a:pt x="8646" y="13152"/>
                      <a:pt x="8650" y="13150"/>
                    </a:cubicBezTo>
                    <a:cubicBezTo>
                      <a:pt x="8692" y="13117"/>
                      <a:pt x="8716" y="13059"/>
                      <a:pt x="8733" y="13018"/>
                    </a:cubicBezTo>
                    <a:cubicBezTo>
                      <a:pt x="8758" y="12960"/>
                      <a:pt x="8766" y="12902"/>
                      <a:pt x="8774" y="12852"/>
                    </a:cubicBezTo>
                    <a:cubicBezTo>
                      <a:pt x="8783" y="12744"/>
                      <a:pt x="8774" y="12620"/>
                      <a:pt x="8725" y="12529"/>
                    </a:cubicBezTo>
                    <a:cubicBezTo>
                      <a:pt x="8717" y="12521"/>
                      <a:pt x="8709" y="12513"/>
                      <a:pt x="8701" y="12512"/>
                    </a:cubicBezTo>
                    <a:lnTo>
                      <a:pt x="8701" y="12512"/>
                    </a:lnTo>
                    <a:cubicBezTo>
                      <a:pt x="8753" y="12514"/>
                      <a:pt x="8806" y="12515"/>
                      <a:pt x="8858" y="12515"/>
                    </a:cubicBezTo>
                    <a:cubicBezTo>
                      <a:pt x="9337" y="12515"/>
                      <a:pt x="9819" y="12447"/>
                      <a:pt x="10274" y="12305"/>
                    </a:cubicBezTo>
                    <a:cubicBezTo>
                      <a:pt x="10432" y="12255"/>
                      <a:pt x="10589" y="12206"/>
                      <a:pt x="10755" y="12164"/>
                    </a:cubicBezTo>
                    <a:cubicBezTo>
                      <a:pt x="10904" y="12131"/>
                      <a:pt x="11053" y="12098"/>
                      <a:pt x="11202" y="12056"/>
                    </a:cubicBezTo>
                    <a:cubicBezTo>
                      <a:pt x="11210" y="12056"/>
                      <a:pt x="11210" y="12048"/>
                      <a:pt x="11219" y="12040"/>
                    </a:cubicBezTo>
                    <a:cubicBezTo>
                      <a:pt x="11244" y="12036"/>
                      <a:pt x="11268" y="12034"/>
                      <a:pt x="11293" y="12034"/>
                    </a:cubicBezTo>
                    <a:cubicBezTo>
                      <a:pt x="11318" y="12034"/>
                      <a:pt x="11343" y="12036"/>
                      <a:pt x="11368" y="12040"/>
                    </a:cubicBezTo>
                    <a:cubicBezTo>
                      <a:pt x="11426" y="12048"/>
                      <a:pt x="11476" y="12073"/>
                      <a:pt x="11534" y="12090"/>
                    </a:cubicBezTo>
                    <a:cubicBezTo>
                      <a:pt x="11558" y="12098"/>
                      <a:pt x="11583" y="12106"/>
                      <a:pt x="11608" y="12114"/>
                    </a:cubicBezTo>
                    <a:cubicBezTo>
                      <a:pt x="11633" y="12123"/>
                      <a:pt x="11658" y="12131"/>
                      <a:pt x="11683" y="12131"/>
                    </a:cubicBezTo>
                    <a:cubicBezTo>
                      <a:pt x="11699" y="12131"/>
                      <a:pt x="11708" y="12114"/>
                      <a:pt x="11708" y="12098"/>
                    </a:cubicBezTo>
                    <a:cubicBezTo>
                      <a:pt x="11699" y="12040"/>
                      <a:pt x="11625" y="12007"/>
                      <a:pt x="11575" y="11990"/>
                    </a:cubicBezTo>
                    <a:cubicBezTo>
                      <a:pt x="11517" y="11965"/>
                      <a:pt x="11451" y="11940"/>
                      <a:pt x="11393" y="11932"/>
                    </a:cubicBezTo>
                    <a:cubicBezTo>
                      <a:pt x="11367" y="11926"/>
                      <a:pt x="11342" y="11923"/>
                      <a:pt x="11317" y="11923"/>
                    </a:cubicBezTo>
                    <a:cubicBezTo>
                      <a:pt x="11276" y="11923"/>
                      <a:pt x="11235" y="11930"/>
                      <a:pt x="11194" y="11940"/>
                    </a:cubicBezTo>
                    <a:cubicBezTo>
                      <a:pt x="11161" y="11949"/>
                      <a:pt x="11136" y="11957"/>
                      <a:pt x="11103" y="11974"/>
                    </a:cubicBezTo>
                    <a:cubicBezTo>
                      <a:pt x="10813" y="11974"/>
                      <a:pt x="10514" y="12090"/>
                      <a:pt x="10233" y="12164"/>
                    </a:cubicBezTo>
                    <a:cubicBezTo>
                      <a:pt x="9918" y="12239"/>
                      <a:pt x="9603" y="12305"/>
                      <a:pt x="9280" y="12330"/>
                    </a:cubicBezTo>
                    <a:cubicBezTo>
                      <a:pt x="9131" y="12345"/>
                      <a:pt x="8981" y="12354"/>
                      <a:pt x="8830" y="12354"/>
                    </a:cubicBezTo>
                    <a:cubicBezTo>
                      <a:pt x="8662" y="12354"/>
                      <a:pt x="8493" y="12343"/>
                      <a:pt x="8327" y="12322"/>
                    </a:cubicBezTo>
                    <a:cubicBezTo>
                      <a:pt x="8070" y="12297"/>
                      <a:pt x="7780" y="12189"/>
                      <a:pt x="7681" y="11940"/>
                    </a:cubicBezTo>
                    <a:lnTo>
                      <a:pt x="7681" y="11932"/>
                    </a:lnTo>
                    <a:cubicBezTo>
                      <a:pt x="7689" y="11940"/>
                      <a:pt x="7697" y="11940"/>
                      <a:pt x="7697" y="11949"/>
                    </a:cubicBezTo>
                    <a:cubicBezTo>
                      <a:pt x="7813" y="12015"/>
                      <a:pt x="7979" y="12032"/>
                      <a:pt x="8112" y="12040"/>
                    </a:cubicBezTo>
                    <a:cubicBezTo>
                      <a:pt x="8148" y="12042"/>
                      <a:pt x="8184" y="12043"/>
                      <a:pt x="8220" y="12043"/>
                    </a:cubicBezTo>
                    <a:cubicBezTo>
                      <a:pt x="8497" y="12043"/>
                      <a:pt x="8768" y="11989"/>
                      <a:pt x="9031" y="11916"/>
                    </a:cubicBezTo>
                    <a:cubicBezTo>
                      <a:pt x="9180" y="11874"/>
                      <a:pt x="9330" y="11833"/>
                      <a:pt x="9462" y="11750"/>
                    </a:cubicBezTo>
                    <a:cubicBezTo>
                      <a:pt x="9520" y="11717"/>
                      <a:pt x="9578" y="11675"/>
                      <a:pt x="9644" y="11650"/>
                    </a:cubicBezTo>
                    <a:cubicBezTo>
                      <a:pt x="9673" y="11646"/>
                      <a:pt x="9699" y="11641"/>
                      <a:pt x="9725" y="11641"/>
                    </a:cubicBezTo>
                    <a:cubicBezTo>
                      <a:pt x="9745" y="11641"/>
                      <a:pt x="9764" y="11643"/>
                      <a:pt x="9785" y="11650"/>
                    </a:cubicBezTo>
                    <a:cubicBezTo>
                      <a:pt x="9818" y="11659"/>
                      <a:pt x="9843" y="11675"/>
                      <a:pt x="9876" y="11675"/>
                    </a:cubicBezTo>
                    <a:cubicBezTo>
                      <a:pt x="9883" y="11676"/>
                      <a:pt x="9888" y="11677"/>
                      <a:pt x="9894" y="11677"/>
                    </a:cubicBezTo>
                    <a:cubicBezTo>
                      <a:pt x="9942" y="11677"/>
                      <a:pt x="9972" y="11647"/>
                      <a:pt x="10009" y="11617"/>
                    </a:cubicBezTo>
                    <a:cubicBezTo>
                      <a:pt x="10052" y="11579"/>
                      <a:pt x="10099" y="11563"/>
                      <a:pt x="10150" y="11563"/>
                    </a:cubicBezTo>
                    <a:cubicBezTo>
                      <a:pt x="10177" y="11563"/>
                      <a:pt x="10204" y="11567"/>
                      <a:pt x="10233" y="11576"/>
                    </a:cubicBezTo>
                    <a:cubicBezTo>
                      <a:pt x="10365" y="11609"/>
                      <a:pt x="10490" y="11667"/>
                      <a:pt x="10630" y="11675"/>
                    </a:cubicBezTo>
                    <a:cubicBezTo>
                      <a:pt x="10651" y="11677"/>
                      <a:pt x="10673" y="11678"/>
                      <a:pt x="10694" y="11678"/>
                    </a:cubicBezTo>
                    <a:cubicBezTo>
                      <a:pt x="10907" y="11678"/>
                      <a:pt x="11126" y="11602"/>
                      <a:pt x="11277" y="11443"/>
                    </a:cubicBezTo>
                    <a:lnTo>
                      <a:pt x="11293" y="11427"/>
                    </a:lnTo>
                    <a:lnTo>
                      <a:pt x="11302" y="11418"/>
                    </a:lnTo>
                    <a:lnTo>
                      <a:pt x="11310" y="11410"/>
                    </a:lnTo>
                    <a:cubicBezTo>
                      <a:pt x="11318" y="11402"/>
                      <a:pt x="11326" y="11394"/>
                      <a:pt x="11335" y="11385"/>
                    </a:cubicBezTo>
                    <a:lnTo>
                      <a:pt x="11343" y="11377"/>
                    </a:lnTo>
                    <a:cubicBezTo>
                      <a:pt x="11360" y="11360"/>
                      <a:pt x="11368" y="11352"/>
                      <a:pt x="11384" y="11344"/>
                    </a:cubicBezTo>
                    <a:cubicBezTo>
                      <a:pt x="11401" y="11319"/>
                      <a:pt x="11426" y="11294"/>
                      <a:pt x="11451" y="11269"/>
                    </a:cubicBezTo>
                    <a:cubicBezTo>
                      <a:pt x="11467" y="11261"/>
                      <a:pt x="11476" y="11253"/>
                      <a:pt x="11492" y="11236"/>
                    </a:cubicBezTo>
                    <a:cubicBezTo>
                      <a:pt x="11500" y="11236"/>
                      <a:pt x="11500" y="11228"/>
                      <a:pt x="11509" y="11220"/>
                    </a:cubicBezTo>
                    <a:cubicBezTo>
                      <a:pt x="11534" y="11203"/>
                      <a:pt x="11542" y="11186"/>
                      <a:pt x="11550" y="11153"/>
                    </a:cubicBezTo>
                    <a:cubicBezTo>
                      <a:pt x="11550" y="11145"/>
                      <a:pt x="11550" y="11137"/>
                      <a:pt x="11550" y="11128"/>
                    </a:cubicBezTo>
                    <a:cubicBezTo>
                      <a:pt x="11550" y="11137"/>
                      <a:pt x="11558" y="11145"/>
                      <a:pt x="11567" y="11145"/>
                    </a:cubicBezTo>
                    <a:lnTo>
                      <a:pt x="11567" y="11162"/>
                    </a:lnTo>
                    <a:cubicBezTo>
                      <a:pt x="11575" y="11170"/>
                      <a:pt x="11583" y="11178"/>
                      <a:pt x="11583" y="11186"/>
                    </a:cubicBezTo>
                    <a:lnTo>
                      <a:pt x="11583" y="11195"/>
                    </a:lnTo>
                    <a:cubicBezTo>
                      <a:pt x="11592" y="11211"/>
                      <a:pt x="11592" y="11228"/>
                      <a:pt x="11600" y="11244"/>
                    </a:cubicBezTo>
                    <a:cubicBezTo>
                      <a:pt x="11616" y="11267"/>
                      <a:pt x="11644" y="11285"/>
                      <a:pt x="11673" y="11285"/>
                    </a:cubicBezTo>
                    <a:cubicBezTo>
                      <a:pt x="11687" y="11285"/>
                      <a:pt x="11702" y="11280"/>
                      <a:pt x="11716" y="11269"/>
                    </a:cubicBezTo>
                    <a:cubicBezTo>
                      <a:pt x="11757" y="11228"/>
                      <a:pt x="11749" y="11153"/>
                      <a:pt x="11724" y="11104"/>
                    </a:cubicBezTo>
                    <a:cubicBezTo>
                      <a:pt x="11683" y="11021"/>
                      <a:pt x="11608" y="10971"/>
                      <a:pt x="11525" y="10938"/>
                    </a:cubicBezTo>
                    <a:cubicBezTo>
                      <a:pt x="11426" y="10905"/>
                      <a:pt x="11335" y="10888"/>
                      <a:pt x="11235" y="10880"/>
                    </a:cubicBezTo>
                    <a:cubicBezTo>
                      <a:pt x="11210" y="10880"/>
                      <a:pt x="11177" y="10896"/>
                      <a:pt x="11177" y="10930"/>
                    </a:cubicBezTo>
                    <a:cubicBezTo>
                      <a:pt x="11169" y="10963"/>
                      <a:pt x="11194" y="10979"/>
                      <a:pt x="11227" y="10988"/>
                    </a:cubicBezTo>
                    <a:cubicBezTo>
                      <a:pt x="11293" y="11004"/>
                      <a:pt x="11368" y="11037"/>
                      <a:pt x="11442" y="11062"/>
                    </a:cubicBezTo>
                    <a:cubicBezTo>
                      <a:pt x="11418" y="11070"/>
                      <a:pt x="11401" y="11087"/>
                      <a:pt x="11384" y="11104"/>
                    </a:cubicBezTo>
                    <a:cubicBezTo>
                      <a:pt x="11368" y="11120"/>
                      <a:pt x="11351" y="11137"/>
                      <a:pt x="11335" y="11153"/>
                    </a:cubicBezTo>
                    <a:cubicBezTo>
                      <a:pt x="11310" y="11178"/>
                      <a:pt x="11285" y="11203"/>
                      <a:pt x="11268" y="11228"/>
                    </a:cubicBezTo>
                    <a:lnTo>
                      <a:pt x="11260" y="11244"/>
                    </a:lnTo>
                    <a:cubicBezTo>
                      <a:pt x="11252" y="11244"/>
                      <a:pt x="11235" y="11253"/>
                      <a:pt x="11227" y="11261"/>
                    </a:cubicBezTo>
                    <a:cubicBezTo>
                      <a:pt x="11083" y="11413"/>
                      <a:pt x="10890" y="11495"/>
                      <a:pt x="10680" y="11495"/>
                    </a:cubicBezTo>
                    <a:cubicBezTo>
                      <a:pt x="10661" y="11495"/>
                      <a:pt x="10642" y="11494"/>
                      <a:pt x="10622" y="11493"/>
                    </a:cubicBezTo>
                    <a:cubicBezTo>
                      <a:pt x="10485" y="11488"/>
                      <a:pt x="10327" y="11418"/>
                      <a:pt x="10181" y="11418"/>
                    </a:cubicBezTo>
                    <a:cubicBezTo>
                      <a:pt x="10099" y="11418"/>
                      <a:pt x="10020" y="11441"/>
                      <a:pt x="9951" y="11510"/>
                    </a:cubicBezTo>
                    <a:cubicBezTo>
                      <a:pt x="9918" y="11534"/>
                      <a:pt x="9918" y="11551"/>
                      <a:pt x="9876" y="11559"/>
                    </a:cubicBezTo>
                    <a:cubicBezTo>
                      <a:pt x="9843" y="11559"/>
                      <a:pt x="9810" y="11543"/>
                      <a:pt x="9777" y="11543"/>
                    </a:cubicBezTo>
                    <a:cubicBezTo>
                      <a:pt x="9764" y="11540"/>
                      <a:pt x="9750" y="11539"/>
                      <a:pt x="9736" y="11539"/>
                    </a:cubicBezTo>
                    <a:cubicBezTo>
                      <a:pt x="9697" y="11539"/>
                      <a:pt x="9656" y="11547"/>
                      <a:pt x="9620" y="11559"/>
                    </a:cubicBezTo>
                    <a:cubicBezTo>
                      <a:pt x="9487" y="11609"/>
                      <a:pt x="9371" y="11692"/>
                      <a:pt x="9230" y="11725"/>
                    </a:cubicBezTo>
                    <a:cubicBezTo>
                      <a:pt x="8965" y="11791"/>
                      <a:pt x="8683" y="11849"/>
                      <a:pt x="8410" y="11874"/>
                    </a:cubicBezTo>
                    <a:cubicBezTo>
                      <a:pt x="8350" y="11880"/>
                      <a:pt x="8290" y="11883"/>
                      <a:pt x="8230" y="11883"/>
                    </a:cubicBezTo>
                    <a:cubicBezTo>
                      <a:pt x="8133" y="11883"/>
                      <a:pt x="8038" y="11876"/>
                      <a:pt x="7946" y="11866"/>
                    </a:cubicBezTo>
                    <a:cubicBezTo>
                      <a:pt x="7880" y="11849"/>
                      <a:pt x="7780" y="11849"/>
                      <a:pt x="7739" y="11783"/>
                    </a:cubicBezTo>
                    <a:cubicBezTo>
                      <a:pt x="7755" y="11675"/>
                      <a:pt x="7714" y="11559"/>
                      <a:pt x="7623" y="11493"/>
                    </a:cubicBezTo>
                    <a:cubicBezTo>
                      <a:pt x="7623" y="11485"/>
                      <a:pt x="7615" y="11468"/>
                      <a:pt x="7606" y="11452"/>
                    </a:cubicBezTo>
                    <a:cubicBezTo>
                      <a:pt x="7623" y="11435"/>
                      <a:pt x="7631" y="11418"/>
                      <a:pt x="7623" y="11394"/>
                    </a:cubicBezTo>
                    <a:cubicBezTo>
                      <a:pt x="7623" y="11369"/>
                      <a:pt x="7631" y="11352"/>
                      <a:pt x="7648" y="11327"/>
                    </a:cubicBezTo>
                    <a:cubicBezTo>
                      <a:pt x="7714" y="11286"/>
                      <a:pt x="7764" y="11220"/>
                      <a:pt x="7797" y="11153"/>
                    </a:cubicBezTo>
                    <a:lnTo>
                      <a:pt x="7805" y="11145"/>
                    </a:lnTo>
                    <a:cubicBezTo>
                      <a:pt x="7871" y="11054"/>
                      <a:pt x="7938" y="10971"/>
                      <a:pt x="7996" y="10880"/>
                    </a:cubicBezTo>
                    <a:cubicBezTo>
                      <a:pt x="8112" y="10689"/>
                      <a:pt x="8211" y="10499"/>
                      <a:pt x="8294" y="10292"/>
                    </a:cubicBezTo>
                    <a:cubicBezTo>
                      <a:pt x="8322" y="10228"/>
                      <a:pt x="8272" y="10170"/>
                      <a:pt x="8210" y="10170"/>
                    </a:cubicBezTo>
                    <a:cubicBezTo>
                      <a:pt x="8200" y="10170"/>
                      <a:pt x="8189" y="10172"/>
                      <a:pt x="8178" y="10176"/>
                    </a:cubicBezTo>
                    <a:cubicBezTo>
                      <a:pt x="8079" y="10217"/>
                      <a:pt x="7987" y="10250"/>
                      <a:pt x="7896" y="10300"/>
                    </a:cubicBezTo>
                    <a:cubicBezTo>
                      <a:pt x="7863" y="10283"/>
                      <a:pt x="7822" y="10275"/>
                      <a:pt x="7789" y="10267"/>
                    </a:cubicBezTo>
                    <a:cubicBezTo>
                      <a:pt x="7711" y="10257"/>
                      <a:pt x="7633" y="10253"/>
                      <a:pt x="7557" y="10253"/>
                    </a:cubicBezTo>
                    <a:cubicBezTo>
                      <a:pt x="7503" y="10253"/>
                      <a:pt x="7451" y="10255"/>
                      <a:pt x="7399" y="10258"/>
                    </a:cubicBezTo>
                    <a:cubicBezTo>
                      <a:pt x="7151" y="10267"/>
                      <a:pt x="6910" y="10316"/>
                      <a:pt x="6687" y="10408"/>
                    </a:cubicBezTo>
                    <a:cubicBezTo>
                      <a:pt x="6711" y="10350"/>
                      <a:pt x="6745" y="10300"/>
                      <a:pt x="6778" y="10250"/>
                    </a:cubicBezTo>
                    <a:cubicBezTo>
                      <a:pt x="6827" y="10159"/>
                      <a:pt x="6877" y="10076"/>
                      <a:pt x="6943" y="9993"/>
                    </a:cubicBezTo>
                    <a:cubicBezTo>
                      <a:pt x="7051" y="9844"/>
                      <a:pt x="7184" y="9703"/>
                      <a:pt x="7308" y="9562"/>
                    </a:cubicBezTo>
                    <a:cubicBezTo>
                      <a:pt x="7507" y="9347"/>
                      <a:pt x="7722" y="9148"/>
                      <a:pt x="7921" y="8933"/>
                    </a:cubicBezTo>
                    <a:cubicBezTo>
                      <a:pt x="7946" y="8933"/>
                      <a:pt x="7971" y="8924"/>
                      <a:pt x="7979" y="8900"/>
                    </a:cubicBezTo>
                    <a:cubicBezTo>
                      <a:pt x="7996" y="8875"/>
                      <a:pt x="8012" y="8850"/>
                      <a:pt x="8021" y="8825"/>
                    </a:cubicBezTo>
                    <a:cubicBezTo>
                      <a:pt x="8079" y="8759"/>
                      <a:pt x="8137" y="8693"/>
                      <a:pt x="8186" y="8626"/>
                    </a:cubicBezTo>
                    <a:cubicBezTo>
                      <a:pt x="8212" y="8593"/>
                      <a:pt x="8181" y="8550"/>
                      <a:pt x="8147" y="8550"/>
                    </a:cubicBezTo>
                    <a:cubicBezTo>
                      <a:pt x="8138" y="8550"/>
                      <a:pt x="8129" y="8553"/>
                      <a:pt x="8120" y="8560"/>
                    </a:cubicBezTo>
                    <a:cubicBezTo>
                      <a:pt x="8095" y="8577"/>
                      <a:pt x="8079" y="8593"/>
                      <a:pt x="8054" y="8610"/>
                    </a:cubicBezTo>
                    <a:cubicBezTo>
                      <a:pt x="8062" y="8593"/>
                      <a:pt x="8062" y="8585"/>
                      <a:pt x="8062" y="8568"/>
                    </a:cubicBezTo>
                    <a:cubicBezTo>
                      <a:pt x="8070" y="8452"/>
                      <a:pt x="8070" y="8336"/>
                      <a:pt x="8062" y="8229"/>
                    </a:cubicBezTo>
                    <a:cubicBezTo>
                      <a:pt x="8054" y="7997"/>
                      <a:pt x="8037" y="7765"/>
                      <a:pt x="8054" y="7533"/>
                    </a:cubicBezTo>
                    <a:cubicBezTo>
                      <a:pt x="8054" y="7507"/>
                      <a:pt x="8032" y="7488"/>
                      <a:pt x="8012" y="7488"/>
                    </a:cubicBezTo>
                    <a:cubicBezTo>
                      <a:pt x="7999" y="7488"/>
                      <a:pt x="7986" y="7496"/>
                      <a:pt x="7979" y="7516"/>
                    </a:cubicBezTo>
                    <a:lnTo>
                      <a:pt x="7971" y="7524"/>
                    </a:lnTo>
                    <a:cubicBezTo>
                      <a:pt x="7971" y="7392"/>
                      <a:pt x="7971" y="7259"/>
                      <a:pt x="7987" y="7127"/>
                    </a:cubicBezTo>
                    <a:cubicBezTo>
                      <a:pt x="7996" y="7102"/>
                      <a:pt x="7996" y="7069"/>
                      <a:pt x="8004" y="7044"/>
                    </a:cubicBezTo>
                    <a:lnTo>
                      <a:pt x="8029" y="7052"/>
                    </a:lnTo>
                    <a:cubicBezTo>
                      <a:pt x="8062" y="7060"/>
                      <a:pt x="8087" y="7085"/>
                      <a:pt x="8112" y="7102"/>
                    </a:cubicBezTo>
                    <a:cubicBezTo>
                      <a:pt x="8145" y="7127"/>
                      <a:pt x="8170" y="7151"/>
                      <a:pt x="8203" y="7168"/>
                    </a:cubicBezTo>
                    <a:cubicBezTo>
                      <a:pt x="8207" y="7173"/>
                      <a:pt x="8213" y="7175"/>
                      <a:pt x="8219" y="7175"/>
                    </a:cubicBezTo>
                    <a:cubicBezTo>
                      <a:pt x="8234" y="7175"/>
                      <a:pt x="8248" y="7161"/>
                      <a:pt x="8236" y="7143"/>
                    </a:cubicBezTo>
                    <a:cubicBezTo>
                      <a:pt x="8203" y="7060"/>
                      <a:pt x="8145" y="6986"/>
                      <a:pt x="8062" y="6953"/>
                    </a:cubicBezTo>
                    <a:cubicBezTo>
                      <a:pt x="8054" y="6953"/>
                      <a:pt x="8037" y="6944"/>
                      <a:pt x="8029" y="6944"/>
                    </a:cubicBezTo>
                    <a:cubicBezTo>
                      <a:pt x="8037" y="6928"/>
                      <a:pt x="8037" y="6911"/>
                      <a:pt x="8045" y="6895"/>
                    </a:cubicBezTo>
                    <a:cubicBezTo>
                      <a:pt x="8095" y="6928"/>
                      <a:pt x="8137" y="6961"/>
                      <a:pt x="8186" y="6994"/>
                    </a:cubicBezTo>
                    <a:cubicBezTo>
                      <a:pt x="8228" y="7035"/>
                      <a:pt x="8269" y="7069"/>
                      <a:pt x="8310" y="7110"/>
                    </a:cubicBezTo>
                    <a:lnTo>
                      <a:pt x="8319" y="7118"/>
                    </a:lnTo>
                    <a:lnTo>
                      <a:pt x="8335" y="7135"/>
                    </a:lnTo>
                    <a:cubicBezTo>
                      <a:pt x="8352" y="7143"/>
                      <a:pt x="8360" y="7160"/>
                      <a:pt x="8377" y="7168"/>
                    </a:cubicBezTo>
                    <a:cubicBezTo>
                      <a:pt x="8402" y="7193"/>
                      <a:pt x="8426" y="7209"/>
                      <a:pt x="8460" y="7226"/>
                    </a:cubicBezTo>
                    <a:cubicBezTo>
                      <a:pt x="8465" y="7227"/>
                      <a:pt x="8470" y="7228"/>
                      <a:pt x="8475" y="7228"/>
                    </a:cubicBezTo>
                    <a:cubicBezTo>
                      <a:pt x="8511" y="7228"/>
                      <a:pt x="8541" y="7203"/>
                      <a:pt x="8534" y="7160"/>
                    </a:cubicBezTo>
                    <a:cubicBezTo>
                      <a:pt x="8526" y="7093"/>
                      <a:pt x="8476" y="7044"/>
                      <a:pt x="8435" y="6994"/>
                    </a:cubicBezTo>
                    <a:cubicBezTo>
                      <a:pt x="8418" y="6977"/>
                      <a:pt x="8393" y="6961"/>
                      <a:pt x="8377" y="6944"/>
                    </a:cubicBezTo>
                    <a:lnTo>
                      <a:pt x="8377" y="6944"/>
                    </a:lnTo>
                    <a:lnTo>
                      <a:pt x="8393" y="6953"/>
                    </a:lnTo>
                    <a:lnTo>
                      <a:pt x="8418" y="6953"/>
                    </a:lnTo>
                    <a:lnTo>
                      <a:pt x="8426" y="6961"/>
                    </a:lnTo>
                    <a:lnTo>
                      <a:pt x="8443" y="6969"/>
                    </a:lnTo>
                    <a:cubicBezTo>
                      <a:pt x="8460" y="6977"/>
                      <a:pt x="8476" y="6994"/>
                      <a:pt x="8493" y="7011"/>
                    </a:cubicBezTo>
                    <a:lnTo>
                      <a:pt x="8501" y="7019"/>
                    </a:lnTo>
                    <a:lnTo>
                      <a:pt x="8509" y="7027"/>
                    </a:lnTo>
                    <a:cubicBezTo>
                      <a:pt x="8518" y="7035"/>
                      <a:pt x="8526" y="7044"/>
                      <a:pt x="8534" y="7052"/>
                    </a:cubicBezTo>
                    <a:cubicBezTo>
                      <a:pt x="8567" y="7085"/>
                      <a:pt x="8592" y="7127"/>
                      <a:pt x="8625" y="7168"/>
                    </a:cubicBezTo>
                    <a:lnTo>
                      <a:pt x="8625" y="7176"/>
                    </a:lnTo>
                    <a:lnTo>
                      <a:pt x="8634" y="7193"/>
                    </a:lnTo>
                    <a:cubicBezTo>
                      <a:pt x="8642" y="7201"/>
                      <a:pt x="8642" y="7209"/>
                      <a:pt x="8650" y="7226"/>
                    </a:cubicBezTo>
                    <a:cubicBezTo>
                      <a:pt x="8658" y="7243"/>
                      <a:pt x="8667" y="7267"/>
                      <a:pt x="8675" y="7292"/>
                    </a:cubicBezTo>
                    <a:cubicBezTo>
                      <a:pt x="8683" y="7317"/>
                      <a:pt x="8710" y="7330"/>
                      <a:pt x="8737" y="7330"/>
                    </a:cubicBezTo>
                    <a:cubicBezTo>
                      <a:pt x="8764" y="7330"/>
                      <a:pt x="8791" y="7317"/>
                      <a:pt x="8799" y="7292"/>
                    </a:cubicBezTo>
                    <a:lnTo>
                      <a:pt x="8799" y="7284"/>
                    </a:lnTo>
                    <a:lnTo>
                      <a:pt x="8808" y="7284"/>
                    </a:lnTo>
                    <a:cubicBezTo>
                      <a:pt x="8814" y="7290"/>
                      <a:pt x="8821" y="7293"/>
                      <a:pt x="8829" y="7293"/>
                    </a:cubicBezTo>
                    <a:cubicBezTo>
                      <a:pt x="8841" y="7293"/>
                      <a:pt x="8852" y="7286"/>
                      <a:pt x="8857" y="7276"/>
                    </a:cubicBezTo>
                    <a:cubicBezTo>
                      <a:pt x="8882" y="7251"/>
                      <a:pt x="8882" y="7209"/>
                      <a:pt x="8874" y="7176"/>
                    </a:cubicBezTo>
                    <a:cubicBezTo>
                      <a:pt x="8874" y="7143"/>
                      <a:pt x="8866" y="7110"/>
                      <a:pt x="8866" y="7085"/>
                    </a:cubicBezTo>
                    <a:cubicBezTo>
                      <a:pt x="8849" y="7019"/>
                      <a:pt x="8841" y="6961"/>
                      <a:pt x="8832" y="6903"/>
                    </a:cubicBezTo>
                    <a:cubicBezTo>
                      <a:pt x="8825" y="6874"/>
                      <a:pt x="8806" y="6852"/>
                      <a:pt x="8784" y="6852"/>
                    </a:cubicBezTo>
                    <a:cubicBezTo>
                      <a:pt x="8781" y="6852"/>
                      <a:pt x="8778" y="6852"/>
                      <a:pt x="8774" y="6853"/>
                    </a:cubicBezTo>
                    <a:cubicBezTo>
                      <a:pt x="8741" y="6861"/>
                      <a:pt x="8725" y="6886"/>
                      <a:pt x="8725" y="6911"/>
                    </a:cubicBezTo>
                    <a:cubicBezTo>
                      <a:pt x="8733" y="6944"/>
                      <a:pt x="8733" y="6977"/>
                      <a:pt x="8741" y="7011"/>
                    </a:cubicBezTo>
                    <a:cubicBezTo>
                      <a:pt x="8708" y="6977"/>
                      <a:pt x="8675" y="6944"/>
                      <a:pt x="8642" y="6911"/>
                    </a:cubicBezTo>
                    <a:cubicBezTo>
                      <a:pt x="8592" y="6861"/>
                      <a:pt x="8534" y="6820"/>
                      <a:pt x="8468" y="6803"/>
                    </a:cubicBezTo>
                    <a:cubicBezTo>
                      <a:pt x="8451" y="6799"/>
                      <a:pt x="8435" y="6797"/>
                      <a:pt x="8418" y="6797"/>
                    </a:cubicBezTo>
                    <a:cubicBezTo>
                      <a:pt x="8402" y="6797"/>
                      <a:pt x="8385" y="6799"/>
                      <a:pt x="8368" y="6803"/>
                    </a:cubicBezTo>
                    <a:cubicBezTo>
                      <a:pt x="8344" y="6812"/>
                      <a:pt x="8327" y="6820"/>
                      <a:pt x="8310" y="6837"/>
                    </a:cubicBezTo>
                    <a:cubicBezTo>
                      <a:pt x="8302" y="6845"/>
                      <a:pt x="8294" y="6861"/>
                      <a:pt x="8294" y="6878"/>
                    </a:cubicBezTo>
                    <a:lnTo>
                      <a:pt x="8277" y="6870"/>
                    </a:lnTo>
                    <a:cubicBezTo>
                      <a:pt x="8219" y="6828"/>
                      <a:pt x="8161" y="6787"/>
                      <a:pt x="8095" y="6754"/>
                    </a:cubicBezTo>
                    <a:cubicBezTo>
                      <a:pt x="8153" y="6629"/>
                      <a:pt x="8236" y="6513"/>
                      <a:pt x="8319" y="6414"/>
                    </a:cubicBezTo>
                    <a:cubicBezTo>
                      <a:pt x="8352" y="6380"/>
                      <a:pt x="8315" y="6330"/>
                      <a:pt x="8273" y="6330"/>
                    </a:cubicBezTo>
                    <a:cubicBezTo>
                      <a:pt x="8264" y="6330"/>
                      <a:pt x="8254" y="6333"/>
                      <a:pt x="8244" y="6339"/>
                    </a:cubicBezTo>
                    <a:cubicBezTo>
                      <a:pt x="8186" y="6397"/>
                      <a:pt x="8128" y="6455"/>
                      <a:pt x="8079" y="6513"/>
                    </a:cubicBezTo>
                    <a:cubicBezTo>
                      <a:pt x="8170" y="6248"/>
                      <a:pt x="8294" y="5991"/>
                      <a:pt x="8443" y="5759"/>
                    </a:cubicBezTo>
                    <a:cubicBezTo>
                      <a:pt x="8542" y="5594"/>
                      <a:pt x="8658" y="5445"/>
                      <a:pt x="8783" y="5295"/>
                    </a:cubicBezTo>
                    <a:cubicBezTo>
                      <a:pt x="8841" y="5221"/>
                      <a:pt x="8907" y="5155"/>
                      <a:pt x="8982" y="5088"/>
                    </a:cubicBezTo>
                    <a:cubicBezTo>
                      <a:pt x="9006" y="5063"/>
                      <a:pt x="9023" y="5047"/>
                      <a:pt x="9048" y="5022"/>
                    </a:cubicBezTo>
                    <a:cubicBezTo>
                      <a:pt x="9139" y="4956"/>
                      <a:pt x="9238" y="4889"/>
                      <a:pt x="9338" y="4831"/>
                    </a:cubicBezTo>
                    <a:cubicBezTo>
                      <a:pt x="9454" y="4757"/>
                      <a:pt x="9570" y="4682"/>
                      <a:pt x="9694" y="4616"/>
                    </a:cubicBezTo>
                    <a:cubicBezTo>
                      <a:pt x="9752" y="4583"/>
                      <a:pt x="9818" y="4541"/>
                      <a:pt x="9876" y="4508"/>
                    </a:cubicBezTo>
                    <a:cubicBezTo>
                      <a:pt x="9885" y="4508"/>
                      <a:pt x="9893" y="4500"/>
                      <a:pt x="9901" y="4500"/>
                    </a:cubicBezTo>
                    <a:cubicBezTo>
                      <a:pt x="9910" y="4503"/>
                      <a:pt x="9918" y="4505"/>
                      <a:pt x="9926" y="4505"/>
                    </a:cubicBezTo>
                    <a:cubicBezTo>
                      <a:pt x="9938" y="4505"/>
                      <a:pt x="9949" y="4499"/>
                      <a:pt x="9959" y="4483"/>
                    </a:cubicBezTo>
                    <a:cubicBezTo>
                      <a:pt x="9968" y="4467"/>
                      <a:pt x="9968" y="4459"/>
                      <a:pt x="9976" y="4442"/>
                    </a:cubicBezTo>
                    <a:cubicBezTo>
                      <a:pt x="9992" y="4425"/>
                      <a:pt x="10009" y="4409"/>
                      <a:pt x="10017" y="4384"/>
                    </a:cubicBezTo>
                    <a:cubicBezTo>
                      <a:pt x="10017" y="4367"/>
                      <a:pt x="10017" y="4351"/>
                      <a:pt x="10017" y="4343"/>
                    </a:cubicBezTo>
                    <a:cubicBezTo>
                      <a:pt x="10017" y="4334"/>
                      <a:pt x="10017" y="4334"/>
                      <a:pt x="10017" y="4326"/>
                    </a:cubicBezTo>
                    <a:lnTo>
                      <a:pt x="10026" y="4326"/>
                    </a:lnTo>
                    <a:cubicBezTo>
                      <a:pt x="10034" y="4326"/>
                      <a:pt x="10050" y="4318"/>
                      <a:pt x="10059" y="4309"/>
                    </a:cubicBezTo>
                    <a:cubicBezTo>
                      <a:pt x="10072" y="4327"/>
                      <a:pt x="10096" y="4338"/>
                      <a:pt x="10118" y="4338"/>
                    </a:cubicBezTo>
                    <a:cubicBezTo>
                      <a:pt x="10137" y="4338"/>
                      <a:pt x="10154" y="4329"/>
                      <a:pt x="10158" y="4309"/>
                    </a:cubicBezTo>
                    <a:cubicBezTo>
                      <a:pt x="10166" y="4276"/>
                      <a:pt x="10175" y="4251"/>
                      <a:pt x="10183" y="4227"/>
                    </a:cubicBezTo>
                    <a:cubicBezTo>
                      <a:pt x="10216" y="4160"/>
                      <a:pt x="10241" y="4086"/>
                      <a:pt x="10258" y="4011"/>
                    </a:cubicBezTo>
                    <a:lnTo>
                      <a:pt x="10258" y="4003"/>
                    </a:lnTo>
                    <a:cubicBezTo>
                      <a:pt x="10258" y="4011"/>
                      <a:pt x="10266" y="4019"/>
                      <a:pt x="10274" y="4028"/>
                    </a:cubicBezTo>
                    <a:lnTo>
                      <a:pt x="10274" y="4036"/>
                    </a:lnTo>
                    <a:lnTo>
                      <a:pt x="10282" y="4053"/>
                    </a:lnTo>
                    <a:cubicBezTo>
                      <a:pt x="10291" y="4061"/>
                      <a:pt x="10291" y="4069"/>
                      <a:pt x="10299" y="4086"/>
                    </a:cubicBezTo>
                    <a:cubicBezTo>
                      <a:pt x="10307" y="4094"/>
                      <a:pt x="10307" y="4111"/>
                      <a:pt x="10316" y="4119"/>
                    </a:cubicBezTo>
                    <a:lnTo>
                      <a:pt x="10316" y="4135"/>
                    </a:lnTo>
                    <a:cubicBezTo>
                      <a:pt x="10316" y="4135"/>
                      <a:pt x="10320" y="4149"/>
                      <a:pt x="10323" y="4149"/>
                    </a:cubicBezTo>
                    <a:cubicBezTo>
                      <a:pt x="10323" y="4149"/>
                      <a:pt x="10324" y="4148"/>
                      <a:pt x="10324" y="4144"/>
                    </a:cubicBezTo>
                    <a:cubicBezTo>
                      <a:pt x="10324" y="4160"/>
                      <a:pt x="10332" y="4177"/>
                      <a:pt x="10349" y="4185"/>
                    </a:cubicBezTo>
                    <a:cubicBezTo>
                      <a:pt x="10357" y="4193"/>
                      <a:pt x="10382" y="4202"/>
                      <a:pt x="10398" y="4202"/>
                    </a:cubicBezTo>
                    <a:cubicBezTo>
                      <a:pt x="10432" y="4193"/>
                      <a:pt x="10465" y="4160"/>
                      <a:pt x="10456" y="4119"/>
                    </a:cubicBezTo>
                    <a:cubicBezTo>
                      <a:pt x="10440" y="4077"/>
                      <a:pt x="10432" y="4036"/>
                      <a:pt x="10407" y="3995"/>
                    </a:cubicBezTo>
                    <a:lnTo>
                      <a:pt x="10407" y="3995"/>
                    </a:lnTo>
                    <a:lnTo>
                      <a:pt x="10415" y="4003"/>
                    </a:lnTo>
                    <a:cubicBezTo>
                      <a:pt x="10427" y="4015"/>
                      <a:pt x="10444" y="4023"/>
                      <a:pt x="10458" y="4023"/>
                    </a:cubicBezTo>
                    <a:cubicBezTo>
                      <a:pt x="10464" y="4023"/>
                      <a:pt x="10469" y="4022"/>
                      <a:pt x="10473" y="4019"/>
                    </a:cubicBezTo>
                    <a:cubicBezTo>
                      <a:pt x="10490" y="4094"/>
                      <a:pt x="10506" y="4169"/>
                      <a:pt x="10523" y="4243"/>
                    </a:cubicBezTo>
                    <a:cubicBezTo>
                      <a:pt x="10530" y="4278"/>
                      <a:pt x="10559" y="4294"/>
                      <a:pt x="10587" y="4294"/>
                    </a:cubicBezTo>
                    <a:cubicBezTo>
                      <a:pt x="10620" y="4294"/>
                      <a:pt x="10651" y="4271"/>
                      <a:pt x="10647" y="4227"/>
                    </a:cubicBezTo>
                    <a:cubicBezTo>
                      <a:pt x="10630" y="4152"/>
                      <a:pt x="10622" y="4086"/>
                      <a:pt x="10614" y="4011"/>
                    </a:cubicBezTo>
                    <a:lnTo>
                      <a:pt x="10614" y="4011"/>
                    </a:lnTo>
                    <a:cubicBezTo>
                      <a:pt x="10622" y="4053"/>
                      <a:pt x="10630" y="4102"/>
                      <a:pt x="10639" y="4144"/>
                    </a:cubicBezTo>
                    <a:cubicBezTo>
                      <a:pt x="10645" y="4169"/>
                      <a:pt x="10666" y="4180"/>
                      <a:pt x="10683" y="4180"/>
                    </a:cubicBezTo>
                    <a:cubicBezTo>
                      <a:pt x="10688" y="4180"/>
                      <a:pt x="10693" y="4179"/>
                      <a:pt x="10697" y="4177"/>
                    </a:cubicBezTo>
                    <a:cubicBezTo>
                      <a:pt x="10705" y="4202"/>
                      <a:pt x="10713" y="4218"/>
                      <a:pt x="10713" y="4235"/>
                    </a:cubicBezTo>
                    <a:cubicBezTo>
                      <a:pt x="10723" y="4260"/>
                      <a:pt x="10744" y="4271"/>
                      <a:pt x="10766" y="4271"/>
                    </a:cubicBezTo>
                    <a:cubicBezTo>
                      <a:pt x="10802" y="4271"/>
                      <a:pt x="10840" y="4243"/>
                      <a:pt x="10829" y="4202"/>
                    </a:cubicBezTo>
                    <a:cubicBezTo>
                      <a:pt x="10813" y="4144"/>
                      <a:pt x="10796" y="4077"/>
                      <a:pt x="10780" y="4011"/>
                    </a:cubicBezTo>
                    <a:cubicBezTo>
                      <a:pt x="10780" y="4007"/>
                      <a:pt x="10780" y="4003"/>
                      <a:pt x="10779" y="4000"/>
                    </a:cubicBezTo>
                    <a:lnTo>
                      <a:pt x="10779" y="4000"/>
                    </a:lnTo>
                    <a:cubicBezTo>
                      <a:pt x="10808" y="4053"/>
                      <a:pt x="10831" y="4107"/>
                      <a:pt x="10854" y="4160"/>
                    </a:cubicBezTo>
                    <a:cubicBezTo>
                      <a:pt x="10861" y="4183"/>
                      <a:pt x="10880" y="4193"/>
                      <a:pt x="10901" y="4193"/>
                    </a:cubicBezTo>
                    <a:cubicBezTo>
                      <a:pt x="10931" y="4193"/>
                      <a:pt x="10964" y="4170"/>
                      <a:pt x="10954" y="4135"/>
                    </a:cubicBezTo>
                    <a:cubicBezTo>
                      <a:pt x="10954" y="4129"/>
                      <a:pt x="10954" y="4118"/>
                      <a:pt x="10950" y="4109"/>
                    </a:cubicBezTo>
                    <a:lnTo>
                      <a:pt x="10950" y="4109"/>
                    </a:lnTo>
                    <a:lnTo>
                      <a:pt x="11028" y="4227"/>
                    </a:lnTo>
                    <a:cubicBezTo>
                      <a:pt x="11039" y="4243"/>
                      <a:pt x="11060" y="4252"/>
                      <a:pt x="11080" y="4252"/>
                    </a:cubicBezTo>
                    <a:cubicBezTo>
                      <a:pt x="11091" y="4252"/>
                      <a:pt x="11102" y="4249"/>
                      <a:pt x="11111" y="4243"/>
                    </a:cubicBezTo>
                    <a:cubicBezTo>
                      <a:pt x="11132" y="4229"/>
                      <a:pt x="11147" y="4203"/>
                      <a:pt x="11141" y="4175"/>
                    </a:cubicBezTo>
                    <a:lnTo>
                      <a:pt x="11141" y="4175"/>
                    </a:lnTo>
                    <a:cubicBezTo>
                      <a:pt x="11148" y="4195"/>
                      <a:pt x="11163" y="4210"/>
                      <a:pt x="11186" y="4210"/>
                    </a:cubicBezTo>
                    <a:lnTo>
                      <a:pt x="11186" y="4218"/>
                    </a:lnTo>
                    <a:cubicBezTo>
                      <a:pt x="11186" y="4247"/>
                      <a:pt x="11210" y="4262"/>
                      <a:pt x="11236" y="4262"/>
                    </a:cubicBezTo>
                    <a:cubicBezTo>
                      <a:pt x="11262" y="4262"/>
                      <a:pt x="11289" y="4247"/>
                      <a:pt x="11293" y="4218"/>
                    </a:cubicBezTo>
                    <a:cubicBezTo>
                      <a:pt x="11293" y="4177"/>
                      <a:pt x="11293" y="4135"/>
                      <a:pt x="11293" y="4086"/>
                    </a:cubicBezTo>
                    <a:cubicBezTo>
                      <a:pt x="11293" y="4086"/>
                      <a:pt x="11302" y="4086"/>
                      <a:pt x="11302" y="4077"/>
                    </a:cubicBezTo>
                    <a:cubicBezTo>
                      <a:pt x="11318" y="4094"/>
                      <a:pt x="11326" y="4111"/>
                      <a:pt x="11335" y="4127"/>
                    </a:cubicBezTo>
                    <a:cubicBezTo>
                      <a:pt x="11344" y="4141"/>
                      <a:pt x="11355" y="4147"/>
                      <a:pt x="11367" y="4147"/>
                    </a:cubicBezTo>
                    <a:cubicBezTo>
                      <a:pt x="11376" y="4147"/>
                      <a:pt x="11385" y="4143"/>
                      <a:pt x="11393" y="4135"/>
                    </a:cubicBezTo>
                    <a:cubicBezTo>
                      <a:pt x="11393" y="4152"/>
                      <a:pt x="11401" y="4160"/>
                      <a:pt x="11401" y="4177"/>
                    </a:cubicBezTo>
                    <a:cubicBezTo>
                      <a:pt x="11401" y="4202"/>
                      <a:pt x="11424" y="4214"/>
                      <a:pt x="11447" y="4214"/>
                    </a:cubicBezTo>
                    <a:cubicBezTo>
                      <a:pt x="11469" y="4214"/>
                      <a:pt x="11492" y="4202"/>
                      <a:pt x="11492" y="4177"/>
                    </a:cubicBezTo>
                    <a:cubicBezTo>
                      <a:pt x="11492" y="4135"/>
                      <a:pt x="11492" y="4086"/>
                      <a:pt x="11492" y="4044"/>
                    </a:cubicBezTo>
                    <a:cubicBezTo>
                      <a:pt x="11500" y="4069"/>
                      <a:pt x="11517" y="4094"/>
                      <a:pt x="11525" y="4119"/>
                    </a:cubicBezTo>
                    <a:cubicBezTo>
                      <a:pt x="11525" y="4152"/>
                      <a:pt x="11525" y="4177"/>
                      <a:pt x="11517" y="4210"/>
                    </a:cubicBezTo>
                    <a:cubicBezTo>
                      <a:pt x="11512" y="4241"/>
                      <a:pt x="11545" y="4266"/>
                      <a:pt x="11573" y="4266"/>
                    </a:cubicBezTo>
                    <a:cubicBezTo>
                      <a:pt x="11590" y="4266"/>
                      <a:pt x="11605" y="4257"/>
                      <a:pt x="11608" y="4235"/>
                    </a:cubicBezTo>
                    <a:cubicBezTo>
                      <a:pt x="11617" y="4239"/>
                      <a:pt x="11626" y="4241"/>
                      <a:pt x="11636" y="4241"/>
                    </a:cubicBezTo>
                    <a:cubicBezTo>
                      <a:pt x="11661" y="4241"/>
                      <a:pt x="11685" y="4226"/>
                      <a:pt x="11691" y="4202"/>
                    </a:cubicBezTo>
                    <a:cubicBezTo>
                      <a:pt x="11716" y="4202"/>
                      <a:pt x="11741" y="4177"/>
                      <a:pt x="11741" y="4144"/>
                    </a:cubicBezTo>
                    <a:cubicBezTo>
                      <a:pt x="11741" y="3920"/>
                      <a:pt x="11699" y="3705"/>
                      <a:pt x="11699" y="3473"/>
                    </a:cubicBezTo>
                    <a:cubicBezTo>
                      <a:pt x="11691" y="3249"/>
                      <a:pt x="11708" y="3025"/>
                      <a:pt x="11741" y="2793"/>
                    </a:cubicBezTo>
                    <a:cubicBezTo>
                      <a:pt x="11799" y="2346"/>
                      <a:pt x="11948" y="1915"/>
                      <a:pt x="12138" y="1509"/>
                    </a:cubicBezTo>
                    <a:cubicBezTo>
                      <a:pt x="12196" y="1385"/>
                      <a:pt x="12263" y="1260"/>
                      <a:pt x="12346" y="1144"/>
                    </a:cubicBezTo>
                    <a:cubicBezTo>
                      <a:pt x="12350" y="1149"/>
                      <a:pt x="12358" y="1154"/>
                      <a:pt x="12367" y="1154"/>
                    </a:cubicBezTo>
                    <a:cubicBezTo>
                      <a:pt x="12373" y="1154"/>
                      <a:pt x="12380" y="1151"/>
                      <a:pt x="12387" y="1144"/>
                    </a:cubicBezTo>
                    <a:cubicBezTo>
                      <a:pt x="12602" y="929"/>
                      <a:pt x="12776" y="689"/>
                      <a:pt x="12950" y="448"/>
                    </a:cubicBezTo>
                    <a:cubicBezTo>
                      <a:pt x="13025" y="349"/>
                      <a:pt x="13108" y="225"/>
                      <a:pt x="13224" y="175"/>
                    </a:cubicBezTo>
                    <a:cubicBezTo>
                      <a:pt x="13251" y="166"/>
                      <a:pt x="13275" y="162"/>
                      <a:pt x="13298" y="162"/>
                    </a:cubicBezTo>
                    <a:close/>
                    <a:moveTo>
                      <a:pt x="13304" y="0"/>
                    </a:moveTo>
                    <a:cubicBezTo>
                      <a:pt x="13297" y="0"/>
                      <a:pt x="13289" y="1"/>
                      <a:pt x="13282" y="1"/>
                    </a:cubicBezTo>
                    <a:cubicBezTo>
                      <a:pt x="13149" y="18"/>
                      <a:pt x="13033" y="100"/>
                      <a:pt x="12942" y="200"/>
                    </a:cubicBezTo>
                    <a:cubicBezTo>
                      <a:pt x="12826" y="332"/>
                      <a:pt x="12727" y="482"/>
                      <a:pt x="12627" y="622"/>
                    </a:cubicBezTo>
                    <a:cubicBezTo>
                      <a:pt x="12569" y="705"/>
                      <a:pt x="12520" y="780"/>
                      <a:pt x="12470" y="863"/>
                    </a:cubicBezTo>
                    <a:cubicBezTo>
                      <a:pt x="11898" y="1575"/>
                      <a:pt x="11542" y="2462"/>
                      <a:pt x="11525" y="3382"/>
                    </a:cubicBezTo>
                    <a:cubicBezTo>
                      <a:pt x="11525" y="3423"/>
                      <a:pt x="11525" y="3456"/>
                      <a:pt x="11525" y="3498"/>
                    </a:cubicBezTo>
                    <a:cubicBezTo>
                      <a:pt x="11509" y="3481"/>
                      <a:pt x="11500" y="3464"/>
                      <a:pt x="11484" y="3456"/>
                    </a:cubicBezTo>
                    <a:cubicBezTo>
                      <a:pt x="11477" y="3449"/>
                      <a:pt x="11469" y="3446"/>
                      <a:pt x="11462" y="3446"/>
                    </a:cubicBezTo>
                    <a:cubicBezTo>
                      <a:pt x="11443" y="3446"/>
                      <a:pt x="11426" y="3465"/>
                      <a:pt x="11426" y="3489"/>
                    </a:cubicBezTo>
                    <a:cubicBezTo>
                      <a:pt x="11426" y="3514"/>
                      <a:pt x="11442" y="3539"/>
                      <a:pt x="11442" y="3572"/>
                    </a:cubicBezTo>
                    <a:cubicBezTo>
                      <a:pt x="11451" y="3605"/>
                      <a:pt x="11459" y="3638"/>
                      <a:pt x="11467" y="3672"/>
                    </a:cubicBezTo>
                    <a:cubicBezTo>
                      <a:pt x="11476" y="3713"/>
                      <a:pt x="11492" y="3746"/>
                      <a:pt x="11500" y="3787"/>
                    </a:cubicBezTo>
                    <a:cubicBezTo>
                      <a:pt x="11484" y="3779"/>
                      <a:pt x="11467" y="3771"/>
                      <a:pt x="11451" y="3763"/>
                    </a:cubicBezTo>
                    <a:cubicBezTo>
                      <a:pt x="11434" y="3763"/>
                      <a:pt x="11426" y="3763"/>
                      <a:pt x="11409" y="3771"/>
                    </a:cubicBezTo>
                    <a:cubicBezTo>
                      <a:pt x="11401" y="3738"/>
                      <a:pt x="11401" y="3705"/>
                      <a:pt x="11384" y="3680"/>
                    </a:cubicBezTo>
                    <a:cubicBezTo>
                      <a:pt x="11376" y="3638"/>
                      <a:pt x="11368" y="3597"/>
                      <a:pt x="11326" y="3572"/>
                    </a:cubicBezTo>
                    <a:cubicBezTo>
                      <a:pt x="11310" y="3572"/>
                      <a:pt x="11293" y="3572"/>
                      <a:pt x="11277" y="3589"/>
                    </a:cubicBezTo>
                    <a:cubicBezTo>
                      <a:pt x="11277" y="3597"/>
                      <a:pt x="11268" y="3597"/>
                      <a:pt x="11268" y="3605"/>
                    </a:cubicBezTo>
                    <a:cubicBezTo>
                      <a:pt x="11260" y="3597"/>
                      <a:pt x="11244" y="3597"/>
                      <a:pt x="11235" y="3597"/>
                    </a:cubicBezTo>
                    <a:cubicBezTo>
                      <a:pt x="11210" y="3605"/>
                      <a:pt x="11177" y="3622"/>
                      <a:pt x="11177" y="3647"/>
                    </a:cubicBezTo>
                    <a:cubicBezTo>
                      <a:pt x="11177" y="3655"/>
                      <a:pt x="11177" y="3663"/>
                      <a:pt x="11169" y="3672"/>
                    </a:cubicBezTo>
                    <a:cubicBezTo>
                      <a:pt x="11169" y="3680"/>
                      <a:pt x="11169" y="3688"/>
                      <a:pt x="11169" y="3705"/>
                    </a:cubicBezTo>
                    <a:cubicBezTo>
                      <a:pt x="11161" y="3721"/>
                      <a:pt x="11161" y="3746"/>
                      <a:pt x="11161" y="3763"/>
                    </a:cubicBezTo>
                    <a:cubicBezTo>
                      <a:pt x="11161" y="3787"/>
                      <a:pt x="11161" y="3804"/>
                      <a:pt x="11161" y="3829"/>
                    </a:cubicBezTo>
                    <a:cubicBezTo>
                      <a:pt x="11128" y="3812"/>
                      <a:pt x="11103" y="3804"/>
                      <a:pt x="11070" y="3787"/>
                    </a:cubicBezTo>
                    <a:cubicBezTo>
                      <a:pt x="11061" y="3787"/>
                      <a:pt x="11061" y="3779"/>
                      <a:pt x="11053" y="3779"/>
                    </a:cubicBezTo>
                    <a:cubicBezTo>
                      <a:pt x="11048" y="3770"/>
                      <a:pt x="11038" y="3765"/>
                      <a:pt x="11026" y="3765"/>
                    </a:cubicBezTo>
                    <a:cubicBezTo>
                      <a:pt x="11018" y="3765"/>
                      <a:pt x="11010" y="3767"/>
                      <a:pt x="11003" y="3771"/>
                    </a:cubicBezTo>
                    <a:cubicBezTo>
                      <a:pt x="11003" y="3771"/>
                      <a:pt x="11003" y="3771"/>
                      <a:pt x="11003" y="3779"/>
                    </a:cubicBezTo>
                    <a:cubicBezTo>
                      <a:pt x="10987" y="3771"/>
                      <a:pt x="10978" y="3771"/>
                      <a:pt x="10970" y="3771"/>
                    </a:cubicBezTo>
                    <a:cubicBezTo>
                      <a:pt x="10945" y="3771"/>
                      <a:pt x="10929" y="3779"/>
                      <a:pt x="10920" y="3796"/>
                    </a:cubicBezTo>
                    <a:lnTo>
                      <a:pt x="10896" y="3796"/>
                    </a:lnTo>
                    <a:cubicBezTo>
                      <a:pt x="10896" y="3796"/>
                      <a:pt x="10887" y="3787"/>
                      <a:pt x="10887" y="3787"/>
                    </a:cubicBezTo>
                    <a:cubicBezTo>
                      <a:pt x="10878" y="3780"/>
                      <a:pt x="10868" y="3777"/>
                      <a:pt x="10858" y="3777"/>
                    </a:cubicBezTo>
                    <a:cubicBezTo>
                      <a:pt x="10834" y="3777"/>
                      <a:pt x="10813" y="3797"/>
                      <a:pt x="10813" y="3821"/>
                    </a:cubicBezTo>
                    <a:lnTo>
                      <a:pt x="10804" y="3812"/>
                    </a:lnTo>
                    <a:cubicBezTo>
                      <a:pt x="10796" y="3796"/>
                      <a:pt x="10780" y="3779"/>
                      <a:pt x="10763" y="3763"/>
                    </a:cubicBezTo>
                    <a:lnTo>
                      <a:pt x="10763" y="3754"/>
                    </a:lnTo>
                    <a:cubicBezTo>
                      <a:pt x="10763" y="3736"/>
                      <a:pt x="10749" y="3726"/>
                      <a:pt x="10735" y="3726"/>
                    </a:cubicBezTo>
                    <a:cubicBezTo>
                      <a:pt x="10730" y="3726"/>
                      <a:pt x="10726" y="3727"/>
                      <a:pt x="10722" y="3730"/>
                    </a:cubicBezTo>
                    <a:cubicBezTo>
                      <a:pt x="10705" y="3713"/>
                      <a:pt x="10680" y="3696"/>
                      <a:pt x="10655" y="3696"/>
                    </a:cubicBezTo>
                    <a:cubicBezTo>
                      <a:pt x="10647" y="3680"/>
                      <a:pt x="10639" y="3663"/>
                      <a:pt x="10630" y="3647"/>
                    </a:cubicBezTo>
                    <a:cubicBezTo>
                      <a:pt x="10621" y="3634"/>
                      <a:pt x="10608" y="3629"/>
                      <a:pt x="10594" y="3629"/>
                    </a:cubicBezTo>
                    <a:cubicBezTo>
                      <a:pt x="10570" y="3629"/>
                      <a:pt x="10545" y="3645"/>
                      <a:pt x="10539" y="3672"/>
                    </a:cubicBezTo>
                    <a:lnTo>
                      <a:pt x="10539" y="3688"/>
                    </a:lnTo>
                    <a:cubicBezTo>
                      <a:pt x="10531" y="3672"/>
                      <a:pt x="10523" y="3655"/>
                      <a:pt x="10498" y="3647"/>
                    </a:cubicBezTo>
                    <a:cubicBezTo>
                      <a:pt x="10493" y="3642"/>
                      <a:pt x="10487" y="3640"/>
                      <a:pt x="10481" y="3640"/>
                    </a:cubicBezTo>
                    <a:cubicBezTo>
                      <a:pt x="10467" y="3640"/>
                      <a:pt x="10454" y="3649"/>
                      <a:pt x="10448" y="3655"/>
                    </a:cubicBezTo>
                    <a:cubicBezTo>
                      <a:pt x="10423" y="3680"/>
                      <a:pt x="10432" y="3713"/>
                      <a:pt x="10432" y="3738"/>
                    </a:cubicBezTo>
                    <a:lnTo>
                      <a:pt x="10432" y="3746"/>
                    </a:lnTo>
                    <a:cubicBezTo>
                      <a:pt x="10423" y="3738"/>
                      <a:pt x="10407" y="3738"/>
                      <a:pt x="10398" y="3738"/>
                    </a:cubicBezTo>
                    <a:cubicBezTo>
                      <a:pt x="10382" y="3746"/>
                      <a:pt x="10374" y="3754"/>
                      <a:pt x="10357" y="3771"/>
                    </a:cubicBezTo>
                    <a:cubicBezTo>
                      <a:pt x="10349" y="3779"/>
                      <a:pt x="10349" y="3796"/>
                      <a:pt x="10340" y="3812"/>
                    </a:cubicBezTo>
                    <a:cubicBezTo>
                      <a:pt x="10340" y="3845"/>
                      <a:pt x="10349" y="3887"/>
                      <a:pt x="10357" y="3920"/>
                    </a:cubicBezTo>
                    <a:cubicBezTo>
                      <a:pt x="10349" y="3903"/>
                      <a:pt x="10332" y="3895"/>
                      <a:pt x="10324" y="3879"/>
                    </a:cubicBezTo>
                    <a:cubicBezTo>
                      <a:pt x="10316" y="3870"/>
                      <a:pt x="10299" y="3862"/>
                      <a:pt x="10282" y="3862"/>
                    </a:cubicBezTo>
                    <a:cubicBezTo>
                      <a:pt x="10274" y="3854"/>
                      <a:pt x="10266" y="3845"/>
                      <a:pt x="10249" y="3837"/>
                    </a:cubicBezTo>
                    <a:cubicBezTo>
                      <a:pt x="10241" y="3804"/>
                      <a:pt x="10224" y="3771"/>
                      <a:pt x="10200" y="3746"/>
                    </a:cubicBezTo>
                    <a:cubicBezTo>
                      <a:pt x="10195" y="3741"/>
                      <a:pt x="10184" y="3737"/>
                      <a:pt x="10175" y="3737"/>
                    </a:cubicBezTo>
                    <a:cubicBezTo>
                      <a:pt x="10168" y="3737"/>
                      <a:pt x="10162" y="3739"/>
                      <a:pt x="10158" y="3746"/>
                    </a:cubicBezTo>
                    <a:cubicBezTo>
                      <a:pt x="10158" y="3730"/>
                      <a:pt x="10150" y="3721"/>
                      <a:pt x="10142" y="3705"/>
                    </a:cubicBezTo>
                    <a:cubicBezTo>
                      <a:pt x="10135" y="3689"/>
                      <a:pt x="10122" y="3681"/>
                      <a:pt x="10109" y="3681"/>
                    </a:cubicBezTo>
                    <a:cubicBezTo>
                      <a:pt x="10089" y="3681"/>
                      <a:pt x="10067" y="3699"/>
                      <a:pt x="10067" y="3730"/>
                    </a:cubicBezTo>
                    <a:cubicBezTo>
                      <a:pt x="10067" y="3779"/>
                      <a:pt x="10067" y="3829"/>
                      <a:pt x="10067" y="3870"/>
                    </a:cubicBezTo>
                    <a:cubicBezTo>
                      <a:pt x="10075" y="3920"/>
                      <a:pt x="10075" y="3970"/>
                      <a:pt x="10075" y="4011"/>
                    </a:cubicBezTo>
                    <a:cubicBezTo>
                      <a:pt x="10075" y="4077"/>
                      <a:pt x="10075" y="4144"/>
                      <a:pt x="10067" y="4210"/>
                    </a:cubicBezTo>
                    <a:cubicBezTo>
                      <a:pt x="10067" y="4177"/>
                      <a:pt x="10059" y="4135"/>
                      <a:pt x="10059" y="4102"/>
                    </a:cubicBezTo>
                    <a:cubicBezTo>
                      <a:pt x="10050" y="4069"/>
                      <a:pt x="10042" y="4036"/>
                      <a:pt x="10034" y="4003"/>
                    </a:cubicBezTo>
                    <a:cubicBezTo>
                      <a:pt x="10026" y="3986"/>
                      <a:pt x="10026" y="3970"/>
                      <a:pt x="10017" y="3953"/>
                    </a:cubicBezTo>
                    <a:cubicBezTo>
                      <a:pt x="10009" y="3920"/>
                      <a:pt x="10009" y="3895"/>
                      <a:pt x="10001" y="3870"/>
                    </a:cubicBezTo>
                    <a:cubicBezTo>
                      <a:pt x="9992" y="3746"/>
                      <a:pt x="9976" y="3622"/>
                      <a:pt x="9951" y="3506"/>
                    </a:cubicBezTo>
                    <a:cubicBezTo>
                      <a:pt x="9934" y="3398"/>
                      <a:pt x="9910" y="3257"/>
                      <a:pt x="9843" y="3174"/>
                    </a:cubicBezTo>
                    <a:cubicBezTo>
                      <a:pt x="9832" y="3166"/>
                      <a:pt x="9820" y="3162"/>
                      <a:pt x="9809" y="3162"/>
                    </a:cubicBezTo>
                    <a:cubicBezTo>
                      <a:pt x="9786" y="3162"/>
                      <a:pt x="9766" y="3177"/>
                      <a:pt x="9760" y="3199"/>
                    </a:cubicBezTo>
                    <a:cubicBezTo>
                      <a:pt x="9736" y="3299"/>
                      <a:pt x="9777" y="3423"/>
                      <a:pt x="9802" y="3522"/>
                    </a:cubicBezTo>
                    <a:cubicBezTo>
                      <a:pt x="9810" y="3580"/>
                      <a:pt x="9818" y="3638"/>
                      <a:pt x="9827" y="3696"/>
                    </a:cubicBezTo>
                    <a:cubicBezTo>
                      <a:pt x="9818" y="3672"/>
                      <a:pt x="9818" y="3655"/>
                      <a:pt x="9810" y="3638"/>
                    </a:cubicBezTo>
                    <a:cubicBezTo>
                      <a:pt x="9760" y="3531"/>
                      <a:pt x="9702" y="3423"/>
                      <a:pt x="9620" y="3340"/>
                    </a:cubicBezTo>
                    <a:cubicBezTo>
                      <a:pt x="9595" y="3299"/>
                      <a:pt x="9570" y="3249"/>
                      <a:pt x="9537" y="3208"/>
                    </a:cubicBezTo>
                    <a:cubicBezTo>
                      <a:pt x="9495" y="3158"/>
                      <a:pt x="9429" y="3100"/>
                      <a:pt x="9354" y="3100"/>
                    </a:cubicBezTo>
                    <a:cubicBezTo>
                      <a:pt x="9346" y="3075"/>
                      <a:pt x="9338" y="3050"/>
                      <a:pt x="9330" y="3025"/>
                    </a:cubicBezTo>
                    <a:cubicBezTo>
                      <a:pt x="9288" y="2901"/>
                      <a:pt x="9238" y="2793"/>
                      <a:pt x="9180" y="2677"/>
                    </a:cubicBezTo>
                    <a:cubicBezTo>
                      <a:pt x="9131" y="2578"/>
                      <a:pt x="9073" y="2462"/>
                      <a:pt x="8982" y="2387"/>
                    </a:cubicBezTo>
                    <a:cubicBezTo>
                      <a:pt x="8975" y="2383"/>
                      <a:pt x="8968" y="2381"/>
                      <a:pt x="8961" y="2381"/>
                    </a:cubicBezTo>
                    <a:cubicBezTo>
                      <a:pt x="8941" y="2381"/>
                      <a:pt x="8924" y="2396"/>
                      <a:pt x="8924" y="2420"/>
                    </a:cubicBezTo>
                    <a:cubicBezTo>
                      <a:pt x="8932" y="2470"/>
                      <a:pt x="8957" y="2520"/>
                      <a:pt x="8973" y="2578"/>
                    </a:cubicBezTo>
                    <a:cubicBezTo>
                      <a:pt x="8890" y="2462"/>
                      <a:pt x="8783" y="2354"/>
                      <a:pt x="8675" y="2263"/>
                    </a:cubicBezTo>
                    <a:cubicBezTo>
                      <a:pt x="8642" y="2230"/>
                      <a:pt x="8609" y="2197"/>
                      <a:pt x="8576" y="2172"/>
                    </a:cubicBezTo>
                    <a:cubicBezTo>
                      <a:pt x="8377" y="1923"/>
                      <a:pt x="8153" y="1700"/>
                      <a:pt x="7938" y="1476"/>
                    </a:cubicBezTo>
                    <a:cubicBezTo>
                      <a:pt x="7738" y="1284"/>
                      <a:pt x="7447" y="1033"/>
                      <a:pt x="7152" y="1033"/>
                    </a:cubicBezTo>
                    <a:cubicBezTo>
                      <a:pt x="7115" y="1033"/>
                      <a:pt x="7079" y="1037"/>
                      <a:pt x="7043" y="1045"/>
                    </a:cubicBezTo>
                    <a:cubicBezTo>
                      <a:pt x="6687" y="1120"/>
                      <a:pt x="6662" y="1526"/>
                      <a:pt x="6670" y="1816"/>
                    </a:cubicBezTo>
                    <a:cubicBezTo>
                      <a:pt x="6687" y="2238"/>
                      <a:pt x="6794" y="2652"/>
                      <a:pt x="6894" y="3067"/>
                    </a:cubicBezTo>
                    <a:cubicBezTo>
                      <a:pt x="6919" y="3158"/>
                      <a:pt x="6943" y="3257"/>
                      <a:pt x="6968" y="3357"/>
                    </a:cubicBezTo>
                    <a:cubicBezTo>
                      <a:pt x="6959" y="3343"/>
                      <a:pt x="6941" y="3335"/>
                      <a:pt x="6925" y="3335"/>
                    </a:cubicBezTo>
                    <a:cubicBezTo>
                      <a:pt x="6910" y="3335"/>
                      <a:pt x="6898" y="3341"/>
                      <a:pt x="6894" y="3357"/>
                    </a:cubicBezTo>
                    <a:cubicBezTo>
                      <a:pt x="6819" y="3589"/>
                      <a:pt x="6952" y="3837"/>
                      <a:pt x="7068" y="4036"/>
                    </a:cubicBezTo>
                    <a:cubicBezTo>
                      <a:pt x="7126" y="4127"/>
                      <a:pt x="7192" y="4218"/>
                      <a:pt x="7258" y="4301"/>
                    </a:cubicBezTo>
                    <a:cubicBezTo>
                      <a:pt x="7275" y="4334"/>
                      <a:pt x="7283" y="4359"/>
                      <a:pt x="7300" y="4384"/>
                    </a:cubicBezTo>
                    <a:cubicBezTo>
                      <a:pt x="7291" y="4376"/>
                      <a:pt x="7275" y="4376"/>
                      <a:pt x="7267" y="4367"/>
                    </a:cubicBezTo>
                    <a:cubicBezTo>
                      <a:pt x="7142" y="4210"/>
                      <a:pt x="7018" y="4061"/>
                      <a:pt x="6894" y="3912"/>
                    </a:cubicBezTo>
                    <a:cubicBezTo>
                      <a:pt x="6884" y="3902"/>
                      <a:pt x="6872" y="3898"/>
                      <a:pt x="6860" y="3898"/>
                    </a:cubicBezTo>
                    <a:cubicBezTo>
                      <a:pt x="6823" y="3898"/>
                      <a:pt x="6788" y="3940"/>
                      <a:pt x="6819" y="3978"/>
                    </a:cubicBezTo>
                    <a:cubicBezTo>
                      <a:pt x="6919" y="4111"/>
                      <a:pt x="7018" y="4243"/>
                      <a:pt x="7117" y="4376"/>
                    </a:cubicBezTo>
                    <a:cubicBezTo>
                      <a:pt x="7109" y="4384"/>
                      <a:pt x="7117" y="4401"/>
                      <a:pt x="7117" y="4409"/>
                    </a:cubicBezTo>
                    <a:cubicBezTo>
                      <a:pt x="7217" y="4566"/>
                      <a:pt x="7300" y="4724"/>
                      <a:pt x="7383" y="4881"/>
                    </a:cubicBezTo>
                    <a:cubicBezTo>
                      <a:pt x="7424" y="4956"/>
                      <a:pt x="7457" y="5030"/>
                      <a:pt x="7499" y="5113"/>
                    </a:cubicBezTo>
                    <a:cubicBezTo>
                      <a:pt x="7515" y="5146"/>
                      <a:pt x="7532" y="5179"/>
                      <a:pt x="7548" y="5213"/>
                    </a:cubicBezTo>
                    <a:cubicBezTo>
                      <a:pt x="7532" y="5213"/>
                      <a:pt x="7515" y="5213"/>
                      <a:pt x="7499" y="5221"/>
                    </a:cubicBezTo>
                    <a:cubicBezTo>
                      <a:pt x="7449" y="5155"/>
                      <a:pt x="7399" y="5088"/>
                      <a:pt x="7341" y="5022"/>
                    </a:cubicBezTo>
                    <a:cubicBezTo>
                      <a:pt x="7330" y="5011"/>
                      <a:pt x="7318" y="5006"/>
                      <a:pt x="7306" y="5006"/>
                    </a:cubicBezTo>
                    <a:cubicBezTo>
                      <a:pt x="7275" y="5006"/>
                      <a:pt x="7248" y="5041"/>
                      <a:pt x="7267" y="5072"/>
                    </a:cubicBezTo>
                    <a:cubicBezTo>
                      <a:pt x="7349" y="5213"/>
                      <a:pt x="7441" y="5345"/>
                      <a:pt x="7515" y="5486"/>
                    </a:cubicBezTo>
                    <a:cubicBezTo>
                      <a:pt x="7548" y="5552"/>
                      <a:pt x="7590" y="5619"/>
                      <a:pt x="7623" y="5685"/>
                    </a:cubicBezTo>
                    <a:cubicBezTo>
                      <a:pt x="7623" y="5693"/>
                      <a:pt x="7631" y="5701"/>
                      <a:pt x="7631" y="5710"/>
                    </a:cubicBezTo>
                    <a:cubicBezTo>
                      <a:pt x="7615" y="5685"/>
                      <a:pt x="7590" y="5652"/>
                      <a:pt x="7565" y="5627"/>
                    </a:cubicBezTo>
                    <a:cubicBezTo>
                      <a:pt x="7482" y="5527"/>
                      <a:pt x="7383" y="5436"/>
                      <a:pt x="7283" y="5345"/>
                    </a:cubicBezTo>
                    <a:cubicBezTo>
                      <a:pt x="7277" y="5340"/>
                      <a:pt x="7270" y="5338"/>
                      <a:pt x="7263" y="5338"/>
                    </a:cubicBezTo>
                    <a:cubicBezTo>
                      <a:pt x="7234" y="5338"/>
                      <a:pt x="7206" y="5376"/>
                      <a:pt x="7233" y="5403"/>
                    </a:cubicBezTo>
                    <a:cubicBezTo>
                      <a:pt x="7316" y="5503"/>
                      <a:pt x="7391" y="5602"/>
                      <a:pt x="7465" y="5701"/>
                    </a:cubicBezTo>
                    <a:cubicBezTo>
                      <a:pt x="7482" y="5718"/>
                      <a:pt x="7490" y="5735"/>
                      <a:pt x="7499" y="5743"/>
                    </a:cubicBezTo>
                    <a:cubicBezTo>
                      <a:pt x="7507" y="5892"/>
                      <a:pt x="7532" y="6033"/>
                      <a:pt x="7557" y="6174"/>
                    </a:cubicBezTo>
                    <a:cubicBezTo>
                      <a:pt x="7573" y="6248"/>
                      <a:pt x="7590" y="6323"/>
                      <a:pt x="7606" y="6397"/>
                    </a:cubicBezTo>
                    <a:cubicBezTo>
                      <a:pt x="7606" y="6397"/>
                      <a:pt x="7606" y="6406"/>
                      <a:pt x="7615" y="6414"/>
                    </a:cubicBezTo>
                    <a:cubicBezTo>
                      <a:pt x="7615" y="6464"/>
                      <a:pt x="7623" y="6513"/>
                      <a:pt x="7623" y="6563"/>
                    </a:cubicBezTo>
                    <a:cubicBezTo>
                      <a:pt x="7639" y="6654"/>
                      <a:pt x="7648" y="6745"/>
                      <a:pt x="7664" y="6837"/>
                    </a:cubicBezTo>
                    <a:cubicBezTo>
                      <a:pt x="7681" y="6903"/>
                      <a:pt x="7697" y="6986"/>
                      <a:pt x="7739" y="7044"/>
                    </a:cubicBezTo>
                    <a:cubicBezTo>
                      <a:pt x="7739" y="7069"/>
                      <a:pt x="7755" y="7093"/>
                      <a:pt x="7780" y="7093"/>
                    </a:cubicBezTo>
                    <a:cubicBezTo>
                      <a:pt x="7789" y="7102"/>
                      <a:pt x="7805" y="7110"/>
                      <a:pt x="7813" y="7110"/>
                    </a:cubicBezTo>
                    <a:cubicBezTo>
                      <a:pt x="7789" y="7259"/>
                      <a:pt x="7789" y="7417"/>
                      <a:pt x="7789" y="7566"/>
                    </a:cubicBezTo>
                    <a:cubicBezTo>
                      <a:pt x="7797" y="7723"/>
                      <a:pt x="7797" y="7922"/>
                      <a:pt x="7871" y="8063"/>
                    </a:cubicBezTo>
                    <a:cubicBezTo>
                      <a:pt x="7871" y="8104"/>
                      <a:pt x="7871" y="8146"/>
                      <a:pt x="7871" y="8195"/>
                    </a:cubicBezTo>
                    <a:cubicBezTo>
                      <a:pt x="7863" y="8303"/>
                      <a:pt x="7863" y="8419"/>
                      <a:pt x="7855" y="8527"/>
                    </a:cubicBezTo>
                    <a:cubicBezTo>
                      <a:pt x="7847" y="8626"/>
                      <a:pt x="7822" y="8734"/>
                      <a:pt x="7830" y="8833"/>
                    </a:cubicBezTo>
                    <a:cubicBezTo>
                      <a:pt x="7747" y="8916"/>
                      <a:pt x="7664" y="9007"/>
                      <a:pt x="7581" y="9090"/>
                    </a:cubicBezTo>
                    <a:cubicBezTo>
                      <a:pt x="7424" y="9248"/>
                      <a:pt x="7267" y="9405"/>
                      <a:pt x="7117" y="9571"/>
                    </a:cubicBezTo>
                    <a:cubicBezTo>
                      <a:pt x="6968" y="9745"/>
                      <a:pt x="6827" y="9927"/>
                      <a:pt x="6687" y="10109"/>
                    </a:cubicBezTo>
                    <a:cubicBezTo>
                      <a:pt x="6562" y="10275"/>
                      <a:pt x="6430" y="10457"/>
                      <a:pt x="6504" y="10664"/>
                    </a:cubicBezTo>
                    <a:cubicBezTo>
                      <a:pt x="6513" y="10698"/>
                      <a:pt x="6529" y="10739"/>
                      <a:pt x="6546" y="10772"/>
                    </a:cubicBezTo>
                    <a:cubicBezTo>
                      <a:pt x="6537" y="10830"/>
                      <a:pt x="6562" y="10888"/>
                      <a:pt x="6612" y="10913"/>
                    </a:cubicBezTo>
                    <a:cubicBezTo>
                      <a:pt x="6629" y="10938"/>
                      <a:pt x="6645" y="10963"/>
                      <a:pt x="6662" y="10988"/>
                    </a:cubicBezTo>
                    <a:cubicBezTo>
                      <a:pt x="6728" y="11062"/>
                      <a:pt x="6803" y="11128"/>
                      <a:pt x="6894" y="11186"/>
                    </a:cubicBezTo>
                    <a:cubicBezTo>
                      <a:pt x="6910" y="11294"/>
                      <a:pt x="6943" y="11410"/>
                      <a:pt x="6985" y="11518"/>
                    </a:cubicBezTo>
                    <a:lnTo>
                      <a:pt x="6910" y="11518"/>
                    </a:lnTo>
                    <a:cubicBezTo>
                      <a:pt x="6894" y="11526"/>
                      <a:pt x="6885" y="11526"/>
                      <a:pt x="6877" y="11534"/>
                    </a:cubicBezTo>
                    <a:cubicBezTo>
                      <a:pt x="6844" y="11551"/>
                      <a:pt x="6811" y="11576"/>
                      <a:pt x="6819" y="11609"/>
                    </a:cubicBezTo>
                    <a:cubicBezTo>
                      <a:pt x="6827" y="11634"/>
                      <a:pt x="6852" y="11642"/>
                      <a:pt x="6877" y="11642"/>
                    </a:cubicBezTo>
                    <a:lnTo>
                      <a:pt x="6919" y="11642"/>
                    </a:lnTo>
                    <a:cubicBezTo>
                      <a:pt x="6927" y="11642"/>
                      <a:pt x="6935" y="11634"/>
                      <a:pt x="6943" y="11634"/>
                    </a:cubicBezTo>
                    <a:lnTo>
                      <a:pt x="6927" y="11642"/>
                    </a:lnTo>
                    <a:cubicBezTo>
                      <a:pt x="6952" y="11634"/>
                      <a:pt x="6977" y="11626"/>
                      <a:pt x="7001" y="11626"/>
                    </a:cubicBezTo>
                    <a:lnTo>
                      <a:pt x="7018" y="11626"/>
                    </a:lnTo>
                    <a:cubicBezTo>
                      <a:pt x="7026" y="11634"/>
                      <a:pt x="7026" y="11642"/>
                      <a:pt x="7035" y="11650"/>
                    </a:cubicBezTo>
                    <a:cubicBezTo>
                      <a:pt x="7001" y="11659"/>
                      <a:pt x="6968" y="11667"/>
                      <a:pt x="6943" y="11692"/>
                    </a:cubicBezTo>
                    <a:cubicBezTo>
                      <a:pt x="6927" y="11708"/>
                      <a:pt x="6902" y="11725"/>
                      <a:pt x="6894" y="11750"/>
                    </a:cubicBezTo>
                    <a:cubicBezTo>
                      <a:pt x="6885" y="11775"/>
                      <a:pt x="6885" y="11808"/>
                      <a:pt x="6902" y="11833"/>
                    </a:cubicBezTo>
                    <a:cubicBezTo>
                      <a:pt x="6908" y="11845"/>
                      <a:pt x="6923" y="11853"/>
                      <a:pt x="6934" y="11853"/>
                    </a:cubicBezTo>
                    <a:cubicBezTo>
                      <a:pt x="6938" y="11853"/>
                      <a:pt x="6941" y="11851"/>
                      <a:pt x="6943" y="11849"/>
                    </a:cubicBezTo>
                    <a:cubicBezTo>
                      <a:pt x="6960" y="11841"/>
                      <a:pt x="6968" y="11841"/>
                      <a:pt x="6968" y="11833"/>
                    </a:cubicBezTo>
                    <a:cubicBezTo>
                      <a:pt x="6985" y="11824"/>
                      <a:pt x="6993" y="11816"/>
                      <a:pt x="7001" y="11800"/>
                    </a:cubicBezTo>
                    <a:cubicBezTo>
                      <a:pt x="7010" y="11791"/>
                      <a:pt x="7018" y="11775"/>
                      <a:pt x="7026" y="11766"/>
                    </a:cubicBezTo>
                    <a:lnTo>
                      <a:pt x="7035" y="11758"/>
                    </a:lnTo>
                    <a:lnTo>
                      <a:pt x="7035" y="11758"/>
                    </a:lnTo>
                    <a:cubicBezTo>
                      <a:pt x="7043" y="11750"/>
                      <a:pt x="7051" y="11742"/>
                      <a:pt x="7059" y="11742"/>
                    </a:cubicBezTo>
                    <a:cubicBezTo>
                      <a:pt x="7084" y="11800"/>
                      <a:pt x="7117" y="11866"/>
                      <a:pt x="7167" y="11924"/>
                    </a:cubicBezTo>
                    <a:cubicBezTo>
                      <a:pt x="7159" y="11932"/>
                      <a:pt x="7151" y="11949"/>
                      <a:pt x="7142" y="11965"/>
                    </a:cubicBezTo>
                    <a:cubicBezTo>
                      <a:pt x="7134" y="11974"/>
                      <a:pt x="7134" y="11990"/>
                      <a:pt x="7126" y="12007"/>
                    </a:cubicBezTo>
                    <a:cubicBezTo>
                      <a:pt x="7126" y="12015"/>
                      <a:pt x="7126" y="12023"/>
                      <a:pt x="7126" y="12032"/>
                    </a:cubicBezTo>
                    <a:cubicBezTo>
                      <a:pt x="7126" y="12040"/>
                      <a:pt x="7126" y="12040"/>
                      <a:pt x="7126" y="12048"/>
                    </a:cubicBezTo>
                    <a:lnTo>
                      <a:pt x="7126" y="12065"/>
                    </a:lnTo>
                    <a:cubicBezTo>
                      <a:pt x="7130" y="12078"/>
                      <a:pt x="7142" y="12085"/>
                      <a:pt x="7154" y="12085"/>
                    </a:cubicBezTo>
                    <a:cubicBezTo>
                      <a:pt x="7163" y="12085"/>
                      <a:pt x="7172" y="12080"/>
                      <a:pt x="7175" y="12073"/>
                    </a:cubicBezTo>
                    <a:lnTo>
                      <a:pt x="7184" y="12065"/>
                    </a:lnTo>
                    <a:lnTo>
                      <a:pt x="7192" y="12056"/>
                    </a:lnTo>
                    <a:lnTo>
                      <a:pt x="7192" y="12048"/>
                    </a:lnTo>
                    <a:cubicBezTo>
                      <a:pt x="7192" y="12040"/>
                      <a:pt x="7192" y="12040"/>
                      <a:pt x="7200" y="12032"/>
                    </a:cubicBezTo>
                    <a:cubicBezTo>
                      <a:pt x="7200" y="12015"/>
                      <a:pt x="7209" y="12007"/>
                      <a:pt x="7217" y="11990"/>
                    </a:cubicBezTo>
                    <a:lnTo>
                      <a:pt x="7217" y="11982"/>
                    </a:lnTo>
                    <a:cubicBezTo>
                      <a:pt x="7250" y="12015"/>
                      <a:pt x="7291" y="12040"/>
                      <a:pt x="7341" y="12048"/>
                    </a:cubicBezTo>
                    <a:cubicBezTo>
                      <a:pt x="7368" y="12056"/>
                      <a:pt x="7395" y="12060"/>
                      <a:pt x="7423" y="12060"/>
                    </a:cubicBezTo>
                    <a:cubicBezTo>
                      <a:pt x="7481" y="12060"/>
                      <a:pt x="7539" y="12043"/>
                      <a:pt x="7590" y="12015"/>
                    </a:cubicBezTo>
                    <a:cubicBezTo>
                      <a:pt x="7639" y="12172"/>
                      <a:pt x="7755" y="12297"/>
                      <a:pt x="7905" y="12380"/>
                    </a:cubicBezTo>
                    <a:cubicBezTo>
                      <a:pt x="8054" y="12454"/>
                      <a:pt x="8228" y="12487"/>
                      <a:pt x="8393" y="12504"/>
                    </a:cubicBezTo>
                    <a:cubicBezTo>
                      <a:pt x="8393" y="12512"/>
                      <a:pt x="8402" y="12512"/>
                      <a:pt x="8402" y="12520"/>
                    </a:cubicBezTo>
                    <a:cubicBezTo>
                      <a:pt x="8460" y="12595"/>
                      <a:pt x="8451" y="12686"/>
                      <a:pt x="8418" y="12777"/>
                    </a:cubicBezTo>
                    <a:cubicBezTo>
                      <a:pt x="8410" y="12777"/>
                      <a:pt x="8402" y="12786"/>
                      <a:pt x="8393" y="12794"/>
                    </a:cubicBezTo>
                    <a:cubicBezTo>
                      <a:pt x="8252" y="13009"/>
                      <a:pt x="8137" y="13233"/>
                      <a:pt x="8054" y="13482"/>
                    </a:cubicBezTo>
                    <a:cubicBezTo>
                      <a:pt x="8012" y="13598"/>
                      <a:pt x="7979" y="13714"/>
                      <a:pt x="7946" y="13838"/>
                    </a:cubicBezTo>
                    <a:cubicBezTo>
                      <a:pt x="7946" y="13863"/>
                      <a:pt x="7938" y="13887"/>
                      <a:pt x="7938" y="13904"/>
                    </a:cubicBezTo>
                    <a:cubicBezTo>
                      <a:pt x="7797" y="14095"/>
                      <a:pt x="7623" y="14260"/>
                      <a:pt x="7515" y="14476"/>
                    </a:cubicBezTo>
                    <a:cubicBezTo>
                      <a:pt x="7432" y="14633"/>
                      <a:pt x="7374" y="14824"/>
                      <a:pt x="7325" y="14998"/>
                    </a:cubicBezTo>
                    <a:cubicBezTo>
                      <a:pt x="7291" y="15089"/>
                      <a:pt x="7267" y="15172"/>
                      <a:pt x="7242" y="15263"/>
                    </a:cubicBezTo>
                    <a:cubicBezTo>
                      <a:pt x="7242" y="15288"/>
                      <a:pt x="7233" y="15304"/>
                      <a:pt x="7233" y="15329"/>
                    </a:cubicBezTo>
                    <a:cubicBezTo>
                      <a:pt x="7184" y="15412"/>
                      <a:pt x="7134" y="15503"/>
                      <a:pt x="7101" y="15594"/>
                    </a:cubicBezTo>
                    <a:cubicBezTo>
                      <a:pt x="7051" y="15702"/>
                      <a:pt x="7010" y="15810"/>
                      <a:pt x="6968" y="15926"/>
                    </a:cubicBezTo>
                    <a:cubicBezTo>
                      <a:pt x="6960" y="15951"/>
                      <a:pt x="6952" y="15984"/>
                      <a:pt x="6943" y="16009"/>
                    </a:cubicBezTo>
                    <a:cubicBezTo>
                      <a:pt x="6753" y="16307"/>
                      <a:pt x="6546" y="16589"/>
                      <a:pt x="6388" y="16903"/>
                    </a:cubicBezTo>
                    <a:cubicBezTo>
                      <a:pt x="6281" y="17127"/>
                      <a:pt x="6198" y="17367"/>
                      <a:pt x="6148" y="17616"/>
                    </a:cubicBezTo>
                    <a:cubicBezTo>
                      <a:pt x="6131" y="17715"/>
                      <a:pt x="6115" y="17823"/>
                      <a:pt x="6107" y="17923"/>
                    </a:cubicBezTo>
                    <a:cubicBezTo>
                      <a:pt x="6090" y="17939"/>
                      <a:pt x="6073" y="17956"/>
                      <a:pt x="6057" y="17972"/>
                    </a:cubicBezTo>
                    <a:cubicBezTo>
                      <a:pt x="5908" y="18130"/>
                      <a:pt x="5750" y="18271"/>
                      <a:pt x="5634" y="18453"/>
                    </a:cubicBezTo>
                    <a:cubicBezTo>
                      <a:pt x="5527" y="18619"/>
                      <a:pt x="5444" y="18809"/>
                      <a:pt x="5386" y="18991"/>
                    </a:cubicBezTo>
                    <a:cubicBezTo>
                      <a:pt x="5361" y="19091"/>
                      <a:pt x="5336" y="19190"/>
                      <a:pt x="5319" y="19290"/>
                    </a:cubicBezTo>
                    <a:cubicBezTo>
                      <a:pt x="5311" y="19314"/>
                      <a:pt x="5303" y="19339"/>
                      <a:pt x="5303" y="19372"/>
                    </a:cubicBezTo>
                    <a:cubicBezTo>
                      <a:pt x="4880" y="19828"/>
                      <a:pt x="4483" y="20309"/>
                      <a:pt x="4085" y="20798"/>
                    </a:cubicBezTo>
                    <a:cubicBezTo>
                      <a:pt x="3886" y="21046"/>
                      <a:pt x="3679" y="21286"/>
                      <a:pt x="3530" y="21568"/>
                    </a:cubicBezTo>
                    <a:cubicBezTo>
                      <a:pt x="3381" y="21850"/>
                      <a:pt x="3281" y="22156"/>
                      <a:pt x="3173" y="22455"/>
                    </a:cubicBezTo>
                    <a:cubicBezTo>
                      <a:pt x="3107" y="22637"/>
                      <a:pt x="3057" y="22811"/>
                      <a:pt x="2999" y="22993"/>
                    </a:cubicBezTo>
                    <a:cubicBezTo>
                      <a:pt x="2966" y="23109"/>
                      <a:pt x="2925" y="23217"/>
                      <a:pt x="2900" y="23333"/>
                    </a:cubicBezTo>
                    <a:cubicBezTo>
                      <a:pt x="2569" y="23888"/>
                      <a:pt x="2312" y="24485"/>
                      <a:pt x="2038" y="25073"/>
                    </a:cubicBezTo>
                    <a:cubicBezTo>
                      <a:pt x="1980" y="25197"/>
                      <a:pt x="1922" y="25330"/>
                      <a:pt x="1864" y="25462"/>
                    </a:cubicBezTo>
                    <a:cubicBezTo>
                      <a:pt x="1806" y="25587"/>
                      <a:pt x="1732" y="25727"/>
                      <a:pt x="1715" y="25868"/>
                    </a:cubicBezTo>
                    <a:cubicBezTo>
                      <a:pt x="1707" y="25893"/>
                      <a:pt x="1724" y="25918"/>
                      <a:pt x="1748" y="25935"/>
                    </a:cubicBezTo>
                    <a:cubicBezTo>
                      <a:pt x="1690" y="26026"/>
                      <a:pt x="1632" y="26125"/>
                      <a:pt x="1583" y="26225"/>
                    </a:cubicBezTo>
                    <a:cubicBezTo>
                      <a:pt x="1318" y="26697"/>
                      <a:pt x="1061" y="27186"/>
                      <a:pt x="912" y="27708"/>
                    </a:cubicBezTo>
                    <a:cubicBezTo>
                      <a:pt x="862" y="27873"/>
                      <a:pt x="829" y="28039"/>
                      <a:pt x="812" y="28213"/>
                    </a:cubicBezTo>
                    <a:cubicBezTo>
                      <a:pt x="613" y="28553"/>
                      <a:pt x="431" y="28909"/>
                      <a:pt x="307" y="29282"/>
                    </a:cubicBezTo>
                    <a:cubicBezTo>
                      <a:pt x="207" y="29572"/>
                      <a:pt x="141" y="29870"/>
                      <a:pt x="91" y="30168"/>
                    </a:cubicBezTo>
                    <a:cubicBezTo>
                      <a:pt x="66" y="30326"/>
                      <a:pt x="42" y="30483"/>
                      <a:pt x="33" y="30641"/>
                    </a:cubicBezTo>
                    <a:cubicBezTo>
                      <a:pt x="17" y="30798"/>
                      <a:pt x="0" y="30964"/>
                      <a:pt x="33" y="31121"/>
                    </a:cubicBezTo>
                    <a:cubicBezTo>
                      <a:pt x="33" y="31138"/>
                      <a:pt x="42" y="31146"/>
                      <a:pt x="42" y="31154"/>
                    </a:cubicBezTo>
                    <a:cubicBezTo>
                      <a:pt x="42" y="31237"/>
                      <a:pt x="33" y="31312"/>
                      <a:pt x="33" y="31395"/>
                    </a:cubicBezTo>
                    <a:cubicBezTo>
                      <a:pt x="25" y="31635"/>
                      <a:pt x="42" y="31875"/>
                      <a:pt x="66" y="32107"/>
                    </a:cubicBezTo>
                    <a:cubicBezTo>
                      <a:pt x="83" y="32323"/>
                      <a:pt x="108" y="32563"/>
                      <a:pt x="199" y="32762"/>
                    </a:cubicBezTo>
                    <a:cubicBezTo>
                      <a:pt x="174" y="33010"/>
                      <a:pt x="158" y="33259"/>
                      <a:pt x="158" y="33516"/>
                    </a:cubicBezTo>
                    <a:cubicBezTo>
                      <a:pt x="158" y="33789"/>
                      <a:pt x="166" y="34071"/>
                      <a:pt x="199" y="34353"/>
                    </a:cubicBezTo>
                    <a:cubicBezTo>
                      <a:pt x="216" y="34485"/>
                      <a:pt x="232" y="34626"/>
                      <a:pt x="257" y="34767"/>
                    </a:cubicBezTo>
                    <a:cubicBezTo>
                      <a:pt x="282" y="34891"/>
                      <a:pt x="307" y="35015"/>
                      <a:pt x="373" y="35131"/>
                    </a:cubicBezTo>
                    <a:cubicBezTo>
                      <a:pt x="381" y="35189"/>
                      <a:pt x="398" y="35247"/>
                      <a:pt x="414" y="35297"/>
                    </a:cubicBezTo>
                    <a:cubicBezTo>
                      <a:pt x="456" y="35438"/>
                      <a:pt x="522" y="35562"/>
                      <a:pt x="588" y="35687"/>
                    </a:cubicBezTo>
                    <a:cubicBezTo>
                      <a:pt x="655" y="35794"/>
                      <a:pt x="746" y="35968"/>
                      <a:pt x="887" y="35977"/>
                    </a:cubicBezTo>
                    <a:cubicBezTo>
                      <a:pt x="1086" y="36242"/>
                      <a:pt x="1351" y="36465"/>
                      <a:pt x="1616" y="36631"/>
                    </a:cubicBezTo>
                    <a:cubicBezTo>
                      <a:pt x="1831" y="36772"/>
                      <a:pt x="2063" y="36880"/>
                      <a:pt x="2304" y="36971"/>
                    </a:cubicBezTo>
                    <a:cubicBezTo>
                      <a:pt x="2428" y="37012"/>
                      <a:pt x="2544" y="37054"/>
                      <a:pt x="2668" y="37087"/>
                    </a:cubicBezTo>
                    <a:cubicBezTo>
                      <a:pt x="2759" y="37103"/>
                      <a:pt x="2850" y="37137"/>
                      <a:pt x="2950" y="37145"/>
                    </a:cubicBezTo>
                    <a:cubicBezTo>
                      <a:pt x="3091" y="37203"/>
                      <a:pt x="3248" y="37253"/>
                      <a:pt x="3405" y="37277"/>
                    </a:cubicBezTo>
                    <a:cubicBezTo>
                      <a:pt x="3389" y="37319"/>
                      <a:pt x="3381" y="37369"/>
                      <a:pt x="3405" y="37427"/>
                    </a:cubicBezTo>
                    <a:cubicBezTo>
                      <a:pt x="3447" y="37518"/>
                      <a:pt x="3538" y="37559"/>
                      <a:pt x="3613" y="37601"/>
                    </a:cubicBezTo>
                    <a:cubicBezTo>
                      <a:pt x="3704" y="37650"/>
                      <a:pt x="3803" y="37700"/>
                      <a:pt x="3894" y="37750"/>
                    </a:cubicBezTo>
                    <a:cubicBezTo>
                      <a:pt x="4085" y="37833"/>
                      <a:pt x="4275" y="37907"/>
                      <a:pt x="4474" y="37965"/>
                    </a:cubicBezTo>
                    <a:cubicBezTo>
                      <a:pt x="4639" y="38008"/>
                      <a:pt x="4817" y="38051"/>
                      <a:pt x="4996" y="38051"/>
                    </a:cubicBezTo>
                    <a:cubicBezTo>
                      <a:pt x="5024" y="38051"/>
                      <a:pt x="5051" y="38050"/>
                      <a:pt x="5079" y="38048"/>
                    </a:cubicBezTo>
                    <a:lnTo>
                      <a:pt x="5096" y="38048"/>
                    </a:lnTo>
                    <a:cubicBezTo>
                      <a:pt x="5676" y="38247"/>
                      <a:pt x="6289" y="38355"/>
                      <a:pt x="6910" y="38363"/>
                    </a:cubicBezTo>
                    <a:cubicBezTo>
                      <a:pt x="7026" y="38388"/>
                      <a:pt x="7151" y="38413"/>
                      <a:pt x="7275" y="38437"/>
                    </a:cubicBezTo>
                    <a:cubicBezTo>
                      <a:pt x="7391" y="38462"/>
                      <a:pt x="7507" y="38487"/>
                      <a:pt x="7623" y="38512"/>
                    </a:cubicBezTo>
                    <a:cubicBezTo>
                      <a:pt x="7739" y="38537"/>
                      <a:pt x="7863" y="38570"/>
                      <a:pt x="7987" y="38570"/>
                    </a:cubicBezTo>
                    <a:cubicBezTo>
                      <a:pt x="7990" y="38571"/>
                      <a:pt x="7993" y="38571"/>
                      <a:pt x="7996" y="38571"/>
                    </a:cubicBezTo>
                    <a:cubicBezTo>
                      <a:pt x="8023" y="38571"/>
                      <a:pt x="8036" y="38535"/>
                      <a:pt x="8029" y="38512"/>
                    </a:cubicBezTo>
                    <a:lnTo>
                      <a:pt x="8029" y="38512"/>
                    </a:lnTo>
                    <a:cubicBezTo>
                      <a:pt x="8153" y="38520"/>
                      <a:pt x="8286" y="38529"/>
                      <a:pt x="8418" y="38537"/>
                    </a:cubicBezTo>
                    <a:cubicBezTo>
                      <a:pt x="8509" y="38541"/>
                      <a:pt x="8607" y="38547"/>
                      <a:pt x="8704" y="38547"/>
                    </a:cubicBezTo>
                    <a:cubicBezTo>
                      <a:pt x="8801" y="38547"/>
                      <a:pt x="8899" y="38541"/>
                      <a:pt x="8990" y="38520"/>
                    </a:cubicBezTo>
                    <a:cubicBezTo>
                      <a:pt x="9073" y="38504"/>
                      <a:pt x="9156" y="38479"/>
                      <a:pt x="9230" y="38437"/>
                    </a:cubicBezTo>
                    <a:cubicBezTo>
                      <a:pt x="9272" y="38421"/>
                      <a:pt x="9305" y="38396"/>
                      <a:pt x="9338" y="38363"/>
                    </a:cubicBezTo>
                    <a:cubicBezTo>
                      <a:pt x="9371" y="38330"/>
                      <a:pt x="9379" y="38297"/>
                      <a:pt x="9404" y="38255"/>
                    </a:cubicBezTo>
                    <a:cubicBezTo>
                      <a:pt x="9412" y="38230"/>
                      <a:pt x="9412" y="38222"/>
                      <a:pt x="9404" y="38205"/>
                    </a:cubicBezTo>
                    <a:cubicBezTo>
                      <a:pt x="9404" y="38205"/>
                      <a:pt x="9404" y="38197"/>
                      <a:pt x="9412" y="38197"/>
                    </a:cubicBezTo>
                    <a:cubicBezTo>
                      <a:pt x="9412" y="38197"/>
                      <a:pt x="9421" y="38189"/>
                      <a:pt x="9421" y="38181"/>
                    </a:cubicBezTo>
                    <a:cubicBezTo>
                      <a:pt x="9446" y="38147"/>
                      <a:pt x="9462" y="38114"/>
                      <a:pt x="9487" y="38073"/>
                    </a:cubicBezTo>
                    <a:lnTo>
                      <a:pt x="9487" y="38073"/>
                    </a:lnTo>
                    <a:cubicBezTo>
                      <a:pt x="9479" y="38123"/>
                      <a:pt x="9479" y="38164"/>
                      <a:pt x="9470" y="38205"/>
                    </a:cubicBezTo>
                    <a:cubicBezTo>
                      <a:pt x="9437" y="38413"/>
                      <a:pt x="9404" y="38636"/>
                      <a:pt x="9470" y="38835"/>
                    </a:cubicBezTo>
                    <a:cubicBezTo>
                      <a:pt x="9537" y="39026"/>
                      <a:pt x="9694" y="39142"/>
                      <a:pt x="9860" y="39233"/>
                    </a:cubicBezTo>
                    <a:cubicBezTo>
                      <a:pt x="9951" y="39291"/>
                      <a:pt x="10042" y="39340"/>
                      <a:pt x="10142" y="39382"/>
                    </a:cubicBezTo>
                    <a:cubicBezTo>
                      <a:pt x="10233" y="39432"/>
                      <a:pt x="10349" y="39498"/>
                      <a:pt x="10456" y="39498"/>
                    </a:cubicBezTo>
                    <a:cubicBezTo>
                      <a:pt x="10461" y="39499"/>
                      <a:pt x="10465" y="39499"/>
                      <a:pt x="10469" y="39499"/>
                    </a:cubicBezTo>
                    <a:cubicBezTo>
                      <a:pt x="10504" y="39499"/>
                      <a:pt x="10531" y="39469"/>
                      <a:pt x="10531" y="39432"/>
                    </a:cubicBezTo>
                    <a:cubicBezTo>
                      <a:pt x="10771" y="39514"/>
                      <a:pt x="11012" y="39597"/>
                      <a:pt x="11252" y="39697"/>
                    </a:cubicBezTo>
                    <a:cubicBezTo>
                      <a:pt x="11391" y="39752"/>
                      <a:pt x="11611" y="39878"/>
                      <a:pt x="11801" y="39878"/>
                    </a:cubicBezTo>
                    <a:cubicBezTo>
                      <a:pt x="11838" y="39878"/>
                      <a:pt x="11873" y="39873"/>
                      <a:pt x="11906" y="39862"/>
                    </a:cubicBezTo>
                    <a:lnTo>
                      <a:pt x="11923" y="39871"/>
                    </a:lnTo>
                    <a:cubicBezTo>
                      <a:pt x="11931" y="39879"/>
                      <a:pt x="11940" y="39879"/>
                      <a:pt x="11948" y="39879"/>
                    </a:cubicBezTo>
                    <a:cubicBezTo>
                      <a:pt x="11985" y="39916"/>
                      <a:pt x="12046" y="39921"/>
                      <a:pt x="12102" y="39921"/>
                    </a:cubicBezTo>
                    <a:cubicBezTo>
                      <a:pt x="12120" y="39921"/>
                      <a:pt x="12138" y="39920"/>
                      <a:pt x="12155" y="39920"/>
                    </a:cubicBezTo>
                    <a:cubicBezTo>
                      <a:pt x="12238" y="39920"/>
                      <a:pt x="12321" y="39912"/>
                      <a:pt x="12395" y="39904"/>
                    </a:cubicBezTo>
                    <a:cubicBezTo>
                      <a:pt x="12470" y="39896"/>
                      <a:pt x="12544" y="39887"/>
                      <a:pt x="12611" y="39871"/>
                    </a:cubicBezTo>
                    <a:cubicBezTo>
                      <a:pt x="12694" y="39846"/>
                      <a:pt x="12752" y="39804"/>
                      <a:pt x="12785" y="39730"/>
                    </a:cubicBezTo>
                    <a:cubicBezTo>
                      <a:pt x="12793" y="39713"/>
                      <a:pt x="12793" y="39697"/>
                      <a:pt x="12793" y="39680"/>
                    </a:cubicBezTo>
                    <a:cubicBezTo>
                      <a:pt x="12826" y="39647"/>
                      <a:pt x="12859" y="39606"/>
                      <a:pt x="12876" y="39564"/>
                    </a:cubicBezTo>
                    <a:cubicBezTo>
                      <a:pt x="12909" y="39490"/>
                      <a:pt x="12934" y="39407"/>
                      <a:pt x="12942" y="39324"/>
                    </a:cubicBezTo>
                    <a:cubicBezTo>
                      <a:pt x="12942" y="39282"/>
                      <a:pt x="12934" y="39241"/>
                      <a:pt x="12934" y="39200"/>
                    </a:cubicBezTo>
                    <a:cubicBezTo>
                      <a:pt x="12950" y="39150"/>
                      <a:pt x="12959" y="39084"/>
                      <a:pt x="12967" y="39034"/>
                    </a:cubicBezTo>
                    <a:cubicBezTo>
                      <a:pt x="12984" y="38951"/>
                      <a:pt x="12992" y="38876"/>
                      <a:pt x="12992" y="38794"/>
                    </a:cubicBezTo>
                    <a:cubicBezTo>
                      <a:pt x="12992" y="38678"/>
                      <a:pt x="12942" y="38570"/>
                      <a:pt x="12868" y="38471"/>
                    </a:cubicBezTo>
                    <a:cubicBezTo>
                      <a:pt x="12834" y="38437"/>
                      <a:pt x="12801" y="38396"/>
                      <a:pt x="12760" y="38363"/>
                    </a:cubicBezTo>
                    <a:cubicBezTo>
                      <a:pt x="12710" y="38255"/>
                      <a:pt x="12627" y="38181"/>
                      <a:pt x="12544" y="38106"/>
                    </a:cubicBezTo>
                    <a:cubicBezTo>
                      <a:pt x="12453" y="38031"/>
                      <a:pt x="12370" y="37957"/>
                      <a:pt x="12279" y="37882"/>
                    </a:cubicBezTo>
                    <a:cubicBezTo>
                      <a:pt x="12271" y="37874"/>
                      <a:pt x="12263" y="37866"/>
                      <a:pt x="12254" y="37857"/>
                    </a:cubicBezTo>
                    <a:cubicBezTo>
                      <a:pt x="12279" y="37857"/>
                      <a:pt x="12304" y="37866"/>
                      <a:pt x="12329" y="37866"/>
                    </a:cubicBezTo>
                    <a:cubicBezTo>
                      <a:pt x="12470" y="37899"/>
                      <a:pt x="12611" y="37924"/>
                      <a:pt x="12760" y="37949"/>
                    </a:cubicBezTo>
                    <a:cubicBezTo>
                      <a:pt x="12872" y="37967"/>
                      <a:pt x="12988" y="37982"/>
                      <a:pt x="13102" y="37982"/>
                    </a:cubicBezTo>
                    <a:cubicBezTo>
                      <a:pt x="13249" y="37982"/>
                      <a:pt x="13395" y="37957"/>
                      <a:pt x="13530" y="37882"/>
                    </a:cubicBezTo>
                    <a:cubicBezTo>
                      <a:pt x="13663" y="37816"/>
                      <a:pt x="13754" y="37683"/>
                      <a:pt x="13779" y="37551"/>
                    </a:cubicBezTo>
                    <a:lnTo>
                      <a:pt x="13787" y="37543"/>
                    </a:lnTo>
                    <a:cubicBezTo>
                      <a:pt x="13804" y="37526"/>
                      <a:pt x="13820" y="37509"/>
                      <a:pt x="13829" y="37485"/>
                    </a:cubicBezTo>
                    <a:cubicBezTo>
                      <a:pt x="13853" y="37451"/>
                      <a:pt x="13870" y="37418"/>
                      <a:pt x="13878" y="37385"/>
                    </a:cubicBezTo>
                    <a:cubicBezTo>
                      <a:pt x="13920" y="37302"/>
                      <a:pt x="13936" y="37219"/>
                      <a:pt x="13945" y="37128"/>
                    </a:cubicBezTo>
                    <a:cubicBezTo>
                      <a:pt x="13961" y="36987"/>
                      <a:pt x="13953" y="36805"/>
                      <a:pt x="13845" y="36689"/>
                    </a:cubicBezTo>
                    <a:cubicBezTo>
                      <a:pt x="13829" y="36673"/>
                      <a:pt x="13804" y="36656"/>
                      <a:pt x="13779" y="36639"/>
                    </a:cubicBezTo>
                    <a:lnTo>
                      <a:pt x="13779" y="36631"/>
                    </a:lnTo>
                    <a:cubicBezTo>
                      <a:pt x="13771" y="36581"/>
                      <a:pt x="13762" y="36532"/>
                      <a:pt x="13754" y="36474"/>
                    </a:cubicBezTo>
                    <a:cubicBezTo>
                      <a:pt x="13729" y="36383"/>
                      <a:pt x="13688" y="36283"/>
                      <a:pt x="13588" y="36242"/>
                    </a:cubicBezTo>
                    <a:cubicBezTo>
                      <a:pt x="13550" y="36222"/>
                      <a:pt x="13508" y="36216"/>
                      <a:pt x="13464" y="36216"/>
                    </a:cubicBezTo>
                    <a:cubicBezTo>
                      <a:pt x="13415" y="36216"/>
                      <a:pt x="13364" y="36225"/>
                      <a:pt x="13315" y="36233"/>
                    </a:cubicBezTo>
                    <a:cubicBezTo>
                      <a:pt x="13274" y="36233"/>
                      <a:pt x="13232" y="36242"/>
                      <a:pt x="13191" y="36250"/>
                    </a:cubicBezTo>
                    <a:cubicBezTo>
                      <a:pt x="13174" y="36242"/>
                      <a:pt x="13158" y="36233"/>
                      <a:pt x="13141" y="36225"/>
                    </a:cubicBezTo>
                    <a:cubicBezTo>
                      <a:pt x="13066" y="36200"/>
                      <a:pt x="12992" y="36167"/>
                      <a:pt x="12917" y="36142"/>
                    </a:cubicBezTo>
                    <a:cubicBezTo>
                      <a:pt x="12776" y="36093"/>
                      <a:pt x="12636" y="36043"/>
                      <a:pt x="12495" y="35993"/>
                    </a:cubicBezTo>
                    <a:cubicBezTo>
                      <a:pt x="12370" y="35952"/>
                      <a:pt x="12254" y="35894"/>
                      <a:pt x="12147" y="35811"/>
                    </a:cubicBezTo>
                    <a:cubicBezTo>
                      <a:pt x="12056" y="35736"/>
                      <a:pt x="12006" y="35645"/>
                      <a:pt x="11940" y="35546"/>
                    </a:cubicBezTo>
                    <a:cubicBezTo>
                      <a:pt x="11998" y="35479"/>
                      <a:pt x="12056" y="35405"/>
                      <a:pt x="12097" y="35330"/>
                    </a:cubicBezTo>
                    <a:cubicBezTo>
                      <a:pt x="12263" y="35057"/>
                      <a:pt x="12329" y="34742"/>
                      <a:pt x="12271" y="34419"/>
                    </a:cubicBezTo>
                    <a:cubicBezTo>
                      <a:pt x="12271" y="34411"/>
                      <a:pt x="12263" y="34394"/>
                      <a:pt x="12254" y="34386"/>
                    </a:cubicBezTo>
                    <a:cubicBezTo>
                      <a:pt x="12337" y="34245"/>
                      <a:pt x="12404" y="34096"/>
                      <a:pt x="12470" y="33947"/>
                    </a:cubicBezTo>
                    <a:cubicBezTo>
                      <a:pt x="12586" y="33673"/>
                      <a:pt x="12677" y="33392"/>
                      <a:pt x="12752" y="33102"/>
                    </a:cubicBezTo>
                    <a:cubicBezTo>
                      <a:pt x="12859" y="32961"/>
                      <a:pt x="12959" y="32803"/>
                      <a:pt x="13042" y="32638"/>
                    </a:cubicBezTo>
                    <a:cubicBezTo>
                      <a:pt x="13249" y="32198"/>
                      <a:pt x="13356" y="31718"/>
                      <a:pt x="13406" y="31237"/>
                    </a:cubicBezTo>
                    <a:cubicBezTo>
                      <a:pt x="13414" y="31453"/>
                      <a:pt x="13423" y="31660"/>
                      <a:pt x="13423" y="31875"/>
                    </a:cubicBezTo>
                    <a:cubicBezTo>
                      <a:pt x="13423" y="32174"/>
                      <a:pt x="13406" y="32464"/>
                      <a:pt x="13365" y="32754"/>
                    </a:cubicBezTo>
                    <a:cubicBezTo>
                      <a:pt x="13323" y="33035"/>
                      <a:pt x="13232" y="33317"/>
                      <a:pt x="13224" y="33599"/>
                    </a:cubicBezTo>
                    <a:cubicBezTo>
                      <a:pt x="13216" y="33831"/>
                      <a:pt x="13274" y="34063"/>
                      <a:pt x="13414" y="34253"/>
                    </a:cubicBezTo>
                    <a:cubicBezTo>
                      <a:pt x="13406" y="34250"/>
                      <a:pt x="13398" y="34248"/>
                      <a:pt x="13390" y="34248"/>
                    </a:cubicBezTo>
                    <a:cubicBezTo>
                      <a:pt x="13338" y="34248"/>
                      <a:pt x="13289" y="34310"/>
                      <a:pt x="13332" y="34353"/>
                    </a:cubicBezTo>
                    <a:cubicBezTo>
                      <a:pt x="13456" y="34493"/>
                      <a:pt x="13588" y="34618"/>
                      <a:pt x="13721" y="34750"/>
                    </a:cubicBezTo>
                    <a:cubicBezTo>
                      <a:pt x="13845" y="34883"/>
                      <a:pt x="13911" y="35049"/>
                      <a:pt x="13978" y="35214"/>
                    </a:cubicBezTo>
                    <a:cubicBezTo>
                      <a:pt x="14036" y="35388"/>
                      <a:pt x="14085" y="35562"/>
                      <a:pt x="14127" y="35745"/>
                    </a:cubicBezTo>
                    <a:cubicBezTo>
                      <a:pt x="14143" y="35836"/>
                      <a:pt x="14160" y="35927"/>
                      <a:pt x="14177" y="36010"/>
                    </a:cubicBezTo>
                    <a:cubicBezTo>
                      <a:pt x="14201" y="36101"/>
                      <a:pt x="14210" y="36200"/>
                      <a:pt x="14251" y="36275"/>
                    </a:cubicBezTo>
                    <a:cubicBezTo>
                      <a:pt x="14259" y="36291"/>
                      <a:pt x="14268" y="36300"/>
                      <a:pt x="14284" y="36300"/>
                    </a:cubicBezTo>
                    <a:cubicBezTo>
                      <a:pt x="14301" y="36557"/>
                      <a:pt x="14293" y="36813"/>
                      <a:pt x="14400" y="37054"/>
                    </a:cubicBezTo>
                    <a:cubicBezTo>
                      <a:pt x="14483" y="37244"/>
                      <a:pt x="14624" y="37377"/>
                      <a:pt x="14806" y="37476"/>
                    </a:cubicBezTo>
                    <a:cubicBezTo>
                      <a:pt x="14905" y="37533"/>
                      <a:pt x="15081" y="37655"/>
                      <a:pt x="15223" y="37655"/>
                    </a:cubicBezTo>
                    <a:cubicBezTo>
                      <a:pt x="15248" y="37655"/>
                      <a:pt x="15273" y="37651"/>
                      <a:pt x="15295" y="37642"/>
                    </a:cubicBezTo>
                    <a:cubicBezTo>
                      <a:pt x="15494" y="37717"/>
                      <a:pt x="15685" y="37766"/>
                      <a:pt x="15875" y="37857"/>
                    </a:cubicBezTo>
                    <a:cubicBezTo>
                      <a:pt x="16074" y="37940"/>
                      <a:pt x="16223" y="38106"/>
                      <a:pt x="16447" y="38114"/>
                    </a:cubicBezTo>
                    <a:cubicBezTo>
                      <a:pt x="16463" y="38116"/>
                      <a:pt x="16480" y="38116"/>
                      <a:pt x="16496" y="38116"/>
                    </a:cubicBezTo>
                    <a:cubicBezTo>
                      <a:pt x="16684" y="38116"/>
                      <a:pt x="16858" y="38030"/>
                      <a:pt x="17010" y="37915"/>
                    </a:cubicBezTo>
                    <a:cubicBezTo>
                      <a:pt x="17085" y="37857"/>
                      <a:pt x="17159" y="37791"/>
                      <a:pt x="17217" y="37717"/>
                    </a:cubicBezTo>
                    <a:cubicBezTo>
                      <a:pt x="17234" y="37692"/>
                      <a:pt x="17251" y="37659"/>
                      <a:pt x="17267" y="37625"/>
                    </a:cubicBezTo>
                    <a:lnTo>
                      <a:pt x="17275" y="37625"/>
                    </a:lnTo>
                    <a:cubicBezTo>
                      <a:pt x="17367" y="37601"/>
                      <a:pt x="17425" y="37485"/>
                      <a:pt x="17449" y="37402"/>
                    </a:cubicBezTo>
                    <a:cubicBezTo>
                      <a:pt x="17491" y="37311"/>
                      <a:pt x="17507" y="37211"/>
                      <a:pt x="17483" y="37120"/>
                    </a:cubicBezTo>
                    <a:cubicBezTo>
                      <a:pt x="17474" y="37079"/>
                      <a:pt x="17458" y="37054"/>
                      <a:pt x="17441" y="37021"/>
                    </a:cubicBezTo>
                    <a:cubicBezTo>
                      <a:pt x="17483" y="36905"/>
                      <a:pt x="17466" y="36747"/>
                      <a:pt x="17433" y="36631"/>
                    </a:cubicBezTo>
                    <a:cubicBezTo>
                      <a:pt x="17391" y="36482"/>
                      <a:pt x="17300" y="36391"/>
                      <a:pt x="17159" y="36333"/>
                    </a:cubicBezTo>
                    <a:cubicBezTo>
                      <a:pt x="17019" y="36283"/>
                      <a:pt x="16861" y="36242"/>
                      <a:pt x="16712" y="36200"/>
                    </a:cubicBezTo>
                    <a:cubicBezTo>
                      <a:pt x="16629" y="36184"/>
                      <a:pt x="16546" y="36159"/>
                      <a:pt x="16463" y="36142"/>
                    </a:cubicBezTo>
                    <a:cubicBezTo>
                      <a:pt x="16414" y="36134"/>
                      <a:pt x="16339" y="36117"/>
                      <a:pt x="16314" y="36068"/>
                    </a:cubicBezTo>
                    <a:cubicBezTo>
                      <a:pt x="16310" y="36051"/>
                      <a:pt x="16300" y="36045"/>
                      <a:pt x="16287" y="36045"/>
                    </a:cubicBezTo>
                    <a:cubicBezTo>
                      <a:pt x="16275" y="36045"/>
                      <a:pt x="16260" y="36051"/>
                      <a:pt x="16248" y="36059"/>
                    </a:cubicBezTo>
                    <a:lnTo>
                      <a:pt x="16240" y="36051"/>
                    </a:lnTo>
                    <a:cubicBezTo>
                      <a:pt x="16165" y="35993"/>
                      <a:pt x="16099" y="35919"/>
                      <a:pt x="16041" y="35844"/>
                    </a:cubicBezTo>
                    <a:cubicBezTo>
                      <a:pt x="15908" y="35629"/>
                      <a:pt x="15850" y="35372"/>
                      <a:pt x="15776" y="35131"/>
                    </a:cubicBezTo>
                    <a:cubicBezTo>
                      <a:pt x="15701" y="34875"/>
                      <a:pt x="15618" y="34618"/>
                      <a:pt x="15535" y="34361"/>
                    </a:cubicBezTo>
                    <a:cubicBezTo>
                      <a:pt x="15461" y="34129"/>
                      <a:pt x="15370" y="33905"/>
                      <a:pt x="15287" y="33673"/>
                    </a:cubicBezTo>
                    <a:lnTo>
                      <a:pt x="15303" y="33242"/>
                    </a:lnTo>
                    <a:cubicBezTo>
                      <a:pt x="15312" y="32952"/>
                      <a:pt x="15337" y="32654"/>
                      <a:pt x="15353" y="32364"/>
                    </a:cubicBezTo>
                    <a:cubicBezTo>
                      <a:pt x="15378" y="32074"/>
                      <a:pt x="15403" y="31776"/>
                      <a:pt x="15436" y="31486"/>
                    </a:cubicBezTo>
                    <a:cubicBezTo>
                      <a:pt x="15453" y="31345"/>
                      <a:pt x="15477" y="31196"/>
                      <a:pt x="15494" y="31047"/>
                    </a:cubicBezTo>
                    <a:cubicBezTo>
                      <a:pt x="15511" y="30931"/>
                      <a:pt x="15527" y="30798"/>
                      <a:pt x="15527" y="30674"/>
                    </a:cubicBezTo>
                    <a:cubicBezTo>
                      <a:pt x="15593" y="30483"/>
                      <a:pt x="15651" y="30293"/>
                      <a:pt x="15701" y="30094"/>
                    </a:cubicBezTo>
                    <a:cubicBezTo>
                      <a:pt x="15801" y="29762"/>
                      <a:pt x="15892" y="29423"/>
                      <a:pt x="15983" y="29083"/>
                    </a:cubicBezTo>
                    <a:cubicBezTo>
                      <a:pt x="16157" y="28429"/>
                      <a:pt x="16323" y="27774"/>
                      <a:pt x="16422" y="27103"/>
                    </a:cubicBezTo>
                    <a:cubicBezTo>
                      <a:pt x="16455" y="26921"/>
                      <a:pt x="16480" y="26730"/>
                      <a:pt x="16497" y="26548"/>
                    </a:cubicBezTo>
                    <a:cubicBezTo>
                      <a:pt x="16505" y="26457"/>
                      <a:pt x="16513" y="26365"/>
                      <a:pt x="16521" y="26274"/>
                    </a:cubicBezTo>
                    <a:cubicBezTo>
                      <a:pt x="16530" y="26175"/>
                      <a:pt x="16538" y="26075"/>
                      <a:pt x="16505" y="25993"/>
                    </a:cubicBezTo>
                    <a:cubicBezTo>
                      <a:pt x="16497" y="25976"/>
                      <a:pt x="16480" y="25959"/>
                      <a:pt x="16463" y="25959"/>
                    </a:cubicBezTo>
                    <a:cubicBezTo>
                      <a:pt x="16463" y="25951"/>
                      <a:pt x="16463" y="25951"/>
                      <a:pt x="16463" y="25943"/>
                    </a:cubicBezTo>
                    <a:cubicBezTo>
                      <a:pt x="16472" y="25943"/>
                      <a:pt x="16480" y="25935"/>
                      <a:pt x="16488" y="25926"/>
                    </a:cubicBezTo>
                    <a:cubicBezTo>
                      <a:pt x="16538" y="25877"/>
                      <a:pt x="16563" y="25810"/>
                      <a:pt x="16604" y="25744"/>
                    </a:cubicBezTo>
                    <a:cubicBezTo>
                      <a:pt x="16621" y="25727"/>
                      <a:pt x="16629" y="25703"/>
                      <a:pt x="16646" y="25678"/>
                    </a:cubicBezTo>
                    <a:lnTo>
                      <a:pt x="16646" y="25678"/>
                    </a:lnTo>
                    <a:cubicBezTo>
                      <a:pt x="16637" y="25694"/>
                      <a:pt x="16637" y="25719"/>
                      <a:pt x="16629" y="25744"/>
                    </a:cubicBezTo>
                    <a:cubicBezTo>
                      <a:pt x="16613" y="25819"/>
                      <a:pt x="16571" y="25943"/>
                      <a:pt x="16621" y="26017"/>
                    </a:cubicBezTo>
                    <a:cubicBezTo>
                      <a:pt x="16632" y="26040"/>
                      <a:pt x="16650" y="26051"/>
                      <a:pt x="16671" y="26051"/>
                    </a:cubicBezTo>
                    <a:cubicBezTo>
                      <a:pt x="16682" y="26051"/>
                      <a:pt x="16693" y="26048"/>
                      <a:pt x="16704" y="26042"/>
                    </a:cubicBezTo>
                    <a:cubicBezTo>
                      <a:pt x="16787" y="26001"/>
                      <a:pt x="16811" y="25860"/>
                      <a:pt x="16828" y="25777"/>
                    </a:cubicBezTo>
                    <a:cubicBezTo>
                      <a:pt x="16845" y="25686"/>
                      <a:pt x="16861" y="25587"/>
                      <a:pt x="16861" y="25495"/>
                    </a:cubicBezTo>
                    <a:cubicBezTo>
                      <a:pt x="16869" y="25388"/>
                      <a:pt x="16869" y="25280"/>
                      <a:pt x="16869" y="25172"/>
                    </a:cubicBezTo>
                    <a:cubicBezTo>
                      <a:pt x="16878" y="25139"/>
                      <a:pt x="16886" y="25098"/>
                      <a:pt x="16894" y="25065"/>
                    </a:cubicBezTo>
                    <a:cubicBezTo>
                      <a:pt x="16903" y="25056"/>
                      <a:pt x="16919" y="25048"/>
                      <a:pt x="16919" y="25031"/>
                    </a:cubicBezTo>
                    <a:cubicBezTo>
                      <a:pt x="16944" y="24949"/>
                      <a:pt x="16969" y="24857"/>
                      <a:pt x="16977" y="24775"/>
                    </a:cubicBezTo>
                    <a:cubicBezTo>
                      <a:pt x="17010" y="24692"/>
                      <a:pt x="17052" y="24609"/>
                      <a:pt x="17101" y="24526"/>
                    </a:cubicBezTo>
                    <a:cubicBezTo>
                      <a:pt x="17251" y="24277"/>
                      <a:pt x="17474" y="24079"/>
                      <a:pt x="17632" y="23838"/>
                    </a:cubicBezTo>
                    <a:cubicBezTo>
                      <a:pt x="17764" y="23648"/>
                      <a:pt x="17839" y="23441"/>
                      <a:pt x="17889" y="23225"/>
                    </a:cubicBezTo>
                    <a:cubicBezTo>
                      <a:pt x="17996" y="23026"/>
                      <a:pt x="18087" y="22819"/>
                      <a:pt x="18162" y="22612"/>
                    </a:cubicBezTo>
                    <a:cubicBezTo>
                      <a:pt x="18203" y="22496"/>
                      <a:pt x="18237" y="22372"/>
                      <a:pt x="18270" y="22248"/>
                    </a:cubicBezTo>
                    <a:cubicBezTo>
                      <a:pt x="18278" y="22248"/>
                      <a:pt x="18286" y="22248"/>
                      <a:pt x="18295" y="22239"/>
                    </a:cubicBezTo>
                    <a:cubicBezTo>
                      <a:pt x="18435" y="22123"/>
                      <a:pt x="18493" y="21908"/>
                      <a:pt x="18535" y="21742"/>
                    </a:cubicBezTo>
                    <a:cubicBezTo>
                      <a:pt x="18585" y="21552"/>
                      <a:pt x="18601" y="21353"/>
                      <a:pt x="18593" y="21162"/>
                    </a:cubicBezTo>
                    <a:cubicBezTo>
                      <a:pt x="18593" y="21137"/>
                      <a:pt x="18593" y="21112"/>
                      <a:pt x="18593" y="21088"/>
                    </a:cubicBezTo>
                    <a:cubicBezTo>
                      <a:pt x="18609" y="21021"/>
                      <a:pt x="18626" y="20963"/>
                      <a:pt x="18634" y="20905"/>
                    </a:cubicBezTo>
                    <a:cubicBezTo>
                      <a:pt x="18667" y="20756"/>
                      <a:pt x="18692" y="20607"/>
                      <a:pt x="18709" y="20458"/>
                    </a:cubicBezTo>
                    <a:cubicBezTo>
                      <a:pt x="18725" y="20292"/>
                      <a:pt x="18734" y="20135"/>
                      <a:pt x="18734" y="19969"/>
                    </a:cubicBezTo>
                    <a:cubicBezTo>
                      <a:pt x="18734" y="19812"/>
                      <a:pt x="18734" y="19654"/>
                      <a:pt x="18684" y="19505"/>
                    </a:cubicBezTo>
                    <a:lnTo>
                      <a:pt x="18701" y="19505"/>
                    </a:lnTo>
                    <a:cubicBezTo>
                      <a:pt x="18659" y="19364"/>
                      <a:pt x="18568" y="19248"/>
                      <a:pt x="18469" y="19132"/>
                    </a:cubicBezTo>
                    <a:cubicBezTo>
                      <a:pt x="18469" y="19091"/>
                      <a:pt x="18469" y="19041"/>
                      <a:pt x="18460" y="18991"/>
                    </a:cubicBezTo>
                    <a:cubicBezTo>
                      <a:pt x="18444" y="18900"/>
                      <a:pt x="18427" y="18817"/>
                      <a:pt x="18419" y="18726"/>
                    </a:cubicBezTo>
                    <a:cubicBezTo>
                      <a:pt x="18394" y="18544"/>
                      <a:pt x="18377" y="18362"/>
                      <a:pt x="18361" y="18179"/>
                    </a:cubicBezTo>
                    <a:cubicBezTo>
                      <a:pt x="18353" y="18030"/>
                      <a:pt x="18344" y="17873"/>
                      <a:pt x="18336" y="17724"/>
                    </a:cubicBezTo>
                    <a:lnTo>
                      <a:pt x="18344" y="17715"/>
                    </a:lnTo>
                    <a:cubicBezTo>
                      <a:pt x="18402" y="17533"/>
                      <a:pt x="18419" y="17334"/>
                      <a:pt x="18435" y="17152"/>
                    </a:cubicBezTo>
                    <a:cubicBezTo>
                      <a:pt x="18435" y="17086"/>
                      <a:pt x="18444" y="17028"/>
                      <a:pt x="18452" y="16970"/>
                    </a:cubicBezTo>
                    <a:lnTo>
                      <a:pt x="18477" y="17019"/>
                    </a:lnTo>
                    <a:cubicBezTo>
                      <a:pt x="18493" y="17069"/>
                      <a:pt x="18510" y="17102"/>
                      <a:pt x="18551" y="17119"/>
                    </a:cubicBezTo>
                    <a:cubicBezTo>
                      <a:pt x="18560" y="17125"/>
                      <a:pt x="18569" y="17127"/>
                      <a:pt x="18577" y="17127"/>
                    </a:cubicBezTo>
                    <a:cubicBezTo>
                      <a:pt x="18593" y="17127"/>
                      <a:pt x="18607" y="17118"/>
                      <a:pt x="18618" y="17102"/>
                    </a:cubicBezTo>
                    <a:cubicBezTo>
                      <a:pt x="18643" y="17069"/>
                      <a:pt x="18643" y="17028"/>
                      <a:pt x="18643" y="16986"/>
                    </a:cubicBezTo>
                    <a:cubicBezTo>
                      <a:pt x="18634" y="16945"/>
                      <a:pt x="18634" y="16895"/>
                      <a:pt x="18626" y="16854"/>
                    </a:cubicBezTo>
                    <a:cubicBezTo>
                      <a:pt x="18609" y="16771"/>
                      <a:pt x="18593" y="16688"/>
                      <a:pt x="18585" y="16605"/>
                    </a:cubicBezTo>
                    <a:cubicBezTo>
                      <a:pt x="18576" y="16514"/>
                      <a:pt x="18568" y="16431"/>
                      <a:pt x="18551" y="16340"/>
                    </a:cubicBezTo>
                    <a:cubicBezTo>
                      <a:pt x="18651" y="16125"/>
                      <a:pt x="18667" y="15868"/>
                      <a:pt x="18659" y="15619"/>
                    </a:cubicBezTo>
                    <a:cubicBezTo>
                      <a:pt x="18734" y="15487"/>
                      <a:pt x="18734" y="15329"/>
                      <a:pt x="18734" y="15188"/>
                    </a:cubicBezTo>
                    <a:cubicBezTo>
                      <a:pt x="18734" y="15039"/>
                      <a:pt x="18725" y="14890"/>
                      <a:pt x="18692" y="14741"/>
                    </a:cubicBezTo>
                    <a:cubicBezTo>
                      <a:pt x="18634" y="14484"/>
                      <a:pt x="18527" y="14244"/>
                      <a:pt x="18344" y="14053"/>
                    </a:cubicBezTo>
                    <a:cubicBezTo>
                      <a:pt x="18286" y="13962"/>
                      <a:pt x="18237" y="13863"/>
                      <a:pt x="18179" y="13771"/>
                    </a:cubicBezTo>
                    <a:cubicBezTo>
                      <a:pt x="18145" y="13705"/>
                      <a:pt x="18104" y="13647"/>
                      <a:pt x="18071" y="13581"/>
                    </a:cubicBezTo>
                    <a:cubicBezTo>
                      <a:pt x="18063" y="13564"/>
                      <a:pt x="18054" y="13556"/>
                      <a:pt x="18046" y="13540"/>
                    </a:cubicBezTo>
                    <a:cubicBezTo>
                      <a:pt x="18063" y="13374"/>
                      <a:pt x="17963" y="13183"/>
                      <a:pt x="17897" y="13042"/>
                    </a:cubicBezTo>
                    <a:cubicBezTo>
                      <a:pt x="17864" y="12984"/>
                      <a:pt x="17839" y="12926"/>
                      <a:pt x="17806" y="12868"/>
                    </a:cubicBezTo>
                    <a:lnTo>
                      <a:pt x="17839" y="12868"/>
                    </a:lnTo>
                    <a:cubicBezTo>
                      <a:pt x="17864" y="12860"/>
                      <a:pt x="17872" y="12810"/>
                      <a:pt x="17855" y="12794"/>
                    </a:cubicBezTo>
                    <a:cubicBezTo>
                      <a:pt x="17806" y="12728"/>
                      <a:pt x="17739" y="12686"/>
                      <a:pt x="17673" y="12628"/>
                    </a:cubicBezTo>
                    <a:cubicBezTo>
                      <a:pt x="17632" y="12562"/>
                      <a:pt x="17590" y="12496"/>
                      <a:pt x="17549" y="12429"/>
                    </a:cubicBezTo>
                    <a:cubicBezTo>
                      <a:pt x="17541" y="12404"/>
                      <a:pt x="17524" y="12404"/>
                      <a:pt x="17507" y="12404"/>
                    </a:cubicBezTo>
                    <a:cubicBezTo>
                      <a:pt x="17474" y="12346"/>
                      <a:pt x="17449" y="12288"/>
                      <a:pt x="17416" y="12222"/>
                    </a:cubicBezTo>
                    <a:cubicBezTo>
                      <a:pt x="17358" y="12090"/>
                      <a:pt x="17317" y="11940"/>
                      <a:pt x="17275" y="11800"/>
                    </a:cubicBezTo>
                    <a:cubicBezTo>
                      <a:pt x="17300" y="11742"/>
                      <a:pt x="17292" y="11675"/>
                      <a:pt x="17284" y="11609"/>
                    </a:cubicBezTo>
                    <a:cubicBezTo>
                      <a:pt x="17275" y="11568"/>
                      <a:pt x="17275" y="11518"/>
                      <a:pt x="17267" y="11476"/>
                    </a:cubicBezTo>
                    <a:cubicBezTo>
                      <a:pt x="17267" y="11402"/>
                      <a:pt x="17267" y="11327"/>
                      <a:pt x="17259" y="11261"/>
                    </a:cubicBezTo>
                    <a:cubicBezTo>
                      <a:pt x="17251" y="11186"/>
                      <a:pt x="17242" y="11112"/>
                      <a:pt x="17234" y="11037"/>
                    </a:cubicBezTo>
                    <a:lnTo>
                      <a:pt x="17234" y="11037"/>
                    </a:lnTo>
                    <a:cubicBezTo>
                      <a:pt x="17242" y="11070"/>
                      <a:pt x="17259" y="11112"/>
                      <a:pt x="17267" y="11145"/>
                    </a:cubicBezTo>
                    <a:cubicBezTo>
                      <a:pt x="17333" y="11352"/>
                      <a:pt x="17383" y="11559"/>
                      <a:pt x="17433" y="11766"/>
                    </a:cubicBezTo>
                    <a:cubicBezTo>
                      <a:pt x="17443" y="11813"/>
                      <a:pt x="17476" y="11833"/>
                      <a:pt x="17510" y="11833"/>
                    </a:cubicBezTo>
                    <a:cubicBezTo>
                      <a:pt x="17560" y="11833"/>
                      <a:pt x="17613" y="11789"/>
                      <a:pt x="17599" y="11725"/>
                    </a:cubicBezTo>
                    <a:cubicBezTo>
                      <a:pt x="17565" y="11501"/>
                      <a:pt x="17491" y="11286"/>
                      <a:pt x="17408" y="11079"/>
                    </a:cubicBezTo>
                    <a:cubicBezTo>
                      <a:pt x="17383" y="11012"/>
                      <a:pt x="17350" y="10946"/>
                      <a:pt x="17325" y="10880"/>
                    </a:cubicBezTo>
                    <a:cubicBezTo>
                      <a:pt x="17325" y="10872"/>
                      <a:pt x="17333" y="10872"/>
                      <a:pt x="17333" y="10863"/>
                    </a:cubicBezTo>
                    <a:cubicBezTo>
                      <a:pt x="17350" y="10888"/>
                      <a:pt x="17367" y="10905"/>
                      <a:pt x="17391" y="10921"/>
                    </a:cubicBezTo>
                    <a:cubicBezTo>
                      <a:pt x="17425" y="10988"/>
                      <a:pt x="17466" y="11054"/>
                      <a:pt x="17507" y="11112"/>
                    </a:cubicBezTo>
                    <a:cubicBezTo>
                      <a:pt x="17513" y="11127"/>
                      <a:pt x="17526" y="11133"/>
                      <a:pt x="17539" y="11133"/>
                    </a:cubicBezTo>
                    <a:cubicBezTo>
                      <a:pt x="17561" y="11133"/>
                      <a:pt x="17584" y="11113"/>
                      <a:pt x="17574" y="11087"/>
                    </a:cubicBezTo>
                    <a:cubicBezTo>
                      <a:pt x="17541" y="10996"/>
                      <a:pt x="17499" y="10905"/>
                      <a:pt x="17458" y="10814"/>
                    </a:cubicBezTo>
                    <a:cubicBezTo>
                      <a:pt x="17458" y="10772"/>
                      <a:pt x="17449" y="10739"/>
                      <a:pt x="17441" y="10706"/>
                    </a:cubicBezTo>
                    <a:cubicBezTo>
                      <a:pt x="17425" y="10656"/>
                      <a:pt x="17408" y="10606"/>
                      <a:pt x="17391" y="10548"/>
                    </a:cubicBezTo>
                    <a:cubicBezTo>
                      <a:pt x="17408" y="10540"/>
                      <a:pt x="17416" y="10524"/>
                      <a:pt x="17416" y="10507"/>
                    </a:cubicBezTo>
                    <a:cubicBezTo>
                      <a:pt x="17400" y="10408"/>
                      <a:pt x="17350" y="10333"/>
                      <a:pt x="17284" y="10267"/>
                    </a:cubicBezTo>
                    <a:cubicBezTo>
                      <a:pt x="17275" y="10242"/>
                      <a:pt x="17267" y="10217"/>
                      <a:pt x="17251" y="10192"/>
                    </a:cubicBezTo>
                    <a:cubicBezTo>
                      <a:pt x="17259" y="10151"/>
                      <a:pt x="17251" y="10101"/>
                      <a:pt x="17242" y="10060"/>
                    </a:cubicBezTo>
                    <a:lnTo>
                      <a:pt x="17242" y="10060"/>
                    </a:lnTo>
                    <a:cubicBezTo>
                      <a:pt x="17259" y="10093"/>
                      <a:pt x="17284" y="10126"/>
                      <a:pt x="17317" y="10159"/>
                    </a:cubicBezTo>
                    <a:cubicBezTo>
                      <a:pt x="17321" y="10163"/>
                      <a:pt x="17328" y="10166"/>
                      <a:pt x="17336" y="10166"/>
                    </a:cubicBezTo>
                    <a:cubicBezTo>
                      <a:pt x="17356" y="10166"/>
                      <a:pt x="17383" y="10150"/>
                      <a:pt x="17383" y="10126"/>
                    </a:cubicBezTo>
                    <a:cubicBezTo>
                      <a:pt x="17375" y="10018"/>
                      <a:pt x="17309" y="9910"/>
                      <a:pt x="17267" y="9811"/>
                    </a:cubicBezTo>
                    <a:cubicBezTo>
                      <a:pt x="17275" y="9803"/>
                      <a:pt x="17275" y="9786"/>
                      <a:pt x="17284" y="9778"/>
                    </a:cubicBezTo>
                    <a:cubicBezTo>
                      <a:pt x="17300" y="9706"/>
                      <a:pt x="17285" y="9627"/>
                      <a:pt x="17262" y="9554"/>
                    </a:cubicBezTo>
                    <a:lnTo>
                      <a:pt x="17262" y="9554"/>
                    </a:lnTo>
                    <a:cubicBezTo>
                      <a:pt x="17265" y="9559"/>
                      <a:pt x="17270" y="9562"/>
                      <a:pt x="17275" y="9562"/>
                    </a:cubicBezTo>
                    <a:cubicBezTo>
                      <a:pt x="17290" y="9573"/>
                      <a:pt x="17307" y="9579"/>
                      <a:pt x="17323" y="9579"/>
                    </a:cubicBezTo>
                    <a:cubicBezTo>
                      <a:pt x="17344" y="9579"/>
                      <a:pt x="17362" y="9569"/>
                      <a:pt x="17367" y="9546"/>
                    </a:cubicBezTo>
                    <a:cubicBezTo>
                      <a:pt x="17383" y="9463"/>
                      <a:pt x="17358" y="9380"/>
                      <a:pt x="17333" y="9306"/>
                    </a:cubicBezTo>
                    <a:cubicBezTo>
                      <a:pt x="17300" y="9223"/>
                      <a:pt x="17267" y="9148"/>
                      <a:pt x="17217" y="9074"/>
                    </a:cubicBezTo>
                    <a:cubicBezTo>
                      <a:pt x="17135" y="8924"/>
                      <a:pt x="17019" y="8792"/>
                      <a:pt x="16903" y="8668"/>
                    </a:cubicBezTo>
                    <a:cubicBezTo>
                      <a:pt x="16704" y="8469"/>
                      <a:pt x="16472" y="8320"/>
                      <a:pt x="16207" y="8229"/>
                    </a:cubicBezTo>
                    <a:cubicBezTo>
                      <a:pt x="16207" y="8195"/>
                      <a:pt x="16198" y="8154"/>
                      <a:pt x="16190" y="8121"/>
                    </a:cubicBezTo>
                    <a:cubicBezTo>
                      <a:pt x="16173" y="8038"/>
                      <a:pt x="16149" y="7947"/>
                      <a:pt x="16124" y="7864"/>
                    </a:cubicBezTo>
                    <a:cubicBezTo>
                      <a:pt x="16182" y="7715"/>
                      <a:pt x="16099" y="7508"/>
                      <a:pt x="16057" y="7367"/>
                    </a:cubicBezTo>
                    <a:cubicBezTo>
                      <a:pt x="16008" y="7193"/>
                      <a:pt x="15941" y="7019"/>
                      <a:pt x="15867" y="6853"/>
                    </a:cubicBezTo>
                    <a:cubicBezTo>
                      <a:pt x="15792" y="6687"/>
                      <a:pt x="15734" y="6530"/>
                      <a:pt x="15718" y="6356"/>
                    </a:cubicBezTo>
                    <a:cubicBezTo>
                      <a:pt x="15709" y="6273"/>
                      <a:pt x="15701" y="6190"/>
                      <a:pt x="15709" y="6107"/>
                    </a:cubicBezTo>
                    <a:cubicBezTo>
                      <a:pt x="15709" y="6025"/>
                      <a:pt x="15734" y="5933"/>
                      <a:pt x="15718" y="5851"/>
                    </a:cubicBezTo>
                    <a:cubicBezTo>
                      <a:pt x="15718" y="5826"/>
                      <a:pt x="15701" y="5817"/>
                      <a:pt x="15685" y="5809"/>
                    </a:cubicBezTo>
                    <a:cubicBezTo>
                      <a:pt x="15701" y="5511"/>
                      <a:pt x="15676" y="5213"/>
                      <a:pt x="15635" y="4923"/>
                    </a:cubicBezTo>
                    <a:cubicBezTo>
                      <a:pt x="15560" y="4450"/>
                      <a:pt x="15428" y="3978"/>
                      <a:pt x="15221" y="3539"/>
                    </a:cubicBezTo>
                    <a:cubicBezTo>
                      <a:pt x="15138" y="3365"/>
                      <a:pt x="15047" y="3158"/>
                      <a:pt x="14922" y="3000"/>
                    </a:cubicBezTo>
                    <a:cubicBezTo>
                      <a:pt x="14931" y="2926"/>
                      <a:pt x="14931" y="2843"/>
                      <a:pt x="14931" y="2768"/>
                    </a:cubicBezTo>
                    <a:cubicBezTo>
                      <a:pt x="14931" y="2710"/>
                      <a:pt x="14931" y="2652"/>
                      <a:pt x="14931" y="2594"/>
                    </a:cubicBezTo>
                    <a:cubicBezTo>
                      <a:pt x="14931" y="2570"/>
                      <a:pt x="14922" y="2536"/>
                      <a:pt x="14914" y="2512"/>
                    </a:cubicBezTo>
                    <a:cubicBezTo>
                      <a:pt x="14914" y="2487"/>
                      <a:pt x="14906" y="2462"/>
                      <a:pt x="14881" y="2445"/>
                    </a:cubicBezTo>
                    <a:cubicBezTo>
                      <a:pt x="14876" y="2440"/>
                      <a:pt x="14866" y="2436"/>
                      <a:pt x="14856" y="2436"/>
                    </a:cubicBezTo>
                    <a:cubicBezTo>
                      <a:pt x="14849" y="2436"/>
                      <a:pt x="14843" y="2438"/>
                      <a:pt x="14839" y="2445"/>
                    </a:cubicBezTo>
                    <a:cubicBezTo>
                      <a:pt x="14823" y="2462"/>
                      <a:pt x="14815" y="2487"/>
                      <a:pt x="14815" y="2512"/>
                    </a:cubicBezTo>
                    <a:cubicBezTo>
                      <a:pt x="14806" y="2536"/>
                      <a:pt x="14806" y="2570"/>
                      <a:pt x="14806" y="2594"/>
                    </a:cubicBezTo>
                    <a:lnTo>
                      <a:pt x="14806" y="2760"/>
                    </a:lnTo>
                    <a:lnTo>
                      <a:pt x="14806" y="2868"/>
                    </a:lnTo>
                    <a:cubicBezTo>
                      <a:pt x="14795" y="2860"/>
                      <a:pt x="14784" y="2856"/>
                      <a:pt x="14774" y="2856"/>
                    </a:cubicBezTo>
                    <a:cubicBezTo>
                      <a:pt x="14754" y="2856"/>
                      <a:pt x="14737" y="2871"/>
                      <a:pt x="14732" y="2893"/>
                    </a:cubicBezTo>
                    <a:cubicBezTo>
                      <a:pt x="14723" y="2793"/>
                      <a:pt x="14715" y="2702"/>
                      <a:pt x="14699" y="2603"/>
                    </a:cubicBezTo>
                    <a:cubicBezTo>
                      <a:pt x="14699" y="2545"/>
                      <a:pt x="14690" y="2487"/>
                      <a:pt x="14674" y="2429"/>
                    </a:cubicBezTo>
                    <a:cubicBezTo>
                      <a:pt x="14665" y="2371"/>
                      <a:pt x="14657" y="2304"/>
                      <a:pt x="14632" y="2255"/>
                    </a:cubicBezTo>
                    <a:cubicBezTo>
                      <a:pt x="14625" y="2236"/>
                      <a:pt x="14609" y="2227"/>
                      <a:pt x="14593" y="2227"/>
                    </a:cubicBezTo>
                    <a:cubicBezTo>
                      <a:pt x="14574" y="2227"/>
                      <a:pt x="14554" y="2240"/>
                      <a:pt x="14549" y="2263"/>
                    </a:cubicBezTo>
                    <a:cubicBezTo>
                      <a:pt x="14541" y="2313"/>
                      <a:pt x="14541" y="2371"/>
                      <a:pt x="14549" y="2420"/>
                    </a:cubicBezTo>
                    <a:cubicBezTo>
                      <a:pt x="14392" y="1956"/>
                      <a:pt x="14226" y="1492"/>
                      <a:pt x="14019" y="1045"/>
                    </a:cubicBezTo>
                    <a:cubicBezTo>
                      <a:pt x="13953" y="888"/>
                      <a:pt x="13878" y="730"/>
                      <a:pt x="13812" y="581"/>
                    </a:cubicBezTo>
                    <a:cubicBezTo>
                      <a:pt x="13746" y="440"/>
                      <a:pt x="13688" y="291"/>
                      <a:pt x="13605" y="167"/>
                    </a:cubicBezTo>
                    <a:cubicBezTo>
                      <a:pt x="13535" y="65"/>
                      <a:pt x="13427" y="0"/>
                      <a:pt x="133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9" name="Google Shape;5859;p17"/>
              <p:cNvSpPr/>
              <p:nvPr/>
            </p:nvSpPr>
            <p:spPr>
              <a:xfrm>
                <a:off x="2945200" y="4251175"/>
                <a:ext cx="6825" cy="21850"/>
              </a:xfrm>
              <a:custGeom>
                <a:rect b="b" l="l" r="r" t="t"/>
                <a:pathLst>
                  <a:path extrusionOk="0" h="874" w="273">
                    <a:moveTo>
                      <a:pt x="210" y="1"/>
                    </a:moveTo>
                    <a:cubicBezTo>
                      <a:pt x="192" y="1"/>
                      <a:pt x="175" y="10"/>
                      <a:pt x="166" y="31"/>
                    </a:cubicBezTo>
                    <a:cubicBezTo>
                      <a:pt x="100" y="155"/>
                      <a:pt x="58" y="288"/>
                      <a:pt x="33" y="429"/>
                    </a:cubicBezTo>
                    <a:cubicBezTo>
                      <a:pt x="17" y="495"/>
                      <a:pt x="8" y="561"/>
                      <a:pt x="8" y="627"/>
                    </a:cubicBezTo>
                    <a:cubicBezTo>
                      <a:pt x="8" y="694"/>
                      <a:pt x="0" y="777"/>
                      <a:pt x="33" y="843"/>
                    </a:cubicBezTo>
                    <a:cubicBezTo>
                      <a:pt x="42" y="864"/>
                      <a:pt x="62" y="874"/>
                      <a:pt x="83" y="874"/>
                    </a:cubicBezTo>
                    <a:cubicBezTo>
                      <a:pt x="104" y="874"/>
                      <a:pt x="124" y="864"/>
                      <a:pt x="133" y="843"/>
                    </a:cubicBezTo>
                    <a:cubicBezTo>
                      <a:pt x="158" y="777"/>
                      <a:pt x="149" y="710"/>
                      <a:pt x="158" y="644"/>
                    </a:cubicBezTo>
                    <a:cubicBezTo>
                      <a:pt x="158" y="578"/>
                      <a:pt x="166" y="511"/>
                      <a:pt x="174" y="453"/>
                    </a:cubicBezTo>
                    <a:cubicBezTo>
                      <a:pt x="191" y="321"/>
                      <a:pt x="216" y="197"/>
                      <a:pt x="257" y="72"/>
                    </a:cubicBezTo>
                    <a:cubicBezTo>
                      <a:pt x="273" y="30"/>
                      <a:pt x="241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0" name="Google Shape;5860;p17"/>
              <p:cNvSpPr/>
              <p:nvPr/>
            </p:nvSpPr>
            <p:spPr>
              <a:xfrm>
                <a:off x="2942500" y="4255200"/>
                <a:ext cx="2500" cy="15500"/>
              </a:xfrm>
              <a:custGeom>
                <a:rect b="b" l="l" r="r" t="t"/>
                <a:pathLst>
                  <a:path extrusionOk="0" h="620" w="100">
                    <a:moveTo>
                      <a:pt x="48" y="1"/>
                    </a:moveTo>
                    <a:cubicBezTo>
                      <a:pt x="27" y="1"/>
                      <a:pt x="8" y="22"/>
                      <a:pt x="0" y="44"/>
                    </a:cubicBezTo>
                    <a:cubicBezTo>
                      <a:pt x="0" y="218"/>
                      <a:pt x="0" y="400"/>
                      <a:pt x="0" y="582"/>
                    </a:cubicBezTo>
                    <a:cubicBezTo>
                      <a:pt x="0" y="607"/>
                      <a:pt x="23" y="620"/>
                      <a:pt x="46" y="620"/>
                    </a:cubicBezTo>
                    <a:cubicBezTo>
                      <a:pt x="69" y="620"/>
                      <a:pt x="92" y="607"/>
                      <a:pt x="92" y="582"/>
                    </a:cubicBezTo>
                    <a:lnTo>
                      <a:pt x="100" y="582"/>
                    </a:lnTo>
                    <a:cubicBezTo>
                      <a:pt x="100" y="408"/>
                      <a:pt x="100" y="226"/>
                      <a:pt x="100" y="52"/>
                    </a:cubicBezTo>
                    <a:cubicBezTo>
                      <a:pt x="100" y="27"/>
                      <a:pt x="83" y="2"/>
                      <a:pt x="58" y="2"/>
                    </a:cubicBezTo>
                    <a:cubicBezTo>
                      <a:pt x="55" y="1"/>
                      <a:pt x="52" y="1"/>
                      <a:pt x="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1" name="Google Shape;5861;p17"/>
              <p:cNvSpPr/>
              <p:nvPr/>
            </p:nvSpPr>
            <p:spPr>
              <a:xfrm>
                <a:off x="3045125" y="4255200"/>
                <a:ext cx="10425" cy="25900"/>
              </a:xfrm>
              <a:custGeom>
                <a:rect b="b" l="l" r="r" t="t"/>
                <a:pathLst>
                  <a:path extrusionOk="0" h="1036" w="417">
                    <a:moveTo>
                      <a:pt x="42" y="0"/>
                    </a:moveTo>
                    <a:cubicBezTo>
                      <a:pt x="21" y="0"/>
                      <a:pt x="0" y="13"/>
                      <a:pt x="5" y="36"/>
                    </a:cubicBezTo>
                    <a:cubicBezTo>
                      <a:pt x="30" y="218"/>
                      <a:pt x="71" y="384"/>
                      <a:pt x="129" y="549"/>
                    </a:cubicBezTo>
                    <a:cubicBezTo>
                      <a:pt x="179" y="723"/>
                      <a:pt x="245" y="881"/>
                      <a:pt x="353" y="1022"/>
                    </a:cubicBezTo>
                    <a:cubicBezTo>
                      <a:pt x="360" y="1031"/>
                      <a:pt x="369" y="1035"/>
                      <a:pt x="377" y="1035"/>
                    </a:cubicBezTo>
                    <a:cubicBezTo>
                      <a:pt x="398" y="1035"/>
                      <a:pt x="417" y="1012"/>
                      <a:pt x="411" y="988"/>
                    </a:cubicBezTo>
                    <a:cubicBezTo>
                      <a:pt x="361" y="831"/>
                      <a:pt x="287" y="674"/>
                      <a:pt x="229" y="516"/>
                    </a:cubicBezTo>
                    <a:cubicBezTo>
                      <a:pt x="171" y="359"/>
                      <a:pt x="121" y="193"/>
                      <a:pt x="80" y="27"/>
                    </a:cubicBezTo>
                    <a:cubicBezTo>
                      <a:pt x="76" y="9"/>
                      <a:pt x="59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2" name="Google Shape;5862;p17"/>
              <p:cNvSpPr/>
              <p:nvPr/>
            </p:nvSpPr>
            <p:spPr>
              <a:xfrm>
                <a:off x="3057225" y="4272200"/>
                <a:ext cx="6550" cy="13875"/>
              </a:xfrm>
              <a:custGeom>
                <a:rect b="b" l="l" r="r" t="t"/>
                <a:pathLst>
                  <a:path extrusionOk="0" h="555" w="262">
                    <a:moveTo>
                      <a:pt x="55" y="0"/>
                    </a:moveTo>
                    <a:cubicBezTo>
                      <a:pt x="27" y="0"/>
                      <a:pt x="1" y="20"/>
                      <a:pt x="10" y="52"/>
                    </a:cubicBezTo>
                    <a:cubicBezTo>
                      <a:pt x="26" y="143"/>
                      <a:pt x="43" y="226"/>
                      <a:pt x="76" y="308"/>
                    </a:cubicBezTo>
                    <a:cubicBezTo>
                      <a:pt x="101" y="391"/>
                      <a:pt x="134" y="474"/>
                      <a:pt x="192" y="540"/>
                    </a:cubicBezTo>
                    <a:cubicBezTo>
                      <a:pt x="199" y="550"/>
                      <a:pt x="209" y="554"/>
                      <a:pt x="218" y="554"/>
                    </a:cubicBezTo>
                    <a:cubicBezTo>
                      <a:pt x="240" y="554"/>
                      <a:pt x="262" y="531"/>
                      <a:pt x="250" y="507"/>
                    </a:cubicBezTo>
                    <a:cubicBezTo>
                      <a:pt x="234" y="424"/>
                      <a:pt x="200" y="350"/>
                      <a:pt x="167" y="275"/>
                    </a:cubicBezTo>
                    <a:cubicBezTo>
                      <a:pt x="142" y="201"/>
                      <a:pt x="126" y="118"/>
                      <a:pt x="109" y="43"/>
                    </a:cubicBezTo>
                    <a:cubicBezTo>
                      <a:pt x="102" y="13"/>
                      <a:pt x="77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3" name="Google Shape;5863;p17"/>
              <p:cNvSpPr/>
              <p:nvPr/>
            </p:nvSpPr>
            <p:spPr>
              <a:xfrm>
                <a:off x="2928000" y="4330800"/>
                <a:ext cx="25375" cy="43000"/>
              </a:xfrm>
              <a:custGeom>
                <a:rect b="b" l="l" r="r" t="t"/>
                <a:pathLst>
                  <a:path extrusionOk="0" h="1720" w="1015">
                    <a:moveTo>
                      <a:pt x="951" y="0"/>
                    </a:moveTo>
                    <a:cubicBezTo>
                      <a:pt x="946" y="0"/>
                      <a:pt x="942" y="1"/>
                      <a:pt x="937" y="3"/>
                    </a:cubicBezTo>
                    <a:cubicBezTo>
                      <a:pt x="638" y="127"/>
                      <a:pt x="431" y="392"/>
                      <a:pt x="282" y="674"/>
                    </a:cubicBezTo>
                    <a:cubicBezTo>
                      <a:pt x="208" y="831"/>
                      <a:pt x="133" y="989"/>
                      <a:pt x="92" y="1163"/>
                    </a:cubicBezTo>
                    <a:cubicBezTo>
                      <a:pt x="42" y="1328"/>
                      <a:pt x="0" y="1519"/>
                      <a:pt x="67" y="1693"/>
                    </a:cubicBezTo>
                    <a:cubicBezTo>
                      <a:pt x="70" y="1711"/>
                      <a:pt x="86" y="1719"/>
                      <a:pt x="103" y="1719"/>
                    </a:cubicBezTo>
                    <a:cubicBezTo>
                      <a:pt x="125" y="1719"/>
                      <a:pt x="150" y="1705"/>
                      <a:pt x="150" y="1676"/>
                    </a:cubicBezTo>
                    <a:lnTo>
                      <a:pt x="150" y="1685"/>
                    </a:lnTo>
                    <a:cubicBezTo>
                      <a:pt x="174" y="1519"/>
                      <a:pt x="183" y="1353"/>
                      <a:pt x="224" y="1187"/>
                    </a:cubicBezTo>
                    <a:cubicBezTo>
                      <a:pt x="274" y="1038"/>
                      <a:pt x="332" y="889"/>
                      <a:pt x="398" y="748"/>
                    </a:cubicBezTo>
                    <a:cubicBezTo>
                      <a:pt x="531" y="483"/>
                      <a:pt x="705" y="218"/>
                      <a:pt x="970" y="85"/>
                    </a:cubicBezTo>
                    <a:cubicBezTo>
                      <a:pt x="1015" y="63"/>
                      <a:pt x="992" y="0"/>
                      <a:pt x="9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4" name="Google Shape;5864;p17"/>
              <p:cNvSpPr/>
              <p:nvPr/>
            </p:nvSpPr>
            <p:spPr>
              <a:xfrm>
                <a:off x="2929650" y="4361025"/>
                <a:ext cx="9750" cy="30525"/>
              </a:xfrm>
              <a:custGeom>
                <a:rect b="b" l="l" r="r" t="t"/>
                <a:pathLst>
                  <a:path extrusionOk="0" h="1221" w="390">
                    <a:moveTo>
                      <a:pt x="324" y="0"/>
                    </a:moveTo>
                    <a:cubicBezTo>
                      <a:pt x="307" y="0"/>
                      <a:pt x="291" y="8"/>
                      <a:pt x="282" y="28"/>
                    </a:cubicBezTo>
                    <a:cubicBezTo>
                      <a:pt x="200" y="210"/>
                      <a:pt x="133" y="401"/>
                      <a:pt x="92" y="592"/>
                    </a:cubicBezTo>
                    <a:cubicBezTo>
                      <a:pt x="42" y="782"/>
                      <a:pt x="1" y="989"/>
                      <a:pt x="26" y="1180"/>
                    </a:cubicBezTo>
                    <a:cubicBezTo>
                      <a:pt x="30" y="1208"/>
                      <a:pt x="47" y="1220"/>
                      <a:pt x="66" y="1220"/>
                    </a:cubicBezTo>
                    <a:cubicBezTo>
                      <a:pt x="86" y="1220"/>
                      <a:pt x="108" y="1206"/>
                      <a:pt x="117" y="1180"/>
                    </a:cubicBezTo>
                    <a:cubicBezTo>
                      <a:pt x="142" y="1089"/>
                      <a:pt x="150" y="989"/>
                      <a:pt x="166" y="898"/>
                    </a:cubicBezTo>
                    <a:cubicBezTo>
                      <a:pt x="175" y="807"/>
                      <a:pt x="191" y="708"/>
                      <a:pt x="216" y="616"/>
                    </a:cubicBezTo>
                    <a:cubicBezTo>
                      <a:pt x="258" y="434"/>
                      <a:pt x="307" y="252"/>
                      <a:pt x="374" y="70"/>
                    </a:cubicBezTo>
                    <a:cubicBezTo>
                      <a:pt x="390" y="31"/>
                      <a:pt x="356" y="0"/>
                      <a:pt x="3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5" name="Google Shape;5865;p17"/>
              <p:cNvSpPr/>
              <p:nvPr/>
            </p:nvSpPr>
            <p:spPr>
              <a:xfrm>
                <a:off x="2932350" y="4382100"/>
                <a:ext cx="7475" cy="29375"/>
              </a:xfrm>
              <a:custGeom>
                <a:rect b="b" l="l" r="r" t="t"/>
                <a:pathLst>
                  <a:path extrusionOk="0" h="1175" w="299">
                    <a:moveTo>
                      <a:pt x="233" y="0"/>
                    </a:moveTo>
                    <a:cubicBezTo>
                      <a:pt x="214" y="0"/>
                      <a:pt x="195" y="9"/>
                      <a:pt x="183" y="30"/>
                    </a:cubicBezTo>
                    <a:cubicBezTo>
                      <a:pt x="58" y="320"/>
                      <a:pt x="0" y="635"/>
                      <a:pt x="58" y="950"/>
                    </a:cubicBezTo>
                    <a:cubicBezTo>
                      <a:pt x="75" y="1016"/>
                      <a:pt x="92" y="1116"/>
                      <a:pt x="150" y="1157"/>
                    </a:cubicBezTo>
                    <a:cubicBezTo>
                      <a:pt x="165" y="1167"/>
                      <a:pt x="180" y="1174"/>
                      <a:pt x="196" y="1174"/>
                    </a:cubicBezTo>
                    <a:cubicBezTo>
                      <a:pt x="205" y="1174"/>
                      <a:pt x="215" y="1172"/>
                      <a:pt x="224" y="1165"/>
                    </a:cubicBezTo>
                    <a:cubicBezTo>
                      <a:pt x="257" y="1141"/>
                      <a:pt x="249" y="1099"/>
                      <a:pt x="249" y="1066"/>
                    </a:cubicBezTo>
                    <a:cubicBezTo>
                      <a:pt x="249" y="909"/>
                      <a:pt x="216" y="759"/>
                      <a:pt x="216" y="610"/>
                    </a:cubicBezTo>
                    <a:cubicBezTo>
                      <a:pt x="224" y="428"/>
                      <a:pt x="232" y="246"/>
                      <a:pt x="282" y="72"/>
                    </a:cubicBezTo>
                    <a:cubicBezTo>
                      <a:pt x="298" y="29"/>
                      <a:pt x="266" y="0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6" name="Google Shape;5866;p17"/>
              <p:cNvSpPr/>
              <p:nvPr/>
            </p:nvSpPr>
            <p:spPr>
              <a:xfrm>
                <a:off x="2941250" y="4402325"/>
                <a:ext cx="3125" cy="21100"/>
              </a:xfrm>
              <a:custGeom>
                <a:rect b="b" l="l" r="r" t="t"/>
                <a:pathLst>
                  <a:path extrusionOk="0" h="844" w="125">
                    <a:moveTo>
                      <a:pt x="75" y="0"/>
                    </a:moveTo>
                    <a:cubicBezTo>
                      <a:pt x="42" y="8"/>
                      <a:pt x="34" y="33"/>
                      <a:pt x="34" y="58"/>
                    </a:cubicBezTo>
                    <a:cubicBezTo>
                      <a:pt x="34" y="182"/>
                      <a:pt x="34" y="315"/>
                      <a:pt x="26" y="448"/>
                    </a:cubicBezTo>
                    <a:cubicBezTo>
                      <a:pt x="17" y="572"/>
                      <a:pt x="1" y="696"/>
                      <a:pt x="17" y="820"/>
                    </a:cubicBezTo>
                    <a:cubicBezTo>
                      <a:pt x="17" y="835"/>
                      <a:pt x="31" y="844"/>
                      <a:pt x="45" y="844"/>
                    </a:cubicBezTo>
                    <a:cubicBezTo>
                      <a:pt x="54" y="844"/>
                      <a:pt x="63" y="839"/>
                      <a:pt x="67" y="829"/>
                    </a:cubicBezTo>
                    <a:cubicBezTo>
                      <a:pt x="108" y="704"/>
                      <a:pt x="117" y="572"/>
                      <a:pt x="125" y="439"/>
                    </a:cubicBezTo>
                    <a:cubicBezTo>
                      <a:pt x="125" y="307"/>
                      <a:pt x="125" y="174"/>
                      <a:pt x="125" y="42"/>
                    </a:cubicBezTo>
                    <a:cubicBezTo>
                      <a:pt x="125" y="17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7" name="Google Shape;5867;p17"/>
              <p:cNvSpPr/>
              <p:nvPr/>
            </p:nvSpPr>
            <p:spPr>
              <a:xfrm>
                <a:off x="3003675" y="4383350"/>
                <a:ext cx="6175" cy="26075"/>
              </a:xfrm>
              <a:custGeom>
                <a:rect b="b" l="l" r="r" t="t"/>
                <a:pathLst>
                  <a:path extrusionOk="0" h="1043" w="247">
                    <a:moveTo>
                      <a:pt x="155" y="1"/>
                    </a:moveTo>
                    <a:cubicBezTo>
                      <a:pt x="143" y="1"/>
                      <a:pt x="130" y="5"/>
                      <a:pt x="122" y="13"/>
                    </a:cubicBezTo>
                    <a:cubicBezTo>
                      <a:pt x="80" y="80"/>
                      <a:pt x="89" y="179"/>
                      <a:pt x="89" y="254"/>
                    </a:cubicBezTo>
                    <a:cubicBezTo>
                      <a:pt x="89" y="337"/>
                      <a:pt x="89" y="419"/>
                      <a:pt x="80" y="502"/>
                    </a:cubicBezTo>
                    <a:cubicBezTo>
                      <a:pt x="64" y="668"/>
                      <a:pt x="47" y="842"/>
                      <a:pt x="6" y="1008"/>
                    </a:cubicBezTo>
                    <a:cubicBezTo>
                      <a:pt x="1" y="1028"/>
                      <a:pt x="24" y="1042"/>
                      <a:pt x="47" y="1042"/>
                    </a:cubicBezTo>
                    <a:cubicBezTo>
                      <a:pt x="61" y="1042"/>
                      <a:pt x="74" y="1037"/>
                      <a:pt x="80" y="1024"/>
                    </a:cubicBezTo>
                    <a:cubicBezTo>
                      <a:pt x="138" y="859"/>
                      <a:pt x="196" y="701"/>
                      <a:pt x="221" y="527"/>
                    </a:cubicBezTo>
                    <a:cubicBezTo>
                      <a:pt x="230" y="436"/>
                      <a:pt x="238" y="353"/>
                      <a:pt x="238" y="262"/>
                    </a:cubicBezTo>
                    <a:lnTo>
                      <a:pt x="238" y="270"/>
                    </a:lnTo>
                    <a:cubicBezTo>
                      <a:pt x="238" y="187"/>
                      <a:pt x="246" y="71"/>
                      <a:pt x="188" y="13"/>
                    </a:cubicBezTo>
                    <a:cubicBezTo>
                      <a:pt x="180" y="5"/>
                      <a:pt x="167" y="1"/>
                      <a:pt x="1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8" name="Google Shape;5868;p17"/>
              <p:cNvSpPr/>
              <p:nvPr/>
            </p:nvSpPr>
            <p:spPr>
              <a:xfrm>
                <a:off x="3004425" y="4370825"/>
                <a:ext cx="2300" cy="5425"/>
              </a:xfrm>
              <a:custGeom>
                <a:rect b="b" l="l" r="r" t="t"/>
                <a:pathLst>
                  <a:path extrusionOk="0" h="217" w="92">
                    <a:moveTo>
                      <a:pt x="67" y="1"/>
                    </a:moveTo>
                    <a:cubicBezTo>
                      <a:pt x="59" y="1"/>
                      <a:pt x="50" y="1"/>
                      <a:pt x="42" y="17"/>
                    </a:cubicBezTo>
                    <a:cubicBezTo>
                      <a:pt x="42" y="26"/>
                      <a:pt x="34" y="42"/>
                      <a:pt x="26" y="50"/>
                    </a:cubicBezTo>
                    <a:cubicBezTo>
                      <a:pt x="17" y="67"/>
                      <a:pt x="17" y="84"/>
                      <a:pt x="17" y="100"/>
                    </a:cubicBezTo>
                    <a:cubicBezTo>
                      <a:pt x="9" y="125"/>
                      <a:pt x="9" y="150"/>
                      <a:pt x="1" y="175"/>
                    </a:cubicBezTo>
                    <a:cubicBezTo>
                      <a:pt x="1" y="191"/>
                      <a:pt x="17" y="216"/>
                      <a:pt x="34" y="216"/>
                    </a:cubicBezTo>
                    <a:cubicBezTo>
                      <a:pt x="50" y="216"/>
                      <a:pt x="75" y="208"/>
                      <a:pt x="75" y="183"/>
                    </a:cubicBezTo>
                    <a:cubicBezTo>
                      <a:pt x="75" y="158"/>
                      <a:pt x="84" y="133"/>
                      <a:pt x="84" y="108"/>
                    </a:cubicBezTo>
                    <a:cubicBezTo>
                      <a:pt x="92" y="92"/>
                      <a:pt x="92" y="75"/>
                      <a:pt x="92" y="59"/>
                    </a:cubicBezTo>
                    <a:cubicBezTo>
                      <a:pt x="92" y="50"/>
                      <a:pt x="92" y="34"/>
                      <a:pt x="92" y="17"/>
                    </a:cubicBezTo>
                    <a:cubicBezTo>
                      <a:pt x="92" y="9"/>
                      <a:pt x="75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9" name="Google Shape;5869;p17"/>
              <p:cNvSpPr/>
              <p:nvPr/>
            </p:nvSpPr>
            <p:spPr>
              <a:xfrm>
                <a:off x="3012300" y="4386000"/>
                <a:ext cx="3550" cy="13925"/>
              </a:xfrm>
              <a:custGeom>
                <a:rect b="b" l="l" r="r" t="t"/>
                <a:pathLst>
                  <a:path extrusionOk="0" h="557" w="142">
                    <a:moveTo>
                      <a:pt x="62" y="0"/>
                    </a:moveTo>
                    <a:cubicBezTo>
                      <a:pt x="41" y="0"/>
                      <a:pt x="22" y="13"/>
                      <a:pt x="17" y="40"/>
                    </a:cubicBezTo>
                    <a:cubicBezTo>
                      <a:pt x="1" y="123"/>
                      <a:pt x="25" y="206"/>
                      <a:pt x="25" y="280"/>
                    </a:cubicBezTo>
                    <a:cubicBezTo>
                      <a:pt x="25" y="363"/>
                      <a:pt x="34" y="446"/>
                      <a:pt x="25" y="521"/>
                    </a:cubicBezTo>
                    <a:cubicBezTo>
                      <a:pt x="21" y="543"/>
                      <a:pt x="39" y="556"/>
                      <a:pt x="57" y="556"/>
                    </a:cubicBezTo>
                    <a:cubicBezTo>
                      <a:pt x="72" y="556"/>
                      <a:pt x="88" y="547"/>
                      <a:pt x="92" y="529"/>
                    </a:cubicBezTo>
                    <a:cubicBezTo>
                      <a:pt x="108" y="446"/>
                      <a:pt x="133" y="363"/>
                      <a:pt x="133" y="280"/>
                    </a:cubicBezTo>
                    <a:cubicBezTo>
                      <a:pt x="141" y="197"/>
                      <a:pt x="141" y="106"/>
                      <a:pt x="108" y="23"/>
                    </a:cubicBezTo>
                    <a:cubicBezTo>
                      <a:pt x="97" y="9"/>
                      <a:pt x="79" y="0"/>
                      <a:pt x="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0" name="Google Shape;5870;p17"/>
              <p:cNvSpPr/>
              <p:nvPr/>
            </p:nvSpPr>
            <p:spPr>
              <a:xfrm>
                <a:off x="3016450" y="4384825"/>
                <a:ext cx="3750" cy="9425"/>
              </a:xfrm>
              <a:custGeom>
                <a:rect b="b" l="l" r="r" t="t"/>
                <a:pathLst>
                  <a:path extrusionOk="0" h="377" w="150">
                    <a:moveTo>
                      <a:pt x="96" y="1"/>
                    </a:moveTo>
                    <a:cubicBezTo>
                      <a:pt x="85" y="1"/>
                      <a:pt x="74" y="5"/>
                      <a:pt x="67" y="12"/>
                    </a:cubicBezTo>
                    <a:cubicBezTo>
                      <a:pt x="58" y="29"/>
                      <a:pt x="50" y="46"/>
                      <a:pt x="42" y="62"/>
                    </a:cubicBezTo>
                    <a:cubicBezTo>
                      <a:pt x="33" y="70"/>
                      <a:pt x="33" y="87"/>
                      <a:pt x="33" y="104"/>
                    </a:cubicBezTo>
                    <a:cubicBezTo>
                      <a:pt x="25" y="112"/>
                      <a:pt x="25" y="120"/>
                      <a:pt x="17" y="128"/>
                    </a:cubicBezTo>
                    <a:cubicBezTo>
                      <a:pt x="17" y="137"/>
                      <a:pt x="17" y="145"/>
                      <a:pt x="17" y="153"/>
                    </a:cubicBezTo>
                    <a:cubicBezTo>
                      <a:pt x="17" y="170"/>
                      <a:pt x="17" y="186"/>
                      <a:pt x="17" y="203"/>
                    </a:cubicBezTo>
                    <a:cubicBezTo>
                      <a:pt x="9" y="236"/>
                      <a:pt x="9" y="269"/>
                      <a:pt x="0" y="302"/>
                    </a:cubicBezTo>
                    <a:cubicBezTo>
                      <a:pt x="0" y="336"/>
                      <a:pt x="25" y="369"/>
                      <a:pt x="58" y="377"/>
                    </a:cubicBezTo>
                    <a:cubicBezTo>
                      <a:pt x="91" y="377"/>
                      <a:pt x="125" y="352"/>
                      <a:pt x="125" y="319"/>
                    </a:cubicBezTo>
                    <a:cubicBezTo>
                      <a:pt x="133" y="269"/>
                      <a:pt x="141" y="228"/>
                      <a:pt x="141" y="178"/>
                    </a:cubicBezTo>
                    <a:cubicBezTo>
                      <a:pt x="149" y="162"/>
                      <a:pt x="149" y="153"/>
                      <a:pt x="149" y="137"/>
                    </a:cubicBezTo>
                    <a:cubicBezTo>
                      <a:pt x="149" y="128"/>
                      <a:pt x="149" y="112"/>
                      <a:pt x="141" y="104"/>
                    </a:cubicBezTo>
                    <a:lnTo>
                      <a:pt x="141" y="95"/>
                    </a:lnTo>
                    <a:cubicBezTo>
                      <a:pt x="141" y="87"/>
                      <a:pt x="141" y="79"/>
                      <a:pt x="141" y="62"/>
                    </a:cubicBezTo>
                    <a:cubicBezTo>
                      <a:pt x="141" y="46"/>
                      <a:pt x="133" y="37"/>
                      <a:pt x="133" y="21"/>
                    </a:cubicBezTo>
                    <a:cubicBezTo>
                      <a:pt x="124" y="7"/>
                      <a:pt x="110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1" name="Google Shape;5871;p17"/>
              <p:cNvSpPr/>
              <p:nvPr/>
            </p:nvSpPr>
            <p:spPr>
              <a:xfrm>
                <a:off x="3065750" y="4354375"/>
                <a:ext cx="5200" cy="21200"/>
              </a:xfrm>
              <a:custGeom>
                <a:rect b="b" l="l" r="r" t="t"/>
                <a:pathLst>
                  <a:path extrusionOk="0" h="848" w="208">
                    <a:moveTo>
                      <a:pt x="84" y="1"/>
                    </a:moveTo>
                    <a:cubicBezTo>
                      <a:pt x="67" y="1"/>
                      <a:pt x="49" y="9"/>
                      <a:pt x="42" y="29"/>
                    </a:cubicBezTo>
                    <a:cubicBezTo>
                      <a:pt x="0" y="153"/>
                      <a:pt x="25" y="286"/>
                      <a:pt x="25" y="410"/>
                    </a:cubicBezTo>
                    <a:cubicBezTo>
                      <a:pt x="25" y="534"/>
                      <a:pt x="33" y="667"/>
                      <a:pt x="17" y="800"/>
                    </a:cubicBezTo>
                    <a:cubicBezTo>
                      <a:pt x="12" y="831"/>
                      <a:pt x="36" y="847"/>
                      <a:pt x="61" y="847"/>
                    </a:cubicBezTo>
                    <a:cubicBezTo>
                      <a:pt x="82" y="847"/>
                      <a:pt x="104" y="835"/>
                      <a:pt x="108" y="808"/>
                    </a:cubicBezTo>
                    <a:cubicBezTo>
                      <a:pt x="141" y="675"/>
                      <a:pt x="174" y="551"/>
                      <a:pt x="183" y="427"/>
                    </a:cubicBezTo>
                    <a:cubicBezTo>
                      <a:pt x="191" y="294"/>
                      <a:pt x="207" y="145"/>
                      <a:pt x="133" y="29"/>
                    </a:cubicBezTo>
                    <a:cubicBezTo>
                      <a:pt x="124" y="12"/>
                      <a:pt x="104" y="1"/>
                      <a:pt x="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2" name="Google Shape;5872;p17"/>
              <p:cNvSpPr/>
              <p:nvPr/>
            </p:nvSpPr>
            <p:spPr>
              <a:xfrm>
                <a:off x="3063875" y="4338425"/>
                <a:ext cx="2300" cy="6750"/>
              </a:xfrm>
              <a:custGeom>
                <a:rect b="b" l="l" r="r" t="t"/>
                <a:pathLst>
                  <a:path extrusionOk="0" h="270" w="92">
                    <a:moveTo>
                      <a:pt x="38" y="0"/>
                    </a:moveTo>
                    <a:cubicBezTo>
                      <a:pt x="30" y="0"/>
                      <a:pt x="21" y="4"/>
                      <a:pt x="17" y="12"/>
                    </a:cubicBezTo>
                    <a:cubicBezTo>
                      <a:pt x="9" y="21"/>
                      <a:pt x="1" y="29"/>
                      <a:pt x="1" y="37"/>
                    </a:cubicBezTo>
                    <a:cubicBezTo>
                      <a:pt x="1" y="54"/>
                      <a:pt x="1" y="62"/>
                      <a:pt x="1" y="79"/>
                    </a:cubicBezTo>
                    <a:lnTo>
                      <a:pt x="1" y="128"/>
                    </a:lnTo>
                    <a:cubicBezTo>
                      <a:pt x="1" y="162"/>
                      <a:pt x="1" y="195"/>
                      <a:pt x="9" y="236"/>
                    </a:cubicBezTo>
                    <a:cubicBezTo>
                      <a:pt x="9" y="253"/>
                      <a:pt x="34" y="269"/>
                      <a:pt x="50" y="269"/>
                    </a:cubicBezTo>
                    <a:cubicBezTo>
                      <a:pt x="75" y="261"/>
                      <a:pt x="92" y="244"/>
                      <a:pt x="92" y="220"/>
                    </a:cubicBezTo>
                    <a:cubicBezTo>
                      <a:pt x="84" y="186"/>
                      <a:pt x="84" y="153"/>
                      <a:pt x="84" y="120"/>
                    </a:cubicBezTo>
                    <a:cubicBezTo>
                      <a:pt x="84" y="104"/>
                      <a:pt x="84" y="87"/>
                      <a:pt x="75" y="62"/>
                    </a:cubicBezTo>
                    <a:lnTo>
                      <a:pt x="75" y="62"/>
                    </a:lnTo>
                    <a:lnTo>
                      <a:pt x="84" y="70"/>
                    </a:lnTo>
                    <a:cubicBezTo>
                      <a:pt x="84" y="62"/>
                      <a:pt x="84" y="46"/>
                      <a:pt x="75" y="37"/>
                    </a:cubicBezTo>
                    <a:cubicBezTo>
                      <a:pt x="75" y="29"/>
                      <a:pt x="67" y="21"/>
                      <a:pt x="59" y="12"/>
                    </a:cubicBezTo>
                    <a:cubicBezTo>
                      <a:pt x="55" y="4"/>
                      <a:pt x="46" y="0"/>
                      <a:pt x="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3" name="Google Shape;5873;p17"/>
              <p:cNvSpPr/>
              <p:nvPr/>
            </p:nvSpPr>
            <p:spPr>
              <a:xfrm>
                <a:off x="3059175" y="4329400"/>
                <a:ext cx="3625" cy="2725"/>
              </a:xfrm>
              <a:custGeom>
                <a:rect b="b" l="l" r="r" t="t"/>
                <a:pathLst>
                  <a:path extrusionOk="0" h="109" w="145">
                    <a:moveTo>
                      <a:pt x="80" y="0"/>
                    </a:moveTo>
                    <a:cubicBezTo>
                      <a:pt x="77" y="0"/>
                      <a:pt x="75" y="0"/>
                      <a:pt x="73" y="1"/>
                    </a:cubicBezTo>
                    <a:cubicBezTo>
                      <a:pt x="1" y="9"/>
                      <a:pt x="14" y="109"/>
                      <a:pt x="74" y="109"/>
                    </a:cubicBezTo>
                    <a:cubicBezTo>
                      <a:pt x="76" y="109"/>
                      <a:pt x="79" y="109"/>
                      <a:pt x="81" y="108"/>
                    </a:cubicBezTo>
                    <a:cubicBezTo>
                      <a:pt x="145" y="100"/>
                      <a:pt x="139" y="0"/>
                      <a:pt x="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4" name="Google Shape;5874;p17"/>
              <p:cNvSpPr/>
              <p:nvPr/>
            </p:nvSpPr>
            <p:spPr>
              <a:xfrm>
                <a:off x="2775550" y="4270475"/>
                <a:ext cx="12475" cy="27600"/>
              </a:xfrm>
              <a:custGeom>
                <a:rect b="b" l="l" r="r" t="t"/>
                <a:pathLst>
                  <a:path extrusionOk="0" h="1104" w="499">
                    <a:moveTo>
                      <a:pt x="428" y="1"/>
                    </a:moveTo>
                    <a:cubicBezTo>
                      <a:pt x="413" y="1"/>
                      <a:pt x="399" y="7"/>
                      <a:pt x="390" y="21"/>
                    </a:cubicBezTo>
                    <a:cubicBezTo>
                      <a:pt x="232" y="270"/>
                      <a:pt x="100" y="543"/>
                      <a:pt x="42" y="841"/>
                    </a:cubicBezTo>
                    <a:cubicBezTo>
                      <a:pt x="25" y="916"/>
                      <a:pt x="0" y="1015"/>
                      <a:pt x="58" y="1082"/>
                    </a:cubicBezTo>
                    <a:cubicBezTo>
                      <a:pt x="76" y="1097"/>
                      <a:pt x="92" y="1104"/>
                      <a:pt x="108" y="1104"/>
                    </a:cubicBezTo>
                    <a:cubicBezTo>
                      <a:pt x="161" y="1104"/>
                      <a:pt x="203" y="1033"/>
                      <a:pt x="216" y="982"/>
                    </a:cubicBezTo>
                    <a:cubicBezTo>
                      <a:pt x="241" y="833"/>
                      <a:pt x="257" y="684"/>
                      <a:pt x="299" y="543"/>
                    </a:cubicBezTo>
                    <a:cubicBezTo>
                      <a:pt x="340" y="377"/>
                      <a:pt x="398" y="220"/>
                      <a:pt x="481" y="71"/>
                    </a:cubicBezTo>
                    <a:cubicBezTo>
                      <a:pt x="498" y="36"/>
                      <a:pt x="462" y="1"/>
                      <a:pt x="4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5" name="Google Shape;5875;p17"/>
              <p:cNvSpPr/>
              <p:nvPr/>
            </p:nvSpPr>
            <p:spPr>
              <a:xfrm>
                <a:off x="2781550" y="4286525"/>
                <a:ext cx="4575" cy="13600"/>
              </a:xfrm>
              <a:custGeom>
                <a:rect b="b" l="l" r="r" t="t"/>
                <a:pathLst>
                  <a:path extrusionOk="0" h="544" w="183">
                    <a:moveTo>
                      <a:pt x="133" y="1"/>
                    </a:moveTo>
                    <a:cubicBezTo>
                      <a:pt x="108" y="1"/>
                      <a:pt x="83" y="25"/>
                      <a:pt x="75" y="50"/>
                    </a:cubicBezTo>
                    <a:cubicBezTo>
                      <a:pt x="59" y="125"/>
                      <a:pt x="42" y="199"/>
                      <a:pt x="34" y="282"/>
                    </a:cubicBezTo>
                    <a:cubicBezTo>
                      <a:pt x="25" y="315"/>
                      <a:pt x="17" y="349"/>
                      <a:pt x="17" y="390"/>
                    </a:cubicBezTo>
                    <a:cubicBezTo>
                      <a:pt x="9" y="431"/>
                      <a:pt x="1" y="473"/>
                      <a:pt x="17" y="514"/>
                    </a:cubicBezTo>
                    <a:cubicBezTo>
                      <a:pt x="17" y="530"/>
                      <a:pt x="35" y="543"/>
                      <a:pt x="52" y="543"/>
                    </a:cubicBezTo>
                    <a:cubicBezTo>
                      <a:pt x="61" y="543"/>
                      <a:pt x="69" y="539"/>
                      <a:pt x="75" y="531"/>
                    </a:cubicBezTo>
                    <a:cubicBezTo>
                      <a:pt x="83" y="514"/>
                      <a:pt x="100" y="498"/>
                      <a:pt x="100" y="473"/>
                    </a:cubicBezTo>
                    <a:cubicBezTo>
                      <a:pt x="108" y="456"/>
                      <a:pt x="108" y="431"/>
                      <a:pt x="117" y="415"/>
                    </a:cubicBezTo>
                    <a:cubicBezTo>
                      <a:pt x="125" y="373"/>
                      <a:pt x="133" y="340"/>
                      <a:pt x="141" y="299"/>
                    </a:cubicBezTo>
                    <a:cubicBezTo>
                      <a:pt x="158" y="224"/>
                      <a:pt x="166" y="141"/>
                      <a:pt x="183" y="67"/>
                    </a:cubicBezTo>
                    <a:cubicBezTo>
                      <a:pt x="183" y="34"/>
                      <a:pt x="158" y="9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6" name="Google Shape;5876;p17"/>
              <p:cNvSpPr/>
              <p:nvPr/>
            </p:nvSpPr>
            <p:spPr>
              <a:xfrm>
                <a:off x="2785075" y="4294750"/>
                <a:ext cx="4775" cy="14200"/>
              </a:xfrm>
              <a:custGeom>
                <a:rect b="b" l="l" r="r" t="t"/>
                <a:pathLst>
                  <a:path extrusionOk="0" h="568" w="191">
                    <a:moveTo>
                      <a:pt x="118" y="1"/>
                    </a:moveTo>
                    <a:cubicBezTo>
                      <a:pt x="94" y="1"/>
                      <a:pt x="65" y="16"/>
                      <a:pt x="58" y="36"/>
                    </a:cubicBezTo>
                    <a:cubicBezTo>
                      <a:pt x="34" y="119"/>
                      <a:pt x="17" y="202"/>
                      <a:pt x="0" y="285"/>
                    </a:cubicBezTo>
                    <a:cubicBezTo>
                      <a:pt x="0" y="318"/>
                      <a:pt x="0" y="359"/>
                      <a:pt x="0" y="401"/>
                    </a:cubicBezTo>
                    <a:lnTo>
                      <a:pt x="0" y="467"/>
                    </a:lnTo>
                    <a:cubicBezTo>
                      <a:pt x="0" y="492"/>
                      <a:pt x="0" y="508"/>
                      <a:pt x="9" y="533"/>
                    </a:cubicBezTo>
                    <a:cubicBezTo>
                      <a:pt x="17" y="555"/>
                      <a:pt x="42" y="567"/>
                      <a:pt x="66" y="567"/>
                    </a:cubicBezTo>
                    <a:cubicBezTo>
                      <a:pt x="87" y="567"/>
                      <a:pt x="108" y="557"/>
                      <a:pt x="116" y="533"/>
                    </a:cubicBezTo>
                    <a:cubicBezTo>
                      <a:pt x="125" y="517"/>
                      <a:pt x="125" y="492"/>
                      <a:pt x="125" y="475"/>
                    </a:cubicBezTo>
                    <a:cubicBezTo>
                      <a:pt x="125" y="459"/>
                      <a:pt x="133" y="434"/>
                      <a:pt x="133" y="417"/>
                    </a:cubicBezTo>
                    <a:cubicBezTo>
                      <a:pt x="133" y="376"/>
                      <a:pt x="141" y="343"/>
                      <a:pt x="141" y="301"/>
                    </a:cubicBezTo>
                    <a:cubicBezTo>
                      <a:pt x="150" y="227"/>
                      <a:pt x="166" y="152"/>
                      <a:pt x="183" y="78"/>
                    </a:cubicBezTo>
                    <a:cubicBezTo>
                      <a:pt x="191" y="44"/>
                      <a:pt x="166" y="11"/>
                      <a:pt x="133" y="3"/>
                    </a:cubicBezTo>
                    <a:cubicBezTo>
                      <a:pt x="129" y="1"/>
                      <a:pt x="124" y="1"/>
                      <a:pt x="1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7" name="Google Shape;5877;p17"/>
              <p:cNvSpPr/>
              <p:nvPr/>
            </p:nvSpPr>
            <p:spPr>
              <a:xfrm>
                <a:off x="2823175" y="4354500"/>
                <a:ext cx="7400" cy="33100"/>
              </a:xfrm>
              <a:custGeom>
                <a:rect b="b" l="l" r="r" t="t"/>
                <a:pathLst>
                  <a:path extrusionOk="0" h="1324" w="296">
                    <a:moveTo>
                      <a:pt x="251" y="1"/>
                    </a:moveTo>
                    <a:cubicBezTo>
                      <a:pt x="237" y="1"/>
                      <a:pt x="223" y="8"/>
                      <a:pt x="216" y="24"/>
                    </a:cubicBezTo>
                    <a:cubicBezTo>
                      <a:pt x="133" y="231"/>
                      <a:pt x="67" y="438"/>
                      <a:pt x="42" y="662"/>
                    </a:cubicBezTo>
                    <a:cubicBezTo>
                      <a:pt x="26" y="770"/>
                      <a:pt x="26" y="877"/>
                      <a:pt x="26" y="985"/>
                    </a:cubicBezTo>
                    <a:cubicBezTo>
                      <a:pt x="26" y="1085"/>
                      <a:pt x="1" y="1250"/>
                      <a:pt x="92" y="1308"/>
                    </a:cubicBezTo>
                    <a:cubicBezTo>
                      <a:pt x="106" y="1317"/>
                      <a:pt x="122" y="1324"/>
                      <a:pt x="138" y="1324"/>
                    </a:cubicBezTo>
                    <a:cubicBezTo>
                      <a:pt x="151" y="1324"/>
                      <a:pt x="164" y="1319"/>
                      <a:pt x="175" y="1308"/>
                    </a:cubicBezTo>
                    <a:cubicBezTo>
                      <a:pt x="249" y="1234"/>
                      <a:pt x="216" y="1101"/>
                      <a:pt x="216" y="1010"/>
                    </a:cubicBezTo>
                    <a:cubicBezTo>
                      <a:pt x="208" y="902"/>
                      <a:pt x="216" y="795"/>
                      <a:pt x="216" y="687"/>
                    </a:cubicBezTo>
                    <a:cubicBezTo>
                      <a:pt x="233" y="471"/>
                      <a:pt x="249" y="256"/>
                      <a:pt x="291" y="49"/>
                    </a:cubicBezTo>
                    <a:cubicBezTo>
                      <a:pt x="296" y="19"/>
                      <a:pt x="273" y="1"/>
                      <a:pt x="2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8" name="Google Shape;5878;p17"/>
              <p:cNvSpPr/>
              <p:nvPr/>
            </p:nvSpPr>
            <p:spPr>
              <a:xfrm>
                <a:off x="2829200" y="4372200"/>
                <a:ext cx="3950" cy="16675"/>
              </a:xfrm>
              <a:custGeom>
                <a:rect b="b" l="l" r="r" t="t"/>
                <a:pathLst>
                  <a:path extrusionOk="0" h="667" w="158">
                    <a:moveTo>
                      <a:pt x="101" y="1"/>
                    </a:moveTo>
                    <a:cubicBezTo>
                      <a:pt x="81" y="1"/>
                      <a:pt x="62" y="12"/>
                      <a:pt x="58" y="37"/>
                    </a:cubicBezTo>
                    <a:cubicBezTo>
                      <a:pt x="50" y="136"/>
                      <a:pt x="33" y="236"/>
                      <a:pt x="25" y="335"/>
                    </a:cubicBezTo>
                    <a:cubicBezTo>
                      <a:pt x="17" y="435"/>
                      <a:pt x="0" y="534"/>
                      <a:pt x="8" y="633"/>
                    </a:cubicBezTo>
                    <a:cubicBezTo>
                      <a:pt x="13" y="653"/>
                      <a:pt x="35" y="666"/>
                      <a:pt x="54" y="666"/>
                    </a:cubicBezTo>
                    <a:cubicBezTo>
                      <a:pt x="67" y="666"/>
                      <a:pt x="80" y="659"/>
                      <a:pt x="83" y="642"/>
                    </a:cubicBezTo>
                    <a:cubicBezTo>
                      <a:pt x="116" y="551"/>
                      <a:pt x="124" y="443"/>
                      <a:pt x="133" y="352"/>
                    </a:cubicBezTo>
                    <a:cubicBezTo>
                      <a:pt x="141" y="252"/>
                      <a:pt x="149" y="153"/>
                      <a:pt x="158" y="53"/>
                    </a:cubicBezTo>
                    <a:cubicBezTo>
                      <a:pt x="158" y="20"/>
                      <a:pt x="128" y="1"/>
                      <a:pt x="1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9" name="Google Shape;5879;p17"/>
              <p:cNvSpPr/>
              <p:nvPr/>
            </p:nvSpPr>
            <p:spPr>
              <a:xfrm>
                <a:off x="2829825" y="4397550"/>
                <a:ext cx="9750" cy="35625"/>
              </a:xfrm>
              <a:custGeom>
                <a:rect b="b" l="l" r="r" t="t"/>
                <a:pathLst>
                  <a:path extrusionOk="0" h="1425" w="390">
                    <a:moveTo>
                      <a:pt x="347" y="1"/>
                    </a:moveTo>
                    <a:cubicBezTo>
                      <a:pt x="334" y="1"/>
                      <a:pt x="319" y="9"/>
                      <a:pt x="315" y="25"/>
                    </a:cubicBezTo>
                    <a:cubicBezTo>
                      <a:pt x="298" y="257"/>
                      <a:pt x="240" y="489"/>
                      <a:pt x="191" y="713"/>
                    </a:cubicBezTo>
                    <a:cubicBezTo>
                      <a:pt x="166" y="829"/>
                      <a:pt x="133" y="937"/>
                      <a:pt x="99" y="1053"/>
                    </a:cubicBezTo>
                    <a:cubicBezTo>
                      <a:pt x="75" y="1144"/>
                      <a:pt x="0" y="1276"/>
                      <a:pt x="25" y="1376"/>
                    </a:cubicBezTo>
                    <a:cubicBezTo>
                      <a:pt x="31" y="1404"/>
                      <a:pt x="51" y="1424"/>
                      <a:pt x="77" y="1424"/>
                    </a:cubicBezTo>
                    <a:cubicBezTo>
                      <a:pt x="89" y="1424"/>
                      <a:pt x="103" y="1420"/>
                      <a:pt x="116" y="1409"/>
                    </a:cubicBezTo>
                    <a:cubicBezTo>
                      <a:pt x="207" y="1351"/>
                      <a:pt x="232" y="1194"/>
                      <a:pt x="265" y="1094"/>
                    </a:cubicBezTo>
                    <a:cubicBezTo>
                      <a:pt x="298" y="978"/>
                      <a:pt x="323" y="862"/>
                      <a:pt x="348" y="746"/>
                    </a:cubicBezTo>
                    <a:cubicBezTo>
                      <a:pt x="389" y="506"/>
                      <a:pt x="381" y="266"/>
                      <a:pt x="373" y="25"/>
                    </a:cubicBezTo>
                    <a:cubicBezTo>
                      <a:pt x="373" y="9"/>
                      <a:pt x="360" y="1"/>
                      <a:pt x="3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0" name="Google Shape;5880;p17"/>
              <p:cNvSpPr/>
              <p:nvPr/>
            </p:nvSpPr>
            <p:spPr>
              <a:xfrm>
                <a:off x="2836500" y="4417625"/>
                <a:ext cx="10100" cy="16425"/>
              </a:xfrm>
              <a:custGeom>
                <a:rect b="b" l="l" r="r" t="t"/>
                <a:pathLst>
                  <a:path extrusionOk="0" h="657" w="404">
                    <a:moveTo>
                      <a:pt x="335" y="0"/>
                    </a:moveTo>
                    <a:cubicBezTo>
                      <a:pt x="316" y="0"/>
                      <a:pt x="297" y="10"/>
                      <a:pt x="288" y="34"/>
                    </a:cubicBezTo>
                    <a:lnTo>
                      <a:pt x="296" y="34"/>
                    </a:lnTo>
                    <a:cubicBezTo>
                      <a:pt x="255" y="134"/>
                      <a:pt x="214" y="233"/>
                      <a:pt x="156" y="324"/>
                    </a:cubicBezTo>
                    <a:cubicBezTo>
                      <a:pt x="131" y="374"/>
                      <a:pt x="106" y="415"/>
                      <a:pt x="81" y="465"/>
                    </a:cubicBezTo>
                    <a:cubicBezTo>
                      <a:pt x="56" y="507"/>
                      <a:pt x="23" y="556"/>
                      <a:pt x="6" y="598"/>
                    </a:cubicBezTo>
                    <a:cubicBezTo>
                      <a:pt x="0" y="629"/>
                      <a:pt x="18" y="656"/>
                      <a:pt x="45" y="656"/>
                    </a:cubicBezTo>
                    <a:cubicBezTo>
                      <a:pt x="53" y="656"/>
                      <a:pt x="63" y="653"/>
                      <a:pt x="73" y="647"/>
                    </a:cubicBezTo>
                    <a:cubicBezTo>
                      <a:pt x="114" y="614"/>
                      <a:pt x="139" y="565"/>
                      <a:pt x="172" y="523"/>
                    </a:cubicBezTo>
                    <a:cubicBezTo>
                      <a:pt x="197" y="473"/>
                      <a:pt x="230" y="424"/>
                      <a:pt x="255" y="374"/>
                    </a:cubicBezTo>
                    <a:cubicBezTo>
                      <a:pt x="305" y="275"/>
                      <a:pt x="346" y="175"/>
                      <a:pt x="388" y="68"/>
                    </a:cubicBezTo>
                    <a:cubicBezTo>
                      <a:pt x="403" y="31"/>
                      <a:pt x="369" y="0"/>
                      <a:pt x="3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1" name="Google Shape;5881;p17"/>
              <p:cNvSpPr/>
              <p:nvPr/>
            </p:nvSpPr>
            <p:spPr>
              <a:xfrm>
                <a:off x="2828425" y="4441475"/>
                <a:ext cx="6500" cy="17300"/>
              </a:xfrm>
              <a:custGeom>
                <a:rect b="b" l="l" r="r" t="t"/>
                <a:pathLst>
                  <a:path extrusionOk="0" h="692" w="260">
                    <a:moveTo>
                      <a:pt x="213" y="1"/>
                    </a:moveTo>
                    <a:cubicBezTo>
                      <a:pt x="194" y="1"/>
                      <a:pt x="176" y="11"/>
                      <a:pt x="172" y="33"/>
                    </a:cubicBezTo>
                    <a:cubicBezTo>
                      <a:pt x="155" y="141"/>
                      <a:pt x="131" y="249"/>
                      <a:pt x="97" y="348"/>
                    </a:cubicBezTo>
                    <a:cubicBezTo>
                      <a:pt x="64" y="447"/>
                      <a:pt x="23" y="555"/>
                      <a:pt x="6" y="655"/>
                    </a:cubicBezTo>
                    <a:cubicBezTo>
                      <a:pt x="1" y="677"/>
                      <a:pt x="17" y="691"/>
                      <a:pt x="34" y="691"/>
                    </a:cubicBezTo>
                    <a:cubicBezTo>
                      <a:pt x="42" y="691"/>
                      <a:pt x="51" y="688"/>
                      <a:pt x="56" y="679"/>
                    </a:cubicBezTo>
                    <a:cubicBezTo>
                      <a:pt x="114" y="588"/>
                      <a:pt x="147" y="481"/>
                      <a:pt x="180" y="373"/>
                    </a:cubicBezTo>
                    <a:cubicBezTo>
                      <a:pt x="213" y="265"/>
                      <a:pt x="238" y="157"/>
                      <a:pt x="255" y="50"/>
                    </a:cubicBezTo>
                    <a:cubicBezTo>
                      <a:pt x="260" y="17"/>
                      <a:pt x="236" y="1"/>
                      <a:pt x="2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2" name="Google Shape;5882;p17"/>
              <p:cNvSpPr/>
              <p:nvPr/>
            </p:nvSpPr>
            <p:spPr>
              <a:xfrm>
                <a:off x="2791025" y="4361400"/>
                <a:ext cx="18525" cy="32650"/>
              </a:xfrm>
              <a:custGeom>
                <a:rect b="b" l="l" r="r" t="t"/>
                <a:pathLst>
                  <a:path extrusionOk="0" h="1306" w="741">
                    <a:moveTo>
                      <a:pt x="43" y="1"/>
                    </a:moveTo>
                    <a:cubicBezTo>
                      <a:pt x="21" y="1"/>
                      <a:pt x="0" y="22"/>
                      <a:pt x="11" y="55"/>
                    </a:cubicBezTo>
                    <a:cubicBezTo>
                      <a:pt x="52" y="179"/>
                      <a:pt x="86" y="303"/>
                      <a:pt x="135" y="427"/>
                    </a:cubicBezTo>
                    <a:cubicBezTo>
                      <a:pt x="177" y="535"/>
                      <a:pt x="218" y="651"/>
                      <a:pt x="260" y="759"/>
                    </a:cubicBezTo>
                    <a:cubicBezTo>
                      <a:pt x="309" y="858"/>
                      <a:pt x="367" y="966"/>
                      <a:pt x="425" y="1065"/>
                    </a:cubicBezTo>
                    <a:cubicBezTo>
                      <a:pt x="475" y="1157"/>
                      <a:pt x="550" y="1297"/>
                      <a:pt x="666" y="1306"/>
                    </a:cubicBezTo>
                    <a:cubicBezTo>
                      <a:pt x="699" y="1306"/>
                      <a:pt x="715" y="1289"/>
                      <a:pt x="724" y="1264"/>
                    </a:cubicBezTo>
                    <a:cubicBezTo>
                      <a:pt x="740" y="1157"/>
                      <a:pt x="649" y="1049"/>
                      <a:pt x="591" y="966"/>
                    </a:cubicBezTo>
                    <a:cubicBezTo>
                      <a:pt x="533" y="867"/>
                      <a:pt x="483" y="759"/>
                      <a:pt x="434" y="659"/>
                    </a:cubicBezTo>
                    <a:cubicBezTo>
                      <a:pt x="376" y="552"/>
                      <a:pt x="318" y="444"/>
                      <a:pt x="268" y="345"/>
                    </a:cubicBezTo>
                    <a:cubicBezTo>
                      <a:pt x="202" y="237"/>
                      <a:pt x="135" y="129"/>
                      <a:pt x="77" y="21"/>
                    </a:cubicBezTo>
                    <a:cubicBezTo>
                      <a:pt x="69" y="7"/>
                      <a:pt x="56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3" name="Google Shape;5883;p17"/>
              <p:cNvSpPr/>
              <p:nvPr/>
            </p:nvSpPr>
            <p:spPr>
              <a:xfrm>
                <a:off x="2794800" y="4383175"/>
                <a:ext cx="10975" cy="15275"/>
              </a:xfrm>
              <a:custGeom>
                <a:rect b="b" l="l" r="r" t="t"/>
                <a:pathLst>
                  <a:path extrusionOk="0" h="611" w="439">
                    <a:moveTo>
                      <a:pt x="45" y="1"/>
                    </a:moveTo>
                    <a:cubicBezTo>
                      <a:pt x="39" y="1"/>
                      <a:pt x="32" y="2"/>
                      <a:pt x="26" y="4"/>
                    </a:cubicBezTo>
                    <a:cubicBezTo>
                      <a:pt x="1" y="12"/>
                      <a:pt x="1" y="37"/>
                      <a:pt x="1" y="62"/>
                    </a:cubicBezTo>
                    <a:cubicBezTo>
                      <a:pt x="34" y="170"/>
                      <a:pt x="84" y="277"/>
                      <a:pt x="142" y="377"/>
                    </a:cubicBezTo>
                    <a:cubicBezTo>
                      <a:pt x="208" y="468"/>
                      <a:pt x="283" y="567"/>
                      <a:pt x="390" y="609"/>
                    </a:cubicBezTo>
                    <a:cubicBezTo>
                      <a:pt x="394" y="610"/>
                      <a:pt x="397" y="610"/>
                      <a:pt x="400" y="610"/>
                    </a:cubicBezTo>
                    <a:cubicBezTo>
                      <a:pt x="421" y="610"/>
                      <a:pt x="439" y="589"/>
                      <a:pt x="432" y="567"/>
                    </a:cubicBezTo>
                    <a:lnTo>
                      <a:pt x="432" y="567"/>
                    </a:lnTo>
                    <a:lnTo>
                      <a:pt x="432" y="576"/>
                    </a:lnTo>
                    <a:cubicBezTo>
                      <a:pt x="382" y="476"/>
                      <a:pt x="299" y="402"/>
                      <a:pt x="241" y="310"/>
                    </a:cubicBezTo>
                    <a:cubicBezTo>
                      <a:pt x="175" y="219"/>
                      <a:pt x="125" y="128"/>
                      <a:pt x="92" y="29"/>
                    </a:cubicBezTo>
                    <a:cubicBezTo>
                      <a:pt x="86" y="10"/>
                      <a:pt x="66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4" name="Google Shape;5884;p17"/>
              <p:cNvSpPr/>
              <p:nvPr/>
            </p:nvSpPr>
            <p:spPr>
              <a:xfrm>
                <a:off x="2801650" y="4398550"/>
                <a:ext cx="4775" cy="11925"/>
              </a:xfrm>
              <a:custGeom>
                <a:rect b="b" l="l" r="r" t="t"/>
                <a:pathLst>
                  <a:path extrusionOk="0" h="477" w="191">
                    <a:moveTo>
                      <a:pt x="52" y="0"/>
                    </a:moveTo>
                    <a:cubicBezTo>
                      <a:pt x="48" y="0"/>
                      <a:pt x="45" y="1"/>
                      <a:pt x="42" y="2"/>
                    </a:cubicBezTo>
                    <a:cubicBezTo>
                      <a:pt x="17" y="2"/>
                      <a:pt x="0" y="27"/>
                      <a:pt x="0" y="60"/>
                    </a:cubicBezTo>
                    <a:cubicBezTo>
                      <a:pt x="9" y="126"/>
                      <a:pt x="17" y="201"/>
                      <a:pt x="42" y="267"/>
                    </a:cubicBezTo>
                    <a:cubicBezTo>
                      <a:pt x="58" y="342"/>
                      <a:pt x="83" y="416"/>
                      <a:pt x="133" y="466"/>
                    </a:cubicBezTo>
                    <a:cubicBezTo>
                      <a:pt x="140" y="473"/>
                      <a:pt x="148" y="476"/>
                      <a:pt x="156" y="476"/>
                    </a:cubicBezTo>
                    <a:cubicBezTo>
                      <a:pt x="174" y="476"/>
                      <a:pt x="191" y="459"/>
                      <a:pt x="191" y="441"/>
                    </a:cubicBezTo>
                    <a:cubicBezTo>
                      <a:pt x="183" y="400"/>
                      <a:pt x="174" y="367"/>
                      <a:pt x="158" y="333"/>
                    </a:cubicBezTo>
                    <a:cubicBezTo>
                      <a:pt x="149" y="309"/>
                      <a:pt x="141" y="275"/>
                      <a:pt x="133" y="242"/>
                    </a:cubicBezTo>
                    <a:cubicBezTo>
                      <a:pt x="116" y="176"/>
                      <a:pt x="108" y="110"/>
                      <a:pt x="100" y="43"/>
                    </a:cubicBezTo>
                    <a:cubicBezTo>
                      <a:pt x="100" y="22"/>
                      <a:pt x="75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5" name="Google Shape;5885;p17"/>
              <p:cNvSpPr/>
              <p:nvPr/>
            </p:nvSpPr>
            <p:spPr>
              <a:xfrm>
                <a:off x="2933600" y="4432425"/>
                <a:ext cx="9800" cy="54475"/>
              </a:xfrm>
              <a:custGeom>
                <a:rect b="b" l="l" r="r" t="t"/>
                <a:pathLst>
                  <a:path extrusionOk="0" h="2179" w="392">
                    <a:moveTo>
                      <a:pt x="333" y="0"/>
                    </a:moveTo>
                    <a:cubicBezTo>
                      <a:pt x="316" y="0"/>
                      <a:pt x="299" y="9"/>
                      <a:pt x="290" y="31"/>
                    </a:cubicBezTo>
                    <a:lnTo>
                      <a:pt x="298" y="31"/>
                    </a:lnTo>
                    <a:cubicBezTo>
                      <a:pt x="158" y="362"/>
                      <a:pt x="75" y="718"/>
                      <a:pt x="42" y="1083"/>
                    </a:cubicBezTo>
                    <a:cubicBezTo>
                      <a:pt x="17" y="1265"/>
                      <a:pt x="8" y="1439"/>
                      <a:pt x="8" y="1621"/>
                    </a:cubicBezTo>
                    <a:cubicBezTo>
                      <a:pt x="0" y="1713"/>
                      <a:pt x="0" y="1804"/>
                      <a:pt x="8" y="1887"/>
                    </a:cubicBezTo>
                    <a:cubicBezTo>
                      <a:pt x="8" y="1978"/>
                      <a:pt x="8" y="2077"/>
                      <a:pt x="42" y="2160"/>
                    </a:cubicBezTo>
                    <a:cubicBezTo>
                      <a:pt x="46" y="2172"/>
                      <a:pt x="60" y="2179"/>
                      <a:pt x="75" y="2179"/>
                    </a:cubicBezTo>
                    <a:cubicBezTo>
                      <a:pt x="89" y="2179"/>
                      <a:pt x="104" y="2172"/>
                      <a:pt x="108" y="2160"/>
                    </a:cubicBezTo>
                    <a:cubicBezTo>
                      <a:pt x="166" y="2011"/>
                      <a:pt x="141" y="1812"/>
                      <a:pt x="141" y="1655"/>
                    </a:cubicBezTo>
                    <a:cubicBezTo>
                      <a:pt x="149" y="1472"/>
                      <a:pt x="158" y="1298"/>
                      <a:pt x="174" y="1116"/>
                    </a:cubicBezTo>
                    <a:cubicBezTo>
                      <a:pt x="207" y="760"/>
                      <a:pt x="265" y="403"/>
                      <a:pt x="381" y="64"/>
                    </a:cubicBezTo>
                    <a:cubicBezTo>
                      <a:pt x="392" y="27"/>
                      <a:pt x="362" y="0"/>
                      <a:pt x="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6" name="Google Shape;5886;p17"/>
              <p:cNvSpPr/>
              <p:nvPr/>
            </p:nvSpPr>
            <p:spPr>
              <a:xfrm>
                <a:off x="2937525" y="4469950"/>
                <a:ext cx="3875" cy="23125"/>
              </a:xfrm>
              <a:custGeom>
                <a:rect b="b" l="l" r="r" t="t"/>
                <a:pathLst>
                  <a:path extrusionOk="0" h="925" w="155">
                    <a:moveTo>
                      <a:pt x="112" y="1"/>
                    </a:moveTo>
                    <a:cubicBezTo>
                      <a:pt x="95" y="1"/>
                      <a:pt x="79" y="12"/>
                      <a:pt x="75" y="38"/>
                    </a:cubicBezTo>
                    <a:lnTo>
                      <a:pt x="75" y="29"/>
                    </a:lnTo>
                    <a:cubicBezTo>
                      <a:pt x="34" y="319"/>
                      <a:pt x="1" y="609"/>
                      <a:pt x="34" y="899"/>
                    </a:cubicBezTo>
                    <a:cubicBezTo>
                      <a:pt x="38" y="916"/>
                      <a:pt x="54" y="924"/>
                      <a:pt x="70" y="924"/>
                    </a:cubicBezTo>
                    <a:cubicBezTo>
                      <a:pt x="85" y="924"/>
                      <a:pt x="100" y="916"/>
                      <a:pt x="100" y="899"/>
                    </a:cubicBezTo>
                    <a:cubicBezTo>
                      <a:pt x="125" y="618"/>
                      <a:pt x="125" y="328"/>
                      <a:pt x="150" y="46"/>
                    </a:cubicBezTo>
                    <a:cubicBezTo>
                      <a:pt x="154" y="18"/>
                      <a:pt x="133" y="1"/>
                      <a:pt x="1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7" name="Google Shape;5887;p17"/>
              <p:cNvSpPr/>
              <p:nvPr/>
            </p:nvSpPr>
            <p:spPr>
              <a:xfrm>
                <a:off x="2943750" y="4484600"/>
                <a:ext cx="6425" cy="40725"/>
              </a:xfrm>
              <a:custGeom>
                <a:rect b="b" l="l" r="r" t="t"/>
                <a:pathLst>
                  <a:path extrusionOk="0" h="1629" w="257">
                    <a:moveTo>
                      <a:pt x="141" y="0"/>
                    </a:moveTo>
                    <a:cubicBezTo>
                      <a:pt x="121" y="0"/>
                      <a:pt x="99" y="13"/>
                      <a:pt x="91" y="40"/>
                    </a:cubicBezTo>
                    <a:cubicBezTo>
                      <a:pt x="33" y="305"/>
                      <a:pt x="0" y="570"/>
                      <a:pt x="17" y="844"/>
                    </a:cubicBezTo>
                    <a:cubicBezTo>
                      <a:pt x="17" y="976"/>
                      <a:pt x="33" y="1109"/>
                      <a:pt x="58" y="1241"/>
                    </a:cubicBezTo>
                    <a:cubicBezTo>
                      <a:pt x="83" y="1366"/>
                      <a:pt x="108" y="1506"/>
                      <a:pt x="182" y="1614"/>
                    </a:cubicBezTo>
                    <a:cubicBezTo>
                      <a:pt x="189" y="1624"/>
                      <a:pt x="201" y="1629"/>
                      <a:pt x="212" y="1629"/>
                    </a:cubicBezTo>
                    <a:cubicBezTo>
                      <a:pt x="230" y="1629"/>
                      <a:pt x="249" y="1618"/>
                      <a:pt x="249" y="1598"/>
                    </a:cubicBezTo>
                    <a:cubicBezTo>
                      <a:pt x="257" y="1473"/>
                      <a:pt x="224" y="1341"/>
                      <a:pt x="199" y="1225"/>
                    </a:cubicBezTo>
                    <a:cubicBezTo>
                      <a:pt x="182" y="1092"/>
                      <a:pt x="166" y="968"/>
                      <a:pt x="158" y="844"/>
                    </a:cubicBezTo>
                    <a:lnTo>
                      <a:pt x="158" y="835"/>
                    </a:lnTo>
                    <a:cubicBezTo>
                      <a:pt x="141" y="578"/>
                      <a:pt x="149" y="313"/>
                      <a:pt x="182" y="48"/>
                    </a:cubicBezTo>
                    <a:cubicBezTo>
                      <a:pt x="187" y="17"/>
                      <a:pt x="165" y="0"/>
                      <a:pt x="1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8" name="Google Shape;5888;p17"/>
              <p:cNvSpPr/>
              <p:nvPr/>
            </p:nvSpPr>
            <p:spPr>
              <a:xfrm>
                <a:off x="2953375" y="4503175"/>
                <a:ext cx="3025" cy="18250"/>
              </a:xfrm>
              <a:custGeom>
                <a:rect b="b" l="l" r="r" t="t"/>
                <a:pathLst>
                  <a:path extrusionOk="0" h="730" w="121">
                    <a:moveTo>
                      <a:pt x="40" y="1"/>
                    </a:moveTo>
                    <a:cubicBezTo>
                      <a:pt x="20" y="1"/>
                      <a:pt x="0" y="16"/>
                      <a:pt x="5" y="43"/>
                    </a:cubicBezTo>
                    <a:cubicBezTo>
                      <a:pt x="13" y="150"/>
                      <a:pt x="21" y="266"/>
                      <a:pt x="29" y="382"/>
                    </a:cubicBezTo>
                    <a:cubicBezTo>
                      <a:pt x="38" y="490"/>
                      <a:pt x="54" y="598"/>
                      <a:pt x="79" y="714"/>
                    </a:cubicBezTo>
                    <a:cubicBezTo>
                      <a:pt x="79" y="723"/>
                      <a:pt x="92" y="729"/>
                      <a:pt x="103" y="729"/>
                    </a:cubicBezTo>
                    <a:cubicBezTo>
                      <a:pt x="112" y="729"/>
                      <a:pt x="120" y="725"/>
                      <a:pt x="120" y="714"/>
                    </a:cubicBezTo>
                    <a:cubicBezTo>
                      <a:pt x="120" y="598"/>
                      <a:pt x="120" y="490"/>
                      <a:pt x="112" y="374"/>
                    </a:cubicBezTo>
                    <a:lnTo>
                      <a:pt x="79" y="34"/>
                    </a:lnTo>
                    <a:cubicBezTo>
                      <a:pt x="75" y="11"/>
                      <a:pt x="58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9" name="Google Shape;5889;p17"/>
              <p:cNvSpPr/>
              <p:nvPr/>
            </p:nvSpPr>
            <p:spPr>
              <a:xfrm>
                <a:off x="3008375" y="4488725"/>
                <a:ext cx="5400" cy="31525"/>
              </a:xfrm>
              <a:custGeom>
                <a:rect b="b" l="l" r="r" t="t"/>
                <a:pathLst>
                  <a:path extrusionOk="0" h="1261" w="216">
                    <a:moveTo>
                      <a:pt x="133" y="0"/>
                    </a:moveTo>
                    <a:cubicBezTo>
                      <a:pt x="114" y="0"/>
                      <a:pt x="95" y="8"/>
                      <a:pt x="83" y="24"/>
                    </a:cubicBezTo>
                    <a:cubicBezTo>
                      <a:pt x="33" y="99"/>
                      <a:pt x="25" y="223"/>
                      <a:pt x="17" y="306"/>
                    </a:cubicBezTo>
                    <a:cubicBezTo>
                      <a:pt x="8" y="405"/>
                      <a:pt x="0" y="513"/>
                      <a:pt x="0" y="612"/>
                    </a:cubicBezTo>
                    <a:cubicBezTo>
                      <a:pt x="0" y="819"/>
                      <a:pt x="25" y="1018"/>
                      <a:pt x="58" y="1217"/>
                    </a:cubicBezTo>
                    <a:cubicBezTo>
                      <a:pt x="62" y="1247"/>
                      <a:pt x="82" y="1260"/>
                      <a:pt x="103" y="1260"/>
                    </a:cubicBezTo>
                    <a:cubicBezTo>
                      <a:pt x="128" y="1260"/>
                      <a:pt x="154" y="1241"/>
                      <a:pt x="149" y="1209"/>
                    </a:cubicBezTo>
                    <a:cubicBezTo>
                      <a:pt x="149" y="1010"/>
                      <a:pt x="158" y="811"/>
                      <a:pt x="166" y="612"/>
                    </a:cubicBezTo>
                    <a:cubicBezTo>
                      <a:pt x="166" y="521"/>
                      <a:pt x="174" y="422"/>
                      <a:pt x="182" y="331"/>
                    </a:cubicBezTo>
                    <a:cubicBezTo>
                      <a:pt x="191" y="239"/>
                      <a:pt x="216" y="123"/>
                      <a:pt x="182" y="32"/>
                    </a:cubicBezTo>
                    <a:cubicBezTo>
                      <a:pt x="174" y="10"/>
                      <a:pt x="153" y="0"/>
                      <a:pt x="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0" name="Google Shape;5890;p17"/>
              <p:cNvSpPr/>
              <p:nvPr/>
            </p:nvSpPr>
            <p:spPr>
              <a:xfrm>
                <a:off x="3015100" y="4484575"/>
                <a:ext cx="2825" cy="10575"/>
              </a:xfrm>
              <a:custGeom>
                <a:rect b="b" l="l" r="r" t="t"/>
                <a:pathLst>
                  <a:path extrusionOk="0" h="423" w="113">
                    <a:moveTo>
                      <a:pt x="89" y="0"/>
                    </a:moveTo>
                    <a:cubicBezTo>
                      <a:pt x="79" y="0"/>
                      <a:pt x="71" y="5"/>
                      <a:pt x="71" y="16"/>
                    </a:cubicBezTo>
                    <a:cubicBezTo>
                      <a:pt x="29" y="132"/>
                      <a:pt x="21" y="256"/>
                      <a:pt x="5" y="381"/>
                    </a:cubicBezTo>
                    <a:cubicBezTo>
                      <a:pt x="0" y="407"/>
                      <a:pt x="17" y="422"/>
                      <a:pt x="36" y="422"/>
                    </a:cubicBezTo>
                    <a:cubicBezTo>
                      <a:pt x="51" y="422"/>
                      <a:pt x="67" y="412"/>
                      <a:pt x="71" y="389"/>
                    </a:cubicBezTo>
                    <a:cubicBezTo>
                      <a:pt x="79" y="331"/>
                      <a:pt x="96" y="265"/>
                      <a:pt x="96" y="207"/>
                    </a:cubicBezTo>
                    <a:cubicBezTo>
                      <a:pt x="104" y="173"/>
                      <a:pt x="104" y="140"/>
                      <a:pt x="104" y="115"/>
                    </a:cubicBezTo>
                    <a:cubicBezTo>
                      <a:pt x="112" y="82"/>
                      <a:pt x="112" y="49"/>
                      <a:pt x="112" y="16"/>
                    </a:cubicBezTo>
                    <a:cubicBezTo>
                      <a:pt x="112" y="7"/>
                      <a:pt x="100" y="0"/>
                      <a:pt x="8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1" name="Google Shape;5891;p17"/>
              <p:cNvSpPr/>
              <p:nvPr/>
            </p:nvSpPr>
            <p:spPr>
              <a:xfrm>
                <a:off x="3034875" y="4423225"/>
                <a:ext cx="3750" cy="15575"/>
              </a:xfrm>
              <a:custGeom>
                <a:rect b="b" l="l" r="r" t="t"/>
                <a:pathLst>
                  <a:path extrusionOk="0" h="623" w="150">
                    <a:moveTo>
                      <a:pt x="59" y="0"/>
                    </a:moveTo>
                    <a:cubicBezTo>
                      <a:pt x="1" y="0"/>
                      <a:pt x="1" y="86"/>
                      <a:pt x="1" y="125"/>
                    </a:cubicBezTo>
                    <a:cubicBezTo>
                      <a:pt x="1" y="183"/>
                      <a:pt x="9" y="233"/>
                      <a:pt x="9" y="283"/>
                    </a:cubicBezTo>
                    <a:cubicBezTo>
                      <a:pt x="9" y="324"/>
                      <a:pt x="9" y="374"/>
                      <a:pt x="17" y="423"/>
                    </a:cubicBezTo>
                    <a:cubicBezTo>
                      <a:pt x="17" y="473"/>
                      <a:pt x="26" y="515"/>
                      <a:pt x="26" y="564"/>
                    </a:cubicBezTo>
                    <a:cubicBezTo>
                      <a:pt x="26" y="597"/>
                      <a:pt x="34" y="622"/>
                      <a:pt x="67" y="622"/>
                    </a:cubicBezTo>
                    <a:cubicBezTo>
                      <a:pt x="92" y="622"/>
                      <a:pt x="117" y="606"/>
                      <a:pt x="117" y="581"/>
                    </a:cubicBezTo>
                    <a:cubicBezTo>
                      <a:pt x="125" y="531"/>
                      <a:pt x="142" y="481"/>
                      <a:pt x="142" y="432"/>
                    </a:cubicBezTo>
                    <a:cubicBezTo>
                      <a:pt x="150" y="382"/>
                      <a:pt x="150" y="341"/>
                      <a:pt x="150" y="291"/>
                    </a:cubicBezTo>
                    <a:cubicBezTo>
                      <a:pt x="150" y="241"/>
                      <a:pt x="142" y="183"/>
                      <a:pt x="142" y="134"/>
                    </a:cubicBezTo>
                    <a:cubicBezTo>
                      <a:pt x="133" y="109"/>
                      <a:pt x="125" y="84"/>
                      <a:pt x="125" y="59"/>
                    </a:cubicBezTo>
                    <a:cubicBezTo>
                      <a:pt x="117" y="34"/>
                      <a:pt x="100" y="1"/>
                      <a:pt x="67" y="1"/>
                    </a:cubicBezTo>
                    <a:cubicBezTo>
                      <a:pt x="64" y="1"/>
                      <a:pt x="61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2" name="Google Shape;5892;p17"/>
              <p:cNvSpPr/>
              <p:nvPr/>
            </p:nvSpPr>
            <p:spPr>
              <a:xfrm>
                <a:off x="3038400" y="4420250"/>
                <a:ext cx="4575" cy="10725"/>
              </a:xfrm>
              <a:custGeom>
                <a:rect b="b" l="l" r="r" t="t"/>
                <a:pathLst>
                  <a:path extrusionOk="0" h="429" w="183">
                    <a:moveTo>
                      <a:pt x="109" y="1"/>
                    </a:moveTo>
                    <a:cubicBezTo>
                      <a:pt x="95" y="1"/>
                      <a:pt x="81" y="6"/>
                      <a:pt x="75" y="12"/>
                    </a:cubicBezTo>
                    <a:cubicBezTo>
                      <a:pt x="67" y="37"/>
                      <a:pt x="59" y="54"/>
                      <a:pt x="59" y="79"/>
                    </a:cubicBezTo>
                    <a:cubicBezTo>
                      <a:pt x="59" y="87"/>
                      <a:pt x="59" y="103"/>
                      <a:pt x="59" y="112"/>
                    </a:cubicBezTo>
                    <a:lnTo>
                      <a:pt x="59" y="128"/>
                    </a:lnTo>
                    <a:lnTo>
                      <a:pt x="59" y="153"/>
                    </a:lnTo>
                    <a:cubicBezTo>
                      <a:pt x="59" y="161"/>
                      <a:pt x="59" y="178"/>
                      <a:pt x="59" y="195"/>
                    </a:cubicBezTo>
                    <a:cubicBezTo>
                      <a:pt x="59" y="203"/>
                      <a:pt x="50" y="219"/>
                      <a:pt x="50" y="236"/>
                    </a:cubicBezTo>
                    <a:cubicBezTo>
                      <a:pt x="50" y="236"/>
                      <a:pt x="50" y="244"/>
                      <a:pt x="50" y="253"/>
                    </a:cubicBezTo>
                    <a:lnTo>
                      <a:pt x="42" y="269"/>
                    </a:lnTo>
                    <a:cubicBezTo>
                      <a:pt x="34" y="294"/>
                      <a:pt x="25" y="319"/>
                      <a:pt x="17" y="344"/>
                    </a:cubicBezTo>
                    <a:cubicBezTo>
                      <a:pt x="1" y="377"/>
                      <a:pt x="17" y="410"/>
                      <a:pt x="42" y="426"/>
                    </a:cubicBezTo>
                    <a:cubicBezTo>
                      <a:pt x="48" y="428"/>
                      <a:pt x="54" y="429"/>
                      <a:pt x="59" y="429"/>
                    </a:cubicBezTo>
                    <a:cubicBezTo>
                      <a:pt x="86" y="429"/>
                      <a:pt x="111" y="414"/>
                      <a:pt x="125" y="393"/>
                    </a:cubicBezTo>
                    <a:cubicBezTo>
                      <a:pt x="150" y="335"/>
                      <a:pt x="175" y="269"/>
                      <a:pt x="175" y="203"/>
                    </a:cubicBezTo>
                    <a:cubicBezTo>
                      <a:pt x="183" y="170"/>
                      <a:pt x="183" y="137"/>
                      <a:pt x="175" y="103"/>
                    </a:cubicBezTo>
                    <a:cubicBezTo>
                      <a:pt x="175" y="87"/>
                      <a:pt x="175" y="79"/>
                      <a:pt x="166" y="62"/>
                    </a:cubicBezTo>
                    <a:cubicBezTo>
                      <a:pt x="166" y="29"/>
                      <a:pt x="150" y="12"/>
                      <a:pt x="125" y="4"/>
                    </a:cubicBezTo>
                    <a:cubicBezTo>
                      <a:pt x="120" y="2"/>
                      <a:pt x="114" y="1"/>
                      <a:pt x="1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3" name="Google Shape;5893;p17"/>
              <p:cNvSpPr/>
              <p:nvPr/>
            </p:nvSpPr>
            <p:spPr>
              <a:xfrm>
                <a:off x="3052700" y="4401775"/>
                <a:ext cx="3750" cy="15750"/>
              </a:xfrm>
              <a:custGeom>
                <a:rect b="b" l="l" r="r" t="t"/>
                <a:pathLst>
                  <a:path extrusionOk="0" h="630" w="150">
                    <a:moveTo>
                      <a:pt x="73" y="0"/>
                    </a:moveTo>
                    <a:cubicBezTo>
                      <a:pt x="58" y="0"/>
                      <a:pt x="46" y="7"/>
                      <a:pt x="42" y="22"/>
                    </a:cubicBezTo>
                    <a:cubicBezTo>
                      <a:pt x="25" y="72"/>
                      <a:pt x="33" y="122"/>
                      <a:pt x="25" y="163"/>
                    </a:cubicBezTo>
                    <a:cubicBezTo>
                      <a:pt x="25" y="213"/>
                      <a:pt x="33" y="254"/>
                      <a:pt x="25" y="304"/>
                    </a:cubicBezTo>
                    <a:cubicBezTo>
                      <a:pt x="25" y="395"/>
                      <a:pt x="17" y="486"/>
                      <a:pt x="9" y="577"/>
                    </a:cubicBezTo>
                    <a:cubicBezTo>
                      <a:pt x="0" y="602"/>
                      <a:pt x="17" y="627"/>
                      <a:pt x="42" y="627"/>
                    </a:cubicBezTo>
                    <a:cubicBezTo>
                      <a:pt x="46" y="628"/>
                      <a:pt x="50" y="629"/>
                      <a:pt x="55" y="629"/>
                    </a:cubicBezTo>
                    <a:cubicBezTo>
                      <a:pt x="75" y="629"/>
                      <a:pt x="91" y="614"/>
                      <a:pt x="91" y="594"/>
                    </a:cubicBezTo>
                    <a:cubicBezTo>
                      <a:pt x="116" y="503"/>
                      <a:pt x="133" y="403"/>
                      <a:pt x="141" y="312"/>
                    </a:cubicBezTo>
                    <a:cubicBezTo>
                      <a:pt x="141" y="262"/>
                      <a:pt x="149" y="213"/>
                      <a:pt x="141" y="163"/>
                    </a:cubicBezTo>
                    <a:cubicBezTo>
                      <a:pt x="133" y="113"/>
                      <a:pt x="133" y="64"/>
                      <a:pt x="116" y="22"/>
                    </a:cubicBezTo>
                    <a:cubicBezTo>
                      <a:pt x="107" y="9"/>
                      <a:pt x="89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4" name="Google Shape;5894;p17"/>
              <p:cNvSpPr/>
              <p:nvPr/>
            </p:nvSpPr>
            <p:spPr>
              <a:xfrm>
                <a:off x="2985175" y="4322975"/>
                <a:ext cx="3550" cy="7500"/>
              </a:xfrm>
              <a:custGeom>
                <a:rect b="b" l="l" r="r" t="t"/>
                <a:pathLst>
                  <a:path extrusionOk="0" h="300" w="142">
                    <a:moveTo>
                      <a:pt x="108" y="1"/>
                    </a:moveTo>
                    <a:cubicBezTo>
                      <a:pt x="83" y="1"/>
                      <a:pt x="66" y="17"/>
                      <a:pt x="66" y="34"/>
                    </a:cubicBezTo>
                    <a:cubicBezTo>
                      <a:pt x="58" y="84"/>
                      <a:pt x="50" y="108"/>
                      <a:pt x="33" y="150"/>
                    </a:cubicBezTo>
                    <a:cubicBezTo>
                      <a:pt x="33" y="166"/>
                      <a:pt x="25" y="183"/>
                      <a:pt x="17" y="200"/>
                    </a:cubicBezTo>
                    <a:cubicBezTo>
                      <a:pt x="8" y="224"/>
                      <a:pt x="8" y="249"/>
                      <a:pt x="0" y="266"/>
                    </a:cubicBezTo>
                    <a:cubicBezTo>
                      <a:pt x="0" y="274"/>
                      <a:pt x="8" y="291"/>
                      <a:pt x="17" y="299"/>
                    </a:cubicBezTo>
                    <a:cubicBezTo>
                      <a:pt x="25" y="299"/>
                      <a:pt x="42" y="299"/>
                      <a:pt x="50" y="291"/>
                    </a:cubicBezTo>
                    <a:cubicBezTo>
                      <a:pt x="66" y="274"/>
                      <a:pt x="75" y="249"/>
                      <a:pt x="83" y="233"/>
                    </a:cubicBezTo>
                    <a:cubicBezTo>
                      <a:pt x="91" y="216"/>
                      <a:pt x="100" y="191"/>
                      <a:pt x="108" y="175"/>
                    </a:cubicBezTo>
                    <a:cubicBezTo>
                      <a:pt x="124" y="133"/>
                      <a:pt x="133" y="92"/>
                      <a:pt x="141" y="50"/>
                    </a:cubicBezTo>
                    <a:cubicBezTo>
                      <a:pt x="141" y="26"/>
                      <a:pt x="124" y="9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5" name="Google Shape;5895;p17"/>
              <p:cNvSpPr/>
              <p:nvPr/>
            </p:nvSpPr>
            <p:spPr>
              <a:xfrm>
                <a:off x="2986825" y="4305750"/>
                <a:ext cx="3125" cy="10875"/>
              </a:xfrm>
              <a:custGeom>
                <a:rect b="b" l="l" r="r" t="t"/>
                <a:pathLst>
                  <a:path extrusionOk="0" h="435" w="125">
                    <a:moveTo>
                      <a:pt x="71" y="0"/>
                    </a:moveTo>
                    <a:cubicBezTo>
                      <a:pt x="46" y="0"/>
                      <a:pt x="32" y="22"/>
                      <a:pt x="25" y="43"/>
                    </a:cubicBezTo>
                    <a:cubicBezTo>
                      <a:pt x="9" y="101"/>
                      <a:pt x="0" y="168"/>
                      <a:pt x="0" y="226"/>
                    </a:cubicBezTo>
                    <a:cubicBezTo>
                      <a:pt x="0" y="259"/>
                      <a:pt x="9" y="292"/>
                      <a:pt x="17" y="325"/>
                    </a:cubicBezTo>
                    <a:cubicBezTo>
                      <a:pt x="17" y="342"/>
                      <a:pt x="17" y="358"/>
                      <a:pt x="25" y="367"/>
                    </a:cubicBezTo>
                    <a:cubicBezTo>
                      <a:pt x="34" y="383"/>
                      <a:pt x="42" y="400"/>
                      <a:pt x="42" y="416"/>
                    </a:cubicBezTo>
                    <a:cubicBezTo>
                      <a:pt x="50" y="428"/>
                      <a:pt x="63" y="434"/>
                      <a:pt x="74" y="434"/>
                    </a:cubicBezTo>
                    <a:cubicBezTo>
                      <a:pt x="88" y="434"/>
                      <a:pt x="100" y="426"/>
                      <a:pt x="100" y="408"/>
                    </a:cubicBezTo>
                    <a:cubicBezTo>
                      <a:pt x="100" y="391"/>
                      <a:pt x="108" y="375"/>
                      <a:pt x="108" y="367"/>
                    </a:cubicBezTo>
                    <a:cubicBezTo>
                      <a:pt x="108" y="350"/>
                      <a:pt x="108" y="325"/>
                      <a:pt x="108" y="309"/>
                    </a:cubicBezTo>
                    <a:cubicBezTo>
                      <a:pt x="108" y="284"/>
                      <a:pt x="108" y="259"/>
                      <a:pt x="108" y="226"/>
                    </a:cubicBezTo>
                    <a:cubicBezTo>
                      <a:pt x="108" y="168"/>
                      <a:pt x="116" y="110"/>
                      <a:pt x="125" y="52"/>
                    </a:cubicBezTo>
                    <a:cubicBezTo>
                      <a:pt x="125" y="27"/>
                      <a:pt x="108" y="2"/>
                      <a:pt x="83" y="2"/>
                    </a:cubicBezTo>
                    <a:cubicBezTo>
                      <a:pt x="79" y="1"/>
                      <a:pt x="75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6" name="Google Shape;5896;p17"/>
              <p:cNvSpPr/>
              <p:nvPr/>
            </p:nvSpPr>
            <p:spPr>
              <a:xfrm>
                <a:off x="3064500" y="4260525"/>
                <a:ext cx="3350" cy="15325"/>
              </a:xfrm>
              <a:custGeom>
                <a:rect b="b" l="l" r="r" t="t"/>
                <a:pathLst>
                  <a:path extrusionOk="0" h="613" w="134">
                    <a:moveTo>
                      <a:pt x="85" y="0"/>
                    </a:moveTo>
                    <a:cubicBezTo>
                      <a:pt x="71" y="0"/>
                      <a:pt x="58" y="7"/>
                      <a:pt x="50" y="21"/>
                    </a:cubicBezTo>
                    <a:cubicBezTo>
                      <a:pt x="42" y="63"/>
                      <a:pt x="34" y="104"/>
                      <a:pt x="25" y="154"/>
                    </a:cubicBezTo>
                    <a:cubicBezTo>
                      <a:pt x="17" y="195"/>
                      <a:pt x="17" y="245"/>
                      <a:pt x="17" y="295"/>
                    </a:cubicBezTo>
                    <a:cubicBezTo>
                      <a:pt x="9" y="386"/>
                      <a:pt x="9" y="485"/>
                      <a:pt x="1" y="577"/>
                    </a:cubicBezTo>
                    <a:cubicBezTo>
                      <a:pt x="1" y="599"/>
                      <a:pt x="18" y="612"/>
                      <a:pt x="35" y="612"/>
                    </a:cubicBezTo>
                    <a:cubicBezTo>
                      <a:pt x="49" y="612"/>
                      <a:pt x="63" y="603"/>
                      <a:pt x="67" y="585"/>
                    </a:cubicBezTo>
                    <a:cubicBezTo>
                      <a:pt x="83" y="494"/>
                      <a:pt x="92" y="394"/>
                      <a:pt x="108" y="303"/>
                    </a:cubicBezTo>
                    <a:cubicBezTo>
                      <a:pt x="117" y="212"/>
                      <a:pt x="133" y="121"/>
                      <a:pt x="125" y="30"/>
                    </a:cubicBezTo>
                    <a:cubicBezTo>
                      <a:pt x="120" y="11"/>
                      <a:pt x="102" y="0"/>
                      <a:pt x="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7" name="Google Shape;5897;p17"/>
              <p:cNvSpPr/>
              <p:nvPr/>
            </p:nvSpPr>
            <p:spPr>
              <a:xfrm>
                <a:off x="2948100" y="4441100"/>
                <a:ext cx="5200" cy="20100"/>
              </a:xfrm>
              <a:custGeom>
                <a:rect b="b" l="l" r="r" t="t"/>
                <a:pathLst>
                  <a:path extrusionOk="0" h="804" w="208">
                    <a:moveTo>
                      <a:pt x="132" y="0"/>
                    </a:moveTo>
                    <a:cubicBezTo>
                      <a:pt x="111" y="0"/>
                      <a:pt x="90" y="8"/>
                      <a:pt x="75" y="23"/>
                    </a:cubicBezTo>
                    <a:cubicBezTo>
                      <a:pt x="42" y="73"/>
                      <a:pt x="42" y="156"/>
                      <a:pt x="33" y="206"/>
                    </a:cubicBezTo>
                    <a:cubicBezTo>
                      <a:pt x="25" y="272"/>
                      <a:pt x="17" y="338"/>
                      <a:pt x="8" y="396"/>
                    </a:cubicBezTo>
                    <a:cubicBezTo>
                      <a:pt x="0" y="520"/>
                      <a:pt x="8" y="645"/>
                      <a:pt x="17" y="769"/>
                    </a:cubicBezTo>
                    <a:cubicBezTo>
                      <a:pt x="17" y="793"/>
                      <a:pt x="32" y="803"/>
                      <a:pt x="48" y="803"/>
                    </a:cubicBezTo>
                    <a:cubicBezTo>
                      <a:pt x="67" y="803"/>
                      <a:pt x="87" y="791"/>
                      <a:pt x="91" y="769"/>
                    </a:cubicBezTo>
                    <a:cubicBezTo>
                      <a:pt x="100" y="653"/>
                      <a:pt x="124" y="529"/>
                      <a:pt x="141" y="404"/>
                    </a:cubicBezTo>
                    <a:cubicBezTo>
                      <a:pt x="149" y="346"/>
                      <a:pt x="166" y="288"/>
                      <a:pt x="174" y="230"/>
                    </a:cubicBezTo>
                    <a:cubicBezTo>
                      <a:pt x="182" y="164"/>
                      <a:pt x="207" y="98"/>
                      <a:pt x="191" y="40"/>
                    </a:cubicBezTo>
                    <a:cubicBezTo>
                      <a:pt x="182" y="13"/>
                      <a:pt x="157" y="0"/>
                      <a:pt x="1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8" name="Google Shape;5898;p17"/>
              <p:cNvSpPr/>
              <p:nvPr/>
            </p:nvSpPr>
            <p:spPr>
              <a:xfrm>
                <a:off x="2954100" y="4447550"/>
                <a:ext cx="2925" cy="10100"/>
              </a:xfrm>
              <a:custGeom>
                <a:rect b="b" l="l" r="r" t="t"/>
                <a:pathLst>
                  <a:path extrusionOk="0" h="404" w="117">
                    <a:moveTo>
                      <a:pt x="88" y="0"/>
                    </a:moveTo>
                    <a:cubicBezTo>
                      <a:pt x="75" y="0"/>
                      <a:pt x="62" y="7"/>
                      <a:pt x="58" y="22"/>
                    </a:cubicBezTo>
                    <a:cubicBezTo>
                      <a:pt x="42" y="72"/>
                      <a:pt x="25" y="130"/>
                      <a:pt x="25" y="188"/>
                    </a:cubicBezTo>
                    <a:cubicBezTo>
                      <a:pt x="17" y="238"/>
                      <a:pt x="9" y="296"/>
                      <a:pt x="0" y="354"/>
                    </a:cubicBezTo>
                    <a:cubicBezTo>
                      <a:pt x="0" y="378"/>
                      <a:pt x="17" y="403"/>
                      <a:pt x="42" y="403"/>
                    </a:cubicBezTo>
                    <a:cubicBezTo>
                      <a:pt x="67" y="403"/>
                      <a:pt x="91" y="387"/>
                      <a:pt x="91" y="362"/>
                    </a:cubicBezTo>
                    <a:cubicBezTo>
                      <a:pt x="100" y="304"/>
                      <a:pt x="108" y="254"/>
                      <a:pt x="116" y="196"/>
                    </a:cubicBezTo>
                    <a:cubicBezTo>
                      <a:pt x="116" y="138"/>
                      <a:pt x="116" y="80"/>
                      <a:pt x="116" y="22"/>
                    </a:cubicBezTo>
                    <a:cubicBezTo>
                      <a:pt x="116" y="9"/>
                      <a:pt x="102" y="0"/>
                      <a:pt x="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9" name="Google Shape;5899;p17"/>
              <p:cNvSpPr/>
              <p:nvPr/>
            </p:nvSpPr>
            <p:spPr>
              <a:xfrm>
                <a:off x="2962900" y="4509800"/>
                <a:ext cx="3450" cy="23925"/>
              </a:xfrm>
              <a:custGeom>
                <a:rect b="b" l="l" r="r" t="t"/>
                <a:pathLst>
                  <a:path extrusionOk="0" h="957" w="138">
                    <a:moveTo>
                      <a:pt x="70" y="1"/>
                    </a:moveTo>
                    <a:cubicBezTo>
                      <a:pt x="59" y="1"/>
                      <a:pt x="46" y="8"/>
                      <a:pt x="46" y="18"/>
                    </a:cubicBezTo>
                    <a:cubicBezTo>
                      <a:pt x="21" y="167"/>
                      <a:pt x="38" y="316"/>
                      <a:pt x="38" y="465"/>
                    </a:cubicBezTo>
                    <a:cubicBezTo>
                      <a:pt x="29" y="614"/>
                      <a:pt x="21" y="772"/>
                      <a:pt x="5" y="921"/>
                    </a:cubicBezTo>
                    <a:cubicBezTo>
                      <a:pt x="0" y="944"/>
                      <a:pt x="18" y="956"/>
                      <a:pt x="37" y="956"/>
                    </a:cubicBezTo>
                    <a:cubicBezTo>
                      <a:pt x="52" y="956"/>
                      <a:pt x="67" y="948"/>
                      <a:pt x="71" y="929"/>
                    </a:cubicBezTo>
                    <a:cubicBezTo>
                      <a:pt x="104" y="772"/>
                      <a:pt x="129" y="623"/>
                      <a:pt x="137" y="465"/>
                    </a:cubicBezTo>
                    <a:cubicBezTo>
                      <a:pt x="137" y="308"/>
                      <a:pt x="137" y="159"/>
                      <a:pt x="87" y="10"/>
                    </a:cubicBezTo>
                    <a:cubicBezTo>
                      <a:pt x="84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0" name="Google Shape;5900;p17"/>
              <p:cNvSpPr/>
              <p:nvPr/>
            </p:nvSpPr>
            <p:spPr>
              <a:xfrm>
                <a:off x="2967975" y="4508450"/>
                <a:ext cx="3350" cy="16700"/>
              </a:xfrm>
              <a:custGeom>
                <a:rect b="b" l="l" r="r" t="t"/>
                <a:pathLst>
                  <a:path extrusionOk="0" h="668" w="134">
                    <a:moveTo>
                      <a:pt x="102" y="0"/>
                    </a:moveTo>
                    <a:cubicBezTo>
                      <a:pt x="88" y="0"/>
                      <a:pt x="71" y="9"/>
                      <a:pt x="67" y="22"/>
                    </a:cubicBezTo>
                    <a:cubicBezTo>
                      <a:pt x="25" y="221"/>
                      <a:pt x="17" y="420"/>
                      <a:pt x="0" y="619"/>
                    </a:cubicBezTo>
                    <a:cubicBezTo>
                      <a:pt x="0" y="651"/>
                      <a:pt x="24" y="668"/>
                      <a:pt x="46" y="668"/>
                    </a:cubicBezTo>
                    <a:cubicBezTo>
                      <a:pt x="63" y="668"/>
                      <a:pt x="80" y="657"/>
                      <a:pt x="83" y="635"/>
                    </a:cubicBezTo>
                    <a:cubicBezTo>
                      <a:pt x="100" y="428"/>
                      <a:pt x="133" y="229"/>
                      <a:pt x="125" y="22"/>
                    </a:cubicBezTo>
                    <a:cubicBezTo>
                      <a:pt x="125" y="7"/>
                      <a:pt x="114" y="0"/>
                      <a:pt x="1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1" name="Google Shape;5901;p17"/>
              <p:cNvSpPr/>
              <p:nvPr/>
            </p:nvSpPr>
            <p:spPr>
              <a:xfrm>
                <a:off x="2987350" y="4503875"/>
                <a:ext cx="19800" cy="40775"/>
              </a:xfrm>
              <a:custGeom>
                <a:rect b="b" l="l" r="r" t="t"/>
                <a:pathLst>
                  <a:path extrusionOk="0" h="1631" w="792">
                    <a:moveTo>
                      <a:pt x="608" y="1"/>
                    </a:moveTo>
                    <a:cubicBezTo>
                      <a:pt x="579" y="1"/>
                      <a:pt x="552" y="28"/>
                      <a:pt x="568" y="64"/>
                    </a:cubicBezTo>
                    <a:cubicBezTo>
                      <a:pt x="601" y="197"/>
                      <a:pt x="559" y="338"/>
                      <a:pt x="518" y="462"/>
                    </a:cubicBezTo>
                    <a:cubicBezTo>
                      <a:pt x="468" y="586"/>
                      <a:pt x="410" y="702"/>
                      <a:pt x="361" y="827"/>
                    </a:cubicBezTo>
                    <a:cubicBezTo>
                      <a:pt x="245" y="1067"/>
                      <a:pt x="95" y="1299"/>
                      <a:pt x="13" y="1556"/>
                    </a:cubicBezTo>
                    <a:cubicBezTo>
                      <a:pt x="1" y="1597"/>
                      <a:pt x="36" y="1630"/>
                      <a:pt x="72" y="1630"/>
                    </a:cubicBezTo>
                    <a:cubicBezTo>
                      <a:pt x="86" y="1630"/>
                      <a:pt x="100" y="1625"/>
                      <a:pt x="112" y="1614"/>
                    </a:cubicBezTo>
                    <a:cubicBezTo>
                      <a:pt x="303" y="1390"/>
                      <a:pt x="427" y="1100"/>
                      <a:pt x="551" y="835"/>
                    </a:cubicBezTo>
                    <a:cubicBezTo>
                      <a:pt x="659" y="578"/>
                      <a:pt x="791" y="296"/>
                      <a:pt x="659" y="31"/>
                    </a:cubicBezTo>
                    <a:lnTo>
                      <a:pt x="651" y="31"/>
                    </a:lnTo>
                    <a:cubicBezTo>
                      <a:pt x="641" y="10"/>
                      <a:pt x="625" y="1"/>
                      <a:pt x="6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2" name="Google Shape;5902;p17"/>
              <p:cNvSpPr/>
              <p:nvPr/>
            </p:nvSpPr>
            <p:spPr>
              <a:xfrm>
                <a:off x="2974600" y="4538025"/>
                <a:ext cx="6150" cy="19500"/>
              </a:xfrm>
              <a:custGeom>
                <a:rect b="b" l="l" r="r" t="t"/>
                <a:pathLst>
                  <a:path extrusionOk="0" h="780" w="246">
                    <a:moveTo>
                      <a:pt x="200" y="1"/>
                    </a:moveTo>
                    <a:cubicBezTo>
                      <a:pt x="179" y="1"/>
                      <a:pt x="157" y="14"/>
                      <a:pt x="150" y="41"/>
                    </a:cubicBezTo>
                    <a:cubicBezTo>
                      <a:pt x="125" y="157"/>
                      <a:pt x="92" y="273"/>
                      <a:pt x="67" y="397"/>
                    </a:cubicBezTo>
                    <a:cubicBezTo>
                      <a:pt x="50" y="455"/>
                      <a:pt x="42" y="513"/>
                      <a:pt x="25" y="571"/>
                    </a:cubicBezTo>
                    <a:cubicBezTo>
                      <a:pt x="17" y="629"/>
                      <a:pt x="1" y="687"/>
                      <a:pt x="9" y="753"/>
                    </a:cubicBezTo>
                    <a:cubicBezTo>
                      <a:pt x="9" y="771"/>
                      <a:pt x="23" y="779"/>
                      <a:pt x="39" y="779"/>
                    </a:cubicBezTo>
                    <a:cubicBezTo>
                      <a:pt x="53" y="779"/>
                      <a:pt x="67" y="773"/>
                      <a:pt x="75" y="761"/>
                    </a:cubicBezTo>
                    <a:cubicBezTo>
                      <a:pt x="100" y="703"/>
                      <a:pt x="117" y="645"/>
                      <a:pt x="125" y="587"/>
                    </a:cubicBezTo>
                    <a:cubicBezTo>
                      <a:pt x="141" y="529"/>
                      <a:pt x="150" y="463"/>
                      <a:pt x="166" y="405"/>
                    </a:cubicBezTo>
                    <a:cubicBezTo>
                      <a:pt x="191" y="289"/>
                      <a:pt x="216" y="173"/>
                      <a:pt x="241" y="49"/>
                    </a:cubicBezTo>
                    <a:cubicBezTo>
                      <a:pt x="245" y="18"/>
                      <a:pt x="224" y="1"/>
                      <a:pt x="2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3" name="Google Shape;5903;p17"/>
              <p:cNvSpPr/>
              <p:nvPr/>
            </p:nvSpPr>
            <p:spPr>
              <a:xfrm>
                <a:off x="2805375" y="4479675"/>
                <a:ext cx="11175" cy="41650"/>
              </a:xfrm>
              <a:custGeom>
                <a:rect b="b" l="l" r="r" t="t"/>
                <a:pathLst>
                  <a:path extrusionOk="0" h="1666" w="447">
                    <a:moveTo>
                      <a:pt x="396" y="0"/>
                    </a:moveTo>
                    <a:cubicBezTo>
                      <a:pt x="391" y="0"/>
                      <a:pt x="386" y="2"/>
                      <a:pt x="382" y="5"/>
                    </a:cubicBezTo>
                    <a:cubicBezTo>
                      <a:pt x="266" y="63"/>
                      <a:pt x="199" y="204"/>
                      <a:pt x="141" y="311"/>
                    </a:cubicBezTo>
                    <a:cubicBezTo>
                      <a:pt x="83" y="444"/>
                      <a:pt x="50" y="593"/>
                      <a:pt x="25" y="734"/>
                    </a:cubicBezTo>
                    <a:cubicBezTo>
                      <a:pt x="0" y="891"/>
                      <a:pt x="0" y="1049"/>
                      <a:pt x="9" y="1215"/>
                    </a:cubicBezTo>
                    <a:cubicBezTo>
                      <a:pt x="17" y="1347"/>
                      <a:pt x="34" y="1554"/>
                      <a:pt x="141" y="1654"/>
                    </a:cubicBezTo>
                    <a:cubicBezTo>
                      <a:pt x="150" y="1662"/>
                      <a:pt x="160" y="1666"/>
                      <a:pt x="169" y="1666"/>
                    </a:cubicBezTo>
                    <a:cubicBezTo>
                      <a:pt x="187" y="1666"/>
                      <a:pt x="205" y="1653"/>
                      <a:pt x="216" y="1637"/>
                    </a:cubicBezTo>
                    <a:cubicBezTo>
                      <a:pt x="241" y="1579"/>
                      <a:pt x="241" y="1496"/>
                      <a:pt x="232" y="1430"/>
                    </a:cubicBezTo>
                    <a:cubicBezTo>
                      <a:pt x="232" y="1355"/>
                      <a:pt x="224" y="1281"/>
                      <a:pt x="216" y="1198"/>
                    </a:cubicBezTo>
                    <a:cubicBezTo>
                      <a:pt x="208" y="1057"/>
                      <a:pt x="199" y="916"/>
                      <a:pt x="216" y="767"/>
                    </a:cubicBezTo>
                    <a:cubicBezTo>
                      <a:pt x="232" y="643"/>
                      <a:pt x="266" y="527"/>
                      <a:pt x="299" y="403"/>
                    </a:cubicBezTo>
                    <a:cubicBezTo>
                      <a:pt x="324" y="345"/>
                      <a:pt x="348" y="278"/>
                      <a:pt x="373" y="220"/>
                    </a:cubicBezTo>
                    <a:cubicBezTo>
                      <a:pt x="398" y="171"/>
                      <a:pt x="431" y="113"/>
                      <a:pt x="440" y="55"/>
                    </a:cubicBezTo>
                    <a:cubicBezTo>
                      <a:pt x="446" y="28"/>
                      <a:pt x="420" y="0"/>
                      <a:pt x="3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4" name="Google Shape;5904;p17"/>
              <p:cNvSpPr/>
              <p:nvPr/>
            </p:nvSpPr>
            <p:spPr>
              <a:xfrm>
                <a:off x="2812825" y="4499850"/>
                <a:ext cx="3750" cy="20675"/>
              </a:xfrm>
              <a:custGeom>
                <a:rect b="b" l="l" r="r" t="t"/>
                <a:pathLst>
                  <a:path extrusionOk="0" h="827" w="150">
                    <a:moveTo>
                      <a:pt x="59" y="1"/>
                    </a:moveTo>
                    <a:cubicBezTo>
                      <a:pt x="35" y="1"/>
                      <a:pt x="13" y="14"/>
                      <a:pt x="9" y="43"/>
                    </a:cubicBezTo>
                    <a:cubicBezTo>
                      <a:pt x="1" y="176"/>
                      <a:pt x="1" y="308"/>
                      <a:pt x="1" y="432"/>
                    </a:cubicBezTo>
                    <a:cubicBezTo>
                      <a:pt x="9" y="499"/>
                      <a:pt x="17" y="557"/>
                      <a:pt x="26" y="615"/>
                    </a:cubicBezTo>
                    <a:cubicBezTo>
                      <a:pt x="34" y="681"/>
                      <a:pt x="42" y="747"/>
                      <a:pt x="75" y="805"/>
                    </a:cubicBezTo>
                    <a:cubicBezTo>
                      <a:pt x="82" y="820"/>
                      <a:pt x="95" y="826"/>
                      <a:pt x="106" y="826"/>
                    </a:cubicBezTo>
                    <a:cubicBezTo>
                      <a:pt x="122" y="826"/>
                      <a:pt x="137" y="816"/>
                      <a:pt x="142" y="797"/>
                    </a:cubicBezTo>
                    <a:cubicBezTo>
                      <a:pt x="150" y="739"/>
                      <a:pt x="142" y="681"/>
                      <a:pt x="142" y="615"/>
                    </a:cubicBezTo>
                    <a:cubicBezTo>
                      <a:pt x="133" y="557"/>
                      <a:pt x="133" y="490"/>
                      <a:pt x="125" y="432"/>
                    </a:cubicBezTo>
                    <a:cubicBezTo>
                      <a:pt x="117" y="308"/>
                      <a:pt x="117" y="184"/>
                      <a:pt x="117" y="60"/>
                    </a:cubicBezTo>
                    <a:cubicBezTo>
                      <a:pt x="121" y="22"/>
                      <a:pt x="89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5" name="Google Shape;5905;p17"/>
              <p:cNvSpPr/>
              <p:nvPr/>
            </p:nvSpPr>
            <p:spPr>
              <a:xfrm>
                <a:off x="2897950" y="4492075"/>
                <a:ext cx="8325" cy="42275"/>
              </a:xfrm>
              <a:custGeom>
                <a:rect b="b" l="l" r="r" t="t"/>
                <a:pathLst>
                  <a:path extrusionOk="0" h="1691" w="333">
                    <a:moveTo>
                      <a:pt x="243" y="1"/>
                    </a:moveTo>
                    <a:cubicBezTo>
                      <a:pt x="232" y="1"/>
                      <a:pt x="221" y="5"/>
                      <a:pt x="216" y="14"/>
                    </a:cubicBezTo>
                    <a:cubicBezTo>
                      <a:pt x="167" y="81"/>
                      <a:pt x="192" y="197"/>
                      <a:pt x="192" y="271"/>
                    </a:cubicBezTo>
                    <a:cubicBezTo>
                      <a:pt x="192" y="346"/>
                      <a:pt x="192" y="429"/>
                      <a:pt x="183" y="503"/>
                    </a:cubicBezTo>
                    <a:cubicBezTo>
                      <a:pt x="175" y="487"/>
                      <a:pt x="175" y="462"/>
                      <a:pt x="158" y="445"/>
                    </a:cubicBezTo>
                    <a:cubicBezTo>
                      <a:pt x="154" y="433"/>
                      <a:pt x="144" y="426"/>
                      <a:pt x="133" y="426"/>
                    </a:cubicBezTo>
                    <a:cubicBezTo>
                      <a:pt x="121" y="426"/>
                      <a:pt x="109" y="433"/>
                      <a:pt x="100" y="445"/>
                    </a:cubicBezTo>
                    <a:cubicBezTo>
                      <a:pt x="84" y="487"/>
                      <a:pt x="84" y="536"/>
                      <a:pt x="84" y="586"/>
                    </a:cubicBezTo>
                    <a:cubicBezTo>
                      <a:pt x="76" y="636"/>
                      <a:pt x="76" y="685"/>
                      <a:pt x="76" y="743"/>
                    </a:cubicBezTo>
                    <a:cubicBezTo>
                      <a:pt x="76" y="843"/>
                      <a:pt x="67" y="942"/>
                      <a:pt x="59" y="1042"/>
                    </a:cubicBezTo>
                    <a:cubicBezTo>
                      <a:pt x="42" y="1249"/>
                      <a:pt x="34" y="1456"/>
                      <a:pt x="1" y="1655"/>
                    </a:cubicBezTo>
                    <a:cubicBezTo>
                      <a:pt x="1" y="1678"/>
                      <a:pt x="19" y="1690"/>
                      <a:pt x="36" y="1690"/>
                    </a:cubicBezTo>
                    <a:cubicBezTo>
                      <a:pt x="50" y="1690"/>
                      <a:pt x="64" y="1682"/>
                      <a:pt x="67" y="1663"/>
                    </a:cubicBezTo>
                    <a:cubicBezTo>
                      <a:pt x="109" y="1497"/>
                      <a:pt x="142" y="1332"/>
                      <a:pt x="167" y="1166"/>
                    </a:cubicBezTo>
                    <a:cubicBezTo>
                      <a:pt x="183" y="1166"/>
                      <a:pt x="208" y="1158"/>
                      <a:pt x="216" y="1133"/>
                    </a:cubicBezTo>
                    <a:cubicBezTo>
                      <a:pt x="250" y="934"/>
                      <a:pt x="283" y="743"/>
                      <a:pt x="308" y="545"/>
                    </a:cubicBezTo>
                    <a:cubicBezTo>
                      <a:pt x="316" y="445"/>
                      <a:pt x="324" y="354"/>
                      <a:pt x="324" y="255"/>
                    </a:cubicBezTo>
                    <a:cubicBezTo>
                      <a:pt x="324" y="180"/>
                      <a:pt x="332" y="56"/>
                      <a:pt x="266" y="6"/>
                    </a:cubicBezTo>
                    <a:cubicBezTo>
                      <a:pt x="259" y="3"/>
                      <a:pt x="251" y="1"/>
                      <a:pt x="2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6" name="Google Shape;5906;p17"/>
              <p:cNvSpPr/>
              <p:nvPr/>
            </p:nvSpPr>
            <p:spPr>
              <a:xfrm>
                <a:off x="2900450" y="4467900"/>
                <a:ext cx="3325" cy="12125"/>
              </a:xfrm>
              <a:custGeom>
                <a:rect b="b" l="l" r="r" t="t"/>
                <a:pathLst>
                  <a:path extrusionOk="0" h="485" w="133">
                    <a:moveTo>
                      <a:pt x="52" y="0"/>
                    </a:moveTo>
                    <a:cubicBezTo>
                      <a:pt x="41" y="0"/>
                      <a:pt x="31" y="6"/>
                      <a:pt x="25" y="12"/>
                    </a:cubicBezTo>
                    <a:cubicBezTo>
                      <a:pt x="0" y="37"/>
                      <a:pt x="0" y="86"/>
                      <a:pt x="0" y="120"/>
                    </a:cubicBezTo>
                    <a:cubicBezTo>
                      <a:pt x="0" y="153"/>
                      <a:pt x="9" y="194"/>
                      <a:pt x="9" y="227"/>
                    </a:cubicBezTo>
                    <a:cubicBezTo>
                      <a:pt x="17" y="302"/>
                      <a:pt x="25" y="368"/>
                      <a:pt x="34" y="443"/>
                    </a:cubicBezTo>
                    <a:cubicBezTo>
                      <a:pt x="34" y="468"/>
                      <a:pt x="58" y="484"/>
                      <a:pt x="92" y="484"/>
                    </a:cubicBezTo>
                    <a:cubicBezTo>
                      <a:pt x="116" y="476"/>
                      <a:pt x="133" y="451"/>
                      <a:pt x="133" y="426"/>
                    </a:cubicBezTo>
                    <a:cubicBezTo>
                      <a:pt x="125" y="352"/>
                      <a:pt x="116" y="285"/>
                      <a:pt x="116" y="211"/>
                    </a:cubicBezTo>
                    <a:cubicBezTo>
                      <a:pt x="116" y="178"/>
                      <a:pt x="108" y="144"/>
                      <a:pt x="100" y="111"/>
                    </a:cubicBezTo>
                    <a:cubicBezTo>
                      <a:pt x="100" y="78"/>
                      <a:pt x="92" y="28"/>
                      <a:pt x="67" y="4"/>
                    </a:cubicBezTo>
                    <a:cubicBezTo>
                      <a:pt x="62" y="1"/>
                      <a:pt x="57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7" name="Google Shape;5907;p17"/>
              <p:cNvSpPr/>
              <p:nvPr/>
            </p:nvSpPr>
            <p:spPr>
              <a:xfrm>
                <a:off x="2898375" y="4448575"/>
                <a:ext cx="3450" cy="11225"/>
              </a:xfrm>
              <a:custGeom>
                <a:rect b="b" l="l" r="r" t="t"/>
                <a:pathLst>
                  <a:path extrusionOk="0" h="449" w="138">
                    <a:moveTo>
                      <a:pt x="34" y="1"/>
                    </a:moveTo>
                    <a:cubicBezTo>
                      <a:pt x="24" y="1"/>
                      <a:pt x="14" y="5"/>
                      <a:pt x="9" y="14"/>
                    </a:cubicBezTo>
                    <a:cubicBezTo>
                      <a:pt x="1" y="47"/>
                      <a:pt x="9" y="81"/>
                      <a:pt x="9" y="114"/>
                    </a:cubicBezTo>
                    <a:cubicBezTo>
                      <a:pt x="9" y="147"/>
                      <a:pt x="9" y="180"/>
                      <a:pt x="9" y="213"/>
                    </a:cubicBezTo>
                    <a:cubicBezTo>
                      <a:pt x="17" y="279"/>
                      <a:pt x="34" y="346"/>
                      <a:pt x="42" y="412"/>
                    </a:cubicBezTo>
                    <a:cubicBezTo>
                      <a:pt x="46" y="437"/>
                      <a:pt x="64" y="448"/>
                      <a:pt x="84" y="448"/>
                    </a:cubicBezTo>
                    <a:cubicBezTo>
                      <a:pt x="110" y="448"/>
                      <a:pt x="138" y="429"/>
                      <a:pt x="133" y="395"/>
                    </a:cubicBezTo>
                    <a:cubicBezTo>
                      <a:pt x="125" y="329"/>
                      <a:pt x="117" y="263"/>
                      <a:pt x="108" y="197"/>
                    </a:cubicBezTo>
                    <a:cubicBezTo>
                      <a:pt x="100" y="163"/>
                      <a:pt x="92" y="130"/>
                      <a:pt x="83" y="97"/>
                    </a:cubicBezTo>
                    <a:cubicBezTo>
                      <a:pt x="75" y="72"/>
                      <a:pt x="67" y="31"/>
                      <a:pt x="50" y="6"/>
                    </a:cubicBezTo>
                    <a:cubicBezTo>
                      <a:pt x="47" y="3"/>
                      <a:pt x="41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8" name="Google Shape;5908;p17"/>
              <p:cNvSpPr/>
              <p:nvPr/>
            </p:nvSpPr>
            <p:spPr>
              <a:xfrm>
                <a:off x="2901700" y="4425400"/>
                <a:ext cx="2925" cy="8050"/>
              </a:xfrm>
              <a:custGeom>
                <a:rect b="b" l="l" r="r" t="t"/>
                <a:pathLst>
                  <a:path extrusionOk="0" h="322" w="117">
                    <a:moveTo>
                      <a:pt x="46" y="1"/>
                    </a:moveTo>
                    <a:cubicBezTo>
                      <a:pt x="37" y="1"/>
                      <a:pt x="29" y="5"/>
                      <a:pt x="25" y="13"/>
                    </a:cubicBezTo>
                    <a:cubicBezTo>
                      <a:pt x="17" y="22"/>
                      <a:pt x="8" y="38"/>
                      <a:pt x="8" y="47"/>
                    </a:cubicBezTo>
                    <a:lnTo>
                      <a:pt x="8" y="63"/>
                    </a:lnTo>
                    <a:cubicBezTo>
                      <a:pt x="8" y="63"/>
                      <a:pt x="3" y="74"/>
                      <a:pt x="5" y="74"/>
                    </a:cubicBezTo>
                    <a:cubicBezTo>
                      <a:pt x="6" y="74"/>
                      <a:pt x="7" y="73"/>
                      <a:pt x="8" y="71"/>
                    </a:cubicBezTo>
                    <a:lnTo>
                      <a:pt x="8" y="71"/>
                    </a:lnTo>
                    <a:cubicBezTo>
                      <a:pt x="0" y="80"/>
                      <a:pt x="0" y="96"/>
                      <a:pt x="0" y="104"/>
                    </a:cubicBezTo>
                    <a:lnTo>
                      <a:pt x="0" y="138"/>
                    </a:lnTo>
                    <a:cubicBezTo>
                      <a:pt x="0" y="179"/>
                      <a:pt x="0" y="229"/>
                      <a:pt x="0" y="270"/>
                    </a:cubicBezTo>
                    <a:cubicBezTo>
                      <a:pt x="0" y="299"/>
                      <a:pt x="25" y="322"/>
                      <a:pt x="53" y="322"/>
                    </a:cubicBezTo>
                    <a:cubicBezTo>
                      <a:pt x="58" y="322"/>
                      <a:pt x="62" y="321"/>
                      <a:pt x="66" y="320"/>
                    </a:cubicBezTo>
                    <a:cubicBezTo>
                      <a:pt x="91" y="312"/>
                      <a:pt x="116" y="287"/>
                      <a:pt x="108" y="262"/>
                    </a:cubicBezTo>
                    <a:cubicBezTo>
                      <a:pt x="108" y="220"/>
                      <a:pt x="108" y="179"/>
                      <a:pt x="108" y="138"/>
                    </a:cubicBezTo>
                    <a:cubicBezTo>
                      <a:pt x="108" y="129"/>
                      <a:pt x="100" y="113"/>
                      <a:pt x="100" y="104"/>
                    </a:cubicBezTo>
                    <a:cubicBezTo>
                      <a:pt x="100" y="96"/>
                      <a:pt x="91" y="80"/>
                      <a:pt x="91" y="71"/>
                    </a:cubicBezTo>
                    <a:cubicBezTo>
                      <a:pt x="83" y="47"/>
                      <a:pt x="83" y="30"/>
                      <a:pt x="66" y="13"/>
                    </a:cubicBezTo>
                    <a:cubicBezTo>
                      <a:pt x="62" y="5"/>
                      <a:pt x="54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9" name="Google Shape;5909;p17"/>
              <p:cNvSpPr/>
              <p:nvPr/>
            </p:nvSpPr>
            <p:spPr>
              <a:xfrm>
                <a:off x="2729350" y="4363500"/>
                <a:ext cx="5325" cy="28525"/>
              </a:xfrm>
              <a:custGeom>
                <a:rect b="b" l="l" r="r" t="t"/>
                <a:pathLst>
                  <a:path extrusionOk="0" h="1141" w="213">
                    <a:moveTo>
                      <a:pt x="163" y="1"/>
                    </a:moveTo>
                    <a:cubicBezTo>
                      <a:pt x="147" y="1"/>
                      <a:pt x="131" y="9"/>
                      <a:pt x="125" y="29"/>
                    </a:cubicBezTo>
                    <a:cubicBezTo>
                      <a:pt x="67" y="203"/>
                      <a:pt x="17" y="377"/>
                      <a:pt x="1" y="559"/>
                    </a:cubicBezTo>
                    <a:cubicBezTo>
                      <a:pt x="1" y="658"/>
                      <a:pt x="1" y="749"/>
                      <a:pt x="1" y="841"/>
                    </a:cubicBezTo>
                    <a:cubicBezTo>
                      <a:pt x="9" y="882"/>
                      <a:pt x="9" y="932"/>
                      <a:pt x="17" y="973"/>
                    </a:cubicBezTo>
                    <a:cubicBezTo>
                      <a:pt x="17" y="1023"/>
                      <a:pt x="25" y="1073"/>
                      <a:pt x="59" y="1114"/>
                    </a:cubicBezTo>
                    <a:cubicBezTo>
                      <a:pt x="73" y="1132"/>
                      <a:pt x="95" y="1140"/>
                      <a:pt x="117" y="1140"/>
                    </a:cubicBezTo>
                    <a:cubicBezTo>
                      <a:pt x="145" y="1140"/>
                      <a:pt x="173" y="1126"/>
                      <a:pt x="183" y="1097"/>
                    </a:cubicBezTo>
                    <a:cubicBezTo>
                      <a:pt x="199" y="1056"/>
                      <a:pt x="191" y="1015"/>
                      <a:pt x="183" y="965"/>
                    </a:cubicBezTo>
                    <a:cubicBezTo>
                      <a:pt x="183" y="923"/>
                      <a:pt x="175" y="882"/>
                      <a:pt x="175" y="841"/>
                    </a:cubicBezTo>
                    <a:cubicBezTo>
                      <a:pt x="166" y="749"/>
                      <a:pt x="158" y="658"/>
                      <a:pt x="166" y="575"/>
                    </a:cubicBezTo>
                    <a:cubicBezTo>
                      <a:pt x="166" y="401"/>
                      <a:pt x="175" y="219"/>
                      <a:pt x="208" y="45"/>
                    </a:cubicBezTo>
                    <a:cubicBezTo>
                      <a:pt x="213" y="20"/>
                      <a:pt x="187" y="1"/>
                      <a:pt x="1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0" name="Google Shape;5910;p17"/>
              <p:cNvSpPr/>
              <p:nvPr/>
            </p:nvSpPr>
            <p:spPr>
              <a:xfrm>
                <a:off x="2735150" y="4371250"/>
                <a:ext cx="2525" cy="10450"/>
              </a:xfrm>
              <a:custGeom>
                <a:rect b="b" l="l" r="r" t="t"/>
                <a:pathLst>
                  <a:path extrusionOk="0" h="418" w="101">
                    <a:moveTo>
                      <a:pt x="67" y="0"/>
                    </a:moveTo>
                    <a:lnTo>
                      <a:pt x="67" y="9"/>
                    </a:lnTo>
                    <a:cubicBezTo>
                      <a:pt x="64" y="7"/>
                      <a:pt x="61" y="6"/>
                      <a:pt x="58" y="6"/>
                    </a:cubicBezTo>
                    <a:cubicBezTo>
                      <a:pt x="45" y="6"/>
                      <a:pt x="34" y="20"/>
                      <a:pt x="34" y="33"/>
                    </a:cubicBezTo>
                    <a:cubicBezTo>
                      <a:pt x="17" y="91"/>
                      <a:pt x="1" y="158"/>
                      <a:pt x="1" y="216"/>
                    </a:cubicBezTo>
                    <a:cubicBezTo>
                      <a:pt x="1" y="249"/>
                      <a:pt x="1" y="282"/>
                      <a:pt x="9" y="315"/>
                    </a:cubicBezTo>
                    <a:cubicBezTo>
                      <a:pt x="9" y="332"/>
                      <a:pt x="9" y="340"/>
                      <a:pt x="9" y="357"/>
                    </a:cubicBezTo>
                    <a:cubicBezTo>
                      <a:pt x="9" y="373"/>
                      <a:pt x="17" y="390"/>
                      <a:pt x="25" y="406"/>
                    </a:cubicBezTo>
                    <a:cubicBezTo>
                      <a:pt x="29" y="414"/>
                      <a:pt x="38" y="418"/>
                      <a:pt x="46" y="418"/>
                    </a:cubicBezTo>
                    <a:cubicBezTo>
                      <a:pt x="57" y="418"/>
                      <a:pt x="67" y="412"/>
                      <a:pt x="67" y="398"/>
                    </a:cubicBezTo>
                    <a:cubicBezTo>
                      <a:pt x="75" y="381"/>
                      <a:pt x="75" y="365"/>
                      <a:pt x="75" y="348"/>
                    </a:cubicBezTo>
                    <a:cubicBezTo>
                      <a:pt x="75" y="340"/>
                      <a:pt x="75" y="323"/>
                      <a:pt x="75" y="307"/>
                    </a:cubicBezTo>
                    <a:cubicBezTo>
                      <a:pt x="75" y="274"/>
                      <a:pt x="75" y="249"/>
                      <a:pt x="75" y="224"/>
                    </a:cubicBezTo>
                    <a:cubicBezTo>
                      <a:pt x="75" y="158"/>
                      <a:pt x="83" y="100"/>
                      <a:pt x="92" y="42"/>
                    </a:cubicBezTo>
                    <a:cubicBezTo>
                      <a:pt x="100" y="25"/>
                      <a:pt x="83" y="9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1" name="Google Shape;5911;p17"/>
              <p:cNvSpPr/>
              <p:nvPr/>
            </p:nvSpPr>
            <p:spPr>
              <a:xfrm>
                <a:off x="2686900" y="4441750"/>
                <a:ext cx="8725" cy="17650"/>
              </a:xfrm>
              <a:custGeom>
                <a:rect b="b" l="l" r="r" t="t"/>
                <a:pathLst>
                  <a:path extrusionOk="0" h="706" w="349">
                    <a:moveTo>
                      <a:pt x="291" y="0"/>
                    </a:moveTo>
                    <a:cubicBezTo>
                      <a:pt x="279" y="0"/>
                      <a:pt x="267" y="4"/>
                      <a:pt x="257" y="14"/>
                    </a:cubicBezTo>
                    <a:cubicBezTo>
                      <a:pt x="215" y="55"/>
                      <a:pt x="182" y="113"/>
                      <a:pt x="157" y="163"/>
                    </a:cubicBezTo>
                    <a:cubicBezTo>
                      <a:pt x="133" y="221"/>
                      <a:pt x="108" y="271"/>
                      <a:pt x="83" y="329"/>
                    </a:cubicBezTo>
                    <a:cubicBezTo>
                      <a:pt x="58" y="378"/>
                      <a:pt x="42" y="436"/>
                      <a:pt x="33" y="494"/>
                    </a:cubicBezTo>
                    <a:cubicBezTo>
                      <a:pt x="17" y="552"/>
                      <a:pt x="8" y="610"/>
                      <a:pt x="0" y="677"/>
                    </a:cubicBezTo>
                    <a:cubicBezTo>
                      <a:pt x="0" y="693"/>
                      <a:pt x="21" y="706"/>
                      <a:pt x="38" y="706"/>
                    </a:cubicBezTo>
                    <a:cubicBezTo>
                      <a:pt x="47" y="706"/>
                      <a:pt x="55" y="702"/>
                      <a:pt x="58" y="693"/>
                    </a:cubicBezTo>
                    <a:cubicBezTo>
                      <a:pt x="75" y="635"/>
                      <a:pt x="99" y="586"/>
                      <a:pt x="116" y="536"/>
                    </a:cubicBezTo>
                    <a:cubicBezTo>
                      <a:pt x="141" y="486"/>
                      <a:pt x="166" y="428"/>
                      <a:pt x="182" y="378"/>
                    </a:cubicBezTo>
                    <a:cubicBezTo>
                      <a:pt x="207" y="320"/>
                      <a:pt x="232" y="271"/>
                      <a:pt x="265" y="221"/>
                    </a:cubicBezTo>
                    <a:cubicBezTo>
                      <a:pt x="290" y="171"/>
                      <a:pt x="323" y="130"/>
                      <a:pt x="348" y="72"/>
                    </a:cubicBezTo>
                    <a:cubicBezTo>
                      <a:pt x="348" y="55"/>
                      <a:pt x="348" y="30"/>
                      <a:pt x="340" y="22"/>
                    </a:cubicBezTo>
                    <a:cubicBezTo>
                      <a:pt x="331" y="14"/>
                      <a:pt x="323" y="6"/>
                      <a:pt x="315" y="6"/>
                    </a:cubicBezTo>
                    <a:cubicBezTo>
                      <a:pt x="308" y="2"/>
                      <a:pt x="300" y="0"/>
                      <a:pt x="2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2" name="Google Shape;5912;p17"/>
              <p:cNvSpPr/>
              <p:nvPr/>
            </p:nvSpPr>
            <p:spPr>
              <a:xfrm>
                <a:off x="2694350" y="4447275"/>
                <a:ext cx="3325" cy="6925"/>
              </a:xfrm>
              <a:custGeom>
                <a:rect b="b" l="l" r="r" t="t"/>
                <a:pathLst>
                  <a:path extrusionOk="0" h="277" w="133">
                    <a:moveTo>
                      <a:pt x="125" y="0"/>
                    </a:moveTo>
                    <a:cubicBezTo>
                      <a:pt x="116" y="0"/>
                      <a:pt x="108" y="0"/>
                      <a:pt x="108" y="8"/>
                    </a:cubicBezTo>
                    <a:cubicBezTo>
                      <a:pt x="83" y="41"/>
                      <a:pt x="67" y="83"/>
                      <a:pt x="50" y="124"/>
                    </a:cubicBezTo>
                    <a:cubicBezTo>
                      <a:pt x="33" y="157"/>
                      <a:pt x="17" y="199"/>
                      <a:pt x="9" y="232"/>
                    </a:cubicBezTo>
                    <a:cubicBezTo>
                      <a:pt x="0" y="249"/>
                      <a:pt x="9" y="265"/>
                      <a:pt x="17" y="273"/>
                    </a:cubicBezTo>
                    <a:cubicBezTo>
                      <a:pt x="21" y="276"/>
                      <a:pt x="26" y="277"/>
                      <a:pt x="30" y="277"/>
                    </a:cubicBezTo>
                    <a:cubicBezTo>
                      <a:pt x="42" y="277"/>
                      <a:pt x="52" y="269"/>
                      <a:pt x="58" y="257"/>
                    </a:cubicBezTo>
                    <a:cubicBezTo>
                      <a:pt x="75" y="215"/>
                      <a:pt x="91" y="182"/>
                      <a:pt x="100" y="141"/>
                    </a:cubicBezTo>
                    <a:cubicBezTo>
                      <a:pt x="108" y="99"/>
                      <a:pt x="125" y="58"/>
                      <a:pt x="133" y="17"/>
                    </a:cubicBezTo>
                    <a:cubicBezTo>
                      <a:pt x="133" y="8"/>
                      <a:pt x="125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3" name="Google Shape;5913;p17"/>
              <p:cNvSpPr/>
              <p:nvPr/>
            </p:nvSpPr>
            <p:spPr>
              <a:xfrm>
                <a:off x="2704900" y="4438775"/>
                <a:ext cx="2925" cy="10150"/>
              </a:xfrm>
              <a:custGeom>
                <a:rect b="b" l="l" r="r" t="t"/>
                <a:pathLst>
                  <a:path extrusionOk="0" h="406" w="117">
                    <a:moveTo>
                      <a:pt x="67" y="0"/>
                    </a:moveTo>
                    <a:cubicBezTo>
                      <a:pt x="42" y="0"/>
                      <a:pt x="17" y="17"/>
                      <a:pt x="9" y="42"/>
                    </a:cubicBezTo>
                    <a:cubicBezTo>
                      <a:pt x="1" y="100"/>
                      <a:pt x="1" y="158"/>
                      <a:pt x="1" y="216"/>
                    </a:cubicBezTo>
                    <a:cubicBezTo>
                      <a:pt x="1" y="241"/>
                      <a:pt x="9" y="274"/>
                      <a:pt x="9" y="299"/>
                    </a:cubicBezTo>
                    <a:cubicBezTo>
                      <a:pt x="17" y="323"/>
                      <a:pt x="17" y="357"/>
                      <a:pt x="34" y="381"/>
                    </a:cubicBezTo>
                    <a:cubicBezTo>
                      <a:pt x="42" y="397"/>
                      <a:pt x="57" y="405"/>
                      <a:pt x="72" y="405"/>
                    </a:cubicBezTo>
                    <a:cubicBezTo>
                      <a:pt x="88" y="405"/>
                      <a:pt x="104" y="395"/>
                      <a:pt x="109" y="373"/>
                    </a:cubicBezTo>
                    <a:cubicBezTo>
                      <a:pt x="117" y="348"/>
                      <a:pt x="109" y="315"/>
                      <a:pt x="109" y="290"/>
                    </a:cubicBezTo>
                    <a:cubicBezTo>
                      <a:pt x="109" y="257"/>
                      <a:pt x="109" y="232"/>
                      <a:pt x="109" y="207"/>
                    </a:cubicBezTo>
                    <a:cubicBezTo>
                      <a:pt x="100" y="158"/>
                      <a:pt x="109" y="108"/>
                      <a:pt x="109" y="58"/>
                    </a:cubicBezTo>
                    <a:cubicBezTo>
                      <a:pt x="109" y="33"/>
                      <a:pt x="92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4" name="Google Shape;5914;p17"/>
              <p:cNvSpPr/>
              <p:nvPr/>
            </p:nvSpPr>
            <p:spPr>
              <a:xfrm>
                <a:off x="2794775" y="4228125"/>
                <a:ext cx="8350" cy="15350"/>
              </a:xfrm>
              <a:custGeom>
                <a:rect b="b" l="l" r="r" t="t"/>
                <a:pathLst>
                  <a:path extrusionOk="0" h="614" w="334">
                    <a:moveTo>
                      <a:pt x="273" y="0"/>
                    </a:moveTo>
                    <a:cubicBezTo>
                      <a:pt x="261" y="0"/>
                      <a:pt x="250" y="3"/>
                      <a:pt x="242" y="8"/>
                    </a:cubicBezTo>
                    <a:cubicBezTo>
                      <a:pt x="250" y="8"/>
                      <a:pt x="234" y="17"/>
                      <a:pt x="234" y="17"/>
                    </a:cubicBezTo>
                    <a:cubicBezTo>
                      <a:pt x="226" y="25"/>
                      <a:pt x="217" y="33"/>
                      <a:pt x="217" y="41"/>
                    </a:cubicBezTo>
                    <a:cubicBezTo>
                      <a:pt x="209" y="50"/>
                      <a:pt x="201" y="66"/>
                      <a:pt x="201" y="83"/>
                    </a:cubicBezTo>
                    <a:cubicBezTo>
                      <a:pt x="192" y="99"/>
                      <a:pt x="184" y="124"/>
                      <a:pt x="176" y="149"/>
                    </a:cubicBezTo>
                    <a:cubicBezTo>
                      <a:pt x="159" y="199"/>
                      <a:pt x="143" y="240"/>
                      <a:pt x="126" y="282"/>
                    </a:cubicBezTo>
                    <a:cubicBezTo>
                      <a:pt x="93" y="373"/>
                      <a:pt x="52" y="464"/>
                      <a:pt x="18" y="547"/>
                    </a:cubicBezTo>
                    <a:cubicBezTo>
                      <a:pt x="1" y="582"/>
                      <a:pt x="33" y="614"/>
                      <a:pt x="63" y="614"/>
                    </a:cubicBezTo>
                    <a:cubicBezTo>
                      <a:pt x="75" y="614"/>
                      <a:pt x="86" y="608"/>
                      <a:pt x="93" y="597"/>
                    </a:cubicBezTo>
                    <a:cubicBezTo>
                      <a:pt x="151" y="514"/>
                      <a:pt x="209" y="431"/>
                      <a:pt x="250" y="331"/>
                    </a:cubicBezTo>
                    <a:cubicBezTo>
                      <a:pt x="267" y="290"/>
                      <a:pt x="284" y="249"/>
                      <a:pt x="300" y="199"/>
                    </a:cubicBezTo>
                    <a:cubicBezTo>
                      <a:pt x="308" y="174"/>
                      <a:pt x="317" y="157"/>
                      <a:pt x="325" y="133"/>
                    </a:cubicBezTo>
                    <a:cubicBezTo>
                      <a:pt x="333" y="116"/>
                      <a:pt x="333" y="99"/>
                      <a:pt x="333" y="83"/>
                    </a:cubicBezTo>
                    <a:cubicBezTo>
                      <a:pt x="333" y="66"/>
                      <a:pt x="333" y="58"/>
                      <a:pt x="333" y="50"/>
                    </a:cubicBezTo>
                    <a:lnTo>
                      <a:pt x="325" y="33"/>
                    </a:lnTo>
                    <a:cubicBezTo>
                      <a:pt x="319" y="11"/>
                      <a:pt x="295" y="0"/>
                      <a:pt x="2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5" name="Google Shape;5915;p17"/>
              <p:cNvSpPr/>
              <p:nvPr/>
            </p:nvSpPr>
            <p:spPr>
              <a:xfrm>
                <a:off x="2802475" y="4236250"/>
                <a:ext cx="2725" cy="7475"/>
              </a:xfrm>
              <a:custGeom>
                <a:rect b="b" l="l" r="r" t="t"/>
                <a:pathLst>
                  <a:path extrusionOk="0" h="299" w="109">
                    <a:moveTo>
                      <a:pt x="67" y="1"/>
                    </a:moveTo>
                    <a:cubicBezTo>
                      <a:pt x="60" y="1"/>
                      <a:pt x="54" y="3"/>
                      <a:pt x="50" y="6"/>
                    </a:cubicBezTo>
                    <a:cubicBezTo>
                      <a:pt x="42" y="15"/>
                      <a:pt x="34" y="31"/>
                      <a:pt x="34" y="40"/>
                    </a:cubicBezTo>
                    <a:lnTo>
                      <a:pt x="25" y="48"/>
                    </a:lnTo>
                    <a:cubicBezTo>
                      <a:pt x="17" y="56"/>
                      <a:pt x="17" y="64"/>
                      <a:pt x="17" y="73"/>
                    </a:cubicBezTo>
                    <a:lnTo>
                      <a:pt x="17" y="139"/>
                    </a:lnTo>
                    <a:cubicBezTo>
                      <a:pt x="9" y="180"/>
                      <a:pt x="9" y="222"/>
                      <a:pt x="0" y="263"/>
                    </a:cubicBezTo>
                    <a:cubicBezTo>
                      <a:pt x="0" y="280"/>
                      <a:pt x="9" y="296"/>
                      <a:pt x="34" y="296"/>
                    </a:cubicBezTo>
                    <a:cubicBezTo>
                      <a:pt x="37" y="298"/>
                      <a:pt x="40" y="299"/>
                      <a:pt x="43" y="299"/>
                    </a:cubicBezTo>
                    <a:cubicBezTo>
                      <a:pt x="56" y="299"/>
                      <a:pt x="67" y="285"/>
                      <a:pt x="67" y="272"/>
                    </a:cubicBezTo>
                    <a:cubicBezTo>
                      <a:pt x="75" y="230"/>
                      <a:pt x="83" y="189"/>
                      <a:pt x="92" y="147"/>
                    </a:cubicBezTo>
                    <a:cubicBezTo>
                      <a:pt x="100" y="122"/>
                      <a:pt x="100" y="106"/>
                      <a:pt x="100" y="89"/>
                    </a:cubicBezTo>
                    <a:cubicBezTo>
                      <a:pt x="108" y="81"/>
                      <a:pt x="108" y="73"/>
                      <a:pt x="108" y="64"/>
                    </a:cubicBezTo>
                    <a:cubicBezTo>
                      <a:pt x="104" y="60"/>
                      <a:pt x="102" y="56"/>
                      <a:pt x="100" y="53"/>
                    </a:cubicBezTo>
                    <a:lnTo>
                      <a:pt x="100" y="53"/>
                    </a:lnTo>
                    <a:cubicBezTo>
                      <a:pt x="100" y="52"/>
                      <a:pt x="100" y="50"/>
                      <a:pt x="100" y="48"/>
                    </a:cubicBezTo>
                    <a:cubicBezTo>
                      <a:pt x="100" y="40"/>
                      <a:pt x="92" y="23"/>
                      <a:pt x="92" y="15"/>
                    </a:cubicBezTo>
                    <a:cubicBezTo>
                      <a:pt x="87" y="5"/>
                      <a:pt x="76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6" name="Google Shape;5916;p17"/>
              <p:cNvSpPr/>
              <p:nvPr/>
            </p:nvSpPr>
            <p:spPr>
              <a:xfrm>
                <a:off x="2888225" y="4213875"/>
                <a:ext cx="4575" cy="7300"/>
              </a:xfrm>
              <a:custGeom>
                <a:rect b="b" l="l" r="r" t="t"/>
                <a:pathLst>
                  <a:path extrusionOk="0" h="292" w="183">
                    <a:moveTo>
                      <a:pt x="159" y="0"/>
                    </a:moveTo>
                    <a:cubicBezTo>
                      <a:pt x="154" y="0"/>
                      <a:pt x="150" y="2"/>
                      <a:pt x="150" y="7"/>
                    </a:cubicBezTo>
                    <a:cubicBezTo>
                      <a:pt x="133" y="31"/>
                      <a:pt x="117" y="40"/>
                      <a:pt x="100" y="65"/>
                    </a:cubicBezTo>
                    <a:cubicBezTo>
                      <a:pt x="92" y="81"/>
                      <a:pt x="75" y="98"/>
                      <a:pt x="67" y="123"/>
                    </a:cubicBezTo>
                    <a:cubicBezTo>
                      <a:pt x="59" y="139"/>
                      <a:pt x="42" y="164"/>
                      <a:pt x="34" y="181"/>
                    </a:cubicBezTo>
                    <a:cubicBezTo>
                      <a:pt x="25" y="205"/>
                      <a:pt x="17" y="222"/>
                      <a:pt x="9" y="247"/>
                    </a:cubicBezTo>
                    <a:cubicBezTo>
                      <a:pt x="1" y="263"/>
                      <a:pt x="9" y="288"/>
                      <a:pt x="34" y="288"/>
                    </a:cubicBezTo>
                    <a:cubicBezTo>
                      <a:pt x="38" y="291"/>
                      <a:pt x="43" y="292"/>
                      <a:pt x="47" y="292"/>
                    </a:cubicBezTo>
                    <a:cubicBezTo>
                      <a:pt x="59" y="292"/>
                      <a:pt x="69" y="284"/>
                      <a:pt x="75" y="272"/>
                    </a:cubicBezTo>
                    <a:cubicBezTo>
                      <a:pt x="92" y="230"/>
                      <a:pt x="108" y="189"/>
                      <a:pt x="125" y="147"/>
                    </a:cubicBezTo>
                    <a:cubicBezTo>
                      <a:pt x="133" y="131"/>
                      <a:pt x="141" y="106"/>
                      <a:pt x="158" y="89"/>
                    </a:cubicBezTo>
                    <a:cubicBezTo>
                      <a:pt x="166" y="73"/>
                      <a:pt x="175" y="48"/>
                      <a:pt x="183" y="31"/>
                    </a:cubicBezTo>
                    <a:cubicBezTo>
                      <a:pt x="183" y="23"/>
                      <a:pt x="183" y="7"/>
                      <a:pt x="175" y="7"/>
                    </a:cubicBezTo>
                    <a:cubicBezTo>
                      <a:pt x="170" y="2"/>
                      <a:pt x="164" y="0"/>
                      <a:pt x="1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7" name="Google Shape;5917;p17"/>
              <p:cNvSpPr/>
              <p:nvPr/>
            </p:nvSpPr>
            <p:spPr>
              <a:xfrm>
                <a:off x="2979925" y="4136225"/>
                <a:ext cx="6100" cy="21550"/>
              </a:xfrm>
              <a:custGeom>
                <a:rect b="b" l="l" r="r" t="t"/>
                <a:pathLst>
                  <a:path extrusionOk="0" h="862" w="244">
                    <a:moveTo>
                      <a:pt x="41" y="1"/>
                    </a:moveTo>
                    <a:cubicBezTo>
                      <a:pt x="21" y="1"/>
                      <a:pt x="1" y="21"/>
                      <a:pt x="11" y="47"/>
                    </a:cubicBezTo>
                    <a:cubicBezTo>
                      <a:pt x="53" y="180"/>
                      <a:pt x="86" y="312"/>
                      <a:pt x="111" y="453"/>
                    </a:cubicBezTo>
                    <a:cubicBezTo>
                      <a:pt x="119" y="511"/>
                      <a:pt x="127" y="577"/>
                      <a:pt x="136" y="644"/>
                    </a:cubicBezTo>
                    <a:cubicBezTo>
                      <a:pt x="144" y="710"/>
                      <a:pt x="152" y="776"/>
                      <a:pt x="177" y="842"/>
                    </a:cubicBezTo>
                    <a:cubicBezTo>
                      <a:pt x="181" y="855"/>
                      <a:pt x="192" y="861"/>
                      <a:pt x="202" y="861"/>
                    </a:cubicBezTo>
                    <a:cubicBezTo>
                      <a:pt x="212" y="861"/>
                      <a:pt x="223" y="855"/>
                      <a:pt x="227" y="842"/>
                    </a:cubicBezTo>
                    <a:cubicBezTo>
                      <a:pt x="243" y="776"/>
                      <a:pt x="243" y="710"/>
                      <a:pt x="235" y="644"/>
                    </a:cubicBezTo>
                    <a:cubicBezTo>
                      <a:pt x="235" y="569"/>
                      <a:pt x="227" y="503"/>
                      <a:pt x="210" y="428"/>
                    </a:cubicBezTo>
                    <a:cubicBezTo>
                      <a:pt x="177" y="287"/>
                      <a:pt x="136" y="155"/>
                      <a:pt x="69" y="22"/>
                    </a:cubicBezTo>
                    <a:cubicBezTo>
                      <a:pt x="63" y="7"/>
                      <a:pt x="52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8" name="Google Shape;5918;p17"/>
              <p:cNvSpPr/>
              <p:nvPr/>
            </p:nvSpPr>
            <p:spPr>
              <a:xfrm>
                <a:off x="2987850" y="4154100"/>
                <a:ext cx="3350" cy="9350"/>
              </a:xfrm>
              <a:custGeom>
                <a:rect b="b" l="l" r="r" t="t"/>
                <a:pathLst>
                  <a:path extrusionOk="0" h="374" w="134">
                    <a:moveTo>
                      <a:pt x="55" y="1"/>
                    </a:moveTo>
                    <a:cubicBezTo>
                      <a:pt x="51" y="1"/>
                      <a:pt x="47" y="2"/>
                      <a:pt x="42" y="3"/>
                    </a:cubicBezTo>
                    <a:cubicBezTo>
                      <a:pt x="17" y="3"/>
                      <a:pt x="1" y="28"/>
                      <a:pt x="9" y="53"/>
                    </a:cubicBezTo>
                    <a:lnTo>
                      <a:pt x="9" y="45"/>
                    </a:lnTo>
                    <a:cubicBezTo>
                      <a:pt x="9" y="103"/>
                      <a:pt x="17" y="152"/>
                      <a:pt x="26" y="202"/>
                    </a:cubicBezTo>
                    <a:cubicBezTo>
                      <a:pt x="26" y="227"/>
                      <a:pt x="34" y="252"/>
                      <a:pt x="42" y="277"/>
                    </a:cubicBezTo>
                    <a:cubicBezTo>
                      <a:pt x="42" y="301"/>
                      <a:pt x="51" y="335"/>
                      <a:pt x="59" y="359"/>
                    </a:cubicBezTo>
                    <a:cubicBezTo>
                      <a:pt x="65" y="369"/>
                      <a:pt x="76" y="374"/>
                      <a:pt x="87" y="374"/>
                    </a:cubicBezTo>
                    <a:cubicBezTo>
                      <a:pt x="103" y="374"/>
                      <a:pt x="120" y="363"/>
                      <a:pt x="125" y="343"/>
                    </a:cubicBezTo>
                    <a:cubicBezTo>
                      <a:pt x="133" y="318"/>
                      <a:pt x="125" y="293"/>
                      <a:pt x="125" y="268"/>
                    </a:cubicBezTo>
                    <a:cubicBezTo>
                      <a:pt x="125" y="243"/>
                      <a:pt x="125" y="210"/>
                      <a:pt x="117" y="185"/>
                    </a:cubicBezTo>
                    <a:cubicBezTo>
                      <a:pt x="109" y="136"/>
                      <a:pt x="100" y="86"/>
                      <a:pt x="92" y="36"/>
                    </a:cubicBezTo>
                    <a:cubicBezTo>
                      <a:pt x="92" y="16"/>
                      <a:pt x="75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9" name="Google Shape;5919;p17"/>
              <p:cNvSpPr/>
              <p:nvPr/>
            </p:nvSpPr>
            <p:spPr>
              <a:xfrm>
                <a:off x="2992625" y="4153650"/>
                <a:ext cx="3125" cy="12525"/>
              </a:xfrm>
              <a:custGeom>
                <a:rect b="b" l="l" r="r" t="t"/>
                <a:pathLst>
                  <a:path extrusionOk="0" h="501" w="125">
                    <a:moveTo>
                      <a:pt x="61" y="0"/>
                    </a:moveTo>
                    <a:cubicBezTo>
                      <a:pt x="37" y="0"/>
                      <a:pt x="13" y="15"/>
                      <a:pt x="9" y="46"/>
                    </a:cubicBezTo>
                    <a:cubicBezTo>
                      <a:pt x="0" y="121"/>
                      <a:pt x="0" y="195"/>
                      <a:pt x="0" y="270"/>
                    </a:cubicBezTo>
                    <a:cubicBezTo>
                      <a:pt x="9" y="295"/>
                      <a:pt x="9" y="311"/>
                      <a:pt x="17" y="328"/>
                    </a:cubicBezTo>
                    <a:cubicBezTo>
                      <a:pt x="17" y="344"/>
                      <a:pt x="17" y="361"/>
                      <a:pt x="25" y="386"/>
                    </a:cubicBezTo>
                    <a:cubicBezTo>
                      <a:pt x="34" y="419"/>
                      <a:pt x="42" y="452"/>
                      <a:pt x="67" y="485"/>
                    </a:cubicBezTo>
                    <a:cubicBezTo>
                      <a:pt x="70" y="495"/>
                      <a:pt x="79" y="500"/>
                      <a:pt x="89" y="500"/>
                    </a:cubicBezTo>
                    <a:cubicBezTo>
                      <a:pt x="102" y="500"/>
                      <a:pt x="116" y="491"/>
                      <a:pt x="116" y="477"/>
                    </a:cubicBezTo>
                    <a:cubicBezTo>
                      <a:pt x="125" y="435"/>
                      <a:pt x="116" y="402"/>
                      <a:pt x="116" y="369"/>
                    </a:cubicBezTo>
                    <a:cubicBezTo>
                      <a:pt x="108" y="353"/>
                      <a:pt x="108" y="336"/>
                      <a:pt x="108" y="311"/>
                    </a:cubicBezTo>
                    <a:cubicBezTo>
                      <a:pt x="108" y="295"/>
                      <a:pt x="108" y="278"/>
                      <a:pt x="108" y="261"/>
                    </a:cubicBezTo>
                    <a:cubicBezTo>
                      <a:pt x="108" y="195"/>
                      <a:pt x="108" y="129"/>
                      <a:pt x="116" y="54"/>
                    </a:cubicBezTo>
                    <a:cubicBezTo>
                      <a:pt x="116" y="19"/>
                      <a:pt x="88" y="0"/>
                      <a:pt x="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0" name="Google Shape;5920;p17"/>
              <p:cNvSpPr/>
              <p:nvPr/>
            </p:nvSpPr>
            <p:spPr>
              <a:xfrm>
                <a:off x="2814475" y="4521925"/>
                <a:ext cx="7750" cy="32850"/>
              </a:xfrm>
              <a:custGeom>
                <a:rect b="b" l="l" r="r" t="t"/>
                <a:pathLst>
                  <a:path extrusionOk="0" h="1314" w="310">
                    <a:moveTo>
                      <a:pt x="253" y="1"/>
                    </a:moveTo>
                    <a:cubicBezTo>
                      <a:pt x="234" y="1"/>
                      <a:pt x="215" y="10"/>
                      <a:pt x="208" y="30"/>
                    </a:cubicBezTo>
                    <a:cubicBezTo>
                      <a:pt x="175" y="121"/>
                      <a:pt x="134" y="221"/>
                      <a:pt x="109" y="312"/>
                    </a:cubicBezTo>
                    <a:cubicBezTo>
                      <a:pt x="84" y="419"/>
                      <a:pt x="67" y="519"/>
                      <a:pt x="51" y="627"/>
                    </a:cubicBezTo>
                    <a:cubicBezTo>
                      <a:pt x="34" y="726"/>
                      <a:pt x="26" y="825"/>
                      <a:pt x="18" y="933"/>
                    </a:cubicBezTo>
                    <a:cubicBezTo>
                      <a:pt x="9" y="1033"/>
                      <a:pt x="1" y="1140"/>
                      <a:pt x="26" y="1248"/>
                    </a:cubicBezTo>
                    <a:cubicBezTo>
                      <a:pt x="39" y="1290"/>
                      <a:pt x="75" y="1313"/>
                      <a:pt x="110" y="1313"/>
                    </a:cubicBezTo>
                    <a:cubicBezTo>
                      <a:pt x="143" y="1313"/>
                      <a:pt x="175" y="1292"/>
                      <a:pt x="183" y="1248"/>
                    </a:cubicBezTo>
                    <a:cubicBezTo>
                      <a:pt x="200" y="1149"/>
                      <a:pt x="192" y="1041"/>
                      <a:pt x="200" y="941"/>
                    </a:cubicBezTo>
                    <a:cubicBezTo>
                      <a:pt x="200" y="842"/>
                      <a:pt x="208" y="743"/>
                      <a:pt x="225" y="651"/>
                    </a:cubicBezTo>
                    <a:cubicBezTo>
                      <a:pt x="233" y="552"/>
                      <a:pt x="241" y="453"/>
                      <a:pt x="258" y="353"/>
                    </a:cubicBezTo>
                    <a:cubicBezTo>
                      <a:pt x="274" y="254"/>
                      <a:pt x="283" y="154"/>
                      <a:pt x="299" y="55"/>
                    </a:cubicBezTo>
                    <a:cubicBezTo>
                      <a:pt x="309" y="20"/>
                      <a:pt x="281" y="1"/>
                      <a:pt x="2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1" name="Google Shape;5921;p17"/>
              <p:cNvSpPr/>
              <p:nvPr/>
            </p:nvSpPr>
            <p:spPr>
              <a:xfrm>
                <a:off x="2821525" y="4543725"/>
                <a:ext cx="3250" cy="19475"/>
              </a:xfrm>
              <a:custGeom>
                <a:rect b="b" l="l" r="r" t="t"/>
                <a:pathLst>
                  <a:path extrusionOk="0" h="779" w="130">
                    <a:moveTo>
                      <a:pt x="81" y="0"/>
                    </a:moveTo>
                    <a:cubicBezTo>
                      <a:pt x="63" y="0"/>
                      <a:pt x="46" y="11"/>
                      <a:pt x="42" y="36"/>
                    </a:cubicBezTo>
                    <a:cubicBezTo>
                      <a:pt x="17" y="161"/>
                      <a:pt x="9" y="285"/>
                      <a:pt x="1" y="409"/>
                    </a:cubicBezTo>
                    <a:cubicBezTo>
                      <a:pt x="1" y="467"/>
                      <a:pt x="1" y="533"/>
                      <a:pt x="1" y="591"/>
                    </a:cubicBezTo>
                    <a:cubicBezTo>
                      <a:pt x="1" y="649"/>
                      <a:pt x="1" y="707"/>
                      <a:pt x="34" y="765"/>
                    </a:cubicBezTo>
                    <a:cubicBezTo>
                      <a:pt x="40" y="774"/>
                      <a:pt x="48" y="778"/>
                      <a:pt x="57" y="778"/>
                    </a:cubicBezTo>
                    <a:cubicBezTo>
                      <a:pt x="71" y="778"/>
                      <a:pt x="87" y="768"/>
                      <a:pt x="92" y="757"/>
                    </a:cubicBezTo>
                    <a:cubicBezTo>
                      <a:pt x="117" y="699"/>
                      <a:pt x="100" y="633"/>
                      <a:pt x="108" y="575"/>
                    </a:cubicBezTo>
                    <a:cubicBezTo>
                      <a:pt x="108" y="517"/>
                      <a:pt x="108" y="467"/>
                      <a:pt x="108" y="409"/>
                    </a:cubicBezTo>
                    <a:cubicBezTo>
                      <a:pt x="108" y="285"/>
                      <a:pt x="117" y="169"/>
                      <a:pt x="125" y="53"/>
                    </a:cubicBezTo>
                    <a:cubicBezTo>
                      <a:pt x="130" y="20"/>
                      <a:pt x="105" y="0"/>
                      <a:pt x="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2" name="Google Shape;5922;p17"/>
              <p:cNvSpPr/>
              <p:nvPr/>
            </p:nvSpPr>
            <p:spPr>
              <a:xfrm>
                <a:off x="2824625" y="4563050"/>
                <a:ext cx="1275" cy="2525"/>
              </a:xfrm>
              <a:custGeom>
                <a:rect b="b" l="l" r="r" t="t"/>
                <a:pathLst>
                  <a:path extrusionOk="0" h="101" w="51">
                    <a:moveTo>
                      <a:pt x="34" y="1"/>
                    </a:moveTo>
                    <a:cubicBezTo>
                      <a:pt x="26" y="1"/>
                      <a:pt x="9" y="9"/>
                      <a:pt x="9" y="25"/>
                    </a:cubicBezTo>
                    <a:cubicBezTo>
                      <a:pt x="9" y="42"/>
                      <a:pt x="1" y="59"/>
                      <a:pt x="1" y="75"/>
                    </a:cubicBezTo>
                    <a:lnTo>
                      <a:pt x="1" y="92"/>
                    </a:lnTo>
                    <a:lnTo>
                      <a:pt x="17" y="100"/>
                    </a:lnTo>
                    <a:cubicBezTo>
                      <a:pt x="34" y="100"/>
                      <a:pt x="42" y="92"/>
                      <a:pt x="42" y="83"/>
                    </a:cubicBezTo>
                    <a:cubicBezTo>
                      <a:pt x="51" y="59"/>
                      <a:pt x="51" y="42"/>
                      <a:pt x="51" y="25"/>
                    </a:cubicBezTo>
                    <a:lnTo>
                      <a:pt x="51" y="9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3" name="Google Shape;5923;p17"/>
              <p:cNvSpPr/>
              <p:nvPr/>
            </p:nvSpPr>
            <p:spPr>
              <a:xfrm>
                <a:off x="2897950" y="4571025"/>
                <a:ext cx="8525" cy="108775"/>
              </a:xfrm>
              <a:custGeom>
                <a:rect b="b" l="l" r="r" t="t"/>
                <a:pathLst>
                  <a:path extrusionOk="0" h="4351" w="341">
                    <a:moveTo>
                      <a:pt x="106" y="0"/>
                    </a:moveTo>
                    <a:cubicBezTo>
                      <a:pt x="82" y="0"/>
                      <a:pt x="56" y="20"/>
                      <a:pt x="51" y="46"/>
                    </a:cubicBezTo>
                    <a:cubicBezTo>
                      <a:pt x="34" y="137"/>
                      <a:pt x="59" y="237"/>
                      <a:pt x="76" y="336"/>
                    </a:cubicBezTo>
                    <a:cubicBezTo>
                      <a:pt x="84" y="436"/>
                      <a:pt x="100" y="543"/>
                      <a:pt x="109" y="643"/>
                    </a:cubicBezTo>
                    <a:cubicBezTo>
                      <a:pt x="142" y="850"/>
                      <a:pt x="158" y="1065"/>
                      <a:pt x="175" y="1272"/>
                    </a:cubicBezTo>
                    <a:cubicBezTo>
                      <a:pt x="192" y="1579"/>
                      <a:pt x="192" y="1894"/>
                      <a:pt x="167" y="2200"/>
                    </a:cubicBezTo>
                    <a:cubicBezTo>
                      <a:pt x="167" y="2192"/>
                      <a:pt x="167" y="2184"/>
                      <a:pt x="167" y="2167"/>
                    </a:cubicBezTo>
                    <a:cubicBezTo>
                      <a:pt x="158" y="1935"/>
                      <a:pt x="158" y="1687"/>
                      <a:pt x="100" y="1455"/>
                    </a:cubicBezTo>
                    <a:cubicBezTo>
                      <a:pt x="96" y="1438"/>
                      <a:pt x="82" y="1430"/>
                      <a:pt x="68" y="1430"/>
                    </a:cubicBezTo>
                    <a:cubicBezTo>
                      <a:pt x="55" y="1430"/>
                      <a:pt x="42" y="1438"/>
                      <a:pt x="42" y="1455"/>
                    </a:cubicBezTo>
                    <a:cubicBezTo>
                      <a:pt x="1" y="1687"/>
                      <a:pt x="18" y="1927"/>
                      <a:pt x="34" y="2159"/>
                    </a:cubicBezTo>
                    <a:cubicBezTo>
                      <a:pt x="42" y="2399"/>
                      <a:pt x="51" y="2640"/>
                      <a:pt x="67" y="2880"/>
                    </a:cubicBezTo>
                    <a:cubicBezTo>
                      <a:pt x="84" y="3360"/>
                      <a:pt x="100" y="3833"/>
                      <a:pt x="150" y="4313"/>
                    </a:cubicBezTo>
                    <a:cubicBezTo>
                      <a:pt x="150" y="4338"/>
                      <a:pt x="171" y="4350"/>
                      <a:pt x="192" y="4350"/>
                    </a:cubicBezTo>
                    <a:cubicBezTo>
                      <a:pt x="212" y="4350"/>
                      <a:pt x="233" y="4338"/>
                      <a:pt x="233" y="4313"/>
                    </a:cubicBezTo>
                    <a:cubicBezTo>
                      <a:pt x="241" y="3841"/>
                      <a:pt x="216" y="3369"/>
                      <a:pt x="200" y="2888"/>
                    </a:cubicBezTo>
                    <a:cubicBezTo>
                      <a:pt x="192" y="2789"/>
                      <a:pt x="192" y="2689"/>
                      <a:pt x="183" y="2590"/>
                    </a:cubicBezTo>
                    <a:cubicBezTo>
                      <a:pt x="200" y="2582"/>
                      <a:pt x="216" y="2573"/>
                      <a:pt x="216" y="2557"/>
                    </a:cubicBezTo>
                    <a:cubicBezTo>
                      <a:pt x="291" y="2126"/>
                      <a:pt x="341" y="1703"/>
                      <a:pt x="332" y="1264"/>
                    </a:cubicBezTo>
                    <a:cubicBezTo>
                      <a:pt x="332" y="1057"/>
                      <a:pt x="316" y="842"/>
                      <a:pt x="291" y="634"/>
                    </a:cubicBezTo>
                    <a:cubicBezTo>
                      <a:pt x="283" y="527"/>
                      <a:pt x="266" y="419"/>
                      <a:pt x="241" y="311"/>
                    </a:cubicBezTo>
                    <a:lnTo>
                      <a:pt x="233" y="311"/>
                    </a:lnTo>
                    <a:cubicBezTo>
                      <a:pt x="216" y="212"/>
                      <a:pt x="192" y="104"/>
                      <a:pt x="142" y="21"/>
                    </a:cubicBezTo>
                    <a:cubicBezTo>
                      <a:pt x="133" y="6"/>
                      <a:pt x="120" y="0"/>
                      <a:pt x="1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4" name="Google Shape;5924;p17"/>
              <p:cNvSpPr/>
              <p:nvPr/>
            </p:nvSpPr>
            <p:spPr>
              <a:xfrm>
                <a:off x="2899100" y="4538225"/>
                <a:ext cx="5925" cy="27500"/>
              </a:xfrm>
              <a:custGeom>
                <a:rect b="b" l="l" r="r" t="t"/>
                <a:pathLst>
                  <a:path extrusionOk="0" h="1100" w="237">
                    <a:moveTo>
                      <a:pt x="181" y="1"/>
                    </a:moveTo>
                    <a:cubicBezTo>
                      <a:pt x="171" y="1"/>
                      <a:pt x="161" y="6"/>
                      <a:pt x="154" y="16"/>
                    </a:cubicBezTo>
                    <a:cubicBezTo>
                      <a:pt x="146" y="33"/>
                      <a:pt x="137" y="49"/>
                      <a:pt x="137" y="74"/>
                    </a:cubicBezTo>
                    <a:cubicBezTo>
                      <a:pt x="129" y="91"/>
                      <a:pt x="129" y="115"/>
                      <a:pt x="129" y="132"/>
                    </a:cubicBezTo>
                    <a:cubicBezTo>
                      <a:pt x="121" y="173"/>
                      <a:pt x="121" y="207"/>
                      <a:pt x="112" y="248"/>
                    </a:cubicBezTo>
                    <a:cubicBezTo>
                      <a:pt x="112" y="289"/>
                      <a:pt x="112" y="331"/>
                      <a:pt x="104" y="364"/>
                    </a:cubicBezTo>
                    <a:cubicBezTo>
                      <a:pt x="88" y="364"/>
                      <a:pt x="63" y="381"/>
                      <a:pt x="63" y="397"/>
                    </a:cubicBezTo>
                    <a:cubicBezTo>
                      <a:pt x="63" y="455"/>
                      <a:pt x="54" y="513"/>
                      <a:pt x="54" y="563"/>
                    </a:cubicBezTo>
                    <a:cubicBezTo>
                      <a:pt x="54" y="621"/>
                      <a:pt x="54" y="670"/>
                      <a:pt x="46" y="720"/>
                    </a:cubicBezTo>
                    <a:cubicBezTo>
                      <a:pt x="38" y="836"/>
                      <a:pt x="30" y="944"/>
                      <a:pt x="5" y="1052"/>
                    </a:cubicBezTo>
                    <a:cubicBezTo>
                      <a:pt x="0" y="1083"/>
                      <a:pt x="24" y="1099"/>
                      <a:pt x="50" y="1099"/>
                    </a:cubicBezTo>
                    <a:cubicBezTo>
                      <a:pt x="73" y="1099"/>
                      <a:pt x="96" y="1087"/>
                      <a:pt x="104" y="1060"/>
                    </a:cubicBezTo>
                    <a:cubicBezTo>
                      <a:pt x="121" y="952"/>
                      <a:pt x="137" y="844"/>
                      <a:pt x="154" y="728"/>
                    </a:cubicBezTo>
                    <a:cubicBezTo>
                      <a:pt x="154" y="679"/>
                      <a:pt x="154" y="621"/>
                      <a:pt x="154" y="563"/>
                    </a:cubicBezTo>
                    <a:cubicBezTo>
                      <a:pt x="154" y="555"/>
                      <a:pt x="154" y="538"/>
                      <a:pt x="154" y="521"/>
                    </a:cubicBezTo>
                    <a:cubicBezTo>
                      <a:pt x="170" y="521"/>
                      <a:pt x="187" y="505"/>
                      <a:pt x="187" y="488"/>
                    </a:cubicBezTo>
                    <a:cubicBezTo>
                      <a:pt x="204" y="414"/>
                      <a:pt x="212" y="339"/>
                      <a:pt x="220" y="256"/>
                    </a:cubicBezTo>
                    <a:cubicBezTo>
                      <a:pt x="228" y="223"/>
                      <a:pt x="228" y="182"/>
                      <a:pt x="228" y="149"/>
                    </a:cubicBezTo>
                    <a:cubicBezTo>
                      <a:pt x="228" y="99"/>
                      <a:pt x="237" y="66"/>
                      <a:pt x="220" y="24"/>
                    </a:cubicBezTo>
                    <a:cubicBezTo>
                      <a:pt x="210" y="10"/>
                      <a:pt x="195" y="1"/>
                      <a:pt x="1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5" name="Google Shape;5925;p17"/>
              <p:cNvSpPr/>
              <p:nvPr/>
            </p:nvSpPr>
            <p:spPr>
              <a:xfrm>
                <a:off x="2897350" y="4732425"/>
                <a:ext cx="4975" cy="23350"/>
              </a:xfrm>
              <a:custGeom>
                <a:rect b="b" l="l" r="r" t="t"/>
                <a:pathLst>
                  <a:path extrusionOk="0" h="934" w="199">
                    <a:moveTo>
                      <a:pt x="91" y="0"/>
                    </a:moveTo>
                    <a:cubicBezTo>
                      <a:pt x="64" y="0"/>
                      <a:pt x="38" y="20"/>
                      <a:pt x="33" y="53"/>
                    </a:cubicBezTo>
                    <a:lnTo>
                      <a:pt x="33" y="45"/>
                    </a:lnTo>
                    <a:lnTo>
                      <a:pt x="33" y="45"/>
                    </a:lnTo>
                    <a:cubicBezTo>
                      <a:pt x="0" y="185"/>
                      <a:pt x="33" y="343"/>
                      <a:pt x="50" y="484"/>
                    </a:cubicBezTo>
                    <a:cubicBezTo>
                      <a:pt x="66" y="633"/>
                      <a:pt x="108" y="774"/>
                      <a:pt x="133" y="915"/>
                    </a:cubicBezTo>
                    <a:cubicBezTo>
                      <a:pt x="133" y="927"/>
                      <a:pt x="143" y="933"/>
                      <a:pt x="153" y="933"/>
                    </a:cubicBezTo>
                    <a:cubicBezTo>
                      <a:pt x="164" y="933"/>
                      <a:pt x="174" y="927"/>
                      <a:pt x="174" y="915"/>
                    </a:cubicBezTo>
                    <a:cubicBezTo>
                      <a:pt x="174" y="765"/>
                      <a:pt x="199" y="625"/>
                      <a:pt x="191" y="475"/>
                    </a:cubicBezTo>
                    <a:cubicBezTo>
                      <a:pt x="191" y="326"/>
                      <a:pt x="199" y="169"/>
                      <a:pt x="141" y="36"/>
                    </a:cubicBezTo>
                    <a:cubicBezTo>
                      <a:pt x="130" y="11"/>
                      <a:pt x="110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6" name="Google Shape;5926;p17"/>
              <p:cNvSpPr/>
              <p:nvPr/>
            </p:nvSpPr>
            <p:spPr>
              <a:xfrm>
                <a:off x="2896725" y="4718400"/>
                <a:ext cx="2100" cy="7700"/>
              </a:xfrm>
              <a:custGeom>
                <a:rect b="b" l="l" r="r" t="t"/>
                <a:pathLst>
                  <a:path extrusionOk="0" h="308" w="84">
                    <a:moveTo>
                      <a:pt x="42" y="1"/>
                    </a:moveTo>
                    <a:cubicBezTo>
                      <a:pt x="9" y="1"/>
                      <a:pt x="0" y="50"/>
                      <a:pt x="0" y="75"/>
                    </a:cubicBezTo>
                    <a:cubicBezTo>
                      <a:pt x="0" y="100"/>
                      <a:pt x="0" y="117"/>
                      <a:pt x="0" y="142"/>
                    </a:cubicBezTo>
                    <a:cubicBezTo>
                      <a:pt x="0" y="191"/>
                      <a:pt x="9" y="233"/>
                      <a:pt x="9" y="274"/>
                    </a:cubicBezTo>
                    <a:cubicBezTo>
                      <a:pt x="9" y="291"/>
                      <a:pt x="25" y="307"/>
                      <a:pt x="42" y="307"/>
                    </a:cubicBezTo>
                    <a:cubicBezTo>
                      <a:pt x="58" y="307"/>
                      <a:pt x="75" y="291"/>
                      <a:pt x="75" y="274"/>
                    </a:cubicBezTo>
                    <a:cubicBezTo>
                      <a:pt x="83" y="233"/>
                      <a:pt x="83" y="191"/>
                      <a:pt x="83" y="150"/>
                    </a:cubicBezTo>
                    <a:cubicBezTo>
                      <a:pt x="83" y="125"/>
                      <a:pt x="83" y="100"/>
                      <a:pt x="83" y="84"/>
                    </a:cubicBezTo>
                    <a:cubicBezTo>
                      <a:pt x="83" y="67"/>
                      <a:pt x="83" y="59"/>
                      <a:pt x="83" y="42"/>
                    </a:cubicBezTo>
                    <a:cubicBezTo>
                      <a:pt x="83" y="17"/>
                      <a:pt x="67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7" name="Google Shape;5927;p17"/>
              <p:cNvSpPr/>
              <p:nvPr/>
            </p:nvSpPr>
            <p:spPr>
              <a:xfrm>
                <a:off x="2892775" y="4735175"/>
                <a:ext cx="2725" cy="12000"/>
              </a:xfrm>
              <a:custGeom>
                <a:rect b="b" l="l" r="r" t="t"/>
                <a:pathLst>
                  <a:path extrusionOk="0" h="480" w="109">
                    <a:moveTo>
                      <a:pt x="52" y="0"/>
                    </a:moveTo>
                    <a:cubicBezTo>
                      <a:pt x="42" y="0"/>
                      <a:pt x="31" y="7"/>
                      <a:pt x="26" y="17"/>
                    </a:cubicBezTo>
                    <a:cubicBezTo>
                      <a:pt x="9" y="51"/>
                      <a:pt x="9" y="84"/>
                      <a:pt x="9" y="117"/>
                    </a:cubicBezTo>
                    <a:cubicBezTo>
                      <a:pt x="1" y="158"/>
                      <a:pt x="9" y="200"/>
                      <a:pt x="9" y="233"/>
                    </a:cubicBezTo>
                    <a:cubicBezTo>
                      <a:pt x="17" y="307"/>
                      <a:pt x="26" y="382"/>
                      <a:pt x="34" y="448"/>
                    </a:cubicBezTo>
                    <a:cubicBezTo>
                      <a:pt x="34" y="469"/>
                      <a:pt x="51" y="479"/>
                      <a:pt x="67" y="479"/>
                    </a:cubicBezTo>
                    <a:cubicBezTo>
                      <a:pt x="84" y="479"/>
                      <a:pt x="100" y="469"/>
                      <a:pt x="100" y="448"/>
                    </a:cubicBezTo>
                    <a:cubicBezTo>
                      <a:pt x="100" y="382"/>
                      <a:pt x="100" y="307"/>
                      <a:pt x="100" y="233"/>
                    </a:cubicBezTo>
                    <a:cubicBezTo>
                      <a:pt x="100" y="191"/>
                      <a:pt x="109" y="150"/>
                      <a:pt x="100" y="117"/>
                    </a:cubicBezTo>
                    <a:cubicBezTo>
                      <a:pt x="92" y="84"/>
                      <a:pt x="92" y="42"/>
                      <a:pt x="75" y="9"/>
                    </a:cubicBezTo>
                    <a:lnTo>
                      <a:pt x="67" y="9"/>
                    </a:lnTo>
                    <a:cubicBezTo>
                      <a:pt x="64" y="3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8" name="Google Shape;5928;p17"/>
              <p:cNvSpPr/>
              <p:nvPr/>
            </p:nvSpPr>
            <p:spPr>
              <a:xfrm>
                <a:off x="2997875" y="4581850"/>
                <a:ext cx="5950" cy="17525"/>
              </a:xfrm>
              <a:custGeom>
                <a:rect b="b" l="l" r="r" t="t"/>
                <a:pathLst>
                  <a:path extrusionOk="0" h="701" w="238">
                    <a:moveTo>
                      <a:pt x="171" y="1"/>
                    </a:moveTo>
                    <a:cubicBezTo>
                      <a:pt x="154" y="1"/>
                      <a:pt x="137" y="10"/>
                      <a:pt x="130" y="27"/>
                    </a:cubicBezTo>
                    <a:cubicBezTo>
                      <a:pt x="89" y="127"/>
                      <a:pt x="80" y="235"/>
                      <a:pt x="64" y="342"/>
                    </a:cubicBezTo>
                    <a:cubicBezTo>
                      <a:pt x="47" y="442"/>
                      <a:pt x="31" y="549"/>
                      <a:pt x="6" y="649"/>
                    </a:cubicBezTo>
                    <a:cubicBezTo>
                      <a:pt x="1" y="680"/>
                      <a:pt x="30" y="701"/>
                      <a:pt x="58" y="701"/>
                    </a:cubicBezTo>
                    <a:cubicBezTo>
                      <a:pt x="75" y="701"/>
                      <a:pt x="91" y="693"/>
                      <a:pt x="97" y="674"/>
                    </a:cubicBezTo>
                    <a:cubicBezTo>
                      <a:pt x="130" y="574"/>
                      <a:pt x="163" y="467"/>
                      <a:pt x="188" y="359"/>
                    </a:cubicBezTo>
                    <a:cubicBezTo>
                      <a:pt x="213" y="259"/>
                      <a:pt x="238" y="152"/>
                      <a:pt x="221" y="44"/>
                    </a:cubicBezTo>
                    <a:cubicBezTo>
                      <a:pt x="217" y="16"/>
                      <a:pt x="193" y="1"/>
                      <a:pt x="1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9" name="Google Shape;5929;p17"/>
              <p:cNvSpPr/>
              <p:nvPr/>
            </p:nvSpPr>
            <p:spPr>
              <a:xfrm>
                <a:off x="3002575" y="4560975"/>
                <a:ext cx="4150" cy="9850"/>
              </a:xfrm>
              <a:custGeom>
                <a:rect b="b" l="l" r="r" t="t"/>
                <a:pathLst>
                  <a:path extrusionOk="0" h="394" w="166">
                    <a:moveTo>
                      <a:pt x="116" y="1"/>
                    </a:moveTo>
                    <a:cubicBezTo>
                      <a:pt x="108" y="1"/>
                      <a:pt x="91" y="9"/>
                      <a:pt x="91" y="17"/>
                    </a:cubicBezTo>
                    <a:cubicBezTo>
                      <a:pt x="66" y="75"/>
                      <a:pt x="58" y="125"/>
                      <a:pt x="50" y="183"/>
                    </a:cubicBezTo>
                    <a:cubicBezTo>
                      <a:pt x="42" y="233"/>
                      <a:pt x="25" y="282"/>
                      <a:pt x="8" y="332"/>
                    </a:cubicBezTo>
                    <a:cubicBezTo>
                      <a:pt x="0" y="357"/>
                      <a:pt x="8" y="382"/>
                      <a:pt x="33" y="390"/>
                    </a:cubicBezTo>
                    <a:cubicBezTo>
                      <a:pt x="40" y="392"/>
                      <a:pt x="46" y="393"/>
                      <a:pt x="52" y="393"/>
                    </a:cubicBezTo>
                    <a:cubicBezTo>
                      <a:pt x="70" y="393"/>
                      <a:pt x="85" y="384"/>
                      <a:pt x="91" y="365"/>
                    </a:cubicBezTo>
                    <a:cubicBezTo>
                      <a:pt x="116" y="316"/>
                      <a:pt x="133" y="258"/>
                      <a:pt x="149" y="200"/>
                    </a:cubicBezTo>
                    <a:cubicBezTo>
                      <a:pt x="158" y="142"/>
                      <a:pt x="166" y="84"/>
                      <a:pt x="149" y="26"/>
                    </a:cubicBezTo>
                    <a:cubicBezTo>
                      <a:pt x="141" y="9"/>
                      <a:pt x="133" y="1"/>
                      <a:pt x="1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0" name="Google Shape;5930;p17"/>
              <p:cNvSpPr/>
              <p:nvPr/>
            </p:nvSpPr>
            <p:spPr>
              <a:xfrm>
                <a:off x="2991800" y="4666825"/>
                <a:ext cx="3550" cy="16175"/>
              </a:xfrm>
              <a:custGeom>
                <a:rect b="b" l="l" r="r" t="t"/>
                <a:pathLst>
                  <a:path extrusionOk="0" h="647" w="142">
                    <a:moveTo>
                      <a:pt x="62" y="1"/>
                    </a:moveTo>
                    <a:cubicBezTo>
                      <a:pt x="46" y="1"/>
                      <a:pt x="29" y="9"/>
                      <a:pt x="17" y="26"/>
                    </a:cubicBezTo>
                    <a:cubicBezTo>
                      <a:pt x="17" y="42"/>
                      <a:pt x="9" y="50"/>
                      <a:pt x="9" y="67"/>
                    </a:cubicBezTo>
                    <a:cubicBezTo>
                      <a:pt x="9" y="75"/>
                      <a:pt x="0" y="92"/>
                      <a:pt x="0" y="100"/>
                    </a:cubicBezTo>
                    <a:cubicBezTo>
                      <a:pt x="0" y="125"/>
                      <a:pt x="0" y="150"/>
                      <a:pt x="0" y="166"/>
                    </a:cubicBezTo>
                    <a:cubicBezTo>
                      <a:pt x="0" y="216"/>
                      <a:pt x="0" y="266"/>
                      <a:pt x="0" y="316"/>
                    </a:cubicBezTo>
                    <a:cubicBezTo>
                      <a:pt x="9" y="415"/>
                      <a:pt x="17" y="506"/>
                      <a:pt x="25" y="597"/>
                    </a:cubicBezTo>
                    <a:cubicBezTo>
                      <a:pt x="29" y="630"/>
                      <a:pt x="56" y="647"/>
                      <a:pt x="82" y="647"/>
                    </a:cubicBezTo>
                    <a:cubicBezTo>
                      <a:pt x="108" y="647"/>
                      <a:pt x="133" y="630"/>
                      <a:pt x="133" y="597"/>
                    </a:cubicBezTo>
                    <a:cubicBezTo>
                      <a:pt x="141" y="506"/>
                      <a:pt x="141" y="407"/>
                      <a:pt x="141" y="316"/>
                    </a:cubicBezTo>
                    <a:cubicBezTo>
                      <a:pt x="141" y="266"/>
                      <a:pt x="141" y="216"/>
                      <a:pt x="141" y="166"/>
                    </a:cubicBezTo>
                    <a:cubicBezTo>
                      <a:pt x="141" y="150"/>
                      <a:pt x="133" y="125"/>
                      <a:pt x="133" y="108"/>
                    </a:cubicBezTo>
                    <a:lnTo>
                      <a:pt x="133" y="100"/>
                    </a:lnTo>
                    <a:cubicBezTo>
                      <a:pt x="133" y="92"/>
                      <a:pt x="125" y="84"/>
                      <a:pt x="125" y="75"/>
                    </a:cubicBezTo>
                    <a:cubicBezTo>
                      <a:pt x="116" y="59"/>
                      <a:pt x="116" y="42"/>
                      <a:pt x="108" y="26"/>
                    </a:cubicBezTo>
                    <a:cubicBezTo>
                      <a:pt x="96" y="9"/>
                      <a:pt x="79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1" name="Google Shape;5931;p17"/>
              <p:cNvSpPr/>
              <p:nvPr/>
            </p:nvSpPr>
            <p:spPr>
              <a:xfrm>
                <a:off x="2983925" y="4667925"/>
                <a:ext cx="1900" cy="8500"/>
              </a:xfrm>
              <a:custGeom>
                <a:rect b="b" l="l" r="r" t="t"/>
                <a:pathLst>
                  <a:path extrusionOk="0" h="340" w="76">
                    <a:moveTo>
                      <a:pt x="34" y="0"/>
                    </a:moveTo>
                    <a:cubicBezTo>
                      <a:pt x="27" y="0"/>
                      <a:pt x="21" y="2"/>
                      <a:pt x="17" y="6"/>
                    </a:cubicBezTo>
                    <a:cubicBezTo>
                      <a:pt x="0" y="31"/>
                      <a:pt x="0" y="64"/>
                      <a:pt x="0" y="89"/>
                    </a:cubicBezTo>
                    <a:cubicBezTo>
                      <a:pt x="0" y="114"/>
                      <a:pt x="0" y="139"/>
                      <a:pt x="0" y="164"/>
                    </a:cubicBezTo>
                    <a:cubicBezTo>
                      <a:pt x="9" y="214"/>
                      <a:pt x="9" y="263"/>
                      <a:pt x="9" y="313"/>
                    </a:cubicBezTo>
                    <a:cubicBezTo>
                      <a:pt x="9" y="326"/>
                      <a:pt x="25" y="340"/>
                      <a:pt x="40" y="340"/>
                    </a:cubicBezTo>
                    <a:cubicBezTo>
                      <a:pt x="44" y="340"/>
                      <a:pt x="47" y="339"/>
                      <a:pt x="50" y="338"/>
                    </a:cubicBezTo>
                    <a:cubicBezTo>
                      <a:pt x="67" y="338"/>
                      <a:pt x="75" y="321"/>
                      <a:pt x="75" y="305"/>
                    </a:cubicBezTo>
                    <a:cubicBezTo>
                      <a:pt x="75" y="255"/>
                      <a:pt x="75" y="205"/>
                      <a:pt x="75" y="156"/>
                    </a:cubicBezTo>
                    <a:lnTo>
                      <a:pt x="75" y="81"/>
                    </a:lnTo>
                    <a:cubicBezTo>
                      <a:pt x="75" y="56"/>
                      <a:pt x="75" y="31"/>
                      <a:pt x="50" y="6"/>
                    </a:cubicBezTo>
                    <a:cubicBezTo>
                      <a:pt x="46" y="2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2" name="Google Shape;5932;p17"/>
              <p:cNvSpPr/>
              <p:nvPr/>
            </p:nvSpPr>
            <p:spPr>
              <a:xfrm>
                <a:off x="2981225" y="4669000"/>
                <a:ext cx="2225" cy="8525"/>
              </a:xfrm>
              <a:custGeom>
                <a:rect b="b" l="l" r="r" t="t"/>
                <a:pathLst>
                  <a:path extrusionOk="0" h="341" w="89">
                    <a:moveTo>
                      <a:pt x="14" y="1"/>
                    </a:moveTo>
                    <a:cubicBezTo>
                      <a:pt x="7" y="1"/>
                      <a:pt x="1" y="5"/>
                      <a:pt x="1" y="13"/>
                    </a:cubicBezTo>
                    <a:cubicBezTo>
                      <a:pt x="1" y="113"/>
                      <a:pt x="17" y="220"/>
                      <a:pt x="34" y="320"/>
                    </a:cubicBezTo>
                    <a:cubicBezTo>
                      <a:pt x="34" y="334"/>
                      <a:pt x="45" y="341"/>
                      <a:pt x="57" y="341"/>
                    </a:cubicBezTo>
                    <a:cubicBezTo>
                      <a:pt x="72" y="341"/>
                      <a:pt x="88" y="330"/>
                      <a:pt x="84" y="311"/>
                    </a:cubicBezTo>
                    <a:cubicBezTo>
                      <a:pt x="67" y="212"/>
                      <a:pt x="59" y="104"/>
                      <a:pt x="34" y="13"/>
                    </a:cubicBezTo>
                    <a:cubicBezTo>
                      <a:pt x="30" y="5"/>
                      <a:pt x="21" y="1"/>
                      <a:pt x="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3" name="Google Shape;5933;p17"/>
              <p:cNvSpPr/>
              <p:nvPr/>
            </p:nvSpPr>
            <p:spPr>
              <a:xfrm>
                <a:off x="2974600" y="4662625"/>
                <a:ext cx="2300" cy="10925"/>
              </a:xfrm>
              <a:custGeom>
                <a:rect b="b" l="l" r="r" t="t"/>
                <a:pathLst>
                  <a:path extrusionOk="0" h="437" w="92">
                    <a:moveTo>
                      <a:pt x="25" y="1"/>
                    </a:moveTo>
                    <a:cubicBezTo>
                      <a:pt x="17" y="1"/>
                      <a:pt x="9" y="7"/>
                      <a:pt x="9" y="20"/>
                    </a:cubicBezTo>
                    <a:cubicBezTo>
                      <a:pt x="1" y="144"/>
                      <a:pt x="17" y="276"/>
                      <a:pt x="34" y="409"/>
                    </a:cubicBezTo>
                    <a:cubicBezTo>
                      <a:pt x="34" y="428"/>
                      <a:pt x="46" y="436"/>
                      <a:pt x="58" y="436"/>
                    </a:cubicBezTo>
                    <a:cubicBezTo>
                      <a:pt x="74" y="436"/>
                      <a:pt x="92" y="423"/>
                      <a:pt x="92" y="401"/>
                    </a:cubicBezTo>
                    <a:cubicBezTo>
                      <a:pt x="83" y="268"/>
                      <a:pt x="75" y="144"/>
                      <a:pt x="42" y="20"/>
                    </a:cubicBezTo>
                    <a:cubicBezTo>
                      <a:pt x="42" y="7"/>
                      <a:pt x="34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4" name="Google Shape;5934;p17"/>
              <p:cNvSpPr/>
              <p:nvPr/>
            </p:nvSpPr>
            <p:spPr>
              <a:xfrm>
                <a:off x="2967350" y="4655600"/>
                <a:ext cx="3175" cy="12125"/>
              </a:xfrm>
              <a:custGeom>
                <a:rect b="b" l="l" r="r" t="t"/>
                <a:pathLst>
                  <a:path extrusionOk="0" h="485" w="127">
                    <a:moveTo>
                      <a:pt x="69" y="0"/>
                    </a:moveTo>
                    <a:cubicBezTo>
                      <a:pt x="61" y="0"/>
                      <a:pt x="54" y="6"/>
                      <a:pt x="50" y="19"/>
                    </a:cubicBezTo>
                    <a:cubicBezTo>
                      <a:pt x="1" y="160"/>
                      <a:pt x="17" y="317"/>
                      <a:pt x="50" y="458"/>
                    </a:cubicBezTo>
                    <a:cubicBezTo>
                      <a:pt x="54" y="476"/>
                      <a:pt x="70" y="484"/>
                      <a:pt x="86" y="484"/>
                    </a:cubicBezTo>
                    <a:cubicBezTo>
                      <a:pt x="106" y="484"/>
                      <a:pt x="126" y="470"/>
                      <a:pt x="117" y="441"/>
                    </a:cubicBezTo>
                    <a:cubicBezTo>
                      <a:pt x="92" y="309"/>
                      <a:pt x="92" y="168"/>
                      <a:pt x="92" y="27"/>
                    </a:cubicBezTo>
                    <a:cubicBezTo>
                      <a:pt x="92" y="12"/>
                      <a:pt x="80" y="0"/>
                      <a:pt x="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5" name="Google Shape;5935;p17"/>
              <p:cNvSpPr/>
              <p:nvPr/>
            </p:nvSpPr>
            <p:spPr>
              <a:xfrm>
                <a:off x="2932550" y="4321875"/>
                <a:ext cx="9550" cy="14775"/>
              </a:xfrm>
              <a:custGeom>
                <a:rect b="b" l="l" r="r" t="t"/>
                <a:pathLst>
                  <a:path extrusionOk="0" h="591" w="382">
                    <a:moveTo>
                      <a:pt x="333" y="0"/>
                    </a:moveTo>
                    <a:cubicBezTo>
                      <a:pt x="324" y="0"/>
                      <a:pt x="315" y="4"/>
                      <a:pt x="307" y="12"/>
                    </a:cubicBezTo>
                    <a:cubicBezTo>
                      <a:pt x="282" y="28"/>
                      <a:pt x="274" y="45"/>
                      <a:pt x="266" y="70"/>
                    </a:cubicBezTo>
                    <a:cubicBezTo>
                      <a:pt x="258" y="78"/>
                      <a:pt x="249" y="86"/>
                      <a:pt x="241" y="103"/>
                    </a:cubicBezTo>
                    <a:cubicBezTo>
                      <a:pt x="241" y="111"/>
                      <a:pt x="233" y="119"/>
                      <a:pt x="233" y="128"/>
                    </a:cubicBezTo>
                    <a:cubicBezTo>
                      <a:pt x="224" y="152"/>
                      <a:pt x="216" y="169"/>
                      <a:pt x="208" y="186"/>
                    </a:cubicBezTo>
                    <a:cubicBezTo>
                      <a:pt x="200" y="227"/>
                      <a:pt x="183" y="268"/>
                      <a:pt x="158" y="302"/>
                    </a:cubicBezTo>
                    <a:cubicBezTo>
                      <a:pt x="125" y="368"/>
                      <a:pt x="84" y="434"/>
                      <a:pt x="26" y="492"/>
                    </a:cubicBezTo>
                    <a:cubicBezTo>
                      <a:pt x="9" y="517"/>
                      <a:pt x="1" y="542"/>
                      <a:pt x="17" y="567"/>
                    </a:cubicBezTo>
                    <a:cubicBezTo>
                      <a:pt x="27" y="581"/>
                      <a:pt x="45" y="590"/>
                      <a:pt x="62" y="590"/>
                    </a:cubicBezTo>
                    <a:cubicBezTo>
                      <a:pt x="74" y="590"/>
                      <a:pt x="85" y="585"/>
                      <a:pt x="92" y="575"/>
                    </a:cubicBezTo>
                    <a:lnTo>
                      <a:pt x="100" y="575"/>
                    </a:lnTo>
                    <a:cubicBezTo>
                      <a:pt x="133" y="550"/>
                      <a:pt x="166" y="517"/>
                      <a:pt x="200" y="484"/>
                    </a:cubicBezTo>
                    <a:cubicBezTo>
                      <a:pt x="224" y="451"/>
                      <a:pt x="258" y="418"/>
                      <a:pt x="282" y="376"/>
                    </a:cubicBezTo>
                    <a:cubicBezTo>
                      <a:pt x="307" y="335"/>
                      <a:pt x="332" y="293"/>
                      <a:pt x="349" y="252"/>
                    </a:cubicBezTo>
                    <a:cubicBezTo>
                      <a:pt x="357" y="227"/>
                      <a:pt x="365" y="210"/>
                      <a:pt x="374" y="186"/>
                    </a:cubicBezTo>
                    <a:cubicBezTo>
                      <a:pt x="374" y="177"/>
                      <a:pt x="382" y="161"/>
                      <a:pt x="382" y="144"/>
                    </a:cubicBezTo>
                    <a:cubicBezTo>
                      <a:pt x="382" y="136"/>
                      <a:pt x="382" y="128"/>
                      <a:pt x="382" y="119"/>
                    </a:cubicBezTo>
                    <a:cubicBezTo>
                      <a:pt x="382" y="111"/>
                      <a:pt x="382" y="103"/>
                      <a:pt x="382" y="94"/>
                    </a:cubicBezTo>
                    <a:cubicBezTo>
                      <a:pt x="382" y="70"/>
                      <a:pt x="382" y="45"/>
                      <a:pt x="365" y="20"/>
                    </a:cubicBezTo>
                    <a:cubicBezTo>
                      <a:pt x="356" y="6"/>
                      <a:pt x="344" y="0"/>
                      <a:pt x="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6" name="Google Shape;5936;p17"/>
              <p:cNvSpPr/>
              <p:nvPr/>
            </p:nvSpPr>
            <p:spPr>
              <a:xfrm>
                <a:off x="2941675" y="4341175"/>
                <a:ext cx="5000" cy="9850"/>
              </a:xfrm>
              <a:custGeom>
                <a:rect b="b" l="l" r="r" t="t"/>
                <a:pathLst>
                  <a:path extrusionOk="0" h="394" w="200">
                    <a:moveTo>
                      <a:pt x="145" y="0"/>
                    </a:moveTo>
                    <a:cubicBezTo>
                      <a:pt x="134" y="0"/>
                      <a:pt x="123" y="6"/>
                      <a:pt x="116" y="18"/>
                    </a:cubicBezTo>
                    <a:cubicBezTo>
                      <a:pt x="108" y="35"/>
                      <a:pt x="100" y="43"/>
                      <a:pt x="91" y="60"/>
                    </a:cubicBezTo>
                    <a:cubicBezTo>
                      <a:pt x="91" y="76"/>
                      <a:pt x="83" y="85"/>
                      <a:pt x="83" y="101"/>
                    </a:cubicBezTo>
                    <a:cubicBezTo>
                      <a:pt x="75" y="118"/>
                      <a:pt x="75" y="126"/>
                      <a:pt x="67" y="143"/>
                    </a:cubicBezTo>
                    <a:lnTo>
                      <a:pt x="67" y="151"/>
                    </a:lnTo>
                    <a:cubicBezTo>
                      <a:pt x="67" y="159"/>
                      <a:pt x="58" y="168"/>
                      <a:pt x="58" y="176"/>
                    </a:cubicBezTo>
                    <a:cubicBezTo>
                      <a:pt x="42" y="226"/>
                      <a:pt x="25" y="275"/>
                      <a:pt x="9" y="325"/>
                    </a:cubicBezTo>
                    <a:cubicBezTo>
                      <a:pt x="0" y="350"/>
                      <a:pt x="9" y="383"/>
                      <a:pt x="33" y="391"/>
                    </a:cubicBezTo>
                    <a:cubicBezTo>
                      <a:pt x="38" y="393"/>
                      <a:pt x="42" y="393"/>
                      <a:pt x="46" y="393"/>
                    </a:cubicBezTo>
                    <a:cubicBezTo>
                      <a:pt x="67" y="393"/>
                      <a:pt x="85" y="379"/>
                      <a:pt x="91" y="358"/>
                    </a:cubicBezTo>
                    <a:cubicBezTo>
                      <a:pt x="116" y="308"/>
                      <a:pt x="141" y="259"/>
                      <a:pt x="158" y="209"/>
                    </a:cubicBezTo>
                    <a:cubicBezTo>
                      <a:pt x="174" y="159"/>
                      <a:pt x="199" y="93"/>
                      <a:pt x="183" y="35"/>
                    </a:cubicBezTo>
                    <a:cubicBezTo>
                      <a:pt x="183" y="15"/>
                      <a:pt x="164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7" name="Google Shape;5937;p17"/>
              <p:cNvSpPr/>
              <p:nvPr/>
            </p:nvSpPr>
            <p:spPr>
              <a:xfrm>
                <a:off x="2943525" y="4353225"/>
                <a:ext cx="4600" cy="6525"/>
              </a:xfrm>
              <a:custGeom>
                <a:rect b="b" l="l" r="r" t="t"/>
                <a:pathLst>
                  <a:path extrusionOk="0" h="261" w="184">
                    <a:moveTo>
                      <a:pt x="133" y="0"/>
                    </a:moveTo>
                    <a:cubicBezTo>
                      <a:pt x="117" y="0"/>
                      <a:pt x="109" y="9"/>
                      <a:pt x="100" y="17"/>
                    </a:cubicBezTo>
                    <a:cubicBezTo>
                      <a:pt x="100" y="17"/>
                      <a:pt x="92" y="25"/>
                      <a:pt x="84" y="34"/>
                    </a:cubicBezTo>
                    <a:cubicBezTo>
                      <a:pt x="84" y="42"/>
                      <a:pt x="75" y="42"/>
                      <a:pt x="75" y="50"/>
                    </a:cubicBezTo>
                    <a:cubicBezTo>
                      <a:pt x="67" y="67"/>
                      <a:pt x="59" y="83"/>
                      <a:pt x="51" y="100"/>
                    </a:cubicBezTo>
                    <a:cubicBezTo>
                      <a:pt x="34" y="125"/>
                      <a:pt x="17" y="158"/>
                      <a:pt x="9" y="183"/>
                    </a:cubicBezTo>
                    <a:cubicBezTo>
                      <a:pt x="1" y="199"/>
                      <a:pt x="1" y="216"/>
                      <a:pt x="9" y="224"/>
                    </a:cubicBezTo>
                    <a:cubicBezTo>
                      <a:pt x="9" y="241"/>
                      <a:pt x="26" y="257"/>
                      <a:pt x="42" y="257"/>
                    </a:cubicBezTo>
                    <a:cubicBezTo>
                      <a:pt x="48" y="259"/>
                      <a:pt x="54" y="260"/>
                      <a:pt x="61" y="260"/>
                    </a:cubicBezTo>
                    <a:cubicBezTo>
                      <a:pt x="82" y="260"/>
                      <a:pt x="104" y="249"/>
                      <a:pt x="117" y="224"/>
                    </a:cubicBezTo>
                    <a:lnTo>
                      <a:pt x="109" y="224"/>
                    </a:lnTo>
                    <a:cubicBezTo>
                      <a:pt x="125" y="199"/>
                      <a:pt x="142" y="174"/>
                      <a:pt x="150" y="141"/>
                    </a:cubicBezTo>
                    <a:cubicBezTo>
                      <a:pt x="158" y="133"/>
                      <a:pt x="167" y="116"/>
                      <a:pt x="167" y="100"/>
                    </a:cubicBezTo>
                    <a:cubicBezTo>
                      <a:pt x="175" y="92"/>
                      <a:pt x="175" y="83"/>
                      <a:pt x="175" y="67"/>
                    </a:cubicBezTo>
                    <a:cubicBezTo>
                      <a:pt x="183" y="58"/>
                      <a:pt x="183" y="58"/>
                      <a:pt x="183" y="50"/>
                    </a:cubicBezTo>
                    <a:cubicBezTo>
                      <a:pt x="183" y="25"/>
                      <a:pt x="175" y="9"/>
                      <a:pt x="1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8" name="Google Shape;5938;p17"/>
              <p:cNvSpPr/>
              <p:nvPr/>
            </p:nvSpPr>
            <p:spPr>
              <a:xfrm>
                <a:off x="2831475" y="4220775"/>
                <a:ext cx="6025" cy="16175"/>
              </a:xfrm>
              <a:custGeom>
                <a:rect b="b" l="l" r="r" t="t"/>
                <a:pathLst>
                  <a:path extrusionOk="0" h="647" w="241">
                    <a:moveTo>
                      <a:pt x="99" y="0"/>
                    </a:moveTo>
                    <a:cubicBezTo>
                      <a:pt x="80" y="0"/>
                      <a:pt x="62" y="11"/>
                      <a:pt x="58" y="37"/>
                    </a:cubicBezTo>
                    <a:cubicBezTo>
                      <a:pt x="42" y="103"/>
                      <a:pt x="33" y="170"/>
                      <a:pt x="25" y="236"/>
                    </a:cubicBezTo>
                    <a:cubicBezTo>
                      <a:pt x="17" y="311"/>
                      <a:pt x="0" y="393"/>
                      <a:pt x="42" y="460"/>
                    </a:cubicBezTo>
                    <a:cubicBezTo>
                      <a:pt x="50" y="472"/>
                      <a:pt x="65" y="478"/>
                      <a:pt x="79" y="478"/>
                    </a:cubicBezTo>
                    <a:cubicBezTo>
                      <a:pt x="94" y="478"/>
                      <a:pt x="108" y="472"/>
                      <a:pt x="116" y="460"/>
                    </a:cubicBezTo>
                    <a:lnTo>
                      <a:pt x="125" y="443"/>
                    </a:lnTo>
                    <a:cubicBezTo>
                      <a:pt x="125" y="493"/>
                      <a:pt x="133" y="551"/>
                      <a:pt x="133" y="609"/>
                    </a:cubicBezTo>
                    <a:cubicBezTo>
                      <a:pt x="137" y="634"/>
                      <a:pt x="158" y="646"/>
                      <a:pt x="178" y="646"/>
                    </a:cubicBezTo>
                    <a:cubicBezTo>
                      <a:pt x="199" y="646"/>
                      <a:pt x="220" y="634"/>
                      <a:pt x="224" y="609"/>
                    </a:cubicBezTo>
                    <a:cubicBezTo>
                      <a:pt x="241" y="493"/>
                      <a:pt x="224" y="377"/>
                      <a:pt x="191" y="261"/>
                    </a:cubicBezTo>
                    <a:cubicBezTo>
                      <a:pt x="191" y="240"/>
                      <a:pt x="174" y="226"/>
                      <a:pt x="154" y="226"/>
                    </a:cubicBezTo>
                    <a:cubicBezTo>
                      <a:pt x="150" y="226"/>
                      <a:pt x="146" y="226"/>
                      <a:pt x="141" y="228"/>
                    </a:cubicBezTo>
                    <a:cubicBezTo>
                      <a:pt x="141" y="170"/>
                      <a:pt x="141" y="103"/>
                      <a:pt x="141" y="45"/>
                    </a:cubicBezTo>
                    <a:cubicBezTo>
                      <a:pt x="146" y="18"/>
                      <a:pt x="122" y="0"/>
                      <a:pt x="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9" name="Google Shape;5939;p17"/>
              <p:cNvSpPr/>
              <p:nvPr/>
            </p:nvSpPr>
            <p:spPr>
              <a:xfrm>
                <a:off x="2869575" y="4210925"/>
                <a:ext cx="6675" cy="9275"/>
              </a:xfrm>
              <a:custGeom>
                <a:rect b="b" l="l" r="r" t="t"/>
                <a:pathLst>
                  <a:path extrusionOk="0" h="371" w="267">
                    <a:moveTo>
                      <a:pt x="233" y="0"/>
                    </a:moveTo>
                    <a:cubicBezTo>
                      <a:pt x="208" y="0"/>
                      <a:pt x="183" y="0"/>
                      <a:pt x="175" y="17"/>
                    </a:cubicBezTo>
                    <a:cubicBezTo>
                      <a:pt x="167" y="33"/>
                      <a:pt x="158" y="50"/>
                      <a:pt x="150" y="58"/>
                    </a:cubicBezTo>
                    <a:lnTo>
                      <a:pt x="142" y="67"/>
                    </a:lnTo>
                    <a:lnTo>
                      <a:pt x="142" y="75"/>
                    </a:lnTo>
                    <a:lnTo>
                      <a:pt x="133" y="91"/>
                    </a:lnTo>
                    <a:cubicBezTo>
                      <a:pt x="117" y="116"/>
                      <a:pt x="109" y="141"/>
                      <a:pt x="92" y="166"/>
                    </a:cubicBezTo>
                    <a:cubicBezTo>
                      <a:pt x="92" y="183"/>
                      <a:pt x="84" y="191"/>
                      <a:pt x="75" y="207"/>
                    </a:cubicBezTo>
                    <a:lnTo>
                      <a:pt x="67" y="216"/>
                    </a:lnTo>
                    <a:lnTo>
                      <a:pt x="67" y="224"/>
                    </a:lnTo>
                    <a:lnTo>
                      <a:pt x="67" y="232"/>
                    </a:lnTo>
                    <a:cubicBezTo>
                      <a:pt x="51" y="257"/>
                      <a:pt x="34" y="274"/>
                      <a:pt x="17" y="299"/>
                    </a:cubicBezTo>
                    <a:cubicBezTo>
                      <a:pt x="1" y="315"/>
                      <a:pt x="9" y="348"/>
                      <a:pt x="26" y="365"/>
                    </a:cubicBezTo>
                    <a:cubicBezTo>
                      <a:pt x="36" y="368"/>
                      <a:pt x="46" y="370"/>
                      <a:pt x="56" y="370"/>
                    </a:cubicBezTo>
                    <a:cubicBezTo>
                      <a:pt x="70" y="370"/>
                      <a:pt x="82" y="366"/>
                      <a:pt x="92" y="357"/>
                    </a:cubicBezTo>
                    <a:cubicBezTo>
                      <a:pt x="125" y="315"/>
                      <a:pt x="158" y="265"/>
                      <a:pt x="191" y="224"/>
                    </a:cubicBezTo>
                    <a:cubicBezTo>
                      <a:pt x="200" y="216"/>
                      <a:pt x="208" y="199"/>
                      <a:pt x="208" y="191"/>
                    </a:cubicBezTo>
                    <a:cubicBezTo>
                      <a:pt x="216" y="174"/>
                      <a:pt x="233" y="166"/>
                      <a:pt x="233" y="149"/>
                    </a:cubicBezTo>
                    <a:cubicBezTo>
                      <a:pt x="249" y="116"/>
                      <a:pt x="258" y="83"/>
                      <a:pt x="258" y="58"/>
                    </a:cubicBezTo>
                    <a:cubicBezTo>
                      <a:pt x="266" y="33"/>
                      <a:pt x="249" y="9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0" name="Google Shape;5940;p17"/>
              <p:cNvSpPr/>
              <p:nvPr/>
            </p:nvSpPr>
            <p:spPr>
              <a:xfrm>
                <a:off x="2873525" y="4217675"/>
                <a:ext cx="3950" cy="6125"/>
              </a:xfrm>
              <a:custGeom>
                <a:rect b="b" l="l" r="r" t="t"/>
                <a:pathLst>
                  <a:path extrusionOk="0" h="245" w="158">
                    <a:moveTo>
                      <a:pt x="129" y="0"/>
                    </a:moveTo>
                    <a:cubicBezTo>
                      <a:pt x="120" y="0"/>
                      <a:pt x="114" y="6"/>
                      <a:pt x="108" y="12"/>
                    </a:cubicBezTo>
                    <a:cubicBezTo>
                      <a:pt x="100" y="20"/>
                      <a:pt x="100" y="29"/>
                      <a:pt x="91" y="37"/>
                    </a:cubicBezTo>
                    <a:cubicBezTo>
                      <a:pt x="83" y="45"/>
                      <a:pt x="83" y="53"/>
                      <a:pt x="75" y="62"/>
                    </a:cubicBezTo>
                    <a:cubicBezTo>
                      <a:pt x="67" y="78"/>
                      <a:pt x="67" y="87"/>
                      <a:pt x="58" y="103"/>
                    </a:cubicBezTo>
                    <a:lnTo>
                      <a:pt x="9" y="194"/>
                    </a:lnTo>
                    <a:cubicBezTo>
                      <a:pt x="0" y="211"/>
                      <a:pt x="9" y="236"/>
                      <a:pt x="25" y="244"/>
                    </a:cubicBezTo>
                    <a:cubicBezTo>
                      <a:pt x="42" y="244"/>
                      <a:pt x="67" y="244"/>
                      <a:pt x="67" y="219"/>
                    </a:cubicBezTo>
                    <a:cubicBezTo>
                      <a:pt x="83" y="194"/>
                      <a:pt x="100" y="161"/>
                      <a:pt x="116" y="128"/>
                    </a:cubicBezTo>
                    <a:cubicBezTo>
                      <a:pt x="125" y="111"/>
                      <a:pt x="133" y="95"/>
                      <a:pt x="133" y="87"/>
                    </a:cubicBezTo>
                    <a:cubicBezTo>
                      <a:pt x="141" y="78"/>
                      <a:pt x="141" y="62"/>
                      <a:pt x="149" y="62"/>
                    </a:cubicBezTo>
                    <a:cubicBezTo>
                      <a:pt x="149" y="45"/>
                      <a:pt x="149" y="37"/>
                      <a:pt x="158" y="29"/>
                    </a:cubicBezTo>
                    <a:cubicBezTo>
                      <a:pt x="158" y="20"/>
                      <a:pt x="149" y="4"/>
                      <a:pt x="141" y="4"/>
                    </a:cubicBezTo>
                    <a:cubicBezTo>
                      <a:pt x="136" y="1"/>
                      <a:pt x="132" y="0"/>
                      <a:pt x="1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1" name="Google Shape;5941;p17"/>
              <p:cNvSpPr/>
              <p:nvPr/>
            </p:nvSpPr>
            <p:spPr>
              <a:xfrm>
                <a:off x="2953225" y="4129675"/>
                <a:ext cx="13325" cy="19925"/>
              </a:xfrm>
              <a:custGeom>
                <a:rect b="b" l="l" r="r" t="t"/>
                <a:pathLst>
                  <a:path extrusionOk="0" h="797" w="533">
                    <a:moveTo>
                      <a:pt x="59" y="1"/>
                    </a:moveTo>
                    <a:cubicBezTo>
                      <a:pt x="26" y="1"/>
                      <a:pt x="1" y="43"/>
                      <a:pt x="27" y="69"/>
                    </a:cubicBezTo>
                    <a:cubicBezTo>
                      <a:pt x="110" y="168"/>
                      <a:pt x="184" y="284"/>
                      <a:pt x="242" y="408"/>
                    </a:cubicBezTo>
                    <a:cubicBezTo>
                      <a:pt x="267" y="466"/>
                      <a:pt x="284" y="533"/>
                      <a:pt x="309" y="591"/>
                    </a:cubicBezTo>
                    <a:cubicBezTo>
                      <a:pt x="325" y="665"/>
                      <a:pt x="325" y="748"/>
                      <a:pt x="392" y="790"/>
                    </a:cubicBezTo>
                    <a:cubicBezTo>
                      <a:pt x="401" y="794"/>
                      <a:pt x="410" y="796"/>
                      <a:pt x="419" y="796"/>
                    </a:cubicBezTo>
                    <a:cubicBezTo>
                      <a:pt x="442" y="796"/>
                      <a:pt x="463" y="783"/>
                      <a:pt x="474" y="765"/>
                    </a:cubicBezTo>
                    <a:cubicBezTo>
                      <a:pt x="532" y="707"/>
                      <a:pt x="483" y="599"/>
                      <a:pt x="458" y="533"/>
                    </a:cubicBezTo>
                    <a:cubicBezTo>
                      <a:pt x="433" y="466"/>
                      <a:pt x="400" y="400"/>
                      <a:pt x="367" y="334"/>
                    </a:cubicBezTo>
                    <a:cubicBezTo>
                      <a:pt x="292" y="210"/>
                      <a:pt x="201" y="102"/>
                      <a:pt x="85" y="11"/>
                    </a:cubicBezTo>
                    <a:cubicBezTo>
                      <a:pt x="76" y="4"/>
                      <a:pt x="67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2" name="Google Shape;5942;p17"/>
              <p:cNvSpPr/>
              <p:nvPr/>
            </p:nvSpPr>
            <p:spPr>
              <a:xfrm>
                <a:off x="2952650" y="4138575"/>
                <a:ext cx="3950" cy="6775"/>
              </a:xfrm>
              <a:custGeom>
                <a:rect b="b" l="l" r="r" t="t"/>
                <a:pathLst>
                  <a:path extrusionOk="0" h="271" w="158">
                    <a:moveTo>
                      <a:pt x="39" y="0"/>
                    </a:moveTo>
                    <a:cubicBezTo>
                      <a:pt x="34" y="0"/>
                      <a:pt x="30" y="1"/>
                      <a:pt x="25" y="3"/>
                    </a:cubicBezTo>
                    <a:cubicBezTo>
                      <a:pt x="9" y="19"/>
                      <a:pt x="0" y="44"/>
                      <a:pt x="9" y="61"/>
                    </a:cubicBezTo>
                    <a:cubicBezTo>
                      <a:pt x="17" y="94"/>
                      <a:pt x="34" y="135"/>
                      <a:pt x="42" y="168"/>
                    </a:cubicBezTo>
                    <a:cubicBezTo>
                      <a:pt x="50" y="185"/>
                      <a:pt x="58" y="202"/>
                      <a:pt x="67" y="210"/>
                    </a:cubicBezTo>
                    <a:cubicBezTo>
                      <a:pt x="75" y="226"/>
                      <a:pt x="75" y="235"/>
                      <a:pt x="91" y="251"/>
                    </a:cubicBezTo>
                    <a:lnTo>
                      <a:pt x="108" y="268"/>
                    </a:lnTo>
                    <a:cubicBezTo>
                      <a:pt x="112" y="270"/>
                      <a:pt x="117" y="271"/>
                      <a:pt x="122" y="271"/>
                    </a:cubicBezTo>
                    <a:cubicBezTo>
                      <a:pt x="136" y="271"/>
                      <a:pt x="149" y="262"/>
                      <a:pt x="149" y="243"/>
                    </a:cubicBezTo>
                    <a:cubicBezTo>
                      <a:pt x="149" y="235"/>
                      <a:pt x="158" y="226"/>
                      <a:pt x="158" y="218"/>
                    </a:cubicBezTo>
                    <a:cubicBezTo>
                      <a:pt x="158" y="202"/>
                      <a:pt x="149" y="193"/>
                      <a:pt x="141" y="177"/>
                    </a:cubicBezTo>
                    <a:cubicBezTo>
                      <a:pt x="141" y="160"/>
                      <a:pt x="133" y="144"/>
                      <a:pt x="125" y="127"/>
                    </a:cubicBezTo>
                    <a:cubicBezTo>
                      <a:pt x="116" y="94"/>
                      <a:pt x="100" y="61"/>
                      <a:pt x="83" y="28"/>
                    </a:cubicBezTo>
                    <a:cubicBezTo>
                      <a:pt x="76" y="14"/>
                      <a:pt x="5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3" name="Google Shape;5943;p17"/>
              <p:cNvSpPr/>
              <p:nvPr/>
            </p:nvSpPr>
            <p:spPr>
              <a:xfrm>
                <a:off x="3021000" y="4137750"/>
                <a:ext cx="4575" cy="10250"/>
              </a:xfrm>
              <a:custGeom>
                <a:rect b="b" l="l" r="r" t="t"/>
                <a:pathLst>
                  <a:path extrusionOk="0" h="410" w="183">
                    <a:moveTo>
                      <a:pt x="63" y="1"/>
                    </a:moveTo>
                    <a:cubicBezTo>
                      <a:pt x="59" y="1"/>
                      <a:pt x="55" y="1"/>
                      <a:pt x="50" y="3"/>
                    </a:cubicBezTo>
                    <a:cubicBezTo>
                      <a:pt x="25" y="3"/>
                      <a:pt x="1" y="27"/>
                      <a:pt x="9" y="61"/>
                    </a:cubicBezTo>
                    <a:cubicBezTo>
                      <a:pt x="25" y="119"/>
                      <a:pt x="34" y="185"/>
                      <a:pt x="50" y="243"/>
                    </a:cubicBezTo>
                    <a:cubicBezTo>
                      <a:pt x="59" y="276"/>
                      <a:pt x="59" y="309"/>
                      <a:pt x="75" y="342"/>
                    </a:cubicBezTo>
                    <a:cubicBezTo>
                      <a:pt x="83" y="372"/>
                      <a:pt x="97" y="410"/>
                      <a:pt x="131" y="410"/>
                    </a:cubicBezTo>
                    <a:cubicBezTo>
                      <a:pt x="134" y="410"/>
                      <a:pt x="138" y="409"/>
                      <a:pt x="141" y="409"/>
                    </a:cubicBezTo>
                    <a:cubicBezTo>
                      <a:pt x="183" y="409"/>
                      <a:pt x="183" y="351"/>
                      <a:pt x="175" y="317"/>
                    </a:cubicBezTo>
                    <a:lnTo>
                      <a:pt x="175" y="317"/>
                    </a:lnTo>
                    <a:lnTo>
                      <a:pt x="175" y="326"/>
                    </a:lnTo>
                    <a:cubicBezTo>
                      <a:pt x="175" y="293"/>
                      <a:pt x="166" y="259"/>
                      <a:pt x="158" y="235"/>
                    </a:cubicBezTo>
                    <a:cubicBezTo>
                      <a:pt x="141" y="168"/>
                      <a:pt x="125" y="102"/>
                      <a:pt x="108" y="44"/>
                    </a:cubicBezTo>
                    <a:cubicBezTo>
                      <a:pt x="101" y="22"/>
                      <a:pt x="88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4" name="Google Shape;5944;p17"/>
              <p:cNvSpPr/>
              <p:nvPr/>
            </p:nvSpPr>
            <p:spPr>
              <a:xfrm>
                <a:off x="2808375" y="4622075"/>
                <a:ext cx="5300" cy="21275"/>
              </a:xfrm>
              <a:custGeom>
                <a:rect b="b" l="l" r="r" t="t"/>
                <a:pathLst>
                  <a:path extrusionOk="0" h="851" w="212">
                    <a:moveTo>
                      <a:pt x="45" y="1"/>
                    </a:moveTo>
                    <a:cubicBezTo>
                      <a:pt x="22" y="1"/>
                      <a:pt x="0" y="16"/>
                      <a:pt x="5" y="42"/>
                    </a:cubicBezTo>
                    <a:cubicBezTo>
                      <a:pt x="30" y="175"/>
                      <a:pt x="54" y="308"/>
                      <a:pt x="71" y="440"/>
                    </a:cubicBezTo>
                    <a:cubicBezTo>
                      <a:pt x="79" y="506"/>
                      <a:pt x="96" y="573"/>
                      <a:pt x="104" y="639"/>
                    </a:cubicBezTo>
                    <a:cubicBezTo>
                      <a:pt x="112" y="705"/>
                      <a:pt x="112" y="772"/>
                      <a:pt x="137" y="830"/>
                    </a:cubicBezTo>
                    <a:cubicBezTo>
                      <a:pt x="144" y="844"/>
                      <a:pt x="157" y="851"/>
                      <a:pt x="168" y="851"/>
                    </a:cubicBezTo>
                    <a:cubicBezTo>
                      <a:pt x="184" y="851"/>
                      <a:pt x="199" y="840"/>
                      <a:pt x="204" y="821"/>
                    </a:cubicBezTo>
                    <a:cubicBezTo>
                      <a:pt x="212" y="755"/>
                      <a:pt x="204" y="697"/>
                      <a:pt x="195" y="631"/>
                    </a:cubicBezTo>
                    <a:cubicBezTo>
                      <a:pt x="187" y="564"/>
                      <a:pt x="179" y="498"/>
                      <a:pt x="170" y="432"/>
                    </a:cubicBezTo>
                    <a:cubicBezTo>
                      <a:pt x="146" y="299"/>
                      <a:pt x="121" y="167"/>
                      <a:pt x="88" y="34"/>
                    </a:cubicBezTo>
                    <a:cubicBezTo>
                      <a:pt x="84" y="11"/>
                      <a:pt x="64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5" name="Google Shape;5945;p17"/>
              <p:cNvSpPr/>
              <p:nvPr/>
            </p:nvSpPr>
            <p:spPr>
              <a:xfrm>
                <a:off x="2809925" y="4689125"/>
                <a:ext cx="7475" cy="11500"/>
              </a:xfrm>
              <a:custGeom>
                <a:rect b="b" l="l" r="r" t="t"/>
                <a:pathLst>
                  <a:path extrusionOk="0" h="460" w="299">
                    <a:moveTo>
                      <a:pt x="241" y="0"/>
                    </a:moveTo>
                    <a:cubicBezTo>
                      <a:pt x="218" y="0"/>
                      <a:pt x="197" y="10"/>
                      <a:pt x="191" y="28"/>
                    </a:cubicBezTo>
                    <a:cubicBezTo>
                      <a:pt x="166" y="95"/>
                      <a:pt x="133" y="153"/>
                      <a:pt x="100" y="219"/>
                    </a:cubicBezTo>
                    <a:cubicBezTo>
                      <a:pt x="92" y="227"/>
                      <a:pt x="84" y="244"/>
                      <a:pt x="75" y="260"/>
                    </a:cubicBezTo>
                    <a:lnTo>
                      <a:pt x="67" y="269"/>
                    </a:lnTo>
                    <a:cubicBezTo>
                      <a:pt x="67" y="285"/>
                      <a:pt x="59" y="293"/>
                      <a:pt x="50" y="302"/>
                    </a:cubicBezTo>
                    <a:cubicBezTo>
                      <a:pt x="34" y="335"/>
                      <a:pt x="26" y="368"/>
                      <a:pt x="9" y="401"/>
                    </a:cubicBezTo>
                    <a:cubicBezTo>
                      <a:pt x="1" y="418"/>
                      <a:pt x="9" y="443"/>
                      <a:pt x="26" y="451"/>
                    </a:cubicBezTo>
                    <a:cubicBezTo>
                      <a:pt x="35" y="457"/>
                      <a:pt x="45" y="460"/>
                      <a:pt x="54" y="460"/>
                    </a:cubicBezTo>
                    <a:cubicBezTo>
                      <a:pt x="68" y="460"/>
                      <a:pt x="82" y="453"/>
                      <a:pt x="92" y="443"/>
                    </a:cubicBezTo>
                    <a:cubicBezTo>
                      <a:pt x="108" y="418"/>
                      <a:pt x="133" y="393"/>
                      <a:pt x="150" y="360"/>
                    </a:cubicBezTo>
                    <a:cubicBezTo>
                      <a:pt x="175" y="327"/>
                      <a:pt x="191" y="293"/>
                      <a:pt x="208" y="260"/>
                    </a:cubicBezTo>
                    <a:cubicBezTo>
                      <a:pt x="233" y="202"/>
                      <a:pt x="266" y="136"/>
                      <a:pt x="291" y="70"/>
                    </a:cubicBezTo>
                    <a:cubicBezTo>
                      <a:pt x="299" y="45"/>
                      <a:pt x="291" y="12"/>
                      <a:pt x="266" y="3"/>
                    </a:cubicBezTo>
                    <a:cubicBezTo>
                      <a:pt x="258" y="1"/>
                      <a:pt x="249" y="0"/>
                      <a:pt x="2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6" name="Google Shape;5946;p17"/>
              <p:cNvSpPr/>
              <p:nvPr/>
            </p:nvSpPr>
            <p:spPr>
              <a:xfrm>
                <a:off x="2638775" y="4718225"/>
                <a:ext cx="38700" cy="30500"/>
              </a:xfrm>
              <a:custGeom>
                <a:rect b="b" l="l" r="r" t="t"/>
                <a:pathLst>
                  <a:path extrusionOk="0" h="1220" w="1548">
                    <a:moveTo>
                      <a:pt x="96" y="1"/>
                    </a:moveTo>
                    <a:cubicBezTo>
                      <a:pt x="48" y="1"/>
                      <a:pt x="0" y="44"/>
                      <a:pt x="28" y="99"/>
                    </a:cubicBezTo>
                    <a:cubicBezTo>
                      <a:pt x="160" y="372"/>
                      <a:pt x="417" y="579"/>
                      <a:pt x="657" y="762"/>
                    </a:cubicBezTo>
                    <a:cubicBezTo>
                      <a:pt x="782" y="853"/>
                      <a:pt x="906" y="944"/>
                      <a:pt x="1039" y="1019"/>
                    </a:cubicBezTo>
                    <a:cubicBezTo>
                      <a:pt x="1171" y="1101"/>
                      <a:pt x="1312" y="1184"/>
                      <a:pt x="1461" y="1217"/>
                    </a:cubicBezTo>
                    <a:cubicBezTo>
                      <a:pt x="1466" y="1219"/>
                      <a:pt x="1471" y="1220"/>
                      <a:pt x="1476" y="1220"/>
                    </a:cubicBezTo>
                    <a:cubicBezTo>
                      <a:pt x="1524" y="1220"/>
                      <a:pt x="1548" y="1148"/>
                      <a:pt x="1503" y="1118"/>
                    </a:cubicBezTo>
                    <a:cubicBezTo>
                      <a:pt x="1445" y="1068"/>
                      <a:pt x="1387" y="1043"/>
                      <a:pt x="1320" y="1002"/>
                    </a:cubicBezTo>
                    <a:cubicBezTo>
                      <a:pt x="1254" y="969"/>
                      <a:pt x="1196" y="927"/>
                      <a:pt x="1130" y="886"/>
                    </a:cubicBezTo>
                    <a:cubicBezTo>
                      <a:pt x="1005" y="820"/>
                      <a:pt x="881" y="737"/>
                      <a:pt x="765" y="654"/>
                    </a:cubicBezTo>
                    <a:cubicBezTo>
                      <a:pt x="541" y="480"/>
                      <a:pt x="285" y="298"/>
                      <a:pt x="160" y="41"/>
                    </a:cubicBezTo>
                    <a:cubicBezTo>
                      <a:pt x="146" y="13"/>
                      <a:pt x="121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7" name="Google Shape;5947;p17"/>
              <p:cNvSpPr/>
              <p:nvPr/>
            </p:nvSpPr>
            <p:spPr>
              <a:xfrm>
                <a:off x="2803575" y="4697475"/>
                <a:ext cx="3900" cy="9250"/>
              </a:xfrm>
              <a:custGeom>
                <a:rect b="b" l="l" r="r" t="t"/>
                <a:pathLst>
                  <a:path extrusionOk="0" h="370" w="156">
                    <a:moveTo>
                      <a:pt x="121" y="1"/>
                    </a:moveTo>
                    <a:cubicBezTo>
                      <a:pt x="108" y="1"/>
                      <a:pt x="93" y="9"/>
                      <a:pt x="89" y="26"/>
                    </a:cubicBezTo>
                    <a:cubicBezTo>
                      <a:pt x="89" y="34"/>
                      <a:pt x="89" y="51"/>
                      <a:pt x="81" y="59"/>
                    </a:cubicBezTo>
                    <a:cubicBezTo>
                      <a:pt x="81" y="75"/>
                      <a:pt x="72" y="84"/>
                      <a:pt x="72" y="100"/>
                    </a:cubicBezTo>
                    <a:cubicBezTo>
                      <a:pt x="64" y="125"/>
                      <a:pt x="56" y="150"/>
                      <a:pt x="48" y="175"/>
                    </a:cubicBezTo>
                    <a:lnTo>
                      <a:pt x="39" y="216"/>
                    </a:lnTo>
                    <a:cubicBezTo>
                      <a:pt x="31" y="233"/>
                      <a:pt x="23" y="241"/>
                      <a:pt x="23" y="258"/>
                    </a:cubicBezTo>
                    <a:cubicBezTo>
                      <a:pt x="23" y="266"/>
                      <a:pt x="23" y="283"/>
                      <a:pt x="23" y="291"/>
                    </a:cubicBezTo>
                    <a:cubicBezTo>
                      <a:pt x="14" y="307"/>
                      <a:pt x="14" y="324"/>
                      <a:pt x="6" y="341"/>
                    </a:cubicBezTo>
                    <a:cubicBezTo>
                      <a:pt x="1" y="357"/>
                      <a:pt x="16" y="369"/>
                      <a:pt x="35" y="369"/>
                    </a:cubicBezTo>
                    <a:cubicBezTo>
                      <a:pt x="45" y="369"/>
                      <a:pt x="55" y="366"/>
                      <a:pt x="64" y="357"/>
                    </a:cubicBezTo>
                    <a:cubicBezTo>
                      <a:pt x="72" y="349"/>
                      <a:pt x="81" y="332"/>
                      <a:pt x="81" y="324"/>
                    </a:cubicBezTo>
                    <a:cubicBezTo>
                      <a:pt x="89" y="316"/>
                      <a:pt x="89" y="307"/>
                      <a:pt x="97" y="299"/>
                    </a:cubicBezTo>
                    <a:lnTo>
                      <a:pt x="106" y="291"/>
                    </a:lnTo>
                    <a:cubicBezTo>
                      <a:pt x="114" y="274"/>
                      <a:pt x="122" y="258"/>
                      <a:pt x="122" y="249"/>
                    </a:cubicBezTo>
                    <a:cubicBezTo>
                      <a:pt x="130" y="233"/>
                      <a:pt x="139" y="216"/>
                      <a:pt x="139" y="200"/>
                    </a:cubicBezTo>
                    <a:cubicBezTo>
                      <a:pt x="147" y="167"/>
                      <a:pt x="155" y="142"/>
                      <a:pt x="155" y="117"/>
                    </a:cubicBezTo>
                    <a:cubicBezTo>
                      <a:pt x="155" y="100"/>
                      <a:pt x="155" y="84"/>
                      <a:pt x="147" y="67"/>
                    </a:cubicBezTo>
                    <a:cubicBezTo>
                      <a:pt x="147" y="51"/>
                      <a:pt x="147" y="34"/>
                      <a:pt x="147" y="26"/>
                    </a:cubicBezTo>
                    <a:cubicBezTo>
                      <a:pt x="147" y="9"/>
                      <a:pt x="135" y="1"/>
                      <a:pt x="1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8" name="Google Shape;5948;p17"/>
              <p:cNvSpPr/>
              <p:nvPr/>
            </p:nvSpPr>
            <p:spPr>
              <a:xfrm>
                <a:off x="2802475" y="4726975"/>
                <a:ext cx="6650" cy="8725"/>
              </a:xfrm>
              <a:custGeom>
                <a:rect b="b" l="l" r="r" t="t"/>
                <a:pathLst>
                  <a:path extrusionOk="0" h="349" w="266">
                    <a:moveTo>
                      <a:pt x="220" y="0"/>
                    </a:moveTo>
                    <a:cubicBezTo>
                      <a:pt x="210" y="0"/>
                      <a:pt x="201" y="4"/>
                      <a:pt x="191" y="14"/>
                    </a:cubicBezTo>
                    <a:cubicBezTo>
                      <a:pt x="158" y="55"/>
                      <a:pt x="133" y="97"/>
                      <a:pt x="100" y="138"/>
                    </a:cubicBezTo>
                    <a:cubicBezTo>
                      <a:pt x="67" y="180"/>
                      <a:pt x="42" y="229"/>
                      <a:pt x="17" y="271"/>
                    </a:cubicBezTo>
                    <a:cubicBezTo>
                      <a:pt x="0" y="287"/>
                      <a:pt x="0" y="321"/>
                      <a:pt x="25" y="337"/>
                    </a:cubicBezTo>
                    <a:cubicBezTo>
                      <a:pt x="36" y="345"/>
                      <a:pt x="49" y="349"/>
                      <a:pt x="61" y="349"/>
                    </a:cubicBezTo>
                    <a:cubicBezTo>
                      <a:pt x="75" y="349"/>
                      <a:pt x="87" y="343"/>
                      <a:pt x="92" y="329"/>
                    </a:cubicBezTo>
                    <a:cubicBezTo>
                      <a:pt x="125" y="279"/>
                      <a:pt x="158" y="238"/>
                      <a:pt x="183" y="188"/>
                    </a:cubicBezTo>
                    <a:cubicBezTo>
                      <a:pt x="208" y="147"/>
                      <a:pt x="232" y="97"/>
                      <a:pt x="257" y="55"/>
                    </a:cubicBezTo>
                    <a:cubicBezTo>
                      <a:pt x="266" y="39"/>
                      <a:pt x="257" y="14"/>
                      <a:pt x="241" y="6"/>
                    </a:cubicBezTo>
                    <a:cubicBezTo>
                      <a:pt x="234" y="2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9" name="Google Shape;5949;p17"/>
              <p:cNvSpPr/>
              <p:nvPr/>
            </p:nvSpPr>
            <p:spPr>
              <a:xfrm>
                <a:off x="2818225" y="4715225"/>
                <a:ext cx="4975" cy="7600"/>
              </a:xfrm>
              <a:custGeom>
                <a:rect b="b" l="l" r="r" t="t"/>
                <a:pathLst>
                  <a:path extrusionOk="0" h="304" w="199">
                    <a:moveTo>
                      <a:pt x="152" y="0"/>
                    </a:moveTo>
                    <a:cubicBezTo>
                      <a:pt x="138" y="0"/>
                      <a:pt x="122" y="10"/>
                      <a:pt x="116" y="28"/>
                    </a:cubicBezTo>
                    <a:cubicBezTo>
                      <a:pt x="83" y="95"/>
                      <a:pt x="42" y="169"/>
                      <a:pt x="8" y="244"/>
                    </a:cubicBezTo>
                    <a:cubicBezTo>
                      <a:pt x="0" y="260"/>
                      <a:pt x="8" y="293"/>
                      <a:pt x="33" y="302"/>
                    </a:cubicBezTo>
                    <a:cubicBezTo>
                      <a:pt x="38" y="303"/>
                      <a:pt x="42" y="304"/>
                      <a:pt x="47" y="304"/>
                    </a:cubicBezTo>
                    <a:cubicBezTo>
                      <a:pt x="67" y="304"/>
                      <a:pt x="84" y="290"/>
                      <a:pt x="91" y="277"/>
                    </a:cubicBezTo>
                    <a:cubicBezTo>
                      <a:pt x="124" y="202"/>
                      <a:pt x="157" y="128"/>
                      <a:pt x="191" y="53"/>
                    </a:cubicBezTo>
                    <a:cubicBezTo>
                      <a:pt x="199" y="37"/>
                      <a:pt x="191" y="12"/>
                      <a:pt x="174" y="3"/>
                    </a:cubicBezTo>
                    <a:lnTo>
                      <a:pt x="166" y="3"/>
                    </a:lnTo>
                    <a:cubicBezTo>
                      <a:pt x="162" y="1"/>
                      <a:pt x="157" y="0"/>
                      <a:pt x="1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0" name="Google Shape;5950;p17"/>
              <p:cNvSpPr/>
              <p:nvPr/>
            </p:nvSpPr>
            <p:spPr>
              <a:xfrm>
                <a:off x="2789825" y="4589150"/>
                <a:ext cx="11625" cy="18500"/>
              </a:xfrm>
              <a:custGeom>
                <a:rect b="b" l="l" r="r" t="t"/>
                <a:pathLst>
                  <a:path extrusionOk="0" h="740" w="465">
                    <a:moveTo>
                      <a:pt x="89" y="1"/>
                    </a:moveTo>
                    <a:cubicBezTo>
                      <a:pt x="49" y="1"/>
                      <a:pt x="9" y="30"/>
                      <a:pt x="9" y="75"/>
                    </a:cubicBezTo>
                    <a:cubicBezTo>
                      <a:pt x="1" y="150"/>
                      <a:pt x="42" y="208"/>
                      <a:pt x="84" y="266"/>
                    </a:cubicBezTo>
                    <a:cubicBezTo>
                      <a:pt x="117" y="324"/>
                      <a:pt x="150" y="373"/>
                      <a:pt x="192" y="423"/>
                    </a:cubicBezTo>
                    <a:cubicBezTo>
                      <a:pt x="225" y="473"/>
                      <a:pt x="258" y="514"/>
                      <a:pt x="291" y="564"/>
                    </a:cubicBezTo>
                    <a:cubicBezTo>
                      <a:pt x="324" y="605"/>
                      <a:pt x="357" y="647"/>
                      <a:pt x="366" y="705"/>
                    </a:cubicBezTo>
                    <a:cubicBezTo>
                      <a:pt x="369" y="729"/>
                      <a:pt x="387" y="739"/>
                      <a:pt x="404" y="739"/>
                    </a:cubicBezTo>
                    <a:cubicBezTo>
                      <a:pt x="424" y="739"/>
                      <a:pt x="444" y="727"/>
                      <a:pt x="448" y="705"/>
                    </a:cubicBezTo>
                    <a:cubicBezTo>
                      <a:pt x="457" y="647"/>
                      <a:pt x="465" y="581"/>
                      <a:pt x="448" y="523"/>
                    </a:cubicBezTo>
                    <a:cubicBezTo>
                      <a:pt x="432" y="465"/>
                      <a:pt x="399" y="407"/>
                      <a:pt x="374" y="349"/>
                    </a:cubicBezTo>
                    <a:cubicBezTo>
                      <a:pt x="341" y="282"/>
                      <a:pt x="308" y="224"/>
                      <a:pt x="266" y="166"/>
                    </a:cubicBezTo>
                    <a:cubicBezTo>
                      <a:pt x="233" y="100"/>
                      <a:pt x="192" y="34"/>
                      <a:pt x="125" y="9"/>
                    </a:cubicBezTo>
                    <a:cubicBezTo>
                      <a:pt x="114" y="3"/>
                      <a:pt x="102" y="1"/>
                      <a:pt x="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1" name="Google Shape;5951;p17"/>
              <p:cNvSpPr/>
              <p:nvPr/>
            </p:nvSpPr>
            <p:spPr>
              <a:xfrm>
                <a:off x="2783050" y="4576975"/>
                <a:ext cx="2875" cy="4325"/>
              </a:xfrm>
              <a:custGeom>
                <a:rect b="b" l="l" r="r" t="t"/>
                <a:pathLst>
                  <a:path extrusionOk="0" h="173" w="115">
                    <a:moveTo>
                      <a:pt x="24" y="0"/>
                    </a:moveTo>
                    <a:cubicBezTo>
                      <a:pt x="12" y="0"/>
                      <a:pt x="1" y="12"/>
                      <a:pt x="7" y="24"/>
                    </a:cubicBezTo>
                    <a:cubicBezTo>
                      <a:pt x="7" y="32"/>
                      <a:pt x="7" y="48"/>
                      <a:pt x="7" y="57"/>
                    </a:cubicBezTo>
                    <a:cubicBezTo>
                      <a:pt x="7" y="65"/>
                      <a:pt x="15" y="82"/>
                      <a:pt x="15" y="90"/>
                    </a:cubicBezTo>
                    <a:cubicBezTo>
                      <a:pt x="23" y="106"/>
                      <a:pt x="32" y="131"/>
                      <a:pt x="32" y="148"/>
                    </a:cubicBezTo>
                    <a:cubicBezTo>
                      <a:pt x="40" y="156"/>
                      <a:pt x="48" y="164"/>
                      <a:pt x="57" y="173"/>
                    </a:cubicBezTo>
                    <a:lnTo>
                      <a:pt x="98" y="173"/>
                    </a:lnTo>
                    <a:cubicBezTo>
                      <a:pt x="106" y="164"/>
                      <a:pt x="106" y="156"/>
                      <a:pt x="115" y="148"/>
                    </a:cubicBezTo>
                    <a:lnTo>
                      <a:pt x="115" y="123"/>
                    </a:lnTo>
                    <a:cubicBezTo>
                      <a:pt x="115" y="123"/>
                      <a:pt x="115" y="115"/>
                      <a:pt x="106" y="106"/>
                    </a:cubicBezTo>
                    <a:lnTo>
                      <a:pt x="73" y="57"/>
                    </a:lnTo>
                    <a:cubicBezTo>
                      <a:pt x="73" y="48"/>
                      <a:pt x="65" y="40"/>
                      <a:pt x="57" y="32"/>
                    </a:cubicBezTo>
                    <a:cubicBezTo>
                      <a:pt x="57" y="24"/>
                      <a:pt x="48" y="15"/>
                      <a:pt x="40" y="7"/>
                    </a:cubicBezTo>
                    <a:cubicBezTo>
                      <a:pt x="35" y="2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2" name="Google Shape;5952;p17"/>
              <p:cNvSpPr/>
              <p:nvPr/>
            </p:nvSpPr>
            <p:spPr>
              <a:xfrm>
                <a:off x="2829200" y="4508375"/>
                <a:ext cx="3950" cy="13575"/>
              </a:xfrm>
              <a:custGeom>
                <a:rect b="b" l="l" r="r" t="t"/>
                <a:pathLst>
                  <a:path extrusionOk="0" h="543" w="158">
                    <a:moveTo>
                      <a:pt x="75" y="0"/>
                    </a:moveTo>
                    <a:cubicBezTo>
                      <a:pt x="50" y="0"/>
                      <a:pt x="33" y="17"/>
                      <a:pt x="25" y="42"/>
                    </a:cubicBezTo>
                    <a:cubicBezTo>
                      <a:pt x="8" y="125"/>
                      <a:pt x="0" y="207"/>
                      <a:pt x="8" y="290"/>
                    </a:cubicBezTo>
                    <a:cubicBezTo>
                      <a:pt x="17" y="373"/>
                      <a:pt x="42" y="464"/>
                      <a:pt x="91" y="531"/>
                    </a:cubicBezTo>
                    <a:cubicBezTo>
                      <a:pt x="100" y="539"/>
                      <a:pt x="110" y="543"/>
                      <a:pt x="120" y="543"/>
                    </a:cubicBezTo>
                    <a:cubicBezTo>
                      <a:pt x="139" y="543"/>
                      <a:pt x="158" y="528"/>
                      <a:pt x="158" y="506"/>
                    </a:cubicBezTo>
                    <a:cubicBezTo>
                      <a:pt x="141" y="431"/>
                      <a:pt x="116" y="357"/>
                      <a:pt x="108" y="282"/>
                    </a:cubicBezTo>
                    <a:cubicBezTo>
                      <a:pt x="100" y="199"/>
                      <a:pt x="100" y="125"/>
                      <a:pt x="116" y="50"/>
                    </a:cubicBezTo>
                    <a:cubicBezTo>
                      <a:pt x="116" y="25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3" name="Google Shape;5953;p17"/>
              <p:cNvSpPr/>
              <p:nvPr/>
            </p:nvSpPr>
            <p:spPr>
              <a:xfrm>
                <a:off x="2836650" y="4515575"/>
                <a:ext cx="3125" cy="11400"/>
              </a:xfrm>
              <a:custGeom>
                <a:rect b="b" l="l" r="r" t="t"/>
                <a:pathLst>
                  <a:path extrusionOk="0" h="456" w="125">
                    <a:moveTo>
                      <a:pt x="62" y="1"/>
                    </a:moveTo>
                    <a:cubicBezTo>
                      <a:pt x="36" y="1"/>
                      <a:pt x="17" y="22"/>
                      <a:pt x="17" y="44"/>
                    </a:cubicBezTo>
                    <a:cubicBezTo>
                      <a:pt x="0" y="110"/>
                      <a:pt x="0" y="185"/>
                      <a:pt x="0" y="251"/>
                    </a:cubicBezTo>
                    <a:cubicBezTo>
                      <a:pt x="9" y="284"/>
                      <a:pt x="17" y="317"/>
                      <a:pt x="17" y="350"/>
                    </a:cubicBezTo>
                    <a:cubicBezTo>
                      <a:pt x="34" y="383"/>
                      <a:pt x="42" y="417"/>
                      <a:pt x="67" y="441"/>
                    </a:cubicBezTo>
                    <a:cubicBezTo>
                      <a:pt x="73" y="451"/>
                      <a:pt x="82" y="456"/>
                      <a:pt x="91" y="456"/>
                    </a:cubicBezTo>
                    <a:cubicBezTo>
                      <a:pt x="104" y="456"/>
                      <a:pt x="116" y="445"/>
                      <a:pt x="116" y="425"/>
                    </a:cubicBezTo>
                    <a:cubicBezTo>
                      <a:pt x="125" y="392"/>
                      <a:pt x="125" y="359"/>
                      <a:pt x="116" y="325"/>
                    </a:cubicBezTo>
                    <a:cubicBezTo>
                      <a:pt x="116" y="317"/>
                      <a:pt x="116" y="301"/>
                      <a:pt x="116" y="284"/>
                    </a:cubicBezTo>
                    <a:lnTo>
                      <a:pt x="116" y="251"/>
                    </a:lnTo>
                    <a:cubicBezTo>
                      <a:pt x="116" y="218"/>
                      <a:pt x="116" y="185"/>
                      <a:pt x="116" y="160"/>
                    </a:cubicBezTo>
                    <a:cubicBezTo>
                      <a:pt x="116" y="127"/>
                      <a:pt x="116" y="93"/>
                      <a:pt x="125" y="60"/>
                    </a:cubicBezTo>
                    <a:cubicBezTo>
                      <a:pt x="125" y="35"/>
                      <a:pt x="100" y="2"/>
                      <a:pt x="75" y="2"/>
                    </a:cubicBezTo>
                    <a:cubicBezTo>
                      <a:pt x="71" y="1"/>
                      <a:pt x="66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4" name="Google Shape;5954;p17"/>
              <p:cNvSpPr/>
              <p:nvPr/>
            </p:nvSpPr>
            <p:spPr>
              <a:xfrm>
                <a:off x="2867300" y="4525975"/>
                <a:ext cx="3750" cy="6100"/>
              </a:xfrm>
              <a:custGeom>
                <a:rect b="b" l="l" r="r" t="t"/>
                <a:pathLst>
                  <a:path extrusionOk="0" h="244" w="150">
                    <a:moveTo>
                      <a:pt x="125" y="1"/>
                    </a:moveTo>
                    <a:cubicBezTo>
                      <a:pt x="125" y="1"/>
                      <a:pt x="125" y="1"/>
                      <a:pt x="125" y="1"/>
                    </a:cubicBezTo>
                    <a:lnTo>
                      <a:pt x="125" y="1"/>
                    </a:lnTo>
                    <a:cubicBezTo>
                      <a:pt x="128" y="1"/>
                      <a:pt x="131" y="1"/>
                      <a:pt x="133" y="1"/>
                    </a:cubicBezTo>
                    <a:close/>
                    <a:moveTo>
                      <a:pt x="125" y="1"/>
                    </a:moveTo>
                    <a:cubicBezTo>
                      <a:pt x="112" y="1"/>
                      <a:pt x="99" y="3"/>
                      <a:pt x="92" y="17"/>
                    </a:cubicBezTo>
                    <a:cubicBezTo>
                      <a:pt x="75" y="25"/>
                      <a:pt x="67" y="42"/>
                      <a:pt x="59" y="59"/>
                    </a:cubicBezTo>
                    <a:cubicBezTo>
                      <a:pt x="59" y="75"/>
                      <a:pt x="50" y="83"/>
                      <a:pt x="42" y="100"/>
                    </a:cubicBezTo>
                    <a:cubicBezTo>
                      <a:pt x="34" y="125"/>
                      <a:pt x="17" y="150"/>
                      <a:pt x="9" y="183"/>
                    </a:cubicBezTo>
                    <a:cubicBezTo>
                      <a:pt x="1" y="199"/>
                      <a:pt x="9" y="233"/>
                      <a:pt x="34" y="241"/>
                    </a:cubicBezTo>
                    <a:cubicBezTo>
                      <a:pt x="40" y="243"/>
                      <a:pt x="47" y="244"/>
                      <a:pt x="54" y="244"/>
                    </a:cubicBezTo>
                    <a:cubicBezTo>
                      <a:pt x="74" y="244"/>
                      <a:pt x="94" y="235"/>
                      <a:pt x="100" y="216"/>
                    </a:cubicBezTo>
                    <a:cubicBezTo>
                      <a:pt x="108" y="191"/>
                      <a:pt x="117" y="158"/>
                      <a:pt x="125" y="133"/>
                    </a:cubicBezTo>
                    <a:cubicBezTo>
                      <a:pt x="133" y="117"/>
                      <a:pt x="133" y="108"/>
                      <a:pt x="142" y="92"/>
                    </a:cubicBezTo>
                    <a:cubicBezTo>
                      <a:pt x="142" y="83"/>
                      <a:pt x="150" y="75"/>
                      <a:pt x="150" y="67"/>
                    </a:cubicBezTo>
                    <a:cubicBezTo>
                      <a:pt x="150" y="59"/>
                      <a:pt x="150" y="50"/>
                      <a:pt x="150" y="42"/>
                    </a:cubicBezTo>
                    <a:cubicBezTo>
                      <a:pt x="150" y="25"/>
                      <a:pt x="142" y="9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5" name="Google Shape;5955;p17"/>
              <p:cNvSpPr/>
              <p:nvPr/>
            </p:nvSpPr>
            <p:spPr>
              <a:xfrm>
                <a:off x="2879950" y="4529050"/>
                <a:ext cx="1675" cy="1300"/>
              </a:xfrm>
              <a:custGeom>
                <a:rect b="b" l="l" r="r" t="t"/>
                <a:pathLst>
                  <a:path extrusionOk="0" h="52" w="67">
                    <a:moveTo>
                      <a:pt x="40" y="1"/>
                    </a:moveTo>
                    <a:cubicBezTo>
                      <a:pt x="38" y="1"/>
                      <a:pt x="36" y="1"/>
                      <a:pt x="33" y="2"/>
                    </a:cubicBezTo>
                    <a:cubicBezTo>
                      <a:pt x="0" y="2"/>
                      <a:pt x="0" y="52"/>
                      <a:pt x="33" y="52"/>
                    </a:cubicBezTo>
                    <a:cubicBezTo>
                      <a:pt x="64" y="44"/>
                      <a:pt x="66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6" name="Google Shape;5956;p17"/>
              <p:cNvSpPr/>
              <p:nvPr/>
            </p:nvSpPr>
            <p:spPr>
              <a:xfrm>
                <a:off x="2882625" y="4530950"/>
                <a:ext cx="3750" cy="6450"/>
              </a:xfrm>
              <a:custGeom>
                <a:rect b="b" l="l" r="r" t="t"/>
                <a:pathLst>
                  <a:path extrusionOk="0" h="258" w="150">
                    <a:moveTo>
                      <a:pt x="100" y="0"/>
                    </a:moveTo>
                    <a:cubicBezTo>
                      <a:pt x="92" y="0"/>
                      <a:pt x="75" y="9"/>
                      <a:pt x="75" y="17"/>
                    </a:cubicBezTo>
                    <a:cubicBezTo>
                      <a:pt x="67" y="34"/>
                      <a:pt x="59" y="42"/>
                      <a:pt x="51" y="58"/>
                    </a:cubicBezTo>
                    <a:cubicBezTo>
                      <a:pt x="51" y="75"/>
                      <a:pt x="42" y="83"/>
                      <a:pt x="34" y="100"/>
                    </a:cubicBezTo>
                    <a:cubicBezTo>
                      <a:pt x="26" y="125"/>
                      <a:pt x="17" y="150"/>
                      <a:pt x="9" y="183"/>
                    </a:cubicBezTo>
                    <a:cubicBezTo>
                      <a:pt x="1" y="208"/>
                      <a:pt x="17" y="241"/>
                      <a:pt x="51" y="257"/>
                    </a:cubicBezTo>
                    <a:cubicBezTo>
                      <a:pt x="59" y="257"/>
                      <a:pt x="75" y="257"/>
                      <a:pt x="92" y="249"/>
                    </a:cubicBezTo>
                    <a:cubicBezTo>
                      <a:pt x="109" y="241"/>
                      <a:pt x="117" y="224"/>
                      <a:pt x="117" y="208"/>
                    </a:cubicBezTo>
                    <a:cubicBezTo>
                      <a:pt x="125" y="183"/>
                      <a:pt x="133" y="158"/>
                      <a:pt x="133" y="125"/>
                    </a:cubicBezTo>
                    <a:lnTo>
                      <a:pt x="142" y="92"/>
                    </a:lnTo>
                    <a:cubicBezTo>
                      <a:pt x="150" y="83"/>
                      <a:pt x="150" y="75"/>
                      <a:pt x="150" y="67"/>
                    </a:cubicBezTo>
                    <a:lnTo>
                      <a:pt x="150" y="50"/>
                    </a:lnTo>
                    <a:cubicBezTo>
                      <a:pt x="150" y="34"/>
                      <a:pt x="150" y="25"/>
                      <a:pt x="142" y="17"/>
                    </a:cubicBezTo>
                    <a:cubicBezTo>
                      <a:pt x="142" y="9"/>
                      <a:pt x="133" y="9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7" name="Google Shape;5957;p17"/>
              <p:cNvSpPr/>
              <p:nvPr/>
            </p:nvSpPr>
            <p:spPr>
              <a:xfrm>
                <a:off x="2992000" y="4463525"/>
                <a:ext cx="3550" cy="9250"/>
              </a:xfrm>
              <a:custGeom>
                <a:rect b="b" l="l" r="r" t="t"/>
                <a:pathLst>
                  <a:path extrusionOk="0" h="370" w="142">
                    <a:moveTo>
                      <a:pt x="71" y="0"/>
                    </a:moveTo>
                    <a:cubicBezTo>
                      <a:pt x="59" y="0"/>
                      <a:pt x="46" y="5"/>
                      <a:pt x="34" y="13"/>
                    </a:cubicBezTo>
                    <a:cubicBezTo>
                      <a:pt x="1" y="38"/>
                      <a:pt x="9" y="79"/>
                      <a:pt x="9" y="112"/>
                    </a:cubicBezTo>
                    <a:lnTo>
                      <a:pt x="17" y="187"/>
                    </a:lnTo>
                    <a:lnTo>
                      <a:pt x="25" y="328"/>
                    </a:lnTo>
                    <a:cubicBezTo>
                      <a:pt x="25" y="353"/>
                      <a:pt x="50" y="369"/>
                      <a:pt x="75" y="369"/>
                    </a:cubicBezTo>
                    <a:cubicBezTo>
                      <a:pt x="100" y="369"/>
                      <a:pt x="125" y="353"/>
                      <a:pt x="125" y="328"/>
                    </a:cubicBezTo>
                    <a:cubicBezTo>
                      <a:pt x="125" y="278"/>
                      <a:pt x="125" y="228"/>
                      <a:pt x="133" y="187"/>
                    </a:cubicBezTo>
                    <a:cubicBezTo>
                      <a:pt x="133" y="162"/>
                      <a:pt x="133" y="137"/>
                      <a:pt x="133" y="121"/>
                    </a:cubicBezTo>
                    <a:cubicBezTo>
                      <a:pt x="133" y="79"/>
                      <a:pt x="141" y="38"/>
                      <a:pt x="108" y="13"/>
                    </a:cubicBezTo>
                    <a:cubicBezTo>
                      <a:pt x="96" y="5"/>
                      <a:pt x="83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8" name="Google Shape;5958;p17"/>
              <p:cNvSpPr/>
              <p:nvPr/>
            </p:nvSpPr>
            <p:spPr>
              <a:xfrm>
                <a:off x="2995100" y="4467250"/>
                <a:ext cx="3350" cy="8450"/>
              </a:xfrm>
              <a:custGeom>
                <a:rect b="b" l="l" r="r" t="t"/>
                <a:pathLst>
                  <a:path extrusionOk="0" h="338" w="134">
                    <a:moveTo>
                      <a:pt x="98" y="0"/>
                    </a:moveTo>
                    <a:cubicBezTo>
                      <a:pt x="90" y="0"/>
                      <a:pt x="82" y="4"/>
                      <a:pt x="75" y="13"/>
                    </a:cubicBezTo>
                    <a:cubicBezTo>
                      <a:pt x="67" y="30"/>
                      <a:pt x="59" y="54"/>
                      <a:pt x="51" y="71"/>
                    </a:cubicBezTo>
                    <a:cubicBezTo>
                      <a:pt x="42" y="88"/>
                      <a:pt x="34" y="104"/>
                      <a:pt x="34" y="112"/>
                    </a:cubicBezTo>
                    <a:cubicBezTo>
                      <a:pt x="34" y="129"/>
                      <a:pt x="26" y="137"/>
                      <a:pt x="26" y="146"/>
                    </a:cubicBezTo>
                    <a:cubicBezTo>
                      <a:pt x="17" y="195"/>
                      <a:pt x="9" y="237"/>
                      <a:pt x="1" y="286"/>
                    </a:cubicBezTo>
                    <a:cubicBezTo>
                      <a:pt x="1" y="311"/>
                      <a:pt x="17" y="336"/>
                      <a:pt x="42" y="336"/>
                    </a:cubicBezTo>
                    <a:cubicBezTo>
                      <a:pt x="47" y="337"/>
                      <a:pt x="51" y="338"/>
                      <a:pt x="55" y="338"/>
                    </a:cubicBezTo>
                    <a:cubicBezTo>
                      <a:pt x="80" y="338"/>
                      <a:pt x="93" y="316"/>
                      <a:pt x="100" y="295"/>
                    </a:cubicBezTo>
                    <a:cubicBezTo>
                      <a:pt x="109" y="253"/>
                      <a:pt x="117" y="212"/>
                      <a:pt x="125" y="162"/>
                    </a:cubicBezTo>
                    <a:cubicBezTo>
                      <a:pt x="125" y="154"/>
                      <a:pt x="133" y="137"/>
                      <a:pt x="133" y="129"/>
                    </a:cubicBezTo>
                    <a:cubicBezTo>
                      <a:pt x="133" y="121"/>
                      <a:pt x="133" y="104"/>
                      <a:pt x="133" y="88"/>
                    </a:cubicBezTo>
                    <a:cubicBezTo>
                      <a:pt x="133" y="71"/>
                      <a:pt x="133" y="46"/>
                      <a:pt x="125" y="21"/>
                    </a:cubicBezTo>
                    <a:cubicBezTo>
                      <a:pt x="125" y="11"/>
                      <a:pt x="112" y="0"/>
                      <a:pt x="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9" name="Google Shape;5959;p17"/>
              <p:cNvSpPr/>
              <p:nvPr/>
            </p:nvSpPr>
            <p:spPr>
              <a:xfrm>
                <a:off x="2648975" y="4692775"/>
                <a:ext cx="3975" cy="6600"/>
              </a:xfrm>
              <a:custGeom>
                <a:rect b="b" l="l" r="r" t="t"/>
                <a:pathLst>
                  <a:path extrusionOk="0" h="264" w="159">
                    <a:moveTo>
                      <a:pt x="58" y="0"/>
                    </a:moveTo>
                    <a:cubicBezTo>
                      <a:pt x="51" y="0"/>
                      <a:pt x="42" y="2"/>
                      <a:pt x="34" y="7"/>
                    </a:cubicBezTo>
                    <a:cubicBezTo>
                      <a:pt x="9" y="15"/>
                      <a:pt x="1" y="31"/>
                      <a:pt x="9" y="56"/>
                    </a:cubicBezTo>
                    <a:lnTo>
                      <a:pt x="34" y="222"/>
                    </a:lnTo>
                    <a:cubicBezTo>
                      <a:pt x="34" y="239"/>
                      <a:pt x="51" y="247"/>
                      <a:pt x="59" y="255"/>
                    </a:cubicBezTo>
                    <a:cubicBezTo>
                      <a:pt x="75" y="263"/>
                      <a:pt x="92" y="263"/>
                      <a:pt x="109" y="263"/>
                    </a:cubicBezTo>
                    <a:cubicBezTo>
                      <a:pt x="125" y="255"/>
                      <a:pt x="133" y="247"/>
                      <a:pt x="142" y="239"/>
                    </a:cubicBezTo>
                    <a:cubicBezTo>
                      <a:pt x="150" y="222"/>
                      <a:pt x="158" y="205"/>
                      <a:pt x="150" y="189"/>
                    </a:cubicBezTo>
                    <a:cubicBezTo>
                      <a:pt x="133" y="139"/>
                      <a:pt x="117" y="89"/>
                      <a:pt x="92" y="31"/>
                    </a:cubicBezTo>
                    <a:cubicBezTo>
                      <a:pt x="92" y="23"/>
                      <a:pt x="84" y="15"/>
                      <a:pt x="75" y="7"/>
                    </a:cubicBezTo>
                    <a:cubicBezTo>
                      <a:pt x="71" y="2"/>
                      <a:pt x="65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60" name="Google Shape;5960;p17"/>
              <p:cNvSpPr/>
              <p:nvPr/>
            </p:nvSpPr>
            <p:spPr>
              <a:xfrm>
                <a:off x="2983500" y="4026675"/>
                <a:ext cx="8325" cy="11100"/>
              </a:xfrm>
              <a:custGeom>
                <a:rect b="b" l="l" r="r" t="t"/>
                <a:pathLst>
                  <a:path extrusionOk="0" h="444" w="333">
                    <a:moveTo>
                      <a:pt x="75" y="0"/>
                    </a:moveTo>
                    <a:cubicBezTo>
                      <a:pt x="61" y="0"/>
                      <a:pt x="46" y="5"/>
                      <a:pt x="34" y="13"/>
                    </a:cubicBezTo>
                    <a:cubicBezTo>
                      <a:pt x="9" y="29"/>
                      <a:pt x="1" y="63"/>
                      <a:pt x="17" y="87"/>
                    </a:cubicBezTo>
                    <a:cubicBezTo>
                      <a:pt x="59" y="137"/>
                      <a:pt x="100" y="195"/>
                      <a:pt x="125" y="261"/>
                    </a:cubicBezTo>
                    <a:cubicBezTo>
                      <a:pt x="142" y="295"/>
                      <a:pt x="158" y="319"/>
                      <a:pt x="175" y="353"/>
                    </a:cubicBezTo>
                    <a:cubicBezTo>
                      <a:pt x="183" y="361"/>
                      <a:pt x="183" y="369"/>
                      <a:pt x="191" y="377"/>
                    </a:cubicBezTo>
                    <a:lnTo>
                      <a:pt x="200" y="386"/>
                    </a:lnTo>
                    <a:lnTo>
                      <a:pt x="208" y="394"/>
                    </a:lnTo>
                    <a:cubicBezTo>
                      <a:pt x="208" y="394"/>
                      <a:pt x="216" y="402"/>
                      <a:pt x="216" y="411"/>
                    </a:cubicBezTo>
                    <a:cubicBezTo>
                      <a:pt x="233" y="427"/>
                      <a:pt x="241" y="435"/>
                      <a:pt x="258" y="444"/>
                    </a:cubicBezTo>
                    <a:cubicBezTo>
                      <a:pt x="283" y="444"/>
                      <a:pt x="307" y="435"/>
                      <a:pt x="316" y="419"/>
                    </a:cubicBezTo>
                    <a:cubicBezTo>
                      <a:pt x="324" y="402"/>
                      <a:pt x="332" y="386"/>
                      <a:pt x="324" y="377"/>
                    </a:cubicBezTo>
                    <a:cubicBezTo>
                      <a:pt x="324" y="361"/>
                      <a:pt x="324" y="353"/>
                      <a:pt x="324" y="344"/>
                    </a:cubicBezTo>
                    <a:cubicBezTo>
                      <a:pt x="316" y="319"/>
                      <a:pt x="316" y="303"/>
                      <a:pt x="307" y="286"/>
                    </a:cubicBezTo>
                    <a:cubicBezTo>
                      <a:pt x="291" y="253"/>
                      <a:pt x="266" y="220"/>
                      <a:pt x="249" y="187"/>
                    </a:cubicBezTo>
                    <a:cubicBezTo>
                      <a:pt x="208" y="129"/>
                      <a:pt x="167" y="71"/>
                      <a:pt x="117" y="13"/>
                    </a:cubicBezTo>
                    <a:cubicBezTo>
                      <a:pt x="104" y="5"/>
                      <a:pt x="9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61" name="Google Shape;5961;p17"/>
              <p:cNvSpPr/>
              <p:nvPr/>
            </p:nvSpPr>
            <p:spPr>
              <a:xfrm>
                <a:off x="2992825" y="4024650"/>
                <a:ext cx="3975" cy="8825"/>
              </a:xfrm>
              <a:custGeom>
                <a:rect b="b" l="l" r="r" t="t"/>
                <a:pathLst>
                  <a:path extrusionOk="0" h="353" w="159">
                    <a:moveTo>
                      <a:pt x="55" y="1"/>
                    </a:moveTo>
                    <a:cubicBezTo>
                      <a:pt x="51" y="1"/>
                      <a:pt x="47" y="1"/>
                      <a:pt x="42" y="3"/>
                    </a:cubicBezTo>
                    <a:cubicBezTo>
                      <a:pt x="17" y="11"/>
                      <a:pt x="1" y="36"/>
                      <a:pt x="9" y="61"/>
                    </a:cubicBezTo>
                    <a:cubicBezTo>
                      <a:pt x="17" y="102"/>
                      <a:pt x="34" y="152"/>
                      <a:pt x="42" y="193"/>
                    </a:cubicBezTo>
                    <a:lnTo>
                      <a:pt x="42" y="202"/>
                    </a:lnTo>
                    <a:cubicBezTo>
                      <a:pt x="50" y="218"/>
                      <a:pt x="59" y="243"/>
                      <a:pt x="67" y="268"/>
                    </a:cubicBezTo>
                    <a:cubicBezTo>
                      <a:pt x="67" y="276"/>
                      <a:pt x="67" y="284"/>
                      <a:pt x="75" y="301"/>
                    </a:cubicBezTo>
                    <a:cubicBezTo>
                      <a:pt x="75" y="309"/>
                      <a:pt x="84" y="326"/>
                      <a:pt x="92" y="334"/>
                    </a:cubicBezTo>
                    <a:cubicBezTo>
                      <a:pt x="98" y="347"/>
                      <a:pt x="109" y="352"/>
                      <a:pt x="121" y="352"/>
                    </a:cubicBezTo>
                    <a:cubicBezTo>
                      <a:pt x="139" y="352"/>
                      <a:pt x="158" y="338"/>
                      <a:pt x="158" y="318"/>
                    </a:cubicBezTo>
                    <a:cubicBezTo>
                      <a:pt x="158" y="301"/>
                      <a:pt x="158" y="284"/>
                      <a:pt x="158" y="276"/>
                    </a:cubicBezTo>
                    <a:cubicBezTo>
                      <a:pt x="158" y="260"/>
                      <a:pt x="150" y="251"/>
                      <a:pt x="150" y="243"/>
                    </a:cubicBezTo>
                    <a:cubicBezTo>
                      <a:pt x="142" y="218"/>
                      <a:pt x="142" y="193"/>
                      <a:pt x="133" y="168"/>
                    </a:cubicBezTo>
                    <a:cubicBezTo>
                      <a:pt x="125" y="127"/>
                      <a:pt x="108" y="77"/>
                      <a:pt x="100" y="36"/>
                    </a:cubicBezTo>
                    <a:cubicBezTo>
                      <a:pt x="93" y="15"/>
                      <a:pt x="75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962" name="Google Shape;5962;p17"/>
          <p:cNvGrpSpPr/>
          <p:nvPr/>
        </p:nvGrpSpPr>
        <p:grpSpPr>
          <a:xfrm>
            <a:off x="279648" y="3842322"/>
            <a:ext cx="1203317" cy="1085405"/>
            <a:chOff x="618234" y="2296066"/>
            <a:chExt cx="2372938" cy="2140415"/>
          </a:xfrm>
        </p:grpSpPr>
        <p:sp>
          <p:nvSpPr>
            <p:cNvPr id="5963" name="Google Shape;5963;p17"/>
            <p:cNvSpPr/>
            <p:nvPr/>
          </p:nvSpPr>
          <p:spPr>
            <a:xfrm>
              <a:off x="1940059" y="4069881"/>
              <a:ext cx="366600" cy="3666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4" name="Google Shape;5964;p17"/>
            <p:cNvSpPr/>
            <p:nvPr/>
          </p:nvSpPr>
          <p:spPr>
            <a:xfrm>
              <a:off x="2255851" y="4231937"/>
              <a:ext cx="0" cy="24"/>
            </a:xfrm>
            <a:custGeom>
              <a:rect b="b" l="l" r="r" t="t"/>
              <a:pathLst>
                <a:path extrusionOk="0" h="1" w="120000">
                  <a:moveTo>
                    <a:pt x="0" y="0"/>
                  </a:moveTo>
                  <a:close/>
                </a:path>
              </a:pathLst>
            </a:custGeom>
            <a:solidFill>
              <a:srgbClr val="6D8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5" name="Google Shape;5965;p17"/>
            <p:cNvSpPr/>
            <p:nvPr/>
          </p:nvSpPr>
          <p:spPr>
            <a:xfrm>
              <a:off x="618234" y="2296066"/>
              <a:ext cx="2351401" cy="2079495"/>
            </a:xfrm>
            <a:custGeom>
              <a:rect b="b" l="l" r="r" t="t"/>
              <a:pathLst>
                <a:path extrusionOk="0" h="33987" w="38431">
                  <a:moveTo>
                    <a:pt x="8001" y="0"/>
                  </a:moveTo>
                  <a:cubicBezTo>
                    <a:pt x="5965" y="0"/>
                    <a:pt x="4112" y="1694"/>
                    <a:pt x="4223" y="2326"/>
                  </a:cubicBezTo>
                  <a:cubicBezTo>
                    <a:pt x="4295" y="2744"/>
                    <a:pt x="5078" y="2811"/>
                    <a:pt x="5969" y="2811"/>
                  </a:cubicBezTo>
                  <a:cubicBezTo>
                    <a:pt x="6390" y="2811"/>
                    <a:pt x="6835" y="2796"/>
                    <a:pt x="7241" y="2796"/>
                  </a:cubicBezTo>
                  <a:cubicBezTo>
                    <a:pt x="8074" y="2796"/>
                    <a:pt x="8740" y="2860"/>
                    <a:pt x="8686" y="3246"/>
                  </a:cubicBezTo>
                  <a:cubicBezTo>
                    <a:pt x="8365" y="5534"/>
                    <a:pt x="0" y="10571"/>
                    <a:pt x="1246" y="15284"/>
                  </a:cubicBezTo>
                  <a:cubicBezTo>
                    <a:pt x="1345" y="15666"/>
                    <a:pt x="1490" y="16039"/>
                    <a:pt x="1675" y="16391"/>
                  </a:cubicBezTo>
                  <a:cubicBezTo>
                    <a:pt x="1792" y="16687"/>
                    <a:pt x="1962" y="17057"/>
                    <a:pt x="2175" y="17190"/>
                  </a:cubicBezTo>
                  <a:lnTo>
                    <a:pt x="2193" y="17177"/>
                  </a:lnTo>
                  <a:cubicBezTo>
                    <a:pt x="2366" y="17390"/>
                    <a:pt x="2554" y="17587"/>
                    <a:pt x="2758" y="17773"/>
                  </a:cubicBezTo>
                  <a:cubicBezTo>
                    <a:pt x="2761" y="17779"/>
                    <a:pt x="2767" y="17788"/>
                    <a:pt x="2770" y="17794"/>
                  </a:cubicBezTo>
                  <a:cubicBezTo>
                    <a:pt x="2924" y="18013"/>
                    <a:pt x="3319" y="18251"/>
                    <a:pt x="3609" y="18405"/>
                  </a:cubicBezTo>
                  <a:cubicBezTo>
                    <a:pt x="3902" y="18587"/>
                    <a:pt x="4210" y="18747"/>
                    <a:pt x="4525" y="18883"/>
                  </a:cubicBezTo>
                  <a:cubicBezTo>
                    <a:pt x="4528" y="18892"/>
                    <a:pt x="4534" y="18901"/>
                    <a:pt x="4540" y="18911"/>
                  </a:cubicBezTo>
                  <a:cubicBezTo>
                    <a:pt x="4821" y="19256"/>
                    <a:pt x="6129" y="19410"/>
                    <a:pt x="6129" y="19410"/>
                  </a:cubicBezTo>
                  <a:lnTo>
                    <a:pt x="6129" y="19407"/>
                  </a:lnTo>
                  <a:cubicBezTo>
                    <a:pt x="6780" y="19555"/>
                    <a:pt x="7443" y="19651"/>
                    <a:pt x="8109" y="19691"/>
                  </a:cubicBezTo>
                  <a:cubicBezTo>
                    <a:pt x="8026" y="22778"/>
                    <a:pt x="8242" y="25055"/>
                    <a:pt x="8242" y="25055"/>
                  </a:cubicBezTo>
                  <a:cubicBezTo>
                    <a:pt x="8242" y="25055"/>
                    <a:pt x="4824" y="27994"/>
                    <a:pt x="3914" y="28931"/>
                  </a:cubicBezTo>
                  <a:cubicBezTo>
                    <a:pt x="3721" y="29134"/>
                    <a:pt x="3889" y="29215"/>
                    <a:pt x="4287" y="29215"/>
                  </a:cubicBezTo>
                  <a:cubicBezTo>
                    <a:pt x="4294" y="29215"/>
                    <a:pt x="4302" y="29215"/>
                    <a:pt x="4309" y="29215"/>
                  </a:cubicBezTo>
                  <a:cubicBezTo>
                    <a:pt x="4312" y="29252"/>
                    <a:pt x="4337" y="29283"/>
                    <a:pt x="4374" y="29295"/>
                  </a:cubicBezTo>
                  <a:lnTo>
                    <a:pt x="4396" y="29295"/>
                  </a:lnTo>
                  <a:cubicBezTo>
                    <a:pt x="4436" y="29295"/>
                    <a:pt x="4470" y="29268"/>
                    <a:pt x="4479" y="29231"/>
                  </a:cubicBezTo>
                  <a:cubicBezTo>
                    <a:pt x="4479" y="29221"/>
                    <a:pt x="4482" y="29215"/>
                    <a:pt x="4488" y="29209"/>
                  </a:cubicBezTo>
                  <a:cubicBezTo>
                    <a:pt x="6113" y="29123"/>
                    <a:pt x="10274" y="28105"/>
                    <a:pt x="11058" y="27781"/>
                  </a:cubicBezTo>
                  <a:cubicBezTo>
                    <a:pt x="11326" y="27670"/>
                    <a:pt x="12819" y="27596"/>
                    <a:pt x="14876" y="27544"/>
                  </a:cubicBezTo>
                  <a:cubicBezTo>
                    <a:pt x="14888" y="28083"/>
                    <a:pt x="14944" y="28651"/>
                    <a:pt x="15076" y="29147"/>
                  </a:cubicBezTo>
                  <a:cubicBezTo>
                    <a:pt x="15086" y="29184"/>
                    <a:pt x="15120" y="29212"/>
                    <a:pt x="15160" y="29212"/>
                  </a:cubicBezTo>
                  <a:lnTo>
                    <a:pt x="15172" y="29212"/>
                  </a:lnTo>
                  <a:cubicBezTo>
                    <a:pt x="15610" y="30831"/>
                    <a:pt x="16776" y="32525"/>
                    <a:pt x="19539" y="33456"/>
                  </a:cubicBezTo>
                  <a:cubicBezTo>
                    <a:pt x="20039" y="33623"/>
                    <a:pt x="20443" y="33749"/>
                    <a:pt x="20767" y="33839"/>
                  </a:cubicBezTo>
                  <a:cubicBezTo>
                    <a:pt x="20773" y="33845"/>
                    <a:pt x="20776" y="33851"/>
                    <a:pt x="20779" y="33857"/>
                  </a:cubicBezTo>
                  <a:cubicBezTo>
                    <a:pt x="20795" y="33885"/>
                    <a:pt x="20822" y="33903"/>
                    <a:pt x="20856" y="33903"/>
                  </a:cubicBezTo>
                  <a:cubicBezTo>
                    <a:pt x="20869" y="33903"/>
                    <a:pt x="20884" y="33903"/>
                    <a:pt x="20896" y="33897"/>
                  </a:cubicBezTo>
                  <a:cubicBezTo>
                    <a:pt x="20906" y="33891"/>
                    <a:pt x="20915" y="33885"/>
                    <a:pt x="20921" y="33876"/>
                  </a:cubicBezTo>
                  <a:cubicBezTo>
                    <a:pt x="21219" y="33950"/>
                    <a:pt x="21439" y="33986"/>
                    <a:pt x="21593" y="33986"/>
                  </a:cubicBezTo>
                  <a:cubicBezTo>
                    <a:pt x="22929" y="33986"/>
                    <a:pt x="19302" y="31273"/>
                    <a:pt x="18688" y="27476"/>
                  </a:cubicBezTo>
                  <a:cubicBezTo>
                    <a:pt x="18929" y="27473"/>
                    <a:pt x="19169" y="27470"/>
                    <a:pt x="19413" y="27470"/>
                  </a:cubicBezTo>
                  <a:cubicBezTo>
                    <a:pt x="21063" y="28160"/>
                    <a:pt x="22855" y="28657"/>
                    <a:pt x="24554" y="28669"/>
                  </a:cubicBezTo>
                  <a:cubicBezTo>
                    <a:pt x="24594" y="28670"/>
                    <a:pt x="24633" y="28670"/>
                    <a:pt x="24672" y="28670"/>
                  </a:cubicBezTo>
                  <a:cubicBezTo>
                    <a:pt x="25891" y="28670"/>
                    <a:pt x="26969" y="28484"/>
                    <a:pt x="27922" y="28176"/>
                  </a:cubicBezTo>
                  <a:lnTo>
                    <a:pt x="27922" y="28176"/>
                  </a:lnTo>
                  <a:cubicBezTo>
                    <a:pt x="27907" y="30301"/>
                    <a:pt x="27839" y="32762"/>
                    <a:pt x="27611" y="33385"/>
                  </a:cubicBezTo>
                  <a:cubicBezTo>
                    <a:pt x="27549" y="33552"/>
                    <a:pt x="27580" y="33657"/>
                    <a:pt x="27682" y="33700"/>
                  </a:cubicBezTo>
                  <a:cubicBezTo>
                    <a:pt x="27685" y="33752"/>
                    <a:pt x="27726" y="33780"/>
                    <a:pt x="27767" y="33780"/>
                  </a:cubicBezTo>
                  <a:cubicBezTo>
                    <a:pt x="27801" y="33780"/>
                    <a:pt x="27836" y="33760"/>
                    <a:pt x="27848" y="33718"/>
                  </a:cubicBezTo>
                  <a:cubicBezTo>
                    <a:pt x="28570" y="33660"/>
                    <a:pt x="30541" y="32185"/>
                    <a:pt x="31099" y="29046"/>
                  </a:cubicBezTo>
                  <a:lnTo>
                    <a:pt x="31118" y="29046"/>
                  </a:lnTo>
                  <a:cubicBezTo>
                    <a:pt x="31158" y="29046"/>
                    <a:pt x="31195" y="29018"/>
                    <a:pt x="31204" y="28978"/>
                  </a:cubicBezTo>
                  <a:cubicBezTo>
                    <a:pt x="31300" y="28478"/>
                    <a:pt x="31328" y="27935"/>
                    <a:pt x="31328" y="27454"/>
                  </a:cubicBezTo>
                  <a:cubicBezTo>
                    <a:pt x="31887" y="27560"/>
                    <a:pt x="35152" y="28171"/>
                    <a:pt x="36953" y="28171"/>
                  </a:cubicBezTo>
                  <a:cubicBezTo>
                    <a:pt x="37457" y="28171"/>
                    <a:pt x="37846" y="28123"/>
                    <a:pt x="38030" y="28003"/>
                  </a:cubicBezTo>
                  <a:cubicBezTo>
                    <a:pt x="38045" y="28022"/>
                    <a:pt x="38070" y="28031"/>
                    <a:pt x="38094" y="28031"/>
                  </a:cubicBezTo>
                  <a:cubicBezTo>
                    <a:pt x="38098" y="28032"/>
                    <a:pt x="38100" y="28033"/>
                    <a:pt x="38102" y="28033"/>
                  </a:cubicBezTo>
                  <a:cubicBezTo>
                    <a:pt x="38104" y="28033"/>
                    <a:pt x="38107" y="28032"/>
                    <a:pt x="38110" y="28031"/>
                  </a:cubicBezTo>
                  <a:cubicBezTo>
                    <a:pt x="38156" y="28025"/>
                    <a:pt x="38187" y="27982"/>
                    <a:pt x="38178" y="27932"/>
                  </a:cubicBezTo>
                  <a:cubicBezTo>
                    <a:pt x="38175" y="27904"/>
                    <a:pt x="38165" y="27874"/>
                    <a:pt x="38153" y="27846"/>
                  </a:cubicBezTo>
                  <a:cubicBezTo>
                    <a:pt x="38431" y="27032"/>
                    <a:pt x="34387" y="25554"/>
                    <a:pt x="33002" y="24647"/>
                  </a:cubicBezTo>
                  <a:cubicBezTo>
                    <a:pt x="32956" y="24610"/>
                    <a:pt x="32913" y="24567"/>
                    <a:pt x="32882" y="24515"/>
                  </a:cubicBezTo>
                  <a:lnTo>
                    <a:pt x="32894" y="24496"/>
                  </a:lnTo>
                  <a:lnTo>
                    <a:pt x="35596" y="24012"/>
                  </a:lnTo>
                  <a:cubicBezTo>
                    <a:pt x="35704" y="23994"/>
                    <a:pt x="35682" y="23841"/>
                    <a:pt x="35585" y="23841"/>
                  </a:cubicBezTo>
                  <a:cubicBezTo>
                    <a:pt x="35580" y="23841"/>
                    <a:pt x="35574" y="23841"/>
                    <a:pt x="35568" y="23842"/>
                  </a:cubicBezTo>
                  <a:lnTo>
                    <a:pt x="33033" y="24299"/>
                  </a:lnTo>
                  <a:cubicBezTo>
                    <a:pt x="33277" y="23938"/>
                    <a:pt x="33496" y="23562"/>
                    <a:pt x="33684" y="23170"/>
                  </a:cubicBezTo>
                  <a:lnTo>
                    <a:pt x="34733" y="22778"/>
                  </a:lnTo>
                  <a:cubicBezTo>
                    <a:pt x="34827" y="22742"/>
                    <a:pt x="34789" y="22612"/>
                    <a:pt x="34705" y="22612"/>
                  </a:cubicBezTo>
                  <a:cubicBezTo>
                    <a:pt x="34695" y="22612"/>
                    <a:pt x="34685" y="22614"/>
                    <a:pt x="34674" y="22618"/>
                  </a:cubicBezTo>
                  <a:lnTo>
                    <a:pt x="33789" y="22951"/>
                  </a:lnTo>
                  <a:cubicBezTo>
                    <a:pt x="33934" y="22615"/>
                    <a:pt x="33995" y="22377"/>
                    <a:pt x="33983" y="22297"/>
                  </a:cubicBezTo>
                  <a:cubicBezTo>
                    <a:pt x="33958" y="22195"/>
                    <a:pt x="33921" y="22094"/>
                    <a:pt x="33875" y="21998"/>
                  </a:cubicBezTo>
                  <a:lnTo>
                    <a:pt x="33875" y="21998"/>
                  </a:lnTo>
                  <a:cubicBezTo>
                    <a:pt x="33943" y="22054"/>
                    <a:pt x="34005" y="22115"/>
                    <a:pt x="34060" y="22180"/>
                  </a:cubicBezTo>
                  <a:cubicBezTo>
                    <a:pt x="34060" y="22180"/>
                    <a:pt x="34036" y="19685"/>
                    <a:pt x="32459" y="16354"/>
                  </a:cubicBezTo>
                  <a:lnTo>
                    <a:pt x="32459" y="16354"/>
                  </a:lnTo>
                  <a:cubicBezTo>
                    <a:pt x="32474" y="16365"/>
                    <a:pt x="32491" y="16370"/>
                    <a:pt x="32509" y="16370"/>
                  </a:cubicBezTo>
                  <a:cubicBezTo>
                    <a:pt x="32521" y="16370"/>
                    <a:pt x="32533" y="16368"/>
                    <a:pt x="32546" y="16363"/>
                  </a:cubicBezTo>
                  <a:cubicBezTo>
                    <a:pt x="32589" y="16345"/>
                    <a:pt x="32607" y="16295"/>
                    <a:pt x="32589" y="16252"/>
                  </a:cubicBezTo>
                  <a:cubicBezTo>
                    <a:pt x="32333" y="15580"/>
                    <a:pt x="30760" y="13026"/>
                    <a:pt x="30495" y="12933"/>
                  </a:cubicBezTo>
                  <a:cubicBezTo>
                    <a:pt x="30488" y="12931"/>
                    <a:pt x="30480" y="12928"/>
                    <a:pt x="30469" y="12928"/>
                  </a:cubicBezTo>
                  <a:cubicBezTo>
                    <a:pt x="30426" y="12928"/>
                    <a:pt x="30334" y="12968"/>
                    <a:pt x="30075" y="13217"/>
                  </a:cubicBezTo>
                  <a:cubicBezTo>
                    <a:pt x="28289" y="8538"/>
                    <a:pt x="25039" y="4014"/>
                    <a:pt x="18605" y="3144"/>
                  </a:cubicBezTo>
                  <a:cubicBezTo>
                    <a:pt x="18167" y="3085"/>
                    <a:pt x="17747" y="3056"/>
                    <a:pt x="17344" y="3056"/>
                  </a:cubicBezTo>
                  <a:cubicBezTo>
                    <a:pt x="10868" y="3056"/>
                    <a:pt x="8842" y="10445"/>
                    <a:pt x="8282" y="16656"/>
                  </a:cubicBezTo>
                  <a:cubicBezTo>
                    <a:pt x="7994" y="16677"/>
                    <a:pt x="7668" y="16692"/>
                    <a:pt x="7325" y="16692"/>
                  </a:cubicBezTo>
                  <a:cubicBezTo>
                    <a:pt x="5265" y="16692"/>
                    <a:pt x="2596" y="16145"/>
                    <a:pt x="3924" y="13057"/>
                  </a:cubicBezTo>
                  <a:cubicBezTo>
                    <a:pt x="4306" y="12168"/>
                    <a:pt x="5361" y="11064"/>
                    <a:pt x="6573" y="9880"/>
                  </a:cubicBezTo>
                  <a:cubicBezTo>
                    <a:pt x="6712" y="9846"/>
                    <a:pt x="7144" y="9393"/>
                    <a:pt x="7434" y="9050"/>
                  </a:cubicBezTo>
                  <a:lnTo>
                    <a:pt x="7813" y="8683"/>
                  </a:lnTo>
                  <a:cubicBezTo>
                    <a:pt x="7813" y="8689"/>
                    <a:pt x="7816" y="8699"/>
                    <a:pt x="7819" y="8705"/>
                  </a:cubicBezTo>
                  <a:cubicBezTo>
                    <a:pt x="7819" y="8705"/>
                    <a:pt x="8858" y="7891"/>
                    <a:pt x="8883" y="7631"/>
                  </a:cubicBezTo>
                  <a:cubicBezTo>
                    <a:pt x="8979" y="7536"/>
                    <a:pt x="9074" y="7437"/>
                    <a:pt x="9170" y="7342"/>
                  </a:cubicBezTo>
                  <a:lnTo>
                    <a:pt x="9173" y="7348"/>
                  </a:lnTo>
                  <a:cubicBezTo>
                    <a:pt x="9466" y="7348"/>
                    <a:pt x="10135" y="6425"/>
                    <a:pt x="10135" y="6425"/>
                  </a:cubicBezTo>
                  <a:cubicBezTo>
                    <a:pt x="10123" y="6395"/>
                    <a:pt x="10111" y="6367"/>
                    <a:pt x="10095" y="6336"/>
                  </a:cubicBezTo>
                  <a:cubicBezTo>
                    <a:pt x="11314" y="4927"/>
                    <a:pt x="12069" y="3594"/>
                    <a:pt x="11548" y="2564"/>
                  </a:cubicBezTo>
                  <a:cubicBezTo>
                    <a:pt x="10573" y="641"/>
                    <a:pt x="9252" y="0"/>
                    <a:pt x="8001" y="0"/>
                  </a:cubicBezTo>
                  <a:close/>
                </a:path>
              </a:pathLst>
            </a:custGeom>
            <a:solidFill>
              <a:srgbClr val="261D2A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6" name="Google Shape;5966;p17"/>
            <p:cNvSpPr/>
            <p:nvPr/>
          </p:nvSpPr>
          <p:spPr>
            <a:xfrm>
              <a:off x="1970509" y="4098600"/>
              <a:ext cx="315225" cy="315042"/>
            </a:xfrm>
            <a:custGeom>
              <a:rect b="b" l="l" r="r" t="t"/>
              <a:pathLst>
                <a:path extrusionOk="0" h="5149" w="5152">
                  <a:moveTo>
                    <a:pt x="2576" y="1"/>
                  </a:moveTo>
                  <a:cubicBezTo>
                    <a:pt x="1154" y="1"/>
                    <a:pt x="0" y="1154"/>
                    <a:pt x="0" y="2576"/>
                  </a:cubicBezTo>
                  <a:cubicBezTo>
                    <a:pt x="0" y="3998"/>
                    <a:pt x="1154" y="5149"/>
                    <a:pt x="2576" y="5149"/>
                  </a:cubicBezTo>
                  <a:cubicBezTo>
                    <a:pt x="3998" y="5149"/>
                    <a:pt x="5151" y="3998"/>
                    <a:pt x="5151" y="2576"/>
                  </a:cubicBezTo>
                  <a:cubicBezTo>
                    <a:pt x="5151" y="1154"/>
                    <a:pt x="3998" y="1"/>
                    <a:pt x="2576" y="1"/>
                  </a:cubicBezTo>
                  <a:close/>
                </a:path>
              </a:pathLst>
            </a:custGeom>
            <a:solidFill>
              <a:srgbClr val="FFE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7" name="Google Shape;5967;p17"/>
            <p:cNvSpPr/>
            <p:nvPr/>
          </p:nvSpPr>
          <p:spPr>
            <a:xfrm>
              <a:off x="2149716" y="4117261"/>
              <a:ext cx="131854" cy="171624"/>
            </a:xfrm>
            <a:custGeom>
              <a:rect b="b" l="l" r="r" t="t"/>
              <a:pathLst>
                <a:path extrusionOk="0" h="2805" w="2155">
                  <a:moveTo>
                    <a:pt x="120" y="1"/>
                  </a:moveTo>
                  <a:cubicBezTo>
                    <a:pt x="61" y="1"/>
                    <a:pt x="0" y="62"/>
                    <a:pt x="42" y="131"/>
                  </a:cubicBezTo>
                  <a:cubicBezTo>
                    <a:pt x="79" y="205"/>
                    <a:pt x="973" y="1886"/>
                    <a:pt x="2003" y="2783"/>
                  </a:cubicBezTo>
                  <a:cubicBezTo>
                    <a:pt x="2019" y="2796"/>
                    <a:pt x="2037" y="2805"/>
                    <a:pt x="2059" y="2805"/>
                  </a:cubicBezTo>
                  <a:cubicBezTo>
                    <a:pt x="2083" y="2805"/>
                    <a:pt x="2108" y="2793"/>
                    <a:pt x="2123" y="2774"/>
                  </a:cubicBezTo>
                  <a:cubicBezTo>
                    <a:pt x="2154" y="2740"/>
                    <a:pt x="2151" y="2685"/>
                    <a:pt x="2114" y="2654"/>
                  </a:cubicBezTo>
                  <a:cubicBezTo>
                    <a:pt x="1112" y="1778"/>
                    <a:pt x="202" y="69"/>
                    <a:pt x="193" y="51"/>
                  </a:cubicBezTo>
                  <a:cubicBezTo>
                    <a:pt x="177" y="15"/>
                    <a:pt x="148" y="1"/>
                    <a:pt x="12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8" name="Google Shape;5968;p17"/>
            <p:cNvSpPr/>
            <p:nvPr/>
          </p:nvSpPr>
          <p:spPr>
            <a:xfrm>
              <a:off x="2096792" y="4100252"/>
              <a:ext cx="176641" cy="226017"/>
            </a:xfrm>
            <a:custGeom>
              <a:rect b="b" l="l" r="r" t="t"/>
              <a:pathLst>
                <a:path extrusionOk="0" h="3694" w="2887">
                  <a:moveTo>
                    <a:pt x="112" y="0"/>
                  </a:moveTo>
                  <a:cubicBezTo>
                    <a:pt x="56" y="0"/>
                    <a:pt x="0" y="53"/>
                    <a:pt x="34" y="122"/>
                  </a:cubicBezTo>
                  <a:cubicBezTo>
                    <a:pt x="77" y="230"/>
                    <a:pt x="1172" y="2802"/>
                    <a:pt x="2726" y="3684"/>
                  </a:cubicBezTo>
                  <a:cubicBezTo>
                    <a:pt x="2742" y="3691"/>
                    <a:pt x="2754" y="3694"/>
                    <a:pt x="2769" y="3694"/>
                  </a:cubicBezTo>
                  <a:cubicBezTo>
                    <a:pt x="2856" y="3694"/>
                    <a:pt x="2887" y="3579"/>
                    <a:pt x="2813" y="3536"/>
                  </a:cubicBezTo>
                  <a:cubicBezTo>
                    <a:pt x="1308" y="2682"/>
                    <a:pt x="200" y="82"/>
                    <a:pt x="191" y="57"/>
                  </a:cubicBezTo>
                  <a:cubicBezTo>
                    <a:pt x="175" y="17"/>
                    <a:pt x="144" y="0"/>
                    <a:pt x="11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9" name="Google Shape;5969;p17"/>
            <p:cNvSpPr/>
            <p:nvPr/>
          </p:nvSpPr>
          <p:spPr>
            <a:xfrm>
              <a:off x="2035792" y="4136779"/>
              <a:ext cx="188939" cy="234033"/>
            </a:xfrm>
            <a:custGeom>
              <a:rect b="b" l="l" r="r" t="t"/>
              <a:pathLst>
                <a:path extrusionOk="0" h="3825" w="3088">
                  <a:moveTo>
                    <a:pt x="106" y="0"/>
                  </a:moveTo>
                  <a:cubicBezTo>
                    <a:pt x="54" y="0"/>
                    <a:pt x="0" y="44"/>
                    <a:pt x="19" y="111"/>
                  </a:cubicBezTo>
                  <a:cubicBezTo>
                    <a:pt x="53" y="225"/>
                    <a:pt x="852" y="2927"/>
                    <a:pt x="2934" y="3818"/>
                  </a:cubicBezTo>
                  <a:cubicBezTo>
                    <a:pt x="2946" y="3821"/>
                    <a:pt x="2955" y="3824"/>
                    <a:pt x="2968" y="3824"/>
                  </a:cubicBezTo>
                  <a:cubicBezTo>
                    <a:pt x="3063" y="3824"/>
                    <a:pt x="3088" y="3698"/>
                    <a:pt x="3002" y="3661"/>
                  </a:cubicBezTo>
                  <a:cubicBezTo>
                    <a:pt x="994" y="2801"/>
                    <a:pt x="195" y="89"/>
                    <a:pt x="186" y="62"/>
                  </a:cubicBezTo>
                  <a:cubicBezTo>
                    <a:pt x="173" y="19"/>
                    <a:pt x="140" y="0"/>
                    <a:pt x="10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0" name="Google Shape;5970;p17"/>
            <p:cNvSpPr/>
            <p:nvPr/>
          </p:nvSpPr>
          <p:spPr>
            <a:xfrm>
              <a:off x="1989170" y="4266672"/>
              <a:ext cx="118577" cy="67915"/>
            </a:xfrm>
            <a:custGeom>
              <a:rect b="b" l="l" r="r" t="t"/>
              <a:pathLst>
                <a:path extrusionOk="0" h="1110" w="1938">
                  <a:moveTo>
                    <a:pt x="1821" y="0"/>
                  </a:moveTo>
                  <a:cubicBezTo>
                    <a:pt x="1799" y="0"/>
                    <a:pt x="1777" y="9"/>
                    <a:pt x="1759" y="30"/>
                  </a:cubicBezTo>
                  <a:cubicBezTo>
                    <a:pt x="1432" y="443"/>
                    <a:pt x="106" y="937"/>
                    <a:pt x="93" y="943"/>
                  </a:cubicBezTo>
                  <a:cubicBezTo>
                    <a:pt x="1" y="974"/>
                    <a:pt x="25" y="1109"/>
                    <a:pt x="124" y="1109"/>
                  </a:cubicBezTo>
                  <a:cubicBezTo>
                    <a:pt x="133" y="1109"/>
                    <a:pt x="143" y="1106"/>
                    <a:pt x="152" y="1103"/>
                  </a:cubicBezTo>
                  <a:cubicBezTo>
                    <a:pt x="207" y="1082"/>
                    <a:pt x="1537" y="588"/>
                    <a:pt x="1895" y="135"/>
                  </a:cubicBezTo>
                  <a:cubicBezTo>
                    <a:pt x="1938" y="71"/>
                    <a:pt x="1882" y="0"/>
                    <a:pt x="182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1" name="Google Shape;5971;p17"/>
            <p:cNvSpPr/>
            <p:nvPr/>
          </p:nvSpPr>
          <p:spPr>
            <a:xfrm>
              <a:off x="1967756" y="4219866"/>
              <a:ext cx="117659" cy="66569"/>
            </a:xfrm>
            <a:custGeom>
              <a:rect b="b" l="l" r="r" t="t"/>
              <a:pathLst>
                <a:path extrusionOk="0" h="1088" w="1923">
                  <a:moveTo>
                    <a:pt x="1795" y="1"/>
                  </a:moveTo>
                  <a:cubicBezTo>
                    <a:pt x="1779" y="1"/>
                    <a:pt x="1762" y="6"/>
                    <a:pt x="1745" y="18"/>
                  </a:cubicBezTo>
                  <a:cubicBezTo>
                    <a:pt x="1736" y="27"/>
                    <a:pt x="650" y="804"/>
                    <a:pt x="101" y="918"/>
                  </a:cubicBezTo>
                  <a:cubicBezTo>
                    <a:pt x="0" y="940"/>
                    <a:pt x="14" y="1088"/>
                    <a:pt x="116" y="1088"/>
                  </a:cubicBezTo>
                  <a:cubicBezTo>
                    <a:pt x="117" y="1088"/>
                    <a:pt x="118" y="1088"/>
                    <a:pt x="119" y="1088"/>
                  </a:cubicBezTo>
                  <a:lnTo>
                    <a:pt x="138" y="1088"/>
                  </a:lnTo>
                  <a:cubicBezTo>
                    <a:pt x="721" y="961"/>
                    <a:pt x="1800" y="190"/>
                    <a:pt x="1847" y="159"/>
                  </a:cubicBezTo>
                  <a:cubicBezTo>
                    <a:pt x="1922" y="104"/>
                    <a:pt x="1868" y="1"/>
                    <a:pt x="179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2" name="Google Shape;5972;p17"/>
            <p:cNvSpPr/>
            <p:nvPr/>
          </p:nvSpPr>
          <p:spPr>
            <a:xfrm>
              <a:off x="1965431" y="4175141"/>
              <a:ext cx="98385" cy="49254"/>
            </a:xfrm>
            <a:custGeom>
              <a:rect b="b" l="l" r="r" t="t"/>
              <a:pathLst>
                <a:path extrusionOk="0" h="805" w="1608">
                  <a:moveTo>
                    <a:pt x="1483" y="1"/>
                  </a:moveTo>
                  <a:cubicBezTo>
                    <a:pt x="1470" y="1"/>
                    <a:pt x="1455" y="4"/>
                    <a:pt x="1440" y="11"/>
                  </a:cubicBezTo>
                  <a:cubicBezTo>
                    <a:pt x="1431" y="15"/>
                    <a:pt x="318" y="567"/>
                    <a:pt x="93" y="638"/>
                  </a:cubicBezTo>
                  <a:cubicBezTo>
                    <a:pt x="0" y="668"/>
                    <a:pt x="22" y="804"/>
                    <a:pt x="117" y="804"/>
                  </a:cubicBezTo>
                  <a:cubicBezTo>
                    <a:pt x="127" y="804"/>
                    <a:pt x="136" y="804"/>
                    <a:pt x="145" y="801"/>
                  </a:cubicBezTo>
                  <a:cubicBezTo>
                    <a:pt x="386" y="724"/>
                    <a:pt x="1471" y="187"/>
                    <a:pt x="1518" y="166"/>
                  </a:cubicBezTo>
                  <a:cubicBezTo>
                    <a:pt x="1608" y="121"/>
                    <a:pt x="1564" y="1"/>
                    <a:pt x="148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3" name="Google Shape;5973;p17"/>
            <p:cNvSpPr/>
            <p:nvPr/>
          </p:nvSpPr>
          <p:spPr>
            <a:xfrm>
              <a:off x="2045276" y="4303872"/>
              <a:ext cx="114783" cy="33713"/>
            </a:xfrm>
            <a:custGeom>
              <a:rect b="b" l="l" r="r" t="t"/>
              <a:pathLst>
                <a:path extrusionOk="0" h="551" w="1876">
                  <a:moveTo>
                    <a:pt x="123" y="1"/>
                  </a:moveTo>
                  <a:cubicBezTo>
                    <a:pt x="59" y="1"/>
                    <a:pt x="0" y="77"/>
                    <a:pt x="55" y="144"/>
                  </a:cubicBezTo>
                  <a:cubicBezTo>
                    <a:pt x="71" y="162"/>
                    <a:pt x="401" y="551"/>
                    <a:pt x="1249" y="551"/>
                  </a:cubicBezTo>
                  <a:cubicBezTo>
                    <a:pt x="1425" y="551"/>
                    <a:pt x="1597" y="535"/>
                    <a:pt x="1770" y="507"/>
                  </a:cubicBezTo>
                  <a:cubicBezTo>
                    <a:pt x="1875" y="490"/>
                    <a:pt x="1856" y="336"/>
                    <a:pt x="1759" y="336"/>
                  </a:cubicBezTo>
                  <a:cubicBezTo>
                    <a:pt x="1754" y="336"/>
                    <a:pt x="1748" y="337"/>
                    <a:pt x="1742" y="338"/>
                  </a:cubicBezTo>
                  <a:cubicBezTo>
                    <a:pt x="1563" y="367"/>
                    <a:pt x="1402" y="379"/>
                    <a:pt x="1257" y="379"/>
                  </a:cubicBezTo>
                  <a:cubicBezTo>
                    <a:pt x="490" y="379"/>
                    <a:pt x="191" y="38"/>
                    <a:pt x="188" y="33"/>
                  </a:cubicBezTo>
                  <a:cubicBezTo>
                    <a:pt x="169" y="10"/>
                    <a:pt x="146" y="1"/>
                    <a:pt x="1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4" name="Google Shape;5974;p17"/>
            <p:cNvSpPr/>
            <p:nvPr/>
          </p:nvSpPr>
          <p:spPr>
            <a:xfrm>
              <a:off x="2005200" y="4327427"/>
              <a:ext cx="180129" cy="52619"/>
            </a:xfrm>
            <a:custGeom>
              <a:rect b="b" l="l" r="r" t="t"/>
              <a:pathLst>
                <a:path extrusionOk="0" h="860" w="2944">
                  <a:moveTo>
                    <a:pt x="95" y="1"/>
                  </a:moveTo>
                  <a:cubicBezTo>
                    <a:pt x="60" y="1"/>
                    <a:pt x="29" y="23"/>
                    <a:pt x="16" y="58"/>
                  </a:cubicBezTo>
                  <a:cubicBezTo>
                    <a:pt x="1" y="101"/>
                    <a:pt x="23" y="150"/>
                    <a:pt x="66" y="166"/>
                  </a:cubicBezTo>
                  <a:cubicBezTo>
                    <a:pt x="103" y="190"/>
                    <a:pt x="140" y="215"/>
                    <a:pt x="174" y="243"/>
                  </a:cubicBezTo>
                  <a:cubicBezTo>
                    <a:pt x="430" y="434"/>
                    <a:pt x="994" y="860"/>
                    <a:pt x="1842" y="860"/>
                  </a:cubicBezTo>
                  <a:cubicBezTo>
                    <a:pt x="2185" y="860"/>
                    <a:pt x="2527" y="795"/>
                    <a:pt x="2848" y="671"/>
                  </a:cubicBezTo>
                  <a:cubicBezTo>
                    <a:pt x="2943" y="636"/>
                    <a:pt x="2908" y="504"/>
                    <a:pt x="2824" y="504"/>
                  </a:cubicBezTo>
                  <a:cubicBezTo>
                    <a:pt x="2813" y="504"/>
                    <a:pt x="2802" y="506"/>
                    <a:pt x="2789" y="511"/>
                  </a:cubicBezTo>
                  <a:cubicBezTo>
                    <a:pt x="2444" y="639"/>
                    <a:pt x="2129" y="689"/>
                    <a:pt x="1848" y="689"/>
                  </a:cubicBezTo>
                  <a:cubicBezTo>
                    <a:pt x="1052" y="689"/>
                    <a:pt x="517" y="287"/>
                    <a:pt x="275" y="107"/>
                  </a:cubicBezTo>
                  <a:cubicBezTo>
                    <a:pt x="229" y="67"/>
                    <a:pt x="177" y="33"/>
                    <a:pt x="121" y="5"/>
                  </a:cubicBezTo>
                  <a:cubicBezTo>
                    <a:pt x="112" y="2"/>
                    <a:pt x="104" y="1"/>
                    <a:pt x="9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5" name="Google Shape;5975;p17"/>
            <p:cNvSpPr/>
            <p:nvPr/>
          </p:nvSpPr>
          <p:spPr>
            <a:xfrm>
              <a:off x="2205821" y="4166575"/>
              <a:ext cx="58370" cy="41912"/>
            </a:xfrm>
            <a:custGeom>
              <a:rect b="b" l="l" r="r" t="t"/>
              <a:pathLst>
                <a:path extrusionOk="0" h="685" w="954">
                  <a:moveTo>
                    <a:pt x="830" y="1"/>
                  </a:moveTo>
                  <a:cubicBezTo>
                    <a:pt x="816" y="1"/>
                    <a:pt x="800" y="5"/>
                    <a:pt x="784" y="16"/>
                  </a:cubicBezTo>
                  <a:cubicBezTo>
                    <a:pt x="759" y="31"/>
                    <a:pt x="195" y="380"/>
                    <a:pt x="31" y="537"/>
                  </a:cubicBezTo>
                  <a:cubicBezTo>
                    <a:pt x="1" y="571"/>
                    <a:pt x="1" y="623"/>
                    <a:pt x="31" y="657"/>
                  </a:cubicBezTo>
                  <a:cubicBezTo>
                    <a:pt x="50" y="676"/>
                    <a:pt x="71" y="685"/>
                    <a:pt x="93" y="685"/>
                  </a:cubicBezTo>
                  <a:cubicBezTo>
                    <a:pt x="115" y="685"/>
                    <a:pt x="136" y="676"/>
                    <a:pt x="152" y="660"/>
                  </a:cubicBezTo>
                  <a:cubicBezTo>
                    <a:pt x="303" y="515"/>
                    <a:pt x="867" y="164"/>
                    <a:pt x="873" y="161"/>
                  </a:cubicBezTo>
                  <a:cubicBezTo>
                    <a:pt x="953" y="112"/>
                    <a:pt x="904" y="1"/>
                    <a:pt x="83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6" name="Google Shape;5976;p17"/>
            <p:cNvSpPr/>
            <p:nvPr/>
          </p:nvSpPr>
          <p:spPr>
            <a:xfrm>
              <a:off x="2227724" y="4201817"/>
              <a:ext cx="58493" cy="37262"/>
            </a:xfrm>
            <a:custGeom>
              <a:rect b="b" l="l" r="r" t="t"/>
              <a:pathLst>
                <a:path extrusionOk="0" h="609" w="956">
                  <a:moveTo>
                    <a:pt x="830" y="0"/>
                  </a:moveTo>
                  <a:cubicBezTo>
                    <a:pt x="815" y="0"/>
                    <a:pt x="800" y="4"/>
                    <a:pt x="784" y="13"/>
                  </a:cubicBezTo>
                  <a:cubicBezTo>
                    <a:pt x="762" y="26"/>
                    <a:pt x="201" y="350"/>
                    <a:pt x="68" y="454"/>
                  </a:cubicBezTo>
                  <a:cubicBezTo>
                    <a:pt x="0" y="504"/>
                    <a:pt x="37" y="609"/>
                    <a:pt x="121" y="609"/>
                  </a:cubicBezTo>
                  <a:cubicBezTo>
                    <a:pt x="139" y="606"/>
                    <a:pt x="158" y="599"/>
                    <a:pt x="173" y="587"/>
                  </a:cubicBezTo>
                  <a:cubicBezTo>
                    <a:pt x="272" y="510"/>
                    <a:pt x="673" y="276"/>
                    <a:pt x="870" y="161"/>
                  </a:cubicBezTo>
                  <a:cubicBezTo>
                    <a:pt x="956" y="115"/>
                    <a:pt x="908" y="0"/>
                    <a:pt x="83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7" name="Google Shape;5977;p17"/>
            <p:cNvSpPr/>
            <p:nvPr/>
          </p:nvSpPr>
          <p:spPr>
            <a:xfrm>
              <a:off x="2182204" y="4136106"/>
              <a:ext cx="58615" cy="37139"/>
            </a:xfrm>
            <a:custGeom>
              <a:rect b="b" l="l" r="r" t="t"/>
              <a:pathLst>
                <a:path extrusionOk="0" h="607" w="958">
                  <a:moveTo>
                    <a:pt x="835" y="0"/>
                  </a:moveTo>
                  <a:cubicBezTo>
                    <a:pt x="822" y="0"/>
                    <a:pt x="808" y="4"/>
                    <a:pt x="794" y="11"/>
                  </a:cubicBezTo>
                  <a:cubicBezTo>
                    <a:pt x="686" y="60"/>
                    <a:pt x="143" y="329"/>
                    <a:pt x="32" y="464"/>
                  </a:cubicBezTo>
                  <a:cubicBezTo>
                    <a:pt x="1" y="501"/>
                    <a:pt x="7" y="557"/>
                    <a:pt x="44" y="585"/>
                  </a:cubicBezTo>
                  <a:cubicBezTo>
                    <a:pt x="60" y="597"/>
                    <a:pt x="78" y="606"/>
                    <a:pt x="97" y="606"/>
                  </a:cubicBezTo>
                  <a:cubicBezTo>
                    <a:pt x="124" y="603"/>
                    <a:pt x="146" y="594"/>
                    <a:pt x="164" y="572"/>
                  </a:cubicBezTo>
                  <a:cubicBezTo>
                    <a:pt x="229" y="495"/>
                    <a:pt x="615" y="285"/>
                    <a:pt x="868" y="165"/>
                  </a:cubicBezTo>
                  <a:cubicBezTo>
                    <a:pt x="958" y="120"/>
                    <a:pt x="914" y="0"/>
                    <a:pt x="8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8" name="Google Shape;5978;p17"/>
            <p:cNvSpPr/>
            <p:nvPr/>
          </p:nvSpPr>
          <p:spPr>
            <a:xfrm>
              <a:off x="2069321" y="4104596"/>
              <a:ext cx="187532" cy="250185"/>
            </a:xfrm>
            <a:custGeom>
              <a:rect b="b" l="l" r="r" t="t"/>
              <a:pathLst>
                <a:path extrusionOk="0" h="4089" w="3065">
                  <a:moveTo>
                    <a:pt x="96" y="0"/>
                  </a:moveTo>
                  <a:cubicBezTo>
                    <a:pt x="48" y="0"/>
                    <a:pt x="0" y="38"/>
                    <a:pt x="11" y="100"/>
                  </a:cubicBezTo>
                  <a:cubicBezTo>
                    <a:pt x="14" y="125"/>
                    <a:pt x="569" y="2759"/>
                    <a:pt x="2904" y="4076"/>
                  </a:cubicBezTo>
                  <a:cubicBezTo>
                    <a:pt x="2916" y="4085"/>
                    <a:pt x="2932" y="4088"/>
                    <a:pt x="2947" y="4088"/>
                  </a:cubicBezTo>
                  <a:cubicBezTo>
                    <a:pt x="3033" y="4088"/>
                    <a:pt x="3064" y="3971"/>
                    <a:pt x="2987" y="3928"/>
                  </a:cubicBezTo>
                  <a:cubicBezTo>
                    <a:pt x="723" y="2648"/>
                    <a:pt x="184" y="91"/>
                    <a:pt x="177" y="66"/>
                  </a:cubicBezTo>
                  <a:cubicBezTo>
                    <a:pt x="166" y="21"/>
                    <a:pt x="131" y="0"/>
                    <a:pt x="9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9" name="Google Shape;5979;p17"/>
            <p:cNvSpPr/>
            <p:nvPr/>
          </p:nvSpPr>
          <p:spPr>
            <a:xfrm>
              <a:off x="618234" y="2304556"/>
              <a:ext cx="2372938" cy="2079556"/>
            </a:xfrm>
            <a:custGeom>
              <a:rect b="b" l="l" r="r" t="t"/>
              <a:pathLst>
                <a:path extrusionOk="0" h="33988" w="38783">
                  <a:moveTo>
                    <a:pt x="7997" y="1"/>
                  </a:moveTo>
                  <a:cubicBezTo>
                    <a:pt x="5962" y="1"/>
                    <a:pt x="4109" y="1693"/>
                    <a:pt x="4220" y="2325"/>
                  </a:cubicBezTo>
                  <a:cubicBezTo>
                    <a:pt x="4292" y="2746"/>
                    <a:pt x="5081" y="2813"/>
                    <a:pt x="5976" y="2813"/>
                  </a:cubicBezTo>
                  <a:cubicBezTo>
                    <a:pt x="6393" y="2813"/>
                    <a:pt x="6834" y="2798"/>
                    <a:pt x="7236" y="2798"/>
                  </a:cubicBezTo>
                  <a:cubicBezTo>
                    <a:pt x="8071" y="2798"/>
                    <a:pt x="8740" y="2861"/>
                    <a:pt x="8686" y="3248"/>
                  </a:cubicBezTo>
                  <a:cubicBezTo>
                    <a:pt x="8365" y="5536"/>
                    <a:pt x="0" y="10573"/>
                    <a:pt x="1246" y="15286"/>
                  </a:cubicBezTo>
                  <a:cubicBezTo>
                    <a:pt x="2206" y="18919"/>
                    <a:pt x="6289" y="19579"/>
                    <a:pt x="8109" y="19690"/>
                  </a:cubicBezTo>
                  <a:cubicBezTo>
                    <a:pt x="8026" y="22780"/>
                    <a:pt x="8239" y="25053"/>
                    <a:pt x="8239" y="25053"/>
                  </a:cubicBezTo>
                  <a:cubicBezTo>
                    <a:pt x="8239" y="25053"/>
                    <a:pt x="4824" y="27996"/>
                    <a:pt x="3914" y="28933"/>
                  </a:cubicBezTo>
                  <a:cubicBezTo>
                    <a:pt x="3719" y="29135"/>
                    <a:pt x="3888" y="29216"/>
                    <a:pt x="4285" y="29216"/>
                  </a:cubicBezTo>
                  <a:cubicBezTo>
                    <a:pt x="5738" y="29216"/>
                    <a:pt x="10241" y="28120"/>
                    <a:pt x="11058" y="27786"/>
                  </a:cubicBezTo>
                  <a:cubicBezTo>
                    <a:pt x="11329" y="27672"/>
                    <a:pt x="12853" y="27595"/>
                    <a:pt x="14947" y="27542"/>
                  </a:cubicBezTo>
                  <a:cubicBezTo>
                    <a:pt x="14978" y="29529"/>
                    <a:pt x="15792" y="32194"/>
                    <a:pt x="19539" y="33455"/>
                  </a:cubicBezTo>
                  <a:cubicBezTo>
                    <a:pt x="20616" y="33818"/>
                    <a:pt x="21259" y="33988"/>
                    <a:pt x="21592" y="33988"/>
                  </a:cubicBezTo>
                  <a:cubicBezTo>
                    <a:pt x="22930" y="33988"/>
                    <a:pt x="19303" y="31274"/>
                    <a:pt x="18688" y="27478"/>
                  </a:cubicBezTo>
                  <a:cubicBezTo>
                    <a:pt x="21511" y="27445"/>
                    <a:pt x="24601" y="27434"/>
                    <a:pt x="27010" y="27434"/>
                  </a:cubicBezTo>
                  <a:cubicBezTo>
                    <a:pt x="27328" y="27434"/>
                    <a:pt x="27634" y="27434"/>
                    <a:pt x="27926" y="27435"/>
                  </a:cubicBezTo>
                  <a:cubicBezTo>
                    <a:pt x="27919" y="29686"/>
                    <a:pt x="27864" y="32690"/>
                    <a:pt x="27608" y="33384"/>
                  </a:cubicBezTo>
                  <a:cubicBezTo>
                    <a:pt x="27526" y="33607"/>
                    <a:pt x="27612" y="33721"/>
                    <a:pt x="27803" y="33721"/>
                  </a:cubicBezTo>
                  <a:cubicBezTo>
                    <a:pt x="28593" y="33721"/>
                    <a:pt x="31192" y="31765"/>
                    <a:pt x="31244" y="27441"/>
                  </a:cubicBezTo>
                  <a:cubicBezTo>
                    <a:pt x="31244" y="27441"/>
                    <a:pt x="34975" y="28173"/>
                    <a:pt x="36950" y="28173"/>
                  </a:cubicBezTo>
                  <a:cubicBezTo>
                    <a:pt x="37526" y="28173"/>
                    <a:pt x="37953" y="28110"/>
                    <a:pt x="38094" y="27950"/>
                  </a:cubicBezTo>
                  <a:cubicBezTo>
                    <a:pt x="38782" y="27160"/>
                    <a:pt x="34446" y="25593"/>
                    <a:pt x="33002" y="24646"/>
                  </a:cubicBezTo>
                  <a:cubicBezTo>
                    <a:pt x="31562" y="23699"/>
                    <a:pt x="32407" y="5015"/>
                    <a:pt x="18602" y="3146"/>
                  </a:cubicBezTo>
                  <a:cubicBezTo>
                    <a:pt x="18164" y="3087"/>
                    <a:pt x="17743" y="3058"/>
                    <a:pt x="17340" y="3058"/>
                  </a:cubicBezTo>
                  <a:cubicBezTo>
                    <a:pt x="10865" y="3058"/>
                    <a:pt x="8839" y="10444"/>
                    <a:pt x="8279" y="16658"/>
                  </a:cubicBezTo>
                  <a:cubicBezTo>
                    <a:pt x="7991" y="16679"/>
                    <a:pt x="7665" y="16694"/>
                    <a:pt x="7322" y="16694"/>
                  </a:cubicBezTo>
                  <a:cubicBezTo>
                    <a:pt x="5262" y="16694"/>
                    <a:pt x="2593" y="16147"/>
                    <a:pt x="3921" y="13059"/>
                  </a:cubicBezTo>
                  <a:cubicBezTo>
                    <a:pt x="5120" y="10267"/>
                    <a:pt x="12948" y="5339"/>
                    <a:pt x="11545" y="2563"/>
                  </a:cubicBezTo>
                  <a:cubicBezTo>
                    <a:pt x="10570" y="641"/>
                    <a:pt x="9249" y="1"/>
                    <a:pt x="7997" y="1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0" name="Google Shape;5980;p17"/>
            <p:cNvSpPr/>
            <p:nvPr/>
          </p:nvSpPr>
          <p:spPr>
            <a:xfrm>
              <a:off x="1860502" y="4267406"/>
              <a:ext cx="64795" cy="103036"/>
            </a:xfrm>
            <a:custGeom>
              <a:rect b="b" l="l" r="r" t="t"/>
              <a:pathLst>
                <a:path extrusionOk="0" h="1684" w="1059">
                  <a:moveTo>
                    <a:pt x="127" y="0"/>
                  </a:moveTo>
                  <a:cubicBezTo>
                    <a:pt x="57" y="0"/>
                    <a:pt x="0" y="99"/>
                    <a:pt x="77" y="157"/>
                  </a:cubicBezTo>
                  <a:cubicBezTo>
                    <a:pt x="808" y="780"/>
                    <a:pt x="842" y="1144"/>
                    <a:pt x="885" y="1606"/>
                  </a:cubicBezTo>
                  <a:cubicBezTo>
                    <a:pt x="889" y="1649"/>
                    <a:pt x="926" y="1683"/>
                    <a:pt x="972" y="1683"/>
                  </a:cubicBezTo>
                  <a:lnTo>
                    <a:pt x="978" y="1683"/>
                  </a:lnTo>
                  <a:cubicBezTo>
                    <a:pt x="1024" y="1680"/>
                    <a:pt x="1058" y="1637"/>
                    <a:pt x="1055" y="1591"/>
                  </a:cubicBezTo>
                  <a:cubicBezTo>
                    <a:pt x="1009" y="1110"/>
                    <a:pt x="969" y="693"/>
                    <a:pt x="188" y="27"/>
                  </a:cubicBezTo>
                  <a:cubicBezTo>
                    <a:pt x="169" y="8"/>
                    <a:pt x="147" y="0"/>
                    <a:pt x="1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1" name="Google Shape;5981;p17"/>
            <p:cNvSpPr/>
            <p:nvPr/>
          </p:nvSpPr>
          <p:spPr>
            <a:xfrm>
              <a:off x="1799441" y="4298365"/>
              <a:ext cx="100955" cy="72076"/>
            </a:xfrm>
            <a:custGeom>
              <a:rect b="b" l="l" r="r" t="t"/>
              <a:pathLst>
                <a:path extrusionOk="0" h="1178" w="1650">
                  <a:moveTo>
                    <a:pt x="121" y="1"/>
                  </a:moveTo>
                  <a:cubicBezTo>
                    <a:pt x="34" y="1"/>
                    <a:pt x="0" y="138"/>
                    <a:pt x="101" y="169"/>
                  </a:cubicBezTo>
                  <a:cubicBezTo>
                    <a:pt x="110" y="172"/>
                    <a:pt x="1159" y="502"/>
                    <a:pt x="1473" y="1131"/>
                  </a:cubicBezTo>
                  <a:cubicBezTo>
                    <a:pt x="1489" y="1159"/>
                    <a:pt x="1516" y="1177"/>
                    <a:pt x="1550" y="1177"/>
                  </a:cubicBezTo>
                  <a:cubicBezTo>
                    <a:pt x="1563" y="1177"/>
                    <a:pt x="1575" y="1174"/>
                    <a:pt x="1587" y="1171"/>
                  </a:cubicBezTo>
                  <a:cubicBezTo>
                    <a:pt x="1631" y="1150"/>
                    <a:pt x="1649" y="1097"/>
                    <a:pt x="1627" y="1054"/>
                  </a:cubicBezTo>
                  <a:cubicBezTo>
                    <a:pt x="1279" y="360"/>
                    <a:pt x="196" y="21"/>
                    <a:pt x="150" y="5"/>
                  </a:cubicBezTo>
                  <a:cubicBezTo>
                    <a:pt x="140" y="2"/>
                    <a:pt x="130" y="1"/>
                    <a:pt x="1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2" name="Google Shape;5982;p17"/>
            <p:cNvSpPr/>
            <p:nvPr/>
          </p:nvSpPr>
          <p:spPr>
            <a:xfrm>
              <a:off x="2334551" y="4234061"/>
              <a:ext cx="67059" cy="110684"/>
            </a:xfrm>
            <a:custGeom>
              <a:rect b="b" l="l" r="r" t="t"/>
              <a:pathLst>
                <a:path extrusionOk="0" h="1809" w="1096">
                  <a:moveTo>
                    <a:pt x="971" y="1"/>
                  </a:moveTo>
                  <a:cubicBezTo>
                    <a:pt x="948" y="1"/>
                    <a:pt x="923" y="11"/>
                    <a:pt x="904" y="35"/>
                  </a:cubicBezTo>
                  <a:cubicBezTo>
                    <a:pt x="867" y="82"/>
                    <a:pt x="0" y="1164"/>
                    <a:pt x="133" y="1744"/>
                  </a:cubicBezTo>
                  <a:cubicBezTo>
                    <a:pt x="142" y="1781"/>
                    <a:pt x="179" y="1809"/>
                    <a:pt x="219" y="1809"/>
                  </a:cubicBezTo>
                  <a:cubicBezTo>
                    <a:pt x="271" y="1809"/>
                    <a:pt x="315" y="1760"/>
                    <a:pt x="302" y="1704"/>
                  </a:cubicBezTo>
                  <a:cubicBezTo>
                    <a:pt x="207" y="1291"/>
                    <a:pt x="802" y="439"/>
                    <a:pt x="1039" y="143"/>
                  </a:cubicBezTo>
                  <a:cubicBezTo>
                    <a:pt x="1096" y="78"/>
                    <a:pt x="1036" y="1"/>
                    <a:pt x="97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3" name="Google Shape;5983;p17"/>
            <p:cNvSpPr/>
            <p:nvPr/>
          </p:nvSpPr>
          <p:spPr>
            <a:xfrm>
              <a:off x="2311852" y="4234489"/>
              <a:ext cx="44971" cy="128183"/>
            </a:xfrm>
            <a:custGeom>
              <a:rect b="b" l="l" r="r" t="t"/>
              <a:pathLst>
                <a:path extrusionOk="0" h="2095" w="735">
                  <a:moveTo>
                    <a:pt x="627" y="0"/>
                  </a:moveTo>
                  <a:cubicBezTo>
                    <a:pt x="598" y="0"/>
                    <a:pt x="569" y="15"/>
                    <a:pt x="553" y="50"/>
                  </a:cubicBezTo>
                  <a:cubicBezTo>
                    <a:pt x="528" y="106"/>
                    <a:pt x="1" y="1373"/>
                    <a:pt x="1" y="2012"/>
                  </a:cubicBezTo>
                  <a:cubicBezTo>
                    <a:pt x="1" y="2058"/>
                    <a:pt x="38" y="2095"/>
                    <a:pt x="87" y="2095"/>
                  </a:cubicBezTo>
                  <a:cubicBezTo>
                    <a:pt x="134" y="2095"/>
                    <a:pt x="171" y="2058"/>
                    <a:pt x="171" y="2012"/>
                  </a:cubicBezTo>
                  <a:cubicBezTo>
                    <a:pt x="171" y="1407"/>
                    <a:pt x="704" y="130"/>
                    <a:pt x="710" y="118"/>
                  </a:cubicBezTo>
                  <a:cubicBezTo>
                    <a:pt x="734" y="50"/>
                    <a:pt x="681" y="0"/>
                    <a:pt x="627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4" name="Google Shape;5984;p17"/>
            <p:cNvSpPr/>
            <p:nvPr/>
          </p:nvSpPr>
          <p:spPr>
            <a:xfrm>
              <a:off x="881262" y="4029218"/>
              <a:ext cx="116374" cy="59288"/>
            </a:xfrm>
            <a:custGeom>
              <a:rect b="b" l="l" r="r" t="t"/>
              <a:pathLst>
                <a:path extrusionOk="0" h="969" w="1902">
                  <a:moveTo>
                    <a:pt x="1779" y="0"/>
                  </a:moveTo>
                  <a:cubicBezTo>
                    <a:pt x="1769" y="0"/>
                    <a:pt x="1758" y="2"/>
                    <a:pt x="1747" y="6"/>
                  </a:cubicBezTo>
                  <a:cubicBezTo>
                    <a:pt x="1475" y="86"/>
                    <a:pt x="106" y="500"/>
                    <a:pt x="13" y="864"/>
                  </a:cubicBezTo>
                  <a:cubicBezTo>
                    <a:pt x="1" y="910"/>
                    <a:pt x="29" y="956"/>
                    <a:pt x="75" y="968"/>
                  </a:cubicBezTo>
                  <a:lnTo>
                    <a:pt x="97" y="968"/>
                  </a:lnTo>
                  <a:cubicBezTo>
                    <a:pt x="137" y="968"/>
                    <a:pt x="171" y="941"/>
                    <a:pt x="180" y="904"/>
                  </a:cubicBezTo>
                  <a:cubicBezTo>
                    <a:pt x="223" y="728"/>
                    <a:pt x="1053" y="385"/>
                    <a:pt x="1796" y="170"/>
                  </a:cubicBezTo>
                  <a:cubicBezTo>
                    <a:pt x="1901" y="145"/>
                    <a:pt x="1870" y="0"/>
                    <a:pt x="17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5" name="Google Shape;5985;p17"/>
            <p:cNvSpPr/>
            <p:nvPr/>
          </p:nvSpPr>
          <p:spPr>
            <a:xfrm>
              <a:off x="866027" y="3988286"/>
              <a:ext cx="103219" cy="90003"/>
            </a:xfrm>
            <a:custGeom>
              <a:rect b="b" l="l" r="r" t="t"/>
              <a:pathLst>
                <a:path extrusionOk="0" h="1471" w="1687">
                  <a:moveTo>
                    <a:pt x="1562" y="0"/>
                  </a:moveTo>
                  <a:cubicBezTo>
                    <a:pt x="1547" y="0"/>
                    <a:pt x="1531" y="5"/>
                    <a:pt x="1514" y="15"/>
                  </a:cubicBezTo>
                  <a:cubicBezTo>
                    <a:pt x="1370" y="108"/>
                    <a:pt x="99" y="925"/>
                    <a:pt x="9" y="1369"/>
                  </a:cubicBezTo>
                  <a:cubicBezTo>
                    <a:pt x="0" y="1415"/>
                    <a:pt x="31" y="1459"/>
                    <a:pt x="77" y="1468"/>
                  </a:cubicBezTo>
                  <a:cubicBezTo>
                    <a:pt x="83" y="1471"/>
                    <a:pt x="90" y="1471"/>
                    <a:pt x="93" y="1471"/>
                  </a:cubicBezTo>
                  <a:cubicBezTo>
                    <a:pt x="136" y="1471"/>
                    <a:pt x="170" y="1443"/>
                    <a:pt x="179" y="1403"/>
                  </a:cubicBezTo>
                  <a:cubicBezTo>
                    <a:pt x="231" y="1122"/>
                    <a:pt x="1083" y="493"/>
                    <a:pt x="1607" y="160"/>
                  </a:cubicBezTo>
                  <a:cubicBezTo>
                    <a:pt x="1686" y="109"/>
                    <a:pt x="1636" y="0"/>
                    <a:pt x="156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6" name="Google Shape;5986;p17"/>
            <p:cNvSpPr/>
            <p:nvPr/>
          </p:nvSpPr>
          <p:spPr>
            <a:xfrm>
              <a:off x="2822121" y="3975560"/>
              <a:ext cx="99181" cy="41239"/>
            </a:xfrm>
            <a:custGeom>
              <a:rect b="b" l="l" r="r" t="t"/>
              <a:pathLst>
                <a:path extrusionOk="0" h="674" w="1621">
                  <a:moveTo>
                    <a:pt x="119" y="0"/>
                  </a:moveTo>
                  <a:cubicBezTo>
                    <a:pt x="29" y="0"/>
                    <a:pt x="1" y="142"/>
                    <a:pt x="103" y="168"/>
                  </a:cubicBezTo>
                  <a:cubicBezTo>
                    <a:pt x="112" y="171"/>
                    <a:pt x="1179" y="461"/>
                    <a:pt x="1457" y="658"/>
                  </a:cubicBezTo>
                  <a:cubicBezTo>
                    <a:pt x="1469" y="667"/>
                    <a:pt x="1487" y="673"/>
                    <a:pt x="1506" y="673"/>
                  </a:cubicBezTo>
                  <a:cubicBezTo>
                    <a:pt x="1586" y="670"/>
                    <a:pt x="1620" y="569"/>
                    <a:pt x="1555" y="519"/>
                  </a:cubicBezTo>
                  <a:cubicBezTo>
                    <a:pt x="1253" y="303"/>
                    <a:pt x="192" y="13"/>
                    <a:pt x="146" y="4"/>
                  </a:cubicBezTo>
                  <a:cubicBezTo>
                    <a:pt x="136" y="2"/>
                    <a:pt x="128" y="0"/>
                    <a:pt x="1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7" name="Google Shape;5987;p17"/>
            <p:cNvSpPr/>
            <p:nvPr/>
          </p:nvSpPr>
          <p:spPr>
            <a:xfrm>
              <a:off x="2842740" y="3947354"/>
              <a:ext cx="111907" cy="63938"/>
            </a:xfrm>
            <a:custGeom>
              <a:rect b="b" l="l" r="r" t="t"/>
              <a:pathLst>
                <a:path extrusionOk="0" h="1045" w="1829">
                  <a:moveTo>
                    <a:pt x="117" y="1"/>
                  </a:moveTo>
                  <a:cubicBezTo>
                    <a:pt x="21" y="1"/>
                    <a:pt x="0" y="152"/>
                    <a:pt x="105" y="169"/>
                  </a:cubicBezTo>
                  <a:cubicBezTo>
                    <a:pt x="509" y="243"/>
                    <a:pt x="1573" y="533"/>
                    <a:pt x="1650" y="974"/>
                  </a:cubicBezTo>
                  <a:cubicBezTo>
                    <a:pt x="1659" y="1014"/>
                    <a:pt x="1693" y="1045"/>
                    <a:pt x="1736" y="1045"/>
                  </a:cubicBezTo>
                  <a:cubicBezTo>
                    <a:pt x="1740" y="1045"/>
                    <a:pt x="1746" y="1042"/>
                    <a:pt x="1752" y="1042"/>
                  </a:cubicBezTo>
                  <a:cubicBezTo>
                    <a:pt x="1798" y="1036"/>
                    <a:pt x="1829" y="989"/>
                    <a:pt x="1820" y="943"/>
                  </a:cubicBezTo>
                  <a:cubicBezTo>
                    <a:pt x="1709" y="311"/>
                    <a:pt x="299" y="30"/>
                    <a:pt x="136" y="2"/>
                  </a:cubicBezTo>
                  <a:cubicBezTo>
                    <a:pt x="129" y="1"/>
                    <a:pt x="123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8" name="Google Shape;5988;p17"/>
            <p:cNvSpPr/>
            <p:nvPr/>
          </p:nvSpPr>
          <p:spPr>
            <a:xfrm>
              <a:off x="1514938" y="3839732"/>
              <a:ext cx="36527" cy="243700"/>
            </a:xfrm>
            <a:custGeom>
              <a:rect b="b" l="l" r="r" t="t"/>
              <a:pathLst>
                <a:path extrusionOk="0" h="3983" w="597">
                  <a:moveTo>
                    <a:pt x="460" y="1"/>
                  </a:moveTo>
                  <a:cubicBezTo>
                    <a:pt x="423" y="1"/>
                    <a:pt x="385" y="23"/>
                    <a:pt x="377" y="71"/>
                  </a:cubicBezTo>
                  <a:cubicBezTo>
                    <a:pt x="362" y="164"/>
                    <a:pt x="1" y="2369"/>
                    <a:pt x="420" y="3920"/>
                  </a:cubicBezTo>
                  <a:cubicBezTo>
                    <a:pt x="430" y="3957"/>
                    <a:pt x="464" y="3982"/>
                    <a:pt x="504" y="3982"/>
                  </a:cubicBezTo>
                  <a:cubicBezTo>
                    <a:pt x="510" y="3982"/>
                    <a:pt x="519" y="3982"/>
                    <a:pt x="525" y="3979"/>
                  </a:cubicBezTo>
                  <a:cubicBezTo>
                    <a:pt x="572" y="3967"/>
                    <a:pt x="596" y="3920"/>
                    <a:pt x="584" y="3874"/>
                  </a:cubicBezTo>
                  <a:cubicBezTo>
                    <a:pt x="177" y="2360"/>
                    <a:pt x="544" y="121"/>
                    <a:pt x="547" y="99"/>
                  </a:cubicBezTo>
                  <a:cubicBezTo>
                    <a:pt x="557" y="37"/>
                    <a:pt x="508" y="1"/>
                    <a:pt x="46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9" name="Google Shape;5989;p17"/>
            <p:cNvSpPr/>
            <p:nvPr/>
          </p:nvSpPr>
          <p:spPr>
            <a:xfrm>
              <a:off x="2516449" y="3885925"/>
              <a:ext cx="26248" cy="187287"/>
            </a:xfrm>
            <a:custGeom>
              <a:rect b="b" l="l" r="r" t="t"/>
              <a:pathLst>
                <a:path extrusionOk="0" h="3061" w="429">
                  <a:moveTo>
                    <a:pt x="135" y="0"/>
                  </a:moveTo>
                  <a:cubicBezTo>
                    <a:pt x="131" y="0"/>
                    <a:pt x="127" y="0"/>
                    <a:pt x="124" y="1"/>
                  </a:cubicBezTo>
                  <a:cubicBezTo>
                    <a:pt x="77" y="7"/>
                    <a:pt x="43" y="50"/>
                    <a:pt x="50" y="97"/>
                  </a:cubicBezTo>
                  <a:cubicBezTo>
                    <a:pt x="53" y="112"/>
                    <a:pt x="256" y="1691"/>
                    <a:pt x="10" y="2959"/>
                  </a:cubicBezTo>
                  <a:cubicBezTo>
                    <a:pt x="0" y="3005"/>
                    <a:pt x="31" y="3051"/>
                    <a:pt x="77" y="3061"/>
                  </a:cubicBezTo>
                  <a:lnTo>
                    <a:pt x="93" y="3061"/>
                  </a:lnTo>
                  <a:cubicBezTo>
                    <a:pt x="133" y="3061"/>
                    <a:pt x="170" y="3033"/>
                    <a:pt x="176" y="2993"/>
                  </a:cubicBezTo>
                  <a:cubicBezTo>
                    <a:pt x="429" y="1694"/>
                    <a:pt x="222" y="90"/>
                    <a:pt x="219" y="75"/>
                  </a:cubicBezTo>
                  <a:cubicBezTo>
                    <a:pt x="214" y="32"/>
                    <a:pt x="176" y="0"/>
                    <a:pt x="1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0" name="Google Shape;5990;p17"/>
            <p:cNvSpPr/>
            <p:nvPr/>
          </p:nvSpPr>
          <p:spPr>
            <a:xfrm>
              <a:off x="1415699" y="3082094"/>
              <a:ext cx="1285742" cy="968130"/>
            </a:xfrm>
            <a:custGeom>
              <a:rect b="b" l="l" r="r" t="t"/>
              <a:pathLst>
                <a:path extrusionOk="0" h="15823" w="21014">
                  <a:moveTo>
                    <a:pt x="2456" y="1"/>
                  </a:moveTo>
                  <a:cubicBezTo>
                    <a:pt x="2409" y="1"/>
                    <a:pt x="2383" y="20"/>
                    <a:pt x="2382" y="62"/>
                  </a:cubicBezTo>
                  <a:cubicBezTo>
                    <a:pt x="2369" y="632"/>
                    <a:pt x="2132" y="4525"/>
                    <a:pt x="2132" y="4525"/>
                  </a:cubicBezTo>
                  <a:cubicBezTo>
                    <a:pt x="2132" y="4525"/>
                    <a:pt x="96" y="9564"/>
                    <a:pt x="50" y="10298"/>
                  </a:cubicBezTo>
                  <a:cubicBezTo>
                    <a:pt x="1" y="11029"/>
                    <a:pt x="6200" y="15776"/>
                    <a:pt x="11520" y="15822"/>
                  </a:cubicBezTo>
                  <a:cubicBezTo>
                    <a:pt x="11556" y="15823"/>
                    <a:pt x="11592" y="15823"/>
                    <a:pt x="11628" y="15823"/>
                  </a:cubicBezTo>
                  <a:cubicBezTo>
                    <a:pt x="18514" y="15823"/>
                    <a:pt x="21014" y="9920"/>
                    <a:pt x="20946" y="9450"/>
                  </a:cubicBezTo>
                  <a:cubicBezTo>
                    <a:pt x="20881" y="8978"/>
                    <a:pt x="18392" y="4478"/>
                    <a:pt x="18241" y="4386"/>
                  </a:cubicBezTo>
                  <a:cubicBezTo>
                    <a:pt x="18087" y="4296"/>
                    <a:pt x="16520" y="1314"/>
                    <a:pt x="16520" y="1314"/>
                  </a:cubicBezTo>
                  <a:cubicBezTo>
                    <a:pt x="16520" y="1314"/>
                    <a:pt x="14608" y="3594"/>
                    <a:pt x="14415" y="3594"/>
                  </a:cubicBezTo>
                  <a:cubicBezTo>
                    <a:pt x="14413" y="3594"/>
                    <a:pt x="14412" y="3593"/>
                    <a:pt x="14410" y="3593"/>
                  </a:cubicBezTo>
                  <a:cubicBezTo>
                    <a:pt x="14247" y="3556"/>
                    <a:pt x="7579" y="3448"/>
                    <a:pt x="7384" y="3291"/>
                  </a:cubicBezTo>
                  <a:cubicBezTo>
                    <a:pt x="7204" y="3142"/>
                    <a:pt x="3066" y="1"/>
                    <a:pt x="2456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1" name="Google Shape;5991;p17"/>
            <p:cNvSpPr/>
            <p:nvPr/>
          </p:nvSpPr>
          <p:spPr>
            <a:xfrm>
              <a:off x="2106398" y="3092250"/>
              <a:ext cx="595820" cy="635039"/>
            </a:xfrm>
            <a:custGeom>
              <a:rect b="b" l="l" r="r" t="t"/>
              <a:pathLst>
                <a:path extrusionOk="0" h="10379" w="9738">
                  <a:moveTo>
                    <a:pt x="6138" y="1"/>
                  </a:moveTo>
                  <a:lnTo>
                    <a:pt x="3621" y="2903"/>
                  </a:lnTo>
                  <a:lnTo>
                    <a:pt x="0" y="3156"/>
                  </a:lnTo>
                  <a:cubicBezTo>
                    <a:pt x="0" y="3156"/>
                    <a:pt x="191" y="7304"/>
                    <a:pt x="1413" y="8905"/>
                  </a:cubicBezTo>
                  <a:cubicBezTo>
                    <a:pt x="2253" y="10005"/>
                    <a:pt x="3117" y="10379"/>
                    <a:pt x="3966" y="10379"/>
                  </a:cubicBezTo>
                  <a:cubicBezTo>
                    <a:pt x="5762" y="10379"/>
                    <a:pt x="7488" y="8708"/>
                    <a:pt x="8774" y="8708"/>
                  </a:cubicBezTo>
                  <a:cubicBezTo>
                    <a:pt x="9132" y="8708"/>
                    <a:pt x="9456" y="8837"/>
                    <a:pt x="9737" y="9167"/>
                  </a:cubicBezTo>
                  <a:cubicBezTo>
                    <a:pt x="9737" y="9167"/>
                    <a:pt x="9694" y="4852"/>
                    <a:pt x="6138" y="1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2" name="Google Shape;5992;p17"/>
            <p:cNvSpPr/>
            <p:nvPr/>
          </p:nvSpPr>
          <p:spPr>
            <a:xfrm>
              <a:off x="1416066" y="3048932"/>
              <a:ext cx="635651" cy="703811"/>
            </a:xfrm>
            <a:custGeom>
              <a:rect b="b" l="l" r="r" t="t"/>
              <a:pathLst>
                <a:path extrusionOk="0" h="11503" w="10389">
                  <a:moveTo>
                    <a:pt x="2441" y="0"/>
                  </a:moveTo>
                  <a:cubicBezTo>
                    <a:pt x="2097" y="0"/>
                    <a:pt x="2245" y="2330"/>
                    <a:pt x="1216" y="5471"/>
                  </a:cubicBezTo>
                  <a:cubicBezTo>
                    <a:pt x="608" y="7327"/>
                    <a:pt x="1" y="10924"/>
                    <a:pt x="1" y="10924"/>
                  </a:cubicBezTo>
                  <a:cubicBezTo>
                    <a:pt x="486" y="10058"/>
                    <a:pt x="1234" y="9753"/>
                    <a:pt x="2097" y="9753"/>
                  </a:cubicBezTo>
                  <a:cubicBezTo>
                    <a:pt x="4165" y="9753"/>
                    <a:pt x="6899" y="11502"/>
                    <a:pt x="8310" y="11502"/>
                  </a:cubicBezTo>
                  <a:cubicBezTo>
                    <a:pt x="8492" y="11502"/>
                    <a:pt x="8651" y="11473"/>
                    <a:pt x="8785" y="11408"/>
                  </a:cubicBezTo>
                  <a:cubicBezTo>
                    <a:pt x="10389" y="10621"/>
                    <a:pt x="9827" y="3888"/>
                    <a:pt x="9827" y="3888"/>
                  </a:cubicBezTo>
                  <a:lnTo>
                    <a:pt x="6977" y="3389"/>
                  </a:lnTo>
                  <a:cubicBezTo>
                    <a:pt x="6977" y="3389"/>
                    <a:pt x="2959" y="357"/>
                    <a:pt x="2514" y="30"/>
                  </a:cubicBezTo>
                  <a:cubicBezTo>
                    <a:pt x="2488" y="10"/>
                    <a:pt x="2463" y="0"/>
                    <a:pt x="2441" y="0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3" name="Google Shape;5993;p17"/>
            <p:cNvSpPr/>
            <p:nvPr/>
          </p:nvSpPr>
          <p:spPr>
            <a:xfrm>
              <a:off x="2036649" y="3689281"/>
              <a:ext cx="176396" cy="187287"/>
            </a:xfrm>
            <a:custGeom>
              <a:rect b="b" l="l" r="r" t="t"/>
              <a:pathLst>
                <a:path extrusionOk="0" h="3061" w="2883">
                  <a:moveTo>
                    <a:pt x="1538" y="1"/>
                  </a:moveTo>
                  <a:cubicBezTo>
                    <a:pt x="1494" y="1"/>
                    <a:pt x="1454" y="31"/>
                    <a:pt x="1449" y="78"/>
                  </a:cubicBezTo>
                  <a:lnTo>
                    <a:pt x="1106" y="2839"/>
                  </a:lnTo>
                  <a:cubicBezTo>
                    <a:pt x="588" y="2555"/>
                    <a:pt x="264" y="1275"/>
                    <a:pt x="181" y="775"/>
                  </a:cubicBezTo>
                  <a:cubicBezTo>
                    <a:pt x="173" y="727"/>
                    <a:pt x="136" y="705"/>
                    <a:pt x="98" y="705"/>
                  </a:cubicBezTo>
                  <a:cubicBezTo>
                    <a:pt x="50" y="705"/>
                    <a:pt x="1" y="741"/>
                    <a:pt x="11" y="803"/>
                  </a:cubicBezTo>
                  <a:cubicBezTo>
                    <a:pt x="27" y="886"/>
                    <a:pt x="360" y="2805"/>
                    <a:pt x="1149" y="3039"/>
                  </a:cubicBezTo>
                  <a:lnTo>
                    <a:pt x="1152" y="3039"/>
                  </a:lnTo>
                  <a:cubicBezTo>
                    <a:pt x="1199" y="3055"/>
                    <a:pt x="1251" y="3061"/>
                    <a:pt x="1300" y="3061"/>
                  </a:cubicBezTo>
                  <a:cubicBezTo>
                    <a:pt x="2068" y="3061"/>
                    <a:pt x="2830" y="1438"/>
                    <a:pt x="2864" y="1364"/>
                  </a:cubicBezTo>
                  <a:cubicBezTo>
                    <a:pt x="2883" y="1324"/>
                    <a:pt x="2864" y="1275"/>
                    <a:pt x="2824" y="1256"/>
                  </a:cubicBezTo>
                  <a:cubicBezTo>
                    <a:pt x="2812" y="1250"/>
                    <a:pt x="2799" y="1247"/>
                    <a:pt x="2786" y="1247"/>
                  </a:cubicBezTo>
                  <a:cubicBezTo>
                    <a:pt x="2754" y="1247"/>
                    <a:pt x="2723" y="1266"/>
                    <a:pt x="2710" y="1297"/>
                  </a:cubicBezTo>
                  <a:cubicBezTo>
                    <a:pt x="2492" y="1763"/>
                    <a:pt x="1843" y="2892"/>
                    <a:pt x="1303" y="2892"/>
                  </a:cubicBezTo>
                  <a:cubicBezTo>
                    <a:pt x="1293" y="2892"/>
                    <a:pt x="1283" y="2892"/>
                    <a:pt x="1273" y="2891"/>
                  </a:cubicBezTo>
                  <a:lnTo>
                    <a:pt x="1618" y="97"/>
                  </a:lnTo>
                  <a:cubicBezTo>
                    <a:pt x="1624" y="51"/>
                    <a:pt x="1590" y="7"/>
                    <a:pt x="1544" y="1"/>
                  </a:cubicBezTo>
                  <a:cubicBezTo>
                    <a:pt x="1542" y="1"/>
                    <a:pt x="1540" y="1"/>
                    <a:pt x="153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4" name="Google Shape;5994;p17"/>
            <p:cNvSpPr/>
            <p:nvPr/>
          </p:nvSpPr>
          <p:spPr>
            <a:xfrm>
              <a:off x="2083943" y="3647125"/>
              <a:ext cx="99854" cy="46868"/>
            </a:xfrm>
            <a:custGeom>
              <a:rect b="b" l="l" r="r" t="t"/>
              <a:pathLst>
                <a:path extrusionOk="0" h="766" w="1632">
                  <a:moveTo>
                    <a:pt x="747" y="1"/>
                  </a:moveTo>
                  <a:cubicBezTo>
                    <a:pt x="339" y="1"/>
                    <a:pt x="0" y="120"/>
                    <a:pt x="0" y="120"/>
                  </a:cubicBezTo>
                  <a:cubicBezTo>
                    <a:pt x="0" y="120"/>
                    <a:pt x="716" y="730"/>
                    <a:pt x="820" y="764"/>
                  </a:cubicBezTo>
                  <a:cubicBezTo>
                    <a:pt x="824" y="765"/>
                    <a:pt x="828" y="766"/>
                    <a:pt x="832" y="766"/>
                  </a:cubicBezTo>
                  <a:cubicBezTo>
                    <a:pt x="969" y="766"/>
                    <a:pt x="1632" y="274"/>
                    <a:pt x="1632" y="274"/>
                  </a:cubicBezTo>
                  <a:cubicBezTo>
                    <a:pt x="1368" y="62"/>
                    <a:pt x="1040" y="1"/>
                    <a:pt x="747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5" name="Google Shape;5995;p17"/>
            <p:cNvSpPr/>
            <p:nvPr/>
          </p:nvSpPr>
          <p:spPr>
            <a:xfrm>
              <a:off x="1775212" y="3549721"/>
              <a:ext cx="161406" cy="138706"/>
            </a:xfrm>
            <a:custGeom>
              <a:rect b="b" l="l" r="r" t="t"/>
              <a:pathLst>
                <a:path extrusionOk="0" h="2267" w="2638">
                  <a:moveTo>
                    <a:pt x="117" y="1"/>
                  </a:moveTo>
                  <a:cubicBezTo>
                    <a:pt x="22" y="1"/>
                    <a:pt x="1" y="152"/>
                    <a:pt x="105" y="173"/>
                  </a:cubicBezTo>
                  <a:cubicBezTo>
                    <a:pt x="130" y="176"/>
                    <a:pt x="2446" y="601"/>
                    <a:pt x="2258" y="2174"/>
                  </a:cubicBezTo>
                  <a:cubicBezTo>
                    <a:pt x="2255" y="2220"/>
                    <a:pt x="2286" y="2264"/>
                    <a:pt x="2335" y="2267"/>
                  </a:cubicBezTo>
                  <a:lnTo>
                    <a:pt x="2344" y="2267"/>
                  </a:lnTo>
                  <a:cubicBezTo>
                    <a:pt x="2387" y="2267"/>
                    <a:pt x="2424" y="2236"/>
                    <a:pt x="2428" y="2193"/>
                  </a:cubicBezTo>
                  <a:cubicBezTo>
                    <a:pt x="2637" y="462"/>
                    <a:pt x="161" y="6"/>
                    <a:pt x="136" y="3"/>
                  </a:cubicBezTo>
                  <a:cubicBezTo>
                    <a:pt x="129" y="2"/>
                    <a:pt x="123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6" name="Google Shape;5996;p17"/>
            <p:cNvSpPr/>
            <p:nvPr/>
          </p:nvSpPr>
          <p:spPr>
            <a:xfrm>
              <a:off x="2299064" y="3555962"/>
              <a:ext cx="162874" cy="125858"/>
            </a:xfrm>
            <a:custGeom>
              <a:rect b="b" l="l" r="r" t="t"/>
              <a:pathLst>
                <a:path extrusionOk="0" h="2057" w="2662">
                  <a:moveTo>
                    <a:pt x="1605" y="1"/>
                  </a:moveTo>
                  <a:cubicBezTo>
                    <a:pt x="1522" y="1"/>
                    <a:pt x="1436" y="11"/>
                    <a:pt x="1348" y="34"/>
                  </a:cubicBezTo>
                  <a:cubicBezTo>
                    <a:pt x="774" y="182"/>
                    <a:pt x="327" y="826"/>
                    <a:pt x="16" y="1946"/>
                  </a:cubicBezTo>
                  <a:cubicBezTo>
                    <a:pt x="0" y="1992"/>
                    <a:pt x="28" y="2038"/>
                    <a:pt x="74" y="2054"/>
                  </a:cubicBezTo>
                  <a:cubicBezTo>
                    <a:pt x="80" y="2054"/>
                    <a:pt x="90" y="2054"/>
                    <a:pt x="96" y="2057"/>
                  </a:cubicBezTo>
                  <a:cubicBezTo>
                    <a:pt x="136" y="2054"/>
                    <a:pt x="170" y="2029"/>
                    <a:pt x="179" y="1992"/>
                  </a:cubicBezTo>
                  <a:cubicBezTo>
                    <a:pt x="472" y="934"/>
                    <a:pt x="879" y="333"/>
                    <a:pt x="1388" y="200"/>
                  </a:cubicBezTo>
                  <a:cubicBezTo>
                    <a:pt x="1460" y="181"/>
                    <a:pt x="1531" y="173"/>
                    <a:pt x="1600" y="173"/>
                  </a:cubicBezTo>
                  <a:cubicBezTo>
                    <a:pt x="2078" y="173"/>
                    <a:pt x="2471" y="565"/>
                    <a:pt x="2477" y="570"/>
                  </a:cubicBezTo>
                  <a:cubicBezTo>
                    <a:pt x="2495" y="589"/>
                    <a:pt x="2516" y="597"/>
                    <a:pt x="2537" y="597"/>
                  </a:cubicBezTo>
                  <a:cubicBezTo>
                    <a:pt x="2603" y="597"/>
                    <a:pt x="2662" y="511"/>
                    <a:pt x="2600" y="450"/>
                  </a:cubicBezTo>
                  <a:cubicBezTo>
                    <a:pt x="2579" y="428"/>
                    <a:pt x="2151" y="1"/>
                    <a:pt x="160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7" name="Google Shape;5997;p17"/>
            <p:cNvSpPr/>
            <p:nvPr/>
          </p:nvSpPr>
          <p:spPr>
            <a:xfrm>
              <a:off x="1595516" y="3127614"/>
              <a:ext cx="125368" cy="134056"/>
            </a:xfrm>
            <a:custGeom>
              <a:rect b="b" l="l" r="r" t="t"/>
              <a:pathLst>
                <a:path extrusionOk="0" h="2191" w="2049">
                  <a:moveTo>
                    <a:pt x="175" y="0"/>
                  </a:moveTo>
                  <a:cubicBezTo>
                    <a:pt x="165" y="0"/>
                    <a:pt x="160" y="5"/>
                    <a:pt x="158" y="15"/>
                  </a:cubicBezTo>
                  <a:cubicBezTo>
                    <a:pt x="130" y="221"/>
                    <a:pt x="1" y="1979"/>
                    <a:pt x="16" y="2152"/>
                  </a:cubicBezTo>
                  <a:cubicBezTo>
                    <a:pt x="19" y="2179"/>
                    <a:pt x="70" y="2190"/>
                    <a:pt x="155" y="2190"/>
                  </a:cubicBezTo>
                  <a:cubicBezTo>
                    <a:pt x="613" y="2190"/>
                    <a:pt x="2049" y="1856"/>
                    <a:pt x="2049" y="1856"/>
                  </a:cubicBezTo>
                  <a:cubicBezTo>
                    <a:pt x="2049" y="1856"/>
                    <a:pt x="363" y="0"/>
                    <a:pt x="175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8" name="Google Shape;5998;p17"/>
            <p:cNvSpPr/>
            <p:nvPr/>
          </p:nvSpPr>
          <p:spPr>
            <a:xfrm>
              <a:off x="1400036" y="3051012"/>
              <a:ext cx="1213788" cy="657066"/>
            </a:xfrm>
            <a:custGeom>
              <a:rect b="b" l="l" r="r" t="t"/>
              <a:pathLst>
                <a:path extrusionOk="0" h="10739" w="19838">
                  <a:moveTo>
                    <a:pt x="3110" y="1"/>
                  </a:moveTo>
                  <a:cubicBezTo>
                    <a:pt x="3103" y="1"/>
                    <a:pt x="3097" y="1"/>
                    <a:pt x="3091" y="2"/>
                  </a:cubicBezTo>
                  <a:cubicBezTo>
                    <a:pt x="2644" y="67"/>
                    <a:pt x="2184" y="3302"/>
                    <a:pt x="2008" y="4703"/>
                  </a:cubicBezTo>
                  <a:cubicBezTo>
                    <a:pt x="1885" y="5026"/>
                    <a:pt x="10" y="10017"/>
                    <a:pt x="1" y="10652"/>
                  </a:cubicBezTo>
                  <a:cubicBezTo>
                    <a:pt x="1" y="10698"/>
                    <a:pt x="38" y="10739"/>
                    <a:pt x="87" y="10739"/>
                  </a:cubicBezTo>
                  <a:cubicBezTo>
                    <a:pt x="89" y="10739"/>
                    <a:pt x="90" y="10739"/>
                    <a:pt x="92" y="10739"/>
                  </a:cubicBezTo>
                  <a:cubicBezTo>
                    <a:pt x="136" y="10739"/>
                    <a:pt x="173" y="10700"/>
                    <a:pt x="173" y="10652"/>
                  </a:cubicBezTo>
                  <a:cubicBezTo>
                    <a:pt x="180" y="10165"/>
                    <a:pt x="1484" y="6578"/>
                    <a:pt x="2175" y="4752"/>
                  </a:cubicBezTo>
                  <a:cubicBezTo>
                    <a:pt x="2178" y="4746"/>
                    <a:pt x="2178" y="4740"/>
                    <a:pt x="2178" y="4733"/>
                  </a:cubicBezTo>
                  <a:cubicBezTo>
                    <a:pt x="2453" y="2571"/>
                    <a:pt x="2881" y="274"/>
                    <a:pt x="3119" y="172"/>
                  </a:cubicBezTo>
                  <a:lnTo>
                    <a:pt x="3125" y="172"/>
                  </a:lnTo>
                  <a:cubicBezTo>
                    <a:pt x="3412" y="172"/>
                    <a:pt x="5370" y="1797"/>
                    <a:pt x="6422" y="2673"/>
                  </a:cubicBezTo>
                  <a:cubicBezTo>
                    <a:pt x="7091" y="3228"/>
                    <a:pt x="7625" y="3669"/>
                    <a:pt x="7785" y="3768"/>
                  </a:cubicBezTo>
                  <a:cubicBezTo>
                    <a:pt x="8059" y="3932"/>
                    <a:pt x="10127" y="3969"/>
                    <a:pt x="11956" y="3969"/>
                  </a:cubicBezTo>
                  <a:cubicBezTo>
                    <a:pt x="13297" y="3969"/>
                    <a:pt x="14510" y="3949"/>
                    <a:pt x="14793" y="3944"/>
                  </a:cubicBezTo>
                  <a:cubicBezTo>
                    <a:pt x="14818" y="3944"/>
                    <a:pt x="14842" y="3935"/>
                    <a:pt x="14858" y="3913"/>
                  </a:cubicBezTo>
                  <a:cubicBezTo>
                    <a:pt x="15808" y="2763"/>
                    <a:pt x="17387" y="924"/>
                    <a:pt x="17670" y="767"/>
                  </a:cubicBezTo>
                  <a:cubicBezTo>
                    <a:pt x="17939" y="995"/>
                    <a:pt x="19382" y="3281"/>
                    <a:pt x="19651" y="3975"/>
                  </a:cubicBezTo>
                  <a:cubicBezTo>
                    <a:pt x="19664" y="4014"/>
                    <a:pt x="19695" y="4031"/>
                    <a:pt x="19727" y="4031"/>
                  </a:cubicBezTo>
                  <a:cubicBezTo>
                    <a:pt x="19781" y="4031"/>
                    <a:pt x="19837" y="3981"/>
                    <a:pt x="19808" y="3913"/>
                  </a:cubicBezTo>
                  <a:cubicBezTo>
                    <a:pt x="19552" y="3241"/>
                    <a:pt x="17979" y="687"/>
                    <a:pt x="17717" y="594"/>
                  </a:cubicBezTo>
                  <a:cubicBezTo>
                    <a:pt x="17709" y="592"/>
                    <a:pt x="17701" y="589"/>
                    <a:pt x="17689" y="589"/>
                  </a:cubicBezTo>
                  <a:cubicBezTo>
                    <a:pt x="17581" y="589"/>
                    <a:pt x="17186" y="826"/>
                    <a:pt x="14747" y="3774"/>
                  </a:cubicBezTo>
                  <a:cubicBezTo>
                    <a:pt x="13931" y="3789"/>
                    <a:pt x="12982" y="3798"/>
                    <a:pt x="12055" y="3798"/>
                  </a:cubicBezTo>
                  <a:cubicBezTo>
                    <a:pt x="10026" y="3798"/>
                    <a:pt x="8096" y="3753"/>
                    <a:pt x="7872" y="3620"/>
                  </a:cubicBezTo>
                  <a:cubicBezTo>
                    <a:pt x="7721" y="3531"/>
                    <a:pt x="7168" y="3071"/>
                    <a:pt x="6530" y="2540"/>
                  </a:cubicBezTo>
                  <a:cubicBezTo>
                    <a:pt x="4466" y="826"/>
                    <a:pt x="3414" y="1"/>
                    <a:pt x="311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9" name="Google Shape;5999;p17"/>
            <p:cNvSpPr/>
            <p:nvPr/>
          </p:nvSpPr>
          <p:spPr>
            <a:xfrm>
              <a:off x="2398854" y="3167690"/>
              <a:ext cx="122064" cy="123349"/>
            </a:xfrm>
            <a:custGeom>
              <a:rect b="b" l="l" r="r" t="t"/>
              <a:pathLst>
                <a:path extrusionOk="0" h="2016" w="1995">
                  <a:moveTo>
                    <a:pt x="1171" y="0"/>
                  </a:moveTo>
                  <a:cubicBezTo>
                    <a:pt x="822" y="0"/>
                    <a:pt x="1" y="1839"/>
                    <a:pt x="1" y="1839"/>
                  </a:cubicBezTo>
                  <a:cubicBezTo>
                    <a:pt x="1" y="1839"/>
                    <a:pt x="1589" y="1984"/>
                    <a:pt x="1796" y="2015"/>
                  </a:cubicBezTo>
                  <a:cubicBezTo>
                    <a:pt x="1798" y="2016"/>
                    <a:pt x="1799" y="2016"/>
                    <a:pt x="1801" y="2016"/>
                  </a:cubicBezTo>
                  <a:cubicBezTo>
                    <a:pt x="1994" y="2016"/>
                    <a:pt x="1531" y="322"/>
                    <a:pt x="1238" y="29"/>
                  </a:cubicBezTo>
                  <a:cubicBezTo>
                    <a:pt x="1218" y="10"/>
                    <a:pt x="1196" y="0"/>
                    <a:pt x="1171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0" name="Google Shape;6000;p17"/>
            <p:cNvSpPr/>
            <p:nvPr/>
          </p:nvSpPr>
          <p:spPr>
            <a:xfrm>
              <a:off x="2454898" y="3679492"/>
              <a:ext cx="294116" cy="115028"/>
            </a:xfrm>
            <a:custGeom>
              <a:rect b="b" l="l" r="r" t="t"/>
              <a:pathLst>
                <a:path extrusionOk="0" h="1880" w="4807">
                  <a:moveTo>
                    <a:pt x="4688" y="0"/>
                  </a:moveTo>
                  <a:cubicBezTo>
                    <a:pt x="4678" y="0"/>
                    <a:pt x="4667" y="2"/>
                    <a:pt x="4655" y="7"/>
                  </a:cubicBezTo>
                  <a:lnTo>
                    <a:pt x="90" y="1713"/>
                  </a:lnTo>
                  <a:cubicBezTo>
                    <a:pt x="1" y="1746"/>
                    <a:pt x="22" y="1879"/>
                    <a:pt x="118" y="1879"/>
                  </a:cubicBezTo>
                  <a:cubicBezTo>
                    <a:pt x="130" y="1879"/>
                    <a:pt x="140" y="1876"/>
                    <a:pt x="149" y="1873"/>
                  </a:cubicBezTo>
                  <a:lnTo>
                    <a:pt x="4714" y="167"/>
                  </a:lnTo>
                  <a:cubicBezTo>
                    <a:pt x="4807" y="129"/>
                    <a:pt x="4771" y="0"/>
                    <a:pt x="468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1" name="Google Shape;6001;p17"/>
            <p:cNvSpPr/>
            <p:nvPr/>
          </p:nvSpPr>
          <p:spPr>
            <a:xfrm>
              <a:off x="2469093" y="3754686"/>
              <a:ext cx="333642" cy="67732"/>
            </a:xfrm>
            <a:custGeom>
              <a:rect b="b" l="l" r="r" t="t"/>
              <a:pathLst>
                <a:path extrusionOk="0" h="1107" w="5453">
                  <a:moveTo>
                    <a:pt x="5334" y="1"/>
                  </a:moveTo>
                  <a:cubicBezTo>
                    <a:pt x="5328" y="1"/>
                    <a:pt x="5321" y="1"/>
                    <a:pt x="5314" y="2"/>
                  </a:cubicBezTo>
                  <a:lnTo>
                    <a:pt x="102" y="937"/>
                  </a:lnTo>
                  <a:cubicBezTo>
                    <a:pt x="0" y="955"/>
                    <a:pt x="12" y="1107"/>
                    <a:pt x="117" y="1107"/>
                  </a:cubicBezTo>
                  <a:lnTo>
                    <a:pt x="130" y="1107"/>
                  </a:lnTo>
                  <a:lnTo>
                    <a:pt x="5345" y="172"/>
                  </a:lnTo>
                  <a:cubicBezTo>
                    <a:pt x="5452" y="152"/>
                    <a:pt x="5432" y="1"/>
                    <a:pt x="533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2" name="Google Shape;6002;p17"/>
            <p:cNvSpPr/>
            <p:nvPr/>
          </p:nvSpPr>
          <p:spPr>
            <a:xfrm>
              <a:off x="2473009" y="3848481"/>
              <a:ext cx="280900" cy="54699"/>
            </a:xfrm>
            <a:custGeom>
              <a:rect b="b" l="l" r="r" t="t"/>
              <a:pathLst>
                <a:path extrusionOk="0" h="894" w="4591">
                  <a:moveTo>
                    <a:pt x="89" y="1"/>
                  </a:moveTo>
                  <a:cubicBezTo>
                    <a:pt x="50" y="1"/>
                    <a:pt x="15" y="30"/>
                    <a:pt x="7" y="73"/>
                  </a:cubicBezTo>
                  <a:cubicBezTo>
                    <a:pt x="1" y="119"/>
                    <a:pt x="32" y="163"/>
                    <a:pt x="78" y="172"/>
                  </a:cubicBezTo>
                  <a:lnTo>
                    <a:pt x="4461" y="894"/>
                  </a:lnTo>
                  <a:lnTo>
                    <a:pt x="4473" y="894"/>
                  </a:lnTo>
                  <a:cubicBezTo>
                    <a:pt x="4578" y="894"/>
                    <a:pt x="4590" y="743"/>
                    <a:pt x="4489" y="724"/>
                  </a:cubicBezTo>
                  <a:lnTo>
                    <a:pt x="106" y="2"/>
                  </a:lnTo>
                  <a:cubicBezTo>
                    <a:pt x="100" y="1"/>
                    <a:pt x="95" y="1"/>
                    <a:pt x="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3" name="Google Shape;6003;p17"/>
            <p:cNvSpPr/>
            <p:nvPr/>
          </p:nvSpPr>
          <p:spPr>
            <a:xfrm>
              <a:off x="1512919" y="3670130"/>
              <a:ext cx="336273" cy="150576"/>
            </a:xfrm>
            <a:custGeom>
              <a:rect b="b" l="l" r="r" t="t"/>
              <a:pathLst>
                <a:path extrusionOk="0" h="2461" w="5496">
                  <a:moveTo>
                    <a:pt x="123" y="0"/>
                  </a:moveTo>
                  <a:cubicBezTo>
                    <a:pt x="41" y="0"/>
                    <a:pt x="1" y="126"/>
                    <a:pt x="93" y="166"/>
                  </a:cubicBezTo>
                  <a:lnTo>
                    <a:pt x="5345" y="2455"/>
                  </a:lnTo>
                  <a:cubicBezTo>
                    <a:pt x="5354" y="2458"/>
                    <a:pt x="5366" y="2461"/>
                    <a:pt x="5378" y="2461"/>
                  </a:cubicBezTo>
                  <a:lnTo>
                    <a:pt x="5378" y="2461"/>
                  </a:lnTo>
                  <a:cubicBezTo>
                    <a:pt x="5472" y="2459"/>
                    <a:pt x="5496" y="2331"/>
                    <a:pt x="5413" y="2297"/>
                  </a:cubicBezTo>
                  <a:lnTo>
                    <a:pt x="160" y="9"/>
                  </a:lnTo>
                  <a:cubicBezTo>
                    <a:pt x="147" y="3"/>
                    <a:pt x="135" y="0"/>
                    <a:pt x="123" y="0"/>
                  </a:cubicBezTo>
                  <a:close/>
                  <a:moveTo>
                    <a:pt x="5378" y="2461"/>
                  </a:moveTo>
                  <a:cubicBezTo>
                    <a:pt x="5377" y="2461"/>
                    <a:pt x="5376" y="2461"/>
                    <a:pt x="5376" y="2461"/>
                  </a:cubicBezTo>
                  <a:lnTo>
                    <a:pt x="5379" y="2461"/>
                  </a:lnTo>
                  <a:cubicBezTo>
                    <a:pt x="5379" y="2461"/>
                    <a:pt x="5378" y="2461"/>
                    <a:pt x="5378" y="246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4" name="Google Shape;6004;p17"/>
            <p:cNvSpPr/>
            <p:nvPr/>
          </p:nvSpPr>
          <p:spPr>
            <a:xfrm>
              <a:off x="1456202" y="3757684"/>
              <a:ext cx="376410" cy="89269"/>
            </a:xfrm>
            <a:custGeom>
              <a:rect b="b" l="l" r="r" t="t"/>
              <a:pathLst>
                <a:path extrusionOk="0" h="1459" w="6152">
                  <a:moveTo>
                    <a:pt x="119" y="0"/>
                  </a:moveTo>
                  <a:cubicBezTo>
                    <a:pt x="25" y="0"/>
                    <a:pt x="0" y="149"/>
                    <a:pt x="107" y="172"/>
                  </a:cubicBezTo>
                  <a:lnTo>
                    <a:pt x="6013" y="1455"/>
                  </a:lnTo>
                  <a:lnTo>
                    <a:pt x="6032" y="1455"/>
                  </a:lnTo>
                  <a:lnTo>
                    <a:pt x="6032" y="1459"/>
                  </a:lnTo>
                  <a:cubicBezTo>
                    <a:pt x="6133" y="1459"/>
                    <a:pt x="6152" y="1310"/>
                    <a:pt x="6050" y="1289"/>
                  </a:cubicBezTo>
                  <a:lnTo>
                    <a:pt x="141" y="3"/>
                  </a:lnTo>
                  <a:cubicBezTo>
                    <a:pt x="133" y="1"/>
                    <a:pt x="126" y="0"/>
                    <a:pt x="1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5" name="Google Shape;6005;p17"/>
            <p:cNvSpPr/>
            <p:nvPr/>
          </p:nvSpPr>
          <p:spPr>
            <a:xfrm>
              <a:off x="1467582" y="3861758"/>
              <a:ext cx="361297" cy="32367"/>
            </a:xfrm>
            <a:custGeom>
              <a:rect b="b" l="l" r="r" t="t"/>
              <a:pathLst>
                <a:path extrusionOk="0" h="529" w="5905">
                  <a:moveTo>
                    <a:pt x="5789" y="1"/>
                  </a:moveTo>
                  <a:cubicBezTo>
                    <a:pt x="5787" y="1"/>
                    <a:pt x="5784" y="1"/>
                    <a:pt x="5781" y="1"/>
                  </a:cubicBezTo>
                  <a:lnTo>
                    <a:pt x="99" y="359"/>
                  </a:lnTo>
                  <a:cubicBezTo>
                    <a:pt x="1" y="374"/>
                    <a:pt x="4" y="519"/>
                    <a:pt x="106" y="529"/>
                  </a:cubicBezTo>
                  <a:lnTo>
                    <a:pt x="112" y="529"/>
                  </a:lnTo>
                  <a:lnTo>
                    <a:pt x="5793" y="171"/>
                  </a:lnTo>
                  <a:cubicBezTo>
                    <a:pt x="5904" y="165"/>
                    <a:pt x="5895" y="1"/>
                    <a:pt x="57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6" name="Google Shape;6006;p17"/>
            <p:cNvSpPr/>
            <p:nvPr/>
          </p:nvSpPr>
          <p:spPr>
            <a:xfrm>
              <a:off x="1522525" y="3410405"/>
              <a:ext cx="26615" cy="41422"/>
            </a:xfrm>
            <a:custGeom>
              <a:rect b="b" l="l" r="r" t="t"/>
              <a:pathLst>
                <a:path extrusionOk="0" h="677" w="435">
                  <a:moveTo>
                    <a:pt x="313" y="0"/>
                  </a:moveTo>
                  <a:cubicBezTo>
                    <a:pt x="292" y="0"/>
                    <a:pt x="269" y="9"/>
                    <a:pt x="250" y="31"/>
                  </a:cubicBezTo>
                  <a:cubicBezTo>
                    <a:pt x="238" y="44"/>
                    <a:pt x="0" y="324"/>
                    <a:pt x="50" y="605"/>
                  </a:cubicBezTo>
                  <a:cubicBezTo>
                    <a:pt x="59" y="645"/>
                    <a:pt x="93" y="676"/>
                    <a:pt x="136" y="676"/>
                  </a:cubicBezTo>
                  <a:lnTo>
                    <a:pt x="151" y="676"/>
                  </a:lnTo>
                  <a:cubicBezTo>
                    <a:pt x="198" y="667"/>
                    <a:pt x="229" y="621"/>
                    <a:pt x="219" y="574"/>
                  </a:cubicBezTo>
                  <a:cubicBezTo>
                    <a:pt x="182" y="374"/>
                    <a:pt x="380" y="146"/>
                    <a:pt x="380" y="142"/>
                  </a:cubicBezTo>
                  <a:cubicBezTo>
                    <a:pt x="435" y="78"/>
                    <a:pt x="377" y="0"/>
                    <a:pt x="313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7" name="Google Shape;6007;p17"/>
            <p:cNvSpPr/>
            <p:nvPr/>
          </p:nvSpPr>
          <p:spPr>
            <a:xfrm>
              <a:off x="1540819" y="3453173"/>
              <a:ext cx="26615" cy="41483"/>
            </a:xfrm>
            <a:custGeom>
              <a:rect b="b" l="l" r="r" t="t"/>
              <a:pathLst>
                <a:path extrusionOk="0" h="678" w="435">
                  <a:moveTo>
                    <a:pt x="314" y="0"/>
                  </a:moveTo>
                  <a:cubicBezTo>
                    <a:pt x="292" y="0"/>
                    <a:pt x="269" y="10"/>
                    <a:pt x="250" y="33"/>
                  </a:cubicBezTo>
                  <a:cubicBezTo>
                    <a:pt x="241" y="42"/>
                    <a:pt x="0" y="326"/>
                    <a:pt x="53" y="606"/>
                  </a:cubicBezTo>
                  <a:cubicBezTo>
                    <a:pt x="59" y="646"/>
                    <a:pt x="96" y="674"/>
                    <a:pt x="136" y="677"/>
                  </a:cubicBezTo>
                  <a:cubicBezTo>
                    <a:pt x="142" y="674"/>
                    <a:pt x="145" y="674"/>
                    <a:pt x="152" y="674"/>
                  </a:cubicBezTo>
                  <a:cubicBezTo>
                    <a:pt x="198" y="665"/>
                    <a:pt x="229" y="622"/>
                    <a:pt x="219" y="575"/>
                  </a:cubicBezTo>
                  <a:cubicBezTo>
                    <a:pt x="186" y="375"/>
                    <a:pt x="380" y="147"/>
                    <a:pt x="380" y="144"/>
                  </a:cubicBezTo>
                  <a:cubicBezTo>
                    <a:pt x="435" y="79"/>
                    <a:pt x="378" y="0"/>
                    <a:pt x="3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8" name="Google Shape;6008;p17"/>
            <p:cNvSpPr/>
            <p:nvPr/>
          </p:nvSpPr>
          <p:spPr>
            <a:xfrm>
              <a:off x="2609386" y="3425946"/>
              <a:ext cx="29002" cy="39464"/>
            </a:xfrm>
            <a:custGeom>
              <a:rect b="b" l="l" r="r" t="t"/>
              <a:pathLst>
                <a:path extrusionOk="0" h="645" w="474">
                  <a:moveTo>
                    <a:pt x="128" y="0"/>
                  </a:moveTo>
                  <a:cubicBezTo>
                    <a:pt x="52" y="0"/>
                    <a:pt x="0" y="111"/>
                    <a:pt x="85" y="160"/>
                  </a:cubicBezTo>
                  <a:cubicBezTo>
                    <a:pt x="258" y="268"/>
                    <a:pt x="298" y="567"/>
                    <a:pt x="298" y="570"/>
                  </a:cubicBezTo>
                  <a:cubicBezTo>
                    <a:pt x="301" y="613"/>
                    <a:pt x="338" y="644"/>
                    <a:pt x="381" y="644"/>
                  </a:cubicBezTo>
                  <a:lnTo>
                    <a:pt x="394" y="644"/>
                  </a:lnTo>
                  <a:cubicBezTo>
                    <a:pt x="440" y="638"/>
                    <a:pt x="474" y="595"/>
                    <a:pt x="468" y="549"/>
                  </a:cubicBezTo>
                  <a:cubicBezTo>
                    <a:pt x="464" y="533"/>
                    <a:pt x="418" y="166"/>
                    <a:pt x="175" y="15"/>
                  </a:cubicBezTo>
                  <a:cubicBezTo>
                    <a:pt x="159" y="5"/>
                    <a:pt x="143" y="0"/>
                    <a:pt x="12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9" name="Google Shape;6009;p17"/>
            <p:cNvSpPr/>
            <p:nvPr/>
          </p:nvSpPr>
          <p:spPr>
            <a:xfrm>
              <a:off x="2596905" y="3462167"/>
              <a:ext cx="28879" cy="39464"/>
            </a:xfrm>
            <a:custGeom>
              <a:rect b="b" l="l" r="r" t="t"/>
              <a:pathLst>
                <a:path extrusionOk="0" h="645" w="472">
                  <a:moveTo>
                    <a:pt x="127" y="0"/>
                  </a:moveTo>
                  <a:cubicBezTo>
                    <a:pt x="51" y="0"/>
                    <a:pt x="0" y="111"/>
                    <a:pt x="82" y="160"/>
                  </a:cubicBezTo>
                  <a:cubicBezTo>
                    <a:pt x="258" y="268"/>
                    <a:pt x="295" y="567"/>
                    <a:pt x="295" y="570"/>
                  </a:cubicBezTo>
                  <a:cubicBezTo>
                    <a:pt x="301" y="610"/>
                    <a:pt x="338" y="644"/>
                    <a:pt x="382" y="644"/>
                  </a:cubicBezTo>
                  <a:lnTo>
                    <a:pt x="391" y="644"/>
                  </a:lnTo>
                  <a:cubicBezTo>
                    <a:pt x="440" y="638"/>
                    <a:pt x="471" y="595"/>
                    <a:pt x="465" y="549"/>
                  </a:cubicBezTo>
                  <a:cubicBezTo>
                    <a:pt x="465" y="533"/>
                    <a:pt x="416" y="166"/>
                    <a:pt x="175" y="15"/>
                  </a:cubicBezTo>
                  <a:cubicBezTo>
                    <a:pt x="158" y="5"/>
                    <a:pt x="142" y="0"/>
                    <a:pt x="1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0" name="Google Shape;6010;p17"/>
            <p:cNvSpPr/>
            <p:nvPr/>
          </p:nvSpPr>
          <p:spPr>
            <a:xfrm>
              <a:off x="2635818" y="3481317"/>
              <a:ext cx="28818" cy="39526"/>
            </a:xfrm>
            <a:custGeom>
              <a:rect b="b" l="l" r="r" t="t"/>
              <a:pathLst>
                <a:path extrusionOk="0" h="646" w="471">
                  <a:moveTo>
                    <a:pt x="125" y="1"/>
                  </a:moveTo>
                  <a:cubicBezTo>
                    <a:pt x="49" y="1"/>
                    <a:pt x="0" y="111"/>
                    <a:pt x="82" y="162"/>
                  </a:cubicBezTo>
                  <a:cubicBezTo>
                    <a:pt x="258" y="270"/>
                    <a:pt x="295" y="566"/>
                    <a:pt x="295" y="569"/>
                  </a:cubicBezTo>
                  <a:cubicBezTo>
                    <a:pt x="301" y="612"/>
                    <a:pt x="338" y="646"/>
                    <a:pt x="381" y="646"/>
                  </a:cubicBezTo>
                  <a:lnTo>
                    <a:pt x="390" y="646"/>
                  </a:lnTo>
                  <a:cubicBezTo>
                    <a:pt x="436" y="640"/>
                    <a:pt x="470" y="597"/>
                    <a:pt x="464" y="550"/>
                  </a:cubicBezTo>
                  <a:cubicBezTo>
                    <a:pt x="464" y="535"/>
                    <a:pt x="415" y="168"/>
                    <a:pt x="174" y="17"/>
                  </a:cubicBezTo>
                  <a:cubicBezTo>
                    <a:pt x="157" y="5"/>
                    <a:pt x="140" y="1"/>
                    <a:pt x="12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1" name="Google Shape;6011;p17"/>
            <p:cNvSpPr/>
            <p:nvPr/>
          </p:nvSpPr>
          <p:spPr>
            <a:xfrm>
              <a:off x="2610916" y="3521148"/>
              <a:ext cx="28818" cy="39526"/>
            </a:xfrm>
            <a:custGeom>
              <a:rect b="b" l="l" r="r" t="t"/>
              <a:pathLst>
                <a:path extrusionOk="0" h="646" w="471">
                  <a:moveTo>
                    <a:pt x="126" y="0"/>
                  </a:moveTo>
                  <a:cubicBezTo>
                    <a:pt x="51" y="0"/>
                    <a:pt x="1" y="110"/>
                    <a:pt x="85" y="161"/>
                  </a:cubicBezTo>
                  <a:cubicBezTo>
                    <a:pt x="257" y="269"/>
                    <a:pt x="298" y="565"/>
                    <a:pt x="298" y="569"/>
                  </a:cubicBezTo>
                  <a:cubicBezTo>
                    <a:pt x="301" y="612"/>
                    <a:pt x="338" y="643"/>
                    <a:pt x="381" y="646"/>
                  </a:cubicBezTo>
                  <a:lnTo>
                    <a:pt x="390" y="643"/>
                  </a:lnTo>
                  <a:cubicBezTo>
                    <a:pt x="439" y="636"/>
                    <a:pt x="470" y="596"/>
                    <a:pt x="467" y="547"/>
                  </a:cubicBezTo>
                  <a:cubicBezTo>
                    <a:pt x="464" y="532"/>
                    <a:pt x="418" y="168"/>
                    <a:pt x="174" y="16"/>
                  </a:cubicBezTo>
                  <a:cubicBezTo>
                    <a:pt x="158" y="5"/>
                    <a:pt x="141" y="0"/>
                    <a:pt x="12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2" name="Google Shape;6012;p17"/>
            <p:cNvSpPr/>
            <p:nvPr/>
          </p:nvSpPr>
          <p:spPr>
            <a:xfrm>
              <a:off x="2647320" y="3545499"/>
              <a:ext cx="28818" cy="39342"/>
            </a:xfrm>
            <a:custGeom>
              <a:rect b="b" l="l" r="r" t="t"/>
              <a:pathLst>
                <a:path extrusionOk="0" h="643" w="471">
                  <a:moveTo>
                    <a:pt x="125" y="0"/>
                  </a:moveTo>
                  <a:cubicBezTo>
                    <a:pt x="49" y="0"/>
                    <a:pt x="0" y="110"/>
                    <a:pt x="82" y="161"/>
                  </a:cubicBezTo>
                  <a:cubicBezTo>
                    <a:pt x="258" y="269"/>
                    <a:pt x="295" y="565"/>
                    <a:pt x="295" y="568"/>
                  </a:cubicBezTo>
                  <a:cubicBezTo>
                    <a:pt x="301" y="612"/>
                    <a:pt x="338" y="642"/>
                    <a:pt x="381" y="642"/>
                  </a:cubicBezTo>
                  <a:lnTo>
                    <a:pt x="390" y="642"/>
                  </a:lnTo>
                  <a:cubicBezTo>
                    <a:pt x="437" y="636"/>
                    <a:pt x="471" y="593"/>
                    <a:pt x="464" y="547"/>
                  </a:cubicBezTo>
                  <a:cubicBezTo>
                    <a:pt x="464" y="531"/>
                    <a:pt x="415" y="167"/>
                    <a:pt x="174" y="16"/>
                  </a:cubicBezTo>
                  <a:cubicBezTo>
                    <a:pt x="157" y="5"/>
                    <a:pt x="140" y="0"/>
                    <a:pt x="12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3" name="Google Shape;6013;p17"/>
            <p:cNvSpPr/>
            <p:nvPr/>
          </p:nvSpPr>
          <p:spPr>
            <a:xfrm>
              <a:off x="1500070" y="3475689"/>
              <a:ext cx="26677" cy="41422"/>
            </a:xfrm>
            <a:custGeom>
              <a:rect b="b" l="l" r="r" t="t"/>
              <a:pathLst>
                <a:path extrusionOk="0" h="677" w="436">
                  <a:moveTo>
                    <a:pt x="312" y="1"/>
                  </a:moveTo>
                  <a:cubicBezTo>
                    <a:pt x="291" y="1"/>
                    <a:pt x="269" y="10"/>
                    <a:pt x="250" y="32"/>
                  </a:cubicBezTo>
                  <a:cubicBezTo>
                    <a:pt x="238" y="44"/>
                    <a:pt x="0" y="325"/>
                    <a:pt x="50" y="608"/>
                  </a:cubicBezTo>
                  <a:cubicBezTo>
                    <a:pt x="59" y="648"/>
                    <a:pt x="93" y="676"/>
                    <a:pt x="136" y="676"/>
                  </a:cubicBezTo>
                  <a:lnTo>
                    <a:pt x="151" y="676"/>
                  </a:lnTo>
                  <a:cubicBezTo>
                    <a:pt x="198" y="667"/>
                    <a:pt x="229" y="624"/>
                    <a:pt x="219" y="578"/>
                  </a:cubicBezTo>
                  <a:cubicBezTo>
                    <a:pt x="182" y="377"/>
                    <a:pt x="377" y="146"/>
                    <a:pt x="380" y="146"/>
                  </a:cubicBezTo>
                  <a:cubicBezTo>
                    <a:pt x="435" y="81"/>
                    <a:pt x="376" y="1"/>
                    <a:pt x="3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4" name="Google Shape;6014;p17"/>
            <p:cNvSpPr/>
            <p:nvPr/>
          </p:nvSpPr>
          <p:spPr>
            <a:xfrm>
              <a:off x="1519710" y="3510869"/>
              <a:ext cx="26738" cy="41483"/>
            </a:xfrm>
            <a:custGeom>
              <a:rect b="b" l="l" r="r" t="t"/>
              <a:pathLst>
                <a:path extrusionOk="0" h="678" w="437">
                  <a:moveTo>
                    <a:pt x="314" y="1"/>
                  </a:moveTo>
                  <a:cubicBezTo>
                    <a:pt x="292" y="1"/>
                    <a:pt x="269" y="10"/>
                    <a:pt x="250" y="33"/>
                  </a:cubicBezTo>
                  <a:cubicBezTo>
                    <a:pt x="238" y="46"/>
                    <a:pt x="0" y="326"/>
                    <a:pt x="49" y="607"/>
                  </a:cubicBezTo>
                  <a:cubicBezTo>
                    <a:pt x="59" y="647"/>
                    <a:pt x="93" y="678"/>
                    <a:pt x="136" y="678"/>
                  </a:cubicBezTo>
                  <a:lnTo>
                    <a:pt x="151" y="678"/>
                  </a:lnTo>
                  <a:cubicBezTo>
                    <a:pt x="197" y="669"/>
                    <a:pt x="228" y="622"/>
                    <a:pt x="219" y="576"/>
                  </a:cubicBezTo>
                  <a:cubicBezTo>
                    <a:pt x="182" y="376"/>
                    <a:pt x="379" y="147"/>
                    <a:pt x="379" y="144"/>
                  </a:cubicBezTo>
                  <a:cubicBezTo>
                    <a:pt x="437" y="80"/>
                    <a:pt x="378" y="1"/>
                    <a:pt x="3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5" name="Google Shape;6015;p17"/>
            <p:cNvSpPr/>
            <p:nvPr/>
          </p:nvSpPr>
          <p:spPr>
            <a:xfrm>
              <a:off x="1486855" y="3530754"/>
              <a:ext cx="26615" cy="41422"/>
            </a:xfrm>
            <a:custGeom>
              <a:rect b="b" l="l" r="r" t="t"/>
              <a:pathLst>
                <a:path extrusionOk="0" h="677" w="435">
                  <a:moveTo>
                    <a:pt x="313" y="1"/>
                  </a:moveTo>
                  <a:cubicBezTo>
                    <a:pt x="292" y="1"/>
                    <a:pt x="269" y="10"/>
                    <a:pt x="250" y="32"/>
                  </a:cubicBezTo>
                  <a:cubicBezTo>
                    <a:pt x="241" y="45"/>
                    <a:pt x="0" y="325"/>
                    <a:pt x="53" y="606"/>
                  </a:cubicBezTo>
                  <a:cubicBezTo>
                    <a:pt x="59" y="649"/>
                    <a:pt x="93" y="677"/>
                    <a:pt x="136" y="677"/>
                  </a:cubicBezTo>
                  <a:lnTo>
                    <a:pt x="152" y="677"/>
                  </a:lnTo>
                  <a:cubicBezTo>
                    <a:pt x="198" y="668"/>
                    <a:pt x="229" y="624"/>
                    <a:pt x="219" y="578"/>
                  </a:cubicBezTo>
                  <a:cubicBezTo>
                    <a:pt x="182" y="375"/>
                    <a:pt x="377" y="146"/>
                    <a:pt x="380" y="143"/>
                  </a:cubicBezTo>
                  <a:cubicBezTo>
                    <a:pt x="435" y="79"/>
                    <a:pt x="377" y="1"/>
                    <a:pt x="31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6" name="Google Shape;6016;p17"/>
            <p:cNvSpPr/>
            <p:nvPr/>
          </p:nvSpPr>
          <p:spPr>
            <a:xfrm>
              <a:off x="1663675" y="2783578"/>
              <a:ext cx="609403" cy="269459"/>
            </a:xfrm>
            <a:custGeom>
              <a:rect b="b" l="l" r="r" t="t"/>
              <a:pathLst>
                <a:path extrusionOk="0" h="4404" w="9960">
                  <a:moveTo>
                    <a:pt x="4435" y="1"/>
                  </a:moveTo>
                  <a:cubicBezTo>
                    <a:pt x="3955" y="1"/>
                    <a:pt x="3478" y="90"/>
                    <a:pt x="3017" y="299"/>
                  </a:cubicBezTo>
                  <a:cubicBezTo>
                    <a:pt x="1401" y="1036"/>
                    <a:pt x="0" y="4404"/>
                    <a:pt x="0" y="4404"/>
                  </a:cubicBezTo>
                  <a:cubicBezTo>
                    <a:pt x="2099" y="2411"/>
                    <a:pt x="4212" y="1838"/>
                    <a:pt x="5948" y="1838"/>
                  </a:cubicBezTo>
                  <a:cubicBezTo>
                    <a:pt x="8299" y="1838"/>
                    <a:pt x="9960" y="2890"/>
                    <a:pt x="9960" y="2890"/>
                  </a:cubicBezTo>
                  <a:cubicBezTo>
                    <a:pt x="9960" y="2890"/>
                    <a:pt x="7169" y="1"/>
                    <a:pt x="4435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7" name="Google Shape;6017;p17"/>
            <p:cNvSpPr/>
            <p:nvPr/>
          </p:nvSpPr>
          <p:spPr>
            <a:xfrm>
              <a:off x="1472783" y="2625908"/>
              <a:ext cx="729142" cy="319814"/>
            </a:xfrm>
            <a:custGeom>
              <a:rect b="b" l="l" r="r" t="t"/>
              <a:pathLst>
                <a:path extrusionOk="0" h="5227" w="11917">
                  <a:moveTo>
                    <a:pt x="5406" y="1"/>
                  </a:moveTo>
                  <a:cubicBezTo>
                    <a:pt x="5227" y="1"/>
                    <a:pt x="5051" y="10"/>
                    <a:pt x="4878" y="29"/>
                  </a:cubicBezTo>
                  <a:cubicBezTo>
                    <a:pt x="1911" y="360"/>
                    <a:pt x="0" y="5227"/>
                    <a:pt x="335" y="5227"/>
                  </a:cubicBezTo>
                  <a:cubicBezTo>
                    <a:pt x="341" y="5227"/>
                    <a:pt x="347" y="5226"/>
                    <a:pt x="354" y="5223"/>
                  </a:cubicBezTo>
                  <a:cubicBezTo>
                    <a:pt x="773" y="5056"/>
                    <a:pt x="3453" y="2123"/>
                    <a:pt x="5298" y="1620"/>
                  </a:cubicBezTo>
                  <a:cubicBezTo>
                    <a:pt x="5588" y="1541"/>
                    <a:pt x="5952" y="1508"/>
                    <a:pt x="6359" y="1508"/>
                  </a:cubicBezTo>
                  <a:cubicBezTo>
                    <a:pt x="8528" y="1508"/>
                    <a:pt x="11917" y="2459"/>
                    <a:pt x="11917" y="2459"/>
                  </a:cubicBezTo>
                  <a:cubicBezTo>
                    <a:pt x="11917" y="2459"/>
                    <a:pt x="8342" y="1"/>
                    <a:pt x="5406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8" name="Google Shape;6018;p17"/>
            <p:cNvSpPr/>
            <p:nvPr/>
          </p:nvSpPr>
          <p:spPr>
            <a:xfrm>
              <a:off x="1093996" y="2610122"/>
              <a:ext cx="144213" cy="135525"/>
            </a:xfrm>
            <a:custGeom>
              <a:rect b="b" l="l" r="r" t="t"/>
              <a:pathLst>
                <a:path extrusionOk="0" h="2215" w="2357">
                  <a:moveTo>
                    <a:pt x="519" y="0"/>
                  </a:moveTo>
                  <a:cubicBezTo>
                    <a:pt x="197" y="0"/>
                    <a:pt x="0" y="88"/>
                    <a:pt x="96" y="120"/>
                  </a:cubicBezTo>
                  <a:cubicBezTo>
                    <a:pt x="348" y="204"/>
                    <a:pt x="1394" y="2215"/>
                    <a:pt x="1394" y="2215"/>
                  </a:cubicBezTo>
                  <a:cubicBezTo>
                    <a:pt x="1687" y="2215"/>
                    <a:pt x="2356" y="1292"/>
                    <a:pt x="2356" y="1292"/>
                  </a:cubicBezTo>
                  <a:cubicBezTo>
                    <a:pt x="1891" y="230"/>
                    <a:pt x="1040" y="0"/>
                    <a:pt x="519" y="0"/>
                  </a:cubicBezTo>
                  <a:close/>
                </a:path>
              </a:pathLst>
            </a:custGeom>
            <a:solidFill>
              <a:srgbClr val="000000">
                <a:alpha val="90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9" name="Google Shape;6019;p17"/>
            <p:cNvSpPr/>
            <p:nvPr/>
          </p:nvSpPr>
          <p:spPr>
            <a:xfrm>
              <a:off x="1002099" y="2684032"/>
              <a:ext cx="164404" cy="144641"/>
            </a:xfrm>
            <a:custGeom>
              <a:rect b="b" l="l" r="r" t="t"/>
              <a:pathLst>
                <a:path extrusionOk="0" h="2364" w="2687">
                  <a:moveTo>
                    <a:pt x="610" y="0"/>
                  </a:moveTo>
                  <a:cubicBezTo>
                    <a:pt x="0" y="0"/>
                    <a:pt x="1417" y="1618"/>
                    <a:pt x="1542" y="2364"/>
                  </a:cubicBezTo>
                  <a:cubicBezTo>
                    <a:pt x="1542" y="2364"/>
                    <a:pt x="2686" y="1466"/>
                    <a:pt x="2603" y="1257"/>
                  </a:cubicBezTo>
                  <a:cubicBezTo>
                    <a:pt x="2603" y="1257"/>
                    <a:pt x="1305" y="41"/>
                    <a:pt x="635" y="1"/>
                  </a:cubicBezTo>
                  <a:cubicBezTo>
                    <a:pt x="627" y="1"/>
                    <a:pt x="618" y="0"/>
                    <a:pt x="610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0" name="Google Shape;6020;p17"/>
            <p:cNvSpPr/>
            <p:nvPr/>
          </p:nvSpPr>
          <p:spPr>
            <a:xfrm>
              <a:off x="954804" y="2760818"/>
              <a:ext cx="129773" cy="139869"/>
            </a:xfrm>
            <a:custGeom>
              <a:rect b="b" l="l" r="r" t="t"/>
              <a:pathLst>
                <a:path extrusionOk="0" h="2286" w="2121">
                  <a:moveTo>
                    <a:pt x="226" y="1"/>
                  </a:moveTo>
                  <a:cubicBezTo>
                    <a:pt x="1" y="1"/>
                    <a:pt x="919" y="2241"/>
                    <a:pt x="1044" y="2284"/>
                  </a:cubicBezTo>
                  <a:cubicBezTo>
                    <a:pt x="1047" y="2285"/>
                    <a:pt x="1051" y="2285"/>
                    <a:pt x="1055" y="2285"/>
                  </a:cubicBezTo>
                  <a:cubicBezTo>
                    <a:pt x="1203" y="2285"/>
                    <a:pt x="1874" y="1544"/>
                    <a:pt x="2121" y="1217"/>
                  </a:cubicBezTo>
                  <a:cubicBezTo>
                    <a:pt x="2121" y="1217"/>
                    <a:pt x="486" y="45"/>
                    <a:pt x="233" y="2"/>
                  </a:cubicBezTo>
                  <a:cubicBezTo>
                    <a:pt x="231" y="1"/>
                    <a:pt x="229" y="1"/>
                    <a:pt x="226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1" name="Google Shape;6021;p17"/>
            <p:cNvSpPr/>
            <p:nvPr/>
          </p:nvSpPr>
          <p:spPr>
            <a:xfrm>
              <a:off x="884504" y="3345122"/>
              <a:ext cx="112886" cy="138584"/>
            </a:xfrm>
            <a:custGeom>
              <a:rect b="b" l="l" r="r" t="t"/>
              <a:pathLst>
                <a:path extrusionOk="0" h="2265" w="1845">
                  <a:moveTo>
                    <a:pt x="1552" y="0"/>
                  </a:moveTo>
                  <a:cubicBezTo>
                    <a:pt x="1259" y="0"/>
                    <a:pt x="0" y="1533"/>
                    <a:pt x="188" y="1765"/>
                  </a:cubicBezTo>
                  <a:cubicBezTo>
                    <a:pt x="469" y="2110"/>
                    <a:pt x="1777" y="2264"/>
                    <a:pt x="1777" y="2264"/>
                  </a:cubicBezTo>
                  <a:cubicBezTo>
                    <a:pt x="1777" y="2264"/>
                    <a:pt x="1845" y="0"/>
                    <a:pt x="1552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2" name="Google Shape;6022;p17"/>
            <p:cNvSpPr/>
            <p:nvPr/>
          </p:nvSpPr>
          <p:spPr>
            <a:xfrm>
              <a:off x="775170" y="3316917"/>
              <a:ext cx="122248" cy="115456"/>
            </a:xfrm>
            <a:custGeom>
              <a:rect b="b" l="l" r="r" t="t"/>
              <a:pathLst>
                <a:path extrusionOk="0" h="1887" w="1998">
                  <a:moveTo>
                    <a:pt x="1770" y="0"/>
                  </a:moveTo>
                  <a:cubicBezTo>
                    <a:pt x="1501" y="0"/>
                    <a:pt x="0" y="823"/>
                    <a:pt x="205" y="1109"/>
                  </a:cubicBezTo>
                  <a:cubicBezTo>
                    <a:pt x="461" y="1467"/>
                    <a:pt x="1371" y="1886"/>
                    <a:pt x="1371" y="1886"/>
                  </a:cubicBezTo>
                  <a:cubicBezTo>
                    <a:pt x="1371" y="1886"/>
                    <a:pt x="1997" y="45"/>
                    <a:pt x="1787" y="2"/>
                  </a:cubicBezTo>
                  <a:cubicBezTo>
                    <a:pt x="1782" y="1"/>
                    <a:pt x="1776" y="0"/>
                    <a:pt x="1770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3" name="Google Shape;6023;p17"/>
            <p:cNvSpPr/>
            <p:nvPr/>
          </p:nvSpPr>
          <p:spPr>
            <a:xfrm>
              <a:off x="708541" y="3267480"/>
              <a:ext cx="142806" cy="80336"/>
            </a:xfrm>
            <a:custGeom>
              <a:rect b="b" l="l" r="r" t="t"/>
              <a:pathLst>
                <a:path extrusionOk="0" h="1313" w="2334">
                  <a:moveTo>
                    <a:pt x="1068" y="0"/>
                  </a:moveTo>
                  <a:cubicBezTo>
                    <a:pt x="538" y="0"/>
                    <a:pt x="0" y="39"/>
                    <a:pt x="48" y="134"/>
                  </a:cubicBezTo>
                  <a:cubicBezTo>
                    <a:pt x="134" y="301"/>
                    <a:pt x="366" y="1103"/>
                    <a:pt x="699" y="1313"/>
                  </a:cubicBezTo>
                  <a:cubicBezTo>
                    <a:pt x="699" y="1313"/>
                    <a:pt x="2334" y="141"/>
                    <a:pt x="1997" y="57"/>
                  </a:cubicBezTo>
                  <a:cubicBezTo>
                    <a:pt x="1855" y="22"/>
                    <a:pt x="1464" y="0"/>
                    <a:pt x="1068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4" name="Google Shape;6024;p17"/>
            <p:cNvSpPr/>
            <p:nvPr/>
          </p:nvSpPr>
          <p:spPr>
            <a:xfrm>
              <a:off x="1763465" y="2946510"/>
              <a:ext cx="605242" cy="214821"/>
            </a:xfrm>
            <a:custGeom>
              <a:rect b="b" l="l" r="r" t="t"/>
              <a:pathLst>
                <a:path extrusionOk="0" h="3511" w="9892">
                  <a:moveTo>
                    <a:pt x="4794" y="1"/>
                  </a:moveTo>
                  <a:cubicBezTo>
                    <a:pt x="4432" y="1"/>
                    <a:pt x="4050" y="35"/>
                    <a:pt x="3647" y="109"/>
                  </a:cubicBezTo>
                  <a:cubicBezTo>
                    <a:pt x="1386" y="529"/>
                    <a:pt x="44" y="3459"/>
                    <a:pt x="44" y="3459"/>
                  </a:cubicBezTo>
                  <a:cubicBezTo>
                    <a:pt x="9" y="3494"/>
                    <a:pt x="0" y="3510"/>
                    <a:pt x="14" y="3510"/>
                  </a:cubicBezTo>
                  <a:cubicBezTo>
                    <a:pt x="169" y="3510"/>
                    <a:pt x="3078" y="1582"/>
                    <a:pt x="4486" y="1531"/>
                  </a:cubicBezTo>
                  <a:cubicBezTo>
                    <a:pt x="4540" y="1529"/>
                    <a:pt x="4594" y="1528"/>
                    <a:pt x="4649" y="1528"/>
                  </a:cubicBezTo>
                  <a:cubicBezTo>
                    <a:pt x="6865" y="1528"/>
                    <a:pt x="9725" y="3051"/>
                    <a:pt x="9883" y="3051"/>
                  </a:cubicBezTo>
                  <a:cubicBezTo>
                    <a:pt x="9891" y="3051"/>
                    <a:pt x="9892" y="3047"/>
                    <a:pt x="9886" y="3039"/>
                  </a:cubicBezTo>
                  <a:cubicBezTo>
                    <a:pt x="9775" y="2889"/>
                    <a:pt x="8146" y="1"/>
                    <a:pt x="4794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5" name="Google Shape;6025;p17"/>
            <p:cNvSpPr/>
            <p:nvPr/>
          </p:nvSpPr>
          <p:spPr>
            <a:xfrm>
              <a:off x="1183018" y="3046852"/>
              <a:ext cx="28573" cy="51701"/>
            </a:xfrm>
            <a:custGeom>
              <a:rect b="b" l="l" r="r" t="t"/>
              <a:pathLst>
                <a:path extrusionOk="0" h="845" w="467">
                  <a:moveTo>
                    <a:pt x="343" y="1"/>
                  </a:moveTo>
                  <a:cubicBezTo>
                    <a:pt x="323" y="1"/>
                    <a:pt x="303" y="9"/>
                    <a:pt x="284" y="27"/>
                  </a:cubicBezTo>
                  <a:cubicBezTo>
                    <a:pt x="272" y="39"/>
                    <a:pt x="1" y="314"/>
                    <a:pt x="118" y="780"/>
                  </a:cubicBezTo>
                  <a:cubicBezTo>
                    <a:pt x="127" y="817"/>
                    <a:pt x="161" y="844"/>
                    <a:pt x="201" y="844"/>
                  </a:cubicBezTo>
                  <a:cubicBezTo>
                    <a:pt x="207" y="844"/>
                    <a:pt x="217" y="844"/>
                    <a:pt x="223" y="841"/>
                  </a:cubicBezTo>
                  <a:cubicBezTo>
                    <a:pt x="269" y="829"/>
                    <a:pt x="297" y="783"/>
                    <a:pt x="284" y="736"/>
                  </a:cubicBezTo>
                  <a:cubicBezTo>
                    <a:pt x="192" y="369"/>
                    <a:pt x="395" y="160"/>
                    <a:pt x="405" y="150"/>
                  </a:cubicBezTo>
                  <a:cubicBezTo>
                    <a:pt x="467" y="88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6" name="Google Shape;6026;p17"/>
            <p:cNvSpPr/>
            <p:nvPr/>
          </p:nvSpPr>
          <p:spPr>
            <a:xfrm>
              <a:off x="1200394" y="2977700"/>
              <a:ext cx="28941" cy="51885"/>
            </a:xfrm>
            <a:custGeom>
              <a:rect b="b" l="l" r="r" t="t"/>
              <a:pathLst>
                <a:path extrusionOk="0" h="848" w="473">
                  <a:moveTo>
                    <a:pt x="347" y="0"/>
                  </a:moveTo>
                  <a:cubicBezTo>
                    <a:pt x="325" y="0"/>
                    <a:pt x="303" y="9"/>
                    <a:pt x="284" y="30"/>
                  </a:cubicBezTo>
                  <a:cubicBezTo>
                    <a:pt x="272" y="43"/>
                    <a:pt x="0" y="317"/>
                    <a:pt x="118" y="783"/>
                  </a:cubicBezTo>
                  <a:cubicBezTo>
                    <a:pt x="130" y="820"/>
                    <a:pt x="164" y="848"/>
                    <a:pt x="201" y="848"/>
                  </a:cubicBezTo>
                  <a:cubicBezTo>
                    <a:pt x="210" y="848"/>
                    <a:pt x="216" y="845"/>
                    <a:pt x="223" y="845"/>
                  </a:cubicBezTo>
                  <a:cubicBezTo>
                    <a:pt x="269" y="832"/>
                    <a:pt x="297" y="786"/>
                    <a:pt x="284" y="740"/>
                  </a:cubicBezTo>
                  <a:cubicBezTo>
                    <a:pt x="192" y="373"/>
                    <a:pt x="395" y="160"/>
                    <a:pt x="404" y="151"/>
                  </a:cubicBezTo>
                  <a:cubicBezTo>
                    <a:pt x="473" y="90"/>
                    <a:pt x="414" y="0"/>
                    <a:pt x="34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7" name="Google Shape;6027;p17"/>
            <p:cNvSpPr/>
            <p:nvPr/>
          </p:nvSpPr>
          <p:spPr>
            <a:xfrm>
              <a:off x="1237594" y="2962832"/>
              <a:ext cx="28696" cy="51640"/>
            </a:xfrm>
            <a:custGeom>
              <a:rect b="b" l="l" r="r" t="t"/>
              <a:pathLst>
                <a:path extrusionOk="0" h="844" w="469">
                  <a:moveTo>
                    <a:pt x="345" y="0"/>
                  </a:moveTo>
                  <a:cubicBezTo>
                    <a:pt x="324" y="0"/>
                    <a:pt x="303" y="8"/>
                    <a:pt x="284" y="27"/>
                  </a:cubicBezTo>
                  <a:cubicBezTo>
                    <a:pt x="275" y="39"/>
                    <a:pt x="0" y="313"/>
                    <a:pt x="120" y="779"/>
                  </a:cubicBezTo>
                  <a:cubicBezTo>
                    <a:pt x="130" y="816"/>
                    <a:pt x="164" y="844"/>
                    <a:pt x="204" y="844"/>
                  </a:cubicBezTo>
                  <a:cubicBezTo>
                    <a:pt x="210" y="844"/>
                    <a:pt x="216" y="841"/>
                    <a:pt x="222" y="841"/>
                  </a:cubicBezTo>
                  <a:cubicBezTo>
                    <a:pt x="268" y="828"/>
                    <a:pt x="296" y="782"/>
                    <a:pt x="284" y="736"/>
                  </a:cubicBezTo>
                  <a:cubicBezTo>
                    <a:pt x="191" y="369"/>
                    <a:pt x="398" y="156"/>
                    <a:pt x="407" y="150"/>
                  </a:cubicBezTo>
                  <a:cubicBezTo>
                    <a:pt x="469" y="86"/>
                    <a:pt x="412" y="0"/>
                    <a:pt x="34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8" name="Google Shape;6028;p17"/>
            <p:cNvSpPr/>
            <p:nvPr/>
          </p:nvSpPr>
          <p:spPr>
            <a:xfrm>
              <a:off x="1227927" y="2915353"/>
              <a:ext cx="33162" cy="47602"/>
            </a:xfrm>
            <a:custGeom>
              <a:rect b="b" l="l" r="r" t="t"/>
              <a:pathLst>
                <a:path extrusionOk="0" h="778" w="542">
                  <a:moveTo>
                    <a:pt x="418" y="1"/>
                  </a:moveTo>
                  <a:cubicBezTo>
                    <a:pt x="404" y="1"/>
                    <a:pt x="389" y="5"/>
                    <a:pt x="374" y="13"/>
                  </a:cubicBezTo>
                  <a:cubicBezTo>
                    <a:pt x="362" y="19"/>
                    <a:pt x="22" y="210"/>
                    <a:pt x="4" y="688"/>
                  </a:cubicBezTo>
                  <a:cubicBezTo>
                    <a:pt x="1" y="738"/>
                    <a:pt x="38" y="775"/>
                    <a:pt x="87" y="778"/>
                  </a:cubicBezTo>
                  <a:lnTo>
                    <a:pt x="90" y="778"/>
                  </a:lnTo>
                  <a:cubicBezTo>
                    <a:pt x="136" y="778"/>
                    <a:pt x="173" y="741"/>
                    <a:pt x="173" y="695"/>
                  </a:cubicBezTo>
                  <a:cubicBezTo>
                    <a:pt x="186" y="318"/>
                    <a:pt x="445" y="170"/>
                    <a:pt x="457" y="164"/>
                  </a:cubicBezTo>
                  <a:cubicBezTo>
                    <a:pt x="541" y="117"/>
                    <a:pt x="496" y="1"/>
                    <a:pt x="41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9" name="Google Shape;6029;p17"/>
            <p:cNvSpPr/>
            <p:nvPr/>
          </p:nvSpPr>
          <p:spPr>
            <a:xfrm>
              <a:off x="1811616" y="2544947"/>
              <a:ext cx="56902" cy="16092"/>
            </a:xfrm>
            <a:custGeom>
              <a:rect b="b" l="l" r="r" t="t"/>
              <a:pathLst>
                <a:path extrusionOk="0" h="263" w="930">
                  <a:moveTo>
                    <a:pt x="481" y="1"/>
                  </a:moveTo>
                  <a:cubicBezTo>
                    <a:pt x="365" y="1"/>
                    <a:pt x="228" y="26"/>
                    <a:pt x="81" y="102"/>
                  </a:cubicBezTo>
                  <a:cubicBezTo>
                    <a:pt x="0" y="142"/>
                    <a:pt x="28" y="262"/>
                    <a:pt x="121" y="262"/>
                  </a:cubicBezTo>
                  <a:cubicBezTo>
                    <a:pt x="133" y="262"/>
                    <a:pt x="145" y="259"/>
                    <a:pt x="158" y="253"/>
                  </a:cubicBezTo>
                  <a:cubicBezTo>
                    <a:pt x="278" y="192"/>
                    <a:pt x="387" y="172"/>
                    <a:pt x="479" y="172"/>
                  </a:cubicBezTo>
                  <a:cubicBezTo>
                    <a:pt x="645" y="172"/>
                    <a:pt x="754" y="237"/>
                    <a:pt x="762" y="241"/>
                  </a:cubicBezTo>
                  <a:cubicBezTo>
                    <a:pt x="777" y="250"/>
                    <a:pt x="792" y="253"/>
                    <a:pt x="806" y="253"/>
                  </a:cubicBezTo>
                  <a:cubicBezTo>
                    <a:pt x="881" y="253"/>
                    <a:pt x="930" y="145"/>
                    <a:pt x="852" y="96"/>
                  </a:cubicBezTo>
                  <a:cubicBezTo>
                    <a:pt x="844" y="90"/>
                    <a:pt x="699" y="1"/>
                    <a:pt x="48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0" name="Google Shape;6030;p17"/>
            <p:cNvSpPr/>
            <p:nvPr/>
          </p:nvSpPr>
          <p:spPr>
            <a:xfrm>
              <a:off x="1891583" y="2558591"/>
              <a:ext cx="55189" cy="21292"/>
            </a:xfrm>
            <a:custGeom>
              <a:rect b="b" l="l" r="r" t="t"/>
              <a:pathLst>
                <a:path extrusionOk="0" h="348" w="902">
                  <a:moveTo>
                    <a:pt x="317" y="1"/>
                  </a:moveTo>
                  <a:cubicBezTo>
                    <a:pt x="251" y="1"/>
                    <a:pt x="178" y="8"/>
                    <a:pt x="100" y="27"/>
                  </a:cubicBezTo>
                  <a:cubicBezTo>
                    <a:pt x="1" y="56"/>
                    <a:pt x="26" y="195"/>
                    <a:pt x="119" y="195"/>
                  </a:cubicBezTo>
                  <a:cubicBezTo>
                    <a:pt x="125" y="195"/>
                    <a:pt x="131" y="195"/>
                    <a:pt x="137" y="194"/>
                  </a:cubicBezTo>
                  <a:cubicBezTo>
                    <a:pt x="202" y="178"/>
                    <a:pt x="262" y="171"/>
                    <a:pt x="317" y="171"/>
                  </a:cubicBezTo>
                  <a:cubicBezTo>
                    <a:pt x="572" y="171"/>
                    <a:pt x="716" y="313"/>
                    <a:pt x="726" y="323"/>
                  </a:cubicBezTo>
                  <a:cubicBezTo>
                    <a:pt x="741" y="339"/>
                    <a:pt x="763" y="348"/>
                    <a:pt x="788" y="348"/>
                  </a:cubicBezTo>
                  <a:cubicBezTo>
                    <a:pt x="865" y="348"/>
                    <a:pt x="902" y="255"/>
                    <a:pt x="849" y="203"/>
                  </a:cubicBezTo>
                  <a:cubicBezTo>
                    <a:pt x="839" y="193"/>
                    <a:pt x="649" y="1"/>
                    <a:pt x="3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1" name="Google Shape;6031;p17"/>
            <p:cNvSpPr/>
            <p:nvPr/>
          </p:nvSpPr>
          <p:spPr>
            <a:xfrm>
              <a:off x="1752758" y="2570583"/>
              <a:ext cx="56963" cy="16092"/>
            </a:xfrm>
            <a:custGeom>
              <a:rect b="b" l="l" r="r" t="t"/>
              <a:pathLst>
                <a:path extrusionOk="0" h="263" w="931">
                  <a:moveTo>
                    <a:pt x="477" y="0"/>
                  </a:moveTo>
                  <a:cubicBezTo>
                    <a:pt x="362" y="0"/>
                    <a:pt x="227" y="25"/>
                    <a:pt x="80" y="99"/>
                  </a:cubicBezTo>
                  <a:cubicBezTo>
                    <a:pt x="0" y="139"/>
                    <a:pt x="28" y="263"/>
                    <a:pt x="117" y="263"/>
                  </a:cubicBezTo>
                  <a:cubicBezTo>
                    <a:pt x="133" y="263"/>
                    <a:pt x="145" y="260"/>
                    <a:pt x="157" y="254"/>
                  </a:cubicBezTo>
                  <a:cubicBezTo>
                    <a:pt x="279" y="191"/>
                    <a:pt x="390" y="171"/>
                    <a:pt x="482" y="171"/>
                  </a:cubicBezTo>
                  <a:cubicBezTo>
                    <a:pt x="646" y="171"/>
                    <a:pt x="753" y="234"/>
                    <a:pt x="759" y="238"/>
                  </a:cubicBezTo>
                  <a:cubicBezTo>
                    <a:pt x="776" y="249"/>
                    <a:pt x="792" y="253"/>
                    <a:pt x="807" y="253"/>
                  </a:cubicBezTo>
                  <a:cubicBezTo>
                    <a:pt x="883" y="253"/>
                    <a:pt x="931" y="144"/>
                    <a:pt x="851" y="93"/>
                  </a:cubicBezTo>
                  <a:cubicBezTo>
                    <a:pt x="841" y="89"/>
                    <a:pt x="696" y="0"/>
                    <a:pt x="47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2" name="Google Shape;6032;p17"/>
            <p:cNvSpPr/>
            <p:nvPr/>
          </p:nvSpPr>
          <p:spPr>
            <a:xfrm>
              <a:off x="1729508" y="2521881"/>
              <a:ext cx="57208" cy="16153"/>
            </a:xfrm>
            <a:custGeom>
              <a:rect b="b" l="l" r="r" t="t"/>
              <a:pathLst>
                <a:path extrusionOk="0" h="264" w="935">
                  <a:moveTo>
                    <a:pt x="480" y="1"/>
                  </a:moveTo>
                  <a:cubicBezTo>
                    <a:pt x="365" y="1"/>
                    <a:pt x="229" y="25"/>
                    <a:pt x="81" y="100"/>
                  </a:cubicBezTo>
                  <a:cubicBezTo>
                    <a:pt x="1" y="140"/>
                    <a:pt x="32" y="263"/>
                    <a:pt x="121" y="263"/>
                  </a:cubicBezTo>
                  <a:cubicBezTo>
                    <a:pt x="133" y="263"/>
                    <a:pt x="149" y="260"/>
                    <a:pt x="161" y="254"/>
                  </a:cubicBezTo>
                  <a:cubicBezTo>
                    <a:pt x="283" y="191"/>
                    <a:pt x="393" y="171"/>
                    <a:pt x="485" y="171"/>
                  </a:cubicBezTo>
                  <a:cubicBezTo>
                    <a:pt x="649" y="171"/>
                    <a:pt x="755" y="234"/>
                    <a:pt x="763" y="238"/>
                  </a:cubicBezTo>
                  <a:cubicBezTo>
                    <a:pt x="779" y="249"/>
                    <a:pt x="795" y="253"/>
                    <a:pt x="810" y="253"/>
                  </a:cubicBezTo>
                  <a:cubicBezTo>
                    <a:pt x="884" y="253"/>
                    <a:pt x="934" y="145"/>
                    <a:pt x="852" y="93"/>
                  </a:cubicBezTo>
                  <a:cubicBezTo>
                    <a:pt x="844" y="89"/>
                    <a:pt x="699" y="1"/>
                    <a:pt x="48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3" name="Google Shape;6033;p17"/>
            <p:cNvSpPr/>
            <p:nvPr/>
          </p:nvSpPr>
          <p:spPr>
            <a:xfrm>
              <a:off x="1698794" y="2547394"/>
              <a:ext cx="57024" cy="16275"/>
            </a:xfrm>
            <a:custGeom>
              <a:rect b="b" l="l" r="r" t="t"/>
              <a:pathLst>
                <a:path extrusionOk="0" h="266" w="932">
                  <a:moveTo>
                    <a:pt x="482" y="1"/>
                  </a:moveTo>
                  <a:cubicBezTo>
                    <a:pt x="366" y="1"/>
                    <a:pt x="229" y="26"/>
                    <a:pt x="80" y="102"/>
                  </a:cubicBezTo>
                  <a:cubicBezTo>
                    <a:pt x="0" y="142"/>
                    <a:pt x="31" y="266"/>
                    <a:pt x="120" y="266"/>
                  </a:cubicBezTo>
                  <a:cubicBezTo>
                    <a:pt x="133" y="266"/>
                    <a:pt x="148" y="262"/>
                    <a:pt x="160" y="256"/>
                  </a:cubicBezTo>
                  <a:cubicBezTo>
                    <a:pt x="282" y="194"/>
                    <a:pt x="392" y="174"/>
                    <a:pt x="485" y="174"/>
                  </a:cubicBezTo>
                  <a:cubicBezTo>
                    <a:pt x="648" y="174"/>
                    <a:pt x="754" y="237"/>
                    <a:pt x="762" y="241"/>
                  </a:cubicBezTo>
                  <a:cubicBezTo>
                    <a:pt x="778" y="251"/>
                    <a:pt x="793" y="255"/>
                    <a:pt x="808" y="255"/>
                  </a:cubicBezTo>
                  <a:cubicBezTo>
                    <a:pt x="882" y="255"/>
                    <a:pt x="931" y="147"/>
                    <a:pt x="851" y="96"/>
                  </a:cubicBezTo>
                  <a:cubicBezTo>
                    <a:pt x="843" y="90"/>
                    <a:pt x="700" y="1"/>
                    <a:pt x="48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4" name="Google Shape;6034;p17"/>
            <p:cNvSpPr/>
            <p:nvPr/>
          </p:nvSpPr>
          <p:spPr>
            <a:xfrm>
              <a:off x="1847470" y="2578170"/>
              <a:ext cx="57024" cy="16275"/>
            </a:xfrm>
            <a:custGeom>
              <a:rect b="b" l="l" r="r" t="t"/>
              <a:pathLst>
                <a:path extrusionOk="0" h="266" w="932">
                  <a:moveTo>
                    <a:pt x="481" y="1"/>
                  </a:moveTo>
                  <a:cubicBezTo>
                    <a:pt x="365" y="1"/>
                    <a:pt x="228" y="26"/>
                    <a:pt x="81" y="102"/>
                  </a:cubicBezTo>
                  <a:cubicBezTo>
                    <a:pt x="0" y="142"/>
                    <a:pt x="28" y="262"/>
                    <a:pt x="121" y="265"/>
                  </a:cubicBezTo>
                  <a:cubicBezTo>
                    <a:pt x="133" y="262"/>
                    <a:pt x="145" y="259"/>
                    <a:pt x="158" y="256"/>
                  </a:cubicBezTo>
                  <a:cubicBezTo>
                    <a:pt x="280" y="194"/>
                    <a:pt x="391" y="174"/>
                    <a:pt x="484" y="174"/>
                  </a:cubicBezTo>
                  <a:cubicBezTo>
                    <a:pt x="648" y="174"/>
                    <a:pt x="754" y="237"/>
                    <a:pt x="762" y="241"/>
                  </a:cubicBezTo>
                  <a:cubicBezTo>
                    <a:pt x="778" y="251"/>
                    <a:pt x="794" y="256"/>
                    <a:pt x="809" y="256"/>
                  </a:cubicBezTo>
                  <a:cubicBezTo>
                    <a:pt x="883" y="256"/>
                    <a:pt x="931" y="147"/>
                    <a:pt x="852" y="96"/>
                  </a:cubicBezTo>
                  <a:cubicBezTo>
                    <a:pt x="844" y="90"/>
                    <a:pt x="699" y="1"/>
                    <a:pt x="48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5" name="Google Shape;6035;p17"/>
            <p:cNvSpPr/>
            <p:nvPr/>
          </p:nvSpPr>
          <p:spPr>
            <a:xfrm>
              <a:off x="1228906" y="3025131"/>
              <a:ext cx="28941" cy="51885"/>
            </a:xfrm>
            <a:custGeom>
              <a:rect b="b" l="l" r="r" t="t"/>
              <a:pathLst>
                <a:path extrusionOk="0" h="848" w="473">
                  <a:moveTo>
                    <a:pt x="345" y="1"/>
                  </a:moveTo>
                  <a:cubicBezTo>
                    <a:pt x="324" y="1"/>
                    <a:pt x="303" y="9"/>
                    <a:pt x="284" y="30"/>
                  </a:cubicBezTo>
                  <a:cubicBezTo>
                    <a:pt x="272" y="43"/>
                    <a:pt x="0" y="317"/>
                    <a:pt x="117" y="783"/>
                  </a:cubicBezTo>
                  <a:cubicBezTo>
                    <a:pt x="127" y="820"/>
                    <a:pt x="161" y="848"/>
                    <a:pt x="201" y="848"/>
                  </a:cubicBezTo>
                  <a:cubicBezTo>
                    <a:pt x="207" y="848"/>
                    <a:pt x="216" y="848"/>
                    <a:pt x="222" y="845"/>
                  </a:cubicBezTo>
                  <a:cubicBezTo>
                    <a:pt x="268" y="832"/>
                    <a:pt x="296" y="786"/>
                    <a:pt x="284" y="740"/>
                  </a:cubicBezTo>
                  <a:cubicBezTo>
                    <a:pt x="191" y="376"/>
                    <a:pt x="395" y="163"/>
                    <a:pt x="404" y="154"/>
                  </a:cubicBezTo>
                  <a:cubicBezTo>
                    <a:pt x="473" y="92"/>
                    <a:pt x="413" y="1"/>
                    <a:pt x="34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6" name="Google Shape;6036;p17"/>
            <p:cNvSpPr/>
            <p:nvPr/>
          </p:nvSpPr>
          <p:spPr>
            <a:xfrm>
              <a:off x="1202658" y="3096533"/>
              <a:ext cx="28573" cy="51640"/>
            </a:xfrm>
            <a:custGeom>
              <a:rect b="b" l="l" r="r" t="t"/>
              <a:pathLst>
                <a:path extrusionOk="0" h="844" w="467">
                  <a:moveTo>
                    <a:pt x="343" y="0"/>
                  </a:moveTo>
                  <a:cubicBezTo>
                    <a:pt x="323" y="0"/>
                    <a:pt x="303" y="8"/>
                    <a:pt x="284" y="26"/>
                  </a:cubicBezTo>
                  <a:cubicBezTo>
                    <a:pt x="272" y="38"/>
                    <a:pt x="0" y="313"/>
                    <a:pt x="118" y="779"/>
                  </a:cubicBezTo>
                  <a:cubicBezTo>
                    <a:pt x="127" y="816"/>
                    <a:pt x="161" y="843"/>
                    <a:pt x="201" y="843"/>
                  </a:cubicBezTo>
                  <a:cubicBezTo>
                    <a:pt x="207" y="843"/>
                    <a:pt x="213" y="840"/>
                    <a:pt x="223" y="840"/>
                  </a:cubicBezTo>
                  <a:cubicBezTo>
                    <a:pt x="269" y="828"/>
                    <a:pt x="293" y="782"/>
                    <a:pt x="284" y="735"/>
                  </a:cubicBezTo>
                  <a:cubicBezTo>
                    <a:pt x="192" y="368"/>
                    <a:pt x="395" y="156"/>
                    <a:pt x="404" y="149"/>
                  </a:cubicBezTo>
                  <a:cubicBezTo>
                    <a:pt x="466" y="88"/>
                    <a:pt x="409" y="0"/>
                    <a:pt x="34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7" name="Google Shape;6037;p17"/>
            <p:cNvSpPr/>
            <p:nvPr/>
          </p:nvSpPr>
          <p:spPr>
            <a:xfrm>
              <a:off x="1170965" y="3136792"/>
              <a:ext cx="24780" cy="52497"/>
            </a:xfrm>
            <a:custGeom>
              <a:rect b="b" l="l" r="r" t="t"/>
              <a:pathLst>
                <a:path extrusionOk="0" h="858" w="405">
                  <a:moveTo>
                    <a:pt x="287" y="1"/>
                  </a:moveTo>
                  <a:cubicBezTo>
                    <a:pt x="262" y="1"/>
                    <a:pt x="237" y="12"/>
                    <a:pt x="219" y="40"/>
                  </a:cubicBezTo>
                  <a:cubicBezTo>
                    <a:pt x="210" y="56"/>
                    <a:pt x="0" y="380"/>
                    <a:pt x="210" y="812"/>
                  </a:cubicBezTo>
                  <a:cubicBezTo>
                    <a:pt x="225" y="839"/>
                    <a:pt x="256" y="858"/>
                    <a:pt x="287" y="858"/>
                  </a:cubicBezTo>
                  <a:cubicBezTo>
                    <a:pt x="352" y="858"/>
                    <a:pt x="392" y="790"/>
                    <a:pt x="364" y="734"/>
                  </a:cubicBezTo>
                  <a:cubicBezTo>
                    <a:pt x="198" y="395"/>
                    <a:pt x="355" y="145"/>
                    <a:pt x="361" y="136"/>
                  </a:cubicBezTo>
                  <a:cubicBezTo>
                    <a:pt x="405" y="68"/>
                    <a:pt x="347" y="1"/>
                    <a:pt x="28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8" name="Google Shape;6038;p17"/>
            <p:cNvSpPr/>
            <p:nvPr/>
          </p:nvSpPr>
          <p:spPr>
            <a:xfrm>
              <a:off x="1615462" y="3189899"/>
              <a:ext cx="69751" cy="71892"/>
            </a:xfrm>
            <a:custGeom>
              <a:rect b="b" l="l" r="r" t="t"/>
              <a:pathLst>
                <a:path extrusionOk="0" h="1175" w="1140">
                  <a:moveTo>
                    <a:pt x="708" y="0"/>
                  </a:moveTo>
                  <a:cubicBezTo>
                    <a:pt x="655" y="0"/>
                    <a:pt x="600" y="49"/>
                    <a:pt x="625" y="116"/>
                  </a:cubicBezTo>
                  <a:cubicBezTo>
                    <a:pt x="727" y="385"/>
                    <a:pt x="813" y="659"/>
                    <a:pt x="881" y="940"/>
                  </a:cubicBezTo>
                  <a:cubicBezTo>
                    <a:pt x="727" y="804"/>
                    <a:pt x="431" y="489"/>
                    <a:pt x="184" y="203"/>
                  </a:cubicBezTo>
                  <a:cubicBezTo>
                    <a:pt x="165" y="183"/>
                    <a:pt x="143" y="174"/>
                    <a:pt x="122" y="174"/>
                  </a:cubicBezTo>
                  <a:cubicBezTo>
                    <a:pt x="58" y="174"/>
                    <a:pt x="1" y="251"/>
                    <a:pt x="54" y="314"/>
                  </a:cubicBezTo>
                  <a:cubicBezTo>
                    <a:pt x="267" y="560"/>
                    <a:pt x="779" y="1134"/>
                    <a:pt x="927" y="1171"/>
                  </a:cubicBezTo>
                  <a:cubicBezTo>
                    <a:pt x="936" y="1174"/>
                    <a:pt x="946" y="1174"/>
                    <a:pt x="955" y="1174"/>
                  </a:cubicBezTo>
                  <a:cubicBezTo>
                    <a:pt x="983" y="1174"/>
                    <a:pt x="1010" y="1162"/>
                    <a:pt x="1032" y="1140"/>
                  </a:cubicBezTo>
                  <a:cubicBezTo>
                    <a:pt x="1063" y="1103"/>
                    <a:pt x="1140" y="1020"/>
                    <a:pt x="785" y="58"/>
                  </a:cubicBezTo>
                  <a:cubicBezTo>
                    <a:pt x="771" y="17"/>
                    <a:pt x="740" y="0"/>
                    <a:pt x="70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9" name="Google Shape;6039;p17"/>
            <p:cNvSpPr/>
            <p:nvPr/>
          </p:nvSpPr>
          <p:spPr>
            <a:xfrm>
              <a:off x="2436421" y="3208744"/>
              <a:ext cx="55617" cy="87005"/>
            </a:xfrm>
            <a:custGeom>
              <a:rect b="b" l="l" r="r" t="t"/>
              <a:pathLst>
                <a:path extrusionOk="0" h="1422" w="909">
                  <a:moveTo>
                    <a:pt x="421" y="1"/>
                  </a:moveTo>
                  <a:cubicBezTo>
                    <a:pt x="387" y="1"/>
                    <a:pt x="355" y="19"/>
                    <a:pt x="343" y="61"/>
                  </a:cubicBezTo>
                  <a:cubicBezTo>
                    <a:pt x="207" y="481"/>
                    <a:pt x="1" y="1205"/>
                    <a:pt x="139" y="1372"/>
                  </a:cubicBezTo>
                  <a:cubicBezTo>
                    <a:pt x="164" y="1403"/>
                    <a:pt x="201" y="1421"/>
                    <a:pt x="241" y="1421"/>
                  </a:cubicBezTo>
                  <a:cubicBezTo>
                    <a:pt x="247" y="1421"/>
                    <a:pt x="257" y="1418"/>
                    <a:pt x="263" y="1418"/>
                  </a:cubicBezTo>
                  <a:cubicBezTo>
                    <a:pt x="531" y="1381"/>
                    <a:pt x="787" y="638"/>
                    <a:pt x="886" y="320"/>
                  </a:cubicBezTo>
                  <a:cubicBezTo>
                    <a:pt x="908" y="253"/>
                    <a:pt x="854" y="207"/>
                    <a:pt x="802" y="207"/>
                  </a:cubicBezTo>
                  <a:cubicBezTo>
                    <a:pt x="768" y="207"/>
                    <a:pt x="734" y="226"/>
                    <a:pt x="722" y="271"/>
                  </a:cubicBezTo>
                  <a:cubicBezTo>
                    <a:pt x="577" y="740"/>
                    <a:pt x="371" y="1168"/>
                    <a:pt x="263" y="1239"/>
                  </a:cubicBezTo>
                  <a:cubicBezTo>
                    <a:pt x="235" y="1098"/>
                    <a:pt x="358" y="564"/>
                    <a:pt x="506" y="117"/>
                  </a:cubicBezTo>
                  <a:cubicBezTo>
                    <a:pt x="531" y="48"/>
                    <a:pt x="475" y="1"/>
                    <a:pt x="4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0" name="Google Shape;6040;p17"/>
            <p:cNvSpPr/>
            <p:nvPr/>
          </p:nvSpPr>
          <p:spPr>
            <a:xfrm>
              <a:off x="1196111" y="2365679"/>
              <a:ext cx="46256" cy="30042"/>
            </a:xfrm>
            <a:custGeom>
              <a:rect b="b" l="l" r="r" t="t"/>
              <a:pathLst>
                <a:path extrusionOk="0" h="491" w="756">
                  <a:moveTo>
                    <a:pt x="175" y="0"/>
                  </a:moveTo>
                  <a:cubicBezTo>
                    <a:pt x="152" y="0"/>
                    <a:pt x="130" y="1"/>
                    <a:pt x="111" y="3"/>
                  </a:cubicBezTo>
                  <a:cubicBezTo>
                    <a:pt x="0" y="12"/>
                    <a:pt x="11" y="173"/>
                    <a:pt x="115" y="173"/>
                  </a:cubicBezTo>
                  <a:cubicBezTo>
                    <a:pt x="118" y="173"/>
                    <a:pt x="122" y="173"/>
                    <a:pt x="126" y="173"/>
                  </a:cubicBezTo>
                  <a:cubicBezTo>
                    <a:pt x="127" y="173"/>
                    <a:pt x="142" y="172"/>
                    <a:pt x="165" y="172"/>
                  </a:cubicBezTo>
                  <a:cubicBezTo>
                    <a:pt x="264" y="172"/>
                    <a:pt x="519" y="194"/>
                    <a:pt x="576" y="426"/>
                  </a:cubicBezTo>
                  <a:cubicBezTo>
                    <a:pt x="586" y="463"/>
                    <a:pt x="623" y="491"/>
                    <a:pt x="660" y="491"/>
                  </a:cubicBezTo>
                  <a:cubicBezTo>
                    <a:pt x="669" y="491"/>
                    <a:pt x="675" y="487"/>
                    <a:pt x="681" y="487"/>
                  </a:cubicBezTo>
                  <a:cubicBezTo>
                    <a:pt x="727" y="475"/>
                    <a:pt x="755" y="429"/>
                    <a:pt x="743" y="383"/>
                  </a:cubicBezTo>
                  <a:cubicBezTo>
                    <a:pt x="666" y="77"/>
                    <a:pt x="368" y="0"/>
                    <a:pt x="17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1" name="Google Shape;6041;p17"/>
            <p:cNvSpPr/>
            <p:nvPr/>
          </p:nvSpPr>
          <p:spPr>
            <a:xfrm>
              <a:off x="1224194" y="2406488"/>
              <a:ext cx="36833" cy="42462"/>
            </a:xfrm>
            <a:custGeom>
              <a:rect b="b" l="l" r="r" t="t"/>
              <a:pathLst>
                <a:path extrusionOk="0" h="694" w="602">
                  <a:moveTo>
                    <a:pt x="97" y="1"/>
                  </a:moveTo>
                  <a:cubicBezTo>
                    <a:pt x="62" y="1"/>
                    <a:pt x="28" y="21"/>
                    <a:pt x="15" y="55"/>
                  </a:cubicBezTo>
                  <a:cubicBezTo>
                    <a:pt x="0" y="101"/>
                    <a:pt x="22" y="150"/>
                    <a:pt x="65" y="166"/>
                  </a:cubicBezTo>
                  <a:cubicBezTo>
                    <a:pt x="80" y="169"/>
                    <a:pt x="420" y="305"/>
                    <a:pt x="358" y="592"/>
                  </a:cubicBezTo>
                  <a:cubicBezTo>
                    <a:pt x="349" y="635"/>
                    <a:pt x="376" y="681"/>
                    <a:pt x="423" y="693"/>
                  </a:cubicBezTo>
                  <a:lnTo>
                    <a:pt x="441" y="693"/>
                  </a:lnTo>
                  <a:cubicBezTo>
                    <a:pt x="481" y="693"/>
                    <a:pt x="515" y="666"/>
                    <a:pt x="524" y="629"/>
                  </a:cubicBezTo>
                  <a:cubicBezTo>
                    <a:pt x="601" y="283"/>
                    <a:pt x="296" y="70"/>
                    <a:pt x="127" y="6"/>
                  </a:cubicBezTo>
                  <a:cubicBezTo>
                    <a:pt x="117" y="2"/>
                    <a:pt x="107" y="1"/>
                    <a:pt x="9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2" name="Google Shape;6042;p17"/>
            <p:cNvSpPr/>
            <p:nvPr/>
          </p:nvSpPr>
          <p:spPr>
            <a:xfrm>
              <a:off x="1136641" y="2333741"/>
              <a:ext cx="46256" cy="30103"/>
            </a:xfrm>
            <a:custGeom>
              <a:rect b="b" l="l" r="r" t="t"/>
              <a:pathLst>
                <a:path extrusionOk="0" h="492" w="756">
                  <a:moveTo>
                    <a:pt x="174" y="1"/>
                  </a:moveTo>
                  <a:cubicBezTo>
                    <a:pt x="151" y="1"/>
                    <a:pt x="130" y="2"/>
                    <a:pt x="111" y="4"/>
                  </a:cubicBezTo>
                  <a:cubicBezTo>
                    <a:pt x="1" y="16"/>
                    <a:pt x="14" y="174"/>
                    <a:pt x="118" y="174"/>
                  </a:cubicBezTo>
                  <a:cubicBezTo>
                    <a:pt x="122" y="174"/>
                    <a:pt x="125" y="174"/>
                    <a:pt x="129" y="174"/>
                  </a:cubicBezTo>
                  <a:cubicBezTo>
                    <a:pt x="130" y="174"/>
                    <a:pt x="144" y="172"/>
                    <a:pt x="167" y="172"/>
                  </a:cubicBezTo>
                  <a:cubicBezTo>
                    <a:pt x="264" y="172"/>
                    <a:pt x="520" y="195"/>
                    <a:pt x="580" y="427"/>
                  </a:cubicBezTo>
                  <a:cubicBezTo>
                    <a:pt x="589" y="464"/>
                    <a:pt x="623" y="491"/>
                    <a:pt x="660" y="491"/>
                  </a:cubicBezTo>
                  <a:cubicBezTo>
                    <a:pt x="669" y="491"/>
                    <a:pt x="675" y="491"/>
                    <a:pt x="682" y="488"/>
                  </a:cubicBezTo>
                  <a:cubicBezTo>
                    <a:pt x="728" y="476"/>
                    <a:pt x="756" y="430"/>
                    <a:pt x="743" y="383"/>
                  </a:cubicBezTo>
                  <a:cubicBezTo>
                    <a:pt x="669" y="80"/>
                    <a:pt x="367" y="1"/>
                    <a:pt x="17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3" name="Google Shape;6043;p17"/>
            <p:cNvSpPr/>
            <p:nvPr/>
          </p:nvSpPr>
          <p:spPr>
            <a:xfrm>
              <a:off x="1140802" y="2378099"/>
              <a:ext cx="46256" cy="30103"/>
            </a:xfrm>
            <a:custGeom>
              <a:rect b="b" l="l" r="r" t="t"/>
              <a:pathLst>
                <a:path extrusionOk="0" h="492" w="756">
                  <a:moveTo>
                    <a:pt x="176" y="1"/>
                  </a:moveTo>
                  <a:cubicBezTo>
                    <a:pt x="152" y="1"/>
                    <a:pt x="131" y="2"/>
                    <a:pt x="111" y="4"/>
                  </a:cubicBezTo>
                  <a:cubicBezTo>
                    <a:pt x="1" y="13"/>
                    <a:pt x="11" y="174"/>
                    <a:pt x="115" y="174"/>
                  </a:cubicBezTo>
                  <a:cubicBezTo>
                    <a:pt x="119" y="174"/>
                    <a:pt x="122" y="174"/>
                    <a:pt x="126" y="173"/>
                  </a:cubicBezTo>
                  <a:cubicBezTo>
                    <a:pt x="127" y="173"/>
                    <a:pt x="141" y="172"/>
                    <a:pt x="164" y="172"/>
                  </a:cubicBezTo>
                  <a:cubicBezTo>
                    <a:pt x="262" y="172"/>
                    <a:pt x="519" y="194"/>
                    <a:pt x="577" y="426"/>
                  </a:cubicBezTo>
                  <a:cubicBezTo>
                    <a:pt x="586" y="463"/>
                    <a:pt x="620" y="491"/>
                    <a:pt x="660" y="491"/>
                  </a:cubicBezTo>
                  <a:cubicBezTo>
                    <a:pt x="666" y="488"/>
                    <a:pt x="675" y="488"/>
                    <a:pt x="681" y="488"/>
                  </a:cubicBezTo>
                  <a:cubicBezTo>
                    <a:pt x="728" y="476"/>
                    <a:pt x="755" y="429"/>
                    <a:pt x="743" y="383"/>
                  </a:cubicBezTo>
                  <a:cubicBezTo>
                    <a:pt x="666" y="78"/>
                    <a:pt x="368" y="1"/>
                    <a:pt x="17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4" name="Google Shape;6044;p17"/>
            <p:cNvSpPr/>
            <p:nvPr/>
          </p:nvSpPr>
          <p:spPr>
            <a:xfrm>
              <a:off x="1088245" y="2345978"/>
              <a:ext cx="51824" cy="21048"/>
            </a:xfrm>
            <a:custGeom>
              <a:rect b="b" l="l" r="r" t="t"/>
              <a:pathLst>
                <a:path extrusionOk="0" h="344" w="847">
                  <a:moveTo>
                    <a:pt x="412" y="1"/>
                  </a:moveTo>
                  <a:cubicBezTo>
                    <a:pt x="286" y="1"/>
                    <a:pt x="167" y="38"/>
                    <a:pt x="91" y="75"/>
                  </a:cubicBezTo>
                  <a:cubicBezTo>
                    <a:pt x="1" y="120"/>
                    <a:pt x="45" y="240"/>
                    <a:pt x="125" y="240"/>
                  </a:cubicBezTo>
                  <a:cubicBezTo>
                    <a:pt x="139" y="240"/>
                    <a:pt x="153" y="237"/>
                    <a:pt x="168" y="230"/>
                  </a:cubicBezTo>
                  <a:cubicBezTo>
                    <a:pt x="170" y="230"/>
                    <a:pt x="284" y="173"/>
                    <a:pt x="412" y="173"/>
                  </a:cubicBezTo>
                  <a:cubicBezTo>
                    <a:pt x="505" y="173"/>
                    <a:pt x="606" y="203"/>
                    <a:pt x="677" y="304"/>
                  </a:cubicBezTo>
                  <a:cubicBezTo>
                    <a:pt x="692" y="328"/>
                    <a:pt x="720" y="341"/>
                    <a:pt x="748" y="344"/>
                  </a:cubicBezTo>
                  <a:cubicBezTo>
                    <a:pt x="766" y="341"/>
                    <a:pt x="782" y="334"/>
                    <a:pt x="797" y="322"/>
                  </a:cubicBezTo>
                  <a:cubicBezTo>
                    <a:pt x="837" y="294"/>
                    <a:pt x="846" y="242"/>
                    <a:pt x="819" y="205"/>
                  </a:cubicBezTo>
                  <a:cubicBezTo>
                    <a:pt x="710" y="50"/>
                    <a:pt x="556" y="1"/>
                    <a:pt x="4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6045" name="Google Shape;6045;p17"/>
          <p:cNvPicPr preferRelativeResize="0"/>
          <p:nvPr/>
        </p:nvPicPr>
        <p:blipFill rotWithShape="1">
          <a:blip r:embed="rId3">
            <a:alphaModFix/>
          </a:blip>
          <a:srcRect b="0" l="17423" r="17699" t="0"/>
          <a:stretch/>
        </p:blipFill>
        <p:spPr>
          <a:xfrm>
            <a:off x="1664711" y="1198529"/>
            <a:ext cx="5157739" cy="354844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049" name="Shape 6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0" name="Google Shape;6050;p18"/>
          <p:cNvSpPr txBox="1"/>
          <p:nvPr>
            <p:ph type="title"/>
          </p:nvPr>
        </p:nvSpPr>
        <p:spPr>
          <a:xfrm>
            <a:off x="2354924" y="271875"/>
            <a:ext cx="46608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Adatbázis modell</a:t>
            </a:r>
            <a:endParaRPr/>
          </a:p>
        </p:txBody>
      </p:sp>
      <p:grpSp>
        <p:nvGrpSpPr>
          <p:cNvPr id="6051" name="Google Shape;6051;p18"/>
          <p:cNvGrpSpPr/>
          <p:nvPr/>
        </p:nvGrpSpPr>
        <p:grpSpPr>
          <a:xfrm>
            <a:off x="177747" y="3738283"/>
            <a:ext cx="857676" cy="1215236"/>
            <a:chOff x="2460700" y="1411250"/>
            <a:chExt cx="283600" cy="474625"/>
          </a:xfrm>
        </p:grpSpPr>
        <p:sp>
          <p:nvSpPr>
            <p:cNvPr id="6052" name="Google Shape;6052;p18"/>
            <p:cNvSpPr/>
            <p:nvPr/>
          </p:nvSpPr>
          <p:spPr>
            <a:xfrm>
              <a:off x="2476450" y="1726325"/>
              <a:ext cx="17825" cy="27125"/>
            </a:xfrm>
            <a:custGeom>
              <a:rect b="b" l="l" r="r" t="t"/>
              <a:pathLst>
                <a:path extrusionOk="0" h="1085" w="713">
                  <a:moveTo>
                    <a:pt x="133" y="0"/>
                  </a:moveTo>
                  <a:cubicBezTo>
                    <a:pt x="133" y="41"/>
                    <a:pt x="124" y="83"/>
                    <a:pt x="116" y="124"/>
                  </a:cubicBezTo>
                  <a:cubicBezTo>
                    <a:pt x="99" y="191"/>
                    <a:pt x="83" y="257"/>
                    <a:pt x="58" y="323"/>
                  </a:cubicBezTo>
                  <a:cubicBezTo>
                    <a:pt x="25" y="447"/>
                    <a:pt x="0" y="580"/>
                    <a:pt x="25" y="713"/>
                  </a:cubicBezTo>
                  <a:cubicBezTo>
                    <a:pt x="41" y="829"/>
                    <a:pt x="83" y="961"/>
                    <a:pt x="166" y="1044"/>
                  </a:cubicBezTo>
                  <a:cubicBezTo>
                    <a:pt x="193" y="1066"/>
                    <a:pt x="221" y="1084"/>
                    <a:pt x="251" y="1084"/>
                  </a:cubicBezTo>
                  <a:cubicBezTo>
                    <a:pt x="266" y="1084"/>
                    <a:pt x="282" y="1080"/>
                    <a:pt x="298" y="1069"/>
                  </a:cubicBezTo>
                  <a:cubicBezTo>
                    <a:pt x="315" y="1061"/>
                    <a:pt x="331" y="1036"/>
                    <a:pt x="356" y="1019"/>
                  </a:cubicBezTo>
                  <a:cubicBezTo>
                    <a:pt x="381" y="994"/>
                    <a:pt x="406" y="969"/>
                    <a:pt x="431" y="953"/>
                  </a:cubicBezTo>
                  <a:cubicBezTo>
                    <a:pt x="489" y="903"/>
                    <a:pt x="547" y="870"/>
                    <a:pt x="613" y="837"/>
                  </a:cubicBezTo>
                  <a:cubicBezTo>
                    <a:pt x="646" y="820"/>
                    <a:pt x="671" y="812"/>
                    <a:pt x="713" y="795"/>
                  </a:cubicBezTo>
                  <a:cubicBezTo>
                    <a:pt x="621" y="729"/>
                    <a:pt x="588" y="621"/>
                    <a:pt x="563" y="514"/>
                  </a:cubicBezTo>
                  <a:cubicBezTo>
                    <a:pt x="547" y="406"/>
                    <a:pt x="522" y="298"/>
                    <a:pt x="505" y="191"/>
                  </a:cubicBezTo>
                  <a:cubicBezTo>
                    <a:pt x="489" y="174"/>
                    <a:pt x="481" y="157"/>
                    <a:pt x="481" y="141"/>
                  </a:cubicBezTo>
                  <a:cubicBezTo>
                    <a:pt x="472" y="149"/>
                    <a:pt x="464" y="149"/>
                    <a:pt x="447" y="149"/>
                  </a:cubicBezTo>
                  <a:cubicBezTo>
                    <a:pt x="323" y="149"/>
                    <a:pt x="215" y="83"/>
                    <a:pt x="1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3" name="Google Shape;6053;p18"/>
            <p:cNvSpPr/>
            <p:nvPr/>
          </p:nvSpPr>
          <p:spPr>
            <a:xfrm>
              <a:off x="2527175" y="1686750"/>
              <a:ext cx="1075" cy="1475"/>
            </a:xfrm>
            <a:custGeom>
              <a:rect b="b" l="l" r="r" t="t"/>
              <a:pathLst>
                <a:path extrusionOk="0" h="59" w="43">
                  <a:moveTo>
                    <a:pt x="26" y="0"/>
                  </a:moveTo>
                  <a:cubicBezTo>
                    <a:pt x="18" y="9"/>
                    <a:pt x="9" y="9"/>
                    <a:pt x="1" y="17"/>
                  </a:cubicBezTo>
                  <a:cubicBezTo>
                    <a:pt x="18" y="34"/>
                    <a:pt x="34" y="42"/>
                    <a:pt x="42" y="58"/>
                  </a:cubicBezTo>
                  <a:cubicBezTo>
                    <a:pt x="42" y="42"/>
                    <a:pt x="34" y="17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4" name="Google Shape;6054;p18"/>
            <p:cNvSpPr/>
            <p:nvPr/>
          </p:nvSpPr>
          <p:spPr>
            <a:xfrm>
              <a:off x="2485350" y="1726325"/>
              <a:ext cx="1250" cy="850"/>
            </a:xfrm>
            <a:custGeom>
              <a:rect b="b" l="l" r="r" t="t"/>
              <a:pathLst>
                <a:path extrusionOk="0" h="34" w="50">
                  <a:moveTo>
                    <a:pt x="17" y="0"/>
                  </a:moveTo>
                  <a:cubicBezTo>
                    <a:pt x="9" y="8"/>
                    <a:pt x="9" y="8"/>
                    <a:pt x="0" y="17"/>
                  </a:cubicBezTo>
                  <a:cubicBezTo>
                    <a:pt x="17" y="25"/>
                    <a:pt x="25" y="25"/>
                    <a:pt x="42" y="33"/>
                  </a:cubicBezTo>
                  <a:lnTo>
                    <a:pt x="50" y="0"/>
                  </a:lnTo>
                  <a:lnTo>
                    <a:pt x="50" y="0"/>
                  </a:lnTo>
                  <a:cubicBezTo>
                    <a:pt x="47" y="3"/>
                    <a:pt x="44" y="4"/>
                    <a:pt x="40" y="4"/>
                  </a:cubicBezTo>
                  <a:cubicBezTo>
                    <a:pt x="32" y="4"/>
                    <a:pt x="22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5" name="Google Shape;6055;p18"/>
            <p:cNvSpPr/>
            <p:nvPr/>
          </p:nvSpPr>
          <p:spPr>
            <a:xfrm>
              <a:off x="2475825" y="1681150"/>
              <a:ext cx="225" cy="250"/>
            </a:xfrm>
            <a:custGeom>
              <a:rect b="b" l="l" r="r" t="t"/>
              <a:pathLst>
                <a:path extrusionOk="0" h="10" w="9">
                  <a:moveTo>
                    <a:pt x="8" y="9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6" name="Google Shape;6056;p18"/>
            <p:cNvSpPr/>
            <p:nvPr/>
          </p:nvSpPr>
          <p:spPr>
            <a:xfrm>
              <a:off x="2478500" y="1676600"/>
              <a:ext cx="42900" cy="12650"/>
            </a:xfrm>
            <a:custGeom>
              <a:rect b="b" l="l" r="r" t="t"/>
              <a:pathLst>
                <a:path extrusionOk="0" h="506" w="1716">
                  <a:moveTo>
                    <a:pt x="59" y="0"/>
                  </a:moveTo>
                  <a:cubicBezTo>
                    <a:pt x="42" y="17"/>
                    <a:pt x="26" y="42"/>
                    <a:pt x="1" y="58"/>
                  </a:cubicBezTo>
                  <a:cubicBezTo>
                    <a:pt x="84" y="100"/>
                    <a:pt x="175" y="133"/>
                    <a:pt x="266" y="158"/>
                  </a:cubicBezTo>
                  <a:cubicBezTo>
                    <a:pt x="283" y="158"/>
                    <a:pt x="291" y="166"/>
                    <a:pt x="307" y="166"/>
                  </a:cubicBezTo>
                  <a:cubicBezTo>
                    <a:pt x="374" y="170"/>
                    <a:pt x="438" y="170"/>
                    <a:pt x="502" y="170"/>
                  </a:cubicBezTo>
                  <a:cubicBezTo>
                    <a:pt x="566" y="170"/>
                    <a:pt x="631" y="170"/>
                    <a:pt x="697" y="174"/>
                  </a:cubicBezTo>
                  <a:cubicBezTo>
                    <a:pt x="747" y="183"/>
                    <a:pt x="805" y="191"/>
                    <a:pt x="854" y="191"/>
                  </a:cubicBezTo>
                  <a:cubicBezTo>
                    <a:pt x="871" y="191"/>
                    <a:pt x="887" y="191"/>
                    <a:pt x="904" y="199"/>
                  </a:cubicBezTo>
                  <a:cubicBezTo>
                    <a:pt x="970" y="199"/>
                    <a:pt x="1028" y="224"/>
                    <a:pt x="1086" y="249"/>
                  </a:cubicBezTo>
                  <a:cubicBezTo>
                    <a:pt x="1111" y="266"/>
                    <a:pt x="1136" y="274"/>
                    <a:pt x="1153" y="290"/>
                  </a:cubicBezTo>
                  <a:cubicBezTo>
                    <a:pt x="1219" y="324"/>
                    <a:pt x="1277" y="365"/>
                    <a:pt x="1343" y="406"/>
                  </a:cubicBezTo>
                  <a:cubicBezTo>
                    <a:pt x="1368" y="415"/>
                    <a:pt x="1393" y="423"/>
                    <a:pt x="1418" y="431"/>
                  </a:cubicBezTo>
                  <a:cubicBezTo>
                    <a:pt x="1434" y="440"/>
                    <a:pt x="1443" y="448"/>
                    <a:pt x="1451" y="464"/>
                  </a:cubicBezTo>
                  <a:cubicBezTo>
                    <a:pt x="1523" y="493"/>
                    <a:pt x="1602" y="503"/>
                    <a:pt x="1682" y="505"/>
                  </a:cubicBezTo>
                  <a:lnTo>
                    <a:pt x="1682" y="505"/>
                  </a:lnTo>
                  <a:cubicBezTo>
                    <a:pt x="1663" y="505"/>
                    <a:pt x="1646" y="503"/>
                    <a:pt x="1625" y="498"/>
                  </a:cubicBezTo>
                  <a:cubicBezTo>
                    <a:pt x="1559" y="481"/>
                    <a:pt x="1492" y="448"/>
                    <a:pt x="1451" y="398"/>
                  </a:cubicBezTo>
                  <a:cubicBezTo>
                    <a:pt x="1426" y="373"/>
                    <a:pt x="1409" y="348"/>
                    <a:pt x="1401" y="324"/>
                  </a:cubicBezTo>
                  <a:cubicBezTo>
                    <a:pt x="1385" y="290"/>
                    <a:pt x="1376" y="249"/>
                    <a:pt x="1360" y="216"/>
                  </a:cubicBezTo>
                  <a:cubicBezTo>
                    <a:pt x="1351" y="183"/>
                    <a:pt x="1318" y="174"/>
                    <a:pt x="1285" y="166"/>
                  </a:cubicBezTo>
                  <a:cubicBezTo>
                    <a:pt x="1244" y="150"/>
                    <a:pt x="1202" y="141"/>
                    <a:pt x="1161" y="141"/>
                  </a:cubicBezTo>
                  <a:cubicBezTo>
                    <a:pt x="1078" y="125"/>
                    <a:pt x="995" y="125"/>
                    <a:pt x="912" y="125"/>
                  </a:cubicBezTo>
                  <a:cubicBezTo>
                    <a:pt x="738" y="125"/>
                    <a:pt x="564" y="150"/>
                    <a:pt x="399" y="150"/>
                  </a:cubicBezTo>
                  <a:cubicBezTo>
                    <a:pt x="316" y="150"/>
                    <a:pt x="225" y="150"/>
                    <a:pt x="150" y="100"/>
                  </a:cubicBezTo>
                  <a:cubicBezTo>
                    <a:pt x="117" y="75"/>
                    <a:pt x="84" y="42"/>
                    <a:pt x="59" y="0"/>
                  </a:cubicBezTo>
                  <a:close/>
                  <a:moveTo>
                    <a:pt x="1682" y="505"/>
                  </a:moveTo>
                  <a:lnTo>
                    <a:pt x="1682" y="505"/>
                  </a:lnTo>
                  <a:cubicBezTo>
                    <a:pt x="1692" y="506"/>
                    <a:pt x="1704" y="506"/>
                    <a:pt x="1716" y="506"/>
                  </a:cubicBezTo>
                  <a:cubicBezTo>
                    <a:pt x="1704" y="506"/>
                    <a:pt x="1693" y="506"/>
                    <a:pt x="1682" y="50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7" name="Google Shape;6057;p18"/>
            <p:cNvSpPr/>
            <p:nvPr/>
          </p:nvSpPr>
          <p:spPr>
            <a:xfrm>
              <a:off x="2464000" y="1414375"/>
              <a:ext cx="278425" cy="468850"/>
            </a:xfrm>
            <a:custGeom>
              <a:rect b="b" l="l" r="r" t="t"/>
              <a:pathLst>
                <a:path extrusionOk="0" h="18754" w="11137">
                  <a:moveTo>
                    <a:pt x="10896" y="0"/>
                  </a:moveTo>
                  <a:cubicBezTo>
                    <a:pt x="10706" y="0"/>
                    <a:pt x="10532" y="116"/>
                    <a:pt x="10391" y="249"/>
                  </a:cubicBezTo>
                  <a:cubicBezTo>
                    <a:pt x="10217" y="398"/>
                    <a:pt x="10043" y="563"/>
                    <a:pt x="9877" y="729"/>
                  </a:cubicBezTo>
                  <a:cubicBezTo>
                    <a:pt x="9562" y="1052"/>
                    <a:pt x="9239" y="1384"/>
                    <a:pt x="9015" y="1790"/>
                  </a:cubicBezTo>
                  <a:cubicBezTo>
                    <a:pt x="8817" y="2179"/>
                    <a:pt x="8668" y="2585"/>
                    <a:pt x="8452" y="2966"/>
                  </a:cubicBezTo>
                  <a:cubicBezTo>
                    <a:pt x="8262" y="3314"/>
                    <a:pt x="8021" y="3637"/>
                    <a:pt x="7740" y="3911"/>
                  </a:cubicBezTo>
                  <a:cubicBezTo>
                    <a:pt x="7582" y="4060"/>
                    <a:pt x="7400" y="4193"/>
                    <a:pt x="7209" y="4292"/>
                  </a:cubicBezTo>
                  <a:cubicBezTo>
                    <a:pt x="7168" y="4317"/>
                    <a:pt x="7126" y="4342"/>
                    <a:pt x="7085" y="4375"/>
                  </a:cubicBezTo>
                  <a:cubicBezTo>
                    <a:pt x="7052" y="4391"/>
                    <a:pt x="7019" y="4425"/>
                    <a:pt x="7019" y="4466"/>
                  </a:cubicBezTo>
                  <a:cubicBezTo>
                    <a:pt x="7019" y="4507"/>
                    <a:pt x="7052" y="4549"/>
                    <a:pt x="7068" y="4590"/>
                  </a:cubicBezTo>
                  <a:cubicBezTo>
                    <a:pt x="7093" y="4640"/>
                    <a:pt x="7102" y="4690"/>
                    <a:pt x="7077" y="4739"/>
                  </a:cubicBezTo>
                  <a:cubicBezTo>
                    <a:pt x="7065" y="4759"/>
                    <a:pt x="7048" y="4767"/>
                    <a:pt x="7031" y="4767"/>
                  </a:cubicBezTo>
                  <a:cubicBezTo>
                    <a:pt x="6998" y="4767"/>
                    <a:pt x="6964" y="4736"/>
                    <a:pt x="6969" y="4698"/>
                  </a:cubicBezTo>
                  <a:cubicBezTo>
                    <a:pt x="6965" y="4698"/>
                    <a:pt x="6962" y="4697"/>
                    <a:pt x="6958" y="4697"/>
                  </a:cubicBezTo>
                  <a:cubicBezTo>
                    <a:pt x="6873" y="4697"/>
                    <a:pt x="6809" y="4792"/>
                    <a:pt x="6754" y="4855"/>
                  </a:cubicBezTo>
                  <a:cubicBezTo>
                    <a:pt x="6720" y="4897"/>
                    <a:pt x="6687" y="4938"/>
                    <a:pt x="6646" y="4971"/>
                  </a:cubicBezTo>
                  <a:cubicBezTo>
                    <a:pt x="6604" y="5005"/>
                    <a:pt x="6555" y="5029"/>
                    <a:pt x="6497" y="5046"/>
                  </a:cubicBezTo>
                  <a:cubicBezTo>
                    <a:pt x="6281" y="5137"/>
                    <a:pt x="6049" y="5187"/>
                    <a:pt x="5817" y="5220"/>
                  </a:cubicBezTo>
                  <a:cubicBezTo>
                    <a:pt x="5554" y="5253"/>
                    <a:pt x="5290" y="5262"/>
                    <a:pt x="5025" y="5262"/>
                  </a:cubicBezTo>
                  <a:cubicBezTo>
                    <a:pt x="4823" y="5262"/>
                    <a:pt x="4621" y="5257"/>
                    <a:pt x="4417" y="5253"/>
                  </a:cubicBezTo>
                  <a:lnTo>
                    <a:pt x="4019" y="5253"/>
                  </a:lnTo>
                  <a:cubicBezTo>
                    <a:pt x="3912" y="5253"/>
                    <a:pt x="3796" y="5261"/>
                    <a:pt x="3688" y="5261"/>
                  </a:cubicBezTo>
                  <a:cubicBezTo>
                    <a:pt x="3680" y="5270"/>
                    <a:pt x="3680" y="5278"/>
                    <a:pt x="3671" y="5278"/>
                  </a:cubicBezTo>
                  <a:cubicBezTo>
                    <a:pt x="3634" y="5282"/>
                    <a:pt x="3595" y="5282"/>
                    <a:pt x="3555" y="5282"/>
                  </a:cubicBezTo>
                  <a:cubicBezTo>
                    <a:pt x="3516" y="5282"/>
                    <a:pt x="3477" y="5282"/>
                    <a:pt x="3439" y="5286"/>
                  </a:cubicBezTo>
                  <a:cubicBezTo>
                    <a:pt x="3431" y="5286"/>
                    <a:pt x="3431" y="5294"/>
                    <a:pt x="3423" y="5294"/>
                  </a:cubicBezTo>
                  <a:cubicBezTo>
                    <a:pt x="3348" y="5311"/>
                    <a:pt x="3282" y="5361"/>
                    <a:pt x="3224" y="5410"/>
                  </a:cubicBezTo>
                  <a:cubicBezTo>
                    <a:pt x="3191" y="5444"/>
                    <a:pt x="3158" y="5477"/>
                    <a:pt x="3125" y="5518"/>
                  </a:cubicBezTo>
                  <a:cubicBezTo>
                    <a:pt x="3100" y="5543"/>
                    <a:pt x="3083" y="5568"/>
                    <a:pt x="3058" y="5601"/>
                  </a:cubicBezTo>
                  <a:cubicBezTo>
                    <a:pt x="3050" y="5618"/>
                    <a:pt x="3042" y="5634"/>
                    <a:pt x="3033" y="5651"/>
                  </a:cubicBezTo>
                  <a:cubicBezTo>
                    <a:pt x="3017" y="5676"/>
                    <a:pt x="3009" y="5692"/>
                    <a:pt x="2992" y="5709"/>
                  </a:cubicBezTo>
                  <a:cubicBezTo>
                    <a:pt x="2959" y="5750"/>
                    <a:pt x="2926" y="5792"/>
                    <a:pt x="2901" y="5833"/>
                  </a:cubicBezTo>
                  <a:cubicBezTo>
                    <a:pt x="2843" y="5908"/>
                    <a:pt x="2777" y="5982"/>
                    <a:pt x="2719" y="6057"/>
                  </a:cubicBezTo>
                  <a:lnTo>
                    <a:pt x="2404" y="6454"/>
                  </a:lnTo>
                  <a:cubicBezTo>
                    <a:pt x="2387" y="6471"/>
                    <a:pt x="2371" y="6496"/>
                    <a:pt x="2354" y="6512"/>
                  </a:cubicBezTo>
                  <a:cubicBezTo>
                    <a:pt x="2246" y="6645"/>
                    <a:pt x="2139" y="6778"/>
                    <a:pt x="2031" y="6910"/>
                  </a:cubicBezTo>
                  <a:cubicBezTo>
                    <a:pt x="2023" y="6927"/>
                    <a:pt x="2006" y="6935"/>
                    <a:pt x="1998" y="6952"/>
                  </a:cubicBezTo>
                  <a:cubicBezTo>
                    <a:pt x="1898" y="7076"/>
                    <a:pt x="1799" y="7200"/>
                    <a:pt x="1716" y="7349"/>
                  </a:cubicBezTo>
                  <a:cubicBezTo>
                    <a:pt x="1675" y="7424"/>
                    <a:pt x="1641" y="7507"/>
                    <a:pt x="1617" y="7590"/>
                  </a:cubicBezTo>
                  <a:cubicBezTo>
                    <a:pt x="1600" y="7631"/>
                    <a:pt x="1592" y="7672"/>
                    <a:pt x="1592" y="7706"/>
                  </a:cubicBezTo>
                  <a:cubicBezTo>
                    <a:pt x="1583" y="7755"/>
                    <a:pt x="1583" y="7805"/>
                    <a:pt x="1567" y="7846"/>
                  </a:cubicBezTo>
                  <a:cubicBezTo>
                    <a:pt x="1562" y="7865"/>
                    <a:pt x="1547" y="7876"/>
                    <a:pt x="1532" y="7876"/>
                  </a:cubicBezTo>
                  <a:cubicBezTo>
                    <a:pt x="1520" y="7876"/>
                    <a:pt x="1508" y="7869"/>
                    <a:pt x="1501" y="7855"/>
                  </a:cubicBezTo>
                  <a:cubicBezTo>
                    <a:pt x="1467" y="7780"/>
                    <a:pt x="1476" y="7697"/>
                    <a:pt x="1492" y="7614"/>
                  </a:cubicBezTo>
                  <a:cubicBezTo>
                    <a:pt x="1509" y="7532"/>
                    <a:pt x="1542" y="7457"/>
                    <a:pt x="1575" y="7382"/>
                  </a:cubicBezTo>
                  <a:cubicBezTo>
                    <a:pt x="1641" y="7233"/>
                    <a:pt x="1741" y="7092"/>
                    <a:pt x="1849" y="6960"/>
                  </a:cubicBezTo>
                  <a:cubicBezTo>
                    <a:pt x="2014" y="6753"/>
                    <a:pt x="2180" y="6546"/>
                    <a:pt x="2354" y="6338"/>
                  </a:cubicBezTo>
                  <a:cubicBezTo>
                    <a:pt x="2429" y="6247"/>
                    <a:pt x="2511" y="6156"/>
                    <a:pt x="2586" y="6057"/>
                  </a:cubicBezTo>
                  <a:cubicBezTo>
                    <a:pt x="2661" y="5974"/>
                    <a:pt x="2727" y="5891"/>
                    <a:pt x="2793" y="5808"/>
                  </a:cubicBezTo>
                  <a:lnTo>
                    <a:pt x="2801" y="5808"/>
                  </a:lnTo>
                  <a:cubicBezTo>
                    <a:pt x="2801" y="5800"/>
                    <a:pt x="2810" y="5792"/>
                    <a:pt x="2818" y="5792"/>
                  </a:cubicBezTo>
                  <a:cubicBezTo>
                    <a:pt x="2810" y="5775"/>
                    <a:pt x="2810" y="5758"/>
                    <a:pt x="2818" y="5742"/>
                  </a:cubicBezTo>
                  <a:cubicBezTo>
                    <a:pt x="2917" y="5584"/>
                    <a:pt x="3033" y="5435"/>
                    <a:pt x="3166" y="5319"/>
                  </a:cubicBezTo>
                  <a:cubicBezTo>
                    <a:pt x="3232" y="5261"/>
                    <a:pt x="3307" y="5212"/>
                    <a:pt x="3390" y="5195"/>
                  </a:cubicBezTo>
                  <a:cubicBezTo>
                    <a:pt x="3431" y="5187"/>
                    <a:pt x="3464" y="5187"/>
                    <a:pt x="3506" y="5187"/>
                  </a:cubicBezTo>
                  <a:cubicBezTo>
                    <a:pt x="3241" y="4955"/>
                    <a:pt x="3025" y="4665"/>
                    <a:pt x="2835" y="4375"/>
                  </a:cubicBezTo>
                  <a:cubicBezTo>
                    <a:pt x="2627" y="4077"/>
                    <a:pt x="2453" y="3762"/>
                    <a:pt x="2263" y="3447"/>
                  </a:cubicBezTo>
                  <a:cubicBezTo>
                    <a:pt x="1915" y="2850"/>
                    <a:pt x="1542" y="2254"/>
                    <a:pt x="1028" y="1798"/>
                  </a:cubicBezTo>
                  <a:cubicBezTo>
                    <a:pt x="904" y="1682"/>
                    <a:pt x="771" y="1583"/>
                    <a:pt x="631" y="1491"/>
                  </a:cubicBezTo>
                  <a:cubicBezTo>
                    <a:pt x="571" y="1459"/>
                    <a:pt x="502" y="1415"/>
                    <a:pt x="434" y="1415"/>
                  </a:cubicBezTo>
                  <a:cubicBezTo>
                    <a:pt x="417" y="1415"/>
                    <a:pt x="399" y="1418"/>
                    <a:pt x="382" y="1425"/>
                  </a:cubicBezTo>
                  <a:cubicBezTo>
                    <a:pt x="316" y="1450"/>
                    <a:pt x="266" y="1516"/>
                    <a:pt x="233" y="1574"/>
                  </a:cubicBezTo>
                  <a:cubicBezTo>
                    <a:pt x="233" y="1574"/>
                    <a:pt x="233" y="1583"/>
                    <a:pt x="233" y="1583"/>
                  </a:cubicBezTo>
                  <a:cubicBezTo>
                    <a:pt x="44" y="1903"/>
                    <a:pt x="1" y="2281"/>
                    <a:pt x="1" y="2652"/>
                  </a:cubicBezTo>
                  <a:lnTo>
                    <a:pt x="1" y="2652"/>
                  </a:lnTo>
                  <a:cubicBezTo>
                    <a:pt x="1" y="2652"/>
                    <a:pt x="1" y="2652"/>
                    <a:pt x="1" y="2651"/>
                  </a:cubicBezTo>
                  <a:lnTo>
                    <a:pt x="1" y="2660"/>
                  </a:lnTo>
                  <a:cubicBezTo>
                    <a:pt x="1" y="2657"/>
                    <a:pt x="1" y="2654"/>
                    <a:pt x="1" y="2652"/>
                  </a:cubicBezTo>
                  <a:lnTo>
                    <a:pt x="1" y="2652"/>
                  </a:lnTo>
                  <a:cubicBezTo>
                    <a:pt x="9" y="3066"/>
                    <a:pt x="75" y="3480"/>
                    <a:pt x="117" y="3886"/>
                  </a:cubicBezTo>
                  <a:cubicBezTo>
                    <a:pt x="150" y="4309"/>
                    <a:pt x="167" y="4731"/>
                    <a:pt x="175" y="5145"/>
                  </a:cubicBezTo>
                  <a:cubicBezTo>
                    <a:pt x="183" y="5352"/>
                    <a:pt x="183" y="5560"/>
                    <a:pt x="175" y="5767"/>
                  </a:cubicBezTo>
                  <a:cubicBezTo>
                    <a:pt x="175" y="5932"/>
                    <a:pt x="167" y="6106"/>
                    <a:pt x="191" y="6272"/>
                  </a:cubicBezTo>
                  <a:cubicBezTo>
                    <a:pt x="208" y="6430"/>
                    <a:pt x="249" y="6587"/>
                    <a:pt x="341" y="6711"/>
                  </a:cubicBezTo>
                  <a:cubicBezTo>
                    <a:pt x="423" y="6836"/>
                    <a:pt x="573" y="6918"/>
                    <a:pt x="589" y="7084"/>
                  </a:cubicBezTo>
                  <a:cubicBezTo>
                    <a:pt x="597" y="7134"/>
                    <a:pt x="589" y="7175"/>
                    <a:pt x="581" y="7217"/>
                  </a:cubicBezTo>
                  <a:cubicBezTo>
                    <a:pt x="581" y="7225"/>
                    <a:pt x="581" y="7233"/>
                    <a:pt x="573" y="7242"/>
                  </a:cubicBezTo>
                  <a:cubicBezTo>
                    <a:pt x="581" y="7242"/>
                    <a:pt x="589" y="7250"/>
                    <a:pt x="581" y="7266"/>
                  </a:cubicBezTo>
                  <a:cubicBezTo>
                    <a:pt x="581" y="7333"/>
                    <a:pt x="573" y="7391"/>
                    <a:pt x="573" y="7457"/>
                  </a:cubicBezTo>
                  <a:cubicBezTo>
                    <a:pt x="581" y="7523"/>
                    <a:pt x="597" y="7581"/>
                    <a:pt x="614" y="7639"/>
                  </a:cubicBezTo>
                  <a:cubicBezTo>
                    <a:pt x="655" y="7764"/>
                    <a:pt x="738" y="7863"/>
                    <a:pt x="821" y="7954"/>
                  </a:cubicBezTo>
                  <a:cubicBezTo>
                    <a:pt x="904" y="8045"/>
                    <a:pt x="987" y="8128"/>
                    <a:pt x="1053" y="8228"/>
                  </a:cubicBezTo>
                  <a:cubicBezTo>
                    <a:pt x="1103" y="8294"/>
                    <a:pt x="1153" y="8385"/>
                    <a:pt x="1169" y="8484"/>
                  </a:cubicBezTo>
                  <a:cubicBezTo>
                    <a:pt x="1194" y="8410"/>
                    <a:pt x="1219" y="8344"/>
                    <a:pt x="1244" y="8286"/>
                  </a:cubicBezTo>
                  <a:cubicBezTo>
                    <a:pt x="1302" y="8153"/>
                    <a:pt x="1360" y="8029"/>
                    <a:pt x="1426" y="7904"/>
                  </a:cubicBezTo>
                  <a:cubicBezTo>
                    <a:pt x="1431" y="7895"/>
                    <a:pt x="1439" y="7891"/>
                    <a:pt x="1447" y="7891"/>
                  </a:cubicBezTo>
                  <a:cubicBezTo>
                    <a:pt x="1466" y="7891"/>
                    <a:pt x="1487" y="7914"/>
                    <a:pt x="1476" y="7938"/>
                  </a:cubicBezTo>
                  <a:cubicBezTo>
                    <a:pt x="1426" y="8062"/>
                    <a:pt x="1385" y="8194"/>
                    <a:pt x="1335" y="8319"/>
                  </a:cubicBezTo>
                  <a:cubicBezTo>
                    <a:pt x="1318" y="8385"/>
                    <a:pt x="1293" y="8451"/>
                    <a:pt x="1277" y="8518"/>
                  </a:cubicBezTo>
                  <a:cubicBezTo>
                    <a:pt x="1252" y="8576"/>
                    <a:pt x="1227" y="8634"/>
                    <a:pt x="1219" y="8700"/>
                  </a:cubicBezTo>
                  <a:cubicBezTo>
                    <a:pt x="1211" y="8766"/>
                    <a:pt x="1227" y="8832"/>
                    <a:pt x="1235" y="8899"/>
                  </a:cubicBezTo>
                  <a:cubicBezTo>
                    <a:pt x="1252" y="8973"/>
                    <a:pt x="1260" y="9040"/>
                    <a:pt x="1269" y="9114"/>
                  </a:cubicBezTo>
                  <a:cubicBezTo>
                    <a:pt x="1285" y="9180"/>
                    <a:pt x="1293" y="9255"/>
                    <a:pt x="1310" y="9321"/>
                  </a:cubicBezTo>
                  <a:cubicBezTo>
                    <a:pt x="1310" y="9354"/>
                    <a:pt x="1318" y="9388"/>
                    <a:pt x="1327" y="9421"/>
                  </a:cubicBezTo>
                  <a:cubicBezTo>
                    <a:pt x="1327" y="9429"/>
                    <a:pt x="1327" y="9429"/>
                    <a:pt x="1327" y="9437"/>
                  </a:cubicBezTo>
                  <a:cubicBezTo>
                    <a:pt x="1368" y="9404"/>
                    <a:pt x="1418" y="9371"/>
                    <a:pt x="1467" y="9354"/>
                  </a:cubicBezTo>
                  <a:cubicBezTo>
                    <a:pt x="1542" y="9313"/>
                    <a:pt x="1625" y="9288"/>
                    <a:pt x="1708" y="9255"/>
                  </a:cubicBezTo>
                  <a:cubicBezTo>
                    <a:pt x="1766" y="9238"/>
                    <a:pt x="1815" y="9214"/>
                    <a:pt x="1865" y="9189"/>
                  </a:cubicBezTo>
                  <a:cubicBezTo>
                    <a:pt x="1840" y="9180"/>
                    <a:pt x="1807" y="9172"/>
                    <a:pt x="1782" y="9147"/>
                  </a:cubicBezTo>
                  <a:cubicBezTo>
                    <a:pt x="1708" y="9081"/>
                    <a:pt x="1708" y="8940"/>
                    <a:pt x="1724" y="8841"/>
                  </a:cubicBezTo>
                  <a:cubicBezTo>
                    <a:pt x="1733" y="8750"/>
                    <a:pt x="1774" y="8617"/>
                    <a:pt x="1865" y="8576"/>
                  </a:cubicBezTo>
                  <a:cubicBezTo>
                    <a:pt x="1873" y="8559"/>
                    <a:pt x="1882" y="8551"/>
                    <a:pt x="1890" y="8534"/>
                  </a:cubicBezTo>
                  <a:cubicBezTo>
                    <a:pt x="1882" y="8518"/>
                    <a:pt x="1898" y="8501"/>
                    <a:pt x="1923" y="8501"/>
                  </a:cubicBezTo>
                  <a:cubicBezTo>
                    <a:pt x="1931" y="8484"/>
                    <a:pt x="1948" y="8476"/>
                    <a:pt x="1965" y="8468"/>
                  </a:cubicBezTo>
                  <a:cubicBezTo>
                    <a:pt x="1970" y="8466"/>
                    <a:pt x="1976" y="8466"/>
                    <a:pt x="1981" y="8466"/>
                  </a:cubicBezTo>
                  <a:cubicBezTo>
                    <a:pt x="2006" y="8466"/>
                    <a:pt x="2025" y="8481"/>
                    <a:pt x="2039" y="8501"/>
                  </a:cubicBezTo>
                  <a:cubicBezTo>
                    <a:pt x="2097" y="8501"/>
                    <a:pt x="2130" y="8534"/>
                    <a:pt x="2163" y="8576"/>
                  </a:cubicBezTo>
                  <a:cubicBezTo>
                    <a:pt x="2221" y="8658"/>
                    <a:pt x="2238" y="8766"/>
                    <a:pt x="2221" y="8866"/>
                  </a:cubicBezTo>
                  <a:cubicBezTo>
                    <a:pt x="2213" y="8882"/>
                    <a:pt x="2213" y="8899"/>
                    <a:pt x="2205" y="8915"/>
                  </a:cubicBezTo>
                  <a:cubicBezTo>
                    <a:pt x="2304" y="8808"/>
                    <a:pt x="2404" y="8700"/>
                    <a:pt x="2503" y="8592"/>
                  </a:cubicBezTo>
                  <a:cubicBezTo>
                    <a:pt x="2536" y="8559"/>
                    <a:pt x="2561" y="8534"/>
                    <a:pt x="2586" y="8509"/>
                  </a:cubicBezTo>
                  <a:cubicBezTo>
                    <a:pt x="2677" y="8410"/>
                    <a:pt x="2785" y="8310"/>
                    <a:pt x="2868" y="8203"/>
                  </a:cubicBezTo>
                  <a:cubicBezTo>
                    <a:pt x="2909" y="8145"/>
                    <a:pt x="2951" y="8087"/>
                    <a:pt x="2975" y="8020"/>
                  </a:cubicBezTo>
                  <a:cubicBezTo>
                    <a:pt x="2981" y="8009"/>
                    <a:pt x="2990" y="8004"/>
                    <a:pt x="2998" y="8004"/>
                  </a:cubicBezTo>
                  <a:cubicBezTo>
                    <a:pt x="3015" y="8004"/>
                    <a:pt x="3031" y="8021"/>
                    <a:pt x="3025" y="8037"/>
                  </a:cubicBezTo>
                  <a:cubicBezTo>
                    <a:pt x="3017" y="8070"/>
                    <a:pt x="3000" y="8103"/>
                    <a:pt x="2984" y="8128"/>
                  </a:cubicBezTo>
                  <a:cubicBezTo>
                    <a:pt x="2917" y="8252"/>
                    <a:pt x="2818" y="8360"/>
                    <a:pt x="2727" y="8476"/>
                  </a:cubicBezTo>
                  <a:cubicBezTo>
                    <a:pt x="2603" y="8625"/>
                    <a:pt x="2470" y="8774"/>
                    <a:pt x="2346" y="8924"/>
                  </a:cubicBezTo>
                  <a:cubicBezTo>
                    <a:pt x="2230" y="9056"/>
                    <a:pt x="2105" y="9189"/>
                    <a:pt x="1956" y="9272"/>
                  </a:cubicBezTo>
                  <a:cubicBezTo>
                    <a:pt x="1807" y="9354"/>
                    <a:pt x="1633" y="9388"/>
                    <a:pt x="1476" y="9470"/>
                  </a:cubicBezTo>
                  <a:cubicBezTo>
                    <a:pt x="1227" y="9611"/>
                    <a:pt x="1070" y="9868"/>
                    <a:pt x="904" y="10100"/>
                  </a:cubicBezTo>
                  <a:cubicBezTo>
                    <a:pt x="838" y="10183"/>
                    <a:pt x="780" y="10266"/>
                    <a:pt x="705" y="10340"/>
                  </a:cubicBezTo>
                  <a:cubicBezTo>
                    <a:pt x="730" y="10340"/>
                    <a:pt x="755" y="10357"/>
                    <a:pt x="771" y="10382"/>
                  </a:cubicBezTo>
                  <a:cubicBezTo>
                    <a:pt x="788" y="10407"/>
                    <a:pt x="796" y="10431"/>
                    <a:pt x="771" y="10456"/>
                  </a:cubicBezTo>
                  <a:cubicBezTo>
                    <a:pt x="763" y="10465"/>
                    <a:pt x="755" y="10473"/>
                    <a:pt x="738" y="10473"/>
                  </a:cubicBezTo>
                  <a:cubicBezTo>
                    <a:pt x="782" y="10529"/>
                    <a:pt x="877" y="10543"/>
                    <a:pt x="956" y="10543"/>
                  </a:cubicBezTo>
                  <a:cubicBezTo>
                    <a:pt x="983" y="10543"/>
                    <a:pt x="1008" y="10541"/>
                    <a:pt x="1028" y="10539"/>
                  </a:cubicBezTo>
                  <a:cubicBezTo>
                    <a:pt x="1177" y="10539"/>
                    <a:pt x="1335" y="10523"/>
                    <a:pt x="1492" y="10514"/>
                  </a:cubicBezTo>
                  <a:cubicBezTo>
                    <a:pt x="1633" y="10514"/>
                    <a:pt x="1799" y="10514"/>
                    <a:pt x="1931" y="10572"/>
                  </a:cubicBezTo>
                  <a:cubicBezTo>
                    <a:pt x="1998" y="10597"/>
                    <a:pt x="2031" y="10655"/>
                    <a:pt x="2047" y="10721"/>
                  </a:cubicBezTo>
                  <a:cubicBezTo>
                    <a:pt x="2072" y="10779"/>
                    <a:pt x="2097" y="10821"/>
                    <a:pt x="2147" y="10846"/>
                  </a:cubicBezTo>
                  <a:cubicBezTo>
                    <a:pt x="2188" y="10871"/>
                    <a:pt x="2230" y="10882"/>
                    <a:pt x="2272" y="10882"/>
                  </a:cubicBezTo>
                  <a:cubicBezTo>
                    <a:pt x="2367" y="10882"/>
                    <a:pt x="2462" y="10829"/>
                    <a:pt x="2536" y="10771"/>
                  </a:cubicBezTo>
                  <a:cubicBezTo>
                    <a:pt x="2548" y="10760"/>
                    <a:pt x="2563" y="10753"/>
                    <a:pt x="2577" y="10753"/>
                  </a:cubicBezTo>
                  <a:cubicBezTo>
                    <a:pt x="2594" y="10753"/>
                    <a:pt x="2610" y="10762"/>
                    <a:pt x="2619" y="10779"/>
                  </a:cubicBezTo>
                  <a:cubicBezTo>
                    <a:pt x="2710" y="10962"/>
                    <a:pt x="2727" y="11177"/>
                    <a:pt x="2669" y="11368"/>
                  </a:cubicBezTo>
                  <a:cubicBezTo>
                    <a:pt x="2644" y="11459"/>
                    <a:pt x="2603" y="11550"/>
                    <a:pt x="2545" y="11616"/>
                  </a:cubicBezTo>
                  <a:cubicBezTo>
                    <a:pt x="2478" y="11699"/>
                    <a:pt x="2387" y="11732"/>
                    <a:pt x="2288" y="11749"/>
                  </a:cubicBezTo>
                  <a:cubicBezTo>
                    <a:pt x="2180" y="11757"/>
                    <a:pt x="2072" y="11765"/>
                    <a:pt x="1973" y="11765"/>
                  </a:cubicBezTo>
                  <a:cubicBezTo>
                    <a:pt x="1857" y="11774"/>
                    <a:pt x="1741" y="11782"/>
                    <a:pt x="1625" y="11790"/>
                  </a:cubicBezTo>
                  <a:cubicBezTo>
                    <a:pt x="1567" y="11799"/>
                    <a:pt x="1509" y="11799"/>
                    <a:pt x="1451" y="11799"/>
                  </a:cubicBezTo>
                  <a:lnTo>
                    <a:pt x="1451" y="11807"/>
                  </a:lnTo>
                  <a:cubicBezTo>
                    <a:pt x="1409" y="11898"/>
                    <a:pt x="1368" y="11981"/>
                    <a:pt x="1318" y="12064"/>
                  </a:cubicBezTo>
                  <a:cubicBezTo>
                    <a:pt x="1293" y="12122"/>
                    <a:pt x="1269" y="12180"/>
                    <a:pt x="1252" y="12238"/>
                  </a:cubicBezTo>
                  <a:cubicBezTo>
                    <a:pt x="1244" y="12279"/>
                    <a:pt x="1227" y="12329"/>
                    <a:pt x="1211" y="12370"/>
                  </a:cubicBezTo>
                  <a:cubicBezTo>
                    <a:pt x="1202" y="12379"/>
                    <a:pt x="1194" y="12387"/>
                    <a:pt x="1186" y="12395"/>
                  </a:cubicBezTo>
                  <a:cubicBezTo>
                    <a:pt x="1186" y="12395"/>
                    <a:pt x="1194" y="12395"/>
                    <a:pt x="1194" y="12403"/>
                  </a:cubicBezTo>
                  <a:cubicBezTo>
                    <a:pt x="1211" y="12428"/>
                    <a:pt x="1235" y="12453"/>
                    <a:pt x="1252" y="12478"/>
                  </a:cubicBezTo>
                  <a:cubicBezTo>
                    <a:pt x="1277" y="12503"/>
                    <a:pt x="1302" y="12536"/>
                    <a:pt x="1318" y="12561"/>
                  </a:cubicBezTo>
                  <a:cubicBezTo>
                    <a:pt x="1327" y="12577"/>
                    <a:pt x="1327" y="12594"/>
                    <a:pt x="1310" y="12602"/>
                  </a:cubicBezTo>
                  <a:cubicBezTo>
                    <a:pt x="1306" y="12606"/>
                    <a:pt x="1300" y="12609"/>
                    <a:pt x="1293" y="12609"/>
                  </a:cubicBezTo>
                  <a:cubicBezTo>
                    <a:pt x="1287" y="12609"/>
                    <a:pt x="1281" y="12606"/>
                    <a:pt x="1277" y="12602"/>
                  </a:cubicBezTo>
                  <a:cubicBezTo>
                    <a:pt x="1252" y="12569"/>
                    <a:pt x="1235" y="12544"/>
                    <a:pt x="1211" y="12511"/>
                  </a:cubicBezTo>
                  <a:cubicBezTo>
                    <a:pt x="1194" y="12486"/>
                    <a:pt x="1169" y="12461"/>
                    <a:pt x="1153" y="12437"/>
                  </a:cubicBezTo>
                  <a:cubicBezTo>
                    <a:pt x="1144" y="12428"/>
                    <a:pt x="1144" y="12412"/>
                    <a:pt x="1153" y="12403"/>
                  </a:cubicBezTo>
                  <a:lnTo>
                    <a:pt x="1144" y="12403"/>
                  </a:lnTo>
                  <a:cubicBezTo>
                    <a:pt x="1136" y="12470"/>
                    <a:pt x="1119" y="12536"/>
                    <a:pt x="1095" y="12594"/>
                  </a:cubicBezTo>
                  <a:cubicBezTo>
                    <a:pt x="1111" y="12652"/>
                    <a:pt x="1119" y="12710"/>
                    <a:pt x="1128" y="12768"/>
                  </a:cubicBezTo>
                  <a:cubicBezTo>
                    <a:pt x="1144" y="12834"/>
                    <a:pt x="1153" y="12892"/>
                    <a:pt x="1169" y="12959"/>
                  </a:cubicBezTo>
                  <a:cubicBezTo>
                    <a:pt x="1177" y="13008"/>
                    <a:pt x="1186" y="13058"/>
                    <a:pt x="1211" y="13099"/>
                  </a:cubicBezTo>
                  <a:cubicBezTo>
                    <a:pt x="1252" y="13191"/>
                    <a:pt x="1343" y="13240"/>
                    <a:pt x="1434" y="13257"/>
                  </a:cubicBezTo>
                  <a:cubicBezTo>
                    <a:pt x="1472" y="13265"/>
                    <a:pt x="1509" y="13268"/>
                    <a:pt x="1546" y="13268"/>
                  </a:cubicBezTo>
                  <a:cubicBezTo>
                    <a:pt x="1708" y="13268"/>
                    <a:pt x="1868" y="13205"/>
                    <a:pt x="2023" y="13157"/>
                  </a:cubicBezTo>
                  <a:cubicBezTo>
                    <a:pt x="2122" y="13124"/>
                    <a:pt x="2221" y="13099"/>
                    <a:pt x="2321" y="13091"/>
                  </a:cubicBezTo>
                  <a:cubicBezTo>
                    <a:pt x="2339" y="13090"/>
                    <a:pt x="2357" y="13089"/>
                    <a:pt x="2375" y="13089"/>
                  </a:cubicBezTo>
                  <a:cubicBezTo>
                    <a:pt x="2467" y="13089"/>
                    <a:pt x="2561" y="13106"/>
                    <a:pt x="2644" y="13141"/>
                  </a:cubicBezTo>
                  <a:cubicBezTo>
                    <a:pt x="2752" y="13174"/>
                    <a:pt x="2851" y="13224"/>
                    <a:pt x="2951" y="13273"/>
                  </a:cubicBezTo>
                  <a:cubicBezTo>
                    <a:pt x="3050" y="13323"/>
                    <a:pt x="3149" y="13373"/>
                    <a:pt x="3257" y="13414"/>
                  </a:cubicBezTo>
                  <a:cubicBezTo>
                    <a:pt x="3456" y="13497"/>
                    <a:pt x="3671" y="13563"/>
                    <a:pt x="3887" y="13597"/>
                  </a:cubicBezTo>
                  <a:cubicBezTo>
                    <a:pt x="4047" y="13627"/>
                    <a:pt x="4206" y="13644"/>
                    <a:pt x="4366" y="13644"/>
                  </a:cubicBezTo>
                  <a:cubicBezTo>
                    <a:pt x="4422" y="13644"/>
                    <a:pt x="4477" y="13642"/>
                    <a:pt x="4533" y="13638"/>
                  </a:cubicBezTo>
                  <a:cubicBezTo>
                    <a:pt x="4757" y="13621"/>
                    <a:pt x="4972" y="13563"/>
                    <a:pt x="5179" y="13481"/>
                  </a:cubicBezTo>
                  <a:cubicBezTo>
                    <a:pt x="5403" y="13389"/>
                    <a:pt x="5610" y="13282"/>
                    <a:pt x="5826" y="13182"/>
                  </a:cubicBezTo>
                  <a:lnTo>
                    <a:pt x="6497" y="12859"/>
                  </a:lnTo>
                  <a:lnTo>
                    <a:pt x="6588" y="12818"/>
                  </a:lnTo>
                  <a:cubicBezTo>
                    <a:pt x="6555" y="12793"/>
                    <a:pt x="6546" y="12735"/>
                    <a:pt x="6596" y="12727"/>
                  </a:cubicBezTo>
                  <a:cubicBezTo>
                    <a:pt x="6606" y="12725"/>
                    <a:pt x="6616" y="12724"/>
                    <a:pt x="6625" y="12724"/>
                  </a:cubicBezTo>
                  <a:cubicBezTo>
                    <a:pt x="6657" y="12724"/>
                    <a:pt x="6687" y="12734"/>
                    <a:pt x="6712" y="12760"/>
                  </a:cubicBezTo>
                  <a:cubicBezTo>
                    <a:pt x="6720" y="12768"/>
                    <a:pt x="6737" y="12785"/>
                    <a:pt x="6745" y="12801"/>
                  </a:cubicBezTo>
                  <a:cubicBezTo>
                    <a:pt x="6754" y="12826"/>
                    <a:pt x="6754" y="12867"/>
                    <a:pt x="6720" y="12876"/>
                  </a:cubicBezTo>
                  <a:cubicBezTo>
                    <a:pt x="6488" y="12992"/>
                    <a:pt x="6265" y="13099"/>
                    <a:pt x="6033" y="13207"/>
                  </a:cubicBezTo>
                  <a:cubicBezTo>
                    <a:pt x="5826" y="13307"/>
                    <a:pt x="5618" y="13414"/>
                    <a:pt x="5411" y="13505"/>
                  </a:cubicBezTo>
                  <a:cubicBezTo>
                    <a:pt x="5395" y="13514"/>
                    <a:pt x="5378" y="13522"/>
                    <a:pt x="5362" y="13530"/>
                  </a:cubicBezTo>
                  <a:cubicBezTo>
                    <a:pt x="5146" y="13621"/>
                    <a:pt x="4922" y="13704"/>
                    <a:pt x="4690" y="13737"/>
                  </a:cubicBezTo>
                  <a:cubicBezTo>
                    <a:pt x="4579" y="13754"/>
                    <a:pt x="4467" y="13762"/>
                    <a:pt x="4355" y="13762"/>
                  </a:cubicBezTo>
                  <a:cubicBezTo>
                    <a:pt x="4243" y="13762"/>
                    <a:pt x="4131" y="13754"/>
                    <a:pt x="4019" y="13737"/>
                  </a:cubicBezTo>
                  <a:cubicBezTo>
                    <a:pt x="3796" y="13713"/>
                    <a:pt x="3580" y="13655"/>
                    <a:pt x="3365" y="13580"/>
                  </a:cubicBezTo>
                  <a:cubicBezTo>
                    <a:pt x="3257" y="13539"/>
                    <a:pt x="3149" y="13497"/>
                    <a:pt x="3050" y="13447"/>
                  </a:cubicBezTo>
                  <a:cubicBezTo>
                    <a:pt x="2942" y="13406"/>
                    <a:pt x="2843" y="13348"/>
                    <a:pt x="2735" y="13298"/>
                  </a:cubicBezTo>
                  <a:cubicBezTo>
                    <a:pt x="2636" y="13257"/>
                    <a:pt x="2528" y="13215"/>
                    <a:pt x="2412" y="13207"/>
                  </a:cubicBezTo>
                  <a:cubicBezTo>
                    <a:pt x="2313" y="13207"/>
                    <a:pt x="2205" y="13224"/>
                    <a:pt x="2105" y="13257"/>
                  </a:cubicBezTo>
                  <a:cubicBezTo>
                    <a:pt x="1923" y="13303"/>
                    <a:pt x="1740" y="13383"/>
                    <a:pt x="1545" y="13383"/>
                  </a:cubicBezTo>
                  <a:cubicBezTo>
                    <a:pt x="1527" y="13383"/>
                    <a:pt x="1510" y="13382"/>
                    <a:pt x="1492" y="13381"/>
                  </a:cubicBezTo>
                  <a:cubicBezTo>
                    <a:pt x="1426" y="13373"/>
                    <a:pt x="1360" y="13365"/>
                    <a:pt x="1302" y="13331"/>
                  </a:cubicBezTo>
                  <a:cubicBezTo>
                    <a:pt x="1285" y="13356"/>
                    <a:pt x="1269" y="13365"/>
                    <a:pt x="1244" y="13373"/>
                  </a:cubicBezTo>
                  <a:cubicBezTo>
                    <a:pt x="1211" y="13389"/>
                    <a:pt x="1177" y="13398"/>
                    <a:pt x="1153" y="13414"/>
                  </a:cubicBezTo>
                  <a:cubicBezTo>
                    <a:pt x="1086" y="13447"/>
                    <a:pt x="1028" y="13481"/>
                    <a:pt x="979" y="13530"/>
                  </a:cubicBezTo>
                  <a:cubicBezTo>
                    <a:pt x="937" y="13563"/>
                    <a:pt x="896" y="13613"/>
                    <a:pt x="846" y="13646"/>
                  </a:cubicBezTo>
                  <a:cubicBezTo>
                    <a:pt x="854" y="13655"/>
                    <a:pt x="871" y="13663"/>
                    <a:pt x="879" y="13671"/>
                  </a:cubicBezTo>
                  <a:cubicBezTo>
                    <a:pt x="887" y="13679"/>
                    <a:pt x="896" y="13688"/>
                    <a:pt x="904" y="13704"/>
                  </a:cubicBezTo>
                  <a:cubicBezTo>
                    <a:pt x="921" y="13729"/>
                    <a:pt x="945" y="13754"/>
                    <a:pt x="970" y="13771"/>
                  </a:cubicBezTo>
                  <a:cubicBezTo>
                    <a:pt x="1020" y="13804"/>
                    <a:pt x="1078" y="13829"/>
                    <a:pt x="1144" y="13845"/>
                  </a:cubicBezTo>
                  <a:cubicBezTo>
                    <a:pt x="1277" y="13878"/>
                    <a:pt x="1418" y="13878"/>
                    <a:pt x="1559" y="13878"/>
                  </a:cubicBezTo>
                  <a:cubicBezTo>
                    <a:pt x="1680" y="13878"/>
                    <a:pt x="1803" y="13872"/>
                    <a:pt x="1926" y="13872"/>
                  </a:cubicBezTo>
                  <a:cubicBezTo>
                    <a:pt x="2079" y="13872"/>
                    <a:pt x="2232" y="13882"/>
                    <a:pt x="2379" y="13928"/>
                  </a:cubicBezTo>
                  <a:cubicBezTo>
                    <a:pt x="2511" y="13969"/>
                    <a:pt x="2627" y="14044"/>
                    <a:pt x="2752" y="14102"/>
                  </a:cubicBezTo>
                  <a:cubicBezTo>
                    <a:pt x="2801" y="14127"/>
                    <a:pt x="2851" y="14152"/>
                    <a:pt x="2901" y="14168"/>
                  </a:cubicBezTo>
                  <a:cubicBezTo>
                    <a:pt x="2975" y="14193"/>
                    <a:pt x="3058" y="14210"/>
                    <a:pt x="3149" y="14210"/>
                  </a:cubicBezTo>
                  <a:cubicBezTo>
                    <a:pt x="3232" y="14210"/>
                    <a:pt x="3323" y="14210"/>
                    <a:pt x="3406" y="14201"/>
                  </a:cubicBezTo>
                  <a:cubicBezTo>
                    <a:pt x="3464" y="14201"/>
                    <a:pt x="3522" y="14193"/>
                    <a:pt x="3589" y="14193"/>
                  </a:cubicBezTo>
                  <a:cubicBezTo>
                    <a:pt x="3738" y="14177"/>
                    <a:pt x="3878" y="14160"/>
                    <a:pt x="4028" y="14143"/>
                  </a:cubicBezTo>
                  <a:cubicBezTo>
                    <a:pt x="4309" y="14119"/>
                    <a:pt x="4591" y="14077"/>
                    <a:pt x="4864" y="14036"/>
                  </a:cubicBezTo>
                  <a:cubicBezTo>
                    <a:pt x="4922" y="14027"/>
                    <a:pt x="4980" y="14019"/>
                    <a:pt x="5038" y="14011"/>
                  </a:cubicBezTo>
                  <a:cubicBezTo>
                    <a:pt x="5072" y="14011"/>
                    <a:pt x="5072" y="14061"/>
                    <a:pt x="5047" y="14069"/>
                  </a:cubicBezTo>
                  <a:cubicBezTo>
                    <a:pt x="4748" y="14152"/>
                    <a:pt x="4442" y="14201"/>
                    <a:pt x="4144" y="14243"/>
                  </a:cubicBezTo>
                  <a:cubicBezTo>
                    <a:pt x="3986" y="14259"/>
                    <a:pt x="3837" y="14276"/>
                    <a:pt x="3680" y="14293"/>
                  </a:cubicBezTo>
                  <a:cubicBezTo>
                    <a:pt x="3531" y="14309"/>
                    <a:pt x="3381" y="14317"/>
                    <a:pt x="3224" y="14326"/>
                  </a:cubicBezTo>
                  <a:cubicBezTo>
                    <a:pt x="3083" y="14326"/>
                    <a:pt x="2934" y="14309"/>
                    <a:pt x="2793" y="14251"/>
                  </a:cubicBezTo>
                  <a:cubicBezTo>
                    <a:pt x="2710" y="14218"/>
                    <a:pt x="2636" y="14177"/>
                    <a:pt x="2553" y="14135"/>
                  </a:cubicBezTo>
                  <a:cubicBezTo>
                    <a:pt x="2511" y="14110"/>
                    <a:pt x="2462" y="14085"/>
                    <a:pt x="2412" y="14069"/>
                  </a:cubicBezTo>
                  <a:cubicBezTo>
                    <a:pt x="2253" y="14004"/>
                    <a:pt x="2085" y="13989"/>
                    <a:pt x="1918" y="13989"/>
                  </a:cubicBezTo>
                  <a:cubicBezTo>
                    <a:pt x="1851" y="13989"/>
                    <a:pt x="1783" y="13992"/>
                    <a:pt x="1716" y="13994"/>
                  </a:cubicBezTo>
                  <a:cubicBezTo>
                    <a:pt x="1716" y="14003"/>
                    <a:pt x="1716" y="14011"/>
                    <a:pt x="1716" y="14027"/>
                  </a:cubicBezTo>
                  <a:cubicBezTo>
                    <a:pt x="1716" y="14036"/>
                    <a:pt x="1716" y="14044"/>
                    <a:pt x="1708" y="14052"/>
                  </a:cubicBezTo>
                  <a:cubicBezTo>
                    <a:pt x="1708" y="14069"/>
                    <a:pt x="1708" y="14085"/>
                    <a:pt x="1699" y="14110"/>
                  </a:cubicBezTo>
                  <a:cubicBezTo>
                    <a:pt x="1683" y="14160"/>
                    <a:pt x="1666" y="14218"/>
                    <a:pt x="1641" y="14268"/>
                  </a:cubicBezTo>
                  <a:cubicBezTo>
                    <a:pt x="1608" y="14375"/>
                    <a:pt x="1600" y="14491"/>
                    <a:pt x="1608" y="14607"/>
                  </a:cubicBezTo>
                  <a:cubicBezTo>
                    <a:pt x="1633" y="14839"/>
                    <a:pt x="1741" y="15047"/>
                    <a:pt x="1849" y="15254"/>
                  </a:cubicBezTo>
                  <a:cubicBezTo>
                    <a:pt x="1907" y="15378"/>
                    <a:pt x="1965" y="15502"/>
                    <a:pt x="2031" y="15618"/>
                  </a:cubicBezTo>
                  <a:cubicBezTo>
                    <a:pt x="2042" y="15646"/>
                    <a:pt x="2023" y="15667"/>
                    <a:pt x="2004" y="15667"/>
                  </a:cubicBezTo>
                  <a:cubicBezTo>
                    <a:pt x="1995" y="15667"/>
                    <a:pt x="1986" y="15662"/>
                    <a:pt x="1981" y="15651"/>
                  </a:cubicBezTo>
                  <a:cubicBezTo>
                    <a:pt x="1757" y="15279"/>
                    <a:pt x="1443" y="14873"/>
                    <a:pt x="1501" y="14409"/>
                  </a:cubicBezTo>
                  <a:lnTo>
                    <a:pt x="1501" y="14409"/>
                  </a:lnTo>
                  <a:cubicBezTo>
                    <a:pt x="1434" y="14467"/>
                    <a:pt x="1351" y="14525"/>
                    <a:pt x="1285" y="14566"/>
                  </a:cubicBezTo>
                  <a:cubicBezTo>
                    <a:pt x="1169" y="14641"/>
                    <a:pt x="1053" y="14723"/>
                    <a:pt x="945" y="14798"/>
                  </a:cubicBezTo>
                  <a:cubicBezTo>
                    <a:pt x="846" y="14864"/>
                    <a:pt x="755" y="14931"/>
                    <a:pt x="689" y="15022"/>
                  </a:cubicBezTo>
                  <a:cubicBezTo>
                    <a:pt x="614" y="15121"/>
                    <a:pt x="573" y="15254"/>
                    <a:pt x="622" y="15378"/>
                  </a:cubicBezTo>
                  <a:cubicBezTo>
                    <a:pt x="637" y="15407"/>
                    <a:pt x="602" y="15448"/>
                    <a:pt x="570" y="15448"/>
                  </a:cubicBezTo>
                  <a:cubicBezTo>
                    <a:pt x="565" y="15448"/>
                    <a:pt x="561" y="15446"/>
                    <a:pt x="556" y="15444"/>
                  </a:cubicBezTo>
                  <a:cubicBezTo>
                    <a:pt x="523" y="15436"/>
                    <a:pt x="498" y="15428"/>
                    <a:pt x="473" y="15411"/>
                  </a:cubicBezTo>
                  <a:cubicBezTo>
                    <a:pt x="390" y="15635"/>
                    <a:pt x="374" y="15875"/>
                    <a:pt x="407" y="16107"/>
                  </a:cubicBezTo>
                  <a:cubicBezTo>
                    <a:pt x="415" y="16104"/>
                    <a:pt x="424" y="16102"/>
                    <a:pt x="434" y="16102"/>
                  </a:cubicBezTo>
                  <a:cubicBezTo>
                    <a:pt x="469" y="16102"/>
                    <a:pt x="505" y="16127"/>
                    <a:pt x="498" y="16173"/>
                  </a:cubicBezTo>
                  <a:cubicBezTo>
                    <a:pt x="481" y="16240"/>
                    <a:pt x="473" y="16298"/>
                    <a:pt x="473" y="16364"/>
                  </a:cubicBezTo>
                  <a:cubicBezTo>
                    <a:pt x="498" y="16414"/>
                    <a:pt x="515" y="16463"/>
                    <a:pt x="539" y="16513"/>
                  </a:cubicBezTo>
                  <a:cubicBezTo>
                    <a:pt x="589" y="16612"/>
                    <a:pt x="655" y="16712"/>
                    <a:pt x="713" y="16803"/>
                  </a:cubicBezTo>
                  <a:cubicBezTo>
                    <a:pt x="738" y="16834"/>
                    <a:pt x="708" y="16865"/>
                    <a:pt x="677" y="16865"/>
                  </a:cubicBezTo>
                  <a:cubicBezTo>
                    <a:pt x="666" y="16865"/>
                    <a:pt x="656" y="16861"/>
                    <a:pt x="647" y="16853"/>
                  </a:cubicBezTo>
                  <a:lnTo>
                    <a:pt x="631" y="16836"/>
                  </a:lnTo>
                  <a:lnTo>
                    <a:pt x="631" y="16836"/>
                  </a:lnTo>
                  <a:cubicBezTo>
                    <a:pt x="689" y="16927"/>
                    <a:pt x="763" y="17018"/>
                    <a:pt x="838" y="17093"/>
                  </a:cubicBezTo>
                  <a:cubicBezTo>
                    <a:pt x="1111" y="17350"/>
                    <a:pt x="1459" y="17507"/>
                    <a:pt x="1782" y="17673"/>
                  </a:cubicBezTo>
                  <a:cubicBezTo>
                    <a:pt x="1948" y="17764"/>
                    <a:pt x="2114" y="17855"/>
                    <a:pt x="2279" y="17938"/>
                  </a:cubicBezTo>
                  <a:cubicBezTo>
                    <a:pt x="2271" y="17922"/>
                    <a:pt x="2271" y="17905"/>
                    <a:pt x="2263" y="17888"/>
                  </a:cubicBezTo>
                  <a:cubicBezTo>
                    <a:pt x="2249" y="17848"/>
                    <a:pt x="2286" y="17818"/>
                    <a:pt x="2323" y="17818"/>
                  </a:cubicBezTo>
                  <a:cubicBezTo>
                    <a:pt x="2330" y="17818"/>
                    <a:pt x="2338" y="17819"/>
                    <a:pt x="2346" y="17822"/>
                  </a:cubicBezTo>
                  <a:cubicBezTo>
                    <a:pt x="3290" y="18294"/>
                    <a:pt x="4326" y="18584"/>
                    <a:pt x="5370" y="18700"/>
                  </a:cubicBezTo>
                  <a:cubicBezTo>
                    <a:pt x="5712" y="18736"/>
                    <a:pt x="6057" y="18753"/>
                    <a:pt x="6402" y="18753"/>
                  </a:cubicBezTo>
                  <a:cubicBezTo>
                    <a:pt x="7110" y="18753"/>
                    <a:pt x="7819" y="18680"/>
                    <a:pt x="8510" y="18535"/>
                  </a:cubicBezTo>
                  <a:cubicBezTo>
                    <a:pt x="8659" y="18510"/>
                    <a:pt x="8800" y="18477"/>
                    <a:pt x="8941" y="18435"/>
                  </a:cubicBezTo>
                  <a:cubicBezTo>
                    <a:pt x="9090" y="18402"/>
                    <a:pt x="9231" y="18361"/>
                    <a:pt x="9372" y="18319"/>
                  </a:cubicBezTo>
                  <a:cubicBezTo>
                    <a:pt x="9645" y="18245"/>
                    <a:pt x="9910" y="18145"/>
                    <a:pt x="10184" y="18062"/>
                  </a:cubicBezTo>
                  <a:cubicBezTo>
                    <a:pt x="10200" y="18054"/>
                    <a:pt x="10217" y="18046"/>
                    <a:pt x="10242" y="18029"/>
                  </a:cubicBezTo>
                  <a:cubicBezTo>
                    <a:pt x="10291" y="17996"/>
                    <a:pt x="10349" y="17963"/>
                    <a:pt x="10407" y="17930"/>
                  </a:cubicBezTo>
                  <a:cubicBezTo>
                    <a:pt x="10515" y="17855"/>
                    <a:pt x="10623" y="17781"/>
                    <a:pt x="10722" y="17690"/>
                  </a:cubicBezTo>
                  <a:cubicBezTo>
                    <a:pt x="10822" y="17598"/>
                    <a:pt x="10913" y="17499"/>
                    <a:pt x="10996" y="17391"/>
                  </a:cubicBezTo>
                  <a:cubicBezTo>
                    <a:pt x="11045" y="17333"/>
                    <a:pt x="11079" y="17275"/>
                    <a:pt x="11070" y="17201"/>
                  </a:cubicBezTo>
                  <a:cubicBezTo>
                    <a:pt x="11062" y="17126"/>
                    <a:pt x="11029" y="17052"/>
                    <a:pt x="11004" y="16977"/>
                  </a:cubicBezTo>
                  <a:cubicBezTo>
                    <a:pt x="10938" y="16803"/>
                    <a:pt x="10880" y="16621"/>
                    <a:pt x="10822" y="16447"/>
                  </a:cubicBezTo>
                  <a:cubicBezTo>
                    <a:pt x="10809" y="16416"/>
                    <a:pt x="10843" y="16385"/>
                    <a:pt x="10871" y="16385"/>
                  </a:cubicBezTo>
                  <a:cubicBezTo>
                    <a:pt x="10881" y="16385"/>
                    <a:pt x="10890" y="16389"/>
                    <a:pt x="10896" y="16397"/>
                  </a:cubicBezTo>
                  <a:cubicBezTo>
                    <a:pt x="10880" y="16314"/>
                    <a:pt x="10855" y="16231"/>
                    <a:pt x="10830" y="16148"/>
                  </a:cubicBezTo>
                  <a:cubicBezTo>
                    <a:pt x="10830" y="16215"/>
                    <a:pt x="10830" y="16281"/>
                    <a:pt x="10822" y="16347"/>
                  </a:cubicBezTo>
                  <a:cubicBezTo>
                    <a:pt x="10813" y="16414"/>
                    <a:pt x="10797" y="16480"/>
                    <a:pt x="10780" y="16546"/>
                  </a:cubicBezTo>
                  <a:cubicBezTo>
                    <a:pt x="10764" y="16604"/>
                    <a:pt x="10747" y="16687"/>
                    <a:pt x="10706" y="16728"/>
                  </a:cubicBezTo>
                  <a:cubicBezTo>
                    <a:pt x="10703" y="16731"/>
                    <a:pt x="10696" y="16733"/>
                    <a:pt x="10689" y="16733"/>
                  </a:cubicBezTo>
                  <a:cubicBezTo>
                    <a:pt x="10678" y="16733"/>
                    <a:pt x="10664" y="16728"/>
                    <a:pt x="10664" y="16712"/>
                  </a:cubicBezTo>
                  <a:cubicBezTo>
                    <a:pt x="10656" y="16662"/>
                    <a:pt x="10673" y="16604"/>
                    <a:pt x="10681" y="16554"/>
                  </a:cubicBezTo>
                  <a:cubicBezTo>
                    <a:pt x="10697" y="16496"/>
                    <a:pt x="10706" y="16438"/>
                    <a:pt x="10714" y="16380"/>
                  </a:cubicBezTo>
                  <a:cubicBezTo>
                    <a:pt x="10722" y="16273"/>
                    <a:pt x="10731" y="16157"/>
                    <a:pt x="10731" y="16041"/>
                  </a:cubicBezTo>
                  <a:cubicBezTo>
                    <a:pt x="10731" y="15809"/>
                    <a:pt x="10697" y="15577"/>
                    <a:pt x="10656" y="15345"/>
                  </a:cubicBezTo>
                  <a:cubicBezTo>
                    <a:pt x="10639" y="15279"/>
                    <a:pt x="10631" y="15221"/>
                    <a:pt x="10615" y="15154"/>
                  </a:cubicBezTo>
                  <a:cubicBezTo>
                    <a:pt x="10606" y="15146"/>
                    <a:pt x="10590" y="15138"/>
                    <a:pt x="10590" y="15113"/>
                  </a:cubicBezTo>
                  <a:cubicBezTo>
                    <a:pt x="10590" y="15080"/>
                    <a:pt x="10590" y="15055"/>
                    <a:pt x="10590" y="15022"/>
                  </a:cubicBezTo>
                  <a:lnTo>
                    <a:pt x="10590" y="15013"/>
                  </a:lnTo>
                  <a:lnTo>
                    <a:pt x="10581" y="15013"/>
                  </a:lnTo>
                  <a:cubicBezTo>
                    <a:pt x="10575" y="15023"/>
                    <a:pt x="10564" y="15027"/>
                    <a:pt x="10553" y="15027"/>
                  </a:cubicBezTo>
                  <a:cubicBezTo>
                    <a:pt x="10535" y="15027"/>
                    <a:pt x="10515" y="15014"/>
                    <a:pt x="10515" y="14989"/>
                  </a:cubicBezTo>
                  <a:cubicBezTo>
                    <a:pt x="10523" y="14922"/>
                    <a:pt x="10565" y="14856"/>
                    <a:pt x="10581" y="14790"/>
                  </a:cubicBezTo>
                  <a:cubicBezTo>
                    <a:pt x="10598" y="14723"/>
                    <a:pt x="10598" y="14665"/>
                    <a:pt x="10581" y="14591"/>
                  </a:cubicBezTo>
                  <a:cubicBezTo>
                    <a:pt x="10557" y="14450"/>
                    <a:pt x="10532" y="14301"/>
                    <a:pt x="10507" y="14152"/>
                  </a:cubicBezTo>
                  <a:cubicBezTo>
                    <a:pt x="10499" y="14127"/>
                    <a:pt x="10515" y="14102"/>
                    <a:pt x="10532" y="14094"/>
                  </a:cubicBezTo>
                  <a:cubicBezTo>
                    <a:pt x="10416" y="13853"/>
                    <a:pt x="10333" y="13588"/>
                    <a:pt x="10300" y="13323"/>
                  </a:cubicBezTo>
                  <a:cubicBezTo>
                    <a:pt x="10291" y="13356"/>
                    <a:pt x="10275" y="13389"/>
                    <a:pt x="10258" y="13423"/>
                  </a:cubicBezTo>
                  <a:cubicBezTo>
                    <a:pt x="10225" y="13505"/>
                    <a:pt x="10175" y="13588"/>
                    <a:pt x="10126" y="13663"/>
                  </a:cubicBezTo>
                  <a:cubicBezTo>
                    <a:pt x="10093" y="13721"/>
                    <a:pt x="10059" y="13779"/>
                    <a:pt x="10010" y="13829"/>
                  </a:cubicBezTo>
                  <a:cubicBezTo>
                    <a:pt x="9960" y="13928"/>
                    <a:pt x="9902" y="14019"/>
                    <a:pt x="9827" y="14119"/>
                  </a:cubicBezTo>
                  <a:cubicBezTo>
                    <a:pt x="9811" y="14143"/>
                    <a:pt x="9794" y="14168"/>
                    <a:pt x="9786" y="14193"/>
                  </a:cubicBezTo>
                  <a:cubicBezTo>
                    <a:pt x="9769" y="14218"/>
                    <a:pt x="9761" y="14259"/>
                    <a:pt x="9728" y="14259"/>
                  </a:cubicBezTo>
                  <a:cubicBezTo>
                    <a:pt x="9724" y="14261"/>
                    <a:pt x="9720" y="14262"/>
                    <a:pt x="9716" y="14262"/>
                  </a:cubicBezTo>
                  <a:cubicBezTo>
                    <a:pt x="9698" y="14262"/>
                    <a:pt x="9685" y="14247"/>
                    <a:pt x="9678" y="14226"/>
                  </a:cubicBezTo>
                  <a:cubicBezTo>
                    <a:pt x="9670" y="14193"/>
                    <a:pt x="9687" y="14160"/>
                    <a:pt x="9703" y="14127"/>
                  </a:cubicBezTo>
                  <a:cubicBezTo>
                    <a:pt x="9736" y="14069"/>
                    <a:pt x="9778" y="14019"/>
                    <a:pt x="9819" y="13969"/>
                  </a:cubicBezTo>
                  <a:cubicBezTo>
                    <a:pt x="9852" y="13920"/>
                    <a:pt x="9885" y="13870"/>
                    <a:pt x="9919" y="13820"/>
                  </a:cubicBezTo>
                  <a:cubicBezTo>
                    <a:pt x="9935" y="13779"/>
                    <a:pt x="9952" y="13746"/>
                    <a:pt x="9977" y="13721"/>
                  </a:cubicBezTo>
                  <a:cubicBezTo>
                    <a:pt x="10043" y="13605"/>
                    <a:pt x="10093" y="13481"/>
                    <a:pt x="10142" y="13356"/>
                  </a:cubicBezTo>
                  <a:cubicBezTo>
                    <a:pt x="10148" y="13344"/>
                    <a:pt x="10159" y="13336"/>
                    <a:pt x="10171" y="13336"/>
                  </a:cubicBezTo>
                  <a:cubicBezTo>
                    <a:pt x="10175" y="13336"/>
                    <a:pt x="10179" y="13337"/>
                    <a:pt x="10184" y="13340"/>
                  </a:cubicBezTo>
                  <a:cubicBezTo>
                    <a:pt x="10258" y="13182"/>
                    <a:pt x="10308" y="13017"/>
                    <a:pt x="10341" y="12843"/>
                  </a:cubicBezTo>
                  <a:cubicBezTo>
                    <a:pt x="10345" y="12818"/>
                    <a:pt x="10362" y="12806"/>
                    <a:pt x="10381" y="12806"/>
                  </a:cubicBezTo>
                  <a:cubicBezTo>
                    <a:pt x="10407" y="12806"/>
                    <a:pt x="10436" y="12826"/>
                    <a:pt x="10441" y="12859"/>
                  </a:cubicBezTo>
                  <a:cubicBezTo>
                    <a:pt x="10441" y="12867"/>
                    <a:pt x="10441" y="12876"/>
                    <a:pt x="10441" y="12884"/>
                  </a:cubicBezTo>
                  <a:cubicBezTo>
                    <a:pt x="10449" y="12843"/>
                    <a:pt x="10457" y="12793"/>
                    <a:pt x="10465" y="12751"/>
                  </a:cubicBezTo>
                  <a:cubicBezTo>
                    <a:pt x="10457" y="12751"/>
                    <a:pt x="10457" y="12743"/>
                    <a:pt x="10457" y="12735"/>
                  </a:cubicBezTo>
                  <a:cubicBezTo>
                    <a:pt x="10457" y="12685"/>
                    <a:pt x="10465" y="12644"/>
                    <a:pt x="10474" y="12602"/>
                  </a:cubicBezTo>
                  <a:cubicBezTo>
                    <a:pt x="10482" y="12561"/>
                    <a:pt x="10490" y="12519"/>
                    <a:pt x="10499" y="12486"/>
                  </a:cubicBezTo>
                  <a:cubicBezTo>
                    <a:pt x="10507" y="12395"/>
                    <a:pt x="10515" y="12312"/>
                    <a:pt x="10515" y="12229"/>
                  </a:cubicBezTo>
                  <a:cubicBezTo>
                    <a:pt x="10515" y="12209"/>
                    <a:pt x="10530" y="12198"/>
                    <a:pt x="10545" y="12198"/>
                  </a:cubicBezTo>
                  <a:cubicBezTo>
                    <a:pt x="10561" y="12198"/>
                    <a:pt x="10577" y="12209"/>
                    <a:pt x="10581" y="12229"/>
                  </a:cubicBezTo>
                  <a:cubicBezTo>
                    <a:pt x="10581" y="12254"/>
                    <a:pt x="10581" y="12279"/>
                    <a:pt x="10581" y="12312"/>
                  </a:cubicBezTo>
                  <a:cubicBezTo>
                    <a:pt x="10581" y="12312"/>
                    <a:pt x="10581" y="12321"/>
                    <a:pt x="10581" y="12321"/>
                  </a:cubicBezTo>
                  <a:cubicBezTo>
                    <a:pt x="10581" y="12395"/>
                    <a:pt x="10581" y="12470"/>
                    <a:pt x="10573" y="12544"/>
                  </a:cubicBezTo>
                  <a:cubicBezTo>
                    <a:pt x="10581" y="12536"/>
                    <a:pt x="10581" y="12528"/>
                    <a:pt x="10590" y="12519"/>
                  </a:cubicBezTo>
                  <a:cubicBezTo>
                    <a:pt x="10598" y="12495"/>
                    <a:pt x="10606" y="12461"/>
                    <a:pt x="10615" y="12437"/>
                  </a:cubicBezTo>
                  <a:cubicBezTo>
                    <a:pt x="10606" y="12428"/>
                    <a:pt x="10606" y="12412"/>
                    <a:pt x="10606" y="12403"/>
                  </a:cubicBezTo>
                  <a:cubicBezTo>
                    <a:pt x="10615" y="12379"/>
                    <a:pt x="10623" y="12354"/>
                    <a:pt x="10631" y="12329"/>
                  </a:cubicBezTo>
                  <a:cubicBezTo>
                    <a:pt x="10631" y="12321"/>
                    <a:pt x="10631" y="12312"/>
                    <a:pt x="10631" y="12304"/>
                  </a:cubicBezTo>
                  <a:cubicBezTo>
                    <a:pt x="10639" y="12238"/>
                    <a:pt x="10639" y="12163"/>
                    <a:pt x="10631" y="12089"/>
                  </a:cubicBezTo>
                  <a:cubicBezTo>
                    <a:pt x="10623" y="12047"/>
                    <a:pt x="10615" y="12014"/>
                    <a:pt x="10606" y="11973"/>
                  </a:cubicBezTo>
                  <a:cubicBezTo>
                    <a:pt x="10598" y="11939"/>
                    <a:pt x="10581" y="11898"/>
                    <a:pt x="10581" y="11865"/>
                  </a:cubicBezTo>
                  <a:cubicBezTo>
                    <a:pt x="10587" y="11847"/>
                    <a:pt x="10598" y="11833"/>
                    <a:pt x="10612" y="11833"/>
                  </a:cubicBezTo>
                  <a:cubicBezTo>
                    <a:pt x="10618" y="11833"/>
                    <a:pt x="10624" y="11835"/>
                    <a:pt x="10631" y="11840"/>
                  </a:cubicBezTo>
                  <a:cubicBezTo>
                    <a:pt x="10673" y="11873"/>
                    <a:pt x="10697" y="11931"/>
                    <a:pt x="10714" y="11989"/>
                  </a:cubicBezTo>
                  <a:cubicBezTo>
                    <a:pt x="10714" y="11981"/>
                    <a:pt x="10714" y="11973"/>
                    <a:pt x="10714" y="11956"/>
                  </a:cubicBezTo>
                  <a:cubicBezTo>
                    <a:pt x="10722" y="11799"/>
                    <a:pt x="10697" y="11641"/>
                    <a:pt x="10664" y="11484"/>
                  </a:cubicBezTo>
                  <a:cubicBezTo>
                    <a:pt x="10573" y="11152"/>
                    <a:pt x="10424" y="10846"/>
                    <a:pt x="10349" y="10506"/>
                  </a:cubicBezTo>
                  <a:cubicBezTo>
                    <a:pt x="10341" y="10465"/>
                    <a:pt x="10333" y="10415"/>
                    <a:pt x="10333" y="10373"/>
                  </a:cubicBezTo>
                  <a:cubicBezTo>
                    <a:pt x="10291" y="10340"/>
                    <a:pt x="10275" y="10291"/>
                    <a:pt x="10267" y="10233"/>
                  </a:cubicBezTo>
                  <a:cubicBezTo>
                    <a:pt x="10258" y="10200"/>
                    <a:pt x="10258" y="10158"/>
                    <a:pt x="10258" y="10117"/>
                  </a:cubicBezTo>
                  <a:cubicBezTo>
                    <a:pt x="10258" y="10026"/>
                    <a:pt x="10267" y="9943"/>
                    <a:pt x="10291" y="9852"/>
                  </a:cubicBezTo>
                  <a:cubicBezTo>
                    <a:pt x="10333" y="9669"/>
                    <a:pt x="10407" y="9495"/>
                    <a:pt x="10449" y="9313"/>
                  </a:cubicBezTo>
                  <a:cubicBezTo>
                    <a:pt x="10490" y="9122"/>
                    <a:pt x="10457" y="8924"/>
                    <a:pt x="10424" y="8733"/>
                  </a:cubicBezTo>
                  <a:cubicBezTo>
                    <a:pt x="10391" y="8534"/>
                    <a:pt x="10358" y="8335"/>
                    <a:pt x="10349" y="8136"/>
                  </a:cubicBezTo>
                  <a:cubicBezTo>
                    <a:pt x="10341" y="8012"/>
                    <a:pt x="10333" y="7896"/>
                    <a:pt x="10333" y="7772"/>
                  </a:cubicBezTo>
                  <a:cubicBezTo>
                    <a:pt x="10333" y="7772"/>
                    <a:pt x="10333" y="7780"/>
                    <a:pt x="10325" y="7780"/>
                  </a:cubicBezTo>
                  <a:cubicBezTo>
                    <a:pt x="10291" y="7888"/>
                    <a:pt x="10242" y="7987"/>
                    <a:pt x="10167" y="8070"/>
                  </a:cubicBezTo>
                  <a:cubicBezTo>
                    <a:pt x="10162" y="8077"/>
                    <a:pt x="10156" y="8080"/>
                    <a:pt x="10149" y="8080"/>
                  </a:cubicBezTo>
                  <a:cubicBezTo>
                    <a:pt x="10132" y="8080"/>
                    <a:pt x="10114" y="8061"/>
                    <a:pt x="10126" y="8037"/>
                  </a:cubicBezTo>
                  <a:cubicBezTo>
                    <a:pt x="10267" y="7822"/>
                    <a:pt x="10316" y="7573"/>
                    <a:pt x="10291" y="7316"/>
                  </a:cubicBezTo>
                  <a:cubicBezTo>
                    <a:pt x="10275" y="7184"/>
                    <a:pt x="10200" y="7051"/>
                    <a:pt x="10225" y="6927"/>
                  </a:cubicBezTo>
                  <a:cubicBezTo>
                    <a:pt x="10250" y="6794"/>
                    <a:pt x="10374" y="6744"/>
                    <a:pt x="10465" y="6678"/>
                  </a:cubicBezTo>
                  <a:cubicBezTo>
                    <a:pt x="10548" y="6620"/>
                    <a:pt x="10648" y="6537"/>
                    <a:pt x="10673" y="6438"/>
                  </a:cubicBezTo>
                  <a:cubicBezTo>
                    <a:pt x="10681" y="6380"/>
                    <a:pt x="10656" y="6322"/>
                    <a:pt x="10631" y="6272"/>
                  </a:cubicBezTo>
                  <a:cubicBezTo>
                    <a:pt x="10598" y="6222"/>
                    <a:pt x="10565" y="6164"/>
                    <a:pt x="10548" y="6098"/>
                  </a:cubicBezTo>
                  <a:cubicBezTo>
                    <a:pt x="10515" y="5966"/>
                    <a:pt x="10548" y="5825"/>
                    <a:pt x="10590" y="5700"/>
                  </a:cubicBezTo>
                  <a:cubicBezTo>
                    <a:pt x="10631" y="5560"/>
                    <a:pt x="10664" y="5419"/>
                    <a:pt x="10706" y="5278"/>
                  </a:cubicBezTo>
                  <a:cubicBezTo>
                    <a:pt x="10838" y="4698"/>
                    <a:pt x="10888" y="4110"/>
                    <a:pt x="10913" y="3530"/>
                  </a:cubicBezTo>
                  <a:cubicBezTo>
                    <a:pt x="10946" y="2933"/>
                    <a:pt x="10954" y="2345"/>
                    <a:pt x="11004" y="1757"/>
                  </a:cubicBezTo>
                  <a:cubicBezTo>
                    <a:pt x="11045" y="1226"/>
                    <a:pt x="11137" y="663"/>
                    <a:pt x="10963" y="149"/>
                  </a:cubicBezTo>
                  <a:cubicBezTo>
                    <a:pt x="10946" y="100"/>
                    <a:pt x="10921" y="50"/>
                    <a:pt x="108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8" name="Google Shape;6058;p18"/>
            <p:cNvSpPr/>
            <p:nvPr/>
          </p:nvSpPr>
          <p:spPr>
            <a:xfrm>
              <a:off x="2477800" y="1675600"/>
              <a:ext cx="42050" cy="15150"/>
            </a:xfrm>
            <a:custGeom>
              <a:rect b="b" l="l" r="r" t="t"/>
              <a:pathLst>
                <a:path extrusionOk="0" h="606" w="1682">
                  <a:moveTo>
                    <a:pt x="68" y="1"/>
                  </a:moveTo>
                  <a:cubicBezTo>
                    <a:pt x="30" y="1"/>
                    <a:pt x="0" y="41"/>
                    <a:pt x="21" y="82"/>
                  </a:cubicBezTo>
                  <a:cubicBezTo>
                    <a:pt x="62" y="190"/>
                    <a:pt x="178" y="223"/>
                    <a:pt x="269" y="248"/>
                  </a:cubicBezTo>
                  <a:cubicBezTo>
                    <a:pt x="402" y="281"/>
                    <a:pt x="534" y="306"/>
                    <a:pt x="667" y="322"/>
                  </a:cubicBezTo>
                  <a:cubicBezTo>
                    <a:pt x="791" y="330"/>
                    <a:pt x="915" y="330"/>
                    <a:pt x="1040" y="330"/>
                  </a:cubicBezTo>
                  <a:cubicBezTo>
                    <a:pt x="1106" y="339"/>
                    <a:pt x="1172" y="339"/>
                    <a:pt x="1239" y="364"/>
                  </a:cubicBezTo>
                  <a:cubicBezTo>
                    <a:pt x="1263" y="388"/>
                    <a:pt x="1288" y="422"/>
                    <a:pt x="1321" y="446"/>
                  </a:cubicBezTo>
                  <a:cubicBezTo>
                    <a:pt x="1404" y="521"/>
                    <a:pt x="1495" y="579"/>
                    <a:pt x="1603" y="604"/>
                  </a:cubicBezTo>
                  <a:cubicBezTo>
                    <a:pt x="1608" y="605"/>
                    <a:pt x="1612" y="606"/>
                    <a:pt x="1617" y="606"/>
                  </a:cubicBezTo>
                  <a:cubicBezTo>
                    <a:pt x="1665" y="606"/>
                    <a:pt x="1681" y="527"/>
                    <a:pt x="1628" y="504"/>
                  </a:cubicBezTo>
                  <a:cubicBezTo>
                    <a:pt x="1562" y="480"/>
                    <a:pt x="1495" y="446"/>
                    <a:pt x="1437" y="397"/>
                  </a:cubicBezTo>
                  <a:lnTo>
                    <a:pt x="1437" y="397"/>
                  </a:lnTo>
                  <a:cubicBezTo>
                    <a:pt x="1440" y="397"/>
                    <a:pt x="1442" y="397"/>
                    <a:pt x="1444" y="397"/>
                  </a:cubicBezTo>
                  <a:cubicBezTo>
                    <a:pt x="1490" y="397"/>
                    <a:pt x="1518" y="321"/>
                    <a:pt x="1471" y="289"/>
                  </a:cubicBezTo>
                  <a:cubicBezTo>
                    <a:pt x="1379" y="231"/>
                    <a:pt x="1280" y="190"/>
                    <a:pt x="1172" y="173"/>
                  </a:cubicBezTo>
                  <a:cubicBezTo>
                    <a:pt x="1139" y="156"/>
                    <a:pt x="1106" y="148"/>
                    <a:pt x="1073" y="148"/>
                  </a:cubicBezTo>
                  <a:cubicBezTo>
                    <a:pt x="1019" y="140"/>
                    <a:pt x="963" y="138"/>
                    <a:pt x="907" y="138"/>
                  </a:cubicBezTo>
                  <a:cubicBezTo>
                    <a:pt x="851" y="138"/>
                    <a:pt x="795" y="140"/>
                    <a:pt x="741" y="140"/>
                  </a:cubicBezTo>
                  <a:cubicBezTo>
                    <a:pt x="518" y="132"/>
                    <a:pt x="294" y="107"/>
                    <a:pt x="95" y="7"/>
                  </a:cubicBezTo>
                  <a:cubicBezTo>
                    <a:pt x="86" y="3"/>
                    <a:pt x="77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9" name="Google Shape;6059;p18"/>
            <p:cNvSpPr/>
            <p:nvPr/>
          </p:nvSpPr>
          <p:spPr>
            <a:xfrm>
              <a:off x="2526575" y="1619425"/>
              <a:ext cx="9125" cy="9775"/>
            </a:xfrm>
            <a:custGeom>
              <a:rect b="b" l="l" r="r" t="t"/>
              <a:pathLst>
                <a:path extrusionOk="0" h="391" w="365">
                  <a:moveTo>
                    <a:pt x="365" y="1"/>
                  </a:moveTo>
                  <a:lnTo>
                    <a:pt x="365" y="1"/>
                  </a:lnTo>
                  <a:cubicBezTo>
                    <a:pt x="315" y="34"/>
                    <a:pt x="265" y="67"/>
                    <a:pt x="224" y="108"/>
                  </a:cubicBezTo>
                  <a:cubicBezTo>
                    <a:pt x="133" y="191"/>
                    <a:pt x="66" y="282"/>
                    <a:pt x="0" y="390"/>
                  </a:cubicBezTo>
                  <a:cubicBezTo>
                    <a:pt x="33" y="357"/>
                    <a:pt x="58" y="332"/>
                    <a:pt x="83" y="299"/>
                  </a:cubicBezTo>
                  <a:cubicBezTo>
                    <a:pt x="174" y="208"/>
                    <a:pt x="282" y="108"/>
                    <a:pt x="3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0" name="Google Shape;6060;p18"/>
            <p:cNvSpPr/>
            <p:nvPr/>
          </p:nvSpPr>
          <p:spPr>
            <a:xfrm>
              <a:off x="2485150" y="1744550"/>
              <a:ext cx="114150" cy="27150"/>
            </a:xfrm>
            <a:custGeom>
              <a:rect b="b" l="l" r="r" t="t"/>
              <a:pathLst>
                <a:path extrusionOk="0" h="1086" w="4566">
                  <a:moveTo>
                    <a:pt x="180" y="599"/>
                  </a:moveTo>
                  <a:lnTo>
                    <a:pt x="180" y="599"/>
                  </a:lnTo>
                  <a:cubicBezTo>
                    <a:pt x="219" y="615"/>
                    <a:pt x="259" y="630"/>
                    <a:pt x="298" y="638"/>
                  </a:cubicBezTo>
                  <a:cubicBezTo>
                    <a:pt x="257" y="638"/>
                    <a:pt x="199" y="638"/>
                    <a:pt x="182" y="613"/>
                  </a:cubicBezTo>
                  <a:cubicBezTo>
                    <a:pt x="182" y="608"/>
                    <a:pt x="182" y="602"/>
                    <a:pt x="180" y="599"/>
                  </a:cubicBezTo>
                  <a:close/>
                  <a:moveTo>
                    <a:pt x="1566" y="0"/>
                  </a:moveTo>
                  <a:cubicBezTo>
                    <a:pt x="1467" y="0"/>
                    <a:pt x="1359" y="17"/>
                    <a:pt x="1259" y="50"/>
                  </a:cubicBezTo>
                  <a:cubicBezTo>
                    <a:pt x="1077" y="96"/>
                    <a:pt x="894" y="176"/>
                    <a:pt x="699" y="176"/>
                  </a:cubicBezTo>
                  <a:cubicBezTo>
                    <a:pt x="681" y="176"/>
                    <a:pt x="664" y="175"/>
                    <a:pt x="646" y="174"/>
                  </a:cubicBezTo>
                  <a:cubicBezTo>
                    <a:pt x="580" y="174"/>
                    <a:pt x="514" y="158"/>
                    <a:pt x="456" y="133"/>
                  </a:cubicBezTo>
                  <a:cubicBezTo>
                    <a:pt x="439" y="149"/>
                    <a:pt x="414" y="158"/>
                    <a:pt x="398" y="166"/>
                  </a:cubicBezTo>
                  <a:cubicBezTo>
                    <a:pt x="365" y="182"/>
                    <a:pt x="331" y="191"/>
                    <a:pt x="298" y="207"/>
                  </a:cubicBezTo>
                  <a:cubicBezTo>
                    <a:pt x="240" y="240"/>
                    <a:pt x="182" y="282"/>
                    <a:pt x="133" y="323"/>
                  </a:cubicBezTo>
                  <a:cubicBezTo>
                    <a:pt x="91" y="356"/>
                    <a:pt x="50" y="406"/>
                    <a:pt x="0" y="439"/>
                  </a:cubicBezTo>
                  <a:lnTo>
                    <a:pt x="8" y="439"/>
                  </a:lnTo>
                  <a:cubicBezTo>
                    <a:pt x="17" y="448"/>
                    <a:pt x="25" y="456"/>
                    <a:pt x="33" y="464"/>
                  </a:cubicBezTo>
                  <a:cubicBezTo>
                    <a:pt x="41" y="472"/>
                    <a:pt x="50" y="489"/>
                    <a:pt x="58" y="497"/>
                  </a:cubicBezTo>
                  <a:cubicBezTo>
                    <a:pt x="83" y="522"/>
                    <a:pt x="99" y="547"/>
                    <a:pt x="124" y="564"/>
                  </a:cubicBezTo>
                  <a:cubicBezTo>
                    <a:pt x="133" y="572"/>
                    <a:pt x="133" y="572"/>
                    <a:pt x="141" y="572"/>
                  </a:cubicBezTo>
                  <a:cubicBezTo>
                    <a:pt x="108" y="572"/>
                    <a:pt x="66" y="597"/>
                    <a:pt x="83" y="638"/>
                  </a:cubicBezTo>
                  <a:cubicBezTo>
                    <a:pt x="99" y="721"/>
                    <a:pt x="174" y="746"/>
                    <a:pt x="240" y="754"/>
                  </a:cubicBezTo>
                  <a:cubicBezTo>
                    <a:pt x="323" y="754"/>
                    <a:pt x="414" y="754"/>
                    <a:pt x="497" y="746"/>
                  </a:cubicBezTo>
                  <a:cubicBezTo>
                    <a:pt x="671" y="746"/>
                    <a:pt x="845" y="729"/>
                    <a:pt x="1019" y="721"/>
                  </a:cubicBezTo>
                  <a:cubicBezTo>
                    <a:pt x="1052" y="721"/>
                    <a:pt x="1077" y="729"/>
                    <a:pt x="1110" y="729"/>
                  </a:cubicBezTo>
                  <a:cubicBezTo>
                    <a:pt x="1251" y="754"/>
                    <a:pt x="1400" y="787"/>
                    <a:pt x="1533" y="829"/>
                  </a:cubicBezTo>
                  <a:cubicBezTo>
                    <a:pt x="1674" y="870"/>
                    <a:pt x="1806" y="928"/>
                    <a:pt x="1947" y="986"/>
                  </a:cubicBezTo>
                  <a:cubicBezTo>
                    <a:pt x="2080" y="1044"/>
                    <a:pt x="2221" y="1086"/>
                    <a:pt x="2370" y="1086"/>
                  </a:cubicBezTo>
                  <a:cubicBezTo>
                    <a:pt x="2444" y="1086"/>
                    <a:pt x="2519" y="1077"/>
                    <a:pt x="2593" y="1061"/>
                  </a:cubicBezTo>
                  <a:cubicBezTo>
                    <a:pt x="2635" y="1061"/>
                    <a:pt x="2676" y="1052"/>
                    <a:pt x="2718" y="1044"/>
                  </a:cubicBezTo>
                  <a:cubicBezTo>
                    <a:pt x="2751" y="1036"/>
                    <a:pt x="2784" y="1028"/>
                    <a:pt x="2817" y="1019"/>
                  </a:cubicBezTo>
                  <a:cubicBezTo>
                    <a:pt x="2825" y="1019"/>
                    <a:pt x="2834" y="1011"/>
                    <a:pt x="2834" y="1003"/>
                  </a:cubicBezTo>
                  <a:cubicBezTo>
                    <a:pt x="3157" y="1003"/>
                    <a:pt x="3480" y="978"/>
                    <a:pt x="3803" y="903"/>
                  </a:cubicBezTo>
                  <a:cubicBezTo>
                    <a:pt x="3878" y="878"/>
                    <a:pt x="3952" y="862"/>
                    <a:pt x="4027" y="829"/>
                  </a:cubicBezTo>
                  <a:cubicBezTo>
                    <a:pt x="4110" y="796"/>
                    <a:pt x="4201" y="754"/>
                    <a:pt x="4275" y="696"/>
                  </a:cubicBezTo>
                  <a:cubicBezTo>
                    <a:pt x="4350" y="646"/>
                    <a:pt x="4408" y="580"/>
                    <a:pt x="4458" y="506"/>
                  </a:cubicBezTo>
                  <a:cubicBezTo>
                    <a:pt x="4499" y="439"/>
                    <a:pt x="4532" y="365"/>
                    <a:pt x="4565" y="298"/>
                  </a:cubicBezTo>
                  <a:lnTo>
                    <a:pt x="4565" y="298"/>
                  </a:lnTo>
                  <a:cubicBezTo>
                    <a:pt x="4549" y="307"/>
                    <a:pt x="4532" y="315"/>
                    <a:pt x="4507" y="323"/>
                  </a:cubicBezTo>
                  <a:cubicBezTo>
                    <a:pt x="4292" y="423"/>
                    <a:pt x="4076" y="497"/>
                    <a:pt x="3844" y="530"/>
                  </a:cubicBezTo>
                  <a:cubicBezTo>
                    <a:pt x="3733" y="547"/>
                    <a:pt x="3621" y="555"/>
                    <a:pt x="3509" y="555"/>
                  </a:cubicBezTo>
                  <a:cubicBezTo>
                    <a:pt x="3397" y="555"/>
                    <a:pt x="3285" y="547"/>
                    <a:pt x="3173" y="530"/>
                  </a:cubicBezTo>
                  <a:cubicBezTo>
                    <a:pt x="2950" y="506"/>
                    <a:pt x="2726" y="448"/>
                    <a:pt x="2519" y="373"/>
                  </a:cubicBezTo>
                  <a:cubicBezTo>
                    <a:pt x="2411" y="340"/>
                    <a:pt x="2303" y="290"/>
                    <a:pt x="2196" y="249"/>
                  </a:cubicBezTo>
                  <a:cubicBezTo>
                    <a:pt x="2096" y="199"/>
                    <a:pt x="1997" y="141"/>
                    <a:pt x="1889" y="91"/>
                  </a:cubicBezTo>
                  <a:cubicBezTo>
                    <a:pt x="1790" y="50"/>
                    <a:pt x="1682" y="8"/>
                    <a:pt x="15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1" name="Google Shape;6061;p18"/>
            <p:cNvSpPr/>
            <p:nvPr/>
          </p:nvSpPr>
          <p:spPr>
            <a:xfrm>
              <a:off x="2481625" y="1609650"/>
              <a:ext cx="159300" cy="145850"/>
            </a:xfrm>
            <a:custGeom>
              <a:rect b="b" l="l" r="r" t="t"/>
              <a:pathLst>
                <a:path extrusionOk="0" h="5834" w="6372">
                  <a:moveTo>
                    <a:pt x="3023" y="1"/>
                  </a:moveTo>
                  <a:cubicBezTo>
                    <a:pt x="3021" y="1"/>
                    <a:pt x="3018" y="1"/>
                    <a:pt x="3016" y="2"/>
                  </a:cubicBezTo>
                  <a:cubicBezTo>
                    <a:pt x="3000" y="11"/>
                    <a:pt x="2983" y="19"/>
                    <a:pt x="2966" y="27"/>
                  </a:cubicBezTo>
                  <a:lnTo>
                    <a:pt x="2850" y="27"/>
                  </a:lnTo>
                  <a:cubicBezTo>
                    <a:pt x="2660" y="44"/>
                    <a:pt x="2478" y="118"/>
                    <a:pt x="2328" y="234"/>
                  </a:cubicBezTo>
                  <a:cubicBezTo>
                    <a:pt x="2304" y="251"/>
                    <a:pt x="2304" y="276"/>
                    <a:pt x="2320" y="301"/>
                  </a:cubicBezTo>
                  <a:cubicBezTo>
                    <a:pt x="2304" y="301"/>
                    <a:pt x="2287" y="309"/>
                    <a:pt x="2279" y="317"/>
                  </a:cubicBezTo>
                  <a:cubicBezTo>
                    <a:pt x="2212" y="441"/>
                    <a:pt x="2113" y="549"/>
                    <a:pt x="2022" y="665"/>
                  </a:cubicBezTo>
                  <a:cubicBezTo>
                    <a:pt x="1898" y="814"/>
                    <a:pt x="1765" y="963"/>
                    <a:pt x="1641" y="1113"/>
                  </a:cubicBezTo>
                  <a:cubicBezTo>
                    <a:pt x="1525" y="1245"/>
                    <a:pt x="1400" y="1378"/>
                    <a:pt x="1251" y="1461"/>
                  </a:cubicBezTo>
                  <a:cubicBezTo>
                    <a:pt x="1102" y="1543"/>
                    <a:pt x="928" y="1577"/>
                    <a:pt x="771" y="1659"/>
                  </a:cubicBezTo>
                  <a:cubicBezTo>
                    <a:pt x="522" y="1800"/>
                    <a:pt x="365" y="2057"/>
                    <a:pt x="199" y="2289"/>
                  </a:cubicBezTo>
                  <a:cubicBezTo>
                    <a:pt x="133" y="2372"/>
                    <a:pt x="75" y="2455"/>
                    <a:pt x="0" y="2529"/>
                  </a:cubicBezTo>
                  <a:cubicBezTo>
                    <a:pt x="25" y="2529"/>
                    <a:pt x="50" y="2546"/>
                    <a:pt x="66" y="2571"/>
                  </a:cubicBezTo>
                  <a:cubicBezTo>
                    <a:pt x="83" y="2596"/>
                    <a:pt x="91" y="2620"/>
                    <a:pt x="66" y="2645"/>
                  </a:cubicBezTo>
                  <a:cubicBezTo>
                    <a:pt x="58" y="2654"/>
                    <a:pt x="50" y="2662"/>
                    <a:pt x="33" y="2662"/>
                  </a:cubicBezTo>
                  <a:cubicBezTo>
                    <a:pt x="83" y="2718"/>
                    <a:pt x="175" y="2732"/>
                    <a:pt x="252" y="2732"/>
                  </a:cubicBezTo>
                  <a:cubicBezTo>
                    <a:pt x="278" y="2732"/>
                    <a:pt x="303" y="2730"/>
                    <a:pt x="323" y="2728"/>
                  </a:cubicBezTo>
                  <a:cubicBezTo>
                    <a:pt x="481" y="2728"/>
                    <a:pt x="630" y="2712"/>
                    <a:pt x="787" y="2703"/>
                  </a:cubicBezTo>
                  <a:cubicBezTo>
                    <a:pt x="928" y="2703"/>
                    <a:pt x="1094" y="2703"/>
                    <a:pt x="1226" y="2761"/>
                  </a:cubicBezTo>
                  <a:cubicBezTo>
                    <a:pt x="1293" y="2786"/>
                    <a:pt x="1326" y="2844"/>
                    <a:pt x="1351" y="2910"/>
                  </a:cubicBezTo>
                  <a:cubicBezTo>
                    <a:pt x="1367" y="2968"/>
                    <a:pt x="1392" y="3010"/>
                    <a:pt x="1442" y="3035"/>
                  </a:cubicBezTo>
                  <a:cubicBezTo>
                    <a:pt x="1483" y="3060"/>
                    <a:pt x="1525" y="3071"/>
                    <a:pt x="1567" y="3071"/>
                  </a:cubicBezTo>
                  <a:cubicBezTo>
                    <a:pt x="1662" y="3071"/>
                    <a:pt x="1757" y="3018"/>
                    <a:pt x="1831" y="2960"/>
                  </a:cubicBezTo>
                  <a:cubicBezTo>
                    <a:pt x="1843" y="2949"/>
                    <a:pt x="1860" y="2942"/>
                    <a:pt x="1876" y="2942"/>
                  </a:cubicBezTo>
                  <a:cubicBezTo>
                    <a:pt x="1895" y="2942"/>
                    <a:pt x="1914" y="2951"/>
                    <a:pt x="1922" y="2968"/>
                  </a:cubicBezTo>
                  <a:cubicBezTo>
                    <a:pt x="2005" y="3151"/>
                    <a:pt x="2022" y="3366"/>
                    <a:pt x="1964" y="3557"/>
                  </a:cubicBezTo>
                  <a:cubicBezTo>
                    <a:pt x="1939" y="3648"/>
                    <a:pt x="1898" y="3739"/>
                    <a:pt x="1840" y="3805"/>
                  </a:cubicBezTo>
                  <a:cubicBezTo>
                    <a:pt x="1773" y="3888"/>
                    <a:pt x="1682" y="3921"/>
                    <a:pt x="1583" y="3938"/>
                  </a:cubicBezTo>
                  <a:cubicBezTo>
                    <a:pt x="1483" y="3946"/>
                    <a:pt x="1376" y="3954"/>
                    <a:pt x="1268" y="3954"/>
                  </a:cubicBezTo>
                  <a:cubicBezTo>
                    <a:pt x="1152" y="3963"/>
                    <a:pt x="1036" y="3971"/>
                    <a:pt x="920" y="3979"/>
                  </a:cubicBezTo>
                  <a:cubicBezTo>
                    <a:pt x="862" y="3988"/>
                    <a:pt x="804" y="3988"/>
                    <a:pt x="746" y="3988"/>
                  </a:cubicBezTo>
                  <a:lnTo>
                    <a:pt x="746" y="3996"/>
                  </a:lnTo>
                  <a:cubicBezTo>
                    <a:pt x="704" y="4087"/>
                    <a:pt x="663" y="4170"/>
                    <a:pt x="613" y="4253"/>
                  </a:cubicBezTo>
                  <a:cubicBezTo>
                    <a:pt x="588" y="4311"/>
                    <a:pt x="564" y="4369"/>
                    <a:pt x="547" y="4427"/>
                  </a:cubicBezTo>
                  <a:cubicBezTo>
                    <a:pt x="539" y="4468"/>
                    <a:pt x="522" y="4518"/>
                    <a:pt x="506" y="4559"/>
                  </a:cubicBezTo>
                  <a:cubicBezTo>
                    <a:pt x="506" y="4568"/>
                    <a:pt x="489" y="4576"/>
                    <a:pt x="481" y="4584"/>
                  </a:cubicBezTo>
                  <a:cubicBezTo>
                    <a:pt x="481" y="4584"/>
                    <a:pt x="489" y="4584"/>
                    <a:pt x="489" y="4592"/>
                  </a:cubicBezTo>
                  <a:cubicBezTo>
                    <a:pt x="506" y="4617"/>
                    <a:pt x="530" y="4642"/>
                    <a:pt x="555" y="4667"/>
                  </a:cubicBezTo>
                  <a:cubicBezTo>
                    <a:pt x="572" y="4692"/>
                    <a:pt x="597" y="4725"/>
                    <a:pt x="613" y="4750"/>
                  </a:cubicBezTo>
                  <a:cubicBezTo>
                    <a:pt x="622" y="4766"/>
                    <a:pt x="622" y="4783"/>
                    <a:pt x="613" y="4791"/>
                  </a:cubicBezTo>
                  <a:cubicBezTo>
                    <a:pt x="605" y="4795"/>
                    <a:pt x="597" y="4798"/>
                    <a:pt x="589" y="4798"/>
                  </a:cubicBezTo>
                  <a:cubicBezTo>
                    <a:pt x="582" y="4798"/>
                    <a:pt x="576" y="4795"/>
                    <a:pt x="572" y="4791"/>
                  </a:cubicBezTo>
                  <a:cubicBezTo>
                    <a:pt x="547" y="4758"/>
                    <a:pt x="530" y="4733"/>
                    <a:pt x="506" y="4700"/>
                  </a:cubicBezTo>
                  <a:cubicBezTo>
                    <a:pt x="489" y="4675"/>
                    <a:pt x="464" y="4650"/>
                    <a:pt x="448" y="4626"/>
                  </a:cubicBezTo>
                  <a:cubicBezTo>
                    <a:pt x="439" y="4617"/>
                    <a:pt x="448" y="4601"/>
                    <a:pt x="448" y="4592"/>
                  </a:cubicBezTo>
                  <a:lnTo>
                    <a:pt x="439" y="4592"/>
                  </a:lnTo>
                  <a:cubicBezTo>
                    <a:pt x="431" y="4659"/>
                    <a:pt x="414" y="4725"/>
                    <a:pt x="390" y="4783"/>
                  </a:cubicBezTo>
                  <a:cubicBezTo>
                    <a:pt x="406" y="4841"/>
                    <a:pt x="414" y="4899"/>
                    <a:pt x="431" y="4957"/>
                  </a:cubicBezTo>
                  <a:cubicBezTo>
                    <a:pt x="439" y="5023"/>
                    <a:pt x="448" y="5081"/>
                    <a:pt x="464" y="5148"/>
                  </a:cubicBezTo>
                  <a:cubicBezTo>
                    <a:pt x="472" y="5197"/>
                    <a:pt x="481" y="5247"/>
                    <a:pt x="506" y="5288"/>
                  </a:cubicBezTo>
                  <a:cubicBezTo>
                    <a:pt x="547" y="5380"/>
                    <a:pt x="638" y="5429"/>
                    <a:pt x="729" y="5446"/>
                  </a:cubicBezTo>
                  <a:cubicBezTo>
                    <a:pt x="767" y="5454"/>
                    <a:pt x="804" y="5457"/>
                    <a:pt x="842" y="5457"/>
                  </a:cubicBezTo>
                  <a:cubicBezTo>
                    <a:pt x="1005" y="5457"/>
                    <a:pt x="1170" y="5394"/>
                    <a:pt x="1318" y="5346"/>
                  </a:cubicBezTo>
                  <a:cubicBezTo>
                    <a:pt x="1417" y="5313"/>
                    <a:pt x="1516" y="5288"/>
                    <a:pt x="1616" y="5280"/>
                  </a:cubicBezTo>
                  <a:cubicBezTo>
                    <a:pt x="1635" y="5279"/>
                    <a:pt x="1654" y="5278"/>
                    <a:pt x="1673" y="5278"/>
                  </a:cubicBezTo>
                  <a:cubicBezTo>
                    <a:pt x="1767" y="5278"/>
                    <a:pt x="1856" y="5295"/>
                    <a:pt x="1939" y="5330"/>
                  </a:cubicBezTo>
                  <a:cubicBezTo>
                    <a:pt x="2047" y="5363"/>
                    <a:pt x="2146" y="5413"/>
                    <a:pt x="2246" y="5462"/>
                  </a:cubicBezTo>
                  <a:cubicBezTo>
                    <a:pt x="2345" y="5512"/>
                    <a:pt x="2444" y="5562"/>
                    <a:pt x="2552" y="5603"/>
                  </a:cubicBezTo>
                  <a:cubicBezTo>
                    <a:pt x="2751" y="5686"/>
                    <a:pt x="2966" y="5752"/>
                    <a:pt x="3182" y="5786"/>
                  </a:cubicBezTo>
                  <a:cubicBezTo>
                    <a:pt x="3342" y="5816"/>
                    <a:pt x="3501" y="5833"/>
                    <a:pt x="3661" y="5833"/>
                  </a:cubicBezTo>
                  <a:cubicBezTo>
                    <a:pt x="3717" y="5833"/>
                    <a:pt x="3772" y="5831"/>
                    <a:pt x="3828" y="5827"/>
                  </a:cubicBezTo>
                  <a:cubicBezTo>
                    <a:pt x="4052" y="5810"/>
                    <a:pt x="4267" y="5752"/>
                    <a:pt x="4474" y="5670"/>
                  </a:cubicBezTo>
                  <a:cubicBezTo>
                    <a:pt x="4698" y="5578"/>
                    <a:pt x="4905" y="5471"/>
                    <a:pt x="5121" y="5371"/>
                  </a:cubicBezTo>
                  <a:lnTo>
                    <a:pt x="5792" y="5048"/>
                  </a:lnTo>
                  <a:lnTo>
                    <a:pt x="5883" y="5007"/>
                  </a:lnTo>
                  <a:cubicBezTo>
                    <a:pt x="5850" y="4982"/>
                    <a:pt x="5841" y="4924"/>
                    <a:pt x="5891" y="4916"/>
                  </a:cubicBezTo>
                  <a:cubicBezTo>
                    <a:pt x="5901" y="4914"/>
                    <a:pt x="5911" y="4913"/>
                    <a:pt x="5920" y="4913"/>
                  </a:cubicBezTo>
                  <a:cubicBezTo>
                    <a:pt x="5952" y="4913"/>
                    <a:pt x="5982" y="4923"/>
                    <a:pt x="6007" y="4949"/>
                  </a:cubicBezTo>
                  <a:cubicBezTo>
                    <a:pt x="6024" y="4932"/>
                    <a:pt x="6040" y="4916"/>
                    <a:pt x="6049" y="4899"/>
                  </a:cubicBezTo>
                  <a:cubicBezTo>
                    <a:pt x="6115" y="4833"/>
                    <a:pt x="6173" y="4766"/>
                    <a:pt x="6223" y="4684"/>
                  </a:cubicBezTo>
                  <a:cubicBezTo>
                    <a:pt x="6272" y="4609"/>
                    <a:pt x="6322" y="4526"/>
                    <a:pt x="6347" y="4443"/>
                  </a:cubicBezTo>
                  <a:cubicBezTo>
                    <a:pt x="6372" y="4360"/>
                    <a:pt x="6372" y="4261"/>
                    <a:pt x="6322" y="4186"/>
                  </a:cubicBezTo>
                  <a:cubicBezTo>
                    <a:pt x="6272" y="4104"/>
                    <a:pt x="6181" y="4070"/>
                    <a:pt x="6098" y="4054"/>
                  </a:cubicBezTo>
                  <a:cubicBezTo>
                    <a:pt x="5964" y="4039"/>
                    <a:pt x="5833" y="4036"/>
                    <a:pt x="5701" y="4036"/>
                  </a:cubicBezTo>
                  <a:cubicBezTo>
                    <a:pt x="5613" y="4036"/>
                    <a:pt x="5525" y="4037"/>
                    <a:pt x="5435" y="4037"/>
                  </a:cubicBezTo>
                  <a:cubicBezTo>
                    <a:pt x="5220" y="4037"/>
                    <a:pt x="4996" y="4037"/>
                    <a:pt x="4789" y="3988"/>
                  </a:cubicBezTo>
                  <a:cubicBezTo>
                    <a:pt x="4632" y="3946"/>
                    <a:pt x="4474" y="3872"/>
                    <a:pt x="4342" y="3764"/>
                  </a:cubicBezTo>
                  <a:cubicBezTo>
                    <a:pt x="4226" y="3664"/>
                    <a:pt x="4118" y="3532"/>
                    <a:pt x="4077" y="3366"/>
                  </a:cubicBezTo>
                  <a:cubicBezTo>
                    <a:pt x="4052" y="3292"/>
                    <a:pt x="4052" y="3209"/>
                    <a:pt x="4060" y="3126"/>
                  </a:cubicBezTo>
                  <a:cubicBezTo>
                    <a:pt x="4077" y="3035"/>
                    <a:pt x="4093" y="2935"/>
                    <a:pt x="4077" y="2844"/>
                  </a:cubicBezTo>
                  <a:cubicBezTo>
                    <a:pt x="4035" y="2654"/>
                    <a:pt x="3836" y="2604"/>
                    <a:pt x="3679" y="2562"/>
                  </a:cubicBezTo>
                  <a:cubicBezTo>
                    <a:pt x="3530" y="2529"/>
                    <a:pt x="3381" y="2505"/>
                    <a:pt x="3231" y="2455"/>
                  </a:cubicBezTo>
                  <a:cubicBezTo>
                    <a:pt x="3099" y="2413"/>
                    <a:pt x="2983" y="2331"/>
                    <a:pt x="2925" y="2198"/>
                  </a:cubicBezTo>
                  <a:cubicBezTo>
                    <a:pt x="2850" y="1999"/>
                    <a:pt x="2933" y="1784"/>
                    <a:pt x="3000" y="1593"/>
                  </a:cubicBezTo>
                  <a:cubicBezTo>
                    <a:pt x="3074" y="1386"/>
                    <a:pt x="3132" y="1179"/>
                    <a:pt x="3182" y="955"/>
                  </a:cubicBezTo>
                  <a:cubicBezTo>
                    <a:pt x="3223" y="740"/>
                    <a:pt x="3248" y="516"/>
                    <a:pt x="3240" y="292"/>
                  </a:cubicBezTo>
                  <a:cubicBezTo>
                    <a:pt x="3240" y="201"/>
                    <a:pt x="3215" y="102"/>
                    <a:pt x="3124" y="60"/>
                  </a:cubicBezTo>
                  <a:cubicBezTo>
                    <a:pt x="3099" y="44"/>
                    <a:pt x="3066" y="35"/>
                    <a:pt x="3041" y="35"/>
                  </a:cubicBezTo>
                  <a:cubicBezTo>
                    <a:pt x="3048" y="21"/>
                    <a:pt x="3037" y="1"/>
                    <a:pt x="30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2" name="Google Shape;6062;p18"/>
            <p:cNvSpPr/>
            <p:nvPr/>
          </p:nvSpPr>
          <p:spPr>
            <a:xfrm>
              <a:off x="2584575" y="1594375"/>
              <a:ext cx="60075" cy="53525"/>
            </a:xfrm>
            <a:custGeom>
              <a:rect b="b" l="l" r="r" t="t"/>
              <a:pathLst>
                <a:path extrusionOk="0" h="2141" w="2403">
                  <a:moveTo>
                    <a:pt x="1102" y="0"/>
                  </a:moveTo>
                  <a:cubicBezTo>
                    <a:pt x="1069" y="0"/>
                    <a:pt x="1069" y="58"/>
                    <a:pt x="1102" y="58"/>
                  </a:cubicBezTo>
                  <a:cubicBezTo>
                    <a:pt x="1177" y="66"/>
                    <a:pt x="1259" y="75"/>
                    <a:pt x="1334" y="100"/>
                  </a:cubicBezTo>
                  <a:lnTo>
                    <a:pt x="1160" y="100"/>
                  </a:lnTo>
                  <a:cubicBezTo>
                    <a:pt x="978" y="116"/>
                    <a:pt x="804" y="166"/>
                    <a:pt x="630" y="232"/>
                  </a:cubicBezTo>
                  <a:cubicBezTo>
                    <a:pt x="414" y="274"/>
                    <a:pt x="191" y="398"/>
                    <a:pt x="91" y="613"/>
                  </a:cubicBezTo>
                  <a:lnTo>
                    <a:pt x="91" y="622"/>
                  </a:lnTo>
                  <a:cubicBezTo>
                    <a:pt x="33" y="729"/>
                    <a:pt x="8" y="854"/>
                    <a:pt x="33" y="978"/>
                  </a:cubicBezTo>
                  <a:cubicBezTo>
                    <a:pt x="0" y="1168"/>
                    <a:pt x="17" y="1367"/>
                    <a:pt x="33" y="1566"/>
                  </a:cubicBezTo>
                  <a:cubicBezTo>
                    <a:pt x="40" y="1601"/>
                    <a:pt x="64" y="1618"/>
                    <a:pt x="91" y="1618"/>
                  </a:cubicBezTo>
                  <a:cubicBezTo>
                    <a:pt x="97" y="1618"/>
                    <a:pt x="102" y="1617"/>
                    <a:pt x="108" y="1616"/>
                  </a:cubicBezTo>
                  <a:cubicBezTo>
                    <a:pt x="133" y="1690"/>
                    <a:pt x="174" y="1748"/>
                    <a:pt x="232" y="1790"/>
                  </a:cubicBezTo>
                  <a:cubicBezTo>
                    <a:pt x="323" y="1840"/>
                    <a:pt x="423" y="1840"/>
                    <a:pt x="522" y="1840"/>
                  </a:cubicBezTo>
                  <a:cubicBezTo>
                    <a:pt x="555" y="1840"/>
                    <a:pt x="588" y="1840"/>
                    <a:pt x="621" y="1848"/>
                  </a:cubicBezTo>
                  <a:lnTo>
                    <a:pt x="630" y="1856"/>
                  </a:lnTo>
                  <a:lnTo>
                    <a:pt x="638" y="1856"/>
                  </a:lnTo>
                  <a:cubicBezTo>
                    <a:pt x="638" y="1873"/>
                    <a:pt x="646" y="1873"/>
                    <a:pt x="655" y="1873"/>
                  </a:cubicBezTo>
                  <a:cubicBezTo>
                    <a:pt x="663" y="1889"/>
                    <a:pt x="679" y="1898"/>
                    <a:pt x="688" y="1906"/>
                  </a:cubicBezTo>
                  <a:cubicBezTo>
                    <a:pt x="698" y="1919"/>
                    <a:pt x="711" y="1925"/>
                    <a:pt x="724" y="1925"/>
                  </a:cubicBezTo>
                  <a:cubicBezTo>
                    <a:pt x="752" y="1925"/>
                    <a:pt x="779" y="1898"/>
                    <a:pt x="779" y="1864"/>
                  </a:cubicBezTo>
                  <a:cubicBezTo>
                    <a:pt x="787" y="1873"/>
                    <a:pt x="804" y="1873"/>
                    <a:pt x="812" y="1881"/>
                  </a:cubicBezTo>
                  <a:cubicBezTo>
                    <a:pt x="1036" y="2037"/>
                    <a:pt x="1302" y="2141"/>
                    <a:pt x="1572" y="2141"/>
                  </a:cubicBezTo>
                  <a:cubicBezTo>
                    <a:pt x="1661" y="2141"/>
                    <a:pt x="1751" y="2129"/>
                    <a:pt x="1839" y="2105"/>
                  </a:cubicBezTo>
                  <a:cubicBezTo>
                    <a:pt x="2030" y="2047"/>
                    <a:pt x="2237" y="1939"/>
                    <a:pt x="2345" y="1757"/>
                  </a:cubicBezTo>
                  <a:cubicBezTo>
                    <a:pt x="2386" y="1682"/>
                    <a:pt x="2395" y="1608"/>
                    <a:pt x="2386" y="1533"/>
                  </a:cubicBezTo>
                  <a:cubicBezTo>
                    <a:pt x="2403" y="1434"/>
                    <a:pt x="2361" y="1351"/>
                    <a:pt x="2303" y="1268"/>
                  </a:cubicBezTo>
                  <a:cubicBezTo>
                    <a:pt x="2279" y="1235"/>
                    <a:pt x="2254" y="1210"/>
                    <a:pt x="2221" y="1177"/>
                  </a:cubicBezTo>
                  <a:cubicBezTo>
                    <a:pt x="2221" y="1168"/>
                    <a:pt x="2212" y="1160"/>
                    <a:pt x="2204" y="1144"/>
                  </a:cubicBezTo>
                  <a:cubicBezTo>
                    <a:pt x="1980" y="837"/>
                    <a:pt x="1682" y="588"/>
                    <a:pt x="1342" y="423"/>
                  </a:cubicBezTo>
                  <a:cubicBezTo>
                    <a:pt x="1334" y="414"/>
                    <a:pt x="1317" y="406"/>
                    <a:pt x="1301" y="398"/>
                  </a:cubicBezTo>
                  <a:cubicBezTo>
                    <a:pt x="1284" y="390"/>
                    <a:pt x="1268" y="381"/>
                    <a:pt x="1251" y="373"/>
                  </a:cubicBezTo>
                  <a:cubicBezTo>
                    <a:pt x="1259" y="365"/>
                    <a:pt x="1268" y="365"/>
                    <a:pt x="1268" y="356"/>
                  </a:cubicBezTo>
                  <a:cubicBezTo>
                    <a:pt x="1342" y="373"/>
                    <a:pt x="1409" y="398"/>
                    <a:pt x="1483" y="423"/>
                  </a:cubicBezTo>
                  <a:cubicBezTo>
                    <a:pt x="1541" y="448"/>
                    <a:pt x="1591" y="472"/>
                    <a:pt x="1649" y="497"/>
                  </a:cubicBezTo>
                  <a:cubicBezTo>
                    <a:pt x="1707" y="530"/>
                    <a:pt x="1765" y="564"/>
                    <a:pt x="1831" y="588"/>
                  </a:cubicBezTo>
                  <a:cubicBezTo>
                    <a:pt x="1834" y="589"/>
                    <a:pt x="1836" y="590"/>
                    <a:pt x="1839" y="590"/>
                  </a:cubicBezTo>
                  <a:cubicBezTo>
                    <a:pt x="1861" y="590"/>
                    <a:pt x="1879" y="561"/>
                    <a:pt x="1864" y="539"/>
                  </a:cubicBezTo>
                  <a:cubicBezTo>
                    <a:pt x="1839" y="506"/>
                    <a:pt x="1815" y="481"/>
                    <a:pt x="1781" y="456"/>
                  </a:cubicBezTo>
                  <a:cubicBezTo>
                    <a:pt x="1748" y="431"/>
                    <a:pt x="1715" y="406"/>
                    <a:pt x="1682" y="390"/>
                  </a:cubicBezTo>
                  <a:cubicBezTo>
                    <a:pt x="1607" y="348"/>
                    <a:pt x="1533" y="315"/>
                    <a:pt x="1458" y="290"/>
                  </a:cubicBezTo>
                  <a:cubicBezTo>
                    <a:pt x="1334" y="240"/>
                    <a:pt x="1193" y="216"/>
                    <a:pt x="1052" y="199"/>
                  </a:cubicBezTo>
                  <a:cubicBezTo>
                    <a:pt x="1077" y="199"/>
                    <a:pt x="1110" y="191"/>
                    <a:pt x="1135" y="191"/>
                  </a:cubicBezTo>
                  <a:cubicBezTo>
                    <a:pt x="1175" y="188"/>
                    <a:pt x="1213" y="186"/>
                    <a:pt x="1251" y="186"/>
                  </a:cubicBezTo>
                  <a:cubicBezTo>
                    <a:pt x="1317" y="186"/>
                    <a:pt x="1382" y="192"/>
                    <a:pt x="1450" y="207"/>
                  </a:cubicBezTo>
                  <a:cubicBezTo>
                    <a:pt x="1500" y="216"/>
                    <a:pt x="1549" y="224"/>
                    <a:pt x="1599" y="240"/>
                  </a:cubicBezTo>
                  <a:cubicBezTo>
                    <a:pt x="1624" y="249"/>
                    <a:pt x="1649" y="265"/>
                    <a:pt x="1674" y="274"/>
                  </a:cubicBezTo>
                  <a:cubicBezTo>
                    <a:pt x="1699" y="282"/>
                    <a:pt x="1723" y="298"/>
                    <a:pt x="1748" y="298"/>
                  </a:cubicBezTo>
                  <a:cubicBezTo>
                    <a:pt x="1751" y="300"/>
                    <a:pt x="1753" y="300"/>
                    <a:pt x="1756" y="300"/>
                  </a:cubicBezTo>
                  <a:cubicBezTo>
                    <a:pt x="1773" y="300"/>
                    <a:pt x="1796" y="279"/>
                    <a:pt x="1781" y="257"/>
                  </a:cubicBezTo>
                  <a:cubicBezTo>
                    <a:pt x="1748" y="216"/>
                    <a:pt x="1690" y="191"/>
                    <a:pt x="1641" y="174"/>
                  </a:cubicBezTo>
                  <a:cubicBezTo>
                    <a:pt x="1616" y="158"/>
                    <a:pt x="1583" y="149"/>
                    <a:pt x="1558" y="141"/>
                  </a:cubicBezTo>
                  <a:cubicBezTo>
                    <a:pt x="1500" y="91"/>
                    <a:pt x="1417" y="58"/>
                    <a:pt x="1342" y="42"/>
                  </a:cubicBezTo>
                  <a:cubicBezTo>
                    <a:pt x="1268" y="17"/>
                    <a:pt x="1185" y="0"/>
                    <a:pt x="1102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3" name="Google Shape;6063;p18"/>
            <p:cNvSpPr/>
            <p:nvPr/>
          </p:nvSpPr>
          <p:spPr>
            <a:xfrm>
              <a:off x="2493000" y="1601375"/>
              <a:ext cx="40625" cy="47800"/>
            </a:xfrm>
            <a:custGeom>
              <a:rect b="b" l="l" r="r" t="t"/>
              <a:pathLst>
                <a:path extrusionOk="0" h="1912" w="1625">
                  <a:moveTo>
                    <a:pt x="1429" y="1"/>
                  </a:moveTo>
                  <a:cubicBezTo>
                    <a:pt x="1396" y="1"/>
                    <a:pt x="1362" y="6"/>
                    <a:pt x="1335" y="10"/>
                  </a:cubicBezTo>
                  <a:cubicBezTo>
                    <a:pt x="1269" y="27"/>
                    <a:pt x="1202" y="52"/>
                    <a:pt x="1136" y="85"/>
                  </a:cubicBezTo>
                  <a:cubicBezTo>
                    <a:pt x="1037" y="134"/>
                    <a:pt x="945" y="201"/>
                    <a:pt x="863" y="259"/>
                  </a:cubicBezTo>
                  <a:cubicBezTo>
                    <a:pt x="879" y="242"/>
                    <a:pt x="904" y="217"/>
                    <a:pt x="929" y="201"/>
                  </a:cubicBezTo>
                  <a:cubicBezTo>
                    <a:pt x="962" y="168"/>
                    <a:pt x="1003" y="134"/>
                    <a:pt x="1028" y="101"/>
                  </a:cubicBezTo>
                  <a:cubicBezTo>
                    <a:pt x="1037" y="85"/>
                    <a:pt x="1020" y="68"/>
                    <a:pt x="1003" y="68"/>
                  </a:cubicBezTo>
                  <a:cubicBezTo>
                    <a:pt x="962" y="85"/>
                    <a:pt x="921" y="118"/>
                    <a:pt x="887" y="151"/>
                  </a:cubicBezTo>
                  <a:cubicBezTo>
                    <a:pt x="846" y="176"/>
                    <a:pt x="813" y="209"/>
                    <a:pt x="771" y="242"/>
                  </a:cubicBezTo>
                  <a:cubicBezTo>
                    <a:pt x="705" y="308"/>
                    <a:pt x="639" y="375"/>
                    <a:pt x="573" y="449"/>
                  </a:cubicBezTo>
                  <a:cubicBezTo>
                    <a:pt x="564" y="458"/>
                    <a:pt x="564" y="474"/>
                    <a:pt x="564" y="482"/>
                  </a:cubicBezTo>
                  <a:cubicBezTo>
                    <a:pt x="523" y="524"/>
                    <a:pt x="473" y="565"/>
                    <a:pt x="432" y="615"/>
                  </a:cubicBezTo>
                  <a:cubicBezTo>
                    <a:pt x="316" y="739"/>
                    <a:pt x="183" y="880"/>
                    <a:pt x="100" y="1038"/>
                  </a:cubicBezTo>
                  <a:cubicBezTo>
                    <a:pt x="75" y="1087"/>
                    <a:pt x="59" y="1137"/>
                    <a:pt x="42" y="1187"/>
                  </a:cubicBezTo>
                  <a:cubicBezTo>
                    <a:pt x="26" y="1187"/>
                    <a:pt x="17" y="1212"/>
                    <a:pt x="9" y="1228"/>
                  </a:cubicBezTo>
                  <a:cubicBezTo>
                    <a:pt x="1" y="1311"/>
                    <a:pt x="9" y="1386"/>
                    <a:pt x="17" y="1468"/>
                  </a:cubicBezTo>
                  <a:cubicBezTo>
                    <a:pt x="17" y="1502"/>
                    <a:pt x="17" y="1535"/>
                    <a:pt x="26" y="1560"/>
                  </a:cubicBezTo>
                  <a:cubicBezTo>
                    <a:pt x="26" y="1568"/>
                    <a:pt x="26" y="1576"/>
                    <a:pt x="26" y="1576"/>
                  </a:cubicBezTo>
                  <a:cubicBezTo>
                    <a:pt x="34" y="1576"/>
                    <a:pt x="34" y="1584"/>
                    <a:pt x="34" y="1584"/>
                  </a:cubicBezTo>
                  <a:cubicBezTo>
                    <a:pt x="42" y="1676"/>
                    <a:pt x="51" y="1792"/>
                    <a:pt x="109" y="1866"/>
                  </a:cubicBezTo>
                  <a:cubicBezTo>
                    <a:pt x="135" y="1900"/>
                    <a:pt x="168" y="1911"/>
                    <a:pt x="202" y="1911"/>
                  </a:cubicBezTo>
                  <a:cubicBezTo>
                    <a:pt x="253" y="1911"/>
                    <a:pt x="308" y="1886"/>
                    <a:pt x="357" y="1866"/>
                  </a:cubicBezTo>
                  <a:cubicBezTo>
                    <a:pt x="457" y="1825"/>
                    <a:pt x="548" y="1783"/>
                    <a:pt x="647" y="1734"/>
                  </a:cubicBezTo>
                  <a:cubicBezTo>
                    <a:pt x="813" y="1642"/>
                    <a:pt x="954" y="1526"/>
                    <a:pt x="1095" y="1394"/>
                  </a:cubicBezTo>
                  <a:cubicBezTo>
                    <a:pt x="1227" y="1270"/>
                    <a:pt x="1360" y="1137"/>
                    <a:pt x="1467" y="988"/>
                  </a:cubicBezTo>
                  <a:cubicBezTo>
                    <a:pt x="1567" y="839"/>
                    <a:pt x="1625" y="656"/>
                    <a:pt x="1600" y="474"/>
                  </a:cubicBezTo>
                  <a:cubicBezTo>
                    <a:pt x="1583" y="391"/>
                    <a:pt x="1550" y="308"/>
                    <a:pt x="1484" y="250"/>
                  </a:cubicBezTo>
                  <a:cubicBezTo>
                    <a:pt x="1426" y="192"/>
                    <a:pt x="1343" y="168"/>
                    <a:pt x="1269" y="159"/>
                  </a:cubicBezTo>
                  <a:lnTo>
                    <a:pt x="1252" y="159"/>
                  </a:lnTo>
                  <a:cubicBezTo>
                    <a:pt x="1285" y="143"/>
                    <a:pt x="1327" y="126"/>
                    <a:pt x="1360" y="118"/>
                  </a:cubicBezTo>
                  <a:cubicBezTo>
                    <a:pt x="1374" y="116"/>
                    <a:pt x="1389" y="115"/>
                    <a:pt x="1403" y="115"/>
                  </a:cubicBezTo>
                  <a:cubicBezTo>
                    <a:pt x="1417" y="115"/>
                    <a:pt x="1432" y="116"/>
                    <a:pt x="1446" y="116"/>
                  </a:cubicBezTo>
                  <a:cubicBezTo>
                    <a:pt x="1474" y="116"/>
                    <a:pt x="1501" y="114"/>
                    <a:pt x="1525" y="101"/>
                  </a:cubicBezTo>
                  <a:cubicBezTo>
                    <a:pt x="1550" y="85"/>
                    <a:pt x="1550" y="52"/>
                    <a:pt x="1534" y="35"/>
                  </a:cubicBezTo>
                  <a:cubicBezTo>
                    <a:pt x="1507" y="8"/>
                    <a:pt x="1468" y="1"/>
                    <a:pt x="1429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4" name="Google Shape;6064;p18"/>
            <p:cNvSpPr/>
            <p:nvPr/>
          </p:nvSpPr>
          <p:spPr>
            <a:xfrm>
              <a:off x="2542100" y="1546525"/>
              <a:ext cx="7900" cy="5600"/>
            </a:xfrm>
            <a:custGeom>
              <a:rect b="b" l="l" r="r" t="t"/>
              <a:pathLst>
                <a:path extrusionOk="0" h="224" w="316">
                  <a:moveTo>
                    <a:pt x="315" y="0"/>
                  </a:moveTo>
                  <a:cubicBezTo>
                    <a:pt x="307" y="0"/>
                    <a:pt x="307" y="0"/>
                    <a:pt x="299" y="8"/>
                  </a:cubicBezTo>
                  <a:cubicBezTo>
                    <a:pt x="224" y="25"/>
                    <a:pt x="158" y="66"/>
                    <a:pt x="100" y="124"/>
                  </a:cubicBezTo>
                  <a:cubicBezTo>
                    <a:pt x="67" y="158"/>
                    <a:pt x="34" y="191"/>
                    <a:pt x="1" y="224"/>
                  </a:cubicBezTo>
                  <a:cubicBezTo>
                    <a:pt x="108" y="149"/>
                    <a:pt x="216" y="75"/>
                    <a:pt x="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5" name="Google Shape;6065;p18"/>
            <p:cNvSpPr/>
            <p:nvPr/>
          </p:nvSpPr>
          <p:spPr>
            <a:xfrm>
              <a:off x="2469800" y="1449625"/>
              <a:ext cx="81650" cy="138550"/>
            </a:xfrm>
            <a:custGeom>
              <a:rect b="b" l="l" r="r" t="t"/>
              <a:pathLst>
                <a:path extrusionOk="0" h="5542" w="3266">
                  <a:moveTo>
                    <a:pt x="192" y="1"/>
                  </a:moveTo>
                  <a:cubicBezTo>
                    <a:pt x="178" y="1"/>
                    <a:pt x="164" y="3"/>
                    <a:pt x="150" y="7"/>
                  </a:cubicBezTo>
                  <a:cubicBezTo>
                    <a:pt x="75" y="32"/>
                    <a:pt x="34" y="98"/>
                    <a:pt x="1" y="164"/>
                  </a:cubicBezTo>
                  <a:cubicBezTo>
                    <a:pt x="167" y="595"/>
                    <a:pt x="324" y="1034"/>
                    <a:pt x="490" y="1465"/>
                  </a:cubicBezTo>
                  <a:cubicBezTo>
                    <a:pt x="597" y="1755"/>
                    <a:pt x="705" y="2037"/>
                    <a:pt x="871" y="2285"/>
                  </a:cubicBezTo>
                  <a:cubicBezTo>
                    <a:pt x="962" y="2426"/>
                    <a:pt x="1070" y="2551"/>
                    <a:pt x="1136" y="2700"/>
                  </a:cubicBezTo>
                  <a:cubicBezTo>
                    <a:pt x="1285" y="2998"/>
                    <a:pt x="1260" y="3346"/>
                    <a:pt x="1252" y="3686"/>
                  </a:cubicBezTo>
                  <a:cubicBezTo>
                    <a:pt x="1244" y="4232"/>
                    <a:pt x="1302" y="4788"/>
                    <a:pt x="1418" y="5326"/>
                  </a:cubicBezTo>
                  <a:cubicBezTo>
                    <a:pt x="1434" y="5392"/>
                    <a:pt x="1451" y="5475"/>
                    <a:pt x="1509" y="5517"/>
                  </a:cubicBezTo>
                  <a:cubicBezTo>
                    <a:pt x="1542" y="5533"/>
                    <a:pt x="1575" y="5542"/>
                    <a:pt x="1617" y="5542"/>
                  </a:cubicBezTo>
                  <a:lnTo>
                    <a:pt x="1666" y="5542"/>
                  </a:lnTo>
                  <a:cubicBezTo>
                    <a:pt x="1716" y="5533"/>
                    <a:pt x="1757" y="5517"/>
                    <a:pt x="1799" y="5492"/>
                  </a:cubicBezTo>
                  <a:cubicBezTo>
                    <a:pt x="1965" y="5409"/>
                    <a:pt x="2081" y="5210"/>
                    <a:pt x="2180" y="5028"/>
                  </a:cubicBezTo>
                  <a:lnTo>
                    <a:pt x="2180" y="5028"/>
                  </a:lnTo>
                  <a:lnTo>
                    <a:pt x="2172" y="5036"/>
                  </a:lnTo>
                  <a:lnTo>
                    <a:pt x="1791" y="5392"/>
                  </a:lnTo>
                  <a:cubicBezTo>
                    <a:pt x="1898" y="5235"/>
                    <a:pt x="2006" y="5078"/>
                    <a:pt x="2114" y="4928"/>
                  </a:cubicBezTo>
                  <a:cubicBezTo>
                    <a:pt x="2255" y="4738"/>
                    <a:pt x="2404" y="4556"/>
                    <a:pt x="2569" y="4390"/>
                  </a:cubicBezTo>
                  <a:cubicBezTo>
                    <a:pt x="2569" y="4382"/>
                    <a:pt x="2578" y="4382"/>
                    <a:pt x="2578" y="4373"/>
                  </a:cubicBezTo>
                  <a:cubicBezTo>
                    <a:pt x="2578" y="4365"/>
                    <a:pt x="2578" y="4348"/>
                    <a:pt x="2586" y="4332"/>
                  </a:cubicBezTo>
                  <a:cubicBezTo>
                    <a:pt x="2677" y="4174"/>
                    <a:pt x="2801" y="4017"/>
                    <a:pt x="2934" y="3901"/>
                  </a:cubicBezTo>
                  <a:cubicBezTo>
                    <a:pt x="3000" y="3843"/>
                    <a:pt x="3075" y="3802"/>
                    <a:pt x="3158" y="3785"/>
                  </a:cubicBezTo>
                  <a:cubicBezTo>
                    <a:pt x="3191" y="3777"/>
                    <a:pt x="3232" y="3769"/>
                    <a:pt x="3265" y="3769"/>
                  </a:cubicBezTo>
                  <a:cubicBezTo>
                    <a:pt x="3009" y="3537"/>
                    <a:pt x="2793" y="3255"/>
                    <a:pt x="2594" y="2957"/>
                  </a:cubicBezTo>
                  <a:cubicBezTo>
                    <a:pt x="2395" y="2658"/>
                    <a:pt x="2213" y="2343"/>
                    <a:pt x="2031" y="2037"/>
                  </a:cubicBezTo>
                  <a:cubicBezTo>
                    <a:pt x="1683" y="1440"/>
                    <a:pt x="1310" y="835"/>
                    <a:pt x="796" y="380"/>
                  </a:cubicBezTo>
                  <a:cubicBezTo>
                    <a:pt x="672" y="272"/>
                    <a:pt x="539" y="173"/>
                    <a:pt x="390" y="81"/>
                  </a:cubicBezTo>
                  <a:cubicBezTo>
                    <a:pt x="335" y="47"/>
                    <a:pt x="263" y="1"/>
                    <a:pt x="192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6" name="Google Shape;6066;p18"/>
            <p:cNvSpPr/>
            <p:nvPr/>
          </p:nvSpPr>
          <p:spPr>
            <a:xfrm>
              <a:off x="2670325" y="1447350"/>
              <a:ext cx="61950" cy="143650"/>
            </a:xfrm>
            <a:custGeom>
              <a:rect b="b" l="l" r="r" t="t"/>
              <a:pathLst>
                <a:path extrusionOk="0" h="5746" w="2478">
                  <a:moveTo>
                    <a:pt x="2036" y="1"/>
                  </a:moveTo>
                  <a:cubicBezTo>
                    <a:pt x="1994" y="1"/>
                    <a:pt x="1952" y="11"/>
                    <a:pt x="1914" y="32"/>
                  </a:cubicBezTo>
                  <a:cubicBezTo>
                    <a:pt x="1831" y="73"/>
                    <a:pt x="1773" y="156"/>
                    <a:pt x="1724" y="230"/>
                  </a:cubicBezTo>
                  <a:cubicBezTo>
                    <a:pt x="1508" y="545"/>
                    <a:pt x="1293" y="860"/>
                    <a:pt x="1086" y="1183"/>
                  </a:cubicBezTo>
                  <a:cubicBezTo>
                    <a:pt x="1044" y="1225"/>
                    <a:pt x="1003" y="1266"/>
                    <a:pt x="970" y="1308"/>
                  </a:cubicBezTo>
                  <a:cubicBezTo>
                    <a:pt x="1044" y="1183"/>
                    <a:pt x="1119" y="1067"/>
                    <a:pt x="1202" y="960"/>
                  </a:cubicBezTo>
                  <a:cubicBezTo>
                    <a:pt x="1221" y="934"/>
                    <a:pt x="1201" y="899"/>
                    <a:pt x="1179" y="899"/>
                  </a:cubicBezTo>
                  <a:cubicBezTo>
                    <a:pt x="1173" y="899"/>
                    <a:pt x="1166" y="902"/>
                    <a:pt x="1160" y="910"/>
                  </a:cubicBezTo>
                  <a:cubicBezTo>
                    <a:pt x="1019" y="1084"/>
                    <a:pt x="895" y="1266"/>
                    <a:pt x="787" y="1465"/>
                  </a:cubicBezTo>
                  <a:cubicBezTo>
                    <a:pt x="688" y="1672"/>
                    <a:pt x="597" y="1888"/>
                    <a:pt x="531" y="2111"/>
                  </a:cubicBezTo>
                  <a:cubicBezTo>
                    <a:pt x="497" y="2169"/>
                    <a:pt x="473" y="2227"/>
                    <a:pt x="439" y="2294"/>
                  </a:cubicBezTo>
                  <a:cubicBezTo>
                    <a:pt x="506" y="1970"/>
                    <a:pt x="613" y="1664"/>
                    <a:pt x="812" y="1390"/>
                  </a:cubicBezTo>
                  <a:cubicBezTo>
                    <a:pt x="825" y="1372"/>
                    <a:pt x="800" y="1348"/>
                    <a:pt x="780" y="1348"/>
                  </a:cubicBezTo>
                  <a:cubicBezTo>
                    <a:pt x="773" y="1348"/>
                    <a:pt x="767" y="1351"/>
                    <a:pt x="762" y="1357"/>
                  </a:cubicBezTo>
                  <a:cubicBezTo>
                    <a:pt x="655" y="1490"/>
                    <a:pt x="564" y="1639"/>
                    <a:pt x="497" y="1796"/>
                  </a:cubicBezTo>
                  <a:cubicBezTo>
                    <a:pt x="390" y="2062"/>
                    <a:pt x="323" y="2343"/>
                    <a:pt x="274" y="2625"/>
                  </a:cubicBezTo>
                  <a:cubicBezTo>
                    <a:pt x="241" y="2691"/>
                    <a:pt x="216" y="2766"/>
                    <a:pt x="183" y="2832"/>
                  </a:cubicBezTo>
                  <a:cubicBezTo>
                    <a:pt x="108" y="3006"/>
                    <a:pt x="42" y="3188"/>
                    <a:pt x="25" y="3379"/>
                  </a:cubicBezTo>
                  <a:cubicBezTo>
                    <a:pt x="0" y="3628"/>
                    <a:pt x="67" y="3868"/>
                    <a:pt x="141" y="4108"/>
                  </a:cubicBezTo>
                  <a:cubicBezTo>
                    <a:pt x="274" y="4514"/>
                    <a:pt x="431" y="4912"/>
                    <a:pt x="605" y="5309"/>
                  </a:cubicBezTo>
                  <a:lnTo>
                    <a:pt x="638" y="5401"/>
                  </a:lnTo>
                  <a:cubicBezTo>
                    <a:pt x="647" y="5409"/>
                    <a:pt x="647" y="5417"/>
                    <a:pt x="655" y="5417"/>
                  </a:cubicBezTo>
                  <a:lnTo>
                    <a:pt x="696" y="5508"/>
                  </a:lnTo>
                  <a:lnTo>
                    <a:pt x="729" y="5144"/>
                  </a:lnTo>
                  <a:cubicBezTo>
                    <a:pt x="771" y="5384"/>
                    <a:pt x="920" y="5616"/>
                    <a:pt x="1135" y="5707"/>
                  </a:cubicBezTo>
                  <a:cubicBezTo>
                    <a:pt x="1197" y="5733"/>
                    <a:pt x="1264" y="5746"/>
                    <a:pt x="1331" y="5746"/>
                  </a:cubicBezTo>
                  <a:cubicBezTo>
                    <a:pt x="1499" y="5746"/>
                    <a:pt x="1668" y="5667"/>
                    <a:pt x="1757" y="5525"/>
                  </a:cubicBezTo>
                  <a:cubicBezTo>
                    <a:pt x="1898" y="5293"/>
                    <a:pt x="1831" y="4995"/>
                    <a:pt x="1790" y="4721"/>
                  </a:cubicBezTo>
                  <a:cubicBezTo>
                    <a:pt x="1757" y="4489"/>
                    <a:pt x="1757" y="4249"/>
                    <a:pt x="1790" y="4017"/>
                  </a:cubicBezTo>
                  <a:cubicBezTo>
                    <a:pt x="1831" y="3669"/>
                    <a:pt x="1947" y="3338"/>
                    <a:pt x="2038" y="2998"/>
                  </a:cubicBezTo>
                  <a:cubicBezTo>
                    <a:pt x="2246" y="2294"/>
                    <a:pt x="2378" y="1573"/>
                    <a:pt x="2444" y="844"/>
                  </a:cubicBezTo>
                  <a:cubicBezTo>
                    <a:pt x="2461" y="636"/>
                    <a:pt x="2478" y="429"/>
                    <a:pt x="2386" y="247"/>
                  </a:cubicBezTo>
                  <a:cubicBezTo>
                    <a:pt x="2323" y="107"/>
                    <a:pt x="2176" y="1"/>
                    <a:pt x="20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7" name="Google Shape;6067;p18"/>
            <p:cNvSpPr/>
            <p:nvPr/>
          </p:nvSpPr>
          <p:spPr>
            <a:xfrm>
              <a:off x="2681100" y="1670175"/>
              <a:ext cx="60075" cy="205100"/>
            </a:xfrm>
            <a:custGeom>
              <a:rect b="b" l="l" r="r" t="t"/>
              <a:pathLst>
                <a:path extrusionOk="0" h="8204" w="2403">
                  <a:moveTo>
                    <a:pt x="1898" y="2309"/>
                  </a:moveTo>
                  <a:cubicBezTo>
                    <a:pt x="1898" y="2310"/>
                    <a:pt x="1897" y="2311"/>
                    <a:pt x="1897" y="2312"/>
                  </a:cubicBezTo>
                  <a:cubicBezTo>
                    <a:pt x="1898" y="2311"/>
                    <a:pt x="1898" y="2310"/>
                    <a:pt x="1898" y="2309"/>
                  </a:cubicBezTo>
                  <a:close/>
                  <a:moveTo>
                    <a:pt x="1591" y="1"/>
                  </a:moveTo>
                  <a:cubicBezTo>
                    <a:pt x="1384" y="307"/>
                    <a:pt x="1342" y="871"/>
                    <a:pt x="1326" y="1144"/>
                  </a:cubicBezTo>
                  <a:cubicBezTo>
                    <a:pt x="1317" y="1459"/>
                    <a:pt x="1317" y="1774"/>
                    <a:pt x="1326" y="2089"/>
                  </a:cubicBezTo>
                  <a:cubicBezTo>
                    <a:pt x="1342" y="2536"/>
                    <a:pt x="1367" y="3041"/>
                    <a:pt x="1077" y="3381"/>
                  </a:cubicBezTo>
                  <a:cubicBezTo>
                    <a:pt x="829" y="3688"/>
                    <a:pt x="406" y="3771"/>
                    <a:pt x="124" y="4036"/>
                  </a:cubicBezTo>
                  <a:cubicBezTo>
                    <a:pt x="75" y="4094"/>
                    <a:pt x="17" y="4152"/>
                    <a:pt x="8" y="4226"/>
                  </a:cubicBezTo>
                  <a:cubicBezTo>
                    <a:pt x="0" y="4351"/>
                    <a:pt x="91" y="4450"/>
                    <a:pt x="199" y="4508"/>
                  </a:cubicBezTo>
                  <a:lnTo>
                    <a:pt x="191" y="4508"/>
                  </a:lnTo>
                  <a:cubicBezTo>
                    <a:pt x="298" y="4566"/>
                    <a:pt x="414" y="4591"/>
                    <a:pt x="505" y="4657"/>
                  </a:cubicBezTo>
                  <a:cubicBezTo>
                    <a:pt x="746" y="4831"/>
                    <a:pt x="762" y="5196"/>
                    <a:pt x="746" y="5502"/>
                  </a:cubicBezTo>
                  <a:cubicBezTo>
                    <a:pt x="729" y="5825"/>
                    <a:pt x="713" y="6148"/>
                    <a:pt x="704" y="6472"/>
                  </a:cubicBezTo>
                  <a:cubicBezTo>
                    <a:pt x="688" y="6861"/>
                    <a:pt x="663" y="7250"/>
                    <a:pt x="547" y="7615"/>
                  </a:cubicBezTo>
                  <a:cubicBezTo>
                    <a:pt x="481" y="7830"/>
                    <a:pt x="381" y="8021"/>
                    <a:pt x="265" y="8203"/>
                  </a:cubicBezTo>
                  <a:cubicBezTo>
                    <a:pt x="406" y="8170"/>
                    <a:pt x="555" y="8129"/>
                    <a:pt x="696" y="8087"/>
                  </a:cubicBezTo>
                  <a:cubicBezTo>
                    <a:pt x="969" y="8013"/>
                    <a:pt x="1235" y="7913"/>
                    <a:pt x="1508" y="7830"/>
                  </a:cubicBezTo>
                  <a:cubicBezTo>
                    <a:pt x="1525" y="7822"/>
                    <a:pt x="1541" y="7806"/>
                    <a:pt x="1558" y="7797"/>
                  </a:cubicBezTo>
                  <a:cubicBezTo>
                    <a:pt x="1616" y="7764"/>
                    <a:pt x="1674" y="7731"/>
                    <a:pt x="1732" y="7698"/>
                  </a:cubicBezTo>
                  <a:cubicBezTo>
                    <a:pt x="1839" y="7623"/>
                    <a:pt x="1947" y="7549"/>
                    <a:pt x="2047" y="7458"/>
                  </a:cubicBezTo>
                  <a:cubicBezTo>
                    <a:pt x="2146" y="7366"/>
                    <a:pt x="2237" y="7267"/>
                    <a:pt x="2320" y="7159"/>
                  </a:cubicBezTo>
                  <a:cubicBezTo>
                    <a:pt x="2361" y="7101"/>
                    <a:pt x="2403" y="7043"/>
                    <a:pt x="2395" y="6969"/>
                  </a:cubicBezTo>
                  <a:cubicBezTo>
                    <a:pt x="2386" y="6894"/>
                    <a:pt x="2345" y="6820"/>
                    <a:pt x="2320" y="6745"/>
                  </a:cubicBezTo>
                  <a:cubicBezTo>
                    <a:pt x="2262" y="6571"/>
                    <a:pt x="2204" y="6389"/>
                    <a:pt x="2146" y="6215"/>
                  </a:cubicBezTo>
                  <a:cubicBezTo>
                    <a:pt x="2134" y="6184"/>
                    <a:pt x="2163" y="6153"/>
                    <a:pt x="2192" y="6153"/>
                  </a:cubicBezTo>
                  <a:cubicBezTo>
                    <a:pt x="2202" y="6153"/>
                    <a:pt x="2212" y="6157"/>
                    <a:pt x="2221" y="6165"/>
                  </a:cubicBezTo>
                  <a:cubicBezTo>
                    <a:pt x="2196" y="6082"/>
                    <a:pt x="2179" y="5999"/>
                    <a:pt x="2154" y="5916"/>
                  </a:cubicBezTo>
                  <a:cubicBezTo>
                    <a:pt x="2154" y="5983"/>
                    <a:pt x="2146" y="6049"/>
                    <a:pt x="2138" y="6115"/>
                  </a:cubicBezTo>
                  <a:cubicBezTo>
                    <a:pt x="2129" y="6182"/>
                    <a:pt x="2121" y="6248"/>
                    <a:pt x="2105" y="6314"/>
                  </a:cubicBezTo>
                  <a:cubicBezTo>
                    <a:pt x="2088" y="6372"/>
                    <a:pt x="2071" y="6455"/>
                    <a:pt x="2030" y="6488"/>
                  </a:cubicBezTo>
                  <a:cubicBezTo>
                    <a:pt x="2023" y="6496"/>
                    <a:pt x="2013" y="6500"/>
                    <a:pt x="2006" y="6500"/>
                  </a:cubicBezTo>
                  <a:cubicBezTo>
                    <a:pt x="1996" y="6500"/>
                    <a:pt x="1989" y="6494"/>
                    <a:pt x="1989" y="6480"/>
                  </a:cubicBezTo>
                  <a:cubicBezTo>
                    <a:pt x="1980" y="6430"/>
                    <a:pt x="1997" y="6372"/>
                    <a:pt x="2005" y="6322"/>
                  </a:cubicBezTo>
                  <a:cubicBezTo>
                    <a:pt x="2013" y="6264"/>
                    <a:pt x="2030" y="6206"/>
                    <a:pt x="2030" y="6148"/>
                  </a:cubicBezTo>
                  <a:cubicBezTo>
                    <a:pt x="2047" y="6032"/>
                    <a:pt x="2055" y="5925"/>
                    <a:pt x="2055" y="5809"/>
                  </a:cubicBezTo>
                  <a:cubicBezTo>
                    <a:pt x="2055" y="5577"/>
                    <a:pt x="2022" y="5345"/>
                    <a:pt x="1972" y="5113"/>
                  </a:cubicBezTo>
                  <a:cubicBezTo>
                    <a:pt x="1964" y="5047"/>
                    <a:pt x="1947" y="4980"/>
                    <a:pt x="1939" y="4922"/>
                  </a:cubicBezTo>
                  <a:cubicBezTo>
                    <a:pt x="1922" y="4914"/>
                    <a:pt x="1914" y="4897"/>
                    <a:pt x="1914" y="4881"/>
                  </a:cubicBezTo>
                  <a:cubicBezTo>
                    <a:pt x="1914" y="4848"/>
                    <a:pt x="1914" y="4823"/>
                    <a:pt x="1914" y="4790"/>
                  </a:cubicBezTo>
                  <a:lnTo>
                    <a:pt x="1906" y="4781"/>
                  </a:lnTo>
                  <a:cubicBezTo>
                    <a:pt x="1897" y="4787"/>
                    <a:pt x="1887" y="4790"/>
                    <a:pt x="1878" y="4790"/>
                  </a:cubicBezTo>
                  <a:cubicBezTo>
                    <a:pt x="1858" y="4790"/>
                    <a:pt x="1839" y="4779"/>
                    <a:pt x="1839" y="4757"/>
                  </a:cubicBezTo>
                  <a:cubicBezTo>
                    <a:pt x="1848" y="4682"/>
                    <a:pt x="1889" y="4624"/>
                    <a:pt x="1906" y="4558"/>
                  </a:cubicBezTo>
                  <a:cubicBezTo>
                    <a:pt x="1922" y="4491"/>
                    <a:pt x="1922" y="4425"/>
                    <a:pt x="1906" y="4359"/>
                  </a:cubicBezTo>
                  <a:cubicBezTo>
                    <a:pt x="1881" y="4210"/>
                    <a:pt x="1856" y="4069"/>
                    <a:pt x="1823" y="3920"/>
                  </a:cubicBezTo>
                  <a:cubicBezTo>
                    <a:pt x="1823" y="3895"/>
                    <a:pt x="1831" y="3870"/>
                    <a:pt x="1856" y="3853"/>
                  </a:cubicBezTo>
                  <a:cubicBezTo>
                    <a:pt x="1740" y="3613"/>
                    <a:pt x="1649" y="3356"/>
                    <a:pt x="1624" y="3091"/>
                  </a:cubicBezTo>
                  <a:cubicBezTo>
                    <a:pt x="1607" y="3124"/>
                    <a:pt x="1599" y="3157"/>
                    <a:pt x="1583" y="3182"/>
                  </a:cubicBezTo>
                  <a:cubicBezTo>
                    <a:pt x="1541" y="3273"/>
                    <a:pt x="1500" y="3356"/>
                    <a:pt x="1450" y="3431"/>
                  </a:cubicBezTo>
                  <a:cubicBezTo>
                    <a:pt x="1417" y="3489"/>
                    <a:pt x="1375" y="3547"/>
                    <a:pt x="1334" y="3597"/>
                  </a:cubicBezTo>
                  <a:cubicBezTo>
                    <a:pt x="1284" y="3696"/>
                    <a:pt x="1218" y="3787"/>
                    <a:pt x="1152" y="3878"/>
                  </a:cubicBezTo>
                  <a:cubicBezTo>
                    <a:pt x="1135" y="3903"/>
                    <a:pt x="1119" y="3928"/>
                    <a:pt x="1102" y="3961"/>
                  </a:cubicBezTo>
                  <a:cubicBezTo>
                    <a:pt x="1094" y="3986"/>
                    <a:pt x="1077" y="4027"/>
                    <a:pt x="1052" y="4027"/>
                  </a:cubicBezTo>
                  <a:cubicBezTo>
                    <a:pt x="1049" y="4028"/>
                    <a:pt x="1046" y="4029"/>
                    <a:pt x="1043" y="4029"/>
                  </a:cubicBezTo>
                  <a:cubicBezTo>
                    <a:pt x="1023" y="4029"/>
                    <a:pt x="1010" y="4007"/>
                    <a:pt x="1003" y="3986"/>
                  </a:cubicBezTo>
                  <a:cubicBezTo>
                    <a:pt x="994" y="3953"/>
                    <a:pt x="1011" y="3920"/>
                    <a:pt x="1027" y="3895"/>
                  </a:cubicBezTo>
                  <a:cubicBezTo>
                    <a:pt x="1061" y="3837"/>
                    <a:pt x="1102" y="3787"/>
                    <a:pt x="1143" y="3729"/>
                  </a:cubicBezTo>
                  <a:cubicBezTo>
                    <a:pt x="1177" y="3688"/>
                    <a:pt x="1210" y="3638"/>
                    <a:pt x="1243" y="3580"/>
                  </a:cubicBezTo>
                  <a:cubicBezTo>
                    <a:pt x="1259" y="3547"/>
                    <a:pt x="1276" y="3514"/>
                    <a:pt x="1301" y="3481"/>
                  </a:cubicBezTo>
                  <a:cubicBezTo>
                    <a:pt x="1359" y="3365"/>
                    <a:pt x="1417" y="3249"/>
                    <a:pt x="1458" y="3124"/>
                  </a:cubicBezTo>
                  <a:cubicBezTo>
                    <a:pt x="1464" y="3112"/>
                    <a:pt x="1479" y="3104"/>
                    <a:pt x="1493" y="3104"/>
                  </a:cubicBezTo>
                  <a:cubicBezTo>
                    <a:pt x="1499" y="3104"/>
                    <a:pt x="1504" y="3105"/>
                    <a:pt x="1508" y="3108"/>
                  </a:cubicBezTo>
                  <a:cubicBezTo>
                    <a:pt x="1574" y="2950"/>
                    <a:pt x="1632" y="2785"/>
                    <a:pt x="1665" y="2611"/>
                  </a:cubicBezTo>
                  <a:cubicBezTo>
                    <a:pt x="1669" y="2585"/>
                    <a:pt x="1687" y="2574"/>
                    <a:pt x="1707" y="2574"/>
                  </a:cubicBezTo>
                  <a:cubicBezTo>
                    <a:pt x="1731" y="2574"/>
                    <a:pt x="1757" y="2591"/>
                    <a:pt x="1757" y="2619"/>
                  </a:cubicBezTo>
                  <a:cubicBezTo>
                    <a:pt x="1757" y="2627"/>
                    <a:pt x="1757" y="2644"/>
                    <a:pt x="1765" y="2652"/>
                  </a:cubicBezTo>
                  <a:cubicBezTo>
                    <a:pt x="1773" y="2602"/>
                    <a:pt x="1781" y="2561"/>
                    <a:pt x="1790" y="2519"/>
                  </a:cubicBezTo>
                  <a:cubicBezTo>
                    <a:pt x="1781" y="2519"/>
                    <a:pt x="1773" y="2511"/>
                    <a:pt x="1773" y="2503"/>
                  </a:cubicBezTo>
                  <a:cubicBezTo>
                    <a:pt x="1773" y="2453"/>
                    <a:pt x="1790" y="2412"/>
                    <a:pt x="1798" y="2370"/>
                  </a:cubicBezTo>
                  <a:cubicBezTo>
                    <a:pt x="1806" y="2329"/>
                    <a:pt x="1815" y="2287"/>
                    <a:pt x="1815" y="2246"/>
                  </a:cubicBezTo>
                  <a:cubicBezTo>
                    <a:pt x="1831" y="2163"/>
                    <a:pt x="1839" y="2080"/>
                    <a:pt x="1839" y="1997"/>
                  </a:cubicBezTo>
                  <a:cubicBezTo>
                    <a:pt x="1839" y="1977"/>
                    <a:pt x="1854" y="1966"/>
                    <a:pt x="1868" y="1966"/>
                  </a:cubicBezTo>
                  <a:cubicBezTo>
                    <a:pt x="1883" y="1966"/>
                    <a:pt x="1897" y="1977"/>
                    <a:pt x="1897" y="1997"/>
                  </a:cubicBezTo>
                  <a:cubicBezTo>
                    <a:pt x="1906" y="2022"/>
                    <a:pt x="1906" y="2047"/>
                    <a:pt x="1906" y="2072"/>
                  </a:cubicBezTo>
                  <a:cubicBezTo>
                    <a:pt x="1906" y="2080"/>
                    <a:pt x="1906" y="2080"/>
                    <a:pt x="1906" y="2089"/>
                  </a:cubicBezTo>
                  <a:cubicBezTo>
                    <a:pt x="1906" y="2162"/>
                    <a:pt x="1906" y="2236"/>
                    <a:pt x="1898" y="2309"/>
                  </a:cubicBezTo>
                  <a:lnTo>
                    <a:pt x="1898" y="2309"/>
                  </a:lnTo>
                  <a:cubicBezTo>
                    <a:pt x="1899" y="2302"/>
                    <a:pt x="1906" y="2295"/>
                    <a:pt x="1906" y="2287"/>
                  </a:cubicBezTo>
                  <a:cubicBezTo>
                    <a:pt x="1922" y="2263"/>
                    <a:pt x="1922" y="2229"/>
                    <a:pt x="1931" y="2205"/>
                  </a:cubicBezTo>
                  <a:cubicBezTo>
                    <a:pt x="1931" y="2196"/>
                    <a:pt x="1922" y="2180"/>
                    <a:pt x="1931" y="2163"/>
                  </a:cubicBezTo>
                  <a:cubicBezTo>
                    <a:pt x="1931" y="2138"/>
                    <a:pt x="1939" y="2122"/>
                    <a:pt x="1955" y="2097"/>
                  </a:cubicBezTo>
                  <a:cubicBezTo>
                    <a:pt x="1955" y="2089"/>
                    <a:pt x="1955" y="2080"/>
                    <a:pt x="1955" y="2072"/>
                  </a:cubicBezTo>
                  <a:cubicBezTo>
                    <a:pt x="1964" y="1997"/>
                    <a:pt x="1964" y="1923"/>
                    <a:pt x="1947" y="1857"/>
                  </a:cubicBezTo>
                  <a:cubicBezTo>
                    <a:pt x="1947" y="1815"/>
                    <a:pt x="1939" y="1782"/>
                    <a:pt x="1931" y="1741"/>
                  </a:cubicBezTo>
                  <a:cubicBezTo>
                    <a:pt x="1922" y="1707"/>
                    <a:pt x="1906" y="1666"/>
                    <a:pt x="1906" y="1633"/>
                  </a:cubicBezTo>
                  <a:cubicBezTo>
                    <a:pt x="1906" y="1612"/>
                    <a:pt x="1923" y="1598"/>
                    <a:pt x="1938" y="1598"/>
                  </a:cubicBezTo>
                  <a:cubicBezTo>
                    <a:pt x="1941" y="1598"/>
                    <a:pt x="1944" y="1598"/>
                    <a:pt x="1947" y="1600"/>
                  </a:cubicBezTo>
                  <a:cubicBezTo>
                    <a:pt x="1997" y="1633"/>
                    <a:pt x="2022" y="1699"/>
                    <a:pt x="2038" y="1757"/>
                  </a:cubicBezTo>
                  <a:cubicBezTo>
                    <a:pt x="2038" y="1749"/>
                    <a:pt x="2038" y="1732"/>
                    <a:pt x="2038" y="1724"/>
                  </a:cubicBezTo>
                  <a:cubicBezTo>
                    <a:pt x="2047" y="1567"/>
                    <a:pt x="2022" y="1409"/>
                    <a:pt x="1980" y="1252"/>
                  </a:cubicBezTo>
                  <a:cubicBezTo>
                    <a:pt x="1897" y="920"/>
                    <a:pt x="1740" y="605"/>
                    <a:pt x="1674" y="274"/>
                  </a:cubicBezTo>
                  <a:cubicBezTo>
                    <a:pt x="1665" y="224"/>
                    <a:pt x="1657" y="183"/>
                    <a:pt x="1649" y="141"/>
                  </a:cubicBezTo>
                  <a:cubicBezTo>
                    <a:pt x="1616" y="100"/>
                    <a:pt x="1599" y="50"/>
                    <a:pt x="15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8" name="Google Shape;6068;p18"/>
            <p:cNvSpPr/>
            <p:nvPr/>
          </p:nvSpPr>
          <p:spPr>
            <a:xfrm>
              <a:off x="2471050" y="1761825"/>
              <a:ext cx="87225" cy="92750"/>
            </a:xfrm>
            <a:custGeom>
              <a:rect b="b" l="l" r="r" t="t"/>
              <a:pathLst>
                <a:path extrusionOk="0" h="3710" w="3489">
                  <a:moveTo>
                    <a:pt x="1602" y="1"/>
                  </a:moveTo>
                  <a:cubicBezTo>
                    <a:pt x="1560" y="1"/>
                    <a:pt x="1515" y="10"/>
                    <a:pt x="1475" y="38"/>
                  </a:cubicBezTo>
                  <a:cubicBezTo>
                    <a:pt x="1417" y="80"/>
                    <a:pt x="1393" y="146"/>
                    <a:pt x="1393" y="212"/>
                  </a:cubicBezTo>
                  <a:cubicBezTo>
                    <a:pt x="1393" y="237"/>
                    <a:pt x="1393" y="254"/>
                    <a:pt x="1393" y="270"/>
                  </a:cubicBezTo>
                  <a:cubicBezTo>
                    <a:pt x="1368" y="312"/>
                    <a:pt x="1343" y="345"/>
                    <a:pt x="1310" y="378"/>
                  </a:cubicBezTo>
                  <a:cubicBezTo>
                    <a:pt x="1152" y="577"/>
                    <a:pt x="920" y="693"/>
                    <a:pt x="713" y="834"/>
                  </a:cubicBezTo>
                  <a:cubicBezTo>
                    <a:pt x="506" y="966"/>
                    <a:pt x="307" y="1157"/>
                    <a:pt x="257" y="1405"/>
                  </a:cubicBezTo>
                  <a:cubicBezTo>
                    <a:pt x="249" y="1439"/>
                    <a:pt x="249" y="1472"/>
                    <a:pt x="224" y="1488"/>
                  </a:cubicBezTo>
                  <a:cubicBezTo>
                    <a:pt x="208" y="1496"/>
                    <a:pt x="183" y="1496"/>
                    <a:pt x="166" y="1505"/>
                  </a:cubicBezTo>
                  <a:cubicBezTo>
                    <a:pt x="141" y="1521"/>
                    <a:pt x="133" y="1546"/>
                    <a:pt x="125" y="1571"/>
                  </a:cubicBezTo>
                  <a:cubicBezTo>
                    <a:pt x="1" y="1985"/>
                    <a:pt x="150" y="2433"/>
                    <a:pt x="307" y="2830"/>
                  </a:cubicBezTo>
                  <a:cubicBezTo>
                    <a:pt x="349" y="2955"/>
                    <a:pt x="398" y="3071"/>
                    <a:pt x="481" y="3162"/>
                  </a:cubicBezTo>
                  <a:cubicBezTo>
                    <a:pt x="531" y="3220"/>
                    <a:pt x="597" y="3261"/>
                    <a:pt x="663" y="3286"/>
                  </a:cubicBezTo>
                  <a:cubicBezTo>
                    <a:pt x="846" y="3468"/>
                    <a:pt x="1061" y="3618"/>
                    <a:pt x="1301" y="3709"/>
                  </a:cubicBezTo>
                  <a:cubicBezTo>
                    <a:pt x="1304" y="3709"/>
                    <a:pt x="1306" y="3710"/>
                    <a:pt x="1308" y="3710"/>
                  </a:cubicBezTo>
                  <a:cubicBezTo>
                    <a:pt x="1338" y="3710"/>
                    <a:pt x="1357" y="3658"/>
                    <a:pt x="1326" y="3642"/>
                  </a:cubicBezTo>
                  <a:cubicBezTo>
                    <a:pt x="1202" y="3576"/>
                    <a:pt x="1078" y="3502"/>
                    <a:pt x="962" y="3402"/>
                  </a:cubicBezTo>
                  <a:cubicBezTo>
                    <a:pt x="912" y="3361"/>
                    <a:pt x="854" y="3311"/>
                    <a:pt x="804" y="3261"/>
                  </a:cubicBezTo>
                  <a:cubicBezTo>
                    <a:pt x="796" y="3178"/>
                    <a:pt x="779" y="3096"/>
                    <a:pt x="771" y="3013"/>
                  </a:cubicBezTo>
                  <a:lnTo>
                    <a:pt x="771" y="3013"/>
                  </a:lnTo>
                  <a:cubicBezTo>
                    <a:pt x="796" y="3046"/>
                    <a:pt x="829" y="3087"/>
                    <a:pt x="854" y="3120"/>
                  </a:cubicBezTo>
                  <a:cubicBezTo>
                    <a:pt x="937" y="3220"/>
                    <a:pt x="1028" y="3311"/>
                    <a:pt x="1127" y="3394"/>
                  </a:cubicBezTo>
                  <a:cubicBezTo>
                    <a:pt x="1227" y="3485"/>
                    <a:pt x="1335" y="3551"/>
                    <a:pt x="1442" y="3609"/>
                  </a:cubicBezTo>
                  <a:cubicBezTo>
                    <a:pt x="1449" y="3613"/>
                    <a:pt x="1456" y="3615"/>
                    <a:pt x="1462" y="3615"/>
                  </a:cubicBezTo>
                  <a:cubicBezTo>
                    <a:pt x="1493" y="3615"/>
                    <a:pt x="1511" y="3571"/>
                    <a:pt x="1484" y="3543"/>
                  </a:cubicBezTo>
                  <a:cubicBezTo>
                    <a:pt x="1368" y="3468"/>
                    <a:pt x="1260" y="3369"/>
                    <a:pt x="1161" y="3278"/>
                  </a:cubicBezTo>
                  <a:cubicBezTo>
                    <a:pt x="1003" y="3129"/>
                    <a:pt x="854" y="2963"/>
                    <a:pt x="746" y="2764"/>
                  </a:cubicBezTo>
                  <a:cubicBezTo>
                    <a:pt x="738" y="2748"/>
                    <a:pt x="738" y="2723"/>
                    <a:pt x="738" y="2698"/>
                  </a:cubicBezTo>
                  <a:cubicBezTo>
                    <a:pt x="730" y="2565"/>
                    <a:pt x="730" y="2424"/>
                    <a:pt x="763" y="2292"/>
                  </a:cubicBezTo>
                  <a:cubicBezTo>
                    <a:pt x="804" y="2151"/>
                    <a:pt x="887" y="2035"/>
                    <a:pt x="1011" y="1969"/>
                  </a:cubicBezTo>
                  <a:cubicBezTo>
                    <a:pt x="1078" y="1936"/>
                    <a:pt x="1161" y="1927"/>
                    <a:pt x="1235" y="1927"/>
                  </a:cubicBezTo>
                  <a:cubicBezTo>
                    <a:pt x="1451" y="2060"/>
                    <a:pt x="1674" y="2192"/>
                    <a:pt x="1890" y="2325"/>
                  </a:cubicBezTo>
                  <a:cubicBezTo>
                    <a:pt x="1981" y="2383"/>
                    <a:pt x="2080" y="2449"/>
                    <a:pt x="2163" y="2516"/>
                  </a:cubicBezTo>
                  <a:cubicBezTo>
                    <a:pt x="2254" y="2582"/>
                    <a:pt x="2345" y="2656"/>
                    <a:pt x="2420" y="2739"/>
                  </a:cubicBezTo>
                  <a:cubicBezTo>
                    <a:pt x="2426" y="2748"/>
                    <a:pt x="2435" y="2752"/>
                    <a:pt x="2443" y="2752"/>
                  </a:cubicBezTo>
                  <a:cubicBezTo>
                    <a:pt x="2466" y="2752"/>
                    <a:pt x="2490" y="2722"/>
                    <a:pt x="2478" y="2698"/>
                  </a:cubicBezTo>
                  <a:cubicBezTo>
                    <a:pt x="2395" y="2590"/>
                    <a:pt x="2304" y="2499"/>
                    <a:pt x="2205" y="2416"/>
                  </a:cubicBezTo>
                  <a:cubicBezTo>
                    <a:pt x="2006" y="2259"/>
                    <a:pt x="1790" y="2134"/>
                    <a:pt x="1583" y="2010"/>
                  </a:cubicBezTo>
                  <a:lnTo>
                    <a:pt x="1517" y="1969"/>
                  </a:lnTo>
                  <a:lnTo>
                    <a:pt x="1517" y="1969"/>
                  </a:lnTo>
                  <a:cubicBezTo>
                    <a:pt x="1906" y="2060"/>
                    <a:pt x="2254" y="2300"/>
                    <a:pt x="2594" y="2516"/>
                  </a:cubicBezTo>
                  <a:cubicBezTo>
                    <a:pt x="2641" y="2545"/>
                    <a:pt x="2696" y="2574"/>
                    <a:pt x="2751" y="2574"/>
                  </a:cubicBezTo>
                  <a:cubicBezTo>
                    <a:pt x="2773" y="2574"/>
                    <a:pt x="2796" y="2569"/>
                    <a:pt x="2818" y="2557"/>
                  </a:cubicBezTo>
                  <a:cubicBezTo>
                    <a:pt x="2884" y="2516"/>
                    <a:pt x="2892" y="2416"/>
                    <a:pt x="2867" y="2325"/>
                  </a:cubicBezTo>
                  <a:lnTo>
                    <a:pt x="2867" y="2325"/>
                  </a:lnTo>
                  <a:cubicBezTo>
                    <a:pt x="2892" y="2350"/>
                    <a:pt x="2917" y="2366"/>
                    <a:pt x="2942" y="2391"/>
                  </a:cubicBezTo>
                  <a:cubicBezTo>
                    <a:pt x="3008" y="2441"/>
                    <a:pt x="3075" y="2482"/>
                    <a:pt x="3141" y="2524"/>
                  </a:cubicBezTo>
                  <a:cubicBezTo>
                    <a:pt x="3149" y="2530"/>
                    <a:pt x="3158" y="2532"/>
                    <a:pt x="3165" y="2532"/>
                  </a:cubicBezTo>
                  <a:cubicBezTo>
                    <a:pt x="3200" y="2532"/>
                    <a:pt x="3216" y="2477"/>
                    <a:pt x="3182" y="2449"/>
                  </a:cubicBezTo>
                  <a:cubicBezTo>
                    <a:pt x="3116" y="2400"/>
                    <a:pt x="3050" y="2333"/>
                    <a:pt x="2983" y="2275"/>
                  </a:cubicBezTo>
                  <a:cubicBezTo>
                    <a:pt x="2909" y="2217"/>
                    <a:pt x="2851" y="2159"/>
                    <a:pt x="2785" y="2101"/>
                  </a:cubicBezTo>
                  <a:cubicBezTo>
                    <a:pt x="2768" y="2076"/>
                    <a:pt x="2751" y="2060"/>
                    <a:pt x="2735" y="2043"/>
                  </a:cubicBezTo>
                  <a:cubicBezTo>
                    <a:pt x="2635" y="1886"/>
                    <a:pt x="2519" y="1737"/>
                    <a:pt x="2420" y="1579"/>
                  </a:cubicBezTo>
                  <a:cubicBezTo>
                    <a:pt x="2337" y="1430"/>
                    <a:pt x="2271" y="1265"/>
                    <a:pt x="2229" y="1091"/>
                  </a:cubicBezTo>
                  <a:cubicBezTo>
                    <a:pt x="2188" y="933"/>
                    <a:pt x="2171" y="759"/>
                    <a:pt x="2221" y="602"/>
                  </a:cubicBezTo>
                  <a:cubicBezTo>
                    <a:pt x="2238" y="535"/>
                    <a:pt x="2271" y="469"/>
                    <a:pt x="2312" y="419"/>
                  </a:cubicBezTo>
                  <a:cubicBezTo>
                    <a:pt x="2445" y="461"/>
                    <a:pt x="2586" y="502"/>
                    <a:pt x="2727" y="527"/>
                  </a:cubicBezTo>
                  <a:cubicBezTo>
                    <a:pt x="2843" y="552"/>
                    <a:pt x="2967" y="569"/>
                    <a:pt x="3083" y="585"/>
                  </a:cubicBezTo>
                  <a:cubicBezTo>
                    <a:pt x="3207" y="593"/>
                    <a:pt x="3323" y="593"/>
                    <a:pt x="3439" y="593"/>
                  </a:cubicBezTo>
                  <a:cubicBezTo>
                    <a:pt x="3489" y="593"/>
                    <a:pt x="3489" y="527"/>
                    <a:pt x="3439" y="519"/>
                  </a:cubicBezTo>
                  <a:cubicBezTo>
                    <a:pt x="3381" y="511"/>
                    <a:pt x="3315" y="502"/>
                    <a:pt x="3249" y="494"/>
                  </a:cubicBezTo>
                  <a:cubicBezTo>
                    <a:pt x="3265" y="486"/>
                    <a:pt x="3265" y="453"/>
                    <a:pt x="3240" y="444"/>
                  </a:cubicBezTo>
                  <a:cubicBezTo>
                    <a:pt x="3058" y="370"/>
                    <a:pt x="2851" y="353"/>
                    <a:pt x="2660" y="320"/>
                  </a:cubicBezTo>
                  <a:lnTo>
                    <a:pt x="2428" y="279"/>
                  </a:lnTo>
                  <a:cubicBezTo>
                    <a:pt x="2296" y="212"/>
                    <a:pt x="2155" y="154"/>
                    <a:pt x="2014" y="105"/>
                  </a:cubicBezTo>
                  <a:cubicBezTo>
                    <a:pt x="1939" y="71"/>
                    <a:pt x="1857" y="47"/>
                    <a:pt x="1782" y="47"/>
                  </a:cubicBezTo>
                  <a:lnTo>
                    <a:pt x="1749" y="38"/>
                  </a:lnTo>
                  <a:cubicBezTo>
                    <a:pt x="1724" y="22"/>
                    <a:pt x="1691" y="13"/>
                    <a:pt x="1658" y="5"/>
                  </a:cubicBezTo>
                  <a:cubicBezTo>
                    <a:pt x="1640" y="3"/>
                    <a:pt x="1621" y="1"/>
                    <a:pt x="1602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9" name="Google Shape;6069;p18"/>
            <p:cNvSpPr/>
            <p:nvPr/>
          </p:nvSpPr>
          <p:spPr>
            <a:xfrm>
              <a:off x="2713575" y="1589600"/>
              <a:ext cx="10825" cy="50500"/>
            </a:xfrm>
            <a:custGeom>
              <a:rect b="b" l="l" r="r" t="t"/>
              <a:pathLst>
                <a:path extrusionOk="0" h="2020" w="433">
                  <a:moveTo>
                    <a:pt x="226" y="1"/>
                  </a:moveTo>
                  <a:cubicBezTo>
                    <a:pt x="192" y="9"/>
                    <a:pt x="176" y="34"/>
                    <a:pt x="176" y="59"/>
                  </a:cubicBezTo>
                  <a:cubicBezTo>
                    <a:pt x="159" y="208"/>
                    <a:pt x="126" y="357"/>
                    <a:pt x="101" y="498"/>
                  </a:cubicBezTo>
                  <a:cubicBezTo>
                    <a:pt x="76" y="630"/>
                    <a:pt x="60" y="763"/>
                    <a:pt x="60" y="895"/>
                  </a:cubicBezTo>
                  <a:cubicBezTo>
                    <a:pt x="68" y="1011"/>
                    <a:pt x="93" y="1136"/>
                    <a:pt x="134" y="1243"/>
                  </a:cubicBezTo>
                  <a:cubicBezTo>
                    <a:pt x="143" y="1268"/>
                    <a:pt x="151" y="1293"/>
                    <a:pt x="168" y="1326"/>
                  </a:cubicBezTo>
                  <a:cubicBezTo>
                    <a:pt x="159" y="1359"/>
                    <a:pt x="151" y="1393"/>
                    <a:pt x="151" y="1426"/>
                  </a:cubicBezTo>
                  <a:cubicBezTo>
                    <a:pt x="110" y="1600"/>
                    <a:pt x="60" y="1774"/>
                    <a:pt x="10" y="1948"/>
                  </a:cubicBezTo>
                  <a:cubicBezTo>
                    <a:pt x="0" y="1992"/>
                    <a:pt x="32" y="2019"/>
                    <a:pt x="64" y="2019"/>
                  </a:cubicBezTo>
                  <a:cubicBezTo>
                    <a:pt x="86" y="2019"/>
                    <a:pt x="108" y="2007"/>
                    <a:pt x="118" y="1981"/>
                  </a:cubicBezTo>
                  <a:cubicBezTo>
                    <a:pt x="176" y="1823"/>
                    <a:pt x="217" y="1666"/>
                    <a:pt x="242" y="1500"/>
                  </a:cubicBezTo>
                  <a:lnTo>
                    <a:pt x="242" y="1500"/>
                  </a:lnTo>
                  <a:cubicBezTo>
                    <a:pt x="234" y="1583"/>
                    <a:pt x="234" y="1666"/>
                    <a:pt x="226" y="1749"/>
                  </a:cubicBezTo>
                  <a:cubicBezTo>
                    <a:pt x="226" y="1785"/>
                    <a:pt x="249" y="1802"/>
                    <a:pt x="274" y="1802"/>
                  </a:cubicBezTo>
                  <a:cubicBezTo>
                    <a:pt x="301" y="1802"/>
                    <a:pt x="329" y="1783"/>
                    <a:pt x="333" y="1749"/>
                  </a:cubicBezTo>
                  <a:cubicBezTo>
                    <a:pt x="333" y="1749"/>
                    <a:pt x="333" y="1741"/>
                    <a:pt x="333" y="1732"/>
                  </a:cubicBezTo>
                  <a:cubicBezTo>
                    <a:pt x="350" y="1782"/>
                    <a:pt x="358" y="1840"/>
                    <a:pt x="366" y="1890"/>
                  </a:cubicBezTo>
                  <a:cubicBezTo>
                    <a:pt x="370" y="1904"/>
                    <a:pt x="382" y="1911"/>
                    <a:pt x="394" y="1911"/>
                  </a:cubicBezTo>
                  <a:cubicBezTo>
                    <a:pt x="409" y="1911"/>
                    <a:pt x="424" y="1900"/>
                    <a:pt x="424" y="1881"/>
                  </a:cubicBezTo>
                  <a:cubicBezTo>
                    <a:pt x="424" y="1790"/>
                    <a:pt x="416" y="1707"/>
                    <a:pt x="391" y="1625"/>
                  </a:cubicBezTo>
                  <a:cubicBezTo>
                    <a:pt x="424" y="1393"/>
                    <a:pt x="433" y="1161"/>
                    <a:pt x="416" y="920"/>
                  </a:cubicBezTo>
                  <a:cubicBezTo>
                    <a:pt x="416" y="912"/>
                    <a:pt x="408" y="895"/>
                    <a:pt x="400" y="887"/>
                  </a:cubicBezTo>
                  <a:cubicBezTo>
                    <a:pt x="400" y="837"/>
                    <a:pt x="400" y="788"/>
                    <a:pt x="400" y="746"/>
                  </a:cubicBezTo>
                  <a:cubicBezTo>
                    <a:pt x="400" y="713"/>
                    <a:pt x="375" y="697"/>
                    <a:pt x="350" y="688"/>
                  </a:cubicBezTo>
                  <a:cubicBezTo>
                    <a:pt x="350" y="473"/>
                    <a:pt x="325" y="257"/>
                    <a:pt x="284" y="42"/>
                  </a:cubicBezTo>
                  <a:cubicBezTo>
                    <a:pt x="275" y="17"/>
                    <a:pt x="250" y="1"/>
                    <a:pt x="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0" name="Google Shape;6070;p18"/>
            <p:cNvSpPr/>
            <p:nvPr/>
          </p:nvSpPr>
          <p:spPr>
            <a:xfrm>
              <a:off x="2496725" y="1536900"/>
              <a:ext cx="3350" cy="19525"/>
            </a:xfrm>
            <a:custGeom>
              <a:rect b="b" l="l" r="r" t="t"/>
              <a:pathLst>
                <a:path extrusionOk="0" h="781" w="134">
                  <a:moveTo>
                    <a:pt x="58" y="1"/>
                  </a:moveTo>
                  <a:cubicBezTo>
                    <a:pt x="47" y="1"/>
                    <a:pt x="35" y="7"/>
                    <a:pt x="26" y="21"/>
                  </a:cubicBezTo>
                  <a:lnTo>
                    <a:pt x="34" y="21"/>
                  </a:lnTo>
                  <a:cubicBezTo>
                    <a:pt x="1" y="70"/>
                    <a:pt x="18" y="145"/>
                    <a:pt x="18" y="203"/>
                  </a:cubicBezTo>
                  <a:cubicBezTo>
                    <a:pt x="26" y="261"/>
                    <a:pt x="26" y="319"/>
                    <a:pt x="26" y="377"/>
                  </a:cubicBezTo>
                  <a:cubicBezTo>
                    <a:pt x="34" y="443"/>
                    <a:pt x="34" y="501"/>
                    <a:pt x="34" y="567"/>
                  </a:cubicBezTo>
                  <a:cubicBezTo>
                    <a:pt x="42" y="625"/>
                    <a:pt x="51" y="692"/>
                    <a:pt x="51" y="750"/>
                  </a:cubicBezTo>
                  <a:cubicBezTo>
                    <a:pt x="55" y="770"/>
                    <a:pt x="71" y="781"/>
                    <a:pt x="87" y="781"/>
                  </a:cubicBezTo>
                  <a:cubicBezTo>
                    <a:pt x="102" y="781"/>
                    <a:pt x="117" y="770"/>
                    <a:pt x="117" y="750"/>
                  </a:cubicBezTo>
                  <a:cubicBezTo>
                    <a:pt x="117" y="717"/>
                    <a:pt x="117" y="683"/>
                    <a:pt x="125" y="650"/>
                  </a:cubicBezTo>
                  <a:cubicBezTo>
                    <a:pt x="125" y="617"/>
                    <a:pt x="134" y="584"/>
                    <a:pt x="134" y="551"/>
                  </a:cubicBezTo>
                  <a:cubicBezTo>
                    <a:pt x="134" y="493"/>
                    <a:pt x="134" y="435"/>
                    <a:pt x="134" y="377"/>
                  </a:cubicBezTo>
                  <a:cubicBezTo>
                    <a:pt x="134" y="311"/>
                    <a:pt x="125" y="253"/>
                    <a:pt x="125" y="195"/>
                  </a:cubicBezTo>
                  <a:cubicBezTo>
                    <a:pt x="117" y="137"/>
                    <a:pt x="125" y="54"/>
                    <a:pt x="84" y="12"/>
                  </a:cubicBezTo>
                  <a:cubicBezTo>
                    <a:pt x="76" y="5"/>
                    <a:pt x="67" y="1"/>
                    <a:pt x="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1" name="Google Shape;6071;p18"/>
            <p:cNvSpPr/>
            <p:nvPr/>
          </p:nvSpPr>
          <p:spPr>
            <a:xfrm>
              <a:off x="2496325" y="1527450"/>
              <a:ext cx="2100" cy="4600"/>
            </a:xfrm>
            <a:custGeom>
              <a:rect b="b" l="l" r="r" t="t"/>
              <a:pathLst>
                <a:path extrusionOk="0" h="184" w="84">
                  <a:moveTo>
                    <a:pt x="24" y="0"/>
                  </a:moveTo>
                  <a:cubicBezTo>
                    <a:pt x="15" y="0"/>
                    <a:pt x="9" y="7"/>
                    <a:pt x="9" y="18"/>
                  </a:cubicBezTo>
                  <a:cubicBezTo>
                    <a:pt x="9" y="26"/>
                    <a:pt x="0" y="26"/>
                    <a:pt x="0" y="34"/>
                  </a:cubicBezTo>
                  <a:cubicBezTo>
                    <a:pt x="0" y="42"/>
                    <a:pt x="0" y="51"/>
                    <a:pt x="9" y="59"/>
                  </a:cubicBezTo>
                  <a:lnTo>
                    <a:pt x="9" y="92"/>
                  </a:lnTo>
                  <a:cubicBezTo>
                    <a:pt x="17" y="117"/>
                    <a:pt x="17" y="134"/>
                    <a:pt x="25" y="158"/>
                  </a:cubicBezTo>
                  <a:cubicBezTo>
                    <a:pt x="25" y="175"/>
                    <a:pt x="42" y="183"/>
                    <a:pt x="58" y="183"/>
                  </a:cubicBezTo>
                  <a:cubicBezTo>
                    <a:pt x="75" y="175"/>
                    <a:pt x="83" y="158"/>
                    <a:pt x="83" y="142"/>
                  </a:cubicBezTo>
                  <a:cubicBezTo>
                    <a:pt x="75" y="117"/>
                    <a:pt x="75" y="100"/>
                    <a:pt x="67" y="76"/>
                  </a:cubicBezTo>
                  <a:cubicBezTo>
                    <a:pt x="67" y="67"/>
                    <a:pt x="58" y="51"/>
                    <a:pt x="58" y="42"/>
                  </a:cubicBezTo>
                  <a:cubicBezTo>
                    <a:pt x="50" y="26"/>
                    <a:pt x="50" y="18"/>
                    <a:pt x="42" y="9"/>
                  </a:cubicBezTo>
                  <a:cubicBezTo>
                    <a:pt x="36" y="3"/>
                    <a:pt x="29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2" name="Google Shape;6072;p18"/>
            <p:cNvSpPr/>
            <p:nvPr/>
          </p:nvSpPr>
          <p:spPr>
            <a:xfrm>
              <a:off x="2491975" y="1517525"/>
              <a:ext cx="3125" cy="4875"/>
            </a:xfrm>
            <a:custGeom>
              <a:rect b="b" l="l" r="r" t="t"/>
              <a:pathLst>
                <a:path extrusionOk="0" h="195" w="125">
                  <a:moveTo>
                    <a:pt x="17" y="0"/>
                  </a:moveTo>
                  <a:cubicBezTo>
                    <a:pt x="9" y="9"/>
                    <a:pt x="0" y="17"/>
                    <a:pt x="9" y="33"/>
                  </a:cubicBezTo>
                  <a:cubicBezTo>
                    <a:pt x="9" y="42"/>
                    <a:pt x="9" y="42"/>
                    <a:pt x="9" y="50"/>
                  </a:cubicBezTo>
                  <a:cubicBezTo>
                    <a:pt x="17" y="58"/>
                    <a:pt x="17" y="67"/>
                    <a:pt x="17" y="75"/>
                  </a:cubicBezTo>
                  <a:cubicBezTo>
                    <a:pt x="25" y="83"/>
                    <a:pt x="34" y="100"/>
                    <a:pt x="34" y="108"/>
                  </a:cubicBezTo>
                  <a:cubicBezTo>
                    <a:pt x="50" y="133"/>
                    <a:pt x="58" y="158"/>
                    <a:pt x="67" y="174"/>
                  </a:cubicBezTo>
                  <a:cubicBezTo>
                    <a:pt x="73" y="186"/>
                    <a:pt x="83" y="194"/>
                    <a:pt x="95" y="194"/>
                  </a:cubicBezTo>
                  <a:cubicBezTo>
                    <a:pt x="99" y="194"/>
                    <a:pt x="104" y="193"/>
                    <a:pt x="108" y="191"/>
                  </a:cubicBezTo>
                  <a:cubicBezTo>
                    <a:pt x="125" y="183"/>
                    <a:pt x="125" y="158"/>
                    <a:pt x="116" y="149"/>
                  </a:cubicBezTo>
                  <a:cubicBezTo>
                    <a:pt x="108" y="125"/>
                    <a:pt x="100" y="100"/>
                    <a:pt x="83" y="75"/>
                  </a:cubicBezTo>
                  <a:lnTo>
                    <a:pt x="67" y="42"/>
                  </a:lnTo>
                  <a:cubicBezTo>
                    <a:pt x="67" y="33"/>
                    <a:pt x="58" y="33"/>
                    <a:pt x="58" y="25"/>
                  </a:cubicBezTo>
                  <a:cubicBezTo>
                    <a:pt x="50" y="17"/>
                    <a:pt x="50" y="17"/>
                    <a:pt x="42" y="9"/>
                  </a:cubicBezTo>
                  <a:cubicBezTo>
                    <a:pt x="34" y="0"/>
                    <a:pt x="25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3" name="Google Shape;6073;p18"/>
            <p:cNvSpPr/>
            <p:nvPr/>
          </p:nvSpPr>
          <p:spPr>
            <a:xfrm>
              <a:off x="2585800" y="1639650"/>
              <a:ext cx="7350" cy="10450"/>
            </a:xfrm>
            <a:custGeom>
              <a:rect b="b" l="l" r="r" t="t"/>
              <a:pathLst>
                <a:path extrusionOk="0" h="418" w="294">
                  <a:moveTo>
                    <a:pt x="41" y="0"/>
                  </a:moveTo>
                  <a:cubicBezTo>
                    <a:pt x="30" y="0"/>
                    <a:pt x="15" y="8"/>
                    <a:pt x="9" y="20"/>
                  </a:cubicBezTo>
                  <a:cubicBezTo>
                    <a:pt x="1" y="37"/>
                    <a:pt x="1" y="62"/>
                    <a:pt x="9" y="87"/>
                  </a:cubicBezTo>
                  <a:cubicBezTo>
                    <a:pt x="9" y="111"/>
                    <a:pt x="17" y="128"/>
                    <a:pt x="26" y="145"/>
                  </a:cubicBezTo>
                  <a:cubicBezTo>
                    <a:pt x="42" y="178"/>
                    <a:pt x="59" y="211"/>
                    <a:pt x="75" y="244"/>
                  </a:cubicBezTo>
                  <a:cubicBezTo>
                    <a:pt x="117" y="310"/>
                    <a:pt x="166" y="360"/>
                    <a:pt x="224" y="410"/>
                  </a:cubicBezTo>
                  <a:cubicBezTo>
                    <a:pt x="232" y="415"/>
                    <a:pt x="239" y="417"/>
                    <a:pt x="246" y="417"/>
                  </a:cubicBezTo>
                  <a:cubicBezTo>
                    <a:pt x="272" y="417"/>
                    <a:pt x="294" y="388"/>
                    <a:pt x="274" y="368"/>
                  </a:cubicBezTo>
                  <a:cubicBezTo>
                    <a:pt x="224" y="310"/>
                    <a:pt x="191" y="252"/>
                    <a:pt x="158" y="194"/>
                  </a:cubicBezTo>
                  <a:cubicBezTo>
                    <a:pt x="142" y="161"/>
                    <a:pt x="125" y="128"/>
                    <a:pt x="108" y="95"/>
                  </a:cubicBezTo>
                  <a:cubicBezTo>
                    <a:pt x="100" y="78"/>
                    <a:pt x="100" y="62"/>
                    <a:pt x="92" y="53"/>
                  </a:cubicBezTo>
                  <a:cubicBezTo>
                    <a:pt x="84" y="37"/>
                    <a:pt x="67" y="12"/>
                    <a:pt x="50" y="4"/>
                  </a:cubicBezTo>
                  <a:cubicBezTo>
                    <a:pt x="48" y="1"/>
                    <a:pt x="45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4" name="Google Shape;6074;p18"/>
            <p:cNvSpPr/>
            <p:nvPr/>
          </p:nvSpPr>
          <p:spPr>
            <a:xfrm>
              <a:off x="2584150" y="1630000"/>
              <a:ext cx="1475" cy="3750"/>
            </a:xfrm>
            <a:custGeom>
              <a:rect b="b" l="l" r="r" t="t"/>
              <a:pathLst>
                <a:path extrusionOk="0" h="150" w="59">
                  <a:moveTo>
                    <a:pt x="9" y="0"/>
                  </a:moveTo>
                  <a:cubicBezTo>
                    <a:pt x="0" y="9"/>
                    <a:pt x="0" y="17"/>
                    <a:pt x="0" y="25"/>
                  </a:cubicBezTo>
                  <a:cubicBezTo>
                    <a:pt x="0" y="42"/>
                    <a:pt x="0" y="50"/>
                    <a:pt x="0" y="67"/>
                  </a:cubicBezTo>
                  <a:lnTo>
                    <a:pt x="0" y="91"/>
                  </a:lnTo>
                  <a:cubicBezTo>
                    <a:pt x="0" y="100"/>
                    <a:pt x="0" y="108"/>
                    <a:pt x="0" y="116"/>
                  </a:cubicBezTo>
                  <a:cubicBezTo>
                    <a:pt x="0" y="133"/>
                    <a:pt x="9" y="149"/>
                    <a:pt x="25" y="149"/>
                  </a:cubicBezTo>
                  <a:cubicBezTo>
                    <a:pt x="34" y="149"/>
                    <a:pt x="42" y="141"/>
                    <a:pt x="42" y="141"/>
                  </a:cubicBezTo>
                  <a:cubicBezTo>
                    <a:pt x="50" y="133"/>
                    <a:pt x="50" y="125"/>
                    <a:pt x="50" y="116"/>
                  </a:cubicBezTo>
                  <a:cubicBezTo>
                    <a:pt x="50" y="100"/>
                    <a:pt x="58" y="83"/>
                    <a:pt x="50" y="58"/>
                  </a:cubicBezTo>
                  <a:cubicBezTo>
                    <a:pt x="50" y="42"/>
                    <a:pt x="42" y="25"/>
                    <a:pt x="34" y="9"/>
                  </a:cubicBezTo>
                  <a:cubicBezTo>
                    <a:pt x="25" y="9"/>
                    <a:pt x="17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5" name="Google Shape;6075;p18"/>
            <p:cNvSpPr/>
            <p:nvPr/>
          </p:nvSpPr>
          <p:spPr>
            <a:xfrm>
              <a:off x="2582900" y="1623575"/>
              <a:ext cx="25" cy="225"/>
            </a:xfrm>
            <a:custGeom>
              <a:rect b="b" l="l" r="r" t="t"/>
              <a:pathLst>
                <a:path extrusionOk="0" h="9" w="1">
                  <a:moveTo>
                    <a:pt x="1" y="0"/>
                  </a:moveTo>
                  <a:cubicBezTo>
                    <a:pt x="1" y="0"/>
                    <a:pt x="1" y="9"/>
                    <a:pt x="1" y="9"/>
                  </a:cubicBezTo>
                  <a:cubicBezTo>
                    <a:pt x="1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6" name="Google Shape;6076;p18"/>
            <p:cNvSpPr/>
            <p:nvPr/>
          </p:nvSpPr>
          <p:spPr>
            <a:xfrm>
              <a:off x="2532150" y="1797200"/>
              <a:ext cx="10950" cy="14100"/>
            </a:xfrm>
            <a:custGeom>
              <a:rect b="b" l="l" r="r" t="t"/>
              <a:pathLst>
                <a:path extrusionOk="0" h="564" w="438">
                  <a:moveTo>
                    <a:pt x="53" y="0"/>
                  </a:moveTo>
                  <a:cubicBezTo>
                    <a:pt x="31" y="0"/>
                    <a:pt x="9" y="16"/>
                    <a:pt x="9" y="40"/>
                  </a:cubicBezTo>
                  <a:cubicBezTo>
                    <a:pt x="1" y="73"/>
                    <a:pt x="9" y="106"/>
                    <a:pt x="34" y="131"/>
                  </a:cubicBezTo>
                  <a:cubicBezTo>
                    <a:pt x="42" y="156"/>
                    <a:pt x="59" y="181"/>
                    <a:pt x="67" y="197"/>
                  </a:cubicBezTo>
                  <a:cubicBezTo>
                    <a:pt x="100" y="239"/>
                    <a:pt x="133" y="280"/>
                    <a:pt x="175" y="322"/>
                  </a:cubicBezTo>
                  <a:cubicBezTo>
                    <a:pt x="208" y="363"/>
                    <a:pt x="241" y="405"/>
                    <a:pt x="283" y="438"/>
                  </a:cubicBezTo>
                  <a:cubicBezTo>
                    <a:pt x="299" y="454"/>
                    <a:pt x="316" y="479"/>
                    <a:pt x="332" y="496"/>
                  </a:cubicBezTo>
                  <a:cubicBezTo>
                    <a:pt x="349" y="521"/>
                    <a:pt x="365" y="537"/>
                    <a:pt x="382" y="554"/>
                  </a:cubicBezTo>
                  <a:cubicBezTo>
                    <a:pt x="387" y="561"/>
                    <a:pt x="393" y="564"/>
                    <a:pt x="400" y="564"/>
                  </a:cubicBezTo>
                  <a:cubicBezTo>
                    <a:pt x="418" y="564"/>
                    <a:pt x="438" y="544"/>
                    <a:pt x="432" y="521"/>
                  </a:cubicBezTo>
                  <a:cubicBezTo>
                    <a:pt x="423" y="496"/>
                    <a:pt x="415" y="471"/>
                    <a:pt x="407" y="446"/>
                  </a:cubicBezTo>
                  <a:cubicBezTo>
                    <a:pt x="390" y="421"/>
                    <a:pt x="382" y="405"/>
                    <a:pt x="365" y="380"/>
                  </a:cubicBezTo>
                  <a:cubicBezTo>
                    <a:pt x="332" y="338"/>
                    <a:pt x="299" y="297"/>
                    <a:pt x="266" y="255"/>
                  </a:cubicBezTo>
                  <a:cubicBezTo>
                    <a:pt x="233" y="222"/>
                    <a:pt x="200" y="181"/>
                    <a:pt x="167" y="148"/>
                  </a:cubicBezTo>
                  <a:cubicBezTo>
                    <a:pt x="150" y="123"/>
                    <a:pt x="142" y="106"/>
                    <a:pt x="125" y="81"/>
                  </a:cubicBezTo>
                  <a:cubicBezTo>
                    <a:pt x="109" y="57"/>
                    <a:pt x="100" y="32"/>
                    <a:pt x="75" y="7"/>
                  </a:cubicBezTo>
                  <a:cubicBezTo>
                    <a:pt x="69" y="2"/>
                    <a:pt x="61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7" name="Google Shape;6077;p18"/>
            <p:cNvSpPr/>
            <p:nvPr/>
          </p:nvSpPr>
          <p:spPr>
            <a:xfrm>
              <a:off x="2530925" y="1792400"/>
              <a:ext cx="1475" cy="1675"/>
            </a:xfrm>
            <a:custGeom>
              <a:rect b="b" l="l" r="r" t="t"/>
              <a:pathLst>
                <a:path extrusionOk="0" h="67" w="59">
                  <a:moveTo>
                    <a:pt x="8" y="0"/>
                  </a:moveTo>
                  <a:cubicBezTo>
                    <a:pt x="8" y="0"/>
                    <a:pt x="8" y="8"/>
                    <a:pt x="8" y="8"/>
                  </a:cubicBezTo>
                  <a:cubicBezTo>
                    <a:pt x="0" y="8"/>
                    <a:pt x="0" y="17"/>
                    <a:pt x="8" y="17"/>
                  </a:cubicBezTo>
                  <a:cubicBezTo>
                    <a:pt x="17" y="33"/>
                    <a:pt x="25" y="42"/>
                    <a:pt x="33" y="58"/>
                  </a:cubicBezTo>
                  <a:cubicBezTo>
                    <a:pt x="33" y="66"/>
                    <a:pt x="42" y="66"/>
                    <a:pt x="42" y="66"/>
                  </a:cubicBezTo>
                  <a:lnTo>
                    <a:pt x="58" y="66"/>
                  </a:lnTo>
                  <a:cubicBezTo>
                    <a:pt x="58" y="58"/>
                    <a:pt x="58" y="58"/>
                    <a:pt x="58" y="50"/>
                  </a:cubicBezTo>
                  <a:cubicBezTo>
                    <a:pt x="58" y="42"/>
                    <a:pt x="58" y="42"/>
                    <a:pt x="58" y="42"/>
                  </a:cubicBezTo>
                  <a:cubicBezTo>
                    <a:pt x="50" y="25"/>
                    <a:pt x="33" y="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8" name="Google Shape;6078;p18"/>
            <p:cNvSpPr/>
            <p:nvPr/>
          </p:nvSpPr>
          <p:spPr>
            <a:xfrm>
              <a:off x="2506050" y="1816800"/>
              <a:ext cx="12050" cy="10500"/>
            </a:xfrm>
            <a:custGeom>
              <a:rect b="b" l="l" r="r" t="t"/>
              <a:pathLst>
                <a:path extrusionOk="0" h="420" w="482">
                  <a:moveTo>
                    <a:pt x="63" y="0"/>
                  </a:moveTo>
                  <a:cubicBezTo>
                    <a:pt x="59" y="0"/>
                    <a:pt x="55" y="1"/>
                    <a:pt x="51" y="2"/>
                  </a:cubicBezTo>
                  <a:cubicBezTo>
                    <a:pt x="17" y="2"/>
                    <a:pt x="1" y="18"/>
                    <a:pt x="1" y="51"/>
                  </a:cubicBezTo>
                  <a:cubicBezTo>
                    <a:pt x="1" y="85"/>
                    <a:pt x="26" y="101"/>
                    <a:pt x="42" y="126"/>
                  </a:cubicBezTo>
                  <a:cubicBezTo>
                    <a:pt x="59" y="143"/>
                    <a:pt x="75" y="159"/>
                    <a:pt x="92" y="167"/>
                  </a:cubicBezTo>
                  <a:cubicBezTo>
                    <a:pt x="125" y="201"/>
                    <a:pt x="158" y="234"/>
                    <a:pt x="191" y="259"/>
                  </a:cubicBezTo>
                  <a:cubicBezTo>
                    <a:pt x="266" y="325"/>
                    <a:pt x="332" y="383"/>
                    <a:pt x="423" y="416"/>
                  </a:cubicBezTo>
                  <a:cubicBezTo>
                    <a:pt x="428" y="418"/>
                    <a:pt x="433" y="419"/>
                    <a:pt x="438" y="419"/>
                  </a:cubicBezTo>
                  <a:cubicBezTo>
                    <a:pt x="452" y="419"/>
                    <a:pt x="467" y="412"/>
                    <a:pt x="473" y="399"/>
                  </a:cubicBezTo>
                  <a:cubicBezTo>
                    <a:pt x="481" y="383"/>
                    <a:pt x="481" y="358"/>
                    <a:pt x="465" y="341"/>
                  </a:cubicBezTo>
                  <a:cubicBezTo>
                    <a:pt x="407" y="283"/>
                    <a:pt x="332" y="234"/>
                    <a:pt x="266" y="176"/>
                  </a:cubicBezTo>
                  <a:cubicBezTo>
                    <a:pt x="233" y="143"/>
                    <a:pt x="200" y="118"/>
                    <a:pt x="167" y="85"/>
                  </a:cubicBezTo>
                  <a:cubicBezTo>
                    <a:pt x="150" y="68"/>
                    <a:pt x="133" y="60"/>
                    <a:pt x="125" y="43"/>
                  </a:cubicBezTo>
                  <a:cubicBezTo>
                    <a:pt x="104" y="22"/>
                    <a:pt x="88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9" name="Google Shape;6079;p18"/>
            <p:cNvSpPr/>
            <p:nvPr/>
          </p:nvSpPr>
          <p:spPr>
            <a:xfrm>
              <a:off x="2504400" y="1823450"/>
              <a:ext cx="4375" cy="5325"/>
            </a:xfrm>
            <a:custGeom>
              <a:rect b="b" l="l" r="r" t="t"/>
              <a:pathLst>
                <a:path extrusionOk="0" h="213" w="175">
                  <a:moveTo>
                    <a:pt x="25" y="1"/>
                  </a:moveTo>
                  <a:cubicBezTo>
                    <a:pt x="9" y="1"/>
                    <a:pt x="1" y="9"/>
                    <a:pt x="1" y="17"/>
                  </a:cubicBezTo>
                  <a:cubicBezTo>
                    <a:pt x="1" y="42"/>
                    <a:pt x="9" y="59"/>
                    <a:pt x="25" y="75"/>
                  </a:cubicBezTo>
                  <a:cubicBezTo>
                    <a:pt x="34" y="92"/>
                    <a:pt x="42" y="109"/>
                    <a:pt x="50" y="117"/>
                  </a:cubicBezTo>
                  <a:cubicBezTo>
                    <a:pt x="75" y="150"/>
                    <a:pt x="100" y="175"/>
                    <a:pt x="117" y="200"/>
                  </a:cubicBezTo>
                  <a:cubicBezTo>
                    <a:pt x="125" y="208"/>
                    <a:pt x="135" y="212"/>
                    <a:pt x="145" y="212"/>
                  </a:cubicBezTo>
                  <a:cubicBezTo>
                    <a:pt x="154" y="212"/>
                    <a:pt x="162" y="208"/>
                    <a:pt x="166" y="200"/>
                  </a:cubicBezTo>
                  <a:cubicBezTo>
                    <a:pt x="175" y="200"/>
                    <a:pt x="175" y="183"/>
                    <a:pt x="175" y="175"/>
                  </a:cubicBezTo>
                  <a:cubicBezTo>
                    <a:pt x="175" y="167"/>
                    <a:pt x="175" y="158"/>
                    <a:pt x="166" y="150"/>
                  </a:cubicBezTo>
                  <a:cubicBezTo>
                    <a:pt x="150" y="125"/>
                    <a:pt x="125" y="100"/>
                    <a:pt x="100" y="75"/>
                  </a:cubicBezTo>
                  <a:cubicBezTo>
                    <a:pt x="92" y="59"/>
                    <a:pt x="83" y="51"/>
                    <a:pt x="67" y="34"/>
                  </a:cubicBezTo>
                  <a:cubicBezTo>
                    <a:pt x="59" y="17"/>
                    <a:pt x="42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0" name="Google Shape;6080;p18"/>
            <p:cNvSpPr/>
            <p:nvPr/>
          </p:nvSpPr>
          <p:spPr>
            <a:xfrm>
              <a:off x="2698075" y="1427225"/>
              <a:ext cx="19350" cy="22200"/>
            </a:xfrm>
            <a:custGeom>
              <a:rect b="b" l="l" r="r" t="t"/>
              <a:pathLst>
                <a:path extrusionOk="0" h="888" w="774">
                  <a:moveTo>
                    <a:pt x="738" y="0"/>
                  </a:moveTo>
                  <a:cubicBezTo>
                    <a:pt x="733" y="0"/>
                    <a:pt x="727" y="3"/>
                    <a:pt x="721" y="8"/>
                  </a:cubicBezTo>
                  <a:cubicBezTo>
                    <a:pt x="647" y="83"/>
                    <a:pt x="572" y="141"/>
                    <a:pt x="498" y="215"/>
                  </a:cubicBezTo>
                  <a:cubicBezTo>
                    <a:pt x="431" y="281"/>
                    <a:pt x="373" y="348"/>
                    <a:pt x="307" y="422"/>
                  </a:cubicBezTo>
                  <a:cubicBezTo>
                    <a:pt x="249" y="489"/>
                    <a:pt x="191" y="555"/>
                    <a:pt x="133" y="621"/>
                  </a:cubicBezTo>
                  <a:cubicBezTo>
                    <a:pt x="100" y="663"/>
                    <a:pt x="75" y="696"/>
                    <a:pt x="42" y="729"/>
                  </a:cubicBezTo>
                  <a:lnTo>
                    <a:pt x="50" y="729"/>
                  </a:lnTo>
                  <a:cubicBezTo>
                    <a:pt x="25" y="770"/>
                    <a:pt x="0" y="803"/>
                    <a:pt x="0" y="853"/>
                  </a:cubicBezTo>
                  <a:cubicBezTo>
                    <a:pt x="0" y="867"/>
                    <a:pt x="13" y="888"/>
                    <a:pt x="27" y="888"/>
                  </a:cubicBezTo>
                  <a:cubicBezTo>
                    <a:pt x="29" y="888"/>
                    <a:pt x="31" y="887"/>
                    <a:pt x="34" y="886"/>
                  </a:cubicBezTo>
                  <a:cubicBezTo>
                    <a:pt x="75" y="870"/>
                    <a:pt x="108" y="837"/>
                    <a:pt x="133" y="803"/>
                  </a:cubicBezTo>
                  <a:cubicBezTo>
                    <a:pt x="158" y="762"/>
                    <a:pt x="191" y="729"/>
                    <a:pt x="216" y="696"/>
                  </a:cubicBezTo>
                  <a:cubicBezTo>
                    <a:pt x="274" y="629"/>
                    <a:pt x="332" y="563"/>
                    <a:pt x="390" y="497"/>
                  </a:cubicBezTo>
                  <a:cubicBezTo>
                    <a:pt x="456" y="431"/>
                    <a:pt x="514" y="356"/>
                    <a:pt x="580" y="281"/>
                  </a:cubicBezTo>
                  <a:cubicBezTo>
                    <a:pt x="638" y="207"/>
                    <a:pt x="696" y="132"/>
                    <a:pt x="754" y="49"/>
                  </a:cubicBezTo>
                  <a:cubicBezTo>
                    <a:pt x="774" y="30"/>
                    <a:pt x="758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1" name="Google Shape;6081;p18"/>
            <p:cNvSpPr/>
            <p:nvPr/>
          </p:nvSpPr>
          <p:spPr>
            <a:xfrm>
              <a:off x="2695800" y="1450275"/>
              <a:ext cx="5000" cy="5550"/>
            </a:xfrm>
            <a:custGeom>
              <a:rect b="b" l="l" r="r" t="t"/>
              <a:pathLst>
                <a:path extrusionOk="0" h="222" w="200">
                  <a:moveTo>
                    <a:pt x="166" y="0"/>
                  </a:moveTo>
                  <a:cubicBezTo>
                    <a:pt x="159" y="0"/>
                    <a:pt x="153" y="2"/>
                    <a:pt x="149" y="6"/>
                  </a:cubicBezTo>
                  <a:cubicBezTo>
                    <a:pt x="116" y="31"/>
                    <a:pt x="83" y="55"/>
                    <a:pt x="58" y="89"/>
                  </a:cubicBezTo>
                  <a:cubicBezTo>
                    <a:pt x="50" y="105"/>
                    <a:pt x="33" y="122"/>
                    <a:pt x="25" y="138"/>
                  </a:cubicBezTo>
                  <a:cubicBezTo>
                    <a:pt x="17" y="147"/>
                    <a:pt x="17" y="155"/>
                    <a:pt x="9" y="163"/>
                  </a:cubicBezTo>
                  <a:cubicBezTo>
                    <a:pt x="9" y="180"/>
                    <a:pt x="0" y="188"/>
                    <a:pt x="0" y="205"/>
                  </a:cubicBezTo>
                  <a:cubicBezTo>
                    <a:pt x="9" y="213"/>
                    <a:pt x="17" y="221"/>
                    <a:pt x="33" y="221"/>
                  </a:cubicBezTo>
                  <a:cubicBezTo>
                    <a:pt x="42" y="213"/>
                    <a:pt x="50" y="205"/>
                    <a:pt x="58" y="196"/>
                  </a:cubicBezTo>
                  <a:cubicBezTo>
                    <a:pt x="58" y="188"/>
                    <a:pt x="67" y="180"/>
                    <a:pt x="75" y="180"/>
                  </a:cubicBezTo>
                  <a:cubicBezTo>
                    <a:pt x="83" y="163"/>
                    <a:pt x="100" y="147"/>
                    <a:pt x="108" y="130"/>
                  </a:cubicBezTo>
                  <a:cubicBezTo>
                    <a:pt x="133" y="105"/>
                    <a:pt x="158" y="80"/>
                    <a:pt x="183" y="55"/>
                  </a:cubicBezTo>
                  <a:cubicBezTo>
                    <a:pt x="199" y="47"/>
                    <a:pt x="199" y="22"/>
                    <a:pt x="191" y="14"/>
                  </a:cubicBezTo>
                  <a:cubicBezTo>
                    <a:pt x="186" y="4"/>
                    <a:pt x="176" y="0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2" name="Google Shape;6082;p18"/>
            <p:cNvSpPr/>
            <p:nvPr/>
          </p:nvSpPr>
          <p:spPr>
            <a:xfrm>
              <a:off x="2691500" y="1457375"/>
              <a:ext cx="3500" cy="5025"/>
            </a:xfrm>
            <a:custGeom>
              <a:rect b="b" l="l" r="r" t="t"/>
              <a:pathLst>
                <a:path extrusionOk="0" h="201" w="140">
                  <a:moveTo>
                    <a:pt x="109" y="0"/>
                  </a:moveTo>
                  <a:cubicBezTo>
                    <a:pt x="98" y="0"/>
                    <a:pt x="87" y="8"/>
                    <a:pt x="81" y="20"/>
                  </a:cubicBezTo>
                  <a:cubicBezTo>
                    <a:pt x="65" y="45"/>
                    <a:pt x="48" y="70"/>
                    <a:pt x="40" y="95"/>
                  </a:cubicBezTo>
                  <a:cubicBezTo>
                    <a:pt x="23" y="119"/>
                    <a:pt x="15" y="144"/>
                    <a:pt x="7" y="177"/>
                  </a:cubicBezTo>
                  <a:cubicBezTo>
                    <a:pt x="1" y="189"/>
                    <a:pt x="11" y="201"/>
                    <a:pt x="24" y="201"/>
                  </a:cubicBezTo>
                  <a:cubicBezTo>
                    <a:pt x="29" y="201"/>
                    <a:pt x="35" y="199"/>
                    <a:pt x="40" y="194"/>
                  </a:cubicBezTo>
                  <a:cubicBezTo>
                    <a:pt x="56" y="177"/>
                    <a:pt x="73" y="153"/>
                    <a:pt x="89" y="128"/>
                  </a:cubicBezTo>
                  <a:cubicBezTo>
                    <a:pt x="106" y="103"/>
                    <a:pt x="123" y="78"/>
                    <a:pt x="131" y="53"/>
                  </a:cubicBezTo>
                  <a:cubicBezTo>
                    <a:pt x="139" y="37"/>
                    <a:pt x="139" y="12"/>
                    <a:pt x="123" y="3"/>
                  </a:cubicBezTo>
                  <a:cubicBezTo>
                    <a:pt x="118" y="1"/>
                    <a:pt x="114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3" name="Google Shape;6083;p18"/>
            <p:cNvSpPr/>
            <p:nvPr/>
          </p:nvSpPr>
          <p:spPr>
            <a:xfrm>
              <a:off x="2477050" y="1704675"/>
              <a:ext cx="81650" cy="54225"/>
            </a:xfrm>
            <a:custGeom>
              <a:rect b="b" l="l" r="r" t="t"/>
              <a:pathLst>
                <a:path extrusionOk="0" h="2169" w="3266">
                  <a:moveTo>
                    <a:pt x="1059" y="1"/>
                  </a:moveTo>
                  <a:cubicBezTo>
                    <a:pt x="1055" y="1"/>
                    <a:pt x="1050" y="2"/>
                    <a:pt x="1045" y="4"/>
                  </a:cubicBezTo>
                  <a:cubicBezTo>
                    <a:pt x="979" y="13"/>
                    <a:pt x="921" y="21"/>
                    <a:pt x="863" y="46"/>
                  </a:cubicBezTo>
                  <a:lnTo>
                    <a:pt x="854" y="46"/>
                  </a:lnTo>
                  <a:cubicBezTo>
                    <a:pt x="852" y="43"/>
                    <a:pt x="849" y="42"/>
                    <a:pt x="846" y="42"/>
                  </a:cubicBezTo>
                  <a:cubicBezTo>
                    <a:pt x="840" y="42"/>
                    <a:pt x="835" y="46"/>
                    <a:pt x="829" y="46"/>
                  </a:cubicBezTo>
                  <a:cubicBezTo>
                    <a:pt x="788" y="54"/>
                    <a:pt x="755" y="62"/>
                    <a:pt x="713" y="71"/>
                  </a:cubicBezTo>
                  <a:cubicBezTo>
                    <a:pt x="689" y="71"/>
                    <a:pt x="680" y="95"/>
                    <a:pt x="672" y="120"/>
                  </a:cubicBezTo>
                  <a:cubicBezTo>
                    <a:pt x="647" y="153"/>
                    <a:pt x="672" y="203"/>
                    <a:pt x="705" y="211"/>
                  </a:cubicBezTo>
                  <a:cubicBezTo>
                    <a:pt x="672" y="286"/>
                    <a:pt x="647" y="369"/>
                    <a:pt x="622" y="435"/>
                  </a:cubicBezTo>
                  <a:cubicBezTo>
                    <a:pt x="581" y="576"/>
                    <a:pt x="539" y="717"/>
                    <a:pt x="531" y="866"/>
                  </a:cubicBezTo>
                  <a:cubicBezTo>
                    <a:pt x="524" y="864"/>
                    <a:pt x="518" y="863"/>
                    <a:pt x="513" y="863"/>
                  </a:cubicBezTo>
                  <a:cubicBezTo>
                    <a:pt x="498" y="863"/>
                    <a:pt x="487" y="870"/>
                    <a:pt x="481" y="883"/>
                  </a:cubicBezTo>
                  <a:cubicBezTo>
                    <a:pt x="457" y="866"/>
                    <a:pt x="432" y="849"/>
                    <a:pt x="407" y="841"/>
                  </a:cubicBezTo>
                  <a:cubicBezTo>
                    <a:pt x="374" y="825"/>
                    <a:pt x="341" y="808"/>
                    <a:pt x="307" y="791"/>
                  </a:cubicBezTo>
                  <a:cubicBezTo>
                    <a:pt x="262" y="772"/>
                    <a:pt x="212" y="742"/>
                    <a:pt x="160" y="742"/>
                  </a:cubicBezTo>
                  <a:cubicBezTo>
                    <a:pt x="146" y="742"/>
                    <a:pt x="131" y="745"/>
                    <a:pt x="117" y="750"/>
                  </a:cubicBezTo>
                  <a:lnTo>
                    <a:pt x="125" y="750"/>
                  </a:lnTo>
                  <a:cubicBezTo>
                    <a:pt x="17" y="783"/>
                    <a:pt x="1" y="924"/>
                    <a:pt x="59" y="1007"/>
                  </a:cubicBezTo>
                  <a:cubicBezTo>
                    <a:pt x="117" y="1106"/>
                    <a:pt x="225" y="1139"/>
                    <a:pt x="299" y="1222"/>
                  </a:cubicBezTo>
                  <a:cubicBezTo>
                    <a:pt x="299" y="1222"/>
                    <a:pt x="307" y="1231"/>
                    <a:pt x="307" y="1239"/>
                  </a:cubicBezTo>
                  <a:cubicBezTo>
                    <a:pt x="307" y="1280"/>
                    <a:pt x="316" y="1322"/>
                    <a:pt x="316" y="1371"/>
                  </a:cubicBezTo>
                  <a:cubicBezTo>
                    <a:pt x="316" y="1438"/>
                    <a:pt x="316" y="1496"/>
                    <a:pt x="291" y="1562"/>
                  </a:cubicBezTo>
                  <a:cubicBezTo>
                    <a:pt x="258" y="1670"/>
                    <a:pt x="191" y="1761"/>
                    <a:pt x="167" y="1877"/>
                  </a:cubicBezTo>
                  <a:cubicBezTo>
                    <a:pt x="158" y="1918"/>
                    <a:pt x="183" y="1943"/>
                    <a:pt x="216" y="1951"/>
                  </a:cubicBezTo>
                  <a:cubicBezTo>
                    <a:pt x="225" y="1976"/>
                    <a:pt x="249" y="2001"/>
                    <a:pt x="274" y="2001"/>
                  </a:cubicBezTo>
                  <a:cubicBezTo>
                    <a:pt x="274" y="2009"/>
                    <a:pt x="274" y="2026"/>
                    <a:pt x="274" y="2043"/>
                  </a:cubicBezTo>
                  <a:cubicBezTo>
                    <a:pt x="307" y="2125"/>
                    <a:pt x="390" y="2159"/>
                    <a:pt x="465" y="2167"/>
                  </a:cubicBezTo>
                  <a:cubicBezTo>
                    <a:pt x="478" y="2168"/>
                    <a:pt x="490" y="2169"/>
                    <a:pt x="503" y="2169"/>
                  </a:cubicBezTo>
                  <a:cubicBezTo>
                    <a:pt x="671" y="2169"/>
                    <a:pt x="832" y="2069"/>
                    <a:pt x="979" y="1985"/>
                  </a:cubicBezTo>
                  <a:cubicBezTo>
                    <a:pt x="1144" y="1893"/>
                    <a:pt x="1318" y="1802"/>
                    <a:pt x="1501" y="1753"/>
                  </a:cubicBezTo>
                  <a:cubicBezTo>
                    <a:pt x="1592" y="1729"/>
                    <a:pt x="1684" y="1718"/>
                    <a:pt x="1777" y="1718"/>
                  </a:cubicBezTo>
                  <a:cubicBezTo>
                    <a:pt x="1879" y="1718"/>
                    <a:pt x="1981" y="1731"/>
                    <a:pt x="2081" y="1753"/>
                  </a:cubicBezTo>
                  <a:cubicBezTo>
                    <a:pt x="2470" y="1844"/>
                    <a:pt x="2826" y="2059"/>
                    <a:pt x="3224" y="2076"/>
                  </a:cubicBezTo>
                  <a:cubicBezTo>
                    <a:pt x="3226" y="2076"/>
                    <a:pt x="3229" y="2076"/>
                    <a:pt x="3231" y="2076"/>
                  </a:cubicBezTo>
                  <a:cubicBezTo>
                    <a:pt x="3265" y="2076"/>
                    <a:pt x="3263" y="2017"/>
                    <a:pt x="3232" y="2009"/>
                  </a:cubicBezTo>
                  <a:cubicBezTo>
                    <a:pt x="3133" y="1985"/>
                    <a:pt x="3042" y="1960"/>
                    <a:pt x="2942" y="1927"/>
                  </a:cubicBezTo>
                  <a:cubicBezTo>
                    <a:pt x="2984" y="1918"/>
                    <a:pt x="3000" y="1844"/>
                    <a:pt x="2959" y="1819"/>
                  </a:cubicBezTo>
                  <a:cubicBezTo>
                    <a:pt x="2868" y="1753"/>
                    <a:pt x="2768" y="1695"/>
                    <a:pt x="2677" y="1645"/>
                  </a:cubicBezTo>
                  <a:cubicBezTo>
                    <a:pt x="2586" y="1545"/>
                    <a:pt x="2478" y="1463"/>
                    <a:pt x="2362" y="1388"/>
                  </a:cubicBezTo>
                  <a:cubicBezTo>
                    <a:pt x="2197" y="1297"/>
                    <a:pt x="2023" y="1239"/>
                    <a:pt x="1840" y="1214"/>
                  </a:cubicBezTo>
                  <a:cubicBezTo>
                    <a:pt x="1741" y="1197"/>
                    <a:pt x="1650" y="1197"/>
                    <a:pt x="1559" y="1197"/>
                  </a:cubicBezTo>
                  <a:cubicBezTo>
                    <a:pt x="1466" y="1205"/>
                    <a:pt x="1373" y="1224"/>
                    <a:pt x="1286" y="1224"/>
                  </a:cubicBezTo>
                  <a:cubicBezTo>
                    <a:pt x="1272" y="1224"/>
                    <a:pt x="1258" y="1223"/>
                    <a:pt x="1244" y="1222"/>
                  </a:cubicBezTo>
                  <a:cubicBezTo>
                    <a:pt x="1153" y="1222"/>
                    <a:pt x="1061" y="1181"/>
                    <a:pt x="1012" y="1098"/>
                  </a:cubicBezTo>
                  <a:cubicBezTo>
                    <a:pt x="970" y="1015"/>
                    <a:pt x="954" y="916"/>
                    <a:pt x="937" y="825"/>
                  </a:cubicBezTo>
                  <a:cubicBezTo>
                    <a:pt x="929" y="758"/>
                    <a:pt x="921" y="700"/>
                    <a:pt x="912" y="642"/>
                  </a:cubicBezTo>
                  <a:cubicBezTo>
                    <a:pt x="921" y="626"/>
                    <a:pt x="921" y="609"/>
                    <a:pt x="921" y="593"/>
                  </a:cubicBezTo>
                  <a:cubicBezTo>
                    <a:pt x="945" y="493"/>
                    <a:pt x="995" y="402"/>
                    <a:pt x="1061" y="327"/>
                  </a:cubicBezTo>
                  <a:cubicBezTo>
                    <a:pt x="1136" y="253"/>
                    <a:pt x="1227" y="203"/>
                    <a:pt x="1310" y="145"/>
                  </a:cubicBezTo>
                  <a:cubicBezTo>
                    <a:pt x="1359" y="110"/>
                    <a:pt x="1331" y="39"/>
                    <a:pt x="1280" y="39"/>
                  </a:cubicBezTo>
                  <a:cubicBezTo>
                    <a:pt x="1271" y="39"/>
                    <a:pt x="1262" y="41"/>
                    <a:pt x="1252" y="46"/>
                  </a:cubicBezTo>
                  <a:cubicBezTo>
                    <a:pt x="1227" y="62"/>
                    <a:pt x="1211" y="79"/>
                    <a:pt x="1186" y="95"/>
                  </a:cubicBezTo>
                  <a:cubicBezTo>
                    <a:pt x="1177" y="87"/>
                    <a:pt x="1169" y="87"/>
                    <a:pt x="1169" y="87"/>
                  </a:cubicBezTo>
                  <a:cubicBezTo>
                    <a:pt x="1184" y="49"/>
                    <a:pt x="1157" y="3"/>
                    <a:pt x="1114" y="3"/>
                  </a:cubicBezTo>
                  <a:cubicBezTo>
                    <a:pt x="1110" y="3"/>
                    <a:pt x="1107" y="4"/>
                    <a:pt x="1103" y="4"/>
                  </a:cubicBezTo>
                  <a:cubicBezTo>
                    <a:pt x="1095" y="13"/>
                    <a:pt x="1095" y="13"/>
                    <a:pt x="1086" y="13"/>
                  </a:cubicBezTo>
                  <a:cubicBezTo>
                    <a:pt x="1080" y="7"/>
                    <a:pt x="1070" y="1"/>
                    <a:pt x="1059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4" name="Google Shape;6084;p18"/>
            <p:cNvSpPr/>
            <p:nvPr/>
          </p:nvSpPr>
          <p:spPr>
            <a:xfrm>
              <a:off x="2666375" y="1523050"/>
              <a:ext cx="5950" cy="40450"/>
            </a:xfrm>
            <a:custGeom>
              <a:rect b="b" l="l" r="r" t="t"/>
              <a:pathLst>
                <a:path extrusionOk="0" h="1618" w="238">
                  <a:moveTo>
                    <a:pt x="122" y="0"/>
                  </a:moveTo>
                  <a:cubicBezTo>
                    <a:pt x="111" y="0"/>
                    <a:pt x="100" y="6"/>
                    <a:pt x="92" y="20"/>
                  </a:cubicBezTo>
                  <a:cubicBezTo>
                    <a:pt x="84" y="53"/>
                    <a:pt x="67" y="78"/>
                    <a:pt x="51" y="111"/>
                  </a:cubicBezTo>
                  <a:cubicBezTo>
                    <a:pt x="42" y="144"/>
                    <a:pt x="34" y="177"/>
                    <a:pt x="34" y="202"/>
                  </a:cubicBezTo>
                  <a:cubicBezTo>
                    <a:pt x="17" y="268"/>
                    <a:pt x="9" y="343"/>
                    <a:pt x="9" y="409"/>
                  </a:cubicBezTo>
                  <a:cubicBezTo>
                    <a:pt x="1" y="542"/>
                    <a:pt x="1" y="674"/>
                    <a:pt x="17" y="798"/>
                  </a:cubicBezTo>
                  <a:cubicBezTo>
                    <a:pt x="42" y="1072"/>
                    <a:pt x="109" y="1337"/>
                    <a:pt x="175" y="1594"/>
                  </a:cubicBezTo>
                  <a:cubicBezTo>
                    <a:pt x="178" y="1610"/>
                    <a:pt x="190" y="1618"/>
                    <a:pt x="202" y="1618"/>
                  </a:cubicBezTo>
                  <a:cubicBezTo>
                    <a:pt x="219" y="1618"/>
                    <a:pt x="238" y="1602"/>
                    <a:pt x="233" y="1577"/>
                  </a:cubicBezTo>
                  <a:cubicBezTo>
                    <a:pt x="183" y="1320"/>
                    <a:pt x="142" y="1063"/>
                    <a:pt x="125" y="807"/>
                  </a:cubicBezTo>
                  <a:cubicBezTo>
                    <a:pt x="117" y="682"/>
                    <a:pt x="109" y="558"/>
                    <a:pt x="117" y="434"/>
                  </a:cubicBezTo>
                  <a:cubicBezTo>
                    <a:pt x="117" y="368"/>
                    <a:pt x="125" y="310"/>
                    <a:pt x="133" y="243"/>
                  </a:cubicBezTo>
                  <a:cubicBezTo>
                    <a:pt x="142" y="210"/>
                    <a:pt x="150" y="177"/>
                    <a:pt x="150" y="152"/>
                  </a:cubicBezTo>
                  <a:cubicBezTo>
                    <a:pt x="158" y="119"/>
                    <a:pt x="158" y="78"/>
                    <a:pt x="158" y="44"/>
                  </a:cubicBezTo>
                  <a:cubicBezTo>
                    <a:pt x="164" y="22"/>
                    <a:pt x="144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5" name="Google Shape;6085;p18"/>
            <p:cNvSpPr/>
            <p:nvPr/>
          </p:nvSpPr>
          <p:spPr>
            <a:xfrm>
              <a:off x="2671775" y="1512950"/>
              <a:ext cx="5000" cy="22775"/>
            </a:xfrm>
            <a:custGeom>
              <a:rect b="b" l="l" r="r" t="t"/>
              <a:pathLst>
                <a:path extrusionOk="0" h="911" w="200">
                  <a:moveTo>
                    <a:pt x="166" y="1"/>
                  </a:moveTo>
                  <a:cubicBezTo>
                    <a:pt x="100" y="1"/>
                    <a:pt x="67" y="84"/>
                    <a:pt x="58" y="142"/>
                  </a:cubicBezTo>
                  <a:cubicBezTo>
                    <a:pt x="42" y="225"/>
                    <a:pt x="33" y="299"/>
                    <a:pt x="25" y="382"/>
                  </a:cubicBezTo>
                  <a:cubicBezTo>
                    <a:pt x="9" y="548"/>
                    <a:pt x="0" y="714"/>
                    <a:pt x="0" y="879"/>
                  </a:cubicBezTo>
                  <a:cubicBezTo>
                    <a:pt x="0" y="900"/>
                    <a:pt x="13" y="910"/>
                    <a:pt x="26" y="910"/>
                  </a:cubicBezTo>
                  <a:cubicBezTo>
                    <a:pt x="40" y="910"/>
                    <a:pt x="54" y="900"/>
                    <a:pt x="58" y="879"/>
                  </a:cubicBezTo>
                  <a:cubicBezTo>
                    <a:pt x="75" y="730"/>
                    <a:pt x="91" y="581"/>
                    <a:pt x="116" y="424"/>
                  </a:cubicBezTo>
                  <a:cubicBezTo>
                    <a:pt x="125" y="349"/>
                    <a:pt x="141" y="274"/>
                    <a:pt x="149" y="200"/>
                  </a:cubicBezTo>
                  <a:cubicBezTo>
                    <a:pt x="158" y="167"/>
                    <a:pt x="166" y="142"/>
                    <a:pt x="174" y="117"/>
                  </a:cubicBezTo>
                  <a:cubicBezTo>
                    <a:pt x="174" y="92"/>
                    <a:pt x="191" y="67"/>
                    <a:pt x="199" y="42"/>
                  </a:cubicBezTo>
                  <a:cubicBezTo>
                    <a:pt x="199" y="18"/>
                    <a:pt x="191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6" name="Google Shape;6086;p18"/>
            <p:cNvSpPr/>
            <p:nvPr/>
          </p:nvSpPr>
          <p:spPr>
            <a:xfrm>
              <a:off x="2679225" y="1499075"/>
              <a:ext cx="1050" cy="2925"/>
            </a:xfrm>
            <a:custGeom>
              <a:rect b="b" l="l" r="r" t="t"/>
              <a:pathLst>
                <a:path extrusionOk="0" h="117" w="42">
                  <a:moveTo>
                    <a:pt x="25" y="1"/>
                  </a:moveTo>
                  <a:cubicBezTo>
                    <a:pt x="17" y="1"/>
                    <a:pt x="9" y="9"/>
                    <a:pt x="9" y="17"/>
                  </a:cubicBezTo>
                  <a:cubicBezTo>
                    <a:pt x="9" y="42"/>
                    <a:pt x="1" y="75"/>
                    <a:pt x="1" y="100"/>
                  </a:cubicBezTo>
                  <a:cubicBezTo>
                    <a:pt x="1" y="109"/>
                    <a:pt x="9" y="117"/>
                    <a:pt x="25" y="117"/>
                  </a:cubicBezTo>
                  <a:cubicBezTo>
                    <a:pt x="34" y="117"/>
                    <a:pt x="42" y="109"/>
                    <a:pt x="42" y="100"/>
                  </a:cubicBezTo>
                  <a:cubicBezTo>
                    <a:pt x="42" y="75"/>
                    <a:pt x="34" y="42"/>
                    <a:pt x="34" y="17"/>
                  </a:cubicBezTo>
                  <a:cubicBezTo>
                    <a:pt x="34" y="9"/>
                    <a:pt x="34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7" name="Google Shape;6087;p18"/>
            <p:cNvSpPr/>
            <p:nvPr/>
          </p:nvSpPr>
          <p:spPr>
            <a:xfrm>
              <a:off x="2711950" y="1561525"/>
              <a:ext cx="11000" cy="28600"/>
            </a:xfrm>
            <a:custGeom>
              <a:rect b="b" l="l" r="r" t="t"/>
              <a:pathLst>
                <a:path extrusionOk="0" h="1144" w="440">
                  <a:moveTo>
                    <a:pt x="397" y="1"/>
                  </a:moveTo>
                  <a:cubicBezTo>
                    <a:pt x="380" y="1"/>
                    <a:pt x="361" y="13"/>
                    <a:pt x="357" y="38"/>
                  </a:cubicBezTo>
                  <a:cubicBezTo>
                    <a:pt x="357" y="138"/>
                    <a:pt x="332" y="237"/>
                    <a:pt x="291" y="328"/>
                  </a:cubicBezTo>
                  <a:cubicBezTo>
                    <a:pt x="266" y="370"/>
                    <a:pt x="241" y="419"/>
                    <a:pt x="208" y="461"/>
                  </a:cubicBezTo>
                  <a:cubicBezTo>
                    <a:pt x="183" y="494"/>
                    <a:pt x="141" y="527"/>
                    <a:pt x="117" y="568"/>
                  </a:cubicBezTo>
                  <a:cubicBezTo>
                    <a:pt x="50" y="651"/>
                    <a:pt x="17" y="742"/>
                    <a:pt x="9" y="842"/>
                  </a:cubicBezTo>
                  <a:cubicBezTo>
                    <a:pt x="1" y="892"/>
                    <a:pt x="1" y="941"/>
                    <a:pt x="1" y="983"/>
                  </a:cubicBezTo>
                  <a:cubicBezTo>
                    <a:pt x="9" y="1032"/>
                    <a:pt x="1" y="1099"/>
                    <a:pt x="42" y="1132"/>
                  </a:cubicBezTo>
                  <a:cubicBezTo>
                    <a:pt x="49" y="1139"/>
                    <a:pt x="59" y="1143"/>
                    <a:pt x="68" y="1143"/>
                  </a:cubicBezTo>
                  <a:cubicBezTo>
                    <a:pt x="79" y="1143"/>
                    <a:pt x="91" y="1137"/>
                    <a:pt x="100" y="1124"/>
                  </a:cubicBezTo>
                  <a:cubicBezTo>
                    <a:pt x="125" y="1082"/>
                    <a:pt x="117" y="1016"/>
                    <a:pt x="117" y="974"/>
                  </a:cubicBezTo>
                  <a:cubicBezTo>
                    <a:pt x="117" y="925"/>
                    <a:pt x="117" y="883"/>
                    <a:pt x="117" y="834"/>
                  </a:cubicBezTo>
                  <a:cubicBezTo>
                    <a:pt x="125" y="792"/>
                    <a:pt x="141" y="751"/>
                    <a:pt x="158" y="709"/>
                  </a:cubicBezTo>
                  <a:cubicBezTo>
                    <a:pt x="183" y="660"/>
                    <a:pt x="216" y="626"/>
                    <a:pt x="249" y="585"/>
                  </a:cubicBezTo>
                  <a:cubicBezTo>
                    <a:pt x="307" y="510"/>
                    <a:pt x="365" y="428"/>
                    <a:pt x="398" y="336"/>
                  </a:cubicBezTo>
                  <a:cubicBezTo>
                    <a:pt x="423" y="245"/>
                    <a:pt x="440" y="138"/>
                    <a:pt x="431" y="38"/>
                  </a:cubicBezTo>
                  <a:cubicBezTo>
                    <a:pt x="431" y="13"/>
                    <a:pt x="415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8" name="Google Shape;6088;p18"/>
            <p:cNvSpPr/>
            <p:nvPr/>
          </p:nvSpPr>
          <p:spPr>
            <a:xfrm>
              <a:off x="2706775" y="1585250"/>
              <a:ext cx="1900" cy="5300"/>
            </a:xfrm>
            <a:custGeom>
              <a:rect b="b" l="l" r="r" t="t"/>
              <a:pathLst>
                <a:path extrusionOk="0" h="212" w="76">
                  <a:moveTo>
                    <a:pt x="34" y="1"/>
                  </a:moveTo>
                  <a:cubicBezTo>
                    <a:pt x="25" y="1"/>
                    <a:pt x="17" y="9"/>
                    <a:pt x="9" y="17"/>
                  </a:cubicBezTo>
                  <a:cubicBezTo>
                    <a:pt x="0" y="17"/>
                    <a:pt x="0" y="34"/>
                    <a:pt x="0" y="42"/>
                  </a:cubicBezTo>
                  <a:cubicBezTo>
                    <a:pt x="0" y="67"/>
                    <a:pt x="0" y="92"/>
                    <a:pt x="9" y="117"/>
                  </a:cubicBezTo>
                  <a:cubicBezTo>
                    <a:pt x="9" y="133"/>
                    <a:pt x="9" y="141"/>
                    <a:pt x="17" y="158"/>
                  </a:cubicBezTo>
                  <a:cubicBezTo>
                    <a:pt x="17" y="166"/>
                    <a:pt x="17" y="175"/>
                    <a:pt x="17" y="175"/>
                  </a:cubicBezTo>
                  <a:cubicBezTo>
                    <a:pt x="17" y="183"/>
                    <a:pt x="25" y="191"/>
                    <a:pt x="25" y="199"/>
                  </a:cubicBezTo>
                  <a:cubicBezTo>
                    <a:pt x="25" y="205"/>
                    <a:pt x="34" y="211"/>
                    <a:pt x="41" y="211"/>
                  </a:cubicBezTo>
                  <a:cubicBezTo>
                    <a:pt x="45" y="211"/>
                    <a:pt x="48" y="210"/>
                    <a:pt x="50" y="208"/>
                  </a:cubicBezTo>
                  <a:cubicBezTo>
                    <a:pt x="58" y="208"/>
                    <a:pt x="67" y="199"/>
                    <a:pt x="67" y="191"/>
                  </a:cubicBezTo>
                  <a:cubicBezTo>
                    <a:pt x="67" y="183"/>
                    <a:pt x="75" y="175"/>
                    <a:pt x="75" y="166"/>
                  </a:cubicBezTo>
                  <a:lnTo>
                    <a:pt x="75" y="150"/>
                  </a:lnTo>
                  <a:cubicBezTo>
                    <a:pt x="75" y="141"/>
                    <a:pt x="67" y="125"/>
                    <a:pt x="67" y="117"/>
                  </a:cubicBezTo>
                  <a:cubicBezTo>
                    <a:pt x="67" y="92"/>
                    <a:pt x="67" y="59"/>
                    <a:pt x="67" y="34"/>
                  </a:cubicBezTo>
                  <a:cubicBezTo>
                    <a:pt x="67" y="17"/>
                    <a:pt x="50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9" name="Google Shape;6089;p18"/>
            <p:cNvSpPr/>
            <p:nvPr/>
          </p:nvSpPr>
          <p:spPr>
            <a:xfrm>
              <a:off x="2714850" y="1454900"/>
              <a:ext cx="18475" cy="103575"/>
            </a:xfrm>
            <a:custGeom>
              <a:rect b="b" l="l" r="r" t="t"/>
              <a:pathLst>
                <a:path extrusionOk="0" h="4143" w="739">
                  <a:moveTo>
                    <a:pt x="611" y="0"/>
                  </a:moveTo>
                  <a:cubicBezTo>
                    <a:pt x="596" y="0"/>
                    <a:pt x="584" y="8"/>
                    <a:pt x="589" y="28"/>
                  </a:cubicBezTo>
                  <a:cubicBezTo>
                    <a:pt x="597" y="169"/>
                    <a:pt x="622" y="310"/>
                    <a:pt x="622" y="459"/>
                  </a:cubicBezTo>
                  <a:cubicBezTo>
                    <a:pt x="622" y="600"/>
                    <a:pt x="614" y="749"/>
                    <a:pt x="589" y="890"/>
                  </a:cubicBezTo>
                  <a:cubicBezTo>
                    <a:pt x="514" y="1445"/>
                    <a:pt x="431" y="2000"/>
                    <a:pt x="349" y="2555"/>
                  </a:cubicBezTo>
                  <a:cubicBezTo>
                    <a:pt x="307" y="2820"/>
                    <a:pt x="257" y="3085"/>
                    <a:pt x="183" y="3342"/>
                  </a:cubicBezTo>
                  <a:cubicBezTo>
                    <a:pt x="141" y="3475"/>
                    <a:pt x="100" y="3599"/>
                    <a:pt x="67" y="3723"/>
                  </a:cubicBezTo>
                  <a:cubicBezTo>
                    <a:pt x="42" y="3856"/>
                    <a:pt x="17" y="3980"/>
                    <a:pt x="1" y="4113"/>
                  </a:cubicBezTo>
                  <a:cubicBezTo>
                    <a:pt x="1" y="4131"/>
                    <a:pt x="16" y="4142"/>
                    <a:pt x="32" y="4142"/>
                  </a:cubicBezTo>
                  <a:cubicBezTo>
                    <a:pt x="43" y="4142"/>
                    <a:pt x="55" y="4135"/>
                    <a:pt x="59" y="4121"/>
                  </a:cubicBezTo>
                  <a:cubicBezTo>
                    <a:pt x="83" y="3972"/>
                    <a:pt x="133" y="3823"/>
                    <a:pt x="183" y="3682"/>
                  </a:cubicBezTo>
                  <a:cubicBezTo>
                    <a:pt x="233" y="3541"/>
                    <a:pt x="282" y="3400"/>
                    <a:pt x="324" y="3259"/>
                  </a:cubicBezTo>
                  <a:cubicBezTo>
                    <a:pt x="398" y="2994"/>
                    <a:pt x="431" y="2721"/>
                    <a:pt x="473" y="2447"/>
                  </a:cubicBezTo>
                  <a:cubicBezTo>
                    <a:pt x="514" y="2166"/>
                    <a:pt x="556" y="1884"/>
                    <a:pt x="597" y="1602"/>
                  </a:cubicBezTo>
                  <a:cubicBezTo>
                    <a:pt x="639" y="1329"/>
                    <a:pt x="688" y="1047"/>
                    <a:pt x="713" y="774"/>
                  </a:cubicBezTo>
                  <a:cubicBezTo>
                    <a:pt x="730" y="649"/>
                    <a:pt x="738" y="517"/>
                    <a:pt x="730" y="384"/>
                  </a:cubicBezTo>
                  <a:cubicBezTo>
                    <a:pt x="721" y="260"/>
                    <a:pt x="705" y="127"/>
                    <a:pt x="639" y="11"/>
                  </a:cubicBezTo>
                  <a:cubicBezTo>
                    <a:pt x="632" y="4"/>
                    <a:pt x="621" y="0"/>
                    <a:pt x="6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0" name="Google Shape;6090;p18"/>
            <p:cNvSpPr/>
            <p:nvPr/>
          </p:nvSpPr>
          <p:spPr>
            <a:xfrm>
              <a:off x="2730175" y="1440675"/>
              <a:ext cx="1700" cy="5000"/>
            </a:xfrm>
            <a:custGeom>
              <a:rect b="b" l="l" r="r" t="t"/>
              <a:pathLst>
                <a:path extrusionOk="0" h="200" w="68">
                  <a:moveTo>
                    <a:pt x="50" y="0"/>
                  </a:moveTo>
                  <a:cubicBezTo>
                    <a:pt x="34" y="0"/>
                    <a:pt x="26" y="9"/>
                    <a:pt x="26" y="17"/>
                  </a:cubicBezTo>
                  <a:cubicBezTo>
                    <a:pt x="17" y="33"/>
                    <a:pt x="17" y="42"/>
                    <a:pt x="17" y="58"/>
                  </a:cubicBezTo>
                  <a:cubicBezTo>
                    <a:pt x="9" y="67"/>
                    <a:pt x="9" y="83"/>
                    <a:pt x="9" y="100"/>
                  </a:cubicBezTo>
                  <a:cubicBezTo>
                    <a:pt x="9" y="125"/>
                    <a:pt x="9" y="149"/>
                    <a:pt x="1" y="174"/>
                  </a:cubicBezTo>
                  <a:cubicBezTo>
                    <a:pt x="1" y="191"/>
                    <a:pt x="17" y="199"/>
                    <a:pt x="34" y="199"/>
                  </a:cubicBezTo>
                  <a:cubicBezTo>
                    <a:pt x="50" y="199"/>
                    <a:pt x="59" y="191"/>
                    <a:pt x="59" y="174"/>
                  </a:cubicBezTo>
                  <a:cubicBezTo>
                    <a:pt x="59" y="149"/>
                    <a:pt x="67" y="125"/>
                    <a:pt x="67" y="100"/>
                  </a:cubicBezTo>
                  <a:cubicBezTo>
                    <a:pt x="67" y="83"/>
                    <a:pt x="67" y="75"/>
                    <a:pt x="67" y="58"/>
                  </a:cubicBezTo>
                  <a:cubicBezTo>
                    <a:pt x="67" y="50"/>
                    <a:pt x="67" y="33"/>
                    <a:pt x="67" y="25"/>
                  </a:cubicBezTo>
                  <a:cubicBezTo>
                    <a:pt x="67" y="17"/>
                    <a:pt x="59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1" name="Google Shape;6091;p18"/>
            <p:cNvSpPr/>
            <p:nvPr/>
          </p:nvSpPr>
          <p:spPr>
            <a:xfrm>
              <a:off x="2460700" y="1411250"/>
              <a:ext cx="283600" cy="474625"/>
            </a:xfrm>
            <a:custGeom>
              <a:rect b="b" l="l" r="r" t="t"/>
              <a:pathLst>
                <a:path extrusionOk="0" h="18985" w="11344">
                  <a:moveTo>
                    <a:pt x="605" y="10797"/>
                  </a:moveTo>
                  <a:cubicBezTo>
                    <a:pt x="605" y="10797"/>
                    <a:pt x="613" y="10797"/>
                    <a:pt x="613" y="10805"/>
                  </a:cubicBezTo>
                  <a:lnTo>
                    <a:pt x="597" y="10797"/>
                  </a:lnTo>
                  <a:close/>
                  <a:moveTo>
                    <a:pt x="2685" y="11020"/>
                  </a:moveTo>
                  <a:cubicBezTo>
                    <a:pt x="2693" y="11037"/>
                    <a:pt x="2701" y="11062"/>
                    <a:pt x="2701" y="11078"/>
                  </a:cubicBezTo>
                  <a:cubicBezTo>
                    <a:pt x="2685" y="11062"/>
                    <a:pt x="2677" y="11045"/>
                    <a:pt x="2660" y="11037"/>
                  </a:cubicBezTo>
                  <a:cubicBezTo>
                    <a:pt x="2668" y="11029"/>
                    <a:pt x="2677" y="11029"/>
                    <a:pt x="2685" y="11020"/>
                  </a:cubicBezTo>
                  <a:close/>
                  <a:moveTo>
                    <a:pt x="771" y="10614"/>
                  </a:moveTo>
                  <a:cubicBezTo>
                    <a:pt x="796" y="10656"/>
                    <a:pt x="821" y="10689"/>
                    <a:pt x="862" y="10714"/>
                  </a:cubicBezTo>
                  <a:cubicBezTo>
                    <a:pt x="937" y="10764"/>
                    <a:pt x="1028" y="10764"/>
                    <a:pt x="1111" y="10764"/>
                  </a:cubicBezTo>
                  <a:cubicBezTo>
                    <a:pt x="1276" y="10764"/>
                    <a:pt x="1450" y="10739"/>
                    <a:pt x="1624" y="10739"/>
                  </a:cubicBezTo>
                  <a:cubicBezTo>
                    <a:pt x="1707" y="10739"/>
                    <a:pt x="1790" y="10739"/>
                    <a:pt x="1873" y="10747"/>
                  </a:cubicBezTo>
                  <a:cubicBezTo>
                    <a:pt x="1914" y="10755"/>
                    <a:pt x="1956" y="10764"/>
                    <a:pt x="1997" y="10780"/>
                  </a:cubicBezTo>
                  <a:cubicBezTo>
                    <a:pt x="2030" y="10788"/>
                    <a:pt x="2055" y="10797"/>
                    <a:pt x="2072" y="10830"/>
                  </a:cubicBezTo>
                  <a:cubicBezTo>
                    <a:pt x="2088" y="10863"/>
                    <a:pt x="2097" y="10904"/>
                    <a:pt x="2113" y="10938"/>
                  </a:cubicBezTo>
                  <a:cubicBezTo>
                    <a:pt x="2121" y="10962"/>
                    <a:pt x="2138" y="10987"/>
                    <a:pt x="2163" y="11012"/>
                  </a:cubicBezTo>
                  <a:cubicBezTo>
                    <a:pt x="2204" y="11062"/>
                    <a:pt x="2271" y="11095"/>
                    <a:pt x="2337" y="11112"/>
                  </a:cubicBezTo>
                  <a:cubicBezTo>
                    <a:pt x="2349" y="11115"/>
                    <a:pt x="2360" y="11117"/>
                    <a:pt x="2371" y="11118"/>
                  </a:cubicBezTo>
                  <a:lnTo>
                    <a:pt x="2371" y="11118"/>
                  </a:lnTo>
                  <a:cubicBezTo>
                    <a:pt x="2299" y="11113"/>
                    <a:pt x="2228" y="11098"/>
                    <a:pt x="2163" y="11078"/>
                  </a:cubicBezTo>
                  <a:cubicBezTo>
                    <a:pt x="2155" y="11062"/>
                    <a:pt x="2146" y="11054"/>
                    <a:pt x="2130" y="11045"/>
                  </a:cubicBezTo>
                  <a:cubicBezTo>
                    <a:pt x="2105" y="11037"/>
                    <a:pt x="2080" y="11029"/>
                    <a:pt x="2047" y="11020"/>
                  </a:cubicBezTo>
                  <a:cubicBezTo>
                    <a:pt x="1989" y="10979"/>
                    <a:pt x="1931" y="10938"/>
                    <a:pt x="1865" y="10904"/>
                  </a:cubicBezTo>
                  <a:cubicBezTo>
                    <a:pt x="1840" y="10888"/>
                    <a:pt x="1823" y="10880"/>
                    <a:pt x="1798" y="10863"/>
                  </a:cubicBezTo>
                  <a:cubicBezTo>
                    <a:pt x="1740" y="10838"/>
                    <a:pt x="1682" y="10813"/>
                    <a:pt x="1616" y="10805"/>
                  </a:cubicBezTo>
                  <a:lnTo>
                    <a:pt x="1566" y="10805"/>
                  </a:lnTo>
                  <a:cubicBezTo>
                    <a:pt x="1508" y="10797"/>
                    <a:pt x="1459" y="10797"/>
                    <a:pt x="1409" y="10788"/>
                  </a:cubicBezTo>
                  <a:cubicBezTo>
                    <a:pt x="1276" y="10780"/>
                    <a:pt x="1144" y="10788"/>
                    <a:pt x="1019" y="10772"/>
                  </a:cubicBezTo>
                  <a:lnTo>
                    <a:pt x="978" y="10772"/>
                  </a:lnTo>
                  <a:cubicBezTo>
                    <a:pt x="887" y="10747"/>
                    <a:pt x="796" y="10714"/>
                    <a:pt x="713" y="10672"/>
                  </a:cubicBezTo>
                  <a:cubicBezTo>
                    <a:pt x="729" y="10656"/>
                    <a:pt x="754" y="10631"/>
                    <a:pt x="771" y="10614"/>
                  </a:cubicBezTo>
                  <a:close/>
                  <a:moveTo>
                    <a:pt x="1028" y="12603"/>
                  </a:moveTo>
                  <a:lnTo>
                    <a:pt x="1028" y="12636"/>
                  </a:lnTo>
                  <a:cubicBezTo>
                    <a:pt x="1011" y="12628"/>
                    <a:pt x="995" y="12628"/>
                    <a:pt x="986" y="12620"/>
                  </a:cubicBezTo>
                  <a:cubicBezTo>
                    <a:pt x="986" y="12611"/>
                    <a:pt x="995" y="12611"/>
                    <a:pt x="1003" y="12603"/>
                  </a:cubicBezTo>
                  <a:cubicBezTo>
                    <a:pt x="1007" y="12607"/>
                    <a:pt x="1011" y="12609"/>
                    <a:pt x="1015" y="12609"/>
                  </a:cubicBezTo>
                  <a:cubicBezTo>
                    <a:pt x="1019" y="12609"/>
                    <a:pt x="1024" y="12607"/>
                    <a:pt x="1028" y="12603"/>
                  </a:cubicBezTo>
                  <a:close/>
                  <a:moveTo>
                    <a:pt x="10481" y="13307"/>
                  </a:moveTo>
                  <a:lnTo>
                    <a:pt x="10481" y="13307"/>
                  </a:lnTo>
                  <a:cubicBezTo>
                    <a:pt x="10482" y="13308"/>
                    <a:pt x="10482" y="13310"/>
                    <a:pt x="10482" y="13311"/>
                  </a:cubicBezTo>
                  <a:lnTo>
                    <a:pt x="10482" y="13311"/>
                  </a:lnTo>
                  <a:cubicBezTo>
                    <a:pt x="10482" y="13310"/>
                    <a:pt x="10481" y="13309"/>
                    <a:pt x="10481" y="13307"/>
                  </a:cubicBezTo>
                  <a:close/>
                  <a:moveTo>
                    <a:pt x="763" y="12603"/>
                  </a:moveTo>
                  <a:cubicBezTo>
                    <a:pt x="845" y="12686"/>
                    <a:pt x="953" y="12752"/>
                    <a:pt x="1077" y="12752"/>
                  </a:cubicBezTo>
                  <a:cubicBezTo>
                    <a:pt x="1086" y="12752"/>
                    <a:pt x="1102" y="12744"/>
                    <a:pt x="1111" y="12736"/>
                  </a:cubicBezTo>
                  <a:cubicBezTo>
                    <a:pt x="1111" y="12760"/>
                    <a:pt x="1119" y="12777"/>
                    <a:pt x="1135" y="12785"/>
                  </a:cubicBezTo>
                  <a:cubicBezTo>
                    <a:pt x="1152" y="12901"/>
                    <a:pt x="1169" y="13009"/>
                    <a:pt x="1193" y="13117"/>
                  </a:cubicBezTo>
                  <a:cubicBezTo>
                    <a:pt x="1218" y="13224"/>
                    <a:pt x="1251" y="13332"/>
                    <a:pt x="1334" y="13398"/>
                  </a:cubicBezTo>
                  <a:cubicBezTo>
                    <a:pt x="1301" y="13415"/>
                    <a:pt x="1268" y="13423"/>
                    <a:pt x="1235" y="13440"/>
                  </a:cubicBezTo>
                  <a:cubicBezTo>
                    <a:pt x="1177" y="13473"/>
                    <a:pt x="1111" y="13506"/>
                    <a:pt x="1061" y="13556"/>
                  </a:cubicBezTo>
                  <a:cubicBezTo>
                    <a:pt x="1028" y="13572"/>
                    <a:pt x="1003" y="13597"/>
                    <a:pt x="978" y="13622"/>
                  </a:cubicBezTo>
                  <a:cubicBezTo>
                    <a:pt x="961" y="13639"/>
                    <a:pt x="945" y="13655"/>
                    <a:pt x="920" y="13672"/>
                  </a:cubicBezTo>
                  <a:cubicBezTo>
                    <a:pt x="906" y="13683"/>
                    <a:pt x="891" y="13687"/>
                    <a:pt x="877" y="13687"/>
                  </a:cubicBezTo>
                  <a:cubicBezTo>
                    <a:pt x="847" y="13687"/>
                    <a:pt x="818" y="13669"/>
                    <a:pt x="796" y="13647"/>
                  </a:cubicBezTo>
                  <a:cubicBezTo>
                    <a:pt x="713" y="13564"/>
                    <a:pt x="663" y="13432"/>
                    <a:pt x="647" y="13316"/>
                  </a:cubicBezTo>
                  <a:cubicBezTo>
                    <a:pt x="630" y="13175"/>
                    <a:pt x="647" y="13050"/>
                    <a:pt x="688" y="12926"/>
                  </a:cubicBezTo>
                  <a:lnTo>
                    <a:pt x="688" y="12918"/>
                  </a:lnTo>
                  <a:cubicBezTo>
                    <a:pt x="705" y="12852"/>
                    <a:pt x="729" y="12794"/>
                    <a:pt x="738" y="12719"/>
                  </a:cubicBezTo>
                  <a:cubicBezTo>
                    <a:pt x="746" y="12686"/>
                    <a:pt x="754" y="12644"/>
                    <a:pt x="763" y="12603"/>
                  </a:cubicBezTo>
                  <a:close/>
                  <a:moveTo>
                    <a:pt x="11028" y="117"/>
                  </a:moveTo>
                  <a:cubicBezTo>
                    <a:pt x="11053" y="167"/>
                    <a:pt x="11070" y="216"/>
                    <a:pt x="11095" y="274"/>
                  </a:cubicBezTo>
                  <a:cubicBezTo>
                    <a:pt x="11269" y="788"/>
                    <a:pt x="11177" y="1351"/>
                    <a:pt x="11136" y="1873"/>
                  </a:cubicBezTo>
                  <a:cubicBezTo>
                    <a:pt x="11086" y="2462"/>
                    <a:pt x="11078" y="3058"/>
                    <a:pt x="11045" y="3646"/>
                  </a:cubicBezTo>
                  <a:cubicBezTo>
                    <a:pt x="11020" y="4235"/>
                    <a:pt x="10970" y="4823"/>
                    <a:pt x="10829" y="5395"/>
                  </a:cubicBezTo>
                  <a:cubicBezTo>
                    <a:pt x="10796" y="5535"/>
                    <a:pt x="10755" y="5676"/>
                    <a:pt x="10713" y="5817"/>
                  </a:cubicBezTo>
                  <a:cubicBezTo>
                    <a:pt x="10680" y="5941"/>
                    <a:pt x="10647" y="6082"/>
                    <a:pt x="10680" y="6215"/>
                  </a:cubicBezTo>
                  <a:cubicBezTo>
                    <a:pt x="10697" y="6281"/>
                    <a:pt x="10730" y="6339"/>
                    <a:pt x="10763" y="6397"/>
                  </a:cubicBezTo>
                  <a:cubicBezTo>
                    <a:pt x="10788" y="6439"/>
                    <a:pt x="10813" y="6497"/>
                    <a:pt x="10796" y="6555"/>
                  </a:cubicBezTo>
                  <a:cubicBezTo>
                    <a:pt x="10780" y="6662"/>
                    <a:pt x="10680" y="6737"/>
                    <a:pt x="10597" y="6795"/>
                  </a:cubicBezTo>
                  <a:cubicBezTo>
                    <a:pt x="10498" y="6861"/>
                    <a:pt x="10374" y="6911"/>
                    <a:pt x="10357" y="7043"/>
                  </a:cubicBezTo>
                  <a:cubicBezTo>
                    <a:pt x="10332" y="7176"/>
                    <a:pt x="10407" y="7309"/>
                    <a:pt x="10423" y="7433"/>
                  </a:cubicBezTo>
                  <a:cubicBezTo>
                    <a:pt x="10448" y="7690"/>
                    <a:pt x="10399" y="7938"/>
                    <a:pt x="10258" y="8162"/>
                  </a:cubicBezTo>
                  <a:cubicBezTo>
                    <a:pt x="10245" y="8181"/>
                    <a:pt x="10266" y="8204"/>
                    <a:pt x="10283" y="8204"/>
                  </a:cubicBezTo>
                  <a:cubicBezTo>
                    <a:pt x="10289" y="8204"/>
                    <a:pt x="10295" y="8201"/>
                    <a:pt x="10299" y="8195"/>
                  </a:cubicBezTo>
                  <a:cubicBezTo>
                    <a:pt x="10365" y="8104"/>
                    <a:pt x="10423" y="8013"/>
                    <a:pt x="10457" y="7905"/>
                  </a:cubicBezTo>
                  <a:cubicBezTo>
                    <a:pt x="10457" y="7897"/>
                    <a:pt x="10465" y="7897"/>
                    <a:pt x="10465" y="7889"/>
                  </a:cubicBezTo>
                  <a:cubicBezTo>
                    <a:pt x="10465" y="8013"/>
                    <a:pt x="10465" y="8137"/>
                    <a:pt x="10481" y="8253"/>
                  </a:cubicBezTo>
                  <a:cubicBezTo>
                    <a:pt x="10490" y="8452"/>
                    <a:pt x="10523" y="8651"/>
                    <a:pt x="10556" y="8850"/>
                  </a:cubicBezTo>
                  <a:cubicBezTo>
                    <a:pt x="10589" y="9049"/>
                    <a:pt x="10622" y="9239"/>
                    <a:pt x="10581" y="9438"/>
                  </a:cubicBezTo>
                  <a:cubicBezTo>
                    <a:pt x="10539" y="9620"/>
                    <a:pt x="10465" y="9794"/>
                    <a:pt x="10423" y="9977"/>
                  </a:cubicBezTo>
                  <a:cubicBezTo>
                    <a:pt x="10399" y="10059"/>
                    <a:pt x="10390" y="10151"/>
                    <a:pt x="10390" y="10242"/>
                  </a:cubicBezTo>
                  <a:cubicBezTo>
                    <a:pt x="10390" y="10325"/>
                    <a:pt x="10399" y="10432"/>
                    <a:pt x="10465" y="10490"/>
                  </a:cubicBezTo>
                  <a:cubicBezTo>
                    <a:pt x="10465" y="10540"/>
                    <a:pt x="10473" y="10581"/>
                    <a:pt x="10481" y="10623"/>
                  </a:cubicBezTo>
                  <a:cubicBezTo>
                    <a:pt x="10548" y="10962"/>
                    <a:pt x="10705" y="11269"/>
                    <a:pt x="10788" y="11609"/>
                  </a:cubicBezTo>
                  <a:cubicBezTo>
                    <a:pt x="10829" y="11758"/>
                    <a:pt x="10854" y="11915"/>
                    <a:pt x="10846" y="12081"/>
                  </a:cubicBezTo>
                  <a:cubicBezTo>
                    <a:pt x="10846" y="12089"/>
                    <a:pt x="10846" y="12098"/>
                    <a:pt x="10846" y="12114"/>
                  </a:cubicBezTo>
                  <a:cubicBezTo>
                    <a:pt x="10829" y="12056"/>
                    <a:pt x="10805" y="11990"/>
                    <a:pt x="10763" y="11957"/>
                  </a:cubicBezTo>
                  <a:cubicBezTo>
                    <a:pt x="10759" y="11953"/>
                    <a:pt x="10755" y="11951"/>
                    <a:pt x="10751" y="11951"/>
                  </a:cubicBezTo>
                  <a:cubicBezTo>
                    <a:pt x="10736" y="11951"/>
                    <a:pt x="10722" y="11969"/>
                    <a:pt x="10722" y="11982"/>
                  </a:cubicBezTo>
                  <a:cubicBezTo>
                    <a:pt x="10713" y="12023"/>
                    <a:pt x="10730" y="12056"/>
                    <a:pt x="10738" y="12098"/>
                  </a:cubicBezTo>
                  <a:cubicBezTo>
                    <a:pt x="10747" y="12131"/>
                    <a:pt x="10755" y="12172"/>
                    <a:pt x="10763" y="12205"/>
                  </a:cubicBezTo>
                  <a:cubicBezTo>
                    <a:pt x="10771" y="12280"/>
                    <a:pt x="10771" y="12354"/>
                    <a:pt x="10771" y="12429"/>
                  </a:cubicBezTo>
                  <a:cubicBezTo>
                    <a:pt x="10771" y="12437"/>
                    <a:pt x="10763" y="12446"/>
                    <a:pt x="10763" y="12454"/>
                  </a:cubicBezTo>
                  <a:cubicBezTo>
                    <a:pt x="10755" y="12470"/>
                    <a:pt x="10747" y="12495"/>
                    <a:pt x="10738" y="12520"/>
                  </a:cubicBezTo>
                  <a:cubicBezTo>
                    <a:pt x="10738" y="12537"/>
                    <a:pt x="10738" y="12545"/>
                    <a:pt x="10747" y="12553"/>
                  </a:cubicBezTo>
                  <a:cubicBezTo>
                    <a:pt x="10738" y="12586"/>
                    <a:pt x="10730" y="12611"/>
                    <a:pt x="10722" y="12644"/>
                  </a:cubicBezTo>
                  <a:cubicBezTo>
                    <a:pt x="10714" y="12652"/>
                    <a:pt x="10713" y="12660"/>
                    <a:pt x="10713" y="12668"/>
                  </a:cubicBezTo>
                  <a:lnTo>
                    <a:pt x="10713" y="12668"/>
                  </a:lnTo>
                  <a:cubicBezTo>
                    <a:pt x="10714" y="12594"/>
                    <a:pt x="10722" y="12520"/>
                    <a:pt x="10722" y="12446"/>
                  </a:cubicBezTo>
                  <a:cubicBezTo>
                    <a:pt x="10722" y="12437"/>
                    <a:pt x="10713" y="12437"/>
                    <a:pt x="10713" y="12429"/>
                  </a:cubicBezTo>
                  <a:cubicBezTo>
                    <a:pt x="10713" y="12404"/>
                    <a:pt x="10713" y="12379"/>
                    <a:pt x="10713" y="12346"/>
                  </a:cubicBezTo>
                  <a:cubicBezTo>
                    <a:pt x="10713" y="12325"/>
                    <a:pt x="10697" y="12315"/>
                    <a:pt x="10680" y="12315"/>
                  </a:cubicBezTo>
                  <a:cubicBezTo>
                    <a:pt x="10664" y="12315"/>
                    <a:pt x="10647" y="12325"/>
                    <a:pt x="10647" y="12346"/>
                  </a:cubicBezTo>
                  <a:cubicBezTo>
                    <a:pt x="10647" y="12437"/>
                    <a:pt x="10647" y="12520"/>
                    <a:pt x="10631" y="12603"/>
                  </a:cubicBezTo>
                  <a:cubicBezTo>
                    <a:pt x="10622" y="12644"/>
                    <a:pt x="10614" y="12686"/>
                    <a:pt x="10606" y="12727"/>
                  </a:cubicBezTo>
                  <a:cubicBezTo>
                    <a:pt x="10597" y="12769"/>
                    <a:pt x="10589" y="12810"/>
                    <a:pt x="10589" y="12852"/>
                  </a:cubicBezTo>
                  <a:cubicBezTo>
                    <a:pt x="10589" y="12860"/>
                    <a:pt x="10597" y="12868"/>
                    <a:pt x="10606" y="12876"/>
                  </a:cubicBezTo>
                  <a:cubicBezTo>
                    <a:pt x="10597" y="12918"/>
                    <a:pt x="10581" y="12959"/>
                    <a:pt x="10573" y="13001"/>
                  </a:cubicBezTo>
                  <a:cubicBezTo>
                    <a:pt x="10573" y="12992"/>
                    <a:pt x="10573" y="12984"/>
                    <a:pt x="10573" y="12976"/>
                  </a:cubicBezTo>
                  <a:cubicBezTo>
                    <a:pt x="10573" y="12943"/>
                    <a:pt x="10546" y="12923"/>
                    <a:pt x="10519" y="12923"/>
                  </a:cubicBezTo>
                  <a:cubicBezTo>
                    <a:pt x="10500" y="12923"/>
                    <a:pt x="10480" y="12934"/>
                    <a:pt x="10473" y="12959"/>
                  </a:cubicBezTo>
                  <a:cubicBezTo>
                    <a:pt x="10440" y="13133"/>
                    <a:pt x="10390" y="13307"/>
                    <a:pt x="10324" y="13465"/>
                  </a:cubicBezTo>
                  <a:cubicBezTo>
                    <a:pt x="10318" y="13462"/>
                    <a:pt x="10311" y="13460"/>
                    <a:pt x="10304" y="13460"/>
                  </a:cubicBezTo>
                  <a:cubicBezTo>
                    <a:pt x="10291" y="13460"/>
                    <a:pt x="10280" y="13466"/>
                    <a:pt x="10274" y="13481"/>
                  </a:cubicBezTo>
                  <a:cubicBezTo>
                    <a:pt x="10233" y="13606"/>
                    <a:pt x="10175" y="13722"/>
                    <a:pt x="10109" y="13838"/>
                  </a:cubicBezTo>
                  <a:cubicBezTo>
                    <a:pt x="10092" y="13871"/>
                    <a:pt x="10067" y="13904"/>
                    <a:pt x="10051" y="13937"/>
                  </a:cubicBezTo>
                  <a:cubicBezTo>
                    <a:pt x="10026" y="13987"/>
                    <a:pt x="9993" y="14036"/>
                    <a:pt x="9959" y="14086"/>
                  </a:cubicBezTo>
                  <a:cubicBezTo>
                    <a:pt x="9918" y="14136"/>
                    <a:pt x="9868" y="14186"/>
                    <a:pt x="9843" y="14244"/>
                  </a:cubicBezTo>
                  <a:cubicBezTo>
                    <a:pt x="9827" y="14277"/>
                    <a:pt x="9810" y="14310"/>
                    <a:pt x="9819" y="14343"/>
                  </a:cubicBezTo>
                  <a:cubicBezTo>
                    <a:pt x="9827" y="14368"/>
                    <a:pt x="9835" y="14384"/>
                    <a:pt x="9868" y="14384"/>
                  </a:cubicBezTo>
                  <a:cubicBezTo>
                    <a:pt x="9893" y="14376"/>
                    <a:pt x="9910" y="14343"/>
                    <a:pt x="9918" y="14318"/>
                  </a:cubicBezTo>
                  <a:cubicBezTo>
                    <a:pt x="9935" y="14285"/>
                    <a:pt x="9951" y="14260"/>
                    <a:pt x="9968" y="14235"/>
                  </a:cubicBezTo>
                  <a:cubicBezTo>
                    <a:pt x="10034" y="14144"/>
                    <a:pt x="10092" y="14053"/>
                    <a:pt x="10150" y="13954"/>
                  </a:cubicBezTo>
                  <a:cubicBezTo>
                    <a:pt x="10191" y="13904"/>
                    <a:pt x="10233" y="13846"/>
                    <a:pt x="10266" y="13788"/>
                  </a:cubicBezTo>
                  <a:cubicBezTo>
                    <a:pt x="10316" y="13705"/>
                    <a:pt x="10357" y="13622"/>
                    <a:pt x="10399" y="13539"/>
                  </a:cubicBezTo>
                  <a:cubicBezTo>
                    <a:pt x="10407" y="13506"/>
                    <a:pt x="10423" y="13481"/>
                    <a:pt x="10432" y="13448"/>
                  </a:cubicBezTo>
                  <a:cubicBezTo>
                    <a:pt x="10465" y="13713"/>
                    <a:pt x="10556" y="13970"/>
                    <a:pt x="10664" y="14210"/>
                  </a:cubicBezTo>
                  <a:cubicBezTo>
                    <a:pt x="10647" y="14227"/>
                    <a:pt x="10631" y="14252"/>
                    <a:pt x="10639" y="14277"/>
                  </a:cubicBezTo>
                  <a:cubicBezTo>
                    <a:pt x="10664" y="14418"/>
                    <a:pt x="10697" y="14567"/>
                    <a:pt x="10722" y="14716"/>
                  </a:cubicBezTo>
                  <a:cubicBezTo>
                    <a:pt x="10730" y="14782"/>
                    <a:pt x="10738" y="14848"/>
                    <a:pt x="10722" y="14915"/>
                  </a:cubicBezTo>
                  <a:cubicBezTo>
                    <a:pt x="10697" y="14981"/>
                    <a:pt x="10655" y="15039"/>
                    <a:pt x="10655" y="15114"/>
                  </a:cubicBezTo>
                  <a:cubicBezTo>
                    <a:pt x="10655" y="15136"/>
                    <a:pt x="10674" y="15147"/>
                    <a:pt x="10694" y="15147"/>
                  </a:cubicBezTo>
                  <a:cubicBezTo>
                    <a:pt x="10703" y="15147"/>
                    <a:pt x="10713" y="15144"/>
                    <a:pt x="10722" y="15138"/>
                  </a:cubicBezTo>
                  <a:lnTo>
                    <a:pt x="10722" y="15147"/>
                  </a:lnTo>
                  <a:cubicBezTo>
                    <a:pt x="10722" y="15172"/>
                    <a:pt x="10730" y="15205"/>
                    <a:pt x="10730" y="15238"/>
                  </a:cubicBezTo>
                  <a:cubicBezTo>
                    <a:pt x="10730" y="15254"/>
                    <a:pt x="10738" y="15271"/>
                    <a:pt x="10755" y="15279"/>
                  </a:cubicBezTo>
                  <a:cubicBezTo>
                    <a:pt x="10771" y="15337"/>
                    <a:pt x="10780" y="15404"/>
                    <a:pt x="10788" y="15470"/>
                  </a:cubicBezTo>
                  <a:cubicBezTo>
                    <a:pt x="10838" y="15702"/>
                    <a:pt x="10863" y="15934"/>
                    <a:pt x="10871" y="16166"/>
                  </a:cubicBezTo>
                  <a:cubicBezTo>
                    <a:pt x="10871" y="16282"/>
                    <a:pt x="10863" y="16389"/>
                    <a:pt x="10846" y="16505"/>
                  </a:cubicBezTo>
                  <a:cubicBezTo>
                    <a:pt x="10838" y="16563"/>
                    <a:pt x="10829" y="16621"/>
                    <a:pt x="10821" y="16679"/>
                  </a:cubicBezTo>
                  <a:cubicBezTo>
                    <a:pt x="10813" y="16729"/>
                    <a:pt x="10796" y="16787"/>
                    <a:pt x="10805" y="16837"/>
                  </a:cubicBezTo>
                  <a:cubicBezTo>
                    <a:pt x="10805" y="16851"/>
                    <a:pt x="10812" y="16857"/>
                    <a:pt x="10822" y="16857"/>
                  </a:cubicBezTo>
                  <a:cubicBezTo>
                    <a:pt x="10829" y="16857"/>
                    <a:pt x="10839" y="16853"/>
                    <a:pt x="10846" y="16845"/>
                  </a:cubicBezTo>
                  <a:cubicBezTo>
                    <a:pt x="10887" y="16804"/>
                    <a:pt x="10904" y="16729"/>
                    <a:pt x="10921" y="16671"/>
                  </a:cubicBezTo>
                  <a:cubicBezTo>
                    <a:pt x="10937" y="16605"/>
                    <a:pt x="10945" y="16539"/>
                    <a:pt x="10954" y="16472"/>
                  </a:cubicBezTo>
                  <a:cubicBezTo>
                    <a:pt x="10962" y="16406"/>
                    <a:pt x="10970" y="16340"/>
                    <a:pt x="10970" y="16265"/>
                  </a:cubicBezTo>
                  <a:cubicBezTo>
                    <a:pt x="10995" y="16348"/>
                    <a:pt x="11012" y="16439"/>
                    <a:pt x="11037" y="16522"/>
                  </a:cubicBezTo>
                  <a:cubicBezTo>
                    <a:pt x="11028" y="16514"/>
                    <a:pt x="11018" y="16510"/>
                    <a:pt x="11008" y="16510"/>
                  </a:cubicBezTo>
                  <a:cubicBezTo>
                    <a:pt x="10979" y="16510"/>
                    <a:pt x="10950" y="16541"/>
                    <a:pt x="10962" y="16572"/>
                  </a:cubicBezTo>
                  <a:cubicBezTo>
                    <a:pt x="11020" y="16746"/>
                    <a:pt x="11078" y="16920"/>
                    <a:pt x="11136" y="17102"/>
                  </a:cubicBezTo>
                  <a:cubicBezTo>
                    <a:pt x="11161" y="17168"/>
                    <a:pt x="11194" y="17251"/>
                    <a:pt x="11211" y="17326"/>
                  </a:cubicBezTo>
                  <a:cubicBezTo>
                    <a:pt x="11219" y="17400"/>
                    <a:pt x="11177" y="17458"/>
                    <a:pt x="11136" y="17516"/>
                  </a:cubicBezTo>
                  <a:cubicBezTo>
                    <a:pt x="11053" y="17624"/>
                    <a:pt x="10962" y="17723"/>
                    <a:pt x="10863" y="17806"/>
                  </a:cubicBezTo>
                  <a:cubicBezTo>
                    <a:pt x="10763" y="17897"/>
                    <a:pt x="10655" y="17980"/>
                    <a:pt x="10548" y="18055"/>
                  </a:cubicBezTo>
                  <a:cubicBezTo>
                    <a:pt x="10490" y="18088"/>
                    <a:pt x="10432" y="18121"/>
                    <a:pt x="10374" y="18154"/>
                  </a:cubicBezTo>
                  <a:cubicBezTo>
                    <a:pt x="10357" y="18163"/>
                    <a:pt x="10341" y="18179"/>
                    <a:pt x="10324" y="18187"/>
                  </a:cubicBezTo>
                  <a:cubicBezTo>
                    <a:pt x="10051" y="18270"/>
                    <a:pt x="9785" y="18361"/>
                    <a:pt x="9512" y="18444"/>
                  </a:cubicBezTo>
                  <a:cubicBezTo>
                    <a:pt x="9230" y="18527"/>
                    <a:pt x="8940" y="18602"/>
                    <a:pt x="8650" y="18660"/>
                  </a:cubicBezTo>
                  <a:cubicBezTo>
                    <a:pt x="7957" y="18798"/>
                    <a:pt x="7253" y="18874"/>
                    <a:pt x="6547" y="18874"/>
                  </a:cubicBezTo>
                  <a:cubicBezTo>
                    <a:pt x="6199" y="18874"/>
                    <a:pt x="5850" y="18855"/>
                    <a:pt x="5502" y="18817"/>
                  </a:cubicBezTo>
                  <a:cubicBezTo>
                    <a:pt x="4458" y="18709"/>
                    <a:pt x="3431" y="18419"/>
                    <a:pt x="2486" y="17947"/>
                  </a:cubicBezTo>
                  <a:cubicBezTo>
                    <a:pt x="2476" y="17941"/>
                    <a:pt x="2466" y="17939"/>
                    <a:pt x="2456" y="17939"/>
                  </a:cubicBezTo>
                  <a:cubicBezTo>
                    <a:pt x="2422" y="17939"/>
                    <a:pt x="2390" y="17969"/>
                    <a:pt x="2403" y="18013"/>
                  </a:cubicBezTo>
                  <a:lnTo>
                    <a:pt x="2420" y="18063"/>
                  </a:lnTo>
                  <a:cubicBezTo>
                    <a:pt x="2254" y="17972"/>
                    <a:pt x="2088" y="17881"/>
                    <a:pt x="1923" y="17798"/>
                  </a:cubicBezTo>
                  <a:cubicBezTo>
                    <a:pt x="1599" y="17624"/>
                    <a:pt x="1251" y="17467"/>
                    <a:pt x="978" y="17218"/>
                  </a:cubicBezTo>
                  <a:cubicBezTo>
                    <a:pt x="895" y="17143"/>
                    <a:pt x="829" y="17052"/>
                    <a:pt x="763" y="16953"/>
                  </a:cubicBezTo>
                  <a:lnTo>
                    <a:pt x="763" y="16953"/>
                  </a:lnTo>
                  <a:lnTo>
                    <a:pt x="787" y="16978"/>
                  </a:lnTo>
                  <a:cubicBezTo>
                    <a:pt x="796" y="16986"/>
                    <a:pt x="806" y="16990"/>
                    <a:pt x="816" y="16990"/>
                  </a:cubicBezTo>
                  <a:cubicBezTo>
                    <a:pt x="848" y="16990"/>
                    <a:pt x="879" y="16957"/>
                    <a:pt x="854" y="16920"/>
                  </a:cubicBezTo>
                  <a:cubicBezTo>
                    <a:pt x="796" y="16829"/>
                    <a:pt x="729" y="16737"/>
                    <a:pt x="680" y="16638"/>
                  </a:cubicBezTo>
                  <a:cubicBezTo>
                    <a:pt x="655" y="16588"/>
                    <a:pt x="630" y="16539"/>
                    <a:pt x="613" y="16481"/>
                  </a:cubicBezTo>
                  <a:cubicBezTo>
                    <a:pt x="613" y="16423"/>
                    <a:pt x="622" y="16356"/>
                    <a:pt x="630" y="16298"/>
                  </a:cubicBezTo>
                  <a:cubicBezTo>
                    <a:pt x="643" y="16254"/>
                    <a:pt x="611" y="16224"/>
                    <a:pt x="577" y="16224"/>
                  </a:cubicBezTo>
                  <a:cubicBezTo>
                    <a:pt x="567" y="16224"/>
                    <a:pt x="557" y="16226"/>
                    <a:pt x="547" y="16232"/>
                  </a:cubicBezTo>
                  <a:cubicBezTo>
                    <a:pt x="514" y="16000"/>
                    <a:pt x="531" y="15751"/>
                    <a:pt x="613" y="15536"/>
                  </a:cubicBezTo>
                  <a:lnTo>
                    <a:pt x="696" y="15569"/>
                  </a:lnTo>
                  <a:cubicBezTo>
                    <a:pt x="699" y="15570"/>
                    <a:pt x="702" y="15570"/>
                    <a:pt x="705" y="15570"/>
                  </a:cubicBezTo>
                  <a:cubicBezTo>
                    <a:pt x="738" y="15570"/>
                    <a:pt x="778" y="15532"/>
                    <a:pt x="763" y="15495"/>
                  </a:cubicBezTo>
                  <a:cubicBezTo>
                    <a:pt x="713" y="15379"/>
                    <a:pt x="754" y="15246"/>
                    <a:pt x="829" y="15138"/>
                  </a:cubicBezTo>
                  <a:cubicBezTo>
                    <a:pt x="895" y="15047"/>
                    <a:pt x="986" y="14981"/>
                    <a:pt x="1086" y="14915"/>
                  </a:cubicBezTo>
                  <a:cubicBezTo>
                    <a:pt x="1193" y="14840"/>
                    <a:pt x="1309" y="14766"/>
                    <a:pt x="1425" y="14691"/>
                  </a:cubicBezTo>
                  <a:cubicBezTo>
                    <a:pt x="1492" y="14641"/>
                    <a:pt x="1575" y="14592"/>
                    <a:pt x="1641" y="14525"/>
                  </a:cubicBezTo>
                  <a:lnTo>
                    <a:pt x="1641" y="14525"/>
                  </a:lnTo>
                  <a:cubicBezTo>
                    <a:pt x="1583" y="14989"/>
                    <a:pt x="1898" y="15404"/>
                    <a:pt x="2121" y="15776"/>
                  </a:cubicBezTo>
                  <a:cubicBezTo>
                    <a:pt x="2126" y="15786"/>
                    <a:pt x="2134" y="15790"/>
                    <a:pt x="2142" y="15790"/>
                  </a:cubicBezTo>
                  <a:cubicBezTo>
                    <a:pt x="2161" y="15790"/>
                    <a:pt x="2183" y="15767"/>
                    <a:pt x="2171" y="15743"/>
                  </a:cubicBezTo>
                  <a:cubicBezTo>
                    <a:pt x="2105" y="15619"/>
                    <a:pt x="2047" y="15495"/>
                    <a:pt x="1989" y="15370"/>
                  </a:cubicBezTo>
                  <a:cubicBezTo>
                    <a:pt x="1889" y="15163"/>
                    <a:pt x="1773" y="14956"/>
                    <a:pt x="1749" y="14724"/>
                  </a:cubicBezTo>
                  <a:cubicBezTo>
                    <a:pt x="1740" y="14608"/>
                    <a:pt x="1749" y="14500"/>
                    <a:pt x="1782" y="14393"/>
                  </a:cubicBezTo>
                  <a:cubicBezTo>
                    <a:pt x="1807" y="14335"/>
                    <a:pt x="1823" y="14285"/>
                    <a:pt x="1840" y="14227"/>
                  </a:cubicBezTo>
                  <a:cubicBezTo>
                    <a:pt x="1848" y="14202"/>
                    <a:pt x="1856" y="14177"/>
                    <a:pt x="1856" y="14144"/>
                  </a:cubicBezTo>
                  <a:cubicBezTo>
                    <a:pt x="1856" y="14136"/>
                    <a:pt x="1856" y="14119"/>
                    <a:pt x="1856" y="14111"/>
                  </a:cubicBezTo>
                  <a:cubicBezTo>
                    <a:pt x="1914" y="14109"/>
                    <a:pt x="1972" y="14107"/>
                    <a:pt x="2029" y="14107"/>
                  </a:cubicBezTo>
                  <a:cubicBezTo>
                    <a:pt x="2211" y="14107"/>
                    <a:pt x="2391" y="14123"/>
                    <a:pt x="2561" y="14186"/>
                  </a:cubicBezTo>
                  <a:cubicBezTo>
                    <a:pt x="2685" y="14244"/>
                    <a:pt x="2809" y="14318"/>
                    <a:pt x="2933" y="14376"/>
                  </a:cubicBezTo>
                  <a:cubicBezTo>
                    <a:pt x="3074" y="14434"/>
                    <a:pt x="3223" y="14442"/>
                    <a:pt x="3364" y="14442"/>
                  </a:cubicBezTo>
                  <a:cubicBezTo>
                    <a:pt x="3522" y="14442"/>
                    <a:pt x="3671" y="14426"/>
                    <a:pt x="3820" y="14409"/>
                  </a:cubicBezTo>
                  <a:cubicBezTo>
                    <a:pt x="3977" y="14401"/>
                    <a:pt x="4126" y="14384"/>
                    <a:pt x="4284" y="14360"/>
                  </a:cubicBezTo>
                  <a:cubicBezTo>
                    <a:pt x="4582" y="14318"/>
                    <a:pt x="4889" y="14268"/>
                    <a:pt x="5187" y="14186"/>
                  </a:cubicBezTo>
                  <a:cubicBezTo>
                    <a:pt x="5212" y="14177"/>
                    <a:pt x="5204" y="14136"/>
                    <a:pt x="5179" y="14136"/>
                  </a:cubicBezTo>
                  <a:cubicBezTo>
                    <a:pt x="4839" y="14177"/>
                    <a:pt x="4508" y="14235"/>
                    <a:pt x="4168" y="14268"/>
                  </a:cubicBezTo>
                  <a:cubicBezTo>
                    <a:pt x="4027" y="14285"/>
                    <a:pt x="3878" y="14302"/>
                    <a:pt x="3729" y="14310"/>
                  </a:cubicBezTo>
                  <a:cubicBezTo>
                    <a:pt x="3608" y="14317"/>
                    <a:pt x="3487" y="14329"/>
                    <a:pt x="3371" y="14329"/>
                  </a:cubicBezTo>
                  <a:cubicBezTo>
                    <a:pt x="3344" y="14329"/>
                    <a:pt x="3317" y="14328"/>
                    <a:pt x="3290" y="14326"/>
                  </a:cubicBezTo>
                  <a:cubicBezTo>
                    <a:pt x="3149" y="14326"/>
                    <a:pt x="3016" y="14293"/>
                    <a:pt x="2892" y="14227"/>
                  </a:cubicBezTo>
                  <a:cubicBezTo>
                    <a:pt x="2768" y="14161"/>
                    <a:pt x="2643" y="14094"/>
                    <a:pt x="2519" y="14053"/>
                  </a:cubicBezTo>
                  <a:cubicBezTo>
                    <a:pt x="2348" y="14001"/>
                    <a:pt x="2174" y="13991"/>
                    <a:pt x="2001" y="13991"/>
                  </a:cubicBezTo>
                  <a:cubicBezTo>
                    <a:pt x="1897" y="13991"/>
                    <a:pt x="1793" y="13995"/>
                    <a:pt x="1691" y="13995"/>
                  </a:cubicBezTo>
                  <a:cubicBezTo>
                    <a:pt x="1558" y="13995"/>
                    <a:pt x="1417" y="13995"/>
                    <a:pt x="1285" y="13962"/>
                  </a:cubicBezTo>
                  <a:cubicBezTo>
                    <a:pt x="1218" y="13954"/>
                    <a:pt x="1160" y="13929"/>
                    <a:pt x="1111" y="13887"/>
                  </a:cubicBezTo>
                  <a:cubicBezTo>
                    <a:pt x="1086" y="13871"/>
                    <a:pt x="1061" y="13846"/>
                    <a:pt x="1044" y="13821"/>
                  </a:cubicBezTo>
                  <a:cubicBezTo>
                    <a:pt x="1028" y="13813"/>
                    <a:pt x="1028" y="13796"/>
                    <a:pt x="1011" y="13788"/>
                  </a:cubicBezTo>
                  <a:cubicBezTo>
                    <a:pt x="1003" y="13780"/>
                    <a:pt x="995" y="13771"/>
                    <a:pt x="986" y="13763"/>
                  </a:cubicBezTo>
                  <a:cubicBezTo>
                    <a:pt x="1036" y="13730"/>
                    <a:pt x="1069" y="13688"/>
                    <a:pt x="1119" y="13647"/>
                  </a:cubicBezTo>
                  <a:cubicBezTo>
                    <a:pt x="1169" y="13606"/>
                    <a:pt x="1227" y="13572"/>
                    <a:pt x="1285" y="13539"/>
                  </a:cubicBezTo>
                  <a:cubicBezTo>
                    <a:pt x="1318" y="13523"/>
                    <a:pt x="1351" y="13506"/>
                    <a:pt x="1384" y="13490"/>
                  </a:cubicBezTo>
                  <a:cubicBezTo>
                    <a:pt x="1401" y="13481"/>
                    <a:pt x="1425" y="13473"/>
                    <a:pt x="1442" y="13456"/>
                  </a:cubicBezTo>
                  <a:cubicBezTo>
                    <a:pt x="1500" y="13481"/>
                    <a:pt x="1566" y="13498"/>
                    <a:pt x="1633" y="13498"/>
                  </a:cubicBezTo>
                  <a:cubicBezTo>
                    <a:pt x="1651" y="13499"/>
                    <a:pt x="1669" y="13500"/>
                    <a:pt x="1687" y="13500"/>
                  </a:cubicBezTo>
                  <a:cubicBezTo>
                    <a:pt x="1876" y="13500"/>
                    <a:pt x="2064" y="13426"/>
                    <a:pt x="2246" y="13374"/>
                  </a:cubicBezTo>
                  <a:cubicBezTo>
                    <a:pt x="2332" y="13352"/>
                    <a:pt x="2418" y="13331"/>
                    <a:pt x="2509" y="13331"/>
                  </a:cubicBezTo>
                  <a:cubicBezTo>
                    <a:pt x="2524" y="13331"/>
                    <a:pt x="2538" y="13331"/>
                    <a:pt x="2552" y="13332"/>
                  </a:cubicBezTo>
                  <a:cubicBezTo>
                    <a:pt x="2660" y="13332"/>
                    <a:pt x="2776" y="13374"/>
                    <a:pt x="2875" y="13423"/>
                  </a:cubicBezTo>
                  <a:cubicBezTo>
                    <a:pt x="2975" y="13465"/>
                    <a:pt x="3083" y="13523"/>
                    <a:pt x="3182" y="13572"/>
                  </a:cubicBezTo>
                  <a:cubicBezTo>
                    <a:pt x="3290" y="13622"/>
                    <a:pt x="3397" y="13664"/>
                    <a:pt x="3505" y="13697"/>
                  </a:cubicBezTo>
                  <a:cubicBezTo>
                    <a:pt x="3712" y="13771"/>
                    <a:pt x="3936" y="13829"/>
                    <a:pt x="4160" y="13854"/>
                  </a:cubicBezTo>
                  <a:cubicBezTo>
                    <a:pt x="4271" y="13871"/>
                    <a:pt x="4383" y="13879"/>
                    <a:pt x="4495" y="13879"/>
                  </a:cubicBezTo>
                  <a:cubicBezTo>
                    <a:pt x="4607" y="13879"/>
                    <a:pt x="4719" y="13871"/>
                    <a:pt x="4831" y="13854"/>
                  </a:cubicBezTo>
                  <a:cubicBezTo>
                    <a:pt x="5063" y="13821"/>
                    <a:pt x="5278" y="13746"/>
                    <a:pt x="5494" y="13647"/>
                  </a:cubicBezTo>
                  <a:cubicBezTo>
                    <a:pt x="5726" y="13548"/>
                    <a:pt x="5949" y="13440"/>
                    <a:pt x="6173" y="13332"/>
                  </a:cubicBezTo>
                  <a:cubicBezTo>
                    <a:pt x="6397" y="13216"/>
                    <a:pt x="6629" y="13108"/>
                    <a:pt x="6861" y="13001"/>
                  </a:cubicBezTo>
                  <a:cubicBezTo>
                    <a:pt x="6886" y="12984"/>
                    <a:pt x="6894" y="12943"/>
                    <a:pt x="6877" y="12918"/>
                  </a:cubicBezTo>
                  <a:cubicBezTo>
                    <a:pt x="6856" y="12867"/>
                    <a:pt x="6808" y="12842"/>
                    <a:pt x="6758" y="12842"/>
                  </a:cubicBezTo>
                  <a:cubicBezTo>
                    <a:pt x="6751" y="12842"/>
                    <a:pt x="6744" y="12842"/>
                    <a:pt x="6736" y="12843"/>
                  </a:cubicBezTo>
                  <a:cubicBezTo>
                    <a:pt x="6687" y="12852"/>
                    <a:pt x="6695" y="12918"/>
                    <a:pt x="6728" y="12934"/>
                  </a:cubicBezTo>
                  <a:cubicBezTo>
                    <a:pt x="6695" y="12951"/>
                    <a:pt x="6662" y="12968"/>
                    <a:pt x="6637" y="12984"/>
                  </a:cubicBezTo>
                  <a:lnTo>
                    <a:pt x="5966" y="13299"/>
                  </a:lnTo>
                  <a:cubicBezTo>
                    <a:pt x="5750" y="13407"/>
                    <a:pt x="5535" y="13514"/>
                    <a:pt x="5320" y="13597"/>
                  </a:cubicBezTo>
                  <a:cubicBezTo>
                    <a:pt x="5112" y="13680"/>
                    <a:pt x="4897" y="13738"/>
                    <a:pt x="4673" y="13755"/>
                  </a:cubicBezTo>
                  <a:cubicBezTo>
                    <a:pt x="4605" y="13760"/>
                    <a:pt x="4537" y="13763"/>
                    <a:pt x="4469" y="13763"/>
                  </a:cubicBezTo>
                  <a:cubicBezTo>
                    <a:pt x="4321" y="13763"/>
                    <a:pt x="4174" y="13750"/>
                    <a:pt x="4027" y="13722"/>
                  </a:cubicBezTo>
                  <a:cubicBezTo>
                    <a:pt x="3812" y="13680"/>
                    <a:pt x="3596" y="13614"/>
                    <a:pt x="3389" y="13539"/>
                  </a:cubicBezTo>
                  <a:cubicBezTo>
                    <a:pt x="3290" y="13498"/>
                    <a:pt x="3190" y="13448"/>
                    <a:pt x="3091" y="13398"/>
                  </a:cubicBezTo>
                  <a:cubicBezTo>
                    <a:pt x="2991" y="13349"/>
                    <a:pt x="2892" y="13299"/>
                    <a:pt x="2784" y="13258"/>
                  </a:cubicBezTo>
                  <a:cubicBezTo>
                    <a:pt x="2695" y="13230"/>
                    <a:pt x="2606" y="13214"/>
                    <a:pt x="2517" y="13214"/>
                  </a:cubicBezTo>
                  <a:cubicBezTo>
                    <a:pt x="2498" y="13214"/>
                    <a:pt x="2480" y="13215"/>
                    <a:pt x="2461" y="13216"/>
                  </a:cubicBezTo>
                  <a:cubicBezTo>
                    <a:pt x="2362" y="13224"/>
                    <a:pt x="2262" y="13249"/>
                    <a:pt x="2163" y="13274"/>
                  </a:cubicBezTo>
                  <a:cubicBezTo>
                    <a:pt x="2002" y="13323"/>
                    <a:pt x="1836" y="13389"/>
                    <a:pt x="1669" y="13389"/>
                  </a:cubicBezTo>
                  <a:cubicBezTo>
                    <a:pt x="1637" y="13389"/>
                    <a:pt x="1606" y="13387"/>
                    <a:pt x="1575" y="13382"/>
                  </a:cubicBezTo>
                  <a:cubicBezTo>
                    <a:pt x="1483" y="13357"/>
                    <a:pt x="1392" y="13316"/>
                    <a:pt x="1351" y="13224"/>
                  </a:cubicBezTo>
                  <a:cubicBezTo>
                    <a:pt x="1326" y="13175"/>
                    <a:pt x="1318" y="13125"/>
                    <a:pt x="1309" y="13075"/>
                  </a:cubicBezTo>
                  <a:cubicBezTo>
                    <a:pt x="1293" y="13017"/>
                    <a:pt x="1285" y="12951"/>
                    <a:pt x="1268" y="12893"/>
                  </a:cubicBezTo>
                  <a:cubicBezTo>
                    <a:pt x="1260" y="12835"/>
                    <a:pt x="1243" y="12777"/>
                    <a:pt x="1235" y="12719"/>
                  </a:cubicBezTo>
                  <a:cubicBezTo>
                    <a:pt x="1260" y="12653"/>
                    <a:pt x="1268" y="12586"/>
                    <a:pt x="1285" y="12528"/>
                  </a:cubicBezTo>
                  <a:lnTo>
                    <a:pt x="1293" y="12528"/>
                  </a:lnTo>
                  <a:cubicBezTo>
                    <a:pt x="1285" y="12537"/>
                    <a:pt x="1285" y="12545"/>
                    <a:pt x="1293" y="12553"/>
                  </a:cubicBezTo>
                  <a:cubicBezTo>
                    <a:pt x="1309" y="12578"/>
                    <a:pt x="1334" y="12611"/>
                    <a:pt x="1351" y="12636"/>
                  </a:cubicBezTo>
                  <a:cubicBezTo>
                    <a:pt x="1376" y="12661"/>
                    <a:pt x="1392" y="12694"/>
                    <a:pt x="1417" y="12719"/>
                  </a:cubicBezTo>
                  <a:cubicBezTo>
                    <a:pt x="1421" y="12723"/>
                    <a:pt x="1427" y="12725"/>
                    <a:pt x="1434" y="12725"/>
                  </a:cubicBezTo>
                  <a:cubicBezTo>
                    <a:pt x="1440" y="12725"/>
                    <a:pt x="1446" y="12723"/>
                    <a:pt x="1450" y="12719"/>
                  </a:cubicBezTo>
                  <a:cubicBezTo>
                    <a:pt x="1467" y="12711"/>
                    <a:pt x="1467" y="12694"/>
                    <a:pt x="1459" y="12686"/>
                  </a:cubicBezTo>
                  <a:cubicBezTo>
                    <a:pt x="1442" y="12653"/>
                    <a:pt x="1417" y="12628"/>
                    <a:pt x="1392" y="12603"/>
                  </a:cubicBezTo>
                  <a:cubicBezTo>
                    <a:pt x="1376" y="12570"/>
                    <a:pt x="1351" y="12545"/>
                    <a:pt x="1334" y="12520"/>
                  </a:cubicBezTo>
                  <a:lnTo>
                    <a:pt x="1326" y="12520"/>
                  </a:lnTo>
                  <a:cubicBezTo>
                    <a:pt x="1334" y="12512"/>
                    <a:pt x="1343" y="12504"/>
                    <a:pt x="1351" y="12487"/>
                  </a:cubicBezTo>
                  <a:cubicBezTo>
                    <a:pt x="1367" y="12446"/>
                    <a:pt x="1384" y="12404"/>
                    <a:pt x="1392" y="12354"/>
                  </a:cubicBezTo>
                  <a:cubicBezTo>
                    <a:pt x="1409" y="12296"/>
                    <a:pt x="1434" y="12238"/>
                    <a:pt x="1459" y="12189"/>
                  </a:cubicBezTo>
                  <a:cubicBezTo>
                    <a:pt x="1508" y="12106"/>
                    <a:pt x="1550" y="12015"/>
                    <a:pt x="1591" y="11932"/>
                  </a:cubicBezTo>
                  <a:lnTo>
                    <a:pt x="1591" y="11924"/>
                  </a:lnTo>
                  <a:cubicBezTo>
                    <a:pt x="1649" y="11915"/>
                    <a:pt x="1707" y="11915"/>
                    <a:pt x="1765" y="11915"/>
                  </a:cubicBezTo>
                  <a:cubicBezTo>
                    <a:pt x="1881" y="11907"/>
                    <a:pt x="1997" y="11899"/>
                    <a:pt x="2113" y="11890"/>
                  </a:cubicBezTo>
                  <a:cubicBezTo>
                    <a:pt x="2213" y="11882"/>
                    <a:pt x="2320" y="11882"/>
                    <a:pt x="2428" y="11866"/>
                  </a:cubicBezTo>
                  <a:cubicBezTo>
                    <a:pt x="2527" y="11857"/>
                    <a:pt x="2619" y="11816"/>
                    <a:pt x="2685" y="11741"/>
                  </a:cubicBezTo>
                  <a:cubicBezTo>
                    <a:pt x="2743" y="11667"/>
                    <a:pt x="2784" y="11584"/>
                    <a:pt x="2809" y="11493"/>
                  </a:cubicBezTo>
                  <a:cubicBezTo>
                    <a:pt x="2867" y="11294"/>
                    <a:pt x="2851" y="11087"/>
                    <a:pt x="2759" y="10904"/>
                  </a:cubicBezTo>
                  <a:cubicBezTo>
                    <a:pt x="2750" y="10882"/>
                    <a:pt x="2734" y="10874"/>
                    <a:pt x="2718" y="10874"/>
                  </a:cubicBezTo>
                  <a:cubicBezTo>
                    <a:pt x="2703" y="10874"/>
                    <a:pt x="2688" y="10880"/>
                    <a:pt x="2677" y="10888"/>
                  </a:cubicBezTo>
                  <a:cubicBezTo>
                    <a:pt x="2601" y="10952"/>
                    <a:pt x="2506" y="11003"/>
                    <a:pt x="2410" y="11003"/>
                  </a:cubicBezTo>
                  <a:cubicBezTo>
                    <a:pt x="2369" y="11003"/>
                    <a:pt x="2327" y="10993"/>
                    <a:pt x="2287" y="10971"/>
                  </a:cubicBezTo>
                  <a:cubicBezTo>
                    <a:pt x="2237" y="10938"/>
                    <a:pt x="2213" y="10896"/>
                    <a:pt x="2188" y="10838"/>
                  </a:cubicBezTo>
                  <a:cubicBezTo>
                    <a:pt x="2171" y="10772"/>
                    <a:pt x="2138" y="10722"/>
                    <a:pt x="2072" y="10697"/>
                  </a:cubicBezTo>
                  <a:cubicBezTo>
                    <a:pt x="1960" y="10651"/>
                    <a:pt x="1838" y="10637"/>
                    <a:pt x="1718" y="10637"/>
                  </a:cubicBezTo>
                  <a:cubicBezTo>
                    <a:pt x="1686" y="10637"/>
                    <a:pt x="1655" y="10638"/>
                    <a:pt x="1624" y="10639"/>
                  </a:cubicBezTo>
                  <a:cubicBezTo>
                    <a:pt x="1475" y="10639"/>
                    <a:pt x="1318" y="10656"/>
                    <a:pt x="1169" y="10664"/>
                  </a:cubicBezTo>
                  <a:cubicBezTo>
                    <a:pt x="1086" y="10664"/>
                    <a:pt x="937" y="10664"/>
                    <a:pt x="879" y="10590"/>
                  </a:cubicBezTo>
                  <a:cubicBezTo>
                    <a:pt x="887" y="10590"/>
                    <a:pt x="903" y="10590"/>
                    <a:pt x="912" y="10581"/>
                  </a:cubicBezTo>
                  <a:cubicBezTo>
                    <a:pt x="928" y="10556"/>
                    <a:pt x="928" y="10523"/>
                    <a:pt x="912" y="10507"/>
                  </a:cubicBezTo>
                  <a:cubicBezTo>
                    <a:pt x="887" y="10474"/>
                    <a:pt x="870" y="10465"/>
                    <a:pt x="845" y="10465"/>
                  </a:cubicBezTo>
                  <a:cubicBezTo>
                    <a:pt x="912" y="10391"/>
                    <a:pt x="978" y="10308"/>
                    <a:pt x="1036" y="10225"/>
                  </a:cubicBezTo>
                  <a:cubicBezTo>
                    <a:pt x="1210" y="9993"/>
                    <a:pt x="1367" y="9736"/>
                    <a:pt x="1616" y="9595"/>
                  </a:cubicBezTo>
                  <a:cubicBezTo>
                    <a:pt x="1765" y="9504"/>
                    <a:pt x="1939" y="9479"/>
                    <a:pt x="2097" y="9397"/>
                  </a:cubicBezTo>
                  <a:cubicBezTo>
                    <a:pt x="2246" y="9305"/>
                    <a:pt x="2370" y="9181"/>
                    <a:pt x="2478" y="9049"/>
                  </a:cubicBezTo>
                  <a:cubicBezTo>
                    <a:pt x="2610" y="8899"/>
                    <a:pt x="2743" y="8750"/>
                    <a:pt x="2867" y="8593"/>
                  </a:cubicBezTo>
                  <a:cubicBezTo>
                    <a:pt x="2975" y="8460"/>
                    <a:pt x="3099" y="8328"/>
                    <a:pt x="3165" y="8162"/>
                  </a:cubicBezTo>
                  <a:cubicBezTo>
                    <a:pt x="3171" y="8140"/>
                    <a:pt x="3151" y="8125"/>
                    <a:pt x="3134" y="8125"/>
                  </a:cubicBezTo>
                  <a:cubicBezTo>
                    <a:pt x="3126" y="8125"/>
                    <a:pt x="3118" y="8129"/>
                    <a:pt x="3116" y="8137"/>
                  </a:cubicBezTo>
                  <a:cubicBezTo>
                    <a:pt x="3025" y="8336"/>
                    <a:pt x="2867" y="8477"/>
                    <a:pt x="2718" y="8626"/>
                  </a:cubicBezTo>
                  <a:cubicBezTo>
                    <a:pt x="2594" y="8759"/>
                    <a:pt x="2469" y="8899"/>
                    <a:pt x="2345" y="9032"/>
                  </a:cubicBezTo>
                  <a:cubicBezTo>
                    <a:pt x="2345" y="9015"/>
                    <a:pt x="2353" y="9007"/>
                    <a:pt x="2353" y="8991"/>
                  </a:cubicBezTo>
                  <a:cubicBezTo>
                    <a:pt x="2370" y="8891"/>
                    <a:pt x="2353" y="8783"/>
                    <a:pt x="2295" y="8701"/>
                  </a:cubicBezTo>
                  <a:cubicBezTo>
                    <a:pt x="2271" y="8651"/>
                    <a:pt x="2229" y="8618"/>
                    <a:pt x="2179" y="8618"/>
                  </a:cubicBezTo>
                  <a:cubicBezTo>
                    <a:pt x="2161" y="8600"/>
                    <a:pt x="2144" y="8586"/>
                    <a:pt x="2123" y="8586"/>
                  </a:cubicBezTo>
                  <a:cubicBezTo>
                    <a:pt x="2114" y="8586"/>
                    <a:pt x="2106" y="8588"/>
                    <a:pt x="2097" y="8593"/>
                  </a:cubicBezTo>
                  <a:cubicBezTo>
                    <a:pt x="2080" y="8593"/>
                    <a:pt x="2072" y="8609"/>
                    <a:pt x="2055" y="8618"/>
                  </a:cubicBezTo>
                  <a:cubicBezTo>
                    <a:pt x="2039" y="8618"/>
                    <a:pt x="2022" y="8634"/>
                    <a:pt x="2022" y="8659"/>
                  </a:cubicBezTo>
                  <a:cubicBezTo>
                    <a:pt x="2014" y="8667"/>
                    <a:pt x="2005" y="8684"/>
                    <a:pt x="1997" y="8692"/>
                  </a:cubicBezTo>
                  <a:cubicBezTo>
                    <a:pt x="1906" y="8734"/>
                    <a:pt x="1873" y="8875"/>
                    <a:pt x="1856" y="8957"/>
                  </a:cubicBezTo>
                  <a:cubicBezTo>
                    <a:pt x="1840" y="9065"/>
                    <a:pt x="1840" y="9198"/>
                    <a:pt x="1923" y="9272"/>
                  </a:cubicBezTo>
                  <a:cubicBezTo>
                    <a:pt x="1947" y="9289"/>
                    <a:pt x="1972" y="9305"/>
                    <a:pt x="1997" y="9305"/>
                  </a:cubicBezTo>
                  <a:cubicBezTo>
                    <a:pt x="1947" y="9330"/>
                    <a:pt x="1898" y="9355"/>
                    <a:pt x="1848" y="9372"/>
                  </a:cubicBezTo>
                  <a:cubicBezTo>
                    <a:pt x="1765" y="9405"/>
                    <a:pt x="1682" y="9430"/>
                    <a:pt x="1599" y="9471"/>
                  </a:cubicBezTo>
                  <a:cubicBezTo>
                    <a:pt x="1550" y="9496"/>
                    <a:pt x="1508" y="9521"/>
                    <a:pt x="1467" y="9554"/>
                  </a:cubicBezTo>
                  <a:cubicBezTo>
                    <a:pt x="1467" y="9546"/>
                    <a:pt x="1459" y="9546"/>
                    <a:pt x="1459" y="9546"/>
                  </a:cubicBezTo>
                  <a:cubicBezTo>
                    <a:pt x="1459" y="9513"/>
                    <a:pt x="1450" y="9479"/>
                    <a:pt x="1442" y="9446"/>
                  </a:cubicBezTo>
                  <a:cubicBezTo>
                    <a:pt x="1434" y="9372"/>
                    <a:pt x="1417" y="9297"/>
                    <a:pt x="1409" y="9231"/>
                  </a:cubicBezTo>
                  <a:cubicBezTo>
                    <a:pt x="1392" y="9156"/>
                    <a:pt x="1384" y="9090"/>
                    <a:pt x="1376" y="9015"/>
                  </a:cubicBezTo>
                  <a:cubicBezTo>
                    <a:pt x="1359" y="8949"/>
                    <a:pt x="1351" y="8883"/>
                    <a:pt x="1359" y="8817"/>
                  </a:cubicBezTo>
                  <a:cubicBezTo>
                    <a:pt x="1367" y="8759"/>
                    <a:pt x="1392" y="8692"/>
                    <a:pt x="1409" y="8634"/>
                  </a:cubicBezTo>
                  <a:lnTo>
                    <a:pt x="1475" y="8444"/>
                  </a:lnTo>
                  <a:cubicBezTo>
                    <a:pt x="1517" y="8311"/>
                    <a:pt x="1558" y="8179"/>
                    <a:pt x="1616" y="8054"/>
                  </a:cubicBezTo>
                  <a:cubicBezTo>
                    <a:pt x="1628" y="8031"/>
                    <a:pt x="1606" y="8007"/>
                    <a:pt x="1587" y="8007"/>
                  </a:cubicBezTo>
                  <a:cubicBezTo>
                    <a:pt x="1579" y="8007"/>
                    <a:pt x="1571" y="8011"/>
                    <a:pt x="1566" y="8021"/>
                  </a:cubicBezTo>
                  <a:cubicBezTo>
                    <a:pt x="1500" y="8145"/>
                    <a:pt x="1434" y="8270"/>
                    <a:pt x="1384" y="8402"/>
                  </a:cubicBezTo>
                  <a:cubicBezTo>
                    <a:pt x="1359" y="8460"/>
                    <a:pt x="1326" y="8527"/>
                    <a:pt x="1301" y="8601"/>
                  </a:cubicBezTo>
                  <a:cubicBezTo>
                    <a:pt x="1285" y="8502"/>
                    <a:pt x="1235" y="8419"/>
                    <a:pt x="1185" y="8344"/>
                  </a:cubicBezTo>
                  <a:cubicBezTo>
                    <a:pt x="1119" y="8245"/>
                    <a:pt x="1036" y="8162"/>
                    <a:pt x="961" y="8071"/>
                  </a:cubicBezTo>
                  <a:cubicBezTo>
                    <a:pt x="879" y="7980"/>
                    <a:pt x="796" y="7880"/>
                    <a:pt x="746" y="7756"/>
                  </a:cubicBezTo>
                  <a:cubicBezTo>
                    <a:pt x="729" y="7698"/>
                    <a:pt x="713" y="7640"/>
                    <a:pt x="713" y="7574"/>
                  </a:cubicBezTo>
                  <a:cubicBezTo>
                    <a:pt x="705" y="7507"/>
                    <a:pt x="713" y="7449"/>
                    <a:pt x="721" y="7383"/>
                  </a:cubicBezTo>
                  <a:cubicBezTo>
                    <a:pt x="721" y="7367"/>
                    <a:pt x="713" y="7367"/>
                    <a:pt x="713" y="7358"/>
                  </a:cubicBezTo>
                  <a:cubicBezTo>
                    <a:pt x="713" y="7350"/>
                    <a:pt x="713" y="7342"/>
                    <a:pt x="713" y="7333"/>
                  </a:cubicBezTo>
                  <a:cubicBezTo>
                    <a:pt x="721" y="7292"/>
                    <a:pt x="729" y="7251"/>
                    <a:pt x="721" y="7201"/>
                  </a:cubicBezTo>
                  <a:cubicBezTo>
                    <a:pt x="705" y="7043"/>
                    <a:pt x="564" y="6952"/>
                    <a:pt x="473" y="6828"/>
                  </a:cubicBezTo>
                  <a:cubicBezTo>
                    <a:pt x="381" y="6704"/>
                    <a:pt x="340" y="6546"/>
                    <a:pt x="323" y="6389"/>
                  </a:cubicBezTo>
                  <a:cubicBezTo>
                    <a:pt x="299" y="6223"/>
                    <a:pt x="307" y="6049"/>
                    <a:pt x="307" y="5883"/>
                  </a:cubicBezTo>
                  <a:cubicBezTo>
                    <a:pt x="315" y="5676"/>
                    <a:pt x="315" y="5469"/>
                    <a:pt x="307" y="5270"/>
                  </a:cubicBezTo>
                  <a:cubicBezTo>
                    <a:pt x="307" y="4848"/>
                    <a:pt x="282" y="4425"/>
                    <a:pt x="249" y="4003"/>
                  </a:cubicBezTo>
                  <a:cubicBezTo>
                    <a:pt x="207" y="3597"/>
                    <a:pt x="141" y="3182"/>
                    <a:pt x="133" y="2768"/>
                  </a:cubicBezTo>
                  <a:cubicBezTo>
                    <a:pt x="133" y="2404"/>
                    <a:pt x="174" y="2014"/>
                    <a:pt x="365" y="1691"/>
                  </a:cubicBezTo>
                  <a:lnTo>
                    <a:pt x="365" y="1691"/>
                  </a:lnTo>
                  <a:lnTo>
                    <a:pt x="357" y="1699"/>
                  </a:lnTo>
                  <a:cubicBezTo>
                    <a:pt x="398" y="1641"/>
                    <a:pt x="439" y="1567"/>
                    <a:pt x="514" y="1542"/>
                  </a:cubicBezTo>
                  <a:cubicBezTo>
                    <a:pt x="529" y="1537"/>
                    <a:pt x="545" y="1535"/>
                    <a:pt x="560" y="1535"/>
                  </a:cubicBezTo>
                  <a:cubicBezTo>
                    <a:pt x="629" y="1535"/>
                    <a:pt x="700" y="1576"/>
                    <a:pt x="754" y="1616"/>
                  </a:cubicBezTo>
                  <a:cubicBezTo>
                    <a:pt x="895" y="1699"/>
                    <a:pt x="1036" y="1807"/>
                    <a:pt x="1160" y="1915"/>
                  </a:cubicBezTo>
                  <a:cubicBezTo>
                    <a:pt x="1674" y="2370"/>
                    <a:pt x="2047" y="2975"/>
                    <a:pt x="2395" y="3572"/>
                  </a:cubicBezTo>
                  <a:cubicBezTo>
                    <a:pt x="2577" y="3878"/>
                    <a:pt x="2759" y="4193"/>
                    <a:pt x="2958" y="4492"/>
                  </a:cubicBezTo>
                  <a:cubicBezTo>
                    <a:pt x="3157" y="4790"/>
                    <a:pt x="3373" y="5072"/>
                    <a:pt x="3629" y="5304"/>
                  </a:cubicBezTo>
                  <a:cubicBezTo>
                    <a:pt x="3596" y="5304"/>
                    <a:pt x="3555" y="5312"/>
                    <a:pt x="3522" y="5312"/>
                  </a:cubicBezTo>
                  <a:cubicBezTo>
                    <a:pt x="3439" y="5337"/>
                    <a:pt x="3364" y="5378"/>
                    <a:pt x="3298" y="5436"/>
                  </a:cubicBezTo>
                  <a:cubicBezTo>
                    <a:pt x="3165" y="5552"/>
                    <a:pt x="3041" y="5709"/>
                    <a:pt x="2950" y="5859"/>
                  </a:cubicBezTo>
                  <a:cubicBezTo>
                    <a:pt x="2942" y="5883"/>
                    <a:pt x="2942" y="5892"/>
                    <a:pt x="2942" y="5908"/>
                  </a:cubicBezTo>
                  <a:cubicBezTo>
                    <a:pt x="2933" y="5917"/>
                    <a:pt x="2933" y="5925"/>
                    <a:pt x="2925" y="5933"/>
                  </a:cubicBezTo>
                  <a:cubicBezTo>
                    <a:pt x="2859" y="6016"/>
                    <a:pt x="2784" y="6099"/>
                    <a:pt x="2718" y="6182"/>
                  </a:cubicBezTo>
                  <a:cubicBezTo>
                    <a:pt x="2469" y="6480"/>
                    <a:pt x="2213" y="6778"/>
                    <a:pt x="1972" y="7085"/>
                  </a:cubicBezTo>
                  <a:cubicBezTo>
                    <a:pt x="1873" y="7209"/>
                    <a:pt x="1773" y="7350"/>
                    <a:pt x="1707" y="7499"/>
                  </a:cubicBezTo>
                  <a:cubicBezTo>
                    <a:pt x="1666" y="7574"/>
                    <a:pt x="1641" y="7657"/>
                    <a:pt x="1624" y="7731"/>
                  </a:cubicBezTo>
                  <a:cubicBezTo>
                    <a:pt x="1608" y="7814"/>
                    <a:pt x="1591" y="7905"/>
                    <a:pt x="1633" y="7980"/>
                  </a:cubicBezTo>
                  <a:cubicBezTo>
                    <a:pt x="1639" y="7993"/>
                    <a:pt x="1650" y="7998"/>
                    <a:pt x="1661" y="7998"/>
                  </a:cubicBezTo>
                  <a:cubicBezTo>
                    <a:pt x="1677" y="7998"/>
                    <a:pt x="1694" y="7986"/>
                    <a:pt x="1699" y="7971"/>
                  </a:cubicBezTo>
                  <a:cubicBezTo>
                    <a:pt x="1715" y="7922"/>
                    <a:pt x="1715" y="7880"/>
                    <a:pt x="1724" y="7831"/>
                  </a:cubicBezTo>
                  <a:cubicBezTo>
                    <a:pt x="1724" y="7789"/>
                    <a:pt x="1732" y="7748"/>
                    <a:pt x="1749" y="7706"/>
                  </a:cubicBezTo>
                  <a:cubicBezTo>
                    <a:pt x="1765" y="7623"/>
                    <a:pt x="1807" y="7541"/>
                    <a:pt x="1848" y="7466"/>
                  </a:cubicBezTo>
                  <a:cubicBezTo>
                    <a:pt x="1923" y="7325"/>
                    <a:pt x="2030" y="7193"/>
                    <a:pt x="2130" y="7068"/>
                  </a:cubicBezTo>
                  <a:cubicBezTo>
                    <a:pt x="2246" y="6919"/>
                    <a:pt x="2370" y="6778"/>
                    <a:pt x="2486" y="6629"/>
                  </a:cubicBezTo>
                  <a:cubicBezTo>
                    <a:pt x="2610" y="6480"/>
                    <a:pt x="2726" y="6331"/>
                    <a:pt x="2851" y="6173"/>
                  </a:cubicBezTo>
                  <a:cubicBezTo>
                    <a:pt x="2909" y="6099"/>
                    <a:pt x="2967" y="6024"/>
                    <a:pt x="3025" y="5950"/>
                  </a:cubicBezTo>
                  <a:cubicBezTo>
                    <a:pt x="3058" y="5908"/>
                    <a:pt x="3091" y="5867"/>
                    <a:pt x="3124" y="5825"/>
                  </a:cubicBezTo>
                  <a:cubicBezTo>
                    <a:pt x="3141" y="5809"/>
                    <a:pt x="3149" y="5792"/>
                    <a:pt x="3165" y="5776"/>
                  </a:cubicBezTo>
                  <a:cubicBezTo>
                    <a:pt x="3174" y="5759"/>
                    <a:pt x="3174" y="5734"/>
                    <a:pt x="3190" y="5718"/>
                  </a:cubicBezTo>
                  <a:cubicBezTo>
                    <a:pt x="3240" y="5651"/>
                    <a:pt x="3298" y="5585"/>
                    <a:pt x="3356" y="5527"/>
                  </a:cubicBezTo>
                  <a:cubicBezTo>
                    <a:pt x="3414" y="5477"/>
                    <a:pt x="3480" y="5436"/>
                    <a:pt x="3547" y="5411"/>
                  </a:cubicBezTo>
                  <a:cubicBezTo>
                    <a:pt x="3588" y="5403"/>
                    <a:pt x="3631" y="5403"/>
                    <a:pt x="3674" y="5403"/>
                  </a:cubicBezTo>
                  <a:cubicBezTo>
                    <a:pt x="3716" y="5403"/>
                    <a:pt x="3758" y="5403"/>
                    <a:pt x="3795" y="5395"/>
                  </a:cubicBezTo>
                  <a:cubicBezTo>
                    <a:pt x="3812" y="5395"/>
                    <a:pt x="3812" y="5395"/>
                    <a:pt x="3820" y="5386"/>
                  </a:cubicBezTo>
                  <a:cubicBezTo>
                    <a:pt x="3928" y="5378"/>
                    <a:pt x="4035" y="5378"/>
                    <a:pt x="4151" y="5370"/>
                  </a:cubicBezTo>
                  <a:cubicBezTo>
                    <a:pt x="4284" y="5370"/>
                    <a:pt x="4416" y="5370"/>
                    <a:pt x="4549" y="5378"/>
                  </a:cubicBezTo>
                  <a:cubicBezTo>
                    <a:pt x="4737" y="5381"/>
                    <a:pt x="4927" y="5386"/>
                    <a:pt x="5117" y="5386"/>
                  </a:cubicBezTo>
                  <a:cubicBezTo>
                    <a:pt x="5395" y="5386"/>
                    <a:pt x="5674" y="5376"/>
                    <a:pt x="5949" y="5337"/>
                  </a:cubicBezTo>
                  <a:cubicBezTo>
                    <a:pt x="6181" y="5304"/>
                    <a:pt x="6413" y="5254"/>
                    <a:pt x="6629" y="5171"/>
                  </a:cubicBezTo>
                  <a:cubicBezTo>
                    <a:pt x="6678" y="5146"/>
                    <a:pt x="6728" y="5121"/>
                    <a:pt x="6778" y="5088"/>
                  </a:cubicBezTo>
                  <a:cubicBezTo>
                    <a:pt x="6819" y="5055"/>
                    <a:pt x="6852" y="5014"/>
                    <a:pt x="6886" y="4972"/>
                  </a:cubicBezTo>
                  <a:cubicBezTo>
                    <a:pt x="6933" y="4909"/>
                    <a:pt x="7004" y="4822"/>
                    <a:pt x="7089" y="4822"/>
                  </a:cubicBezTo>
                  <a:cubicBezTo>
                    <a:pt x="7093" y="4822"/>
                    <a:pt x="7097" y="4823"/>
                    <a:pt x="7101" y="4823"/>
                  </a:cubicBezTo>
                  <a:cubicBezTo>
                    <a:pt x="7096" y="4861"/>
                    <a:pt x="7130" y="4892"/>
                    <a:pt x="7161" y="4892"/>
                  </a:cubicBezTo>
                  <a:cubicBezTo>
                    <a:pt x="7177" y="4892"/>
                    <a:pt x="7192" y="4884"/>
                    <a:pt x="7200" y="4864"/>
                  </a:cubicBezTo>
                  <a:cubicBezTo>
                    <a:pt x="7225" y="4806"/>
                    <a:pt x="7225" y="4757"/>
                    <a:pt x="7200" y="4707"/>
                  </a:cubicBezTo>
                  <a:cubicBezTo>
                    <a:pt x="7184" y="4674"/>
                    <a:pt x="7142" y="4632"/>
                    <a:pt x="7151" y="4583"/>
                  </a:cubicBezTo>
                  <a:cubicBezTo>
                    <a:pt x="7151" y="4541"/>
                    <a:pt x="7184" y="4516"/>
                    <a:pt x="7217" y="4492"/>
                  </a:cubicBezTo>
                  <a:cubicBezTo>
                    <a:pt x="7258" y="4458"/>
                    <a:pt x="7300" y="4442"/>
                    <a:pt x="7341" y="4417"/>
                  </a:cubicBezTo>
                  <a:cubicBezTo>
                    <a:pt x="7532" y="4309"/>
                    <a:pt x="7706" y="4177"/>
                    <a:pt x="7872" y="4028"/>
                  </a:cubicBezTo>
                  <a:cubicBezTo>
                    <a:pt x="8153" y="3754"/>
                    <a:pt x="8385" y="3431"/>
                    <a:pt x="8584" y="3083"/>
                  </a:cubicBezTo>
                  <a:cubicBezTo>
                    <a:pt x="8800" y="2710"/>
                    <a:pt x="8940" y="2296"/>
                    <a:pt x="9147" y="1915"/>
                  </a:cubicBezTo>
                  <a:cubicBezTo>
                    <a:pt x="9363" y="1500"/>
                    <a:pt x="9686" y="1169"/>
                    <a:pt x="10009" y="846"/>
                  </a:cubicBezTo>
                  <a:cubicBezTo>
                    <a:pt x="10175" y="680"/>
                    <a:pt x="10349" y="514"/>
                    <a:pt x="10523" y="365"/>
                  </a:cubicBezTo>
                  <a:cubicBezTo>
                    <a:pt x="10664" y="241"/>
                    <a:pt x="10838" y="117"/>
                    <a:pt x="11028" y="117"/>
                  </a:cubicBezTo>
                  <a:close/>
                  <a:moveTo>
                    <a:pt x="10970" y="1"/>
                  </a:moveTo>
                  <a:cubicBezTo>
                    <a:pt x="10738" y="17"/>
                    <a:pt x="10539" y="183"/>
                    <a:pt x="10365" y="341"/>
                  </a:cubicBezTo>
                  <a:cubicBezTo>
                    <a:pt x="10167" y="523"/>
                    <a:pt x="9976" y="713"/>
                    <a:pt x="9794" y="904"/>
                  </a:cubicBezTo>
                  <a:cubicBezTo>
                    <a:pt x="9611" y="1094"/>
                    <a:pt x="9429" y="1285"/>
                    <a:pt x="9272" y="1500"/>
                  </a:cubicBezTo>
                  <a:cubicBezTo>
                    <a:pt x="8965" y="1906"/>
                    <a:pt x="8808" y="2404"/>
                    <a:pt x="8576" y="2851"/>
                  </a:cubicBezTo>
                  <a:cubicBezTo>
                    <a:pt x="8369" y="3257"/>
                    <a:pt x="8112" y="3638"/>
                    <a:pt x="7780" y="3945"/>
                  </a:cubicBezTo>
                  <a:cubicBezTo>
                    <a:pt x="7623" y="4094"/>
                    <a:pt x="7441" y="4226"/>
                    <a:pt x="7250" y="4334"/>
                  </a:cubicBezTo>
                  <a:cubicBezTo>
                    <a:pt x="7167" y="4376"/>
                    <a:pt x="7068" y="4434"/>
                    <a:pt x="7035" y="4533"/>
                  </a:cubicBezTo>
                  <a:cubicBezTo>
                    <a:pt x="7018" y="4591"/>
                    <a:pt x="7035" y="4641"/>
                    <a:pt x="7060" y="4690"/>
                  </a:cubicBezTo>
                  <a:cubicBezTo>
                    <a:pt x="7060" y="4699"/>
                    <a:pt x="7068" y="4707"/>
                    <a:pt x="7076" y="4715"/>
                  </a:cubicBezTo>
                  <a:cubicBezTo>
                    <a:pt x="7035" y="4715"/>
                    <a:pt x="6993" y="4732"/>
                    <a:pt x="6952" y="4748"/>
                  </a:cubicBezTo>
                  <a:cubicBezTo>
                    <a:pt x="6952" y="4724"/>
                    <a:pt x="6952" y="4690"/>
                    <a:pt x="6952" y="4666"/>
                  </a:cubicBezTo>
                  <a:cubicBezTo>
                    <a:pt x="6952" y="4641"/>
                    <a:pt x="6952" y="4616"/>
                    <a:pt x="6952" y="4591"/>
                  </a:cubicBezTo>
                  <a:cubicBezTo>
                    <a:pt x="6952" y="4566"/>
                    <a:pt x="6960" y="4525"/>
                    <a:pt x="6944" y="4508"/>
                  </a:cubicBezTo>
                  <a:cubicBezTo>
                    <a:pt x="6934" y="4498"/>
                    <a:pt x="6927" y="4494"/>
                    <a:pt x="6920" y="4494"/>
                  </a:cubicBezTo>
                  <a:cubicBezTo>
                    <a:pt x="6914" y="4494"/>
                    <a:pt x="6909" y="4496"/>
                    <a:pt x="6902" y="4500"/>
                  </a:cubicBezTo>
                  <a:cubicBezTo>
                    <a:pt x="6877" y="4516"/>
                    <a:pt x="6869" y="4558"/>
                    <a:pt x="6869" y="4591"/>
                  </a:cubicBezTo>
                  <a:cubicBezTo>
                    <a:pt x="6869" y="4616"/>
                    <a:pt x="6869" y="4641"/>
                    <a:pt x="6869" y="4666"/>
                  </a:cubicBezTo>
                  <a:cubicBezTo>
                    <a:pt x="6877" y="4707"/>
                    <a:pt x="6886" y="4748"/>
                    <a:pt x="6894" y="4790"/>
                  </a:cubicBezTo>
                  <a:cubicBezTo>
                    <a:pt x="6869" y="4806"/>
                    <a:pt x="6852" y="4831"/>
                    <a:pt x="6836" y="4848"/>
                  </a:cubicBezTo>
                  <a:cubicBezTo>
                    <a:pt x="6828" y="4840"/>
                    <a:pt x="6828" y="4831"/>
                    <a:pt x="6819" y="4823"/>
                  </a:cubicBezTo>
                  <a:cubicBezTo>
                    <a:pt x="6811" y="4815"/>
                    <a:pt x="6803" y="4798"/>
                    <a:pt x="6786" y="4798"/>
                  </a:cubicBezTo>
                  <a:cubicBezTo>
                    <a:pt x="6784" y="4796"/>
                    <a:pt x="6781" y="4795"/>
                    <a:pt x="6777" y="4795"/>
                  </a:cubicBezTo>
                  <a:cubicBezTo>
                    <a:pt x="6770" y="4795"/>
                    <a:pt x="6761" y="4801"/>
                    <a:pt x="6761" y="4806"/>
                  </a:cubicBezTo>
                  <a:cubicBezTo>
                    <a:pt x="6761" y="4823"/>
                    <a:pt x="6770" y="4840"/>
                    <a:pt x="6778" y="4856"/>
                  </a:cubicBezTo>
                  <a:cubicBezTo>
                    <a:pt x="6778" y="4856"/>
                    <a:pt x="6778" y="4864"/>
                    <a:pt x="6786" y="4873"/>
                  </a:cubicBezTo>
                  <a:cubicBezTo>
                    <a:pt x="6786" y="4873"/>
                    <a:pt x="6786" y="4881"/>
                    <a:pt x="6786" y="4881"/>
                  </a:cubicBezTo>
                  <a:cubicBezTo>
                    <a:pt x="6786" y="4881"/>
                    <a:pt x="6794" y="4889"/>
                    <a:pt x="6794" y="4898"/>
                  </a:cubicBezTo>
                  <a:cubicBezTo>
                    <a:pt x="6770" y="4931"/>
                    <a:pt x="6745" y="4956"/>
                    <a:pt x="6712" y="4989"/>
                  </a:cubicBezTo>
                  <a:cubicBezTo>
                    <a:pt x="6670" y="5030"/>
                    <a:pt x="6612" y="5047"/>
                    <a:pt x="6554" y="5072"/>
                  </a:cubicBezTo>
                  <a:cubicBezTo>
                    <a:pt x="6107" y="5229"/>
                    <a:pt x="5634" y="5262"/>
                    <a:pt x="5162" y="5262"/>
                  </a:cubicBezTo>
                  <a:cubicBezTo>
                    <a:pt x="4930" y="5262"/>
                    <a:pt x="4690" y="5254"/>
                    <a:pt x="4450" y="5254"/>
                  </a:cubicBezTo>
                  <a:lnTo>
                    <a:pt x="4102" y="5254"/>
                  </a:lnTo>
                  <a:cubicBezTo>
                    <a:pt x="3986" y="5254"/>
                    <a:pt x="3878" y="5254"/>
                    <a:pt x="3770" y="5270"/>
                  </a:cubicBezTo>
                  <a:cubicBezTo>
                    <a:pt x="3770" y="5246"/>
                    <a:pt x="3779" y="5229"/>
                    <a:pt x="3779" y="5204"/>
                  </a:cubicBezTo>
                  <a:cubicBezTo>
                    <a:pt x="3779" y="5188"/>
                    <a:pt x="3779" y="5163"/>
                    <a:pt x="3787" y="5138"/>
                  </a:cubicBezTo>
                  <a:cubicBezTo>
                    <a:pt x="3787" y="5121"/>
                    <a:pt x="3787" y="5088"/>
                    <a:pt x="3779" y="5072"/>
                  </a:cubicBezTo>
                  <a:cubicBezTo>
                    <a:pt x="3779" y="5055"/>
                    <a:pt x="3762" y="5038"/>
                    <a:pt x="3745" y="5038"/>
                  </a:cubicBezTo>
                  <a:cubicBezTo>
                    <a:pt x="3729" y="5038"/>
                    <a:pt x="3712" y="5047"/>
                    <a:pt x="3704" y="5063"/>
                  </a:cubicBezTo>
                  <a:cubicBezTo>
                    <a:pt x="3696" y="5080"/>
                    <a:pt x="3696" y="5096"/>
                    <a:pt x="3696" y="5113"/>
                  </a:cubicBezTo>
                  <a:cubicBezTo>
                    <a:pt x="3687" y="5130"/>
                    <a:pt x="3687" y="5146"/>
                    <a:pt x="3687" y="5154"/>
                  </a:cubicBezTo>
                  <a:cubicBezTo>
                    <a:pt x="3687" y="5168"/>
                    <a:pt x="3687" y="5176"/>
                    <a:pt x="3687" y="5188"/>
                  </a:cubicBezTo>
                  <a:cubicBezTo>
                    <a:pt x="3679" y="5179"/>
                    <a:pt x="3679" y="5163"/>
                    <a:pt x="3679" y="5154"/>
                  </a:cubicBezTo>
                  <a:cubicBezTo>
                    <a:pt x="3679" y="5146"/>
                    <a:pt x="3671" y="5138"/>
                    <a:pt x="3671" y="5130"/>
                  </a:cubicBezTo>
                  <a:cubicBezTo>
                    <a:pt x="3663" y="5113"/>
                    <a:pt x="3663" y="5088"/>
                    <a:pt x="3646" y="5072"/>
                  </a:cubicBezTo>
                  <a:cubicBezTo>
                    <a:pt x="3646" y="5072"/>
                    <a:pt x="3629" y="5072"/>
                    <a:pt x="3629" y="5080"/>
                  </a:cubicBezTo>
                  <a:cubicBezTo>
                    <a:pt x="3621" y="5096"/>
                    <a:pt x="3621" y="5121"/>
                    <a:pt x="3613" y="5138"/>
                  </a:cubicBezTo>
                  <a:cubicBezTo>
                    <a:pt x="3613" y="5154"/>
                    <a:pt x="3613" y="5163"/>
                    <a:pt x="3621" y="5179"/>
                  </a:cubicBezTo>
                  <a:cubicBezTo>
                    <a:pt x="3588" y="5138"/>
                    <a:pt x="3555" y="5096"/>
                    <a:pt x="3522" y="5063"/>
                  </a:cubicBezTo>
                  <a:cubicBezTo>
                    <a:pt x="3041" y="4500"/>
                    <a:pt x="2693" y="3837"/>
                    <a:pt x="2304" y="3207"/>
                  </a:cubicBezTo>
                  <a:cubicBezTo>
                    <a:pt x="1947" y="2611"/>
                    <a:pt x="1533" y="2022"/>
                    <a:pt x="970" y="1616"/>
                  </a:cubicBezTo>
                  <a:cubicBezTo>
                    <a:pt x="895" y="1567"/>
                    <a:pt x="821" y="1509"/>
                    <a:pt x="738" y="1467"/>
                  </a:cubicBezTo>
                  <a:cubicBezTo>
                    <a:pt x="684" y="1437"/>
                    <a:pt x="617" y="1416"/>
                    <a:pt x="549" y="1416"/>
                  </a:cubicBezTo>
                  <a:cubicBezTo>
                    <a:pt x="523" y="1416"/>
                    <a:pt x="498" y="1419"/>
                    <a:pt x="473" y="1426"/>
                  </a:cubicBezTo>
                  <a:cubicBezTo>
                    <a:pt x="307" y="1484"/>
                    <a:pt x="224" y="1683"/>
                    <a:pt x="166" y="1832"/>
                  </a:cubicBezTo>
                  <a:cubicBezTo>
                    <a:pt x="17" y="2196"/>
                    <a:pt x="0" y="2594"/>
                    <a:pt x="25" y="2984"/>
                  </a:cubicBezTo>
                  <a:lnTo>
                    <a:pt x="33" y="2992"/>
                  </a:lnTo>
                  <a:cubicBezTo>
                    <a:pt x="50" y="3199"/>
                    <a:pt x="75" y="3414"/>
                    <a:pt x="100" y="3630"/>
                  </a:cubicBezTo>
                  <a:cubicBezTo>
                    <a:pt x="116" y="3837"/>
                    <a:pt x="141" y="4052"/>
                    <a:pt x="149" y="4260"/>
                  </a:cubicBezTo>
                  <a:cubicBezTo>
                    <a:pt x="183" y="4690"/>
                    <a:pt x="199" y="5113"/>
                    <a:pt x="199" y="5544"/>
                  </a:cubicBezTo>
                  <a:cubicBezTo>
                    <a:pt x="199" y="5743"/>
                    <a:pt x="191" y="5941"/>
                    <a:pt x="191" y="6132"/>
                  </a:cubicBezTo>
                  <a:cubicBezTo>
                    <a:pt x="199" y="6298"/>
                    <a:pt x="207" y="6472"/>
                    <a:pt x="249" y="6629"/>
                  </a:cubicBezTo>
                  <a:cubicBezTo>
                    <a:pt x="274" y="6704"/>
                    <a:pt x="307" y="6787"/>
                    <a:pt x="348" y="6861"/>
                  </a:cubicBezTo>
                  <a:cubicBezTo>
                    <a:pt x="390" y="6927"/>
                    <a:pt x="448" y="6985"/>
                    <a:pt x="497" y="7043"/>
                  </a:cubicBezTo>
                  <a:cubicBezTo>
                    <a:pt x="547" y="7093"/>
                    <a:pt x="605" y="7151"/>
                    <a:pt x="613" y="7226"/>
                  </a:cubicBezTo>
                  <a:cubicBezTo>
                    <a:pt x="613" y="7267"/>
                    <a:pt x="597" y="7309"/>
                    <a:pt x="589" y="7358"/>
                  </a:cubicBezTo>
                  <a:cubicBezTo>
                    <a:pt x="580" y="7400"/>
                    <a:pt x="580" y="7449"/>
                    <a:pt x="597" y="7491"/>
                  </a:cubicBezTo>
                  <a:cubicBezTo>
                    <a:pt x="597" y="7499"/>
                    <a:pt x="605" y="7507"/>
                    <a:pt x="613" y="7516"/>
                  </a:cubicBezTo>
                  <a:cubicBezTo>
                    <a:pt x="605" y="7599"/>
                    <a:pt x="622" y="7681"/>
                    <a:pt x="638" y="7756"/>
                  </a:cubicBezTo>
                  <a:cubicBezTo>
                    <a:pt x="671" y="7889"/>
                    <a:pt x="746" y="7996"/>
                    <a:pt x="829" y="8096"/>
                  </a:cubicBezTo>
                  <a:cubicBezTo>
                    <a:pt x="903" y="8187"/>
                    <a:pt x="986" y="8270"/>
                    <a:pt x="1061" y="8369"/>
                  </a:cubicBezTo>
                  <a:cubicBezTo>
                    <a:pt x="1094" y="8419"/>
                    <a:pt x="1127" y="8469"/>
                    <a:pt x="1152" y="8518"/>
                  </a:cubicBezTo>
                  <a:cubicBezTo>
                    <a:pt x="1160" y="8535"/>
                    <a:pt x="1169" y="8551"/>
                    <a:pt x="1169" y="8568"/>
                  </a:cubicBezTo>
                  <a:cubicBezTo>
                    <a:pt x="1144" y="8585"/>
                    <a:pt x="1127" y="8601"/>
                    <a:pt x="1102" y="8618"/>
                  </a:cubicBezTo>
                  <a:cubicBezTo>
                    <a:pt x="1094" y="8626"/>
                    <a:pt x="1086" y="8634"/>
                    <a:pt x="1077" y="8651"/>
                  </a:cubicBezTo>
                  <a:cubicBezTo>
                    <a:pt x="1069" y="8659"/>
                    <a:pt x="1053" y="8676"/>
                    <a:pt x="1053" y="8692"/>
                  </a:cubicBezTo>
                  <a:cubicBezTo>
                    <a:pt x="1053" y="8701"/>
                    <a:pt x="1053" y="8709"/>
                    <a:pt x="1061" y="8717"/>
                  </a:cubicBezTo>
                  <a:cubicBezTo>
                    <a:pt x="1061" y="8725"/>
                    <a:pt x="1077" y="8725"/>
                    <a:pt x="1086" y="8725"/>
                  </a:cubicBezTo>
                  <a:cubicBezTo>
                    <a:pt x="1086" y="8717"/>
                    <a:pt x="1094" y="8717"/>
                    <a:pt x="1102" y="8717"/>
                  </a:cubicBezTo>
                  <a:lnTo>
                    <a:pt x="1111" y="8709"/>
                  </a:lnTo>
                  <a:cubicBezTo>
                    <a:pt x="1111" y="8701"/>
                    <a:pt x="1119" y="8701"/>
                    <a:pt x="1127" y="8692"/>
                  </a:cubicBezTo>
                  <a:cubicBezTo>
                    <a:pt x="1144" y="8684"/>
                    <a:pt x="1152" y="8667"/>
                    <a:pt x="1169" y="8659"/>
                  </a:cubicBezTo>
                  <a:cubicBezTo>
                    <a:pt x="1177" y="8651"/>
                    <a:pt x="1185" y="8651"/>
                    <a:pt x="1193" y="8643"/>
                  </a:cubicBezTo>
                  <a:cubicBezTo>
                    <a:pt x="1193" y="8643"/>
                    <a:pt x="1193" y="8651"/>
                    <a:pt x="1193" y="8651"/>
                  </a:cubicBezTo>
                  <a:cubicBezTo>
                    <a:pt x="1169" y="8676"/>
                    <a:pt x="1152" y="8709"/>
                    <a:pt x="1135" y="8742"/>
                  </a:cubicBezTo>
                  <a:cubicBezTo>
                    <a:pt x="1119" y="8759"/>
                    <a:pt x="1111" y="8775"/>
                    <a:pt x="1102" y="8792"/>
                  </a:cubicBezTo>
                  <a:cubicBezTo>
                    <a:pt x="1094" y="8817"/>
                    <a:pt x="1077" y="8841"/>
                    <a:pt x="1086" y="8866"/>
                  </a:cubicBezTo>
                  <a:cubicBezTo>
                    <a:pt x="1093" y="8887"/>
                    <a:pt x="1111" y="8902"/>
                    <a:pt x="1131" y="8902"/>
                  </a:cubicBezTo>
                  <a:cubicBezTo>
                    <a:pt x="1135" y="8902"/>
                    <a:pt x="1139" y="8901"/>
                    <a:pt x="1144" y="8899"/>
                  </a:cubicBezTo>
                  <a:cubicBezTo>
                    <a:pt x="1169" y="8891"/>
                    <a:pt x="1185" y="8866"/>
                    <a:pt x="1193" y="8850"/>
                  </a:cubicBezTo>
                  <a:cubicBezTo>
                    <a:pt x="1210" y="8833"/>
                    <a:pt x="1218" y="8817"/>
                    <a:pt x="1227" y="8800"/>
                  </a:cubicBezTo>
                  <a:cubicBezTo>
                    <a:pt x="1235" y="8783"/>
                    <a:pt x="1243" y="8767"/>
                    <a:pt x="1260" y="8742"/>
                  </a:cubicBezTo>
                  <a:lnTo>
                    <a:pt x="1260" y="8742"/>
                  </a:lnTo>
                  <a:cubicBezTo>
                    <a:pt x="1251" y="8759"/>
                    <a:pt x="1243" y="8783"/>
                    <a:pt x="1243" y="8800"/>
                  </a:cubicBezTo>
                  <a:cubicBezTo>
                    <a:pt x="1227" y="8941"/>
                    <a:pt x="1268" y="9098"/>
                    <a:pt x="1293" y="9239"/>
                  </a:cubicBezTo>
                  <a:cubicBezTo>
                    <a:pt x="1301" y="9305"/>
                    <a:pt x="1318" y="9380"/>
                    <a:pt x="1326" y="9446"/>
                  </a:cubicBezTo>
                  <a:cubicBezTo>
                    <a:pt x="1334" y="9488"/>
                    <a:pt x="1343" y="9521"/>
                    <a:pt x="1343" y="9562"/>
                  </a:cubicBezTo>
                  <a:cubicBezTo>
                    <a:pt x="1351" y="9587"/>
                    <a:pt x="1351" y="9612"/>
                    <a:pt x="1359" y="9637"/>
                  </a:cubicBezTo>
                  <a:cubicBezTo>
                    <a:pt x="1160" y="9827"/>
                    <a:pt x="1019" y="10068"/>
                    <a:pt x="845" y="10283"/>
                  </a:cubicBezTo>
                  <a:cubicBezTo>
                    <a:pt x="754" y="10399"/>
                    <a:pt x="647" y="10498"/>
                    <a:pt x="531" y="10590"/>
                  </a:cubicBezTo>
                  <a:cubicBezTo>
                    <a:pt x="423" y="10672"/>
                    <a:pt x="299" y="10772"/>
                    <a:pt x="241" y="10904"/>
                  </a:cubicBezTo>
                  <a:cubicBezTo>
                    <a:pt x="158" y="11087"/>
                    <a:pt x="207" y="11277"/>
                    <a:pt x="257" y="11451"/>
                  </a:cubicBezTo>
                  <a:cubicBezTo>
                    <a:pt x="282" y="11559"/>
                    <a:pt x="307" y="11658"/>
                    <a:pt x="332" y="11758"/>
                  </a:cubicBezTo>
                  <a:cubicBezTo>
                    <a:pt x="340" y="11808"/>
                    <a:pt x="357" y="11857"/>
                    <a:pt x="373" y="11907"/>
                  </a:cubicBezTo>
                  <a:cubicBezTo>
                    <a:pt x="381" y="11957"/>
                    <a:pt x="406" y="12006"/>
                    <a:pt x="415" y="12056"/>
                  </a:cubicBezTo>
                  <a:cubicBezTo>
                    <a:pt x="423" y="12081"/>
                    <a:pt x="439" y="12089"/>
                    <a:pt x="456" y="12089"/>
                  </a:cubicBezTo>
                  <a:cubicBezTo>
                    <a:pt x="514" y="12230"/>
                    <a:pt x="572" y="12363"/>
                    <a:pt x="663" y="12487"/>
                  </a:cubicBezTo>
                  <a:lnTo>
                    <a:pt x="655" y="12495"/>
                  </a:lnTo>
                  <a:lnTo>
                    <a:pt x="647" y="12504"/>
                  </a:lnTo>
                  <a:lnTo>
                    <a:pt x="638" y="12512"/>
                  </a:lnTo>
                  <a:cubicBezTo>
                    <a:pt x="630" y="12520"/>
                    <a:pt x="622" y="12537"/>
                    <a:pt x="613" y="12545"/>
                  </a:cubicBezTo>
                  <a:cubicBezTo>
                    <a:pt x="597" y="12562"/>
                    <a:pt x="580" y="12578"/>
                    <a:pt x="564" y="12595"/>
                  </a:cubicBezTo>
                  <a:cubicBezTo>
                    <a:pt x="547" y="12611"/>
                    <a:pt x="531" y="12628"/>
                    <a:pt x="514" y="12644"/>
                  </a:cubicBezTo>
                  <a:cubicBezTo>
                    <a:pt x="506" y="12653"/>
                    <a:pt x="497" y="12661"/>
                    <a:pt x="489" y="12669"/>
                  </a:cubicBezTo>
                  <a:lnTo>
                    <a:pt x="481" y="12686"/>
                  </a:lnTo>
                  <a:cubicBezTo>
                    <a:pt x="473" y="12694"/>
                    <a:pt x="473" y="12702"/>
                    <a:pt x="473" y="12711"/>
                  </a:cubicBezTo>
                  <a:cubicBezTo>
                    <a:pt x="464" y="12727"/>
                    <a:pt x="473" y="12736"/>
                    <a:pt x="481" y="12744"/>
                  </a:cubicBezTo>
                  <a:cubicBezTo>
                    <a:pt x="489" y="12752"/>
                    <a:pt x="497" y="12752"/>
                    <a:pt x="506" y="12752"/>
                  </a:cubicBezTo>
                  <a:cubicBezTo>
                    <a:pt x="522" y="12752"/>
                    <a:pt x="547" y="12736"/>
                    <a:pt x="564" y="12719"/>
                  </a:cubicBezTo>
                  <a:lnTo>
                    <a:pt x="564" y="12719"/>
                  </a:lnTo>
                  <a:lnTo>
                    <a:pt x="555" y="12727"/>
                  </a:lnTo>
                  <a:cubicBezTo>
                    <a:pt x="555" y="12727"/>
                    <a:pt x="547" y="12736"/>
                    <a:pt x="547" y="12752"/>
                  </a:cubicBezTo>
                  <a:cubicBezTo>
                    <a:pt x="539" y="12760"/>
                    <a:pt x="547" y="12769"/>
                    <a:pt x="555" y="12777"/>
                  </a:cubicBezTo>
                  <a:cubicBezTo>
                    <a:pt x="560" y="12781"/>
                    <a:pt x="564" y="12783"/>
                    <a:pt x="568" y="12783"/>
                  </a:cubicBezTo>
                  <a:cubicBezTo>
                    <a:pt x="572" y="12783"/>
                    <a:pt x="576" y="12781"/>
                    <a:pt x="580" y="12777"/>
                  </a:cubicBezTo>
                  <a:cubicBezTo>
                    <a:pt x="589" y="12769"/>
                    <a:pt x="597" y="12760"/>
                    <a:pt x="597" y="12760"/>
                  </a:cubicBezTo>
                  <a:cubicBezTo>
                    <a:pt x="605" y="12752"/>
                    <a:pt x="613" y="12744"/>
                    <a:pt x="613" y="12736"/>
                  </a:cubicBezTo>
                  <a:lnTo>
                    <a:pt x="630" y="12719"/>
                  </a:lnTo>
                  <a:lnTo>
                    <a:pt x="630" y="12719"/>
                  </a:lnTo>
                  <a:cubicBezTo>
                    <a:pt x="622" y="12736"/>
                    <a:pt x="622" y="12752"/>
                    <a:pt x="613" y="12769"/>
                  </a:cubicBezTo>
                  <a:cubicBezTo>
                    <a:pt x="597" y="12843"/>
                    <a:pt x="564" y="12926"/>
                    <a:pt x="547" y="13009"/>
                  </a:cubicBezTo>
                  <a:cubicBezTo>
                    <a:pt x="522" y="13150"/>
                    <a:pt x="522" y="13291"/>
                    <a:pt x="564" y="13432"/>
                  </a:cubicBezTo>
                  <a:cubicBezTo>
                    <a:pt x="597" y="13556"/>
                    <a:pt x="663" y="13705"/>
                    <a:pt x="779" y="13771"/>
                  </a:cubicBezTo>
                  <a:cubicBezTo>
                    <a:pt x="804" y="13790"/>
                    <a:pt x="838" y="13799"/>
                    <a:pt x="871" y="13799"/>
                  </a:cubicBezTo>
                  <a:cubicBezTo>
                    <a:pt x="882" y="13799"/>
                    <a:pt x="893" y="13798"/>
                    <a:pt x="903" y="13796"/>
                  </a:cubicBezTo>
                  <a:lnTo>
                    <a:pt x="903" y="13804"/>
                  </a:lnTo>
                  <a:cubicBezTo>
                    <a:pt x="937" y="13954"/>
                    <a:pt x="1111" y="14045"/>
                    <a:pt x="1243" y="14078"/>
                  </a:cubicBezTo>
                  <a:cubicBezTo>
                    <a:pt x="1401" y="14119"/>
                    <a:pt x="1558" y="14119"/>
                    <a:pt x="1724" y="14119"/>
                  </a:cubicBezTo>
                  <a:lnTo>
                    <a:pt x="1749" y="14119"/>
                  </a:lnTo>
                  <a:cubicBezTo>
                    <a:pt x="1740" y="14136"/>
                    <a:pt x="1740" y="14152"/>
                    <a:pt x="1740" y="14161"/>
                  </a:cubicBezTo>
                  <a:cubicBezTo>
                    <a:pt x="1740" y="14169"/>
                    <a:pt x="1732" y="14177"/>
                    <a:pt x="1732" y="14177"/>
                  </a:cubicBezTo>
                  <a:cubicBezTo>
                    <a:pt x="1732" y="14186"/>
                    <a:pt x="1724" y="14194"/>
                    <a:pt x="1724" y="14202"/>
                  </a:cubicBezTo>
                  <a:cubicBezTo>
                    <a:pt x="1724" y="14202"/>
                    <a:pt x="1724" y="14210"/>
                    <a:pt x="1724" y="14210"/>
                  </a:cubicBezTo>
                  <a:cubicBezTo>
                    <a:pt x="1724" y="14227"/>
                    <a:pt x="1715" y="14244"/>
                    <a:pt x="1707" y="14260"/>
                  </a:cubicBezTo>
                  <a:cubicBezTo>
                    <a:pt x="1699" y="14285"/>
                    <a:pt x="1691" y="14302"/>
                    <a:pt x="1682" y="14326"/>
                  </a:cubicBezTo>
                  <a:cubicBezTo>
                    <a:pt x="1649" y="14384"/>
                    <a:pt x="1591" y="14434"/>
                    <a:pt x="1541" y="14476"/>
                  </a:cubicBezTo>
                  <a:cubicBezTo>
                    <a:pt x="1334" y="14625"/>
                    <a:pt x="1102" y="14749"/>
                    <a:pt x="903" y="14906"/>
                  </a:cubicBezTo>
                  <a:cubicBezTo>
                    <a:pt x="804" y="14981"/>
                    <a:pt x="721" y="15072"/>
                    <a:pt x="671" y="15180"/>
                  </a:cubicBezTo>
                  <a:cubicBezTo>
                    <a:pt x="638" y="15254"/>
                    <a:pt x="622" y="15337"/>
                    <a:pt x="630" y="15420"/>
                  </a:cubicBezTo>
                  <a:cubicBezTo>
                    <a:pt x="613" y="15412"/>
                    <a:pt x="605" y="15412"/>
                    <a:pt x="589" y="15404"/>
                  </a:cubicBezTo>
                  <a:cubicBezTo>
                    <a:pt x="586" y="15402"/>
                    <a:pt x="582" y="15401"/>
                    <a:pt x="578" y="15401"/>
                  </a:cubicBezTo>
                  <a:cubicBezTo>
                    <a:pt x="561" y="15401"/>
                    <a:pt x="537" y="15416"/>
                    <a:pt x="531" y="15437"/>
                  </a:cubicBezTo>
                  <a:cubicBezTo>
                    <a:pt x="481" y="15544"/>
                    <a:pt x="448" y="15660"/>
                    <a:pt x="431" y="15785"/>
                  </a:cubicBezTo>
                  <a:cubicBezTo>
                    <a:pt x="406" y="16000"/>
                    <a:pt x="423" y="16215"/>
                    <a:pt x="481" y="16423"/>
                  </a:cubicBezTo>
                  <a:cubicBezTo>
                    <a:pt x="489" y="16456"/>
                    <a:pt x="497" y="16481"/>
                    <a:pt x="506" y="16514"/>
                  </a:cubicBezTo>
                  <a:cubicBezTo>
                    <a:pt x="514" y="16630"/>
                    <a:pt x="539" y="16746"/>
                    <a:pt x="589" y="16862"/>
                  </a:cubicBezTo>
                  <a:cubicBezTo>
                    <a:pt x="738" y="17210"/>
                    <a:pt x="1053" y="17442"/>
                    <a:pt x="1367" y="17624"/>
                  </a:cubicBezTo>
                  <a:cubicBezTo>
                    <a:pt x="1732" y="17831"/>
                    <a:pt x="2105" y="18022"/>
                    <a:pt x="2478" y="18221"/>
                  </a:cubicBezTo>
                  <a:cubicBezTo>
                    <a:pt x="2486" y="18226"/>
                    <a:pt x="2495" y="18228"/>
                    <a:pt x="2505" y="18228"/>
                  </a:cubicBezTo>
                  <a:cubicBezTo>
                    <a:pt x="2540" y="18228"/>
                    <a:pt x="2574" y="18194"/>
                    <a:pt x="2561" y="18154"/>
                  </a:cubicBezTo>
                  <a:lnTo>
                    <a:pt x="2544" y="18096"/>
                  </a:lnTo>
                  <a:lnTo>
                    <a:pt x="2544" y="18096"/>
                  </a:lnTo>
                  <a:cubicBezTo>
                    <a:pt x="3049" y="18345"/>
                    <a:pt x="3571" y="18535"/>
                    <a:pt x="4102" y="18676"/>
                  </a:cubicBezTo>
                  <a:cubicBezTo>
                    <a:pt x="4898" y="18886"/>
                    <a:pt x="5714" y="18984"/>
                    <a:pt x="6530" y="18984"/>
                  </a:cubicBezTo>
                  <a:cubicBezTo>
                    <a:pt x="6776" y="18984"/>
                    <a:pt x="7021" y="18975"/>
                    <a:pt x="7267" y="18958"/>
                  </a:cubicBezTo>
                  <a:cubicBezTo>
                    <a:pt x="7797" y="18925"/>
                    <a:pt x="8327" y="18842"/>
                    <a:pt x="8849" y="18726"/>
                  </a:cubicBezTo>
                  <a:cubicBezTo>
                    <a:pt x="9114" y="18668"/>
                    <a:pt x="9379" y="18602"/>
                    <a:pt x="9636" y="18519"/>
                  </a:cubicBezTo>
                  <a:cubicBezTo>
                    <a:pt x="9827" y="18461"/>
                    <a:pt x="10026" y="18403"/>
                    <a:pt x="10208" y="18328"/>
                  </a:cubicBezTo>
                  <a:lnTo>
                    <a:pt x="10225" y="18328"/>
                  </a:lnTo>
                  <a:cubicBezTo>
                    <a:pt x="10266" y="18320"/>
                    <a:pt x="10307" y="18303"/>
                    <a:pt x="10349" y="18287"/>
                  </a:cubicBezTo>
                  <a:cubicBezTo>
                    <a:pt x="10382" y="18270"/>
                    <a:pt x="10415" y="18254"/>
                    <a:pt x="10448" y="18237"/>
                  </a:cubicBezTo>
                  <a:cubicBezTo>
                    <a:pt x="10523" y="18196"/>
                    <a:pt x="10589" y="18154"/>
                    <a:pt x="10655" y="18113"/>
                  </a:cubicBezTo>
                  <a:cubicBezTo>
                    <a:pt x="10771" y="18030"/>
                    <a:pt x="10879" y="17939"/>
                    <a:pt x="10987" y="17839"/>
                  </a:cubicBezTo>
                  <a:cubicBezTo>
                    <a:pt x="11037" y="17790"/>
                    <a:pt x="11086" y="17740"/>
                    <a:pt x="11128" y="17690"/>
                  </a:cubicBezTo>
                  <a:cubicBezTo>
                    <a:pt x="11177" y="17632"/>
                    <a:pt x="11227" y="17574"/>
                    <a:pt x="11269" y="17516"/>
                  </a:cubicBezTo>
                  <a:cubicBezTo>
                    <a:pt x="11310" y="17442"/>
                    <a:pt x="11318" y="17359"/>
                    <a:pt x="11302" y="17284"/>
                  </a:cubicBezTo>
                  <a:cubicBezTo>
                    <a:pt x="11285" y="17201"/>
                    <a:pt x="11252" y="17119"/>
                    <a:pt x="11227" y="17044"/>
                  </a:cubicBezTo>
                  <a:cubicBezTo>
                    <a:pt x="11194" y="16945"/>
                    <a:pt x="11153" y="16845"/>
                    <a:pt x="11119" y="16754"/>
                  </a:cubicBezTo>
                  <a:cubicBezTo>
                    <a:pt x="11144" y="16746"/>
                    <a:pt x="11169" y="16721"/>
                    <a:pt x="11161" y="16696"/>
                  </a:cubicBezTo>
                  <a:cubicBezTo>
                    <a:pt x="11128" y="16580"/>
                    <a:pt x="11103" y="16464"/>
                    <a:pt x="11070" y="16356"/>
                  </a:cubicBezTo>
                  <a:cubicBezTo>
                    <a:pt x="11037" y="16257"/>
                    <a:pt x="11003" y="16157"/>
                    <a:pt x="10962" y="16058"/>
                  </a:cubicBezTo>
                  <a:cubicBezTo>
                    <a:pt x="10945" y="15760"/>
                    <a:pt x="10887" y="15470"/>
                    <a:pt x="10829" y="15180"/>
                  </a:cubicBezTo>
                  <a:cubicBezTo>
                    <a:pt x="10829" y="15130"/>
                    <a:pt x="10821" y="15089"/>
                    <a:pt x="10805" y="15047"/>
                  </a:cubicBezTo>
                  <a:lnTo>
                    <a:pt x="10805" y="15039"/>
                  </a:lnTo>
                  <a:cubicBezTo>
                    <a:pt x="10796" y="15022"/>
                    <a:pt x="10796" y="15014"/>
                    <a:pt x="10796" y="15006"/>
                  </a:cubicBezTo>
                  <a:cubicBezTo>
                    <a:pt x="10805" y="14981"/>
                    <a:pt x="10813" y="14956"/>
                    <a:pt x="10821" y="14940"/>
                  </a:cubicBezTo>
                  <a:cubicBezTo>
                    <a:pt x="10838" y="14865"/>
                    <a:pt x="10838" y="14790"/>
                    <a:pt x="10821" y="14716"/>
                  </a:cubicBezTo>
                  <a:cubicBezTo>
                    <a:pt x="10813" y="14608"/>
                    <a:pt x="10788" y="14500"/>
                    <a:pt x="10771" y="14393"/>
                  </a:cubicBezTo>
                  <a:lnTo>
                    <a:pt x="10771" y="14393"/>
                  </a:lnTo>
                  <a:cubicBezTo>
                    <a:pt x="10778" y="14397"/>
                    <a:pt x="10785" y="14399"/>
                    <a:pt x="10792" y="14399"/>
                  </a:cubicBezTo>
                  <a:cubicBezTo>
                    <a:pt x="10825" y="14399"/>
                    <a:pt x="10852" y="14353"/>
                    <a:pt x="10838" y="14318"/>
                  </a:cubicBezTo>
                  <a:cubicBezTo>
                    <a:pt x="10747" y="14161"/>
                    <a:pt x="10680" y="14003"/>
                    <a:pt x="10622" y="13829"/>
                  </a:cubicBezTo>
                  <a:cubicBezTo>
                    <a:pt x="10567" y="13671"/>
                    <a:pt x="10534" y="13505"/>
                    <a:pt x="10495" y="13339"/>
                  </a:cubicBezTo>
                  <a:lnTo>
                    <a:pt x="10495" y="13339"/>
                  </a:lnTo>
                  <a:cubicBezTo>
                    <a:pt x="10506" y="13353"/>
                    <a:pt x="10522" y="13360"/>
                    <a:pt x="10537" y="13360"/>
                  </a:cubicBezTo>
                  <a:cubicBezTo>
                    <a:pt x="10556" y="13360"/>
                    <a:pt x="10574" y="13349"/>
                    <a:pt x="10581" y="13324"/>
                  </a:cubicBezTo>
                  <a:cubicBezTo>
                    <a:pt x="10622" y="13175"/>
                    <a:pt x="10664" y="13026"/>
                    <a:pt x="10680" y="12876"/>
                  </a:cubicBezTo>
                  <a:lnTo>
                    <a:pt x="10689" y="12876"/>
                  </a:lnTo>
                  <a:cubicBezTo>
                    <a:pt x="10763" y="12860"/>
                    <a:pt x="10805" y="12736"/>
                    <a:pt x="10829" y="12669"/>
                  </a:cubicBezTo>
                  <a:cubicBezTo>
                    <a:pt x="10846" y="12603"/>
                    <a:pt x="10863" y="12537"/>
                    <a:pt x="10871" y="12462"/>
                  </a:cubicBezTo>
                  <a:cubicBezTo>
                    <a:pt x="10896" y="12421"/>
                    <a:pt x="10912" y="12363"/>
                    <a:pt x="10921" y="12321"/>
                  </a:cubicBezTo>
                  <a:cubicBezTo>
                    <a:pt x="10945" y="12238"/>
                    <a:pt x="10954" y="12139"/>
                    <a:pt x="10962" y="12056"/>
                  </a:cubicBezTo>
                  <a:cubicBezTo>
                    <a:pt x="10962" y="11708"/>
                    <a:pt x="10846" y="11385"/>
                    <a:pt x="10730" y="11070"/>
                  </a:cubicBezTo>
                  <a:cubicBezTo>
                    <a:pt x="10672" y="10904"/>
                    <a:pt x="10614" y="10739"/>
                    <a:pt x="10573" y="10573"/>
                  </a:cubicBezTo>
                  <a:cubicBezTo>
                    <a:pt x="10556" y="10474"/>
                    <a:pt x="10539" y="10383"/>
                    <a:pt x="10531" y="10291"/>
                  </a:cubicBezTo>
                  <a:cubicBezTo>
                    <a:pt x="10531" y="10242"/>
                    <a:pt x="10523" y="10192"/>
                    <a:pt x="10523" y="10142"/>
                  </a:cubicBezTo>
                  <a:cubicBezTo>
                    <a:pt x="10523" y="10109"/>
                    <a:pt x="10523" y="10068"/>
                    <a:pt x="10515" y="10035"/>
                  </a:cubicBezTo>
                  <a:cubicBezTo>
                    <a:pt x="10531" y="9985"/>
                    <a:pt x="10539" y="9935"/>
                    <a:pt x="10556" y="9877"/>
                  </a:cubicBezTo>
                  <a:cubicBezTo>
                    <a:pt x="10614" y="9703"/>
                    <a:pt x="10680" y="9537"/>
                    <a:pt x="10705" y="9347"/>
                  </a:cubicBezTo>
                  <a:cubicBezTo>
                    <a:pt x="10722" y="9148"/>
                    <a:pt x="10689" y="8957"/>
                    <a:pt x="10647" y="8767"/>
                  </a:cubicBezTo>
                  <a:cubicBezTo>
                    <a:pt x="10614" y="8568"/>
                    <a:pt x="10589" y="8369"/>
                    <a:pt x="10573" y="8170"/>
                  </a:cubicBezTo>
                  <a:cubicBezTo>
                    <a:pt x="10556" y="7971"/>
                    <a:pt x="10556" y="7773"/>
                    <a:pt x="10539" y="7574"/>
                  </a:cubicBezTo>
                  <a:cubicBezTo>
                    <a:pt x="10539" y="7557"/>
                    <a:pt x="10531" y="7549"/>
                    <a:pt x="10523" y="7541"/>
                  </a:cubicBezTo>
                  <a:cubicBezTo>
                    <a:pt x="10523" y="7433"/>
                    <a:pt x="10506" y="7325"/>
                    <a:pt x="10481" y="7217"/>
                  </a:cubicBezTo>
                  <a:cubicBezTo>
                    <a:pt x="10465" y="7168"/>
                    <a:pt x="10440" y="7093"/>
                    <a:pt x="10465" y="7043"/>
                  </a:cubicBezTo>
                  <a:cubicBezTo>
                    <a:pt x="10481" y="6994"/>
                    <a:pt x="10539" y="6961"/>
                    <a:pt x="10581" y="6936"/>
                  </a:cubicBezTo>
                  <a:cubicBezTo>
                    <a:pt x="10672" y="6886"/>
                    <a:pt x="10763" y="6820"/>
                    <a:pt x="10829" y="6737"/>
                  </a:cubicBezTo>
                  <a:cubicBezTo>
                    <a:pt x="10887" y="6654"/>
                    <a:pt x="10929" y="6546"/>
                    <a:pt x="10904" y="6447"/>
                  </a:cubicBezTo>
                  <a:cubicBezTo>
                    <a:pt x="10887" y="6389"/>
                    <a:pt x="10854" y="6339"/>
                    <a:pt x="10821" y="6281"/>
                  </a:cubicBezTo>
                  <a:cubicBezTo>
                    <a:pt x="10805" y="6256"/>
                    <a:pt x="10796" y="6231"/>
                    <a:pt x="10788" y="6207"/>
                  </a:cubicBezTo>
                  <a:cubicBezTo>
                    <a:pt x="10788" y="6207"/>
                    <a:pt x="10788" y="6198"/>
                    <a:pt x="10796" y="6198"/>
                  </a:cubicBezTo>
                  <a:cubicBezTo>
                    <a:pt x="10813" y="6190"/>
                    <a:pt x="10829" y="6173"/>
                    <a:pt x="10846" y="6157"/>
                  </a:cubicBezTo>
                  <a:cubicBezTo>
                    <a:pt x="10854" y="6149"/>
                    <a:pt x="10871" y="6132"/>
                    <a:pt x="10887" y="6124"/>
                  </a:cubicBezTo>
                  <a:cubicBezTo>
                    <a:pt x="10896" y="6115"/>
                    <a:pt x="10904" y="6107"/>
                    <a:pt x="10904" y="6099"/>
                  </a:cubicBezTo>
                  <a:cubicBezTo>
                    <a:pt x="10912" y="6091"/>
                    <a:pt x="10921" y="6082"/>
                    <a:pt x="10921" y="6066"/>
                  </a:cubicBezTo>
                  <a:cubicBezTo>
                    <a:pt x="10929" y="6049"/>
                    <a:pt x="10912" y="6024"/>
                    <a:pt x="10896" y="6024"/>
                  </a:cubicBezTo>
                  <a:cubicBezTo>
                    <a:pt x="10879" y="6024"/>
                    <a:pt x="10871" y="6024"/>
                    <a:pt x="10854" y="6033"/>
                  </a:cubicBezTo>
                  <a:cubicBezTo>
                    <a:pt x="10846" y="6041"/>
                    <a:pt x="10838" y="6041"/>
                    <a:pt x="10829" y="6049"/>
                  </a:cubicBezTo>
                  <a:cubicBezTo>
                    <a:pt x="10813" y="6057"/>
                    <a:pt x="10805" y="6074"/>
                    <a:pt x="10788" y="6082"/>
                  </a:cubicBezTo>
                  <a:cubicBezTo>
                    <a:pt x="10780" y="6091"/>
                    <a:pt x="10780" y="6091"/>
                    <a:pt x="10771" y="6099"/>
                  </a:cubicBezTo>
                  <a:lnTo>
                    <a:pt x="10771" y="6074"/>
                  </a:lnTo>
                  <a:lnTo>
                    <a:pt x="10780" y="6066"/>
                  </a:lnTo>
                  <a:lnTo>
                    <a:pt x="10788" y="6057"/>
                  </a:lnTo>
                  <a:cubicBezTo>
                    <a:pt x="10796" y="6049"/>
                    <a:pt x="10805" y="6041"/>
                    <a:pt x="10805" y="6033"/>
                  </a:cubicBezTo>
                  <a:cubicBezTo>
                    <a:pt x="10813" y="6024"/>
                    <a:pt x="10813" y="6016"/>
                    <a:pt x="10805" y="6008"/>
                  </a:cubicBezTo>
                  <a:cubicBezTo>
                    <a:pt x="10805" y="5999"/>
                    <a:pt x="10796" y="5999"/>
                    <a:pt x="10788" y="5999"/>
                  </a:cubicBezTo>
                  <a:cubicBezTo>
                    <a:pt x="10784" y="5999"/>
                    <a:pt x="10782" y="5999"/>
                    <a:pt x="10781" y="6000"/>
                  </a:cubicBezTo>
                  <a:lnTo>
                    <a:pt x="10781" y="6000"/>
                  </a:lnTo>
                  <a:cubicBezTo>
                    <a:pt x="10798" y="5912"/>
                    <a:pt x="10830" y="5823"/>
                    <a:pt x="10846" y="5743"/>
                  </a:cubicBezTo>
                  <a:cubicBezTo>
                    <a:pt x="10887" y="5610"/>
                    <a:pt x="10921" y="5486"/>
                    <a:pt x="10945" y="5353"/>
                  </a:cubicBezTo>
                  <a:cubicBezTo>
                    <a:pt x="11070" y="4823"/>
                    <a:pt x="11119" y="4284"/>
                    <a:pt x="11144" y="3738"/>
                  </a:cubicBezTo>
                  <a:cubicBezTo>
                    <a:pt x="11177" y="3199"/>
                    <a:pt x="11186" y="2652"/>
                    <a:pt x="11219" y="2105"/>
                  </a:cubicBezTo>
                  <a:cubicBezTo>
                    <a:pt x="11252" y="1608"/>
                    <a:pt x="11343" y="1094"/>
                    <a:pt x="11277" y="589"/>
                  </a:cubicBezTo>
                  <a:cubicBezTo>
                    <a:pt x="11260" y="473"/>
                    <a:pt x="11227" y="349"/>
                    <a:pt x="11194" y="241"/>
                  </a:cubicBezTo>
                  <a:cubicBezTo>
                    <a:pt x="11169" y="183"/>
                    <a:pt x="11153" y="125"/>
                    <a:pt x="11119" y="67"/>
                  </a:cubicBezTo>
                  <a:cubicBezTo>
                    <a:pt x="11111" y="34"/>
                    <a:pt x="11095" y="9"/>
                    <a:pt x="110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2" name="Google Shape;6092;p18"/>
            <p:cNvSpPr/>
            <p:nvPr/>
          </p:nvSpPr>
          <p:spPr>
            <a:xfrm>
              <a:off x="2526975" y="1525175"/>
              <a:ext cx="12000" cy="21175"/>
            </a:xfrm>
            <a:custGeom>
              <a:rect b="b" l="l" r="r" t="t"/>
              <a:pathLst>
                <a:path extrusionOk="0" h="847" w="480">
                  <a:moveTo>
                    <a:pt x="42" y="1"/>
                  </a:moveTo>
                  <a:lnTo>
                    <a:pt x="42" y="9"/>
                  </a:lnTo>
                  <a:cubicBezTo>
                    <a:pt x="39" y="8"/>
                    <a:pt x="36" y="7"/>
                    <a:pt x="32" y="7"/>
                  </a:cubicBezTo>
                  <a:cubicBezTo>
                    <a:pt x="17" y="7"/>
                    <a:pt x="1" y="20"/>
                    <a:pt x="1" y="34"/>
                  </a:cubicBezTo>
                  <a:cubicBezTo>
                    <a:pt x="1" y="109"/>
                    <a:pt x="75" y="183"/>
                    <a:pt x="108" y="241"/>
                  </a:cubicBezTo>
                  <a:cubicBezTo>
                    <a:pt x="158" y="307"/>
                    <a:pt x="191" y="374"/>
                    <a:pt x="233" y="440"/>
                  </a:cubicBezTo>
                  <a:cubicBezTo>
                    <a:pt x="291" y="573"/>
                    <a:pt x="324" y="722"/>
                    <a:pt x="423" y="838"/>
                  </a:cubicBezTo>
                  <a:cubicBezTo>
                    <a:pt x="429" y="844"/>
                    <a:pt x="436" y="846"/>
                    <a:pt x="442" y="846"/>
                  </a:cubicBezTo>
                  <a:cubicBezTo>
                    <a:pt x="462" y="846"/>
                    <a:pt x="479" y="821"/>
                    <a:pt x="473" y="796"/>
                  </a:cubicBezTo>
                  <a:cubicBezTo>
                    <a:pt x="432" y="730"/>
                    <a:pt x="415" y="655"/>
                    <a:pt x="390" y="581"/>
                  </a:cubicBezTo>
                  <a:cubicBezTo>
                    <a:pt x="374" y="515"/>
                    <a:pt x="349" y="440"/>
                    <a:pt x="316" y="374"/>
                  </a:cubicBezTo>
                  <a:cubicBezTo>
                    <a:pt x="274" y="299"/>
                    <a:pt x="233" y="233"/>
                    <a:pt x="191" y="167"/>
                  </a:cubicBezTo>
                  <a:cubicBezTo>
                    <a:pt x="158" y="109"/>
                    <a:pt x="108" y="26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3" name="Google Shape;6093;p18"/>
            <p:cNvSpPr/>
            <p:nvPr/>
          </p:nvSpPr>
          <p:spPr>
            <a:xfrm>
              <a:off x="2521650" y="1517025"/>
              <a:ext cx="4000" cy="6150"/>
            </a:xfrm>
            <a:custGeom>
              <a:rect b="b" l="l" r="r" t="t"/>
              <a:pathLst>
                <a:path extrusionOk="0" h="246" w="160">
                  <a:moveTo>
                    <a:pt x="19" y="0"/>
                  </a:moveTo>
                  <a:cubicBezTo>
                    <a:pt x="8" y="0"/>
                    <a:pt x="0" y="8"/>
                    <a:pt x="7" y="20"/>
                  </a:cubicBezTo>
                  <a:cubicBezTo>
                    <a:pt x="7" y="45"/>
                    <a:pt x="15" y="62"/>
                    <a:pt x="23" y="78"/>
                  </a:cubicBezTo>
                  <a:cubicBezTo>
                    <a:pt x="31" y="95"/>
                    <a:pt x="48" y="111"/>
                    <a:pt x="56" y="128"/>
                  </a:cubicBezTo>
                  <a:cubicBezTo>
                    <a:pt x="73" y="169"/>
                    <a:pt x="89" y="203"/>
                    <a:pt x="114" y="236"/>
                  </a:cubicBezTo>
                  <a:cubicBezTo>
                    <a:pt x="117" y="243"/>
                    <a:pt x="122" y="246"/>
                    <a:pt x="128" y="246"/>
                  </a:cubicBezTo>
                  <a:cubicBezTo>
                    <a:pt x="142" y="246"/>
                    <a:pt x="159" y="228"/>
                    <a:pt x="147" y="211"/>
                  </a:cubicBezTo>
                  <a:cubicBezTo>
                    <a:pt x="131" y="178"/>
                    <a:pt x="114" y="145"/>
                    <a:pt x="89" y="111"/>
                  </a:cubicBezTo>
                  <a:cubicBezTo>
                    <a:pt x="81" y="87"/>
                    <a:pt x="73" y="70"/>
                    <a:pt x="65" y="53"/>
                  </a:cubicBezTo>
                  <a:cubicBezTo>
                    <a:pt x="56" y="37"/>
                    <a:pt x="48" y="20"/>
                    <a:pt x="31" y="4"/>
                  </a:cubicBezTo>
                  <a:cubicBezTo>
                    <a:pt x="27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4" name="Google Shape;6094;p18"/>
            <p:cNvSpPr/>
            <p:nvPr/>
          </p:nvSpPr>
          <p:spPr>
            <a:xfrm>
              <a:off x="2467525" y="1466725"/>
              <a:ext cx="4500" cy="32925"/>
            </a:xfrm>
            <a:custGeom>
              <a:rect b="b" l="l" r="r" t="t"/>
              <a:pathLst>
                <a:path extrusionOk="0" h="1317" w="180">
                  <a:moveTo>
                    <a:pt x="145" y="1"/>
                  </a:moveTo>
                  <a:cubicBezTo>
                    <a:pt x="134" y="1"/>
                    <a:pt x="123" y="6"/>
                    <a:pt x="117" y="19"/>
                  </a:cubicBezTo>
                  <a:cubicBezTo>
                    <a:pt x="42" y="218"/>
                    <a:pt x="9" y="433"/>
                    <a:pt x="1" y="649"/>
                  </a:cubicBezTo>
                  <a:cubicBezTo>
                    <a:pt x="1" y="765"/>
                    <a:pt x="1" y="872"/>
                    <a:pt x="9" y="980"/>
                  </a:cubicBezTo>
                  <a:cubicBezTo>
                    <a:pt x="17" y="1088"/>
                    <a:pt x="26" y="1195"/>
                    <a:pt x="50" y="1295"/>
                  </a:cubicBezTo>
                  <a:cubicBezTo>
                    <a:pt x="54" y="1310"/>
                    <a:pt x="64" y="1317"/>
                    <a:pt x="73" y="1317"/>
                  </a:cubicBezTo>
                  <a:cubicBezTo>
                    <a:pt x="84" y="1317"/>
                    <a:pt x="96" y="1308"/>
                    <a:pt x="100" y="1295"/>
                  </a:cubicBezTo>
                  <a:cubicBezTo>
                    <a:pt x="108" y="1187"/>
                    <a:pt x="100" y="1079"/>
                    <a:pt x="100" y="972"/>
                  </a:cubicBezTo>
                  <a:cubicBezTo>
                    <a:pt x="100" y="864"/>
                    <a:pt x="100" y="765"/>
                    <a:pt x="100" y="657"/>
                  </a:cubicBezTo>
                  <a:cubicBezTo>
                    <a:pt x="100" y="450"/>
                    <a:pt x="125" y="243"/>
                    <a:pt x="175" y="35"/>
                  </a:cubicBezTo>
                  <a:cubicBezTo>
                    <a:pt x="180" y="15"/>
                    <a:pt x="163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5" name="Google Shape;6095;p18"/>
            <p:cNvSpPr/>
            <p:nvPr/>
          </p:nvSpPr>
          <p:spPr>
            <a:xfrm>
              <a:off x="2470225" y="1515850"/>
              <a:ext cx="1275" cy="4425"/>
            </a:xfrm>
            <a:custGeom>
              <a:rect b="b" l="l" r="r" t="t"/>
              <a:pathLst>
                <a:path extrusionOk="0" h="177" w="51">
                  <a:moveTo>
                    <a:pt x="34" y="1"/>
                  </a:moveTo>
                  <a:cubicBezTo>
                    <a:pt x="25" y="1"/>
                    <a:pt x="17" y="9"/>
                    <a:pt x="17" y="18"/>
                  </a:cubicBezTo>
                  <a:lnTo>
                    <a:pt x="9" y="18"/>
                  </a:lnTo>
                  <a:cubicBezTo>
                    <a:pt x="9" y="42"/>
                    <a:pt x="9" y="67"/>
                    <a:pt x="9" y="92"/>
                  </a:cubicBezTo>
                  <a:cubicBezTo>
                    <a:pt x="9" y="109"/>
                    <a:pt x="9" y="117"/>
                    <a:pt x="9" y="134"/>
                  </a:cubicBezTo>
                  <a:cubicBezTo>
                    <a:pt x="0" y="142"/>
                    <a:pt x="9" y="158"/>
                    <a:pt x="9" y="167"/>
                  </a:cubicBezTo>
                  <a:cubicBezTo>
                    <a:pt x="9" y="171"/>
                    <a:pt x="14" y="176"/>
                    <a:pt x="19" y="176"/>
                  </a:cubicBezTo>
                  <a:cubicBezTo>
                    <a:pt x="22" y="176"/>
                    <a:pt x="25" y="174"/>
                    <a:pt x="25" y="167"/>
                  </a:cubicBezTo>
                  <a:cubicBezTo>
                    <a:pt x="34" y="158"/>
                    <a:pt x="34" y="150"/>
                    <a:pt x="34" y="134"/>
                  </a:cubicBezTo>
                  <a:lnTo>
                    <a:pt x="42" y="100"/>
                  </a:lnTo>
                  <a:cubicBezTo>
                    <a:pt x="50" y="67"/>
                    <a:pt x="50" y="42"/>
                    <a:pt x="50" y="18"/>
                  </a:cubicBezTo>
                  <a:cubicBezTo>
                    <a:pt x="50" y="9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6" name="Google Shape;6096;p18"/>
            <p:cNvSpPr/>
            <p:nvPr/>
          </p:nvSpPr>
          <p:spPr>
            <a:xfrm>
              <a:off x="2479500" y="1576500"/>
              <a:ext cx="8350" cy="23550"/>
            </a:xfrm>
            <a:custGeom>
              <a:rect b="b" l="l" r="r" t="t"/>
              <a:pathLst>
                <a:path extrusionOk="0" h="942" w="334">
                  <a:moveTo>
                    <a:pt x="66" y="0"/>
                  </a:moveTo>
                  <a:cubicBezTo>
                    <a:pt x="31" y="0"/>
                    <a:pt x="1" y="43"/>
                    <a:pt x="19" y="85"/>
                  </a:cubicBezTo>
                  <a:cubicBezTo>
                    <a:pt x="52" y="152"/>
                    <a:pt x="93" y="210"/>
                    <a:pt x="118" y="276"/>
                  </a:cubicBezTo>
                  <a:cubicBezTo>
                    <a:pt x="143" y="342"/>
                    <a:pt x="168" y="409"/>
                    <a:pt x="185" y="483"/>
                  </a:cubicBezTo>
                  <a:cubicBezTo>
                    <a:pt x="218" y="624"/>
                    <a:pt x="226" y="773"/>
                    <a:pt x="267" y="914"/>
                  </a:cubicBezTo>
                  <a:cubicBezTo>
                    <a:pt x="271" y="933"/>
                    <a:pt x="283" y="941"/>
                    <a:pt x="296" y="941"/>
                  </a:cubicBezTo>
                  <a:cubicBezTo>
                    <a:pt x="310" y="941"/>
                    <a:pt x="325" y="928"/>
                    <a:pt x="325" y="906"/>
                  </a:cubicBezTo>
                  <a:cubicBezTo>
                    <a:pt x="334" y="748"/>
                    <a:pt x="309" y="599"/>
                    <a:pt x="276" y="442"/>
                  </a:cubicBezTo>
                  <a:cubicBezTo>
                    <a:pt x="259" y="367"/>
                    <a:pt x="243" y="293"/>
                    <a:pt x="209" y="218"/>
                  </a:cubicBezTo>
                  <a:cubicBezTo>
                    <a:pt x="185" y="152"/>
                    <a:pt x="151" y="77"/>
                    <a:pt x="102" y="19"/>
                  </a:cubicBezTo>
                  <a:cubicBezTo>
                    <a:pt x="91" y="6"/>
                    <a:pt x="78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7" name="Google Shape;6097;p18"/>
            <p:cNvSpPr/>
            <p:nvPr/>
          </p:nvSpPr>
          <p:spPr>
            <a:xfrm>
              <a:off x="2487200" y="1575300"/>
              <a:ext cx="3550" cy="5825"/>
            </a:xfrm>
            <a:custGeom>
              <a:rect b="b" l="l" r="r" t="t"/>
              <a:pathLst>
                <a:path extrusionOk="0" h="233" w="142">
                  <a:moveTo>
                    <a:pt x="21" y="1"/>
                  </a:moveTo>
                  <a:cubicBezTo>
                    <a:pt x="11" y="1"/>
                    <a:pt x="1" y="10"/>
                    <a:pt x="1" y="26"/>
                  </a:cubicBezTo>
                  <a:cubicBezTo>
                    <a:pt x="1" y="34"/>
                    <a:pt x="1" y="42"/>
                    <a:pt x="9" y="51"/>
                  </a:cubicBezTo>
                  <a:cubicBezTo>
                    <a:pt x="9" y="59"/>
                    <a:pt x="9" y="67"/>
                    <a:pt x="17" y="75"/>
                  </a:cubicBezTo>
                  <a:cubicBezTo>
                    <a:pt x="26" y="92"/>
                    <a:pt x="26" y="109"/>
                    <a:pt x="34" y="125"/>
                  </a:cubicBezTo>
                  <a:cubicBezTo>
                    <a:pt x="51" y="150"/>
                    <a:pt x="59" y="183"/>
                    <a:pt x="75" y="216"/>
                  </a:cubicBezTo>
                  <a:cubicBezTo>
                    <a:pt x="84" y="233"/>
                    <a:pt x="109" y="233"/>
                    <a:pt x="117" y="233"/>
                  </a:cubicBezTo>
                  <a:cubicBezTo>
                    <a:pt x="133" y="216"/>
                    <a:pt x="142" y="200"/>
                    <a:pt x="133" y="183"/>
                  </a:cubicBezTo>
                  <a:cubicBezTo>
                    <a:pt x="117" y="150"/>
                    <a:pt x="100" y="125"/>
                    <a:pt x="92" y="92"/>
                  </a:cubicBezTo>
                  <a:cubicBezTo>
                    <a:pt x="84" y="75"/>
                    <a:pt x="75" y="59"/>
                    <a:pt x="67" y="51"/>
                  </a:cubicBezTo>
                  <a:cubicBezTo>
                    <a:pt x="59" y="34"/>
                    <a:pt x="51" y="17"/>
                    <a:pt x="34" y="9"/>
                  </a:cubicBezTo>
                  <a:cubicBezTo>
                    <a:pt x="31" y="3"/>
                    <a:pt x="26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8" name="Google Shape;6098;p18"/>
            <p:cNvSpPr/>
            <p:nvPr/>
          </p:nvSpPr>
          <p:spPr>
            <a:xfrm>
              <a:off x="2476225" y="1569300"/>
              <a:ext cx="1700" cy="1275"/>
            </a:xfrm>
            <a:custGeom>
              <a:rect b="b" l="l" r="r" t="t"/>
              <a:pathLst>
                <a:path extrusionOk="0" h="51" w="68">
                  <a:moveTo>
                    <a:pt x="34" y="1"/>
                  </a:moveTo>
                  <a:cubicBezTo>
                    <a:pt x="1" y="1"/>
                    <a:pt x="1" y="50"/>
                    <a:pt x="34" y="50"/>
                  </a:cubicBezTo>
                  <a:cubicBezTo>
                    <a:pt x="67" y="50"/>
                    <a:pt x="67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9" name="Google Shape;6099;p18"/>
            <p:cNvSpPr/>
            <p:nvPr/>
          </p:nvSpPr>
          <p:spPr>
            <a:xfrm>
              <a:off x="2604875" y="1614150"/>
              <a:ext cx="12650" cy="20375"/>
            </a:xfrm>
            <a:custGeom>
              <a:rect b="b" l="l" r="r" t="t"/>
              <a:pathLst>
                <a:path extrusionOk="0" h="815" w="506">
                  <a:moveTo>
                    <a:pt x="297" y="1"/>
                  </a:moveTo>
                  <a:cubicBezTo>
                    <a:pt x="248" y="1"/>
                    <a:pt x="201" y="22"/>
                    <a:pt x="166" y="63"/>
                  </a:cubicBezTo>
                  <a:lnTo>
                    <a:pt x="166" y="71"/>
                  </a:lnTo>
                  <a:lnTo>
                    <a:pt x="149" y="71"/>
                  </a:lnTo>
                  <a:cubicBezTo>
                    <a:pt x="133" y="79"/>
                    <a:pt x="124" y="87"/>
                    <a:pt x="116" y="96"/>
                  </a:cubicBezTo>
                  <a:cubicBezTo>
                    <a:pt x="66" y="112"/>
                    <a:pt x="41" y="179"/>
                    <a:pt x="33" y="237"/>
                  </a:cubicBezTo>
                  <a:lnTo>
                    <a:pt x="33" y="253"/>
                  </a:lnTo>
                  <a:cubicBezTo>
                    <a:pt x="17" y="319"/>
                    <a:pt x="0" y="386"/>
                    <a:pt x="8" y="460"/>
                  </a:cubicBezTo>
                  <a:cubicBezTo>
                    <a:pt x="8" y="551"/>
                    <a:pt x="25" y="643"/>
                    <a:pt x="83" y="709"/>
                  </a:cubicBezTo>
                  <a:cubicBezTo>
                    <a:pt x="91" y="717"/>
                    <a:pt x="99" y="725"/>
                    <a:pt x="108" y="734"/>
                  </a:cubicBezTo>
                  <a:cubicBezTo>
                    <a:pt x="157" y="783"/>
                    <a:pt x="221" y="815"/>
                    <a:pt x="284" y="815"/>
                  </a:cubicBezTo>
                  <a:cubicBezTo>
                    <a:pt x="327" y="815"/>
                    <a:pt x="369" y="800"/>
                    <a:pt x="406" y="767"/>
                  </a:cubicBezTo>
                  <a:cubicBezTo>
                    <a:pt x="497" y="684"/>
                    <a:pt x="505" y="551"/>
                    <a:pt x="489" y="427"/>
                  </a:cubicBezTo>
                  <a:cubicBezTo>
                    <a:pt x="497" y="369"/>
                    <a:pt x="497" y="319"/>
                    <a:pt x="497" y="261"/>
                  </a:cubicBezTo>
                  <a:cubicBezTo>
                    <a:pt x="489" y="179"/>
                    <a:pt x="456" y="87"/>
                    <a:pt x="389" y="29"/>
                  </a:cubicBezTo>
                  <a:cubicBezTo>
                    <a:pt x="360" y="10"/>
                    <a:pt x="328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0" name="Google Shape;6100;p18"/>
            <p:cNvSpPr/>
            <p:nvPr/>
          </p:nvSpPr>
          <p:spPr>
            <a:xfrm>
              <a:off x="2493425" y="1665200"/>
              <a:ext cx="2925" cy="4800"/>
            </a:xfrm>
            <a:custGeom>
              <a:rect b="b" l="l" r="r" t="t"/>
              <a:pathLst>
                <a:path extrusionOk="0" h="192" w="117">
                  <a:moveTo>
                    <a:pt x="75" y="1"/>
                  </a:moveTo>
                  <a:lnTo>
                    <a:pt x="67" y="9"/>
                  </a:lnTo>
                  <a:cubicBezTo>
                    <a:pt x="58" y="9"/>
                    <a:pt x="50" y="26"/>
                    <a:pt x="42" y="42"/>
                  </a:cubicBezTo>
                  <a:cubicBezTo>
                    <a:pt x="34" y="59"/>
                    <a:pt x="34" y="67"/>
                    <a:pt x="25" y="84"/>
                  </a:cubicBezTo>
                  <a:cubicBezTo>
                    <a:pt x="17" y="109"/>
                    <a:pt x="9" y="125"/>
                    <a:pt x="0" y="150"/>
                  </a:cubicBezTo>
                  <a:cubicBezTo>
                    <a:pt x="0" y="167"/>
                    <a:pt x="9" y="183"/>
                    <a:pt x="17" y="191"/>
                  </a:cubicBezTo>
                  <a:cubicBezTo>
                    <a:pt x="34" y="191"/>
                    <a:pt x="50" y="191"/>
                    <a:pt x="58" y="175"/>
                  </a:cubicBezTo>
                  <a:cubicBezTo>
                    <a:pt x="67" y="150"/>
                    <a:pt x="83" y="133"/>
                    <a:pt x="92" y="109"/>
                  </a:cubicBezTo>
                  <a:cubicBezTo>
                    <a:pt x="92" y="100"/>
                    <a:pt x="100" y="92"/>
                    <a:pt x="108" y="75"/>
                  </a:cubicBezTo>
                  <a:cubicBezTo>
                    <a:pt x="108" y="67"/>
                    <a:pt x="116" y="67"/>
                    <a:pt x="116" y="59"/>
                  </a:cubicBezTo>
                  <a:lnTo>
                    <a:pt x="116" y="51"/>
                  </a:lnTo>
                  <a:cubicBezTo>
                    <a:pt x="116" y="42"/>
                    <a:pt x="116" y="34"/>
                    <a:pt x="116" y="26"/>
                  </a:cubicBezTo>
                  <a:lnTo>
                    <a:pt x="108" y="17"/>
                  </a:lnTo>
                  <a:cubicBezTo>
                    <a:pt x="108" y="9"/>
                    <a:pt x="100" y="9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1" name="Google Shape;6101;p18"/>
            <p:cNvSpPr/>
            <p:nvPr/>
          </p:nvSpPr>
          <p:spPr>
            <a:xfrm>
              <a:off x="2500475" y="1665200"/>
              <a:ext cx="1675" cy="1475"/>
            </a:xfrm>
            <a:custGeom>
              <a:rect b="b" l="l" r="r" t="t"/>
              <a:pathLst>
                <a:path extrusionOk="0" h="59" w="67">
                  <a:moveTo>
                    <a:pt x="33" y="1"/>
                  </a:moveTo>
                  <a:cubicBezTo>
                    <a:pt x="0" y="1"/>
                    <a:pt x="0" y="59"/>
                    <a:pt x="33" y="59"/>
                  </a:cubicBezTo>
                  <a:cubicBezTo>
                    <a:pt x="66" y="59"/>
                    <a:pt x="66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2" name="Google Shape;6102;p18"/>
            <p:cNvSpPr/>
            <p:nvPr/>
          </p:nvSpPr>
          <p:spPr>
            <a:xfrm>
              <a:off x="2603200" y="1597200"/>
              <a:ext cx="34075" cy="20375"/>
            </a:xfrm>
            <a:custGeom>
              <a:rect b="b" l="l" r="r" t="t"/>
              <a:pathLst>
                <a:path extrusionOk="0" h="815" w="1363">
                  <a:moveTo>
                    <a:pt x="63" y="0"/>
                  </a:moveTo>
                  <a:cubicBezTo>
                    <a:pt x="48" y="0"/>
                    <a:pt x="36" y="3"/>
                    <a:pt x="26" y="11"/>
                  </a:cubicBezTo>
                  <a:cubicBezTo>
                    <a:pt x="9" y="20"/>
                    <a:pt x="1" y="36"/>
                    <a:pt x="9" y="53"/>
                  </a:cubicBezTo>
                  <a:cubicBezTo>
                    <a:pt x="26" y="111"/>
                    <a:pt x="117" y="127"/>
                    <a:pt x="166" y="144"/>
                  </a:cubicBezTo>
                  <a:cubicBezTo>
                    <a:pt x="216" y="169"/>
                    <a:pt x="274" y="194"/>
                    <a:pt x="332" y="219"/>
                  </a:cubicBezTo>
                  <a:cubicBezTo>
                    <a:pt x="440" y="268"/>
                    <a:pt x="556" y="326"/>
                    <a:pt x="664" y="384"/>
                  </a:cubicBezTo>
                  <a:cubicBezTo>
                    <a:pt x="771" y="451"/>
                    <a:pt x="879" y="517"/>
                    <a:pt x="987" y="583"/>
                  </a:cubicBezTo>
                  <a:cubicBezTo>
                    <a:pt x="1086" y="658"/>
                    <a:pt x="1194" y="724"/>
                    <a:pt x="1293" y="807"/>
                  </a:cubicBezTo>
                  <a:cubicBezTo>
                    <a:pt x="1300" y="812"/>
                    <a:pt x="1308" y="815"/>
                    <a:pt x="1315" y="815"/>
                  </a:cubicBezTo>
                  <a:cubicBezTo>
                    <a:pt x="1341" y="815"/>
                    <a:pt x="1362" y="785"/>
                    <a:pt x="1343" y="765"/>
                  </a:cubicBezTo>
                  <a:cubicBezTo>
                    <a:pt x="1244" y="674"/>
                    <a:pt x="1152" y="583"/>
                    <a:pt x="1045" y="500"/>
                  </a:cubicBezTo>
                  <a:cubicBezTo>
                    <a:pt x="945" y="426"/>
                    <a:pt x="838" y="351"/>
                    <a:pt x="722" y="293"/>
                  </a:cubicBezTo>
                  <a:cubicBezTo>
                    <a:pt x="614" y="227"/>
                    <a:pt x="498" y="169"/>
                    <a:pt x="382" y="119"/>
                  </a:cubicBezTo>
                  <a:cubicBezTo>
                    <a:pt x="324" y="94"/>
                    <a:pt x="266" y="61"/>
                    <a:pt x="200" y="45"/>
                  </a:cubicBezTo>
                  <a:cubicBezTo>
                    <a:pt x="168" y="32"/>
                    <a:pt x="108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3" name="Google Shape;6103;p18"/>
            <p:cNvSpPr/>
            <p:nvPr/>
          </p:nvSpPr>
          <p:spPr>
            <a:xfrm>
              <a:off x="2616250" y="1597275"/>
              <a:ext cx="8825" cy="6100"/>
            </a:xfrm>
            <a:custGeom>
              <a:rect b="b" l="l" r="r" t="t"/>
              <a:pathLst>
                <a:path extrusionOk="0" h="244" w="353">
                  <a:moveTo>
                    <a:pt x="34" y="0"/>
                  </a:moveTo>
                  <a:cubicBezTo>
                    <a:pt x="17" y="0"/>
                    <a:pt x="1" y="17"/>
                    <a:pt x="9" y="25"/>
                  </a:cubicBezTo>
                  <a:cubicBezTo>
                    <a:pt x="26" y="58"/>
                    <a:pt x="50" y="66"/>
                    <a:pt x="75" y="91"/>
                  </a:cubicBezTo>
                  <a:cubicBezTo>
                    <a:pt x="100" y="108"/>
                    <a:pt x="125" y="124"/>
                    <a:pt x="150" y="141"/>
                  </a:cubicBezTo>
                  <a:cubicBezTo>
                    <a:pt x="200" y="174"/>
                    <a:pt x="249" y="207"/>
                    <a:pt x="299" y="240"/>
                  </a:cubicBezTo>
                  <a:cubicBezTo>
                    <a:pt x="302" y="243"/>
                    <a:pt x="306" y="244"/>
                    <a:pt x="310" y="244"/>
                  </a:cubicBezTo>
                  <a:cubicBezTo>
                    <a:pt x="332" y="244"/>
                    <a:pt x="352" y="205"/>
                    <a:pt x="324" y="191"/>
                  </a:cubicBezTo>
                  <a:cubicBezTo>
                    <a:pt x="274" y="158"/>
                    <a:pt x="233" y="116"/>
                    <a:pt x="183" y="83"/>
                  </a:cubicBezTo>
                  <a:cubicBezTo>
                    <a:pt x="158" y="66"/>
                    <a:pt x="133" y="50"/>
                    <a:pt x="108" y="42"/>
                  </a:cubicBezTo>
                  <a:cubicBezTo>
                    <a:pt x="84" y="25"/>
                    <a:pt x="59" y="8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4" name="Google Shape;6104;p18"/>
            <p:cNvSpPr/>
            <p:nvPr/>
          </p:nvSpPr>
          <p:spPr>
            <a:xfrm>
              <a:off x="2586425" y="1597050"/>
              <a:ext cx="5625" cy="3000"/>
            </a:xfrm>
            <a:custGeom>
              <a:rect b="b" l="l" r="r" t="t"/>
              <a:pathLst>
                <a:path extrusionOk="0" h="120" w="225">
                  <a:moveTo>
                    <a:pt x="199" y="1"/>
                  </a:moveTo>
                  <a:cubicBezTo>
                    <a:pt x="166" y="1"/>
                    <a:pt x="125" y="1"/>
                    <a:pt x="92" y="17"/>
                  </a:cubicBezTo>
                  <a:cubicBezTo>
                    <a:pt x="75" y="17"/>
                    <a:pt x="59" y="26"/>
                    <a:pt x="42" y="42"/>
                  </a:cubicBezTo>
                  <a:lnTo>
                    <a:pt x="42" y="34"/>
                  </a:lnTo>
                  <a:cubicBezTo>
                    <a:pt x="25" y="51"/>
                    <a:pt x="1" y="67"/>
                    <a:pt x="1" y="92"/>
                  </a:cubicBezTo>
                  <a:cubicBezTo>
                    <a:pt x="9" y="100"/>
                    <a:pt x="9" y="109"/>
                    <a:pt x="25" y="117"/>
                  </a:cubicBezTo>
                  <a:cubicBezTo>
                    <a:pt x="29" y="118"/>
                    <a:pt x="32" y="119"/>
                    <a:pt x="35" y="119"/>
                  </a:cubicBezTo>
                  <a:cubicBezTo>
                    <a:pt x="48" y="119"/>
                    <a:pt x="62" y="106"/>
                    <a:pt x="75" y="92"/>
                  </a:cubicBezTo>
                  <a:cubicBezTo>
                    <a:pt x="92" y="84"/>
                    <a:pt x="100" y="75"/>
                    <a:pt x="117" y="67"/>
                  </a:cubicBezTo>
                  <a:lnTo>
                    <a:pt x="125" y="67"/>
                  </a:lnTo>
                  <a:lnTo>
                    <a:pt x="133" y="59"/>
                  </a:lnTo>
                  <a:cubicBezTo>
                    <a:pt x="141" y="59"/>
                    <a:pt x="150" y="59"/>
                    <a:pt x="158" y="51"/>
                  </a:cubicBezTo>
                  <a:cubicBezTo>
                    <a:pt x="166" y="51"/>
                    <a:pt x="183" y="42"/>
                    <a:pt x="199" y="42"/>
                  </a:cubicBezTo>
                  <a:cubicBezTo>
                    <a:pt x="208" y="42"/>
                    <a:pt x="224" y="34"/>
                    <a:pt x="224" y="26"/>
                  </a:cubicBezTo>
                  <a:cubicBezTo>
                    <a:pt x="224" y="9"/>
                    <a:pt x="208" y="1"/>
                    <a:pt x="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5" name="Google Shape;6105;p18"/>
            <p:cNvSpPr/>
            <p:nvPr/>
          </p:nvSpPr>
          <p:spPr>
            <a:xfrm>
              <a:off x="2571525" y="1596575"/>
              <a:ext cx="4650" cy="10650"/>
            </a:xfrm>
            <a:custGeom>
              <a:rect b="b" l="l" r="r" t="t"/>
              <a:pathLst>
                <a:path extrusionOk="0" h="426" w="186">
                  <a:moveTo>
                    <a:pt x="145" y="1"/>
                  </a:moveTo>
                  <a:cubicBezTo>
                    <a:pt x="135" y="1"/>
                    <a:pt x="124" y="6"/>
                    <a:pt x="116" y="20"/>
                  </a:cubicBezTo>
                  <a:cubicBezTo>
                    <a:pt x="83" y="78"/>
                    <a:pt x="50" y="144"/>
                    <a:pt x="25" y="210"/>
                  </a:cubicBezTo>
                  <a:cubicBezTo>
                    <a:pt x="17" y="244"/>
                    <a:pt x="8" y="285"/>
                    <a:pt x="0" y="318"/>
                  </a:cubicBezTo>
                  <a:cubicBezTo>
                    <a:pt x="0" y="351"/>
                    <a:pt x="0" y="401"/>
                    <a:pt x="33" y="426"/>
                  </a:cubicBezTo>
                  <a:cubicBezTo>
                    <a:pt x="50" y="426"/>
                    <a:pt x="66" y="426"/>
                    <a:pt x="75" y="418"/>
                  </a:cubicBezTo>
                  <a:cubicBezTo>
                    <a:pt x="99" y="393"/>
                    <a:pt x="91" y="351"/>
                    <a:pt x="91" y="318"/>
                  </a:cubicBezTo>
                  <a:cubicBezTo>
                    <a:pt x="91" y="285"/>
                    <a:pt x="99" y="260"/>
                    <a:pt x="108" y="235"/>
                  </a:cubicBezTo>
                  <a:cubicBezTo>
                    <a:pt x="124" y="169"/>
                    <a:pt x="149" y="111"/>
                    <a:pt x="174" y="53"/>
                  </a:cubicBezTo>
                  <a:cubicBezTo>
                    <a:pt x="185" y="25"/>
                    <a:pt x="166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6" name="Google Shape;6106;p18"/>
            <p:cNvSpPr/>
            <p:nvPr/>
          </p:nvSpPr>
          <p:spPr>
            <a:xfrm>
              <a:off x="2569225" y="1594575"/>
              <a:ext cx="1900" cy="11300"/>
            </a:xfrm>
            <a:custGeom>
              <a:rect b="b" l="l" r="r" t="t"/>
              <a:pathLst>
                <a:path extrusionOk="0" h="452" w="76">
                  <a:moveTo>
                    <a:pt x="46" y="0"/>
                  </a:moveTo>
                  <a:cubicBezTo>
                    <a:pt x="32" y="0"/>
                    <a:pt x="17" y="9"/>
                    <a:pt x="17" y="25"/>
                  </a:cubicBezTo>
                  <a:cubicBezTo>
                    <a:pt x="9" y="100"/>
                    <a:pt x="9" y="166"/>
                    <a:pt x="9" y="232"/>
                  </a:cubicBezTo>
                  <a:cubicBezTo>
                    <a:pt x="1" y="274"/>
                    <a:pt x="1" y="307"/>
                    <a:pt x="1" y="340"/>
                  </a:cubicBezTo>
                  <a:cubicBezTo>
                    <a:pt x="1" y="373"/>
                    <a:pt x="1" y="415"/>
                    <a:pt x="17" y="440"/>
                  </a:cubicBezTo>
                  <a:cubicBezTo>
                    <a:pt x="22" y="448"/>
                    <a:pt x="28" y="452"/>
                    <a:pt x="34" y="452"/>
                  </a:cubicBezTo>
                  <a:cubicBezTo>
                    <a:pt x="40" y="452"/>
                    <a:pt x="46" y="448"/>
                    <a:pt x="51" y="440"/>
                  </a:cubicBezTo>
                  <a:cubicBezTo>
                    <a:pt x="67" y="406"/>
                    <a:pt x="67" y="373"/>
                    <a:pt x="67" y="340"/>
                  </a:cubicBezTo>
                  <a:lnTo>
                    <a:pt x="67" y="232"/>
                  </a:lnTo>
                  <a:cubicBezTo>
                    <a:pt x="67" y="166"/>
                    <a:pt x="67" y="92"/>
                    <a:pt x="75" y="25"/>
                  </a:cubicBezTo>
                  <a:cubicBezTo>
                    <a:pt x="75" y="9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7" name="Google Shape;6107;p18"/>
            <p:cNvSpPr/>
            <p:nvPr/>
          </p:nvSpPr>
          <p:spPr>
            <a:xfrm>
              <a:off x="2506275" y="1596200"/>
              <a:ext cx="26000" cy="18125"/>
            </a:xfrm>
            <a:custGeom>
              <a:rect b="b" l="l" r="r" t="t"/>
              <a:pathLst>
                <a:path extrusionOk="0" h="725" w="1040">
                  <a:moveTo>
                    <a:pt x="739" y="0"/>
                  </a:moveTo>
                  <a:cubicBezTo>
                    <a:pt x="733" y="0"/>
                    <a:pt x="727" y="1"/>
                    <a:pt x="721" y="2"/>
                  </a:cubicBezTo>
                  <a:cubicBezTo>
                    <a:pt x="663" y="10"/>
                    <a:pt x="613" y="51"/>
                    <a:pt x="572" y="85"/>
                  </a:cubicBezTo>
                  <a:cubicBezTo>
                    <a:pt x="530" y="118"/>
                    <a:pt x="481" y="143"/>
                    <a:pt x="439" y="176"/>
                  </a:cubicBezTo>
                  <a:cubicBezTo>
                    <a:pt x="348" y="250"/>
                    <a:pt x="257" y="325"/>
                    <a:pt x="182" y="408"/>
                  </a:cubicBezTo>
                  <a:cubicBezTo>
                    <a:pt x="141" y="449"/>
                    <a:pt x="108" y="491"/>
                    <a:pt x="75" y="532"/>
                  </a:cubicBezTo>
                  <a:cubicBezTo>
                    <a:pt x="50" y="573"/>
                    <a:pt x="0" y="631"/>
                    <a:pt x="8" y="689"/>
                  </a:cubicBezTo>
                  <a:cubicBezTo>
                    <a:pt x="8" y="710"/>
                    <a:pt x="25" y="725"/>
                    <a:pt x="45" y="725"/>
                  </a:cubicBezTo>
                  <a:cubicBezTo>
                    <a:pt x="49" y="725"/>
                    <a:pt x="54" y="724"/>
                    <a:pt x="58" y="723"/>
                  </a:cubicBezTo>
                  <a:cubicBezTo>
                    <a:pt x="100" y="698"/>
                    <a:pt x="133" y="640"/>
                    <a:pt x="158" y="607"/>
                  </a:cubicBezTo>
                  <a:cubicBezTo>
                    <a:pt x="182" y="573"/>
                    <a:pt x="216" y="532"/>
                    <a:pt x="249" y="499"/>
                  </a:cubicBezTo>
                  <a:cubicBezTo>
                    <a:pt x="315" y="424"/>
                    <a:pt x="390" y="358"/>
                    <a:pt x="472" y="292"/>
                  </a:cubicBezTo>
                  <a:cubicBezTo>
                    <a:pt x="547" y="234"/>
                    <a:pt x="622" y="167"/>
                    <a:pt x="704" y="118"/>
                  </a:cubicBezTo>
                  <a:cubicBezTo>
                    <a:pt x="720" y="107"/>
                    <a:pt x="735" y="104"/>
                    <a:pt x="750" y="104"/>
                  </a:cubicBezTo>
                  <a:cubicBezTo>
                    <a:pt x="784" y="104"/>
                    <a:pt x="817" y="123"/>
                    <a:pt x="845" y="134"/>
                  </a:cubicBezTo>
                  <a:cubicBezTo>
                    <a:pt x="895" y="159"/>
                    <a:pt x="936" y="184"/>
                    <a:pt x="978" y="217"/>
                  </a:cubicBezTo>
                  <a:cubicBezTo>
                    <a:pt x="982" y="222"/>
                    <a:pt x="988" y="224"/>
                    <a:pt x="993" y="224"/>
                  </a:cubicBezTo>
                  <a:cubicBezTo>
                    <a:pt x="1016" y="224"/>
                    <a:pt x="1039" y="186"/>
                    <a:pt x="1019" y="159"/>
                  </a:cubicBezTo>
                  <a:cubicBezTo>
                    <a:pt x="978" y="118"/>
                    <a:pt x="928" y="85"/>
                    <a:pt x="878" y="51"/>
                  </a:cubicBezTo>
                  <a:cubicBezTo>
                    <a:pt x="834" y="29"/>
                    <a:pt x="790" y="0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8" name="Google Shape;6108;p18"/>
            <p:cNvSpPr/>
            <p:nvPr/>
          </p:nvSpPr>
          <p:spPr>
            <a:xfrm>
              <a:off x="2510400" y="1610125"/>
              <a:ext cx="9425" cy="8575"/>
            </a:xfrm>
            <a:custGeom>
              <a:rect b="b" l="l" r="r" t="t"/>
              <a:pathLst>
                <a:path extrusionOk="0" h="343" w="377">
                  <a:moveTo>
                    <a:pt x="333" y="1"/>
                  </a:moveTo>
                  <a:cubicBezTo>
                    <a:pt x="327" y="1"/>
                    <a:pt x="321" y="3"/>
                    <a:pt x="316" y="8"/>
                  </a:cubicBezTo>
                  <a:cubicBezTo>
                    <a:pt x="266" y="58"/>
                    <a:pt x="208" y="108"/>
                    <a:pt x="158" y="149"/>
                  </a:cubicBezTo>
                  <a:cubicBezTo>
                    <a:pt x="109" y="199"/>
                    <a:pt x="59" y="240"/>
                    <a:pt x="17" y="298"/>
                  </a:cubicBezTo>
                  <a:cubicBezTo>
                    <a:pt x="9" y="306"/>
                    <a:pt x="1" y="323"/>
                    <a:pt x="9" y="331"/>
                  </a:cubicBezTo>
                  <a:cubicBezTo>
                    <a:pt x="15" y="337"/>
                    <a:pt x="25" y="343"/>
                    <a:pt x="33" y="343"/>
                  </a:cubicBezTo>
                  <a:cubicBezTo>
                    <a:pt x="37" y="343"/>
                    <a:pt x="40" y="342"/>
                    <a:pt x="42" y="340"/>
                  </a:cubicBezTo>
                  <a:cubicBezTo>
                    <a:pt x="100" y="298"/>
                    <a:pt x="158" y="248"/>
                    <a:pt x="208" y="199"/>
                  </a:cubicBezTo>
                  <a:cubicBezTo>
                    <a:pt x="258" y="149"/>
                    <a:pt x="307" y="99"/>
                    <a:pt x="357" y="58"/>
                  </a:cubicBezTo>
                  <a:cubicBezTo>
                    <a:pt x="377" y="32"/>
                    <a:pt x="355" y="1"/>
                    <a:pt x="3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9" name="Google Shape;6109;p18"/>
            <p:cNvSpPr/>
            <p:nvPr/>
          </p:nvSpPr>
          <p:spPr>
            <a:xfrm>
              <a:off x="2558950" y="1584850"/>
              <a:ext cx="6575" cy="14450"/>
            </a:xfrm>
            <a:custGeom>
              <a:rect b="b" l="l" r="r" t="t"/>
              <a:pathLst>
                <a:path extrusionOk="0" h="578" w="263">
                  <a:moveTo>
                    <a:pt x="213" y="1"/>
                  </a:moveTo>
                  <a:cubicBezTo>
                    <a:pt x="197" y="1"/>
                    <a:pt x="179" y="9"/>
                    <a:pt x="172" y="25"/>
                  </a:cubicBezTo>
                  <a:cubicBezTo>
                    <a:pt x="147" y="66"/>
                    <a:pt x="138" y="116"/>
                    <a:pt x="130" y="157"/>
                  </a:cubicBezTo>
                  <a:cubicBezTo>
                    <a:pt x="114" y="199"/>
                    <a:pt x="105" y="240"/>
                    <a:pt x="89" y="282"/>
                  </a:cubicBezTo>
                  <a:cubicBezTo>
                    <a:pt x="80" y="323"/>
                    <a:pt x="64" y="365"/>
                    <a:pt x="47" y="406"/>
                  </a:cubicBezTo>
                  <a:cubicBezTo>
                    <a:pt x="31" y="447"/>
                    <a:pt x="22" y="497"/>
                    <a:pt x="6" y="539"/>
                  </a:cubicBezTo>
                  <a:cubicBezTo>
                    <a:pt x="1" y="564"/>
                    <a:pt x="18" y="577"/>
                    <a:pt x="38" y="577"/>
                  </a:cubicBezTo>
                  <a:cubicBezTo>
                    <a:pt x="50" y="577"/>
                    <a:pt x="63" y="573"/>
                    <a:pt x="72" y="563"/>
                  </a:cubicBezTo>
                  <a:cubicBezTo>
                    <a:pt x="97" y="522"/>
                    <a:pt x="122" y="489"/>
                    <a:pt x="138" y="447"/>
                  </a:cubicBezTo>
                  <a:cubicBezTo>
                    <a:pt x="163" y="406"/>
                    <a:pt x="180" y="356"/>
                    <a:pt x="196" y="315"/>
                  </a:cubicBezTo>
                  <a:cubicBezTo>
                    <a:pt x="213" y="273"/>
                    <a:pt x="221" y="224"/>
                    <a:pt x="238" y="182"/>
                  </a:cubicBezTo>
                  <a:cubicBezTo>
                    <a:pt x="246" y="133"/>
                    <a:pt x="263" y="83"/>
                    <a:pt x="254" y="33"/>
                  </a:cubicBezTo>
                  <a:cubicBezTo>
                    <a:pt x="250" y="11"/>
                    <a:pt x="232" y="1"/>
                    <a:pt x="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0" name="Google Shape;6110;p18"/>
            <p:cNvSpPr/>
            <p:nvPr/>
          </p:nvSpPr>
          <p:spPr>
            <a:xfrm>
              <a:off x="2556800" y="1585875"/>
              <a:ext cx="1900" cy="6650"/>
            </a:xfrm>
            <a:custGeom>
              <a:rect b="b" l="l" r="r" t="t"/>
              <a:pathLst>
                <a:path extrusionOk="0" h="266" w="76">
                  <a:moveTo>
                    <a:pt x="34" y="0"/>
                  </a:moveTo>
                  <a:cubicBezTo>
                    <a:pt x="26" y="0"/>
                    <a:pt x="17" y="17"/>
                    <a:pt x="17" y="25"/>
                  </a:cubicBezTo>
                  <a:cubicBezTo>
                    <a:pt x="17" y="42"/>
                    <a:pt x="17" y="58"/>
                    <a:pt x="17" y="83"/>
                  </a:cubicBezTo>
                  <a:cubicBezTo>
                    <a:pt x="17" y="100"/>
                    <a:pt x="9" y="108"/>
                    <a:pt x="9" y="133"/>
                  </a:cubicBezTo>
                  <a:lnTo>
                    <a:pt x="9" y="125"/>
                  </a:lnTo>
                  <a:cubicBezTo>
                    <a:pt x="9" y="158"/>
                    <a:pt x="9" y="191"/>
                    <a:pt x="1" y="224"/>
                  </a:cubicBezTo>
                  <a:cubicBezTo>
                    <a:pt x="1" y="241"/>
                    <a:pt x="9" y="257"/>
                    <a:pt x="26" y="266"/>
                  </a:cubicBezTo>
                  <a:cubicBezTo>
                    <a:pt x="34" y="266"/>
                    <a:pt x="59" y="257"/>
                    <a:pt x="59" y="241"/>
                  </a:cubicBezTo>
                  <a:cubicBezTo>
                    <a:pt x="67" y="208"/>
                    <a:pt x="67" y="166"/>
                    <a:pt x="67" y="133"/>
                  </a:cubicBezTo>
                  <a:cubicBezTo>
                    <a:pt x="75" y="116"/>
                    <a:pt x="67" y="100"/>
                    <a:pt x="67" y="75"/>
                  </a:cubicBezTo>
                  <a:cubicBezTo>
                    <a:pt x="67" y="58"/>
                    <a:pt x="67" y="42"/>
                    <a:pt x="67" y="17"/>
                  </a:cubicBezTo>
                  <a:cubicBezTo>
                    <a:pt x="59" y="9"/>
                    <a:pt x="5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1" name="Google Shape;6111;p18"/>
            <p:cNvSpPr/>
            <p:nvPr/>
          </p:nvSpPr>
          <p:spPr>
            <a:xfrm>
              <a:off x="2543750" y="1584225"/>
              <a:ext cx="2525" cy="11900"/>
            </a:xfrm>
            <a:custGeom>
              <a:rect b="b" l="l" r="r" t="t"/>
              <a:pathLst>
                <a:path extrusionOk="0" h="476" w="101">
                  <a:moveTo>
                    <a:pt x="51" y="0"/>
                  </a:moveTo>
                  <a:cubicBezTo>
                    <a:pt x="1" y="0"/>
                    <a:pt x="9" y="66"/>
                    <a:pt x="17" y="91"/>
                  </a:cubicBezTo>
                  <a:cubicBezTo>
                    <a:pt x="17" y="133"/>
                    <a:pt x="26" y="166"/>
                    <a:pt x="26" y="207"/>
                  </a:cubicBezTo>
                  <a:cubicBezTo>
                    <a:pt x="34" y="290"/>
                    <a:pt x="34" y="365"/>
                    <a:pt x="42" y="448"/>
                  </a:cubicBezTo>
                  <a:cubicBezTo>
                    <a:pt x="42" y="467"/>
                    <a:pt x="53" y="476"/>
                    <a:pt x="65" y="476"/>
                  </a:cubicBezTo>
                  <a:cubicBezTo>
                    <a:pt x="78" y="476"/>
                    <a:pt x="92" y="465"/>
                    <a:pt x="92" y="448"/>
                  </a:cubicBezTo>
                  <a:cubicBezTo>
                    <a:pt x="100" y="365"/>
                    <a:pt x="100" y="290"/>
                    <a:pt x="100" y="207"/>
                  </a:cubicBezTo>
                  <a:cubicBezTo>
                    <a:pt x="100" y="166"/>
                    <a:pt x="92" y="133"/>
                    <a:pt x="92" y="91"/>
                  </a:cubicBezTo>
                  <a:cubicBezTo>
                    <a:pt x="92" y="58"/>
                    <a:pt x="92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2" name="Google Shape;6112;p18"/>
            <p:cNvSpPr/>
            <p:nvPr/>
          </p:nvSpPr>
          <p:spPr>
            <a:xfrm>
              <a:off x="2541475" y="1585850"/>
              <a:ext cx="2100" cy="8275"/>
            </a:xfrm>
            <a:custGeom>
              <a:rect b="b" l="l" r="r" t="t"/>
              <a:pathLst>
                <a:path extrusionOk="0" h="331" w="84">
                  <a:moveTo>
                    <a:pt x="22" y="1"/>
                  </a:moveTo>
                  <a:cubicBezTo>
                    <a:pt x="14" y="1"/>
                    <a:pt x="6" y="8"/>
                    <a:pt x="1" y="18"/>
                  </a:cubicBezTo>
                  <a:cubicBezTo>
                    <a:pt x="1" y="35"/>
                    <a:pt x="1" y="59"/>
                    <a:pt x="1" y="84"/>
                  </a:cubicBezTo>
                  <a:cubicBezTo>
                    <a:pt x="1" y="109"/>
                    <a:pt x="9" y="134"/>
                    <a:pt x="9" y="151"/>
                  </a:cubicBezTo>
                  <a:cubicBezTo>
                    <a:pt x="9" y="200"/>
                    <a:pt x="17" y="250"/>
                    <a:pt x="17" y="300"/>
                  </a:cubicBezTo>
                  <a:cubicBezTo>
                    <a:pt x="17" y="320"/>
                    <a:pt x="34" y="331"/>
                    <a:pt x="50" y="331"/>
                  </a:cubicBezTo>
                  <a:cubicBezTo>
                    <a:pt x="67" y="331"/>
                    <a:pt x="84" y="320"/>
                    <a:pt x="84" y="300"/>
                  </a:cubicBezTo>
                  <a:cubicBezTo>
                    <a:pt x="84" y="250"/>
                    <a:pt x="84" y="200"/>
                    <a:pt x="75" y="151"/>
                  </a:cubicBezTo>
                  <a:cubicBezTo>
                    <a:pt x="75" y="126"/>
                    <a:pt x="67" y="101"/>
                    <a:pt x="59" y="76"/>
                  </a:cubicBezTo>
                  <a:cubicBezTo>
                    <a:pt x="50" y="51"/>
                    <a:pt x="50" y="26"/>
                    <a:pt x="34" y="10"/>
                  </a:cubicBezTo>
                  <a:cubicBezTo>
                    <a:pt x="31" y="3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3" name="Google Shape;6113;p18"/>
            <p:cNvSpPr/>
            <p:nvPr/>
          </p:nvSpPr>
          <p:spPr>
            <a:xfrm>
              <a:off x="2708425" y="1645675"/>
              <a:ext cx="3550" cy="16750"/>
            </a:xfrm>
            <a:custGeom>
              <a:rect b="b" l="l" r="r" t="t"/>
              <a:pathLst>
                <a:path extrusionOk="0" h="670" w="142">
                  <a:moveTo>
                    <a:pt x="36" y="1"/>
                  </a:moveTo>
                  <a:cubicBezTo>
                    <a:pt x="20" y="1"/>
                    <a:pt x="4" y="13"/>
                    <a:pt x="9" y="36"/>
                  </a:cubicBezTo>
                  <a:cubicBezTo>
                    <a:pt x="17" y="152"/>
                    <a:pt x="26" y="268"/>
                    <a:pt x="34" y="392"/>
                  </a:cubicBezTo>
                  <a:cubicBezTo>
                    <a:pt x="34" y="434"/>
                    <a:pt x="42" y="475"/>
                    <a:pt x="34" y="517"/>
                  </a:cubicBezTo>
                  <a:cubicBezTo>
                    <a:pt x="34" y="550"/>
                    <a:pt x="17" y="575"/>
                    <a:pt x="9" y="600"/>
                  </a:cubicBezTo>
                  <a:cubicBezTo>
                    <a:pt x="1" y="616"/>
                    <a:pt x="1" y="624"/>
                    <a:pt x="1" y="633"/>
                  </a:cubicBezTo>
                  <a:lnTo>
                    <a:pt x="1" y="649"/>
                  </a:lnTo>
                  <a:cubicBezTo>
                    <a:pt x="7" y="661"/>
                    <a:pt x="17" y="669"/>
                    <a:pt x="29" y="669"/>
                  </a:cubicBezTo>
                  <a:cubicBezTo>
                    <a:pt x="33" y="669"/>
                    <a:pt x="38" y="668"/>
                    <a:pt x="42" y="666"/>
                  </a:cubicBezTo>
                  <a:cubicBezTo>
                    <a:pt x="84" y="666"/>
                    <a:pt x="108" y="633"/>
                    <a:pt x="125" y="591"/>
                  </a:cubicBezTo>
                  <a:cubicBezTo>
                    <a:pt x="133" y="558"/>
                    <a:pt x="142" y="517"/>
                    <a:pt x="142" y="484"/>
                  </a:cubicBezTo>
                  <a:cubicBezTo>
                    <a:pt x="133" y="434"/>
                    <a:pt x="133" y="384"/>
                    <a:pt x="125" y="326"/>
                  </a:cubicBezTo>
                  <a:cubicBezTo>
                    <a:pt x="108" y="227"/>
                    <a:pt x="92" y="127"/>
                    <a:pt x="67" y="28"/>
                  </a:cubicBezTo>
                  <a:cubicBezTo>
                    <a:pt x="63" y="9"/>
                    <a:pt x="49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4" name="Google Shape;6114;p18"/>
            <p:cNvSpPr/>
            <p:nvPr/>
          </p:nvSpPr>
          <p:spPr>
            <a:xfrm>
              <a:off x="2706575" y="1654225"/>
              <a:ext cx="1675" cy="6475"/>
            </a:xfrm>
            <a:custGeom>
              <a:rect b="b" l="l" r="r" t="t"/>
              <a:pathLst>
                <a:path extrusionOk="0" h="259" w="67">
                  <a:moveTo>
                    <a:pt x="33" y="1"/>
                  </a:moveTo>
                  <a:cubicBezTo>
                    <a:pt x="25" y="1"/>
                    <a:pt x="8" y="9"/>
                    <a:pt x="8" y="26"/>
                  </a:cubicBezTo>
                  <a:cubicBezTo>
                    <a:pt x="17" y="59"/>
                    <a:pt x="17" y="100"/>
                    <a:pt x="8" y="133"/>
                  </a:cubicBezTo>
                  <a:cubicBezTo>
                    <a:pt x="8" y="150"/>
                    <a:pt x="8" y="166"/>
                    <a:pt x="8" y="183"/>
                  </a:cubicBezTo>
                  <a:cubicBezTo>
                    <a:pt x="0" y="191"/>
                    <a:pt x="0" y="208"/>
                    <a:pt x="0" y="216"/>
                  </a:cubicBezTo>
                  <a:cubicBezTo>
                    <a:pt x="0" y="224"/>
                    <a:pt x="0" y="233"/>
                    <a:pt x="0" y="241"/>
                  </a:cubicBezTo>
                  <a:cubicBezTo>
                    <a:pt x="0" y="251"/>
                    <a:pt x="10" y="258"/>
                    <a:pt x="19" y="258"/>
                  </a:cubicBezTo>
                  <a:cubicBezTo>
                    <a:pt x="25" y="258"/>
                    <a:pt x="30" y="256"/>
                    <a:pt x="33" y="249"/>
                  </a:cubicBezTo>
                  <a:cubicBezTo>
                    <a:pt x="50" y="216"/>
                    <a:pt x="58" y="175"/>
                    <a:pt x="58" y="133"/>
                  </a:cubicBezTo>
                  <a:cubicBezTo>
                    <a:pt x="66" y="100"/>
                    <a:pt x="66" y="59"/>
                    <a:pt x="58" y="26"/>
                  </a:cubicBezTo>
                  <a:cubicBezTo>
                    <a:pt x="58" y="9"/>
                    <a:pt x="50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5" name="Google Shape;6115;p18"/>
            <p:cNvSpPr/>
            <p:nvPr/>
          </p:nvSpPr>
          <p:spPr>
            <a:xfrm>
              <a:off x="2696825" y="1727975"/>
              <a:ext cx="17425" cy="14425"/>
            </a:xfrm>
            <a:custGeom>
              <a:rect b="b" l="l" r="r" t="t"/>
              <a:pathLst>
                <a:path extrusionOk="0" h="577" w="697">
                  <a:moveTo>
                    <a:pt x="651" y="0"/>
                  </a:moveTo>
                  <a:cubicBezTo>
                    <a:pt x="639" y="0"/>
                    <a:pt x="626" y="9"/>
                    <a:pt x="622" y="25"/>
                  </a:cubicBezTo>
                  <a:cubicBezTo>
                    <a:pt x="614" y="58"/>
                    <a:pt x="614" y="91"/>
                    <a:pt x="597" y="116"/>
                  </a:cubicBezTo>
                  <a:cubicBezTo>
                    <a:pt x="589" y="149"/>
                    <a:pt x="572" y="183"/>
                    <a:pt x="556" y="207"/>
                  </a:cubicBezTo>
                  <a:cubicBezTo>
                    <a:pt x="514" y="257"/>
                    <a:pt x="465" y="299"/>
                    <a:pt x="407" y="332"/>
                  </a:cubicBezTo>
                  <a:cubicBezTo>
                    <a:pt x="357" y="365"/>
                    <a:pt x="299" y="390"/>
                    <a:pt x="241" y="415"/>
                  </a:cubicBezTo>
                  <a:cubicBezTo>
                    <a:pt x="183" y="448"/>
                    <a:pt x="133" y="464"/>
                    <a:pt x="67" y="473"/>
                  </a:cubicBezTo>
                  <a:cubicBezTo>
                    <a:pt x="42" y="473"/>
                    <a:pt x="1" y="473"/>
                    <a:pt x="1" y="514"/>
                  </a:cubicBezTo>
                  <a:cubicBezTo>
                    <a:pt x="1" y="547"/>
                    <a:pt x="26" y="564"/>
                    <a:pt x="50" y="572"/>
                  </a:cubicBezTo>
                  <a:lnTo>
                    <a:pt x="59" y="572"/>
                  </a:lnTo>
                  <a:cubicBezTo>
                    <a:pt x="70" y="575"/>
                    <a:pt x="81" y="576"/>
                    <a:pt x="93" y="576"/>
                  </a:cubicBezTo>
                  <a:cubicBezTo>
                    <a:pt x="144" y="576"/>
                    <a:pt x="202" y="551"/>
                    <a:pt x="249" y="531"/>
                  </a:cubicBezTo>
                  <a:cubicBezTo>
                    <a:pt x="357" y="481"/>
                    <a:pt x="473" y="431"/>
                    <a:pt x="556" y="340"/>
                  </a:cubicBezTo>
                  <a:cubicBezTo>
                    <a:pt x="597" y="299"/>
                    <a:pt x="639" y="249"/>
                    <a:pt x="664" y="199"/>
                  </a:cubicBezTo>
                  <a:cubicBezTo>
                    <a:pt x="680" y="141"/>
                    <a:pt x="697" y="75"/>
                    <a:pt x="680" y="25"/>
                  </a:cubicBezTo>
                  <a:cubicBezTo>
                    <a:pt x="676" y="9"/>
                    <a:pt x="664" y="0"/>
                    <a:pt x="6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6" name="Google Shape;6116;p18"/>
            <p:cNvSpPr/>
            <p:nvPr/>
          </p:nvSpPr>
          <p:spPr>
            <a:xfrm>
              <a:off x="2690000" y="1743625"/>
              <a:ext cx="10950" cy="2450"/>
            </a:xfrm>
            <a:custGeom>
              <a:rect b="b" l="l" r="r" t="t"/>
              <a:pathLst>
                <a:path extrusionOk="0" h="98" w="438">
                  <a:moveTo>
                    <a:pt x="266" y="1"/>
                  </a:moveTo>
                  <a:cubicBezTo>
                    <a:pt x="246" y="1"/>
                    <a:pt x="227" y="2"/>
                    <a:pt x="207" y="4"/>
                  </a:cubicBezTo>
                  <a:cubicBezTo>
                    <a:pt x="174" y="4"/>
                    <a:pt x="141" y="4"/>
                    <a:pt x="108" y="12"/>
                  </a:cubicBezTo>
                  <a:cubicBezTo>
                    <a:pt x="75" y="21"/>
                    <a:pt x="33" y="29"/>
                    <a:pt x="9" y="54"/>
                  </a:cubicBezTo>
                  <a:cubicBezTo>
                    <a:pt x="0" y="70"/>
                    <a:pt x="0" y="87"/>
                    <a:pt x="17" y="95"/>
                  </a:cubicBezTo>
                  <a:cubicBezTo>
                    <a:pt x="24" y="97"/>
                    <a:pt x="31" y="97"/>
                    <a:pt x="38" y="97"/>
                  </a:cubicBezTo>
                  <a:cubicBezTo>
                    <a:pt x="66" y="97"/>
                    <a:pt x="96" y="87"/>
                    <a:pt x="116" y="87"/>
                  </a:cubicBezTo>
                  <a:cubicBezTo>
                    <a:pt x="149" y="79"/>
                    <a:pt x="183" y="70"/>
                    <a:pt x="207" y="70"/>
                  </a:cubicBezTo>
                  <a:cubicBezTo>
                    <a:pt x="274" y="62"/>
                    <a:pt x="340" y="62"/>
                    <a:pt x="406" y="62"/>
                  </a:cubicBezTo>
                  <a:cubicBezTo>
                    <a:pt x="408" y="63"/>
                    <a:pt x="410" y="63"/>
                    <a:pt x="412" y="63"/>
                  </a:cubicBezTo>
                  <a:cubicBezTo>
                    <a:pt x="432" y="63"/>
                    <a:pt x="438" y="20"/>
                    <a:pt x="415" y="12"/>
                  </a:cubicBezTo>
                  <a:cubicBezTo>
                    <a:pt x="362" y="6"/>
                    <a:pt x="313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7" name="Google Shape;6117;p18"/>
            <p:cNvSpPr/>
            <p:nvPr/>
          </p:nvSpPr>
          <p:spPr>
            <a:xfrm>
              <a:off x="2684400" y="1746825"/>
              <a:ext cx="4575" cy="2100"/>
            </a:xfrm>
            <a:custGeom>
              <a:rect b="b" l="l" r="r" t="t"/>
              <a:pathLst>
                <a:path extrusionOk="0" h="84" w="183">
                  <a:moveTo>
                    <a:pt x="150" y="0"/>
                  </a:moveTo>
                  <a:cubicBezTo>
                    <a:pt x="100" y="17"/>
                    <a:pt x="59" y="33"/>
                    <a:pt x="17" y="50"/>
                  </a:cubicBezTo>
                  <a:cubicBezTo>
                    <a:pt x="9" y="58"/>
                    <a:pt x="1" y="67"/>
                    <a:pt x="9" y="75"/>
                  </a:cubicBezTo>
                  <a:cubicBezTo>
                    <a:pt x="9" y="83"/>
                    <a:pt x="17" y="83"/>
                    <a:pt x="26" y="83"/>
                  </a:cubicBezTo>
                  <a:cubicBezTo>
                    <a:pt x="75" y="75"/>
                    <a:pt x="117" y="67"/>
                    <a:pt x="158" y="50"/>
                  </a:cubicBezTo>
                  <a:lnTo>
                    <a:pt x="166" y="50"/>
                  </a:lnTo>
                  <a:cubicBezTo>
                    <a:pt x="175" y="50"/>
                    <a:pt x="183" y="33"/>
                    <a:pt x="183" y="17"/>
                  </a:cubicBezTo>
                  <a:cubicBezTo>
                    <a:pt x="175" y="9"/>
                    <a:pt x="158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8" name="Google Shape;6118;p18"/>
            <p:cNvSpPr/>
            <p:nvPr/>
          </p:nvSpPr>
          <p:spPr>
            <a:xfrm>
              <a:off x="2569650" y="1624950"/>
              <a:ext cx="8225" cy="19675"/>
            </a:xfrm>
            <a:custGeom>
              <a:rect b="b" l="l" r="r" t="t"/>
              <a:pathLst>
                <a:path extrusionOk="0" h="787" w="329">
                  <a:moveTo>
                    <a:pt x="55" y="0"/>
                  </a:moveTo>
                  <a:cubicBezTo>
                    <a:pt x="46" y="0"/>
                    <a:pt x="40" y="8"/>
                    <a:pt x="34" y="20"/>
                  </a:cubicBezTo>
                  <a:cubicBezTo>
                    <a:pt x="0" y="70"/>
                    <a:pt x="34" y="153"/>
                    <a:pt x="50" y="202"/>
                  </a:cubicBezTo>
                  <a:cubicBezTo>
                    <a:pt x="75" y="269"/>
                    <a:pt x="92" y="327"/>
                    <a:pt x="116" y="393"/>
                  </a:cubicBezTo>
                  <a:cubicBezTo>
                    <a:pt x="133" y="459"/>
                    <a:pt x="158" y="517"/>
                    <a:pt x="183" y="583"/>
                  </a:cubicBezTo>
                  <a:cubicBezTo>
                    <a:pt x="199" y="650"/>
                    <a:pt x="224" y="708"/>
                    <a:pt x="257" y="766"/>
                  </a:cubicBezTo>
                  <a:cubicBezTo>
                    <a:pt x="264" y="780"/>
                    <a:pt x="278" y="786"/>
                    <a:pt x="292" y="786"/>
                  </a:cubicBezTo>
                  <a:cubicBezTo>
                    <a:pt x="311" y="786"/>
                    <a:pt x="328" y="773"/>
                    <a:pt x="324" y="749"/>
                  </a:cubicBezTo>
                  <a:cubicBezTo>
                    <a:pt x="315" y="608"/>
                    <a:pt x="257" y="484"/>
                    <a:pt x="216" y="351"/>
                  </a:cubicBezTo>
                  <a:cubicBezTo>
                    <a:pt x="199" y="293"/>
                    <a:pt x="183" y="227"/>
                    <a:pt x="158" y="161"/>
                  </a:cubicBezTo>
                  <a:cubicBezTo>
                    <a:pt x="141" y="111"/>
                    <a:pt x="125" y="20"/>
                    <a:pt x="67" y="3"/>
                  </a:cubicBezTo>
                  <a:cubicBezTo>
                    <a:pt x="62" y="1"/>
                    <a:pt x="58" y="0"/>
                    <a:pt x="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9" name="Google Shape;6119;p18"/>
            <p:cNvSpPr/>
            <p:nvPr/>
          </p:nvSpPr>
          <p:spPr>
            <a:xfrm>
              <a:off x="2568500" y="1632450"/>
              <a:ext cx="3375" cy="10250"/>
            </a:xfrm>
            <a:custGeom>
              <a:rect b="b" l="l" r="r" t="t"/>
              <a:pathLst>
                <a:path extrusionOk="0" h="410" w="135">
                  <a:moveTo>
                    <a:pt x="26" y="1"/>
                  </a:moveTo>
                  <a:cubicBezTo>
                    <a:pt x="13" y="1"/>
                    <a:pt x="1" y="9"/>
                    <a:pt x="5" y="27"/>
                  </a:cubicBezTo>
                  <a:cubicBezTo>
                    <a:pt x="13" y="151"/>
                    <a:pt x="46" y="267"/>
                    <a:pt x="80" y="391"/>
                  </a:cubicBezTo>
                  <a:cubicBezTo>
                    <a:pt x="83" y="404"/>
                    <a:pt x="92" y="409"/>
                    <a:pt x="102" y="409"/>
                  </a:cubicBezTo>
                  <a:cubicBezTo>
                    <a:pt x="117" y="409"/>
                    <a:pt x="134" y="395"/>
                    <a:pt x="129" y="375"/>
                  </a:cubicBezTo>
                  <a:cubicBezTo>
                    <a:pt x="104" y="259"/>
                    <a:pt x="88" y="134"/>
                    <a:pt x="55" y="18"/>
                  </a:cubicBezTo>
                  <a:cubicBezTo>
                    <a:pt x="51" y="7"/>
                    <a:pt x="38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0" name="Google Shape;6120;p18"/>
            <p:cNvSpPr/>
            <p:nvPr/>
          </p:nvSpPr>
          <p:spPr>
            <a:xfrm>
              <a:off x="2510400" y="1719675"/>
              <a:ext cx="5200" cy="3425"/>
            </a:xfrm>
            <a:custGeom>
              <a:rect b="b" l="l" r="r" t="t"/>
              <a:pathLst>
                <a:path extrusionOk="0" h="137" w="208">
                  <a:moveTo>
                    <a:pt x="42" y="1"/>
                  </a:moveTo>
                  <a:cubicBezTo>
                    <a:pt x="26" y="9"/>
                    <a:pt x="17" y="17"/>
                    <a:pt x="9" y="26"/>
                  </a:cubicBezTo>
                  <a:cubicBezTo>
                    <a:pt x="9" y="34"/>
                    <a:pt x="1" y="34"/>
                    <a:pt x="1" y="42"/>
                  </a:cubicBezTo>
                  <a:lnTo>
                    <a:pt x="1" y="59"/>
                  </a:lnTo>
                  <a:cubicBezTo>
                    <a:pt x="1" y="67"/>
                    <a:pt x="1" y="75"/>
                    <a:pt x="1" y="92"/>
                  </a:cubicBezTo>
                  <a:lnTo>
                    <a:pt x="9" y="100"/>
                  </a:lnTo>
                  <a:cubicBezTo>
                    <a:pt x="9" y="109"/>
                    <a:pt x="17" y="117"/>
                    <a:pt x="17" y="117"/>
                  </a:cubicBezTo>
                  <a:lnTo>
                    <a:pt x="26" y="125"/>
                  </a:lnTo>
                  <a:cubicBezTo>
                    <a:pt x="34" y="133"/>
                    <a:pt x="34" y="133"/>
                    <a:pt x="42" y="133"/>
                  </a:cubicBezTo>
                  <a:cubicBezTo>
                    <a:pt x="47" y="136"/>
                    <a:pt x="52" y="137"/>
                    <a:pt x="57" y="137"/>
                  </a:cubicBezTo>
                  <a:cubicBezTo>
                    <a:pt x="71" y="137"/>
                    <a:pt x="86" y="129"/>
                    <a:pt x="92" y="117"/>
                  </a:cubicBezTo>
                  <a:lnTo>
                    <a:pt x="109" y="117"/>
                  </a:lnTo>
                  <a:cubicBezTo>
                    <a:pt x="125" y="117"/>
                    <a:pt x="150" y="117"/>
                    <a:pt x="167" y="109"/>
                  </a:cubicBezTo>
                  <a:cubicBezTo>
                    <a:pt x="183" y="109"/>
                    <a:pt x="191" y="92"/>
                    <a:pt x="200" y="84"/>
                  </a:cubicBezTo>
                  <a:cubicBezTo>
                    <a:pt x="208" y="75"/>
                    <a:pt x="208" y="67"/>
                    <a:pt x="208" y="59"/>
                  </a:cubicBezTo>
                  <a:cubicBezTo>
                    <a:pt x="208" y="42"/>
                    <a:pt x="200" y="34"/>
                    <a:pt x="200" y="26"/>
                  </a:cubicBezTo>
                  <a:cubicBezTo>
                    <a:pt x="191" y="17"/>
                    <a:pt x="191" y="17"/>
                    <a:pt x="183" y="9"/>
                  </a:cubicBezTo>
                  <a:lnTo>
                    <a:pt x="167" y="9"/>
                  </a:lnTo>
                  <a:cubicBezTo>
                    <a:pt x="158" y="1"/>
                    <a:pt x="142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1" name="Google Shape;6121;p18"/>
            <p:cNvSpPr/>
            <p:nvPr/>
          </p:nvSpPr>
          <p:spPr>
            <a:xfrm>
              <a:off x="2510200" y="1727675"/>
              <a:ext cx="3350" cy="3000"/>
            </a:xfrm>
            <a:custGeom>
              <a:rect b="b" l="l" r="r" t="t"/>
              <a:pathLst>
                <a:path extrusionOk="0" h="120" w="134">
                  <a:moveTo>
                    <a:pt x="40" y="0"/>
                  </a:moveTo>
                  <a:cubicBezTo>
                    <a:pt x="38" y="0"/>
                    <a:pt x="36" y="1"/>
                    <a:pt x="34" y="4"/>
                  </a:cubicBezTo>
                  <a:cubicBezTo>
                    <a:pt x="25" y="4"/>
                    <a:pt x="17" y="12"/>
                    <a:pt x="9" y="21"/>
                  </a:cubicBezTo>
                  <a:cubicBezTo>
                    <a:pt x="9" y="29"/>
                    <a:pt x="1" y="45"/>
                    <a:pt x="9" y="54"/>
                  </a:cubicBezTo>
                  <a:lnTo>
                    <a:pt x="9" y="70"/>
                  </a:lnTo>
                  <a:cubicBezTo>
                    <a:pt x="17" y="70"/>
                    <a:pt x="25" y="79"/>
                    <a:pt x="25" y="79"/>
                  </a:cubicBezTo>
                  <a:lnTo>
                    <a:pt x="34" y="87"/>
                  </a:lnTo>
                  <a:cubicBezTo>
                    <a:pt x="42" y="95"/>
                    <a:pt x="59" y="103"/>
                    <a:pt x="67" y="112"/>
                  </a:cubicBezTo>
                  <a:cubicBezTo>
                    <a:pt x="75" y="120"/>
                    <a:pt x="92" y="120"/>
                    <a:pt x="100" y="120"/>
                  </a:cubicBezTo>
                  <a:cubicBezTo>
                    <a:pt x="117" y="120"/>
                    <a:pt x="125" y="112"/>
                    <a:pt x="133" y="95"/>
                  </a:cubicBezTo>
                  <a:cubicBezTo>
                    <a:pt x="133" y="95"/>
                    <a:pt x="133" y="87"/>
                    <a:pt x="133" y="79"/>
                  </a:cubicBezTo>
                  <a:cubicBezTo>
                    <a:pt x="133" y="70"/>
                    <a:pt x="133" y="70"/>
                    <a:pt x="133" y="62"/>
                  </a:cubicBezTo>
                  <a:cubicBezTo>
                    <a:pt x="133" y="54"/>
                    <a:pt x="125" y="37"/>
                    <a:pt x="117" y="37"/>
                  </a:cubicBezTo>
                  <a:cubicBezTo>
                    <a:pt x="100" y="29"/>
                    <a:pt x="92" y="21"/>
                    <a:pt x="83" y="12"/>
                  </a:cubicBezTo>
                  <a:lnTo>
                    <a:pt x="75" y="12"/>
                  </a:lnTo>
                  <a:lnTo>
                    <a:pt x="59" y="4"/>
                  </a:lnTo>
                  <a:lnTo>
                    <a:pt x="50" y="4"/>
                  </a:lnTo>
                  <a:cubicBezTo>
                    <a:pt x="45" y="4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2" name="Google Shape;6122;p18"/>
            <p:cNvSpPr/>
            <p:nvPr/>
          </p:nvSpPr>
          <p:spPr>
            <a:xfrm>
              <a:off x="2501500" y="1730450"/>
              <a:ext cx="3125" cy="2525"/>
            </a:xfrm>
            <a:custGeom>
              <a:rect b="b" l="l" r="r" t="t"/>
              <a:pathLst>
                <a:path extrusionOk="0" h="101" w="125">
                  <a:moveTo>
                    <a:pt x="59" y="1"/>
                  </a:moveTo>
                  <a:cubicBezTo>
                    <a:pt x="50" y="1"/>
                    <a:pt x="25" y="9"/>
                    <a:pt x="17" y="17"/>
                  </a:cubicBezTo>
                  <a:cubicBezTo>
                    <a:pt x="17" y="17"/>
                    <a:pt x="9" y="26"/>
                    <a:pt x="9" y="34"/>
                  </a:cubicBezTo>
                  <a:cubicBezTo>
                    <a:pt x="9" y="42"/>
                    <a:pt x="1" y="42"/>
                    <a:pt x="1" y="50"/>
                  </a:cubicBezTo>
                  <a:cubicBezTo>
                    <a:pt x="1" y="67"/>
                    <a:pt x="9" y="75"/>
                    <a:pt x="17" y="84"/>
                  </a:cubicBezTo>
                  <a:cubicBezTo>
                    <a:pt x="25" y="100"/>
                    <a:pt x="50" y="100"/>
                    <a:pt x="59" y="100"/>
                  </a:cubicBezTo>
                  <a:lnTo>
                    <a:pt x="75" y="92"/>
                  </a:lnTo>
                  <a:lnTo>
                    <a:pt x="83" y="92"/>
                  </a:lnTo>
                  <a:lnTo>
                    <a:pt x="83" y="84"/>
                  </a:lnTo>
                  <a:lnTo>
                    <a:pt x="100" y="84"/>
                  </a:lnTo>
                  <a:cubicBezTo>
                    <a:pt x="117" y="75"/>
                    <a:pt x="125" y="59"/>
                    <a:pt x="125" y="50"/>
                  </a:cubicBezTo>
                  <a:cubicBezTo>
                    <a:pt x="125" y="34"/>
                    <a:pt x="117" y="26"/>
                    <a:pt x="100" y="17"/>
                  </a:cubicBezTo>
                  <a:cubicBezTo>
                    <a:pt x="100" y="17"/>
                    <a:pt x="92" y="17"/>
                    <a:pt x="83" y="9"/>
                  </a:cubicBezTo>
                  <a:lnTo>
                    <a:pt x="75" y="9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3" name="Google Shape;6123;p18"/>
            <p:cNvSpPr/>
            <p:nvPr/>
          </p:nvSpPr>
          <p:spPr>
            <a:xfrm>
              <a:off x="2519925" y="1724450"/>
              <a:ext cx="5225" cy="2300"/>
            </a:xfrm>
            <a:custGeom>
              <a:rect b="b" l="l" r="r" t="t"/>
              <a:pathLst>
                <a:path extrusionOk="0" h="92" w="209">
                  <a:moveTo>
                    <a:pt x="42" y="0"/>
                  </a:moveTo>
                  <a:cubicBezTo>
                    <a:pt x="26" y="0"/>
                    <a:pt x="18" y="9"/>
                    <a:pt x="9" y="17"/>
                  </a:cubicBezTo>
                  <a:cubicBezTo>
                    <a:pt x="1" y="25"/>
                    <a:pt x="1" y="34"/>
                    <a:pt x="1" y="42"/>
                  </a:cubicBezTo>
                  <a:cubicBezTo>
                    <a:pt x="1" y="58"/>
                    <a:pt x="1" y="67"/>
                    <a:pt x="9" y="75"/>
                  </a:cubicBezTo>
                  <a:cubicBezTo>
                    <a:pt x="18" y="83"/>
                    <a:pt x="26" y="83"/>
                    <a:pt x="42" y="92"/>
                  </a:cubicBezTo>
                  <a:lnTo>
                    <a:pt x="84" y="92"/>
                  </a:lnTo>
                  <a:cubicBezTo>
                    <a:pt x="100" y="92"/>
                    <a:pt x="117" y="83"/>
                    <a:pt x="134" y="83"/>
                  </a:cubicBezTo>
                  <a:lnTo>
                    <a:pt x="158" y="83"/>
                  </a:lnTo>
                  <a:cubicBezTo>
                    <a:pt x="175" y="75"/>
                    <a:pt x="183" y="75"/>
                    <a:pt x="192" y="67"/>
                  </a:cubicBezTo>
                  <a:cubicBezTo>
                    <a:pt x="200" y="58"/>
                    <a:pt x="200" y="50"/>
                    <a:pt x="200" y="42"/>
                  </a:cubicBezTo>
                  <a:cubicBezTo>
                    <a:pt x="208" y="34"/>
                    <a:pt x="200" y="25"/>
                    <a:pt x="192" y="17"/>
                  </a:cubicBezTo>
                  <a:cubicBezTo>
                    <a:pt x="192" y="9"/>
                    <a:pt x="183" y="9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4" name="Google Shape;6124;p18"/>
            <p:cNvSpPr/>
            <p:nvPr/>
          </p:nvSpPr>
          <p:spPr>
            <a:xfrm>
              <a:off x="2480575" y="1735850"/>
              <a:ext cx="3550" cy="3525"/>
            </a:xfrm>
            <a:custGeom>
              <a:rect b="b" l="l" r="r" t="t"/>
              <a:pathLst>
                <a:path extrusionOk="0" h="141" w="142">
                  <a:moveTo>
                    <a:pt x="42" y="0"/>
                  </a:moveTo>
                  <a:cubicBezTo>
                    <a:pt x="26" y="0"/>
                    <a:pt x="9" y="8"/>
                    <a:pt x="1" y="25"/>
                  </a:cubicBezTo>
                  <a:lnTo>
                    <a:pt x="1" y="33"/>
                  </a:lnTo>
                  <a:cubicBezTo>
                    <a:pt x="1" y="42"/>
                    <a:pt x="1" y="50"/>
                    <a:pt x="1" y="58"/>
                  </a:cubicBezTo>
                  <a:lnTo>
                    <a:pt x="9" y="66"/>
                  </a:lnTo>
                  <a:lnTo>
                    <a:pt x="9" y="83"/>
                  </a:lnTo>
                  <a:lnTo>
                    <a:pt x="26" y="91"/>
                  </a:lnTo>
                  <a:lnTo>
                    <a:pt x="34" y="108"/>
                  </a:lnTo>
                  <a:cubicBezTo>
                    <a:pt x="34" y="108"/>
                    <a:pt x="42" y="116"/>
                    <a:pt x="50" y="116"/>
                  </a:cubicBezTo>
                  <a:lnTo>
                    <a:pt x="59" y="124"/>
                  </a:lnTo>
                  <a:cubicBezTo>
                    <a:pt x="67" y="133"/>
                    <a:pt x="84" y="133"/>
                    <a:pt x="92" y="141"/>
                  </a:cubicBezTo>
                  <a:cubicBezTo>
                    <a:pt x="100" y="141"/>
                    <a:pt x="117" y="141"/>
                    <a:pt x="125" y="133"/>
                  </a:cubicBezTo>
                  <a:cubicBezTo>
                    <a:pt x="133" y="133"/>
                    <a:pt x="142" y="124"/>
                    <a:pt x="142" y="116"/>
                  </a:cubicBezTo>
                  <a:cubicBezTo>
                    <a:pt x="142" y="108"/>
                    <a:pt x="142" y="108"/>
                    <a:pt x="142" y="100"/>
                  </a:cubicBezTo>
                  <a:lnTo>
                    <a:pt x="142" y="91"/>
                  </a:lnTo>
                  <a:cubicBezTo>
                    <a:pt x="142" y="83"/>
                    <a:pt x="133" y="75"/>
                    <a:pt x="133" y="75"/>
                  </a:cubicBezTo>
                  <a:lnTo>
                    <a:pt x="125" y="58"/>
                  </a:lnTo>
                  <a:cubicBezTo>
                    <a:pt x="117" y="58"/>
                    <a:pt x="108" y="50"/>
                    <a:pt x="100" y="50"/>
                  </a:cubicBezTo>
                  <a:lnTo>
                    <a:pt x="84" y="33"/>
                  </a:lnTo>
                  <a:cubicBezTo>
                    <a:pt x="84" y="25"/>
                    <a:pt x="75" y="25"/>
                    <a:pt x="67" y="17"/>
                  </a:cubicBezTo>
                  <a:lnTo>
                    <a:pt x="59" y="8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5" name="Google Shape;6125;p18"/>
            <p:cNvSpPr/>
            <p:nvPr/>
          </p:nvSpPr>
          <p:spPr>
            <a:xfrm>
              <a:off x="2480375" y="1743925"/>
              <a:ext cx="1900" cy="2650"/>
            </a:xfrm>
            <a:custGeom>
              <a:rect b="b" l="l" r="r" t="t"/>
              <a:pathLst>
                <a:path extrusionOk="0" h="106" w="76">
                  <a:moveTo>
                    <a:pt x="17" y="0"/>
                  </a:moveTo>
                  <a:cubicBezTo>
                    <a:pt x="0" y="9"/>
                    <a:pt x="0" y="17"/>
                    <a:pt x="0" y="33"/>
                  </a:cubicBezTo>
                  <a:cubicBezTo>
                    <a:pt x="9" y="50"/>
                    <a:pt x="9" y="67"/>
                    <a:pt x="17" y="83"/>
                  </a:cubicBezTo>
                  <a:cubicBezTo>
                    <a:pt x="17" y="91"/>
                    <a:pt x="25" y="100"/>
                    <a:pt x="34" y="100"/>
                  </a:cubicBezTo>
                  <a:cubicBezTo>
                    <a:pt x="38" y="104"/>
                    <a:pt x="42" y="106"/>
                    <a:pt x="45" y="106"/>
                  </a:cubicBezTo>
                  <a:cubicBezTo>
                    <a:pt x="48" y="106"/>
                    <a:pt x="50" y="104"/>
                    <a:pt x="50" y="100"/>
                  </a:cubicBezTo>
                  <a:lnTo>
                    <a:pt x="67" y="100"/>
                  </a:lnTo>
                  <a:lnTo>
                    <a:pt x="75" y="83"/>
                  </a:lnTo>
                  <a:lnTo>
                    <a:pt x="75" y="75"/>
                  </a:lnTo>
                  <a:cubicBezTo>
                    <a:pt x="75" y="67"/>
                    <a:pt x="67" y="67"/>
                    <a:pt x="67" y="58"/>
                  </a:cubicBezTo>
                  <a:cubicBezTo>
                    <a:pt x="58" y="42"/>
                    <a:pt x="50" y="25"/>
                    <a:pt x="42" y="17"/>
                  </a:cubicBezTo>
                  <a:cubicBezTo>
                    <a:pt x="42" y="0"/>
                    <a:pt x="25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6" name="Google Shape;6126;p18"/>
            <p:cNvSpPr/>
            <p:nvPr/>
          </p:nvSpPr>
          <p:spPr>
            <a:xfrm>
              <a:off x="2614600" y="1730725"/>
              <a:ext cx="13800" cy="8375"/>
            </a:xfrm>
            <a:custGeom>
              <a:rect b="b" l="l" r="r" t="t"/>
              <a:pathLst>
                <a:path extrusionOk="0" h="335" w="552">
                  <a:moveTo>
                    <a:pt x="506" y="0"/>
                  </a:moveTo>
                  <a:cubicBezTo>
                    <a:pt x="501" y="0"/>
                    <a:pt x="495" y="2"/>
                    <a:pt x="489" y="6"/>
                  </a:cubicBezTo>
                  <a:cubicBezTo>
                    <a:pt x="415" y="56"/>
                    <a:pt x="340" y="106"/>
                    <a:pt x="266" y="155"/>
                  </a:cubicBezTo>
                  <a:cubicBezTo>
                    <a:pt x="232" y="172"/>
                    <a:pt x="199" y="189"/>
                    <a:pt x="166" y="205"/>
                  </a:cubicBezTo>
                  <a:cubicBezTo>
                    <a:pt x="133" y="222"/>
                    <a:pt x="100" y="230"/>
                    <a:pt x="58" y="238"/>
                  </a:cubicBezTo>
                  <a:lnTo>
                    <a:pt x="58" y="247"/>
                  </a:lnTo>
                  <a:cubicBezTo>
                    <a:pt x="42" y="247"/>
                    <a:pt x="17" y="255"/>
                    <a:pt x="9" y="280"/>
                  </a:cubicBezTo>
                  <a:cubicBezTo>
                    <a:pt x="0" y="296"/>
                    <a:pt x="9" y="313"/>
                    <a:pt x="17" y="321"/>
                  </a:cubicBezTo>
                  <a:cubicBezTo>
                    <a:pt x="30" y="331"/>
                    <a:pt x="46" y="334"/>
                    <a:pt x="62" y="334"/>
                  </a:cubicBezTo>
                  <a:cubicBezTo>
                    <a:pt x="88" y="334"/>
                    <a:pt x="116" y="326"/>
                    <a:pt x="141" y="321"/>
                  </a:cubicBezTo>
                  <a:cubicBezTo>
                    <a:pt x="290" y="280"/>
                    <a:pt x="415" y="172"/>
                    <a:pt x="531" y="64"/>
                  </a:cubicBezTo>
                  <a:cubicBezTo>
                    <a:pt x="551" y="44"/>
                    <a:pt x="532" y="0"/>
                    <a:pt x="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7" name="Google Shape;6127;p18"/>
            <p:cNvSpPr/>
            <p:nvPr/>
          </p:nvSpPr>
          <p:spPr>
            <a:xfrm>
              <a:off x="2600775" y="1740025"/>
              <a:ext cx="5350" cy="4150"/>
            </a:xfrm>
            <a:custGeom>
              <a:rect b="b" l="l" r="r" t="t"/>
              <a:pathLst>
                <a:path extrusionOk="0" h="166" w="214">
                  <a:moveTo>
                    <a:pt x="182" y="1"/>
                  </a:moveTo>
                  <a:cubicBezTo>
                    <a:pt x="174" y="1"/>
                    <a:pt x="168" y="3"/>
                    <a:pt x="164" y="7"/>
                  </a:cubicBezTo>
                  <a:lnTo>
                    <a:pt x="139" y="24"/>
                  </a:lnTo>
                  <a:lnTo>
                    <a:pt x="139" y="32"/>
                  </a:lnTo>
                  <a:lnTo>
                    <a:pt x="131" y="40"/>
                  </a:lnTo>
                  <a:cubicBezTo>
                    <a:pt x="114" y="49"/>
                    <a:pt x="106" y="57"/>
                    <a:pt x="89" y="65"/>
                  </a:cubicBezTo>
                  <a:lnTo>
                    <a:pt x="56" y="90"/>
                  </a:lnTo>
                  <a:cubicBezTo>
                    <a:pt x="48" y="98"/>
                    <a:pt x="40" y="107"/>
                    <a:pt x="31" y="107"/>
                  </a:cubicBezTo>
                  <a:lnTo>
                    <a:pt x="31" y="115"/>
                  </a:lnTo>
                  <a:cubicBezTo>
                    <a:pt x="23" y="115"/>
                    <a:pt x="23" y="123"/>
                    <a:pt x="15" y="123"/>
                  </a:cubicBezTo>
                  <a:cubicBezTo>
                    <a:pt x="0" y="138"/>
                    <a:pt x="12" y="166"/>
                    <a:pt x="32" y="166"/>
                  </a:cubicBezTo>
                  <a:cubicBezTo>
                    <a:pt x="34" y="166"/>
                    <a:pt x="37" y="165"/>
                    <a:pt x="40" y="165"/>
                  </a:cubicBezTo>
                  <a:cubicBezTo>
                    <a:pt x="48" y="165"/>
                    <a:pt x="56" y="156"/>
                    <a:pt x="65" y="156"/>
                  </a:cubicBezTo>
                  <a:cubicBezTo>
                    <a:pt x="73" y="148"/>
                    <a:pt x="73" y="148"/>
                    <a:pt x="81" y="140"/>
                  </a:cubicBezTo>
                  <a:cubicBezTo>
                    <a:pt x="98" y="131"/>
                    <a:pt x="114" y="123"/>
                    <a:pt x="123" y="115"/>
                  </a:cubicBezTo>
                  <a:cubicBezTo>
                    <a:pt x="147" y="98"/>
                    <a:pt x="181" y="73"/>
                    <a:pt x="205" y="57"/>
                  </a:cubicBezTo>
                  <a:cubicBezTo>
                    <a:pt x="214" y="40"/>
                    <a:pt x="214" y="24"/>
                    <a:pt x="205" y="7"/>
                  </a:cubicBezTo>
                  <a:cubicBezTo>
                    <a:pt x="197" y="3"/>
                    <a:pt x="189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8" name="Google Shape;6128;p18"/>
            <p:cNvSpPr/>
            <p:nvPr/>
          </p:nvSpPr>
          <p:spPr>
            <a:xfrm>
              <a:off x="2563650" y="16594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9" name="Google Shape;6129;p18"/>
            <p:cNvSpPr/>
            <p:nvPr/>
          </p:nvSpPr>
          <p:spPr>
            <a:xfrm>
              <a:off x="2561150" y="1655050"/>
              <a:ext cx="5200" cy="6875"/>
            </a:xfrm>
            <a:custGeom>
              <a:rect b="b" l="l" r="r" t="t"/>
              <a:pathLst>
                <a:path extrusionOk="0" h="275" w="208">
                  <a:moveTo>
                    <a:pt x="34" y="1"/>
                  </a:moveTo>
                  <a:cubicBezTo>
                    <a:pt x="17" y="1"/>
                    <a:pt x="9" y="17"/>
                    <a:pt x="9" y="34"/>
                  </a:cubicBezTo>
                  <a:cubicBezTo>
                    <a:pt x="1" y="34"/>
                    <a:pt x="1" y="42"/>
                    <a:pt x="9" y="51"/>
                  </a:cubicBezTo>
                  <a:lnTo>
                    <a:pt x="9" y="59"/>
                  </a:lnTo>
                  <a:lnTo>
                    <a:pt x="9" y="67"/>
                  </a:lnTo>
                  <a:cubicBezTo>
                    <a:pt x="9" y="67"/>
                    <a:pt x="17" y="75"/>
                    <a:pt x="17" y="75"/>
                  </a:cubicBezTo>
                  <a:cubicBezTo>
                    <a:pt x="26" y="92"/>
                    <a:pt x="34" y="100"/>
                    <a:pt x="42" y="117"/>
                  </a:cubicBezTo>
                  <a:cubicBezTo>
                    <a:pt x="59" y="133"/>
                    <a:pt x="75" y="150"/>
                    <a:pt x="92" y="167"/>
                  </a:cubicBezTo>
                  <a:lnTo>
                    <a:pt x="100" y="175"/>
                  </a:lnTo>
                  <a:lnTo>
                    <a:pt x="100" y="183"/>
                  </a:lnTo>
                  <a:lnTo>
                    <a:pt x="108" y="191"/>
                  </a:lnTo>
                  <a:lnTo>
                    <a:pt x="100" y="200"/>
                  </a:lnTo>
                  <a:lnTo>
                    <a:pt x="92" y="216"/>
                  </a:lnTo>
                  <a:cubicBezTo>
                    <a:pt x="92" y="233"/>
                    <a:pt x="92" y="249"/>
                    <a:pt x="100" y="258"/>
                  </a:cubicBezTo>
                  <a:cubicBezTo>
                    <a:pt x="110" y="268"/>
                    <a:pt x="124" y="275"/>
                    <a:pt x="138" y="275"/>
                  </a:cubicBezTo>
                  <a:cubicBezTo>
                    <a:pt x="148" y="275"/>
                    <a:pt x="157" y="272"/>
                    <a:pt x="166" y="266"/>
                  </a:cubicBezTo>
                  <a:cubicBezTo>
                    <a:pt x="183" y="258"/>
                    <a:pt x="191" y="241"/>
                    <a:pt x="200" y="225"/>
                  </a:cubicBezTo>
                  <a:cubicBezTo>
                    <a:pt x="208" y="191"/>
                    <a:pt x="200" y="158"/>
                    <a:pt x="183" y="125"/>
                  </a:cubicBezTo>
                  <a:cubicBezTo>
                    <a:pt x="166" y="100"/>
                    <a:pt x="142" y="84"/>
                    <a:pt x="117" y="59"/>
                  </a:cubicBezTo>
                  <a:cubicBezTo>
                    <a:pt x="108" y="51"/>
                    <a:pt x="100" y="34"/>
                    <a:pt x="92" y="26"/>
                  </a:cubicBezTo>
                  <a:cubicBezTo>
                    <a:pt x="84" y="17"/>
                    <a:pt x="75" y="9"/>
                    <a:pt x="67" y="9"/>
                  </a:cubicBezTo>
                  <a:lnTo>
                    <a:pt x="5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0" name="Google Shape;6130;p18"/>
            <p:cNvSpPr/>
            <p:nvPr/>
          </p:nvSpPr>
          <p:spPr>
            <a:xfrm>
              <a:off x="2563450" y="1659325"/>
              <a:ext cx="225" cy="100"/>
            </a:xfrm>
            <a:custGeom>
              <a:rect b="b" l="l" r="r" t="t"/>
              <a:pathLst>
                <a:path extrusionOk="0" h="4" w="9">
                  <a:moveTo>
                    <a:pt x="3" y="0"/>
                  </a:moveTo>
                  <a:cubicBezTo>
                    <a:pt x="1" y="0"/>
                    <a:pt x="3" y="4"/>
                    <a:pt x="8" y="4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1" name="Google Shape;6131;p18"/>
            <p:cNvSpPr/>
            <p:nvPr/>
          </p:nvSpPr>
          <p:spPr>
            <a:xfrm>
              <a:off x="2558875" y="1657875"/>
              <a:ext cx="3125" cy="4000"/>
            </a:xfrm>
            <a:custGeom>
              <a:rect b="b" l="l" r="r" t="t"/>
              <a:pathLst>
                <a:path extrusionOk="0" h="160" w="125">
                  <a:moveTo>
                    <a:pt x="39" y="1"/>
                  </a:moveTo>
                  <a:cubicBezTo>
                    <a:pt x="34" y="1"/>
                    <a:pt x="30" y="2"/>
                    <a:pt x="25" y="4"/>
                  </a:cubicBezTo>
                  <a:cubicBezTo>
                    <a:pt x="9" y="12"/>
                    <a:pt x="1" y="37"/>
                    <a:pt x="17" y="54"/>
                  </a:cubicBezTo>
                  <a:cubicBezTo>
                    <a:pt x="25" y="70"/>
                    <a:pt x="34" y="87"/>
                    <a:pt x="42" y="103"/>
                  </a:cubicBezTo>
                  <a:cubicBezTo>
                    <a:pt x="50" y="112"/>
                    <a:pt x="59" y="120"/>
                    <a:pt x="59" y="128"/>
                  </a:cubicBezTo>
                  <a:lnTo>
                    <a:pt x="67" y="136"/>
                  </a:lnTo>
                  <a:cubicBezTo>
                    <a:pt x="75" y="145"/>
                    <a:pt x="75" y="145"/>
                    <a:pt x="83" y="153"/>
                  </a:cubicBezTo>
                  <a:cubicBezTo>
                    <a:pt x="88" y="157"/>
                    <a:pt x="92" y="159"/>
                    <a:pt x="96" y="159"/>
                  </a:cubicBezTo>
                  <a:cubicBezTo>
                    <a:pt x="100" y="159"/>
                    <a:pt x="104" y="157"/>
                    <a:pt x="108" y="153"/>
                  </a:cubicBezTo>
                  <a:cubicBezTo>
                    <a:pt x="117" y="153"/>
                    <a:pt x="125" y="136"/>
                    <a:pt x="125" y="128"/>
                  </a:cubicBezTo>
                  <a:cubicBezTo>
                    <a:pt x="117" y="120"/>
                    <a:pt x="117" y="112"/>
                    <a:pt x="117" y="112"/>
                  </a:cubicBezTo>
                  <a:lnTo>
                    <a:pt x="108" y="95"/>
                  </a:lnTo>
                  <a:cubicBezTo>
                    <a:pt x="108" y="87"/>
                    <a:pt x="100" y="78"/>
                    <a:pt x="100" y="70"/>
                  </a:cubicBezTo>
                  <a:cubicBezTo>
                    <a:pt x="92" y="54"/>
                    <a:pt x="83" y="37"/>
                    <a:pt x="75" y="20"/>
                  </a:cubicBezTo>
                  <a:cubicBezTo>
                    <a:pt x="63" y="8"/>
                    <a:pt x="51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2" name="Google Shape;6132;p18"/>
            <p:cNvSpPr/>
            <p:nvPr/>
          </p:nvSpPr>
          <p:spPr>
            <a:xfrm>
              <a:off x="2647750" y="1754700"/>
              <a:ext cx="12450" cy="2925"/>
            </a:xfrm>
            <a:custGeom>
              <a:rect b="b" l="l" r="r" t="t"/>
              <a:pathLst>
                <a:path extrusionOk="0" h="117" w="498">
                  <a:moveTo>
                    <a:pt x="456" y="0"/>
                  </a:moveTo>
                  <a:cubicBezTo>
                    <a:pt x="381" y="8"/>
                    <a:pt x="307" y="17"/>
                    <a:pt x="232" y="25"/>
                  </a:cubicBezTo>
                  <a:cubicBezTo>
                    <a:pt x="158" y="33"/>
                    <a:pt x="83" y="50"/>
                    <a:pt x="17" y="75"/>
                  </a:cubicBezTo>
                  <a:cubicBezTo>
                    <a:pt x="0" y="83"/>
                    <a:pt x="8" y="108"/>
                    <a:pt x="25" y="116"/>
                  </a:cubicBezTo>
                  <a:cubicBezTo>
                    <a:pt x="58" y="116"/>
                    <a:pt x="91" y="108"/>
                    <a:pt x="133" y="108"/>
                  </a:cubicBezTo>
                  <a:cubicBezTo>
                    <a:pt x="166" y="100"/>
                    <a:pt x="207" y="100"/>
                    <a:pt x="240" y="91"/>
                  </a:cubicBezTo>
                  <a:cubicBezTo>
                    <a:pt x="315" y="83"/>
                    <a:pt x="390" y="75"/>
                    <a:pt x="456" y="66"/>
                  </a:cubicBezTo>
                  <a:cubicBezTo>
                    <a:pt x="497" y="66"/>
                    <a:pt x="497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3" name="Google Shape;6133;p18"/>
            <p:cNvSpPr/>
            <p:nvPr/>
          </p:nvSpPr>
          <p:spPr>
            <a:xfrm>
              <a:off x="2593950" y="1762775"/>
              <a:ext cx="8650" cy="3800"/>
            </a:xfrm>
            <a:custGeom>
              <a:rect b="b" l="l" r="r" t="t"/>
              <a:pathLst>
                <a:path extrusionOk="0" h="152" w="346">
                  <a:moveTo>
                    <a:pt x="329" y="0"/>
                  </a:moveTo>
                  <a:cubicBezTo>
                    <a:pt x="313" y="0"/>
                    <a:pt x="304" y="9"/>
                    <a:pt x="288" y="9"/>
                  </a:cubicBezTo>
                  <a:lnTo>
                    <a:pt x="246" y="9"/>
                  </a:lnTo>
                  <a:cubicBezTo>
                    <a:pt x="213" y="9"/>
                    <a:pt x="188" y="9"/>
                    <a:pt x="164" y="17"/>
                  </a:cubicBezTo>
                  <a:cubicBezTo>
                    <a:pt x="106" y="33"/>
                    <a:pt x="56" y="83"/>
                    <a:pt x="14" y="125"/>
                  </a:cubicBezTo>
                  <a:cubicBezTo>
                    <a:pt x="0" y="132"/>
                    <a:pt x="10" y="151"/>
                    <a:pt x="24" y="151"/>
                  </a:cubicBezTo>
                  <a:cubicBezTo>
                    <a:pt x="26" y="151"/>
                    <a:pt x="29" y="151"/>
                    <a:pt x="31" y="149"/>
                  </a:cubicBezTo>
                  <a:cubicBezTo>
                    <a:pt x="81" y="116"/>
                    <a:pt x="130" y="83"/>
                    <a:pt x="188" y="75"/>
                  </a:cubicBezTo>
                  <a:cubicBezTo>
                    <a:pt x="222" y="75"/>
                    <a:pt x="246" y="75"/>
                    <a:pt x="280" y="67"/>
                  </a:cubicBezTo>
                  <a:cubicBezTo>
                    <a:pt x="304" y="67"/>
                    <a:pt x="338" y="50"/>
                    <a:pt x="338" y="25"/>
                  </a:cubicBezTo>
                  <a:cubicBezTo>
                    <a:pt x="346" y="17"/>
                    <a:pt x="338" y="9"/>
                    <a:pt x="3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4" name="Google Shape;6134;p18"/>
            <p:cNvSpPr/>
            <p:nvPr/>
          </p:nvSpPr>
          <p:spPr>
            <a:xfrm>
              <a:off x="2609825" y="1762975"/>
              <a:ext cx="1275" cy="1050"/>
            </a:xfrm>
            <a:custGeom>
              <a:rect b="b" l="l" r="r" t="t"/>
              <a:pathLst>
                <a:path extrusionOk="0" h="42" w="51">
                  <a:moveTo>
                    <a:pt x="26" y="1"/>
                  </a:moveTo>
                  <a:cubicBezTo>
                    <a:pt x="1" y="1"/>
                    <a:pt x="1" y="42"/>
                    <a:pt x="26" y="42"/>
                  </a:cubicBezTo>
                  <a:cubicBezTo>
                    <a:pt x="51" y="42"/>
                    <a:pt x="51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5" name="Google Shape;6135;p18"/>
            <p:cNvSpPr/>
            <p:nvPr/>
          </p:nvSpPr>
          <p:spPr>
            <a:xfrm>
              <a:off x="2523675" y="1771675"/>
              <a:ext cx="24250" cy="10750"/>
            </a:xfrm>
            <a:custGeom>
              <a:rect b="b" l="l" r="r" t="t"/>
              <a:pathLst>
                <a:path extrusionOk="0" h="430" w="970">
                  <a:moveTo>
                    <a:pt x="42" y="1"/>
                  </a:moveTo>
                  <a:cubicBezTo>
                    <a:pt x="17" y="1"/>
                    <a:pt x="0" y="17"/>
                    <a:pt x="0" y="42"/>
                  </a:cubicBezTo>
                  <a:cubicBezTo>
                    <a:pt x="0" y="92"/>
                    <a:pt x="42" y="117"/>
                    <a:pt x="75" y="141"/>
                  </a:cubicBezTo>
                  <a:cubicBezTo>
                    <a:pt x="100" y="175"/>
                    <a:pt x="141" y="191"/>
                    <a:pt x="174" y="216"/>
                  </a:cubicBezTo>
                  <a:cubicBezTo>
                    <a:pt x="249" y="257"/>
                    <a:pt x="323" y="291"/>
                    <a:pt x="406" y="315"/>
                  </a:cubicBezTo>
                  <a:cubicBezTo>
                    <a:pt x="481" y="349"/>
                    <a:pt x="564" y="373"/>
                    <a:pt x="638" y="398"/>
                  </a:cubicBezTo>
                  <a:cubicBezTo>
                    <a:pt x="710" y="416"/>
                    <a:pt x="777" y="430"/>
                    <a:pt x="843" y="430"/>
                  </a:cubicBezTo>
                  <a:cubicBezTo>
                    <a:pt x="869" y="430"/>
                    <a:pt x="894" y="428"/>
                    <a:pt x="920" y="423"/>
                  </a:cubicBezTo>
                  <a:cubicBezTo>
                    <a:pt x="970" y="415"/>
                    <a:pt x="953" y="349"/>
                    <a:pt x="912" y="349"/>
                  </a:cubicBezTo>
                  <a:cubicBezTo>
                    <a:pt x="829" y="340"/>
                    <a:pt x="738" y="307"/>
                    <a:pt x="655" y="282"/>
                  </a:cubicBezTo>
                  <a:cubicBezTo>
                    <a:pt x="580" y="257"/>
                    <a:pt x="506" y="233"/>
                    <a:pt x="439" y="208"/>
                  </a:cubicBezTo>
                  <a:cubicBezTo>
                    <a:pt x="365" y="183"/>
                    <a:pt x="298" y="158"/>
                    <a:pt x="232" y="117"/>
                  </a:cubicBezTo>
                  <a:cubicBezTo>
                    <a:pt x="199" y="100"/>
                    <a:pt x="166" y="75"/>
                    <a:pt x="133" y="50"/>
                  </a:cubicBezTo>
                  <a:cubicBezTo>
                    <a:pt x="108" y="34"/>
                    <a:pt x="75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6" name="Google Shape;6136;p18"/>
            <p:cNvSpPr/>
            <p:nvPr/>
          </p:nvSpPr>
          <p:spPr>
            <a:xfrm>
              <a:off x="2521025" y="1774025"/>
              <a:ext cx="7225" cy="6675"/>
            </a:xfrm>
            <a:custGeom>
              <a:rect b="b" l="l" r="r" t="t"/>
              <a:pathLst>
                <a:path extrusionOk="0" h="267" w="289">
                  <a:moveTo>
                    <a:pt x="32" y="1"/>
                  </a:moveTo>
                  <a:cubicBezTo>
                    <a:pt x="14" y="1"/>
                    <a:pt x="0" y="20"/>
                    <a:pt x="7" y="39"/>
                  </a:cubicBezTo>
                  <a:cubicBezTo>
                    <a:pt x="7" y="56"/>
                    <a:pt x="15" y="72"/>
                    <a:pt x="23" y="81"/>
                  </a:cubicBezTo>
                  <a:cubicBezTo>
                    <a:pt x="32" y="97"/>
                    <a:pt x="40" y="105"/>
                    <a:pt x="48" y="114"/>
                  </a:cubicBezTo>
                  <a:cubicBezTo>
                    <a:pt x="65" y="139"/>
                    <a:pt x="81" y="155"/>
                    <a:pt x="106" y="172"/>
                  </a:cubicBezTo>
                  <a:cubicBezTo>
                    <a:pt x="148" y="205"/>
                    <a:pt x="189" y="238"/>
                    <a:pt x="230" y="263"/>
                  </a:cubicBezTo>
                  <a:cubicBezTo>
                    <a:pt x="237" y="265"/>
                    <a:pt x="243" y="266"/>
                    <a:pt x="249" y="266"/>
                  </a:cubicBezTo>
                  <a:cubicBezTo>
                    <a:pt x="264" y="266"/>
                    <a:pt x="274" y="258"/>
                    <a:pt x="280" y="246"/>
                  </a:cubicBezTo>
                  <a:cubicBezTo>
                    <a:pt x="288" y="230"/>
                    <a:pt x="288" y="205"/>
                    <a:pt x="272" y="197"/>
                  </a:cubicBezTo>
                  <a:cubicBezTo>
                    <a:pt x="247" y="188"/>
                    <a:pt x="222" y="172"/>
                    <a:pt x="206" y="155"/>
                  </a:cubicBezTo>
                  <a:lnTo>
                    <a:pt x="197" y="147"/>
                  </a:lnTo>
                  <a:lnTo>
                    <a:pt x="189" y="147"/>
                  </a:lnTo>
                  <a:lnTo>
                    <a:pt x="181" y="139"/>
                  </a:lnTo>
                  <a:lnTo>
                    <a:pt x="156" y="114"/>
                  </a:lnTo>
                  <a:cubicBezTo>
                    <a:pt x="139" y="97"/>
                    <a:pt x="114" y="81"/>
                    <a:pt x="98" y="64"/>
                  </a:cubicBezTo>
                  <a:cubicBezTo>
                    <a:pt x="90" y="56"/>
                    <a:pt x="81" y="47"/>
                    <a:pt x="73" y="39"/>
                  </a:cubicBezTo>
                  <a:cubicBezTo>
                    <a:pt x="65" y="23"/>
                    <a:pt x="56" y="14"/>
                    <a:pt x="48" y="6"/>
                  </a:cubicBezTo>
                  <a:cubicBezTo>
                    <a:pt x="43" y="2"/>
                    <a:pt x="37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7" name="Google Shape;6137;p18"/>
            <p:cNvSpPr/>
            <p:nvPr/>
          </p:nvSpPr>
          <p:spPr>
            <a:xfrm>
              <a:off x="2517025" y="1771375"/>
              <a:ext cx="2525" cy="2600"/>
            </a:xfrm>
            <a:custGeom>
              <a:rect b="b" l="l" r="r" t="t"/>
              <a:pathLst>
                <a:path extrusionOk="0" h="104" w="101">
                  <a:moveTo>
                    <a:pt x="26" y="1"/>
                  </a:moveTo>
                  <a:cubicBezTo>
                    <a:pt x="23" y="1"/>
                    <a:pt x="20" y="1"/>
                    <a:pt x="18" y="4"/>
                  </a:cubicBezTo>
                  <a:lnTo>
                    <a:pt x="9" y="4"/>
                  </a:lnTo>
                  <a:lnTo>
                    <a:pt x="1" y="21"/>
                  </a:lnTo>
                  <a:lnTo>
                    <a:pt x="9" y="29"/>
                  </a:lnTo>
                  <a:lnTo>
                    <a:pt x="9" y="37"/>
                  </a:lnTo>
                  <a:lnTo>
                    <a:pt x="18" y="54"/>
                  </a:lnTo>
                  <a:lnTo>
                    <a:pt x="26" y="62"/>
                  </a:lnTo>
                  <a:cubicBezTo>
                    <a:pt x="34" y="71"/>
                    <a:pt x="42" y="87"/>
                    <a:pt x="51" y="95"/>
                  </a:cubicBezTo>
                  <a:cubicBezTo>
                    <a:pt x="59" y="95"/>
                    <a:pt x="67" y="104"/>
                    <a:pt x="76" y="104"/>
                  </a:cubicBezTo>
                  <a:cubicBezTo>
                    <a:pt x="84" y="104"/>
                    <a:pt x="92" y="104"/>
                    <a:pt x="92" y="95"/>
                  </a:cubicBezTo>
                  <a:cubicBezTo>
                    <a:pt x="100" y="87"/>
                    <a:pt x="100" y="79"/>
                    <a:pt x="100" y="71"/>
                  </a:cubicBezTo>
                  <a:lnTo>
                    <a:pt x="100" y="62"/>
                  </a:lnTo>
                  <a:lnTo>
                    <a:pt x="92" y="54"/>
                  </a:lnTo>
                  <a:cubicBezTo>
                    <a:pt x="84" y="46"/>
                    <a:pt x="76" y="37"/>
                    <a:pt x="67" y="29"/>
                  </a:cubicBezTo>
                  <a:lnTo>
                    <a:pt x="59" y="13"/>
                  </a:lnTo>
                  <a:lnTo>
                    <a:pt x="42" y="4"/>
                  </a:lnTo>
                  <a:lnTo>
                    <a:pt x="34" y="4"/>
                  </a:lnTo>
                  <a:cubicBezTo>
                    <a:pt x="34" y="4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8" name="Google Shape;6138;p18"/>
            <p:cNvSpPr/>
            <p:nvPr/>
          </p:nvSpPr>
          <p:spPr>
            <a:xfrm>
              <a:off x="2506275" y="1777175"/>
              <a:ext cx="19800" cy="39375"/>
            </a:xfrm>
            <a:custGeom>
              <a:rect b="b" l="l" r="r" t="t"/>
              <a:pathLst>
                <a:path extrusionOk="0" h="1575" w="792">
                  <a:moveTo>
                    <a:pt x="71" y="0"/>
                  </a:moveTo>
                  <a:cubicBezTo>
                    <a:pt x="60" y="0"/>
                    <a:pt x="50" y="4"/>
                    <a:pt x="42" y="13"/>
                  </a:cubicBezTo>
                  <a:cubicBezTo>
                    <a:pt x="0" y="54"/>
                    <a:pt x="25" y="137"/>
                    <a:pt x="25" y="195"/>
                  </a:cubicBezTo>
                  <a:cubicBezTo>
                    <a:pt x="33" y="261"/>
                    <a:pt x="50" y="319"/>
                    <a:pt x="58" y="385"/>
                  </a:cubicBezTo>
                  <a:cubicBezTo>
                    <a:pt x="116" y="601"/>
                    <a:pt x="207" y="816"/>
                    <a:pt x="323" y="1015"/>
                  </a:cubicBezTo>
                  <a:cubicBezTo>
                    <a:pt x="439" y="1214"/>
                    <a:pt x="572" y="1396"/>
                    <a:pt x="721" y="1562"/>
                  </a:cubicBezTo>
                  <a:cubicBezTo>
                    <a:pt x="727" y="1571"/>
                    <a:pt x="736" y="1574"/>
                    <a:pt x="744" y="1574"/>
                  </a:cubicBezTo>
                  <a:cubicBezTo>
                    <a:pt x="767" y="1574"/>
                    <a:pt x="791" y="1545"/>
                    <a:pt x="779" y="1520"/>
                  </a:cubicBezTo>
                  <a:cubicBezTo>
                    <a:pt x="713" y="1413"/>
                    <a:pt x="646" y="1305"/>
                    <a:pt x="572" y="1206"/>
                  </a:cubicBezTo>
                  <a:cubicBezTo>
                    <a:pt x="456" y="1023"/>
                    <a:pt x="340" y="833"/>
                    <a:pt x="257" y="626"/>
                  </a:cubicBezTo>
                  <a:cubicBezTo>
                    <a:pt x="216" y="526"/>
                    <a:pt x="182" y="427"/>
                    <a:pt x="158" y="319"/>
                  </a:cubicBezTo>
                  <a:cubicBezTo>
                    <a:pt x="149" y="269"/>
                    <a:pt x="141" y="220"/>
                    <a:pt x="133" y="162"/>
                  </a:cubicBezTo>
                  <a:cubicBezTo>
                    <a:pt x="133" y="112"/>
                    <a:pt x="141" y="46"/>
                    <a:pt x="100" y="13"/>
                  </a:cubicBezTo>
                  <a:cubicBezTo>
                    <a:pt x="91" y="4"/>
                    <a:pt x="81" y="0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9" name="Google Shape;6139;p18"/>
            <p:cNvSpPr/>
            <p:nvPr/>
          </p:nvSpPr>
          <p:spPr>
            <a:xfrm>
              <a:off x="2671550" y="1784850"/>
              <a:ext cx="16250" cy="15225"/>
            </a:xfrm>
            <a:custGeom>
              <a:rect b="b" l="l" r="r" t="t"/>
              <a:pathLst>
                <a:path extrusionOk="0" h="609" w="650">
                  <a:moveTo>
                    <a:pt x="596" y="0"/>
                  </a:moveTo>
                  <a:cubicBezTo>
                    <a:pt x="586" y="0"/>
                    <a:pt x="575" y="4"/>
                    <a:pt x="564" y="12"/>
                  </a:cubicBezTo>
                  <a:cubicBezTo>
                    <a:pt x="540" y="29"/>
                    <a:pt x="523" y="62"/>
                    <a:pt x="498" y="87"/>
                  </a:cubicBezTo>
                  <a:cubicBezTo>
                    <a:pt x="473" y="112"/>
                    <a:pt x="457" y="136"/>
                    <a:pt x="432" y="153"/>
                  </a:cubicBezTo>
                  <a:cubicBezTo>
                    <a:pt x="390" y="203"/>
                    <a:pt x="349" y="244"/>
                    <a:pt x="299" y="294"/>
                  </a:cubicBezTo>
                  <a:cubicBezTo>
                    <a:pt x="250" y="335"/>
                    <a:pt x="208" y="377"/>
                    <a:pt x="158" y="418"/>
                  </a:cubicBezTo>
                  <a:cubicBezTo>
                    <a:pt x="134" y="435"/>
                    <a:pt x="109" y="460"/>
                    <a:pt x="84" y="476"/>
                  </a:cubicBezTo>
                  <a:cubicBezTo>
                    <a:pt x="59" y="501"/>
                    <a:pt x="26" y="518"/>
                    <a:pt x="18" y="551"/>
                  </a:cubicBezTo>
                  <a:cubicBezTo>
                    <a:pt x="1" y="575"/>
                    <a:pt x="18" y="609"/>
                    <a:pt x="51" y="609"/>
                  </a:cubicBezTo>
                  <a:cubicBezTo>
                    <a:pt x="117" y="600"/>
                    <a:pt x="175" y="542"/>
                    <a:pt x="225" y="501"/>
                  </a:cubicBezTo>
                  <a:cubicBezTo>
                    <a:pt x="274" y="460"/>
                    <a:pt x="324" y="418"/>
                    <a:pt x="374" y="377"/>
                  </a:cubicBezTo>
                  <a:cubicBezTo>
                    <a:pt x="415" y="327"/>
                    <a:pt x="465" y="277"/>
                    <a:pt x="506" y="228"/>
                  </a:cubicBezTo>
                  <a:cubicBezTo>
                    <a:pt x="531" y="203"/>
                    <a:pt x="556" y="178"/>
                    <a:pt x="573" y="153"/>
                  </a:cubicBezTo>
                  <a:cubicBezTo>
                    <a:pt x="598" y="120"/>
                    <a:pt x="614" y="95"/>
                    <a:pt x="631" y="70"/>
                  </a:cubicBezTo>
                  <a:cubicBezTo>
                    <a:pt x="649" y="33"/>
                    <a:pt x="626" y="0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0" name="Google Shape;6140;p18"/>
            <p:cNvSpPr/>
            <p:nvPr/>
          </p:nvSpPr>
          <p:spPr>
            <a:xfrm>
              <a:off x="2677625" y="1793225"/>
              <a:ext cx="12050" cy="12375"/>
            </a:xfrm>
            <a:custGeom>
              <a:rect b="b" l="l" r="r" t="t"/>
              <a:pathLst>
                <a:path extrusionOk="0" h="495" w="482">
                  <a:moveTo>
                    <a:pt x="442" y="1"/>
                  </a:moveTo>
                  <a:cubicBezTo>
                    <a:pt x="437" y="1"/>
                    <a:pt x="433" y="3"/>
                    <a:pt x="429" y="9"/>
                  </a:cubicBezTo>
                  <a:cubicBezTo>
                    <a:pt x="363" y="91"/>
                    <a:pt x="297" y="166"/>
                    <a:pt x="222" y="240"/>
                  </a:cubicBezTo>
                  <a:cubicBezTo>
                    <a:pt x="189" y="282"/>
                    <a:pt x="147" y="315"/>
                    <a:pt x="114" y="348"/>
                  </a:cubicBezTo>
                  <a:cubicBezTo>
                    <a:pt x="73" y="390"/>
                    <a:pt x="40" y="423"/>
                    <a:pt x="7" y="464"/>
                  </a:cubicBezTo>
                  <a:cubicBezTo>
                    <a:pt x="0" y="477"/>
                    <a:pt x="4" y="495"/>
                    <a:pt x="17" y="495"/>
                  </a:cubicBezTo>
                  <a:cubicBezTo>
                    <a:pt x="21" y="495"/>
                    <a:pt x="26" y="493"/>
                    <a:pt x="31" y="489"/>
                  </a:cubicBezTo>
                  <a:cubicBezTo>
                    <a:pt x="114" y="439"/>
                    <a:pt x="189" y="356"/>
                    <a:pt x="263" y="282"/>
                  </a:cubicBezTo>
                  <a:cubicBezTo>
                    <a:pt x="330" y="207"/>
                    <a:pt x="396" y="133"/>
                    <a:pt x="462" y="50"/>
                  </a:cubicBezTo>
                  <a:cubicBezTo>
                    <a:pt x="482" y="30"/>
                    <a:pt x="460" y="1"/>
                    <a:pt x="4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1" name="Google Shape;6141;p18"/>
            <p:cNvSpPr/>
            <p:nvPr/>
          </p:nvSpPr>
          <p:spPr>
            <a:xfrm>
              <a:off x="2672225" y="1787775"/>
              <a:ext cx="6500" cy="7675"/>
            </a:xfrm>
            <a:custGeom>
              <a:rect b="b" l="l" r="r" t="t"/>
              <a:pathLst>
                <a:path extrusionOk="0" h="307" w="260">
                  <a:moveTo>
                    <a:pt x="222" y="1"/>
                  </a:moveTo>
                  <a:cubicBezTo>
                    <a:pt x="214" y="1"/>
                    <a:pt x="205" y="4"/>
                    <a:pt x="198" y="11"/>
                  </a:cubicBezTo>
                  <a:cubicBezTo>
                    <a:pt x="140" y="102"/>
                    <a:pt x="73" y="193"/>
                    <a:pt x="7" y="276"/>
                  </a:cubicBezTo>
                  <a:cubicBezTo>
                    <a:pt x="1" y="289"/>
                    <a:pt x="9" y="307"/>
                    <a:pt x="21" y="307"/>
                  </a:cubicBezTo>
                  <a:cubicBezTo>
                    <a:pt x="24" y="307"/>
                    <a:pt x="28" y="305"/>
                    <a:pt x="32" y="301"/>
                  </a:cubicBezTo>
                  <a:cubicBezTo>
                    <a:pt x="115" y="227"/>
                    <a:pt x="181" y="135"/>
                    <a:pt x="247" y="36"/>
                  </a:cubicBezTo>
                  <a:cubicBezTo>
                    <a:pt x="259" y="18"/>
                    <a:pt x="242" y="1"/>
                    <a:pt x="2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2" name="Google Shape;6142;p18"/>
            <p:cNvSpPr/>
            <p:nvPr/>
          </p:nvSpPr>
          <p:spPr>
            <a:xfrm>
              <a:off x="2473125" y="1538550"/>
              <a:ext cx="1475" cy="15925"/>
            </a:xfrm>
            <a:custGeom>
              <a:rect b="b" l="l" r="r" t="t"/>
              <a:pathLst>
                <a:path extrusionOk="0" h="637" w="59">
                  <a:moveTo>
                    <a:pt x="34" y="0"/>
                  </a:moveTo>
                  <a:cubicBezTo>
                    <a:pt x="27" y="0"/>
                    <a:pt x="21" y="4"/>
                    <a:pt x="17" y="13"/>
                  </a:cubicBezTo>
                  <a:cubicBezTo>
                    <a:pt x="0" y="54"/>
                    <a:pt x="9" y="112"/>
                    <a:pt x="9" y="162"/>
                  </a:cubicBezTo>
                  <a:cubicBezTo>
                    <a:pt x="9" y="212"/>
                    <a:pt x="9" y="261"/>
                    <a:pt x="9" y="311"/>
                  </a:cubicBezTo>
                  <a:cubicBezTo>
                    <a:pt x="9" y="410"/>
                    <a:pt x="17" y="518"/>
                    <a:pt x="17" y="617"/>
                  </a:cubicBezTo>
                  <a:cubicBezTo>
                    <a:pt x="17" y="630"/>
                    <a:pt x="25" y="636"/>
                    <a:pt x="34" y="636"/>
                  </a:cubicBezTo>
                  <a:cubicBezTo>
                    <a:pt x="42" y="636"/>
                    <a:pt x="50" y="630"/>
                    <a:pt x="50" y="617"/>
                  </a:cubicBezTo>
                  <a:cubicBezTo>
                    <a:pt x="50" y="518"/>
                    <a:pt x="58" y="410"/>
                    <a:pt x="58" y="311"/>
                  </a:cubicBezTo>
                  <a:lnTo>
                    <a:pt x="58" y="162"/>
                  </a:lnTo>
                  <a:cubicBezTo>
                    <a:pt x="58" y="112"/>
                    <a:pt x="58" y="54"/>
                    <a:pt x="50" y="13"/>
                  </a:cubicBezTo>
                  <a:cubicBezTo>
                    <a:pt x="46" y="4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3" name="Google Shape;6143;p18"/>
            <p:cNvSpPr/>
            <p:nvPr/>
          </p:nvSpPr>
          <p:spPr>
            <a:xfrm>
              <a:off x="2473750" y="1525075"/>
              <a:ext cx="1875" cy="4900"/>
            </a:xfrm>
            <a:custGeom>
              <a:rect b="b" l="l" r="r" t="t"/>
              <a:pathLst>
                <a:path extrusionOk="0" h="196" w="75">
                  <a:moveTo>
                    <a:pt x="14" y="1"/>
                  </a:moveTo>
                  <a:cubicBezTo>
                    <a:pt x="7" y="1"/>
                    <a:pt x="0" y="5"/>
                    <a:pt x="0" y="13"/>
                  </a:cubicBezTo>
                  <a:cubicBezTo>
                    <a:pt x="0" y="21"/>
                    <a:pt x="0" y="30"/>
                    <a:pt x="0" y="38"/>
                  </a:cubicBezTo>
                  <a:cubicBezTo>
                    <a:pt x="0" y="46"/>
                    <a:pt x="0" y="55"/>
                    <a:pt x="0" y="63"/>
                  </a:cubicBezTo>
                  <a:lnTo>
                    <a:pt x="9" y="96"/>
                  </a:lnTo>
                  <a:cubicBezTo>
                    <a:pt x="9" y="121"/>
                    <a:pt x="17" y="146"/>
                    <a:pt x="25" y="171"/>
                  </a:cubicBezTo>
                  <a:cubicBezTo>
                    <a:pt x="25" y="187"/>
                    <a:pt x="42" y="195"/>
                    <a:pt x="50" y="195"/>
                  </a:cubicBezTo>
                  <a:cubicBezTo>
                    <a:pt x="67" y="187"/>
                    <a:pt x="75" y="171"/>
                    <a:pt x="67" y="162"/>
                  </a:cubicBezTo>
                  <a:cubicBezTo>
                    <a:pt x="67" y="137"/>
                    <a:pt x="58" y="113"/>
                    <a:pt x="58" y="88"/>
                  </a:cubicBezTo>
                  <a:cubicBezTo>
                    <a:pt x="50" y="71"/>
                    <a:pt x="50" y="63"/>
                    <a:pt x="50" y="46"/>
                  </a:cubicBezTo>
                  <a:cubicBezTo>
                    <a:pt x="42" y="30"/>
                    <a:pt x="42" y="21"/>
                    <a:pt x="33" y="13"/>
                  </a:cubicBezTo>
                  <a:cubicBezTo>
                    <a:pt x="29" y="5"/>
                    <a:pt x="21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4" name="Google Shape;6144;p18"/>
            <p:cNvSpPr/>
            <p:nvPr/>
          </p:nvSpPr>
          <p:spPr>
            <a:xfrm>
              <a:off x="2496325" y="1723625"/>
              <a:ext cx="1275" cy="1050"/>
            </a:xfrm>
            <a:custGeom>
              <a:rect b="b" l="l" r="r" t="t"/>
              <a:pathLst>
                <a:path extrusionOk="0" h="42" w="51">
                  <a:moveTo>
                    <a:pt x="25" y="0"/>
                  </a:moveTo>
                  <a:cubicBezTo>
                    <a:pt x="0" y="0"/>
                    <a:pt x="0" y="42"/>
                    <a:pt x="25" y="42"/>
                  </a:cubicBezTo>
                  <a:cubicBezTo>
                    <a:pt x="50" y="42"/>
                    <a:pt x="50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5" name="Google Shape;6145;p18"/>
            <p:cNvSpPr/>
            <p:nvPr/>
          </p:nvSpPr>
          <p:spPr>
            <a:xfrm>
              <a:off x="2716925" y="1674775"/>
              <a:ext cx="5550" cy="12225"/>
            </a:xfrm>
            <a:custGeom>
              <a:rect b="b" l="l" r="r" t="t"/>
              <a:pathLst>
                <a:path extrusionOk="0" h="489" w="222">
                  <a:moveTo>
                    <a:pt x="57" y="1"/>
                  </a:moveTo>
                  <a:cubicBezTo>
                    <a:pt x="29" y="1"/>
                    <a:pt x="0" y="21"/>
                    <a:pt x="0" y="57"/>
                  </a:cubicBezTo>
                  <a:cubicBezTo>
                    <a:pt x="0" y="90"/>
                    <a:pt x="17" y="131"/>
                    <a:pt x="42" y="165"/>
                  </a:cubicBezTo>
                  <a:cubicBezTo>
                    <a:pt x="58" y="198"/>
                    <a:pt x="67" y="231"/>
                    <a:pt x="75" y="264"/>
                  </a:cubicBezTo>
                  <a:cubicBezTo>
                    <a:pt x="100" y="330"/>
                    <a:pt x="116" y="405"/>
                    <a:pt x="150" y="471"/>
                  </a:cubicBezTo>
                  <a:cubicBezTo>
                    <a:pt x="156" y="483"/>
                    <a:pt x="167" y="489"/>
                    <a:pt x="179" y="489"/>
                  </a:cubicBezTo>
                  <a:cubicBezTo>
                    <a:pt x="200" y="489"/>
                    <a:pt x="221" y="473"/>
                    <a:pt x="216" y="446"/>
                  </a:cubicBezTo>
                  <a:cubicBezTo>
                    <a:pt x="216" y="380"/>
                    <a:pt x="191" y="305"/>
                    <a:pt x="174" y="239"/>
                  </a:cubicBezTo>
                  <a:cubicBezTo>
                    <a:pt x="158" y="206"/>
                    <a:pt x="150" y="173"/>
                    <a:pt x="141" y="140"/>
                  </a:cubicBezTo>
                  <a:cubicBezTo>
                    <a:pt x="125" y="98"/>
                    <a:pt x="108" y="65"/>
                    <a:pt x="92" y="24"/>
                  </a:cubicBezTo>
                  <a:lnTo>
                    <a:pt x="100" y="24"/>
                  </a:lnTo>
                  <a:cubicBezTo>
                    <a:pt x="91" y="8"/>
                    <a:pt x="74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6" name="Google Shape;6146;p18"/>
            <p:cNvSpPr/>
            <p:nvPr/>
          </p:nvSpPr>
          <p:spPr>
            <a:xfrm>
              <a:off x="2714225" y="1683000"/>
              <a:ext cx="3375" cy="9250"/>
            </a:xfrm>
            <a:custGeom>
              <a:rect b="b" l="l" r="r" t="t"/>
              <a:pathLst>
                <a:path extrusionOk="0" h="370" w="135">
                  <a:moveTo>
                    <a:pt x="19" y="1"/>
                  </a:moveTo>
                  <a:cubicBezTo>
                    <a:pt x="10" y="1"/>
                    <a:pt x="1" y="8"/>
                    <a:pt x="1" y="18"/>
                  </a:cubicBezTo>
                  <a:cubicBezTo>
                    <a:pt x="1" y="76"/>
                    <a:pt x="17" y="134"/>
                    <a:pt x="34" y="184"/>
                  </a:cubicBezTo>
                  <a:cubicBezTo>
                    <a:pt x="42" y="242"/>
                    <a:pt x="59" y="300"/>
                    <a:pt x="75" y="349"/>
                  </a:cubicBezTo>
                  <a:cubicBezTo>
                    <a:pt x="79" y="363"/>
                    <a:pt x="91" y="370"/>
                    <a:pt x="103" y="370"/>
                  </a:cubicBezTo>
                  <a:cubicBezTo>
                    <a:pt x="119" y="370"/>
                    <a:pt x="135" y="357"/>
                    <a:pt x="125" y="333"/>
                  </a:cubicBezTo>
                  <a:cubicBezTo>
                    <a:pt x="117" y="275"/>
                    <a:pt x="100" y="225"/>
                    <a:pt x="84" y="167"/>
                  </a:cubicBezTo>
                  <a:cubicBezTo>
                    <a:pt x="75" y="109"/>
                    <a:pt x="59" y="59"/>
                    <a:pt x="34" y="10"/>
                  </a:cubicBezTo>
                  <a:cubicBezTo>
                    <a:pt x="31" y="3"/>
                    <a:pt x="25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7" name="Google Shape;6147;p18"/>
            <p:cNvSpPr/>
            <p:nvPr/>
          </p:nvSpPr>
          <p:spPr>
            <a:xfrm>
              <a:off x="2568400" y="1543200"/>
              <a:ext cx="44700" cy="5925"/>
            </a:xfrm>
            <a:custGeom>
              <a:rect b="b" l="l" r="r" t="t"/>
              <a:pathLst>
                <a:path extrusionOk="0" h="237" w="1788">
                  <a:moveTo>
                    <a:pt x="67" y="1"/>
                  </a:moveTo>
                  <a:cubicBezTo>
                    <a:pt x="9" y="1"/>
                    <a:pt x="1" y="92"/>
                    <a:pt x="59" y="108"/>
                  </a:cubicBezTo>
                  <a:cubicBezTo>
                    <a:pt x="125" y="125"/>
                    <a:pt x="191" y="125"/>
                    <a:pt x="266" y="133"/>
                  </a:cubicBezTo>
                  <a:cubicBezTo>
                    <a:pt x="332" y="141"/>
                    <a:pt x="398" y="141"/>
                    <a:pt x="465" y="150"/>
                  </a:cubicBezTo>
                  <a:cubicBezTo>
                    <a:pt x="606" y="158"/>
                    <a:pt x="738" y="175"/>
                    <a:pt x="871" y="175"/>
                  </a:cubicBezTo>
                  <a:cubicBezTo>
                    <a:pt x="1003" y="183"/>
                    <a:pt x="1144" y="191"/>
                    <a:pt x="1277" y="191"/>
                  </a:cubicBezTo>
                  <a:cubicBezTo>
                    <a:pt x="1401" y="191"/>
                    <a:pt x="1525" y="191"/>
                    <a:pt x="1641" y="175"/>
                  </a:cubicBezTo>
                  <a:lnTo>
                    <a:pt x="1641" y="175"/>
                  </a:lnTo>
                  <a:cubicBezTo>
                    <a:pt x="1641" y="175"/>
                    <a:pt x="1641" y="183"/>
                    <a:pt x="1633" y="183"/>
                  </a:cubicBezTo>
                  <a:cubicBezTo>
                    <a:pt x="1619" y="204"/>
                    <a:pt x="1629" y="236"/>
                    <a:pt x="1652" y="236"/>
                  </a:cubicBezTo>
                  <a:cubicBezTo>
                    <a:pt x="1656" y="236"/>
                    <a:pt x="1661" y="235"/>
                    <a:pt x="1666" y="233"/>
                  </a:cubicBezTo>
                  <a:cubicBezTo>
                    <a:pt x="1708" y="224"/>
                    <a:pt x="1741" y="199"/>
                    <a:pt x="1774" y="166"/>
                  </a:cubicBezTo>
                  <a:cubicBezTo>
                    <a:pt x="1787" y="153"/>
                    <a:pt x="1768" y="129"/>
                    <a:pt x="1747" y="129"/>
                  </a:cubicBezTo>
                  <a:cubicBezTo>
                    <a:pt x="1742" y="129"/>
                    <a:pt x="1737" y="130"/>
                    <a:pt x="1732" y="133"/>
                  </a:cubicBezTo>
                  <a:cubicBezTo>
                    <a:pt x="1724" y="141"/>
                    <a:pt x="1716" y="141"/>
                    <a:pt x="1708" y="150"/>
                  </a:cubicBezTo>
                  <a:cubicBezTo>
                    <a:pt x="1708" y="141"/>
                    <a:pt x="1708" y="141"/>
                    <a:pt x="1708" y="133"/>
                  </a:cubicBezTo>
                  <a:cubicBezTo>
                    <a:pt x="1708" y="117"/>
                    <a:pt x="1699" y="100"/>
                    <a:pt x="1683" y="100"/>
                  </a:cubicBezTo>
                  <a:cubicBezTo>
                    <a:pt x="1550" y="75"/>
                    <a:pt x="1409" y="75"/>
                    <a:pt x="1277" y="75"/>
                  </a:cubicBezTo>
                  <a:cubicBezTo>
                    <a:pt x="1144" y="75"/>
                    <a:pt x="1012" y="67"/>
                    <a:pt x="879" y="59"/>
                  </a:cubicBezTo>
                  <a:cubicBezTo>
                    <a:pt x="746" y="59"/>
                    <a:pt x="614" y="50"/>
                    <a:pt x="481" y="34"/>
                  </a:cubicBezTo>
                  <a:lnTo>
                    <a:pt x="274" y="17"/>
                  </a:lnTo>
                  <a:cubicBezTo>
                    <a:pt x="208" y="9"/>
                    <a:pt x="142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8" name="Google Shape;6148;p18"/>
            <p:cNvSpPr/>
            <p:nvPr/>
          </p:nvSpPr>
          <p:spPr>
            <a:xfrm>
              <a:off x="2581250" y="1549825"/>
              <a:ext cx="8250" cy="1900"/>
            </a:xfrm>
            <a:custGeom>
              <a:rect b="b" l="l" r="r" t="t"/>
              <a:pathLst>
                <a:path extrusionOk="0" h="76" w="330">
                  <a:moveTo>
                    <a:pt x="296" y="0"/>
                  </a:moveTo>
                  <a:cubicBezTo>
                    <a:pt x="294" y="0"/>
                    <a:pt x="292" y="0"/>
                    <a:pt x="290" y="1"/>
                  </a:cubicBezTo>
                  <a:cubicBezTo>
                    <a:pt x="249" y="1"/>
                    <a:pt x="199" y="9"/>
                    <a:pt x="158" y="9"/>
                  </a:cubicBezTo>
                  <a:lnTo>
                    <a:pt x="92" y="9"/>
                  </a:lnTo>
                  <a:cubicBezTo>
                    <a:pt x="83" y="17"/>
                    <a:pt x="67" y="17"/>
                    <a:pt x="58" y="17"/>
                  </a:cubicBezTo>
                  <a:cubicBezTo>
                    <a:pt x="50" y="17"/>
                    <a:pt x="34" y="17"/>
                    <a:pt x="25" y="26"/>
                  </a:cubicBezTo>
                  <a:cubicBezTo>
                    <a:pt x="9" y="26"/>
                    <a:pt x="0" y="50"/>
                    <a:pt x="17" y="59"/>
                  </a:cubicBezTo>
                  <a:cubicBezTo>
                    <a:pt x="25" y="67"/>
                    <a:pt x="42" y="75"/>
                    <a:pt x="50" y="75"/>
                  </a:cubicBezTo>
                  <a:lnTo>
                    <a:pt x="158" y="75"/>
                  </a:lnTo>
                  <a:cubicBezTo>
                    <a:pt x="208" y="75"/>
                    <a:pt x="249" y="67"/>
                    <a:pt x="299" y="59"/>
                  </a:cubicBezTo>
                  <a:cubicBezTo>
                    <a:pt x="330" y="59"/>
                    <a:pt x="324" y="0"/>
                    <a:pt x="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9" name="Google Shape;6149;p18"/>
            <p:cNvSpPr/>
            <p:nvPr/>
          </p:nvSpPr>
          <p:spPr>
            <a:xfrm>
              <a:off x="2569225" y="1549325"/>
              <a:ext cx="6450" cy="2900"/>
            </a:xfrm>
            <a:custGeom>
              <a:rect b="b" l="l" r="r" t="t"/>
              <a:pathLst>
                <a:path extrusionOk="0" h="116" w="258">
                  <a:moveTo>
                    <a:pt x="60" y="1"/>
                  </a:moveTo>
                  <a:cubicBezTo>
                    <a:pt x="49" y="1"/>
                    <a:pt x="38" y="2"/>
                    <a:pt x="26" y="4"/>
                  </a:cubicBezTo>
                  <a:cubicBezTo>
                    <a:pt x="1" y="4"/>
                    <a:pt x="1" y="37"/>
                    <a:pt x="26" y="46"/>
                  </a:cubicBezTo>
                  <a:cubicBezTo>
                    <a:pt x="51" y="54"/>
                    <a:pt x="84" y="62"/>
                    <a:pt x="117" y="70"/>
                  </a:cubicBezTo>
                  <a:cubicBezTo>
                    <a:pt x="150" y="87"/>
                    <a:pt x="183" y="95"/>
                    <a:pt x="208" y="112"/>
                  </a:cubicBezTo>
                  <a:cubicBezTo>
                    <a:pt x="212" y="114"/>
                    <a:pt x="217" y="115"/>
                    <a:pt x="221" y="115"/>
                  </a:cubicBezTo>
                  <a:cubicBezTo>
                    <a:pt x="233" y="115"/>
                    <a:pt x="243" y="107"/>
                    <a:pt x="249" y="95"/>
                  </a:cubicBezTo>
                  <a:cubicBezTo>
                    <a:pt x="258" y="87"/>
                    <a:pt x="258" y="62"/>
                    <a:pt x="241" y="54"/>
                  </a:cubicBezTo>
                  <a:cubicBezTo>
                    <a:pt x="208" y="37"/>
                    <a:pt x="175" y="21"/>
                    <a:pt x="133" y="12"/>
                  </a:cubicBezTo>
                  <a:cubicBezTo>
                    <a:pt x="110" y="7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0" name="Google Shape;6150;p18"/>
            <p:cNvSpPr/>
            <p:nvPr/>
          </p:nvSpPr>
          <p:spPr>
            <a:xfrm>
              <a:off x="2466075" y="1517950"/>
              <a:ext cx="5125" cy="56450"/>
            </a:xfrm>
            <a:custGeom>
              <a:rect b="b" l="l" r="r" t="t"/>
              <a:pathLst>
                <a:path extrusionOk="0" h="2258" w="205">
                  <a:moveTo>
                    <a:pt x="59" y="1"/>
                  </a:moveTo>
                  <a:cubicBezTo>
                    <a:pt x="48" y="1"/>
                    <a:pt x="38" y="5"/>
                    <a:pt x="34" y="16"/>
                  </a:cubicBezTo>
                  <a:cubicBezTo>
                    <a:pt x="1" y="91"/>
                    <a:pt x="9" y="182"/>
                    <a:pt x="17" y="257"/>
                  </a:cubicBezTo>
                  <a:cubicBezTo>
                    <a:pt x="17" y="340"/>
                    <a:pt x="26" y="422"/>
                    <a:pt x="26" y="505"/>
                  </a:cubicBezTo>
                  <a:cubicBezTo>
                    <a:pt x="42" y="795"/>
                    <a:pt x="50" y="1085"/>
                    <a:pt x="67" y="1383"/>
                  </a:cubicBezTo>
                  <a:cubicBezTo>
                    <a:pt x="75" y="1524"/>
                    <a:pt x="84" y="1673"/>
                    <a:pt x="92" y="1823"/>
                  </a:cubicBezTo>
                  <a:cubicBezTo>
                    <a:pt x="100" y="1963"/>
                    <a:pt x="117" y="2096"/>
                    <a:pt x="142" y="2237"/>
                  </a:cubicBezTo>
                  <a:cubicBezTo>
                    <a:pt x="145" y="2251"/>
                    <a:pt x="158" y="2258"/>
                    <a:pt x="171" y="2258"/>
                  </a:cubicBezTo>
                  <a:cubicBezTo>
                    <a:pt x="188" y="2258"/>
                    <a:pt x="204" y="2247"/>
                    <a:pt x="200" y="2229"/>
                  </a:cubicBezTo>
                  <a:cubicBezTo>
                    <a:pt x="191" y="2146"/>
                    <a:pt x="191" y="2071"/>
                    <a:pt x="191" y="1988"/>
                  </a:cubicBezTo>
                  <a:lnTo>
                    <a:pt x="183" y="1748"/>
                  </a:lnTo>
                  <a:cubicBezTo>
                    <a:pt x="175" y="1458"/>
                    <a:pt x="166" y="1168"/>
                    <a:pt x="150" y="878"/>
                  </a:cubicBezTo>
                  <a:lnTo>
                    <a:pt x="133" y="439"/>
                  </a:lnTo>
                  <a:cubicBezTo>
                    <a:pt x="133" y="364"/>
                    <a:pt x="125" y="298"/>
                    <a:pt x="125" y="224"/>
                  </a:cubicBezTo>
                  <a:cubicBezTo>
                    <a:pt x="125" y="157"/>
                    <a:pt x="125" y="74"/>
                    <a:pt x="92" y="16"/>
                  </a:cubicBezTo>
                  <a:cubicBezTo>
                    <a:pt x="87" y="7"/>
                    <a:pt x="73" y="1"/>
                    <a:pt x="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1" name="Google Shape;6151;p18"/>
            <p:cNvSpPr/>
            <p:nvPr/>
          </p:nvSpPr>
          <p:spPr>
            <a:xfrm>
              <a:off x="2469800" y="1524950"/>
              <a:ext cx="3050" cy="10100"/>
            </a:xfrm>
            <a:custGeom>
              <a:rect b="b" l="l" r="r" t="t"/>
              <a:pathLst>
                <a:path extrusionOk="0" h="404" w="122">
                  <a:moveTo>
                    <a:pt x="25" y="0"/>
                  </a:moveTo>
                  <a:cubicBezTo>
                    <a:pt x="13" y="0"/>
                    <a:pt x="1" y="9"/>
                    <a:pt x="1" y="26"/>
                  </a:cubicBezTo>
                  <a:cubicBezTo>
                    <a:pt x="17" y="142"/>
                    <a:pt x="42" y="267"/>
                    <a:pt x="67" y="383"/>
                  </a:cubicBezTo>
                  <a:cubicBezTo>
                    <a:pt x="71" y="397"/>
                    <a:pt x="82" y="404"/>
                    <a:pt x="94" y="404"/>
                  </a:cubicBezTo>
                  <a:cubicBezTo>
                    <a:pt x="108" y="404"/>
                    <a:pt x="122" y="393"/>
                    <a:pt x="117" y="374"/>
                  </a:cubicBezTo>
                  <a:cubicBezTo>
                    <a:pt x="92" y="250"/>
                    <a:pt x="75" y="134"/>
                    <a:pt x="51" y="18"/>
                  </a:cubicBezTo>
                  <a:cubicBezTo>
                    <a:pt x="47" y="7"/>
                    <a:pt x="36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2" name="Google Shape;6152;p18"/>
            <p:cNvSpPr/>
            <p:nvPr/>
          </p:nvSpPr>
          <p:spPr>
            <a:xfrm>
              <a:off x="2471050" y="1514675"/>
              <a:ext cx="850" cy="3075"/>
            </a:xfrm>
            <a:custGeom>
              <a:rect b="b" l="l" r="r" t="t"/>
              <a:pathLst>
                <a:path extrusionOk="0" h="123" w="34">
                  <a:moveTo>
                    <a:pt x="9" y="0"/>
                  </a:moveTo>
                  <a:cubicBezTo>
                    <a:pt x="5" y="0"/>
                    <a:pt x="1" y="2"/>
                    <a:pt x="1" y="7"/>
                  </a:cubicBezTo>
                  <a:cubicBezTo>
                    <a:pt x="1" y="15"/>
                    <a:pt x="1" y="23"/>
                    <a:pt x="1" y="31"/>
                  </a:cubicBezTo>
                  <a:cubicBezTo>
                    <a:pt x="1" y="40"/>
                    <a:pt x="1" y="48"/>
                    <a:pt x="1" y="56"/>
                  </a:cubicBezTo>
                  <a:cubicBezTo>
                    <a:pt x="1" y="73"/>
                    <a:pt x="1" y="89"/>
                    <a:pt x="1" y="106"/>
                  </a:cubicBezTo>
                  <a:cubicBezTo>
                    <a:pt x="1" y="114"/>
                    <a:pt x="9" y="123"/>
                    <a:pt x="25" y="123"/>
                  </a:cubicBezTo>
                  <a:cubicBezTo>
                    <a:pt x="34" y="123"/>
                    <a:pt x="34" y="114"/>
                    <a:pt x="34" y="106"/>
                  </a:cubicBezTo>
                  <a:cubicBezTo>
                    <a:pt x="34" y="89"/>
                    <a:pt x="34" y="73"/>
                    <a:pt x="25" y="56"/>
                  </a:cubicBezTo>
                  <a:cubicBezTo>
                    <a:pt x="25" y="48"/>
                    <a:pt x="25" y="40"/>
                    <a:pt x="25" y="31"/>
                  </a:cubicBezTo>
                  <a:cubicBezTo>
                    <a:pt x="25" y="23"/>
                    <a:pt x="25" y="15"/>
                    <a:pt x="17" y="7"/>
                  </a:cubicBezTo>
                  <a:cubicBezTo>
                    <a:pt x="17" y="2"/>
                    <a:pt x="13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3" name="Google Shape;6153;p18"/>
            <p:cNvSpPr/>
            <p:nvPr/>
          </p:nvSpPr>
          <p:spPr>
            <a:xfrm>
              <a:off x="2699350" y="1714575"/>
              <a:ext cx="10775" cy="20075"/>
            </a:xfrm>
            <a:custGeom>
              <a:rect b="b" l="l" r="r" t="t"/>
              <a:pathLst>
                <a:path extrusionOk="0" h="803" w="431">
                  <a:moveTo>
                    <a:pt x="378" y="0"/>
                  </a:moveTo>
                  <a:cubicBezTo>
                    <a:pt x="364" y="0"/>
                    <a:pt x="351" y="9"/>
                    <a:pt x="347" y="31"/>
                  </a:cubicBezTo>
                  <a:cubicBezTo>
                    <a:pt x="306" y="155"/>
                    <a:pt x="281" y="288"/>
                    <a:pt x="223" y="412"/>
                  </a:cubicBezTo>
                  <a:cubicBezTo>
                    <a:pt x="206" y="445"/>
                    <a:pt x="190" y="470"/>
                    <a:pt x="173" y="503"/>
                  </a:cubicBezTo>
                  <a:cubicBezTo>
                    <a:pt x="190" y="470"/>
                    <a:pt x="206" y="429"/>
                    <a:pt x="215" y="387"/>
                  </a:cubicBezTo>
                  <a:cubicBezTo>
                    <a:pt x="223" y="362"/>
                    <a:pt x="206" y="346"/>
                    <a:pt x="190" y="337"/>
                  </a:cubicBezTo>
                  <a:cubicBezTo>
                    <a:pt x="173" y="337"/>
                    <a:pt x="157" y="346"/>
                    <a:pt x="148" y="362"/>
                  </a:cubicBezTo>
                  <a:cubicBezTo>
                    <a:pt x="140" y="412"/>
                    <a:pt x="123" y="453"/>
                    <a:pt x="107" y="495"/>
                  </a:cubicBezTo>
                  <a:cubicBezTo>
                    <a:pt x="82" y="536"/>
                    <a:pt x="57" y="569"/>
                    <a:pt x="41" y="619"/>
                  </a:cubicBezTo>
                  <a:cubicBezTo>
                    <a:pt x="41" y="627"/>
                    <a:pt x="41" y="644"/>
                    <a:pt x="49" y="652"/>
                  </a:cubicBezTo>
                  <a:lnTo>
                    <a:pt x="65" y="652"/>
                  </a:lnTo>
                  <a:cubicBezTo>
                    <a:pt x="65" y="661"/>
                    <a:pt x="65" y="661"/>
                    <a:pt x="65" y="661"/>
                  </a:cubicBezTo>
                  <a:cubicBezTo>
                    <a:pt x="41" y="685"/>
                    <a:pt x="16" y="702"/>
                    <a:pt x="7" y="735"/>
                  </a:cubicBezTo>
                  <a:cubicBezTo>
                    <a:pt x="0" y="772"/>
                    <a:pt x="19" y="803"/>
                    <a:pt x="53" y="803"/>
                  </a:cubicBezTo>
                  <a:cubicBezTo>
                    <a:pt x="57" y="803"/>
                    <a:pt x="61" y="802"/>
                    <a:pt x="65" y="801"/>
                  </a:cubicBezTo>
                  <a:cubicBezTo>
                    <a:pt x="107" y="793"/>
                    <a:pt x="132" y="752"/>
                    <a:pt x="157" y="727"/>
                  </a:cubicBezTo>
                  <a:cubicBezTo>
                    <a:pt x="173" y="702"/>
                    <a:pt x="198" y="669"/>
                    <a:pt x="215" y="644"/>
                  </a:cubicBezTo>
                  <a:cubicBezTo>
                    <a:pt x="256" y="586"/>
                    <a:pt x="289" y="528"/>
                    <a:pt x="322" y="462"/>
                  </a:cubicBezTo>
                  <a:cubicBezTo>
                    <a:pt x="380" y="329"/>
                    <a:pt x="430" y="188"/>
                    <a:pt x="422" y="39"/>
                  </a:cubicBezTo>
                  <a:cubicBezTo>
                    <a:pt x="417" y="16"/>
                    <a:pt x="396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4" name="Google Shape;6154;p18"/>
            <p:cNvSpPr/>
            <p:nvPr/>
          </p:nvSpPr>
          <p:spPr>
            <a:xfrm>
              <a:off x="2636550" y="1605200"/>
              <a:ext cx="10800" cy="8450"/>
            </a:xfrm>
            <a:custGeom>
              <a:rect b="b" l="l" r="r" t="t"/>
              <a:pathLst>
                <a:path extrusionOk="0" h="338" w="432">
                  <a:moveTo>
                    <a:pt x="30" y="1"/>
                  </a:moveTo>
                  <a:cubicBezTo>
                    <a:pt x="22" y="1"/>
                    <a:pt x="14" y="5"/>
                    <a:pt x="9" y="15"/>
                  </a:cubicBezTo>
                  <a:cubicBezTo>
                    <a:pt x="1" y="23"/>
                    <a:pt x="1" y="48"/>
                    <a:pt x="9" y="56"/>
                  </a:cubicBezTo>
                  <a:cubicBezTo>
                    <a:pt x="75" y="114"/>
                    <a:pt x="142" y="164"/>
                    <a:pt x="208" y="205"/>
                  </a:cubicBezTo>
                  <a:cubicBezTo>
                    <a:pt x="233" y="230"/>
                    <a:pt x="258" y="247"/>
                    <a:pt x="282" y="271"/>
                  </a:cubicBezTo>
                  <a:cubicBezTo>
                    <a:pt x="316" y="296"/>
                    <a:pt x="340" y="338"/>
                    <a:pt x="382" y="338"/>
                  </a:cubicBezTo>
                  <a:cubicBezTo>
                    <a:pt x="398" y="338"/>
                    <a:pt x="407" y="329"/>
                    <a:pt x="415" y="305"/>
                  </a:cubicBezTo>
                  <a:cubicBezTo>
                    <a:pt x="432" y="263"/>
                    <a:pt x="390" y="222"/>
                    <a:pt x="357" y="197"/>
                  </a:cubicBezTo>
                  <a:cubicBezTo>
                    <a:pt x="332" y="172"/>
                    <a:pt x="299" y="147"/>
                    <a:pt x="266" y="131"/>
                  </a:cubicBezTo>
                  <a:cubicBezTo>
                    <a:pt x="200" y="89"/>
                    <a:pt x="125" y="39"/>
                    <a:pt x="50" y="6"/>
                  </a:cubicBezTo>
                  <a:cubicBezTo>
                    <a:pt x="44" y="3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5" name="Google Shape;6155;p18"/>
            <p:cNvSpPr/>
            <p:nvPr/>
          </p:nvSpPr>
          <p:spPr>
            <a:xfrm>
              <a:off x="2643400" y="1604625"/>
              <a:ext cx="4975" cy="5925"/>
            </a:xfrm>
            <a:custGeom>
              <a:rect b="b" l="l" r="r" t="t"/>
              <a:pathLst>
                <a:path extrusionOk="0" h="237" w="199">
                  <a:moveTo>
                    <a:pt x="32" y="0"/>
                  </a:moveTo>
                  <a:cubicBezTo>
                    <a:pt x="25" y="0"/>
                    <a:pt x="17" y="4"/>
                    <a:pt x="8" y="13"/>
                  </a:cubicBezTo>
                  <a:cubicBezTo>
                    <a:pt x="0" y="21"/>
                    <a:pt x="0" y="38"/>
                    <a:pt x="8" y="54"/>
                  </a:cubicBezTo>
                  <a:cubicBezTo>
                    <a:pt x="42" y="79"/>
                    <a:pt x="66" y="112"/>
                    <a:pt x="91" y="145"/>
                  </a:cubicBezTo>
                  <a:cubicBezTo>
                    <a:pt x="100" y="162"/>
                    <a:pt x="116" y="170"/>
                    <a:pt x="124" y="187"/>
                  </a:cubicBezTo>
                  <a:cubicBezTo>
                    <a:pt x="141" y="203"/>
                    <a:pt x="149" y="228"/>
                    <a:pt x="174" y="236"/>
                  </a:cubicBezTo>
                  <a:cubicBezTo>
                    <a:pt x="182" y="236"/>
                    <a:pt x="191" y="236"/>
                    <a:pt x="191" y="220"/>
                  </a:cubicBezTo>
                  <a:cubicBezTo>
                    <a:pt x="199" y="195"/>
                    <a:pt x="182" y="178"/>
                    <a:pt x="174" y="162"/>
                  </a:cubicBezTo>
                  <a:cubicBezTo>
                    <a:pt x="158" y="137"/>
                    <a:pt x="149" y="120"/>
                    <a:pt x="133" y="104"/>
                  </a:cubicBezTo>
                  <a:cubicBezTo>
                    <a:pt x="108" y="71"/>
                    <a:pt x="83" y="38"/>
                    <a:pt x="50" y="13"/>
                  </a:cubicBezTo>
                  <a:cubicBezTo>
                    <a:pt x="46" y="4"/>
                    <a:pt x="39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6" name="Google Shape;6156;p18"/>
            <p:cNvSpPr/>
            <p:nvPr/>
          </p:nvSpPr>
          <p:spPr>
            <a:xfrm>
              <a:off x="2497975" y="1593275"/>
              <a:ext cx="15600" cy="25725"/>
            </a:xfrm>
            <a:custGeom>
              <a:rect b="b" l="l" r="r" t="t"/>
              <a:pathLst>
                <a:path extrusionOk="0" h="1029" w="624">
                  <a:moveTo>
                    <a:pt x="581" y="1"/>
                  </a:moveTo>
                  <a:cubicBezTo>
                    <a:pt x="572" y="1"/>
                    <a:pt x="563" y="4"/>
                    <a:pt x="556" y="11"/>
                  </a:cubicBezTo>
                  <a:cubicBezTo>
                    <a:pt x="415" y="127"/>
                    <a:pt x="307" y="293"/>
                    <a:pt x="216" y="458"/>
                  </a:cubicBezTo>
                  <a:cubicBezTo>
                    <a:pt x="166" y="550"/>
                    <a:pt x="125" y="632"/>
                    <a:pt x="92" y="724"/>
                  </a:cubicBezTo>
                  <a:cubicBezTo>
                    <a:pt x="75" y="765"/>
                    <a:pt x="59" y="815"/>
                    <a:pt x="42" y="856"/>
                  </a:cubicBezTo>
                  <a:cubicBezTo>
                    <a:pt x="26" y="898"/>
                    <a:pt x="1" y="956"/>
                    <a:pt x="26" y="997"/>
                  </a:cubicBezTo>
                  <a:cubicBezTo>
                    <a:pt x="32" y="1015"/>
                    <a:pt x="46" y="1029"/>
                    <a:pt x="60" y="1029"/>
                  </a:cubicBezTo>
                  <a:cubicBezTo>
                    <a:pt x="65" y="1029"/>
                    <a:pt x="71" y="1026"/>
                    <a:pt x="75" y="1022"/>
                  </a:cubicBezTo>
                  <a:cubicBezTo>
                    <a:pt x="117" y="997"/>
                    <a:pt x="125" y="947"/>
                    <a:pt x="142" y="898"/>
                  </a:cubicBezTo>
                  <a:cubicBezTo>
                    <a:pt x="158" y="856"/>
                    <a:pt x="175" y="815"/>
                    <a:pt x="191" y="773"/>
                  </a:cubicBezTo>
                  <a:cubicBezTo>
                    <a:pt x="224" y="682"/>
                    <a:pt x="266" y="599"/>
                    <a:pt x="307" y="516"/>
                  </a:cubicBezTo>
                  <a:cubicBezTo>
                    <a:pt x="398" y="359"/>
                    <a:pt x="506" y="202"/>
                    <a:pt x="606" y="44"/>
                  </a:cubicBezTo>
                  <a:cubicBezTo>
                    <a:pt x="623" y="20"/>
                    <a:pt x="603" y="1"/>
                    <a:pt x="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7" name="Google Shape;6157;p18"/>
            <p:cNvSpPr/>
            <p:nvPr/>
          </p:nvSpPr>
          <p:spPr>
            <a:xfrm>
              <a:off x="2485150" y="1603275"/>
              <a:ext cx="5400" cy="7150"/>
            </a:xfrm>
            <a:custGeom>
              <a:rect b="b" l="l" r="r" t="t"/>
              <a:pathLst>
                <a:path extrusionOk="0" h="286" w="216">
                  <a:moveTo>
                    <a:pt x="25" y="0"/>
                  </a:moveTo>
                  <a:cubicBezTo>
                    <a:pt x="17" y="0"/>
                    <a:pt x="0" y="9"/>
                    <a:pt x="8" y="25"/>
                  </a:cubicBezTo>
                  <a:cubicBezTo>
                    <a:pt x="8" y="34"/>
                    <a:pt x="8" y="42"/>
                    <a:pt x="17" y="50"/>
                  </a:cubicBezTo>
                  <a:lnTo>
                    <a:pt x="25" y="67"/>
                  </a:lnTo>
                  <a:lnTo>
                    <a:pt x="50" y="108"/>
                  </a:lnTo>
                  <a:cubicBezTo>
                    <a:pt x="66" y="133"/>
                    <a:pt x="75" y="158"/>
                    <a:pt x="91" y="183"/>
                  </a:cubicBezTo>
                  <a:cubicBezTo>
                    <a:pt x="99" y="191"/>
                    <a:pt x="108" y="199"/>
                    <a:pt x="116" y="199"/>
                  </a:cubicBezTo>
                  <a:cubicBezTo>
                    <a:pt x="124" y="224"/>
                    <a:pt x="141" y="249"/>
                    <a:pt x="149" y="266"/>
                  </a:cubicBezTo>
                  <a:cubicBezTo>
                    <a:pt x="155" y="278"/>
                    <a:pt x="170" y="285"/>
                    <a:pt x="181" y="285"/>
                  </a:cubicBezTo>
                  <a:cubicBezTo>
                    <a:pt x="185" y="285"/>
                    <a:pt x="188" y="284"/>
                    <a:pt x="191" y="282"/>
                  </a:cubicBezTo>
                  <a:cubicBezTo>
                    <a:pt x="207" y="274"/>
                    <a:pt x="215" y="249"/>
                    <a:pt x="207" y="232"/>
                  </a:cubicBezTo>
                  <a:cubicBezTo>
                    <a:pt x="199" y="224"/>
                    <a:pt x="199" y="216"/>
                    <a:pt x="191" y="208"/>
                  </a:cubicBezTo>
                  <a:cubicBezTo>
                    <a:pt x="191" y="208"/>
                    <a:pt x="191" y="199"/>
                    <a:pt x="191" y="199"/>
                  </a:cubicBezTo>
                  <a:cubicBezTo>
                    <a:pt x="191" y="199"/>
                    <a:pt x="182" y="191"/>
                    <a:pt x="182" y="191"/>
                  </a:cubicBezTo>
                  <a:lnTo>
                    <a:pt x="166" y="133"/>
                  </a:lnTo>
                  <a:cubicBezTo>
                    <a:pt x="157" y="116"/>
                    <a:pt x="157" y="92"/>
                    <a:pt x="149" y="75"/>
                  </a:cubicBezTo>
                  <a:cubicBezTo>
                    <a:pt x="142" y="62"/>
                    <a:pt x="130" y="37"/>
                    <a:pt x="113" y="37"/>
                  </a:cubicBezTo>
                  <a:cubicBezTo>
                    <a:pt x="109" y="37"/>
                    <a:pt x="104" y="39"/>
                    <a:pt x="99" y="42"/>
                  </a:cubicBezTo>
                  <a:cubicBezTo>
                    <a:pt x="91" y="42"/>
                    <a:pt x="91" y="50"/>
                    <a:pt x="83" y="58"/>
                  </a:cubicBezTo>
                  <a:cubicBezTo>
                    <a:pt x="75" y="50"/>
                    <a:pt x="75" y="42"/>
                    <a:pt x="66" y="34"/>
                  </a:cubicBezTo>
                  <a:cubicBezTo>
                    <a:pt x="58" y="25"/>
                    <a:pt x="58" y="17"/>
                    <a:pt x="50" y="9"/>
                  </a:cubicBezTo>
                  <a:cubicBezTo>
                    <a:pt x="41" y="9"/>
                    <a:pt x="33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6158" name="Google Shape;6158;p18" title="adabazis.pn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78975" y="1115925"/>
            <a:ext cx="7212699" cy="37580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62" name="Shape 6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3" name="Google Shape;6163;p19"/>
          <p:cNvSpPr txBox="1"/>
          <p:nvPr>
            <p:ph type="title"/>
          </p:nvPr>
        </p:nvSpPr>
        <p:spPr>
          <a:xfrm>
            <a:off x="3374753" y="431576"/>
            <a:ext cx="2710041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Tesztelés</a:t>
            </a:r>
            <a:endParaRPr/>
          </a:p>
        </p:txBody>
      </p:sp>
      <p:sp>
        <p:nvSpPr>
          <p:cNvPr id="6164" name="Google Shape;6164;p19"/>
          <p:cNvSpPr txBox="1"/>
          <p:nvPr/>
        </p:nvSpPr>
        <p:spPr>
          <a:xfrm>
            <a:off x="1620170" y="1273525"/>
            <a:ext cx="7001950" cy="333653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hu-HU" sz="2000" u="sng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Tesztelt funkciók</a:t>
            </a:r>
            <a:endParaRPr/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i="0" sz="2000" u="sng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Hibakezelés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Adatbázis-mentés Hibás adatok kezelése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Bejelentkezés (hibás adatokkal)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Jogosultságkezelése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API végpontok 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Reszponzív megjelenés ellenőrzése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Különböző böngészőkben való tesztelés</a:t>
            </a:r>
            <a:endParaRPr/>
          </a:p>
        </p:txBody>
      </p:sp>
      <p:grpSp>
        <p:nvGrpSpPr>
          <p:cNvPr id="6165" name="Google Shape;6165;p19"/>
          <p:cNvGrpSpPr/>
          <p:nvPr/>
        </p:nvGrpSpPr>
        <p:grpSpPr>
          <a:xfrm>
            <a:off x="232834" y="3908479"/>
            <a:ext cx="1417629" cy="1072445"/>
            <a:chOff x="1572675" y="854575"/>
            <a:chExt cx="778575" cy="569450"/>
          </a:xfrm>
        </p:grpSpPr>
        <p:sp>
          <p:nvSpPr>
            <p:cNvPr id="6166" name="Google Shape;6166;p19"/>
            <p:cNvSpPr/>
            <p:nvPr/>
          </p:nvSpPr>
          <p:spPr>
            <a:xfrm>
              <a:off x="1580250" y="854575"/>
              <a:ext cx="716650" cy="569425"/>
            </a:xfrm>
            <a:custGeom>
              <a:rect b="b" l="l" r="r" t="t"/>
              <a:pathLst>
                <a:path extrusionOk="0" h="22777" w="28666">
                  <a:moveTo>
                    <a:pt x="14613" y="18857"/>
                  </a:moveTo>
                  <a:lnTo>
                    <a:pt x="14663" y="18863"/>
                  </a:lnTo>
                  <a:lnTo>
                    <a:pt x="14663" y="18876"/>
                  </a:lnTo>
                  <a:lnTo>
                    <a:pt x="14613" y="18857"/>
                  </a:lnTo>
                  <a:close/>
                  <a:moveTo>
                    <a:pt x="14814" y="18885"/>
                  </a:moveTo>
                  <a:cubicBezTo>
                    <a:pt x="16191" y="19076"/>
                    <a:pt x="17518" y="19133"/>
                    <a:pt x="18609" y="19133"/>
                  </a:cubicBezTo>
                  <a:cubicBezTo>
                    <a:pt x="20206" y="19133"/>
                    <a:pt x="21297" y="19011"/>
                    <a:pt x="21297" y="19011"/>
                  </a:cubicBezTo>
                  <a:lnTo>
                    <a:pt x="21297" y="19011"/>
                  </a:lnTo>
                  <a:cubicBezTo>
                    <a:pt x="20482" y="19679"/>
                    <a:pt x="19636" y="19947"/>
                    <a:pt x="18715" y="19947"/>
                  </a:cubicBezTo>
                  <a:cubicBezTo>
                    <a:pt x="18674" y="19947"/>
                    <a:pt x="18633" y="19947"/>
                    <a:pt x="18592" y="19946"/>
                  </a:cubicBezTo>
                  <a:lnTo>
                    <a:pt x="18595" y="19946"/>
                  </a:lnTo>
                  <a:cubicBezTo>
                    <a:pt x="18595" y="19933"/>
                    <a:pt x="18595" y="19924"/>
                    <a:pt x="18589" y="19924"/>
                  </a:cubicBezTo>
                  <a:cubicBezTo>
                    <a:pt x="18531" y="19909"/>
                    <a:pt x="18188" y="19903"/>
                    <a:pt x="17883" y="19881"/>
                  </a:cubicBezTo>
                  <a:cubicBezTo>
                    <a:pt x="17670" y="19847"/>
                    <a:pt x="17451" y="19804"/>
                    <a:pt x="17229" y="19748"/>
                  </a:cubicBezTo>
                  <a:cubicBezTo>
                    <a:pt x="17081" y="19671"/>
                    <a:pt x="16692" y="19582"/>
                    <a:pt x="16461" y="19536"/>
                  </a:cubicBezTo>
                  <a:cubicBezTo>
                    <a:pt x="16223" y="19462"/>
                    <a:pt x="15983" y="19378"/>
                    <a:pt x="15736" y="19289"/>
                  </a:cubicBezTo>
                  <a:lnTo>
                    <a:pt x="14814" y="18885"/>
                  </a:lnTo>
                  <a:close/>
                  <a:moveTo>
                    <a:pt x="7961" y="0"/>
                  </a:moveTo>
                  <a:cubicBezTo>
                    <a:pt x="7419" y="0"/>
                    <a:pt x="8011" y="2774"/>
                    <a:pt x="7899" y="3331"/>
                  </a:cubicBezTo>
                  <a:lnTo>
                    <a:pt x="7029" y="3938"/>
                  </a:lnTo>
                  <a:cubicBezTo>
                    <a:pt x="7029" y="3938"/>
                    <a:pt x="7035" y="3945"/>
                    <a:pt x="7045" y="3954"/>
                  </a:cubicBezTo>
                  <a:cubicBezTo>
                    <a:pt x="6940" y="4022"/>
                    <a:pt x="6832" y="4093"/>
                    <a:pt x="6718" y="4164"/>
                  </a:cubicBezTo>
                  <a:cubicBezTo>
                    <a:pt x="6428" y="4312"/>
                    <a:pt x="6150" y="4481"/>
                    <a:pt x="5888" y="4672"/>
                  </a:cubicBezTo>
                  <a:cubicBezTo>
                    <a:pt x="5731" y="4765"/>
                    <a:pt x="5573" y="4854"/>
                    <a:pt x="5425" y="4935"/>
                  </a:cubicBezTo>
                  <a:cubicBezTo>
                    <a:pt x="5393" y="4894"/>
                    <a:pt x="5372" y="4870"/>
                    <a:pt x="5360" y="4870"/>
                  </a:cubicBezTo>
                  <a:cubicBezTo>
                    <a:pt x="5359" y="4870"/>
                    <a:pt x="5358" y="4870"/>
                    <a:pt x="5358" y="4870"/>
                  </a:cubicBezTo>
                  <a:cubicBezTo>
                    <a:pt x="5234" y="4895"/>
                    <a:pt x="4213" y="5379"/>
                    <a:pt x="4213" y="5379"/>
                  </a:cubicBezTo>
                  <a:lnTo>
                    <a:pt x="4216" y="5385"/>
                  </a:lnTo>
                  <a:cubicBezTo>
                    <a:pt x="3418" y="5255"/>
                    <a:pt x="1724" y="3587"/>
                    <a:pt x="1135" y="3420"/>
                  </a:cubicBezTo>
                  <a:cubicBezTo>
                    <a:pt x="1127" y="3418"/>
                    <a:pt x="1119" y="3417"/>
                    <a:pt x="1111" y="3417"/>
                  </a:cubicBezTo>
                  <a:cubicBezTo>
                    <a:pt x="498" y="3417"/>
                    <a:pt x="62" y="10227"/>
                    <a:pt x="62" y="10227"/>
                  </a:cubicBezTo>
                  <a:cubicBezTo>
                    <a:pt x="62" y="10227"/>
                    <a:pt x="0" y="11082"/>
                    <a:pt x="228" y="12158"/>
                  </a:cubicBezTo>
                  <a:cubicBezTo>
                    <a:pt x="225" y="12343"/>
                    <a:pt x="299" y="12695"/>
                    <a:pt x="401" y="12824"/>
                  </a:cubicBezTo>
                  <a:cubicBezTo>
                    <a:pt x="623" y="13527"/>
                    <a:pt x="981" y="14271"/>
                    <a:pt x="1561" y="14909"/>
                  </a:cubicBezTo>
                  <a:cubicBezTo>
                    <a:pt x="1743" y="15140"/>
                    <a:pt x="2033" y="15421"/>
                    <a:pt x="2094" y="15421"/>
                  </a:cubicBezTo>
                  <a:cubicBezTo>
                    <a:pt x="2097" y="15421"/>
                    <a:pt x="2101" y="15418"/>
                    <a:pt x="2104" y="15418"/>
                  </a:cubicBezTo>
                  <a:cubicBezTo>
                    <a:pt x="2585" y="15804"/>
                    <a:pt x="3177" y="16118"/>
                    <a:pt x="3908" y="16319"/>
                  </a:cubicBezTo>
                  <a:cubicBezTo>
                    <a:pt x="4426" y="16457"/>
                    <a:pt x="4957" y="16547"/>
                    <a:pt x="5490" y="16590"/>
                  </a:cubicBezTo>
                  <a:cubicBezTo>
                    <a:pt x="4784" y="16750"/>
                    <a:pt x="4404" y="16957"/>
                    <a:pt x="4395" y="16963"/>
                  </a:cubicBezTo>
                  <a:cubicBezTo>
                    <a:pt x="4367" y="16979"/>
                    <a:pt x="4355" y="17006"/>
                    <a:pt x="4358" y="17037"/>
                  </a:cubicBezTo>
                  <a:cubicBezTo>
                    <a:pt x="4025" y="17161"/>
                    <a:pt x="3664" y="17358"/>
                    <a:pt x="3609" y="17531"/>
                  </a:cubicBezTo>
                  <a:cubicBezTo>
                    <a:pt x="1868" y="18788"/>
                    <a:pt x="1471" y="20663"/>
                    <a:pt x="3681" y="20663"/>
                  </a:cubicBezTo>
                  <a:cubicBezTo>
                    <a:pt x="4176" y="20663"/>
                    <a:pt x="4802" y="20569"/>
                    <a:pt x="5573" y="20353"/>
                  </a:cubicBezTo>
                  <a:cubicBezTo>
                    <a:pt x="6753" y="20023"/>
                    <a:pt x="7865" y="19887"/>
                    <a:pt x="8921" y="19887"/>
                  </a:cubicBezTo>
                  <a:cubicBezTo>
                    <a:pt x="13791" y="19887"/>
                    <a:pt x="17437" y="22777"/>
                    <a:pt x="20714" y="22777"/>
                  </a:cubicBezTo>
                  <a:cubicBezTo>
                    <a:pt x="20774" y="22777"/>
                    <a:pt x="20834" y="22776"/>
                    <a:pt x="20893" y="22774"/>
                  </a:cubicBezTo>
                  <a:cubicBezTo>
                    <a:pt x="21544" y="22746"/>
                    <a:pt x="22188" y="22629"/>
                    <a:pt x="22808" y="22422"/>
                  </a:cubicBezTo>
                  <a:cubicBezTo>
                    <a:pt x="23330" y="22293"/>
                    <a:pt x="23675" y="22129"/>
                    <a:pt x="23854" y="21994"/>
                  </a:cubicBezTo>
                  <a:cubicBezTo>
                    <a:pt x="24033" y="21907"/>
                    <a:pt x="24212" y="21809"/>
                    <a:pt x="24388" y="21704"/>
                  </a:cubicBezTo>
                  <a:lnTo>
                    <a:pt x="24400" y="21729"/>
                  </a:lnTo>
                  <a:cubicBezTo>
                    <a:pt x="24400" y="21729"/>
                    <a:pt x="25180" y="21275"/>
                    <a:pt x="25526" y="20893"/>
                  </a:cubicBezTo>
                  <a:cubicBezTo>
                    <a:pt x="25671" y="20769"/>
                    <a:pt x="25813" y="20640"/>
                    <a:pt x="25948" y="20504"/>
                  </a:cubicBezTo>
                  <a:lnTo>
                    <a:pt x="25954" y="20510"/>
                  </a:lnTo>
                  <a:cubicBezTo>
                    <a:pt x="26146" y="20381"/>
                    <a:pt x="26411" y="20078"/>
                    <a:pt x="26571" y="19822"/>
                  </a:cubicBezTo>
                  <a:cubicBezTo>
                    <a:pt x="27216" y="19027"/>
                    <a:pt x="27712" y="18126"/>
                    <a:pt x="28042" y="17158"/>
                  </a:cubicBezTo>
                  <a:cubicBezTo>
                    <a:pt x="28187" y="17019"/>
                    <a:pt x="28283" y="16454"/>
                    <a:pt x="28323" y="16180"/>
                  </a:cubicBezTo>
                  <a:cubicBezTo>
                    <a:pt x="28360" y="16026"/>
                    <a:pt x="28391" y="15868"/>
                    <a:pt x="28422" y="15708"/>
                  </a:cubicBezTo>
                  <a:cubicBezTo>
                    <a:pt x="28468" y="15492"/>
                    <a:pt x="28644" y="14666"/>
                    <a:pt x="28576" y="14474"/>
                  </a:cubicBezTo>
                  <a:cubicBezTo>
                    <a:pt x="28591" y="14271"/>
                    <a:pt x="28601" y="14064"/>
                    <a:pt x="28607" y="13851"/>
                  </a:cubicBezTo>
                  <a:lnTo>
                    <a:pt x="28622" y="13851"/>
                  </a:lnTo>
                  <a:cubicBezTo>
                    <a:pt x="28622" y="13851"/>
                    <a:pt x="28665" y="13093"/>
                    <a:pt x="28588" y="12796"/>
                  </a:cubicBezTo>
                  <a:cubicBezTo>
                    <a:pt x="28524" y="11680"/>
                    <a:pt x="28326" y="10459"/>
                    <a:pt x="27962" y="9135"/>
                  </a:cubicBezTo>
                  <a:cubicBezTo>
                    <a:pt x="27968" y="9123"/>
                    <a:pt x="27968" y="9111"/>
                    <a:pt x="27968" y="9101"/>
                  </a:cubicBezTo>
                  <a:cubicBezTo>
                    <a:pt x="27931" y="8784"/>
                    <a:pt x="27614" y="7988"/>
                    <a:pt x="27614" y="7988"/>
                  </a:cubicBezTo>
                  <a:cubicBezTo>
                    <a:pt x="27518" y="7707"/>
                    <a:pt x="27413" y="7436"/>
                    <a:pt x="27305" y="7180"/>
                  </a:cubicBezTo>
                  <a:cubicBezTo>
                    <a:pt x="27225" y="6964"/>
                    <a:pt x="27126" y="6751"/>
                    <a:pt x="27015" y="6548"/>
                  </a:cubicBezTo>
                  <a:cubicBezTo>
                    <a:pt x="26824" y="6162"/>
                    <a:pt x="26608" y="5789"/>
                    <a:pt x="26368" y="5431"/>
                  </a:cubicBezTo>
                  <a:cubicBezTo>
                    <a:pt x="26368" y="5416"/>
                    <a:pt x="26365" y="5400"/>
                    <a:pt x="26362" y="5388"/>
                  </a:cubicBezTo>
                  <a:cubicBezTo>
                    <a:pt x="26220" y="5070"/>
                    <a:pt x="25566" y="4416"/>
                    <a:pt x="25566" y="4416"/>
                  </a:cubicBezTo>
                  <a:lnTo>
                    <a:pt x="25563" y="4420"/>
                  </a:lnTo>
                  <a:cubicBezTo>
                    <a:pt x="24224" y="2992"/>
                    <a:pt x="22602" y="2365"/>
                    <a:pt x="21013" y="2171"/>
                  </a:cubicBezTo>
                  <a:cubicBezTo>
                    <a:pt x="21020" y="2150"/>
                    <a:pt x="21026" y="2137"/>
                    <a:pt x="21026" y="2137"/>
                  </a:cubicBezTo>
                  <a:cubicBezTo>
                    <a:pt x="20756" y="2071"/>
                    <a:pt x="20481" y="2037"/>
                    <a:pt x="20206" y="2037"/>
                  </a:cubicBezTo>
                  <a:cubicBezTo>
                    <a:pt x="19984" y="2037"/>
                    <a:pt x="19761" y="2059"/>
                    <a:pt x="19542" y="2103"/>
                  </a:cubicBezTo>
                  <a:cubicBezTo>
                    <a:pt x="19422" y="2106"/>
                    <a:pt x="19305" y="2109"/>
                    <a:pt x="19187" y="2116"/>
                  </a:cubicBezTo>
                  <a:cubicBezTo>
                    <a:pt x="19178" y="2094"/>
                    <a:pt x="19166" y="2085"/>
                    <a:pt x="19150" y="2085"/>
                  </a:cubicBezTo>
                  <a:cubicBezTo>
                    <a:pt x="18373" y="2100"/>
                    <a:pt x="18145" y="2137"/>
                    <a:pt x="17473" y="2331"/>
                  </a:cubicBezTo>
                  <a:lnTo>
                    <a:pt x="17473" y="2338"/>
                  </a:lnTo>
                  <a:cubicBezTo>
                    <a:pt x="17331" y="2365"/>
                    <a:pt x="17192" y="2393"/>
                    <a:pt x="17056" y="2424"/>
                  </a:cubicBezTo>
                  <a:cubicBezTo>
                    <a:pt x="17050" y="2409"/>
                    <a:pt x="17047" y="2399"/>
                    <a:pt x="17047" y="2399"/>
                  </a:cubicBezTo>
                  <a:cubicBezTo>
                    <a:pt x="16973" y="2430"/>
                    <a:pt x="16227" y="2575"/>
                    <a:pt x="15937" y="2726"/>
                  </a:cubicBezTo>
                  <a:cubicBezTo>
                    <a:pt x="15455" y="2871"/>
                    <a:pt x="14984" y="3047"/>
                    <a:pt x="14521" y="3251"/>
                  </a:cubicBezTo>
                  <a:cubicBezTo>
                    <a:pt x="12091" y="999"/>
                    <a:pt x="8488" y="185"/>
                    <a:pt x="8035" y="15"/>
                  </a:cubicBezTo>
                  <a:cubicBezTo>
                    <a:pt x="8008" y="5"/>
                    <a:pt x="7983" y="0"/>
                    <a:pt x="7961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1070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80272" rotWithShape="0" algn="bl" dir="5400000" dist="26757">
                <a:srgbClr val="000000">
                  <a:alpha val="50196"/>
                </a:srgbClr>
              </a:outerShdw>
            </a:effectLst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7" name="Google Shape;6167;p19"/>
            <p:cNvSpPr/>
            <p:nvPr/>
          </p:nvSpPr>
          <p:spPr>
            <a:xfrm>
              <a:off x="1572675" y="854575"/>
              <a:ext cx="778575" cy="569450"/>
            </a:xfrm>
            <a:custGeom>
              <a:rect b="b" l="l" r="r" t="t"/>
              <a:pathLst>
                <a:path extrusionOk="0" h="22778" w="31143">
                  <a:moveTo>
                    <a:pt x="8699" y="16464"/>
                  </a:moveTo>
                  <a:cubicBezTo>
                    <a:pt x="8748" y="16504"/>
                    <a:pt x="8797" y="16544"/>
                    <a:pt x="8847" y="16584"/>
                  </a:cubicBezTo>
                  <a:cubicBezTo>
                    <a:pt x="8711" y="16553"/>
                    <a:pt x="8578" y="16525"/>
                    <a:pt x="8446" y="16504"/>
                  </a:cubicBezTo>
                  <a:cubicBezTo>
                    <a:pt x="8529" y="16491"/>
                    <a:pt x="8615" y="16479"/>
                    <a:pt x="8699" y="16464"/>
                  </a:cubicBezTo>
                  <a:close/>
                  <a:moveTo>
                    <a:pt x="14907" y="18854"/>
                  </a:moveTo>
                  <a:lnTo>
                    <a:pt x="14907" y="18854"/>
                  </a:lnTo>
                  <a:cubicBezTo>
                    <a:pt x="16359" y="19071"/>
                    <a:pt x="17766" y="19134"/>
                    <a:pt x="18912" y="19134"/>
                  </a:cubicBezTo>
                  <a:cubicBezTo>
                    <a:pt x="20509" y="19134"/>
                    <a:pt x="21600" y="19011"/>
                    <a:pt x="21600" y="19011"/>
                  </a:cubicBezTo>
                  <a:lnTo>
                    <a:pt x="21600" y="19011"/>
                  </a:lnTo>
                  <a:cubicBezTo>
                    <a:pt x="20784" y="19678"/>
                    <a:pt x="19939" y="19946"/>
                    <a:pt x="19018" y="19946"/>
                  </a:cubicBezTo>
                  <a:cubicBezTo>
                    <a:pt x="17812" y="19946"/>
                    <a:pt x="16476" y="19485"/>
                    <a:pt x="14907" y="18854"/>
                  </a:cubicBezTo>
                  <a:close/>
                  <a:moveTo>
                    <a:pt x="8264" y="0"/>
                  </a:moveTo>
                  <a:cubicBezTo>
                    <a:pt x="7680" y="0"/>
                    <a:pt x="8417" y="3248"/>
                    <a:pt x="8159" y="3420"/>
                  </a:cubicBezTo>
                  <a:cubicBezTo>
                    <a:pt x="7890" y="3599"/>
                    <a:pt x="5383" y="5302"/>
                    <a:pt x="4664" y="5391"/>
                  </a:cubicBezTo>
                  <a:cubicBezTo>
                    <a:pt x="4648" y="5393"/>
                    <a:pt x="4630" y="5394"/>
                    <a:pt x="4612" y="5394"/>
                  </a:cubicBezTo>
                  <a:cubicBezTo>
                    <a:pt x="3859" y="5394"/>
                    <a:pt x="2053" y="3595"/>
                    <a:pt x="1438" y="3420"/>
                  </a:cubicBezTo>
                  <a:cubicBezTo>
                    <a:pt x="1430" y="3418"/>
                    <a:pt x="1422" y="3417"/>
                    <a:pt x="1414" y="3417"/>
                  </a:cubicBezTo>
                  <a:cubicBezTo>
                    <a:pt x="801" y="3417"/>
                    <a:pt x="365" y="10230"/>
                    <a:pt x="365" y="10230"/>
                  </a:cubicBezTo>
                  <a:cubicBezTo>
                    <a:pt x="365" y="10230"/>
                    <a:pt x="1" y="15156"/>
                    <a:pt x="4211" y="16319"/>
                  </a:cubicBezTo>
                  <a:cubicBezTo>
                    <a:pt x="4772" y="16470"/>
                    <a:pt x="5346" y="16562"/>
                    <a:pt x="5926" y="16599"/>
                  </a:cubicBezTo>
                  <a:cubicBezTo>
                    <a:pt x="2680" y="17417"/>
                    <a:pt x="1073" y="20665"/>
                    <a:pt x="3984" y="20665"/>
                  </a:cubicBezTo>
                  <a:cubicBezTo>
                    <a:pt x="4479" y="20665"/>
                    <a:pt x="5104" y="20571"/>
                    <a:pt x="5873" y="20356"/>
                  </a:cubicBezTo>
                  <a:cubicBezTo>
                    <a:pt x="7053" y="20026"/>
                    <a:pt x="8166" y="19890"/>
                    <a:pt x="9221" y="19890"/>
                  </a:cubicBezTo>
                  <a:cubicBezTo>
                    <a:pt x="14090" y="19890"/>
                    <a:pt x="17736" y="22777"/>
                    <a:pt x="21013" y="22777"/>
                  </a:cubicBezTo>
                  <a:cubicBezTo>
                    <a:pt x="21074" y="22777"/>
                    <a:pt x="21135" y="22776"/>
                    <a:pt x="21196" y="22774"/>
                  </a:cubicBezTo>
                  <a:cubicBezTo>
                    <a:pt x="25227" y="22638"/>
                    <a:pt x="31143" y="18339"/>
                    <a:pt x="28049" y="8395"/>
                  </a:cubicBezTo>
                  <a:cubicBezTo>
                    <a:pt x="26480" y="3343"/>
                    <a:pt x="23085" y="2099"/>
                    <a:pt x="20123" y="2099"/>
                  </a:cubicBezTo>
                  <a:cubicBezTo>
                    <a:pt x="17456" y="2099"/>
                    <a:pt x="15141" y="3107"/>
                    <a:pt x="14827" y="3251"/>
                  </a:cubicBezTo>
                  <a:cubicBezTo>
                    <a:pt x="12394" y="1002"/>
                    <a:pt x="8791" y="188"/>
                    <a:pt x="8338" y="15"/>
                  </a:cubicBezTo>
                  <a:cubicBezTo>
                    <a:pt x="8311" y="5"/>
                    <a:pt x="8287" y="0"/>
                    <a:pt x="8264" y="0"/>
                  </a:cubicBezTo>
                  <a:close/>
                </a:path>
              </a:pathLst>
            </a:custGeom>
            <a:solidFill>
              <a:srgbClr val="DFB29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8" name="Google Shape;6168;p19"/>
            <p:cNvSpPr/>
            <p:nvPr/>
          </p:nvSpPr>
          <p:spPr>
            <a:xfrm>
              <a:off x="1792575" y="1214225"/>
              <a:ext cx="159575" cy="90425"/>
            </a:xfrm>
            <a:custGeom>
              <a:rect b="b" l="l" r="r" t="t"/>
              <a:pathLst>
                <a:path extrusionOk="0" h="3617" w="6383">
                  <a:moveTo>
                    <a:pt x="3176" y="0"/>
                  </a:moveTo>
                  <a:cubicBezTo>
                    <a:pt x="1028" y="0"/>
                    <a:pt x="40" y="1583"/>
                    <a:pt x="29" y="1603"/>
                  </a:cubicBezTo>
                  <a:cubicBezTo>
                    <a:pt x="1" y="1657"/>
                    <a:pt x="47" y="1707"/>
                    <a:pt x="95" y="1707"/>
                  </a:cubicBezTo>
                  <a:cubicBezTo>
                    <a:pt x="115" y="1707"/>
                    <a:pt x="135" y="1698"/>
                    <a:pt x="149" y="1677"/>
                  </a:cubicBezTo>
                  <a:cubicBezTo>
                    <a:pt x="152" y="1671"/>
                    <a:pt x="448" y="1189"/>
                    <a:pt x="1065" y="773"/>
                  </a:cubicBezTo>
                  <a:cubicBezTo>
                    <a:pt x="1516" y="465"/>
                    <a:pt x="2219" y="141"/>
                    <a:pt x="3178" y="141"/>
                  </a:cubicBezTo>
                  <a:cubicBezTo>
                    <a:pt x="3420" y="141"/>
                    <a:pt x="3678" y="162"/>
                    <a:pt x="3952" y="209"/>
                  </a:cubicBezTo>
                  <a:cubicBezTo>
                    <a:pt x="4581" y="317"/>
                    <a:pt x="5275" y="853"/>
                    <a:pt x="5720" y="1575"/>
                  </a:cubicBezTo>
                  <a:cubicBezTo>
                    <a:pt x="6105" y="2204"/>
                    <a:pt x="6238" y="2858"/>
                    <a:pt x="6077" y="3364"/>
                  </a:cubicBezTo>
                  <a:cubicBezTo>
                    <a:pt x="6059" y="3425"/>
                    <a:pt x="6034" y="3466"/>
                    <a:pt x="6013" y="3472"/>
                  </a:cubicBezTo>
                  <a:cubicBezTo>
                    <a:pt x="6009" y="3473"/>
                    <a:pt x="6006" y="3473"/>
                    <a:pt x="6002" y="3473"/>
                  </a:cubicBezTo>
                  <a:cubicBezTo>
                    <a:pt x="5927" y="3473"/>
                    <a:pt x="5751" y="3300"/>
                    <a:pt x="5581" y="3129"/>
                  </a:cubicBezTo>
                  <a:cubicBezTo>
                    <a:pt x="5164" y="2715"/>
                    <a:pt x="4489" y="2041"/>
                    <a:pt x="3510" y="2041"/>
                  </a:cubicBezTo>
                  <a:cubicBezTo>
                    <a:pt x="3113" y="2041"/>
                    <a:pt x="2667" y="2152"/>
                    <a:pt x="2166" y="2435"/>
                  </a:cubicBezTo>
                  <a:cubicBezTo>
                    <a:pt x="2096" y="2477"/>
                    <a:pt x="2136" y="2569"/>
                    <a:pt x="2200" y="2569"/>
                  </a:cubicBezTo>
                  <a:cubicBezTo>
                    <a:pt x="2212" y="2569"/>
                    <a:pt x="2224" y="2566"/>
                    <a:pt x="2237" y="2559"/>
                  </a:cubicBezTo>
                  <a:cubicBezTo>
                    <a:pt x="2716" y="2287"/>
                    <a:pt x="3140" y="2180"/>
                    <a:pt x="3516" y="2180"/>
                  </a:cubicBezTo>
                  <a:cubicBezTo>
                    <a:pt x="4428" y="2180"/>
                    <a:pt x="5056" y="2808"/>
                    <a:pt x="5482" y="3234"/>
                  </a:cubicBezTo>
                  <a:cubicBezTo>
                    <a:pt x="5707" y="3459"/>
                    <a:pt x="5864" y="3617"/>
                    <a:pt x="6003" y="3617"/>
                  </a:cubicBezTo>
                  <a:cubicBezTo>
                    <a:pt x="6019" y="3614"/>
                    <a:pt x="6031" y="3614"/>
                    <a:pt x="6046" y="3607"/>
                  </a:cubicBezTo>
                  <a:cubicBezTo>
                    <a:pt x="6124" y="3589"/>
                    <a:pt x="6176" y="3521"/>
                    <a:pt x="6213" y="3407"/>
                  </a:cubicBezTo>
                  <a:cubicBezTo>
                    <a:pt x="6383" y="2861"/>
                    <a:pt x="6247" y="2164"/>
                    <a:pt x="5840" y="1501"/>
                  </a:cubicBezTo>
                  <a:cubicBezTo>
                    <a:pt x="5368" y="733"/>
                    <a:pt x="4652" y="184"/>
                    <a:pt x="3974" y="70"/>
                  </a:cubicBezTo>
                  <a:cubicBezTo>
                    <a:pt x="3692" y="22"/>
                    <a:pt x="3426" y="0"/>
                    <a:pt x="31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9" name="Google Shape;6169;p19"/>
            <p:cNvSpPr/>
            <p:nvPr/>
          </p:nvSpPr>
          <p:spPr>
            <a:xfrm>
              <a:off x="1907875" y="1128725"/>
              <a:ext cx="82225" cy="154800"/>
            </a:xfrm>
            <a:custGeom>
              <a:rect b="b" l="l" r="r" t="t"/>
              <a:pathLst>
                <a:path extrusionOk="0" h="6192" w="3289">
                  <a:moveTo>
                    <a:pt x="2365" y="1"/>
                  </a:moveTo>
                  <a:cubicBezTo>
                    <a:pt x="2362" y="1"/>
                    <a:pt x="2358" y="1"/>
                    <a:pt x="2354" y="1"/>
                  </a:cubicBezTo>
                  <a:cubicBezTo>
                    <a:pt x="2289" y="14"/>
                    <a:pt x="793" y="335"/>
                    <a:pt x="340" y="1531"/>
                  </a:cubicBezTo>
                  <a:cubicBezTo>
                    <a:pt x="0" y="2420"/>
                    <a:pt x="333" y="3539"/>
                    <a:pt x="1326" y="4862"/>
                  </a:cubicBezTo>
                  <a:cubicBezTo>
                    <a:pt x="1999" y="5763"/>
                    <a:pt x="2474" y="6192"/>
                    <a:pt x="2792" y="6192"/>
                  </a:cubicBezTo>
                  <a:cubicBezTo>
                    <a:pt x="2838" y="6192"/>
                    <a:pt x="2884" y="6179"/>
                    <a:pt x="2927" y="6161"/>
                  </a:cubicBezTo>
                  <a:cubicBezTo>
                    <a:pt x="3226" y="6016"/>
                    <a:pt x="3273" y="5359"/>
                    <a:pt x="3072" y="4165"/>
                  </a:cubicBezTo>
                  <a:cubicBezTo>
                    <a:pt x="2930" y="3308"/>
                    <a:pt x="2705" y="2478"/>
                    <a:pt x="2705" y="2469"/>
                  </a:cubicBezTo>
                  <a:cubicBezTo>
                    <a:pt x="2694" y="2433"/>
                    <a:pt x="2666" y="2418"/>
                    <a:pt x="2638" y="2418"/>
                  </a:cubicBezTo>
                  <a:cubicBezTo>
                    <a:pt x="2595" y="2418"/>
                    <a:pt x="2552" y="2453"/>
                    <a:pt x="2566" y="2509"/>
                  </a:cubicBezTo>
                  <a:cubicBezTo>
                    <a:pt x="2909" y="3761"/>
                    <a:pt x="3288" y="5828"/>
                    <a:pt x="2866" y="6034"/>
                  </a:cubicBezTo>
                  <a:cubicBezTo>
                    <a:pt x="2846" y="6044"/>
                    <a:pt x="2821" y="6050"/>
                    <a:pt x="2790" y="6050"/>
                  </a:cubicBezTo>
                  <a:cubicBezTo>
                    <a:pt x="2613" y="6050"/>
                    <a:pt x="2233" y="5837"/>
                    <a:pt x="1438" y="4776"/>
                  </a:cubicBezTo>
                  <a:cubicBezTo>
                    <a:pt x="478" y="3496"/>
                    <a:pt x="151" y="2423"/>
                    <a:pt x="469" y="1584"/>
                  </a:cubicBezTo>
                  <a:cubicBezTo>
                    <a:pt x="898" y="458"/>
                    <a:pt x="2366" y="143"/>
                    <a:pt x="2381" y="140"/>
                  </a:cubicBezTo>
                  <a:cubicBezTo>
                    <a:pt x="2464" y="120"/>
                    <a:pt x="2445" y="1"/>
                    <a:pt x="236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0" name="Google Shape;6170;p19"/>
            <p:cNvSpPr/>
            <p:nvPr/>
          </p:nvSpPr>
          <p:spPr>
            <a:xfrm>
              <a:off x="1768025" y="1056550"/>
              <a:ext cx="140800" cy="151275"/>
            </a:xfrm>
            <a:custGeom>
              <a:rect b="b" l="l" r="r" t="t"/>
              <a:pathLst>
                <a:path extrusionOk="0" h="6051" w="5632">
                  <a:moveTo>
                    <a:pt x="1127" y="1"/>
                  </a:moveTo>
                  <a:cubicBezTo>
                    <a:pt x="0" y="1"/>
                    <a:pt x="885" y="5825"/>
                    <a:pt x="885" y="5825"/>
                  </a:cubicBezTo>
                  <a:cubicBezTo>
                    <a:pt x="984" y="5982"/>
                    <a:pt x="1159" y="6051"/>
                    <a:pt x="1384" y="6051"/>
                  </a:cubicBezTo>
                  <a:cubicBezTo>
                    <a:pt x="2569" y="6051"/>
                    <a:pt x="5137" y="4147"/>
                    <a:pt x="5363" y="3317"/>
                  </a:cubicBezTo>
                  <a:cubicBezTo>
                    <a:pt x="5631" y="2330"/>
                    <a:pt x="2319" y="91"/>
                    <a:pt x="1153" y="2"/>
                  </a:cubicBezTo>
                  <a:cubicBezTo>
                    <a:pt x="1144" y="1"/>
                    <a:pt x="1135" y="1"/>
                    <a:pt x="1127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1" name="Google Shape;6171;p19"/>
            <p:cNvSpPr/>
            <p:nvPr/>
          </p:nvSpPr>
          <p:spPr>
            <a:xfrm>
              <a:off x="1807225" y="1119500"/>
              <a:ext cx="52625" cy="42200"/>
            </a:xfrm>
            <a:custGeom>
              <a:rect b="b" l="l" r="r" t="t"/>
              <a:pathLst>
                <a:path extrusionOk="0" h="1688" w="2105">
                  <a:moveTo>
                    <a:pt x="1799" y="1"/>
                  </a:moveTo>
                  <a:cubicBezTo>
                    <a:pt x="1759" y="1"/>
                    <a:pt x="1718" y="31"/>
                    <a:pt x="1728" y="84"/>
                  </a:cubicBezTo>
                  <a:cubicBezTo>
                    <a:pt x="1793" y="444"/>
                    <a:pt x="1880" y="1404"/>
                    <a:pt x="1519" y="1530"/>
                  </a:cubicBezTo>
                  <a:cubicBezTo>
                    <a:pt x="1485" y="1541"/>
                    <a:pt x="1449" y="1547"/>
                    <a:pt x="1410" y="1547"/>
                  </a:cubicBezTo>
                  <a:cubicBezTo>
                    <a:pt x="1015" y="1547"/>
                    <a:pt x="383" y="998"/>
                    <a:pt x="152" y="765"/>
                  </a:cubicBezTo>
                  <a:cubicBezTo>
                    <a:pt x="137" y="750"/>
                    <a:pt x="120" y="744"/>
                    <a:pt x="103" y="744"/>
                  </a:cubicBezTo>
                  <a:cubicBezTo>
                    <a:pt x="48" y="744"/>
                    <a:pt x="1" y="815"/>
                    <a:pt x="51" y="867"/>
                  </a:cubicBezTo>
                  <a:cubicBezTo>
                    <a:pt x="88" y="901"/>
                    <a:pt x="868" y="1687"/>
                    <a:pt x="1414" y="1687"/>
                  </a:cubicBezTo>
                  <a:cubicBezTo>
                    <a:pt x="1463" y="1687"/>
                    <a:pt x="1516" y="1678"/>
                    <a:pt x="1562" y="1663"/>
                  </a:cubicBezTo>
                  <a:cubicBezTo>
                    <a:pt x="2105" y="1478"/>
                    <a:pt x="1895" y="204"/>
                    <a:pt x="1867" y="59"/>
                  </a:cubicBezTo>
                  <a:cubicBezTo>
                    <a:pt x="1861" y="19"/>
                    <a:pt x="1830" y="1"/>
                    <a:pt x="179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2" name="Google Shape;6172;p19"/>
            <p:cNvSpPr/>
            <p:nvPr/>
          </p:nvSpPr>
          <p:spPr>
            <a:xfrm>
              <a:off x="1820750" y="1114450"/>
              <a:ext cx="27000" cy="46700"/>
            </a:xfrm>
            <a:custGeom>
              <a:rect b="b" l="l" r="r" t="t"/>
              <a:pathLst>
                <a:path extrusionOk="0" h="1868" w="1080">
                  <a:moveTo>
                    <a:pt x="79" y="0"/>
                  </a:moveTo>
                  <a:cubicBezTo>
                    <a:pt x="68" y="0"/>
                    <a:pt x="57" y="3"/>
                    <a:pt x="46" y="8"/>
                  </a:cubicBezTo>
                  <a:cubicBezTo>
                    <a:pt x="12" y="27"/>
                    <a:pt x="0" y="70"/>
                    <a:pt x="19" y="104"/>
                  </a:cubicBezTo>
                  <a:lnTo>
                    <a:pt x="938" y="1831"/>
                  </a:lnTo>
                  <a:cubicBezTo>
                    <a:pt x="950" y="1852"/>
                    <a:pt x="975" y="1868"/>
                    <a:pt x="999" y="1868"/>
                  </a:cubicBezTo>
                  <a:cubicBezTo>
                    <a:pt x="1012" y="1868"/>
                    <a:pt x="1024" y="1865"/>
                    <a:pt x="1033" y="1859"/>
                  </a:cubicBezTo>
                  <a:cubicBezTo>
                    <a:pt x="1067" y="1840"/>
                    <a:pt x="1080" y="1797"/>
                    <a:pt x="1061" y="1763"/>
                  </a:cubicBezTo>
                  <a:lnTo>
                    <a:pt x="145" y="39"/>
                  </a:lnTo>
                  <a:cubicBezTo>
                    <a:pt x="130" y="1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3" name="Google Shape;6173;p19"/>
            <p:cNvSpPr/>
            <p:nvPr/>
          </p:nvSpPr>
          <p:spPr>
            <a:xfrm>
              <a:off x="1805850" y="1100800"/>
              <a:ext cx="24100" cy="14850"/>
            </a:xfrm>
            <a:custGeom>
              <a:rect b="b" l="l" r="r" t="t"/>
              <a:pathLst>
                <a:path extrusionOk="0" h="594" w="964">
                  <a:moveTo>
                    <a:pt x="917" y="1"/>
                  </a:moveTo>
                  <a:cubicBezTo>
                    <a:pt x="397" y="1"/>
                    <a:pt x="1" y="551"/>
                    <a:pt x="1" y="551"/>
                  </a:cubicBezTo>
                  <a:cubicBezTo>
                    <a:pt x="1" y="551"/>
                    <a:pt x="440" y="594"/>
                    <a:pt x="627" y="594"/>
                  </a:cubicBezTo>
                  <a:cubicBezTo>
                    <a:pt x="665" y="594"/>
                    <a:pt x="692" y="592"/>
                    <a:pt x="704" y="588"/>
                  </a:cubicBezTo>
                  <a:cubicBezTo>
                    <a:pt x="778" y="566"/>
                    <a:pt x="963" y="2"/>
                    <a:pt x="963" y="2"/>
                  </a:cubicBezTo>
                  <a:cubicBezTo>
                    <a:pt x="948" y="1"/>
                    <a:pt x="932" y="1"/>
                    <a:pt x="917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4" name="Google Shape;6174;p19"/>
            <p:cNvSpPr/>
            <p:nvPr/>
          </p:nvSpPr>
          <p:spPr>
            <a:xfrm>
              <a:off x="1608450" y="965950"/>
              <a:ext cx="51325" cy="62500"/>
            </a:xfrm>
            <a:custGeom>
              <a:rect b="b" l="l" r="r" t="t"/>
              <a:pathLst>
                <a:path extrusionOk="0" h="2500" w="2053">
                  <a:moveTo>
                    <a:pt x="418" y="1"/>
                  </a:moveTo>
                  <a:cubicBezTo>
                    <a:pt x="406" y="1"/>
                    <a:pt x="396" y="5"/>
                    <a:pt x="390" y="14"/>
                  </a:cubicBezTo>
                  <a:cubicBezTo>
                    <a:pt x="248" y="205"/>
                    <a:pt x="1" y="2426"/>
                    <a:pt x="214" y="2491"/>
                  </a:cubicBezTo>
                  <a:cubicBezTo>
                    <a:pt x="235" y="2497"/>
                    <a:pt x="267" y="2500"/>
                    <a:pt x="307" y="2500"/>
                  </a:cubicBezTo>
                  <a:cubicBezTo>
                    <a:pt x="681" y="2500"/>
                    <a:pt x="1796" y="2246"/>
                    <a:pt x="2052" y="1760"/>
                  </a:cubicBezTo>
                  <a:cubicBezTo>
                    <a:pt x="2052" y="1760"/>
                    <a:pt x="671" y="1"/>
                    <a:pt x="418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5" name="Google Shape;6175;p19"/>
            <p:cNvSpPr/>
            <p:nvPr/>
          </p:nvSpPr>
          <p:spPr>
            <a:xfrm>
              <a:off x="1788950" y="871750"/>
              <a:ext cx="64275" cy="50375"/>
            </a:xfrm>
            <a:custGeom>
              <a:rect b="b" l="l" r="r" t="t"/>
              <a:pathLst>
                <a:path extrusionOk="0" h="2015" w="2571">
                  <a:moveTo>
                    <a:pt x="127" y="0"/>
                  </a:moveTo>
                  <a:cubicBezTo>
                    <a:pt x="1" y="0"/>
                    <a:pt x="698" y="2015"/>
                    <a:pt x="698" y="2015"/>
                  </a:cubicBezTo>
                  <a:lnTo>
                    <a:pt x="2570" y="1274"/>
                  </a:lnTo>
                  <a:cubicBezTo>
                    <a:pt x="2570" y="1274"/>
                    <a:pt x="273" y="38"/>
                    <a:pt x="131" y="1"/>
                  </a:cubicBezTo>
                  <a:cubicBezTo>
                    <a:pt x="130" y="0"/>
                    <a:pt x="129" y="0"/>
                    <a:pt x="127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6" name="Google Shape;6176;p19"/>
            <p:cNvSpPr/>
            <p:nvPr/>
          </p:nvSpPr>
          <p:spPr>
            <a:xfrm>
              <a:off x="1685575" y="976300"/>
              <a:ext cx="59850" cy="63650"/>
            </a:xfrm>
            <a:custGeom>
              <a:rect b="b" l="l" r="r" t="t"/>
              <a:pathLst>
                <a:path extrusionOk="0" h="2546" w="2394">
                  <a:moveTo>
                    <a:pt x="1146" y="1"/>
                  </a:moveTo>
                  <a:cubicBezTo>
                    <a:pt x="1146" y="1"/>
                    <a:pt x="1145" y="1"/>
                    <a:pt x="1145" y="1"/>
                  </a:cubicBezTo>
                  <a:cubicBezTo>
                    <a:pt x="1021" y="26"/>
                    <a:pt x="0" y="513"/>
                    <a:pt x="0" y="513"/>
                  </a:cubicBezTo>
                  <a:cubicBezTo>
                    <a:pt x="0" y="513"/>
                    <a:pt x="1747" y="2545"/>
                    <a:pt x="2229" y="2545"/>
                  </a:cubicBezTo>
                  <a:cubicBezTo>
                    <a:pt x="2270" y="2545"/>
                    <a:pt x="2302" y="2531"/>
                    <a:pt x="2323" y="2499"/>
                  </a:cubicBezTo>
                  <a:cubicBezTo>
                    <a:pt x="2393" y="2392"/>
                    <a:pt x="1276" y="1"/>
                    <a:pt x="1146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7" name="Google Shape;6177;p19"/>
            <p:cNvSpPr/>
            <p:nvPr/>
          </p:nvSpPr>
          <p:spPr>
            <a:xfrm>
              <a:off x="1969500" y="1235675"/>
              <a:ext cx="12875" cy="37750"/>
            </a:xfrm>
            <a:custGeom>
              <a:rect b="b" l="l" r="r" t="t"/>
              <a:pathLst>
                <a:path extrusionOk="0" h="1510" w="515">
                  <a:moveTo>
                    <a:pt x="79" y="1"/>
                  </a:moveTo>
                  <a:cubicBezTo>
                    <a:pt x="40" y="1"/>
                    <a:pt x="0" y="30"/>
                    <a:pt x="9" y="82"/>
                  </a:cubicBezTo>
                  <a:cubicBezTo>
                    <a:pt x="15" y="122"/>
                    <a:pt x="148" y="1053"/>
                    <a:pt x="370" y="1469"/>
                  </a:cubicBezTo>
                  <a:cubicBezTo>
                    <a:pt x="382" y="1494"/>
                    <a:pt x="407" y="1506"/>
                    <a:pt x="434" y="1510"/>
                  </a:cubicBezTo>
                  <a:cubicBezTo>
                    <a:pt x="444" y="1506"/>
                    <a:pt x="456" y="1503"/>
                    <a:pt x="465" y="1497"/>
                  </a:cubicBezTo>
                  <a:cubicBezTo>
                    <a:pt x="499" y="1479"/>
                    <a:pt x="515" y="1436"/>
                    <a:pt x="496" y="1402"/>
                  </a:cubicBezTo>
                  <a:cubicBezTo>
                    <a:pt x="286" y="1010"/>
                    <a:pt x="148" y="72"/>
                    <a:pt x="148" y="63"/>
                  </a:cubicBezTo>
                  <a:cubicBezTo>
                    <a:pt x="142" y="20"/>
                    <a:pt x="111" y="1"/>
                    <a:pt x="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8" name="Google Shape;6178;p19"/>
            <p:cNvSpPr/>
            <p:nvPr/>
          </p:nvSpPr>
          <p:spPr>
            <a:xfrm>
              <a:off x="1959375" y="1243250"/>
              <a:ext cx="17450" cy="36950"/>
            </a:xfrm>
            <a:custGeom>
              <a:rect b="b" l="l" r="r" t="t"/>
              <a:pathLst>
                <a:path extrusionOk="0" h="1478" w="698">
                  <a:moveTo>
                    <a:pt x="77" y="0"/>
                  </a:moveTo>
                  <a:cubicBezTo>
                    <a:pt x="75" y="0"/>
                    <a:pt x="73" y="0"/>
                    <a:pt x="71" y="1"/>
                  </a:cubicBezTo>
                  <a:cubicBezTo>
                    <a:pt x="31" y="1"/>
                    <a:pt x="1" y="35"/>
                    <a:pt x="4" y="72"/>
                  </a:cubicBezTo>
                  <a:cubicBezTo>
                    <a:pt x="4" y="105"/>
                    <a:pt x="38" y="898"/>
                    <a:pt x="568" y="1456"/>
                  </a:cubicBezTo>
                  <a:cubicBezTo>
                    <a:pt x="580" y="1469"/>
                    <a:pt x="599" y="1478"/>
                    <a:pt x="620" y="1478"/>
                  </a:cubicBezTo>
                  <a:cubicBezTo>
                    <a:pt x="639" y="1478"/>
                    <a:pt x="654" y="1472"/>
                    <a:pt x="670" y="1459"/>
                  </a:cubicBezTo>
                  <a:cubicBezTo>
                    <a:pt x="698" y="1432"/>
                    <a:pt x="698" y="1385"/>
                    <a:pt x="670" y="1358"/>
                  </a:cubicBezTo>
                  <a:cubicBezTo>
                    <a:pt x="179" y="840"/>
                    <a:pt x="146" y="75"/>
                    <a:pt x="146" y="68"/>
                  </a:cubicBezTo>
                  <a:cubicBezTo>
                    <a:pt x="143" y="30"/>
                    <a:pt x="114" y="0"/>
                    <a:pt x="7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9" name="Google Shape;6179;p19"/>
            <p:cNvSpPr/>
            <p:nvPr/>
          </p:nvSpPr>
          <p:spPr>
            <a:xfrm>
              <a:off x="1915050" y="1266400"/>
              <a:ext cx="27625" cy="37025"/>
            </a:xfrm>
            <a:custGeom>
              <a:rect b="b" l="l" r="r" t="t"/>
              <a:pathLst>
                <a:path extrusionOk="0" h="1481" w="1105">
                  <a:moveTo>
                    <a:pt x="102" y="0"/>
                  </a:moveTo>
                  <a:cubicBezTo>
                    <a:pt x="47" y="0"/>
                    <a:pt x="0" y="71"/>
                    <a:pt x="53" y="123"/>
                  </a:cubicBezTo>
                  <a:cubicBezTo>
                    <a:pt x="59" y="129"/>
                    <a:pt x="882" y="959"/>
                    <a:pt x="959" y="1422"/>
                  </a:cubicBezTo>
                  <a:cubicBezTo>
                    <a:pt x="965" y="1456"/>
                    <a:pt x="993" y="1480"/>
                    <a:pt x="1027" y="1480"/>
                  </a:cubicBezTo>
                  <a:cubicBezTo>
                    <a:pt x="1033" y="1480"/>
                    <a:pt x="1036" y="1480"/>
                    <a:pt x="1039" y="1477"/>
                  </a:cubicBezTo>
                  <a:cubicBezTo>
                    <a:pt x="1080" y="1471"/>
                    <a:pt x="1104" y="1434"/>
                    <a:pt x="1098" y="1397"/>
                  </a:cubicBezTo>
                  <a:cubicBezTo>
                    <a:pt x="1015" y="888"/>
                    <a:pt x="185" y="58"/>
                    <a:pt x="151" y="21"/>
                  </a:cubicBezTo>
                  <a:cubicBezTo>
                    <a:pt x="136" y="7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0" name="Google Shape;6180;p19"/>
            <p:cNvSpPr/>
            <p:nvPr/>
          </p:nvSpPr>
          <p:spPr>
            <a:xfrm>
              <a:off x="1923450" y="1257550"/>
              <a:ext cx="23450" cy="39000"/>
            </a:xfrm>
            <a:custGeom>
              <a:rect b="b" l="l" r="r" t="t"/>
              <a:pathLst>
                <a:path extrusionOk="0" h="1560" w="938">
                  <a:moveTo>
                    <a:pt x="94" y="1"/>
                  </a:moveTo>
                  <a:cubicBezTo>
                    <a:pt x="47" y="1"/>
                    <a:pt x="0" y="48"/>
                    <a:pt x="31" y="104"/>
                  </a:cubicBezTo>
                  <a:cubicBezTo>
                    <a:pt x="56" y="150"/>
                    <a:pt x="633" y="1258"/>
                    <a:pt x="796" y="1526"/>
                  </a:cubicBezTo>
                  <a:cubicBezTo>
                    <a:pt x="808" y="1548"/>
                    <a:pt x="830" y="1560"/>
                    <a:pt x="858" y="1560"/>
                  </a:cubicBezTo>
                  <a:cubicBezTo>
                    <a:pt x="870" y="1560"/>
                    <a:pt x="882" y="1557"/>
                    <a:pt x="892" y="1551"/>
                  </a:cubicBezTo>
                  <a:cubicBezTo>
                    <a:pt x="926" y="1532"/>
                    <a:pt x="938" y="1486"/>
                    <a:pt x="916" y="1455"/>
                  </a:cubicBezTo>
                  <a:cubicBezTo>
                    <a:pt x="756" y="1187"/>
                    <a:pt x="161" y="52"/>
                    <a:pt x="154" y="39"/>
                  </a:cubicBezTo>
                  <a:cubicBezTo>
                    <a:pt x="140" y="12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1" name="Google Shape;6181;p19"/>
            <p:cNvSpPr/>
            <p:nvPr/>
          </p:nvSpPr>
          <p:spPr>
            <a:xfrm>
              <a:off x="1668700" y="1163325"/>
              <a:ext cx="72175" cy="17650"/>
            </a:xfrm>
            <a:custGeom>
              <a:rect b="b" l="l" r="r" t="t"/>
              <a:pathLst>
                <a:path extrusionOk="0" h="706" w="2887">
                  <a:moveTo>
                    <a:pt x="2791" y="0"/>
                  </a:moveTo>
                  <a:cubicBezTo>
                    <a:pt x="2786" y="0"/>
                    <a:pt x="2779" y="1"/>
                    <a:pt x="2773" y="2"/>
                  </a:cubicBezTo>
                  <a:lnTo>
                    <a:pt x="86" y="567"/>
                  </a:lnTo>
                  <a:cubicBezTo>
                    <a:pt x="1" y="582"/>
                    <a:pt x="12" y="706"/>
                    <a:pt x="98" y="706"/>
                  </a:cubicBezTo>
                  <a:cubicBezTo>
                    <a:pt x="99" y="706"/>
                    <a:pt x="100" y="706"/>
                    <a:pt x="102" y="706"/>
                  </a:cubicBezTo>
                  <a:lnTo>
                    <a:pt x="114" y="706"/>
                  </a:lnTo>
                  <a:lnTo>
                    <a:pt x="2800" y="141"/>
                  </a:lnTo>
                  <a:cubicBezTo>
                    <a:pt x="2886" y="121"/>
                    <a:pt x="2868" y="0"/>
                    <a:pt x="279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2" name="Google Shape;6182;p19"/>
            <p:cNvSpPr/>
            <p:nvPr/>
          </p:nvSpPr>
          <p:spPr>
            <a:xfrm>
              <a:off x="1674075" y="1166825"/>
              <a:ext cx="73050" cy="53925"/>
            </a:xfrm>
            <a:custGeom>
              <a:rect b="b" l="l" r="r" t="t"/>
              <a:pathLst>
                <a:path extrusionOk="0" h="2157" w="2922">
                  <a:moveTo>
                    <a:pt x="2820" y="0"/>
                  </a:moveTo>
                  <a:cubicBezTo>
                    <a:pt x="2806" y="0"/>
                    <a:pt x="2791" y="5"/>
                    <a:pt x="2777" y="17"/>
                  </a:cubicBezTo>
                  <a:lnTo>
                    <a:pt x="56" y="2031"/>
                  </a:lnTo>
                  <a:cubicBezTo>
                    <a:pt x="1" y="2071"/>
                    <a:pt x="28" y="2157"/>
                    <a:pt x="96" y="2157"/>
                  </a:cubicBezTo>
                  <a:cubicBezTo>
                    <a:pt x="112" y="2157"/>
                    <a:pt x="127" y="2151"/>
                    <a:pt x="139" y="2142"/>
                  </a:cubicBezTo>
                  <a:lnTo>
                    <a:pt x="2860" y="128"/>
                  </a:lnTo>
                  <a:cubicBezTo>
                    <a:pt x="2922" y="83"/>
                    <a:pt x="2878" y="0"/>
                    <a:pt x="282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3" name="Google Shape;6183;p19"/>
            <p:cNvSpPr/>
            <p:nvPr/>
          </p:nvSpPr>
          <p:spPr>
            <a:xfrm>
              <a:off x="1711325" y="1175025"/>
              <a:ext cx="42300" cy="59850"/>
            </a:xfrm>
            <a:custGeom>
              <a:rect b="b" l="l" r="r" t="t"/>
              <a:pathLst>
                <a:path extrusionOk="0" h="2394" w="1692">
                  <a:moveTo>
                    <a:pt x="1602" y="0"/>
                  </a:moveTo>
                  <a:cubicBezTo>
                    <a:pt x="1585" y="0"/>
                    <a:pt x="1567" y="7"/>
                    <a:pt x="1552" y="22"/>
                  </a:cubicBezTo>
                  <a:lnTo>
                    <a:pt x="34" y="2285"/>
                  </a:lnTo>
                  <a:cubicBezTo>
                    <a:pt x="0" y="2332"/>
                    <a:pt x="34" y="2393"/>
                    <a:pt x="93" y="2393"/>
                  </a:cubicBezTo>
                  <a:cubicBezTo>
                    <a:pt x="115" y="2393"/>
                    <a:pt x="136" y="2381"/>
                    <a:pt x="148" y="2363"/>
                  </a:cubicBezTo>
                  <a:lnTo>
                    <a:pt x="1669" y="99"/>
                  </a:lnTo>
                  <a:cubicBezTo>
                    <a:pt x="1692" y="47"/>
                    <a:pt x="1648" y="0"/>
                    <a:pt x="16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4" name="Google Shape;6184;p19"/>
            <p:cNvSpPr/>
            <p:nvPr/>
          </p:nvSpPr>
          <p:spPr>
            <a:xfrm>
              <a:off x="1879100" y="1032500"/>
              <a:ext cx="50825" cy="54875"/>
            </a:xfrm>
            <a:custGeom>
              <a:rect b="b" l="l" r="r" t="t"/>
              <a:pathLst>
                <a:path extrusionOk="0" h="2195" w="2033">
                  <a:moveTo>
                    <a:pt x="1932" y="1"/>
                  </a:moveTo>
                  <a:cubicBezTo>
                    <a:pt x="1914" y="1"/>
                    <a:pt x="1895" y="8"/>
                    <a:pt x="1879" y="26"/>
                  </a:cubicBezTo>
                  <a:lnTo>
                    <a:pt x="41" y="2077"/>
                  </a:lnTo>
                  <a:cubicBezTo>
                    <a:pt x="1" y="2120"/>
                    <a:pt x="35" y="2194"/>
                    <a:pt x="96" y="2194"/>
                  </a:cubicBezTo>
                  <a:cubicBezTo>
                    <a:pt x="115" y="2194"/>
                    <a:pt x="133" y="2185"/>
                    <a:pt x="149" y="2170"/>
                  </a:cubicBezTo>
                  <a:lnTo>
                    <a:pt x="1984" y="122"/>
                  </a:lnTo>
                  <a:cubicBezTo>
                    <a:pt x="2033" y="68"/>
                    <a:pt x="1986" y="1"/>
                    <a:pt x="193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5" name="Google Shape;6185;p19"/>
            <p:cNvSpPr/>
            <p:nvPr/>
          </p:nvSpPr>
          <p:spPr>
            <a:xfrm>
              <a:off x="1896225" y="1062550"/>
              <a:ext cx="69125" cy="34525"/>
            </a:xfrm>
            <a:custGeom>
              <a:rect b="b" l="l" r="r" t="t"/>
              <a:pathLst>
                <a:path extrusionOk="0" h="1381" w="2765">
                  <a:moveTo>
                    <a:pt x="2663" y="1"/>
                  </a:moveTo>
                  <a:cubicBezTo>
                    <a:pt x="2653" y="1"/>
                    <a:pt x="2643" y="3"/>
                    <a:pt x="2631" y="8"/>
                  </a:cubicBezTo>
                  <a:lnTo>
                    <a:pt x="50" y="1248"/>
                  </a:lnTo>
                  <a:cubicBezTo>
                    <a:pt x="16" y="1264"/>
                    <a:pt x="1" y="1307"/>
                    <a:pt x="16" y="1341"/>
                  </a:cubicBezTo>
                  <a:cubicBezTo>
                    <a:pt x="28" y="1365"/>
                    <a:pt x="53" y="1381"/>
                    <a:pt x="81" y="1381"/>
                  </a:cubicBezTo>
                  <a:cubicBezTo>
                    <a:pt x="90" y="1381"/>
                    <a:pt x="102" y="1378"/>
                    <a:pt x="112" y="1372"/>
                  </a:cubicBezTo>
                  <a:lnTo>
                    <a:pt x="2690" y="135"/>
                  </a:lnTo>
                  <a:cubicBezTo>
                    <a:pt x="2765" y="100"/>
                    <a:pt x="2729" y="1"/>
                    <a:pt x="266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6" name="Google Shape;6186;p19"/>
            <p:cNvSpPr/>
            <p:nvPr/>
          </p:nvSpPr>
          <p:spPr>
            <a:xfrm>
              <a:off x="1722425" y="958250"/>
              <a:ext cx="54175" cy="68425"/>
            </a:xfrm>
            <a:custGeom>
              <a:rect b="b" l="l" r="r" t="t"/>
              <a:pathLst>
                <a:path extrusionOk="0" h="2737" w="2167">
                  <a:moveTo>
                    <a:pt x="1078" y="1"/>
                  </a:moveTo>
                  <a:cubicBezTo>
                    <a:pt x="1072" y="1"/>
                    <a:pt x="1067" y="2"/>
                    <a:pt x="1062" y="4"/>
                  </a:cubicBezTo>
                  <a:cubicBezTo>
                    <a:pt x="565" y="236"/>
                    <a:pt x="1" y="677"/>
                    <a:pt x="1" y="677"/>
                  </a:cubicBezTo>
                  <a:cubicBezTo>
                    <a:pt x="1" y="677"/>
                    <a:pt x="1830" y="2736"/>
                    <a:pt x="2121" y="2736"/>
                  </a:cubicBezTo>
                  <a:cubicBezTo>
                    <a:pt x="2154" y="2736"/>
                    <a:pt x="2167" y="2711"/>
                    <a:pt x="2156" y="2654"/>
                  </a:cubicBezTo>
                  <a:cubicBezTo>
                    <a:pt x="2054" y="2102"/>
                    <a:pt x="1322" y="1"/>
                    <a:pt x="1078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7" name="Google Shape;6187;p19"/>
            <p:cNvSpPr/>
            <p:nvPr/>
          </p:nvSpPr>
          <p:spPr>
            <a:xfrm>
              <a:off x="1756050" y="937600"/>
              <a:ext cx="53000" cy="63200"/>
            </a:xfrm>
            <a:custGeom>
              <a:rect b="b" l="l" r="r" t="t"/>
              <a:pathLst>
                <a:path extrusionOk="0" h="2528" w="2120">
                  <a:moveTo>
                    <a:pt x="882" y="1"/>
                  </a:moveTo>
                  <a:lnTo>
                    <a:pt x="0" y="617"/>
                  </a:lnTo>
                  <a:cubicBezTo>
                    <a:pt x="0" y="617"/>
                    <a:pt x="1589" y="2456"/>
                    <a:pt x="1872" y="2527"/>
                  </a:cubicBezTo>
                  <a:cubicBezTo>
                    <a:pt x="1876" y="2528"/>
                    <a:pt x="1880" y="2528"/>
                    <a:pt x="1883" y="2528"/>
                  </a:cubicBezTo>
                  <a:cubicBezTo>
                    <a:pt x="2119" y="2528"/>
                    <a:pt x="882" y="1"/>
                    <a:pt x="882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8" name="Google Shape;6188;p19"/>
            <p:cNvSpPr/>
            <p:nvPr/>
          </p:nvSpPr>
          <p:spPr>
            <a:xfrm>
              <a:off x="1601125" y="1064225"/>
              <a:ext cx="178550" cy="88825"/>
            </a:xfrm>
            <a:custGeom>
              <a:rect b="b" l="l" r="r" t="t"/>
              <a:pathLst>
                <a:path extrusionOk="0" h="3553" w="7142">
                  <a:moveTo>
                    <a:pt x="4352" y="1"/>
                  </a:moveTo>
                  <a:cubicBezTo>
                    <a:pt x="3532" y="1"/>
                    <a:pt x="2805" y="271"/>
                    <a:pt x="2805" y="271"/>
                  </a:cubicBezTo>
                  <a:cubicBezTo>
                    <a:pt x="1173" y="774"/>
                    <a:pt x="1" y="3371"/>
                    <a:pt x="3434" y="3538"/>
                  </a:cubicBezTo>
                  <a:cubicBezTo>
                    <a:pt x="3640" y="3548"/>
                    <a:pt x="3835" y="3552"/>
                    <a:pt x="4019" y="3552"/>
                  </a:cubicBezTo>
                  <a:cubicBezTo>
                    <a:pt x="6902" y="3552"/>
                    <a:pt x="7142" y="2356"/>
                    <a:pt x="6237" y="901"/>
                  </a:cubicBezTo>
                  <a:cubicBezTo>
                    <a:pt x="5797" y="193"/>
                    <a:pt x="5042" y="1"/>
                    <a:pt x="4352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9" name="Google Shape;6189;p19"/>
            <p:cNvSpPr/>
            <p:nvPr/>
          </p:nvSpPr>
          <p:spPr>
            <a:xfrm>
              <a:off x="1685575" y="1106525"/>
              <a:ext cx="66250" cy="16150"/>
            </a:xfrm>
            <a:custGeom>
              <a:rect b="b" l="l" r="r" t="t"/>
              <a:pathLst>
                <a:path extrusionOk="0" h="646" w="2650">
                  <a:moveTo>
                    <a:pt x="1394" y="1"/>
                  </a:moveTo>
                  <a:cubicBezTo>
                    <a:pt x="978" y="1"/>
                    <a:pt x="502" y="125"/>
                    <a:pt x="50" y="522"/>
                  </a:cubicBezTo>
                  <a:cubicBezTo>
                    <a:pt x="0" y="566"/>
                    <a:pt x="31" y="646"/>
                    <a:pt x="96" y="646"/>
                  </a:cubicBezTo>
                  <a:cubicBezTo>
                    <a:pt x="114" y="646"/>
                    <a:pt x="130" y="640"/>
                    <a:pt x="142" y="627"/>
                  </a:cubicBezTo>
                  <a:cubicBezTo>
                    <a:pt x="570" y="253"/>
                    <a:pt x="1014" y="136"/>
                    <a:pt x="1401" y="136"/>
                  </a:cubicBezTo>
                  <a:cubicBezTo>
                    <a:pt x="2023" y="136"/>
                    <a:pt x="2500" y="437"/>
                    <a:pt x="2532" y="458"/>
                  </a:cubicBezTo>
                  <a:cubicBezTo>
                    <a:pt x="2544" y="465"/>
                    <a:pt x="2557" y="469"/>
                    <a:pt x="2570" y="469"/>
                  </a:cubicBezTo>
                  <a:cubicBezTo>
                    <a:pt x="2594" y="469"/>
                    <a:pt x="2617" y="458"/>
                    <a:pt x="2631" y="436"/>
                  </a:cubicBezTo>
                  <a:cubicBezTo>
                    <a:pt x="2650" y="405"/>
                    <a:pt x="2640" y="362"/>
                    <a:pt x="2610" y="340"/>
                  </a:cubicBezTo>
                  <a:cubicBezTo>
                    <a:pt x="2600" y="333"/>
                    <a:pt x="2076" y="1"/>
                    <a:pt x="139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0" name="Google Shape;6190;p19"/>
            <p:cNvSpPr/>
            <p:nvPr/>
          </p:nvSpPr>
          <p:spPr>
            <a:xfrm>
              <a:off x="1824400" y="958700"/>
              <a:ext cx="96400" cy="113525"/>
            </a:xfrm>
            <a:custGeom>
              <a:rect b="b" l="l" r="r" t="t"/>
              <a:pathLst>
                <a:path extrusionOk="0" h="4541" w="3856">
                  <a:moveTo>
                    <a:pt x="2281" y="0"/>
                  </a:moveTo>
                  <a:cubicBezTo>
                    <a:pt x="2242" y="0"/>
                    <a:pt x="2203" y="5"/>
                    <a:pt x="2164" y="14"/>
                  </a:cubicBezTo>
                  <a:cubicBezTo>
                    <a:pt x="2164" y="14"/>
                    <a:pt x="730" y="69"/>
                    <a:pt x="363" y="1562"/>
                  </a:cubicBezTo>
                  <a:cubicBezTo>
                    <a:pt x="0" y="3047"/>
                    <a:pt x="452" y="4540"/>
                    <a:pt x="1303" y="4540"/>
                  </a:cubicBezTo>
                  <a:cubicBezTo>
                    <a:pt x="1624" y="4540"/>
                    <a:pt x="2002" y="4328"/>
                    <a:pt x="2414" y="3823"/>
                  </a:cubicBezTo>
                  <a:cubicBezTo>
                    <a:pt x="3855" y="2064"/>
                    <a:pt x="3117" y="0"/>
                    <a:pt x="2281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1" name="Google Shape;6191;p19"/>
            <p:cNvSpPr/>
            <p:nvPr/>
          </p:nvSpPr>
          <p:spPr>
            <a:xfrm>
              <a:off x="1846025" y="998050"/>
              <a:ext cx="24750" cy="61025"/>
            </a:xfrm>
            <a:custGeom>
              <a:rect b="b" l="l" r="r" t="t"/>
              <a:pathLst>
                <a:path extrusionOk="0" h="2441" w="990">
                  <a:moveTo>
                    <a:pt x="888" y="1"/>
                  </a:moveTo>
                  <a:cubicBezTo>
                    <a:pt x="867" y="1"/>
                    <a:pt x="846" y="10"/>
                    <a:pt x="830" y="35"/>
                  </a:cubicBezTo>
                  <a:cubicBezTo>
                    <a:pt x="796" y="81"/>
                    <a:pt x="1" y="1237"/>
                    <a:pt x="254" y="2385"/>
                  </a:cubicBezTo>
                  <a:cubicBezTo>
                    <a:pt x="260" y="2419"/>
                    <a:pt x="287" y="2440"/>
                    <a:pt x="321" y="2440"/>
                  </a:cubicBezTo>
                  <a:lnTo>
                    <a:pt x="337" y="2440"/>
                  </a:lnTo>
                  <a:cubicBezTo>
                    <a:pt x="377" y="2431"/>
                    <a:pt x="402" y="2394"/>
                    <a:pt x="392" y="2357"/>
                  </a:cubicBezTo>
                  <a:cubicBezTo>
                    <a:pt x="155" y="1271"/>
                    <a:pt x="938" y="127"/>
                    <a:pt x="948" y="115"/>
                  </a:cubicBezTo>
                  <a:cubicBezTo>
                    <a:pt x="989" y="60"/>
                    <a:pt x="939" y="1"/>
                    <a:pt x="88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2" name="Google Shape;6192;p19"/>
            <p:cNvSpPr/>
            <p:nvPr/>
          </p:nvSpPr>
          <p:spPr>
            <a:xfrm>
              <a:off x="1718025" y="1264925"/>
              <a:ext cx="45975" cy="64200"/>
            </a:xfrm>
            <a:custGeom>
              <a:rect b="b" l="l" r="r" t="t"/>
              <a:pathLst>
                <a:path extrusionOk="0" h="2568" w="1839">
                  <a:moveTo>
                    <a:pt x="1555" y="0"/>
                  </a:moveTo>
                  <a:cubicBezTo>
                    <a:pt x="1271" y="0"/>
                    <a:pt x="214" y="71"/>
                    <a:pt x="1" y="352"/>
                  </a:cubicBezTo>
                  <a:cubicBezTo>
                    <a:pt x="1" y="352"/>
                    <a:pt x="824" y="2567"/>
                    <a:pt x="1150" y="2567"/>
                  </a:cubicBezTo>
                  <a:cubicBezTo>
                    <a:pt x="1169" y="2567"/>
                    <a:pt x="1185" y="2560"/>
                    <a:pt x="1201" y="2545"/>
                  </a:cubicBezTo>
                  <a:cubicBezTo>
                    <a:pt x="1484" y="2261"/>
                    <a:pt x="1839" y="0"/>
                    <a:pt x="1555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3" name="Google Shape;6193;p19"/>
            <p:cNvSpPr/>
            <p:nvPr/>
          </p:nvSpPr>
          <p:spPr>
            <a:xfrm>
              <a:off x="1668525" y="1277250"/>
              <a:ext cx="52500" cy="56600"/>
            </a:xfrm>
            <a:custGeom>
              <a:rect b="b" l="l" r="r" t="t"/>
              <a:pathLst>
                <a:path extrusionOk="0" h="2264" w="2100">
                  <a:moveTo>
                    <a:pt x="1345" y="1"/>
                  </a:moveTo>
                  <a:cubicBezTo>
                    <a:pt x="1062" y="1"/>
                    <a:pt x="143" y="355"/>
                    <a:pt x="72" y="636"/>
                  </a:cubicBezTo>
                  <a:cubicBezTo>
                    <a:pt x="1" y="920"/>
                    <a:pt x="1697" y="2194"/>
                    <a:pt x="1910" y="2262"/>
                  </a:cubicBezTo>
                  <a:cubicBezTo>
                    <a:pt x="1913" y="2263"/>
                    <a:pt x="1916" y="2263"/>
                    <a:pt x="1919" y="2263"/>
                  </a:cubicBezTo>
                  <a:cubicBezTo>
                    <a:pt x="2099" y="2263"/>
                    <a:pt x="1345" y="1"/>
                    <a:pt x="1345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4" name="Google Shape;6194;p19"/>
            <p:cNvSpPr/>
            <p:nvPr/>
          </p:nvSpPr>
          <p:spPr>
            <a:xfrm>
              <a:off x="1776325" y="1267025"/>
              <a:ext cx="42425" cy="56550"/>
            </a:xfrm>
            <a:custGeom>
              <a:rect b="b" l="l" r="r" t="t"/>
              <a:pathLst>
                <a:path extrusionOk="0" h="2262" w="1697">
                  <a:moveTo>
                    <a:pt x="494" y="1"/>
                  </a:moveTo>
                  <a:cubicBezTo>
                    <a:pt x="327" y="1"/>
                    <a:pt x="158" y="18"/>
                    <a:pt x="0" y="58"/>
                  </a:cubicBezTo>
                  <a:cubicBezTo>
                    <a:pt x="0" y="58"/>
                    <a:pt x="131" y="2261"/>
                    <a:pt x="328" y="2261"/>
                  </a:cubicBezTo>
                  <a:cubicBezTo>
                    <a:pt x="337" y="2261"/>
                    <a:pt x="346" y="2257"/>
                    <a:pt x="355" y="2248"/>
                  </a:cubicBezTo>
                  <a:cubicBezTo>
                    <a:pt x="565" y="2035"/>
                    <a:pt x="1697" y="481"/>
                    <a:pt x="1484" y="268"/>
                  </a:cubicBezTo>
                  <a:cubicBezTo>
                    <a:pt x="1331" y="117"/>
                    <a:pt x="921" y="1"/>
                    <a:pt x="49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5" name="Google Shape;6195;p19"/>
            <p:cNvSpPr/>
            <p:nvPr/>
          </p:nvSpPr>
          <p:spPr>
            <a:xfrm>
              <a:off x="2017050" y="906750"/>
              <a:ext cx="47575" cy="76200"/>
            </a:xfrm>
            <a:custGeom>
              <a:rect b="b" l="l" r="r" t="t"/>
              <a:pathLst>
                <a:path extrusionOk="0" h="3048" w="1903">
                  <a:moveTo>
                    <a:pt x="1679" y="1"/>
                  </a:moveTo>
                  <a:cubicBezTo>
                    <a:pt x="1679" y="1"/>
                    <a:pt x="1679" y="1"/>
                    <a:pt x="1678" y="1"/>
                  </a:cubicBezTo>
                  <a:cubicBezTo>
                    <a:pt x="901" y="16"/>
                    <a:pt x="673" y="50"/>
                    <a:pt x="1" y="244"/>
                  </a:cubicBezTo>
                  <a:cubicBezTo>
                    <a:pt x="1" y="244"/>
                    <a:pt x="935" y="3048"/>
                    <a:pt x="1215" y="3048"/>
                  </a:cubicBezTo>
                  <a:cubicBezTo>
                    <a:pt x="1231" y="3048"/>
                    <a:pt x="1245" y="3039"/>
                    <a:pt x="1256" y="3020"/>
                  </a:cubicBezTo>
                  <a:cubicBezTo>
                    <a:pt x="1468" y="2669"/>
                    <a:pt x="1903" y="1"/>
                    <a:pt x="1679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6" name="Google Shape;6196;p19"/>
            <p:cNvSpPr/>
            <p:nvPr/>
          </p:nvSpPr>
          <p:spPr>
            <a:xfrm>
              <a:off x="1597750" y="1180150"/>
              <a:ext cx="44725" cy="33025"/>
            </a:xfrm>
            <a:custGeom>
              <a:rect b="b" l="l" r="r" t="t"/>
              <a:pathLst>
                <a:path extrusionOk="0" h="1321" w="1789">
                  <a:moveTo>
                    <a:pt x="1525" y="0"/>
                  </a:moveTo>
                  <a:cubicBezTo>
                    <a:pt x="1102" y="0"/>
                    <a:pt x="0" y="279"/>
                    <a:pt x="0" y="279"/>
                  </a:cubicBezTo>
                  <a:cubicBezTo>
                    <a:pt x="0" y="696"/>
                    <a:pt x="377" y="1229"/>
                    <a:pt x="466" y="1316"/>
                  </a:cubicBezTo>
                  <a:cubicBezTo>
                    <a:pt x="469" y="1319"/>
                    <a:pt x="474" y="1320"/>
                    <a:pt x="479" y="1320"/>
                  </a:cubicBezTo>
                  <a:cubicBezTo>
                    <a:pt x="638" y="1320"/>
                    <a:pt x="1788" y="184"/>
                    <a:pt x="1681" y="36"/>
                  </a:cubicBezTo>
                  <a:cubicBezTo>
                    <a:pt x="1663" y="11"/>
                    <a:pt x="1607" y="0"/>
                    <a:pt x="1525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7" name="Google Shape;6197;p19"/>
            <p:cNvSpPr/>
            <p:nvPr/>
          </p:nvSpPr>
          <p:spPr>
            <a:xfrm>
              <a:off x="1584475" y="1155450"/>
              <a:ext cx="42600" cy="20600"/>
            </a:xfrm>
            <a:custGeom>
              <a:rect b="b" l="l" r="r" t="t"/>
              <a:pathLst>
                <a:path extrusionOk="0" h="824" w="1704">
                  <a:moveTo>
                    <a:pt x="130" y="1"/>
                  </a:moveTo>
                  <a:cubicBezTo>
                    <a:pt x="110" y="1"/>
                    <a:pt x="97" y="2"/>
                    <a:pt x="90" y="6"/>
                  </a:cubicBezTo>
                  <a:cubicBezTo>
                    <a:pt x="1" y="49"/>
                    <a:pt x="112" y="712"/>
                    <a:pt x="266" y="823"/>
                  </a:cubicBezTo>
                  <a:cubicBezTo>
                    <a:pt x="266" y="823"/>
                    <a:pt x="1703" y="515"/>
                    <a:pt x="1639" y="379"/>
                  </a:cubicBezTo>
                  <a:cubicBezTo>
                    <a:pt x="1576" y="256"/>
                    <a:pt x="377" y="1"/>
                    <a:pt x="130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8" name="Google Shape;6198;p19"/>
            <p:cNvSpPr/>
            <p:nvPr/>
          </p:nvSpPr>
          <p:spPr>
            <a:xfrm>
              <a:off x="1615475" y="1205025"/>
              <a:ext cx="31500" cy="35100"/>
            </a:xfrm>
            <a:custGeom>
              <a:rect b="b" l="l" r="r" t="t"/>
              <a:pathLst>
                <a:path extrusionOk="0" h="1404" w="1260">
                  <a:moveTo>
                    <a:pt x="1190" y="1"/>
                  </a:moveTo>
                  <a:cubicBezTo>
                    <a:pt x="1010" y="1"/>
                    <a:pt x="1" y="632"/>
                    <a:pt x="1" y="632"/>
                  </a:cubicBezTo>
                  <a:cubicBezTo>
                    <a:pt x="22" y="808"/>
                    <a:pt x="596" y="1403"/>
                    <a:pt x="685" y="1403"/>
                  </a:cubicBezTo>
                  <a:cubicBezTo>
                    <a:pt x="772" y="1403"/>
                    <a:pt x="1259" y="123"/>
                    <a:pt x="1216" y="12"/>
                  </a:cubicBezTo>
                  <a:cubicBezTo>
                    <a:pt x="1213" y="4"/>
                    <a:pt x="1204" y="1"/>
                    <a:pt x="1190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9" name="Google Shape;6199;p19"/>
            <p:cNvSpPr/>
            <p:nvPr/>
          </p:nvSpPr>
          <p:spPr>
            <a:xfrm>
              <a:off x="1925175" y="947775"/>
              <a:ext cx="42850" cy="42550"/>
            </a:xfrm>
            <a:custGeom>
              <a:rect b="b" l="l" r="r" t="t"/>
              <a:pathLst>
                <a:path extrusionOk="0" h="1702" w="1714">
                  <a:moveTo>
                    <a:pt x="903" y="1"/>
                  </a:moveTo>
                  <a:cubicBezTo>
                    <a:pt x="903" y="1"/>
                    <a:pt x="0" y="1701"/>
                    <a:pt x="144" y="1701"/>
                  </a:cubicBezTo>
                  <a:cubicBezTo>
                    <a:pt x="148" y="1701"/>
                    <a:pt x="153" y="1700"/>
                    <a:pt x="160" y="1697"/>
                  </a:cubicBezTo>
                  <a:cubicBezTo>
                    <a:pt x="372" y="1589"/>
                    <a:pt x="1714" y="1062"/>
                    <a:pt x="1680" y="812"/>
                  </a:cubicBezTo>
                  <a:cubicBezTo>
                    <a:pt x="1643" y="565"/>
                    <a:pt x="903" y="1"/>
                    <a:pt x="903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0" name="Google Shape;6200;p19"/>
            <p:cNvSpPr/>
            <p:nvPr/>
          </p:nvSpPr>
          <p:spPr>
            <a:xfrm>
              <a:off x="1935325" y="979550"/>
              <a:ext cx="48600" cy="35325"/>
            </a:xfrm>
            <a:custGeom>
              <a:rect b="b" l="l" r="r" t="t"/>
              <a:pathLst>
                <a:path extrusionOk="0" h="1413" w="1944">
                  <a:moveTo>
                    <a:pt x="1416" y="0"/>
                  </a:moveTo>
                  <a:cubicBezTo>
                    <a:pt x="1416" y="0"/>
                    <a:pt x="0" y="1413"/>
                    <a:pt x="247" y="1413"/>
                  </a:cubicBezTo>
                  <a:cubicBezTo>
                    <a:pt x="497" y="1413"/>
                    <a:pt x="1943" y="1308"/>
                    <a:pt x="1838" y="990"/>
                  </a:cubicBezTo>
                  <a:cubicBezTo>
                    <a:pt x="1734" y="673"/>
                    <a:pt x="1416" y="0"/>
                    <a:pt x="1416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1" name="Google Shape;6201;p19"/>
            <p:cNvSpPr/>
            <p:nvPr/>
          </p:nvSpPr>
          <p:spPr>
            <a:xfrm>
              <a:off x="1939800" y="1022875"/>
              <a:ext cx="47675" cy="25175"/>
            </a:xfrm>
            <a:custGeom>
              <a:rect b="b" l="l" r="r" t="t"/>
              <a:pathLst>
                <a:path extrusionOk="0" h="1007" w="1907">
                  <a:moveTo>
                    <a:pt x="1801" y="1"/>
                  </a:moveTo>
                  <a:cubicBezTo>
                    <a:pt x="1801" y="1"/>
                    <a:pt x="0" y="636"/>
                    <a:pt x="389" y="670"/>
                  </a:cubicBezTo>
                  <a:cubicBezTo>
                    <a:pt x="731" y="700"/>
                    <a:pt x="1645" y="1006"/>
                    <a:pt x="1860" y="1006"/>
                  </a:cubicBezTo>
                  <a:cubicBezTo>
                    <a:pt x="1890" y="1006"/>
                    <a:pt x="1906" y="1001"/>
                    <a:pt x="1906" y="988"/>
                  </a:cubicBezTo>
                  <a:cubicBezTo>
                    <a:pt x="1906" y="883"/>
                    <a:pt x="1801" y="1"/>
                    <a:pt x="180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2" name="Google Shape;6202;p19"/>
            <p:cNvSpPr/>
            <p:nvPr/>
          </p:nvSpPr>
          <p:spPr>
            <a:xfrm>
              <a:off x="1932300" y="954025"/>
              <a:ext cx="103275" cy="192550"/>
            </a:xfrm>
            <a:custGeom>
              <a:rect b="b" l="l" r="r" t="t"/>
              <a:pathLst>
                <a:path extrusionOk="0" h="7702" w="4131">
                  <a:moveTo>
                    <a:pt x="1104" y="1"/>
                  </a:moveTo>
                  <a:cubicBezTo>
                    <a:pt x="1056" y="1"/>
                    <a:pt x="1009" y="53"/>
                    <a:pt x="1040" y="108"/>
                  </a:cubicBezTo>
                  <a:cubicBezTo>
                    <a:pt x="1071" y="158"/>
                    <a:pt x="3943" y="5099"/>
                    <a:pt x="60" y="7569"/>
                  </a:cubicBezTo>
                  <a:cubicBezTo>
                    <a:pt x="1" y="7609"/>
                    <a:pt x="26" y="7702"/>
                    <a:pt x="100" y="7702"/>
                  </a:cubicBezTo>
                  <a:cubicBezTo>
                    <a:pt x="112" y="7702"/>
                    <a:pt x="124" y="7696"/>
                    <a:pt x="137" y="7690"/>
                  </a:cubicBezTo>
                  <a:cubicBezTo>
                    <a:pt x="4131" y="5145"/>
                    <a:pt x="1195" y="87"/>
                    <a:pt x="1164" y="37"/>
                  </a:cubicBezTo>
                  <a:cubicBezTo>
                    <a:pt x="1148" y="12"/>
                    <a:pt x="1126" y="1"/>
                    <a:pt x="11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3" name="Google Shape;6203;p19"/>
            <p:cNvSpPr/>
            <p:nvPr/>
          </p:nvSpPr>
          <p:spPr>
            <a:xfrm>
              <a:off x="1886975" y="1038700"/>
              <a:ext cx="74850" cy="53050"/>
            </a:xfrm>
            <a:custGeom>
              <a:rect b="b" l="l" r="r" t="t"/>
              <a:pathLst>
                <a:path extrusionOk="0" h="2122" w="2994">
                  <a:moveTo>
                    <a:pt x="2889" y="1"/>
                  </a:moveTo>
                  <a:cubicBezTo>
                    <a:pt x="2876" y="1"/>
                    <a:pt x="2861" y="5"/>
                    <a:pt x="2847" y="15"/>
                  </a:cubicBezTo>
                  <a:lnTo>
                    <a:pt x="56" y="1996"/>
                  </a:lnTo>
                  <a:cubicBezTo>
                    <a:pt x="0" y="2033"/>
                    <a:pt x="28" y="2122"/>
                    <a:pt x="99" y="2122"/>
                  </a:cubicBezTo>
                  <a:cubicBezTo>
                    <a:pt x="111" y="2122"/>
                    <a:pt x="127" y="2119"/>
                    <a:pt x="139" y="2110"/>
                  </a:cubicBezTo>
                  <a:lnTo>
                    <a:pt x="2930" y="130"/>
                  </a:lnTo>
                  <a:cubicBezTo>
                    <a:pt x="2993" y="87"/>
                    <a:pt x="2950" y="1"/>
                    <a:pt x="28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4" name="Google Shape;6204;p19"/>
            <p:cNvSpPr/>
            <p:nvPr/>
          </p:nvSpPr>
          <p:spPr>
            <a:xfrm>
              <a:off x="2068725" y="905500"/>
              <a:ext cx="37100" cy="71650"/>
            </a:xfrm>
            <a:custGeom>
              <a:rect b="b" l="l" r="r" t="t"/>
              <a:pathLst>
                <a:path extrusionOk="0" h="2866" w="1484">
                  <a:moveTo>
                    <a:pt x="667" y="0"/>
                  </a:moveTo>
                  <a:cubicBezTo>
                    <a:pt x="444" y="0"/>
                    <a:pt x="221" y="22"/>
                    <a:pt x="0" y="66"/>
                  </a:cubicBezTo>
                  <a:cubicBezTo>
                    <a:pt x="0" y="66"/>
                    <a:pt x="300" y="2865"/>
                    <a:pt x="481" y="2865"/>
                  </a:cubicBezTo>
                  <a:cubicBezTo>
                    <a:pt x="486" y="2865"/>
                    <a:pt x="492" y="2863"/>
                    <a:pt x="497" y="2858"/>
                  </a:cubicBezTo>
                  <a:cubicBezTo>
                    <a:pt x="672" y="2679"/>
                    <a:pt x="1484" y="100"/>
                    <a:pt x="1484" y="100"/>
                  </a:cubicBezTo>
                  <a:cubicBezTo>
                    <a:pt x="1216" y="34"/>
                    <a:pt x="942" y="0"/>
                    <a:pt x="66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5" name="Google Shape;6205;p19"/>
            <p:cNvSpPr/>
            <p:nvPr/>
          </p:nvSpPr>
          <p:spPr>
            <a:xfrm>
              <a:off x="1973325" y="914625"/>
              <a:ext cx="57200" cy="70275"/>
            </a:xfrm>
            <a:custGeom>
              <a:rect b="b" l="l" r="r" t="t"/>
              <a:pathLst>
                <a:path extrusionOk="0" h="2811" w="2288">
                  <a:moveTo>
                    <a:pt x="1327" y="0"/>
                  </a:moveTo>
                  <a:cubicBezTo>
                    <a:pt x="1238" y="37"/>
                    <a:pt x="214" y="232"/>
                    <a:pt x="106" y="408"/>
                  </a:cubicBezTo>
                  <a:cubicBezTo>
                    <a:pt x="1" y="583"/>
                    <a:pt x="1873" y="2776"/>
                    <a:pt x="2086" y="2810"/>
                  </a:cubicBezTo>
                  <a:cubicBezTo>
                    <a:pt x="2087" y="2810"/>
                    <a:pt x="2088" y="2810"/>
                    <a:pt x="2089" y="2810"/>
                  </a:cubicBezTo>
                  <a:cubicBezTo>
                    <a:pt x="2287" y="2810"/>
                    <a:pt x="1327" y="0"/>
                    <a:pt x="132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6" name="Google Shape;6206;p19"/>
            <p:cNvSpPr/>
            <p:nvPr/>
          </p:nvSpPr>
          <p:spPr>
            <a:xfrm>
              <a:off x="2183325" y="964975"/>
              <a:ext cx="59450" cy="59700"/>
            </a:xfrm>
            <a:custGeom>
              <a:rect b="b" l="l" r="r" t="t"/>
              <a:pathLst>
                <a:path extrusionOk="0" h="2388" w="2378">
                  <a:moveTo>
                    <a:pt x="1443" y="0"/>
                  </a:moveTo>
                  <a:cubicBezTo>
                    <a:pt x="1443" y="0"/>
                    <a:pt x="1" y="2388"/>
                    <a:pt x="272" y="2388"/>
                  </a:cubicBezTo>
                  <a:cubicBezTo>
                    <a:pt x="278" y="2388"/>
                    <a:pt x="285" y="2387"/>
                    <a:pt x="292" y="2385"/>
                  </a:cubicBezTo>
                  <a:cubicBezTo>
                    <a:pt x="647" y="2280"/>
                    <a:pt x="2377" y="1290"/>
                    <a:pt x="2235" y="972"/>
                  </a:cubicBezTo>
                  <a:cubicBezTo>
                    <a:pt x="2097" y="654"/>
                    <a:pt x="1443" y="0"/>
                    <a:pt x="1443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7" name="Google Shape;6207;p19"/>
            <p:cNvSpPr/>
            <p:nvPr/>
          </p:nvSpPr>
          <p:spPr>
            <a:xfrm>
              <a:off x="2196875" y="1006925"/>
              <a:ext cx="68575" cy="44650"/>
            </a:xfrm>
            <a:custGeom>
              <a:rect b="b" l="l" r="r" t="t"/>
              <a:pathLst>
                <a:path extrusionOk="0" h="1786" w="2743">
                  <a:moveTo>
                    <a:pt x="2101" y="0"/>
                  </a:moveTo>
                  <a:cubicBezTo>
                    <a:pt x="2101" y="0"/>
                    <a:pt x="0" y="1663"/>
                    <a:pt x="318" y="1768"/>
                  </a:cubicBezTo>
                  <a:cubicBezTo>
                    <a:pt x="353" y="1780"/>
                    <a:pt x="411" y="1785"/>
                    <a:pt x="486" y="1785"/>
                  </a:cubicBezTo>
                  <a:cubicBezTo>
                    <a:pt x="1081" y="1785"/>
                    <a:pt x="2743" y="1429"/>
                    <a:pt x="2650" y="1114"/>
                  </a:cubicBezTo>
                  <a:cubicBezTo>
                    <a:pt x="2542" y="759"/>
                    <a:pt x="2101" y="0"/>
                    <a:pt x="210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8" name="Google Shape;6208;p19"/>
            <p:cNvSpPr/>
            <p:nvPr/>
          </p:nvSpPr>
          <p:spPr>
            <a:xfrm>
              <a:off x="2216300" y="1054175"/>
              <a:ext cx="63400" cy="31000"/>
            </a:xfrm>
            <a:custGeom>
              <a:rect b="b" l="l" r="r" t="t"/>
              <a:pathLst>
                <a:path extrusionOk="0" h="1240" w="2536">
                  <a:moveTo>
                    <a:pt x="2172" y="1"/>
                  </a:moveTo>
                  <a:cubicBezTo>
                    <a:pt x="2172" y="1"/>
                    <a:pt x="0" y="513"/>
                    <a:pt x="318" y="797"/>
                  </a:cubicBezTo>
                  <a:cubicBezTo>
                    <a:pt x="547" y="1001"/>
                    <a:pt x="1606" y="1240"/>
                    <a:pt x="2171" y="1240"/>
                  </a:cubicBezTo>
                  <a:cubicBezTo>
                    <a:pt x="2391" y="1240"/>
                    <a:pt x="2536" y="1204"/>
                    <a:pt x="2526" y="1114"/>
                  </a:cubicBezTo>
                  <a:cubicBezTo>
                    <a:pt x="2489" y="797"/>
                    <a:pt x="2172" y="1"/>
                    <a:pt x="2172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9" name="Google Shape;6209;p19"/>
            <p:cNvSpPr/>
            <p:nvPr/>
          </p:nvSpPr>
          <p:spPr>
            <a:xfrm>
              <a:off x="2028075" y="1027275"/>
              <a:ext cx="72525" cy="48625"/>
            </a:xfrm>
            <a:custGeom>
              <a:rect b="b" l="l" r="r" t="t"/>
              <a:pathLst>
                <a:path extrusionOk="0" h="1945" w="2901">
                  <a:moveTo>
                    <a:pt x="991" y="1"/>
                  </a:moveTo>
                  <a:cubicBezTo>
                    <a:pt x="991" y="1"/>
                    <a:pt x="355" y="636"/>
                    <a:pt x="180" y="988"/>
                  </a:cubicBezTo>
                  <a:cubicBezTo>
                    <a:pt x="1" y="1342"/>
                    <a:pt x="2298" y="1907"/>
                    <a:pt x="2616" y="1944"/>
                  </a:cubicBezTo>
                  <a:cubicBezTo>
                    <a:pt x="2619" y="1944"/>
                    <a:pt x="2621" y="1944"/>
                    <a:pt x="2624" y="1944"/>
                  </a:cubicBezTo>
                  <a:cubicBezTo>
                    <a:pt x="2901" y="1944"/>
                    <a:pt x="991" y="1"/>
                    <a:pt x="99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0" name="Google Shape;6210;p19"/>
            <p:cNvSpPr/>
            <p:nvPr/>
          </p:nvSpPr>
          <p:spPr>
            <a:xfrm>
              <a:off x="2004475" y="1061750"/>
              <a:ext cx="89950" cy="47050"/>
            </a:xfrm>
            <a:custGeom>
              <a:rect b="b" l="l" r="r" t="t"/>
              <a:pathLst>
                <a:path extrusionOk="0" h="1882" w="3598">
                  <a:moveTo>
                    <a:pt x="803" y="0"/>
                  </a:moveTo>
                  <a:cubicBezTo>
                    <a:pt x="803" y="0"/>
                    <a:pt x="204" y="953"/>
                    <a:pt x="96" y="1271"/>
                  </a:cubicBezTo>
                  <a:cubicBezTo>
                    <a:pt x="1" y="1561"/>
                    <a:pt x="2581" y="1882"/>
                    <a:pt x="3221" y="1882"/>
                  </a:cubicBezTo>
                  <a:cubicBezTo>
                    <a:pt x="3282" y="1882"/>
                    <a:pt x="3326" y="1879"/>
                    <a:pt x="3347" y="1872"/>
                  </a:cubicBezTo>
                  <a:cubicBezTo>
                    <a:pt x="3597" y="1801"/>
                    <a:pt x="803" y="0"/>
                    <a:pt x="803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1" name="Google Shape;6211;p19"/>
            <p:cNvSpPr/>
            <p:nvPr/>
          </p:nvSpPr>
          <p:spPr>
            <a:xfrm>
              <a:off x="1988375" y="1105475"/>
              <a:ext cx="68950" cy="31625"/>
            </a:xfrm>
            <a:custGeom>
              <a:rect b="b" l="l" r="r" t="t"/>
              <a:pathLst>
                <a:path extrusionOk="0" h="1265" w="2758">
                  <a:moveTo>
                    <a:pt x="404" y="0"/>
                  </a:moveTo>
                  <a:cubicBezTo>
                    <a:pt x="404" y="0"/>
                    <a:pt x="0" y="867"/>
                    <a:pt x="0" y="1113"/>
                  </a:cubicBezTo>
                  <a:cubicBezTo>
                    <a:pt x="0" y="1225"/>
                    <a:pt x="477" y="1265"/>
                    <a:pt x="1018" y="1265"/>
                  </a:cubicBezTo>
                  <a:cubicBezTo>
                    <a:pt x="1674" y="1265"/>
                    <a:pt x="2427" y="1206"/>
                    <a:pt x="2545" y="1147"/>
                  </a:cubicBezTo>
                  <a:cubicBezTo>
                    <a:pt x="2758" y="1039"/>
                    <a:pt x="404" y="0"/>
                    <a:pt x="404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2" name="Google Shape;6212;p19"/>
            <p:cNvSpPr/>
            <p:nvPr/>
          </p:nvSpPr>
          <p:spPr>
            <a:xfrm>
              <a:off x="2023675" y="1229075"/>
              <a:ext cx="42425" cy="59725"/>
            </a:xfrm>
            <a:custGeom>
              <a:rect b="b" l="l" r="r" t="t"/>
              <a:pathLst>
                <a:path extrusionOk="0" h="2389" w="1697">
                  <a:moveTo>
                    <a:pt x="1638" y="0"/>
                  </a:moveTo>
                  <a:cubicBezTo>
                    <a:pt x="1439" y="0"/>
                    <a:pt x="1" y="1468"/>
                    <a:pt x="1" y="1468"/>
                  </a:cubicBezTo>
                  <a:cubicBezTo>
                    <a:pt x="1" y="1468"/>
                    <a:pt x="849" y="2316"/>
                    <a:pt x="1167" y="2387"/>
                  </a:cubicBezTo>
                  <a:cubicBezTo>
                    <a:pt x="1172" y="2388"/>
                    <a:pt x="1177" y="2389"/>
                    <a:pt x="1182" y="2389"/>
                  </a:cubicBezTo>
                  <a:cubicBezTo>
                    <a:pt x="1491" y="2389"/>
                    <a:pt x="1697" y="228"/>
                    <a:pt x="1660" y="19"/>
                  </a:cubicBezTo>
                  <a:cubicBezTo>
                    <a:pt x="1658" y="6"/>
                    <a:pt x="1651" y="0"/>
                    <a:pt x="1638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3" name="Google Shape;6213;p19"/>
            <p:cNvSpPr/>
            <p:nvPr/>
          </p:nvSpPr>
          <p:spPr>
            <a:xfrm>
              <a:off x="2064325" y="1227100"/>
              <a:ext cx="42425" cy="76875"/>
            </a:xfrm>
            <a:custGeom>
              <a:rect b="b" l="l" r="r" t="t"/>
              <a:pathLst>
                <a:path extrusionOk="0" h="3075" w="1697">
                  <a:moveTo>
                    <a:pt x="1292" y="0"/>
                  </a:moveTo>
                  <a:cubicBezTo>
                    <a:pt x="975" y="0"/>
                    <a:pt x="0" y="2642"/>
                    <a:pt x="0" y="2642"/>
                  </a:cubicBezTo>
                  <a:cubicBezTo>
                    <a:pt x="0" y="2642"/>
                    <a:pt x="1175" y="3074"/>
                    <a:pt x="1473" y="3074"/>
                  </a:cubicBezTo>
                  <a:cubicBezTo>
                    <a:pt x="1493" y="3074"/>
                    <a:pt x="1509" y="3072"/>
                    <a:pt x="1521" y="3068"/>
                  </a:cubicBezTo>
                  <a:cubicBezTo>
                    <a:pt x="1697" y="2997"/>
                    <a:pt x="1589" y="381"/>
                    <a:pt x="1342" y="30"/>
                  </a:cubicBezTo>
                  <a:cubicBezTo>
                    <a:pt x="1328" y="10"/>
                    <a:pt x="1311" y="0"/>
                    <a:pt x="1292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4" name="Google Shape;6214;p19"/>
            <p:cNvSpPr/>
            <p:nvPr/>
          </p:nvSpPr>
          <p:spPr>
            <a:xfrm>
              <a:off x="2111125" y="1251175"/>
              <a:ext cx="27400" cy="59575"/>
            </a:xfrm>
            <a:custGeom>
              <a:rect b="b" l="l" r="r" t="t"/>
              <a:pathLst>
                <a:path extrusionOk="0" h="2383" w="1096">
                  <a:moveTo>
                    <a:pt x="784" y="1"/>
                  </a:moveTo>
                  <a:cubicBezTo>
                    <a:pt x="511" y="1"/>
                    <a:pt x="0" y="2281"/>
                    <a:pt x="0" y="2281"/>
                  </a:cubicBezTo>
                  <a:cubicBezTo>
                    <a:pt x="97" y="2361"/>
                    <a:pt x="305" y="2383"/>
                    <a:pt x="502" y="2383"/>
                  </a:cubicBezTo>
                  <a:cubicBezTo>
                    <a:pt x="737" y="2383"/>
                    <a:pt x="957" y="2352"/>
                    <a:pt x="957" y="2352"/>
                  </a:cubicBezTo>
                  <a:cubicBezTo>
                    <a:pt x="957" y="2352"/>
                    <a:pt x="1095" y="513"/>
                    <a:pt x="849" y="54"/>
                  </a:cubicBezTo>
                  <a:cubicBezTo>
                    <a:pt x="829" y="18"/>
                    <a:pt x="808" y="1"/>
                    <a:pt x="78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5" name="Google Shape;6215;p19"/>
            <p:cNvSpPr/>
            <p:nvPr/>
          </p:nvSpPr>
          <p:spPr>
            <a:xfrm>
              <a:off x="1967250" y="997225"/>
              <a:ext cx="181550" cy="317600"/>
            </a:xfrm>
            <a:custGeom>
              <a:rect b="b" l="l" r="r" t="t"/>
              <a:pathLst>
                <a:path extrusionOk="0" h="12704" w="7262">
                  <a:moveTo>
                    <a:pt x="5755" y="0"/>
                  </a:moveTo>
                  <a:cubicBezTo>
                    <a:pt x="5585" y="0"/>
                    <a:pt x="5403" y="17"/>
                    <a:pt x="5210" y="58"/>
                  </a:cubicBezTo>
                  <a:cubicBezTo>
                    <a:pt x="3689" y="382"/>
                    <a:pt x="2242" y="1980"/>
                    <a:pt x="913" y="4808"/>
                  </a:cubicBezTo>
                  <a:cubicBezTo>
                    <a:pt x="65" y="6612"/>
                    <a:pt x="0" y="8176"/>
                    <a:pt x="725" y="9453"/>
                  </a:cubicBezTo>
                  <a:cubicBezTo>
                    <a:pt x="1536" y="10887"/>
                    <a:pt x="3205" y="11695"/>
                    <a:pt x="4463" y="12121"/>
                  </a:cubicBezTo>
                  <a:cubicBezTo>
                    <a:pt x="5293" y="12398"/>
                    <a:pt x="6147" y="12596"/>
                    <a:pt x="7017" y="12704"/>
                  </a:cubicBezTo>
                  <a:lnTo>
                    <a:pt x="7023" y="12704"/>
                  </a:lnTo>
                  <a:cubicBezTo>
                    <a:pt x="7024" y="12704"/>
                    <a:pt x="7025" y="12704"/>
                    <a:pt x="7026" y="12704"/>
                  </a:cubicBezTo>
                  <a:cubicBezTo>
                    <a:pt x="7119" y="12704"/>
                    <a:pt x="7124" y="12568"/>
                    <a:pt x="7032" y="12562"/>
                  </a:cubicBezTo>
                  <a:cubicBezTo>
                    <a:pt x="6172" y="12454"/>
                    <a:pt x="5327" y="12260"/>
                    <a:pt x="4506" y="11985"/>
                  </a:cubicBezTo>
                  <a:cubicBezTo>
                    <a:pt x="3273" y="11569"/>
                    <a:pt x="1635" y="10776"/>
                    <a:pt x="848" y="9382"/>
                  </a:cubicBezTo>
                  <a:cubicBezTo>
                    <a:pt x="148" y="8145"/>
                    <a:pt x="213" y="6628"/>
                    <a:pt x="1040" y="4867"/>
                  </a:cubicBezTo>
                  <a:cubicBezTo>
                    <a:pt x="2671" y="1400"/>
                    <a:pt x="4223" y="413"/>
                    <a:pt x="5234" y="197"/>
                  </a:cubicBezTo>
                  <a:cubicBezTo>
                    <a:pt x="5415" y="158"/>
                    <a:pt x="5586" y="142"/>
                    <a:pt x="5745" y="142"/>
                  </a:cubicBezTo>
                  <a:cubicBezTo>
                    <a:pt x="6580" y="142"/>
                    <a:pt x="7107" y="587"/>
                    <a:pt x="7113" y="592"/>
                  </a:cubicBezTo>
                  <a:cubicBezTo>
                    <a:pt x="7127" y="605"/>
                    <a:pt x="7143" y="610"/>
                    <a:pt x="7158" y="610"/>
                  </a:cubicBezTo>
                  <a:cubicBezTo>
                    <a:pt x="7215" y="610"/>
                    <a:pt x="7261" y="533"/>
                    <a:pt x="7205" y="484"/>
                  </a:cubicBezTo>
                  <a:cubicBezTo>
                    <a:pt x="7177" y="461"/>
                    <a:pt x="6633" y="0"/>
                    <a:pt x="575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6" name="Google Shape;6216;p19"/>
            <p:cNvSpPr/>
            <p:nvPr/>
          </p:nvSpPr>
          <p:spPr>
            <a:xfrm>
              <a:off x="1688350" y="1264425"/>
              <a:ext cx="247700" cy="56425"/>
            </a:xfrm>
            <a:custGeom>
              <a:rect b="b" l="l" r="r" t="t"/>
              <a:pathLst>
                <a:path extrusionOk="0" h="2257" w="9908">
                  <a:moveTo>
                    <a:pt x="2979" y="1"/>
                  </a:moveTo>
                  <a:cubicBezTo>
                    <a:pt x="1116" y="1"/>
                    <a:pt x="88" y="560"/>
                    <a:pt x="68" y="569"/>
                  </a:cubicBezTo>
                  <a:cubicBezTo>
                    <a:pt x="0" y="608"/>
                    <a:pt x="38" y="703"/>
                    <a:pt x="102" y="703"/>
                  </a:cubicBezTo>
                  <a:cubicBezTo>
                    <a:pt x="114" y="703"/>
                    <a:pt x="126" y="700"/>
                    <a:pt x="139" y="693"/>
                  </a:cubicBezTo>
                  <a:cubicBezTo>
                    <a:pt x="148" y="690"/>
                    <a:pt x="1046" y="193"/>
                    <a:pt x="2671" y="137"/>
                  </a:cubicBezTo>
                  <a:cubicBezTo>
                    <a:pt x="2767" y="134"/>
                    <a:pt x="2866" y="132"/>
                    <a:pt x="2970" y="132"/>
                  </a:cubicBezTo>
                  <a:cubicBezTo>
                    <a:pt x="4491" y="132"/>
                    <a:pt x="6828" y="526"/>
                    <a:pt x="9774" y="2247"/>
                  </a:cubicBezTo>
                  <a:cubicBezTo>
                    <a:pt x="9784" y="2253"/>
                    <a:pt x="9796" y="2256"/>
                    <a:pt x="9808" y="2256"/>
                  </a:cubicBezTo>
                  <a:cubicBezTo>
                    <a:pt x="9882" y="2256"/>
                    <a:pt x="9907" y="2161"/>
                    <a:pt x="9845" y="2127"/>
                  </a:cubicBezTo>
                  <a:cubicBezTo>
                    <a:pt x="6973" y="446"/>
                    <a:pt x="4643" y="1"/>
                    <a:pt x="29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7" name="Google Shape;6217;p19"/>
            <p:cNvSpPr/>
            <p:nvPr/>
          </p:nvSpPr>
          <p:spPr>
            <a:xfrm>
              <a:off x="1944050" y="1325075"/>
              <a:ext cx="34850" cy="45350"/>
            </a:xfrm>
            <a:custGeom>
              <a:rect b="b" l="l" r="r" t="t"/>
              <a:pathLst>
                <a:path extrusionOk="0" h="1814" w="1394">
                  <a:moveTo>
                    <a:pt x="114" y="0"/>
                  </a:moveTo>
                  <a:lnTo>
                    <a:pt x="114" y="0"/>
                  </a:lnTo>
                  <a:cubicBezTo>
                    <a:pt x="114" y="0"/>
                    <a:pt x="0" y="1814"/>
                    <a:pt x="220" y="1814"/>
                  </a:cubicBezTo>
                  <a:cubicBezTo>
                    <a:pt x="230" y="1814"/>
                    <a:pt x="239" y="1811"/>
                    <a:pt x="250" y="1804"/>
                  </a:cubicBezTo>
                  <a:cubicBezTo>
                    <a:pt x="509" y="1638"/>
                    <a:pt x="1394" y="561"/>
                    <a:pt x="1394" y="561"/>
                  </a:cubicBezTo>
                  <a:lnTo>
                    <a:pt x="114" y="0"/>
                  </a:ln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8" name="Google Shape;6218;p19"/>
            <p:cNvSpPr/>
            <p:nvPr/>
          </p:nvSpPr>
          <p:spPr>
            <a:xfrm>
              <a:off x="1980300" y="1342025"/>
              <a:ext cx="35700" cy="42600"/>
            </a:xfrm>
            <a:custGeom>
              <a:rect b="b" l="l" r="r" t="t"/>
              <a:pathLst>
                <a:path extrusionOk="0" h="1704" w="1428">
                  <a:moveTo>
                    <a:pt x="274" y="1"/>
                  </a:moveTo>
                  <a:cubicBezTo>
                    <a:pt x="274" y="1"/>
                    <a:pt x="0" y="1703"/>
                    <a:pt x="156" y="1703"/>
                  </a:cubicBezTo>
                  <a:cubicBezTo>
                    <a:pt x="157" y="1703"/>
                    <a:pt x="159" y="1703"/>
                    <a:pt x="160" y="1703"/>
                  </a:cubicBezTo>
                  <a:cubicBezTo>
                    <a:pt x="323" y="1682"/>
                    <a:pt x="1427" y="380"/>
                    <a:pt x="1239" y="260"/>
                  </a:cubicBezTo>
                  <a:cubicBezTo>
                    <a:pt x="1048" y="142"/>
                    <a:pt x="274" y="1"/>
                    <a:pt x="27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9" name="Google Shape;6219;p19"/>
            <p:cNvSpPr/>
            <p:nvPr/>
          </p:nvSpPr>
          <p:spPr>
            <a:xfrm>
              <a:off x="2016050" y="1349750"/>
              <a:ext cx="31225" cy="42975"/>
            </a:xfrm>
            <a:custGeom>
              <a:rect b="b" l="l" r="r" t="t"/>
              <a:pathLst>
                <a:path extrusionOk="0" h="1719" w="1249">
                  <a:moveTo>
                    <a:pt x="1" y="0"/>
                  </a:moveTo>
                  <a:cubicBezTo>
                    <a:pt x="1" y="0"/>
                    <a:pt x="1" y="1672"/>
                    <a:pt x="210" y="1718"/>
                  </a:cubicBezTo>
                  <a:cubicBezTo>
                    <a:pt x="213" y="1719"/>
                    <a:pt x="216" y="1719"/>
                    <a:pt x="220" y="1719"/>
                  </a:cubicBezTo>
                  <a:cubicBezTo>
                    <a:pt x="446" y="1719"/>
                    <a:pt x="1248" y="138"/>
                    <a:pt x="1154" y="117"/>
                  </a:cubicBezTo>
                  <a:cubicBezTo>
                    <a:pt x="1058" y="93"/>
                    <a:pt x="210" y="93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0" name="Google Shape;6220;p19"/>
            <p:cNvSpPr/>
            <p:nvPr/>
          </p:nvSpPr>
          <p:spPr>
            <a:xfrm>
              <a:off x="2136825" y="1354750"/>
              <a:ext cx="45350" cy="62100"/>
            </a:xfrm>
            <a:custGeom>
              <a:rect b="b" l="l" r="r" t="t"/>
              <a:pathLst>
                <a:path extrusionOk="0" h="2484" w="1814">
                  <a:moveTo>
                    <a:pt x="87" y="1"/>
                  </a:moveTo>
                  <a:cubicBezTo>
                    <a:pt x="0" y="1"/>
                    <a:pt x="246" y="2483"/>
                    <a:pt x="246" y="2483"/>
                  </a:cubicBezTo>
                  <a:cubicBezTo>
                    <a:pt x="1128" y="2308"/>
                    <a:pt x="1606" y="2036"/>
                    <a:pt x="1711" y="1866"/>
                  </a:cubicBezTo>
                  <a:cubicBezTo>
                    <a:pt x="1813" y="1697"/>
                    <a:pt x="194" y="105"/>
                    <a:pt x="92" y="4"/>
                  </a:cubicBezTo>
                  <a:cubicBezTo>
                    <a:pt x="90" y="2"/>
                    <a:pt x="88" y="1"/>
                    <a:pt x="87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1" name="Google Shape;6221;p19"/>
            <p:cNvSpPr/>
            <p:nvPr/>
          </p:nvSpPr>
          <p:spPr>
            <a:xfrm>
              <a:off x="2160325" y="1332350"/>
              <a:ext cx="63950" cy="65525"/>
            </a:xfrm>
            <a:custGeom>
              <a:rect b="b" l="l" r="r" t="t"/>
              <a:pathLst>
                <a:path extrusionOk="0" h="2621" w="2558">
                  <a:moveTo>
                    <a:pt x="297" y="0"/>
                  </a:moveTo>
                  <a:cubicBezTo>
                    <a:pt x="0" y="0"/>
                    <a:pt x="1197" y="2621"/>
                    <a:pt x="1197" y="2621"/>
                  </a:cubicBezTo>
                  <a:cubicBezTo>
                    <a:pt x="1197" y="2621"/>
                    <a:pt x="2045" y="2127"/>
                    <a:pt x="2363" y="1735"/>
                  </a:cubicBezTo>
                  <a:cubicBezTo>
                    <a:pt x="2557" y="1501"/>
                    <a:pt x="784" y="252"/>
                    <a:pt x="343" y="14"/>
                  </a:cubicBezTo>
                  <a:cubicBezTo>
                    <a:pt x="325" y="5"/>
                    <a:pt x="310" y="0"/>
                    <a:pt x="29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2" name="Google Shape;6222;p19"/>
            <p:cNvSpPr/>
            <p:nvPr/>
          </p:nvSpPr>
          <p:spPr>
            <a:xfrm>
              <a:off x="2185375" y="1315650"/>
              <a:ext cx="63475" cy="51775"/>
            </a:xfrm>
            <a:custGeom>
              <a:rect b="b" l="l" r="r" t="t"/>
              <a:pathLst>
                <a:path extrusionOk="0" h="2071" w="2539">
                  <a:moveTo>
                    <a:pt x="271" y="0"/>
                  </a:moveTo>
                  <a:cubicBezTo>
                    <a:pt x="0" y="0"/>
                    <a:pt x="1749" y="2070"/>
                    <a:pt x="1749" y="2070"/>
                  </a:cubicBezTo>
                  <a:cubicBezTo>
                    <a:pt x="2055" y="1867"/>
                    <a:pt x="2539" y="1228"/>
                    <a:pt x="2505" y="1025"/>
                  </a:cubicBezTo>
                  <a:cubicBezTo>
                    <a:pt x="2471" y="818"/>
                    <a:pt x="667" y="106"/>
                    <a:pt x="294" y="4"/>
                  </a:cubicBezTo>
                  <a:cubicBezTo>
                    <a:pt x="285" y="1"/>
                    <a:pt x="278" y="0"/>
                    <a:pt x="27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3" name="Google Shape;6223;p19"/>
            <p:cNvSpPr/>
            <p:nvPr/>
          </p:nvSpPr>
          <p:spPr>
            <a:xfrm>
              <a:off x="2239425" y="1212925"/>
              <a:ext cx="57550" cy="35675"/>
            </a:xfrm>
            <a:custGeom>
              <a:rect b="b" l="l" r="r" t="t"/>
              <a:pathLst>
                <a:path extrusionOk="0" h="1427" w="2302">
                  <a:moveTo>
                    <a:pt x="1195" y="1"/>
                  </a:moveTo>
                  <a:cubicBezTo>
                    <a:pt x="728" y="1"/>
                    <a:pt x="257" y="30"/>
                    <a:pt x="173" y="63"/>
                  </a:cubicBezTo>
                  <a:cubicBezTo>
                    <a:pt x="1" y="131"/>
                    <a:pt x="2042" y="1426"/>
                    <a:pt x="2042" y="1426"/>
                  </a:cubicBezTo>
                  <a:cubicBezTo>
                    <a:pt x="2042" y="1426"/>
                    <a:pt x="2302" y="288"/>
                    <a:pt x="2203" y="119"/>
                  </a:cubicBezTo>
                  <a:cubicBezTo>
                    <a:pt x="2151" y="31"/>
                    <a:pt x="1675" y="1"/>
                    <a:pt x="1195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4" name="Google Shape;6224;p19"/>
            <p:cNvSpPr/>
            <p:nvPr/>
          </p:nvSpPr>
          <p:spPr>
            <a:xfrm>
              <a:off x="2236025" y="1172125"/>
              <a:ext cx="61025" cy="28750"/>
            </a:xfrm>
            <a:custGeom>
              <a:rect b="b" l="l" r="r" t="t"/>
              <a:pathLst>
                <a:path extrusionOk="0" h="1150" w="2441">
                  <a:moveTo>
                    <a:pt x="2241" y="1"/>
                  </a:moveTo>
                  <a:cubicBezTo>
                    <a:pt x="1821" y="1"/>
                    <a:pt x="257" y="760"/>
                    <a:pt x="137" y="881"/>
                  </a:cubicBezTo>
                  <a:cubicBezTo>
                    <a:pt x="1" y="1014"/>
                    <a:pt x="2391" y="1149"/>
                    <a:pt x="2391" y="1149"/>
                  </a:cubicBezTo>
                  <a:cubicBezTo>
                    <a:pt x="2391" y="1149"/>
                    <a:pt x="2441" y="273"/>
                    <a:pt x="2339" y="39"/>
                  </a:cubicBezTo>
                  <a:cubicBezTo>
                    <a:pt x="2327" y="13"/>
                    <a:pt x="2293" y="1"/>
                    <a:pt x="224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5" name="Google Shape;6225;p19"/>
            <p:cNvSpPr/>
            <p:nvPr/>
          </p:nvSpPr>
          <p:spPr>
            <a:xfrm>
              <a:off x="2242450" y="1242450"/>
              <a:ext cx="46350" cy="41875"/>
            </a:xfrm>
            <a:custGeom>
              <a:rect b="b" l="l" r="r" t="t"/>
              <a:pathLst>
                <a:path extrusionOk="0" h="1675" w="1854">
                  <a:moveTo>
                    <a:pt x="63" y="1"/>
                  </a:moveTo>
                  <a:cubicBezTo>
                    <a:pt x="18" y="1"/>
                    <a:pt x="0" y="12"/>
                    <a:pt x="18" y="39"/>
                  </a:cubicBezTo>
                  <a:cubicBezTo>
                    <a:pt x="154" y="242"/>
                    <a:pt x="1243" y="1640"/>
                    <a:pt x="1480" y="1673"/>
                  </a:cubicBezTo>
                  <a:cubicBezTo>
                    <a:pt x="1484" y="1674"/>
                    <a:pt x="1487" y="1674"/>
                    <a:pt x="1490" y="1674"/>
                  </a:cubicBezTo>
                  <a:cubicBezTo>
                    <a:pt x="1722" y="1674"/>
                    <a:pt x="1854" y="514"/>
                    <a:pt x="1854" y="514"/>
                  </a:cubicBezTo>
                  <a:cubicBezTo>
                    <a:pt x="1854" y="514"/>
                    <a:pt x="361" y="1"/>
                    <a:pt x="63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6" name="Google Shape;6226;p19"/>
            <p:cNvSpPr/>
            <p:nvPr/>
          </p:nvSpPr>
          <p:spPr>
            <a:xfrm>
              <a:off x="1621000" y="992850"/>
              <a:ext cx="27275" cy="30050"/>
            </a:xfrm>
            <a:custGeom>
              <a:rect b="b" l="l" r="r" t="t"/>
              <a:pathLst>
                <a:path extrusionOk="0" h="1202" w="1091">
                  <a:moveTo>
                    <a:pt x="635" y="0"/>
                  </a:moveTo>
                  <a:cubicBezTo>
                    <a:pt x="590" y="0"/>
                    <a:pt x="545" y="41"/>
                    <a:pt x="566" y="98"/>
                  </a:cubicBezTo>
                  <a:cubicBezTo>
                    <a:pt x="702" y="446"/>
                    <a:pt x="838" y="853"/>
                    <a:pt x="865" y="1026"/>
                  </a:cubicBezTo>
                  <a:cubicBezTo>
                    <a:pt x="804" y="977"/>
                    <a:pt x="714" y="896"/>
                    <a:pt x="643" y="832"/>
                  </a:cubicBezTo>
                  <a:cubicBezTo>
                    <a:pt x="452" y="659"/>
                    <a:pt x="255" y="483"/>
                    <a:pt x="113" y="458"/>
                  </a:cubicBezTo>
                  <a:cubicBezTo>
                    <a:pt x="108" y="458"/>
                    <a:pt x="103" y="457"/>
                    <a:pt x="99" y="457"/>
                  </a:cubicBezTo>
                  <a:cubicBezTo>
                    <a:pt x="18" y="457"/>
                    <a:pt x="1" y="583"/>
                    <a:pt x="91" y="597"/>
                  </a:cubicBezTo>
                  <a:cubicBezTo>
                    <a:pt x="190" y="616"/>
                    <a:pt x="396" y="801"/>
                    <a:pt x="548" y="936"/>
                  </a:cubicBezTo>
                  <a:cubicBezTo>
                    <a:pt x="720" y="1091"/>
                    <a:pt x="822" y="1180"/>
                    <a:pt x="896" y="1199"/>
                  </a:cubicBezTo>
                  <a:cubicBezTo>
                    <a:pt x="902" y="1199"/>
                    <a:pt x="912" y="1202"/>
                    <a:pt x="921" y="1202"/>
                  </a:cubicBezTo>
                  <a:cubicBezTo>
                    <a:pt x="945" y="1202"/>
                    <a:pt x="970" y="1192"/>
                    <a:pt x="986" y="1174"/>
                  </a:cubicBezTo>
                  <a:cubicBezTo>
                    <a:pt x="1013" y="1140"/>
                    <a:pt x="1090" y="1057"/>
                    <a:pt x="699" y="45"/>
                  </a:cubicBezTo>
                  <a:cubicBezTo>
                    <a:pt x="686" y="14"/>
                    <a:pt x="661" y="0"/>
                    <a:pt x="6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7" name="Google Shape;6227;p19"/>
            <p:cNvSpPr/>
            <p:nvPr/>
          </p:nvSpPr>
          <p:spPr>
            <a:xfrm>
              <a:off x="1806700" y="885925"/>
              <a:ext cx="20925" cy="24950"/>
            </a:xfrm>
            <a:custGeom>
              <a:rect b="b" l="l" r="r" t="t"/>
              <a:pathLst>
                <a:path extrusionOk="0" h="998" w="837">
                  <a:moveTo>
                    <a:pt x="94" y="0"/>
                  </a:moveTo>
                  <a:cubicBezTo>
                    <a:pt x="47" y="0"/>
                    <a:pt x="0" y="49"/>
                    <a:pt x="32" y="106"/>
                  </a:cubicBezTo>
                  <a:cubicBezTo>
                    <a:pt x="133" y="291"/>
                    <a:pt x="473" y="902"/>
                    <a:pt x="584" y="979"/>
                  </a:cubicBezTo>
                  <a:cubicBezTo>
                    <a:pt x="602" y="991"/>
                    <a:pt x="624" y="997"/>
                    <a:pt x="645" y="997"/>
                  </a:cubicBezTo>
                  <a:cubicBezTo>
                    <a:pt x="664" y="997"/>
                    <a:pt x="679" y="994"/>
                    <a:pt x="695" y="985"/>
                  </a:cubicBezTo>
                  <a:cubicBezTo>
                    <a:pt x="818" y="920"/>
                    <a:pt x="837" y="538"/>
                    <a:pt x="837" y="319"/>
                  </a:cubicBezTo>
                  <a:cubicBezTo>
                    <a:pt x="832" y="274"/>
                    <a:pt x="798" y="252"/>
                    <a:pt x="764" y="252"/>
                  </a:cubicBezTo>
                  <a:cubicBezTo>
                    <a:pt x="731" y="252"/>
                    <a:pt x="698" y="274"/>
                    <a:pt x="695" y="319"/>
                  </a:cubicBezTo>
                  <a:cubicBezTo>
                    <a:pt x="695" y="553"/>
                    <a:pt x="667" y="757"/>
                    <a:pt x="639" y="834"/>
                  </a:cubicBezTo>
                  <a:cubicBezTo>
                    <a:pt x="553" y="732"/>
                    <a:pt x="337" y="368"/>
                    <a:pt x="155" y="38"/>
                  </a:cubicBezTo>
                  <a:cubicBezTo>
                    <a:pt x="140" y="11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31" name="Shape 6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32" name="Google Shape;6232;p20"/>
          <p:cNvSpPr txBox="1"/>
          <p:nvPr>
            <p:ph type="title"/>
          </p:nvPr>
        </p:nvSpPr>
        <p:spPr>
          <a:xfrm>
            <a:off x="498674" y="279539"/>
            <a:ext cx="7548254" cy="1315588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Jövőbeli fejlesztési lehetőségek</a:t>
            </a:r>
            <a:endParaRPr/>
          </a:p>
        </p:txBody>
      </p:sp>
      <p:grpSp>
        <p:nvGrpSpPr>
          <p:cNvPr id="6233" name="Google Shape;6233;p20"/>
          <p:cNvGrpSpPr/>
          <p:nvPr/>
        </p:nvGrpSpPr>
        <p:grpSpPr>
          <a:xfrm>
            <a:off x="6391156" y="1517532"/>
            <a:ext cx="2192537" cy="2745016"/>
            <a:chOff x="5922274" y="1401520"/>
            <a:chExt cx="2399100" cy="3003628"/>
          </a:xfrm>
        </p:grpSpPr>
        <p:sp>
          <p:nvSpPr>
            <p:cNvPr id="6234" name="Google Shape;6234;p20"/>
            <p:cNvSpPr/>
            <p:nvPr/>
          </p:nvSpPr>
          <p:spPr>
            <a:xfrm>
              <a:off x="5922274" y="4142348"/>
              <a:ext cx="2399100" cy="2628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235" name="Google Shape;6235;p20"/>
            <p:cNvGrpSpPr/>
            <p:nvPr/>
          </p:nvGrpSpPr>
          <p:grpSpPr>
            <a:xfrm>
              <a:off x="6168177" y="1401520"/>
              <a:ext cx="2015132" cy="2955182"/>
              <a:chOff x="1793100" y="1143350"/>
              <a:chExt cx="632000" cy="926825"/>
            </a:xfrm>
          </p:grpSpPr>
          <p:sp>
            <p:nvSpPr>
              <p:cNvPr id="6236" name="Google Shape;6236;p20"/>
              <p:cNvSpPr/>
              <p:nvPr/>
            </p:nvSpPr>
            <p:spPr>
              <a:xfrm>
                <a:off x="1822100" y="1305825"/>
                <a:ext cx="12450" cy="34625"/>
              </a:xfrm>
              <a:custGeom>
                <a:rect b="b" l="l" r="r" t="t"/>
                <a:pathLst>
                  <a:path extrusionOk="0" h="1385" w="498">
                    <a:moveTo>
                      <a:pt x="141" y="0"/>
                    </a:moveTo>
                    <a:lnTo>
                      <a:pt x="141" y="0"/>
                    </a:lnTo>
                    <a:cubicBezTo>
                      <a:pt x="149" y="58"/>
                      <a:pt x="158" y="116"/>
                      <a:pt x="149" y="174"/>
                    </a:cubicBezTo>
                    <a:cubicBezTo>
                      <a:pt x="133" y="290"/>
                      <a:pt x="100" y="406"/>
                      <a:pt x="66" y="522"/>
                    </a:cubicBezTo>
                    <a:cubicBezTo>
                      <a:pt x="42" y="647"/>
                      <a:pt x="17" y="779"/>
                      <a:pt x="8" y="912"/>
                    </a:cubicBezTo>
                    <a:cubicBezTo>
                      <a:pt x="0" y="1020"/>
                      <a:pt x="8" y="1136"/>
                      <a:pt x="75" y="1227"/>
                    </a:cubicBezTo>
                    <a:cubicBezTo>
                      <a:pt x="133" y="1293"/>
                      <a:pt x="216" y="1343"/>
                      <a:pt x="298" y="1384"/>
                    </a:cubicBezTo>
                    <a:cubicBezTo>
                      <a:pt x="323" y="1293"/>
                      <a:pt x="323" y="1194"/>
                      <a:pt x="356" y="1094"/>
                    </a:cubicBezTo>
                    <a:cubicBezTo>
                      <a:pt x="381" y="1028"/>
                      <a:pt x="431" y="953"/>
                      <a:pt x="497" y="912"/>
                    </a:cubicBezTo>
                    <a:cubicBezTo>
                      <a:pt x="414" y="779"/>
                      <a:pt x="348" y="638"/>
                      <a:pt x="315" y="481"/>
                    </a:cubicBezTo>
                    <a:cubicBezTo>
                      <a:pt x="307" y="448"/>
                      <a:pt x="298" y="406"/>
                      <a:pt x="290" y="365"/>
                    </a:cubicBezTo>
                    <a:cubicBezTo>
                      <a:pt x="257" y="340"/>
                      <a:pt x="240" y="307"/>
                      <a:pt x="240" y="266"/>
                    </a:cubicBezTo>
                    <a:cubicBezTo>
                      <a:pt x="232" y="232"/>
                      <a:pt x="249" y="191"/>
                      <a:pt x="249" y="158"/>
                    </a:cubicBezTo>
                    <a:cubicBezTo>
                      <a:pt x="249" y="150"/>
                      <a:pt x="249" y="141"/>
                      <a:pt x="249" y="133"/>
                    </a:cubicBezTo>
                    <a:lnTo>
                      <a:pt x="14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7" name="Google Shape;6237;p20"/>
              <p:cNvSpPr/>
              <p:nvPr/>
            </p:nvSpPr>
            <p:spPr>
              <a:xfrm>
                <a:off x="1825400" y="1287175"/>
                <a:ext cx="28400" cy="6875"/>
              </a:xfrm>
              <a:custGeom>
                <a:rect b="b" l="l" r="r" t="t"/>
                <a:pathLst>
                  <a:path extrusionOk="0" h="275" w="1136">
                    <a:moveTo>
                      <a:pt x="17" y="1"/>
                    </a:moveTo>
                    <a:cubicBezTo>
                      <a:pt x="9" y="9"/>
                      <a:pt x="9" y="9"/>
                      <a:pt x="1" y="9"/>
                    </a:cubicBezTo>
                    <a:cubicBezTo>
                      <a:pt x="50" y="84"/>
                      <a:pt x="125" y="150"/>
                      <a:pt x="208" y="200"/>
                    </a:cubicBezTo>
                    <a:cubicBezTo>
                      <a:pt x="298" y="241"/>
                      <a:pt x="400" y="260"/>
                      <a:pt x="499" y="260"/>
                    </a:cubicBezTo>
                    <a:cubicBezTo>
                      <a:pt x="518" y="260"/>
                      <a:pt x="537" y="259"/>
                      <a:pt x="556" y="258"/>
                    </a:cubicBezTo>
                    <a:cubicBezTo>
                      <a:pt x="663" y="248"/>
                      <a:pt x="778" y="231"/>
                      <a:pt x="889" y="231"/>
                    </a:cubicBezTo>
                    <a:cubicBezTo>
                      <a:pt x="976" y="231"/>
                      <a:pt x="1060" y="242"/>
                      <a:pt x="1136" y="274"/>
                    </a:cubicBezTo>
                    <a:cubicBezTo>
                      <a:pt x="1128" y="266"/>
                      <a:pt x="1119" y="266"/>
                      <a:pt x="1111" y="258"/>
                    </a:cubicBezTo>
                    <a:cubicBezTo>
                      <a:pt x="1009" y="197"/>
                      <a:pt x="885" y="191"/>
                      <a:pt x="767" y="191"/>
                    </a:cubicBezTo>
                    <a:cubicBezTo>
                      <a:pt x="740" y="191"/>
                      <a:pt x="714" y="191"/>
                      <a:pt x="688" y="191"/>
                    </a:cubicBezTo>
                    <a:cubicBezTo>
                      <a:pt x="668" y="192"/>
                      <a:pt x="647" y="193"/>
                      <a:pt x="626" y="193"/>
                    </a:cubicBezTo>
                    <a:cubicBezTo>
                      <a:pt x="479" y="193"/>
                      <a:pt x="329" y="168"/>
                      <a:pt x="191" y="117"/>
                    </a:cubicBezTo>
                    <a:cubicBezTo>
                      <a:pt x="125" y="92"/>
                      <a:pt x="59" y="59"/>
                      <a:pt x="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8" name="Google Shape;6238;p20"/>
              <p:cNvSpPr/>
              <p:nvPr/>
            </p:nvSpPr>
            <p:spPr>
              <a:xfrm>
                <a:off x="1898525" y="1146125"/>
                <a:ext cx="64650" cy="106275"/>
              </a:xfrm>
              <a:custGeom>
                <a:rect b="b" l="l" r="r" t="t"/>
                <a:pathLst>
                  <a:path extrusionOk="0" h="4251" w="2586">
                    <a:moveTo>
                      <a:pt x="854" y="0"/>
                    </a:moveTo>
                    <a:cubicBezTo>
                      <a:pt x="796" y="0"/>
                      <a:pt x="763" y="25"/>
                      <a:pt x="730" y="67"/>
                    </a:cubicBezTo>
                    <a:cubicBezTo>
                      <a:pt x="580" y="290"/>
                      <a:pt x="456" y="531"/>
                      <a:pt x="357" y="779"/>
                    </a:cubicBezTo>
                    <a:cubicBezTo>
                      <a:pt x="150" y="1268"/>
                      <a:pt x="25" y="1798"/>
                      <a:pt x="9" y="2337"/>
                    </a:cubicBezTo>
                    <a:cubicBezTo>
                      <a:pt x="0" y="2478"/>
                      <a:pt x="9" y="2619"/>
                      <a:pt x="50" y="2759"/>
                    </a:cubicBezTo>
                    <a:cubicBezTo>
                      <a:pt x="83" y="2892"/>
                      <a:pt x="141" y="3025"/>
                      <a:pt x="166" y="3165"/>
                    </a:cubicBezTo>
                    <a:cubicBezTo>
                      <a:pt x="191" y="3306"/>
                      <a:pt x="191" y="3455"/>
                      <a:pt x="191" y="3605"/>
                    </a:cubicBezTo>
                    <a:cubicBezTo>
                      <a:pt x="191" y="3754"/>
                      <a:pt x="183" y="3911"/>
                      <a:pt x="183" y="4060"/>
                    </a:cubicBezTo>
                    <a:cubicBezTo>
                      <a:pt x="183" y="4118"/>
                      <a:pt x="174" y="4185"/>
                      <a:pt x="174" y="4251"/>
                    </a:cubicBezTo>
                    <a:cubicBezTo>
                      <a:pt x="216" y="4234"/>
                      <a:pt x="249" y="4226"/>
                      <a:pt x="290" y="4218"/>
                    </a:cubicBezTo>
                    <a:cubicBezTo>
                      <a:pt x="340" y="4201"/>
                      <a:pt x="390" y="4168"/>
                      <a:pt x="431" y="4143"/>
                    </a:cubicBezTo>
                    <a:cubicBezTo>
                      <a:pt x="522" y="4085"/>
                      <a:pt x="597" y="4011"/>
                      <a:pt x="663" y="3928"/>
                    </a:cubicBezTo>
                    <a:cubicBezTo>
                      <a:pt x="796" y="3762"/>
                      <a:pt x="912" y="3588"/>
                      <a:pt x="1102" y="3480"/>
                    </a:cubicBezTo>
                    <a:cubicBezTo>
                      <a:pt x="1285" y="3381"/>
                      <a:pt x="1508" y="3348"/>
                      <a:pt x="1716" y="3339"/>
                    </a:cubicBezTo>
                    <a:cubicBezTo>
                      <a:pt x="2006" y="3323"/>
                      <a:pt x="2287" y="3315"/>
                      <a:pt x="2569" y="3315"/>
                    </a:cubicBezTo>
                    <a:lnTo>
                      <a:pt x="2586" y="3315"/>
                    </a:lnTo>
                    <a:cubicBezTo>
                      <a:pt x="2561" y="3215"/>
                      <a:pt x="2494" y="3132"/>
                      <a:pt x="2445" y="3041"/>
                    </a:cubicBezTo>
                    <a:cubicBezTo>
                      <a:pt x="2370" y="2933"/>
                      <a:pt x="2320" y="2809"/>
                      <a:pt x="2271" y="2685"/>
                    </a:cubicBezTo>
                    <a:cubicBezTo>
                      <a:pt x="2171" y="2428"/>
                      <a:pt x="2055" y="2171"/>
                      <a:pt x="1931" y="1914"/>
                    </a:cubicBezTo>
                    <a:cubicBezTo>
                      <a:pt x="1682" y="1417"/>
                      <a:pt x="1401" y="928"/>
                      <a:pt x="1160" y="423"/>
                    </a:cubicBezTo>
                    <a:cubicBezTo>
                      <a:pt x="1127" y="357"/>
                      <a:pt x="1102" y="299"/>
                      <a:pt x="1078" y="232"/>
                    </a:cubicBezTo>
                    <a:cubicBezTo>
                      <a:pt x="1053" y="183"/>
                      <a:pt x="1028" y="125"/>
                      <a:pt x="986" y="75"/>
                    </a:cubicBezTo>
                    <a:cubicBezTo>
                      <a:pt x="953" y="42"/>
                      <a:pt x="912" y="9"/>
                      <a:pt x="85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9" name="Google Shape;6239;p20"/>
              <p:cNvSpPr/>
              <p:nvPr/>
            </p:nvSpPr>
            <p:spPr>
              <a:xfrm>
                <a:off x="1826650" y="1158750"/>
                <a:ext cx="595325" cy="908525"/>
              </a:xfrm>
              <a:custGeom>
                <a:rect b="b" l="l" r="r" t="t"/>
                <a:pathLst>
                  <a:path extrusionOk="0" h="36341" w="23813">
                    <a:moveTo>
                      <a:pt x="11086" y="0"/>
                    </a:moveTo>
                    <a:cubicBezTo>
                      <a:pt x="10963" y="0"/>
                      <a:pt x="10837" y="52"/>
                      <a:pt x="10730" y="109"/>
                    </a:cubicBezTo>
                    <a:cubicBezTo>
                      <a:pt x="10448" y="274"/>
                      <a:pt x="10200" y="498"/>
                      <a:pt x="9968" y="722"/>
                    </a:cubicBezTo>
                    <a:cubicBezTo>
                      <a:pt x="9736" y="962"/>
                      <a:pt x="9520" y="1210"/>
                      <a:pt x="9305" y="1451"/>
                    </a:cubicBezTo>
                    <a:cubicBezTo>
                      <a:pt x="9189" y="1567"/>
                      <a:pt x="9073" y="1691"/>
                      <a:pt x="8957" y="1799"/>
                    </a:cubicBezTo>
                    <a:cubicBezTo>
                      <a:pt x="8849" y="1906"/>
                      <a:pt x="8733" y="2014"/>
                      <a:pt x="8617" y="2114"/>
                    </a:cubicBezTo>
                    <a:cubicBezTo>
                      <a:pt x="8394" y="2321"/>
                      <a:pt x="8170" y="2528"/>
                      <a:pt x="8037" y="2801"/>
                    </a:cubicBezTo>
                    <a:cubicBezTo>
                      <a:pt x="7996" y="2868"/>
                      <a:pt x="7971" y="2934"/>
                      <a:pt x="7955" y="3008"/>
                    </a:cubicBezTo>
                    <a:cubicBezTo>
                      <a:pt x="7946" y="3008"/>
                      <a:pt x="7946" y="3017"/>
                      <a:pt x="7946" y="3017"/>
                    </a:cubicBezTo>
                    <a:cubicBezTo>
                      <a:pt x="7933" y="3034"/>
                      <a:pt x="7911" y="3045"/>
                      <a:pt x="7890" y="3045"/>
                    </a:cubicBezTo>
                    <a:cubicBezTo>
                      <a:pt x="7872" y="3045"/>
                      <a:pt x="7855" y="3036"/>
                      <a:pt x="7847" y="3017"/>
                    </a:cubicBezTo>
                    <a:cubicBezTo>
                      <a:pt x="7830" y="2984"/>
                      <a:pt x="7814" y="2942"/>
                      <a:pt x="7781" y="2917"/>
                    </a:cubicBezTo>
                    <a:cubicBezTo>
                      <a:pt x="7770" y="2907"/>
                      <a:pt x="7750" y="2896"/>
                      <a:pt x="7732" y="2896"/>
                    </a:cubicBezTo>
                    <a:cubicBezTo>
                      <a:pt x="7721" y="2896"/>
                      <a:pt x="7712" y="2900"/>
                      <a:pt x="7706" y="2909"/>
                    </a:cubicBezTo>
                    <a:cubicBezTo>
                      <a:pt x="7698" y="2926"/>
                      <a:pt x="7698" y="2950"/>
                      <a:pt x="7698" y="2967"/>
                    </a:cubicBezTo>
                    <a:cubicBezTo>
                      <a:pt x="7698" y="2992"/>
                      <a:pt x="7698" y="3017"/>
                      <a:pt x="7698" y="3042"/>
                    </a:cubicBezTo>
                    <a:cubicBezTo>
                      <a:pt x="7689" y="3100"/>
                      <a:pt x="7689" y="3158"/>
                      <a:pt x="7681" y="3216"/>
                    </a:cubicBezTo>
                    <a:cubicBezTo>
                      <a:pt x="7681" y="3254"/>
                      <a:pt x="7649" y="3274"/>
                      <a:pt x="7620" y="3274"/>
                    </a:cubicBezTo>
                    <a:cubicBezTo>
                      <a:pt x="7605" y="3274"/>
                      <a:pt x="7590" y="3268"/>
                      <a:pt x="7582" y="3257"/>
                    </a:cubicBezTo>
                    <a:lnTo>
                      <a:pt x="7557" y="3257"/>
                    </a:lnTo>
                    <a:cubicBezTo>
                      <a:pt x="7551" y="3279"/>
                      <a:pt x="7535" y="3294"/>
                      <a:pt x="7517" y="3294"/>
                    </a:cubicBezTo>
                    <a:cubicBezTo>
                      <a:pt x="7508" y="3294"/>
                      <a:pt x="7499" y="3290"/>
                      <a:pt x="7491" y="3282"/>
                    </a:cubicBezTo>
                    <a:cubicBezTo>
                      <a:pt x="7413" y="3205"/>
                      <a:pt x="7307" y="3199"/>
                      <a:pt x="7210" y="3199"/>
                    </a:cubicBezTo>
                    <a:cubicBezTo>
                      <a:pt x="7193" y="3199"/>
                      <a:pt x="7176" y="3199"/>
                      <a:pt x="7159" y="3199"/>
                    </a:cubicBezTo>
                    <a:cubicBezTo>
                      <a:pt x="7119" y="3201"/>
                      <a:pt x="7080" y="3202"/>
                      <a:pt x="7041" y="3202"/>
                    </a:cubicBezTo>
                    <a:cubicBezTo>
                      <a:pt x="6934" y="3202"/>
                      <a:pt x="6831" y="3195"/>
                      <a:pt x="6728" y="3182"/>
                    </a:cubicBezTo>
                    <a:cubicBezTo>
                      <a:pt x="6430" y="3141"/>
                      <a:pt x="6140" y="3066"/>
                      <a:pt x="5842" y="3008"/>
                    </a:cubicBezTo>
                    <a:cubicBezTo>
                      <a:pt x="5767" y="2992"/>
                      <a:pt x="5684" y="2984"/>
                      <a:pt x="5601" y="2975"/>
                    </a:cubicBezTo>
                    <a:cubicBezTo>
                      <a:pt x="5519" y="2967"/>
                      <a:pt x="5427" y="2967"/>
                      <a:pt x="5345" y="2950"/>
                    </a:cubicBezTo>
                    <a:cubicBezTo>
                      <a:pt x="5336" y="2950"/>
                      <a:pt x="5320" y="2942"/>
                      <a:pt x="5320" y="2926"/>
                    </a:cubicBezTo>
                    <a:cubicBezTo>
                      <a:pt x="5113" y="2934"/>
                      <a:pt x="4905" y="2942"/>
                      <a:pt x="4698" y="2950"/>
                    </a:cubicBezTo>
                    <a:cubicBezTo>
                      <a:pt x="4499" y="2959"/>
                      <a:pt x="4292" y="2975"/>
                      <a:pt x="4102" y="3050"/>
                    </a:cubicBezTo>
                    <a:cubicBezTo>
                      <a:pt x="3911" y="3133"/>
                      <a:pt x="3795" y="3290"/>
                      <a:pt x="3663" y="3448"/>
                    </a:cubicBezTo>
                    <a:cubicBezTo>
                      <a:pt x="3605" y="3530"/>
                      <a:pt x="3538" y="3613"/>
                      <a:pt x="3464" y="3680"/>
                    </a:cubicBezTo>
                    <a:cubicBezTo>
                      <a:pt x="3381" y="3746"/>
                      <a:pt x="3290" y="3796"/>
                      <a:pt x="3190" y="3837"/>
                    </a:cubicBezTo>
                    <a:cubicBezTo>
                      <a:pt x="3132" y="3854"/>
                      <a:pt x="3074" y="3862"/>
                      <a:pt x="3025" y="3878"/>
                    </a:cubicBezTo>
                    <a:cubicBezTo>
                      <a:pt x="2975" y="3903"/>
                      <a:pt x="2975" y="3978"/>
                      <a:pt x="2958" y="4028"/>
                    </a:cubicBezTo>
                    <a:cubicBezTo>
                      <a:pt x="2925" y="4160"/>
                      <a:pt x="2892" y="4293"/>
                      <a:pt x="2851" y="4434"/>
                    </a:cubicBezTo>
                    <a:cubicBezTo>
                      <a:pt x="2842" y="4467"/>
                      <a:pt x="2817" y="4475"/>
                      <a:pt x="2793" y="4475"/>
                    </a:cubicBezTo>
                    <a:cubicBezTo>
                      <a:pt x="2784" y="4475"/>
                      <a:pt x="2784" y="4483"/>
                      <a:pt x="2776" y="4492"/>
                    </a:cubicBezTo>
                    <a:cubicBezTo>
                      <a:pt x="2967" y="4417"/>
                      <a:pt x="3141" y="4301"/>
                      <a:pt x="3265" y="4135"/>
                    </a:cubicBezTo>
                    <a:cubicBezTo>
                      <a:pt x="3272" y="4126"/>
                      <a:pt x="3282" y="4122"/>
                      <a:pt x="3291" y="4122"/>
                    </a:cubicBezTo>
                    <a:cubicBezTo>
                      <a:pt x="3313" y="4122"/>
                      <a:pt x="3335" y="4145"/>
                      <a:pt x="3323" y="4168"/>
                    </a:cubicBezTo>
                    <a:cubicBezTo>
                      <a:pt x="3281" y="4235"/>
                      <a:pt x="3240" y="4293"/>
                      <a:pt x="3190" y="4351"/>
                    </a:cubicBezTo>
                    <a:cubicBezTo>
                      <a:pt x="3083" y="4458"/>
                      <a:pt x="2958" y="4533"/>
                      <a:pt x="2809" y="4591"/>
                    </a:cubicBezTo>
                    <a:cubicBezTo>
                      <a:pt x="2494" y="4724"/>
                      <a:pt x="2105" y="4748"/>
                      <a:pt x="1782" y="4790"/>
                    </a:cubicBezTo>
                    <a:cubicBezTo>
                      <a:pt x="1450" y="4831"/>
                      <a:pt x="1127" y="4864"/>
                      <a:pt x="804" y="4906"/>
                    </a:cubicBezTo>
                    <a:cubicBezTo>
                      <a:pt x="638" y="4931"/>
                      <a:pt x="481" y="4947"/>
                      <a:pt x="324" y="4972"/>
                    </a:cubicBezTo>
                    <a:cubicBezTo>
                      <a:pt x="249" y="4980"/>
                      <a:pt x="166" y="4989"/>
                      <a:pt x="92" y="5005"/>
                    </a:cubicBezTo>
                    <a:cubicBezTo>
                      <a:pt x="67" y="5014"/>
                      <a:pt x="42" y="5022"/>
                      <a:pt x="17" y="5030"/>
                    </a:cubicBezTo>
                    <a:cubicBezTo>
                      <a:pt x="0" y="5088"/>
                      <a:pt x="75" y="5146"/>
                      <a:pt x="125" y="5163"/>
                    </a:cubicBezTo>
                    <a:lnTo>
                      <a:pt x="133" y="5154"/>
                    </a:lnTo>
                    <a:cubicBezTo>
                      <a:pt x="199" y="5179"/>
                      <a:pt x="282" y="5204"/>
                      <a:pt x="365" y="5212"/>
                    </a:cubicBezTo>
                    <a:cubicBezTo>
                      <a:pt x="448" y="5229"/>
                      <a:pt x="531" y="5237"/>
                      <a:pt x="614" y="5237"/>
                    </a:cubicBezTo>
                    <a:cubicBezTo>
                      <a:pt x="674" y="5237"/>
                      <a:pt x="735" y="5230"/>
                      <a:pt x="796" y="5230"/>
                    </a:cubicBezTo>
                    <a:cubicBezTo>
                      <a:pt x="826" y="5230"/>
                      <a:pt x="857" y="5232"/>
                      <a:pt x="887" y="5237"/>
                    </a:cubicBezTo>
                    <a:cubicBezTo>
                      <a:pt x="1028" y="5246"/>
                      <a:pt x="1177" y="5304"/>
                      <a:pt x="1243" y="5436"/>
                    </a:cubicBezTo>
                    <a:cubicBezTo>
                      <a:pt x="1310" y="5569"/>
                      <a:pt x="1285" y="5718"/>
                      <a:pt x="1152" y="5801"/>
                    </a:cubicBezTo>
                    <a:cubicBezTo>
                      <a:pt x="1011" y="5883"/>
                      <a:pt x="837" y="5892"/>
                      <a:pt x="680" y="5925"/>
                    </a:cubicBezTo>
                    <a:cubicBezTo>
                      <a:pt x="547" y="5958"/>
                      <a:pt x="406" y="6008"/>
                      <a:pt x="315" y="6115"/>
                    </a:cubicBezTo>
                    <a:cubicBezTo>
                      <a:pt x="290" y="6140"/>
                      <a:pt x="274" y="6190"/>
                      <a:pt x="249" y="6223"/>
                    </a:cubicBezTo>
                    <a:cubicBezTo>
                      <a:pt x="257" y="6339"/>
                      <a:pt x="290" y="6447"/>
                      <a:pt x="357" y="6538"/>
                    </a:cubicBezTo>
                    <a:cubicBezTo>
                      <a:pt x="440" y="6671"/>
                      <a:pt x="589" y="6753"/>
                      <a:pt x="730" y="6820"/>
                    </a:cubicBezTo>
                    <a:cubicBezTo>
                      <a:pt x="887" y="6886"/>
                      <a:pt x="1053" y="6944"/>
                      <a:pt x="1218" y="7010"/>
                    </a:cubicBezTo>
                    <a:cubicBezTo>
                      <a:pt x="1392" y="7077"/>
                      <a:pt x="1566" y="7151"/>
                      <a:pt x="1740" y="7226"/>
                    </a:cubicBezTo>
                    <a:cubicBezTo>
                      <a:pt x="2080" y="7375"/>
                      <a:pt x="2420" y="7524"/>
                      <a:pt x="2751" y="7690"/>
                    </a:cubicBezTo>
                    <a:cubicBezTo>
                      <a:pt x="3091" y="7855"/>
                      <a:pt x="3414" y="8029"/>
                      <a:pt x="3745" y="8203"/>
                    </a:cubicBezTo>
                    <a:cubicBezTo>
                      <a:pt x="3911" y="8286"/>
                      <a:pt x="4085" y="8369"/>
                      <a:pt x="4267" y="8377"/>
                    </a:cubicBezTo>
                    <a:cubicBezTo>
                      <a:pt x="4279" y="8378"/>
                      <a:pt x="4290" y="8378"/>
                      <a:pt x="4301" y="8378"/>
                    </a:cubicBezTo>
                    <a:cubicBezTo>
                      <a:pt x="4448" y="8378"/>
                      <a:pt x="4598" y="8327"/>
                      <a:pt x="4690" y="8212"/>
                    </a:cubicBezTo>
                    <a:cubicBezTo>
                      <a:pt x="4690" y="8203"/>
                      <a:pt x="4682" y="8187"/>
                      <a:pt x="4682" y="8179"/>
                    </a:cubicBezTo>
                    <a:cubicBezTo>
                      <a:pt x="4682" y="8179"/>
                      <a:pt x="4682" y="8170"/>
                      <a:pt x="4682" y="8170"/>
                    </a:cubicBezTo>
                    <a:cubicBezTo>
                      <a:pt x="4665" y="8154"/>
                      <a:pt x="4665" y="8121"/>
                      <a:pt x="4657" y="8096"/>
                    </a:cubicBezTo>
                    <a:cubicBezTo>
                      <a:pt x="4640" y="8057"/>
                      <a:pt x="4675" y="8030"/>
                      <a:pt x="4707" y="8030"/>
                    </a:cubicBezTo>
                    <a:cubicBezTo>
                      <a:pt x="4723" y="8030"/>
                      <a:pt x="4740" y="8037"/>
                      <a:pt x="4748" y="8054"/>
                    </a:cubicBezTo>
                    <a:cubicBezTo>
                      <a:pt x="4765" y="8079"/>
                      <a:pt x="4781" y="8112"/>
                      <a:pt x="4789" y="8145"/>
                    </a:cubicBezTo>
                    <a:cubicBezTo>
                      <a:pt x="4798" y="8170"/>
                      <a:pt x="4798" y="8203"/>
                      <a:pt x="4806" y="8228"/>
                    </a:cubicBezTo>
                    <a:cubicBezTo>
                      <a:pt x="4806" y="8237"/>
                      <a:pt x="4806" y="8237"/>
                      <a:pt x="4806" y="8245"/>
                    </a:cubicBezTo>
                    <a:cubicBezTo>
                      <a:pt x="4814" y="8270"/>
                      <a:pt x="4814" y="8295"/>
                      <a:pt x="4814" y="8311"/>
                    </a:cubicBezTo>
                    <a:lnTo>
                      <a:pt x="4814" y="8336"/>
                    </a:lnTo>
                    <a:cubicBezTo>
                      <a:pt x="4814" y="8361"/>
                      <a:pt x="4814" y="8377"/>
                      <a:pt x="4814" y="8402"/>
                    </a:cubicBezTo>
                    <a:lnTo>
                      <a:pt x="4814" y="8411"/>
                    </a:lnTo>
                    <a:cubicBezTo>
                      <a:pt x="4814" y="8419"/>
                      <a:pt x="4814" y="8419"/>
                      <a:pt x="4806" y="8427"/>
                    </a:cubicBezTo>
                    <a:cubicBezTo>
                      <a:pt x="4798" y="8444"/>
                      <a:pt x="4781" y="8469"/>
                      <a:pt x="4756" y="8469"/>
                    </a:cubicBezTo>
                    <a:cubicBezTo>
                      <a:pt x="4731" y="8460"/>
                      <a:pt x="4707" y="8444"/>
                      <a:pt x="4707" y="8411"/>
                    </a:cubicBezTo>
                    <a:lnTo>
                      <a:pt x="4707" y="8328"/>
                    </a:lnTo>
                    <a:cubicBezTo>
                      <a:pt x="4707" y="8319"/>
                      <a:pt x="4707" y="8311"/>
                      <a:pt x="4707" y="8303"/>
                    </a:cubicBezTo>
                    <a:cubicBezTo>
                      <a:pt x="4624" y="8394"/>
                      <a:pt x="4508" y="8452"/>
                      <a:pt x="4375" y="8469"/>
                    </a:cubicBezTo>
                    <a:cubicBezTo>
                      <a:pt x="4338" y="8474"/>
                      <a:pt x="4301" y="8477"/>
                      <a:pt x="4264" y="8477"/>
                    </a:cubicBezTo>
                    <a:cubicBezTo>
                      <a:pt x="4139" y="8477"/>
                      <a:pt x="4017" y="8445"/>
                      <a:pt x="3895" y="8394"/>
                    </a:cubicBezTo>
                    <a:cubicBezTo>
                      <a:pt x="3721" y="8319"/>
                      <a:pt x="3555" y="8220"/>
                      <a:pt x="3389" y="8137"/>
                    </a:cubicBezTo>
                    <a:cubicBezTo>
                      <a:pt x="3215" y="8046"/>
                      <a:pt x="3049" y="7955"/>
                      <a:pt x="2875" y="7872"/>
                    </a:cubicBezTo>
                    <a:cubicBezTo>
                      <a:pt x="2519" y="7698"/>
                      <a:pt x="2163" y="7532"/>
                      <a:pt x="1807" y="7375"/>
                    </a:cubicBezTo>
                    <a:cubicBezTo>
                      <a:pt x="1450" y="7226"/>
                      <a:pt x="1094" y="7093"/>
                      <a:pt x="738" y="6952"/>
                    </a:cubicBezTo>
                    <a:cubicBezTo>
                      <a:pt x="638" y="6911"/>
                      <a:pt x="539" y="6861"/>
                      <a:pt x="448" y="6803"/>
                    </a:cubicBezTo>
                    <a:lnTo>
                      <a:pt x="448" y="6803"/>
                    </a:lnTo>
                    <a:cubicBezTo>
                      <a:pt x="473" y="6828"/>
                      <a:pt x="448" y="6878"/>
                      <a:pt x="415" y="6886"/>
                    </a:cubicBezTo>
                    <a:cubicBezTo>
                      <a:pt x="332" y="6903"/>
                      <a:pt x="290" y="6985"/>
                      <a:pt x="274" y="7068"/>
                    </a:cubicBezTo>
                    <a:cubicBezTo>
                      <a:pt x="249" y="7143"/>
                      <a:pt x="249" y="7226"/>
                      <a:pt x="224" y="7309"/>
                    </a:cubicBezTo>
                    <a:lnTo>
                      <a:pt x="257" y="7309"/>
                    </a:lnTo>
                    <a:cubicBezTo>
                      <a:pt x="299" y="7342"/>
                      <a:pt x="324" y="7375"/>
                      <a:pt x="348" y="7425"/>
                    </a:cubicBezTo>
                    <a:cubicBezTo>
                      <a:pt x="373" y="7458"/>
                      <a:pt x="390" y="7499"/>
                      <a:pt x="423" y="7541"/>
                    </a:cubicBezTo>
                    <a:cubicBezTo>
                      <a:pt x="464" y="7615"/>
                      <a:pt x="514" y="7690"/>
                      <a:pt x="572" y="7764"/>
                    </a:cubicBezTo>
                    <a:cubicBezTo>
                      <a:pt x="680" y="7905"/>
                      <a:pt x="796" y="8046"/>
                      <a:pt x="937" y="8162"/>
                    </a:cubicBezTo>
                    <a:cubicBezTo>
                      <a:pt x="1078" y="8270"/>
                      <a:pt x="1227" y="8361"/>
                      <a:pt x="1401" y="8419"/>
                    </a:cubicBezTo>
                    <a:cubicBezTo>
                      <a:pt x="1575" y="8477"/>
                      <a:pt x="1765" y="8510"/>
                      <a:pt x="1948" y="8543"/>
                    </a:cubicBezTo>
                    <a:cubicBezTo>
                      <a:pt x="2055" y="8568"/>
                      <a:pt x="2155" y="8593"/>
                      <a:pt x="2254" y="8626"/>
                    </a:cubicBezTo>
                    <a:cubicBezTo>
                      <a:pt x="2312" y="8643"/>
                      <a:pt x="2378" y="8667"/>
                      <a:pt x="2445" y="8709"/>
                    </a:cubicBezTo>
                    <a:lnTo>
                      <a:pt x="2519" y="8725"/>
                    </a:lnTo>
                    <a:cubicBezTo>
                      <a:pt x="2610" y="8750"/>
                      <a:pt x="2702" y="8775"/>
                      <a:pt x="2793" y="8800"/>
                    </a:cubicBezTo>
                    <a:cubicBezTo>
                      <a:pt x="2983" y="8850"/>
                      <a:pt x="3165" y="8899"/>
                      <a:pt x="3339" y="8966"/>
                    </a:cubicBezTo>
                    <a:cubicBezTo>
                      <a:pt x="3505" y="9032"/>
                      <a:pt x="3663" y="9107"/>
                      <a:pt x="3837" y="9148"/>
                    </a:cubicBezTo>
                    <a:cubicBezTo>
                      <a:pt x="3975" y="9182"/>
                      <a:pt x="4119" y="9200"/>
                      <a:pt x="4263" y="9200"/>
                    </a:cubicBezTo>
                    <a:cubicBezTo>
                      <a:pt x="4292" y="9200"/>
                      <a:pt x="4321" y="9199"/>
                      <a:pt x="4350" y="9198"/>
                    </a:cubicBezTo>
                    <a:cubicBezTo>
                      <a:pt x="4441" y="9189"/>
                      <a:pt x="4541" y="9181"/>
                      <a:pt x="4632" y="9165"/>
                    </a:cubicBezTo>
                    <a:cubicBezTo>
                      <a:pt x="4731" y="9148"/>
                      <a:pt x="4823" y="9115"/>
                      <a:pt x="4922" y="9098"/>
                    </a:cubicBezTo>
                    <a:cubicBezTo>
                      <a:pt x="4925" y="9098"/>
                      <a:pt x="4927" y="9097"/>
                      <a:pt x="4929" y="9097"/>
                    </a:cubicBezTo>
                    <a:cubicBezTo>
                      <a:pt x="4959" y="9097"/>
                      <a:pt x="4977" y="9141"/>
                      <a:pt x="4947" y="9156"/>
                    </a:cubicBezTo>
                    <a:cubicBezTo>
                      <a:pt x="4872" y="9206"/>
                      <a:pt x="4781" y="9231"/>
                      <a:pt x="4698" y="9256"/>
                    </a:cubicBezTo>
                    <a:cubicBezTo>
                      <a:pt x="4615" y="9281"/>
                      <a:pt x="4524" y="9289"/>
                      <a:pt x="4441" y="9305"/>
                    </a:cubicBezTo>
                    <a:cubicBezTo>
                      <a:pt x="4383" y="9311"/>
                      <a:pt x="4325" y="9314"/>
                      <a:pt x="4265" y="9314"/>
                    </a:cubicBezTo>
                    <a:cubicBezTo>
                      <a:pt x="4147" y="9314"/>
                      <a:pt x="4027" y="9303"/>
                      <a:pt x="3911" y="9281"/>
                    </a:cubicBezTo>
                    <a:cubicBezTo>
                      <a:pt x="3729" y="9247"/>
                      <a:pt x="3563" y="9181"/>
                      <a:pt x="3397" y="9107"/>
                    </a:cubicBezTo>
                    <a:cubicBezTo>
                      <a:pt x="3223" y="9032"/>
                      <a:pt x="3041" y="8974"/>
                      <a:pt x="2859" y="8924"/>
                    </a:cubicBezTo>
                    <a:cubicBezTo>
                      <a:pt x="2751" y="8891"/>
                      <a:pt x="2644" y="8858"/>
                      <a:pt x="2544" y="8825"/>
                    </a:cubicBezTo>
                    <a:cubicBezTo>
                      <a:pt x="2536" y="8825"/>
                      <a:pt x="2528" y="8825"/>
                      <a:pt x="2528" y="8817"/>
                    </a:cubicBezTo>
                    <a:cubicBezTo>
                      <a:pt x="2519" y="8825"/>
                      <a:pt x="2511" y="8825"/>
                      <a:pt x="2503" y="8825"/>
                    </a:cubicBezTo>
                    <a:cubicBezTo>
                      <a:pt x="2461" y="8808"/>
                      <a:pt x="2420" y="8792"/>
                      <a:pt x="2378" y="8775"/>
                    </a:cubicBezTo>
                    <a:cubicBezTo>
                      <a:pt x="2337" y="8759"/>
                      <a:pt x="2304" y="8750"/>
                      <a:pt x="2271" y="8734"/>
                    </a:cubicBezTo>
                    <a:cubicBezTo>
                      <a:pt x="2262" y="8725"/>
                      <a:pt x="2246" y="8725"/>
                      <a:pt x="2238" y="8725"/>
                    </a:cubicBezTo>
                    <a:cubicBezTo>
                      <a:pt x="2204" y="8709"/>
                      <a:pt x="2171" y="8701"/>
                      <a:pt x="2138" y="8692"/>
                    </a:cubicBezTo>
                    <a:lnTo>
                      <a:pt x="2138" y="8692"/>
                    </a:lnTo>
                    <a:cubicBezTo>
                      <a:pt x="2188" y="8833"/>
                      <a:pt x="2296" y="8916"/>
                      <a:pt x="2395" y="9015"/>
                    </a:cubicBezTo>
                    <a:cubicBezTo>
                      <a:pt x="2453" y="9065"/>
                      <a:pt x="2511" y="9123"/>
                      <a:pt x="2544" y="9198"/>
                    </a:cubicBezTo>
                    <a:cubicBezTo>
                      <a:pt x="2577" y="9264"/>
                      <a:pt x="2594" y="9347"/>
                      <a:pt x="2594" y="9421"/>
                    </a:cubicBezTo>
                    <a:cubicBezTo>
                      <a:pt x="2594" y="9463"/>
                      <a:pt x="2594" y="9504"/>
                      <a:pt x="2586" y="9537"/>
                    </a:cubicBezTo>
                    <a:cubicBezTo>
                      <a:pt x="2577" y="9571"/>
                      <a:pt x="2577" y="9604"/>
                      <a:pt x="2602" y="9637"/>
                    </a:cubicBezTo>
                    <a:cubicBezTo>
                      <a:pt x="2644" y="9687"/>
                      <a:pt x="2710" y="9711"/>
                      <a:pt x="2743" y="9778"/>
                    </a:cubicBezTo>
                    <a:cubicBezTo>
                      <a:pt x="2751" y="9794"/>
                      <a:pt x="2759" y="9819"/>
                      <a:pt x="2768" y="9844"/>
                    </a:cubicBezTo>
                    <a:cubicBezTo>
                      <a:pt x="2776" y="9894"/>
                      <a:pt x="2768" y="9952"/>
                      <a:pt x="2759" y="10001"/>
                    </a:cubicBezTo>
                    <a:cubicBezTo>
                      <a:pt x="2743" y="10084"/>
                      <a:pt x="2710" y="10167"/>
                      <a:pt x="2685" y="10242"/>
                    </a:cubicBezTo>
                    <a:cubicBezTo>
                      <a:pt x="2677" y="10283"/>
                      <a:pt x="2668" y="10325"/>
                      <a:pt x="2668" y="10366"/>
                    </a:cubicBezTo>
                    <a:cubicBezTo>
                      <a:pt x="2660" y="10374"/>
                      <a:pt x="2660" y="10383"/>
                      <a:pt x="2660" y="10391"/>
                    </a:cubicBezTo>
                    <a:cubicBezTo>
                      <a:pt x="2660" y="10432"/>
                      <a:pt x="2652" y="10474"/>
                      <a:pt x="2652" y="10523"/>
                    </a:cubicBezTo>
                    <a:cubicBezTo>
                      <a:pt x="2660" y="10614"/>
                      <a:pt x="2677" y="10714"/>
                      <a:pt x="2677" y="10813"/>
                    </a:cubicBezTo>
                    <a:cubicBezTo>
                      <a:pt x="2677" y="10833"/>
                      <a:pt x="2661" y="10844"/>
                      <a:pt x="2646" y="10844"/>
                    </a:cubicBezTo>
                    <a:cubicBezTo>
                      <a:pt x="2636" y="10844"/>
                      <a:pt x="2625" y="10840"/>
                      <a:pt x="2619" y="10830"/>
                    </a:cubicBezTo>
                    <a:cubicBezTo>
                      <a:pt x="2594" y="11054"/>
                      <a:pt x="2586" y="11269"/>
                      <a:pt x="2586" y="11493"/>
                    </a:cubicBezTo>
                    <a:cubicBezTo>
                      <a:pt x="2577" y="11609"/>
                      <a:pt x="2577" y="11716"/>
                      <a:pt x="2586" y="11832"/>
                    </a:cubicBezTo>
                    <a:cubicBezTo>
                      <a:pt x="2594" y="11932"/>
                      <a:pt x="2602" y="12031"/>
                      <a:pt x="2644" y="12122"/>
                    </a:cubicBezTo>
                    <a:cubicBezTo>
                      <a:pt x="2710" y="12280"/>
                      <a:pt x="2851" y="12446"/>
                      <a:pt x="2801" y="12636"/>
                    </a:cubicBezTo>
                    <a:cubicBezTo>
                      <a:pt x="2784" y="12686"/>
                      <a:pt x="2751" y="12736"/>
                      <a:pt x="2726" y="12777"/>
                    </a:cubicBezTo>
                    <a:cubicBezTo>
                      <a:pt x="2702" y="12818"/>
                      <a:pt x="2677" y="12860"/>
                      <a:pt x="2685" y="12910"/>
                    </a:cubicBezTo>
                    <a:cubicBezTo>
                      <a:pt x="2685" y="12951"/>
                      <a:pt x="2759" y="12976"/>
                      <a:pt x="2793" y="12992"/>
                    </a:cubicBezTo>
                    <a:cubicBezTo>
                      <a:pt x="2851" y="13009"/>
                      <a:pt x="2909" y="13026"/>
                      <a:pt x="2967" y="13026"/>
                    </a:cubicBezTo>
                    <a:cubicBezTo>
                      <a:pt x="3016" y="13034"/>
                      <a:pt x="3041" y="13075"/>
                      <a:pt x="3025" y="13117"/>
                    </a:cubicBezTo>
                    <a:cubicBezTo>
                      <a:pt x="3008" y="13150"/>
                      <a:pt x="2975" y="13166"/>
                      <a:pt x="2942" y="13175"/>
                    </a:cubicBezTo>
                    <a:cubicBezTo>
                      <a:pt x="2917" y="13191"/>
                      <a:pt x="2884" y="13183"/>
                      <a:pt x="2851" y="13200"/>
                    </a:cubicBezTo>
                    <a:cubicBezTo>
                      <a:pt x="2826" y="13208"/>
                      <a:pt x="2826" y="13233"/>
                      <a:pt x="2826" y="13258"/>
                    </a:cubicBezTo>
                    <a:cubicBezTo>
                      <a:pt x="2817" y="13299"/>
                      <a:pt x="2826" y="13349"/>
                      <a:pt x="2826" y="13398"/>
                    </a:cubicBezTo>
                    <a:lnTo>
                      <a:pt x="2826" y="13688"/>
                    </a:lnTo>
                    <a:cubicBezTo>
                      <a:pt x="2826" y="13763"/>
                      <a:pt x="2826" y="13829"/>
                      <a:pt x="2826" y="13904"/>
                    </a:cubicBezTo>
                    <a:cubicBezTo>
                      <a:pt x="2835" y="13895"/>
                      <a:pt x="2846" y="13891"/>
                      <a:pt x="2858" y="13891"/>
                    </a:cubicBezTo>
                    <a:cubicBezTo>
                      <a:pt x="2890" y="13891"/>
                      <a:pt x="2923" y="13920"/>
                      <a:pt x="2917" y="13962"/>
                    </a:cubicBezTo>
                    <a:cubicBezTo>
                      <a:pt x="2867" y="14260"/>
                      <a:pt x="2817" y="14567"/>
                      <a:pt x="2768" y="14865"/>
                    </a:cubicBezTo>
                    <a:cubicBezTo>
                      <a:pt x="2735" y="15014"/>
                      <a:pt x="2710" y="15163"/>
                      <a:pt x="2685" y="15312"/>
                    </a:cubicBezTo>
                    <a:cubicBezTo>
                      <a:pt x="2677" y="15387"/>
                      <a:pt x="2660" y="15462"/>
                      <a:pt x="2652" y="15536"/>
                    </a:cubicBezTo>
                    <a:cubicBezTo>
                      <a:pt x="2635" y="15594"/>
                      <a:pt x="2627" y="15660"/>
                      <a:pt x="2644" y="15727"/>
                    </a:cubicBezTo>
                    <a:cubicBezTo>
                      <a:pt x="2652" y="15785"/>
                      <a:pt x="2693" y="15834"/>
                      <a:pt x="2718" y="15901"/>
                    </a:cubicBezTo>
                    <a:cubicBezTo>
                      <a:pt x="2735" y="15959"/>
                      <a:pt x="2718" y="16033"/>
                      <a:pt x="2702" y="16091"/>
                    </a:cubicBezTo>
                    <a:cubicBezTo>
                      <a:pt x="2652" y="16224"/>
                      <a:pt x="2586" y="16348"/>
                      <a:pt x="2528" y="16472"/>
                    </a:cubicBezTo>
                    <a:cubicBezTo>
                      <a:pt x="2395" y="16713"/>
                      <a:pt x="2279" y="16961"/>
                      <a:pt x="2196" y="17235"/>
                    </a:cubicBezTo>
                    <a:cubicBezTo>
                      <a:pt x="2146" y="17384"/>
                      <a:pt x="2113" y="17533"/>
                      <a:pt x="2088" y="17682"/>
                    </a:cubicBezTo>
                    <a:cubicBezTo>
                      <a:pt x="2080" y="17757"/>
                      <a:pt x="2072" y="17839"/>
                      <a:pt x="2064" y="17914"/>
                    </a:cubicBezTo>
                    <a:cubicBezTo>
                      <a:pt x="2055" y="17939"/>
                      <a:pt x="2055" y="17972"/>
                      <a:pt x="2064" y="17997"/>
                    </a:cubicBezTo>
                    <a:cubicBezTo>
                      <a:pt x="2064" y="18013"/>
                      <a:pt x="2072" y="18022"/>
                      <a:pt x="2072" y="18030"/>
                    </a:cubicBezTo>
                    <a:cubicBezTo>
                      <a:pt x="2080" y="18026"/>
                      <a:pt x="2089" y="18024"/>
                      <a:pt x="2099" y="18024"/>
                    </a:cubicBezTo>
                    <a:cubicBezTo>
                      <a:pt x="2127" y="18024"/>
                      <a:pt x="2155" y="18042"/>
                      <a:pt x="2155" y="18080"/>
                    </a:cubicBezTo>
                    <a:cubicBezTo>
                      <a:pt x="2097" y="18602"/>
                      <a:pt x="2097" y="19124"/>
                      <a:pt x="2155" y="19646"/>
                    </a:cubicBezTo>
                    <a:cubicBezTo>
                      <a:pt x="2213" y="20168"/>
                      <a:pt x="2329" y="20681"/>
                      <a:pt x="2503" y="21170"/>
                    </a:cubicBezTo>
                    <a:cubicBezTo>
                      <a:pt x="2561" y="21328"/>
                      <a:pt x="2627" y="21485"/>
                      <a:pt x="2710" y="21626"/>
                    </a:cubicBezTo>
                    <a:cubicBezTo>
                      <a:pt x="2717" y="21600"/>
                      <a:pt x="2741" y="21587"/>
                      <a:pt x="2766" y="21587"/>
                    </a:cubicBezTo>
                    <a:cubicBezTo>
                      <a:pt x="2796" y="21587"/>
                      <a:pt x="2826" y="21606"/>
                      <a:pt x="2826" y="21642"/>
                    </a:cubicBezTo>
                    <a:cubicBezTo>
                      <a:pt x="2826" y="21725"/>
                      <a:pt x="2851" y="21800"/>
                      <a:pt x="2884" y="21874"/>
                    </a:cubicBezTo>
                    <a:cubicBezTo>
                      <a:pt x="2884" y="21874"/>
                      <a:pt x="2884" y="21874"/>
                      <a:pt x="2884" y="21883"/>
                    </a:cubicBezTo>
                    <a:cubicBezTo>
                      <a:pt x="2892" y="21883"/>
                      <a:pt x="2892" y="21891"/>
                      <a:pt x="2892" y="21899"/>
                    </a:cubicBezTo>
                    <a:cubicBezTo>
                      <a:pt x="2967" y="22040"/>
                      <a:pt x="3074" y="22173"/>
                      <a:pt x="3174" y="22297"/>
                    </a:cubicBezTo>
                    <a:cubicBezTo>
                      <a:pt x="3348" y="22529"/>
                      <a:pt x="3522" y="22761"/>
                      <a:pt x="3696" y="23001"/>
                    </a:cubicBezTo>
                    <a:cubicBezTo>
                      <a:pt x="3770" y="23101"/>
                      <a:pt x="3853" y="23200"/>
                      <a:pt x="3928" y="23308"/>
                    </a:cubicBezTo>
                    <a:cubicBezTo>
                      <a:pt x="3934" y="23306"/>
                      <a:pt x="3940" y="23305"/>
                      <a:pt x="3946" y="23305"/>
                    </a:cubicBezTo>
                    <a:cubicBezTo>
                      <a:pt x="3967" y="23305"/>
                      <a:pt x="3990" y="23316"/>
                      <a:pt x="4002" y="23341"/>
                    </a:cubicBezTo>
                    <a:cubicBezTo>
                      <a:pt x="4085" y="23556"/>
                      <a:pt x="4185" y="23772"/>
                      <a:pt x="4309" y="23979"/>
                    </a:cubicBezTo>
                    <a:cubicBezTo>
                      <a:pt x="4301" y="23954"/>
                      <a:pt x="4292" y="23929"/>
                      <a:pt x="4284" y="23913"/>
                    </a:cubicBezTo>
                    <a:cubicBezTo>
                      <a:pt x="4243" y="23813"/>
                      <a:pt x="4201" y="23722"/>
                      <a:pt x="4168" y="23623"/>
                    </a:cubicBezTo>
                    <a:cubicBezTo>
                      <a:pt x="4151" y="23573"/>
                      <a:pt x="4127" y="23523"/>
                      <a:pt x="4110" y="23474"/>
                    </a:cubicBezTo>
                    <a:cubicBezTo>
                      <a:pt x="4093" y="23424"/>
                      <a:pt x="4069" y="23374"/>
                      <a:pt x="4060" y="23324"/>
                    </a:cubicBezTo>
                    <a:cubicBezTo>
                      <a:pt x="4055" y="23296"/>
                      <a:pt x="4076" y="23276"/>
                      <a:pt x="4098" y="23276"/>
                    </a:cubicBezTo>
                    <a:cubicBezTo>
                      <a:pt x="4108" y="23276"/>
                      <a:pt x="4119" y="23281"/>
                      <a:pt x="4127" y="23291"/>
                    </a:cubicBezTo>
                    <a:cubicBezTo>
                      <a:pt x="4151" y="23324"/>
                      <a:pt x="4168" y="23366"/>
                      <a:pt x="4193" y="23407"/>
                    </a:cubicBezTo>
                    <a:cubicBezTo>
                      <a:pt x="4209" y="23457"/>
                      <a:pt x="4234" y="23498"/>
                      <a:pt x="4251" y="23540"/>
                    </a:cubicBezTo>
                    <a:cubicBezTo>
                      <a:pt x="4284" y="23631"/>
                      <a:pt x="4325" y="23714"/>
                      <a:pt x="4359" y="23797"/>
                    </a:cubicBezTo>
                    <a:cubicBezTo>
                      <a:pt x="4433" y="23962"/>
                      <a:pt x="4499" y="24120"/>
                      <a:pt x="4566" y="24286"/>
                    </a:cubicBezTo>
                    <a:cubicBezTo>
                      <a:pt x="4591" y="24344"/>
                      <a:pt x="4615" y="24402"/>
                      <a:pt x="4649" y="24460"/>
                    </a:cubicBezTo>
                    <a:cubicBezTo>
                      <a:pt x="4673" y="24493"/>
                      <a:pt x="4690" y="24518"/>
                      <a:pt x="4715" y="24542"/>
                    </a:cubicBezTo>
                    <a:cubicBezTo>
                      <a:pt x="4723" y="24559"/>
                      <a:pt x="4723" y="24576"/>
                      <a:pt x="4715" y="24584"/>
                    </a:cubicBezTo>
                    <a:cubicBezTo>
                      <a:pt x="4740" y="24634"/>
                      <a:pt x="4773" y="24683"/>
                      <a:pt x="4806" y="24733"/>
                    </a:cubicBezTo>
                    <a:cubicBezTo>
                      <a:pt x="4905" y="24866"/>
                      <a:pt x="5030" y="24982"/>
                      <a:pt x="5146" y="25098"/>
                    </a:cubicBezTo>
                    <a:cubicBezTo>
                      <a:pt x="5212" y="25164"/>
                      <a:pt x="5270" y="25230"/>
                      <a:pt x="5336" y="25288"/>
                    </a:cubicBezTo>
                    <a:cubicBezTo>
                      <a:pt x="5287" y="25189"/>
                      <a:pt x="5237" y="25098"/>
                      <a:pt x="5195" y="24990"/>
                    </a:cubicBezTo>
                    <a:cubicBezTo>
                      <a:pt x="5146" y="24874"/>
                      <a:pt x="5088" y="24750"/>
                      <a:pt x="5071" y="24617"/>
                    </a:cubicBezTo>
                    <a:cubicBezTo>
                      <a:pt x="5066" y="24597"/>
                      <a:pt x="5085" y="24586"/>
                      <a:pt x="5105" y="24586"/>
                    </a:cubicBezTo>
                    <a:cubicBezTo>
                      <a:pt x="5118" y="24586"/>
                      <a:pt x="5131" y="24591"/>
                      <a:pt x="5137" y="24600"/>
                    </a:cubicBezTo>
                    <a:cubicBezTo>
                      <a:pt x="5162" y="24650"/>
                      <a:pt x="5187" y="24708"/>
                      <a:pt x="5212" y="24766"/>
                    </a:cubicBezTo>
                    <a:cubicBezTo>
                      <a:pt x="5237" y="24816"/>
                      <a:pt x="5262" y="24874"/>
                      <a:pt x="5278" y="24932"/>
                    </a:cubicBezTo>
                    <a:cubicBezTo>
                      <a:pt x="5328" y="25040"/>
                      <a:pt x="5378" y="25156"/>
                      <a:pt x="5436" y="25263"/>
                    </a:cubicBezTo>
                    <a:cubicBezTo>
                      <a:pt x="5485" y="25371"/>
                      <a:pt x="5543" y="25479"/>
                      <a:pt x="5601" y="25578"/>
                    </a:cubicBezTo>
                    <a:cubicBezTo>
                      <a:pt x="5626" y="25628"/>
                      <a:pt x="5651" y="25677"/>
                      <a:pt x="5684" y="25719"/>
                    </a:cubicBezTo>
                    <a:cubicBezTo>
                      <a:pt x="5693" y="25727"/>
                      <a:pt x="5701" y="25744"/>
                      <a:pt x="5709" y="25752"/>
                    </a:cubicBezTo>
                    <a:cubicBezTo>
                      <a:pt x="5693" y="25644"/>
                      <a:pt x="5668" y="25537"/>
                      <a:pt x="5643" y="25429"/>
                    </a:cubicBezTo>
                    <a:cubicBezTo>
                      <a:pt x="5638" y="25390"/>
                      <a:pt x="5668" y="25365"/>
                      <a:pt x="5696" y="25365"/>
                    </a:cubicBezTo>
                    <a:cubicBezTo>
                      <a:pt x="5716" y="25365"/>
                      <a:pt x="5735" y="25377"/>
                      <a:pt x="5742" y="25404"/>
                    </a:cubicBezTo>
                    <a:cubicBezTo>
                      <a:pt x="5833" y="25669"/>
                      <a:pt x="5958" y="25926"/>
                      <a:pt x="6115" y="26158"/>
                    </a:cubicBezTo>
                    <a:cubicBezTo>
                      <a:pt x="6123" y="26158"/>
                      <a:pt x="6123" y="26158"/>
                      <a:pt x="6132" y="26166"/>
                    </a:cubicBezTo>
                    <a:cubicBezTo>
                      <a:pt x="6181" y="26216"/>
                      <a:pt x="6231" y="26282"/>
                      <a:pt x="6273" y="26349"/>
                    </a:cubicBezTo>
                    <a:cubicBezTo>
                      <a:pt x="6273" y="26299"/>
                      <a:pt x="6264" y="26249"/>
                      <a:pt x="6264" y="26208"/>
                    </a:cubicBezTo>
                    <a:cubicBezTo>
                      <a:pt x="6239" y="25860"/>
                      <a:pt x="6206" y="25520"/>
                      <a:pt x="6181" y="25180"/>
                    </a:cubicBezTo>
                    <a:cubicBezTo>
                      <a:pt x="6173" y="25089"/>
                      <a:pt x="6173" y="25006"/>
                      <a:pt x="6173" y="24924"/>
                    </a:cubicBezTo>
                    <a:cubicBezTo>
                      <a:pt x="6173" y="24901"/>
                      <a:pt x="6191" y="24888"/>
                      <a:pt x="6208" y="24888"/>
                    </a:cubicBezTo>
                    <a:cubicBezTo>
                      <a:pt x="6222" y="24888"/>
                      <a:pt x="6236" y="24897"/>
                      <a:pt x="6239" y="24915"/>
                    </a:cubicBezTo>
                    <a:cubicBezTo>
                      <a:pt x="6314" y="25255"/>
                      <a:pt x="6339" y="25603"/>
                      <a:pt x="6364" y="25951"/>
                    </a:cubicBezTo>
                    <a:cubicBezTo>
                      <a:pt x="6389" y="26299"/>
                      <a:pt x="6405" y="26647"/>
                      <a:pt x="6405" y="26995"/>
                    </a:cubicBezTo>
                    <a:cubicBezTo>
                      <a:pt x="6405" y="27343"/>
                      <a:pt x="6380" y="27683"/>
                      <a:pt x="6331" y="28031"/>
                    </a:cubicBezTo>
                    <a:cubicBezTo>
                      <a:pt x="6289" y="28362"/>
                      <a:pt x="6223" y="28693"/>
                      <a:pt x="6165" y="29025"/>
                    </a:cubicBezTo>
                    <a:cubicBezTo>
                      <a:pt x="6041" y="29688"/>
                      <a:pt x="5941" y="30359"/>
                      <a:pt x="6007" y="31030"/>
                    </a:cubicBezTo>
                    <a:cubicBezTo>
                      <a:pt x="6049" y="31370"/>
                      <a:pt x="6082" y="31709"/>
                      <a:pt x="6016" y="32049"/>
                    </a:cubicBezTo>
                    <a:cubicBezTo>
                      <a:pt x="5949" y="32356"/>
                      <a:pt x="5817" y="32646"/>
                      <a:pt x="5742" y="32952"/>
                    </a:cubicBezTo>
                    <a:cubicBezTo>
                      <a:pt x="5668" y="33259"/>
                      <a:pt x="5676" y="33574"/>
                      <a:pt x="5543" y="33864"/>
                    </a:cubicBezTo>
                    <a:cubicBezTo>
                      <a:pt x="5436" y="34087"/>
                      <a:pt x="5237" y="34286"/>
                      <a:pt x="5013" y="34394"/>
                    </a:cubicBezTo>
                    <a:cubicBezTo>
                      <a:pt x="5005" y="34402"/>
                      <a:pt x="5005" y="34402"/>
                      <a:pt x="5005" y="34402"/>
                    </a:cubicBezTo>
                    <a:cubicBezTo>
                      <a:pt x="4988" y="34427"/>
                      <a:pt x="4963" y="34444"/>
                      <a:pt x="4939" y="34468"/>
                    </a:cubicBezTo>
                    <a:cubicBezTo>
                      <a:pt x="4897" y="34493"/>
                      <a:pt x="4856" y="34518"/>
                      <a:pt x="4814" y="34535"/>
                    </a:cubicBezTo>
                    <a:cubicBezTo>
                      <a:pt x="4731" y="34576"/>
                      <a:pt x="4632" y="34609"/>
                      <a:pt x="4541" y="34634"/>
                    </a:cubicBezTo>
                    <a:cubicBezTo>
                      <a:pt x="4367" y="34684"/>
                      <a:pt x="4168" y="34725"/>
                      <a:pt x="4027" y="34850"/>
                    </a:cubicBezTo>
                    <a:cubicBezTo>
                      <a:pt x="3853" y="35007"/>
                      <a:pt x="3795" y="35264"/>
                      <a:pt x="3754" y="35488"/>
                    </a:cubicBezTo>
                    <a:cubicBezTo>
                      <a:pt x="3737" y="35620"/>
                      <a:pt x="3721" y="35753"/>
                      <a:pt x="3721" y="35885"/>
                    </a:cubicBezTo>
                    <a:cubicBezTo>
                      <a:pt x="3721" y="35951"/>
                      <a:pt x="3729" y="36018"/>
                      <a:pt x="3729" y="36084"/>
                    </a:cubicBezTo>
                    <a:cubicBezTo>
                      <a:pt x="3737" y="36125"/>
                      <a:pt x="3745" y="36175"/>
                      <a:pt x="3770" y="36217"/>
                    </a:cubicBezTo>
                    <a:cubicBezTo>
                      <a:pt x="3800" y="36252"/>
                      <a:pt x="3838" y="36262"/>
                      <a:pt x="3878" y="36262"/>
                    </a:cubicBezTo>
                    <a:cubicBezTo>
                      <a:pt x="3894" y="36262"/>
                      <a:pt x="3911" y="36260"/>
                      <a:pt x="3928" y="36258"/>
                    </a:cubicBezTo>
                    <a:cubicBezTo>
                      <a:pt x="3994" y="36258"/>
                      <a:pt x="4060" y="36241"/>
                      <a:pt x="4127" y="36241"/>
                    </a:cubicBezTo>
                    <a:cubicBezTo>
                      <a:pt x="4144" y="36239"/>
                      <a:pt x="4162" y="36238"/>
                      <a:pt x="4180" y="36238"/>
                    </a:cubicBezTo>
                    <a:cubicBezTo>
                      <a:pt x="4228" y="36238"/>
                      <a:pt x="4277" y="36246"/>
                      <a:pt x="4325" y="36258"/>
                    </a:cubicBezTo>
                    <a:cubicBezTo>
                      <a:pt x="4317" y="36200"/>
                      <a:pt x="4309" y="36134"/>
                      <a:pt x="4309" y="36076"/>
                    </a:cubicBezTo>
                    <a:cubicBezTo>
                      <a:pt x="4301" y="36018"/>
                      <a:pt x="4292" y="35951"/>
                      <a:pt x="4292" y="35893"/>
                    </a:cubicBezTo>
                    <a:cubicBezTo>
                      <a:pt x="4276" y="35769"/>
                      <a:pt x="4259" y="35653"/>
                      <a:pt x="4259" y="35529"/>
                    </a:cubicBezTo>
                    <a:cubicBezTo>
                      <a:pt x="4259" y="35413"/>
                      <a:pt x="4276" y="35297"/>
                      <a:pt x="4325" y="35189"/>
                    </a:cubicBezTo>
                    <a:cubicBezTo>
                      <a:pt x="4367" y="35090"/>
                      <a:pt x="4425" y="35007"/>
                      <a:pt x="4499" y="34932"/>
                    </a:cubicBezTo>
                    <a:cubicBezTo>
                      <a:pt x="4690" y="34750"/>
                      <a:pt x="4939" y="34667"/>
                      <a:pt x="5179" y="34593"/>
                    </a:cubicBezTo>
                    <a:cubicBezTo>
                      <a:pt x="5184" y="34591"/>
                      <a:pt x="5189" y="34590"/>
                      <a:pt x="5194" y="34590"/>
                    </a:cubicBezTo>
                    <a:cubicBezTo>
                      <a:pt x="5241" y="34590"/>
                      <a:pt x="5257" y="34661"/>
                      <a:pt x="5204" y="34684"/>
                    </a:cubicBezTo>
                    <a:cubicBezTo>
                      <a:pt x="4856" y="34816"/>
                      <a:pt x="4433" y="34990"/>
                      <a:pt x="4383" y="35413"/>
                    </a:cubicBezTo>
                    <a:cubicBezTo>
                      <a:pt x="4367" y="35628"/>
                      <a:pt x="4400" y="35844"/>
                      <a:pt x="4425" y="36051"/>
                    </a:cubicBezTo>
                    <a:cubicBezTo>
                      <a:pt x="4425" y="36101"/>
                      <a:pt x="4433" y="36150"/>
                      <a:pt x="4441" y="36208"/>
                    </a:cubicBezTo>
                    <a:cubicBezTo>
                      <a:pt x="4441" y="36250"/>
                      <a:pt x="4458" y="36275"/>
                      <a:pt x="4499" y="36291"/>
                    </a:cubicBezTo>
                    <a:cubicBezTo>
                      <a:pt x="4533" y="36308"/>
                      <a:pt x="4574" y="36316"/>
                      <a:pt x="4607" y="36316"/>
                    </a:cubicBezTo>
                    <a:cubicBezTo>
                      <a:pt x="4665" y="36324"/>
                      <a:pt x="4723" y="36324"/>
                      <a:pt x="4781" y="36333"/>
                    </a:cubicBezTo>
                    <a:cubicBezTo>
                      <a:pt x="4839" y="36337"/>
                      <a:pt x="4901" y="36341"/>
                      <a:pt x="4962" y="36341"/>
                    </a:cubicBezTo>
                    <a:cubicBezTo>
                      <a:pt x="5024" y="36341"/>
                      <a:pt x="5084" y="36337"/>
                      <a:pt x="5137" y="36324"/>
                    </a:cubicBezTo>
                    <a:cubicBezTo>
                      <a:pt x="5179" y="36316"/>
                      <a:pt x="5212" y="36299"/>
                      <a:pt x="5245" y="36283"/>
                    </a:cubicBezTo>
                    <a:cubicBezTo>
                      <a:pt x="5253" y="36275"/>
                      <a:pt x="5262" y="36266"/>
                      <a:pt x="5270" y="36266"/>
                    </a:cubicBezTo>
                    <a:cubicBezTo>
                      <a:pt x="5270" y="36258"/>
                      <a:pt x="5278" y="36258"/>
                      <a:pt x="5287" y="36250"/>
                    </a:cubicBezTo>
                    <a:cubicBezTo>
                      <a:pt x="5262" y="36233"/>
                      <a:pt x="5237" y="36217"/>
                      <a:pt x="5220" y="36200"/>
                    </a:cubicBezTo>
                    <a:cubicBezTo>
                      <a:pt x="5195" y="36167"/>
                      <a:pt x="5179" y="36134"/>
                      <a:pt x="5179" y="36092"/>
                    </a:cubicBezTo>
                    <a:cubicBezTo>
                      <a:pt x="5162" y="35993"/>
                      <a:pt x="5171" y="35893"/>
                      <a:pt x="5171" y="35802"/>
                    </a:cubicBezTo>
                    <a:cubicBezTo>
                      <a:pt x="5179" y="35695"/>
                      <a:pt x="5187" y="35587"/>
                      <a:pt x="5204" y="35479"/>
                    </a:cubicBezTo>
                    <a:cubicBezTo>
                      <a:pt x="5220" y="35396"/>
                      <a:pt x="5237" y="35314"/>
                      <a:pt x="5270" y="35239"/>
                    </a:cubicBezTo>
                    <a:cubicBezTo>
                      <a:pt x="5303" y="35156"/>
                      <a:pt x="5345" y="35090"/>
                      <a:pt x="5411" y="35040"/>
                    </a:cubicBezTo>
                    <a:cubicBezTo>
                      <a:pt x="5485" y="34999"/>
                      <a:pt x="5568" y="34982"/>
                      <a:pt x="5651" y="34966"/>
                    </a:cubicBezTo>
                    <a:cubicBezTo>
                      <a:pt x="5726" y="34957"/>
                      <a:pt x="5809" y="34949"/>
                      <a:pt x="5875" y="34908"/>
                    </a:cubicBezTo>
                    <a:cubicBezTo>
                      <a:pt x="5884" y="34903"/>
                      <a:pt x="5893" y="34901"/>
                      <a:pt x="5901" y="34901"/>
                    </a:cubicBezTo>
                    <a:cubicBezTo>
                      <a:pt x="5953" y="34901"/>
                      <a:pt x="5983" y="34978"/>
                      <a:pt x="5933" y="35007"/>
                    </a:cubicBezTo>
                    <a:cubicBezTo>
                      <a:pt x="5858" y="35048"/>
                      <a:pt x="5784" y="35065"/>
                      <a:pt x="5701" y="35082"/>
                    </a:cubicBezTo>
                    <a:cubicBezTo>
                      <a:pt x="5626" y="35090"/>
                      <a:pt x="5552" y="35098"/>
                      <a:pt x="5485" y="35140"/>
                    </a:cubicBezTo>
                    <a:cubicBezTo>
                      <a:pt x="5353" y="35222"/>
                      <a:pt x="5336" y="35430"/>
                      <a:pt x="5311" y="35570"/>
                    </a:cubicBezTo>
                    <a:cubicBezTo>
                      <a:pt x="5303" y="35670"/>
                      <a:pt x="5295" y="35769"/>
                      <a:pt x="5287" y="35869"/>
                    </a:cubicBezTo>
                    <a:cubicBezTo>
                      <a:pt x="5287" y="35893"/>
                      <a:pt x="5287" y="35927"/>
                      <a:pt x="5287" y="35951"/>
                    </a:cubicBezTo>
                    <a:lnTo>
                      <a:pt x="5287" y="36009"/>
                    </a:lnTo>
                    <a:cubicBezTo>
                      <a:pt x="5295" y="36043"/>
                      <a:pt x="5287" y="36092"/>
                      <a:pt x="5311" y="36125"/>
                    </a:cubicBezTo>
                    <a:cubicBezTo>
                      <a:pt x="5320" y="36150"/>
                      <a:pt x="5353" y="36159"/>
                      <a:pt x="5378" y="36159"/>
                    </a:cubicBezTo>
                    <a:cubicBezTo>
                      <a:pt x="5383" y="36156"/>
                      <a:pt x="5388" y="36155"/>
                      <a:pt x="5394" y="36155"/>
                    </a:cubicBezTo>
                    <a:cubicBezTo>
                      <a:pt x="5407" y="36155"/>
                      <a:pt x="5422" y="36161"/>
                      <a:pt x="5427" y="36167"/>
                    </a:cubicBezTo>
                    <a:cubicBezTo>
                      <a:pt x="5469" y="36175"/>
                      <a:pt x="5510" y="36183"/>
                      <a:pt x="5552" y="36192"/>
                    </a:cubicBezTo>
                    <a:cubicBezTo>
                      <a:pt x="5651" y="36208"/>
                      <a:pt x="5751" y="36225"/>
                      <a:pt x="5858" y="36241"/>
                    </a:cubicBezTo>
                    <a:cubicBezTo>
                      <a:pt x="6057" y="36266"/>
                      <a:pt x="6256" y="36283"/>
                      <a:pt x="6463" y="36291"/>
                    </a:cubicBezTo>
                    <a:cubicBezTo>
                      <a:pt x="6511" y="36294"/>
                      <a:pt x="6559" y="36295"/>
                      <a:pt x="6607" y="36295"/>
                    </a:cubicBezTo>
                    <a:cubicBezTo>
                      <a:pt x="6724" y="36295"/>
                      <a:pt x="6840" y="36285"/>
                      <a:pt x="6952" y="36250"/>
                    </a:cubicBezTo>
                    <a:cubicBezTo>
                      <a:pt x="7109" y="36200"/>
                      <a:pt x="7225" y="36092"/>
                      <a:pt x="7300" y="35960"/>
                    </a:cubicBezTo>
                    <a:cubicBezTo>
                      <a:pt x="7383" y="35819"/>
                      <a:pt x="7424" y="35661"/>
                      <a:pt x="7466" y="35512"/>
                    </a:cubicBezTo>
                    <a:cubicBezTo>
                      <a:pt x="7557" y="35123"/>
                      <a:pt x="7640" y="34725"/>
                      <a:pt x="7714" y="34336"/>
                    </a:cubicBezTo>
                    <a:cubicBezTo>
                      <a:pt x="7756" y="34137"/>
                      <a:pt x="7789" y="33946"/>
                      <a:pt x="7822" y="33748"/>
                    </a:cubicBezTo>
                    <a:cubicBezTo>
                      <a:pt x="7855" y="33565"/>
                      <a:pt x="7888" y="33383"/>
                      <a:pt x="7955" y="33209"/>
                    </a:cubicBezTo>
                    <a:cubicBezTo>
                      <a:pt x="8013" y="33035"/>
                      <a:pt x="8120" y="32886"/>
                      <a:pt x="8220" y="32728"/>
                    </a:cubicBezTo>
                    <a:cubicBezTo>
                      <a:pt x="8319" y="32579"/>
                      <a:pt x="8394" y="32430"/>
                      <a:pt x="8435" y="32264"/>
                    </a:cubicBezTo>
                    <a:cubicBezTo>
                      <a:pt x="8518" y="31925"/>
                      <a:pt x="8485" y="31577"/>
                      <a:pt x="8526" y="31237"/>
                    </a:cubicBezTo>
                    <a:cubicBezTo>
                      <a:pt x="8551" y="31063"/>
                      <a:pt x="8584" y="30897"/>
                      <a:pt x="8667" y="30740"/>
                    </a:cubicBezTo>
                    <a:cubicBezTo>
                      <a:pt x="8742" y="30574"/>
                      <a:pt x="8849" y="30425"/>
                      <a:pt x="8916" y="30251"/>
                    </a:cubicBezTo>
                    <a:cubicBezTo>
                      <a:pt x="8982" y="30085"/>
                      <a:pt x="9023" y="29911"/>
                      <a:pt x="9056" y="29729"/>
                    </a:cubicBezTo>
                    <a:lnTo>
                      <a:pt x="9056" y="29729"/>
                    </a:lnTo>
                    <a:cubicBezTo>
                      <a:pt x="9054" y="29731"/>
                      <a:pt x="9050" y="29731"/>
                      <a:pt x="9047" y="29731"/>
                    </a:cubicBezTo>
                    <a:cubicBezTo>
                      <a:pt x="9032" y="29731"/>
                      <a:pt x="9017" y="29716"/>
                      <a:pt x="9023" y="29696"/>
                    </a:cubicBezTo>
                    <a:cubicBezTo>
                      <a:pt x="9023" y="29646"/>
                      <a:pt x="9048" y="29588"/>
                      <a:pt x="9056" y="29530"/>
                    </a:cubicBezTo>
                    <a:cubicBezTo>
                      <a:pt x="9073" y="29472"/>
                      <a:pt x="9090" y="29414"/>
                      <a:pt x="9106" y="29356"/>
                    </a:cubicBezTo>
                    <a:cubicBezTo>
                      <a:pt x="9106" y="29340"/>
                      <a:pt x="9114" y="29323"/>
                      <a:pt x="9114" y="29307"/>
                    </a:cubicBezTo>
                    <a:cubicBezTo>
                      <a:pt x="9123" y="29265"/>
                      <a:pt x="9123" y="29224"/>
                      <a:pt x="9131" y="29182"/>
                    </a:cubicBezTo>
                    <a:cubicBezTo>
                      <a:pt x="9139" y="29099"/>
                      <a:pt x="9148" y="29008"/>
                      <a:pt x="9156" y="28917"/>
                    </a:cubicBezTo>
                    <a:cubicBezTo>
                      <a:pt x="9156" y="28903"/>
                      <a:pt x="9170" y="28894"/>
                      <a:pt x="9183" y="28894"/>
                    </a:cubicBezTo>
                    <a:cubicBezTo>
                      <a:pt x="9193" y="28894"/>
                      <a:pt x="9202" y="28898"/>
                      <a:pt x="9206" y="28909"/>
                    </a:cubicBezTo>
                    <a:cubicBezTo>
                      <a:pt x="9255" y="28685"/>
                      <a:pt x="9305" y="28461"/>
                      <a:pt x="9355" y="28238"/>
                    </a:cubicBezTo>
                    <a:cubicBezTo>
                      <a:pt x="9388" y="28089"/>
                      <a:pt x="9438" y="27948"/>
                      <a:pt x="9471" y="27807"/>
                    </a:cubicBezTo>
                    <a:cubicBezTo>
                      <a:pt x="9474" y="27790"/>
                      <a:pt x="9487" y="27783"/>
                      <a:pt x="9500" y="27783"/>
                    </a:cubicBezTo>
                    <a:cubicBezTo>
                      <a:pt x="9520" y="27783"/>
                      <a:pt x="9542" y="27799"/>
                      <a:pt x="9537" y="27823"/>
                    </a:cubicBezTo>
                    <a:cubicBezTo>
                      <a:pt x="9512" y="27956"/>
                      <a:pt x="9496" y="28080"/>
                      <a:pt x="9471" y="28213"/>
                    </a:cubicBezTo>
                    <a:cubicBezTo>
                      <a:pt x="9446" y="28329"/>
                      <a:pt x="9421" y="28453"/>
                      <a:pt x="9396" y="28569"/>
                    </a:cubicBezTo>
                    <a:cubicBezTo>
                      <a:pt x="9421" y="28503"/>
                      <a:pt x="9446" y="28437"/>
                      <a:pt x="9471" y="28370"/>
                    </a:cubicBezTo>
                    <a:cubicBezTo>
                      <a:pt x="9537" y="28196"/>
                      <a:pt x="9603" y="28022"/>
                      <a:pt x="9653" y="27840"/>
                    </a:cubicBezTo>
                    <a:cubicBezTo>
                      <a:pt x="9769" y="27492"/>
                      <a:pt x="9852" y="27127"/>
                      <a:pt x="9918" y="26763"/>
                    </a:cubicBezTo>
                    <a:cubicBezTo>
                      <a:pt x="9960" y="26556"/>
                      <a:pt x="10001" y="26349"/>
                      <a:pt x="10026" y="26141"/>
                    </a:cubicBezTo>
                    <a:cubicBezTo>
                      <a:pt x="10026" y="26124"/>
                      <a:pt x="10042" y="26113"/>
                      <a:pt x="10057" y="26113"/>
                    </a:cubicBezTo>
                    <a:cubicBezTo>
                      <a:pt x="10071" y="26113"/>
                      <a:pt x="10084" y="26122"/>
                      <a:pt x="10084" y="26141"/>
                    </a:cubicBezTo>
                    <a:cubicBezTo>
                      <a:pt x="10067" y="26332"/>
                      <a:pt x="10059" y="26514"/>
                      <a:pt x="10034" y="26705"/>
                    </a:cubicBezTo>
                    <a:cubicBezTo>
                      <a:pt x="10026" y="26763"/>
                      <a:pt x="10018" y="26829"/>
                      <a:pt x="10001" y="26887"/>
                    </a:cubicBezTo>
                    <a:cubicBezTo>
                      <a:pt x="10034" y="26821"/>
                      <a:pt x="10076" y="26755"/>
                      <a:pt x="10109" y="26697"/>
                    </a:cubicBezTo>
                    <a:cubicBezTo>
                      <a:pt x="10158" y="26614"/>
                      <a:pt x="10208" y="26523"/>
                      <a:pt x="10241" y="26431"/>
                    </a:cubicBezTo>
                    <a:cubicBezTo>
                      <a:pt x="10274" y="26340"/>
                      <a:pt x="10283" y="26233"/>
                      <a:pt x="10299" y="26133"/>
                    </a:cubicBezTo>
                    <a:cubicBezTo>
                      <a:pt x="10324" y="25918"/>
                      <a:pt x="10357" y="25711"/>
                      <a:pt x="10390" y="25495"/>
                    </a:cubicBezTo>
                    <a:cubicBezTo>
                      <a:pt x="10432" y="25263"/>
                      <a:pt x="10465" y="25023"/>
                      <a:pt x="10498" y="24783"/>
                    </a:cubicBezTo>
                    <a:cubicBezTo>
                      <a:pt x="10504" y="24777"/>
                      <a:pt x="10514" y="24771"/>
                      <a:pt x="10519" y="24771"/>
                    </a:cubicBezTo>
                    <a:cubicBezTo>
                      <a:pt x="10522" y="24771"/>
                      <a:pt x="10523" y="24772"/>
                      <a:pt x="10523" y="24774"/>
                    </a:cubicBezTo>
                    <a:cubicBezTo>
                      <a:pt x="10523" y="24725"/>
                      <a:pt x="10523" y="24675"/>
                      <a:pt x="10523" y="24625"/>
                    </a:cubicBezTo>
                    <a:cubicBezTo>
                      <a:pt x="10523" y="24609"/>
                      <a:pt x="10535" y="24600"/>
                      <a:pt x="10548" y="24600"/>
                    </a:cubicBezTo>
                    <a:cubicBezTo>
                      <a:pt x="10560" y="24600"/>
                      <a:pt x="10573" y="24609"/>
                      <a:pt x="10573" y="24625"/>
                    </a:cubicBezTo>
                    <a:cubicBezTo>
                      <a:pt x="10581" y="24774"/>
                      <a:pt x="10589" y="24932"/>
                      <a:pt x="10581" y="25089"/>
                    </a:cubicBezTo>
                    <a:cubicBezTo>
                      <a:pt x="10581" y="25164"/>
                      <a:pt x="10581" y="25238"/>
                      <a:pt x="10573" y="25321"/>
                    </a:cubicBezTo>
                    <a:cubicBezTo>
                      <a:pt x="10564" y="25388"/>
                      <a:pt x="10556" y="25470"/>
                      <a:pt x="10531" y="25537"/>
                    </a:cubicBezTo>
                    <a:cubicBezTo>
                      <a:pt x="10528" y="25548"/>
                      <a:pt x="10520" y="25552"/>
                      <a:pt x="10513" y="25552"/>
                    </a:cubicBezTo>
                    <a:cubicBezTo>
                      <a:pt x="10504" y="25552"/>
                      <a:pt x="10494" y="25546"/>
                      <a:pt x="10490" y="25537"/>
                    </a:cubicBezTo>
                    <a:cubicBezTo>
                      <a:pt x="10490" y="25454"/>
                      <a:pt x="10498" y="25379"/>
                      <a:pt x="10506" y="25305"/>
                    </a:cubicBezTo>
                    <a:cubicBezTo>
                      <a:pt x="10515" y="25230"/>
                      <a:pt x="10515" y="25156"/>
                      <a:pt x="10523" y="25081"/>
                    </a:cubicBezTo>
                    <a:cubicBezTo>
                      <a:pt x="10523" y="24990"/>
                      <a:pt x="10531" y="24907"/>
                      <a:pt x="10531" y="24824"/>
                    </a:cubicBezTo>
                    <a:lnTo>
                      <a:pt x="10531" y="24824"/>
                    </a:lnTo>
                    <a:cubicBezTo>
                      <a:pt x="10506" y="25023"/>
                      <a:pt x="10490" y="25230"/>
                      <a:pt x="10465" y="25437"/>
                    </a:cubicBezTo>
                    <a:cubicBezTo>
                      <a:pt x="10440" y="25644"/>
                      <a:pt x="10415" y="25860"/>
                      <a:pt x="10399" y="26067"/>
                    </a:cubicBezTo>
                    <a:cubicBezTo>
                      <a:pt x="10390" y="26175"/>
                      <a:pt x="10374" y="26274"/>
                      <a:pt x="10357" y="26382"/>
                    </a:cubicBezTo>
                    <a:cubicBezTo>
                      <a:pt x="10341" y="26473"/>
                      <a:pt x="10308" y="26564"/>
                      <a:pt x="10258" y="26655"/>
                    </a:cubicBezTo>
                    <a:cubicBezTo>
                      <a:pt x="10208" y="26738"/>
                      <a:pt x="10158" y="26813"/>
                      <a:pt x="10117" y="26895"/>
                    </a:cubicBezTo>
                    <a:cubicBezTo>
                      <a:pt x="10067" y="26987"/>
                      <a:pt x="10026" y="27069"/>
                      <a:pt x="9993" y="27161"/>
                    </a:cubicBezTo>
                    <a:cubicBezTo>
                      <a:pt x="9968" y="27235"/>
                      <a:pt x="9943" y="27310"/>
                      <a:pt x="9926" y="27384"/>
                    </a:cubicBezTo>
                    <a:cubicBezTo>
                      <a:pt x="10042" y="27608"/>
                      <a:pt x="10183" y="27815"/>
                      <a:pt x="10349" y="28006"/>
                    </a:cubicBezTo>
                    <a:cubicBezTo>
                      <a:pt x="10523" y="28205"/>
                      <a:pt x="10730" y="28387"/>
                      <a:pt x="10946" y="28536"/>
                    </a:cubicBezTo>
                    <a:cubicBezTo>
                      <a:pt x="11169" y="28685"/>
                      <a:pt x="11410" y="28818"/>
                      <a:pt x="11666" y="28909"/>
                    </a:cubicBezTo>
                    <a:cubicBezTo>
                      <a:pt x="11700" y="28917"/>
                      <a:pt x="11733" y="28925"/>
                      <a:pt x="11766" y="28925"/>
                    </a:cubicBezTo>
                    <a:cubicBezTo>
                      <a:pt x="11783" y="28920"/>
                      <a:pt x="11793" y="28914"/>
                      <a:pt x="11805" y="28914"/>
                    </a:cubicBezTo>
                    <a:cubicBezTo>
                      <a:pt x="11811" y="28914"/>
                      <a:pt x="11817" y="28915"/>
                      <a:pt x="11824" y="28917"/>
                    </a:cubicBezTo>
                    <a:cubicBezTo>
                      <a:pt x="11840" y="28917"/>
                      <a:pt x="11865" y="28934"/>
                      <a:pt x="11890" y="28934"/>
                    </a:cubicBezTo>
                    <a:cubicBezTo>
                      <a:pt x="11965" y="28967"/>
                      <a:pt x="12039" y="28992"/>
                      <a:pt x="12122" y="29025"/>
                    </a:cubicBezTo>
                    <a:cubicBezTo>
                      <a:pt x="12280" y="29075"/>
                      <a:pt x="12437" y="29133"/>
                      <a:pt x="12594" y="29174"/>
                    </a:cubicBezTo>
                    <a:cubicBezTo>
                      <a:pt x="12934" y="29273"/>
                      <a:pt x="13282" y="29356"/>
                      <a:pt x="13630" y="29414"/>
                    </a:cubicBezTo>
                    <a:cubicBezTo>
                      <a:pt x="13630" y="29389"/>
                      <a:pt x="13630" y="29356"/>
                      <a:pt x="13630" y="29323"/>
                    </a:cubicBezTo>
                    <a:cubicBezTo>
                      <a:pt x="13637" y="29294"/>
                      <a:pt x="13657" y="29272"/>
                      <a:pt x="13684" y="29272"/>
                    </a:cubicBezTo>
                    <a:cubicBezTo>
                      <a:pt x="13688" y="29272"/>
                      <a:pt x="13692" y="29272"/>
                      <a:pt x="13696" y="29273"/>
                    </a:cubicBezTo>
                    <a:cubicBezTo>
                      <a:pt x="13903" y="29356"/>
                      <a:pt x="14111" y="29431"/>
                      <a:pt x="14309" y="29522"/>
                    </a:cubicBezTo>
                    <a:cubicBezTo>
                      <a:pt x="14276" y="29423"/>
                      <a:pt x="14243" y="29315"/>
                      <a:pt x="14227" y="29215"/>
                    </a:cubicBezTo>
                    <a:cubicBezTo>
                      <a:pt x="14169" y="28925"/>
                      <a:pt x="14160" y="28627"/>
                      <a:pt x="14193" y="28337"/>
                    </a:cubicBezTo>
                    <a:cubicBezTo>
                      <a:pt x="14251" y="27881"/>
                      <a:pt x="14425" y="27442"/>
                      <a:pt x="14691" y="27061"/>
                    </a:cubicBezTo>
                    <a:cubicBezTo>
                      <a:pt x="14757" y="26962"/>
                      <a:pt x="14840" y="26862"/>
                      <a:pt x="14931" y="26771"/>
                    </a:cubicBezTo>
                    <a:cubicBezTo>
                      <a:pt x="14956" y="26746"/>
                      <a:pt x="14981" y="26713"/>
                      <a:pt x="15014" y="26688"/>
                    </a:cubicBezTo>
                    <a:lnTo>
                      <a:pt x="15014" y="26688"/>
                    </a:lnTo>
                    <a:cubicBezTo>
                      <a:pt x="14947" y="26721"/>
                      <a:pt x="14881" y="26755"/>
                      <a:pt x="14815" y="26796"/>
                    </a:cubicBezTo>
                    <a:cubicBezTo>
                      <a:pt x="14707" y="26862"/>
                      <a:pt x="14591" y="26937"/>
                      <a:pt x="14492" y="27028"/>
                    </a:cubicBezTo>
                    <a:cubicBezTo>
                      <a:pt x="14401" y="27103"/>
                      <a:pt x="14301" y="27252"/>
                      <a:pt x="14401" y="27368"/>
                    </a:cubicBezTo>
                    <a:cubicBezTo>
                      <a:pt x="14420" y="27387"/>
                      <a:pt x="14399" y="27417"/>
                      <a:pt x="14377" y="27417"/>
                    </a:cubicBezTo>
                    <a:cubicBezTo>
                      <a:pt x="14371" y="27417"/>
                      <a:pt x="14365" y="27415"/>
                      <a:pt x="14359" y="27409"/>
                    </a:cubicBezTo>
                    <a:cubicBezTo>
                      <a:pt x="14285" y="27326"/>
                      <a:pt x="14285" y="27202"/>
                      <a:pt x="14334" y="27103"/>
                    </a:cubicBezTo>
                    <a:cubicBezTo>
                      <a:pt x="14384" y="26987"/>
                      <a:pt x="14500" y="26912"/>
                      <a:pt x="14599" y="26837"/>
                    </a:cubicBezTo>
                    <a:cubicBezTo>
                      <a:pt x="14757" y="26721"/>
                      <a:pt x="14923" y="26622"/>
                      <a:pt x="15097" y="26539"/>
                    </a:cubicBezTo>
                    <a:cubicBezTo>
                      <a:pt x="15113" y="26531"/>
                      <a:pt x="15130" y="26523"/>
                      <a:pt x="15146" y="26514"/>
                    </a:cubicBezTo>
                    <a:cubicBezTo>
                      <a:pt x="15179" y="26498"/>
                      <a:pt x="15213" y="26489"/>
                      <a:pt x="15237" y="26473"/>
                    </a:cubicBezTo>
                    <a:cubicBezTo>
                      <a:pt x="15652" y="26307"/>
                      <a:pt x="16091" y="26216"/>
                      <a:pt x="16538" y="26183"/>
                    </a:cubicBezTo>
                    <a:cubicBezTo>
                      <a:pt x="16596" y="26183"/>
                      <a:pt x="16654" y="26175"/>
                      <a:pt x="16704" y="26175"/>
                    </a:cubicBezTo>
                    <a:cubicBezTo>
                      <a:pt x="16779" y="26170"/>
                      <a:pt x="16851" y="26168"/>
                      <a:pt x="16923" y="26168"/>
                    </a:cubicBezTo>
                    <a:cubicBezTo>
                      <a:pt x="16994" y="26168"/>
                      <a:pt x="17064" y="26170"/>
                      <a:pt x="17135" y="26175"/>
                    </a:cubicBezTo>
                    <a:cubicBezTo>
                      <a:pt x="17276" y="26183"/>
                      <a:pt x="17417" y="26183"/>
                      <a:pt x="17557" y="26216"/>
                    </a:cubicBezTo>
                    <a:cubicBezTo>
                      <a:pt x="17591" y="26216"/>
                      <a:pt x="17574" y="26266"/>
                      <a:pt x="17549" y="26266"/>
                    </a:cubicBezTo>
                    <a:cubicBezTo>
                      <a:pt x="17515" y="26268"/>
                      <a:pt x="17480" y="26269"/>
                      <a:pt x="17445" y="26269"/>
                    </a:cubicBezTo>
                    <a:cubicBezTo>
                      <a:pt x="17361" y="26269"/>
                      <a:pt x="17275" y="26263"/>
                      <a:pt x="17193" y="26257"/>
                    </a:cubicBezTo>
                    <a:cubicBezTo>
                      <a:pt x="17077" y="26257"/>
                      <a:pt x="16953" y="26257"/>
                      <a:pt x="16837" y="26266"/>
                    </a:cubicBezTo>
                    <a:lnTo>
                      <a:pt x="16820" y="26266"/>
                    </a:lnTo>
                    <a:cubicBezTo>
                      <a:pt x="16588" y="26274"/>
                      <a:pt x="16356" y="26291"/>
                      <a:pt x="16124" y="26332"/>
                    </a:cubicBezTo>
                    <a:cubicBezTo>
                      <a:pt x="15834" y="26382"/>
                      <a:pt x="15544" y="26456"/>
                      <a:pt x="15279" y="26564"/>
                    </a:cubicBezTo>
                    <a:cubicBezTo>
                      <a:pt x="15271" y="26564"/>
                      <a:pt x="15271" y="26572"/>
                      <a:pt x="15262" y="26572"/>
                    </a:cubicBezTo>
                    <a:cubicBezTo>
                      <a:pt x="15262" y="26572"/>
                      <a:pt x="15262" y="26581"/>
                      <a:pt x="15254" y="26581"/>
                    </a:cubicBezTo>
                    <a:cubicBezTo>
                      <a:pt x="15188" y="26663"/>
                      <a:pt x="15105" y="26738"/>
                      <a:pt x="15030" y="26813"/>
                    </a:cubicBezTo>
                    <a:cubicBezTo>
                      <a:pt x="14964" y="26895"/>
                      <a:pt x="14889" y="26978"/>
                      <a:pt x="14831" y="27069"/>
                    </a:cubicBezTo>
                    <a:cubicBezTo>
                      <a:pt x="14699" y="27243"/>
                      <a:pt x="14591" y="27426"/>
                      <a:pt x="14508" y="27625"/>
                    </a:cubicBezTo>
                    <a:cubicBezTo>
                      <a:pt x="14326" y="28047"/>
                      <a:pt x="14251" y="28519"/>
                      <a:pt x="14293" y="28983"/>
                    </a:cubicBezTo>
                    <a:cubicBezTo>
                      <a:pt x="14309" y="29182"/>
                      <a:pt x="14343" y="29373"/>
                      <a:pt x="14401" y="29572"/>
                    </a:cubicBezTo>
                    <a:cubicBezTo>
                      <a:pt x="14401" y="29572"/>
                      <a:pt x="14409" y="29572"/>
                      <a:pt x="14417" y="29580"/>
                    </a:cubicBezTo>
                    <a:cubicBezTo>
                      <a:pt x="14442" y="29588"/>
                      <a:pt x="14434" y="29621"/>
                      <a:pt x="14417" y="29630"/>
                    </a:cubicBezTo>
                    <a:cubicBezTo>
                      <a:pt x="14425" y="29679"/>
                      <a:pt x="14442" y="29729"/>
                      <a:pt x="14459" y="29771"/>
                    </a:cubicBezTo>
                    <a:cubicBezTo>
                      <a:pt x="14470" y="29793"/>
                      <a:pt x="14451" y="29807"/>
                      <a:pt x="14435" y="29807"/>
                    </a:cubicBezTo>
                    <a:cubicBezTo>
                      <a:pt x="14427" y="29807"/>
                      <a:pt x="14420" y="29804"/>
                      <a:pt x="14417" y="29795"/>
                    </a:cubicBezTo>
                    <a:cubicBezTo>
                      <a:pt x="14392" y="29746"/>
                      <a:pt x="14376" y="29696"/>
                      <a:pt x="14351" y="29655"/>
                    </a:cubicBezTo>
                    <a:lnTo>
                      <a:pt x="14343" y="29613"/>
                    </a:lnTo>
                    <a:cubicBezTo>
                      <a:pt x="14135" y="29555"/>
                      <a:pt x="13928" y="29472"/>
                      <a:pt x="13729" y="29398"/>
                    </a:cubicBezTo>
                    <a:cubicBezTo>
                      <a:pt x="13729" y="29423"/>
                      <a:pt x="13729" y="29447"/>
                      <a:pt x="13729" y="29481"/>
                    </a:cubicBezTo>
                    <a:cubicBezTo>
                      <a:pt x="13723" y="29508"/>
                      <a:pt x="13704" y="29524"/>
                      <a:pt x="13679" y="29524"/>
                    </a:cubicBezTo>
                    <a:cubicBezTo>
                      <a:pt x="13674" y="29524"/>
                      <a:pt x="13669" y="29523"/>
                      <a:pt x="13663" y="29522"/>
                    </a:cubicBezTo>
                    <a:cubicBezTo>
                      <a:pt x="13166" y="29447"/>
                      <a:pt x="12677" y="29331"/>
                      <a:pt x="12205" y="29174"/>
                    </a:cubicBezTo>
                    <a:cubicBezTo>
                      <a:pt x="12164" y="29157"/>
                      <a:pt x="12122" y="29149"/>
                      <a:pt x="12081" y="29133"/>
                    </a:cubicBezTo>
                    <a:lnTo>
                      <a:pt x="12081" y="29133"/>
                    </a:lnTo>
                    <a:cubicBezTo>
                      <a:pt x="12039" y="29249"/>
                      <a:pt x="12064" y="29389"/>
                      <a:pt x="12089" y="29505"/>
                    </a:cubicBezTo>
                    <a:cubicBezTo>
                      <a:pt x="12114" y="29655"/>
                      <a:pt x="12147" y="29804"/>
                      <a:pt x="12197" y="29953"/>
                    </a:cubicBezTo>
                    <a:cubicBezTo>
                      <a:pt x="12238" y="30094"/>
                      <a:pt x="12296" y="30235"/>
                      <a:pt x="12362" y="30367"/>
                    </a:cubicBezTo>
                    <a:cubicBezTo>
                      <a:pt x="12420" y="30508"/>
                      <a:pt x="12503" y="30640"/>
                      <a:pt x="12578" y="30773"/>
                    </a:cubicBezTo>
                    <a:cubicBezTo>
                      <a:pt x="12644" y="30889"/>
                      <a:pt x="12710" y="31013"/>
                      <a:pt x="12777" y="31129"/>
                    </a:cubicBezTo>
                    <a:cubicBezTo>
                      <a:pt x="12786" y="31116"/>
                      <a:pt x="12802" y="31107"/>
                      <a:pt x="12817" y="31107"/>
                    </a:cubicBezTo>
                    <a:cubicBezTo>
                      <a:pt x="12830" y="31107"/>
                      <a:pt x="12844" y="31114"/>
                      <a:pt x="12851" y="31129"/>
                    </a:cubicBezTo>
                    <a:cubicBezTo>
                      <a:pt x="12901" y="31229"/>
                      <a:pt x="12951" y="31320"/>
                      <a:pt x="13000" y="31411"/>
                    </a:cubicBezTo>
                    <a:cubicBezTo>
                      <a:pt x="13000" y="31378"/>
                      <a:pt x="12992" y="31336"/>
                      <a:pt x="13000" y="31303"/>
                    </a:cubicBezTo>
                    <a:cubicBezTo>
                      <a:pt x="13000" y="31287"/>
                      <a:pt x="13018" y="31271"/>
                      <a:pt x="13033" y="31271"/>
                    </a:cubicBezTo>
                    <a:cubicBezTo>
                      <a:pt x="13040" y="31271"/>
                      <a:pt x="13047" y="31275"/>
                      <a:pt x="13050" y="31287"/>
                    </a:cubicBezTo>
                    <a:cubicBezTo>
                      <a:pt x="13083" y="31353"/>
                      <a:pt x="13100" y="31428"/>
                      <a:pt x="13125" y="31502"/>
                    </a:cubicBezTo>
                    <a:cubicBezTo>
                      <a:pt x="13150" y="31577"/>
                      <a:pt x="13183" y="31651"/>
                      <a:pt x="13216" y="31718"/>
                    </a:cubicBezTo>
                    <a:cubicBezTo>
                      <a:pt x="13266" y="31825"/>
                      <a:pt x="13332" y="31925"/>
                      <a:pt x="13406" y="32016"/>
                    </a:cubicBezTo>
                    <a:cubicBezTo>
                      <a:pt x="13406" y="31983"/>
                      <a:pt x="13398" y="31958"/>
                      <a:pt x="13390" y="31925"/>
                    </a:cubicBezTo>
                    <a:cubicBezTo>
                      <a:pt x="13385" y="31890"/>
                      <a:pt x="13413" y="31867"/>
                      <a:pt x="13441" y="31867"/>
                    </a:cubicBezTo>
                    <a:cubicBezTo>
                      <a:pt x="13460" y="31867"/>
                      <a:pt x="13479" y="31877"/>
                      <a:pt x="13489" y="31900"/>
                    </a:cubicBezTo>
                    <a:cubicBezTo>
                      <a:pt x="13531" y="32032"/>
                      <a:pt x="13597" y="32140"/>
                      <a:pt x="13680" y="32248"/>
                    </a:cubicBezTo>
                    <a:cubicBezTo>
                      <a:pt x="13680" y="32224"/>
                      <a:pt x="13698" y="32208"/>
                      <a:pt x="13720" y="32208"/>
                    </a:cubicBezTo>
                    <a:cubicBezTo>
                      <a:pt x="13728" y="32208"/>
                      <a:pt x="13737" y="32210"/>
                      <a:pt x="13746" y="32215"/>
                    </a:cubicBezTo>
                    <a:cubicBezTo>
                      <a:pt x="13746" y="32182"/>
                      <a:pt x="13746" y="32148"/>
                      <a:pt x="13746" y="32115"/>
                    </a:cubicBezTo>
                    <a:cubicBezTo>
                      <a:pt x="13746" y="32089"/>
                      <a:pt x="13762" y="32077"/>
                      <a:pt x="13779" y="32077"/>
                    </a:cubicBezTo>
                    <a:cubicBezTo>
                      <a:pt x="13795" y="32077"/>
                      <a:pt x="13813" y="32087"/>
                      <a:pt x="13821" y="32107"/>
                    </a:cubicBezTo>
                    <a:cubicBezTo>
                      <a:pt x="13845" y="32173"/>
                      <a:pt x="13887" y="32231"/>
                      <a:pt x="13920" y="32298"/>
                    </a:cubicBezTo>
                    <a:cubicBezTo>
                      <a:pt x="13932" y="32321"/>
                      <a:pt x="13906" y="32344"/>
                      <a:pt x="13884" y="32344"/>
                    </a:cubicBezTo>
                    <a:cubicBezTo>
                      <a:pt x="13875" y="32344"/>
                      <a:pt x="13867" y="32340"/>
                      <a:pt x="13862" y="32331"/>
                    </a:cubicBezTo>
                    <a:cubicBezTo>
                      <a:pt x="13845" y="32314"/>
                      <a:pt x="13837" y="32298"/>
                      <a:pt x="13829" y="32281"/>
                    </a:cubicBezTo>
                    <a:cubicBezTo>
                      <a:pt x="13829" y="32298"/>
                      <a:pt x="13829" y="32314"/>
                      <a:pt x="13829" y="32331"/>
                    </a:cubicBezTo>
                    <a:cubicBezTo>
                      <a:pt x="13895" y="32438"/>
                      <a:pt x="13928" y="32563"/>
                      <a:pt x="13961" y="32687"/>
                    </a:cubicBezTo>
                    <a:cubicBezTo>
                      <a:pt x="13986" y="32778"/>
                      <a:pt x="14003" y="32861"/>
                      <a:pt x="14028" y="32952"/>
                    </a:cubicBezTo>
                    <a:cubicBezTo>
                      <a:pt x="14036" y="32960"/>
                      <a:pt x="14036" y="32977"/>
                      <a:pt x="14044" y="32994"/>
                    </a:cubicBezTo>
                    <a:cubicBezTo>
                      <a:pt x="14053" y="33018"/>
                      <a:pt x="14061" y="33043"/>
                      <a:pt x="14077" y="33060"/>
                    </a:cubicBezTo>
                    <a:cubicBezTo>
                      <a:pt x="14084" y="33073"/>
                      <a:pt x="14097" y="33087"/>
                      <a:pt x="14114" y="33087"/>
                    </a:cubicBezTo>
                    <a:cubicBezTo>
                      <a:pt x="14118" y="33087"/>
                      <a:pt x="14123" y="33086"/>
                      <a:pt x="14127" y="33085"/>
                    </a:cubicBezTo>
                    <a:cubicBezTo>
                      <a:pt x="14127" y="33085"/>
                      <a:pt x="14135" y="33076"/>
                      <a:pt x="14144" y="33076"/>
                    </a:cubicBezTo>
                    <a:cubicBezTo>
                      <a:pt x="14144" y="33068"/>
                      <a:pt x="14135" y="33060"/>
                      <a:pt x="14135" y="33060"/>
                    </a:cubicBezTo>
                    <a:cubicBezTo>
                      <a:pt x="14135" y="33027"/>
                      <a:pt x="14160" y="33002"/>
                      <a:pt x="14184" y="33002"/>
                    </a:cubicBezTo>
                    <a:cubicBezTo>
                      <a:pt x="14197" y="33002"/>
                      <a:pt x="14210" y="33009"/>
                      <a:pt x="14218" y="33027"/>
                    </a:cubicBezTo>
                    <a:cubicBezTo>
                      <a:pt x="14218" y="33027"/>
                      <a:pt x="14218" y="33027"/>
                      <a:pt x="14218" y="33035"/>
                    </a:cubicBezTo>
                    <a:cubicBezTo>
                      <a:pt x="14243" y="33110"/>
                      <a:pt x="14268" y="33184"/>
                      <a:pt x="14293" y="33250"/>
                    </a:cubicBezTo>
                    <a:cubicBezTo>
                      <a:pt x="14293" y="33242"/>
                      <a:pt x="14293" y="33234"/>
                      <a:pt x="14293" y="33226"/>
                    </a:cubicBezTo>
                    <a:cubicBezTo>
                      <a:pt x="14293" y="33207"/>
                      <a:pt x="14306" y="33196"/>
                      <a:pt x="14320" y="33196"/>
                    </a:cubicBezTo>
                    <a:cubicBezTo>
                      <a:pt x="14332" y="33196"/>
                      <a:pt x="14344" y="33203"/>
                      <a:pt x="14351" y="33217"/>
                    </a:cubicBezTo>
                    <a:cubicBezTo>
                      <a:pt x="14376" y="33300"/>
                      <a:pt x="14384" y="33400"/>
                      <a:pt x="14401" y="33482"/>
                    </a:cubicBezTo>
                    <a:cubicBezTo>
                      <a:pt x="14406" y="33515"/>
                      <a:pt x="14383" y="33536"/>
                      <a:pt x="14360" y="33536"/>
                    </a:cubicBezTo>
                    <a:cubicBezTo>
                      <a:pt x="14348" y="33536"/>
                      <a:pt x="14335" y="33530"/>
                      <a:pt x="14326" y="33516"/>
                    </a:cubicBezTo>
                    <a:cubicBezTo>
                      <a:pt x="14309" y="33482"/>
                      <a:pt x="14293" y="33458"/>
                      <a:pt x="14276" y="33424"/>
                    </a:cubicBezTo>
                    <a:cubicBezTo>
                      <a:pt x="14276" y="33449"/>
                      <a:pt x="14276" y="33466"/>
                      <a:pt x="14276" y="33482"/>
                    </a:cubicBezTo>
                    <a:cubicBezTo>
                      <a:pt x="14268" y="33549"/>
                      <a:pt x="14243" y="33607"/>
                      <a:pt x="14202" y="33648"/>
                    </a:cubicBezTo>
                    <a:cubicBezTo>
                      <a:pt x="14152" y="33706"/>
                      <a:pt x="14077" y="33731"/>
                      <a:pt x="14003" y="33756"/>
                    </a:cubicBezTo>
                    <a:cubicBezTo>
                      <a:pt x="13680" y="33864"/>
                      <a:pt x="13340" y="33938"/>
                      <a:pt x="13000" y="33996"/>
                    </a:cubicBezTo>
                    <a:cubicBezTo>
                      <a:pt x="12540" y="34075"/>
                      <a:pt x="12073" y="34115"/>
                      <a:pt x="11608" y="34115"/>
                    </a:cubicBezTo>
                    <a:cubicBezTo>
                      <a:pt x="11386" y="34115"/>
                      <a:pt x="11165" y="34106"/>
                      <a:pt x="10946" y="34087"/>
                    </a:cubicBezTo>
                    <a:cubicBezTo>
                      <a:pt x="10747" y="34071"/>
                      <a:pt x="10556" y="34046"/>
                      <a:pt x="10357" y="34021"/>
                    </a:cubicBezTo>
                    <a:cubicBezTo>
                      <a:pt x="10316" y="34013"/>
                      <a:pt x="10274" y="34004"/>
                      <a:pt x="10225" y="33996"/>
                    </a:cubicBezTo>
                    <a:lnTo>
                      <a:pt x="10225" y="33996"/>
                    </a:lnTo>
                    <a:cubicBezTo>
                      <a:pt x="10270" y="34011"/>
                      <a:pt x="10260" y="34073"/>
                      <a:pt x="10222" y="34073"/>
                    </a:cubicBezTo>
                    <a:cubicBezTo>
                      <a:pt x="10218" y="34073"/>
                      <a:pt x="10213" y="34072"/>
                      <a:pt x="10208" y="34071"/>
                    </a:cubicBezTo>
                    <a:cubicBezTo>
                      <a:pt x="10059" y="34038"/>
                      <a:pt x="9918" y="34004"/>
                      <a:pt x="9777" y="33963"/>
                    </a:cubicBezTo>
                    <a:lnTo>
                      <a:pt x="9761" y="33963"/>
                    </a:lnTo>
                    <a:cubicBezTo>
                      <a:pt x="9752" y="33963"/>
                      <a:pt x="9736" y="33955"/>
                      <a:pt x="9736" y="33955"/>
                    </a:cubicBezTo>
                    <a:cubicBezTo>
                      <a:pt x="9620" y="33922"/>
                      <a:pt x="9504" y="33888"/>
                      <a:pt x="9380" y="33864"/>
                    </a:cubicBezTo>
                    <a:cubicBezTo>
                      <a:pt x="9292" y="33840"/>
                      <a:pt x="9194" y="33822"/>
                      <a:pt x="9098" y="33822"/>
                    </a:cubicBezTo>
                    <a:cubicBezTo>
                      <a:pt x="8955" y="33822"/>
                      <a:pt x="8815" y="33861"/>
                      <a:pt x="8717" y="33980"/>
                    </a:cubicBezTo>
                    <a:cubicBezTo>
                      <a:pt x="8675" y="34021"/>
                      <a:pt x="8650" y="34079"/>
                      <a:pt x="8626" y="34129"/>
                    </a:cubicBezTo>
                    <a:cubicBezTo>
                      <a:pt x="8609" y="34162"/>
                      <a:pt x="8601" y="34203"/>
                      <a:pt x="8592" y="34236"/>
                    </a:cubicBezTo>
                    <a:cubicBezTo>
                      <a:pt x="8626" y="34212"/>
                      <a:pt x="8667" y="34187"/>
                      <a:pt x="8717" y="34170"/>
                    </a:cubicBezTo>
                    <a:cubicBezTo>
                      <a:pt x="8791" y="34137"/>
                      <a:pt x="8874" y="34129"/>
                      <a:pt x="8949" y="34112"/>
                    </a:cubicBezTo>
                    <a:cubicBezTo>
                      <a:pt x="9013" y="34100"/>
                      <a:pt x="9074" y="34089"/>
                      <a:pt x="9136" y="34089"/>
                    </a:cubicBezTo>
                    <a:cubicBezTo>
                      <a:pt x="9161" y="34089"/>
                      <a:pt x="9187" y="34091"/>
                      <a:pt x="9214" y="34096"/>
                    </a:cubicBezTo>
                    <a:cubicBezTo>
                      <a:pt x="9313" y="34104"/>
                      <a:pt x="9413" y="34137"/>
                      <a:pt x="9512" y="34170"/>
                    </a:cubicBezTo>
                    <a:cubicBezTo>
                      <a:pt x="9612" y="34195"/>
                      <a:pt x="9711" y="34228"/>
                      <a:pt x="9819" y="34261"/>
                    </a:cubicBezTo>
                    <a:cubicBezTo>
                      <a:pt x="9858" y="34269"/>
                      <a:pt x="9845" y="34328"/>
                      <a:pt x="9802" y="34328"/>
                    </a:cubicBezTo>
                    <a:cubicBezTo>
                      <a:pt x="9800" y="34328"/>
                      <a:pt x="9797" y="34328"/>
                      <a:pt x="9794" y="34328"/>
                    </a:cubicBezTo>
                    <a:cubicBezTo>
                      <a:pt x="9628" y="34294"/>
                      <a:pt x="9462" y="34253"/>
                      <a:pt x="9297" y="34220"/>
                    </a:cubicBezTo>
                    <a:cubicBezTo>
                      <a:pt x="9242" y="34208"/>
                      <a:pt x="9183" y="34200"/>
                      <a:pt x="9126" y="34200"/>
                    </a:cubicBezTo>
                    <a:cubicBezTo>
                      <a:pt x="9105" y="34200"/>
                      <a:pt x="9085" y="34201"/>
                      <a:pt x="9065" y="34203"/>
                    </a:cubicBezTo>
                    <a:cubicBezTo>
                      <a:pt x="8990" y="34212"/>
                      <a:pt x="8907" y="34236"/>
                      <a:pt x="8841" y="34253"/>
                    </a:cubicBezTo>
                    <a:cubicBezTo>
                      <a:pt x="8700" y="34286"/>
                      <a:pt x="8592" y="34361"/>
                      <a:pt x="8518" y="34485"/>
                    </a:cubicBezTo>
                    <a:cubicBezTo>
                      <a:pt x="8452" y="34601"/>
                      <a:pt x="8435" y="34734"/>
                      <a:pt x="8443" y="34858"/>
                    </a:cubicBezTo>
                    <a:cubicBezTo>
                      <a:pt x="8443" y="34949"/>
                      <a:pt x="8468" y="35040"/>
                      <a:pt x="8493" y="35123"/>
                    </a:cubicBezTo>
                    <a:cubicBezTo>
                      <a:pt x="8510" y="35164"/>
                      <a:pt x="8526" y="35206"/>
                      <a:pt x="8534" y="35247"/>
                    </a:cubicBezTo>
                    <a:cubicBezTo>
                      <a:pt x="8551" y="35272"/>
                      <a:pt x="8559" y="35289"/>
                      <a:pt x="8568" y="35314"/>
                    </a:cubicBezTo>
                    <a:lnTo>
                      <a:pt x="8576" y="35314"/>
                    </a:lnTo>
                    <a:cubicBezTo>
                      <a:pt x="8559" y="35082"/>
                      <a:pt x="8684" y="34874"/>
                      <a:pt x="8874" y="34734"/>
                    </a:cubicBezTo>
                    <a:cubicBezTo>
                      <a:pt x="9090" y="34564"/>
                      <a:pt x="9364" y="34509"/>
                      <a:pt x="9635" y="34509"/>
                    </a:cubicBezTo>
                    <a:cubicBezTo>
                      <a:pt x="9655" y="34509"/>
                      <a:pt x="9675" y="34509"/>
                      <a:pt x="9694" y="34510"/>
                    </a:cubicBezTo>
                    <a:cubicBezTo>
                      <a:pt x="9769" y="34510"/>
                      <a:pt x="9852" y="34510"/>
                      <a:pt x="9935" y="34526"/>
                    </a:cubicBezTo>
                    <a:cubicBezTo>
                      <a:pt x="9984" y="34526"/>
                      <a:pt x="9984" y="34601"/>
                      <a:pt x="9935" y="34609"/>
                    </a:cubicBezTo>
                    <a:cubicBezTo>
                      <a:pt x="9645" y="34618"/>
                      <a:pt x="9346" y="34609"/>
                      <a:pt x="9090" y="34734"/>
                    </a:cubicBezTo>
                    <a:cubicBezTo>
                      <a:pt x="8891" y="34833"/>
                      <a:pt x="8708" y="35015"/>
                      <a:pt x="8692" y="35247"/>
                    </a:cubicBezTo>
                    <a:cubicBezTo>
                      <a:pt x="8692" y="35347"/>
                      <a:pt x="8717" y="35454"/>
                      <a:pt x="8775" y="35546"/>
                    </a:cubicBezTo>
                    <a:cubicBezTo>
                      <a:pt x="8841" y="35637"/>
                      <a:pt x="8949" y="35686"/>
                      <a:pt x="9065" y="35695"/>
                    </a:cubicBezTo>
                    <a:cubicBezTo>
                      <a:pt x="9129" y="35705"/>
                      <a:pt x="9193" y="35708"/>
                      <a:pt x="9257" y="35708"/>
                    </a:cubicBezTo>
                    <a:cubicBezTo>
                      <a:pt x="9342" y="35708"/>
                      <a:pt x="9427" y="35703"/>
                      <a:pt x="9512" y="35703"/>
                    </a:cubicBezTo>
                    <a:lnTo>
                      <a:pt x="9993" y="35703"/>
                    </a:lnTo>
                    <a:cubicBezTo>
                      <a:pt x="10639" y="35703"/>
                      <a:pt x="11277" y="35686"/>
                      <a:pt x="11915" y="35661"/>
                    </a:cubicBezTo>
                    <a:cubicBezTo>
                      <a:pt x="12561" y="35628"/>
                      <a:pt x="13199" y="35595"/>
                      <a:pt x="13845" y="35546"/>
                    </a:cubicBezTo>
                    <a:cubicBezTo>
                      <a:pt x="14160" y="35521"/>
                      <a:pt x="14483" y="35496"/>
                      <a:pt x="14798" y="35471"/>
                    </a:cubicBezTo>
                    <a:cubicBezTo>
                      <a:pt x="15055" y="35446"/>
                      <a:pt x="15387" y="35454"/>
                      <a:pt x="15561" y="35231"/>
                    </a:cubicBezTo>
                    <a:cubicBezTo>
                      <a:pt x="15585" y="35198"/>
                      <a:pt x="15602" y="35164"/>
                      <a:pt x="15610" y="35131"/>
                    </a:cubicBezTo>
                    <a:cubicBezTo>
                      <a:pt x="15594" y="35131"/>
                      <a:pt x="15577" y="35123"/>
                      <a:pt x="15561" y="35123"/>
                    </a:cubicBezTo>
                    <a:cubicBezTo>
                      <a:pt x="15519" y="35123"/>
                      <a:pt x="15469" y="35123"/>
                      <a:pt x="15428" y="35115"/>
                    </a:cubicBezTo>
                    <a:cubicBezTo>
                      <a:pt x="15395" y="35115"/>
                      <a:pt x="15395" y="35065"/>
                      <a:pt x="15420" y="35048"/>
                    </a:cubicBezTo>
                    <a:cubicBezTo>
                      <a:pt x="15453" y="35028"/>
                      <a:pt x="15492" y="35021"/>
                      <a:pt x="15532" y="35021"/>
                    </a:cubicBezTo>
                    <a:cubicBezTo>
                      <a:pt x="15571" y="35021"/>
                      <a:pt x="15610" y="35028"/>
                      <a:pt x="15643" y="35032"/>
                    </a:cubicBezTo>
                    <a:cubicBezTo>
                      <a:pt x="15726" y="35040"/>
                      <a:pt x="15793" y="35065"/>
                      <a:pt x="15867" y="35065"/>
                    </a:cubicBezTo>
                    <a:cubicBezTo>
                      <a:pt x="15883" y="35067"/>
                      <a:pt x="15899" y="35068"/>
                      <a:pt x="15915" y="35068"/>
                    </a:cubicBezTo>
                    <a:cubicBezTo>
                      <a:pt x="15973" y="35068"/>
                      <a:pt x="16029" y="35054"/>
                      <a:pt x="16074" y="35015"/>
                    </a:cubicBezTo>
                    <a:cubicBezTo>
                      <a:pt x="16107" y="34999"/>
                      <a:pt x="16141" y="34966"/>
                      <a:pt x="16165" y="34941"/>
                    </a:cubicBezTo>
                    <a:cubicBezTo>
                      <a:pt x="16182" y="34924"/>
                      <a:pt x="16248" y="34866"/>
                      <a:pt x="16240" y="34841"/>
                    </a:cubicBezTo>
                    <a:cubicBezTo>
                      <a:pt x="16232" y="34825"/>
                      <a:pt x="16248" y="34808"/>
                      <a:pt x="16257" y="34800"/>
                    </a:cubicBezTo>
                    <a:cubicBezTo>
                      <a:pt x="16265" y="34717"/>
                      <a:pt x="16281" y="34626"/>
                      <a:pt x="16298" y="34543"/>
                    </a:cubicBezTo>
                    <a:cubicBezTo>
                      <a:pt x="16323" y="34410"/>
                      <a:pt x="16373" y="34278"/>
                      <a:pt x="16455" y="34170"/>
                    </a:cubicBezTo>
                    <a:cubicBezTo>
                      <a:pt x="16522" y="34079"/>
                      <a:pt x="16621" y="34013"/>
                      <a:pt x="16721" y="33963"/>
                    </a:cubicBezTo>
                    <a:cubicBezTo>
                      <a:pt x="16961" y="33855"/>
                      <a:pt x="17226" y="33830"/>
                      <a:pt x="17483" y="33797"/>
                    </a:cubicBezTo>
                    <a:cubicBezTo>
                      <a:pt x="17789" y="33764"/>
                      <a:pt x="18104" y="33739"/>
                      <a:pt x="18419" y="33723"/>
                    </a:cubicBezTo>
                    <a:cubicBezTo>
                      <a:pt x="18593" y="33714"/>
                      <a:pt x="18775" y="33706"/>
                      <a:pt x="18949" y="33706"/>
                    </a:cubicBezTo>
                    <a:cubicBezTo>
                      <a:pt x="19107" y="33706"/>
                      <a:pt x="19264" y="33706"/>
                      <a:pt x="19422" y="33723"/>
                    </a:cubicBezTo>
                    <a:cubicBezTo>
                      <a:pt x="19372" y="33698"/>
                      <a:pt x="19330" y="33681"/>
                      <a:pt x="19281" y="33665"/>
                    </a:cubicBezTo>
                    <a:cubicBezTo>
                      <a:pt x="19090" y="33582"/>
                      <a:pt x="18908" y="33482"/>
                      <a:pt x="18742" y="33366"/>
                    </a:cubicBezTo>
                    <a:lnTo>
                      <a:pt x="18742" y="33366"/>
                    </a:lnTo>
                    <a:cubicBezTo>
                      <a:pt x="18767" y="33416"/>
                      <a:pt x="18784" y="33474"/>
                      <a:pt x="18808" y="33524"/>
                    </a:cubicBezTo>
                    <a:cubicBezTo>
                      <a:pt x="18823" y="33553"/>
                      <a:pt x="18806" y="33601"/>
                      <a:pt x="18767" y="33601"/>
                    </a:cubicBezTo>
                    <a:cubicBezTo>
                      <a:pt x="18762" y="33601"/>
                      <a:pt x="18757" y="33600"/>
                      <a:pt x="18750" y="33598"/>
                    </a:cubicBezTo>
                    <a:cubicBezTo>
                      <a:pt x="18485" y="33507"/>
                      <a:pt x="18245" y="33366"/>
                      <a:pt x="18038" y="33184"/>
                    </a:cubicBezTo>
                    <a:lnTo>
                      <a:pt x="18038" y="33184"/>
                    </a:lnTo>
                    <a:cubicBezTo>
                      <a:pt x="18046" y="33217"/>
                      <a:pt x="18063" y="33250"/>
                      <a:pt x="18071" y="33284"/>
                    </a:cubicBezTo>
                    <a:cubicBezTo>
                      <a:pt x="18084" y="33322"/>
                      <a:pt x="18053" y="33350"/>
                      <a:pt x="18023" y="33350"/>
                    </a:cubicBezTo>
                    <a:cubicBezTo>
                      <a:pt x="18013" y="33350"/>
                      <a:pt x="18004" y="33347"/>
                      <a:pt x="17997" y="33342"/>
                    </a:cubicBezTo>
                    <a:cubicBezTo>
                      <a:pt x="17508" y="33093"/>
                      <a:pt x="17085" y="32720"/>
                      <a:pt x="16795" y="32256"/>
                    </a:cubicBezTo>
                    <a:cubicBezTo>
                      <a:pt x="16704" y="32132"/>
                      <a:pt x="16629" y="31991"/>
                      <a:pt x="16571" y="31850"/>
                    </a:cubicBezTo>
                    <a:cubicBezTo>
                      <a:pt x="16561" y="31824"/>
                      <a:pt x="16584" y="31804"/>
                      <a:pt x="16606" y="31804"/>
                    </a:cubicBezTo>
                    <a:cubicBezTo>
                      <a:pt x="16619" y="31804"/>
                      <a:pt x="16632" y="31810"/>
                      <a:pt x="16638" y="31825"/>
                    </a:cubicBezTo>
                    <a:cubicBezTo>
                      <a:pt x="16895" y="32289"/>
                      <a:pt x="17226" y="32712"/>
                      <a:pt x="17665" y="33018"/>
                    </a:cubicBezTo>
                    <a:cubicBezTo>
                      <a:pt x="17748" y="33076"/>
                      <a:pt x="17831" y="33134"/>
                      <a:pt x="17922" y="33184"/>
                    </a:cubicBezTo>
                    <a:cubicBezTo>
                      <a:pt x="17897" y="33118"/>
                      <a:pt x="17872" y="33060"/>
                      <a:pt x="17847" y="32994"/>
                    </a:cubicBezTo>
                    <a:cubicBezTo>
                      <a:pt x="17835" y="32958"/>
                      <a:pt x="17867" y="32931"/>
                      <a:pt x="17900" y="32931"/>
                    </a:cubicBezTo>
                    <a:cubicBezTo>
                      <a:pt x="17913" y="32931"/>
                      <a:pt x="17927" y="32935"/>
                      <a:pt x="17939" y="32944"/>
                    </a:cubicBezTo>
                    <a:cubicBezTo>
                      <a:pt x="18137" y="33159"/>
                      <a:pt x="18386" y="33333"/>
                      <a:pt x="18659" y="33449"/>
                    </a:cubicBezTo>
                    <a:cubicBezTo>
                      <a:pt x="18626" y="33383"/>
                      <a:pt x="18601" y="33308"/>
                      <a:pt x="18568" y="33242"/>
                    </a:cubicBezTo>
                    <a:cubicBezTo>
                      <a:pt x="18549" y="33203"/>
                      <a:pt x="18575" y="33155"/>
                      <a:pt x="18611" y="33155"/>
                    </a:cubicBezTo>
                    <a:cubicBezTo>
                      <a:pt x="18621" y="33155"/>
                      <a:pt x="18632" y="33158"/>
                      <a:pt x="18643" y="33168"/>
                    </a:cubicBezTo>
                    <a:cubicBezTo>
                      <a:pt x="18850" y="33317"/>
                      <a:pt x="19074" y="33458"/>
                      <a:pt x="19314" y="33565"/>
                    </a:cubicBezTo>
                    <a:cubicBezTo>
                      <a:pt x="19430" y="33615"/>
                      <a:pt x="19554" y="33665"/>
                      <a:pt x="19678" y="33706"/>
                    </a:cubicBezTo>
                    <a:cubicBezTo>
                      <a:pt x="19803" y="33748"/>
                      <a:pt x="19935" y="33772"/>
                      <a:pt x="20060" y="33806"/>
                    </a:cubicBezTo>
                    <a:cubicBezTo>
                      <a:pt x="20101" y="33822"/>
                      <a:pt x="20093" y="33888"/>
                      <a:pt x="20051" y="33888"/>
                    </a:cubicBezTo>
                    <a:cubicBezTo>
                      <a:pt x="19869" y="33864"/>
                      <a:pt x="19695" y="33822"/>
                      <a:pt x="19521" y="33756"/>
                    </a:cubicBezTo>
                    <a:cubicBezTo>
                      <a:pt x="19521" y="33772"/>
                      <a:pt x="19513" y="33789"/>
                      <a:pt x="19488" y="33797"/>
                    </a:cubicBezTo>
                    <a:cubicBezTo>
                      <a:pt x="19339" y="33806"/>
                      <a:pt x="19181" y="33806"/>
                      <a:pt x="19032" y="33806"/>
                    </a:cubicBezTo>
                    <a:cubicBezTo>
                      <a:pt x="18883" y="33806"/>
                      <a:pt x="18726" y="33814"/>
                      <a:pt x="18577" y="33814"/>
                    </a:cubicBezTo>
                    <a:cubicBezTo>
                      <a:pt x="18270" y="33830"/>
                      <a:pt x="17963" y="33855"/>
                      <a:pt x="17657" y="33888"/>
                    </a:cubicBezTo>
                    <a:cubicBezTo>
                      <a:pt x="17408" y="33913"/>
                      <a:pt x="17135" y="33930"/>
                      <a:pt x="16895" y="34013"/>
                    </a:cubicBezTo>
                    <a:cubicBezTo>
                      <a:pt x="16787" y="34046"/>
                      <a:pt x="16687" y="34096"/>
                      <a:pt x="16605" y="34170"/>
                    </a:cubicBezTo>
                    <a:cubicBezTo>
                      <a:pt x="16513" y="34261"/>
                      <a:pt x="16464" y="34369"/>
                      <a:pt x="16431" y="34485"/>
                    </a:cubicBezTo>
                    <a:cubicBezTo>
                      <a:pt x="16389" y="34634"/>
                      <a:pt x="16373" y="34792"/>
                      <a:pt x="16364" y="34941"/>
                    </a:cubicBezTo>
                    <a:cubicBezTo>
                      <a:pt x="16356" y="35032"/>
                      <a:pt x="16348" y="35115"/>
                      <a:pt x="16348" y="35198"/>
                    </a:cubicBezTo>
                    <a:cubicBezTo>
                      <a:pt x="16348" y="35231"/>
                      <a:pt x="16348" y="35264"/>
                      <a:pt x="16348" y="35297"/>
                    </a:cubicBezTo>
                    <a:cubicBezTo>
                      <a:pt x="16356" y="35305"/>
                      <a:pt x="16356" y="35314"/>
                      <a:pt x="16356" y="35322"/>
                    </a:cubicBezTo>
                    <a:lnTo>
                      <a:pt x="16356" y="35330"/>
                    </a:lnTo>
                    <a:cubicBezTo>
                      <a:pt x="16356" y="35372"/>
                      <a:pt x="16356" y="35413"/>
                      <a:pt x="16348" y="35463"/>
                    </a:cubicBezTo>
                    <a:cubicBezTo>
                      <a:pt x="16341" y="35483"/>
                      <a:pt x="16323" y="35498"/>
                      <a:pt x="16298" y="35498"/>
                    </a:cubicBezTo>
                    <a:cubicBezTo>
                      <a:pt x="16293" y="35498"/>
                      <a:pt x="16287" y="35497"/>
                      <a:pt x="16281" y="35496"/>
                    </a:cubicBezTo>
                    <a:lnTo>
                      <a:pt x="16281" y="35496"/>
                    </a:lnTo>
                    <a:cubicBezTo>
                      <a:pt x="16290" y="35512"/>
                      <a:pt x="16290" y="35529"/>
                      <a:pt x="16298" y="35537"/>
                    </a:cubicBezTo>
                    <a:cubicBezTo>
                      <a:pt x="16315" y="35554"/>
                      <a:pt x="16331" y="35562"/>
                      <a:pt x="16348" y="35570"/>
                    </a:cubicBezTo>
                    <a:cubicBezTo>
                      <a:pt x="16397" y="35587"/>
                      <a:pt x="16447" y="35587"/>
                      <a:pt x="16505" y="35595"/>
                    </a:cubicBezTo>
                    <a:cubicBezTo>
                      <a:pt x="16538" y="35595"/>
                      <a:pt x="16571" y="35603"/>
                      <a:pt x="16613" y="35603"/>
                    </a:cubicBezTo>
                    <a:cubicBezTo>
                      <a:pt x="16522" y="35463"/>
                      <a:pt x="16547" y="35280"/>
                      <a:pt x="16588" y="35123"/>
                    </a:cubicBezTo>
                    <a:cubicBezTo>
                      <a:pt x="16621" y="35032"/>
                      <a:pt x="16654" y="34932"/>
                      <a:pt x="16687" y="34841"/>
                    </a:cubicBezTo>
                    <a:cubicBezTo>
                      <a:pt x="16729" y="34742"/>
                      <a:pt x="16762" y="34651"/>
                      <a:pt x="16803" y="34551"/>
                    </a:cubicBezTo>
                    <a:cubicBezTo>
                      <a:pt x="16886" y="34377"/>
                      <a:pt x="17044" y="34212"/>
                      <a:pt x="17259" y="34212"/>
                    </a:cubicBezTo>
                    <a:cubicBezTo>
                      <a:pt x="17301" y="34212"/>
                      <a:pt x="17301" y="34278"/>
                      <a:pt x="17259" y="34278"/>
                    </a:cubicBezTo>
                    <a:cubicBezTo>
                      <a:pt x="17093" y="34294"/>
                      <a:pt x="16977" y="34444"/>
                      <a:pt x="16903" y="34584"/>
                    </a:cubicBezTo>
                    <a:cubicBezTo>
                      <a:pt x="16870" y="34667"/>
                      <a:pt x="16837" y="34742"/>
                      <a:pt x="16812" y="34825"/>
                    </a:cubicBezTo>
                    <a:cubicBezTo>
                      <a:pt x="16779" y="34916"/>
                      <a:pt x="16745" y="35007"/>
                      <a:pt x="16721" y="35098"/>
                    </a:cubicBezTo>
                    <a:cubicBezTo>
                      <a:pt x="16679" y="35231"/>
                      <a:pt x="16629" y="35405"/>
                      <a:pt x="16704" y="35537"/>
                    </a:cubicBezTo>
                    <a:cubicBezTo>
                      <a:pt x="16770" y="35661"/>
                      <a:pt x="16919" y="35711"/>
                      <a:pt x="17052" y="35719"/>
                    </a:cubicBezTo>
                    <a:cubicBezTo>
                      <a:pt x="17151" y="35736"/>
                      <a:pt x="17243" y="35736"/>
                      <a:pt x="17342" y="35736"/>
                    </a:cubicBezTo>
                    <a:cubicBezTo>
                      <a:pt x="17392" y="35736"/>
                      <a:pt x="17450" y="35736"/>
                      <a:pt x="17499" y="35728"/>
                    </a:cubicBezTo>
                    <a:lnTo>
                      <a:pt x="17657" y="35728"/>
                    </a:lnTo>
                    <a:cubicBezTo>
                      <a:pt x="17582" y="35322"/>
                      <a:pt x="17549" y="34883"/>
                      <a:pt x="17831" y="34543"/>
                    </a:cubicBezTo>
                    <a:cubicBezTo>
                      <a:pt x="17905" y="34460"/>
                      <a:pt x="17988" y="34394"/>
                      <a:pt x="18096" y="34352"/>
                    </a:cubicBezTo>
                    <a:cubicBezTo>
                      <a:pt x="18099" y="34352"/>
                      <a:pt x="18101" y="34352"/>
                      <a:pt x="18104" y="34352"/>
                    </a:cubicBezTo>
                    <a:cubicBezTo>
                      <a:pt x="18139" y="34352"/>
                      <a:pt x="18152" y="34403"/>
                      <a:pt x="18121" y="34419"/>
                    </a:cubicBezTo>
                    <a:cubicBezTo>
                      <a:pt x="18030" y="34485"/>
                      <a:pt x="17939" y="34560"/>
                      <a:pt x="17872" y="34659"/>
                    </a:cubicBezTo>
                    <a:cubicBezTo>
                      <a:pt x="17814" y="34758"/>
                      <a:pt x="17773" y="34866"/>
                      <a:pt x="17748" y="34982"/>
                    </a:cubicBezTo>
                    <a:cubicBezTo>
                      <a:pt x="17682" y="35256"/>
                      <a:pt x="17740" y="35546"/>
                      <a:pt x="17798" y="35827"/>
                    </a:cubicBezTo>
                    <a:cubicBezTo>
                      <a:pt x="18038" y="35866"/>
                      <a:pt x="18285" y="35919"/>
                      <a:pt x="18526" y="35919"/>
                    </a:cubicBezTo>
                    <a:cubicBezTo>
                      <a:pt x="18543" y="35919"/>
                      <a:pt x="18560" y="35919"/>
                      <a:pt x="18577" y="35918"/>
                    </a:cubicBezTo>
                    <a:cubicBezTo>
                      <a:pt x="18701" y="35918"/>
                      <a:pt x="18825" y="35893"/>
                      <a:pt x="18933" y="35844"/>
                    </a:cubicBezTo>
                    <a:cubicBezTo>
                      <a:pt x="19049" y="35794"/>
                      <a:pt x="19140" y="35711"/>
                      <a:pt x="19214" y="35620"/>
                    </a:cubicBezTo>
                    <a:cubicBezTo>
                      <a:pt x="19306" y="35512"/>
                      <a:pt x="19364" y="35380"/>
                      <a:pt x="19455" y="35280"/>
                    </a:cubicBezTo>
                    <a:cubicBezTo>
                      <a:pt x="19462" y="35271"/>
                      <a:pt x="19472" y="35267"/>
                      <a:pt x="19482" y="35267"/>
                    </a:cubicBezTo>
                    <a:cubicBezTo>
                      <a:pt x="19507" y="35267"/>
                      <a:pt x="19535" y="35292"/>
                      <a:pt x="19529" y="35322"/>
                    </a:cubicBezTo>
                    <a:cubicBezTo>
                      <a:pt x="19521" y="35338"/>
                      <a:pt x="19513" y="35355"/>
                      <a:pt x="19513" y="35372"/>
                    </a:cubicBezTo>
                    <a:cubicBezTo>
                      <a:pt x="19703" y="35305"/>
                      <a:pt x="19902" y="35272"/>
                      <a:pt x="20109" y="35264"/>
                    </a:cubicBezTo>
                    <a:cubicBezTo>
                      <a:pt x="20128" y="35263"/>
                      <a:pt x="20147" y="35263"/>
                      <a:pt x="20166" y="35263"/>
                    </a:cubicBezTo>
                    <a:cubicBezTo>
                      <a:pt x="20404" y="35263"/>
                      <a:pt x="20642" y="35309"/>
                      <a:pt x="20880" y="35363"/>
                    </a:cubicBezTo>
                    <a:cubicBezTo>
                      <a:pt x="21128" y="35421"/>
                      <a:pt x="21377" y="35479"/>
                      <a:pt x="21642" y="35496"/>
                    </a:cubicBezTo>
                    <a:cubicBezTo>
                      <a:pt x="21728" y="35504"/>
                      <a:pt x="21814" y="35508"/>
                      <a:pt x="21901" y="35508"/>
                    </a:cubicBezTo>
                    <a:cubicBezTo>
                      <a:pt x="22075" y="35508"/>
                      <a:pt x="22250" y="35493"/>
                      <a:pt x="22421" y="35471"/>
                    </a:cubicBezTo>
                    <a:cubicBezTo>
                      <a:pt x="22670" y="35438"/>
                      <a:pt x="22926" y="35388"/>
                      <a:pt x="23167" y="35322"/>
                    </a:cubicBezTo>
                    <a:cubicBezTo>
                      <a:pt x="23349" y="35272"/>
                      <a:pt x="23540" y="35206"/>
                      <a:pt x="23664" y="35057"/>
                    </a:cubicBezTo>
                    <a:cubicBezTo>
                      <a:pt x="23813" y="34874"/>
                      <a:pt x="23755" y="34626"/>
                      <a:pt x="23672" y="34427"/>
                    </a:cubicBezTo>
                    <a:cubicBezTo>
                      <a:pt x="23631" y="34336"/>
                      <a:pt x="23589" y="34236"/>
                      <a:pt x="23531" y="34145"/>
                    </a:cubicBezTo>
                    <a:cubicBezTo>
                      <a:pt x="23473" y="34029"/>
                      <a:pt x="23407" y="33913"/>
                      <a:pt x="23341" y="33806"/>
                    </a:cubicBezTo>
                    <a:cubicBezTo>
                      <a:pt x="23341" y="33789"/>
                      <a:pt x="23332" y="33781"/>
                      <a:pt x="23324" y="33772"/>
                    </a:cubicBezTo>
                    <a:cubicBezTo>
                      <a:pt x="23308" y="33772"/>
                      <a:pt x="23291" y="33772"/>
                      <a:pt x="23283" y="33756"/>
                    </a:cubicBezTo>
                    <a:cubicBezTo>
                      <a:pt x="23274" y="33739"/>
                      <a:pt x="23266" y="33731"/>
                      <a:pt x="23266" y="33723"/>
                    </a:cubicBezTo>
                    <a:cubicBezTo>
                      <a:pt x="23258" y="33706"/>
                      <a:pt x="23250" y="33690"/>
                      <a:pt x="23241" y="33665"/>
                    </a:cubicBezTo>
                    <a:cubicBezTo>
                      <a:pt x="23225" y="33640"/>
                      <a:pt x="23216" y="33607"/>
                      <a:pt x="23208" y="33574"/>
                    </a:cubicBezTo>
                    <a:cubicBezTo>
                      <a:pt x="23208" y="33565"/>
                      <a:pt x="23200" y="33557"/>
                      <a:pt x="23200" y="33540"/>
                    </a:cubicBezTo>
                    <a:cubicBezTo>
                      <a:pt x="23109" y="33375"/>
                      <a:pt x="23026" y="33209"/>
                      <a:pt x="22951" y="33035"/>
                    </a:cubicBezTo>
                    <a:cubicBezTo>
                      <a:pt x="22893" y="32878"/>
                      <a:pt x="22835" y="32712"/>
                      <a:pt x="22810" y="32546"/>
                    </a:cubicBezTo>
                    <a:cubicBezTo>
                      <a:pt x="22802" y="32488"/>
                      <a:pt x="22794" y="32430"/>
                      <a:pt x="22794" y="32372"/>
                    </a:cubicBezTo>
                    <a:cubicBezTo>
                      <a:pt x="22789" y="32354"/>
                      <a:pt x="22805" y="32343"/>
                      <a:pt x="22822" y="32343"/>
                    </a:cubicBezTo>
                    <a:cubicBezTo>
                      <a:pt x="22835" y="32343"/>
                      <a:pt x="22848" y="32349"/>
                      <a:pt x="22852" y="32364"/>
                    </a:cubicBezTo>
                    <a:cubicBezTo>
                      <a:pt x="22893" y="32621"/>
                      <a:pt x="22976" y="32853"/>
                      <a:pt x="23084" y="33085"/>
                    </a:cubicBezTo>
                    <a:cubicBezTo>
                      <a:pt x="23109" y="33143"/>
                      <a:pt x="23134" y="33201"/>
                      <a:pt x="23167" y="33259"/>
                    </a:cubicBezTo>
                    <a:cubicBezTo>
                      <a:pt x="23167" y="33250"/>
                      <a:pt x="23167" y="33250"/>
                      <a:pt x="23175" y="33242"/>
                    </a:cubicBezTo>
                    <a:cubicBezTo>
                      <a:pt x="23175" y="33242"/>
                      <a:pt x="23183" y="33234"/>
                      <a:pt x="23192" y="33226"/>
                    </a:cubicBezTo>
                    <a:cubicBezTo>
                      <a:pt x="23192" y="33192"/>
                      <a:pt x="23183" y="33159"/>
                      <a:pt x="23183" y="33118"/>
                    </a:cubicBezTo>
                    <a:cubicBezTo>
                      <a:pt x="23175" y="32985"/>
                      <a:pt x="23167" y="32861"/>
                      <a:pt x="23175" y="32728"/>
                    </a:cubicBezTo>
                    <a:cubicBezTo>
                      <a:pt x="23175" y="32712"/>
                      <a:pt x="23175" y="32695"/>
                      <a:pt x="23175" y="32687"/>
                    </a:cubicBezTo>
                    <a:cubicBezTo>
                      <a:pt x="23175" y="32653"/>
                      <a:pt x="23203" y="32634"/>
                      <a:pt x="23231" y="32634"/>
                    </a:cubicBezTo>
                    <a:cubicBezTo>
                      <a:pt x="23243" y="32634"/>
                      <a:pt x="23256" y="32638"/>
                      <a:pt x="23266" y="32646"/>
                    </a:cubicBezTo>
                    <a:cubicBezTo>
                      <a:pt x="23266" y="32612"/>
                      <a:pt x="23266" y="32571"/>
                      <a:pt x="23274" y="32530"/>
                    </a:cubicBezTo>
                    <a:cubicBezTo>
                      <a:pt x="23274" y="32472"/>
                      <a:pt x="23283" y="32414"/>
                      <a:pt x="23283" y="32356"/>
                    </a:cubicBezTo>
                    <a:cubicBezTo>
                      <a:pt x="23291" y="32298"/>
                      <a:pt x="23291" y="32240"/>
                      <a:pt x="23308" y="32182"/>
                    </a:cubicBezTo>
                    <a:cubicBezTo>
                      <a:pt x="23283" y="32107"/>
                      <a:pt x="23274" y="32024"/>
                      <a:pt x="23274" y="31950"/>
                    </a:cubicBezTo>
                    <a:cubicBezTo>
                      <a:pt x="23274" y="31924"/>
                      <a:pt x="23290" y="31911"/>
                      <a:pt x="23308" y="31911"/>
                    </a:cubicBezTo>
                    <a:cubicBezTo>
                      <a:pt x="23324" y="31911"/>
                      <a:pt x="23341" y="31922"/>
                      <a:pt x="23349" y="31941"/>
                    </a:cubicBezTo>
                    <a:cubicBezTo>
                      <a:pt x="23390" y="32057"/>
                      <a:pt x="23415" y="32190"/>
                      <a:pt x="23465" y="32306"/>
                    </a:cubicBezTo>
                    <a:cubicBezTo>
                      <a:pt x="23482" y="32364"/>
                      <a:pt x="23515" y="32422"/>
                      <a:pt x="23540" y="32472"/>
                    </a:cubicBezTo>
                    <a:cubicBezTo>
                      <a:pt x="23531" y="32364"/>
                      <a:pt x="23531" y="32264"/>
                      <a:pt x="23515" y="32157"/>
                    </a:cubicBezTo>
                    <a:cubicBezTo>
                      <a:pt x="23509" y="32122"/>
                      <a:pt x="23539" y="32104"/>
                      <a:pt x="23569" y="32104"/>
                    </a:cubicBezTo>
                    <a:cubicBezTo>
                      <a:pt x="23582" y="32104"/>
                      <a:pt x="23596" y="32108"/>
                      <a:pt x="23606" y="32115"/>
                    </a:cubicBezTo>
                    <a:cubicBezTo>
                      <a:pt x="23614" y="32132"/>
                      <a:pt x="23631" y="32140"/>
                      <a:pt x="23639" y="32157"/>
                    </a:cubicBezTo>
                    <a:cubicBezTo>
                      <a:pt x="23639" y="31991"/>
                      <a:pt x="23639" y="31817"/>
                      <a:pt x="23647" y="31651"/>
                    </a:cubicBezTo>
                    <a:cubicBezTo>
                      <a:pt x="23647" y="31621"/>
                      <a:pt x="23667" y="31607"/>
                      <a:pt x="23689" y="31607"/>
                    </a:cubicBezTo>
                    <a:cubicBezTo>
                      <a:pt x="23709" y="31607"/>
                      <a:pt x="23730" y="31619"/>
                      <a:pt x="23738" y="31643"/>
                    </a:cubicBezTo>
                    <a:lnTo>
                      <a:pt x="23747" y="31651"/>
                    </a:lnTo>
                    <a:cubicBezTo>
                      <a:pt x="23714" y="31287"/>
                      <a:pt x="23689" y="30922"/>
                      <a:pt x="23680" y="30549"/>
                    </a:cubicBezTo>
                    <a:cubicBezTo>
                      <a:pt x="23672" y="30599"/>
                      <a:pt x="23664" y="30649"/>
                      <a:pt x="23647" y="30698"/>
                    </a:cubicBezTo>
                    <a:cubicBezTo>
                      <a:pt x="23631" y="30823"/>
                      <a:pt x="23614" y="30939"/>
                      <a:pt x="23606" y="31055"/>
                    </a:cubicBezTo>
                    <a:cubicBezTo>
                      <a:pt x="23606" y="31071"/>
                      <a:pt x="23593" y="31080"/>
                      <a:pt x="23581" y="31080"/>
                    </a:cubicBezTo>
                    <a:cubicBezTo>
                      <a:pt x="23569" y="31080"/>
                      <a:pt x="23556" y="31071"/>
                      <a:pt x="23556" y="31055"/>
                    </a:cubicBezTo>
                    <a:cubicBezTo>
                      <a:pt x="23556" y="30591"/>
                      <a:pt x="23672" y="30135"/>
                      <a:pt x="23722" y="29663"/>
                    </a:cubicBezTo>
                    <a:cubicBezTo>
                      <a:pt x="23738" y="29431"/>
                      <a:pt x="23738" y="29199"/>
                      <a:pt x="23697" y="28967"/>
                    </a:cubicBezTo>
                    <a:cubicBezTo>
                      <a:pt x="23656" y="28743"/>
                      <a:pt x="23589" y="28528"/>
                      <a:pt x="23498" y="28321"/>
                    </a:cubicBezTo>
                    <a:cubicBezTo>
                      <a:pt x="23316" y="27881"/>
                      <a:pt x="23076" y="27459"/>
                      <a:pt x="22844" y="27053"/>
                    </a:cubicBezTo>
                    <a:cubicBezTo>
                      <a:pt x="22603" y="26630"/>
                      <a:pt x="22355" y="26216"/>
                      <a:pt x="22106" y="25793"/>
                    </a:cubicBezTo>
                    <a:cubicBezTo>
                      <a:pt x="21849" y="25371"/>
                      <a:pt x="21601" y="24940"/>
                      <a:pt x="21344" y="24509"/>
                    </a:cubicBezTo>
                    <a:cubicBezTo>
                      <a:pt x="21104" y="24103"/>
                      <a:pt x="20863" y="23697"/>
                      <a:pt x="20582" y="23316"/>
                    </a:cubicBezTo>
                    <a:cubicBezTo>
                      <a:pt x="20308" y="22943"/>
                      <a:pt x="19993" y="22612"/>
                      <a:pt x="19678" y="22280"/>
                    </a:cubicBezTo>
                    <a:cubicBezTo>
                      <a:pt x="19397" y="21966"/>
                      <a:pt x="19123" y="21642"/>
                      <a:pt x="18866" y="21319"/>
                    </a:cubicBezTo>
                    <a:cubicBezTo>
                      <a:pt x="18543" y="20913"/>
                      <a:pt x="18212" y="20491"/>
                      <a:pt x="17831" y="20143"/>
                    </a:cubicBezTo>
                    <a:cubicBezTo>
                      <a:pt x="17624" y="20002"/>
                      <a:pt x="17417" y="19853"/>
                      <a:pt x="17218" y="19695"/>
                    </a:cubicBezTo>
                    <a:cubicBezTo>
                      <a:pt x="17135" y="19646"/>
                      <a:pt x="17052" y="19596"/>
                      <a:pt x="16969" y="19555"/>
                    </a:cubicBezTo>
                    <a:cubicBezTo>
                      <a:pt x="16936" y="19538"/>
                      <a:pt x="16944" y="19497"/>
                      <a:pt x="16961" y="19480"/>
                    </a:cubicBezTo>
                    <a:cubicBezTo>
                      <a:pt x="16928" y="19447"/>
                      <a:pt x="16895" y="19422"/>
                      <a:pt x="16861" y="19397"/>
                    </a:cubicBezTo>
                    <a:cubicBezTo>
                      <a:pt x="16513" y="19091"/>
                      <a:pt x="16182" y="18759"/>
                      <a:pt x="15859" y="18419"/>
                    </a:cubicBezTo>
                    <a:cubicBezTo>
                      <a:pt x="15544" y="18071"/>
                      <a:pt x="15229" y="17732"/>
                      <a:pt x="14898" y="17400"/>
                    </a:cubicBezTo>
                    <a:cubicBezTo>
                      <a:pt x="14724" y="17243"/>
                      <a:pt x="14550" y="17085"/>
                      <a:pt x="14376" y="16936"/>
                    </a:cubicBezTo>
                    <a:cubicBezTo>
                      <a:pt x="14193" y="16787"/>
                      <a:pt x="14011" y="16655"/>
                      <a:pt x="13837" y="16497"/>
                    </a:cubicBezTo>
                    <a:cubicBezTo>
                      <a:pt x="13671" y="16356"/>
                      <a:pt x="13522" y="16191"/>
                      <a:pt x="13381" y="16017"/>
                    </a:cubicBezTo>
                    <a:cubicBezTo>
                      <a:pt x="13249" y="15851"/>
                      <a:pt x="13116" y="15685"/>
                      <a:pt x="12959" y="15544"/>
                    </a:cubicBezTo>
                    <a:cubicBezTo>
                      <a:pt x="12951" y="15544"/>
                      <a:pt x="12951" y="15536"/>
                      <a:pt x="12942" y="15536"/>
                    </a:cubicBezTo>
                    <a:cubicBezTo>
                      <a:pt x="12936" y="15540"/>
                      <a:pt x="12927" y="15542"/>
                      <a:pt x="12919" y="15542"/>
                    </a:cubicBezTo>
                    <a:cubicBezTo>
                      <a:pt x="12907" y="15542"/>
                      <a:pt x="12894" y="15537"/>
                      <a:pt x="12884" y="15528"/>
                    </a:cubicBezTo>
                    <a:cubicBezTo>
                      <a:pt x="12785" y="15437"/>
                      <a:pt x="12744" y="15296"/>
                      <a:pt x="12735" y="15172"/>
                    </a:cubicBezTo>
                    <a:cubicBezTo>
                      <a:pt x="12735" y="15139"/>
                      <a:pt x="12766" y="15117"/>
                      <a:pt x="12795" y="15117"/>
                    </a:cubicBezTo>
                    <a:cubicBezTo>
                      <a:pt x="12803" y="15117"/>
                      <a:pt x="12811" y="15118"/>
                      <a:pt x="12818" y="15122"/>
                    </a:cubicBezTo>
                    <a:cubicBezTo>
                      <a:pt x="12760" y="14890"/>
                      <a:pt x="12669" y="14666"/>
                      <a:pt x="12545" y="14459"/>
                    </a:cubicBezTo>
                    <a:cubicBezTo>
                      <a:pt x="12462" y="14335"/>
                      <a:pt x="12371" y="14219"/>
                      <a:pt x="12263" y="14111"/>
                    </a:cubicBezTo>
                    <a:cubicBezTo>
                      <a:pt x="12213" y="14053"/>
                      <a:pt x="12155" y="14003"/>
                      <a:pt x="12097" y="13954"/>
                    </a:cubicBezTo>
                    <a:cubicBezTo>
                      <a:pt x="12031" y="13904"/>
                      <a:pt x="11965" y="13854"/>
                      <a:pt x="11907" y="13804"/>
                    </a:cubicBezTo>
                    <a:cubicBezTo>
                      <a:pt x="11840" y="13755"/>
                      <a:pt x="11799" y="13688"/>
                      <a:pt x="11766" y="13614"/>
                    </a:cubicBezTo>
                    <a:cubicBezTo>
                      <a:pt x="11733" y="13531"/>
                      <a:pt x="11716" y="13448"/>
                      <a:pt x="11675" y="13374"/>
                    </a:cubicBezTo>
                    <a:cubicBezTo>
                      <a:pt x="11608" y="13224"/>
                      <a:pt x="11517" y="13092"/>
                      <a:pt x="11410" y="12968"/>
                    </a:cubicBezTo>
                    <a:cubicBezTo>
                      <a:pt x="11186" y="12686"/>
                      <a:pt x="10946" y="12412"/>
                      <a:pt x="10730" y="12131"/>
                    </a:cubicBezTo>
                    <a:cubicBezTo>
                      <a:pt x="10490" y="11816"/>
                      <a:pt x="10258" y="11501"/>
                      <a:pt x="10051" y="11170"/>
                    </a:cubicBezTo>
                    <a:cubicBezTo>
                      <a:pt x="10034" y="11178"/>
                      <a:pt x="10016" y="11182"/>
                      <a:pt x="9996" y="11182"/>
                    </a:cubicBezTo>
                    <a:cubicBezTo>
                      <a:pt x="9976" y="11182"/>
                      <a:pt x="9955" y="11178"/>
                      <a:pt x="9935" y="11170"/>
                    </a:cubicBezTo>
                    <a:cubicBezTo>
                      <a:pt x="9875" y="11147"/>
                      <a:pt x="9889" y="11058"/>
                      <a:pt x="9947" y="11058"/>
                    </a:cubicBezTo>
                    <a:cubicBezTo>
                      <a:pt x="9953" y="11058"/>
                      <a:pt x="9960" y="11059"/>
                      <a:pt x="9968" y="11062"/>
                    </a:cubicBezTo>
                    <a:cubicBezTo>
                      <a:pt x="9974" y="11063"/>
                      <a:pt x="9980" y="11064"/>
                      <a:pt x="9986" y="11064"/>
                    </a:cubicBezTo>
                    <a:cubicBezTo>
                      <a:pt x="10015" y="11064"/>
                      <a:pt x="10047" y="11049"/>
                      <a:pt x="10067" y="11029"/>
                    </a:cubicBezTo>
                    <a:cubicBezTo>
                      <a:pt x="10092" y="10987"/>
                      <a:pt x="10100" y="10946"/>
                      <a:pt x="10100" y="10896"/>
                    </a:cubicBezTo>
                    <a:cubicBezTo>
                      <a:pt x="10100" y="10838"/>
                      <a:pt x="10084" y="10780"/>
                      <a:pt x="10067" y="10722"/>
                    </a:cubicBezTo>
                    <a:cubicBezTo>
                      <a:pt x="10059" y="10664"/>
                      <a:pt x="10042" y="10606"/>
                      <a:pt x="10042" y="10540"/>
                    </a:cubicBezTo>
                    <a:cubicBezTo>
                      <a:pt x="10026" y="10424"/>
                      <a:pt x="10026" y="10300"/>
                      <a:pt x="10026" y="10184"/>
                    </a:cubicBezTo>
                    <a:cubicBezTo>
                      <a:pt x="10034" y="10068"/>
                      <a:pt x="10051" y="9952"/>
                      <a:pt x="10067" y="9844"/>
                    </a:cubicBezTo>
                    <a:cubicBezTo>
                      <a:pt x="10084" y="9753"/>
                      <a:pt x="10092" y="9645"/>
                      <a:pt x="10018" y="9579"/>
                    </a:cubicBezTo>
                    <a:cubicBezTo>
                      <a:pt x="9971" y="9540"/>
                      <a:pt x="10012" y="9487"/>
                      <a:pt x="10058" y="9487"/>
                    </a:cubicBezTo>
                    <a:cubicBezTo>
                      <a:pt x="10061" y="9487"/>
                      <a:pt x="10064" y="9487"/>
                      <a:pt x="10067" y="9488"/>
                    </a:cubicBezTo>
                    <a:cubicBezTo>
                      <a:pt x="10067" y="9488"/>
                      <a:pt x="10067" y="9488"/>
                      <a:pt x="10067" y="9479"/>
                    </a:cubicBezTo>
                    <a:cubicBezTo>
                      <a:pt x="10076" y="9471"/>
                      <a:pt x="10076" y="9463"/>
                      <a:pt x="10076" y="9446"/>
                    </a:cubicBezTo>
                    <a:cubicBezTo>
                      <a:pt x="10076" y="9413"/>
                      <a:pt x="10042" y="9380"/>
                      <a:pt x="10026" y="9355"/>
                    </a:cubicBezTo>
                    <a:cubicBezTo>
                      <a:pt x="10001" y="9322"/>
                      <a:pt x="9984" y="9289"/>
                      <a:pt x="9976" y="9239"/>
                    </a:cubicBezTo>
                    <a:cubicBezTo>
                      <a:pt x="9968" y="9198"/>
                      <a:pt x="9976" y="9148"/>
                      <a:pt x="9984" y="9107"/>
                    </a:cubicBezTo>
                    <a:cubicBezTo>
                      <a:pt x="10026" y="8908"/>
                      <a:pt x="10009" y="8709"/>
                      <a:pt x="9976" y="8518"/>
                    </a:cubicBezTo>
                    <a:cubicBezTo>
                      <a:pt x="9976" y="8510"/>
                      <a:pt x="9968" y="8502"/>
                      <a:pt x="9968" y="8493"/>
                    </a:cubicBezTo>
                    <a:cubicBezTo>
                      <a:pt x="9926" y="8245"/>
                      <a:pt x="9852" y="7996"/>
                      <a:pt x="9819" y="7748"/>
                    </a:cubicBezTo>
                    <a:cubicBezTo>
                      <a:pt x="9810" y="7690"/>
                      <a:pt x="9802" y="7632"/>
                      <a:pt x="9794" y="7565"/>
                    </a:cubicBezTo>
                    <a:cubicBezTo>
                      <a:pt x="9794" y="7516"/>
                      <a:pt x="9794" y="7458"/>
                      <a:pt x="9794" y="7408"/>
                    </a:cubicBezTo>
                    <a:cubicBezTo>
                      <a:pt x="9794" y="7325"/>
                      <a:pt x="9802" y="7251"/>
                      <a:pt x="9819" y="7176"/>
                    </a:cubicBezTo>
                    <a:cubicBezTo>
                      <a:pt x="9827" y="7135"/>
                      <a:pt x="9835" y="7093"/>
                      <a:pt x="9852" y="7052"/>
                    </a:cubicBezTo>
                    <a:lnTo>
                      <a:pt x="9852" y="7052"/>
                    </a:lnTo>
                    <a:cubicBezTo>
                      <a:pt x="9835" y="7060"/>
                      <a:pt x="9827" y="7060"/>
                      <a:pt x="9810" y="7068"/>
                    </a:cubicBezTo>
                    <a:cubicBezTo>
                      <a:pt x="9804" y="7071"/>
                      <a:pt x="9797" y="7073"/>
                      <a:pt x="9791" y="7073"/>
                    </a:cubicBezTo>
                    <a:cubicBezTo>
                      <a:pt x="9748" y="7073"/>
                      <a:pt x="9734" y="7000"/>
                      <a:pt x="9786" y="6985"/>
                    </a:cubicBezTo>
                    <a:cubicBezTo>
                      <a:pt x="9844" y="6961"/>
                      <a:pt x="9893" y="6911"/>
                      <a:pt x="9926" y="6853"/>
                    </a:cubicBezTo>
                    <a:cubicBezTo>
                      <a:pt x="9935" y="6836"/>
                      <a:pt x="9951" y="6820"/>
                      <a:pt x="9960" y="6795"/>
                    </a:cubicBezTo>
                    <a:cubicBezTo>
                      <a:pt x="9960" y="6795"/>
                      <a:pt x="9960" y="6787"/>
                      <a:pt x="9960" y="6787"/>
                    </a:cubicBezTo>
                    <a:cubicBezTo>
                      <a:pt x="9976" y="6737"/>
                      <a:pt x="9984" y="6695"/>
                      <a:pt x="9984" y="6646"/>
                    </a:cubicBezTo>
                    <a:cubicBezTo>
                      <a:pt x="9984" y="6629"/>
                      <a:pt x="9976" y="6613"/>
                      <a:pt x="9976" y="6596"/>
                    </a:cubicBezTo>
                    <a:cubicBezTo>
                      <a:pt x="9968" y="6563"/>
                      <a:pt x="9960" y="6530"/>
                      <a:pt x="9935" y="6497"/>
                    </a:cubicBezTo>
                    <a:cubicBezTo>
                      <a:pt x="9918" y="6455"/>
                      <a:pt x="9868" y="6430"/>
                      <a:pt x="9877" y="6389"/>
                    </a:cubicBezTo>
                    <a:cubicBezTo>
                      <a:pt x="9877" y="6298"/>
                      <a:pt x="9951" y="6231"/>
                      <a:pt x="10018" y="6182"/>
                    </a:cubicBezTo>
                    <a:cubicBezTo>
                      <a:pt x="10034" y="6173"/>
                      <a:pt x="10042" y="6165"/>
                      <a:pt x="10051" y="6157"/>
                    </a:cubicBezTo>
                    <a:cubicBezTo>
                      <a:pt x="10092" y="6124"/>
                      <a:pt x="10142" y="6099"/>
                      <a:pt x="10175" y="6057"/>
                    </a:cubicBezTo>
                    <a:cubicBezTo>
                      <a:pt x="10200" y="6024"/>
                      <a:pt x="10233" y="5966"/>
                      <a:pt x="10200" y="5925"/>
                    </a:cubicBezTo>
                    <a:cubicBezTo>
                      <a:pt x="10175" y="5892"/>
                      <a:pt x="10192" y="5834"/>
                      <a:pt x="10241" y="5834"/>
                    </a:cubicBezTo>
                    <a:cubicBezTo>
                      <a:pt x="10399" y="5825"/>
                      <a:pt x="10473" y="5651"/>
                      <a:pt x="10506" y="5519"/>
                    </a:cubicBezTo>
                    <a:cubicBezTo>
                      <a:pt x="10531" y="5428"/>
                      <a:pt x="10556" y="5345"/>
                      <a:pt x="10581" y="5254"/>
                    </a:cubicBezTo>
                    <a:cubicBezTo>
                      <a:pt x="10614" y="5171"/>
                      <a:pt x="10647" y="5096"/>
                      <a:pt x="10697" y="5022"/>
                    </a:cubicBezTo>
                    <a:cubicBezTo>
                      <a:pt x="10738" y="4947"/>
                      <a:pt x="10796" y="4881"/>
                      <a:pt x="10813" y="4806"/>
                    </a:cubicBezTo>
                    <a:cubicBezTo>
                      <a:pt x="10821" y="4765"/>
                      <a:pt x="10813" y="4732"/>
                      <a:pt x="10796" y="4699"/>
                    </a:cubicBezTo>
                    <a:cubicBezTo>
                      <a:pt x="10780" y="4657"/>
                      <a:pt x="10772" y="4608"/>
                      <a:pt x="10780" y="4558"/>
                    </a:cubicBezTo>
                    <a:cubicBezTo>
                      <a:pt x="10788" y="4367"/>
                      <a:pt x="10813" y="4168"/>
                      <a:pt x="10830" y="3970"/>
                    </a:cubicBezTo>
                    <a:cubicBezTo>
                      <a:pt x="10830" y="3961"/>
                      <a:pt x="10830" y="3953"/>
                      <a:pt x="10830" y="3945"/>
                    </a:cubicBezTo>
                    <a:cubicBezTo>
                      <a:pt x="10904" y="3174"/>
                      <a:pt x="10979" y="2395"/>
                      <a:pt x="11078" y="1625"/>
                    </a:cubicBezTo>
                    <a:cubicBezTo>
                      <a:pt x="11128" y="1235"/>
                      <a:pt x="11194" y="854"/>
                      <a:pt x="11252" y="465"/>
                    </a:cubicBezTo>
                    <a:cubicBezTo>
                      <a:pt x="11269" y="374"/>
                      <a:pt x="11285" y="274"/>
                      <a:pt x="11294" y="175"/>
                    </a:cubicBezTo>
                    <a:cubicBezTo>
                      <a:pt x="11302" y="142"/>
                      <a:pt x="11310" y="92"/>
                      <a:pt x="11285" y="67"/>
                    </a:cubicBezTo>
                    <a:cubicBezTo>
                      <a:pt x="11269" y="42"/>
                      <a:pt x="11227" y="26"/>
                      <a:pt x="11202" y="17"/>
                    </a:cubicBezTo>
                    <a:cubicBezTo>
                      <a:pt x="11164" y="5"/>
                      <a:pt x="11125" y="0"/>
                      <a:pt x="110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0" name="Google Shape;6240;p20"/>
              <p:cNvSpPr/>
              <p:nvPr/>
            </p:nvSpPr>
            <p:spPr>
              <a:xfrm>
                <a:off x="1854200" y="1298775"/>
                <a:ext cx="1675" cy="1075"/>
              </a:xfrm>
              <a:custGeom>
                <a:rect b="b" l="l" r="r" t="t"/>
                <a:pathLst>
                  <a:path extrusionOk="0" h="43" w="67">
                    <a:moveTo>
                      <a:pt x="67" y="1"/>
                    </a:moveTo>
                    <a:lnTo>
                      <a:pt x="67" y="1"/>
                    </a:lnTo>
                    <a:cubicBezTo>
                      <a:pt x="42" y="9"/>
                      <a:pt x="25" y="17"/>
                      <a:pt x="0" y="17"/>
                    </a:cubicBezTo>
                    <a:cubicBezTo>
                      <a:pt x="9" y="26"/>
                      <a:pt x="9" y="34"/>
                      <a:pt x="9" y="42"/>
                    </a:cubicBezTo>
                    <a:cubicBezTo>
                      <a:pt x="17" y="34"/>
                      <a:pt x="25" y="34"/>
                      <a:pt x="42" y="34"/>
                    </a:cubicBezTo>
                    <a:cubicBezTo>
                      <a:pt x="42" y="34"/>
                      <a:pt x="50" y="42"/>
                      <a:pt x="50" y="42"/>
                    </a:cubicBezTo>
                    <a:cubicBezTo>
                      <a:pt x="58" y="26"/>
                      <a:pt x="58" y="17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1" name="Google Shape;6241;p20"/>
              <p:cNvSpPr/>
              <p:nvPr/>
            </p:nvSpPr>
            <p:spPr>
              <a:xfrm>
                <a:off x="1796200" y="1732325"/>
                <a:ext cx="187700" cy="330775"/>
              </a:xfrm>
              <a:custGeom>
                <a:rect b="b" l="l" r="r" t="t"/>
                <a:pathLst>
                  <a:path extrusionOk="0" h="13231" w="7508">
                    <a:moveTo>
                      <a:pt x="4740" y="0"/>
                    </a:moveTo>
                    <a:lnTo>
                      <a:pt x="4740" y="0"/>
                    </a:lnTo>
                    <a:cubicBezTo>
                      <a:pt x="4748" y="232"/>
                      <a:pt x="4740" y="464"/>
                      <a:pt x="4748" y="696"/>
                    </a:cubicBezTo>
                    <a:cubicBezTo>
                      <a:pt x="4756" y="887"/>
                      <a:pt x="4756" y="1069"/>
                      <a:pt x="4773" y="1251"/>
                    </a:cubicBezTo>
                    <a:cubicBezTo>
                      <a:pt x="4773" y="1251"/>
                      <a:pt x="4781" y="1260"/>
                      <a:pt x="4781" y="1276"/>
                    </a:cubicBezTo>
                    <a:lnTo>
                      <a:pt x="4789" y="1566"/>
                    </a:lnTo>
                    <a:cubicBezTo>
                      <a:pt x="4789" y="1591"/>
                      <a:pt x="4781" y="1608"/>
                      <a:pt x="4765" y="1608"/>
                    </a:cubicBezTo>
                    <a:cubicBezTo>
                      <a:pt x="4748" y="1798"/>
                      <a:pt x="4740" y="1981"/>
                      <a:pt x="4731" y="2171"/>
                    </a:cubicBezTo>
                    <a:cubicBezTo>
                      <a:pt x="4731" y="2320"/>
                      <a:pt x="4723" y="2461"/>
                      <a:pt x="4723" y="2610"/>
                    </a:cubicBezTo>
                    <a:cubicBezTo>
                      <a:pt x="4723" y="2668"/>
                      <a:pt x="4715" y="2734"/>
                      <a:pt x="4715" y="2792"/>
                    </a:cubicBezTo>
                    <a:cubicBezTo>
                      <a:pt x="4723" y="2751"/>
                      <a:pt x="4731" y="2710"/>
                      <a:pt x="4740" y="2668"/>
                    </a:cubicBezTo>
                    <a:cubicBezTo>
                      <a:pt x="4751" y="2646"/>
                      <a:pt x="4770" y="2636"/>
                      <a:pt x="4788" y="2636"/>
                    </a:cubicBezTo>
                    <a:cubicBezTo>
                      <a:pt x="4812" y="2636"/>
                      <a:pt x="4835" y="2652"/>
                      <a:pt x="4839" y="2685"/>
                    </a:cubicBezTo>
                    <a:cubicBezTo>
                      <a:pt x="4847" y="2734"/>
                      <a:pt x="4831" y="2792"/>
                      <a:pt x="4823" y="2850"/>
                    </a:cubicBezTo>
                    <a:cubicBezTo>
                      <a:pt x="4814" y="2908"/>
                      <a:pt x="4806" y="2966"/>
                      <a:pt x="4789" y="3024"/>
                    </a:cubicBezTo>
                    <a:cubicBezTo>
                      <a:pt x="4765" y="3132"/>
                      <a:pt x="4731" y="3240"/>
                      <a:pt x="4707" y="3356"/>
                    </a:cubicBezTo>
                    <a:cubicBezTo>
                      <a:pt x="4640" y="3571"/>
                      <a:pt x="4574" y="3795"/>
                      <a:pt x="4499" y="4010"/>
                    </a:cubicBezTo>
                    <a:cubicBezTo>
                      <a:pt x="4425" y="4226"/>
                      <a:pt x="4375" y="4450"/>
                      <a:pt x="4342" y="4673"/>
                    </a:cubicBezTo>
                    <a:cubicBezTo>
                      <a:pt x="4309" y="4905"/>
                      <a:pt x="4292" y="5137"/>
                      <a:pt x="4292" y="5378"/>
                    </a:cubicBezTo>
                    <a:cubicBezTo>
                      <a:pt x="4301" y="5560"/>
                      <a:pt x="4309" y="5742"/>
                      <a:pt x="4325" y="5924"/>
                    </a:cubicBezTo>
                    <a:cubicBezTo>
                      <a:pt x="4359" y="5759"/>
                      <a:pt x="4375" y="5585"/>
                      <a:pt x="4359" y="5419"/>
                    </a:cubicBezTo>
                    <a:cubicBezTo>
                      <a:pt x="4359" y="5400"/>
                      <a:pt x="4378" y="5386"/>
                      <a:pt x="4396" y="5386"/>
                    </a:cubicBezTo>
                    <a:cubicBezTo>
                      <a:pt x="4409" y="5386"/>
                      <a:pt x="4421" y="5393"/>
                      <a:pt x="4425" y="5411"/>
                    </a:cubicBezTo>
                    <a:cubicBezTo>
                      <a:pt x="4441" y="5518"/>
                      <a:pt x="4450" y="5626"/>
                      <a:pt x="4450" y="5734"/>
                    </a:cubicBezTo>
                    <a:cubicBezTo>
                      <a:pt x="4441" y="5842"/>
                      <a:pt x="4433" y="5949"/>
                      <a:pt x="4408" y="6057"/>
                    </a:cubicBezTo>
                    <a:cubicBezTo>
                      <a:pt x="4367" y="6272"/>
                      <a:pt x="4301" y="6488"/>
                      <a:pt x="4234" y="6695"/>
                    </a:cubicBezTo>
                    <a:cubicBezTo>
                      <a:pt x="4168" y="6902"/>
                      <a:pt x="4093" y="7118"/>
                      <a:pt x="4044" y="7333"/>
                    </a:cubicBezTo>
                    <a:cubicBezTo>
                      <a:pt x="3986" y="7565"/>
                      <a:pt x="3969" y="7805"/>
                      <a:pt x="3969" y="8037"/>
                    </a:cubicBezTo>
                    <a:cubicBezTo>
                      <a:pt x="3969" y="8178"/>
                      <a:pt x="3977" y="8319"/>
                      <a:pt x="3986" y="8460"/>
                    </a:cubicBezTo>
                    <a:cubicBezTo>
                      <a:pt x="3994" y="8601"/>
                      <a:pt x="4011" y="8733"/>
                      <a:pt x="4002" y="8874"/>
                    </a:cubicBezTo>
                    <a:cubicBezTo>
                      <a:pt x="4002" y="8899"/>
                      <a:pt x="3977" y="8907"/>
                      <a:pt x="3961" y="8907"/>
                    </a:cubicBezTo>
                    <a:cubicBezTo>
                      <a:pt x="3953" y="8907"/>
                      <a:pt x="3953" y="8915"/>
                      <a:pt x="3953" y="8915"/>
                    </a:cubicBezTo>
                    <a:cubicBezTo>
                      <a:pt x="3911" y="9065"/>
                      <a:pt x="3853" y="9205"/>
                      <a:pt x="3795" y="9338"/>
                    </a:cubicBezTo>
                    <a:cubicBezTo>
                      <a:pt x="3663" y="9620"/>
                      <a:pt x="3505" y="9877"/>
                      <a:pt x="3348" y="10142"/>
                    </a:cubicBezTo>
                    <a:cubicBezTo>
                      <a:pt x="3182" y="10423"/>
                      <a:pt x="3008" y="10705"/>
                      <a:pt x="2842" y="10995"/>
                    </a:cubicBezTo>
                    <a:cubicBezTo>
                      <a:pt x="2801" y="11061"/>
                      <a:pt x="2760" y="11136"/>
                      <a:pt x="2718" y="11202"/>
                    </a:cubicBezTo>
                    <a:cubicBezTo>
                      <a:pt x="2677" y="11260"/>
                      <a:pt x="2644" y="11327"/>
                      <a:pt x="2594" y="11376"/>
                    </a:cubicBezTo>
                    <a:cubicBezTo>
                      <a:pt x="2494" y="11476"/>
                      <a:pt x="2362" y="11517"/>
                      <a:pt x="2229" y="11534"/>
                    </a:cubicBezTo>
                    <a:cubicBezTo>
                      <a:pt x="2142" y="11542"/>
                      <a:pt x="2057" y="11544"/>
                      <a:pt x="1972" y="11544"/>
                    </a:cubicBezTo>
                    <a:cubicBezTo>
                      <a:pt x="1887" y="11544"/>
                      <a:pt x="1803" y="11542"/>
                      <a:pt x="1716" y="11542"/>
                    </a:cubicBezTo>
                    <a:lnTo>
                      <a:pt x="1467" y="11550"/>
                    </a:lnTo>
                    <a:cubicBezTo>
                      <a:pt x="1467" y="11567"/>
                      <a:pt x="1450" y="11592"/>
                      <a:pt x="1434" y="11592"/>
                    </a:cubicBezTo>
                    <a:cubicBezTo>
                      <a:pt x="1243" y="11567"/>
                      <a:pt x="1053" y="11542"/>
                      <a:pt x="862" y="11509"/>
                    </a:cubicBezTo>
                    <a:cubicBezTo>
                      <a:pt x="766" y="11494"/>
                      <a:pt x="663" y="11480"/>
                      <a:pt x="558" y="11480"/>
                    </a:cubicBezTo>
                    <a:cubicBezTo>
                      <a:pt x="482" y="11480"/>
                      <a:pt x="405" y="11488"/>
                      <a:pt x="332" y="11509"/>
                    </a:cubicBezTo>
                    <a:cubicBezTo>
                      <a:pt x="266" y="11525"/>
                      <a:pt x="199" y="11550"/>
                      <a:pt x="150" y="11600"/>
                    </a:cubicBezTo>
                    <a:cubicBezTo>
                      <a:pt x="92" y="11658"/>
                      <a:pt x="67" y="11741"/>
                      <a:pt x="42" y="11815"/>
                    </a:cubicBezTo>
                    <a:cubicBezTo>
                      <a:pt x="0" y="11981"/>
                      <a:pt x="17" y="12155"/>
                      <a:pt x="58" y="12321"/>
                    </a:cubicBezTo>
                    <a:lnTo>
                      <a:pt x="50" y="12321"/>
                    </a:lnTo>
                    <a:cubicBezTo>
                      <a:pt x="58" y="12329"/>
                      <a:pt x="58" y="12337"/>
                      <a:pt x="58" y="12346"/>
                    </a:cubicBezTo>
                    <a:cubicBezTo>
                      <a:pt x="83" y="12429"/>
                      <a:pt x="116" y="12511"/>
                      <a:pt x="158" y="12586"/>
                    </a:cubicBezTo>
                    <a:cubicBezTo>
                      <a:pt x="166" y="12611"/>
                      <a:pt x="183" y="12636"/>
                      <a:pt x="191" y="12652"/>
                    </a:cubicBezTo>
                    <a:cubicBezTo>
                      <a:pt x="199" y="12561"/>
                      <a:pt x="224" y="12478"/>
                      <a:pt x="249" y="12387"/>
                    </a:cubicBezTo>
                    <a:cubicBezTo>
                      <a:pt x="274" y="12304"/>
                      <a:pt x="307" y="12221"/>
                      <a:pt x="357" y="12139"/>
                    </a:cubicBezTo>
                    <a:cubicBezTo>
                      <a:pt x="415" y="12047"/>
                      <a:pt x="489" y="11973"/>
                      <a:pt x="580" y="11915"/>
                    </a:cubicBezTo>
                    <a:cubicBezTo>
                      <a:pt x="672" y="11849"/>
                      <a:pt x="779" y="11799"/>
                      <a:pt x="895" y="11757"/>
                    </a:cubicBezTo>
                    <a:cubicBezTo>
                      <a:pt x="1075" y="11686"/>
                      <a:pt x="1272" y="11614"/>
                      <a:pt x="1470" y="11614"/>
                    </a:cubicBezTo>
                    <a:cubicBezTo>
                      <a:pt x="1547" y="11614"/>
                      <a:pt x="1623" y="11624"/>
                      <a:pt x="1699" y="11650"/>
                    </a:cubicBezTo>
                    <a:cubicBezTo>
                      <a:pt x="1744" y="11665"/>
                      <a:pt x="1728" y="11727"/>
                      <a:pt x="1688" y="11727"/>
                    </a:cubicBezTo>
                    <a:cubicBezTo>
                      <a:pt x="1684" y="11727"/>
                      <a:pt x="1679" y="11726"/>
                      <a:pt x="1674" y="11724"/>
                    </a:cubicBezTo>
                    <a:cubicBezTo>
                      <a:pt x="1622" y="11708"/>
                      <a:pt x="1569" y="11701"/>
                      <a:pt x="1516" y="11701"/>
                    </a:cubicBezTo>
                    <a:cubicBezTo>
                      <a:pt x="1348" y="11701"/>
                      <a:pt x="1177" y="11769"/>
                      <a:pt x="1020" y="11832"/>
                    </a:cubicBezTo>
                    <a:cubicBezTo>
                      <a:pt x="829" y="11907"/>
                      <a:pt x="630" y="11981"/>
                      <a:pt x="498" y="12139"/>
                    </a:cubicBezTo>
                    <a:cubicBezTo>
                      <a:pt x="440" y="12221"/>
                      <a:pt x="390" y="12313"/>
                      <a:pt x="365" y="12412"/>
                    </a:cubicBezTo>
                    <a:cubicBezTo>
                      <a:pt x="340" y="12495"/>
                      <a:pt x="324" y="12569"/>
                      <a:pt x="307" y="12652"/>
                    </a:cubicBezTo>
                    <a:cubicBezTo>
                      <a:pt x="307" y="12702"/>
                      <a:pt x="299" y="12743"/>
                      <a:pt x="299" y="12793"/>
                    </a:cubicBezTo>
                    <a:cubicBezTo>
                      <a:pt x="299" y="12810"/>
                      <a:pt x="290" y="12818"/>
                      <a:pt x="290" y="12834"/>
                    </a:cubicBezTo>
                    <a:cubicBezTo>
                      <a:pt x="290" y="12843"/>
                      <a:pt x="299" y="12843"/>
                      <a:pt x="299" y="12843"/>
                    </a:cubicBezTo>
                    <a:cubicBezTo>
                      <a:pt x="315" y="12876"/>
                      <a:pt x="307" y="12892"/>
                      <a:pt x="290" y="12909"/>
                    </a:cubicBezTo>
                    <a:cubicBezTo>
                      <a:pt x="290" y="12917"/>
                      <a:pt x="290" y="12926"/>
                      <a:pt x="290" y="12926"/>
                    </a:cubicBezTo>
                    <a:cubicBezTo>
                      <a:pt x="299" y="12967"/>
                      <a:pt x="373" y="12975"/>
                      <a:pt x="398" y="12984"/>
                    </a:cubicBezTo>
                    <a:cubicBezTo>
                      <a:pt x="456" y="13000"/>
                      <a:pt x="514" y="13017"/>
                      <a:pt x="572" y="13025"/>
                    </a:cubicBezTo>
                    <a:cubicBezTo>
                      <a:pt x="705" y="13058"/>
                      <a:pt x="837" y="13083"/>
                      <a:pt x="970" y="13100"/>
                    </a:cubicBezTo>
                    <a:cubicBezTo>
                      <a:pt x="1036" y="13108"/>
                      <a:pt x="1102" y="13116"/>
                      <a:pt x="1169" y="13124"/>
                    </a:cubicBezTo>
                    <a:lnTo>
                      <a:pt x="1185" y="13124"/>
                    </a:lnTo>
                    <a:cubicBezTo>
                      <a:pt x="1144" y="13108"/>
                      <a:pt x="1094" y="13083"/>
                      <a:pt x="1053" y="13066"/>
                    </a:cubicBezTo>
                    <a:cubicBezTo>
                      <a:pt x="986" y="13025"/>
                      <a:pt x="937" y="12975"/>
                      <a:pt x="920" y="12901"/>
                    </a:cubicBezTo>
                    <a:cubicBezTo>
                      <a:pt x="895" y="12760"/>
                      <a:pt x="978" y="12619"/>
                      <a:pt x="1069" y="12520"/>
                    </a:cubicBezTo>
                    <a:cubicBezTo>
                      <a:pt x="1169" y="12412"/>
                      <a:pt x="1293" y="12329"/>
                      <a:pt x="1417" y="12263"/>
                    </a:cubicBezTo>
                    <a:cubicBezTo>
                      <a:pt x="1583" y="12172"/>
                      <a:pt x="1757" y="12097"/>
                      <a:pt x="1939" y="12039"/>
                    </a:cubicBezTo>
                    <a:cubicBezTo>
                      <a:pt x="1944" y="12037"/>
                      <a:pt x="1949" y="12037"/>
                      <a:pt x="1953" y="12037"/>
                    </a:cubicBezTo>
                    <a:cubicBezTo>
                      <a:pt x="1993" y="12037"/>
                      <a:pt x="2009" y="12099"/>
                      <a:pt x="1964" y="12114"/>
                    </a:cubicBezTo>
                    <a:cubicBezTo>
                      <a:pt x="1832" y="12172"/>
                      <a:pt x="1691" y="12238"/>
                      <a:pt x="1566" y="12313"/>
                    </a:cubicBezTo>
                    <a:cubicBezTo>
                      <a:pt x="1450" y="12371"/>
                      <a:pt x="1334" y="12437"/>
                      <a:pt x="1227" y="12528"/>
                    </a:cubicBezTo>
                    <a:lnTo>
                      <a:pt x="1227" y="12536"/>
                    </a:lnTo>
                    <a:cubicBezTo>
                      <a:pt x="1136" y="12603"/>
                      <a:pt x="1053" y="12702"/>
                      <a:pt x="1036" y="12818"/>
                    </a:cubicBezTo>
                    <a:cubicBezTo>
                      <a:pt x="1028" y="12876"/>
                      <a:pt x="1044" y="12926"/>
                      <a:pt x="1102" y="12950"/>
                    </a:cubicBezTo>
                    <a:cubicBezTo>
                      <a:pt x="1160" y="12992"/>
                      <a:pt x="1227" y="13017"/>
                      <a:pt x="1293" y="13033"/>
                    </a:cubicBezTo>
                    <a:cubicBezTo>
                      <a:pt x="1368" y="13058"/>
                      <a:pt x="1442" y="13083"/>
                      <a:pt x="1525" y="13091"/>
                    </a:cubicBezTo>
                    <a:lnTo>
                      <a:pt x="1533" y="13091"/>
                    </a:lnTo>
                    <a:cubicBezTo>
                      <a:pt x="1517" y="13083"/>
                      <a:pt x="1500" y="13075"/>
                      <a:pt x="1484" y="13066"/>
                    </a:cubicBezTo>
                    <a:cubicBezTo>
                      <a:pt x="1450" y="13042"/>
                      <a:pt x="1467" y="12984"/>
                      <a:pt x="1508" y="12984"/>
                    </a:cubicBezTo>
                    <a:cubicBezTo>
                      <a:pt x="1521" y="12988"/>
                      <a:pt x="1533" y="12988"/>
                      <a:pt x="1547" y="12988"/>
                    </a:cubicBezTo>
                    <a:cubicBezTo>
                      <a:pt x="1560" y="12988"/>
                      <a:pt x="1575" y="12988"/>
                      <a:pt x="1591" y="12992"/>
                    </a:cubicBezTo>
                    <a:cubicBezTo>
                      <a:pt x="1616" y="13000"/>
                      <a:pt x="1641" y="13008"/>
                      <a:pt x="1666" y="13017"/>
                    </a:cubicBezTo>
                    <a:cubicBezTo>
                      <a:pt x="1724" y="13033"/>
                      <a:pt x="1774" y="13050"/>
                      <a:pt x="1832" y="13066"/>
                    </a:cubicBezTo>
                    <a:cubicBezTo>
                      <a:pt x="1939" y="13091"/>
                      <a:pt x="2039" y="13116"/>
                      <a:pt x="2146" y="13133"/>
                    </a:cubicBezTo>
                    <a:cubicBezTo>
                      <a:pt x="2362" y="13174"/>
                      <a:pt x="2577" y="13207"/>
                      <a:pt x="2801" y="13216"/>
                    </a:cubicBezTo>
                    <a:cubicBezTo>
                      <a:pt x="2878" y="13222"/>
                      <a:pt x="2962" y="13230"/>
                      <a:pt x="3044" y="13230"/>
                    </a:cubicBezTo>
                    <a:cubicBezTo>
                      <a:pt x="3165" y="13230"/>
                      <a:pt x="3286" y="13213"/>
                      <a:pt x="3389" y="13149"/>
                    </a:cubicBezTo>
                    <a:cubicBezTo>
                      <a:pt x="3522" y="13050"/>
                      <a:pt x="3613" y="12892"/>
                      <a:pt x="3688" y="12752"/>
                    </a:cubicBezTo>
                    <a:cubicBezTo>
                      <a:pt x="3787" y="12553"/>
                      <a:pt x="3878" y="12354"/>
                      <a:pt x="3977" y="12163"/>
                    </a:cubicBezTo>
                    <a:cubicBezTo>
                      <a:pt x="3977" y="12155"/>
                      <a:pt x="3977" y="12139"/>
                      <a:pt x="3977" y="12130"/>
                    </a:cubicBezTo>
                    <a:cubicBezTo>
                      <a:pt x="3977" y="12105"/>
                      <a:pt x="3994" y="12081"/>
                      <a:pt x="4027" y="12072"/>
                    </a:cubicBezTo>
                    <a:cubicBezTo>
                      <a:pt x="4032" y="12059"/>
                      <a:pt x="4044" y="12052"/>
                      <a:pt x="4058" y="12052"/>
                    </a:cubicBezTo>
                    <a:cubicBezTo>
                      <a:pt x="4069" y="12052"/>
                      <a:pt x="4082" y="12056"/>
                      <a:pt x="4093" y="12064"/>
                    </a:cubicBezTo>
                    <a:cubicBezTo>
                      <a:pt x="4218" y="12023"/>
                      <a:pt x="4284" y="11849"/>
                      <a:pt x="4325" y="11741"/>
                    </a:cubicBezTo>
                    <a:cubicBezTo>
                      <a:pt x="4408" y="11550"/>
                      <a:pt x="4499" y="11360"/>
                      <a:pt x="4607" y="11186"/>
                    </a:cubicBezTo>
                    <a:cubicBezTo>
                      <a:pt x="4823" y="10829"/>
                      <a:pt x="5079" y="10498"/>
                      <a:pt x="5386" y="10216"/>
                    </a:cubicBezTo>
                    <a:cubicBezTo>
                      <a:pt x="5461" y="10150"/>
                      <a:pt x="5535" y="10075"/>
                      <a:pt x="5618" y="10009"/>
                    </a:cubicBezTo>
                    <a:cubicBezTo>
                      <a:pt x="5701" y="9943"/>
                      <a:pt x="5784" y="9885"/>
                      <a:pt x="5867" y="9819"/>
                    </a:cubicBezTo>
                    <a:cubicBezTo>
                      <a:pt x="5958" y="9752"/>
                      <a:pt x="5991" y="9669"/>
                      <a:pt x="6016" y="9562"/>
                    </a:cubicBezTo>
                    <a:cubicBezTo>
                      <a:pt x="6032" y="9454"/>
                      <a:pt x="6032" y="9346"/>
                      <a:pt x="6049" y="9239"/>
                    </a:cubicBezTo>
                    <a:cubicBezTo>
                      <a:pt x="6090" y="9007"/>
                      <a:pt x="6173" y="8783"/>
                      <a:pt x="6264" y="8559"/>
                    </a:cubicBezTo>
                    <a:cubicBezTo>
                      <a:pt x="6355" y="8335"/>
                      <a:pt x="6455" y="8103"/>
                      <a:pt x="6554" y="7871"/>
                    </a:cubicBezTo>
                    <a:cubicBezTo>
                      <a:pt x="6761" y="7416"/>
                      <a:pt x="6952" y="6944"/>
                      <a:pt x="7167" y="6488"/>
                    </a:cubicBezTo>
                    <a:cubicBezTo>
                      <a:pt x="7176" y="6471"/>
                      <a:pt x="7184" y="6455"/>
                      <a:pt x="7192" y="6438"/>
                    </a:cubicBezTo>
                    <a:cubicBezTo>
                      <a:pt x="7201" y="6380"/>
                      <a:pt x="7209" y="6330"/>
                      <a:pt x="7217" y="6272"/>
                    </a:cubicBezTo>
                    <a:cubicBezTo>
                      <a:pt x="7333" y="5610"/>
                      <a:pt x="7474" y="4955"/>
                      <a:pt x="7499" y="4284"/>
                    </a:cubicBezTo>
                    <a:cubicBezTo>
                      <a:pt x="7507" y="4093"/>
                      <a:pt x="7507" y="3903"/>
                      <a:pt x="7499" y="3704"/>
                    </a:cubicBezTo>
                    <a:cubicBezTo>
                      <a:pt x="7491" y="3679"/>
                      <a:pt x="7491" y="3654"/>
                      <a:pt x="7482" y="3621"/>
                    </a:cubicBezTo>
                    <a:cubicBezTo>
                      <a:pt x="7457" y="3522"/>
                      <a:pt x="7408" y="3439"/>
                      <a:pt x="7358" y="3348"/>
                    </a:cubicBezTo>
                    <a:cubicBezTo>
                      <a:pt x="7341" y="3348"/>
                      <a:pt x="7333" y="3348"/>
                      <a:pt x="7317" y="3331"/>
                    </a:cubicBezTo>
                    <a:cubicBezTo>
                      <a:pt x="7217" y="3198"/>
                      <a:pt x="7126" y="3058"/>
                      <a:pt x="7051" y="2917"/>
                    </a:cubicBezTo>
                    <a:cubicBezTo>
                      <a:pt x="7043" y="2933"/>
                      <a:pt x="7027" y="2950"/>
                      <a:pt x="7002" y="2950"/>
                    </a:cubicBezTo>
                    <a:cubicBezTo>
                      <a:pt x="6886" y="2942"/>
                      <a:pt x="6819" y="2842"/>
                      <a:pt x="6770" y="2751"/>
                    </a:cubicBezTo>
                    <a:cubicBezTo>
                      <a:pt x="6737" y="2701"/>
                      <a:pt x="6712" y="2652"/>
                      <a:pt x="6679" y="2594"/>
                    </a:cubicBezTo>
                    <a:cubicBezTo>
                      <a:pt x="6563" y="2494"/>
                      <a:pt x="6447" y="2387"/>
                      <a:pt x="6322" y="2279"/>
                    </a:cubicBezTo>
                    <a:cubicBezTo>
                      <a:pt x="6198" y="2163"/>
                      <a:pt x="6065" y="2039"/>
                      <a:pt x="5966" y="1906"/>
                    </a:cubicBezTo>
                    <a:cubicBezTo>
                      <a:pt x="5933" y="1865"/>
                      <a:pt x="5900" y="1823"/>
                      <a:pt x="5875" y="1782"/>
                    </a:cubicBezTo>
                    <a:cubicBezTo>
                      <a:pt x="5800" y="1666"/>
                      <a:pt x="5734" y="1533"/>
                      <a:pt x="5676" y="1409"/>
                    </a:cubicBezTo>
                    <a:cubicBezTo>
                      <a:pt x="5593" y="1301"/>
                      <a:pt x="5510" y="1193"/>
                      <a:pt x="5444" y="1069"/>
                    </a:cubicBezTo>
                    <a:cubicBezTo>
                      <a:pt x="5336" y="895"/>
                      <a:pt x="5237" y="713"/>
                      <a:pt x="5162" y="522"/>
                    </a:cubicBezTo>
                    <a:cubicBezTo>
                      <a:pt x="5146" y="522"/>
                      <a:pt x="5137" y="514"/>
                      <a:pt x="5129" y="506"/>
                    </a:cubicBezTo>
                    <a:lnTo>
                      <a:pt x="474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2" name="Google Shape;6242;p20"/>
              <p:cNvSpPr/>
              <p:nvPr/>
            </p:nvSpPr>
            <p:spPr>
              <a:xfrm>
                <a:off x="1826850" y="1257475"/>
                <a:ext cx="131350" cy="147375"/>
              </a:xfrm>
              <a:custGeom>
                <a:rect b="b" l="l" r="r" t="t"/>
                <a:pathLst>
                  <a:path extrusionOk="0" h="5895" w="5254">
                    <a:moveTo>
                      <a:pt x="2843" y="1479"/>
                    </a:moveTo>
                    <a:cubicBezTo>
                      <a:pt x="2834" y="1495"/>
                      <a:pt x="2834" y="1504"/>
                      <a:pt x="2834" y="1512"/>
                    </a:cubicBezTo>
                    <a:cubicBezTo>
                      <a:pt x="2826" y="1520"/>
                      <a:pt x="2826" y="1529"/>
                      <a:pt x="2826" y="1537"/>
                    </a:cubicBezTo>
                    <a:cubicBezTo>
                      <a:pt x="2826" y="1545"/>
                      <a:pt x="2818" y="1545"/>
                      <a:pt x="2818" y="1553"/>
                    </a:cubicBezTo>
                    <a:cubicBezTo>
                      <a:pt x="2818" y="1578"/>
                      <a:pt x="2818" y="1595"/>
                      <a:pt x="2809" y="1620"/>
                    </a:cubicBezTo>
                    <a:cubicBezTo>
                      <a:pt x="2809" y="1620"/>
                      <a:pt x="2809" y="1628"/>
                      <a:pt x="2809" y="1636"/>
                    </a:cubicBezTo>
                    <a:cubicBezTo>
                      <a:pt x="2793" y="1669"/>
                      <a:pt x="2769" y="1693"/>
                      <a:pt x="2753" y="1725"/>
                    </a:cubicBezTo>
                    <a:lnTo>
                      <a:pt x="2753" y="1725"/>
                    </a:lnTo>
                    <a:cubicBezTo>
                      <a:pt x="2762" y="1638"/>
                      <a:pt x="2795" y="1558"/>
                      <a:pt x="2843" y="1479"/>
                    </a:cubicBezTo>
                    <a:close/>
                    <a:moveTo>
                      <a:pt x="3030" y="1"/>
                    </a:moveTo>
                    <a:cubicBezTo>
                      <a:pt x="3009" y="1"/>
                      <a:pt x="2990" y="12"/>
                      <a:pt x="2983" y="37"/>
                    </a:cubicBezTo>
                    <a:cubicBezTo>
                      <a:pt x="2950" y="153"/>
                      <a:pt x="2917" y="269"/>
                      <a:pt x="2892" y="393"/>
                    </a:cubicBezTo>
                    <a:cubicBezTo>
                      <a:pt x="2876" y="435"/>
                      <a:pt x="2867" y="485"/>
                      <a:pt x="2851" y="534"/>
                    </a:cubicBezTo>
                    <a:cubicBezTo>
                      <a:pt x="2843" y="551"/>
                      <a:pt x="2851" y="567"/>
                      <a:pt x="2859" y="576"/>
                    </a:cubicBezTo>
                    <a:cubicBezTo>
                      <a:pt x="2859" y="584"/>
                      <a:pt x="2851" y="592"/>
                      <a:pt x="2851" y="592"/>
                    </a:cubicBezTo>
                    <a:cubicBezTo>
                      <a:pt x="2851" y="601"/>
                      <a:pt x="2851" y="609"/>
                      <a:pt x="2851" y="617"/>
                    </a:cubicBezTo>
                    <a:cubicBezTo>
                      <a:pt x="2843" y="625"/>
                      <a:pt x="2826" y="634"/>
                      <a:pt x="2809" y="642"/>
                    </a:cubicBezTo>
                    <a:cubicBezTo>
                      <a:pt x="2486" y="766"/>
                      <a:pt x="2105" y="791"/>
                      <a:pt x="1774" y="833"/>
                    </a:cubicBezTo>
                    <a:cubicBezTo>
                      <a:pt x="1451" y="874"/>
                      <a:pt x="1128" y="915"/>
                      <a:pt x="796" y="949"/>
                    </a:cubicBezTo>
                    <a:cubicBezTo>
                      <a:pt x="639" y="973"/>
                      <a:pt x="481" y="990"/>
                      <a:pt x="324" y="1015"/>
                    </a:cubicBezTo>
                    <a:cubicBezTo>
                      <a:pt x="241" y="1023"/>
                      <a:pt x="166" y="1040"/>
                      <a:pt x="92" y="1056"/>
                    </a:cubicBezTo>
                    <a:cubicBezTo>
                      <a:pt x="67" y="1056"/>
                      <a:pt x="42" y="1065"/>
                      <a:pt x="17" y="1073"/>
                    </a:cubicBezTo>
                    <a:cubicBezTo>
                      <a:pt x="1" y="1139"/>
                      <a:pt x="75" y="1189"/>
                      <a:pt x="125" y="1205"/>
                    </a:cubicBezTo>
                    <a:cubicBezTo>
                      <a:pt x="191" y="1230"/>
                      <a:pt x="274" y="1255"/>
                      <a:pt x="357" y="1263"/>
                    </a:cubicBezTo>
                    <a:cubicBezTo>
                      <a:pt x="440" y="1280"/>
                      <a:pt x="523" y="1288"/>
                      <a:pt x="606" y="1288"/>
                    </a:cubicBezTo>
                    <a:cubicBezTo>
                      <a:pt x="666" y="1288"/>
                      <a:pt x="727" y="1281"/>
                      <a:pt x="788" y="1281"/>
                    </a:cubicBezTo>
                    <a:cubicBezTo>
                      <a:pt x="818" y="1281"/>
                      <a:pt x="849" y="1283"/>
                      <a:pt x="879" y="1288"/>
                    </a:cubicBezTo>
                    <a:cubicBezTo>
                      <a:pt x="1020" y="1297"/>
                      <a:pt x="1169" y="1355"/>
                      <a:pt x="1235" y="1487"/>
                    </a:cubicBezTo>
                    <a:cubicBezTo>
                      <a:pt x="1302" y="1620"/>
                      <a:pt x="1277" y="1769"/>
                      <a:pt x="1144" y="1852"/>
                    </a:cubicBezTo>
                    <a:cubicBezTo>
                      <a:pt x="1003" y="1934"/>
                      <a:pt x="829" y="1943"/>
                      <a:pt x="672" y="1976"/>
                    </a:cubicBezTo>
                    <a:cubicBezTo>
                      <a:pt x="539" y="2009"/>
                      <a:pt x="398" y="2059"/>
                      <a:pt x="307" y="2166"/>
                    </a:cubicBezTo>
                    <a:cubicBezTo>
                      <a:pt x="282" y="2191"/>
                      <a:pt x="266" y="2241"/>
                      <a:pt x="241" y="2274"/>
                    </a:cubicBezTo>
                    <a:cubicBezTo>
                      <a:pt x="249" y="2390"/>
                      <a:pt x="282" y="2498"/>
                      <a:pt x="349" y="2589"/>
                    </a:cubicBezTo>
                    <a:cubicBezTo>
                      <a:pt x="432" y="2722"/>
                      <a:pt x="581" y="2804"/>
                      <a:pt x="722" y="2871"/>
                    </a:cubicBezTo>
                    <a:cubicBezTo>
                      <a:pt x="879" y="2937"/>
                      <a:pt x="1045" y="2995"/>
                      <a:pt x="1210" y="3061"/>
                    </a:cubicBezTo>
                    <a:cubicBezTo>
                      <a:pt x="1384" y="3128"/>
                      <a:pt x="1558" y="3202"/>
                      <a:pt x="1732" y="3277"/>
                    </a:cubicBezTo>
                    <a:cubicBezTo>
                      <a:pt x="2072" y="3426"/>
                      <a:pt x="2412" y="3575"/>
                      <a:pt x="2743" y="3741"/>
                    </a:cubicBezTo>
                    <a:cubicBezTo>
                      <a:pt x="3083" y="3906"/>
                      <a:pt x="3406" y="4080"/>
                      <a:pt x="3737" y="4254"/>
                    </a:cubicBezTo>
                    <a:cubicBezTo>
                      <a:pt x="3903" y="4337"/>
                      <a:pt x="4077" y="4420"/>
                      <a:pt x="4259" y="4428"/>
                    </a:cubicBezTo>
                    <a:cubicBezTo>
                      <a:pt x="4271" y="4429"/>
                      <a:pt x="4282" y="4429"/>
                      <a:pt x="4293" y="4429"/>
                    </a:cubicBezTo>
                    <a:cubicBezTo>
                      <a:pt x="4440" y="4429"/>
                      <a:pt x="4590" y="4378"/>
                      <a:pt x="4682" y="4263"/>
                    </a:cubicBezTo>
                    <a:cubicBezTo>
                      <a:pt x="4682" y="4254"/>
                      <a:pt x="4674" y="4238"/>
                      <a:pt x="4674" y="4230"/>
                    </a:cubicBezTo>
                    <a:cubicBezTo>
                      <a:pt x="4674" y="4230"/>
                      <a:pt x="4674" y="4221"/>
                      <a:pt x="4674" y="4221"/>
                    </a:cubicBezTo>
                    <a:cubicBezTo>
                      <a:pt x="4657" y="4205"/>
                      <a:pt x="4657" y="4172"/>
                      <a:pt x="4649" y="4147"/>
                    </a:cubicBezTo>
                    <a:cubicBezTo>
                      <a:pt x="4632" y="4108"/>
                      <a:pt x="4667" y="4081"/>
                      <a:pt x="4699" y="4081"/>
                    </a:cubicBezTo>
                    <a:cubicBezTo>
                      <a:pt x="4715" y="4081"/>
                      <a:pt x="4732" y="4088"/>
                      <a:pt x="4740" y="4105"/>
                    </a:cubicBezTo>
                    <a:cubicBezTo>
                      <a:pt x="4757" y="4130"/>
                      <a:pt x="4773" y="4163"/>
                      <a:pt x="4781" y="4196"/>
                    </a:cubicBezTo>
                    <a:cubicBezTo>
                      <a:pt x="4790" y="4221"/>
                      <a:pt x="4790" y="4254"/>
                      <a:pt x="4798" y="4279"/>
                    </a:cubicBezTo>
                    <a:cubicBezTo>
                      <a:pt x="4798" y="4288"/>
                      <a:pt x="4798" y="4288"/>
                      <a:pt x="4798" y="4296"/>
                    </a:cubicBezTo>
                    <a:cubicBezTo>
                      <a:pt x="4806" y="4321"/>
                      <a:pt x="4806" y="4346"/>
                      <a:pt x="4806" y="4362"/>
                    </a:cubicBezTo>
                    <a:lnTo>
                      <a:pt x="4806" y="4387"/>
                    </a:lnTo>
                    <a:cubicBezTo>
                      <a:pt x="4806" y="4412"/>
                      <a:pt x="4806" y="4428"/>
                      <a:pt x="4806" y="4453"/>
                    </a:cubicBezTo>
                    <a:lnTo>
                      <a:pt x="4806" y="4462"/>
                    </a:lnTo>
                    <a:cubicBezTo>
                      <a:pt x="4806" y="4470"/>
                      <a:pt x="4806" y="4470"/>
                      <a:pt x="4798" y="4478"/>
                    </a:cubicBezTo>
                    <a:cubicBezTo>
                      <a:pt x="4790" y="4495"/>
                      <a:pt x="4773" y="4520"/>
                      <a:pt x="4748" y="4520"/>
                    </a:cubicBezTo>
                    <a:cubicBezTo>
                      <a:pt x="4723" y="4511"/>
                      <a:pt x="4699" y="4495"/>
                      <a:pt x="4699" y="4462"/>
                    </a:cubicBezTo>
                    <a:lnTo>
                      <a:pt x="4699" y="4379"/>
                    </a:lnTo>
                    <a:cubicBezTo>
                      <a:pt x="4699" y="4370"/>
                      <a:pt x="4699" y="4362"/>
                      <a:pt x="4699" y="4354"/>
                    </a:cubicBezTo>
                    <a:cubicBezTo>
                      <a:pt x="4616" y="4445"/>
                      <a:pt x="4500" y="4503"/>
                      <a:pt x="4367" y="4520"/>
                    </a:cubicBezTo>
                    <a:cubicBezTo>
                      <a:pt x="4330" y="4525"/>
                      <a:pt x="4293" y="4528"/>
                      <a:pt x="4256" y="4528"/>
                    </a:cubicBezTo>
                    <a:cubicBezTo>
                      <a:pt x="4131" y="4528"/>
                      <a:pt x="4009" y="4496"/>
                      <a:pt x="3887" y="4445"/>
                    </a:cubicBezTo>
                    <a:cubicBezTo>
                      <a:pt x="3713" y="4370"/>
                      <a:pt x="3547" y="4271"/>
                      <a:pt x="3381" y="4188"/>
                    </a:cubicBezTo>
                    <a:cubicBezTo>
                      <a:pt x="3207" y="4097"/>
                      <a:pt x="3041" y="4006"/>
                      <a:pt x="2867" y="3923"/>
                    </a:cubicBezTo>
                    <a:cubicBezTo>
                      <a:pt x="2511" y="3749"/>
                      <a:pt x="2155" y="3583"/>
                      <a:pt x="1799" y="3426"/>
                    </a:cubicBezTo>
                    <a:cubicBezTo>
                      <a:pt x="1442" y="3277"/>
                      <a:pt x="1086" y="3144"/>
                      <a:pt x="730" y="3003"/>
                    </a:cubicBezTo>
                    <a:cubicBezTo>
                      <a:pt x="630" y="2962"/>
                      <a:pt x="531" y="2912"/>
                      <a:pt x="440" y="2854"/>
                    </a:cubicBezTo>
                    <a:lnTo>
                      <a:pt x="440" y="2854"/>
                    </a:lnTo>
                    <a:cubicBezTo>
                      <a:pt x="465" y="2879"/>
                      <a:pt x="440" y="2929"/>
                      <a:pt x="407" y="2937"/>
                    </a:cubicBezTo>
                    <a:cubicBezTo>
                      <a:pt x="324" y="2954"/>
                      <a:pt x="282" y="3036"/>
                      <a:pt x="266" y="3119"/>
                    </a:cubicBezTo>
                    <a:cubicBezTo>
                      <a:pt x="241" y="3194"/>
                      <a:pt x="241" y="3277"/>
                      <a:pt x="216" y="3360"/>
                    </a:cubicBezTo>
                    <a:lnTo>
                      <a:pt x="249" y="3360"/>
                    </a:lnTo>
                    <a:cubicBezTo>
                      <a:pt x="291" y="3393"/>
                      <a:pt x="316" y="3426"/>
                      <a:pt x="340" y="3476"/>
                    </a:cubicBezTo>
                    <a:cubicBezTo>
                      <a:pt x="365" y="3509"/>
                      <a:pt x="382" y="3550"/>
                      <a:pt x="415" y="3592"/>
                    </a:cubicBezTo>
                    <a:cubicBezTo>
                      <a:pt x="456" y="3666"/>
                      <a:pt x="506" y="3741"/>
                      <a:pt x="564" y="3815"/>
                    </a:cubicBezTo>
                    <a:cubicBezTo>
                      <a:pt x="672" y="3956"/>
                      <a:pt x="788" y="4097"/>
                      <a:pt x="929" y="4213"/>
                    </a:cubicBezTo>
                    <a:cubicBezTo>
                      <a:pt x="1070" y="4321"/>
                      <a:pt x="1219" y="4412"/>
                      <a:pt x="1393" y="4470"/>
                    </a:cubicBezTo>
                    <a:cubicBezTo>
                      <a:pt x="1567" y="4528"/>
                      <a:pt x="1757" y="4561"/>
                      <a:pt x="1940" y="4594"/>
                    </a:cubicBezTo>
                    <a:cubicBezTo>
                      <a:pt x="2047" y="4619"/>
                      <a:pt x="2147" y="4644"/>
                      <a:pt x="2246" y="4677"/>
                    </a:cubicBezTo>
                    <a:cubicBezTo>
                      <a:pt x="2304" y="4694"/>
                      <a:pt x="2370" y="4718"/>
                      <a:pt x="2437" y="4760"/>
                    </a:cubicBezTo>
                    <a:lnTo>
                      <a:pt x="2511" y="4776"/>
                    </a:lnTo>
                    <a:cubicBezTo>
                      <a:pt x="2602" y="4801"/>
                      <a:pt x="2694" y="4826"/>
                      <a:pt x="2785" y="4851"/>
                    </a:cubicBezTo>
                    <a:cubicBezTo>
                      <a:pt x="2975" y="4901"/>
                      <a:pt x="3157" y="4950"/>
                      <a:pt x="3331" y="5017"/>
                    </a:cubicBezTo>
                    <a:cubicBezTo>
                      <a:pt x="3497" y="5083"/>
                      <a:pt x="3655" y="5158"/>
                      <a:pt x="3829" y="5199"/>
                    </a:cubicBezTo>
                    <a:cubicBezTo>
                      <a:pt x="3967" y="5233"/>
                      <a:pt x="4111" y="5251"/>
                      <a:pt x="4255" y="5251"/>
                    </a:cubicBezTo>
                    <a:cubicBezTo>
                      <a:pt x="4284" y="5251"/>
                      <a:pt x="4313" y="5250"/>
                      <a:pt x="4342" y="5249"/>
                    </a:cubicBezTo>
                    <a:cubicBezTo>
                      <a:pt x="4433" y="5240"/>
                      <a:pt x="4533" y="5232"/>
                      <a:pt x="4624" y="5216"/>
                    </a:cubicBezTo>
                    <a:cubicBezTo>
                      <a:pt x="4723" y="5199"/>
                      <a:pt x="4815" y="5166"/>
                      <a:pt x="4914" y="5149"/>
                    </a:cubicBezTo>
                    <a:cubicBezTo>
                      <a:pt x="4917" y="5149"/>
                      <a:pt x="4919" y="5148"/>
                      <a:pt x="4921" y="5148"/>
                    </a:cubicBezTo>
                    <a:cubicBezTo>
                      <a:pt x="4951" y="5148"/>
                      <a:pt x="4969" y="5192"/>
                      <a:pt x="4939" y="5207"/>
                    </a:cubicBezTo>
                    <a:cubicBezTo>
                      <a:pt x="4864" y="5257"/>
                      <a:pt x="4773" y="5282"/>
                      <a:pt x="4690" y="5307"/>
                    </a:cubicBezTo>
                    <a:cubicBezTo>
                      <a:pt x="4607" y="5332"/>
                      <a:pt x="4516" y="5340"/>
                      <a:pt x="4433" y="5356"/>
                    </a:cubicBezTo>
                    <a:cubicBezTo>
                      <a:pt x="4375" y="5362"/>
                      <a:pt x="4317" y="5365"/>
                      <a:pt x="4257" y="5365"/>
                    </a:cubicBezTo>
                    <a:cubicBezTo>
                      <a:pt x="4139" y="5365"/>
                      <a:pt x="4019" y="5354"/>
                      <a:pt x="3903" y="5332"/>
                    </a:cubicBezTo>
                    <a:cubicBezTo>
                      <a:pt x="3721" y="5298"/>
                      <a:pt x="3555" y="5232"/>
                      <a:pt x="3389" y="5158"/>
                    </a:cubicBezTo>
                    <a:cubicBezTo>
                      <a:pt x="3215" y="5083"/>
                      <a:pt x="3033" y="5025"/>
                      <a:pt x="2851" y="4975"/>
                    </a:cubicBezTo>
                    <a:cubicBezTo>
                      <a:pt x="2743" y="4942"/>
                      <a:pt x="2636" y="4909"/>
                      <a:pt x="2536" y="4876"/>
                    </a:cubicBezTo>
                    <a:cubicBezTo>
                      <a:pt x="2528" y="4876"/>
                      <a:pt x="2520" y="4876"/>
                      <a:pt x="2520" y="4868"/>
                    </a:cubicBezTo>
                    <a:cubicBezTo>
                      <a:pt x="2511" y="4876"/>
                      <a:pt x="2503" y="4876"/>
                      <a:pt x="2495" y="4876"/>
                    </a:cubicBezTo>
                    <a:cubicBezTo>
                      <a:pt x="2453" y="4859"/>
                      <a:pt x="2412" y="4843"/>
                      <a:pt x="2370" y="4826"/>
                    </a:cubicBezTo>
                    <a:cubicBezTo>
                      <a:pt x="2329" y="4810"/>
                      <a:pt x="2296" y="4801"/>
                      <a:pt x="2263" y="4785"/>
                    </a:cubicBezTo>
                    <a:cubicBezTo>
                      <a:pt x="2254" y="4776"/>
                      <a:pt x="2238" y="4776"/>
                      <a:pt x="2230" y="4776"/>
                    </a:cubicBezTo>
                    <a:cubicBezTo>
                      <a:pt x="2196" y="4760"/>
                      <a:pt x="2163" y="4752"/>
                      <a:pt x="2130" y="4743"/>
                    </a:cubicBezTo>
                    <a:lnTo>
                      <a:pt x="2130" y="4743"/>
                    </a:lnTo>
                    <a:cubicBezTo>
                      <a:pt x="2180" y="4884"/>
                      <a:pt x="2288" y="4967"/>
                      <a:pt x="2387" y="5066"/>
                    </a:cubicBezTo>
                    <a:cubicBezTo>
                      <a:pt x="2445" y="5116"/>
                      <a:pt x="2503" y="5174"/>
                      <a:pt x="2536" y="5249"/>
                    </a:cubicBezTo>
                    <a:cubicBezTo>
                      <a:pt x="2569" y="5315"/>
                      <a:pt x="2586" y="5398"/>
                      <a:pt x="2586" y="5472"/>
                    </a:cubicBezTo>
                    <a:cubicBezTo>
                      <a:pt x="2586" y="5514"/>
                      <a:pt x="2586" y="5555"/>
                      <a:pt x="2578" y="5588"/>
                    </a:cubicBezTo>
                    <a:cubicBezTo>
                      <a:pt x="2569" y="5622"/>
                      <a:pt x="2569" y="5655"/>
                      <a:pt x="2594" y="5688"/>
                    </a:cubicBezTo>
                    <a:cubicBezTo>
                      <a:pt x="2636" y="5738"/>
                      <a:pt x="2702" y="5762"/>
                      <a:pt x="2735" y="5829"/>
                    </a:cubicBezTo>
                    <a:cubicBezTo>
                      <a:pt x="2743" y="5845"/>
                      <a:pt x="2751" y="5870"/>
                      <a:pt x="2760" y="5895"/>
                    </a:cubicBezTo>
                    <a:cubicBezTo>
                      <a:pt x="2793" y="5862"/>
                      <a:pt x="2834" y="5829"/>
                      <a:pt x="2876" y="5804"/>
                    </a:cubicBezTo>
                    <a:cubicBezTo>
                      <a:pt x="3008" y="5729"/>
                      <a:pt x="3149" y="5688"/>
                      <a:pt x="3298" y="5671"/>
                    </a:cubicBezTo>
                    <a:cubicBezTo>
                      <a:pt x="3364" y="5665"/>
                      <a:pt x="3429" y="5662"/>
                      <a:pt x="3494" y="5662"/>
                    </a:cubicBezTo>
                    <a:cubicBezTo>
                      <a:pt x="3730" y="5662"/>
                      <a:pt x="3962" y="5697"/>
                      <a:pt x="4195" y="5697"/>
                    </a:cubicBezTo>
                    <a:cubicBezTo>
                      <a:pt x="4214" y="5697"/>
                      <a:pt x="4232" y="5697"/>
                      <a:pt x="4251" y="5696"/>
                    </a:cubicBezTo>
                    <a:cubicBezTo>
                      <a:pt x="4558" y="5688"/>
                      <a:pt x="4864" y="5613"/>
                      <a:pt x="5063" y="5381"/>
                    </a:cubicBezTo>
                    <a:cubicBezTo>
                      <a:pt x="5154" y="5282"/>
                      <a:pt x="5221" y="5158"/>
                      <a:pt x="5237" y="5025"/>
                    </a:cubicBezTo>
                    <a:cubicBezTo>
                      <a:pt x="5254" y="4892"/>
                      <a:pt x="5221" y="4760"/>
                      <a:pt x="5154" y="4644"/>
                    </a:cubicBezTo>
                    <a:cubicBezTo>
                      <a:pt x="5080" y="4528"/>
                      <a:pt x="4989" y="4428"/>
                      <a:pt x="4931" y="4304"/>
                    </a:cubicBezTo>
                    <a:cubicBezTo>
                      <a:pt x="4856" y="4172"/>
                      <a:pt x="4873" y="4006"/>
                      <a:pt x="4806" y="3873"/>
                    </a:cubicBezTo>
                    <a:cubicBezTo>
                      <a:pt x="4690" y="3625"/>
                      <a:pt x="4409" y="3492"/>
                      <a:pt x="4185" y="3351"/>
                    </a:cubicBezTo>
                    <a:cubicBezTo>
                      <a:pt x="3911" y="3186"/>
                      <a:pt x="3646" y="2995"/>
                      <a:pt x="3406" y="2780"/>
                    </a:cubicBezTo>
                    <a:cubicBezTo>
                      <a:pt x="3298" y="2688"/>
                      <a:pt x="3199" y="2597"/>
                      <a:pt x="3108" y="2506"/>
                    </a:cubicBezTo>
                    <a:cubicBezTo>
                      <a:pt x="3083" y="2465"/>
                      <a:pt x="3066" y="2423"/>
                      <a:pt x="3050" y="2390"/>
                    </a:cubicBezTo>
                    <a:cubicBezTo>
                      <a:pt x="3066" y="2374"/>
                      <a:pt x="3075" y="2349"/>
                      <a:pt x="3058" y="2324"/>
                    </a:cubicBezTo>
                    <a:cubicBezTo>
                      <a:pt x="3000" y="2191"/>
                      <a:pt x="2959" y="2050"/>
                      <a:pt x="2942" y="1910"/>
                    </a:cubicBezTo>
                    <a:cubicBezTo>
                      <a:pt x="2942" y="1868"/>
                      <a:pt x="2942" y="1827"/>
                      <a:pt x="2950" y="1785"/>
                    </a:cubicBezTo>
                    <a:cubicBezTo>
                      <a:pt x="2967" y="1686"/>
                      <a:pt x="3000" y="1586"/>
                      <a:pt x="3033" y="1487"/>
                    </a:cubicBezTo>
                    <a:cubicBezTo>
                      <a:pt x="3066" y="1396"/>
                      <a:pt x="3116" y="1321"/>
                      <a:pt x="3141" y="1230"/>
                    </a:cubicBezTo>
                    <a:cubicBezTo>
                      <a:pt x="3166" y="1214"/>
                      <a:pt x="3191" y="1197"/>
                      <a:pt x="3215" y="1181"/>
                    </a:cubicBezTo>
                    <a:cubicBezTo>
                      <a:pt x="3348" y="1081"/>
                      <a:pt x="3497" y="998"/>
                      <a:pt x="3638" y="899"/>
                    </a:cubicBezTo>
                    <a:cubicBezTo>
                      <a:pt x="3713" y="849"/>
                      <a:pt x="3787" y="799"/>
                      <a:pt x="3862" y="750"/>
                    </a:cubicBezTo>
                    <a:cubicBezTo>
                      <a:pt x="3903" y="725"/>
                      <a:pt x="3945" y="700"/>
                      <a:pt x="3978" y="675"/>
                    </a:cubicBezTo>
                    <a:cubicBezTo>
                      <a:pt x="4011" y="650"/>
                      <a:pt x="4052" y="625"/>
                      <a:pt x="4069" y="584"/>
                    </a:cubicBezTo>
                    <a:cubicBezTo>
                      <a:pt x="4084" y="561"/>
                      <a:pt x="4072" y="525"/>
                      <a:pt x="4044" y="525"/>
                    </a:cubicBezTo>
                    <a:cubicBezTo>
                      <a:pt x="4041" y="525"/>
                      <a:pt x="4039" y="525"/>
                      <a:pt x="4036" y="526"/>
                    </a:cubicBezTo>
                    <a:cubicBezTo>
                      <a:pt x="3986" y="534"/>
                      <a:pt x="3936" y="559"/>
                      <a:pt x="3895" y="592"/>
                    </a:cubicBezTo>
                    <a:cubicBezTo>
                      <a:pt x="3845" y="617"/>
                      <a:pt x="3804" y="650"/>
                      <a:pt x="3762" y="675"/>
                    </a:cubicBezTo>
                    <a:cubicBezTo>
                      <a:pt x="3737" y="692"/>
                      <a:pt x="3713" y="708"/>
                      <a:pt x="3688" y="725"/>
                    </a:cubicBezTo>
                    <a:cubicBezTo>
                      <a:pt x="3514" y="667"/>
                      <a:pt x="3398" y="460"/>
                      <a:pt x="3464" y="286"/>
                    </a:cubicBezTo>
                    <a:cubicBezTo>
                      <a:pt x="3475" y="258"/>
                      <a:pt x="3452" y="241"/>
                      <a:pt x="3431" y="241"/>
                    </a:cubicBezTo>
                    <a:cubicBezTo>
                      <a:pt x="3421" y="241"/>
                      <a:pt x="3411" y="245"/>
                      <a:pt x="3406" y="253"/>
                    </a:cubicBezTo>
                    <a:lnTo>
                      <a:pt x="3365" y="253"/>
                    </a:lnTo>
                    <a:cubicBezTo>
                      <a:pt x="3356" y="244"/>
                      <a:pt x="3348" y="244"/>
                      <a:pt x="3340" y="236"/>
                    </a:cubicBezTo>
                    <a:lnTo>
                      <a:pt x="3315" y="236"/>
                    </a:lnTo>
                    <a:cubicBezTo>
                      <a:pt x="3315" y="211"/>
                      <a:pt x="3315" y="186"/>
                      <a:pt x="3307" y="161"/>
                    </a:cubicBezTo>
                    <a:cubicBezTo>
                      <a:pt x="3307" y="129"/>
                      <a:pt x="3281" y="106"/>
                      <a:pt x="3250" y="106"/>
                    </a:cubicBezTo>
                    <a:cubicBezTo>
                      <a:pt x="3241" y="106"/>
                      <a:pt x="3233" y="108"/>
                      <a:pt x="3224" y="112"/>
                    </a:cubicBezTo>
                    <a:cubicBezTo>
                      <a:pt x="3224" y="120"/>
                      <a:pt x="3224" y="120"/>
                      <a:pt x="3215" y="120"/>
                    </a:cubicBezTo>
                    <a:cubicBezTo>
                      <a:pt x="3207" y="112"/>
                      <a:pt x="3199" y="103"/>
                      <a:pt x="3182" y="103"/>
                    </a:cubicBezTo>
                    <a:cubicBezTo>
                      <a:pt x="3177" y="81"/>
                      <a:pt x="3149" y="63"/>
                      <a:pt x="3124" y="63"/>
                    </a:cubicBezTo>
                    <a:cubicBezTo>
                      <a:pt x="3111" y="63"/>
                      <a:pt x="3099" y="67"/>
                      <a:pt x="3091" y="79"/>
                    </a:cubicBezTo>
                    <a:cubicBezTo>
                      <a:pt x="3091" y="79"/>
                      <a:pt x="3091" y="70"/>
                      <a:pt x="3091" y="70"/>
                    </a:cubicBezTo>
                    <a:cubicBezTo>
                      <a:pt x="3101" y="29"/>
                      <a:pt x="3064" y="1"/>
                      <a:pt x="303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3" name="Google Shape;6243;p20"/>
              <p:cNvSpPr/>
              <p:nvPr/>
            </p:nvSpPr>
            <p:spPr>
              <a:xfrm>
                <a:off x="1903300" y="1311950"/>
                <a:ext cx="7075" cy="8175"/>
              </a:xfrm>
              <a:custGeom>
                <a:rect b="b" l="l" r="r" t="t"/>
                <a:pathLst>
                  <a:path extrusionOk="0" h="327" w="283">
                    <a:moveTo>
                      <a:pt x="37" y="1"/>
                    </a:moveTo>
                    <a:cubicBezTo>
                      <a:pt x="26" y="1"/>
                      <a:pt x="17" y="8"/>
                      <a:pt x="17" y="21"/>
                    </a:cubicBezTo>
                    <a:cubicBezTo>
                      <a:pt x="0" y="45"/>
                      <a:pt x="25" y="79"/>
                      <a:pt x="33" y="95"/>
                    </a:cubicBezTo>
                    <a:cubicBezTo>
                      <a:pt x="83" y="178"/>
                      <a:pt x="149" y="253"/>
                      <a:pt x="215" y="319"/>
                    </a:cubicBezTo>
                    <a:cubicBezTo>
                      <a:pt x="223" y="324"/>
                      <a:pt x="230" y="327"/>
                      <a:pt x="237" y="327"/>
                    </a:cubicBezTo>
                    <a:cubicBezTo>
                      <a:pt x="263" y="327"/>
                      <a:pt x="283" y="297"/>
                      <a:pt x="257" y="277"/>
                    </a:cubicBezTo>
                    <a:cubicBezTo>
                      <a:pt x="224" y="236"/>
                      <a:pt x="191" y="195"/>
                      <a:pt x="157" y="153"/>
                    </a:cubicBezTo>
                    <a:cubicBezTo>
                      <a:pt x="133" y="120"/>
                      <a:pt x="108" y="79"/>
                      <a:pt x="83" y="37"/>
                    </a:cubicBezTo>
                    <a:cubicBezTo>
                      <a:pt x="75" y="21"/>
                      <a:pt x="66" y="4"/>
                      <a:pt x="50" y="4"/>
                    </a:cubicBezTo>
                    <a:cubicBezTo>
                      <a:pt x="45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4" name="Google Shape;6244;p20"/>
              <p:cNvSpPr/>
              <p:nvPr/>
            </p:nvSpPr>
            <p:spPr>
              <a:xfrm>
                <a:off x="1901500" y="1306425"/>
                <a:ext cx="2225" cy="3650"/>
              </a:xfrm>
              <a:custGeom>
                <a:rect b="b" l="l" r="r" t="t"/>
                <a:pathLst>
                  <a:path extrusionOk="0" h="146" w="89">
                    <a:moveTo>
                      <a:pt x="17" y="1"/>
                    </a:moveTo>
                    <a:cubicBezTo>
                      <a:pt x="8" y="1"/>
                      <a:pt x="1" y="8"/>
                      <a:pt x="6" y="18"/>
                    </a:cubicBezTo>
                    <a:cubicBezTo>
                      <a:pt x="6" y="26"/>
                      <a:pt x="14" y="43"/>
                      <a:pt x="14" y="51"/>
                    </a:cubicBezTo>
                    <a:cubicBezTo>
                      <a:pt x="14" y="59"/>
                      <a:pt x="22" y="68"/>
                      <a:pt x="22" y="76"/>
                    </a:cubicBezTo>
                    <a:cubicBezTo>
                      <a:pt x="31" y="92"/>
                      <a:pt x="39" y="109"/>
                      <a:pt x="47" y="126"/>
                    </a:cubicBezTo>
                    <a:cubicBezTo>
                      <a:pt x="47" y="138"/>
                      <a:pt x="56" y="145"/>
                      <a:pt x="64" y="145"/>
                    </a:cubicBezTo>
                    <a:cubicBezTo>
                      <a:pt x="67" y="145"/>
                      <a:pt x="70" y="144"/>
                      <a:pt x="72" y="142"/>
                    </a:cubicBezTo>
                    <a:cubicBezTo>
                      <a:pt x="89" y="134"/>
                      <a:pt x="89" y="126"/>
                      <a:pt x="80" y="117"/>
                    </a:cubicBezTo>
                    <a:lnTo>
                      <a:pt x="55" y="59"/>
                    </a:lnTo>
                    <a:cubicBezTo>
                      <a:pt x="55" y="51"/>
                      <a:pt x="47" y="43"/>
                      <a:pt x="47" y="34"/>
                    </a:cubicBezTo>
                    <a:cubicBezTo>
                      <a:pt x="47" y="26"/>
                      <a:pt x="39" y="18"/>
                      <a:pt x="31" y="10"/>
                    </a:cubicBezTo>
                    <a:cubicBezTo>
                      <a:pt x="27" y="3"/>
                      <a:pt x="22" y="1"/>
                      <a:pt x="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5" name="Google Shape;6245;p20"/>
              <p:cNvSpPr/>
              <p:nvPr/>
            </p:nvSpPr>
            <p:spPr>
              <a:xfrm>
                <a:off x="2032325" y="1180100"/>
                <a:ext cx="67150" cy="112275"/>
              </a:xfrm>
              <a:custGeom>
                <a:rect b="b" l="l" r="r" t="t"/>
                <a:pathLst>
                  <a:path extrusionOk="0" h="4491" w="2686">
                    <a:moveTo>
                      <a:pt x="283" y="4209"/>
                    </a:moveTo>
                    <a:lnTo>
                      <a:pt x="283" y="4209"/>
                    </a:lnTo>
                    <a:cubicBezTo>
                      <a:pt x="374" y="4292"/>
                      <a:pt x="506" y="4317"/>
                      <a:pt x="631" y="4317"/>
                    </a:cubicBezTo>
                    <a:cubicBezTo>
                      <a:pt x="747" y="4317"/>
                      <a:pt x="854" y="4317"/>
                      <a:pt x="970" y="4309"/>
                    </a:cubicBezTo>
                    <a:lnTo>
                      <a:pt x="970" y="4309"/>
                    </a:lnTo>
                    <a:cubicBezTo>
                      <a:pt x="879" y="4334"/>
                      <a:pt x="788" y="4350"/>
                      <a:pt x="697" y="4358"/>
                    </a:cubicBezTo>
                    <a:cubicBezTo>
                      <a:pt x="655" y="4367"/>
                      <a:pt x="612" y="4372"/>
                      <a:pt x="569" y="4372"/>
                    </a:cubicBezTo>
                    <a:cubicBezTo>
                      <a:pt x="483" y="4372"/>
                      <a:pt x="399" y="4350"/>
                      <a:pt x="332" y="4284"/>
                    </a:cubicBezTo>
                    <a:cubicBezTo>
                      <a:pt x="316" y="4259"/>
                      <a:pt x="299" y="4234"/>
                      <a:pt x="283" y="4209"/>
                    </a:cubicBezTo>
                    <a:close/>
                    <a:moveTo>
                      <a:pt x="2279" y="0"/>
                    </a:moveTo>
                    <a:cubicBezTo>
                      <a:pt x="2236" y="0"/>
                      <a:pt x="2192" y="13"/>
                      <a:pt x="2155" y="33"/>
                    </a:cubicBezTo>
                    <a:cubicBezTo>
                      <a:pt x="2072" y="83"/>
                      <a:pt x="2031" y="174"/>
                      <a:pt x="1998" y="257"/>
                    </a:cubicBezTo>
                    <a:cubicBezTo>
                      <a:pt x="1923" y="423"/>
                      <a:pt x="1832" y="572"/>
                      <a:pt x="1708" y="704"/>
                    </a:cubicBezTo>
                    <a:cubicBezTo>
                      <a:pt x="1708" y="713"/>
                      <a:pt x="1699" y="713"/>
                      <a:pt x="1699" y="721"/>
                    </a:cubicBezTo>
                    <a:cubicBezTo>
                      <a:pt x="1658" y="754"/>
                      <a:pt x="1617" y="796"/>
                      <a:pt x="1575" y="837"/>
                    </a:cubicBezTo>
                    <a:cubicBezTo>
                      <a:pt x="1592" y="812"/>
                      <a:pt x="1600" y="787"/>
                      <a:pt x="1617" y="754"/>
                    </a:cubicBezTo>
                    <a:cubicBezTo>
                      <a:pt x="1622" y="734"/>
                      <a:pt x="1605" y="723"/>
                      <a:pt x="1590" y="723"/>
                    </a:cubicBezTo>
                    <a:cubicBezTo>
                      <a:pt x="1580" y="723"/>
                      <a:pt x="1570" y="728"/>
                      <a:pt x="1567" y="738"/>
                    </a:cubicBezTo>
                    <a:cubicBezTo>
                      <a:pt x="1534" y="820"/>
                      <a:pt x="1434" y="862"/>
                      <a:pt x="1360" y="903"/>
                    </a:cubicBezTo>
                    <a:cubicBezTo>
                      <a:pt x="1269" y="953"/>
                      <a:pt x="1194" y="1011"/>
                      <a:pt x="1111" y="1069"/>
                    </a:cubicBezTo>
                    <a:cubicBezTo>
                      <a:pt x="970" y="1177"/>
                      <a:pt x="838" y="1293"/>
                      <a:pt x="722" y="1425"/>
                    </a:cubicBezTo>
                    <a:cubicBezTo>
                      <a:pt x="705" y="1450"/>
                      <a:pt x="689" y="1467"/>
                      <a:pt x="680" y="1492"/>
                    </a:cubicBezTo>
                    <a:cubicBezTo>
                      <a:pt x="664" y="1500"/>
                      <a:pt x="647" y="1525"/>
                      <a:pt x="647" y="1541"/>
                    </a:cubicBezTo>
                    <a:cubicBezTo>
                      <a:pt x="640" y="1564"/>
                      <a:pt x="652" y="1592"/>
                      <a:pt x="679" y="1592"/>
                    </a:cubicBezTo>
                    <a:cubicBezTo>
                      <a:pt x="682" y="1592"/>
                      <a:pt x="685" y="1592"/>
                      <a:pt x="689" y="1591"/>
                    </a:cubicBezTo>
                    <a:cubicBezTo>
                      <a:pt x="713" y="1591"/>
                      <a:pt x="722" y="1566"/>
                      <a:pt x="738" y="1558"/>
                    </a:cubicBezTo>
                    <a:cubicBezTo>
                      <a:pt x="755" y="1541"/>
                      <a:pt x="771" y="1525"/>
                      <a:pt x="788" y="1508"/>
                    </a:cubicBezTo>
                    <a:cubicBezTo>
                      <a:pt x="821" y="1475"/>
                      <a:pt x="846" y="1450"/>
                      <a:pt x="879" y="1417"/>
                    </a:cubicBezTo>
                    <a:cubicBezTo>
                      <a:pt x="1003" y="1284"/>
                      <a:pt x="1136" y="1168"/>
                      <a:pt x="1285" y="1069"/>
                    </a:cubicBezTo>
                    <a:cubicBezTo>
                      <a:pt x="1327" y="1036"/>
                      <a:pt x="1376" y="1011"/>
                      <a:pt x="1426" y="978"/>
                    </a:cubicBezTo>
                    <a:lnTo>
                      <a:pt x="1426" y="978"/>
                    </a:lnTo>
                    <a:cubicBezTo>
                      <a:pt x="1269" y="1119"/>
                      <a:pt x="1119" y="1268"/>
                      <a:pt x="970" y="1409"/>
                    </a:cubicBezTo>
                    <a:cubicBezTo>
                      <a:pt x="689" y="1682"/>
                      <a:pt x="415" y="1964"/>
                      <a:pt x="266" y="2328"/>
                    </a:cubicBezTo>
                    <a:cubicBezTo>
                      <a:pt x="274" y="2304"/>
                      <a:pt x="274" y="2279"/>
                      <a:pt x="283" y="2254"/>
                    </a:cubicBezTo>
                    <a:cubicBezTo>
                      <a:pt x="299" y="2196"/>
                      <a:pt x="324" y="2146"/>
                      <a:pt x="324" y="2088"/>
                    </a:cubicBezTo>
                    <a:cubicBezTo>
                      <a:pt x="324" y="2066"/>
                      <a:pt x="309" y="2055"/>
                      <a:pt x="292" y="2055"/>
                    </a:cubicBezTo>
                    <a:cubicBezTo>
                      <a:pt x="284" y="2055"/>
                      <a:pt x="274" y="2058"/>
                      <a:pt x="266" y="2063"/>
                    </a:cubicBezTo>
                    <a:cubicBezTo>
                      <a:pt x="225" y="2105"/>
                      <a:pt x="200" y="2171"/>
                      <a:pt x="183" y="2221"/>
                    </a:cubicBezTo>
                    <a:cubicBezTo>
                      <a:pt x="158" y="2279"/>
                      <a:pt x="142" y="2337"/>
                      <a:pt x="133" y="2395"/>
                    </a:cubicBezTo>
                    <a:cubicBezTo>
                      <a:pt x="100" y="2511"/>
                      <a:pt x="92" y="2635"/>
                      <a:pt x="92" y="2759"/>
                    </a:cubicBezTo>
                    <a:cubicBezTo>
                      <a:pt x="92" y="2884"/>
                      <a:pt x="100" y="3016"/>
                      <a:pt x="117" y="3140"/>
                    </a:cubicBezTo>
                    <a:cubicBezTo>
                      <a:pt x="117" y="3165"/>
                      <a:pt x="117" y="3190"/>
                      <a:pt x="117" y="3215"/>
                    </a:cubicBezTo>
                    <a:cubicBezTo>
                      <a:pt x="117" y="3314"/>
                      <a:pt x="125" y="3414"/>
                      <a:pt x="133" y="3513"/>
                    </a:cubicBezTo>
                    <a:cubicBezTo>
                      <a:pt x="142" y="3613"/>
                      <a:pt x="150" y="3712"/>
                      <a:pt x="158" y="3812"/>
                    </a:cubicBezTo>
                    <a:cubicBezTo>
                      <a:pt x="158" y="3845"/>
                      <a:pt x="158" y="3870"/>
                      <a:pt x="167" y="3903"/>
                    </a:cubicBezTo>
                    <a:cubicBezTo>
                      <a:pt x="142" y="3828"/>
                      <a:pt x="117" y="3745"/>
                      <a:pt x="109" y="3671"/>
                    </a:cubicBezTo>
                    <a:cubicBezTo>
                      <a:pt x="109" y="3629"/>
                      <a:pt x="109" y="3596"/>
                      <a:pt x="109" y="3555"/>
                    </a:cubicBezTo>
                    <a:cubicBezTo>
                      <a:pt x="109" y="3522"/>
                      <a:pt x="117" y="3480"/>
                      <a:pt x="125" y="3447"/>
                    </a:cubicBezTo>
                    <a:cubicBezTo>
                      <a:pt x="125" y="3427"/>
                      <a:pt x="107" y="3416"/>
                      <a:pt x="89" y="3416"/>
                    </a:cubicBezTo>
                    <a:cubicBezTo>
                      <a:pt x="77" y="3416"/>
                      <a:pt x="65" y="3421"/>
                      <a:pt x="59" y="3430"/>
                    </a:cubicBezTo>
                    <a:cubicBezTo>
                      <a:pt x="9" y="3505"/>
                      <a:pt x="1" y="3621"/>
                      <a:pt x="9" y="3704"/>
                    </a:cubicBezTo>
                    <a:lnTo>
                      <a:pt x="1" y="3704"/>
                    </a:lnTo>
                    <a:cubicBezTo>
                      <a:pt x="9" y="3803"/>
                      <a:pt x="34" y="3894"/>
                      <a:pt x="67" y="3986"/>
                    </a:cubicBezTo>
                    <a:cubicBezTo>
                      <a:pt x="109" y="4126"/>
                      <a:pt x="158" y="4292"/>
                      <a:pt x="274" y="4392"/>
                    </a:cubicBezTo>
                    <a:cubicBezTo>
                      <a:pt x="364" y="4469"/>
                      <a:pt x="470" y="4491"/>
                      <a:pt x="578" y="4491"/>
                    </a:cubicBezTo>
                    <a:cubicBezTo>
                      <a:pt x="620" y="4491"/>
                      <a:pt x="663" y="4487"/>
                      <a:pt x="705" y="4483"/>
                    </a:cubicBezTo>
                    <a:cubicBezTo>
                      <a:pt x="887" y="4458"/>
                      <a:pt x="1061" y="4416"/>
                      <a:pt x="1235" y="4375"/>
                    </a:cubicBezTo>
                    <a:cubicBezTo>
                      <a:pt x="1418" y="4342"/>
                      <a:pt x="1600" y="4292"/>
                      <a:pt x="1782" y="4251"/>
                    </a:cubicBezTo>
                    <a:cubicBezTo>
                      <a:pt x="1829" y="4235"/>
                      <a:pt x="1810" y="4175"/>
                      <a:pt x="1766" y="4175"/>
                    </a:cubicBezTo>
                    <a:cubicBezTo>
                      <a:pt x="1763" y="4175"/>
                      <a:pt x="1760" y="4176"/>
                      <a:pt x="1757" y="4176"/>
                    </a:cubicBezTo>
                    <a:lnTo>
                      <a:pt x="1675" y="4184"/>
                    </a:lnTo>
                    <a:cubicBezTo>
                      <a:pt x="1724" y="4160"/>
                      <a:pt x="1757" y="4118"/>
                      <a:pt x="1791" y="4085"/>
                    </a:cubicBezTo>
                    <a:cubicBezTo>
                      <a:pt x="1799" y="4077"/>
                      <a:pt x="1799" y="4077"/>
                      <a:pt x="1799" y="4068"/>
                    </a:cubicBezTo>
                    <a:cubicBezTo>
                      <a:pt x="1799" y="4093"/>
                      <a:pt x="1799" y="4110"/>
                      <a:pt x="1799" y="4135"/>
                    </a:cubicBezTo>
                    <a:cubicBezTo>
                      <a:pt x="1799" y="4149"/>
                      <a:pt x="1813" y="4158"/>
                      <a:pt x="1828" y="4158"/>
                    </a:cubicBezTo>
                    <a:cubicBezTo>
                      <a:pt x="1839" y="4158"/>
                      <a:pt x="1850" y="4153"/>
                      <a:pt x="1857" y="4143"/>
                    </a:cubicBezTo>
                    <a:cubicBezTo>
                      <a:pt x="1898" y="4093"/>
                      <a:pt x="1923" y="4019"/>
                      <a:pt x="1940" y="3952"/>
                    </a:cubicBezTo>
                    <a:cubicBezTo>
                      <a:pt x="1965" y="3886"/>
                      <a:pt x="1981" y="3820"/>
                      <a:pt x="1998" y="3754"/>
                    </a:cubicBezTo>
                    <a:cubicBezTo>
                      <a:pt x="2064" y="3530"/>
                      <a:pt x="2147" y="3306"/>
                      <a:pt x="2155" y="3066"/>
                    </a:cubicBezTo>
                    <a:cubicBezTo>
                      <a:pt x="2155" y="2958"/>
                      <a:pt x="2147" y="2850"/>
                      <a:pt x="2122" y="2743"/>
                    </a:cubicBezTo>
                    <a:cubicBezTo>
                      <a:pt x="2114" y="2693"/>
                      <a:pt x="2097" y="2635"/>
                      <a:pt x="2072" y="2585"/>
                    </a:cubicBezTo>
                    <a:cubicBezTo>
                      <a:pt x="2056" y="2544"/>
                      <a:pt x="2039" y="2486"/>
                      <a:pt x="2006" y="2453"/>
                    </a:cubicBezTo>
                    <a:cubicBezTo>
                      <a:pt x="2000" y="2447"/>
                      <a:pt x="1992" y="2444"/>
                      <a:pt x="1984" y="2444"/>
                    </a:cubicBezTo>
                    <a:cubicBezTo>
                      <a:pt x="1970" y="2444"/>
                      <a:pt x="1956" y="2453"/>
                      <a:pt x="1956" y="2469"/>
                    </a:cubicBezTo>
                    <a:cubicBezTo>
                      <a:pt x="1956" y="2502"/>
                      <a:pt x="1973" y="2536"/>
                      <a:pt x="1981" y="2560"/>
                    </a:cubicBezTo>
                    <a:cubicBezTo>
                      <a:pt x="1989" y="2594"/>
                      <a:pt x="2006" y="2627"/>
                      <a:pt x="2014" y="2660"/>
                    </a:cubicBezTo>
                    <a:cubicBezTo>
                      <a:pt x="2023" y="2701"/>
                      <a:pt x="2031" y="2743"/>
                      <a:pt x="2039" y="2784"/>
                    </a:cubicBezTo>
                    <a:cubicBezTo>
                      <a:pt x="2031" y="2751"/>
                      <a:pt x="2023" y="2726"/>
                      <a:pt x="2014" y="2701"/>
                    </a:cubicBezTo>
                    <a:cubicBezTo>
                      <a:pt x="1981" y="2602"/>
                      <a:pt x="1940" y="2511"/>
                      <a:pt x="1940" y="2411"/>
                    </a:cubicBezTo>
                    <a:cubicBezTo>
                      <a:pt x="1931" y="2304"/>
                      <a:pt x="1973" y="2212"/>
                      <a:pt x="2023" y="2121"/>
                    </a:cubicBezTo>
                    <a:cubicBezTo>
                      <a:pt x="2072" y="2022"/>
                      <a:pt x="2122" y="1914"/>
                      <a:pt x="2172" y="1815"/>
                    </a:cubicBezTo>
                    <a:cubicBezTo>
                      <a:pt x="2271" y="1616"/>
                      <a:pt x="2371" y="1409"/>
                      <a:pt x="2470" y="1210"/>
                    </a:cubicBezTo>
                    <a:cubicBezTo>
                      <a:pt x="2520" y="1119"/>
                      <a:pt x="2569" y="1028"/>
                      <a:pt x="2603" y="928"/>
                    </a:cubicBezTo>
                    <a:lnTo>
                      <a:pt x="2603" y="928"/>
                    </a:lnTo>
                    <a:cubicBezTo>
                      <a:pt x="2594" y="970"/>
                      <a:pt x="2586" y="1011"/>
                      <a:pt x="2569" y="1052"/>
                    </a:cubicBezTo>
                    <a:cubicBezTo>
                      <a:pt x="2545" y="1160"/>
                      <a:pt x="2511" y="1276"/>
                      <a:pt x="2470" y="1384"/>
                    </a:cubicBezTo>
                    <a:cubicBezTo>
                      <a:pt x="2429" y="1492"/>
                      <a:pt x="2387" y="1599"/>
                      <a:pt x="2337" y="1707"/>
                    </a:cubicBezTo>
                    <a:cubicBezTo>
                      <a:pt x="2304" y="1765"/>
                      <a:pt x="2279" y="1815"/>
                      <a:pt x="2255" y="1873"/>
                    </a:cubicBezTo>
                    <a:cubicBezTo>
                      <a:pt x="2230" y="1922"/>
                      <a:pt x="2197" y="1972"/>
                      <a:pt x="2188" y="2030"/>
                    </a:cubicBezTo>
                    <a:cubicBezTo>
                      <a:pt x="2182" y="2048"/>
                      <a:pt x="2198" y="2062"/>
                      <a:pt x="2213" y="2062"/>
                    </a:cubicBezTo>
                    <a:cubicBezTo>
                      <a:pt x="2219" y="2062"/>
                      <a:pt x="2225" y="2060"/>
                      <a:pt x="2230" y="2055"/>
                    </a:cubicBezTo>
                    <a:cubicBezTo>
                      <a:pt x="2279" y="2014"/>
                      <a:pt x="2313" y="1956"/>
                      <a:pt x="2337" y="1898"/>
                    </a:cubicBezTo>
                    <a:cubicBezTo>
                      <a:pt x="2371" y="1840"/>
                      <a:pt x="2395" y="1782"/>
                      <a:pt x="2420" y="1724"/>
                    </a:cubicBezTo>
                    <a:cubicBezTo>
                      <a:pt x="2470" y="1616"/>
                      <a:pt x="2520" y="1500"/>
                      <a:pt x="2553" y="1376"/>
                    </a:cubicBezTo>
                    <a:cubicBezTo>
                      <a:pt x="2594" y="1260"/>
                      <a:pt x="2627" y="1135"/>
                      <a:pt x="2652" y="1019"/>
                    </a:cubicBezTo>
                    <a:cubicBezTo>
                      <a:pt x="2669" y="920"/>
                      <a:pt x="2685" y="820"/>
                      <a:pt x="2636" y="729"/>
                    </a:cubicBezTo>
                    <a:cubicBezTo>
                      <a:pt x="2644" y="688"/>
                      <a:pt x="2636" y="646"/>
                      <a:pt x="2636" y="605"/>
                    </a:cubicBezTo>
                    <a:cubicBezTo>
                      <a:pt x="2619" y="506"/>
                      <a:pt x="2586" y="406"/>
                      <a:pt x="2545" y="307"/>
                    </a:cubicBezTo>
                    <a:cubicBezTo>
                      <a:pt x="2520" y="249"/>
                      <a:pt x="2503" y="199"/>
                      <a:pt x="2478" y="149"/>
                    </a:cubicBezTo>
                    <a:cubicBezTo>
                      <a:pt x="2453" y="108"/>
                      <a:pt x="2437" y="75"/>
                      <a:pt x="2404" y="42"/>
                    </a:cubicBezTo>
                    <a:cubicBezTo>
                      <a:pt x="2366" y="13"/>
                      <a:pt x="2323" y="0"/>
                      <a:pt x="227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6" name="Google Shape;6246;p20"/>
              <p:cNvSpPr/>
              <p:nvPr/>
            </p:nvSpPr>
            <p:spPr>
              <a:xfrm>
                <a:off x="1935400" y="1262950"/>
                <a:ext cx="50150" cy="37600"/>
              </a:xfrm>
              <a:custGeom>
                <a:rect b="b" l="l" r="r" t="t"/>
                <a:pathLst>
                  <a:path extrusionOk="0" h="1504" w="2006">
                    <a:moveTo>
                      <a:pt x="1077" y="0"/>
                    </a:moveTo>
                    <a:cubicBezTo>
                      <a:pt x="1011" y="0"/>
                      <a:pt x="945" y="0"/>
                      <a:pt x="887" y="17"/>
                    </a:cubicBezTo>
                    <a:cubicBezTo>
                      <a:pt x="754" y="58"/>
                      <a:pt x="647" y="141"/>
                      <a:pt x="555" y="232"/>
                    </a:cubicBezTo>
                    <a:cubicBezTo>
                      <a:pt x="456" y="324"/>
                      <a:pt x="365" y="415"/>
                      <a:pt x="290" y="522"/>
                    </a:cubicBezTo>
                    <a:cubicBezTo>
                      <a:pt x="216" y="622"/>
                      <a:pt x="141" y="721"/>
                      <a:pt x="91" y="837"/>
                    </a:cubicBezTo>
                    <a:cubicBezTo>
                      <a:pt x="17" y="962"/>
                      <a:pt x="0" y="1127"/>
                      <a:pt x="108" y="1243"/>
                    </a:cubicBezTo>
                    <a:cubicBezTo>
                      <a:pt x="118" y="1253"/>
                      <a:pt x="133" y="1257"/>
                      <a:pt x="149" y="1257"/>
                    </a:cubicBezTo>
                    <a:cubicBezTo>
                      <a:pt x="161" y="1257"/>
                      <a:pt x="172" y="1255"/>
                      <a:pt x="183" y="1252"/>
                    </a:cubicBezTo>
                    <a:cubicBezTo>
                      <a:pt x="249" y="1202"/>
                      <a:pt x="323" y="1152"/>
                      <a:pt x="406" y="1119"/>
                    </a:cubicBezTo>
                    <a:cubicBezTo>
                      <a:pt x="468" y="1091"/>
                      <a:pt x="541" y="1075"/>
                      <a:pt x="612" y="1075"/>
                    </a:cubicBezTo>
                    <a:cubicBezTo>
                      <a:pt x="626" y="1075"/>
                      <a:pt x="641" y="1076"/>
                      <a:pt x="655" y="1078"/>
                    </a:cubicBezTo>
                    <a:cubicBezTo>
                      <a:pt x="680" y="1086"/>
                      <a:pt x="705" y="1086"/>
                      <a:pt x="729" y="1094"/>
                    </a:cubicBezTo>
                    <a:cubicBezTo>
                      <a:pt x="655" y="1094"/>
                      <a:pt x="589" y="1102"/>
                      <a:pt x="522" y="1127"/>
                    </a:cubicBezTo>
                    <a:cubicBezTo>
                      <a:pt x="381" y="1177"/>
                      <a:pt x="191" y="1301"/>
                      <a:pt x="207" y="1467"/>
                    </a:cubicBezTo>
                    <a:cubicBezTo>
                      <a:pt x="207" y="1491"/>
                      <a:pt x="224" y="1504"/>
                      <a:pt x="243" y="1504"/>
                    </a:cubicBezTo>
                    <a:cubicBezTo>
                      <a:pt x="257" y="1504"/>
                      <a:pt x="272" y="1497"/>
                      <a:pt x="282" y="1483"/>
                    </a:cubicBezTo>
                    <a:cubicBezTo>
                      <a:pt x="315" y="1434"/>
                      <a:pt x="348" y="1367"/>
                      <a:pt x="406" y="1326"/>
                    </a:cubicBezTo>
                    <a:cubicBezTo>
                      <a:pt x="456" y="1276"/>
                      <a:pt x="522" y="1252"/>
                      <a:pt x="589" y="1235"/>
                    </a:cubicBezTo>
                    <a:cubicBezTo>
                      <a:pt x="651" y="1216"/>
                      <a:pt x="718" y="1207"/>
                      <a:pt x="785" y="1207"/>
                    </a:cubicBezTo>
                    <a:cubicBezTo>
                      <a:pt x="808" y="1207"/>
                      <a:pt x="831" y="1208"/>
                      <a:pt x="854" y="1210"/>
                    </a:cubicBezTo>
                    <a:lnTo>
                      <a:pt x="995" y="1210"/>
                    </a:lnTo>
                    <a:cubicBezTo>
                      <a:pt x="1003" y="1210"/>
                      <a:pt x="1011" y="1202"/>
                      <a:pt x="1019" y="1202"/>
                    </a:cubicBezTo>
                    <a:cubicBezTo>
                      <a:pt x="1061" y="1227"/>
                      <a:pt x="1102" y="1252"/>
                      <a:pt x="1152" y="1268"/>
                    </a:cubicBezTo>
                    <a:cubicBezTo>
                      <a:pt x="1275" y="1329"/>
                      <a:pt x="1405" y="1377"/>
                      <a:pt x="1542" y="1377"/>
                    </a:cubicBezTo>
                    <a:cubicBezTo>
                      <a:pt x="1553" y="1377"/>
                      <a:pt x="1564" y="1376"/>
                      <a:pt x="1575" y="1376"/>
                    </a:cubicBezTo>
                    <a:cubicBezTo>
                      <a:pt x="1699" y="1367"/>
                      <a:pt x="1831" y="1326"/>
                      <a:pt x="1914" y="1235"/>
                    </a:cubicBezTo>
                    <a:cubicBezTo>
                      <a:pt x="1956" y="1185"/>
                      <a:pt x="1989" y="1119"/>
                      <a:pt x="1997" y="1053"/>
                    </a:cubicBezTo>
                    <a:cubicBezTo>
                      <a:pt x="2005" y="970"/>
                      <a:pt x="1947" y="912"/>
                      <a:pt x="1889" y="854"/>
                    </a:cubicBezTo>
                    <a:cubicBezTo>
                      <a:pt x="1773" y="721"/>
                      <a:pt x="1649" y="589"/>
                      <a:pt x="1533" y="464"/>
                    </a:cubicBezTo>
                    <a:cubicBezTo>
                      <a:pt x="1500" y="431"/>
                      <a:pt x="1467" y="390"/>
                      <a:pt x="1425" y="357"/>
                    </a:cubicBezTo>
                    <a:lnTo>
                      <a:pt x="1425" y="357"/>
                    </a:lnTo>
                    <a:cubicBezTo>
                      <a:pt x="1450" y="365"/>
                      <a:pt x="1475" y="373"/>
                      <a:pt x="1492" y="382"/>
                    </a:cubicBezTo>
                    <a:cubicBezTo>
                      <a:pt x="1599" y="448"/>
                      <a:pt x="1682" y="556"/>
                      <a:pt x="1732" y="672"/>
                    </a:cubicBezTo>
                    <a:cubicBezTo>
                      <a:pt x="1738" y="684"/>
                      <a:pt x="1751" y="689"/>
                      <a:pt x="1764" y="689"/>
                    </a:cubicBezTo>
                    <a:cubicBezTo>
                      <a:pt x="1787" y="689"/>
                      <a:pt x="1812" y="673"/>
                      <a:pt x="1807" y="647"/>
                    </a:cubicBezTo>
                    <a:cubicBezTo>
                      <a:pt x="1790" y="473"/>
                      <a:pt x="1666" y="340"/>
                      <a:pt x="1508" y="257"/>
                    </a:cubicBezTo>
                    <a:cubicBezTo>
                      <a:pt x="1404" y="205"/>
                      <a:pt x="1294" y="182"/>
                      <a:pt x="1184" y="182"/>
                    </a:cubicBezTo>
                    <a:cubicBezTo>
                      <a:pt x="980" y="182"/>
                      <a:pt x="774" y="260"/>
                      <a:pt x="597" y="373"/>
                    </a:cubicBezTo>
                    <a:cubicBezTo>
                      <a:pt x="580" y="382"/>
                      <a:pt x="564" y="398"/>
                      <a:pt x="547" y="406"/>
                    </a:cubicBezTo>
                    <a:cubicBezTo>
                      <a:pt x="572" y="382"/>
                      <a:pt x="589" y="357"/>
                      <a:pt x="613" y="340"/>
                    </a:cubicBezTo>
                    <a:cubicBezTo>
                      <a:pt x="705" y="249"/>
                      <a:pt x="796" y="166"/>
                      <a:pt x="912" y="133"/>
                    </a:cubicBezTo>
                    <a:cubicBezTo>
                      <a:pt x="970" y="116"/>
                      <a:pt x="1028" y="116"/>
                      <a:pt x="1094" y="108"/>
                    </a:cubicBezTo>
                    <a:cubicBezTo>
                      <a:pt x="1144" y="108"/>
                      <a:pt x="1210" y="108"/>
                      <a:pt x="1268" y="83"/>
                    </a:cubicBezTo>
                    <a:cubicBezTo>
                      <a:pt x="1285" y="75"/>
                      <a:pt x="1301" y="42"/>
                      <a:pt x="1276" y="34"/>
                    </a:cubicBezTo>
                    <a:cubicBezTo>
                      <a:pt x="1218" y="0"/>
                      <a:pt x="1144" y="0"/>
                      <a:pt x="1077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7" name="Google Shape;6247;p20"/>
              <p:cNvSpPr/>
              <p:nvPr/>
            </p:nvSpPr>
            <p:spPr>
              <a:xfrm>
                <a:off x="1950300" y="1352225"/>
                <a:ext cx="470025" cy="634275"/>
              </a:xfrm>
              <a:custGeom>
                <a:rect b="b" l="l" r="r" t="t"/>
                <a:pathLst>
                  <a:path extrusionOk="0" h="25371" w="18801">
                    <a:moveTo>
                      <a:pt x="18800" y="23894"/>
                    </a:moveTo>
                    <a:cubicBezTo>
                      <a:pt x="18800" y="23897"/>
                      <a:pt x="18800" y="23901"/>
                      <a:pt x="18801" y="23904"/>
                    </a:cubicBezTo>
                    <a:lnTo>
                      <a:pt x="18801" y="23896"/>
                    </a:lnTo>
                    <a:cubicBezTo>
                      <a:pt x="18800" y="23895"/>
                      <a:pt x="18800" y="23895"/>
                      <a:pt x="18800" y="23894"/>
                    </a:cubicBezTo>
                    <a:close/>
                    <a:moveTo>
                      <a:pt x="4873" y="0"/>
                    </a:moveTo>
                    <a:cubicBezTo>
                      <a:pt x="4342" y="257"/>
                      <a:pt x="3812" y="895"/>
                      <a:pt x="3431" y="1194"/>
                    </a:cubicBezTo>
                    <a:cubicBezTo>
                      <a:pt x="2702" y="1774"/>
                      <a:pt x="1940" y="2378"/>
                      <a:pt x="1559" y="3248"/>
                    </a:cubicBezTo>
                    <a:cubicBezTo>
                      <a:pt x="1310" y="3812"/>
                      <a:pt x="1235" y="4433"/>
                      <a:pt x="1061" y="5021"/>
                    </a:cubicBezTo>
                    <a:cubicBezTo>
                      <a:pt x="887" y="5601"/>
                      <a:pt x="556" y="6198"/>
                      <a:pt x="1" y="6447"/>
                    </a:cubicBezTo>
                    <a:cubicBezTo>
                      <a:pt x="163" y="6583"/>
                      <a:pt x="356" y="6641"/>
                      <a:pt x="559" y="6641"/>
                    </a:cubicBezTo>
                    <a:cubicBezTo>
                      <a:pt x="958" y="6641"/>
                      <a:pt x="1395" y="6417"/>
                      <a:pt x="1708" y="6132"/>
                    </a:cubicBezTo>
                    <a:cubicBezTo>
                      <a:pt x="2172" y="5709"/>
                      <a:pt x="2569" y="5146"/>
                      <a:pt x="3174" y="4972"/>
                    </a:cubicBezTo>
                    <a:cubicBezTo>
                      <a:pt x="3247" y="4950"/>
                      <a:pt x="3326" y="4935"/>
                      <a:pt x="3402" y="4935"/>
                    </a:cubicBezTo>
                    <a:cubicBezTo>
                      <a:pt x="3500" y="4935"/>
                      <a:pt x="3593" y="4960"/>
                      <a:pt x="3663" y="5030"/>
                    </a:cubicBezTo>
                    <a:cubicBezTo>
                      <a:pt x="3746" y="5113"/>
                      <a:pt x="3779" y="5237"/>
                      <a:pt x="3787" y="5353"/>
                    </a:cubicBezTo>
                    <a:cubicBezTo>
                      <a:pt x="3845" y="6032"/>
                      <a:pt x="3456" y="6662"/>
                      <a:pt x="3000" y="7167"/>
                    </a:cubicBezTo>
                    <a:cubicBezTo>
                      <a:pt x="2545" y="7665"/>
                      <a:pt x="2014" y="8104"/>
                      <a:pt x="1666" y="8692"/>
                    </a:cubicBezTo>
                    <a:cubicBezTo>
                      <a:pt x="1293" y="9313"/>
                      <a:pt x="1177" y="10084"/>
                      <a:pt x="1351" y="10796"/>
                    </a:cubicBezTo>
                    <a:cubicBezTo>
                      <a:pt x="1385" y="10929"/>
                      <a:pt x="1434" y="11070"/>
                      <a:pt x="1559" y="11136"/>
                    </a:cubicBezTo>
                    <a:cubicBezTo>
                      <a:pt x="1605" y="11163"/>
                      <a:pt x="1657" y="11173"/>
                      <a:pt x="1710" y="11173"/>
                    </a:cubicBezTo>
                    <a:cubicBezTo>
                      <a:pt x="1790" y="11173"/>
                      <a:pt x="1873" y="11149"/>
                      <a:pt x="1948" y="11120"/>
                    </a:cubicBezTo>
                    <a:cubicBezTo>
                      <a:pt x="2636" y="10830"/>
                      <a:pt x="3050" y="10026"/>
                      <a:pt x="3771" y="9852"/>
                    </a:cubicBezTo>
                    <a:cubicBezTo>
                      <a:pt x="3866" y="9829"/>
                      <a:pt x="3961" y="9819"/>
                      <a:pt x="4054" y="9819"/>
                    </a:cubicBezTo>
                    <a:cubicBezTo>
                      <a:pt x="4753" y="9819"/>
                      <a:pt x="5380" y="10409"/>
                      <a:pt x="5826" y="10987"/>
                    </a:cubicBezTo>
                    <a:cubicBezTo>
                      <a:pt x="6240" y="11534"/>
                      <a:pt x="6604" y="12106"/>
                      <a:pt x="6936" y="12702"/>
                    </a:cubicBezTo>
                    <a:cubicBezTo>
                      <a:pt x="7044" y="12893"/>
                      <a:pt x="7143" y="13091"/>
                      <a:pt x="7168" y="13307"/>
                    </a:cubicBezTo>
                    <a:cubicBezTo>
                      <a:pt x="7184" y="13514"/>
                      <a:pt x="7135" y="13713"/>
                      <a:pt x="7093" y="13920"/>
                    </a:cubicBezTo>
                    <a:cubicBezTo>
                      <a:pt x="6894" y="14798"/>
                      <a:pt x="6812" y="15726"/>
                      <a:pt x="7068" y="16596"/>
                    </a:cubicBezTo>
                    <a:cubicBezTo>
                      <a:pt x="7325" y="17458"/>
                      <a:pt x="7963" y="18245"/>
                      <a:pt x="8825" y="18494"/>
                    </a:cubicBezTo>
                    <a:cubicBezTo>
                      <a:pt x="9264" y="18618"/>
                      <a:pt x="9778" y="18626"/>
                      <a:pt x="10200" y="18767"/>
                    </a:cubicBezTo>
                    <a:cubicBezTo>
                      <a:pt x="10242" y="18784"/>
                      <a:pt x="10283" y="18800"/>
                      <a:pt x="10325" y="18817"/>
                    </a:cubicBezTo>
                    <a:cubicBezTo>
                      <a:pt x="10499" y="18900"/>
                      <a:pt x="10656" y="19007"/>
                      <a:pt x="10772" y="19181"/>
                    </a:cubicBezTo>
                    <a:cubicBezTo>
                      <a:pt x="10913" y="19380"/>
                      <a:pt x="10963" y="19629"/>
                      <a:pt x="11029" y="19861"/>
                    </a:cubicBezTo>
                    <a:cubicBezTo>
                      <a:pt x="11617" y="21932"/>
                      <a:pt x="13581" y="23274"/>
                      <a:pt x="15520" y="24219"/>
                    </a:cubicBezTo>
                    <a:cubicBezTo>
                      <a:pt x="16332" y="24617"/>
                      <a:pt x="17160" y="24973"/>
                      <a:pt x="18014" y="25288"/>
                    </a:cubicBezTo>
                    <a:lnTo>
                      <a:pt x="18138" y="25337"/>
                    </a:lnTo>
                    <a:cubicBezTo>
                      <a:pt x="18171" y="25346"/>
                      <a:pt x="18204" y="25362"/>
                      <a:pt x="18237" y="25371"/>
                    </a:cubicBezTo>
                    <a:cubicBezTo>
                      <a:pt x="18229" y="25238"/>
                      <a:pt x="18229" y="25114"/>
                      <a:pt x="18229" y="24981"/>
                    </a:cubicBezTo>
                    <a:cubicBezTo>
                      <a:pt x="18229" y="24965"/>
                      <a:pt x="18229" y="24948"/>
                      <a:pt x="18229" y="24940"/>
                    </a:cubicBezTo>
                    <a:cubicBezTo>
                      <a:pt x="18229" y="24905"/>
                      <a:pt x="18261" y="24887"/>
                      <a:pt x="18288" y="24887"/>
                    </a:cubicBezTo>
                    <a:cubicBezTo>
                      <a:pt x="18301" y="24887"/>
                      <a:pt x="18312" y="24891"/>
                      <a:pt x="18320" y="24898"/>
                    </a:cubicBezTo>
                    <a:cubicBezTo>
                      <a:pt x="18320" y="24865"/>
                      <a:pt x="18320" y="24824"/>
                      <a:pt x="18328" y="24782"/>
                    </a:cubicBezTo>
                    <a:cubicBezTo>
                      <a:pt x="18328" y="24724"/>
                      <a:pt x="18337" y="24666"/>
                      <a:pt x="18345" y="24608"/>
                    </a:cubicBezTo>
                    <a:cubicBezTo>
                      <a:pt x="18345" y="24550"/>
                      <a:pt x="18345" y="24492"/>
                      <a:pt x="18362" y="24434"/>
                    </a:cubicBezTo>
                    <a:cubicBezTo>
                      <a:pt x="18345" y="24360"/>
                      <a:pt x="18328" y="24277"/>
                      <a:pt x="18328" y="24202"/>
                    </a:cubicBezTo>
                    <a:cubicBezTo>
                      <a:pt x="18328" y="24176"/>
                      <a:pt x="18344" y="24164"/>
                      <a:pt x="18362" y="24164"/>
                    </a:cubicBezTo>
                    <a:cubicBezTo>
                      <a:pt x="18378" y="24164"/>
                      <a:pt x="18395" y="24174"/>
                      <a:pt x="18403" y="24194"/>
                    </a:cubicBezTo>
                    <a:cubicBezTo>
                      <a:pt x="18444" y="24310"/>
                      <a:pt x="18469" y="24443"/>
                      <a:pt x="18519" y="24559"/>
                    </a:cubicBezTo>
                    <a:cubicBezTo>
                      <a:pt x="18544" y="24617"/>
                      <a:pt x="18569" y="24675"/>
                      <a:pt x="18594" y="24724"/>
                    </a:cubicBezTo>
                    <a:cubicBezTo>
                      <a:pt x="18594" y="24617"/>
                      <a:pt x="18585" y="24517"/>
                      <a:pt x="18569" y="24409"/>
                    </a:cubicBezTo>
                    <a:cubicBezTo>
                      <a:pt x="18569" y="24375"/>
                      <a:pt x="18596" y="24357"/>
                      <a:pt x="18624" y="24357"/>
                    </a:cubicBezTo>
                    <a:cubicBezTo>
                      <a:pt x="18637" y="24357"/>
                      <a:pt x="18650" y="24360"/>
                      <a:pt x="18660" y="24368"/>
                    </a:cubicBezTo>
                    <a:cubicBezTo>
                      <a:pt x="18668" y="24385"/>
                      <a:pt x="18685" y="24393"/>
                      <a:pt x="18693" y="24409"/>
                    </a:cubicBezTo>
                    <a:cubicBezTo>
                      <a:pt x="18693" y="24244"/>
                      <a:pt x="18701" y="24070"/>
                      <a:pt x="18701" y="23904"/>
                    </a:cubicBezTo>
                    <a:cubicBezTo>
                      <a:pt x="18701" y="23874"/>
                      <a:pt x="18721" y="23859"/>
                      <a:pt x="18744" y="23859"/>
                    </a:cubicBezTo>
                    <a:cubicBezTo>
                      <a:pt x="18765" y="23859"/>
                      <a:pt x="18788" y="23871"/>
                      <a:pt x="18800" y="23894"/>
                    </a:cubicBezTo>
                    <a:lnTo>
                      <a:pt x="18800" y="23894"/>
                    </a:lnTo>
                    <a:cubicBezTo>
                      <a:pt x="18767" y="23533"/>
                      <a:pt x="18743" y="23171"/>
                      <a:pt x="18734" y="22802"/>
                    </a:cubicBezTo>
                    <a:cubicBezTo>
                      <a:pt x="18726" y="22852"/>
                      <a:pt x="18718" y="22901"/>
                      <a:pt x="18710" y="22951"/>
                    </a:cubicBezTo>
                    <a:cubicBezTo>
                      <a:pt x="18685" y="23075"/>
                      <a:pt x="18676" y="23191"/>
                      <a:pt x="18668" y="23307"/>
                    </a:cubicBezTo>
                    <a:cubicBezTo>
                      <a:pt x="18664" y="23324"/>
                      <a:pt x="18649" y="23332"/>
                      <a:pt x="18636" y="23332"/>
                    </a:cubicBezTo>
                    <a:cubicBezTo>
                      <a:pt x="18623" y="23332"/>
                      <a:pt x="18610" y="23324"/>
                      <a:pt x="18610" y="23307"/>
                    </a:cubicBezTo>
                    <a:cubicBezTo>
                      <a:pt x="18618" y="22843"/>
                      <a:pt x="18726" y="22388"/>
                      <a:pt x="18776" y="21916"/>
                    </a:cubicBezTo>
                    <a:cubicBezTo>
                      <a:pt x="18792" y="21684"/>
                      <a:pt x="18792" y="21452"/>
                      <a:pt x="18751" y="21220"/>
                    </a:cubicBezTo>
                    <a:cubicBezTo>
                      <a:pt x="18710" y="20996"/>
                      <a:pt x="18643" y="20780"/>
                      <a:pt x="18552" y="20573"/>
                    </a:cubicBezTo>
                    <a:cubicBezTo>
                      <a:pt x="18370" y="20134"/>
                      <a:pt x="18138" y="19712"/>
                      <a:pt x="17898" y="19306"/>
                    </a:cubicBezTo>
                    <a:cubicBezTo>
                      <a:pt x="17657" y="18883"/>
                      <a:pt x="17409" y="18469"/>
                      <a:pt x="17160" y="18046"/>
                    </a:cubicBezTo>
                    <a:cubicBezTo>
                      <a:pt x="16912" y="17624"/>
                      <a:pt x="16655" y="17193"/>
                      <a:pt x="16398" y="16762"/>
                    </a:cubicBezTo>
                    <a:cubicBezTo>
                      <a:pt x="16158" y="16356"/>
                      <a:pt x="15917" y="15950"/>
                      <a:pt x="15636" y="15569"/>
                    </a:cubicBezTo>
                    <a:cubicBezTo>
                      <a:pt x="15362" y="15196"/>
                      <a:pt x="15047" y="14865"/>
                      <a:pt x="14732" y="14533"/>
                    </a:cubicBezTo>
                    <a:cubicBezTo>
                      <a:pt x="14451" y="14218"/>
                      <a:pt x="14177" y="13895"/>
                      <a:pt x="13920" y="13572"/>
                    </a:cubicBezTo>
                    <a:cubicBezTo>
                      <a:pt x="13597" y="13166"/>
                      <a:pt x="13274" y="12744"/>
                      <a:pt x="12885" y="12396"/>
                    </a:cubicBezTo>
                    <a:cubicBezTo>
                      <a:pt x="12678" y="12255"/>
                      <a:pt x="12471" y="12106"/>
                      <a:pt x="12272" y="11948"/>
                    </a:cubicBezTo>
                    <a:cubicBezTo>
                      <a:pt x="12197" y="11898"/>
                      <a:pt x="12114" y="11849"/>
                      <a:pt x="12023" y="11807"/>
                    </a:cubicBezTo>
                    <a:cubicBezTo>
                      <a:pt x="11998" y="11791"/>
                      <a:pt x="11998" y="11749"/>
                      <a:pt x="12015" y="11733"/>
                    </a:cubicBezTo>
                    <a:cubicBezTo>
                      <a:pt x="11982" y="11700"/>
                      <a:pt x="11949" y="11675"/>
                      <a:pt x="11924" y="11650"/>
                    </a:cubicBezTo>
                    <a:cubicBezTo>
                      <a:pt x="11567" y="11343"/>
                      <a:pt x="11236" y="11012"/>
                      <a:pt x="10921" y="10672"/>
                    </a:cubicBezTo>
                    <a:cubicBezTo>
                      <a:pt x="10598" y="10324"/>
                      <a:pt x="10283" y="9984"/>
                      <a:pt x="9952" y="9653"/>
                    </a:cubicBezTo>
                    <a:cubicBezTo>
                      <a:pt x="9786" y="9496"/>
                      <a:pt x="9612" y="9338"/>
                      <a:pt x="9430" y="9189"/>
                    </a:cubicBezTo>
                    <a:cubicBezTo>
                      <a:pt x="9247" y="9040"/>
                      <a:pt x="9065" y="8907"/>
                      <a:pt x="8891" y="8750"/>
                    </a:cubicBezTo>
                    <a:cubicBezTo>
                      <a:pt x="8725" y="8609"/>
                      <a:pt x="8576" y="8443"/>
                      <a:pt x="8435" y="8269"/>
                    </a:cubicBezTo>
                    <a:cubicBezTo>
                      <a:pt x="8303" y="8104"/>
                      <a:pt x="8179" y="7938"/>
                      <a:pt x="8013" y="7797"/>
                    </a:cubicBezTo>
                    <a:cubicBezTo>
                      <a:pt x="8013" y="7797"/>
                      <a:pt x="8005" y="7789"/>
                      <a:pt x="7996" y="7789"/>
                    </a:cubicBezTo>
                    <a:cubicBezTo>
                      <a:pt x="7990" y="7792"/>
                      <a:pt x="7981" y="7794"/>
                      <a:pt x="7973" y="7794"/>
                    </a:cubicBezTo>
                    <a:cubicBezTo>
                      <a:pt x="7961" y="7794"/>
                      <a:pt x="7948" y="7790"/>
                      <a:pt x="7938" y="7780"/>
                    </a:cubicBezTo>
                    <a:cubicBezTo>
                      <a:pt x="7839" y="7689"/>
                      <a:pt x="7806" y="7549"/>
                      <a:pt x="7789" y="7424"/>
                    </a:cubicBezTo>
                    <a:cubicBezTo>
                      <a:pt x="7789" y="7392"/>
                      <a:pt x="7820" y="7369"/>
                      <a:pt x="7849" y="7369"/>
                    </a:cubicBezTo>
                    <a:cubicBezTo>
                      <a:pt x="7857" y="7369"/>
                      <a:pt x="7865" y="7371"/>
                      <a:pt x="7872" y="7375"/>
                    </a:cubicBezTo>
                    <a:cubicBezTo>
                      <a:pt x="7822" y="7143"/>
                      <a:pt x="7723" y="6919"/>
                      <a:pt x="7599" y="6712"/>
                    </a:cubicBezTo>
                    <a:cubicBezTo>
                      <a:pt x="7516" y="6587"/>
                      <a:pt x="7425" y="6471"/>
                      <a:pt x="7325" y="6364"/>
                    </a:cubicBezTo>
                    <a:cubicBezTo>
                      <a:pt x="7267" y="6306"/>
                      <a:pt x="7209" y="6256"/>
                      <a:pt x="7151" y="6206"/>
                    </a:cubicBezTo>
                    <a:cubicBezTo>
                      <a:pt x="7093" y="6157"/>
                      <a:pt x="7027" y="6107"/>
                      <a:pt x="6961" y="6057"/>
                    </a:cubicBezTo>
                    <a:cubicBezTo>
                      <a:pt x="6903" y="6007"/>
                      <a:pt x="6853" y="5941"/>
                      <a:pt x="6820" y="5867"/>
                    </a:cubicBezTo>
                    <a:cubicBezTo>
                      <a:pt x="6787" y="5784"/>
                      <a:pt x="6770" y="5701"/>
                      <a:pt x="6737" y="5626"/>
                    </a:cubicBezTo>
                    <a:cubicBezTo>
                      <a:pt x="6671" y="5477"/>
                      <a:pt x="6571" y="5345"/>
                      <a:pt x="6464" y="5220"/>
                    </a:cubicBezTo>
                    <a:cubicBezTo>
                      <a:pt x="6240" y="4939"/>
                      <a:pt x="6008" y="4665"/>
                      <a:pt x="5784" y="4383"/>
                    </a:cubicBezTo>
                    <a:cubicBezTo>
                      <a:pt x="5552" y="4069"/>
                      <a:pt x="5312" y="3754"/>
                      <a:pt x="5105" y="3422"/>
                    </a:cubicBezTo>
                    <a:cubicBezTo>
                      <a:pt x="5088" y="3431"/>
                      <a:pt x="5070" y="3435"/>
                      <a:pt x="5050" y="3435"/>
                    </a:cubicBezTo>
                    <a:cubicBezTo>
                      <a:pt x="5030" y="3435"/>
                      <a:pt x="5009" y="3431"/>
                      <a:pt x="4989" y="3422"/>
                    </a:cubicBezTo>
                    <a:cubicBezTo>
                      <a:pt x="4929" y="3400"/>
                      <a:pt x="4950" y="3311"/>
                      <a:pt x="5003" y="3311"/>
                    </a:cubicBezTo>
                    <a:cubicBezTo>
                      <a:pt x="5009" y="3311"/>
                      <a:pt x="5015" y="3312"/>
                      <a:pt x="5022" y="3315"/>
                    </a:cubicBezTo>
                    <a:cubicBezTo>
                      <a:pt x="5029" y="3316"/>
                      <a:pt x="5036" y="3317"/>
                      <a:pt x="5043" y="3317"/>
                    </a:cubicBezTo>
                    <a:cubicBezTo>
                      <a:pt x="5075" y="3317"/>
                      <a:pt x="5101" y="3302"/>
                      <a:pt x="5121" y="3281"/>
                    </a:cubicBezTo>
                    <a:cubicBezTo>
                      <a:pt x="5154" y="3240"/>
                      <a:pt x="5154" y="3199"/>
                      <a:pt x="5154" y="3149"/>
                    </a:cubicBezTo>
                    <a:cubicBezTo>
                      <a:pt x="5154" y="3091"/>
                      <a:pt x="5138" y="3033"/>
                      <a:pt x="5121" y="2975"/>
                    </a:cubicBezTo>
                    <a:cubicBezTo>
                      <a:pt x="5113" y="2917"/>
                      <a:pt x="5105" y="2859"/>
                      <a:pt x="5096" y="2793"/>
                    </a:cubicBezTo>
                    <a:cubicBezTo>
                      <a:pt x="5080" y="2677"/>
                      <a:pt x="5080" y="2552"/>
                      <a:pt x="5088" y="2436"/>
                    </a:cubicBezTo>
                    <a:cubicBezTo>
                      <a:pt x="5088" y="2320"/>
                      <a:pt x="5113" y="2204"/>
                      <a:pt x="5121" y="2097"/>
                    </a:cubicBezTo>
                    <a:cubicBezTo>
                      <a:pt x="5138" y="2006"/>
                      <a:pt x="5146" y="1898"/>
                      <a:pt x="5072" y="1832"/>
                    </a:cubicBezTo>
                    <a:cubicBezTo>
                      <a:pt x="5025" y="1793"/>
                      <a:pt x="5066" y="1740"/>
                      <a:pt x="5112" y="1740"/>
                    </a:cubicBezTo>
                    <a:cubicBezTo>
                      <a:pt x="5115" y="1740"/>
                      <a:pt x="5118" y="1740"/>
                      <a:pt x="5121" y="1740"/>
                    </a:cubicBezTo>
                    <a:cubicBezTo>
                      <a:pt x="5121" y="1740"/>
                      <a:pt x="5121" y="1740"/>
                      <a:pt x="5121" y="1732"/>
                    </a:cubicBezTo>
                    <a:cubicBezTo>
                      <a:pt x="5130" y="1724"/>
                      <a:pt x="5130" y="1716"/>
                      <a:pt x="5130" y="1699"/>
                    </a:cubicBezTo>
                    <a:cubicBezTo>
                      <a:pt x="5130" y="1666"/>
                      <a:pt x="5096" y="1633"/>
                      <a:pt x="5080" y="1608"/>
                    </a:cubicBezTo>
                    <a:cubicBezTo>
                      <a:pt x="5055" y="1575"/>
                      <a:pt x="5038" y="1542"/>
                      <a:pt x="5030" y="1492"/>
                    </a:cubicBezTo>
                    <a:cubicBezTo>
                      <a:pt x="5022" y="1450"/>
                      <a:pt x="5030" y="1401"/>
                      <a:pt x="5038" y="1359"/>
                    </a:cubicBezTo>
                    <a:cubicBezTo>
                      <a:pt x="5080" y="1160"/>
                      <a:pt x="5063" y="962"/>
                      <a:pt x="5030" y="771"/>
                    </a:cubicBezTo>
                    <a:cubicBezTo>
                      <a:pt x="5030" y="763"/>
                      <a:pt x="5030" y="754"/>
                      <a:pt x="5022" y="746"/>
                    </a:cubicBezTo>
                    <a:cubicBezTo>
                      <a:pt x="4980" y="498"/>
                      <a:pt x="4906" y="249"/>
                      <a:pt x="48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8" name="Google Shape;6248;p20"/>
              <p:cNvSpPr/>
              <p:nvPr/>
            </p:nvSpPr>
            <p:spPr>
              <a:xfrm>
                <a:off x="2127400" y="1886850"/>
                <a:ext cx="58025" cy="96550"/>
              </a:xfrm>
              <a:custGeom>
                <a:rect b="b" l="l" r="r" t="t"/>
                <a:pathLst>
                  <a:path extrusionOk="0" h="3862" w="2321">
                    <a:moveTo>
                      <a:pt x="42" y="0"/>
                    </a:moveTo>
                    <a:lnTo>
                      <a:pt x="42" y="0"/>
                    </a:lnTo>
                    <a:cubicBezTo>
                      <a:pt x="1" y="116"/>
                      <a:pt x="34" y="257"/>
                      <a:pt x="51" y="373"/>
                    </a:cubicBezTo>
                    <a:cubicBezTo>
                      <a:pt x="76" y="522"/>
                      <a:pt x="117" y="671"/>
                      <a:pt x="158" y="821"/>
                    </a:cubicBezTo>
                    <a:cubicBezTo>
                      <a:pt x="208" y="961"/>
                      <a:pt x="258" y="1102"/>
                      <a:pt x="324" y="1235"/>
                    </a:cubicBezTo>
                    <a:cubicBezTo>
                      <a:pt x="390" y="1376"/>
                      <a:pt x="465" y="1508"/>
                      <a:pt x="540" y="1641"/>
                    </a:cubicBezTo>
                    <a:cubicBezTo>
                      <a:pt x="606" y="1757"/>
                      <a:pt x="672" y="1881"/>
                      <a:pt x="738" y="1997"/>
                    </a:cubicBezTo>
                    <a:cubicBezTo>
                      <a:pt x="752" y="1984"/>
                      <a:pt x="767" y="1975"/>
                      <a:pt x="782" y="1975"/>
                    </a:cubicBezTo>
                    <a:cubicBezTo>
                      <a:pt x="794" y="1975"/>
                      <a:pt x="805" y="1982"/>
                      <a:pt x="813" y="1997"/>
                    </a:cubicBezTo>
                    <a:cubicBezTo>
                      <a:pt x="863" y="2096"/>
                      <a:pt x="912" y="2188"/>
                      <a:pt x="970" y="2279"/>
                    </a:cubicBezTo>
                    <a:cubicBezTo>
                      <a:pt x="962" y="2246"/>
                      <a:pt x="962" y="2204"/>
                      <a:pt x="962" y="2171"/>
                    </a:cubicBezTo>
                    <a:cubicBezTo>
                      <a:pt x="962" y="2155"/>
                      <a:pt x="980" y="2139"/>
                      <a:pt x="997" y="2139"/>
                    </a:cubicBezTo>
                    <a:cubicBezTo>
                      <a:pt x="1006" y="2139"/>
                      <a:pt x="1014" y="2143"/>
                      <a:pt x="1020" y="2154"/>
                    </a:cubicBezTo>
                    <a:cubicBezTo>
                      <a:pt x="1045" y="2221"/>
                      <a:pt x="1070" y="2295"/>
                      <a:pt x="1086" y="2370"/>
                    </a:cubicBezTo>
                    <a:cubicBezTo>
                      <a:pt x="1111" y="2444"/>
                      <a:pt x="1144" y="2519"/>
                      <a:pt x="1178" y="2585"/>
                    </a:cubicBezTo>
                    <a:cubicBezTo>
                      <a:pt x="1227" y="2693"/>
                      <a:pt x="1294" y="2792"/>
                      <a:pt x="1368" y="2884"/>
                    </a:cubicBezTo>
                    <a:cubicBezTo>
                      <a:pt x="1368" y="2850"/>
                      <a:pt x="1360" y="2826"/>
                      <a:pt x="1351" y="2792"/>
                    </a:cubicBezTo>
                    <a:cubicBezTo>
                      <a:pt x="1347" y="2758"/>
                      <a:pt x="1375" y="2735"/>
                      <a:pt x="1403" y="2735"/>
                    </a:cubicBezTo>
                    <a:cubicBezTo>
                      <a:pt x="1422" y="2735"/>
                      <a:pt x="1441" y="2745"/>
                      <a:pt x="1451" y="2768"/>
                    </a:cubicBezTo>
                    <a:cubicBezTo>
                      <a:pt x="1492" y="2900"/>
                      <a:pt x="1559" y="3008"/>
                      <a:pt x="1641" y="3116"/>
                    </a:cubicBezTo>
                    <a:cubicBezTo>
                      <a:pt x="1641" y="3091"/>
                      <a:pt x="1659" y="3076"/>
                      <a:pt x="1682" y="3076"/>
                    </a:cubicBezTo>
                    <a:cubicBezTo>
                      <a:pt x="1690" y="3076"/>
                      <a:pt x="1699" y="3078"/>
                      <a:pt x="1708" y="3082"/>
                    </a:cubicBezTo>
                    <a:cubicBezTo>
                      <a:pt x="1708" y="3049"/>
                      <a:pt x="1708" y="3016"/>
                      <a:pt x="1708" y="2983"/>
                    </a:cubicBezTo>
                    <a:cubicBezTo>
                      <a:pt x="1708" y="2957"/>
                      <a:pt x="1726" y="2945"/>
                      <a:pt x="1744" y="2945"/>
                    </a:cubicBezTo>
                    <a:cubicBezTo>
                      <a:pt x="1761" y="2945"/>
                      <a:pt x="1778" y="2955"/>
                      <a:pt x="1782" y="2975"/>
                    </a:cubicBezTo>
                    <a:cubicBezTo>
                      <a:pt x="1807" y="3041"/>
                      <a:pt x="1849" y="3099"/>
                      <a:pt x="1882" y="3165"/>
                    </a:cubicBezTo>
                    <a:cubicBezTo>
                      <a:pt x="1893" y="3189"/>
                      <a:pt x="1868" y="3212"/>
                      <a:pt x="1846" y="3212"/>
                    </a:cubicBezTo>
                    <a:cubicBezTo>
                      <a:pt x="1837" y="3212"/>
                      <a:pt x="1829" y="3208"/>
                      <a:pt x="1824" y="3198"/>
                    </a:cubicBezTo>
                    <a:cubicBezTo>
                      <a:pt x="1815" y="3182"/>
                      <a:pt x="1807" y="3165"/>
                      <a:pt x="1799" y="3149"/>
                    </a:cubicBezTo>
                    <a:cubicBezTo>
                      <a:pt x="1799" y="3165"/>
                      <a:pt x="1791" y="3182"/>
                      <a:pt x="1791" y="3198"/>
                    </a:cubicBezTo>
                    <a:cubicBezTo>
                      <a:pt x="1857" y="3306"/>
                      <a:pt x="1890" y="3430"/>
                      <a:pt x="1923" y="3555"/>
                    </a:cubicBezTo>
                    <a:cubicBezTo>
                      <a:pt x="1948" y="3646"/>
                      <a:pt x="1965" y="3729"/>
                      <a:pt x="1989" y="3820"/>
                    </a:cubicBezTo>
                    <a:cubicBezTo>
                      <a:pt x="1998" y="3828"/>
                      <a:pt x="2006" y="3845"/>
                      <a:pt x="2006" y="3861"/>
                    </a:cubicBezTo>
                    <a:lnTo>
                      <a:pt x="2047" y="3861"/>
                    </a:lnTo>
                    <a:cubicBezTo>
                      <a:pt x="1898" y="3207"/>
                      <a:pt x="1791" y="2536"/>
                      <a:pt x="1716" y="1864"/>
                    </a:cubicBezTo>
                    <a:cubicBezTo>
                      <a:pt x="1691" y="1608"/>
                      <a:pt x="1675" y="1351"/>
                      <a:pt x="1749" y="1102"/>
                    </a:cubicBezTo>
                    <a:cubicBezTo>
                      <a:pt x="1832" y="862"/>
                      <a:pt x="2039" y="638"/>
                      <a:pt x="2296" y="622"/>
                    </a:cubicBezTo>
                    <a:cubicBezTo>
                      <a:pt x="2313" y="589"/>
                      <a:pt x="2313" y="555"/>
                      <a:pt x="2321" y="522"/>
                    </a:cubicBezTo>
                    <a:lnTo>
                      <a:pt x="2304" y="481"/>
                    </a:lnTo>
                    <a:cubicBezTo>
                      <a:pt x="2097" y="423"/>
                      <a:pt x="1898" y="340"/>
                      <a:pt x="1691" y="265"/>
                    </a:cubicBezTo>
                    <a:cubicBezTo>
                      <a:pt x="1691" y="290"/>
                      <a:pt x="1691" y="315"/>
                      <a:pt x="1691" y="348"/>
                    </a:cubicBezTo>
                    <a:cubicBezTo>
                      <a:pt x="1691" y="381"/>
                      <a:pt x="1658" y="398"/>
                      <a:pt x="1625" y="398"/>
                    </a:cubicBezTo>
                    <a:cubicBezTo>
                      <a:pt x="1136" y="315"/>
                      <a:pt x="647" y="199"/>
                      <a:pt x="167" y="42"/>
                    </a:cubicBezTo>
                    <a:cubicBezTo>
                      <a:pt x="125" y="25"/>
                      <a:pt x="84" y="17"/>
                      <a:pt x="4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9" name="Google Shape;6249;p20"/>
              <p:cNvSpPr/>
              <p:nvPr/>
            </p:nvSpPr>
            <p:spPr>
              <a:xfrm>
                <a:off x="1958600" y="1703950"/>
                <a:ext cx="225600" cy="362000"/>
              </a:xfrm>
              <a:custGeom>
                <a:rect b="b" l="l" r="r" t="t"/>
                <a:pathLst>
                  <a:path extrusionOk="0" h="14480" w="9024">
                    <a:moveTo>
                      <a:pt x="4988" y="0"/>
                    </a:moveTo>
                    <a:cubicBezTo>
                      <a:pt x="4549" y="655"/>
                      <a:pt x="4309" y="1442"/>
                      <a:pt x="4300" y="2237"/>
                    </a:cubicBezTo>
                    <a:cubicBezTo>
                      <a:pt x="4292" y="2850"/>
                      <a:pt x="4433" y="3464"/>
                      <a:pt x="4375" y="4077"/>
                    </a:cubicBezTo>
                    <a:cubicBezTo>
                      <a:pt x="4309" y="4748"/>
                      <a:pt x="4019" y="5369"/>
                      <a:pt x="3778" y="6007"/>
                    </a:cubicBezTo>
                    <a:cubicBezTo>
                      <a:pt x="3389" y="7018"/>
                      <a:pt x="3132" y="8070"/>
                      <a:pt x="2991" y="9147"/>
                    </a:cubicBezTo>
                    <a:cubicBezTo>
                      <a:pt x="2942" y="9578"/>
                      <a:pt x="2900" y="10026"/>
                      <a:pt x="2718" y="10423"/>
                    </a:cubicBezTo>
                    <a:cubicBezTo>
                      <a:pt x="2411" y="11086"/>
                      <a:pt x="1715" y="11567"/>
                      <a:pt x="1641" y="12288"/>
                    </a:cubicBezTo>
                    <a:cubicBezTo>
                      <a:pt x="1599" y="12602"/>
                      <a:pt x="1691" y="12950"/>
                      <a:pt x="1533" y="13224"/>
                    </a:cubicBezTo>
                    <a:cubicBezTo>
                      <a:pt x="1392" y="13472"/>
                      <a:pt x="1094" y="13580"/>
                      <a:pt x="821" y="13655"/>
                    </a:cubicBezTo>
                    <a:cubicBezTo>
                      <a:pt x="589" y="13713"/>
                      <a:pt x="166" y="13903"/>
                      <a:pt x="0" y="14143"/>
                    </a:cubicBezTo>
                    <a:lnTo>
                      <a:pt x="0" y="14193"/>
                    </a:lnTo>
                    <a:cubicBezTo>
                      <a:pt x="9" y="14226"/>
                      <a:pt x="0" y="14276"/>
                      <a:pt x="25" y="14309"/>
                    </a:cubicBezTo>
                    <a:cubicBezTo>
                      <a:pt x="33" y="14334"/>
                      <a:pt x="67" y="14342"/>
                      <a:pt x="91" y="14342"/>
                    </a:cubicBezTo>
                    <a:cubicBezTo>
                      <a:pt x="96" y="14340"/>
                      <a:pt x="101" y="14339"/>
                      <a:pt x="106" y="14339"/>
                    </a:cubicBezTo>
                    <a:cubicBezTo>
                      <a:pt x="120" y="14339"/>
                      <a:pt x="135" y="14347"/>
                      <a:pt x="141" y="14359"/>
                    </a:cubicBezTo>
                    <a:cubicBezTo>
                      <a:pt x="183" y="14367"/>
                      <a:pt x="224" y="14375"/>
                      <a:pt x="265" y="14384"/>
                    </a:cubicBezTo>
                    <a:cubicBezTo>
                      <a:pt x="365" y="14400"/>
                      <a:pt x="464" y="14417"/>
                      <a:pt x="564" y="14425"/>
                    </a:cubicBezTo>
                    <a:cubicBezTo>
                      <a:pt x="771" y="14450"/>
                      <a:pt x="970" y="14467"/>
                      <a:pt x="1177" y="14475"/>
                    </a:cubicBezTo>
                    <a:cubicBezTo>
                      <a:pt x="1225" y="14477"/>
                      <a:pt x="1273" y="14479"/>
                      <a:pt x="1321" y="14479"/>
                    </a:cubicBezTo>
                    <a:cubicBezTo>
                      <a:pt x="1438" y="14479"/>
                      <a:pt x="1554" y="14469"/>
                      <a:pt x="1666" y="14433"/>
                    </a:cubicBezTo>
                    <a:cubicBezTo>
                      <a:pt x="1823" y="14384"/>
                      <a:pt x="1939" y="14284"/>
                      <a:pt x="2014" y="14143"/>
                    </a:cubicBezTo>
                    <a:cubicBezTo>
                      <a:pt x="2097" y="14003"/>
                      <a:pt x="2138" y="13853"/>
                      <a:pt x="2171" y="13696"/>
                    </a:cubicBezTo>
                    <a:cubicBezTo>
                      <a:pt x="2271" y="13307"/>
                      <a:pt x="2353" y="12917"/>
                      <a:pt x="2428" y="12520"/>
                    </a:cubicBezTo>
                    <a:cubicBezTo>
                      <a:pt x="2469" y="12321"/>
                      <a:pt x="2503" y="12130"/>
                      <a:pt x="2536" y="11931"/>
                    </a:cubicBezTo>
                    <a:cubicBezTo>
                      <a:pt x="2569" y="11749"/>
                      <a:pt x="2602" y="11567"/>
                      <a:pt x="2668" y="11401"/>
                    </a:cubicBezTo>
                    <a:cubicBezTo>
                      <a:pt x="2726" y="11219"/>
                      <a:pt x="2834" y="11070"/>
                      <a:pt x="2933" y="10912"/>
                    </a:cubicBezTo>
                    <a:cubicBezTo>
                      <a:pt x="3033" y="10771"/>
                      <a:pt x="3107" y="10622"/>
                      <a:pt x="3149" y="10448"/>
                    </a:cubicBezTo>
                    <a:cubicBezTo>
                      <a:pt x="3232" y="10108"/>
                      <a:pt x="3198" y="9769"/>
                      <a:pt x="3240" y="9421"/>
                    </a:cubicBezTo>
                    <a:cubicBezTo>
                      <a:pt x="3265" y="9255"/>
                      <a:pt x="3298" y="9089"/>
                      <a:pt x="3381" y="8932"/>
                    </a:cubicBezTo>
                    <a:cubicBezTo>
                      <a:pt x="3455" y="8766"/>
                      <a:pt x="3563" y="8609"/>
                      <a:pt x="3629" y="8443"/>
                    </a:cubicBezTo>
                    <a:cubicBezTo>
                      <a:pt x="3696" y="8269"/>
                      <a:pt x="3737" y="8095"/>
                      <a:pt x="3770" y="7921"/>
                    </a:cubicBezTo>
                    <a:cubicBezTo>
                      <a:pt x="3754" y="7921"/>
                      <a:pt x="3729" y="7905"/>
                      <a:pt x="3737" y="7888"/>
                    </a:cubicBezTo>
                    <a:cubicBezTo>
                      <a:pt x="3737" y="7830"/>
                      <a:pt x="3762" y="7772"/>
                      <a:pt x="3770" y="7722"/>
                    </a:cubicBezTo>
                    <a:cubicBezTo>
                      <a:pt x="3787" y="7656"/>
                      <a:pt x="3803" y="7598"/>
                      <a:pt x="3820" y="7540"/>
                    </a:cubicBezTo>
                    <a:cubicBezTo>
                      <a:pt x="3820" y="7523"/>
                      <a:pt x="3828" y="7507"/>
                      <a:pt x="3828" y="7499"/>
                    </a:cubicBezTo>
                    <a:cubicBezTo>
                      <a:pt x="3836" y="7457"/>
                      <a:pt x="3836" y="7416"/>
                      <a:pt x="3845" y="7374"/>
                    </a:cubicBezTo>
                    <a:cubicBezTo>
                      <a:pt x="3853" y="7283"/>
                      <a:pt x="3861" y="7192"/>
                      <a:pt x="3870" y="7101"/>
                    </a:cubicBezTo>
                    <a:cubicBezTo>
                      <a:pt x="3870" y="7087"/>
                      <a:pt x="3882" y="7081"/>
                      <a:pt x="3895" y="7081"/>
                    </a:cubicBezTo>
                    <a:cubicBezTo>
                      <a:pt x="3905" y="7081"/>
                      <a:pt x="3916" y="7085"/>
                      <a:pt x="3919" y="7093"/>
                    </a:cubicBezTo>
                    <a:cubicBezTo>
                      <a:pt x="3969" y="6869"/>
                      <a:pt x="4019" y="6645"/>
                      <a:pt x="4068" y="6421"/>
                    </a:cubicBezTo>
                    <a:cubicBezTo>
                      <a:pt x="4102" y="6281"/>
                      <a:pt x="4151" y="6140"/>
                      <a:pt x="4184" y="5991"/>
                    </a:cubicBezTo>
                    <a:cubicBezTo>
                      <a:pt x="4188" y="5974"/>
                      <a:pt x="4200" y="5967"/>
                      <a:pt x="4213" y="5967"/>
                    </a:cubicBezTo>
                    <a:cubicBezTo>
                      <a:pt x="4233" y="5967"/>
                      <a:pt x="4256" y="5985"/>
                      <a:pt x="4251" y="6015"/>
                    </a:cubicBezTo>
                    <a:cubicBezTo>
                      <a:pt x="4226" y="6140"/>
                      <a:pt x="4209" y="6272"/>
                      <a:pt x="4184" y="6397"/>
                    </a:cubicBezTo>
                    <a:cubicBezTo>
                      <a:pt x="4160" y="6521"/>
                      <a:pt x="4135" y="6637"/>
                      <a:pt x="4110" y="6753"/>
                    </a:cubicBezTo>
                    <a:cubicBezTo>
                      <a:pt x="4135" y="6687"/>
                      <a:pt x="4160" y="6629"/>
                      <a:pt x="4184" y="6562"/>
                    </a:cubicBezTo>
                    <a:cubicBezTo>
                      <a:pt x="4251" y="6388"/>
                      <a:pt x="4317" y="6206"/>
                      <a:pt x="4367" y="6032"/>
                    </a:cubicBezTo>
                    <a:cubicBezTo>
                      <a:pt x="4483" y="5676"/>
                      <a:pt x="4566" y="5319"/>
                      <a:pt x="4632" y="4955"/>
                    </a:cubicBezTo>
                    <a:cubicBezTo>
                      <a:pt x="4673" y="4748"/>
                      <a:pt x="4715" y="4532"/>
                      <a:pt x="4740" y="4325"/>
                    </a:cubicBezTo>
                    <a:cubicBezTo>
                      <a:pt x="4740" y="4309"/>
                      <a:pt x="4754" y="4300"/>
                      <a:pt x="4769" y="4300"/>
                    </a:cubicBezTo>
                    <a:cubicBezTo>
                      <a:pt x="4783" y="4300"/>
                      <a:pt x="4798" y="4309"/>
                      <a:pt x="4798" y="4325"/>
                    </a:cubicBezTo>
                    <a:cubicBezTo>
                      <a:pt x="4781" y="4516"/>
                      <a:pt x="4773" y="4706"/>
                      <a:pt x="4748" y="4889"/>
                    </a:cubicBezTo>
                    <a:cubicBezTo>
                      <a:pt x="4740" y="4955"/>
                      <a:pt x="4723" y="5013"/>
                      <a:pt x="4715" y="5079"/>
                    </a:cubicBezTo>
                    <a:cubicBezTo>
                      <a:pt x="4748" y="5013"/>
                      <a:pt x="4789" y="4947"/>
                      <a:pt x="4822" y="4880"/>
                    </a:cubicBezTo>
                    <a:cubicBezTo>
                      <a:pt x="4872" y="4797"/>
                      <a:pt x="4922" y="4715"/>
                      <a:pt x="4955" y="4623"/>
                    </a:cubicBezTo>
                    <a:cubicBezTo>
                      <a:pt x="4988" y="4524"/>
                      <a:pt x="4996" y="4416"/>
                      <a:pt x="5013" y="4317"/>
                    </a:cubicBezTo>
                    <a:cubicBezTo>
                      <a:pt x="5038" y="4110"/>
                      <a:pt x="5071" y="3894"/>
                      <a:pt x="5104" y="3687"/>
                    </a:cubicBezTo>
                    <a:cubicBezTo>
                      <a:pt x="5146" y="3447"/>
                      <a:pt x="5179" y="3207"/>
                      <a:pt x="5212" y="2966"/>
                    </a:cubicBezTo>
                    <a:cubicBezTo>
                      <a:pt x="5212" y="2962"/>
                      <a:pt x="5216" y="2960"/>
                      <a:pt x="5221" y="2960"/>
                    </a:cubicBezTo>
                    <a:cubicBezTo>
                      <a:pt x="5226" y="2960"/>
                      <a:pt x="5233" y="2962"/>
                      <a:pt x="5237" y="2966"/>
                    </a:cubicBezTo>
                    <a:cubicBezTo>
                      <a:pt x="5237" y="2917"/>
                      <a:pt x="5237" y="2859"/>
                      <a:pt x="5237" y="2809"/>
                    </a:cubicBezTo>
                    <a:cubicBezTo>
                      <a:pt x="5237" y="2792"/>
                      <a:pt x="5249" y="2784"/>
                      <a:pt x="5262" y="2784"/>
                    </a:cubicBezTo>
                    <a:cubicBezTo>
                      <a:pt x="5274" y="2784"/>
                      <a:pt x="5286" y="2792"/>
                      <a:pt x="5286" y="2809"/>
                    </a:cubicBezTo>
                    <a:cubicBezTo>
                      <a:pt x="5295" y="2966"/>
                      <a:pt x="5303" y="3116"/>
                      <a:pt x="5295" y="3273"/>
                    </a:cubicBezTo>
                    <a:cubicBezTo>
                      <a:pt x="5295" y="3348"/>
                      <a:pt x="5295" y="3430"/>
                      <a:pt x="5278" y="3505"/>
                    </a:cubicBezTo>
                    <a:cubicBezTo>
                      <a:pt x="5278" y="3580"/>
                      <a:pt x="5270" y="3654"/>
                      <a:pt x="5245" y="3729"/>
                    </a:cubicBezTo>
                    <a:cubicBezTo>
                      <a:pt x="5241" y="3736"/>
                      <a:pt x="5233" y="3740"/>
                      <a:pt x="5224" y="3740"/>
                    </a:cubicBezTo>
                    <a:cubicBezTo>
                      <a:pt x="5214" y="3740"/>
                      <a:pt x="5204" y="3734"/>
                      <a:pt x="5204" y="3720"/>
                    </a:cubicBezTo>
                    <a:cubicBezTo>
                      <a:pt x="5204" y="3646"/>
                      <a:pt x="5212" y="3563"/>
                      <a:pt x="5220" y="3488"/>
                    </a:cubicBezTo>
                    <a:cubicBezTo>
                      <a:pt x="5220" y="3414"/>
                      <a:pt x="5228" y="3339"/>
                      <a:pt x="5237" y="3265"/>
                    </a:cubicBezTo>
                    <a:cubicBezTo>
                      <a:pt x="5237" y="3182"/>
                      <a:pt x="5237" y="3091"/>
                      <a:pt x="5237" y="3008"/>
                    </a:cubicBezTo>
                    <a:cubicBezTo>
                      <a:pt x="5220" y="3215"/>
                      <a:pt x="5195" y="3414"/>
                      <a:pt x="5179" y="3621"/>
                    </a:cubicBezTo>
                    <a:cubicBezTo>
                      <a:pt x="5154" y="3836"/>
                      <a:pt x="5129" y="4043"/>
                      <a:pt x="5112" y="4251"/>
                    </a:cubicBezTo>
                    <a:cubicBezTo>
                      <a:pt x="5096" y="4358"/>
                      <a:pt x="5088" y="4466"/>
                      <a:pt x="5071" y="4565"/>
                    </a:cubicBezTo>
                    <a:cubicBezTo>
                      <a:pt x="5054" y="4665"/>
                      <a:pt x="5021" y="4748"/>
                      <a:pt x="4972" y="4839"/>
                    </a:cubicBezTo>
                    <a:cubicBezTo>
                      <a:pt x="4922" y="4922"/>
                      <a:pt x="4872" y="5005"/>
                      <a:pt x="4831" y="5087"/>
                    </a:cubicBezTo>
                    <a:cubicBezTo>
                      <a:pt x="4781" y="5170"/>
                      <a:pt x="4740" y="5261"/>
                      <a:pt x="4706" y="5353"/>
                    </a:cubicBezTo>
                    <a:cubicBezTo>
                      <a:pt x="4682" y="5427"/>
                      <a:pt x="4657" y="5493"/>
                      <a:pt x="4640" y="5576"/>
                    </a:cubicBezTo>
                    <a:cubicBezTo>
                      <a:pt x="4756" y="5792"/>
                      <a:pt x="4897" y="6007"/>
                      <a:pt x="5063" y="6198"/>
                    </a:cubicBezTo>
                    <a:cubicBezTo>
                      <a:pt x="5237" y="6397"/>
                      <a:pt x="5436" y="6571"/>
                      <a:pt x="5659" y="6720"/>
                    </a:cubicBezTo>
                    <a:cubicBezTo>
                      <a:pt x="5883" y="6877"/>
                      <a:pt x="6123" y="7001"/>
                      <a:pt x="6380" y="7093"/>
                    </a:cubicBezTo>
                    <a:cubicBezTo>
                      <a:pt x="6407" y="7099"/>
                      <a:pt x="6434" y="7111"/>
                      <a:pt x="6461" y="7111"/>
                    </a:cubicBezTo>
                    <a:cubicBezTo>
                      <a:pt x="6467" y="7111"/>
                      <a:pt x="6473" y="7111"/>
                      <a:pt x="6480" y="7109"/>
                    </a:cubicBezTo>
                    <a:cubicBezTo>
                      <a:pt x="6504" y="7109"/>
                      <a:pt x="6513" y="7101"/>
                      <a:pt x="6538" y="7101"/>
                    </a:cubicBezTo>
                    <a:cubicBezTo>
                      <a:pt x="6554" y="7101"/>
                      <a:pt x="6579" y="7117"/>
                      <a:pt x="6604" y="7126"/>
                    </a:cubicBezTo>
                    <a:cubicBezTo>
                      <a:pt x="6678" y="7151"/>
                      <a:pt x="6753" y="7184"/>
                      <a:pt x="6836" y="7209"/>
                    </a:cubicBezTo>
                    <a:cubicBezTo>
                      <a:pt x="6993" y="7267"/>
                      <a:pt x="7151" y="7316"/>
                      <a:pt x="7308" y="7366"/>
                    </a:cubicBezTo>
                    <a:cubicBezTo>
                      <a:pt x="7648" y="7465"/>
                      <a:pt x="7996" y="7540"/>
                      <a:pt x="8344" y="7606"/>
                    </a:cubicBezTo>
                    <a:cubicBezTo>
                      <a:pt x="8344" y="7573"/>
                      <a:pt x="8344" y="7540"/>
                      <a:pt x="8344" y="7507"/>
                    </a:cubicBezTo>
                    <a:cubicBezTo>
                      <a:pt x="8344" y="7487"/>
                      <a:pt x="8366" y="7461"/>
                      <a:pt x="8392" y="7461"/>
                    </a:cubicBezTo>
                    <a:cubicBezTo>
                      <a:pt x="8398" y="7461"/>
                      <a:pt x="8404" y="7462"/>
                      <a:pt x="8410" y="7465"/>
                    </a:cubicBezTo>
                    <a:cubicBezTo>
                      <a:pt x="8617" y="7540"/>
                      <a:pt x="8824" y="7623"/>
                      <a:pt x="9023" y="7714"/>
                    </a:cubicBezTo>
                    <a:cubicBezTo>
                      <a:pt x="8990" y="7606"/>
                      <a:pt x="8957" y="7507"/>
                      <a:pt x="8940" y="7399"/>
                    </a:cubicBezTo>
                    <a:cubicBezTo>
                      <a:pt x="8882" y="7308"/>
                      <a:pt x="8808" y="7233"/>
                      <a:pt x="8725" y="7167"/>
                    </a:cubicBezTo>
                    <a:cubicBezTo>
                      <a:pt x="8485" y="6985"/>
                      <a:pt x="8195" y="6894"/>
                      <a:pt x="7921" y="6769"/>
                    </a:cubicBezTo>
                    <a:cubicBezTo>
                      <a:pt x="7316" y="6504"/>
                      <a:pt x="6770" y="6065"/>
                      <a:pt x="6422" y="5502"/>
                    </a:cubicBezTo>
                    <a:cubicBezTo>
                      <a:pt x="5651" y="4251"/>
                      <a:pt x="5933" y="2643"/>
                      <a:pt x="5668" y="1202"/>
                    </a:cubicBezTo>
                    <a:cubicBezTo>
                      <a:pt x="5585" y="738"/>
                      <a:pt x="5402" y="240"/>
                      <a:pt x="4988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0" name="Google Shape;6250;p20"/>
              <p:cNvSpPr/>
              <p:nvPr/>
            </p:nvSpPr>
            <p:spPr>
              <a:xfrm>
                <a:off x="1956950" y="2063525"/>
                <a:ext cx="1675" cy="2100"/>
              </a:xfrm>
              <a:custGeom>
                <a:rect b="b" l="l" r="r" t="t"/>
                <a:pathLst>
                  <a:path extrusionOk="0" h="84" w="67">
                    <a:moveTo>
                      <a:pt x="0" y="1"/>
                    </a:moveTo>
                    <a:cubicBezTo>
                      <a:pt x="0" y="34"/>
                      <a:pt x="8" y="59"/>
                      <a:pt x="25" y="84"/>
                    </a:cubicBezTo>
                    <a:cubicBezTo>
                      <a:pt x="33" y="84"/>
                      <a:pt x="41" y="75"/>
                      <a:pt x="50" y="75"/>
                    </a:cubicBezTo>
                    <a:cubicBezTo>
                      <a:pt x="50" y="67"/>
                      <a:pt x="58" y="59"/>
                      <a:pt x="66" y="59"/>
                    </a:cubicBezTo>
                    <a:cubicBezTo>
                      <a:pt x="41" y="42"/>
                      <a:pt x="17" y="26"/>
                      <a:pt x="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1" name="Google Shape;6251;p20"/>
              <p:cNvSpPr/>
              <p:nvPr/>
            </p:nvSpPr>
            <p:spPr>
              <a:xfrm>
                <a:off x="2232625" y="2000150"/>
                <a:ext cx="103600" cy="55400"/>
              </a:xfrm>
              <a:custGeom>
                <a:rect b="b" l="l" r="r" t="t"/>
                <a:pathLst>
                  <a:path extrusionOk="0" h="2216" w="4144">
                    <a:moveTo>
                      <a:pt x="3313" y="1"/>
                    </a:moveTo>
                    <a:cubicBezTo>
                      <a:pt x="3204" y="1"/>
                      <a:pt x="3096" y="15"/>
                      <a:pt x="2992" y="50"/>
                    </a:cubicBezTo>
                    <a:cubicBezTo>
                      <a:pt x="2942" y="58"/>
                      <a:pt x="2901" y="58"/>
                      <a:pt x="2851" y="67"/>
                    </a:cubicBezTo>
                    <a:lnTo>
                      <a:pt x="2752" y="75"/>
                    </a:lnTo>
                    <a:cubicBezTo>
                      <a:pt x="2743" y="58"/>
                      <a:pt x="2719" y="42"/>
                      <a:pt x="2694" y="42"/>
                    </a:cubicBezTo>
                    <a:cubicBezTo>
                      <a:pt x="2545" y="58"/>
                      <a:pt x="2404" y="67"/>
                      <a:pt x="2255" y="92"/>
                    </a:cubicBezTo>
                    <a:cubicBezTo>
                      <a:pt x="2172" y="100"/>
                      <a:pt x="2097" y="108"/>
                      <a:pt x="2023" y="116"/>
                    </a:cubicBezTo>
                    <a:cubicBezTo>
                      <a:pt x="1973" y="125"/>
                      <a:pt x="1915" y="133"/>
                      <a:pt x="1865" y="141"/>
                    </a:cubicBezTo>
                    <a:cubicBezTo>
                      <a:pt x="1617" y="174"/>
                      <a:pt x="1368" y="208"/>
                      <a:pt x="1128" y="249"/>
                    </a:cubicBezTo>
                    <a:cubicBezTo>
                      <a:pt x="1020" y="266"/>
                      <a:pt x="912" y="274"/>
                      <a:pt x="805" y="299"/>
                    </a:cubicBezTo>
                    <a:cubicBezTo>
                      <a:pt x="639" y="324"/>
                      <a:pt x="465" y="373"/>
                      <a:pt x="332" y="473"/>
                    </a:cubicBezTo>
                    <a:cubicBezTo>
                      <a:pt x="258" y="531"/>
                      <a:pt x="208" y="597"/>
                      <a:pt x="175" y="680"/>
                    </a:cubicBezTo>
                    <a:cubicBezTo>
                      <a:pt x="150" y="771"/>
                      <a:pt x="142" y="870"/>
                      <a:pt x="134" y="962"/>
                    </a:cubicBezTo>
                    <a:cubicBezTo>
                      <a:pt x="125" y="1020"/>
                      <a:pt x="117" y="1086"/>
                      <a:pt x="109" y="1144"/>
                    </a:cubicBezTo>
                    <a:cubicBezTo>
                      <a:pt x="42" y="1310"/>
                      <a:pt x="1" y="1475"/>
                      <a:pt x="9" y="1658"/>
                    </a:cubicBezTo>
                    <a:cubicBezTo>
                      <a:pt x="9" y="1666"/>
                      <a:pt x="9" y="1674"/>
                      <a:pt x="18" y="1682"/>
                    </a:cubicBezTo>
                    <a:lnTo>
                      <a:pt x="9" y="1682"/>
                    </a:lnTo>
                    <a:cubicBezTo>
                      <a:pt x="1" y="1716"/>
                      <a:pt x="1" y="1757"/>
                      <a:pt x="1" y="1790"/>
                    </a:cubicBezTo>
                    <a:cubicBezTo>
                      <a:pt x="1" y="1848"/>
                      <a:pt x="26" y="1906"/>
                      <a:pt x="67" y="1939"/>
                    </a:cubicBezTo>
                    <a:cubicBezTo>
                      <a:pt x="117" y="1981"/>
                      <a:pt x="175" y="2005"/>
                      <a:pt x="225" y="2030"/>
                    </a:cubicBezTo>
                    <a:cubicBezTo>
                      <a:pt x="440" y="2130"/>
                      <a:pt x="656" y="2196"/>
                      <a:pt x="888" y="2213"/>
                    </a:cubicBezTo>
                    <a:cubicBezTo>
                      <a:pt x="917" y="2215"/>
                      <a:pt x="946" y="2216"/>
                      <a:pt x="975" y="2216"/>
                    </a:cubicBezTo>
                    <a:cubicBezTo>
                      <a:pt x="1062" y="2216"/>
                      <a:pt x="1149" y="2206"/>
                      <a:pt x="1236" y="2188"/>
                    </a:cubicBezTo>
                    <a:cubicBezTo>
                      <a:pt x="1285" y="2179"/>
                      <a:pt x="1343" y="2163"/>
                      <a:pt x="1385" y="2121"/>
                    </a:cubicBezTo>
                    <a:cubicBezTo>
                      <a:pt x="1426" y="2080"/>
                      <a:pt x="1443" y="2030"/>
                      <a:pt x="1459" y="1972"/>
                    </a:cubicBezTo>
                    <a:cubicBezTo>
                      <a:pt x="1526" y="1749"/>
                      <a:pt x="1451" y="1517"/>
                      <a:pt x="1492" y="1293"/>
                    </a:cubicBezTo>
                    <a:cubicBezTo>
                      <a:pt x="1534" y="1094"/>
                      <a:pt x="1650" y="928"/>
                      <a:pt x="1807" y="804"/>
                    </a:cubicBezTo>
                    <a:cubicBezTo>
                      <a:pt x="1840" y="788"/>
                      <a:pt x="1832" y="754"/>
                      <a:pt x="1807" y="738"/>
                    </a:cubicBezTo>
                    <a:cubicBezTo>
                      <a:pt x="1990" y="713"/>
                      <a:pt x="2172" y="705"/>
                      <a:pt x="2354" y="688"/>
                    </a:cubicBezTo>
                    <a:cubicBezTo>
                      <a:pt x="2644" y="663"/>
                      <a:pt x="2942" y="638"/>
                      <a:pt x="3232" y="605"/>
                    </a:cubicBezTo>
                    <a:cubicBezTo>
                      <a:pt x="3522" y="580"/>
                      <a:pt x="3812" y="547"/>
                      <a:pt x="4102" y="506"/>
                    </a:cubicBezTo>
                    <a:cubicBezTo>
                      <a:pt x="4144" y="506"/>
                      <a:pt x="4135" y="448"/>
                      <a:pt x="4102" y="448"/>
                    </a:cubicBezTo>
                    <a:cubicBezTo>
                      <a:pt x="4119" y="431"/>
                      <a:pt x="4127" y="423"/>
                      <a:pt x="4127" y="398"/>
                    </a:cubicBezTo>
                    <a:cubicBezTo>
                      <a:pt x="4119" y="357"/>
                      <a:pt x="4119" y="307"/>
                      <a:pt x="4111" y="266"/>
                    </a:cubicBezTo>
                    <a:cubicBezTo>
                      <a:pt x="4111" y="224"/>
                      <a:pt x="4086" y="208"/>
                      <a:pt x="4053" y="199"/>
                    </a:cubicBezTo>
                    <a:cubicBezTo>
                      <a:pt x="3995" y="199"/>
                      <a:pt x="3945" y="191"/>
                      <a:pt x="3887" y="191"/>
                    </a:cubicBezTo>
                    <a:cubicBezTo>
                      <a:pt x="3887" y="166"/>
                      <a:pt x="3870" y="150"/>
                      <a:pt x="3845" y="150"/>
                    </a:cubicBezTo>
                    <a:cubicBezTo>
                      <a:pt x="3738" y="116"/>
                      <a:pt x="3630" y="100"/>
                      <a:pt x="3514" y="83"/>
                    </a:cubicBezTo>
                    <a:cubicBezTo>
                      <a:pt x="3522" y="58"/>
                      <a:pt x="3514" y="17"/>
                      <a:pt x="3473" y="17"/>
                    </a:cubicBezTo>
                    <a:cubicBezTo>
                      <a:pt x="3473" y="17"/>
                      <a:pt x="3464" y="9"/>
                      <a:pt x="3464" y="9"/>
                    </a:cubicBezTo>
                    <a:lnTo>
                      <a:pt x="3456" y="9"/>
                    </a:lnTo>
                    <a:cubicBezTo>
                      <a:pt x="3408" y="4"/>
                      <a:pt x="3361" y="1"/>
                      <a:pt x="3313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2" name="Google Shape;6252;p20"/>
              <p:cNvSpPr/>
              <p:nvPr/>
            </p:nvSpPr>
            <p:spPr>
              <a:xfrm>
                <a:off x="2036275" y="1961300"/>
                <a:ext cx="165950" cy="92500"/>
              </a:xfrm>
              <a:custGeom>
                <a:rect b="b" l="l" r="r" t="t"/>
                <a:pathLst>
                  <a:path extrusionOk="0" h="3700" w="6638">
                    <a:moveTo>
                      <a:pt x="5501" y="1"/>
                    </a:moveTo>
                    <a:cubicBezTo>
                      <a:pt x="5461" y="1"/>
                      <a:pt x="5429" y="32"/>
                      <a:pt x="5436" y="80"/>
                    </a:cubicBezTo>
                    <a:cubicBezTo>
                      <a:pt x="5460" y="204"/>
                      <a:pt x="5502" y="328"/>
                      <a:pt x="5543" y="444"/>
                    </a:cubicBezTo>
                    <a:cubicBezTo>
                      <a:pt x="5585" y="568"/>
                      <a:pt x="5634" y="684"/>
                      <a:pt x="5684" y="792"/>
                    </a:cubicBezTo>
                    <a:cubicBezTo>
                      <a:pt x="5742" y="908"/>
                      <a:pt x="5792" y="1024"/>
                      <a:pt x="5825" y="1140"/>
                    </a:cubicBezTo>
                    <a:cubicBezTo>
                      <a:pt x="5842" y="1231"/>
                      <a:pt x="5858" y="1389"/>
                      <a:pt x="5767" y="1447"/>
                    </a:cubicBezTo>
                    <a:cubicBezTo>
                      <a:pt x="5709" y="1480"/>
                      <a:pt x="5651" y="1496"/>
                      <a:pt x="5593" y="1513"/>
                    </a:cubicBezTo>
                    <a:cubicBezTo>
                      <a:pt x="5527" y="1530"/>
                      <a:pt x="5469" y="1546"/>
                      <a:pt x="5402" y="1563"/>
                    </a:cubicBezTo>
                    <a:cubicBezTo>
                      <a:pt x="5146" y="1621"/>
                      <a:pt x="4881" y="1646"/>
                      <a:pt x="4624" y="1687"/>
                    </a:cubicBezTo>
                    <a:cubicBezTo>
                      <a:pt x="4359" y="1720"/>
                      <a:pt x="4093" y="1762"/>
                      <a:pt x="3828" y="1786"/>
                    </a:cubicBezTo>
                    <a:cubicBezTo>
                      <a:pt x="3352" y="1846"/>
                      <a:pt x="2868" y="1879"/>
                      <a:pt x="2384" y="1879"/>
                    </a:cubicBezTo>
                    <a:cubicBezTo>
                      <a:pt x="2330" y="1879"/>
                      <a:pt x="2275" y="1878"/>
                      <a:pt x="2221" y="1878"/>
                    </a:cubicBezTo>
                    <a:cubicBezTo>
                      <a:pt x="1956" y="1869"/>
                      <a:pt x="1691" y="1853"/>
                      <a:pt x="1434" y="1811"/>
                    </a:cubicBezTo>
                    <a:cubicBezTo>
                      <a:pt x="1301" y="1795"/>
                      <a:pt x="1169" y="1770"/>
                      <a:pt x="1044" y="1745"/>
                    </a:cubicBezTo>
                    <a:cubicBezTo>
                      <a:pt x="937" y="1723"/>
                      <a:pt x="823" y="1702"/>
                      <a:pt x="714" y="1702"/>
                    </a:cubicBezTo>
                    <a:cubicBezTo>
                      <a:pt x="697" y="1702"/>
                      <a:pt x="680" y="1702"/>
                      <a:pt x="663" y="1704"/>
                    </a:cubicBezTo>
                    <a:cubicBezTo>
                      <a:pt x="547" y="1712"/>
                      <a:pt x="431" y="1737"/>
                      <a:pt x="332" y="1811"/>
                    </a:cubicBezTo>
                    <a:cubicBezTo>
                      <a:pt x="299" y="1844"/>
                      <a:pt x="257" y="1878"/>
                      <a:pt x="232" y="1927"/>
                    </a:cubicBezTo>
                    <a:cubicBezTo>
                      <a:pt x="207" y="1977"/>
                      <a:pt x="207" y="2035"/>
                      <a:pt x="207" y="2093"/>
                    </a:cubicBezTo>
                    <a:cubicBezTo>
                      <a:pt x="207" y="2151"/>
                      <a:pt x="174" y="2201"/>
                      <a:pt x="149" y="2250"/>
                    </a:cubicBezTo>
                    <a:cubicBezTo>
                      <a:pt x="125" y="2300"/>
                      <a:pt x="100" y="2350"/>
                      <a:pt x="83" y="2400"/>
                    </a:cubicBezTo>
                    <a:cubicBezTo>
                      <a:pt x="42" y="2499"/>
                      <a:pt x="25" y="2607"/>
                      <a:pt x="17" y="2723"/>
                    </a:cubicBezTo>
                    <a:cubicBezTo>
                      <a:pt x="0" y="2938"/>
                      <a:pt x="58" y="3162"/>
                      <a:pt x="166" y="3352"/>
                    </a:cubicBezTo>
                    <a:cubicBezTo>
                      <a:pt x="224" y="3444"/>
                      <a:pt x="299" y="3526"/>
                      <a:pt x="406" y="3568"/>
                    </a:cubicBezTo>
                    <a:cubicBezTo>
                      <a:pt x="435" y="3580"/>
                      <a:pt x="464" y="3586"/>
                      <a:pt x="492" y="3586"/>
                    </a:cubicBezTo>
                    <a:cubicBezTo>
                      <a:pt x="520" y="3586"/>
                      <a:pt x="547" y="3580"/>
                      <a:pt x="572" y="3568"/>
                    </a:cubicBezTo>
                    <a:lnTo>
                      <a:pt x="572" y="3568"/>
                    </a:lnTo>
                    <a:cubicBezTo>
                      <a:pt x="564" y="3584"/>
                      <a:pt x="547" y="3601"/>
                      <a:pt x="539" y="3609"/>
                    </a:cubicBezTo>
                    <a:cubicBezTo>
                      <a:pt x="509" y="3656"/>
                      <a:pt x="551" y="3699"/>
                      <a:pt x="596" y="3699"/>
                    </a:cubicBezTo>
                    <a:cubicBezTo>
                      <a:pt x="614" y="3699"/>
                      <a:pt x="632" y="3692"/>
                      <a:pt x="647" y="3675"/>
                    </a:cubicBezTo>
                    <a:cubicBezTo>
                      <a:pt x="680" y="3617"/>
                      <a:pt x="713" y="3568"/>
                      <a:pt x="754" y="3510"/>
                    </a:cubicBezTo>
                    <a:cubicBezTo>
                      <a:pt x="829" y="3410"/>
                      <a:pt x="912" y="3311"/>
                      <a:pt x="1019" y="3236"/>
                    </a:cubicBezTo>
                    <a:cubicBezTo>
                      <a:pt x="1135" y="3154"/>
                      <a:pt x="1268" y="3112"/>
                      <a:pt x="1401" y="3079"/>
                    </a:cubicBezTo>
                    <a:cubicBezTo>
                      <a:pt x="1699" y="3013"/>
                      <a:pt x="2005" y="2963"/>
                      <a:pt x="2312" y="2913"/>
                    </a:cubicBezTo>
                    <a:cubicBezTo>
                      <a:pt x="2925" y="2822"/>
                      <a:pt x="3547" y="2756"/>
                      <a:pt x="4160" y="2665"/>
                    </a:cubicBezTo>
                    <a:cubicBezTo>
                      <a:pt x="4475" y="2615"/>
                      <a:pt x="4781" y="2565"/>
                      <a:pt x="5088" y="2499"/>
                    </a:cubicBezTo>
                    <a:cubicBezTo>
                      <a:pt x="5369" y="2433"/>
                      <a:pt x="5659" y="2366"/>
                      <a:pt x="5916" y="2217"/>
                    </a:cubicBezTo>
                    <a:cubicBezTo>
                      <a:pt x="6140" y="2093"/>
                      <a:pt x="6339" y="1919"/>
                      <a:pt x="6463" y="1687"/>
                    </a:cubicBezTo>
                    <a:cubicBezTo>
                      <a:pt x="6596" y="1455"/>
                      <a:pt x="6637" y="1165"/>
                      <a:pt x="6562" y="908"/>
                    </a:cubicBezTo>
                    <a:cubicBezTo>
                      <a:pt x="6422" y="436"/>
                      <a:pt x="5941" y="196"/>
                      <a:pt x="5527" y="5"/>
                    </a:cubicBezTo>
                    <a:cubicBezTo>
                      <a:pt x="5518" y="2"/>
                      <a:pt x="5509" y="1"/>
                      <a:pt x="5501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3" name="Google Shape;6253;p20"/>
              <p:cNvSpPr/>
              <p:nvPr/>
            </p:nvSpPr>
            <p:spPr>
              <a:xfrm>
                <a:off x="1821875" y="1776850"/>
                <a:ext cx="161800" cy="286225"/>
              </a:xfrm>
              <a:custGeom>
                <a:rect b="b" l="l" r="r" t="t"/>
                <a:pathLst>
                  <a:path extrusionOk="0" h="11449" w="6472">
                    <a:moveTo>
                      <a:pt x="4848" y="1"/>
                    </a:moveTo>
                    <a:cubicBezTo>
                      <a:pt x="4856" y="26"/>
                      <a:pt x="4856" y="59"/>
                      <a:pt x="4864" y="84"/>
                    </a:cubicBezTo>
                    <a:cubicBezTo>
                      <a:pt x="4922" y="291"/>
                      <a:pt x="5038" y="473"/>
                      <a:pt x="5138" y="664"/>
                    </a:cubicBezTo>
                    <a:cubicBezTo>
                      <a:pt x="5254" y="879"/>
                      <a:pt x="5328" y="1094"/>
                      <a:pt x="5320" y="1351"/>
                    </a:cubicBezTo>
                    <a:cubicBezTo>
                      <a:pt x="5312" y="1492"/>
                      <a:pt x="5287" y="1625"/>
                      <a:pt x="5262" y="1757"/>
                    </a:cubicBezTo>
                    <a:cubicBezTo>
                      <a:pt x="5237" y="1898"/>
                      <a:pt x="5221" y="2047"/>
                      <a:pt x="5196" y="2188"/>
                    </a:cubicBezTo>
                    <a:cubicBezTo>
                      <a:pt x="5146" y="2470"/>
                      <a:pt x="5096" y="2751"/>
                      <a:pt x="5047" y="3033"/>
                    </a:cubicBezTo>
                    <a:cubicBezTo>
                      <a:pt x="4856" y="4160"/>
                      <a:pt x="4666" y="5295"/>
                      <a:pt x="4458" y="6422"/>
                    </a:cubicBezTo>
                    <a:cubicBezTo>
                      <a:pt x="4409" y="6679"/>
                      <a:pt x="4359" y="6944"/>
                      <a:pt x="4243" y="7184"/>
                    </a:cubicBezTo>
                    <a:cubicBezTo>
                      <a:pt x="4135" y="7416"/>
                      <a:pt x="3986" y="7623"/>
                      <a:pt x="3845" y="7830"/>
                    </a:cubicBezTo>
                    <a:cubicBezTo>
                      <a:pt x="3580" y="8212"/>
                      <a:pt x="3365" y="8626"/>
                      <a:pt x="3141" y="9032"/>
                    </a:cubicBezTo>
                    <a:cubicBezTo>
                      <a:pt x="2926" y="9430"/>
                      <a:pt x="2677" y="9819"/>
                      <a:pt x="2337" y="10117"/>
                    </a:cubicBezTo>
                    <a:cubicBezTo>
                      <a:pt x="1981" y="10424"/>
                      <a:pt x="1542" y="10606"/>
                      <a:pt x="1078" y="10689"/>
                    </a:cubicBezTo>
                    <a:cubicBezTo>
                      <a:pt x="858" y="10733"/>
                      <a:pt x="634" y="10753"/>
                      <a:pt x="412" y="10753"/>
                    </a:cubicBezTo>
                    <a:cubicBezTo>
                      <a:pt x="341" y="10753"/>
                      <a:pt x="270" y="10751"/>
                      <a:pt x="200" y="10747"/>
                    </a:cubicBezTo>
                    <a:cubicBezTo>
                      <a:pt x="109" y="10822"/>
                      <a:pt x="26" y="10921"/>
                      <a:pt x="9" y="11037"/>
                    </a:cubicBezTo>
                    <a:cubicBezTo>
                      <a:pt x="1" y="11095"/>
                      <a:pt x="17" y="11136"/>
                      <a:pt x="75" y="11169"/>
                    </a:cubicBezTo>
                    <a:cubicBezTo>
                      <a:pt x="133" y="11203"/>
                      <a:pt x="200" y="11236"/>
                      <a:pt x="266" y="11252"/>
                    </a:cubicBezTo>
                    <a:cubicBezTo>
                      <a:pt x="341" y="11277"/>
                      <a:pt x="415" y="11302"/>
                      <a:pt x="498" y="11310"/>
                    </a:cubicBezTo>
                    <a:lnTo>
                      <a:pt x="506" y="11310"/>
                    </a:lnTo>
                    <a:cubicBezTo>
                      <a:pt x="490" y="11302"/>
                      <a:pt x="473" y="11294"/>
                      <a:pt x="457" y="11277"/>
                    </a:cubicBezTo>
                    <a:cubicBezTo>
                      <a:pt x="423" y="11261"/>
                      <a:pt x="440" y="11203"/>
                      <a:pt x="481" y="11203"/>
                    </a:cubicBezTo>
                    <a:cubicBezTo>
                      <a:pt x="494" y="11207"/>
                      <a:pt x="506" y="11207"/>
                      <a:pt x="520" y="11207"/>
                    </a:cubicBezTo>
                    <a:cubicBezTo>
                      <a:pt x="533" y="11207"/>
                      <a:pt x="548" y="11207"/>
                      <a:pt x="564" y="11211"/>
                    </a:cubicBezTo>
                    <a:cubicBezTo>
                      <a:pt x="589" y="11219"/>
                      <a:pt x="614" y="11227"/>
                      <a:pt x="639" y="11236"/>
                    </a:cubicBezTo>
                    <a:cubicBezTo>
                      <a:pt x="697" y="11252"/>
                      <a:pt x="747" y="11269"/>
                      <a:pt x="805" y="11277"/>
                    </a:cubicBezTo>
                    <a:cubicBezTo>
                      <a:pt x="912" y="11310"/>
                      <a:pt x="1012" y="11335"/>
                      <a:pt x="1119" y="11352"/>
                    </a:cubicBezTo>
                    <a:cubicBezTo>
                      <a:pt x="1335" y="11393"/>
                      <a:pt x="1550" y="11426"/>
                      <a:pt x="1774" y="11435"/>
                    </a:cubicBezTo>
                    <a:cubicBezTo>
                      <a:pt x="1849" y="11441"/>
                      <a:pt x="1929" y="11449"/>
                      <a:pt x="2009" y="11449"/>
                    </a:cubicBezTo>
                    <a:cubicBezTo>
                      <a:pt x="2132" y="11449"/>
                      <a:pt x="2253" y="11430"/>
                      <a:pt x="2354" y="11360"/>
                    </a:cubicBezTo>
                    <a:cubicBezTo>
                      <a:pt x="2495" y="11269"/>
                      <a:pt x="2586" y="11111"/>
                      <a:pt x="2661" y="10971"/>
                    </a:cubicBezTo>
                    <a:cubicBezTo>
                      <a:pt x="2760" y="10772"/>
                      <a:pt x="2851" y="10573"/>
                      <a:pt x="2950" y="10374"/>
                    </a:cubicBezTo>
                    <a:cubicBezTo>
                      <a:pt x="2950" y="10366"/>
                      <a:pt x="2950" y="10358"/>
                      <a:pt x="2950" y="10349"/>
                    </a:cubicBezTo>
                    <a:cubicBezTo>
                      <a:pt x="2950" y="10324"/>
                      <a:pt x="2967" y="10300"/>
                      <a:pt x="3000" y="10291"/>
                    </a:cubicBezTo>
                    <a:cubicBezTo>
                      <a:pt x="3005" y="10278"/>
                      <a:pt x="3017" y="10271"/>
                      <a:pt x="3031" y="10271"/>
                    </a:cubicBezTo>
                    <a:cubicBezTo>
                      <a:pt x="3042" y="10271"/>
                      <a:pt x="3055" y="10275"/>
                      <a:pt x="3066" y="10283"/>
                    </a:cubicBezTo>
                    <a:cubicBezTo>
                      <a:pt x="3191" y="10242"/>
                      <a:pt x="3257" y="10068"/>
                      <a:pt x="3298" y="9960"/>
                    </a:cubicBezTo>
                    <a:cubicBezTo>
                      <a:pt x="3381" y="9761"/>
                      <a:pt x="3472" y="9579"/>
                      <a:pt x="3580" y="9396"/>
                    </a:cubicBezTo>
                    <a:cubicBezTo>
                      <a:pt x="3796" y="9040"/>
                      <a:pt x="4052" y="8717"/>
                      <a:pt x="4359" y="8435"/>
                    </a:cubicBezTo>
                    <a:cubicBezTo>
                      <a:pt x="4434" y="8361"/>
                      <a:pt x="4508" y="8294"/>
                      <a:pt x="4591" y="8228"/>
                    </a:cubicBezTo>
                    <a:cubicBezTo>
                      <a:pt x="4674" y="8162"/>
                      <a:pt x="4757" y="8104"/>
                      <a:pt x="4840" y="8038"/>
                    </a:cubicBezTo>
                    <a:cubicBezTo>
                      <a:pt x="4931" y="7971"/>
                      <a:pt x="4964" y="7888"/>
                      <a:pt x="4989" y="7781"/>
                    </a:cubicBezTo>
                    <a:cubicBezTo>
                      <a:pt x="5005" y="7673"/>
                      <a:pt x="5005" y="7565"/>
                      <a:pt x="5022" y="7458"/>
                    </a:cubicBezTo>
                    <a:cubicBezTo>
                      <a:pt x="5063" y="7226"/>
                      <a:pt x="5146" y="7002"/>
                      <a:pt x="5237" y="6778"/>
                    </a:cubicBezTo>
                    <a:cubicBezTo>
                      <a:pt x="5328" y="6546"/>
                      <a:pt x="5428" y="6322"/>
                      <a:pt x="5527" y="6090"/>
                    </a:cubicBezTo>
                    <a:cubicBezTo>
                      <a:pt x="5726" y="5627"/>
                      <a:pt x="5925" y="5163"/>
                      <a:pt x="6140" y="4707"/>
                    </a:cubicBezTo>
                    <a:cubicBezTo>
                      <a:pt x="6149" y="4690"/>
                      <a:pt x="6157" y="4674"/>
                      <a:pt x="6165" y="4657"/>
                    </a:cubicBezTo>
                    <a:cubicBezTo>
                      <a:pt x="6174" y="4599"/>
                      <a:pt x="6182" y="4541"/>
                      <a:pt x="6190" y="4491"/>
                    </a:cubicBezTo>
                    <a:cubicBezTo>
                      <a:pt x="6306" y="3829"/>
                      <a:pt x="6447" y="3174"/>
                      <a:pt x="6472" y="2503"/>
                    </a:cubicBezTo>
                    <a:cubicBezTo>
                      <a:pt x="6472" y="2312"/>
                      <a:pt x="6472" y="2113"/>
                      <a:pt x="6472" y="1923"/>
                    </a:cubicBezTo>
                    <a:cubicBezTo>
                      <a:pt x="6464" y="1898"/>
                      <a:pt x="6464" y="1865"/>
                      <a:pt x="6455" y="1840"/>
                    </a:cubicBezTo>
                    <a:cubicBezTo>
                      <a:pt x="6422" y="1741"/>
                      <a:pt x="6381" y="1649"/>
                      <a:pt x="6331" y="1567"/>
                    </a:cubicBezTo>
                    <a:cubicBezTo>
                      <a:pt x="6314" y="1567"/>
                      <a:pt x="6306" y="1567"/>
                      <a:pt x="6290" y="1550"/>
                    </a:cubicBezTo>
                    <a:cubicBezTo>
                      <a:pt x="6190" y="1417"/>
                      <a:pt x="6099" y="1277"/>
                      <a:pt x="6024" y="1127"/>
                    </a:cubicBezTo>
                    <a:cubicBezTo>
                      <a:pt x="6016" y="1152"/>
                      <a:pt x="6000" y="1169"/>
                      <a:pt x="5975" y="1169"/>
                    </a:cubicBezTo>
                    <a:cubicBezTo>
                      <a:pt x="5859" y="1161"/>
                      <a:pt x="5792" y="1061"/>
                      <a:pt x="5743" y="970"/>
                    </a:cubicBezTo>
                    <a:cubicBezTo>
                      <a:pt x="5710" y="920"/>
                      <a:pt x="5685" y="862"/>
                      <a:pt x="5652" y="813"/>
                    </a:cubicBezTo>
                    <a:cubicBezTo>
                      <a:pt x="5536" y="705"/>
                      <a:pt x="5411" y="597"/>
                      <a:pt x="5295" y="490"/>
                    </a:cubicBezTo>
                    <a:cubicBezTo>
                      <a:pt x="5171" y="382"/>
                      <a:pt x="5038" y="258"/>
                      <a:pt x="4931" y="125"/>
                    </a:cubicBezTo>
                    <a:cubicBezTo>
                      <a:pt x="4906" y="84"/>
                      <a:pt x="4873" y="42"/>
                      <a:pt x="4848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4" name="Google Shape;6254;p20"/>
              <p:cNvSpPr/>
              <p:nvPr/>
            </p:nvSpPr>
            <p:spPr>
              <a:xfrm>
                <a:off x="1803450" y="2042600"/>
                <a:ext cx="22400" cy="17850"/>
              </a:xfrm>
              <a:custGeom>
                <a:rect b="b" l="l" r="r" t="t"/>
                <a:pathLst>
                  <a:path extrusionOk="0" h="714" w="896">
                    <a:moveTo>
                      <a:pt x="75" y="1"/>
                    </a:moveTo>
                    <a:cubicBezTo>
                      <a:pt x="50" y="84"/>
                      <a:pt x="34" y="167"/>
                      <a:pt x="17" y="241"/>
                    </a:cubicBezTo>
                    <a:cubicBezTo>
                      <a:pt x="17" y="291"/>
                      <a:pt x="9" y="332"/>
                      <a:pt x="9" y="382"/>
                    </a:cubicBezTo>
                    <a:cubicBezTo>
                      <a:pt x="9" y="399"/>
                      <a:pt x="0" y="407"/>
                      <a:pt x="0" y="423"/>
                    </a:cubicBezTo>
                    <a:cubicBezTo>
                      <a:pt x="0" y="432"/>
                      <a:pt x="9" y="432"/>
                      <a:pt x="9" y="432"/>
                    </a:cubicBezTo>
                    <a:cubicBezTo>
                      <a:pt x="25" y="465"/>
                      <a:pt x="17" y="481"/>
                      <a:pt x="0" y="498"/>
                    </a:cubicBezTo>
                    <a:cubicBezTo>
                      <a:pt x="0" y="506"/>
                      <a:pt x="0" y="515"/>
                      <a:pt x="0" y="515"/>
                    </a:cubicBezTo>
                    <a:cubicBezTo>
                      <a:pt x="9" y="556"/>
                      <a:pt x="83" y="564"/>
                      <a:pt x="108" y="573"/>
                    </a:cubicBezTo>
                    <a:cubicBezTo>
                      <a:pt x="166" y="589"/>
                      <a:pt x="224" y="606"/>
                      <a:pt x="282" y="614"/>
                    </a:cubicBezTo>
                    <a:cubicBezTo>
                      <a:pt x="415" y="647"/>
                      <a:pt x="547" y="672"/>
                      <a:pt x="680" y="689"/>
                    </a:cubicBezTo>
                    <a:cubicBezTo>
                      <a:pt x="746" y="697"/>
                      <a:pt x="812" y="705"/>
                      <a:pt x="879" y="713"/>
                    </a:cubicBezTo>
                    <a:lnTo>
                      <a:pt x="895" y="713"/>
                    </a:lnTo>
                    <a:cubicBezTo>
                      <a:pt x="854" y="697"/>
                      <a:pt x="804" y="672"/>
                      <a:pt x="763" y="655"/>
                    </a:cubicBezTo>
                    <a:cubicBezTo>
                      <a:pt x="696" y="622"/>
                      <a:pt x="647" y="564"/>
                      <a:pt x="630" y="490"/>
                    </a:cubicBezTo>
                    <a:cubicBezTo>
                      <a:pt x="605" y="349"/>
                      <a:pt x="688" y="208"/>
                      <a:pt x="771" y="109"/>
                    </a:cubicBezTo>
                    <a:cubicBezTo>
                      <a:pt x="539" y="92"/>
                      <a:pt x="307" y="51"/>
                      <a:pt x="7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5" name="Google Shape;6255;p20"/>
              <p:cNvSpPr/>
              <p:nvPr/>
            </p:nvSpPr>
            <p:spPr>
              <a:xfrm>
                <a:off x="1797650" y="2040950"/>
                <a:ext cx="4800" cy="7700"/>
              </a:xfrm>
              <a:custGeom>
                <a:rect b="b" l="l" r="r" t="t"/>
                <a:pathLst>
                  <a:path extrusionOk="0" h="308" w="192">
                    <a:moveTo>
                      <a:pt x="0" y="1"/>
                    </a:moveTo>
                    <a:cubicBezTo>
                      <a:pt x="25" y="84"/>
                      <a:pt x="58" y="166"/>
                      <a:pt x="100" y="241"/>
                    </a:cubicBezTo>
                    <a:cubicBezTo>
                      <a:pt x="108" y="266"/>
                      <a:pt x="125" y="291"/>
                      <a:pt x="133" y="307"/>
                    </a:cubicBezTo>
                    <a:cubicBezTo>
                      <a:pt x="141" y="216"/>
                      <a:pt x="166" y="133"/>
                      <a:pt x="191" y="42"/>
                    </a:cubicBezTo>
                    <a:cubicBezTo>
                      <a:pt x="125" y="26"/>
                      <a:pt x="67" y="17"/>
                      <a:pt x="0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6" name="Google Shape;6256;p20"/>
              <p:cNvSpPr/>
              <p:nvPr/>
            </p:nvSpPr>
            <p:spPr>
              <a:xfrm>
                <a:off x="2227875" y="1930875"/>
                <a:ext cx="16675" cy="33175"/>
              </a:xfrm>
              <a:custGeom>
                <a:rect b="b" l="l" r="r" t="t"/>
                <a:pathLst>
                  <a:path extrusionOk="0" h="1327" w="667">
                    <a:moveTo>
                      <a:pt x="63" y="0"/>
                    </a:moveTo>
                    <a:cubicBezTo>
                      <a:pt x="55" y="0"/>
                      <a:pt x="48" y="4"/>
                      <a:pt x="42" y="12"/>
                    </a:cubicBezTo>
                    <a:cubicBezTo>
                      <a:pt x="17" y="37"/>
                      <a:pt x="0" y="70"/>
                      <a:pt x="0" y="103"/>
                    </a:cubicBezTo>
                    <a:cubicBezTo>
                      <a:pt x="0" y="137"/>
                      <a:pt x="0" y="170"/>
                      <a:pt x="9" y="203"/>
                    </a:cubicBezTo>
                    <a:cubicBezTo>
                      <a:pt x="17" y="269"/>
                      <a:pt x="34" y="327"/>
                      <a:pt x="50" y="385"/>
                    </a:cubicBezTo>
                    <a:cubicBezTo>
                      <a:pt x="83" y="509"/>
                      <a:pt x="125" y="617"/>
                      <a:pt x="174" y="733"/>
                    </a:cubicBezTo>
                    <a:cubicBezTo>
                      <a:pt x="224" y="841"/>
                      <a:pt x="290" y="949"/>
                      <a:pt x="357" y="1048"/>
                    </a:cubicBezTo>
                    <a:cubicBezTo>
                      <a:pt x="390" y="1098"/>
                      <a:pt x="423" y="1147"/>
                      <a:pt x="464" y="1189"/>
                    </a:cubicBezTo>
                    <a:cubicBezTo>
                      <a:pt x="506" y="1239"/>
                      <a:pt x="556" y="1280"/>
                      <a:pt x="597" y="1321"/>
                    </a:cubicBezTo>
                    <a:cubicBezTo>
                      <a:pt x="602" y="1325"/>
                      <a:pt x="609" y="1327"/>
                      <a:pt x="616" y="1327"/>
                    </a:cubicBezTo>
                    <a:cubicBezTo>
                      <a:pt x="640" y="1327"/>
                      <a:pt x="666" y="1306"/>
                      <a:pt x="647" y="1280"/>
                    </a:cubicBezTo>
                    <a:cubicBezTo>
                      <a:pt x="614" y="1230"/>
                      <a:pt x="589" y="1181"/>
                      <a:pt x="556" y="1139"/>
                    </a:cubicBezTo>
                    <a:cubicBezTo>
                      <a:pt x="522" y="1089"/>
                      <a:pt x="489" y="1040"/>
                      <a:pt x="456" y="990"/>
                    </a:cubicBezTo>
                    <a:cubicBezTo>
                      <a:pt x="398" y="899"/>
                      <a:pt x="340" y="799"/>
                      <a:pt x="290" y="700"/>
                    </a:cubicBezTo>
                    <a:cubicBezTo>
                      <a:pt x="241" y="601"/>
                      <a:pt x="208" y="493"/>
                      <a:pt x="174" y="385"/>
                    </a:cubicBezTo>
                    <a:cubicBezTo>
                      <a:pt x="158" y="335"/>
                      <a:pt x="141" y="277"/>
                      <a:pt x="133" y="219"/>
                    </a:cubicBezTo>
                    <a:cubicBezTo>
                      <a:pt x="116" y="153"/>
                      <a:pt x="125" y="87"/>
                      <a:pt x="100" y="29"/>
                    </a:cubicBezTo>
                    <a:cubicBezTo>
                      <a:pt x="94" y="13"/>
                      <a:pt x="79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7" name="Google Shape;6257;p20"/>
              <p:cNvSpPr/>
              <p:nvPr/>
            </p:nvSpPr>
            <p:spPr>
              <a:xfrm>
                <a:off x="2223325" y="1931850"/>
                <a:ext cx="5200" cy="15025"/>
              </a:xfrm>
              <a:custGeom>
                <a:rect b="b" l="l" r="r" t="t"/>
                <a:pathLst>
                  <a:path extrusionOk="0" h="601" w="208">
                    <a:moveTo>
                      <a:pt x="30" y="0"/>
                    </a:moveTo>
                    <a:cubicBezTo>
                      <a:pt x="15" y="0"/>
                      <a:pt x="0" y="11"/>
                      <a:pt x="0" y="31"/>
                    </a:cubicBezTo>
                    <a:cubicBezTo>
                      <a:pt x="0" y="222"/>
                      <a:pt x="50" y="404"/>
                      <a:pt x="133" y="578"/>
                    </a:cubicBezTo>
                    <a:cubicBezTo>
                      <a:pt x="138" y="594"/>
                      <a:pt x="149" y="601"/>
                      <a:pt x="160" y="601"/>
                    </a:cubicBezTo>
                    <a:cubicBezTo>
                      <a:pt x="183" y="601"/>
                      <a:pt x="207" y="573"/>
                      <a:pt x="191" y="545"/>
                    </a:cubicBezTo>
                    <a:cubicBezTo>
                      <a:pt x="124" y="379"/>
                      <a:pt x="83" y="205"/>
                      <a:pt x="66" y="31"/>
                    </a:cubicBezTo>
                    <a:cubicBezTo>
                      <a:pt x="62" y="11"/>
                      <a:pt x="46" y="0"/>
                      <a:pt x="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8" name="Google Shape;6258;p20"/>
              <p:cNvSpPr/>
              <p:nvPr/>
            </p:nvSpPr>
            <p:spPr>
              <a:xfrm>
                <a:off x="2218150" y="1927150"/>
                <a:ext cx="850" cy="1975"/>
              </a:xfrm>
              <a:custGeom>
                <a:rect b="b" l="l" r="r" t="t"/>
                <a:pathLst>
                  <a:path extrusionOk="0" h="79" w="34">
                    <a:moveTo>
                      <a:pt x="13" y="0"/>
                    </a:moveTo>
                    <a:cubicBezTo>
                      <a:pt x="8" y="0"/>
                      <a:pt x="0" y="6"/>
                      <a:pt x="0" y="12"/>
                    </a:cubicBezTo>
                    <a:cubicBezTo>
                      <a:pt x="8" y="29"/>
                      <a:pt x="8" y="45"/>
                      <a:pt x="17" y="70"/>
                    </a:cubicBezTo>
                    <a:cubicBezTo>
                      <a:pt x="17" y="78"/>
                      <a:pt x="25" y="78"/>
                      <a:pt x="25" y="78"/>
                    </a:cubicBezTo>
                    <a:cubicBezTo>
                      <a:pt x="33" y="78"/>
                      <a:pt x="33" y="70"/>
                      <a:pt x="33" y="62"/>
                    </a:cubicBezTo>
                    <a:cubicBezTo>
                      <a:pt x="25" y="45"/>
                      <a:pt x="25" y="29"/>
                      <a:pt x="17" y="4"/>
                    </a:cubicBezTo>
                    <a:cubicBezTo>
                      <a:pt x="17" y="1"/>
                      <a:pt x="15" y="0"/>
                      <a:pt x="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9" name="Google Shape;6259;p20"/>
              <p:cNvSpPr/>
              <p:nvPr/>
            </p:nvSpPr>
            <p:spPr>
              <a:xfrm>
                <a:off x="2212950" y="1916450"/>
                <a:ext cx="8625" cy="25150"/>
              </a:xfrm>
              <a:custGeom>
                <a:rect b="b" l="l" r="r" t="t"/>
                <a:pathLst>
                  <a:path extrusionOk="0" h="1006" w="345">
                    <a:moveTo>
                      <a:pt x="47" y="0"/>
                    </a:moveTo>
                    <a:cubicBezTo>
                      <a:pt x="40" y="0"/>
                      <a:pt x="32" y="3"/>
                      <a:pt x="26" y="9"/>
                    </a:cubicBezTo>
                    <a:cubicBezTo>
                      <a:pt x="9" y="51"/>
                      <a:pt x="9" y="101"/>
                      <a:pt x="1" y="142"/>
                    </a:cubicBezTo>
                    <a:cubicBezTo>
                      <a:pt x="1" y="183"/>
                      <a:pt x="1" y="225"/>
                      <a:pt x="9" y="266"/>
                    </a:cubicBezTo>
                    <a:cubicBezTo>
                      <a:pt x="17" y="357"/>
                      <a:pt x="34" y="440"/>
                      <a:pt x="59" y="523"/>
                    </a:cubicBezTo>
                    <a:cubicBezTo>
                      <a:pt x="100" y="697"/>
                      <a:pt x="183" y="854"/>
                      <a:pt x="283" y="995"/>
                    </a:cubicBezTo>
                    <a:cubicBezTo>
                      <a:pt x="290" y="1003"/>
                      <a:pt x="299" y="1006"/>
                      <a:pt x="307" y="1006"/>
                    </a:cubicBezTo>
                    <a:cubicBezTo>
                      <a:pt x="327" y="1006"/>
                      <a:pt x="344" y="988"/>
                      <a:pt x="332" y="970"/>
                    </a:cubicBezTo>
                    <a:cubicBezTo>
                      <a:pt x="241" y="830"/>
                      <a:pt x="183" y="664"/>
                      <a:pt x="142" y="506"/>
                    </a:cubicBezTo>
                    <a:cubicBezTo>
                      <a:pt x="117" y="424"/>
                      <a:pt x="109" y="341"/>
                      <a:pt x="100" y="258"/>
                    </a:cubicBezTo>
                    <a:cubicBezTo>
                      <a:pt x="92" y="225"/>
                      <a:pt x="92" y="183"/>
                      <a:pt x="92" y="142"/>
                    </a:cubicBezTo>
                    <a:cubicBezTo>
                      <a:pt x="84" y="101"/>
                      <a:pt x="92" y="59"/>
                      <a:pt x="75" y="18"/>
                    </a:cubicBezTo>
                    <a:cubicBezTo>
                      <a:pt x="70" y="7"/>
                      <a:pt x="59" y="0"/>
                      <a:pt x="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0" name="Google Shape;6260;p20"/>
              <p:cNvSpPr/>
              <p:nvPr/>
            </p:nvSpPr>
            <p:spPr>
              <a:xfrm>
                <a:off x="2216075" y="1914800"/>
                <a:ext cx="3250" cy="17600"/>
              </a:xfrm>
              <a:custGeom>
                <a:rect b="b" l="l" r="r" t="t"/>
                <a:pathLst>
                  <a:path extrusionOk="0" h="704" w="130">
                    <a:moveTo>
                      <a:pt x="19" y="0"/>
                    </a:moveTo>
                    <a:cubicBezTo>
                      <a:pt x="10" y="0"/>
                      <a:pt x="0" y="7"/>
                      <a:pt x="0" y="17"/>
                    </a:cubicBezTo>
                    <a:cubicBezTo>
                      <a:pt x="0" y="241"/>
                      <a:pt x="42" y="465"/>
                      <a:pt x="83" y="688"/>
                    </a:cubicBezTo>
                    <a:cubicBezTo>
                      <a:pt x="86" y="699"/>
                      <a:pt x="96" y="703"/>
                      <a:pt x="105" y="703"/>
                    </a:cubicBezTo>
                    <a:cubicBezTo>
                      <a:pt x="117" y="703"/>
                      <a:pt x="129" y="695"/>
                      <a:pt x="124" y="680"/>
                    </a:cubicBezTo>
                    <a:cubicBezTo>
                      <a:pt x="91" y="456"/>
                      <a:pt x="66" y="233"/>
                      <a:pt x="33" y="9"/>
                    </a:cubicBezTo>
                    <a:cubicBezTo>
                      <a:pt x="30" y="3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1" name="Google Shape;6261;p20"/>
              <p:cNvSpPr/>
              <p:nvPr/>
            </p:nvSpPr>
            <p:spPr>
              <a:xfrm>
                <a:off x="2198675" y="1886850"/>
                <a:ext cx="13750" cy="44400"/>
              </a:xfrm>
              <a:custGeom>
                <a:rect b="b" l="l" r="r" t="t"/>
                <a:pathLst>
                  <a:path extrusionOk="0" h="1776" w="550">
                    <a:moveTo>
                      <a:pt x="66" y="1"/>
                    </a:moveTo>
                    <a:cubicBezTo>
                      <a:pt x="53" y="1"/>
                      <a:pt x="40" y="8"/>
                      <a:pt x="33" y="25"/>
                    </a:cubicBezTo>
                    <a:lnTo>
                      <a:pt x="33" y="17"/>
                    </a:lnTo>
                    <a:cubicBezTo>
                      <a:pt x="0" y="83"/>
                      <a:pt x="8" y="158"/>
                      <a:pt x="8" y="224"/>
                    </a:cubicBezTo>
                    <a:cubicBezTo>
                      <a:pt x="8" y="290"/>
                      <a:pt x="17" y="348"/>
                      <a:pt x="17" y="415"/>
                    </a:cubicBezTo>
                    <a:cubicBezTo>
                      <a:pt x="42" y="655"/>
                      <a:pt x="83" y="895"/>
                      <a:pt x="158" y="1119"/>
                    </a:cubicBezTo>
                    <a:cubicBezTo>
                      <a:pt x="199" y="1235"/>
                      <a:pt x="240" y="1351"/>
                      <a:pt x="290" y="1450"/>
                    </a:cubicBezTo>
                    <a:cubicBezTo>
                      <a:pt x="348" y="1558"/>
                      <a:pt x="414" y="1657"/>
                      <a:pt x="481" y="1757"/>
                    </a:cubicBezTo>
                    <a:cubicBezTo>
                      <a:pt x="486" y="1770"/>
                      <a:pt x="496" y="1776"/>
                      <a:pt x="506" y="1776"/>
                    </a:cubicBezTo>
                    <a:cubicBezTo>
                      <a:pt x="527" y="1776"/>
                      <a:pt x="550" y="1752"/>
                      <a:pt x="539" y="1724"/>
                    </a:cubicBezTo>
                    <a:cubicBezTo>
                      <a:pt x="472" y="1608"/>
                      <a:pt x="423" y="1492"/>
                      <a:pt x="373" y="1367"/>
                    </a:cubicBezTo>
                    <a:cubicBezTo>
                      <a:pt x="290" y="1160"/>
                      <a:pt x="216" y="937"/>
                      <a:pt x="174" y="713"/>
                    </a:cubicBezTo>
                    <a:cubicBezTo>
                      <a:pt x="158" y="597"/>
                      <a:pt x="141" y="489"/>
                      <a:pt x="133" y="373"/>
                    </a:cubicBezTo>
                    <a:cubicBezTo>
                      <a:pt x="133" y="315"/>
                      <a:pt x="124" y="257"/>
                      <a:pt x="124" y="199"/>
                    </a:cubicBezTo>
                    <a:cubicBezTo>
                      <a:pt x="124" y="141"/>
                      <a:pt x="133" y="83"/>
                      <a:pt x="108" y="33"/>
                    </a:cubicBezTo>
                    <a:cubicBezTo>
                      <a:pt x="103" y="14"/>
                      <a:pt x="84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2" name="Google Shape;6262;p20"/>
              <p:cNvSpPr/>
              <p:nvPr/>
            </p:nvSpPr>
            <p:spPr>
              <a:xfrm>
                <a:off x="2204250" y="1895925"/>
                <a:ext cx="3975" cy="9525"/>
              </a:xfrm>
              <a:custGeom>
                <a:rect b="b" l="l" r="r" t="t"/>
                <a:pathLst>
                  <a:path extrusionOk="0" h="381" w="159">
                    <a:moveTo>
                      <a:pt x="33" y="1"/>
                    </a:moveTo>
                    <a:cubicBezTo>
                      <a:pt x="21" y="1"/>
                      <a:pt x="9" y="9"/>
                      <a:pt x="9" y="27"/>
                    </a:cubicBezTo>
                    <a:cubicBezTo>
                      <a:pt x="1" y="85"/>
                      <a:pt x="17" y="143"/>
                      <a:pt x="34" y="201"/>
                    </a:cubicBezTo>
                    <a:cubicBezTo>
                      <a:pt x="51" y="250"/>
                      <a:pt x="67" y="308"/>
                      <a:pt x="92" y="366"/>
                    </a:cubicBezTo>
                    <a:cubicBezTo>
                      <a:pt x="97" y="376"/>
                      <a:pt x="107" y="380"/>
                      <a:pt x="119" y="380"/>
                    </a:cubicBezTo>
                    <a:cubicBezTo>
                      <a:pt x="127" y="380"/>
                      <a:pt x="135" y="378"/>
                      <a:pt x="142" y="375"/>
                    </a:cubicBezTo>
                    <a:cubicBezTo>
                      <a:pt x="158" y="366"/>
                      <a:pt x="158" y="350"/>
                      <a:pt x="150" y="325"/>
                    </a:cubicBezTo>
                    <a:cubicBezTo>
                      <a:pt x="133" y="275"/>
                      <a:pt x="117" y="226"/>
                      <a:pt x="100" y="176"/>
                    </a:cubicBezTo>
                    <a:cubicBezTo>
                      <a:pt x="84" y="126"/>
                      <a:pt x="75" y="68"/>
                      <a:pt x="59" y="18"/>
                    </a:cubicBezTo>
                    <a:cubicBezTo>
                      <a:pt x="55" y="7"/>
                      <a:pt x="44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3" name="Google Shape;6263;p20"/>
              <p:cNvSpPr/>
              <p:nvPr/>
            </p:nvSpPr>
            <p:spPr>
              <a:xfrm>
                <a:off x="2190600" y="1865900"/>
                <a:ext cx="12500" cy="52725"/>
              </a:xfrm>
              <a:custGeom>
                <a:rect b="b" l="l" r="r" t="t"/>
                <a:pathLst>
                  <a:path extrusionOk="0" h="2109" w="500">
                    <a:moveTo>
                      <a:pt x="81" y="1"/>
                    </a:moveTo>
                    <a:cubicBezTo>
                      <a:pt x="75" y="1"/>
                      <a:pt x="69" y="3"/>
                      <a:pt x="66" y="10"/>
                    </a:cubicBezTo>
                    <a:cubicBezTo>
                      <a:pt x="33" y="35"/>
                      <a:pt x="33" y="76"/>
                      <a:pt x="25" y="117"/>
                    </a:cubicBezTo>
                    <a:cubicBezTo>
                      <a:pt x="17" y="151"/>
                      <a:pt x="8" y="192"/>
                      <a:pt x="8" y="233"/>
                    </a:cubicBezTo>
                    <a:cubicBezTo>
                      <a:pt x="0" y="308"/>
                      <a:pt x="0" y="391"/>
                      <a:pt x="0" y="474"/>
                    </a:cubicBezTo>
                    <a:cubicBezTo>
                      <a:pt x="8" y="755"/>
                      <a:pt x="41" y="1037"/>
                      <a:pt x="116" y="1311"/>
                    </a:cubicBezTo>
                    <a:cubicBezTo>
                      <a:pt x="149" y="1443"/>
                      <a:pt x="191" y="1584"/>
                      <a:pt x="249" y="1717"/>
                    </a:cubicBezTo>
                    <a:cubicBezTo>
                      <a:pt x="307" y="1841"/>
                      <a:pt x="365" y="1965"/>
                      <a:pt x="431" y="2089"/>
                    </a:cubicBezTo>
                    <a:cubicBezTo>
                      <a:pt x="439" y="2103"/>
                      <a:pt x="450" y="2109"/>
                      <a:pt x="461" y="2109"/>
                    </a:cubicBezTo>
                    <a:cubicBezTo>
                      <a:pt x="482" y="2109"/>
                      <a:pt x="500" y="2087"/>
                      <a:pt x="489" y="2065"/>
                    </a:cubicBezTo>
                    <a:cubicBezTo>
                      <a:pt x="414" y="1924"/>
                      <a:pt x="365" y="1775"/>
                      <a:pt x="315" y="1625"/>
                    </a:cubicBezTo>
                    <a:cubicBezTo>
                      <a:pt x="232" y="1360"/>
                      <a:pt x="174" y="1095"/>
                      <a:pt x="141" y="830"/>
                    </a:cubicBezTo>
                    <a:cubicBezTo>
                      <a:pt x="124" y="689"/>
                      <a:pt x="124" y="548"/>
                      <a:pt x="124" y="407"/>
                    </a:cubicBezTo>
                    <a:cubicBezTo>
                      <a:pt x="124" y="341"/>
                      <a:pt x="124" y="275"/>
                      <a:pt x="124" y="209"/>
                    </a:cubicBezTo>
                    <a:cubicBezTo>
                      <a:pt x="133" y="175"/>
                      <a:pt x="124" y="134"/>
                      <a:pt x="124" y="101"/>
                    </a:cubicBezTo>
                    <a:cubicBezTo>
                      <a:pt x="124" y="68"/>
                      <a:pt x="124" y="43"/>
                      <a:pt x="108" y="18"/>
                    </a:cubicBezTo>
                    <a:cubicBezTo>
                      <a:pt x="103" y="8"/>
                      <a:pt x="91" y="1"/>
                      <a:pt x="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4" name="Google Shape;6264;p20"/>
              <p:cNvSpPr/>
              <p:nvPr/>
            </p:nvSpPr>
            <p:spPr>
              <a:xfrm>
                <a:off x="2196400" y="1851325"/>
                <a:ext cx="2075" cy="9600"/>
              </a:xfrm>
              <a:custGeom>
                <a:rect b="b" l="l" r="r" t="t"/>
                <a:pathLst>
                  <a:path extrusionOk="0" h="384" w="83">
                    <a:moveTo>
                      <a:pt x="32" y="0"/>
                    </a:moveTo>
                    <a:cubicBezTo>
                      <a:pt x="23" y="0"/>
                      <a:pt x="12" y="4"/>
                      <a:pt x="8" y="13"/>
                    </a:cubicBezTo>
                    <a:cubicBezTo>
                      <a:pt x="0" y="71"/>
                      <a:pt x="0" y="129"/>
                      <a:pt x="0" y="187"/>
                    </a:cubicBezTo>
                    <a:cubicBezTo>
                      <a:pt x="8" y="245"/>
                      <a:pt x="8" y="294"/>
                      <a:pt x="17" y="352"/>
                    </a:cubicBezTo>
                    <a:cubicBezTo>
                      <a:pt x="17" y="373"/>
                      <a:pt x="33" y="383"/>
                      <a:pt x="50" y="383"/>
                    </a:cubicBezTo>
                    <a:cubicBezTo>
                      <a:pt x="66" y="383"/>
                      <a:pt x="83" y="373"/>
                      <a:pt x="83" y="352"/>
                    </a:cubicBezTo>
                    <a:cubicBezTo>
                      <a:pt x="75" y="303"/>
                      <a:pt x="75" y="245"/>
                      <a:pt x="75" y="187"/>
                    </a:cubicBezTo>
                    <a:cubicBezTo>
                      <a:pt x="66" y="129"/>
                      <a:pt x="66" y="71"/>
                      <a:pt x="50" y="13"/>
                    </a:cubicBezTo>
                    <a:cubicBezTo>
                      <a:pt x="50" y="4"/>
                      <a:pt x="41" y="0"/>
                      <a:pt x="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5" name="Google Shape;6265;p20"/>
              <p:cNvSpPr/>
              <p:nvPr/>
            </p:nvSpPr>
            <p:spPr>
              <a:xfrm>
                <a:off x="2200750" y="1838900"/>
                <a:ext cx="1775" cy="8775"/>
              </a:xfrm>
              <a:custGeom>
                <a:rect b="b" l="l" r="r" t="t"/>
                <a:pathLst>
                  <a:path extrusionOk="0" h="351" w="71">
                    <a:moveTo>
                      <a:pt x="22" y="0"/>
                    </a:moveTo>
                    <a:cubicBezTo>
                      <a:pt x="15" y="0"/>
                      <a:pt x="8" y="4"/>
                      <a:pt x="8" y="13"/>
                    </a:cubicBezTo>
                    <a:cubicBezTo>
                      <a:pt x="0" y="62"/>
                      <a:pt x="0" y="112"/>
                      <a:pt x="0" y="162"/>
                    </a:cubicBezTo>
                    <a:cubicBezTo>
                      <a:pt x="0" y="220"/>
                      <a:pt x="8" y="269"/>
                      <a:pt x="8" y="319"/>
                    </a:cubicBezTo>
                    <a:cubicBezTo>
                      <a:pt x="8" y="340"/>
                      <a:pt x="25" y="350"/>
                      <a:pt x="40" y="350"/>
                    </a:cubicBezTo>
                    <a:cubicBezTo>
                      <a:pt x="56" y="350"/>
                      <a:pt x="70" y="340"/>
                      <a:pt x="66" y="319"/>
                    </a:cubicBezTo>
                    <a:cubicBezTo>
                      <a:pt x="66" y="269"/>
                      <a:pt x="66" y="220"/>
                      <a:pt x="58" y="162"/>
                    </a:cubicBezTo>
                    <a:cubicBezTo>
                      <a:pt x="58" y="112"/>
                      <a:pt x="50" y="62"/>
                      <a:pt x="41" y="13"/>
                    </a:cubicBezTo>
                    <a:cubicBezTo>
                      <a:pt x="37" y="4"/>
                      <a:pt x="29" y="0"/>
                      <a:pt x="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6" name="Google Shape;6266;p20"/>
              <p:cNvSpPr/>
              <p:nvPr/>
            </p:nvSpPr>
            <p:spPr>
              <a:xfrm>
                <a:off x="2251200" y="1958575"/>
                <a:ext cx="11700" cy="18350"/>
              </a:xfrm>
              <a:custGeom>
                <a:rect b="b" l="l" r="r" t="t"/>
                <a:pathLst>
                  <a:path extrusionOk="0" h="734" w="468">
                    <a:moveTo>
                      <a:pt x="67" y="0"/>
                    </a:moveTo>
                    <a:cubicBezTo>
                      <a:pt x="36" y="0"/>
                      <a:pt x="1" y="30"/>
                      <a:pt x="12" y="64"/>
                    </a:cubicBezTo>
                    <a:cubicBezTo>
                      <a:pt x="20" y="131"/>
                      <a:pt x="45" y="197"/>
                      <a:pt x="70" y="255"/>
                    </a:cubicBezTo>
                    <a:cubicBezTo>
                      <a:pt x="95" y="313"/>
                      <a:pt x="120" y="363"/>
                      <a:pt x="153" y="421"/>
                    </a:cubicBezTo>
                    <a:cubicBezTo>
                      <a:pt x="219" y="528"/>
                      <a:pt x="294" y="628"/>
                      <a:pt x="385" y="719"/>
                    </a:cubicBezTo>
                    <a:cubicBezTo>
                      <a:pt x="393" y="729"/>
                      <a:pt x="403" y="733"/>
                      <a:pt x="412" y="733"/>
                    </a:cubicBezTo>
                    <a:cubicBezTo>
                      <a:pt x="441" y="733"/>
                      <a:pt x="468" y="694"/>
                      <a:pt x="443" y="669"/>
                    </a:cubicBezTo>
                    <a:cubicBezTo>
                      <a:pt x="360" y="578"/>
                      <a:pt x="294" y="479"/>
                      <a:pt x="244" y="371"/>
                    </a:cubicBezTo>
                    <a:cubicBezTo>
                      <a:pt x="211" y="321"/>
                      <a:pt x="186" y="263"/>
                      <a:pt x="169" y="205"/>
                    </a:cubicBezTo>
                    <a:cubicBezTo>
                      <a:pt x="153" y="164"/>
                      <a:pt x="136" y="122"/>
                      <a:pt x="128" y="81"/>
                    </a:cubicBezTo>
                    <a:cubicBezTo>
                      <a:pt x="128" y="56"/>
                      <a:pt x="120" y="48"/>
                      <a:pt x="111" y="23"/>
                    </a:cubicBezTo>
                    <a:lnTo>
                      <a:pt x="103" y="23"/>
                    </a:lnTo>
                    <a:cubicBezTo>
                      <a:pt x="95" y="7"/>
                      <a:pt x="81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7" name="Google Shape;6267;p20"/>
              <p:cNvSpPr/>
              <p:nvPr/>
            </p:nvSpPr>
            <p:spPr>
              <a:xfrm>
                <a:off x="2264525" y="1969950"/>
                <a:ext cx="6050" cy="8575"/>
              </a:xfrm>
              <a:custGeom>
                <a:rect b="b" l="l" r="r" t="t"/>
                <a:pathLst>
                  <a:path extrusionOk="0" h="343" w="242">
                    <a:moveTo>
                      <a:pt x="42" y="1"/>
                    </a:moveTo>
                    <a:cubicBezTo>
                      <a:pt x="36" y="1"/>
                      <a:pt x="30" y="3"/>
                      <a:pt x="26" y="7"/>
                    </a:cubicBezTo>
                    <a:cubicBezTo>
                      <a:pt x="1" y="32"/>
                      <a:pt x="18" y="82"/>
                      <a:pt x="26" y="106"/>
                    </a:cubicBezTo>
                    <a:cubicBezTo>
                      <a:pt x="42" y="140"/>
                      <a:pt x="51" y="164"/>
                      <a:pt x="67" y="189"/>
                    </a:cubicBezTo>
                    <a:cubicBezTo>
                      <a:pt x="92" y="247"/>
                      <a:pt x="134" y="297"/>
                      <a:pt x="175" y="330"/>
                    </a:cubicBezTo>
                    <a:cubicBezTo>
                      <a:pt x="183" y="338"/>
                      <a:pt x="194" y="343"/>
                      <a:pt x="203" y="343"/>
                    </a:cubicBezTo>
                    <a:cubicBezTo>
                      <a:pt x="212" y="343"/>
                      <a:pt x="221" y="338"/>
                      <a:pt x="225" y="330"/>
                    </a:cubicBezTo>
                    <a:cubicBezTo>
                      <a:pt x="241" y="322"/>
                      <a:pt x="241" y="297"/>
                      <a:pt x="225" y="289"/>
                    </a:cubicBezTo>
                    <a:cubicBezTo>
                      <a:pt x="183" y="247"/>
                      <a:pt x="150" y="206"/>
                      <a:pt x="125" y="156"/>
                    </a:cubicBezTo>
                    <a:cubicBezTo>
                      <a:pt x="117" y="140"/>
                      <a:pt x="109" y="115"/>
                      <a:pt x="100" y="82"/>
                    </a:cubicBezTo>
                    <a:cubicBezTo>
                      <a:pt x="92" y="73"/>
                      <a:pt x="92" y="57"/>
                      <a:pt x="84" y="48"/>
                    </a:cubicBezTo>
                    <a:cubicBezTo>
                      <a:pt x="84" y="32"/>
                      <a:pt x="76" y="15"/>
                      <a:pt x="59" y="7"/>
                    </a:cubicBezTo>
                    <a:cubicBezTo>
                      <a:pt x="55" y="3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8" name="Google Shape;6268;p20"/>
              <p:cNvSpPr/>
              <p:nvPr/>
            </p:nvSpPr>
            <p:spPr>
              <a:xfrm>
                <a:off x="2265850" y="1962475"/>
                <a:ext cx="5350" cy="7325"/>
              </a:xfrm>
              <a:custGeom>
                <a:rect b="b" l="l" r="r" t="t"/>
                <a:pathLst>
                  <a:path extrusionOk="0" h="293" w="214">
                    <a:moveTo>
                      <a:pt x="23" y="1"/>
                    </a:moveTo>
                    <a:cubicBezTo>
                      <a:pt x="11" y="1"/>
                      <a:pt x="0" y="13"/>
                      <a:pt x="6" y="24"/>
                    </a:cubicBezTo>
                    <a:cubicBezTo>
                      <a:pt x="23" y="74"/>
                      <a:pt x="47" y="115"/>
                      <a:pt x="72" y="157"/>
                    </a:cubicBezTo>
                    <a:cubicBezTo>
                      <a:pt x="97" y="198"/>
                      <a:pt x="130" y="240"/>
                      <a:pt x="155" y="281"/>
                    </a:cubicBezTo>
                    <a:cubicBezTo>
                      <a:pt x="161" y="287"/>
                      <a:pt x="171" y="293"/>
                      <a:pt x="182" y="293"/>
                    </a:cubicBezTo>
                    <a:cubicBezTo>
                      <a:pt x="187" y="293"/>
                      <a:pt x="192" y="292"/>
                      <a:pt x="197" y="289"/>
                    </a:cubicBezTo>
                    <a:cubicBezTo>
                      <a:pt x="213" y="281"/>
                      <a:pt x="213" y="265"/>
                      <a:pt x="205" y="248"/>
                    </a:cubicBezTo>
                    <a:cubicBezTo>
                      <a:pt x="180" y="207"/>
                      <a:pt x="155" y="165"/>
                      <a:pt x="130" y="124"/>
                    </a:cubicBezTo>
                    <a:cubicBezTo>
                      <a:pt x="105" y="82"/>
                      <a:pt x="72" y="41"/>
                      <a:pt x="39" y="8"/>
                    </a:cubicBezTo>
                    <a:cubicBezTo>
                      <a:pt x="34" y="3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9" name="Google Shape;6269;p20"/>
              <p:cNvSpPr/>
              <p:nvPr/>
            </p:nvSpPr>
            <p:spPr>
              <a:xfrm>
                <a:off x="1984375" y="1849050"/>
                <a:ext cx="7375" cy="37300"/>
              </a:xfrm>
              <a:custGeom>
                <a:rect b="b" l="l" r="r" t="t"/>
                <a:pathLst>
                  <a:path extrusionOk="0" h="1492" w="295">
                    <a:moveTo>
                      <a:pt x="259" y="0"/>
                    </a:moveTo>
                    <a:cubicBezTo>
                      <a:pt x="245" y="0"/>
                      <a:pt x="231" y="7"/>
                      <a:pt x="220" y="21"/>
                    </a:cubicBezTo>
                    <a:cubicBezTo>
                      <a:pt x="154" y="112"/>
                      <a:pt x="129" y="245"/>
                      <a:pt x="113" y="352"/>
                    </a:cubicBezTo>
                    <a:cubicBezTo>
                      <a:pt x="96" y="477"/>
                      <a:pt x="80" y="593"/>
                      <a:pt x="71" y="709"/>
                    </a:cubicBezTo>
                    <a:cubicBezTo>
                      <a:pt x="55" y="833"/>
                      <a:pt x="38" y="957"/>
                      <a:pt x="22" y="1090"/>
                    </a:cubicBezTo>
                    <a:cubicBezTo>
                      <a:pt x="13" y="1214"/>
                      <a:pt x="13" y="1338"/>
                      <a:pt x="5" y="1463"/>
                    </a:cubicBezTo>
                    <a:cubicBezTo>
                      <a:pt x="0" y="1481"/>
                      <a:pt x="17" y="1492"/>
                      <a:pt x="33" y="1492"/>
                    </a:cubicBezTo>
                    <a:cubicBezTo>
                      <a:pt x="46" y="1492"/>
                      <a:pt x="59" y="1485"/>
                      <a:pt x="63" y="1471"/>
                    </a:cubicBezTo>
                    <a:cubicBezTo>
                      <a:pt x="88" y="1347"/>
                      <a:pt x="113" y="1222"/>
                      <a:pt x="138" y="1098"/>
                    </a:cubicBezTo>
                    <a:cubicBezTo>
                      <a:pt x="154" y="982"/>
                      <a:pt x="171" y="858"/>
                      <a:pt x="187" y="733"/>
                    </a:cubicBezTo>
                    <a:cubicBezTo>
                      <a:pt x="196" y="609"/>
                      <a:pt x="212" y="493"/>
                      <a:pt x="229" y="377"/>
                    </a:cubicBezTo>
                    <a:cubicBezTo>
                      <a:pt x="254" y="261"/>
                      <a:pt x="278" y="153"/>
                      <a:pt x="295" y="37"/>
                    </a:cubicBezTo>
                    <a:cubicBezTo>
                      <a:pt x="295" y="13"/>
                      <a:pt x="278" y="0"/>
                      <a:pt x="2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0" name="Google Shape;6270;p20"/>
              <p:cNvSpPr/>
              <p:nvPr/>
            </p:nvSpPr>
            <p:spPr>
              <a:xfrm>
                <a:off x="1992450" y="1844775"/>
                <a:ext cx="2825" cy="10200"/>
              </a:xfrm>
              <a:custGeom>
                <a:rect b="b" l="l" r="r" t="t"/>
                <a:pathLst>
                  <a:path extrusionOk="0" h="408" w="113">
                    <a:moveTo>
                      <a:pt x="85" y="0"/>
                    </a:moveTo>
                    <a:cubicBezTo>
                      <a:pt x="74" y="0"/>
                      <a:pt x="63" y="6"/>
                      <a:pt x="63" y="18"/>
                    </a:cubicBezTo>
                    <a:cubicBezTo>
                      <a:pt x="47" y="76"/>
                      <a:pt x="38" y="134"/>
                      <a:pt x="30" y="192"/>
                    </a:cubicBezTo>
                    <a:cubicBezTo>
                      <a:pt x="22" y="250"/>
                      <a:pt x="13" y="308"/>
                      <a:pt x="5" y="366"/>
                    </a:cubicBezTo>
                    <a:cubicBezTo>
                      <a:pt x="1" y="393"/>
                      <a:pt x="18" y="408"/>
                      <a:pt x="36" y="408"/>
                    </a:cubicBezTo>
                    <a:cubicBezTo>
                      <a:pt x="52" y="408"/>
                      <a:pt x="68" y="397"/>
                      <a:pt x="71" y="374"/>
                    </a:cubicBezTo>
                    <a:cubicBezTo>
                      <a:pt x="80" y="316"/>
                      <a:pt x="88" y="258"/>
                      <a:pt x="96" y="200"/>
                    </a:cubicBezTo>
                    <a:cubicBezTo>
                      <a:pt x="105" y="142"/>
                      <a:pt x="113" y="84"/>
                      <a:pt x="113" y="26"/>
                    </a:cubicBezTo>
                    <a:cubicBezTo>
                      <a:pt x="113" y="8"/>
                      <a:pt x="99" y="0"/>
                      <a:pt x="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1" name="Google Shape;6271;p20"/>
              <p:cNvSpPr/>
              <p:nvPr/>
            </p:nvSpPr>
            <p:spPr>
              <a:xfrm>
                <a:off x="1991125" y="1827750"/>
                <a:ext cx="1475" cy="7900"/>
              </a:xfrm>
              <a:custGeom>
                <a:rect b="b" l="l" r="r" t="t"/>
                <a:pathLst>
                  <a:path extrusionOk="0" h="316" w="59">
                    <a:moveTo>
                      <a:pt x="29" y="1"/>
                    </a:moveTo>
                    <a:cubicBezTo>
                      <a:pt x="21" y="1"/>
                      <a:pt x="13" y="7"/>
                      <a:pt x="8" y="19"/>
                    </a:cubicBezTo>
                    <a:cubicBezTo>
                      <a:pt x="8" y="44"/>
                      <a:pt x="0" y="61"/>
                      <a:pt x="0" y="86"/>
                    </a:cubicBezTo>
                    <a:cubicBezTo>
                      <a:pt x="0" y="111"/>
                      <a:pt x="0" y="127"/>
                      <a:pt x="0" y="152"/>
                    </a:cubicBezTo>
                    <a:lnTo>
                      <a:pt x="0" y="285"/>
                    </a:lnTo>
                    <a:cubicBezTo>
                      <a:pt x="0" y="305"/>
                      <a:pt x="15" y="316"/>
                      <a:pt x="29" y="316"/>
                    </a:cubicBezTo>
                    <a:cubicBezTo>
                      <a:pt x="44" y="316"/>
                      <a:pt x="58" y="305"/>
                      <a:pt x="58" y="285"/>
                    </a:cubicBezTo>
                    <a:lnTo>
                      <a:pt x="58" y="152"/>
                    </a:lnTo>
                    <a:cubicBezTo>
                      <a:pt x="58" y="127"/>
                      <a:pt x="58" y="111"/>
                      <a:pt x="58" y="86"/>
                    </a:cubicBezTo>
                    <a:cubicBezTo>
                      <a:pt x="58" y="61"/>
                      <a:pt x="58" y="44"/>
                      <a:pt x="50" y="19"/>
                    </a:cubicBezTo>
                    <a:cubicBezTo>
                      <a:pt x="46" y="7"/>
                      <a:pt x="37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2" name="Google Shape;6272;p20"/>
              <p:cNvSpPr/>
              <p:nvPr/>
            </p:nvSpPr>
            <p:spPr>
              <a:xfrm>
                <a:off x="1990500" y="1814725"/>
                <a:ext cx="1675" cy="8150"/>
              </a:xfrm>
              <a:custGeom>
                <a:rect b="b" l="l" r="r" t="t"/>
                <a:pathLst>
                  <a:path extrusionOk="0" h="326" w="67">
                    <a:moveTo>
                      <a:pt x="55" y="1"/>
                    </a:moveTo>
                    <a:cubicBezTo>
                      <a:pt x="50" y="1"/>
                      <a:pt x="45" y="3"/>
                      <a:pt x="42" y="10"/>
                    </a:cubicBezTo>
                    <a:cubicBezTo>
                      <a:pt x="17" y="101"/>
                      <a:pt x="9" y="201"/>
                      <a:pt x="0" y="300"/>
                    </a:cubicBezTo>
                    <a:cubicBezTo>
                      <a:pt x="0" y="308"/>
                      <a:pt x="17" y="325"/>
                      <a:pt x="25" y="325"/>
                    </a:cubicBezTo>
                    <a:cubicBezTo>
                      <a:pt x="33" y="325"/>
                      <a:pt x="42" y="317"/>
                      <a:pt x="50" y="300"/>
                    </a:cubicBezTo>
                    <a:cubicBezTo>
                      <a:pt x="58" y="209"/>
                      <a:pt x="67" y="110"/>
                      <a:pt x="67" y="10"/>
                    </a:cubicBezTo>
                    <a:cubicBezTo>
                      <a:pt x="67" y="5"/>
                      <a:pt x="61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3" name="Google Shape;6273;p20"/>
              <p:cNvSpPr/>
              <p:nvPr/>
            </p:nvSpPr>
            <p:spPr>
              <a:xfrm>
                <a:off x="1995675" y="1808125"/>
                <a:ext cx="3050" cy="14925"/>
              </a:xfrm>
              <a:custGeom>
                <a:rect b="b" l="l" r="r" t="t"/>
                <a:pathLst>
                  <a:path extrusionOk="0" h="597" w="122">
                    <a:moveTo>
                      <a:pt x="104" y="0"/>
                    </a:moveTo>
                    <a:cubicBezTo>
                      <a:pt x="99" y="0"/>
                      <a:pt x="94" y="3"/>
                      <a:pt x="92" y="9"/>
                    </a:cubicBezTo>
                    <a:cubicBezTo>
                      <a:pt x="42" y="92"/>
                      <a:pt x="17" y="191"/>
                      <a:pt x="17" y="282"/>
                    </a:cubicBezTo>
                    <a:lnTo>
                      <a:pt x="9" y="282"/>
                    </a:lnTo>
                    <a:cubicBezTo>
                      <a:pt x="0" y="382"/>
                      <a:pt x="9" y="481"/>
                      <a:pt x="34" y="572"/>
                    </a:cubicBezTo>
                    <a:cubicBezTo>
                      <a:pt x="37" y="589"/>
                      <a:pt x="48" y="596"/>
                      <a:pt x="60" y="596"/>
                    </a:cubicBezTo>
                    <a:cubicBezTo>
                      <a:pt x="78" y="596"/>
                      <a:pt x="96" y="581"/>
                      <a:pt x="92" y="556"/>
                    </a:cubicBezTo>
                    <a:cubicBezTo>
                      <a:pt x="75" y="465"/>
                      <a:pt x="75" y="382"/>
                      <a:pt x="75" y="291"/>
                    </a:cubicBezTo>
                    <a:cubicBezTo>
                      <a:pt x="83" y="200"/>
                      <a:pt x="108" y="108"/>
                      <a:pt x="116" y="26"/>
                    </a:cubicBezTo>
                    <a:cubicBezTo>
                      <a:pt x="122" y="10"/>
                      <a:pt x="11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4" name="Google Shape;6274;p20"/>
              <p:cNvSpPr/>
              <p:nvPr/>
            </p:nvSpPr>
            <p:spPr>
              <a:xfrm>
                <a:off x="1987800" y="1875650"/>
                <a:ext cx="5400" cy="24850"/>
              </a:xfrm>
              <a:custGeom>
                <a:rect b="b" l="l" r="r" t="t"/>
                <a:pathLst>
                  <a:path extrusionOk="0" h="994" w="216">
                    <a:moveTo>
                      <a:pt x="186" y="1"/>
                    </a:moveTo>
                    <a:cubicBezTo>
                      <a:pt x="179" y="1"/>
                      <a:pt x="172" y="3"/>
                      <a:pt x="166" y="9"/>
                    </a:cubicBezTo>
                    <a:cubicBezTo>
                      <a:pt x="133" y="34"/>
                      <a:pt x="125" y="75"/>
                      <a:pt x="108" y="117"/>
                    </a:cubicBezTo>
                    <a:cubicBezTo>
                      <a:pt x="92" y="150"/>
                      <a:pt x="83" y="191"/>
                      <a:pt x="75" y="233"/>
                    </a:cubicBezTo>
                    <a:cubicBezTo>
                      <a:pt x="50" y="307"/>
                      <a:pt x="42" y="390"/>
                      <a:pt x="34" y="465"/>
                    </a:cubicBezTo>
                    <a:cubicBezTo>
                      <a:pt x="17" y="631"/>
                      <a:pt x="9" y="796"/>
                      <a:pt x="1" y="962"/>
                    </a:cubicBezTo>
                    <a:cubicBezTo>
                      <a:pt x="1" y="983"/>
                      <a:pt x="17" y="993"/>
                      <a:pt x="35" y="993"/>
                    </a:cubicBezTo>
                    <a:cubicBezTo>
                      <a:pt x="52" y="993"/>
                      <a:pt x="71" y="983"/>
                      <a:pt x="75" y="962"/>
                    </a:cubicBezTo>
                    <a:cubicBezTo>
                      <a:pt x="83" y="805"/>
                      <a:pt x="108" y="647"/>
                      <a:pt x="133" y="490"/>
                    </a:cubicBezTo>
                    <a:cubicBezTo>
                      <a:pt x="141" y="407"/>
                      <a:pt x="158" y="332"/>
                      <a:pt x="175" y="249"/>
                    </a:cubicBezTo>
                    <a:cubicBezTo>
                      <a:pt x="183" y="216"/>
                      <a:pt x="191" y="175"/>
                      <a:pt x="199" y="133"/>
                    </a:cubicBezTo>
                    <a:cubicBezTo>
                      <a:pt x="199" y="100"/>
                      <a:pt x="216" y="67"/>
                      <a:pt x="208" y="26"/>
                    </a:cubicBezTo>
                    <a:cubicBezTo>
                      <a:pt x="208" y="10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5" name="Google Shape;6275;p20"/>
              <p:cNvSpPr/>
              <p:nvPr/>
            </p:nvSpPr>
            <p:spPr>
              <a:xfrm>
                <a:off x="2001375" y="1830125"/>
                <a:ext cx="1975" cy="11375"/>
              </a:xfrm>
              <a:custGeom>
                <a:rect b="b" l="l" r="r" t="t"/>
                <a:pathLst>
                  <a:path extrusionOk="0" h="455" w="79">
                    <a:moveTo>
                      <a:pt x="58" y="1"/>
                    </a:moveTo>
                    <a:cubicBezTo>
                      <a:pt x="52" y="1"/>
                      <a:pt x="46" y="5"/>
                      <a:pt x="46" y="16"/>
                    </a:cubicBezTo>
                    <a:cubicBezTo>
                      <a:pt x="21" y="148"/>
                      <a:pt x="13" y="289"/>
                      <a:pt x="4" y="430"/>
                    </a:cubicBezTo>
                    <a:cubicBezTo>
                      <a:pt x="0" y="446"/>
                      <a:pt x="13" y="455"/>
                      <a:pt x="27" y="455"/>
                    </a:cubicBezTo>
                    <a:cubicBezTo>
                      <a:pt x="42" y="455"/>
                      <a:pt x="58" y="446"/>
                      <a:pt x="62" y="430"/>
                    </a:cubicBezTo>
                    <a:cubicBezTo>
                      <a:pt x="71" y="297"/>
                      <a:pt x="79" y="156"/>
                      <a:pt x="79" y="24"/>
                    </a:cubicBezTo>
                    <a:cubicBezTo>
                      <a:pt x="79" y="9"/>
                      <a:pt x="68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6" name="Google Shape;6276;p20"/>
              <p:cNvSpPr/>
              <p:nvPr/>
            </p:nvSpPr>
            <p:spPr>
              <a:xfrm>
                <a:off x="1995675" y="1786925"/>
                <a:ext cx="2100" cy="11150"/>
              </a:xfrm>
              <a:custGeom>
                <a:rect b="b" l="l" r="r" t="t"/>
                <a:pathLst>
                  <a:path extrusionOk="0" h="446" w="84">
                    <a:moveTo>
                      <a:pt x="46" y="0"/>
                    </a:moveTo>
                    <a:cubicBezTo>
                      <a:pt x="38" y="0"/>
                      <a:pt x="29" y="4"/>
                      <a:pt x="25" y="12"/>
                    </a:cubicBezTo>
                    <a:cubicBezTo>
                      <a:pt x="0" y="78"/>
                      <a:pt x="0" y="153"/>
                      <a:pt x="0" y="211"/>
                    </a:cubicBezTo>
                    <a:cubicBezTo>
                      <a:pt x="0" y="285"/>
                      <a:pt x="0" y="352"/>
                      <a:pt x="17" y="418"/>
                    </a:cubicBezTo>
                    <a:cubicBezTo>
                      <a:pt x="17" y="437"/>
                      <a:pt x="31" y="446"/>
                      <a:pt x="45" y="446"/>
                    </a:cubicBezTo>
                    <a:cubicBezTo>
                      <a:pt x="50" y="446"/>
                      <a:pt x="54" y="445"/>
                      <a:pt x="58" y="443"/>
                    </a:cubicBezTo>
                    <a:cubicBezTo>
                      <a:pt x="75" y="443"/>
                      <a:pt x="83" y="426"/>
                      <a:pt x="75" y="401"/>
                    </a:cubicBezTo>
                    <a:cubicBezTo>
                      <a:pt x="67" y="343"/>
                      <a:pt x="67" y="277"/>
                      <a:pt x="67" y="211"/>
                    </a:cubicBezTo>
                    <a:cubicBezTo>
                      <a:pt x="58" y="145"/>
                      <a:pt x="67" y="87"/>
                      <a:pt x="67" y="20"/>
                    </a:cubicBezTo>
                    <a:cubicBezTo>
                      <a:pt x="67" y="7"/>
                      <a:pt x="57" y="0"/>
                      <a:pt x="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7" name="Google Shape;6277;p20"/>
              <p:cNvSpPr/>
              <p:nvPr/>
            </p:nvSpPr>
            <p:spPr>
              <a:xfrm>
                <a:off x="1979525" y="1915750"/>
                <a:ext cx="3700" cy="40050"/>
              </a:xfrm>
              <a:custGeom>
                <a:rect b="b" l="l" r="r" t="t"/>
                <a:pathLst>
                  <a:path extrusionOk="0" h="1602" w="148">
                    <a:moveTo>
                      <a:pt x="98" y="0"/>
                    </a:moveTo>
                    <a:cubicBezTo>
                      <a:pt x="93" y="0"/>
                      <a:pt x="88" y="2"/>
                      <a:pt x="83" y="4"/>
                    </a:cubicBezTo>
                    <a:cubicBezTo>
                      <a:pt x="25" y="21"/>
                      <a:pt x="17" y="79"/>
                      <a:pt x="17" y="137"/>
                    </a:cubicBezTo>
                    <a:cubicBezTo>
                      <a:pt x="8" y="203"/>
                      <a:pt x="8" y="269"/>
                      <a:pt x="8" y="344"/>
                    </a:cubicBezTo>
                    <a:cubicBezTo>
                      <a:pt x="8" y="476"/>
                      <a:pt x="8" y="617"/>
                      <a:pt x="8" y="750"/>
                    </a:cubicBezTo>
                    <a:cubicBezTo>
                      <a:pt x="8" y="882"/>
                      <a:pt x="0" y="1023"/>
                      <a:pt x="8" y="1156"/>
                    </a:cubicBezTo>
                    <a:cubicBezTo>
                      <a:pt x="8" y="1297"/>
                      <a:pt x="17" y="1438"/>
                      <a:pt x="25" y="1570"/>
                    </a:cubicBezTo>
                    <a:cubicBezTo>
                      <a:pt x="25" y="1591"/>
                      <a:pt x="39" y="1601"/>
                      <a:pt x="54" y="1601"/>
                    </a:cubicBezTo>
                    <a:cubicBezTo>
                      <a:pt x="68" y="1601"/>
                      <a:pt x="83" y="1591"/>
                      <a:pt x="83" y="1570"/>
                    </a:cubicBezTo>
                    <a:cubicBezTo>
                      <a:pt x="100" y="1313"/>
                      <a:pt x="116" y="1056"/>
                      <a:pt x="124" y="791"/>
                    </a:cubicBezTo>
                    <a:cubicBezTo>
                      <a:pt x="124" y="667"/>
                      <a:pt x="124" y="534"/>
                      <a:pt x="124" y="402"/>
                    </a:cubicBezTo>
                    <a:cubicBezTo>
                      <a:pt x="124" y="336"/>
                      <a:pt x="133" y="278"/>
                      <a:pt x="133" y="211"/>
                    </a:cubicBezTo>
                    <a:cubicBezTo>
                      <a:pt x="133" y="162"/>
                      <a:pt x="133" y="112"/>
                      <a:pt x="141" y="62"/>
                    </a:cubicBezTo>
                    <a:cubicBezTo>
                      <a:pt x="148" y="34"/>
                      <a:pt x="126" y="0"/>
                      <a:pt x="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8" name="Google Shape;6278;p20"/>
              <p:cNvSpPr/>
              <p:nvPr/>
            </p:nvSpPr>
            <p:spPr>
              <a:xfrm>
                <a:off x="1984900" y="1926450"/>
                <a:ext cx="2200" cy="15050"/>
              </a:xfrm>
              <a:custGeom>
                <a:rect b="b" l="l" r="r" t="t"/>
                <a:pathLst>
                  <a:path extrusionOk="0" h="602" w="88">
                    <a:moveTo>
                      <a:pt x="50" y="0"/>
                    </a:moveTo>
                    <a:cubicBezTo>
                      <a:pt x="44" y="0"/>
                      <a:pt x="37" y="5"/>
                      <a:pt x="34" y="15"/>
                    </a:cubicBezTo>
                    <a:cubicBezTo>
                      <a:pt x="17" y="57"/>
                      <a:pt x="9" y="106"/>
                      <a:pt x="9" y="148"/>
                    </a:cubicBezTo>
                    <a:cubicBezTo>
                      <a:pt x="1" y="198"/>
                      <a:pt x="1" y="239"/>
                      <a:pt x="1" y="289"/>
                    </a:cubicBezTo>
                    <a:cubicBezTo>
                      <a:pt x="1" y="380"/>
                      <a:pt x="9" y="471"/>
                      <a:pt x="17" y="570"/>
                    </a:cubicBezTo>
                    <a:cubicBezTo>
                      <a:pt x="21" y="591"/>
                      <a:pt x="40" y="602"/>
                      <a:pt x="56" y="602"/>
                    </a:cubicBezTo>
                    <a:cubicBezTo>
                      <a:pt x="73" y="602"/>
                      <a:pt x="88" y="591"/>
                      <a:pt x="83" y="570"/>
                    </a:cubicBezTo>
                    <a:cubicBezTo>
                      <a:pt x="75" y="479"/>
                      <a:pt x="67" y="388"/>
                      <a:pt x="67" y="297"/>
                    </a:cubicBezTo>
                    <a:cubicBezTo>
                      <a:pt x="67" y="247"/>
                      <a:pt x="67" y="206"/>
                      <a:pt x="75" y="156"/>
                    </a:cubicBezTo>
                    <a:cubicBezTo>
                      <a:pt x="75" y="115"/>
                      <a:pt x="75" y="65"/>
                      <a:pt x="75" y="24"/>
                    </a:cubicBezTo>
                    <a:cubicBezTo>
                      <a:pt x="70" y="9"/>
                      <a:pt x="60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9" name="Google Shape;6279;p20"/>
              <p:cNvSpPr/>
              <p:nvPr/>
            </p:nvSpPr>
            <p:spPr>
              <a:xfrm>
                <a:off x="1907025" y="1838950"/>
                <a:ext cx="6025" cy="34650"/>
              </a:xfrm>
              <a:custGeom>
                <a:rect b="b" l="l" r="r" t="t"/>
                <a:pathLst>
                  <a:path extrusionOk="0" h="1386" w="241">
                    <a:moveTo>
                      <a:pt x="198" y="0"/>
                    </a:moveTo>
                    <a:cubicBezTo>
                      <a:pt x="187" y="0"/>
                      <a:pt x="174" y="6"/>
                      <a:pt x="166" y="19"/>
                    </a:cubicBezTo>
                    <a:cubicBezTo>
                      <a:pt x="149" y="44"/>
                      <a:pt x="133" y="60"/>
                      <a:pt x="124" y="93"/>
                    </a:cubicBezTo>
                    <a:cubicBezTo>
                      <a:pt x="116" y="118"/>
                      <a:pt x="116" y="143"/>
                      <a:pt x="108" y="168"/>
                    </a:cubicBezTo>
                    <a:cubicBezTo>
                      <a:pt x="100" y="226"/>
                      <a:pt x="91" y="284"/>
                      <a:pt x="75" y="342"/>
                    </a:cubicBezTo>
                    <a:cubicBezTo>
                      <a:pt x="58" y="458"/>
                      <a:pt x="50" y="566"/>
                      <a:pt x="33" y="682"/>
                    </a:cubicBezTo>
                    <a:cubicBezTo>
                      <a:pt x="25" y="789"/>
                      <a:pt x="17" y="905"/>
                      <a:pt x="8" y="1021"/>
                    </a:cubicBezTo>
                    <a:cubicBezTo>
                      <a:pt x="8" y="1129"/>
                      <a:pt x="0" y="1245"/>
                      <a:pt x="17" y="1361"/>
                    </a:cubicBezTo>
                    <a:cubicBezTo>
                      <a:pt x="17" y="1378"/>
                      <a:pt x="33" y="1386"/>
                      <a:pt x="50" y="1386"/>
                    </a:cubicBezTo>
                    <a:cubicBezTo>
                      <a:pt x="66" y="1386"/>
                      <a:pt x="83" y="1378"/>
                      <a:pt x="83" y="1361"/>
                    </a:cubicBezTo>
                    <a:cubicBezTo>
                      <a:pt x="108" y="1245"/>
                      <a:pt x="108" y="1129"/>
                      <a:pt x="116" y="1021"/>
                    </a:cubicBezTo>
                    <a:cubicBezTo>
                      <a:pt x="124" y="905"/>
                      <a:pt x="141" y="798"/>
                      <a:pt x="149" y="690"/>
                    </a:cubicBezTo>
                    <a:cubicBezTo>
                      <a:pt x="166" y="574"/>
                      <a:pt x="174" y="466"/>
                      <a:pt x="199" y="350"/>
                    </a:cubicBezTo>
                    <a:cubicBezTo>
                      <a:pt x="207" y="301"/>
                      <a:pt x="216" y="243"/>
                      <a:pt x="224" y="185"/>
                    </a:cubicBezTo>
                    <a:cubicBezTo>
                      <a:pt x="224" y="160"/>
                      <a:pt x="232" y="127"/>
                      <a:pt x="232" y="102"/>
                    </a:cubicBezTo>
                    <a:cubicBezTo>
                      <a:pt x="240" y="69"/>
                      <a:pt x="232" y="52"/>
                      <a:pt x="224" y="19"/>
                    </a:cubicBezTo>
                    <a:cubicBezTo>
                      <a:pt x="220" y="6"/>
                      <a:pt x="209" y="0"/>
                      <a:pt x="1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0" name="Google Shape;6280;p20"/>
              <p:cNvSpPr/>
              <p:nvPr/>
            </p:nvSpPr>
            <p:spPr>
              <a:xfrm>
                <a:off x="1914275" y="1830450"/>
                <a:ext cx="2100" cy="4850"/>
              </a:xfrm>
              <a:custGeom>
                <a:rect b="b" l="l" r="r" t="t"/>
                <a:pathLst>
                  <a:path extrusionOk="0" h="194" w="84">
                    <a:moveTo>
                      <a:pt x="42" y="1"/>
                    </a:moveTo>
                    <a:cubicBezTo>
                      <a:pt x="31" y="1"/>
                      <a:pt x="21" y="7"/>
                      <a:pt x="17" y="19"/>
                    </a:cubicBezTo>
                    <a:cubicBezTo>
                      <a:pt x="8" y="36"/>
                      <a:pt x="8" y="69"/>
                      <a:pt x="8" y="85"/>
                    </a:cubicBezTo>
                    <a:cubicBezTo>
                      <a:pt x="8" y="110"/>
                      <a:pt x="8" y="135"/>
                      <a:pt x="8" y="160"/>
                    </a:cubicBezTo>
                    <a:cubicBezTo>
                      <a:pt x="0" y="177"/>
                      <a:pt x="25" y="193"/>
                      <a:pt x="42" y="193"/>
                    </a:cubicBezTo>
                    <a:cubicBezTo>
                      <a:pt x="58" y="193"/>
                      <a:pt x="83" y="177"/>
                      <a:pt x="83" y="160"/>
                    </a:cubicBezTo>
                    <a:cubicBezTo>
                      <a:pt x="75" y="135"/>
                      <a:pt x="75" y="110"/>
                      <a:pt x="75" y="85"/>
                    </a:cubicBezTo>
                    <a:cubicBezTo>
                      <a:pt x="75" y="61"/>
                      <a:pt x="75" y="36"/>
                      <a:pt x="66" y="19"/>
                    </a:cubicBezTo>
                    <a:cubicBezTo>
                      <a:pt x="62" y="7"/>
                      <a:pt x="52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1" name="Google Shape;6281;p20"/>
              <p:cNvSpPr/>
              <p:nvPr/>
            </p:nvSpPr>
            <p:spPr>
              <a:xfrm>
                <a:off x="1918625" y="1821775"/>
                <a:ext cx="3950" cy="15175"/>
              </a:xfrm>
              <a:custGeom>
                <a:rect b="b" l="l" r="r" t="t"/>
                <a:pathLst>
                  <a:path extrusionOk="0" h="607" w="158">
                    <a:moveTo>
                      <a:pt x="139" y="1"/>
                    </a:moveTo>
                    <a:cubicBezTo>
                      <a:pt x="133" y="1"/>
                      <a:pt x="128" y="4"/>
                      <a:pt x="124" y="10"/>
                    </a:cubicBezTo>
                    <a:cubicBezTo>
                      <a:pt x="66" y="84"/>
                      <a:pt x="42" y="184"/>
                      <a:pt x="25" y="283"/>
                    </a:cubicBezTo>
                    <a:cubicBezTo>
                      <a:pt x="0" y="383"/>
                      <a:pt x="0" y="482"/>
                      <a:pt x="8" y="582"/>
                    </a:cubicBezTo>
                    <a:cubicBezTo>
                      <a:pt x="8" y="598"/>
                      <a:pt x="23" y="606"/>
                      <a:pt x="37" y="606"/>
                    </a:cubicBezTo>
                    <a:cubicBezTo>
                      <a:pt x="52" y="606"/>
                      <a:pt x="66" y="598"/>
                      <a:pt x="66" y="582"/>
                    </a:cubicBezTo>
                    <a:cubicBezTo>
                      <a:pt x="58" y="482"/>
                      <a:pt x="66" y="391"/>
                      <a:pt x="91" y="292"/>
                    </a:cubicBezTo>
                    <a:cubicBezTo>
                      <a:pt x="108" y="200"/>
                      <a:pt x="141" y="109"/>
                      <a:pt x="158" y="18"/>
                    </a:cubicBezTo>
                    <a:cubicBezTo>
                      <a:pt x="158" y="8"/>
                      <a:pt x="148" y="1"/>
                      <a:pt x="1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2" name="Google Shape;6282;p20"/>
              <p:cNvSpPr/>
              <p:nvPr/>
            </p:nvSpPr>
            <p:spPr>
              <a:xfrm>
                <a:off x="1919125" y="1804300"/>
                <a:ext cx="3175" cy="6550"/>
              </a:xfrm>
              <a:custGeom>
                <a:rect b="b" l="l" r="r" t="t"/>
                <a:pathLst>
                  <a:path extrusionOk="0" h="262" w="127">
                    <a:moveTo>
                      <a:pt x="106" y="1"/>
                    </a:moveTo>
                    <a:cubicBezTo>
                      <a:pt x="100" y="1"/>
                      <a:pt x="94" y="4"/>
                      <a:pt x="88" y="13"/>
                    </a:cubicBezTo>
                    <a:cubicBezTo>
                      <a:pt x="63" y="38"/>
                      <a:pt x="55" y="79"/>
                      <a:pt x="38" y="112"/>
                    </a:cubicBezTo>
                    <a:cubicBezTo>
                      <a:pt x="22" y="145"/>
                      <a:pt x="13" y="187"/>
                      <a:pt x="5" y="228"/>
                    </a:cubicBezTo>
                    <a:cubicBezTo>
                      <a:pt x="0" y="248"/>
                      <a:pt x="15" y="261"/>
                      <a:pt x="30" y="261"/>
                    </a:cubicBezTo>
                    <a:cubicBezTo>
                      <a:pt x="40" y="261"/>
                      <a:pt x="51" y="254"/>
                      <a:pt x="55" y="237"/>
                    </a:cubicBezTo>
                    <a:cubicBezTo>
                      <a:pt x="63" y="203"/>
                      <a:pt x="80" y="170"/>
                      <a:pt x="88" y="129"/>
                    </a:cubicBezTo>
                    <a:cubicBezTo>
                      <a:pt x="96" y="96"/>
                      <a:pt x="113" y="63"/>
                      <a:pt x="121" y="29"/>
                    </a:cubicBezTo>
                    <a:cubicBezTo>
                      <a:pt x="126" y="13"/>
                      <a:pt x="118" y="1"/>
                      <a:pt x="1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3" name="Google Shape;6283;p20"/>
              <p:cNvSpPr/>
              <p:nvPr/>
            </p:nvSpPr>
            <p:spPr>
              <a:xfrm>
                <a:off x="1921100" y="1783650"/>
                <a:ext cx="3550" cy="11875"/>
              </a:xfrm>
              <a:custGeom>
                <a:rect b="b" l="l" r="r" t="t"/>
                <a:pathLst>
                  <a:path extrusionOk="0" h="475" w="142">
                    <a:moveTo>
                      <a:pt x="116" y="1"/>
                    </a:moveTo>
                    <a:cubicBezTo>
                      <a:pt x="104" y="1"/>
                      <a:pt x="91" y="7"/>
                      <a:pt x="83" y="19"/>
                    </a:cubicBezTo>
                    <a:cubicBezTo>
                      <a:pt x="59" y="85"/>
                      <a:pt x="50" y="151"/>
                      <a:pt x="34" y="218"/>
                    </a:cubicBezTo>
                    <a:cubicBezTo>
                      <a:pt x="25" y="292"/>
                      <a:pt x="17" y="358"/>
                      <a:pt x="1" y="425"/>
                    </a:cubicBezTo>
                    <a:cubicBezTo>
                      <a:pt x="1" y="450"/>
                      <a:pt x="9" y="466"/>
                      <a:pt x="25" y="474"/>
                    </a:cubicBezTo>
                    <a:cubicBezTo>
                      <a:pt x="50" y="474"/>
                      <a:pt x="67" y="466"/>
                      <a:pt x="75" y="450"/>
                    </a:cubicBezTo>
                    <a:cubicBezTo>
                      <a:pt x="83" y="375"/>
                      <a:pt x="100" y="309"/>
                      <a:pt x="117" y="242"/>
                    </a:cubicBezTo>
                    <a:cubicBezTo>
                      <a:pt x="133" y="168"/>
                      <a:pt x="141" y="102"/>
                      <a:pt x="141" y="27"/>
                    </a:cubicBezTo>
                    <a:cubicBezTo>
                      <a:pt x="141" y="9"/>
                      <a:pt x="130" y="1"/>
                      <a:pt x="1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4" name="Google Shape;6284;p20"/>
              <p:cNvSpPr/>
              <p:nvPr/>
            </p:nvSpPr>
            <p:spPr>
              <a:xfrm>
                <a:off x="1919850" y="1764850"/>
                <a:ext cx="2100" cy="7225"/>
              </a:xfrm>
              <a:custGeom>
                <a:rect b="b" l="l" r="r" t="t"/>
                <a:pathLst>
                  <a:path extrusionOk="0" h="289" w="84">
                    <a:moveTo>
                      <a:pt x="63" y="1"/>
                    </a:moveTo>
                    <a:cubicBezTo>
                      <a:pt x="55" y="1"/>
                      <a:pt x="46" y="5"/>
                      <a:pt x="42" y="17"/>
                    </a:cubicBezTo>
                    <a:cubicBezTo>
                      <a:pt x="34" y="58"/>
                      <a:pt x="26" y="100"/>
                      <a:pt x="17" y="141"/>
                    </a:cubicBezTo>
                    <a:lnTo>
                      <a:pt x="17" y="133"/>
                    </a:lnTo>
                    <a:cubicBezTo>
                      <a:pt x="17" y="182"/>
                      <a:pt x="9" y="224"/>
                      <a:pt x="1" y="265"/>
                    </a:cubicBezTo>
                    <a:cubicBezTo>
                      <a:pt x="1" y="280"/>
                      <a:pt x="18" y="289"/>
                      <a:pt x="33" y="289"/>
                    </a:cubicBezTo>
                    <a:cubicBezTo>
                      <a:pt x="45" y="289"/>
                      <a:pt x="55" y="284"/>
                      <a:pt x="59" y="274"/>
                    </a:cubicBezTo>
                    <a:cubicBezTo>
                      <a:pt x="59" y="224"/>
                      <a:pt x="67" y="182"/>
                      <a:pt x="75" y="141"/>
                    </a:cubicBezTo>
                    <a:cubicBezTo>
                      <a:pt x="75" y="100"/>
                      <a:pt x="84" y="58"/>
                      <a:pt x="84" y="17"/>
                    </a:cubicBezTo>
                    <a:cubicBezTo>
                      <a:pt x="84" y="8"/>
                      <a:pt x="74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5" name="Google Shape;6285;p20"/>
              <p:cNvSpPr/>
              <p:nvPr/>
            </p:nvSpPr>
            <p:spPr>
              <a:xfrm>
                <a:off x="1894000" y="1678200"/>
                <a:ext cx="10625" cy="34325"/>
              </a:xfrm>
              <a:custGeom>
                <a:rect b="b" l="l" r="r" t="t"/>
                <a:pathLst>
                  <a:path extrusionOk="0" h="1373" w="425">
                    <a:moveTo>
                      <a:pt x="57" y="1"/>
                    </a:moveTo>
                    <a:cubicBezTo>
                      <a:pt x="28" y="1"/>
                      <a:pt x="1" y="18"/>
                      <a:pt x="8" y="52"/>
                    </a:cubicBezTo>
                    <a:cubicBezTo>
                      <a:pt x="24" y="276"/>
                      <a:pt x="65" y="500"/>
                      <a:pt x="123" y="724"/>
                    </a:cubicBezTo>
                    <a:cubicBezTo>
                      <a:pt x="173" y="939"/>
                      <a:pt x="248" y="1146"/>
                      <a:pt x="347" y="1353"/>
                    </a:cubicBezTo>
                    <a:cubicBezTo>
                      <a:pt x="353" y="1367"/>
                      <a:pt x="363" y="1372"/>
                      <a:pt x="375" y="1372"/>
                    </a:cubicBezTo>
                    <a:cubicBezTo>
                      <a:pt x="398" y="1372"/>
                      <a:pt x="425" y="1348"/>
                      <a:pt x="413" y="1320"/>
                    </a:cubicBezTo>
                    <a:cubicBezTo>
                      <a:pt x="347" y="1113"/>
                      <a:pt x="281" y="906"/>
                      <a:pt x="231" y="690"/>
                    </a:cubicBezTo>
                    <a:cubicBezTo>
                      <a:pt x="181" y="492"/>
                      <a:pt x="157" y="301"/>
                      <a:pt x="123" y="102"/>
                    </a:cubicBezTo>
                    <a:cubicBezTo>
                      <a:pt x="140" y="94"/>
                      <a:pt x="140" y="77"/>
                      <a:pt x="140" y="69"/>
                    </a:cubicBezTo>
                    <a:cubicBezTo>
                      <a:pt x="132" y="36"/>
                      <a:pt x="107" y="3"/>
                      <a:pt x="74" y="3"/>
                    </a:cubicBezTo>
                    <a:cubicBezTo>
                      <a:pt x="68" y="1"/>
                      <a:pt x="63" y="1"/>
                      <a:pt x="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6" name="Google Shape;6286;p20"/>
              <p:cNvSpPr/>
              <p:nvPr/>
            </p:nvSpPr>
            <p:spPr>
              <a:xfrm>
                <a:off x="1899000" y="1681275"/>
                <a:ext cx="4525" cy="8400"/>
              </a:xfrm>
              <a:custGeom>
                <a:rect b="b" l="l" r="r" t="t"/>
                <a:pathLst>
                  <a:path extrusionOk="0" h="336" w="181">
                    <a:moveTo>
                      <a:pt x="33" y="0"/>
                    </a:moveTo>
                    <a:cubicBezTo>
                      <a:pt x="17" y="0"/>
                      <a:pt x="1" y="13"/>
                      <a:pt x="6" y="29"/>
                    </a:cubicBezTo>
                    <a:cubicBezTo>
                      <a:pt x="31" y="128"/>
                      <a:pt x="64" y="219"/>
                      <a:pt x="97" y="311"/>
                    </a:cubicBezTo>
                    <a:cubicBezTo>
                      <a:pt x="106" y="327"/>
                      <a:pt x="122" y="335"/>
                      <a:pt x="147" y="335"/>
                    </a:cubicBezTo>
                    <a:cubicBezTo>
                      <a:pt x="164" y="327"/>
                      <a:pt x="180" y="311"/>
                      <a:pt x="172" y="286"/>
                    </a:cubicBezTo>
                    <a:cubicBezTo>
                      <a:pt x="131" y="195"/>
                      <a:pt x="97" y="103"/>
                      <a:pt x="56" y="12"/>
                    </a:cubicBezTo>
                    <a:cubicBezTo>
                      <a:pt x="50" y="4"/>
                      <a:pt x="41" y="0"/>
                      <a:pt x="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7" name="Google Shape;6287;p20"/>
              <p:cNvSpPr/>
              <p:nvPr/>
            </p:nvSpPr>
            <p:spPr>
              <a:xfrm>
                <a:off x="1883200" y="1639025"/>
                <a:ext cx="5400" cy="49575"/>
              </a:xfrm>
              <a:custGeom>
                <a:rect b="b" l="l" r="r" t="t"/>
                <a:pathLst>
                  <a:path extrusionOk="0" h="1983" w="216">
                    <a:moveTo>
                      <a:pt x="125" y="1"/>
                    </a:moveTo>
                    <a:cubicBezTo>
                      <a:pt x="114" y="1"/>
                      <a:pt x="104" y="5"/>
                      <a:pt x="100" y="12"/>
                    </a:cubicBezTo>
                    <a:cubicBezTo>
                      <a:pt x="67" y="78"/>
                      <a:pt x="58" y="153"/>
                      <a:pt x="42" y="228"/>
                    </a:cubicBezTo>
                    <a:cubicBezTo>
                      <a:pt x="34" y="294"/>
                      <a:pt x="25" y="368"/>
                      <a:pt x="17" y="435"/>
                    </a:cubicBezTo>
                    <a:cubicBezTo>
                      <a:pt x="0" y="692"/>
                      <a:pt x="0" y="957"/>
                      <a:pt x="25" y="1214"/>
                    </a:cubicBezTo>
                    <a:cubicBezTo>
                      <a:pt x="34" y="1338"/>
                      <a:pt x="50" y="1470"/>
                      <a:pt x="75" y="1595"/>
                    </a:cubicBezTo>
                    <a:cubicBezTo>
                      <a:pt x="100" y="1719"/>
                      <a:pt x="141" y="1843"/>
                      <a:pt x="174" y="1967"/>
                    </a:cubicBezTo>
                    <a:cubicBezTo>
                      <a:pt x="178" y="1978"/>
                      <a:pt x="186" y="1982"/>
                      <a:pt x="194" y="1982"/>
                    </a:cubicBezTo>
                    <a:cubicBezTo>
                      <a:pt x="205" y="1982"/>
                      <a:pt x="216" y="1974"/>
                      <a:pt x="216" y="1959"/>
                    </a:cubicBezTo>
                    <a:cubicBezTo>
                      <a:pt x="191" y="1810"/>
                      <a:pt x="174" y="1669"/>
                      <a:pt x="158" y="1520"/>
                    </a:cubicBezTo>
                    <a:cubicBezTo>
                      <a:pt x="125" y="1272"/>
                      <a:pt x="116" y="1023"/>
                      <a:pt x="116" y="774"/>
                    </a:cubicBezTo>
                    <a:cubicBezTo>
                      <a:pt x="125" y="642"/>
                      <a:pt x="125" y="518"/>
                      <a:pt x="141" y="385"/>
                    </a:cubicBezTo>
                    <a:cubicBezTo>
                      <a:pt x="150" y="269"/>
                      <a:pt x="174" y="145"/>
                      <a:pt x="158" y="20"/>
                    </a:cubicBezTo>
                    <a:cubicBezTo>
                      <a:pt x="153" y="7"/>
                      <a:pt x="139" y="1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8" name="Google Shape;6288;p20"/>
              <p:cNvSpPr/>
              <p:nvPr/>
            </p:nvSpPr>
            <p:spPr>
              <a:xfrm>
                <a:off x="1891275" y="1649925"/>
                <a:ext cx="1900" cy="15400"/>
              </a:xfrm>
              <a:custGeom>
                <a:rect b="b" l="l" r="r" t="t"/>
                <a:pathLst>
                  <a:path extrusionOk="0" h="616" w="76">
                    <a:moveTo>
                      <a:pt x="45" y="0"/>
                    </a:moveTo>
                    <a:cubicBezTo>
                      <a:pt x="37" y="0"/>
                      <a:pt x="29" y="5"/>
                      <a:pt x="25" y="15"/>
                    </a:cubicBezTo>
                    <a:cubicBezTo>
                      <a:pt x="9" y="106"/>
                      <a:pt x="1" y="206"/>
                      <a:pt x="1" y="297"/>
                    </a:cubicBezTo>
                    <a:cubicBezTo>
                      <a:pt x="1" y="388"/>
                      <a:pt x="1" y="488"/>
                      <a:pt x="1" y="579"/>
                    </a:cubicBezTo>
                    <a:cubicBezTo>
                      <a:pt x="5" y="604"/>
                      <a:pt x="23" y="616"/>
                      <a:pt x="40" y="616"/>
                    </a:cubicBezTo>
                    <a:cubicBezTo>
                      <a:pt x="56" y="616"/>
                      <a:pt x="71" y="604"/>
                      <a:pt x="67" y="579"/>
                    </a:cubicBezTo>
                    <a:cubicBezTo>
                      <a:pt x="67" y="488"/>
                      <a:pt x="67" y="396"/>
                      <a:pt x="67" y="305"/>
                    </a:cubicBezTo>
                    <a:cubicBezTo>
                      <a:pt x="67" y="206"/>
                      <a:pt x="75" y="115"/>
                      <a:pt x="67" y="24"/>
                    </a:cubicBezTo>
                    <a:cubicBezTo>
                      <a:pt x="67" y="9"/>
                      <a:pt x="56" y="0"/>
                      <a:pt x="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9" name="Google Shape;6289;p20"/>
              <p:cNvSpPr/>
              <p:nvPr/>
            </p:nvSpPr>
            <p:spPr>
              <a:xfrm>
                <a:off x="1882575" y="1632050"/>
                <a:ext cx="2300" cy="14275"/>
              </a:xfrm>
              <a:custGeom>
                <a:rect b="b" l="l" r="r" t="t"/>
                <a:pathLst>
                  <a:path extrusionOk="0" h="571" w="92">
                    <a:moveTo>
                      <a:pt x="63" y="1"/>
                    </a:moveTo>
                    <a:cubicBezTo>
                      <a:pt x="58" y="1"/>
                      <a:pt x="53" y="4"/>
                      <a:pt x="50" y="9"/>
                    </a:cubicBezTo>
                    <a:cubicBezTo>
                      <a:pt x="9" y="92"/>
                      <a:pt x="9" y="183"/>
                      <a:pt x="1" y="275"/>
                    </a:cubicBezTo>
                    <a:cubicBezTo>
                      <a:pt x="1" y="357"/>
                      <a:pt x="1" y="449"/>
                      <a:pt x="9" y="540"/>
                    </a:cubicBezTo>
                    <a:cubicBezTo>
                      <a:pt x="9" y="560"/>
                      <a:pt x="23" y="571"/>
                      <a:pt x="38" y="571"/>
                    </a:cubicBezTo>
                    <a:cubicBezTo>
                      <a:pt x="52" y="571"/>
                      <a:pt x="67" y="560"/>
                      <a:pt x="67" y="540"/>
                    </a:cubicBezTo>
                    <a:cubicBezTo>
                      <a:pt x="59" y="457"/>
                      <a:pt x="59" y="366"/>
                      <a:pt x="67" y="283"/>
                    </a:cubicBezTo>
                    <a:cubicBezTo>
                      <a:pt x="67" y="241"/>
                      <a:pt x="75" y="192"/>
                      <a:pt x="83" y="150"/>
                    </a:cubicBezTo>
                    <a:cubicBezTo>
                      <a:pt x="83" y="109"/>
                      <a:pt x="92" y="67"/>
                      <a:pt x="83" y="26"/>
                    </a:cubicBezTo>
                    <a:cubicBezTo>
                      <a:pt x="83" y="10"/>
                      <a:pt x="73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0" name="Google Shape;6290;p20"/>
              <p:cNvSpPr/>
              <p:nvPr/>
            </p:nvSpPr>
            <p:spPr>
              <a:xfrm>
                <a:off x="1881325" y="1616300"/>
                <a:ext cx="3275" cy="17125"/>
              </a:xfrm>
              <a:custGeom>
                <a:rect b="b" l="l" r="r" t="t"/>
                <a:pathLst>
                  <a:path extrusionOk="0" h="685" w="131">
                    <a:moveTo>
                      <a:pt x="111" y="1"/>
                    </a:moveTo>
                    <a:cubicBezTo>
                      <a:pt x="105" y="1"/>
                      <a:pt x="100" y="3"/>
                      <a:pt x="100" y="10"/>
                    </a:cubicBezTo>
                    <a:cubicBezTo>
                      <a:pt x="9" y="209"/>
                      <a:pt x="1" y="441"/>
                      <a:pt x="26" y="656"/>
                    </a:cubicBezTo>
                    <a:cubicBezTo>
                      <a:pt x="26" y="673"/>
                      <a:pt x="44" y="684"/>
                      <a:pt x="60" y="684"/>
                    </a:cubicBezTo>
                    <a:cubicBezTo>
                      <a:pt x="75" y="684"/>
                      <a:pt x="88" y="676"/>
                      <a:pt x="84" y="656"/>
                    </a:cubicBezTo>
                    <a:cubicBezTo>
                      <a:pt x="75" y="548"/>
                      <a:pt x="75" y="441"/>
                      <a:pt x="92" y="333"/>
                    </a:cubicBezTo>
                    <a:cubicBezTo>
                      <a:pt x="100" y="225"/>
                      <a:pt x="117" y="117"/>
                      <a:pt x="125" y="18"/>
                    </a:cubicBezTo>
                    <a:cubicBezTo>
                      <a:pt x="130" y="8"/>
                      <a:pt x="120" y="1"/>
                      <a:pt x="1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1" name="Google Shape;6291;p20"/>
              <p:cNvSpPr/>
              <p:nvPr/>
            </p:nvSpPr>
            <p:spPr>
              <a:xfrm>
                <a:off x="1881700" y="1560700"/>
                <a:ext cx="21125" cy="43400"/>
              </a:xfrm>
              <a:custGeom>
                <a:rect b="b" l="l" r="r" t="t"/>
                <a:pathLst>
                  <a:path extrusionOk="0" h="1736" w="845">
                    <a:moveTo>
                      <a:pt x="807" y="0"/>
                    </a:moveTo>
                    <a:cubicBezTo>
                      <a:pt x="802" y="0"/>
                      <a:pt x="796" y="2"/>
                      <a:pt x="789" y="5"/>
                    </a:cubicBezTo>
                    <a:cubicBezTo>
                      <a:pt x="765" y="21"/>
                      <a:pt x="740" y="38"/>
                      <a:pt x="715" y="63"/>
                    </a:cubicBezTo>
                    <a:cubicBezTo>
                      <a:pt x="698" y="88"/>
                      <a:pt x="673" y="113"/>
                      <a:pt x="665" y="146"/>
                    </a:cubicBezTo>
                    <a:cubicBezTo>
                      <a:pt x="632" y="204"/>
                      <a:pt x="599" y="262"/>
                      <a:pt x="566" y="320"/>
                    </a:cubicBezTo>
                    <a:cubicBezTo>
                      <a:pt x="450" y="543"/>
                      <a:pt x="342" y="767"/>
                      <a:pt x="251" y="999"/>
                    </a:cubicBezTo>
                    <a:cubicBezTo>
                      <a:pt x="160" y="1223"/>
                      <a:pt x="85" y="1463"/>
                      <a:pt x="11" y="1695"/>
                    </a:cubicBezTo>
                    <a:cubicBezTo>
                      <a:pt x="1" y="1720"/>
                      <a:pt x="20" y="1736"/>
                      <a:pt x="41" y="1736"/>
                    </a:cubicBezTo>
                    <a:cubicBezTo>
                      <a:pt x="55" y="1736"/>
                      <a:pt x="70" y="1728"/>
                      <a:pt x="77" y="1712"/>
                    </a:cubicBezTo>
                    <a:cubicBezTo>
                      <a:pt x="127" y="1579"/>
                      <a:pt x="176" y="1455"/>
                      <a:pt x="234" y="1322"/>
                    </a:cubicBezTo>
                    <a:cubicBezTo>
                      <a:pt x="326" y="1107"/>
                      <a:pt x="417" y="891"/>
                      <a:pt x="524" y="676"/>
                    </a:cubicBezTo>
                    <a:cubicBezTo>
                      <a:pt x="574" y="568"/>
                      <a:pt x="632" y="461"/>
                      <a:pt x="682" y="353"/>
                    </a:cubicBezTo>
                    <a:cubicBezTo>
                      <a:pt x="715" y="295"/>
                      <a:pt x="740" y="245"/>
                      <a:pt x="765" y="195"/>
                    </a:cubicBezTo>
                    <a:cubicBezTo>
                      <a:pt x="789" y="146"/>
                      <a:pt x="806" y="96"/>
                      <a:pt x="831" y="46"/>
                    </a:cubicBezTo>
                    <a:cubicBezTo>
                      <a:pt x="844" y="26"/>
                      <a:pt x="830" y="0"/>
                      <a:pt x="8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2" name="Google Shape;6292;p20"/>
              <p:cNvSpPr/>
              <p:nvPr/>
            </p:nvSpPr>
            <p:spPr>
              <a:xfrm>
                <a:off x="1893225" y="1579425"/>
                <a:ext cx="4300" cy="11475"/>
              </a:xfrm>
              <a:custGeom>
                <a:rect b="b" l="l" r="r" t="t"/>
                <a:pathLst>
                  <a:path extrusionOk="0" h="459" w="172">
                    <a:moveTo>
                      <a:pt x="152" y="1"/>
                    </a:moveTo>
                    <a:cubicBezTo>
                      <a:pt x="147" y="1"/>
                      <a:pt x="141" y="4"/>
                      <a:pt x="138" y="10"/>
                    </a:cubicBezTo>
                    <a:cubicBezTo>
                      <a:pt x="121" y="35"/>
                      <a:pt x="105" y="68"/>
                      <a:pt x="88" y="101"/>
                    </a:cubicBezTo>
                    <a:cubicBezTo>
                      <a:pt x="80" y="134"/>
                      <a:pt x="63" y="167"/>
                      <a:pt x="55" y="209"/>
                    </a:cubicBezTo>
                    <a:cubicBezTo>
                      <a:pt x="30" y="275"/>
                      <a:pt x="14" y="350"/>
                      <a:pt x="5" y="424"/>
                    </a:cubicBezTo>
                    <a:cubicBezTo>
                      <a:pt x="0" y="445"/>
                      <a:pt x="20" y="459"/>
                      <a:pt x="39" y="459"/>
                    </a:cubicBezTo>
                    <a:cubicBezTo>
                      <a:pt x="50" y="459"/>
                      <a:pt x="60" y="453"/>
                      <a:pt x="63" y="441"/>
                    </a:cubicBezTo>
                    <a:cubicBezTo>
                      <a:pt x="80" y="366"/>
                      <a:pt x="96" y="300"/>
                      <a:pt x="113" y="225"/>
                    </a:cubicBezTo>
                    <a:cubicBezTo>
                      <a:pt x="121" y="192"/>
                      <a:pt x="138" y="159"/>
                      <a:pt x="146" y="118"/>
                    </a:cubicBezTo>
                    <a:cubicBezTo>
                      <a:pt x="154" y="84"/>
                      <a:pt x="163" y="51"/>
                      <a:pt x="171" y="18"/>
                    </a:cubicBezTo>
                    <a:cubicBezTo>
                      <a:pt x="171" y="8"/>
                      <a:pt x="162" y="1"/>
                      <a:pt x="1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3" name="Google Shape;6293;p20"/>
              <p:cNvSpPr/>
              <p:nvPr/>
            </p:nvSpPr>
            <p:spPr>
              <a:xfrm>
                <a:off x="1898325" y="1550175"/>
                <a:ext cx="3900" cy="7600"/>
              </a:xfrm>
              <a:custGeom>
                <a:rect b="b" l="l" r="r" t="t"/>
                <a:pathLst>
                  <a:path extrusionOk="0" h="304" w="156">
                    <a:moveTo>
                      <a:pt x="130" y="0"/>
                    </a:moveTo>
                    <a:cubicBezTo>
                      <a:pt x="125" y="0"/>
                      <a:pt x="120" y="1"/>
                      <a:pt x="116" y="3"/>
                    </a:cubicBezTo>
                    <a:cubicBezTo>
                      <a:pt x="83" y="36"/>
                      <a:pt x="58" y="78"/>
                      <a:pt x="42" y="119"/>
                    </a:cubicBezTo>
                    <a:cubicBezTo>
                      <a:pt x="25" y="161"/>
                      <a:pt x="8" y="210"/>
                      <a:pt x="0" y="252"/>
                    </a:cubicBezTo>
                    <a:cubicBezTo>
                      <a:pt x="0" y="277"/>
                      <a:pt x="8" y="293"/>
                      <a:pt x="33" y="302"/>
                    </a:cubicBezTo>
                    <a:cubicBezTo>
                      <a:pt x="36" y="303"/>
                      <a:pt x="40" y="304"/>
                      <a:pt x="43" y="304"/>
                    </a:cubicBezTo>
                    <a:cubicBezTo>
                      <a:pt x="58" y="304"/>
                      <a:pt x="75" y="290"/>
                      <a:pt x="75" y="277"/>
                    </a:cubicBezTo>
                    <a:cubicBezTo>
                      <a:pt x="83" y="227"/>
                      <a:pt x="100" y="186"/>
                      <a:pt x="108" y="144"/>
                    </a:cubicBezTo>
                    <a:cubicBezTo>
                      <a:pt x="124" y="111"/>
                      <a:pt x="141" y="70"/>
                      <a:pt x="149" y="28"/>
                    </a:cubicBezTo>
                    <a:cubicBezTo>
                      <a:pt x="156" y="10"/>
                      <a:pt x="143" y="0"/>
                      <a:pt x="1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4" name="Google Shape;6294;p20"/>
              <p:cNvSpPr/>
              <p:nvPr/>
            </p:nvSpPr>
            <p:spPr>
              <a:xfrm>
                <a:off x="1899350" y="1435075"/>
                <a:ext cx="3975" cy="30925"/>
              </a:xfrm>
              <a:custGeom>
                <a:rect b="b" l="l" r="r" t="t"/>
                <a:pathLst>
                  <a:path extrusionOk="0" h="1237" w="159">
                    <a:moveTo>
                      <a:pt x="108" y="1"/>
                    </a:moveTo>
                    <a:cubicBezTo>
                      <a:pt x="67" y="9"/>
                      <a:pt x="42" y="67"/>
                      <a:pt x="34" y="108"/>
                    </a:cubicBezTo>
                    <a:cubicBezTo>
                      <a:pt x="17" y="150"/>
                      <a:pt x="17" y="199"/>
                      <a:pt x="17" y="241"/>
                    </a:cubicBezTo>
                    <a:cubicBezTo>
                      <a:pt x="9" y="349"/>
                      <a:pt x="9" y="456"/>
                      <a:pt x="9" y="564"/>
                    </a:cubicBezTo>
                    <a:cubicBezTo>
                      <a:pt x="1" y="779"/>
                      <a:pt x="17" y="995"/>
                      <a:pt x="50" y="1210"/>
                    </a:cubicBezTo>
                    <a:cubicBezTo>
                      <a:pt x="54" y="1228"/>
                      <a:pt x="70" y="1237"/>
                      <a:pt x="86" y="1237"/>
                    </a:cubicBezTo>
                    <a:cubicBezTo>
                      <a:pt x="108" y="1237"/>
                      <a:pt x="130" y="1222"/>
                      <a:pt x="125" y="1194"/>
                    </a:cubicBezTo>
                    <a:cubicBezTo>
                      <a:pt x="108" y="995"/>
                      <a:pt x="108" y="796"/>
                      <a:pt x="117" y="597"/>
                    </a:cubicBezTo>
                    <a:cubicBezTo>
                      <a:pt x="117" y="498"/>
                      <a:pt x="125" y="398"/>
                      <a:pt x="125" y="299"/>
                    </a:cubicBezTo>
                    <a:cubicBezTo>
                      <a:pt x="133" y="249"/>
                      <a:pt x="133" y="199"/>
                      <a:pt x="133" y="158"/>
                    </a:cubicBezTo>
                    <a:cubicBezTo>
                      <a:pt x="133" y="133"/>
                      <a:pt x="141" y="117"/>
                      <a:pt x="150" y="92"/>
                    </a:cubicBezTo>
                    <a:cubicBezTo>
                      <a:pt x="150" y="75"/>
                      <a:pt x="158" y="59"/>
                      <a:pt x="158" y="42"/>
                    </a:cubicBezTo>
                    <a:cubicBezTo>
                      <a:pt x="158" y="17"/>
                      <a:pt x="133" y="1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5" name="Google Shape;6295;p20"/>
              <p:cNvSpPr/>
              <p:nvPr/>
            </p:nvSpPr>
            <p:spPr>
              <a:xfrm>
                <a:off x="1903500" y="1424100"/>
                <a:ext cx="2500" cy="3125"/>
              </a:xfrm>
              <a:custGeom>
                <a:rect b="b" l="l" r="r" t="t"/>
                <a:pathLst>
                  <a:path extrusionOk="0" h="125" w="100">
                    <a:moveTo>
                      <a:pt x="83" y="0"/>
                    </a:moveTo>
                    <a:cubicBezTo>
                      <a:pt x="75" y="0"/>
                      <a:pt x="67" y="0"/>
                      <a:pt x="58" y="9"/>
                    </a:cubicBezTo>
                    <a:cubicBezTo>
                      <a:pt x="58" y="17"/>
                      <a:pt x="50" y="17"/>
                      <a:pt x="50" y="17"/>
                    </a:cubicBezTo>
                    <a:cubicBezTo>
                      <a:pt x="42" y="25"/>
                      <a:pt x="42" y="25"/>
                      <a:pt x="33" y="34"/>
                    </a:cubicBezTo>
                    <a:cubicBezTo>
                      <a:pt x="33" y="42"/>
                      <a:pt x="25" y="50"/>
                      <a:pt x="17" y="58"/>
                    </a:cubicBezTo>
                    <a:cubicBezTo>
                      <a:pt x="9" y="58"/>
                      <a:pt x="9" y="67"/>
                      <a:pt x="9" y="75"/>
                    </a:cubicBezTo>
                    <a:cubicBezTo>
                      <a:pt x="0" y="83"/>
                      <a:pt x="0" y="92"/>
                      <a:pt x="9" y="100"/>
                    </a:cubicBezTo>
                    <a:cubicBezTo>
                      <a:pt x="9" y="108"/>
                      <a:pt x="17" y="116"/>
                      <a:pt x="25" y="125"/>
                    </a:cubicBezTo>
                    <a:lnTo>
                      <a:pt x="58" y="125"/>
                    </a:lnTo>
                    <a:cubicBezTo>
                      <a:pt x="75" y="125"/>
                      <a:pt x="83" y="108"/>
                      <a:pt x="83" y="100"/>
                    </a:cubicBezTo>
                    <a:cubicBezTo>
                      <a:pt x="91" y="83"/>
                      <a:pt x="91" y="75"/>
                      <a:pt x="91" y="67"/>
                    </a:cubicBezTo>
                    <a:cubicBezTo>
                      <a:pt x="91" y="58"/>
                      <a:pt x="100" y="50"/>
                      <a:pt x="100" y="50"/>
                    </a:cubicBezTo>
                    <a:cubicBezTo>
                      <a:pt x="100" y="42"/>
                      <a:pt x="100" y="34"/>
                      <a:pt x="100" y="25"/>
                    </a:cubicBezTo>
                    <a:cubicBezTo>
                      <a:pt x="100" y="17"/>
                      <a:pt x="100" y="17"/>
                      <a:pt x="91" y="9"/>
                    </a:cubicBezTo>
                    <a:cubicBezTo>
                      <a:pt x="91" y="9"/>
                      <a:pt x="91" y="9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6" name="Google Shape;6296;p20"/>
              <p:cNvSpPr/>
              <p:nvPr/>
            </p:nvSpPr>
            <p:spPr>
              <a:xfrm>
                <a:off x="1916725" y="1231800"/>
                <a:ext cx="87000" cy="18075"/>
              </a:xfrm>
              <a:custGeom>
                <a:rect b="b" l="l" r="r" t="t"/>
                <a:pathLst>
                  <a:path extrusionOk="0" h="723" w="3480">
                    <a:moveTo>
                      <a:pt x="1286" y="1"/>
                    </a:moveTo>
                    <a:cubicBezTo>
                      <a:pt x="1203" y="1"/>
                      <a:pt x="1120" y="6"/>
                      <a:pt x="1037" y="20"/>
                    </a:cubicBezTo>
                    <a:cubicBezTo>
                      <a:pt x="830" y="53"/>
                      <a:pt x="631" y="128"/>
                      <a:pt x="457" y="236"/>
                    </a:cubicBezTo>
                    <a:cubicBezTo>
                      <a:pt x="374" y="285"/>
                      <a:pt x="292" y="352"/>
                      <a:pt x="217" y="418"/>
                    </a:cubicBezTo>
                    <a:cubicBezTo>
                      <a:pt x="142" y="484"/>
                      <a:pt x="51" y="567"/>
                      <a:pt x="18" y="658"/>
                    </a:cubicBezTo>
                    <a:cubicBezTo>
                      <a:pt x="1" y="698"/>
                      <a:pt x="32" y="723"/>
                      <a:pt x="63" y="723"/>
                    </a:cubicBezTo>
                    <a:cubicBezTo>
                      <a:pt x="77" y="723"/>
                      <a:pt x="91" y="718"/>
                      <a:pt x="101" y="708"/>
                    </a:cubicBezTo>
                    <a:cubicBezTo>
                      <a:pt x="142" y="675"/>
                      <a:pt x="176" y="625"/>
                      <a:pt x="217" y="584"/>
                    </a:cubicBezTo>
                    <a:cubicBezTo>
                      <a:pt x="250" y="542"/>
                      <a:pt x="292" y="509"/>
                      <a:pt x="333" y="468"/>
                    </a:cubicBezTo>
                    <a:cubicBezTo>
                      <a:pt x="416" y="401"/>
                      <a:pt x="507" y="335"/>
                      <a:pt x="606" y="285"/>
                    </a:cubicBezTo>
                    <a:cubicBezTo>
                      <a:pt x="780" y="194"/>
                      <a:pt x="979" y="136"/>
                      <a:pt x="1170" y="120"/>
                    </a:cubicBezTo>
                    <a:cubicBezTo>
                      <a:pt x="1204" y="117"/>
                      <a:pt x="1238" y="116"/>
                      <a:pt x="1272" y="116"/>
                    </a:cubicBezTo>
                    <a:cubicBezTo>
                      <a:pt x="1486" y="116"/>
                      <a:pt x="1701" y="157"/>
                      <a:pt x="1916" y="186"/>
                    </a:cubicBezTo>
                    <a:cubicBezTo>
                      <a:pt x="2164" y="227"/>
                      <a:pt x="2413" y="269"/>
                      <a:pt x="2670" y="302"/>
                    </a:cubicBezTo>
                    <a:cubicBezTo>
                      <a:pt x="2794" y="327"/>
                      <a:pt x="2918" y="343"/>
                      <a:pt x="3051" y="368"/>
                    </a:cubicBezTo>
                    <a:cubicBezTo>
                      <a:pt x="3109" y="376"/>
                      <a:pt x="3175" y="385"/>
                      <a:pt x="3241" y="393"/>
                    </a:cubicBezTo>
                    <a:cubicBezTo>
                      <a:pt x="3274" y="393"/>
                      <a:pt x="3308" y="401"/>
                      <a:pt x="3341" y="401"/>
                    </a:cubicBezTo>
                    <a:lnTo>
                      <a:pt x="3432" y="401"/>
                    </a:lnTo>
                    <a:cubicBezTo>
                      <a:pt x="3434" y="402"/>
                      <a:pt x="3436" y="402"/>
                      <a:pt x="3438" y="402"/>
                    </a:cubicBezTo>
                    <a:cubicBezTo>
                      <a:pt x="3474" y="402"/>
                      <a:pt x="3479" y="335"/>
                      <a:pt x="3440" y="327"/>
                    </a:cubicBezTo>
                    <a:cubicBezTo>
                      <a:pt x="3399" y="318"/>
                      <a:pt x="3366" y="302"/>
                      <a:pt x="3324" y="294"/>
                    </a:cubicBezTo>
                    <a:cubicBezTo>
                      <a:pt x="3291" y="285"/>
                      <a:pt x="3258" y="277"/>
                      <a:pt x="3216" y="277"/>
                    </a:cubicBezTo>
                    <a:cubicBezTo>
                      <a:pt x="3142" y="260"/>
                      <a:pt x="3076" y="252"/>
                      <a:pt x="3001" y="236"/>
                    </a:cubicBezTo>
                    <a:cubicBezTo>
                      <a:pt x="2852" y="219"/>
                      <a:pt x="2703" y="194"/>
                      <a:pt x="2562" y="169"/>
                    </a:cubicBezTo>
                    <a:cubicBezTo>
                      <a:pt x="2297" y="128"/>
                      <a:pt x="2040" y="86"/>
                      <a:pt x="1775" y="45"/>
                    </a:cubicBezTo>
                    <a:cubicBezTo>
                      <a:pt x="1615" y="23"/>
                      <a:pt x="1451" y="1"/>
                      <a:pt x="12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7" name="Google Shape;6297;p20"/>
              <p:cNvSpPr/>
              <p:nvPr/>
            </p:nvSpPr>
            <p:spPr>
              <a:xfrm>
                <a:off x="2200375" y="1801300"/>
                <a:ext cx="154025" cy="48600"/>
              </a:xfrm>
              <a:custGeom>
                <a:rect b="b" l="l" r="r" t="t"/>
                <a:pathLst>
                  <a:path extrusionOk="0" h="1944" w="6161">
                    <a:moveTo>
                      <a:pt x="2526" y="0"/>
                    </a:moveTo>
                    <a:cubicBezTo>
                      <a:pt x="2037" y="0"/>
                      <a:pt x="1531" y="17"/>
                      <a:pt x="1051" y="174"/>
                    </a:cubicBezTo>
                    <a:cubicBezTo>
                      <a:pt x="844" y="241"/>
                      <a:pt x="645" y="323"/>
                      <a:pt x="462" y="448"/>
                    </a:cubicBezTo>
                    <a:cubicBezTo>
                      <a:pt x="371" y="506"/>
                      <a:pt x="280" y="572"/>
                      <a:pt x="197" y="655"/>
                    </a:cubicBezTo>
                    <a:cubicBezTo>
                      <a:pt x="123" y="721"/>
                      <a:pt x="40" y="804"/>
                      <a:pt x="15" y="912"/>
                    </a:cubicBezTo>
                    <a:cubicBezTo>
                      <a:pt x="0" y="956"/>
                      <a:pt x="32" y="988"/>
                      <a:pt x="69" y="988"/>
                    </a:cubicBezTo>
                    <a:cubicBezTo>
                      <a:pt x="73" y="988"/>
                      <a:pt x="77" y="987"/>
                      <a:pt x="81" y="986"/>
                    </a:cubicBezTo>
                    <a:cubicBezTo>
                      <a:pt x="578" y="870"/>
                      <a:pt x="1084" y="746"/>
                      <a:pt x="1589" y="663"/>
                    </a:cubicBezTo>
                    <a:cubicBezTo>
                      <a:pt x="1903" y="610"/>
                      <a:pt x="2221" y="582"/>
                      <a:pt x="2540" y="582"/>
                    </a:cubicBezTo>
                    <a:cubicBezTo>
                      <a:pt x="2961" y="582"/>
                      <a:pt x="3383" y="630"/>
                      <a:pt x="3793" y="729"/>
                    </a:cubicBezTo>
                    <a:cubicBezTo>
                      <a:pt x="4141" y="821"/>
                      <a:pt x="4489" y="945"/>
                      <a:pt x="4812" y="1111"/>
                    </a:cubicBezTo>
                    <a:cubicBezTo>
                      <a:pt x="5135" y="1268"/>
                      <a:pt x="5434" y="1483"/>
                      <a:pt x="5724" y="1707"/>
                    </a:cubicBezTo>
                    <a:cubicBezTo>
                      <a:pt x="5724" y="1715"/>
                      <a:pt x="5732" y="1715"/>
                      <a:pt x="5740" y="1715"/>
                    </a:cubicBezTo>
                    <a:cubicBezTo>
                      <a:pt x="5757" y="1732"/>
                      <a:pt x="5773" y="1749"/>
                      <a:pt x="5790" y="1765"/>
                    </a:cubicBezTo>
                    <a:cubicBezTo>
                      <a:pt x="5807" y="1782"/>
                      <a:pt x="5823" y="1782"/>
                      <a:pt x="5840" y="1782"/>
                    </a:cubicBezTo>
                    <a:cubicBezTo>
                      <a:pt x="5873" y="1798"/>
                      <a:pt x="5898" y="1815"/>
                      <a:pt x="5931" y="1840"/>
                    </a:cubicBezTo>
                    <a:cubicBezTo>
                      <a:pt x="5935" y="1844"/>
                      <a:pt x="5943" y="1846"/>
                      <a:pt x="5953" y="1846"/>
                    </a:cubicBezTo>
                    <a:cubicBezTo>
                      <a:pt x="5962" y="1846"/>
                      <a:pt x="5972" y="1844"/>
                      <a:pt x="5981" y="1840"/>
                    </a:cubicBezTo>
                    <a:cubicBezTo>
                      <a:pt x="5989" y="1840"/>
                      <a:pt x="5997" y="1848"/>
                      <a:pt x="6014" y="1856"/>
                    </a:cubicBezTo>
                    <a:cubicBezTo>
                      <a:pt x="6022" y="1873"/>
                      <a:pt x="6030" y="1889"/>
                      <a:pt x="6039" y="1914"/>
                    </a:cubicBezTo>
                    <a:cubicBezTo>
                      <a:pt x="6049" y="1935"/>
                      <a:pt x="6066" y="1944"/>
                      <a:pt x="6083" y="1944"/>
                    </a:cubicBezTo>
                    <a:cubicBezTo>
                      <a:pt x="6121" y="1944"/>
                      <a:pt x="6161" y="1902"/>
                      <a:pt x="6138" y="1856"/>
                    </a:cubicBezTo>
                    <a:cubicBezTo>
                      <a:pt x="6138" y="1848"/>
                      <a:pt x="6138" y="1848"/>
                      <a:pt x="6138" y="1848"/>
                    </a:cubicBezTo>
                    <a:lnTo>
                      <a:pt x="6138" y="1840"/>
                    </a:lnTo>
                    <a:cubicBezTo>
                      <a:pt x="6105" y="1649"/>
                      <a:pt x="5989" y="1483"/>
                      <a:pt x="5831" y="1376"/>
                    </a:cubicBezTo>
                    <a:lnTo>
                      <a:pt x="5815" y="1376"/>
                    </a:lnTo>
                    <a:cubicBezTo>
                      <a:pt x="5633" y="1177"/>
                      <a:pt x="5417" y="1003"/>
                      <a:pt x="5193" y="854"/>
                    </a:cubicBezTo>
                    <a:cubicBezTo>
                      <a:pt x="5019" y="738"/>
                      <a:pt x="4837" y="638"/>
                      <a:pt x="4655" y="539"/>
                    </a:cubicBezTo>
                    <a:cubicBezTo>
                      <a:pt x="4439" y="423"/>
                      <a:pt x="4224" y="307"/>
                      <a:pt x="4000" y="216"/>
                    </a:cubicBezTo>
                    <a:cubicBezTo>
                      <a:pt x="3768" y="125"/>
                      <a:pt x="3536" y="67"/>
                      <a:pt x="3296" y="33"/>
                    </a:cubicBezTo>
                    <a:cubicBezTo>
                      <a:pt x="3039" y="0"/>
                      <a:pt x="2782" y="0"/>
                      <a:pt x="252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8" name="Google Shape;6298;p20"/>
              <p:cNvSpPr/>
              <p:nvPr/>
            </p:nvSpPr>
            <p:spPr>
              <a:xfrm>
                <a:off x="2233250" y="1796200"/>
                <a:ext cx="36900" cy="6375"/>
              </a:xfrm>
              <a:custGeom>
                <a:rect b="b" l="l" r="r" t="t"/>
                <a:pathLst>
                  <a:path extrusionOk="0" h="255" w="1476">
                    <a:moveTo>
                      <a:pt x="1103" y="0"/>
                    </a:moveTo>
                    <a:cubicBezTo>
                      <a:pt x="977" y="0"/>
                      <a:pt x="850" y="9"/>
                      <a:pt x="722" y="22"/>
                    </a:cubicBezTo>
                    <a:cubicBezTo>
                      <a:pt x="481" y="55"/>
                      <a:pt x="258" y="105"/>
                      <a:pt x="34" y="196"/>
                    </a:cubicBezTo>
                    <a:cubicBezTo>
                      <a:pt x="1" y="204"/>
                      <a:pt x="9" y="254"/>
                      <a:pt x="51" y="254"/>
                    </a:cubicBezTo>
                    <a:cubicBezTo>
                      <a:pt x="274" y="204"/>
                      <a:pt x="498" y="163"/>
                      <a:pt x="730" y="138"/>
                    </a:cubicBezTo>
                    <a:cubicBezTo>
                      <a:pt x="962" y="113"/>
                      <a:pt x="1194" y="113"/>
                      <a:pt x="1418" y="105"/>
                    </a:cubicBezTo>
                    <a:cubicBezTo>
                      <a:pt x="1467" y="105"/>
                      <a:pt x="1476" y="30"/>
                      <a:pt x="1434" y="22"/>
                    </a:cubicBezTo>
                    <a:cubicBezTo>
                      <a:pt x="1323" y="7"/>
                      <a:pt x="1213" y="0"/>
                      <a:pt x="11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9" name="Google Shape;6299;p20"/>
              <p:cNvSpPr/>
              <p:nvPr/>
            </p:nvSpPr>
            <p:spPr>
              <a:xfrm>
                <a:off x="2278425" y="1797925"/>
                <a:ext cx="7275" cy="3400"/>
              </a:xfrm>
              <a:custGeom>
                <a:rect b="b" l="l" r="r" t="t"/>
                <a:pathLst>
                  <a:path extrusionOk="0" h="136" w="291">
                    <a:moveTo>
                      <a:pt x="40" y="1"/>
                    </a:moveTo>
                    <a:cubicBezTo>
                      <a:pt x="25" y="1"/>
                      <a:pt x="8" y="14"/>
                      <a:pt x="8" y="28"/>
                    </a:cubicBezTo>
                    <a:cubicBezTo>
                      <a:pt x="0" y="44"/>
                      <a:pt x="17" y="61"/>
                      <a:pt x="33" y="61"/>
                    </a:cubicBezTo>
                    <a:cubicBezTo>
                      <a:pt x="66" y="77"/>
                      <a:pt x="108" y="86"/>
                      <a:pt x="141" y="102"/>
                    </a:cubicBezTo>
                    <a:cubicBezTo>
                      <a:pt x="182" y="110"/>
                      <a:pt x="224" y="127"/>
                      <a:pt x="257" y="135"/>
                    </a:cubicBezTo>
                    <a:cubicBezTo>
                      <a:pt x="274" y="135"/>
                      <a:pt x="282" y="127"/>
                      <a:pt x="290" y="119"/>
                    </a:cubicBezTo>
                    <a:cubicBezTo>
                      <a:pt x="290" y="110"/>
                      <a:pt x="290" y="94"/>
                      <a:pt x="274" y="86"/>
                    </a:cubicBezTo>
                    <a:cubicBezTo>
                      <a:pt x="240" y="69"/>
                      <a:pt x="199" y="52"/>
                      <a:pt x="166" y="44"/>
                    </a:cubicBezTo>
                    <a:cubicBezTo>
                      <a:pt x="124" y="28"/>
                      <a:pt x="83" y="11"/>
                      <a:pt x="50" y="3"/>
                    </a:cubicBezTo>
                    <a:cubicBezTo>
                      <a:pt x="47" y="1"/>
                      <a:pt x="43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0" name="Google Shape;6300;p20"/>
              <p:cNvSpPr/>
              <p:nvPr/>
            </p:nvSpPr>
            <p:spPr>
              <a:xfrm>
                <a:off x="2266400" y="1791350"/>
                <a:ext cx="10375" cy="2025"/>
              </a:xfrm>
              <a:custGeom>
                <a:rect b="b" l="l" r="r" t="t"/>
                <a:pathLst>
                  <a:path extrusionOk="0" h="81" w="415">
                    <a:moveTo>
                      <a:pt x="50" y="1"/>
                    </a:moveTo>
                    <a:cubicBezTo>
                      <a:pt x="1" y="1"/>
                      <a:pt x="1" y="67"/>
                      <a:pt x="50" y="67"/>
                    </a:cubicBezTo>
                    <a:cubicBezTo>
                      <a:pt x="108" y="75"/>
                      <a:pt x="166" y="75"/>
                      <a:pt x="216" y="75"/>
                    </a:cubicBezTo>
                    <a:cubicBezTo>
                      <a:pt x="240" y="79"/>
                      <a:pt x="264" y="81"/>
                      <a:pt x="288" y="81"/>
                    </a:cubicBezTo>
                    <a:cubicBezTo>
                      <a:pt x="322" y="81"/>
                      <a:pt x="356" y="77"/>
                      <a:pt x="390" y="67"/>
                    </a:cubicBezTo>
                    <a:cubicBezTo>
                      <a:pt x="415" y="67"/>
                      <a:pt x="407" y="34"/>
                      <a:pt x="390" y="26"/>
                    </a:cubicBezTo>
                    <a:cubicBezTo>
                      <a:pt x="365" y="17"/>
                      <a:pt x="332" y="17"/>
                      <a:pt x="307" y="9"/>
                    </a:cubicBezTo>
                    <a:lnTo>
                      <a:pt x="216" y="9"/>
                    </a:lnTo>
                    <a:cubicBezTo>
                      <a:pt x="166" y="1"/>
                      <a:pt x="108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1" name="Google Shape;6301;p20"/>
              <p:cNvSpPr/>
              <p:nvPr/>
            </p:nvSpPr>
            <p:spPr>
              <a:xfrm>
                <a:off x="2303375" y="1801825"/>
                <a:ext cx="11275" cy="5750"/>
              </a:xfrm>
              <a:custGeom>
                <a:rect b="b" l="l" r="r" t="t"/>
                <a:pathLst>
                  <a:path extrusionOk="0" h="230" w="451">
                    <a:moveTo>
                      <a:pt x="41" y="1"/>
                    </a:moveTo>
                    <a:cubicBezTo>
                      <a:pt x="15" y="1"/>
                      <a:pt x="1" y="40"/>
                      <a:pt x="29" y="54"/>
                    </a:cubicBezTo>
                    <a:cubicBezTo>
                      <a:pt x="154" y="120"/>
                      <a:pt x="286" y="178"/>
                      <a:pt x="419" y="228"/>
                    </a:cubicBezTo>
                    <a:cubicBezTo>
                      <a:pt x="421" y="229"/>
                      <a:pt x="423" y="229"/>
                      <a:pt x="424" y="229"/>
                    </a:cubicBezTo>
                    <a:cubicBezTo>
                      <a:pt x="439" y="229"/>
                      <a:pt x="450" y="202"/>
                      <a:pt x="435" y="195"/>
                    </a:cubicBezTo>
                    <a:cubicBezTo>
                      <a:pt x="311" y="120"/>
                      <a:pt x="187" y="62"/>
                      <a:pt x="54" y="4"/>
                    </a:cubicBezTo>
                    <a:cubicBezTo>
                      <a:pt x="50" y="2"/>
                      <a:pt x="45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2" name="Google Shape;6302;p20"/>
              <p:cNvSpPr/>
              <p:nvPr/>
            </p:nvSpPr>
            <p:spPr>
              <a:xfrm>
                <a:off x="2026125" y="1365575"/>
                <a:ext cx="53250" cy="71600"/>
              </a:xfrm>
              <a:custGeom>
                <a:rect b="b" l="l" r="r" t="t"/>
                <a:pathLst>
                  <a:path extrusionOk="0" h="2864" w="2130">
                    <a:moveTo>
                      <a:pt x="2063" y="1"/>
                    </a:moveTo>
                    <a:cubicBezTo>
                      <a:pt x="2034" y="1"/>
                      <a:pt x="2005" y="22"/>
                      <a:pt x="2005" y="63"/>
                    </a:cubicBezTo>
                    <a:lnTo>
                      <a:pt x="2005" y="129"/>
                    </a:lnTo>
                    <a:cubicBezTo>
                      <a:pt x="1997" y="104"/>
                      <a:pt x="1997" y="80"/>
                      <a:pt x="1989" y="55"/>
                    </a:cubicBezTo>
                    <a:cubicBezTo>
                      <a:pt x="1989" y="44"/>
                      <a:pt x="1980" y="40"/>
                      <a:pt x="1970" y="40"/>
                    </a:cubicBezTo>
                    <a:cubicBezTo>
                      <a:pt x="1956" y="40"/>
                      <a:pt x="1939" y="49"/>
                      <a:pt x="1939" y="63"/>
                    </a:cubicBezTo>
                    <a:cubicBezTo>
                      <a:pt x="1947" y="171"/>
                      <a:pt x="1947" y="287"/>
                      <a:pt x="1939" y="394"/>
                    </a:cubicBezTo>
                    <a:cubicBezTo>
                      <a:pt x="1939" y="494"/>
                      <a:pt x="1923" y="602"/>
                      <a:pt x="1881" y="701"/>
                    </a:cubicBezTo>
                    <a:cubicBezTo>
                      <a:pt x="1815" y="858"/>
                      <a:pt x="1691" y="974"/>
                      <a:pt x="1558" y="1074"/>
                    </a:cubicBezTo>
                    <a:cubicBezTo>
                      <a:pt x="1409" y="1198"/>
                      <a:pt x="1243" y="1306"/>
                      <a:pt x="1086" y="1422"/>
                    </a:cubicBezTo>
                    <a:cubicBezTo>
                      <a:pt x="738" y="1679"/>
                      <a:pt x="390" y="1927"/>
                      <a:pt x="42" y="2184"/>
                    </a:cubicBezTo>
                    <a:cubicBezTo>
                      <a:pt x="17" y="2201"/>
                      <a:pt x="0" y="2234"/>
                      <a:pt x="17" y="2267"/>
                    </a:cubicBezTo>
                    <a:cubicBezTo>
                      <a:pt x="83" y="2350"/>
                      <a:pt x="183" y="2391"/>
                      <a:pt x="282" y="2391"/>
                    </a:cubicBezTo>
                    <a:cubicBezTo>
                      <a:pt x="398" y="2391"/>
                      <a:pt x="506" y="2341"/>
                      <a:pt x="597" y="2267"/>
                    </a:cubicBezTo>
                    <a:cubicBezTo>
                      <a:pt x="688" y="2201"/>
                      <a:pt x="763" y="2126"/>
                      <a:pt x="854" y="2060"/>
                    </a:cubicBezTo>
                    <a:cubicBezTo>
                      <a:pt x="937" y="1994"/>
                      <a:pt x="1028" y="1936"/>
                      <a:pt x="1119" y="1878"/>
                    </a:cubicBezTo>
                    <a:cubicBezTo>
                      <a:pt x="1218" y="1828"/>
                      <a:pt x="1318" y="1786"/>
                      <a:pt x="1417" y="1745"/>
                    </a:cubicBezTo>
                    <a:cubicBezTo>
                      <a:pt x="1517" y="1704"/>
                      <a:pt x="1624" y="1670"/>
                      <a:pt x="1732" y="1654"/>
                    </a:cubicBezTo>
                    <a:cubicBezTo>
                      <a:pt x="1745" y="1651"/>
                      <a:pt x="1758" y="1649"/>
                      <a:pt x="1772" y="1649"/>
                    </a:cubicBezTo>
                    <a:cubicBezTo>
                      <a:pt x="1802" y="1649"/>
                      <a:pt x="1831" y="1658"/>
                      <a:pt x="1848" y="1687"/>
                    </a:cubicBezTo>
                    <a:cubicBezTo>
                      <a:pt x="1873" y="1712"/>
                      <a:pt x="1881" y="1762"/>
                      <a:pt x="1889" y="1803"/>
                    </a:cubicBezTo>
                    <a:cubicBezTo>
                      <a:pt x="1898" y="1919"/>
                      <a:pt x="1898" y="2043"/>
                      <a:pt x="1881" y="2159"/>
                    </a:cubicBezTo>
                    <a:cubicBezTo>
                      <a:pt x="1856" y="2383"/>
                      <a:pt x="1757" y="2615"/>
                      <a:pt x="1856" y="2839"/>
                    </a:cubicBezTo>
                    <a:cubicBezTo>
                      <a:pt x="1865" y="2855"/>
                      <a:pt x="1881" y="2863"/>
                      <a:pt x="1906" y="2863"/>
                    </a:cubicBezTo>
                    <a:cubicBezTo>
                      <a:pt x="2072" y="2863"/>
                      <a:pt x="2121" y="2665"/>
                      <a:pt x="2121" y="2532"/>
                    </a:cubicBezTo>
                    <a:cubicBezTo>
                      <a:pt x="2130" y="1704"/>
                      <a:pt x="2121" y="883"/>
                      <a:pt x="2121" y="63"/>
                    </a:cubicBezTo>
                    <a:cubicBezTo>
                      <a:pt x="2121" y="22"/>
                      <a:pt x="2092" y="1"/>
                      <a:pt x="2063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3" name="Google Shape;6303;p20"/>
              <p:cNvSpPr/>
              <p:nvPr/>
            </p:nvSpPr>
            <p:spPr>
              <a:xfrm>
                <a:off x="2009975" y="1427175"/>
                <a:ext cx="13850" cy="15725"/>
              </a:xfrm>
              <a:custGeom>
                <a:rect b="b" l="l" r="r" t="t"/>
                <a:pathLst>
                  <a:path extrusionOk="0" h="629" w="554">
                    <a:moveTo>
                      <a:pt x="507" y="0"/>
                    </a:moveTo>
                    <a:cubicBezTo>
                      <a:pt x="504" y="0"/>
                      <a:pt x="501" y="1"/>
                      <a:pt x="497" y="2"/>
                    </a:cubicBezTo>
                    <a:cubicBezTo>
                      <a:pt x="464" y="10"/>
                      <a:pt x="439" y="35"/>
                      <a:pt x="423" y="51"/>
                    </a:cubicBezTo>
                    <a:cubicBezTo>
                      <a:pt x="398" y="68"/>
                      <a:pt x="373" y="85"/>
                      <a:pt x="356" y="109"/>
                    </a:cubicBezTo>
                    <a:cubicBezTo>
                      <a:pt x="315" y="143"/>
                      <a:pt x="282" y="184"/>
                      <a:pt x="240" y="225"/>
                    </a:cubicBezTo>
                    <a:cubicBezTo>
                      <a:pt x="182" y="308"/>
                      <a:pt x="124" y="391"/>
                      <a:pt x="75" y="482"/>
                    </a:cubicBezTo>
                    <a:cubicBezTo>
                      <a:pt x="50" y="515"/>
                      <a:pt x="0" y="598"/>
                      <a:pt x="66" y="623"/>
                    </a:cubicBezTo>
                    <a:cubicBezTo>
                      <a:pt x="74" y="627"/>
                      <a:pt x="82" y="628"/>
                      <a:pt x="89" y="628"/>
                    </a:cubicBezTo>
                    <a:cubicBezTo>
                      <a:pt x="133" y="628"/>
                      <a:pt x="161" y="568"/>
                      <a:pt x="182" y="532"/>
                    </a:cubicBezTo>
                    <a:cubicBezTo>
                      <a:pt x="224" y="441"/>
                      <a:pt x="282" y="358"/>
                      <a:pt x="340" y="283"/>
                    </a:cubicBezTo>
                    <a:cubicBezTo>
                      <a:pt x="373" y="250"/>
                      <a:pt x="406" y="209"/>
                      <a:pt x="439" y="176"/>
                    </a:cubicBezTo>
                    <a:lnTo>
                      <a:pt x="489" y="118"/>
                    </a:lnTo>
                    <a:cubicBezTo>
                      <a:pt x="506" y="101"/>
                      <a:pt x="530" y="85"/>
                      <a:pt x="539" y="60"/>
                    </a:cubicBezTo>
                    <a:cubicBezTo>
                      <a:pt x="553" y="30"/>
                      <a:pt x="535" y="0"/>
                      <a:pt x="5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4" name="Google Shape;6304;p20"/>
              <p:cNvSpPr/>
              <p:nvPr/>
            </p:nvSpPr>
            <p:spPr>
              <a:xfrm>
                <a:off x="2008825" y="1430100"/>
                <a:ext cx="6750" cy="7925"/>
              </a:xfrm>
              <a:custGeom>
                <a:rect b="b" l="l" r="r" t="t"/>
                <a:pathLst>
                  <a:path extrusionOk="0" h="317" w="270">
                    <a:moveTo>
                      <a:pt x="233" y="0"/>
                    </a:moveTo>
                    <a:cubicBezTo>
                      <a:pt x="225" y="0"/>
                      <a:pt x="217" y="7"/>
                      <a:pt x="212" y="17"/>
                    </a:cubicBezTo>
                    <a:cubicBezTo>
                      <a:pt x="146" y="100"/>
                      <a:pt x="79" y="191"/>
                      <a:pt x="13" y="274"/>
                    </a:cubicBezTo>
                    <a:cubicBezTo>
                      <a:pt x="1" y="293"/>
                      <a:pt x="21" y="316"/>
                      <a:pt x="39" y="316"/>
                    </a:cubicBezTo>
                    <a:cubicBezTo>
                      <a:pt x="45" y="316"/>
                      <a:pt x="50" y="314"/>
                      <a:pt x="54" y="307"/>
                    </a:cubicBezTo>
                    <a:cubicBezTo>
                      <a:pt x="121" y="224"/>
                      <a:pt x="195" y="133"/>
                      <a:pt x="262" y="42"/>
                    </a:cubicBezTo>
                    <a:cubicBezTo>
                      <a:pt x="270" y="34"/>
                      <a:pt x="262" y="9"/>
                      <a:pt x="245" y="9"/>
                    </a:cubicBezTo>
                    <a:cubicBezTo>
                      <a:pt x="242" y="3"/>
                      <a:pt x="237" y="0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5" name="Google Shape;6305;p20"/>
              <p:cNvSpPr/>
              <p:nvPr/>
            </p:nvSpPr>
            <p:spPr>
              <a:xfrm>
                <a:off x="2020575" y="1430425"/>
                <a:ext cx="5975" cy="7000"/>
              </a:xfrm>
              <a:custGeom>
                <a:rect b="b" l="l" r="r" t="t"/>
                <a:pathLst>
                  <a:path extrusionOk="0" h="280" w="239">
                    <a:moveTo>
                      <a:pt x="203" y="0"/>
                    </a:moveTo>
                    <a:cubicBezTo>
                      <a:pt x="193" y="0"/>
                      <a:pt x="185" y="4"/>
                      <a:pt x="181" y="13"/>
                    </a:cubicBezTo>
                    <a:cubicBezTo>
                      <a:pt x="123" y="87"/>
                      <a:pt x="57" y="162"/>
                      <a:pt x="7" y="253"/>
                    </a:cubicBezTo>
                    <a:cubicBezTo>
                      <a:pt x="0" y="266"/>
                      <a:pt x="16" y="280"/>
                      <a:pt x="30" y="280"/>
                    </a:cubicBezTo>
                    <a:cubicBezTo>
                      <a:pt x="34" y="280"/>
                      <a:pt x="37" y="279"/>
                      <a:pt x="40" y="278"/>
                    </a:cubicBezTo>
                    <a:cubicBezTo>
                      <a:pt x="106" y="211"/>
                      <a:pt x="164" y="129"/>
                      <a:pt x="231" y="54"/>
                    </a:cubicBezTo>
                    <a:cubicBezTo>
                      <a:pt x="239" y="37"/>
                      <a:pt x="239" y="21"/>
                      <a:pt x="231" y="13"/>
                    </a:cubicBezTo>
                    <a:cubicBezTo>
                      <a:pt x="222" y="4"/>
                      <a:pt x="212" y="0"/>
                      <a:pt x="2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6" name="Google Shape;6306;p20"/>
              <p:cNvSpPr/>
              <p:nvPr/>
            </p:nvSpPr>
            <p:spPr>
              <a:xfrm>
                <a:off x="2083925" y="1473325"/>
                <a:ext cx="62575" cy="74025"/>
              </a:xfrm>
              <a:custGeom>
                <a:rect b="b" l="l" r="r" t="t"/>
                <a:pathLst>
                  <a:path extrusionOk="0" h="2961" w="2503">
                    <a:moveTo>
                      <a:pt x="895" y="1"/>
                    </a:moveTo>
                    <a:cubicBezTo>
                      <a:pt x="870" y="1"/>
                      <a:pt x="845" y="25"/>
                      <a:pt x="862" y="53"/>
                    </a:cubicBezTo>
                    <a:cubicBezTo>
                      <a:pt x="887" y="111"/>
                      <a:pt x="920" y="161"/>
                      <a:pt x="945" y="219"/>
                    </a:cubicBezTo>
                    <a:cubicBezTo>
                      <a:pt x="994" y="318"/>
                      <a:pt x="1044" y="434"/>
                      <a:pt x="1044" y="559"/>
                    </a:cubicBezTo>
                    <a:cubicBezTo>
                      <a:pt x="1044" y="683"/>
                      <a:pt x="994" y="799"/>
                      <a:pt x="945" y="915"/>
                    </a:cubicBezTo>
                    <a:cubicBezTo>
                      <a:pt x="845" y="1114"/>
                      <a:pt x="729" y="1296"/>
                      <a:pt x="613" y="1487"/>
                    </a:cubicBezTo>
                    <a:cubicBezTo>
                      <a:pt x="381" y="1851"/>
                      <a:pt x="124" y="2224"/>
                      <a:pt x="41" y="2655"/>
                    </a:cubicBezTo>
                    <a:cubicBezTo>
                      <a:pt x="25" y="2746"/>
                      <a:pt x="0" y="2854"/>
                      <a:pt x="75" y="2928"/>
                    </a:cubicBezTo>
                    <a:cubicBezTo>
                      <a:pt x="99" y="2951"/>
                      <a:pt x="125" y="2960"/>
                      <a:pt x="150" y="2960"/>
                    </a:cubicBezTo>
                    <a:cubicBezTo>
                      <a:pt x="225" y="2960"/>
                      <a:pt x="296" y="2876"/>
                      <a:pt x="340" y="2821"/>
                    </a:cubicBezTo>
                    <a:cubicBezTo>
                      <a:pt x="481" y="2647"/>
                      <a:pt x="597" y="2448"/>
                      <a:pt x="704" y="2241"/>
                    </a:cubicBezTo>
                    <a:cubicBezTo>
                      <a:pt x="812" y="2050"/>
                      <a:pt x="920" y="1843"/>
                      <a:pt x="1069" y="1677"/>
                    </a:cubicBezTo>
                    <a:cubicBezTo>
                      <a:pt x="1143" y="1594"/>
                      <a:pt x="1226" y="1520"/>
                      <a:pt x="1334" y="1487"/>
                    </a:cubicBezTo>
                    <a:cubicBezTo>
                      <a:pt x="1361" y="1478"/>
                      <a:pt x="1387" y="1474"/>
                      <a:pt x="1414" y="1474"/>
                    </a:cubicBezTo>
                    <a:cubicBezTo>
                      <a:pt x="1485" y="1474"/>
                      <a:pt x="1555" y="1504"/>
                      <a:pt x="1616" y="1553"/>
                    </a:cubicBezTo>
                    <a:cubicBezTo>
                      <a:pt x="1699" y="1627"/>
                      <a:pt x="1773" y="1719"/>
                      <a:pt x="1848" y="1810"/>
                    </a:cubicBezTo>
                    <a:cubicBezTo>
                      <a:pt x="1922" y="1901"/>
                      <a:pt x="1997" y="1992"/>
                      <a:pt x="2055" y="2091"/>
                    </a:cubicBezTo>
                    <a:cubicBezTo>
                      <a:pt x="2187" y="2290"/>
                      <a:pt x="2303" y="2497"/>
                      <a:pt x="2386" y="2721"/>
                    </a:cubicBezTo>
                    <a:cubicBezTo>
                      <a:pt x="2398" y="2748"/>
                      <a:pt x="2424" y="2763"/>
                      <a:pt x="2449" y="2763"/>
                    </a:cubicBezTo>
                    <a:cubicBezTo>
                      <a:pt x="2476" y="2763"/>
                      <a:pt x="2502" y="2744"/>
                      <a:pt x="2502" y="2705"/>
                    </a:cubicBezTo>
                    <a:cubicBezTo>
                      <a:pt x="2502" y="2514"/>
                      <a:pt x="2453" y="2323"/>
                      <a:pt x="2378" y="2149"/>
                    </a:cubicBezTo>
                    <a:cubicBezTo>
                      <a:pt x="2237" y="1835"/>
                      <a:pt x="2013" y="1561"/>
                      <a:pt x="1815" y="1279"/>
                    </a:cubicBezTo>
                    <a:cubicBezTo>
                      <a:pt x="1583" y="956"/>
                      <a:pt x="1400" y="600"/>
                      <a:pt x="1210" y="252"/>
                    </a:cubicBezTo>
                    <a:cubicBezTo>
                      <a:pt x="1197" y="231"/>
                      <a:pt x="1181" y="223"/>
                      <a:pt x="1164" y="223"/>
                    </a:cubicBezTo>
                    <a:cubicBezTo>
                      <a:pt x="1148" y="223"/>
                      <a:pt x="1131" y="231"/>
                      <a:pt x="1119" y="244"/>
                    </a:cubicBezTo>
                    <a:cubicBezTo>
                      <a:pt x="1102" y="227"/>
                      <a:pt x="1094" y="211"/>
                      <a:pt x="1077" y="186"/>
                    </a:cubicBezTo>
                    <a:cubicBezTo>
                      <a:pt x="1077" y="186"/>
                      <a:pt x="1077" y="177"/>
                      <a:pt x="1077" y="177"/>
                    </a:cubicBezTo>
                    <a:cubicBezTo>
                      <a:pt x="1069" y="144"/>
                      <a:pt x="1036" y="111"/>
                      <a:pt x="1011" y="86"/>
                    </a:cubicBezTo>
                    <a:cubicBezTo>
                      <a:pt x="994" y="61"/>
                      <a:pt x="969" y="37"/>
                      <a:pt x="936" y="37"/>
                    </a:cubicBezTo>
                    <a:cubicBezTo>
                      <a:pt x="936" y="28"/>
                      <a:pt x="928" y="28"/>
                      <a:pt x="928" y="20"/>
                    </a:cubicBezTo>
                    <a:cubicBezTo>
                      <a:pt x="920" y="7"/>
                      <a:pt x="907" y="1"/>
                      <a:pt x="89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7" name="Google Shape;6307;p20"/>
              <p:cNvSpPr/>
              <p:nvPr/>
            </p:nvSpPr>
            <p:spPr>
              <a:xfrm>
                <a:off x="2085975" y="1504625"/>
                <a:ext cx="11225" cy="17075"/>
              </a:xfrm>
              <a:custGeom>
                <a:rect b="b" l="l" r="r" t="t"/>
                <a:pathLst>
                  <a:path extrusionOk="0" h="683" w="449">
                    <a:moveTo>
                      <a:pt x="404" y="0"/>
                    </a:moveTo>
                    <a:cubicBezTo>
                      <a:pt x="393" y="0"/>
                      <a:pt x="382" y="6"/>
                      <a:pt x="374" y="19"/>
                    </a:cubicBezTo>
                    <a:cubicBezTo>
                      <a:pt x="316" y="119"/>
                      <a:pt x="258" y="218"/>
                      <a:pt x="191" y="309"/>
                    </a:cubicBezTo>
                    <a:cubicBezTo>
                      <a:pt x="142" y="392"/>
                      <a:pt x="92" y="483"/>
                      <a:pt x="34" y="566"/>
                    </a:cubicBezTo>
                    <a:cubicBezTo>
                      <a:pt x="17" y="583"/>
                      <a:pt x="1" y="607"/>
                      <a:pt x="9" y="641"/>
                    </a:cubicBezTo>
                    <a:cubicBezTo>
                      <a:pt x="9" y="665"/>
                      <a:pt x="26" y="682"/>
                      <a:pt x="51" y="682"/>
                    </a:cubicBezTo>
                    <a:cubicBezTo>
                      <a:pt x="54" y="682"/>
                      <a:pt x="57" y="683"/>
                      <a:pt x="60" y="683"/>
                    </a:cubicBezTo>
                    <a:cubicBezTo>
                      <a:pt x="111" y="683"/>
                      <a:pt x="135" y="622"/>
                      <a:pt x="158" y="583"/>
                    </a:cubicBezTo>
                    <a:cubicBezTo>
                      <a:pt x="258" y="417"/>
                      <a:pt x="349" y="235"/>
                      <a:pt x="432" y="52"/>
                    </a:cubicBezTo>
                    <a:cubicBezTo>
                      <a:pt x="448" y="24"/>
                      <a:pt x="427" y="0"/>
                      <a:pt x="4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8" name="Google Shape;6308;p20"/>
              <p:cNvSpPr/>
              <p:nvPr/>
            </p:nvSpPr>
            <p:spPr>
              <a:xfrm>
                <a:off x="2083500" y="1514200"/>
                <a:ext cx="2300" cy="7250"/>
              </a:xfrm>
              <a:custGeom>
                <a:rect b="b" l="l" r="r" t="t"/>
                <a:pathLst>
                  <a:path extrusionOk="0" h="290" w="92">
                    <a:moveTo>
                      <a:pt x="67" y="1"/>
                    </a:moveTo>
                    <a:cubicBezTo>
                      <a:pt x="58" y="1"/>
                      <a:pt x="50" y="9"/>
                      <a:pt x="50" y="17"/>
                    </a:cubicBezTo>
                    <a:cubicBezTo>
                      <a:pt x="42" y="59"/>
                      <a:pt x="34" y="108"/>
                      <a:pt x="25" y="150"/>
                    </a:cubicBezTo>
                    <a:cubicBezTo>
                      <a:pt x="17" y="191"/>
                      <a:pt x="9" y="233"/>
                      <a:pt x="0" y="274"/>
                    </a:cubicBezTo>
                    <a:cubicBezTo>
                      <a:pt x="0" y="280"/>
                      <a:pt x="8" y="289"/>
                      <a:pt x="16" y="289"/>
                    </a:cubicBezTo>
                    <a:cubicBezTo>
                      <a:pt x="19" y="289"/>
                      <a:pt x="23" y="288"/>
                      <a:pt x="25" y="282"/>
                    </a:cubicBezTo>
                    <a:cubicBezTo>
                      <a:pt x="58" y="200"/>
                      <a:pt x="75" y="108"/>
                      <a:pt x="92" y="17"/>
                    </a:cubicBezTo>
                    <a:cubicBezTo>
                      <a:pt x="92" y="9"/>
                      <a:pt x="75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9" name="Google Shape;6309;p20"/>
              <p:cNvSpPr/>
              <p:nvPr/>
            </p:nvSpPr>
            <p:spPr>
              <a:xfrm>
                <a:off x="2103175" y="1524300"/>
                <a:ext cx="4875" cy="7200"/>
              </a:xfrm>
              <a:custGeom>
                <a:rect b="b" l="l" r="r" t="t"/>
                <a:pathLst>
                  <a:path extrusionOk="0" h="288" w="195">
                    <a:moveTo>
                      <a:pt x="160" y="1"/>
                    </a:moveTo>
                    <a:cubicBezTo>
                      <a:pt x="153" y="1"/>
                      <a:pt x="146" y="4"/>
                      <a:pt x="141" y="11"/>
                    </a:cubicBezTo>
                    <a:lnTo>
                      <a:pt x="67" y="135"/>
                    </a:lnTo>
                    <a:cubicBezTo>
                      <a:pt x="50" y="177"/>
                      <a:pt x="25" y="218"/>
                      <a:pt x="9" y="260"/>
                    </a:cubicBezTo>
                    <a:lnTo>
                      <a:pt x="1" y="260"/>
                    </a:lnTo>
                    <a:cubicBezTo>
                      <a:pt x="1" y="268"/>
                      <a:pt x="9" y="284"/>
                      <a:pt x="17" y="284"/>
                    </a:cubicBezTo>
                    <a:cubicBezTo>
                      <a:pt x="20" y="287"/>
                      <a:pt x="22" y="288"/>
                      <a:pt x="24" y="288"/>
                    </a:cubicBezTo>
                    <a:cubicBezTo>
                      <a:pt x="30" y="288"/>
                      <a:pt x="36" y="282"/>
                      <a:pt x="42" y="276"/>
                    </a:cubicBezTo>
                    <a:cubicBezTo>
                      <a:pt x="67" y="243"/>
                      <a:pt x="92" y="202"/>
                      <a:pt x="117" y="160"/>
                    </a:cubicBezTo>
                    <a:cubicBezTo>
                      <a:pt x="133" y="119"/>
                      <a:pt x="158" y="77"/>
                      <a:pt x="183" y="36"/>
                    </a:cubicBezTo>
                    <a:cubicBezTo>
                      <a:pt x="195" y="18"/>
                      <a:pt x="177" y="1"/>
                      <a:pt x="1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0" name="Google Shape;6310;p20"/>
              <p:cNvSpPr/>
              <p:nvPr/>
            </p:nvSpPr>
            <p:spPr>
              <a:xfrm>
                <a:off x="2037100" y="1257150"/>
                <a:ext cx="60500" cy="62675"/>
              </a:xfrm>
              <a:custGeom>
                <a:rect b="b" l="l" r="r" t="t"/>
                <a:pathLst>
                  <a:path extrusionOk="0" h="2507" w="2420">
                    <a:moveTo>
                      <a:pt x="2420" y="0"/>
                    </a:moveTo>
                    <a:lnTo>
                      <a:pt x="2420" y="0"/>
                    </a:lnTo>
                    <a:cubicBezTo>
                      <a:pt x="2403" y="17"/>
                      <a:pt x="2387" y="42"/>
                      <a:pt x="2370" y="58"/>
                    </a:cubicBezTo>
                    <a:cubicBezTo>
                      <a:pt x="2362" y="58"/>
                      <a:pt x="2354" y="67"/>
                      <a:pt x="2345" y="83"/>
                    </a:cubicBezTo>
                    <a:cubicBezTo>
                      <a:pt x="2345" y="83"/>
                      <a:pt x="2345" y="92"/>
                      <a:pt x="2345" y="100"/>
                    </a:cubicBezTo>
                    <a:cubicBezTo>
                      <a:pt x="2329" y="125"/>
                      <a:pt x="2312" y="150"/>
                      <a:pt x="2296" y="183"/>
                    </a:cubicBezTo>
                    <a:cubicBezTo>
                      <a:pt x="2238" y="290"/>
                      <a:pt x="2196" y="423"/>
                      <a:pt x="2221" y="547"/>
                    </a:cubicBezTo>
                    <a:cubicBezTo>
                      <a:pt x="2188" y="663"/>
                      <a:pt x="2155" y="771"/>
                      <a:pt x="2130" y="879"/>
                    </a:cubicBezTo>
                    <a:cubicBezTo>
                      <a:pt x="2088" y="995"/>
                      <a:pt x="2055" y="1111"/>
                      <a:pt x="2022" y="1227"/>
                    </a:cubicBezTo>
                    <a:cubicBezTo>
                      <a:pt x="1981" y="1326"/>
                      <a:pt x="1939" y="1434"/>
                      <a:pt x="1873" y="1525"/>
                    </a:cubicBezTo>
                    <a:cubicBezTo>
                      <a:pt x="1765" y="1691"/>
                      <a:pt x="1583" y="1790"/>
                      <a:pt x="1409" y="1865"/>
                    </a:cubicBezTo>
                    <a:cubicBezTo>
                      <a:pt x="1202" y="1956"/>
                      <a:pt x="978" y="2022"/>
                      <a:pt x="763" y="2097"/>
                    </a:cubicBezTo>
                    <a:cubicBezTo>
                      <a:pt x="531" y="2171"/>
                      <a:pt x="299" y="2237"/>
                      <a:pt x="67" y="2295"/>
                    </a:cubicBezTo>
                    <a:cubicBezTo>
                      <a:pt x="0" y="2312"/>
                      <a:pt x="17" y="2395"/>
                      <a:pt x="67" y="2411"/>
                    </a:cubicBezTo>
                    <a:cubicBezTo>
                      <a:pt x="235" y="2475"/>
                      <a:pt x="417" y="2507"/>
                      <a:pt x="598" y="2507"/>
                    </a:cubicBezTo>
                    <a:cubicBezTo>
                      <a:pt x="746" y="2507"/>
                      <a:pt x="895" y="2486"/>
                      <a:pt x="1036" y="2445"/>
                    </a:cubicBezTo>
                    <a:cubicBezTo>
                      <a:pt x="1102" y="2420"/>
                      <a:pt x="1177" y="2395"/>
                      <a:pt x="1243" y="2362"/>
                    </a:cubicBezTo>
                    <a:cubicBezTo>
                      <a:pt x="1310" y="2337"/>
                      <a:pt x="1376" y="2295"/>
                      <a:pt x="1442" y="2254"/>
                    </a:cubicBezTo>
                    <a:cubicBezTo>
                      <a:pt x="1467" y="2237"/>
                      <a:pt x="1508" y="2229"/>
                      <a:pt x="1542" y="2221"/>
                    </a:cubicBezTo>
                    <a:cubicBezTo>
                      <a:pt x="1566" y="2221"/>
                      <a:pt x="1583" y="2229"/>
                      <a:pt x="1608" y="2229"/>
                    </a:cubicBezTo>
                    <a:cubicBezTo>
                      <a:pt x="1616" y="2221"/>
                      <a:pt x="1624" y="2221"/>
                      <a:pt x="1633" y="2213"/>
                    </a:cubicBezTo>
                    <a:cubicBezTo>
                      <a:pt x="1682" y="2179"/>
                      <a:pt x="1724" y="2155"/>
                      <a:pt x="1757" y="2105"/>
                    </a:cubicBezTo>
                    <a:cubicBezTo>
                      <a:pt x="1782" y="2072"/>
                      <a:pt x="1815" y="2014"/>
                      <a:pt x="1782" y="1981"/>
                    </a:cubicBezTo>
                    <a:cubicBezTo>
                      <a:pt x="1757" y="1939"/>
                      <a:pt x="1774" y="1889"/>
                      <a:pt x="1823" y="1889"/>
                    </a:cubicBezTo>
                    <a:cubicBezTo>
                      <a:pt x="1981" y="1881"/>
                      <a:pt x="2055" y="1699"/>
                      <a:pt x="2097" y="1575"/>
                    </a:cubicBezTo>
                    <a:cubicBezTo>
                      <a:pt x="2113" y="1484"/>
                      <a:pt x="2138" y="1392"/>
                      <a:pt x="2163" y="1310"/>
                    </a:cubicBezTo>
                    <a:cubicBezTo>
                      <a:pt x="2196" y="1227"/>
                      <a:pt x="2238" y="1144"/>
                      <a:pt x="2279" y="1069"/>
                    </a:cubicBezTo>
                    <a:cubicBezTo>
                      <a:pt x="2320" y="1003"/>
                      <a:pt x="2378" y="937"/>
                      <a:pt x="2395" y="854"/>
                    </a:cubicBezTo>
                    <a:cubicBezTo>
                      <a:pt x="2403" y="821"/>
                      <a:pt x="2395" y="788"/>
                      <a:pt x="2378" y="754"/>
                    </a:cubicBezTo>
                    <a:cubicBezTo>
                      <a:pt x="2362" y="705"/>
                      <a:pt x="2354" y="663"/>
                      <a:pt x="2362" y="614"/>
                    </a:cubicBezTo>
                    <a:cubicBezTo>
                      <a:pt x="2370" y="415"/>
                      <a:pt x="2395" y="216"/>
                      <a:pt x="2412" y="25"/>
                    </a:cubicBezTo>
                    <a:cubicBezTo>
                      <a:pt x="2412" y="17"/>
                      <a:pt x="2412" y="9"/>
                      <a:pt x="242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1" name="Google Shape;6311;p20"/>
              <p:cNvSpPr/>
              <p:nvPr/>
            </p:nvSpPr>
            <p:spPr>
              <a:xfrm>
                <a:off x="1822500" y="1307350"/>
                <a:ext cx="90225" cy="48900"/>
              </a:xfrm>
              <a:custGeom>
                <a:rect b="b" l="l" r="r" t="t"/>
                <a:pathLst>
                  <a:path extrusionOk="0" h="1956" w="3609">
                    <a:moveTo>
                      <a:pt x="738" y="321"/>
                    </a:moveTo>
                    <a:cubicBezTo>
                      <a:pt x="771" y="387"/>
                      <a:pt x="796" y="445"/>
                      <a:pt x="838" y="511"/>
                    </a:cubicBezTo>
                    <a:cubicBezTo>
                      <a:pt x="804" y="478"/>
                      <a:pt x="780" y="445"/>
                      <a:pt x="763" y="403"/>
                    </a:cubicBezTo>
                    <a:cubicBezTo>
                      <a:pt x="755" y="379"/>
                      <a:pt x="746" y="354"/>
                      <a:pt x="738" y="329"/>
                    </a:cubicBezTo>
                    <a:cubicBezTo>
                      <a:pt x="738" y="321"/>
                      <a:pt x="738" y="321"/>
                      <a:pt x="738" y="321"/>
                    </a:cubicBezTo>
                    <a:close/>
                    <a:moveTo>
                      <a:pt x="1065" y="978"/>
                    </a:moveTo>
                    <a:lnTo>
                      <a:pt x="1065" y="978"/>
                    </a:lnTo>
                    <a:cubicBezTo>
                      <a:pt x="1106" y="1002"/>
                      <a:pt x="1154" y="1026"/>
                      <a:pt x="1194" y="1058"/>
                    </a:cubicBezTo>
                    <a:lnTo>
                      <a:pt x="1078" y="1017"/>
                    </a:lnTo>
                    <a:cubicBezTo>
                      <a:pt x="1078" y="1002"/>
                      <a:pt x="1078" y="986"/>
                      <a:pt x="1065" y="978"/>
                    </a:cubicBezTo>
                    <a:close/>
                    <a:moveTo>
                      <a:pt x="709" y="1"/>
                    </a:moveTo>
                    <a:cubicBezTo>
                      <a:pt x="688" y="1"/>
                      <a:pt x="667" y="11"/>
                      <a:pt x="655" y="31"/>
                    </a:cubicBezTo>
                    <a:cubicBezTo>
                      <a:pt x="644" y="19"/>
                      <a:pt x="630" y="14"/>
                      <a:pt x="615" y="14"/>
                    </a:cubicBezTo>
                    <a:cubicBezTo>
                      <a:pt x="588" y="14"/>
                      <a:pt x="561" y="34"/>
                      <a:pt x="556" y="72"/>
                    </a:cubicBezTo>
                    <a:lnTo>
                      <a:pt x="556" y="97"/>
                    </a:lnTo>
                    <a:cubicBezTo>
                      <a:pt x="531" y="97"/>
                      <a:pt x="506" y="105"/>
                      <a:pt x="490" y="122"/>
                    </a:cubicBezTo>
                    <a:cubicBezTo>
                      <a:pt x="484" y="121"/>
                      <a:pt x="479" y="120"/>
                      <a:pt x="474" y="120"/>
                    </a:cubicBezTo>
                    <a:cubicBezTo>
                      <a:pt x="440" y="120"/>
                      <a:pt x="415" y="144"/>
                      <a:pt x="415" y="180"/>
                    </a:cubicBezTo>
                    <a:cubicBezTo>
                      <a:pt x="415" y="188"/>
                      <a:pt x="415" y="188"/>
                      <a:pt x="415" y="196"/>
                    </a:cubicBezTo>
                    <a:cubicBezTo>
                      <a:pt x="415" y="205"/>
                      <a:pt x="407" y="213"/>
                      <a:pt x="407" y="221"/>
                    </a:cubicBezTo>
                    <a:cubicBezTo>
                      <a:pt x="357" y="321"/>
                      <a:pt x="390" y="437"/>
                      <a:pt x="432" y="544"/>
                    </a:cubicBezTo>
                    <a:cubicBezTo>
                      <a:pt x="442" y="570"/>
                      <a:pt x="465" y="583"/>
                      <a:pt x="489" y="583"/>
                    </a:cubicBezTo>
                    <a:cubicBezTo>
                      <a:pt x="504" y="583"/>
                      <a:pt x="519" y="579"/>
                      <a:pt x="531" y="569"/>
                    </a:cubicBezTo>
                    <a:cubicBezTo>
                      <a:pt x="539" y="602"/>
                      <a:pt x="548" y="644"/>
                      <a:pt x="564" y="677"/>
                    </a:cubicBezTo>
                    <a:cubicBezTo>
                      <a:pt x="564" y="693"/>
                      <a:pt x="581" y="710"/>
                      <a:pt x="597" y="710"/>
                    </a:cubicBezTo>
                    <a:cubicBezTo>
                      <a:pt x="606" y="718"/>
                      <a:pt x="606" y="727"/>
                      <a:pt x="606" y="735"/>
                    </a:cubicBezTo>
                    <a:cubicBezTo>
                      <a:pt x="606" y="735"/>
                      <a:pt x="606" y="743"/>
                      <a:pt x="614" y="743"/>
                    </a:cubicBezTo>
                    <a:cubicBezTo>
                      <a:pt x="619" y="765"/>
                      <a:pt x="632" y="773"/>
                      <a:pt x="648" y="773"/>
                    </a:cubicBezTo>
                    <a:cubicBezTo>
                      <a:pt x="655" y="773"/>
                      <a:pt x="664" y="771"/>
                      <a:pt x="672" y="768"/>
                    </a:cubicBezTo>
                    <a:cubicBezTo>
                      <a:pt x="688" y="801"/>
                      <a:pt x="697" y="826"/>
                      <a:pt x="713" y="851"/>
                    </a:cubicBezTo>
                    <a:cubicBezTo>
                      <a:pt x="664" y="843"/>
                      <a:pt x="614" y="834"/>
                      <a:pt x="572" y="826"/>
                    </a:cubicBezTo>
                    <a:cubicBezTo>
                      <a:pt x="572" y="826"/>
                      <a:pt x="572" y="818"/>
                      <a:pt x="572" y="818"/>
                    </a:cubicBezTo>
                    <a:cubicBezTo>
                      <a:pt x="572" y="751"/>
                      <a:pt x="564" y="677"/>
                      <a:pt x="514" y="644"/>
                    </a:cubicBezTo>
                    <a:cubicBezTo>
                      <a:pt x="493" y="628"/>
                      <a:pt x="476" y="622"/>
                      <a:pt x="459" y="622"/>
                    </a:cubicBezTo>
                    <a:cubicBezTo>
                      <a:pt x="450" y="622"/>
                      <a:pt x="441" y="624"/>
                      <a:pt x="432" y="627"/>
                    </a:cubicBezTo>
                    <a:cubicBezTo>
                      <a:pt x="423" y="627"/>
                      <a:pt x="423" y="619"/>
                      <a:pt x="423" y="619"/>
                    </a:cubicBezTo>
                    <a:cubicBezTo>
                      <a:pt x="415" y="602"/>
                      <a:pt x="398" y="594"/>
                      <a:pt x="382" y="586"/>
                    </a:cubicBezTo>
                    <a:cubicBezTo>
                      <a:pt x="374" y="519"/>
                      <a:pt x="357" y="445"/>
                      <a:pt x="349" y="379"/>
                    </a:cubicBezTo>
                    <a:cubicBezTo>
                      <a:pt x="340" y="337"/>
                      <a:pt x="340" y="296"/>
                      <a:pt x="340" y="254"/>
                    </a:cubicBezTo>
                    <a:cubicBezTo>
                      <a:pt x="340" y="238"/>
                      <a:pt x="324" y="221"/>
                      <a:pt x="316" y="221"/>
                    </a:cubicBezTo>
                    <a:cubicBezTo>
                      <a:pt x="299" y="171"/>
                      <a:pt x="291" y="122"/>
                      <a:pt x="282" y="72"/>
                    </a:cubicBezTo>
                    <a:cubicBezTo>
                      <a:pt x="276" y="47"/>
                      <a:pt x="258" y="36"/>
                      <a:pt x="238" y="36"/>
                    </a:cubicBezTo>
                    <a:cubicBezTo>
                      <a:pt x="206" y="36"/>
                      <a:pt x="170" y="64"/>
                      <a:pt x="175" y="105"/>
                    </a:cubicBezTo>
                    <a:cubicBezTo>
                      <a:pt x="183" y="163"/>
                      <a:pt x="191" y="221"/>
                      <a:pt x="200" y="279"/>
                    </a:cubicBezTo>
                    <a:cubicBezTo>
                      <a:pt x="191" y="420"/>
                      <a:pt x="191" y="553"/>
                      <a:pt x="200" y="685"/>
                    </a:cubicBezTo>
                    <a:cubicBezTo>
                      <a:pt x="200" y="685"/>
                      <a:pt x="200" y="685"/>
                      <a:pt x="200" y="693"/>
                    </a:cubicBezTo>
                    <a:cubicBezTo>
                      <a:pt x="166" y="743"/>
                      <a:pt x="142" y="809"/>
                      <a:pt x="117" y="867"/>
                    </a:cubicBezTo>
                    <a:cubicBezTo>
                      <a:pt x="100" y="892"/>
                      <a:pt x="92" y="917"/>
                      <a:pt x="84" y="942"/>
                    </a:cubicBezTo>
                    <a:cubicBezTo>
                      <a:pt x="42" y="1017"/>
                      <a:pt x="1" y="1091"/>
                      <a:pt x="17" y="1182"/>
                    </a:cubicBezTo>
                    <a:cubicBezTo>
                      <a:pt x="42" y="1298"/>
                      <a:pt x="158" y="1356"/>
                      <a:pt x="266" y="1356"/>
                    </a:cubicBezTo>
                    <a:cubicBezTo>
                      <a:pt x="266" y="1373"/>
                      <a:pt x="258" y="1389"/>
                      <a:pt x="258" y="1406"/>
                    </a:cubicBezTo>
                    <a:cubicBezTo>
                      <a:pt x="258" y="1439"/>
                      <a:pt x="287" y="1459"/>
                      <a:pt x="314" y="1459"/>
                    </a:cubicBezTo>
                    <a:cubicBezTo>
                      <a:pt x="335" y="1459"/>
                      <a:pt x="353" y="1448"/>
                      <a:pt x="357" y="1423"/>
                    </a:cubicBezTo>
                    <a:cubicBezTo>
                      <a:pt x="382" y="1307"/>
                      <a:pt x="473" y="1224"/>
                      <a:pt x="581" y="1191"/>
                    </a:cubicBezTo>
                    <a:cubicBezTo>
                      <a:pt x="639" y="1174"/>
                      <a:pt x="697" y="1174"/>
                      <a:pt x="755" y="1174"/>
                    </a:cubicBezTo>
                    <a:cubicBezTo>
                      <a:pt x="804" y="1191"/>
                      <a:pt x="862" y="1215"/>
                      <a:pt x="912" y="1232"/>
                    </a:cubicBezTo>
                    <a:cubicBezTo>
                      <a:pt x="919" y="1234"/>
                      <a:pt x="925" y="1235"/>
                      <a:pt x="930" y="1235"/>
                    </a:cubicBezTo>
                    <a:cubicBezTo>
                      <a:pt x="946" y="1235"/>
                      <a:pt x="958" y="1228"/>
                      <a:pt x="970" y="1215"/>
                    </a:cubicBezTo>
                    <a:cubicBezTo>
                      <a:pt x="1103" y="1257"/>
                      <a:pt x="1235" y="1307"/>
                      <a:pt x="1368" y="1356"/>
                    </a:cubicBezTo>
                    <a:lnTo>
                      <a:pt x="1476" y="1389"/>
                    </a:lnTo>
                    <a:cubicBezTo>
                      <a:pt x="1608" y="1447"/>
                      <a:pt x="1749" y="1514"/>
                      <a:pt x="1882" y="1572"/>
                    </a:cubicBezTo>
                    <a:cubicBezTo>
                      <a:pt x="2031" y="1638"/>
                      <a:pt x="2188" y="1688"/>
                      <a:pt x="2346" y="1729"/>
                    </a:cubicBezTo>
                    <a:cubicBezTo>
                      <a:pt x="2503" y="1771"/>
                      <a:pt x="2669" y="1795"/>
                      <a:pt x="2818" y="1853"/>
                    </a:cubicBezTo>
                    <a:cubicBezTo>
                      <a:pt x="2820" y="1854"/>
                      <a:pt x="2822" y="1854"/>
                      <a:pt x="2824" y="1854"/>
                    </a:cubicBezTo>
                    <a:cubicBezTo>
                      <a:pt x="2854" y="1854"/>
                      <a:pt x="2874" y="1803"/>
                      <a:pt x="2843" y="1795"/>
                    </a:cubicBezTo>
                    <a:cubicBezTo>
                      <a:pt x="2760" y="1754"/>
                      <a:pt x="2677" y="1721"/>
                      <a:pt x="2586" y="1696"/>
                    </a:cubicBezTo>
                    <a:cubicBezTo>
                      <a:pt x="2503" y="1663"/>
                      <a:pt x="2412" y="1638"/>
                      <a:pt x="2321" y="1613"/>
                    </a:cubicBezTo>
                    <a:cubicBezTo>
                      <a:pt x="2304" y="1613"/>
                      <a:pt x="2288" y="1605"/>
                      <a:pt x="2271" y="1597"/>
                    </a:cubicBezTo>
                    <a:cubicBezTo>
                      <a:pt x="2279" y="1572"/>
                      <a:pt x="2271" y="1547"/>
                      <a:pt x="2246" y="1530"/>
                    </a:cubicBezTo>
                    <a:cubicBezTo>
                      <a:pt x="2130" y="1464"/>
                      <a:pt x="2006" y="1398"/>
                      <a:pt x="1882" y="1348"/>
                    </a:cubicBezTo>
                    <a:cubicBezTo>
                      <a:pt x="1674" y="1257"/>
                      <a:pt x="1467" y="1191"/>
                      <a:pt x="1260" y="1133"/>
                    </a:cubicBezTo>
                    <a:cubicBezTo>
                      <a:pt x="1260" y="1116"/>
                      <a:pt x="1260" y="1108"/>
                      <a:pt x="1260" y="1099"/>
                    </a:cubicBezTo>
                    <a:cubicBezTo>
                      <a:pt x="1267" y="1104"/>
                      <a:pt x="1275" y="1106"/>
                      <a:pt x="1282" y="1106"/>
                    </a:cubicBezTo>
                    <a:cubicBezTo>
                      <a:pt x="1302" y="1106"/>
                      <a:pt x="1323" y="1093"/>
                      <a:pt x="1335" y="1075"/>
                    </a:cubicBezTo>
                    <a:cubicBezTo>
                      <a:pt x="1434" y="1108"/>
                      <a:pt x="1534" y="1149"/>
                      <a:pt x="1633" y="1191"/>
                    </a:cubicBezTo>
                    <a:cubicBezTo>
                      <a:pt x="1906" y="1298"/>
                      <a:pt x="2172" y="1414"/>
                      <a:pt x="2445" y="1522"/>
                    </a:cubicBezTo>
                    <a:cubicBezTo>
                      <a:pt x="2810" y="1679"/>
                      <a:pt x="3174" y="1829"/>
                      <a:pt x="3547" y="1953"/>
                    </a:cubicBezTo>
                    <a:cubicBezTo>
                      <a:pt x="3551" y="1955"/>
                      <a:pt x="3556" y="1955"/>
                      <a:pt x="3560" y="1955"/>
                    </a:cubicBezTo>
                    <a:cubicBezTo>
                      <a:pt x="3593" y="1955"/>
                      <a:pt x="3609" y="1901"/>
                      <a:pt x="3572" y="1887"/>
                    </a:cubicBezTo>
                    <a:cubicBezTo>
                      <a:pt x="3365" y="1787"/>
                      <a:pt x="3149" y="1696"/>
                      <a:pt x="2942" y="1605"/>
                    </a:cubicBezTo>
                    <a:cubicBezTo>
                      <a:pt x="2934" y="1605"/>
                      <a:pt x="2934" y="1597"/>
                      <a:pt x="2925" y="1588"/>
                    </a:cubicBezTo>
                    <a:cubicBezTo>
                      <a:pt x="2735" y="1481"/>
                      <a:pt x="2536" y="1398"/>
                      <a:pt x="2329" y="1323"/>
                    </a:cubicBezTo>
                    <a:cubicBezTo>
                      <a:pt x="2221" y="1282"/>
                      <a:pt x="2105" y="1240"/>
                      <a:pt x="1998" y="1199"/>
                    </a:cubicBezTo>
                    <a:cubicBezTo>
                      <a:pt x="1848" y="1133"/>
                      <a:pt x="1708" y="1058"/>
                      <a:pt x="1567" y="992"/>
                    </a:cubicBezTo>
                    <a:cubicBezTo>
                      <a:pt x="1500" y="959"/>
                      <a:pt x="1434" y="925"/>
                      <a:pt x="1368" y="892"/>
                    </a:cubicBezTo>
                    <a:cubicBezTo>
                      <a:pt x="1368" y="892"/>
                      <a:pt x="1360" y="884"/>
                      <a:pt x="1360" y="884"/>
                    </a:cubicBezTo>
                    <a:cubicBezTo>
                      <a:pt x="1219" y="793"/>
                      <a:pt x="1094" y="685"/>
                      <a:pt x="995" y="553"/>
                    </a:cubicBezTo>
                    <a:cubicBezTo>
                      <a:pt x="887" y="395"/>
                      <a:pt x="821" y="221"/>
                      <a:pt x="763" y="39"/>
                    </a:cubicBezTo>
                    <a:cubicBezTo>
                      <a:pt x="754" y="13"/>
                      <a:pt x="732" y="1"/>
                      <a:pt x="709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2" name="Google Shape;6312;p20"/>
              <p:cNvSpPr/>
              <p:nvPr/>
            </p:nvSpPr>
            <p:spPr>
              <a:xfrm>
                <a:off x="1851500" y="1317500"/>
                <a:ext cx="5200" cy="5350"/>
              </a:xfrm>
              <a:custGeom>
                <a:rect b="b" l="l" r="r" t="t"/>
                <a:pathLst>
                  <a:path extrusionOk="0" h="214" w="208">
                    <a:moveTo>
                      <a:pt x="68" y="0"/>
                    </a:moveTo>
                    <a:cubicBezTo>
                      <a:pt x="55" y="0"/>
                      <a:pt x="40" y="4"/>
                      <a:pt x="26" y="14"/>
                    </a:cubicBezTo>
                    <a:cubicBezTo>
                      <a:pt x="17" y="14"/>
                      <a:pt x="9" y="22"/>
                      <a:pt x="9" y="31"/>
                    </a:cubicBezTo>
                    <a:cubicBezTo>
                      <a:pt x="9" y="39"/>
                      <a:pt x="1" y="39"/>
                      <a:pt x="1" y="47"/>
                    </a:cubicBezTo>
                    <a:cubicBezTo>
                      <a:pt x="1" y="55"/>
                      <a:pt x="1" y="64"/>
                      <a:pt x="1" y="64"/>
                    </a:cubicBezTo>
                    <a:cubicBezTo>
                      <a:pt x="1" y="72"/>
                      <a:pt x="1" y="80"/>
                      <a:pt x="9" y="89"/>
                    </a:cubicBezTo>
                    <a:cubicBezTo>
                      <a:pt x="26" y="113"/>
                      <a:pt x="42" y="138"/>
                      <a:pt x="67" y="155"/>
                    </a:cubicBezTo>
                    <a:cubicBezTo>
                      <a:pt x="84" y="171"/>
                      <a:pt x="108" y="188"/>
                      <a:pt x="133" y="205"/>
                    </a:cubicBezTo>
                    <a:cubicBezTo>
                      <a:pt x="140" y="211"/>
                      <a:pt x="148" y="214"/>
                      <a:pt x="157" y="214"/>
                    </a:cubicBezTo>
                    <a:cubicBezTo>
                      <a:pt x="172" y="214"/>
                      <a:pt x="186" y="207"/>
                      <a:pt x="191" y="196"/>
                    </a:cubicBezTo>
                    <a:cubicBezTo>
                      <a:pt x="200" y="188"/>
                      <a:pt x="208" y="171"/>
                      <a:pt x="208" y="163"/>
                    </a:cubicBezTo>
                    <a:cubicBezTo>
                      <a:pt x="208" y="155"/>
                      <a:pt x="200" y="138"/>
                      <a:pt x="191" y="130"/>
                    </a:cubicBezTo>
                    <a:cubicBezTo>
                      <a:pt x="166" y="113"/>
                      <a:pt x="150" y="97"/>
                      <a:pt x="133" y="72"/>
                    </a:cubicBezTo>
                    <a:cubicBezTo>
                      <a:pt x="133" y="72"/>
                      <a:pt x="125" y="64"/>
                      <a:pt x="125" y="64"/>
                    </a:cubicBezTo>
                    <a:cubicBezTo>
                      <a:pt x="125" y="55"/>
                      <a:pt x="125" y="55"/>
                      <a:pt x="125" y="55"/>
                    </a:cubicBezTo>
                    <a:cubicBezTo>
                      <a:pt x="125" y="39"/>
                      <a:pt x="125" y="31"/>
                      <a:pt x="108" y="22"/>
                    </a:cubicBezTo>
                    <a:cubicBezTo>
                      <a:pt x="108" y="14"/>
                      <a:pt x="100" y="14"/>
                      <a:pt x="92" y="6"/>
                    </a:cubicBezTo>
                    <a:cubicBezTo>
                      <a:pt x="85" y="2"/>
                      <a:pt x="77" y="0"/>
                      <a:pt x="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3" name="Google Shape;6313;p20"/>
              <p:cNvSpPr/>
              <p:nvPr/>
            </p:nvSpPr>
            <p:spPr>
              <a:xfrm>
                <a:off x="1860250" y="1320900"/>
                <a:ext cx="5150" cy="4950"/>
              </a:xfrm>
              <a:custGeom>
                <a:rect b="b" l="l" r="r" t="t"/>
                <a:pathLst>
                  <a:path extrusionOk="0" h="198" w="206">
                    <a:moveTo>
                      <a:pt x="23" y="0"/>
                    </a:moveTo>
                    <a:cubicBezTo>
                      <a:pt x="10" y="0"/>
                      <a:pt x="0" y="14"/>
                      <a:pt x="7" y="27"/>
                    </a:cubicBezTo>
                    <a:cubicBezTo>
                      <a:pt x="24" y="60"/>
                      <a:pt x="48" y="85"/>
                      <a:pt x="73" y="110"/>
                    </a:cubicBezTo>
                    <a:lnTo>
                      <a:pt x="148" y="185"/>
                    </a:lnTo>
                    <a:cubicBezTo>
                      <a:pt x="152" y="193"/>
                      <a:pt x="160" y="197"/>
                      <a:pt x="169" y="197"/>
                    </a:cubicBezTo>
                    <a:cubicBezTo>
                      <a:pt x="177" y="197"/>
                      <a:pt x="185" y="193"/>
                      <a:pt x="189" y="185"/>
                    </a:cubicBezTo>
                    <a:cubicBezTo>
                      <a:pt x="206" y="176"/>
                      <a:pt x="206" y="151"/>
                      <a:pt x="189" y="135"/>
                    </a:cubicBezTo>
                    <a:lnTo>
                      <a:pt x="123" y="69"/>
                    </a:lnTo>
                    <a:cubicBezTo>
                      <a:pt x="98" y="44"/>
                      <a:pt x="73" y="19"/>
                      <a:pt x="40" y="2"/>
                    </a:cubicBezTo>
                    <a:lnTo>
                      <a:pt x="32" y="2"/>
                    </a:lnTo>
                    <a:cubicBezTo>
                      <a:pt x="29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4" name="Google Shape;6314;p20"/>
              <p:cNvSpPr/>
              <p:nvPr/>
            </p:nvSpPr>
            <p:spPr>
              <a:xfrm>
                <a:off x="1850250" y="1311625"/>
                <a:ext cx="2100" cy="1675"/>
              </a:xfrm>
              <a:custGeom>
                <a:rect b="b" l="l" r="r" t="t"/>
                <a:pathLst>
                  <a:path extrusionOk="0" h="67" w="84">
                    <a:moveTo>
                      <a:pt x="42" y="0"/>
                    </a:moveTo>
                    <a:cubicBezTo>
                      <a:pt x="1" y="0"/>
                      <a:pt x="1" y="67"/>
                      <a:pt x="42" y="67"/>
                    </a:cubicBezTo>
                    <a:cubicBezTo>
                      <a:pt x="84" y="67"/>
                      <a:pt x="84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5" name="Google Shape;6315;p20"/>
              <p:cNvSpPr/>
              <p:nvPr/>
            </p:nvSpPr>
            <p:spPr>
              <a:xfrm>
                <a:off x="1846325" y="1350950"/>
                <a:ext cx="5825" cy="8425"/>
              </a:xfrm>
              <a:custGeom>
                <a:rect b="b" l="l" r="r" t="t"/>
                <a:pathLst>
                  <a:path extrusionOk="0" h="337" w="233">
                    <a:moveTo>
                      <a:pt x="54" y="0"/>
                    </a:moveTo>
                    <a:cubicBezTo>
                      <a:pt x="26" y="0"/>
                      <a:pt x="1" y="24"/>
                      <a:pt x="1" y="60"/>
                    </a:cubicBezTo>
                    <a:cubicBezTo>
                      <a:pt x="1" y="76"/>
                      <a:pt x="9" y="93"/>
                      <a:pt x="17" y="109"/>
                    </a:cubicBezTo>
                    <a:cubicBezTo>
                      <a:pt x="25" y="126"/>
                      <a:pt x="34" y="134"/>
                      <a:pt x="34" y="143"/>
                    </a:cubicBezTo>
                    <a:cubicBezTo>
                      <a:pt x="50" y="167"/>
                      <a:pt x="59" y="184"/>
                      <a:pt x="75" y="209"/>
                    </a:cubicBezTo>
                    <a:cubicBezTo>
                      <a:pt x="83" y="225"/>
                      <a:pt x="100" y="250"/>
                      <a:pt x="117" y="275"/>
                    </a:cubicBezTo>
                    <a:cubicBezTo>
                      <a:pt x="133" y="292"/>
                      <a:pt x="150" y="317"/>
                      <a:pt x="175" y="333"/>
                    </a:cubicBezTo>
                    <a:cubicBezTo>
                      <a:pt x="186" y="333"/>
                      <a:pt x="193" y="337"/>
                      <a:pt x="202" y="337"/>
                    </a:cubicBezTo>
                    <a:cubicBezTo>
                      <a:pt x="206" y="337"/>
                      <a:pt x="210" y="336"/>
                      <a:pt x="216" y="333"/>
                    </a:cubicBezTo>
                    <a:cubicBezTo>
                      <a:pt x="224" y="325"/>
                      <a:pt x="233" y="308"/>
                      <a:pt x="233" y="300"/>
                    </a:cubicBezTo>
                    <a:cubicBezTo>
                      <a:pt x="233" y="267"/>
                      <a:pt x="216" y="242"/>
                      <a:pt x="199" y="217"/>
                    </a:cubicBezTo>
                    <a:cubicBezTo>
                      <a:pt x="191" y="201"/>
                      <a:pt x="175" y="176"/>
                      <a:pt x="166" y="151"/>
                    </a:cubicBezTo>
                    <a:cubicBezTo>
                      <a:pt x="158" y="134"/>
                      <a:pt x="141" y="109"/>
                      <a:pt x="133" y="85"/>
                    </a:cubicBezTo>
                    <a:lnTo>
                      <a:pt x="117" y="60"/>
                    </a:lnTo>
                    <a:cubicBezTo>
                      <a:pt x="125" y="43"/>
                      <a:pt x="117" y="18"/>
                      <a:pt x="100" y="10"/>
                    </a:cubicBezTo>
                    <a:cubicBezTo>
                      <a:pt x="92" y="10"/>
                      <a:pt x="75" y="10"/>
                      <a:pt x="67" y="2"/>
                    </a:cubicBezTo>
                    <a:cubicBezTo>
                      <a:pt x="63" y="1"/>
                      <a:pt x="58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6" name="Google Shape;6316;p20"/>
              <p:cNvSpPr/>
              <p:nvPr/>
            </p:nvSpPr>
            <p:spPr>
              <a:xfrm>
                <a:off x="1854200" y="1351800"/>
                <a:ext cx="3125" cy="4100"/>
              </a:xfrm>
              <a:custGeom>
                <a:rect b="b" l="l" r="r" t="t"/>
                <a:pathLst>
                  <a:path extrusionOk="0" h="164" w="125">
                    <a:moveTo>
                      <a:pt x="34" y="1"/>
                    </a:moveTo>
                    <a:cubicBezTo>
                      <a:pt x="17" y="1"/>
                      <a:pt x="0" y="9"/>
                      <a:pt x="0" y="17"/>
                    </a:cubicBezTo>
                    <a:cubicBezTo>
                      <a:pt x="0" y="26"/>
                      <a:pt x="0" y="34"/>
                      <a:pt x="0" y="42"/>
                    </a:cubicBezTo>
                    <a:cubicBezTo>
                      <a:pt x="0" y="51"/>
                      <a:pt x="0" y="59"/>
                      <a:pt x="9" y="59"/>
                    </a:cubicBezTo>
                    <a:cubicBezTo>
                      <a:pt x="9" y="75"/>
                      <a:pt x="17" y="84"/>
                      <a:pt x="25" y="92"/>
                    </a:cubicBezTo>
                    <a:cubicBezTo>
                      <a:pt x="34" y="109"/>
                      <a:pt x="42" y="133"/>
                      <a:pt x="50" y="150"/>
                    </a:cubicBezTo>
                    <a:cubicBezTo>
                      <a:pt x="60" y="160"/>
                      <a:pt x="70" y="164"/>
                      <a:pt x="79" y="164"/>
                    </a:cubicBezTo>
                    <a:cubicBezTo>
                      <a:pt x="86" y="164"/>
                      <a:pt x="93" y="162"/>
                      <a:pt x="100" y="158"/>
                    </a:cubicBezTo>
                    <a:cubicBezTo>
                      <a:pt x="116" y="150"/>
                      <a:pt x="125" y="125"/>
                      <a:pt x="116" y="109"/>
                    </a:cubicBezTo>
                    <a:cubicBezTo>
                      <a:pt x="108" y="92"/>
                      <a:pt x="100" y="75"/>
                      <a:pt x="83" y="59"/>
                    </a:cubicBezTo>
                    <a:cubicBezTo>
                      <a:pt x="75" y="51"/>
                      <a:pt x="75" y="34"/>
                      <a:pt x="67" y="26"/>
                    </a:cubicBezTo>
                    <a:cubicBezTo>
                      <a:pt x="58" y="26"/>
                      <a:pt x="58" y="17"/>
                      <a:pt x="50" y="17"/>
                    </a:cubicBezTo>
                    <a:cubicBezTo>
                      <a:pt x="50" y="9"/>
                      <a:pt x="42" y="9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7" name="Google Shape;6317;p20"/>
              <p:cNvSpPr/>
              <p:nvPr/>
            </p:nvSpPr>
            <p:spPr>
              <a:xfrm>
                <a:off x="1858200" y="1357650"/>
                <a:ext cx="3475" cy="4475"/>
              </a:xfrm>
              <a:custGeom>
                <a:rect b="b" l="l" r="r" t="t"/>
                <a:pathLst>
                  <a:path extrusionOk="0" h="179" w="139">
                    <a:moveTo>
                      <a:pt x="31" y="0"/>
                    </a:moveTo>
                    <a:cubicBezTo>
                      <a:pt x="16" y="0"/>
                      <a:pt x="0" y="14"/>
                      <a:pt x="6" y="32"/>
                    </a:cubicBezTo>
                    <a:cubicBezTo>
                      <a:pt x="6" y="40"/>
                      <a:pt x="6" y="49"/>
                      <a:pt x="6" y="49"/>
                    </a:cubicBezTo>
                    <a:cubicBezTo>
                      <a:pt x="14" y="57"/>
                      <a:pt x="14" y="65"/>
                      <a:pt x="23" y="73"/>
                    </a:cubicBezTo>
                    <a:cubicBezTo>
                      <a:pt x="23" y="82"/>
                      <a:pt x="31" y="90"/>
                      <a:pt x="39" y="107"/>
                    </a:cubicBezTo>
                    <a:cubicBezTo>
                      <a:pt x="48" y="123"/>
                      <a:pt x="64" y="148"/>
                      <a:pt x="72" y="165"/>
                    </a:cubicBezTo>
                    <a:cubicBezTo>
                      <a:pt x="77" y="174"/>
                      <a:pt x="85" y="178"/>
                      <a:pt x="94" y="178"/>
                    </a:cubicBezTo>
                    <a:cubicBezTo>
                      <a:pt x="100" y="178"/>
                      <a:pt x="107" y="176"/>
                      <a:pt x="114" y="173"/>
                    </a:cubicBezTo>
                    <a:cubicBezTo>
                      <a:pt x="130" y="165"/>
                      <a:pt x="139" y="148"/>
                      <a:pt x="130" y="131"/>
                    </a:cubicBezTo>
                    <a:cubicBezTo>
                      <a:pt x="114" y="107"/>
                      <a:pt x="106" y="90"/>
                      <a:pt x="89" y="73"/>
                    </a:cubicBezTo>
                    <a:cubicBezTo>
                      <a:pt x="81" y="57"/>
                      <a:pt x="81" y="49"/>
                      <a:pt x="72" y="40"/>
                    </a:cubicBezTo>
                    <a:cubicBezTo>
                      <a:pt x="64" y="32"/>
                      <a:pt x="64" y="24"/>
                      <a:pt x="56" y="24"/>
                    </a:cubicBezTo>
                    <a:cubicBezTo>
                      <a:pt x="56" y="15"/>
                      <a:pt x="48" y="7"/>
                      <a:pt x="48" y="7"/>
                    </a:cubicBezTo>
                    <a:cubicBezTo>
                      <a:pt x="43" y="3"/>
                      <a:pt x="37" y="0"/>
                      <a:pt x="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8" name="Google Shape;6318;p20"/>
              <p:cNvSpPr/>
              <p:nvPr/>
            </p:nvSpPr>
            <p:spPr>
              <a:xfrm>
                <a:off x="1837200" y="1275700"/>
                <a:ext cx="55550" cy="10775"/>
              </a:xfrm>
              <a:custGeom>
                <a:rect b="b" l="l" r="r" t="t"/>
                <a:pathLst>
                  <a:path extrusionOk="0" h="431" w="2222">
                    <a:moveTo>
                      <a:pt x="2021" y="0"/>
                    </a:moveTo>
                    <a:cubicBezTo>
                      <a:pt x="1994" y="0"/>
                      <a:pt x="1967" y="1"/>
                      <a:pt x="1940" y="4"/>
                    </a:cubicBezTo>
                    <a:cubicBezTo>
                      <a:pt x="1857" y="12"/>
                      <a:pt x="1782" y="29"/>
                      <a:pt x="1708" y="37"/>
                    </a:cubicBezTo>
                    <a:cubicBezTo>
                      <a:pt x="1426" y="70"/>
                      <a:pt x="1144" y="120"/>
                      <a:pt x="863" y="162"/>
                    </a:cubicBezTo>
                    <a:cubicBezTo>
                      <a:pt x="730" y="186"/>
                      <a:pt x="589" y="220"/>
                      <a:pt x="448" y="244"/>
                    </a:cubicBezTo>
                    <a:cubicBezTo>
                      <a:pt x="382" y="253"/>
                      <a:pt x="308" y="269"/>
                      <a:pt x="241" y="286"/>
                    </a:cubicBezTo>
                    <a:cubicBezTo>
                      <a:pt x="208" y="294"/>
                      <a:pt x="167" y="302"/>
                      <a:pt x="134" y="302"/>
                    </a:cubicBezTo>
                    <a:cubicBezTo>
                      <a:pt x="117" y="311"/>
                      <a:pt x="100" y="311"/>
                      <a:pt x="84" y="319"/>
                    </a:cubicBezTo>
                    <a:cubicBezTo>
                      <a:pt x="67" y="319"/>
                      <a:pt x="51" y="336"/>
                      <a:pt x="34" y="344"/>
                    </a:cubicBezTo>
                    <a:lnTo>
                      <a:pt x="42" y="344"/>
                    </a:lnTo>
                    <a:cubicBezTo>
                      <a:pt x="1" y="360"/>
                      <a:pt x="1" y="427"/>
                      <a:pt x="51" y="427"/>
                    </a:cubicBezTo>
                    <a:cubicBezTo>
                      <a:pt x="67" y="427"/>
                      <a:pt x="80" y="430"/>
                      <a:pt x="94" y="430"/>
                    </a:cubicBezTo>
                    <a:cubicBezTo>
                      <a:pt x="101" y="430"/>
                      <a:pt x="109" y="429"/>
                      <a:pt x="117" y="427"/>
                    </a:cubicBezTo>
                    <a:cubicBezTo>
                      <a:pt x="134" y="427"/>
                      <a:pt x="158" y="418"/>
                      <a:pt x="175" y="418"/>
                    </a:cubicBezTo>
                    <a:lnTo>
                      <a:pt x="299" y="394"/>
                    </a:lnTo>
                    <a:cubicBezTo>
                      <a:pt x="374" y="377"/>
                      <a:pt x="448" y="360"/>
                      <a:pt x="523" y="344"/>
                    </a:cubicBezTo>
                    <a:cubicBezTo>
                      <a:pt x="805" y="294"/>
                      <a:pt x="1078" y="244"/>
                      <a:pt x="1360" y="203"/>
                    </a:cubicBezTo>
                    <a:cubicBezTo>
                      <a:pt x="1501" y="178"/>
                      <a:pt x="1642" y="162"/>
                      <a:pt x="1782" y="145"/>
                    </a:cubicBezTo>
                    <a:cubicBezTo>
                      <a:pt x="1849" y="137"/>
                      <a:pt x="1915" y="128"/>
                      <a:pt x="1990" y="112"/>
                    </a:cubicBezTo>
                    <a:cubicBezTo>
                      <a:pt x="2056" y="104"/>
                      <a:pt x="2122" y="79"/>
                      <a:pt x="2188" y="62"/>
                    </a:cubicBezTo>
                    <a:cubicBezTo>
                      <a:pt x="2222" y="54"/>
                      <a:pt x="2213" y="4"/>
                      <a:pt x="2180" y="4"/>
                    </a:cubicBezTo>
                    <a:cubicBezTo>
                      <a:pt x="2125" y="4"/>
                      <a:pt x="2073" y="0"/>
                      <a:pt x="20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9" name="Google Shape;6319;p20"/>
              <p:cNvSpPr/>
              <p:nvPr/>
            </p:nvSpPr>
            <p:spPr>
              <a:xfrm>
                <a:off x="2300050" y="1706150"/>
                <a:ext cx="11125" cy="13700"/>
              </a:xfrm>
              <a:custGeom>
                <a:rect b="b" l="l" r="r" t="t"/>
                <a:pathLst>
                  <a:path extrusionOk="0" h="548" w="445">
                    <a:moveTo>
                      <a:pt x="70" y="1"/>
                    </a:moveTo>
                    <a:cubicBezTo>
                      <a:pt x="37" y="1"/>
                      <a:pt x="1" y="38"/>
                      <a:pt x="13" y="70"/>
                    </a:cubicBezTo>
                    <a:cubicBezTo>
                      <a:pt x="38" y="119"/>
                      <a:pt x="71" y="152"/>
                      <a:pt x="104" y="194"/>
                    </a:cubicBezTo>
                    <a:cubicBezTo>
                      <a:pt x="129" y="227"/>
                      <a:pt x="162" y="268"/>
                      <a:pt x="187" y="302"/>
                    </a:cubicBezTo>
                    <a:cubicBezTo>
                      <a:pt x="212" y="343"/>
                      <a:pt x="237" y="384"/>
                      <a:pt x="270" y="418"/>
                    </a:cubicBezTo>
                    <a:cubicBezTo>
                      <a:pt x="287" y="442"/>
                      <a:pt x="295" y="459"/>
                      <a:pt x="312" y="484"/>
                    </a:cubicBezTo>
                    <a:cubicBezTo>
                      <a:pt x="328" y="500"/>
                      <a:pt x="345" y="517"/>
                      <a:pt x="361" y="534"/>
                    </a:cubicBezTo>
                    <a:cubicBezTo>
                      <a:pt x="371" y="543"/>
                      <a:pt x="381" y="547"/>
                      <a:pt x="392" y="547"/>
                    </a:cubicBezTo>
                    <a:cubicBezTo>
                      <a:pt x="400" y="547"/>
                      <a:pt x="409" y="545"/>
                      <a:pt x="419" y="542"/>
                    </a:cubicBezTo>
                    <a:cubicBezTo>
                      <a:pt x="436" y="534"/>
                      <a:pt x="444" y="509"/>
                      <a:pt x="436" y="484"/>
                    </a:cubicBezTo>
                    <a:cubicBezTo>
                      <a:pt x="428" y="442"/>
                      <a:pt x="394" y="401"/>
                      <a:pt x="361" y="360"/>
                    </a:cubicBezTo>
                    <a:cubicBezTo>
                      <a:pt x="336" y="318"/>
                      <a:pt x="312" y="277"/>
                      <a:pt x="287" y="244"/>
                    </a:cubicBezTo>
                    <a:cubicBezTo>
                      <a:pt x="254" y="202"/>
                      <a:pt x="229" y="161"/>
                      <a:pt x="196" y="128"/>
                    </a:cubicBezTo>
                    <a:cubicBezTo>
                      <a:pt x="179" y="111"/>
                      <a:pt x="171" y="86"/>
                      <a:pt x="154" y="70"/>
                    </a:cubicBezTo>
                    <a:cubicBezTo>
                      <a:pt x="138" y="45"/>
                      <a:pt x="121" y="28"/>
                      <a:pt x="96" y="12"/>
                    </a:cubicBezTo>
                    <a:cubicBezTo>
                      <a:pt x="89" y="4"/>
                      <a:pt x="79" y="1"/>
                      <a:pt x="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0" name="Google Shape;6320;p20"/>
              <p:cNvSpPr/>
              <p:nvPr/>
            </p:nvSpPr>
            <p:spPr>
              <a:xfrm>
                <a:off x="2293750" y="1699500"/>
                <a:ext cx="3550" cy="3425"/>
              </a:xfrm>
              <a:custGeom>
                <a:rect b="b" l="l" r="r" t="t"/>
                <a:pathLst>
                  <a:path extrusionOk="0" h="137" w="142">
                    <a:moveTo>
                      <a:pt x="33" y="1"/>
                    </a:moveTo>
                    <a:cubicBezTo>
                      <a:pt x="28" y="1"/>
                      <a:pt x="22" y="4"/>
                      <a:pt x="17" y="4"/>
                    </a:cubicBezTo>
                    <a:lnTo>
                      <a:pt x="8" y="4"/>
                    </a:lnTo>
                    <a:cubicBezTo>
                      <a:pt x="0" y="12"/>
                      <a:pt x="0" y="29"/>
                      <a:pt x="8" y="37"/>
                    </a:cubicBezTo>
                    <a:lnTo>
                      <a:pt x="17" y="54"/>
                    </a:lnTo>
                    <a:lnTo>
                      <a:pt x="25" y="62"/>
                    </a:lnTo>
                    <a:lnTo>
                      <a:pt x="42" y="87"/>
                    </a:lnTo>
                    <a:lnTo>
                      <a:pt x="83" y="128"/>
                    </a:lnTo>
                    <a:cubicBezTo>
                      <a:pt x="91" y="137"/>
                      <a:pt x="100" y="137"/>
                      <a:pt x="108" y="137"/>
                    </a:cubicBezTo>
                    <a:cubicBezTo>
                      <a:pt x="116" y="137"/>
                      <a:pt x="124" y="137"/>
                      <a:pt x="133" y="128"/>
                    </a:cubicBezTo>
                    <a:cubicBezTo>
                      <a:pt x="141" y="120"/>
                      <a:pt x="141" y="112"/>
                      <a:pt x="141" y="104"/>
                    </a:cubicBezTo>
                    <a:cubicBezTo>
                      <a:pt x="141" y="95"/>
                      <a:pt x="141" y="79"/>
                      <a:pt x="133" y="79"/>
                    </a:cubicBezTo>
                    <a:cubicBezTo>
                      <a:pt x="116" y="62"/>
                      <a:pt x="108" y="54"/>
                      <a:pt x="91" y="37"/>
                    </a:cubicBezTo>
                    <a:lnTo>
                      <a:pt x="75" y="21"/>
                    </a:lnTo>
                    <a:cubicBezTo>
                      <a:pt x="66" y="12"/>
                      <a:pt x="58" y="12"/>
                      <a:pt x="58" y="12"/>
                    </a:cubicBezTo>
                    <a:cubicBezTo>
                      <a:pt x="50" y="4"/>
                      <a:pt x="50" y="4"/>
                      <a:pt x="42" y="4"/>
                    </a:cubicBezTo>
                    <a:cubicBezTo>
                      <a:pt x="39" y="1"/>
                      <a:pt x="36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1" name="Google Shape;6321;p20"/>
              <p:cNvSpPr/>
              <p:nvPr/>
            </p:nvSpPr>
            <p:spPr>
              <a:xfrm>
                <a:off x="2294575" y="1708200"/>
                <a:ext cx="4575" cy="5850"/>
              </a:xfrm>
              <a:custGeom>
                <a:rect b="b" l="l" r="r" t="t"/>
                <a:pathLst>
                  <a:path extrusionOk="0" h="234" w="183">
                    <a:moveTo>
                      <a:pt x="31" y="1"/>
                    </a:moveTo>
                    <a:cubicBezTo>
                      <a:pt x="27" y="1"/>
                      <a:pt x="22" y="2"/>
                      <a:pt x="17" y="4"/>
                    </a:cubicBezTo>
                    <a:cubicBezTo>
                      <a:pt x="0" y="12"/>
                      <a:pt x="0" y="21"/>
                      <a:pt x="9" y="37"/>
                    </a:cubicBezTo>
                    <a:cubicBezTo>
                      <a:pt x="25" y="70"/>
                      <a:pt x="42" y="104"/>
                      <a:pt x="67" y="128"/>
                    </a:cubicBezTo>
                    <a:cubicBezTo>
                      <a:pt x="83" y="162"/>
                      <a:pt x="108" y="195"/>
                      <a:pt x="125" y="220"/>
                    </a:cubicBezTo>
                    <a:cubicBezTo>
                      <a:pt x="129" y="229"/>
                      <a:pt x="137" y="233"/>
                      <a:pt x="146" y="233"/>
                    </a:cubicBezTo>
                    <a:cubicBezTo>
                      <a:pt x="152" y="233"/>
                      <a:pt x="159" y="231"/>
                      <a:pt x="166" y="228"/>
                    </a:cubicBezTo>
                    <a:cubicBezTo>
                      <a:pt x="174" y="228"/>
                      <a:pt x="183" y="203"/>
                      <a:pt x="174" y="195"/>
                    </a:cubicBezTo>
                    <a:cubicBezTo>
                      <a:pt x="158" y="162"/>
                      <a:pt x="133" y="137"/>
                      <a:pt x="116" y="104"/>
                    </a:cubicBezTo>
                    <a:cubicBezTo>
                      <a:pt x="100" y="70"/>
                      <a:pt x="75" y="46"/>
                      <a:pt x="58" y="12"/>
                    </a:cubicBezTo>
                    <a:cubicBezTo>
                      <a:pt x="52" y="7"/>
                      <a:pt x="42" y="1"/>
                      <a:pt x="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2" name="Google Shape;6322;p20"/>
              <p:cNvSpPr/>
              <p:nvPr/>
            </p:nvSpPr>
            <p:spPr>
              <a:xfrm>
                <a:off x="2287725" y="1694325"/>
                <a:ext cx="2100" cy="3300"/>
              </a:xfrm>
              <a:custGeom>
                <a:rect b="b" l="l" r="r" t="t"/>
                <a:pathLst>
                  <a:path extrusionOk="0" h="132" w="84">
                    <a:moveTo>
                      <a:pt x="16" y="1"/>
                    </a:moveTo>
                    <a:cubicBezTo>
                      <a:pt x="14" y="1"/>
                      <a:pt x="12" y="2"/>
                      <a:pt x="9" y="4"/>
                    </a:cubicBezTo>
                    <a:cubicBezTo>
                      <a:pt x="9" y="4"/>
                      <a:pt x="1" y="12"/>
                      <a:pt x="1" y="12"/>
                    </a:cubicBezTo>
                    <a:cubicBezTo>
                      <a:pt x="1" y="12"/>
                      <a:pt x="1" y="21"/>
                      <a:pt x="1" y="29"/>
                    </a:cubicBezTo>
                    <a:cubicBezTo>
                      <a:pt x="1" y="54"/>
                      <a:pt x="9" y="79"/>
                      <a:pt x="18" y="103"/>
                    </a:cubicBezTo>
                    <a:cubicBezTo>
                      <a:pt x="18" y="122"/>
                      <a:pt x="31" y="131"/>
                      <a:pt x="45" y="131"/>
                    </a:cubicBezTo>
                    <a:cubicBezTo>
                      <a:pt x="50" y="131"/>
                      <a:pt x="55" y="130"/>
                      <a:pt x="59" y="128"/>
                    </a:cubicBezTo>
                    <a:cubicBezTo>
                      <a:pt x="76" y="120"/>
                      <a:pt x="84" y="95"/>
                      <a:pt x="76" y="79"/>
                    </a:cubicBezTo>
                    <a:cubicBezTo>
                      <a:pt x="59" y="54"/>
                      <a:pt x="51" y="29"/>
                      <a:pt x="34" y="12"/>
                    </a:cubicBezTo>
                    <a:cubicBezTo>
                      <a:pt x="28" y="6"/>
                      <a:pt x="22" y="1"/>
                      <a:pt x="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3" name="Google Shape;6323;p20"/>
              <p:cNvSpPr/>
              <p:nvPr/>
            </p:nvSpPr>
            <p:spPr>
              <a:xfrm>
                <a:off x="2228275" y="1629475"/>
                <a:ext cx="13300" cy="17200"/>
              </a:xfrm>
              <a:custGeom>
                <a:rect b="b" l="l" r="r" t="t"/>
                <a:pathLst>
                  <a:path extrusionOk="0" h="688" w="532">
                    <a:moveTo>
                      <a:pt x="71" y="1"/>
                    </a:moveTo>
                    <a:cubicBezTo>
                      <a:pt x="59" y="1"/>
                      <a:pt x="47" y="5"/>
                      <a:pt x="34" y="13"/>
                    </a:cubicBezTo>
                    <a:cubicBezTo>
                      <a:pt x="9" y="30"/>
                      <a:pt x="1" y="63"/>
                      <a:pt x="18" y="88"/>
                    </a:cubicBezTo>
                    <a:cubicBezTo>
                      <a:pt x="51" y="137"/>
                      <a:pt x="100" y="179"/>
                      <a:pt x="134" y="228"/>
                    </a:cubicBezTo>
                    <a:cubicBezTo>
                      <a:pt x="175" y="270"/>
                      <a:pt x="208" y="320"/>
                      <a:pt x="241" y="369"/>
                    </a:cubicBezTo>
                    <a:cubicBezTo>
                      <a:pt x="316" y="460"/>
                      <a:pt x="374" y="568"/>
                      <a:pt x="448" y="668"/>
                    </a:cubicBezTo>
                    <a:cubicBezTo>
                      <a:pt x="454" y="680"/>
                      <a:pt x="465" y="687"/>
                      <a:pt x="480" y="687"/>
                    </a:cubicBezTo>
                    <a:cubicBezTo>
                      <a:pt x="485" y="687"/>
                      <a:pt x="491" y="686"/>
                      <a:pt x="498" y="684"/>
                    </a:cubicBezTo>
                    <a:cubicBezTo>
                      <a:pt x="515" y="676"/>
                      <a:pt x="531" y="651"/>
                      <a:pt x="523" y="634"/>
                    </a:cubicBezTo>
                    <a:cubicBezTo>
                      <a:pt x="490" y="518"/>
                      <a:pt x="415" y="402"/>
                      <a:pt x="341" y="303"/>
                    </a:cubicBezTo>
                    <a:cubicBezTo>
                      <a:pt x="308" y="253"/>
                      <a:pt x="266" y="204"/>
                      <a:pt x="225" y="154"/>
                    </a:cubicBezTo>
                    <a:cubicBezTo>
                      <a:pt x="192" y="104"/>
                      <a:pt x="150" y="54"/>
                      <a:pt x="109" y="13"/>
                    </a:cubicBezTo>
                    <a:cubicBezTo>
                      <a:pt x="96" y="5"/>
                      <a:pt x="84" y="1"/>
                      <a:pt x="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4" name="Google Shape;6324;p20"/>
              <p:cNvSpPr/>
              <p:nvPr/>
            </p:nvSpPr>
            <p:spPr>
              <a:xfrm>
                <a:off x="2227525" y="1635575"/>
                <a:ext cx="6175" cy="7650"/>
              </a:xfrm>
              <a:custGeom>
                <a:rect b="b" l="l" r="r" t="t"/>
                <a:pathLst>
                  <a:path extrusionOk="0" h="306" w="247">
                    <a:moveTo>
                      <a:pt x="20" y="1"/>
                    </a:moveTo>
                    <a:cubicBezTo>
                      <a:pt x="9" y="1"/>
                      <a:pt x="1" y="10"/>
                      <a:pt x="6" y="26"/>
                    </a:cubicBezTo>
                    <a:cubicBezTo>
                      <a:pt x="14" y="76"/>
                      <a:pt x="48" y="125"/>
                      <a:pt x="81" y="167"/>
                    </a:cubicBezTo>
                    <a:cubicBezTo>
                      <a:pt x="114" y="216"/>
                      <a:pt x="147" y="258"/>
                      <a:pt x="188" y="299"/>
                    </a:cubicBezTo>
                    <a:cubicBezTo>
                      <a:pt x="193" y="303"/>
                      <a:pt x="201" y="305"/>
                      <a:pt x="210" y="305"/>
                    </a:cubicBezTo>
                    <a:cubicBezTo>
                      <a:pt x="219" y="305"/>
                      <a:pt x="230" y="303"/>
                      <a:pt x="238" y="299"/>
                    </a:cubicBezTo>
                    <a:cubicBezTo>
                      <a:pt x="246" y="283"/>
                      <a:pt x="246" y="266"/>
                      <a:pt x="238" y="250"/>
                    </a:cubicBezTo>
                    <a:cubicBezTo>
                      <a:pt x="197" y="216"/>
                      <a:pt x="164" y="175"/>
                      <a:pt x="139" y="134"/>
                    </a:cubicBezTo>
                    <a:cubicBezTo>
                      <a:pt x="106" y="92"/>
                      <a:pt x="81" y="42"/>
                      <a:pt x="39" y="9"/>
                    </a:cubicBezTo>
                    <a:cubicBezTo>
                      <a:pt x="33" y="3"/>
                      <a:pt x="27" y="1"/>
                      <a:pt x="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5" name="Google Shape;6325;p20"/>
              <p:cNvSpPr/>
              <p:nvPr/>
            </p:nvSpPr>
            <p:spPr>
              <a:xfrm>
                <a:off x="2218350" y="1623000"/>
                <a:ext cx="3950" cy="4525"/>
              </a:xfrm>
              <a:custGeom>
                <a:rect b="b" l="l" r="r" t="t"/>
                <a:pathLst>
                  <a:path extrusionOk="0" h="181" w="158">
                    <a:moveTo>
                      <a:pt x="23" y="0"/>
                    </a:moveTo>
                    <a:cubicBezTo>
                      <a:pt x="9" y="0"/>
                      <a:pt x="0" y="14"/>
                      <a:pt x="0" y="32"/>
                    </a:cubicBezTo>
                    <a:cubicBezTo>
                      <a:pt x="9" y="40"/>
                      <a:pt x="9" y="57"/>
                      <a:pt x="17" y="73"/>
                    </a:cubicBezTo>
                    <a:cubicBezTo>
                      <a:pt x="25" y="81"/>
                      <a:pt x="33" y="90"/>
                      <a:pt x="42" y="98"/>
                    </a:cubicBezTo>
                    <a:cubicBezTo>
                      <a:pt x="50" y="115"/>
                      <a:pt x="58" y="123"/>
                      <a:pt x="67" y="139"/>
                    </a:cubicBezTo>
                    <a:cubicBezTo>
                      <a:pt x="75" y="148"/>
                      <a:pt x="83" y="156"/>
                      <a:pt x="91" y="173"/>
                    </a:cubicBezTo>
                    <a:cubicBezTo>
                      <a:pt x="100" y="181"/>
                      <a:pt x="108" y="181"/>
                      <a:pt x="116" y="181"/>
                    </a:cubicBezTo>
                    <a:cubicBezTo>
                      <a:pt x="133" y="181"/>
                      <a:pt x="141" y="181"/>
                      <a:pt x="149" y="173"/>
                    </a:cubicBezTo>
                    <a:cubicBezTo>
                      <a:pt x="149" y="164"/>
                      <a:pt x="158" y="156"/>
                      <a:pt x="158" y="139"/>
                    </a:cubicBezTo>
                    <a:cubicBezTo>
                      <a:pt x="158" y="131"/>
                      <a:pt x="149" y="123"/>
                      <a:pt x="149" y="115"/>
                    </a:cubicBezTo>
                    <a:lnTo>
                      <a:pt x="125" y="81"/>
                    </a:lnTo>
                    <a:cubicBezTo>
                      <a:pt x="116" y="73"/>
                      <a:pt x="108" y="65"/>
                      <a:pt x="100" y="57"/>
                    </a:cubicBezTo>
                    <a:cubicBezTo>
                      <a:pt x="91" y="48"/>
                      <a:pt x="83" y="40"/>
                      <a:pt x="75" y="32"/>
                    </a:cubicBezTo>
                    <a:cubicBezTo>
                      <a:pt x="67" y="15"/>
                      <a:pt x="50" y="7"/>
                      <a:pt x="42" y="7"/>
                    </a:cubicBezTo>
                    <a:cubicBezTo>
                      <a:pt x="35" y="2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6" name="Google Shape;6326;p20"/>
              <p:cNvSpPr/>
              <p:nvPr/>
            </p:nvSpPr>
            <p:spPr>
              <a:xfrm>
                <a:off x="2361675" y="1790925"/>
                <a:ext cx="13750" cy="26225"/>
              </a:xfrm>
              <a:custGeom>
                <a:rect b="b" l="l" r="r" t="t"/>
                <a:pathLst>
                  <a:path extrusionOk="0" h="1049" w="550">
                    <a:moveTo>
                      <a:pt x="66" y="0"/>
                    </a:moveTo>
                    <a:cubicBezTo>
                      <a:pt x="49" y="0"/>
                      <a:pt x="36" y="7"/>
                      <a:pt x="26" y="18"/>
                    </a:cubicBezTo>
                    <a:cubicBezTo>
                      <a:pt x="1" y="59"/>
                      <a:pt x="26" y="101"/>
                      <a:pt x="42" y="134"/>
                    </a:cubicBezTo>
                    <a:lnTo>
                      <a:pt x="84" y="241"/>
                    </a:lnTo>
                    <a:cubicBezTo>
                      <a:pt x="150" y="382"/>
                      <a:pt x="208" y="523"/>
                      <a:pt x="266" y="672"/>
                    </a:cubicBezTo>
                    <a:cubicBezTo>
                      <a:pt x="324" y="796"/>
                      <a:pt x="390" y="929"/>
                      <a:pt x="473" y="1037"/>
                    </a:cubicBezTo>
                    <a:cubicBezTo>
                      <a:pt x="480" y="1045"/>
                      <a:pt x="488" y="1049"/>
                      <a:pt x="497" y="1049"/>
                    </a:cubicBezTo>
                    <a:cubicBezTo>
                      <a:pt x="523" y="1049"/>
                      <a:pt x="550" y="1020"/>
                      <a:pt x="531" y="995"/>
                    </a:cubicBezTo>
                    <a:cubicBezTo>
                      <a:pt x="490" y="929"/>
                      <a:pt x="457" y="854"/>
                      <a:pt x="432" y="780"/>
                    </a:cubicBezTo>
                    <a:cubicBezTo>
                      <a:pt x="407" y="697"/>
                      <a:pt x="374" y="622"/>
                      <a:pt x="341" y="540"/>
                    </a:cubicBezTo>
                    <a:cubicBezTo>
                      <a:pt x="274" y="399"/>
                      <a:pt x="216" y="250"/>
                      <a:pt x="158" y="109"/>
                    </a:cubicBezTo>
                    <a:cubicBezTo>
                      <a:pt x="142" y="76"/>
                      <a:pt x="133" y="26"/>
                      <a:pt x="100" y="9"/>
                    </a:cubicBezTo>
                    <a:cubicBezTo>
                      <a:pt x="88" y="3"/>
                      <a:pt x="76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7" name="Google Shape;6327;p20"/>
              <p:cNvSpPr/>
              <p:nvPr/>
            </p:nvSpPr>
            <p:spPr>
              <a:xfrm>
                <a:off x="2360025" y="1787625"/>
                <a:ext cx="2500" cy="1900"/>
              </a:xfrm>
              <a:custGeom>
                <a:rect b="b" l="l" r="r" t="t"/>
                <a:pathLst>
                  <a:path extrusionOk="0" h="76" w="100">
                    <a:moveTo>
                      <a:pt x="50" y="1"/>
                    </a:moveTo>
                    <a:cubicBezTo>
                      <a:pt x="1" y="1"/>
                      <a:pt x="1" y="75"/>
                      <a:pt x="50" y="75"/>
                    </a:cubicBezTo>
                    <a:cubicBezTo>
                      <a:pt x="100" y="75"/>
                      <a:pt x="100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8" name="Google Shape;6328;p20"/>
              <p:cNvSpPr/>
              <p:nvPr/>
            </p:nvSpPr>
            <p:spPr>
              <a:xfrm>
                <a:off x="2358375" y="1794450"/>
                <a:ext cx="4775" cy="9225"/>
              </a:xfrm>
              <a:custGeom>
                <a:rect b="b" l="l" r="r" t="t"/>
                <a:pathLst>
                  <a:path extrusionOk="0" h="369" w="191">
                    <a:moveTo>
                      <a:pt x="22" y="1"/>
                    </a:moveTo>
                    <a:cubicBezTo>
                      <a:pt x="11" y="1"/>
                      <a:pt x="0" y="10"/>
                      <a:pt x="0" y="26"/>
                    </a:cubicBezTo>
                    <a:cubicBezTo>
                      <a:pt x="33" y="142"/>
                      <a:pt x="91" y="249"/>
                      <a:pt x="141" y="357"/>
                    </a:cubicBezTo>
                    <a:cubicBezTo>
                      <a:pt x="141" y="363"/>
                      <a:pt x="154" y="369"/>
                      <a:pt x="164" y="369"/>
                    </a:cubicBezTo>
                    <a:cubicBezTo>
                      <a:pt x="168" y="369"/>
                      <a:pt x="172" y="368"/>
                      <a:pt x="174" y="365"/>
                    </a:cubicBezTo>
                    <a:cubicBezTo>
                      <a:pt x="191" y="357"/>
                      <a:pt x="191" y="341"/>
                      <a:pt x="191" y="324"/>
                    </a:cubicBezTo>
                    <a:cubicBezTo>
                      <a:pt x="141" y="216"/>
                      <a:pt x="108" y="109"/>
                      <a:pt x="42" y="9"/>
                    </a:cubicBezTo>
                    <a:cubicBezTo>
                      <a:pt x="36" y="3"/>
                      <a:pt x="29" y="1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9" name="Google Shape;6329;p20"/>
              <p:cNvSpPr/>
              <p:nvPr/>
            </p:nvSpPr>
            <p:spPr>
              <a:xfrm>
                <a:off x="2062775" y="1422850"/>
                <a:ext cx="4600" cy="12325"/>
              </a:xfrm>
              <a:custGeom>
                <a:rect b="b" l="l" r="r" t="t"/>
                <a:pathLst>
                  <a:path extrusionOk="0" h="493" w="184">
                    <a:moveTo>
                      <a:pt x="59" y="1"/>
                    </a:moveTo>
                    <a:cubicBezTo>
                      <a:pt x="34" y="1"/>
                      <a:pt x="17" y="17"/>
                      <a:pt x="9" y="42"/>
                    </a:cubicBezTo>
                    <a:cubicBezTo>
                      <a:pt x="1" y="75"/>
                      <a:pt x="9" y="117"/>
                      <a:pt x="17" y="158"/>
                    </a:cubicBezTo>
                    <a:cubicBezTo>
                      <a:pt x="26" y="200"/>
                      <a:pt x="26" y="233"/>
                      <a:pt x="34" y="274"/>
                    </a:cubicBezTo>
                    <a:cubicBezTo>
                      <a:pt x="42" y="307"/>
                      <a:pt x="51" y="349"/>
                      <a:pt x="59" y="382"/>
                    </a:cubicBezTo>
                    <a:cubicBezTo>
                      <a:pt x="59" y="398"/>
                      <a:pt x="67" y="415"/>
                      <a:pt x="75" y="432"/>
                    </a:cubicBezTo>
                    <a:cubicBezTo>
                      <a:pt x="84" y="456"/>
                      <a:pt x="92" y="473"/>
                      <a:pt x="109" y="481"/>
                    </a:cubicBezTo>
                    <a:cubicBezTo>
                      <a:pt x="119" y="488"/>
                      <a:pt x="129" y="492"/>
                      <a:pt x="139" y="492"/>
                    </a:cubicBezTo>
                    <a:cubicBezTo>
                      <a:pt x="153" y="492"/>
                      <a:pt x="165" y="484"/>
                      <a:pt x="175" y="465"/>
                    </a:cubicBezTo>
                    <a:cubicBezTo>
                      <a:pt x="183" y="448"/>
                      <a:pt x="183" y="432"/>
                      <a:pt x="175" y="407"/>
                    </a:cubicBezTo>
                    <a:cubicBezTo>
                      <a:pt x="175" y="390"/>
                      <a:pt x="167" y="365"/>
                      <a:pt x="167" y="349"/>
                    </a:cubicBezTo>
                    <a:cubicBezTo>
                      <a:pt x="158" y="316"/>
                      <a:pt x="150" y="282"/>
                      <a:pt x="150" y="249"/>
                    </a:cubicBezTo>
                    <a:cubicBezTo>
                      <a:pt x="142" y="216"/>
                      <a:pt x="133" y="183"/>
                      <a:pt x="133" y="150"/>
                    </a:cubicBezTo>
                    <a:cubicBezTo>
                      <a:pt x="125" y="108"/>
                      <a:pt x="133" y="67"/>
                      <a:pt x="117" y="26"/>
                    </a:cubicBezTo>
                    <a:cubicBezTo>
                      <a:pt x="109" y="9"/>
                      <a:pt x="75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0" name="Google Shape;6330;p20"/>
              <p:cNvSpPr/>
              <p:nvPr/>
            </p:nvSpPr>
            <p:spPr>
              <a:xfrm>
                <a:off x="2053050" y="1429475"/>
                <a:ext cx="5400" cy="9725"/>
              </a:xfrm>
              <a:custGeom>
                <a:rect b="b" l="l" r="r" t="t"/>
                <a:pathLst>
                  <a:path extrusionOk="0" h="389" w="216">
                    <a:moveTo>
                      <a:pt x="133" y="1"/>
                    </a:moveTo>
                    <a:cubicBezTo>
                      <a:pt x="116" y="1"/>
                      <a:pt x="100" y="17"/>
                      <a:pt x="100" y="34"/>
                    </a:cubicBezTo>
                    <a:cubicBezTo>
                      <a:pt x="83" y="67"/>
                      <a:pt x="75" y="100"/>
                      <a:pt x="75" y="142"/>
                    </a:cubicBezTo>
                    <a:cubicBezTo>
                      <a:pt x="67" y="125"/>
                      <a:pt x="58" y="109"/>
                      <a:pt x="50" y="100"/>
                    </a:cubicBezTo>
                    <a:lnTo>
                      <a:pt x="42" y="100"/>
                    </a:lnTo>
                    <a:cubicBezTo>
                      <a:pt x="39" y="94"/>
                      <a:pt x="33" y="92"/>
                      <a:pt x="26" y="92"/>
                    </a:cubicBezTo>
                    <a:cubicBezTo>
                      <a:pt x="14" y="92"/>
                      <a:pt x="0" y="101"/>
                      <a:pt x="0" y="117"/>
                    </a:cubicBezTo>
                    <a:cubicBezTo>
                      <a:pt x="0" y="142"/>
                      <a:pt x="9" y="158"/>
                      <a:pt x="17" y="183"/>
                    </a:cubicBezTo>
                    <a:cubicBezTo>
                      <a:pt x="17" y="200"/>
                      <a:pt x="25" y="216"/>
                      <a:pt x="34" y="241"/>
                    </a:cubicBezTo>
                    <a:cubicBezTo>
                      <a:pt x="50" y="274"/>
                      <a:pt x="67" y="316"/>
                      <a:pt x="83" y="357"/>
                    </a:cubicBezTo>
                    <a:cubicBezTo>
                      <a:pt x="90" y="371"/>
                      <a:pt x="102" y="384"/>
                      <a:pt x="120" y="384"/>
                    </a:cubicBezTo>
                    <a:cubicBezTo>
                      <a:pt x="124" y="384"/>
                      <a:pt x="128" y="384"/>
                      <a:pt x="133" y="382"/>
                    </a:cubicBezTo>
                    <a:cubicBezTo>
                      <a:pt x="141" y="386"/>
                      <a:pt x="152" y="388"/>
                      <a:pt x="162" y="388"/>
                    </a:cubicBezTo>
                    <a:cubicBezTo>
                      <a:pt x="172" y="388"/>
                      <a:pt x="183" y="386"/>
                      <a:pt x="191" y="382"/>
                    </a:cubicBezTo>
                    <a:cubicBezTo>
                      <a:pt x="208" y="374"/>
                      <a:pt x="216" y="341"/>
                      <a:pt x="208" y="324"/>
                    </a:cubicBezTo>
                    <a:cubicBezTo>
                      <a:pt x="191" y="283"/>
                      <a:pt x="174" y="225"/>
                      <a:pt x="166" y="191"/>
                    </a:cubicBezTo>
                    <a:cubicBezTo>
                      <a:pt x="166" y="142"/>
                      <a:pt x="166" y="92"/>
                      <a:pt x="166" y="42"/>
                    </a:cubicBezTo>
                    <a:cubicBezTo>
                      <a:pt x="166" y="17"/>
                      <a:pt x="158" y="9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1" name="Google Shape;6331;p20"/>
              <p:cNvSpPr/>
              <p:nvPr/>
            </p:nvSpPr>
            <p:spPr>
              <a:xfrm>
                <a:off x="2071700" y="1242250"/>
                <a:ext cx="21250" cy="44350"/>
              </a:xfrm>
              <a:custGeom>
                <a:rect b="b" l="l" r="r" t="t"/>
                <a:pathLst>
                  <a:path extrusionOk="0" h="1774" w="850">
                    <a:moveTo>
                      <a:pt x="812" y="0"/>
                    </a:moveTo>
                    <a:cubicBezTo>
                      <a:pt x="807" y="0"/>
                      <a:pt x="801" y="3"/>
                      <a:pt x="796" y="8"/>
                    </a:cubicBezTo>
                    <a:cubicBezTo>
                      <a:pt x="704" y="108"/>
                      <a:pt x="638" y="215"/>
                      <a:pt x="597" y="340"/>
                    </a:cubicBezTo>
                    <a:cubicBezTo>
                      <a:pt x="547" y="456"/>
                      <a:pt x="522" y="563"/>
                      <a:pt x="481" y="679"/>
                    </a:cubicBezTo>
                    <a:cubicBezTo>
                      <a:pt x="439" y="812"/>
                      <a:pt x="381" y="936"/>
                      <a:pt x="340" y="1069"/>
                    </a:cubicBezTo>
                    <a:cubicBezTo>
                      <a:pt x="298" y="1201"/>
                      <a:pt x="290" y="1342"/>
                      <a:pt x="240" y="1466"/>
                    </a:cubicBezTo>
                    <a:cubicBezTo>
                      <a:pt x="216" y="1516"/>
                      <a:pt x="191" y="1558"/>
                      <a:pt x="149" y="1599"/>
                    </a:cubicBezTo>
                    <a:cubicBezTo>
                      <a:pt x="116" y="1640"/>
                      <a:pt x="66" y="1657"/>
                      <a:pt x="25" y="1698"/>
                    </a:cubicBezTo>
                    <a:cubicBezTo>
                      <a:pt x="0" y="1732"/>
                      <a:pt x="25" y="1773"/>
                      <a:pt x="58" y="1773"/>
                    </a:cubicBezTo>
                    <a:cubicBezTo>
                      <a:pt x="63" y="1774"/>
                      <a:pt x="68" y="1774"/>
                      <a:pt x="73" y="1774"/>
                    </a:cubicBezTo>
                    <a:cubicBezTo>
                      <a:pt x="134" y="1774"/>
                      <a:pt x="194" y="1728"/>
                      <a:pt x="232" y="1682"/>
                    </a:cubicBezTo>
                    <a:cubicBezTo>
                      <a:pt x="274" y="1640"/>
                      <a:pt x="315" y="1582"/>
                      <a:pt x="340" y="1524"/>
                    </a:cubicBezTo>
                    <a:cubicBezTo>
                      <a:pt x="390" y="1392"/>
                      <a:pt x="406" y="1251"/>
                      <a:pt x="439" y="1118"/>
                    </a:cubicBezTo>
                    <a:cubicBezTo>
                      <a:pt x="472" y="978"/>
                      <a:pt x="530" y="853"/>
                      <a:pt x="572" y="721"/>
                    </a:cubicBezTo>
                    <a:cubicBezTo>
                      <a:pt x="646" y="497"/>
                      <a:pt x="680" y="232"/>
                      <a:pt x="837" y="50"/>
                    </a:cubicBezTo>
                    <a:cubicBezTo>
                      <a:pt x="850" y="30"/>
                      <a:pt x="832" y="0"/>
                      <a:pt x="8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2" name="Google Shape;6332;p20"/>
              <p:cNvSpPr/>
              <p:nvPr/>
            </p:nvSpPr>
            <p:spPr>
              <a:xfrm>
                <a:off x="2063400" y="1285400"/>
                <a:ext cx="5200" cy="3875"/>
              </a:xfrm>
              <a:custGeom>
                <a:rect b="b" l="l" r="r" t="t"/>
                <a:pathLst>
                  <a:path extrusionOk="0" h="155" w="208">
                    <a:moveTo>
                      <a:pt x="173" y="0"/>
                    </a:moveTo>
                    <a:cubicBezTo>
                      <a:pt x="165" y="0"/>
                      <a:pt x="157" y="2"/>
                      <a:pt x="150" y="6"/>
                    </a:cubicBezTo>
                    <a:cubicBezTo>
                      <a:pt x="125" y="22"/>
                      <a:pt x="100" y="30"/>
                      <a:pt x="84" y="47"/>
                    </a:cubicBezTo>
                    <a:lnTo>
                      <a:pt x="42" y="72"/>
                    </a:lnTo>
                    <a:cubicBezTo>
                      <a:pt x="26" y="80"/>
                      <a:pt x="9" y="88"/>
                      <a:pt x="1" y="113"/>
                    </a:cubicBezTo>
                    <a:cubicBezTo>
                      <a:pt x="1" y="122"/>
                      <a:pt x="1" y="130"/>
                      <a:pt x="9" y="138"/>
                    </a:cubicBezTo>
                    <a:cubicBezTo>
                      <a:pt x="9" y="146"/>
                      <a:pt x="17" y="155"/>
                      <a:pt x="26" y="155"/>
                    </a:cubicBezTo>
                    <a:lnTo>
                      <a:pt x="59" y="155"/>
                    </a:lnTo>
                    <a:cubicBezTo>
                      <a:pt x="59" y="146"/>
                      <a:pt x="67" y="146"/>
                      <a:pt x="67" y="146"/>
                    </a:cubicBezTo>
                    <a:cubicBezTo>
                      <a:pt x="75" y="146"/>
                      <a:pt x="75" y="138"/>
                      <a:pt x="84" y="138"/>
                    </a:cubicBezTo>
                    <a:lnTo>
                      <a:pt x="117" y="113"/>
                    </a:lnTo>
                    <a:cubicBezTo>
                      <a:pt x="142" y="97"/>
                      <a:pt x="166" y="80"/>
                      <a:pt x="191" y="72"/>
                    </a:cubicBezTo>
                    <a:cubicBezTo>
                      <a:pt x="208" y="55"/>
                      <a:pt x="208" y="39"/>
                      <a:pt x="200" y="14"/>
                    </a:cubicBezTo>
                    <a:cubicBezTo>
                      <a:pt x="195" y="4"/>
                      <a:pt x="184" y="0"/>
                      <a:pt x="1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3" name="Google Shape;6333;p20"/>
              <p:cNvSpPr/>
              <p:nvPr/>
            </p:nvSpPr>
            <p:spPr>
              <a:xfrm>
                <a:off x="2031725" y="1190550"/>
                <a:ext cx="36975" cy="48600"/>
              </a:xfrm>
              <a:custGeom>
                <a:rect b="b" l="l" r="r" t="t"/>
                <a:pathLst>
                  <a:path extrusionOk="0" h="1944" w="1479">
                    <a:moveTo>
                      <a:pt x="1427" y="0"/>
                    </a:moveTo>
                    <a:cubicBezTo>
                      <a:pt x="1421" y="0"/>
                      <a:pt x="1415" y="2"/>
                      <a:pt x="1409" y="5"/>
                    </a:cubicBezTo>
                    <a:cubicBezTo>
                      <a:pt x="1359" y="30"/>
                      <a:pt x="1326" y="63"/>
                      <a:pt x="1293" y="96"/>
                    </a:cubicBezTo>
                    <a:cubicBezTo>
                      <a:pt x="1251" y="129"/>
                      <a:pt x="1218" y="162"/>
                      <a:pt x="1185" y="195"/>
                    </a:cubicBezTo>
                    <a:cubicBezTo>
                      <a:pt x="1119" y="262"/>
                      <a:pt x="1052" y="328"/>
                      <a:pt x="986" y="394"/>
                    </a:cubicBezTo>
                    <a:cubicBezTo>
                      <a:pt x="870" y="518"/>
                      <a:pt x="754" y="643"/>
                      <a:pt x="646" y="767"/>
                    </a:cubicBezTo>
                    <a:cubicBezTo>
                      <a:pt x="539" y="891"/>
                      <a:pt x="431" y="1007"/>
                      <a:pt x="331" y="1123"/>
                    </a:cubicBezTo>
                    <a:cubicBezTo>
                      <a:pt x="240" y="1239"/>
                      <a:pt x="157" y="1364"/>
                      <a:pt x="91" y="1496"/>
                    </a:cubicBezTo>
                    <a:cubicBezTo>
                      <a:pt x="66" y="1562"/>
                      <a:pt x="33" y="1637"/>
                      <a:pt x="17" y="1703"/>
                    </a:cubicBezTo>
                    <a:cubicBezTo>
                      <a:pt x="8" y="1736"/>
                      <a:pt x="0" y="1778"/>
                      <a:pt x="0" y="1811"/>
                    </a:cubicBezTo>
                    <a:cubicBezTo>
                      <a:pt x="0" y="1844"/>
                      <a:pt x="0" y="1886"/>
                      <a:pt x="0" y="1919"/>
                    </a:cubicBezTo>
                    <a:cubicBezTo>
                      <a:pt x="0" y="1935"/>
                      <a:pt x="12" y="1944"/>
                      <a:pt x="25" y="1944"/>
                    </a:cubicBezTo>
                    <a:cubicBezTo>
                      <a:pt x="37" y="1944"/>
                      <a:pt x="50" y="1935"/>
                      <a:pt x="50" y="1919"/>
                    </a:cubicBezTo>
                    <a:cubicBezTo>
                      <a:pt x="58" y="1877"/>
                      <a:pt x="75" y="1836"/>
                      <a:pt x="83" y="1794"/>
                    </a:cubicBezTo>
                    <a:cubicBezTo>
                      <a:pt x="91" y="1761"/>
                      <a:pt x="108" y="1720"/>
                      <a:pt x="116" y="1687"/>
                    </a:cubicBezTo>
                    <a:cubicBezTo>
                      <a:pt x="149" y="1612"/>
                      <a:pt x="182" y="1538"/>
                      <a:pt x="224" y="1471"/>
                    </a:cubicBezTo>
                    <a:cubicBezTo>
                      <a:pt x="381" y="1214"/>
                      <a:pt x="588" y="999"/>
                      <a:pt x="787" y="775"/>
                    </a:cubicBezTo>
                    <a:cubicBezTo>
                      <a:pt x="903" y="659"/>
                      <a:pt x="1011" y="535"/>
                      <a:pt x="1127" y="419"/>
                    </a:cubicBezTo>
                    <a:cubicBezTo>
                      <a:pt x="1177" y="361"/>
                      <a:pt x="1235" y="303"/>
                      <a:pt x="1293" y="245"/>
                    </a:cubicBezTo>
                    <a:cubicBezTo>
                      <a:pt x="1326" y="212"/>
                      <a:pt x="1351" y="179"/>
                      <a:pt x="1384" y="146"/>
                    </a:cubicBezTo>
                    <a:cubicBezTo>
                      <a:pt x="1409" y="121"/>
                      <a:pt x="1442" y="96"/>
                      <a:pt x="1458" y="63"/>
                    </a:cubicBezTo>
                    <a:cubicBezTo>
                      <a:pt x="1479" y="29"/>
                      <a:pt x="1455" y="0"/>
                      <a:pt x="14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4" name="Google Shape;6334;p20"/>
              <p:cNvSpPr/>
              <p:nvPr/>
            </p:nvSpPr>
            <p:spPr>
              <a:xfrm>
                <a:off x="2075425" y="1182775"/>
                <a:ext cx="2725" cy="2675"/>
              </a:xfrm>
              <a:custGeom>
                <a:rect b="b" l="l" r="r" t="t"/>
                <a:pathLst>
                  <a:path extrusionOk="0" h="107" w="109">
                    <a:moveTo>
                      <a:pt x="91" y="1"/>
                    </a:moveTo>
                    <a:cubicBezTo>
                      <a:pt x="83" y="9"/>
                      <a:pt x="75" y="17"/>
                      <a:pt x="67" y="17"/>
                    </a:cubicBezTo>
                    <a:cubicBezTo>
                      <a:pt x="58" y="26"/>
                      <a:pt x="50" y="34"/>
                      <a:pt x="50" y="42"/>
                    </a:cubicBezTo>
                    <a:lnTo>
                      <a:pt x="9" y="75"/>
                    </a:lnTo>
                    <a:cubicBezTo>
                      <a:pt x="0" y="84"/>
                      <a:pt x="0" y="92"/>
                      <a:pt x="9" y="100"/>
                    </a:cubicBezTo>
                    <a:cubicBezTo>
                      <a:pt x="13" y="104"/>
                      <a:pt x="17" y="107"/>
                      <a:pt x="21" y="107"/>
                    </a:cubicBezTo>
                    <a:cubicBezTo>
                      <a:pt x="25" y="107"/>
                      <a:pt x="29" y="104"/>
                      <a:pt x="33" y="100"/>
                    </a:cubicBezTo>
                    <a:lnTo>
                      <a:pt x="67" y="67"/>
                    </a:lnTo>
                    <a:cubicBezTo>
                      <a:pt x="75" y="59"/>
                      <a:pt x="83" y="51"/>
                      <a:pt x="91" y="42"/>
                    </a:cubicBezTo>
                    <a:lnTo>
                      <a:pt x="108" y="17"/>
                    </a:lnTo>
                    <a:cubicBezTo>
                      <a:pt x="108" y="9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5" name="Google Shape;6335;p20"/>
              <p:cNvSpPr/>
              <p:nvPr/>
            </p:nvSpPr>
            <p:spPr>
              <a:xfrm>
                <a:off x="2033775" y="1270625"/>
                <a:ext cx="7275" cy="20925"/>
              </a:xfrm>
              <a:custGeom>
                <a:rect b="b" l="l" r="r" t="t"/>
                <a:pathLst>
                  <a:path extrusionOk="0" h="837" w="291">
                    <a:moveTo>
                      <a:pt x="60" y="1"/>
                    </a:moveTo>
                    <a:cubicBezTo>
                      <a:pt x="49" y="1"/>
                      <a:pt x="40" y="5"/>
                      <a:pt x="34" y="17"/>
                    </a:cubicBezTo>
                    <a:cubicBezTo>
                      <a:pt x="9" y="83"/>
                      <a:pt x="1" y="174"/>
                      <a:pt x="9" y="240"/>
                    </a:cubicBezTo>
                    <a:cubicBezTo>
                      <a:pt x="9" y="315"/>
                      <a:pt x="17" y="389"/>
                      <a:pt x="34" y="464"/>
                    </a:cubicBezTo>
                    <a:cubicBezTo>
                      <a:pt x="51" y="539"/>
                      <a:pt x="75" y="613"/>
                      <a:pt x="109" y="679"/>
                    </a:cubicBezTo>
                    <a:cubicBezTo>
                      <a:pt x="125" y="721"/>
                      <a:pt x="142" y="746"/>
                      <a:pt x="175" y="779"/>
                    </a:cubicBezTo>
                    <a:cubicBezTo>
                      <a:pt x="191" y="812"/>
                      <a:pt x="208" y="837"/>
                      <a:pt x="249" y="837"/>
                    </a:cubicBezTo>
                    <a:cubicBezTo>
                      <a:pt x="266" y="837"/>
                      <a:pt x="274" y="829"/>
                      <a:pt x="283" y="812"/>
                    </a:cubicBezTo>
                    <a:cubicBezTo>
                      <a:pt x="291" y="779"/>
                      <a:pt x="266" y="746"/>
                      <a:pt x="258" y="721"/>
                    </a:cubicBezTo>
                    <a:cubicBezTo>
                      <a:pt x="241" y="688"/>
                      <a:pt x="225" y="663"/>
                      <a:pt x="208" y="630"/>
                    </a:cubicBezTo>
                    <a:cubicBezTo>
                      <a:pt x="183" y="572"/>
                      <a:pt x="158" y="505"/>
                      <a:pt x="142" y="439"/>
                    </a:cubicBezTo>
                    <a:cubicBezTo>
                      <a:pt x="125" y="373"/>
                      <a:pt x="109" y="307"/>
                      <a:pt x="109" y="240"/>
                    </a:cubicBezTo>
                    <a:cubicBezTo>
                      <a:pt x="100" y="174"/>
                      <a:pt x="109" y="99"/>
                      <a:pt x="109" y="33"/>
                    </a:cubicBezTo>
                    <a:cubicBezTo>
                      <a:pt x="103" y="17"/>
                      <a:pt x="80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6" name="Google Shape;6336;p20"/>
              <p:cNvSpPr/>
              <p:nvPr/>
            </p:nvSpPr>
            <p:spPr>
              <a:xfrm>
                <a:off x="2033375" y="1287875"/>
                <a:ext cx="3275" cy="4900"/>
              </a:xfrm>
              <a:custGeom>
                <a:rect b="b" l="l" r="r" t="t"/>
                <a:pathLst>
                  <a:path extrusionOk="0" h="196" w="131">
                    <a:moveTo>
                      <a:pt x="37" y="0"/>
                    </a:moveTo>
                    <a:cubicBezTo>
                      <a:pt x="31" y="0"/>
                      <a:pt x="24" y="3"/>
                      <a:pt x="17" y="6"/>
                    </a:cubicBezTo>
                    <a:cubicBezTo>
                      <a:pt x="9" y="14"/>
                      <a:pt x="0" y="31"/>
                      <a:pt x="9" y="39"/>
                    </a:cubicBezTo>
                    <a:lnTo>
                      <a:pt x="9" y="47"/>
                    </a:lnTo>
                    <a:cubicBezTo>
                      <a:pt x="25" y="72"/>
                      <a:pt x="33" y="97"/>
                      <a:pt x="50" y="122"/>
                    </a:cubicBezTo>
                    <a:cubicBezTo>
                      <a:pt x="58" y="130"/>
                      <a:pt x="67" y="147"/>
                      <a:pt x="75" y="155"/>
                    </a:cubicBezTo>
                    <a:cubicBezTo>
                      <a:pt x="75" y="163"/>
                      <a:pt x="83" y="172"/>
                      <a:pt x="83" y="180"/>
                    </a:cubicBezTo>
                    <a:cubicBezTo>
                      <a:pt x="91" y="180"/>
                      <a:pt x="91" y="188"/>
                      <a:pt x="100" y="188"/>
                    </a:cubicBezTo>
                    <a:cubicBezTo>
                      <a:pt x="105" y="193"/>
                      <a:pt x="109" y="195"/>
                      <a:pt x="114" y="195"/>
                    </a:cubicBezTo>
                    <a:cubicBezTo>
                      <a:pt x="124" y="195"/>
                      <a:pt x="130" y="183"/>
                      <a:pt x="125" y="172"/>
                    </a:cubicBezTo>
                    <a:cubicBezTo>
                      <a:pt x="125" y="163"/>
                      <a:pt x="125" y="155"/>
                      <a:pt x="125" y="155"/>
                    </a:cubicBezTo>
                    <a:cubicBezTo>
                      <a:pt x="125" y="147"/>
                      <a:pt x="116" y="139"/>
                      <a:pt x="116" y="130"/>
                    </a:cubicBezTo>
                    <a:lnTo>
                      <a:pt x="91" y="89"/>
                    </a:lnTo>
                    <a:cubicBezTo>
                      <a:pt x="83" y="64"/>
                      <a:pt x="67" y="39"/>
                      <a:pt x="58" y="14"/>
                    </a:cubicBezTo>
                    <a:cubicBezTo>
                      <a:pt x="53" y="5"/>
                      <a:pt x="46" y="0"/>
                      <a:pt x="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7" name="Google Shape;6337;p20"/>
              <p:cNvSpPr/>
              <p:nvPr/>
            </p:nvSpPr>
            <p:spPr>
              <a:xfrm>
                <a:off x="2019500" y="1257700"/>
                <a:ext cx="4375" cy="30175"/>
              </a:xfrm>
              <a:custGeom>
                <a:rect b="b" l="l" r="r" t="t"/>
                <a:pathLst>
                  <a:path extrusionOk="0" h="1207" w="175">
                    <a:moveTo>
                      <a:pt x="93" y="1"/>
                    </a:moveTo>
                    <a:cubicBezTo>
                      <a:pt x="77" y="1"/>
                      <a:pt x="62" y="9"/>
                      <a:pt x="58" y="28"/>
                    </a:cubicBezTo>
                    <a:cubicBezTo>
                      <a:pt x="25" y="219"/>
                      <a:pt x="0" y="401"/>
                      <a:pt x="0" y="600"/>
                    </a:cubicBezTo>
                    <a:cubicBezTo>
                      <a:pt x="0" y="699"/>
                      <a:pt x="0" y="790"/>
                      <a:pt x="9" y="890"/>
                    </a:cubicBezTo>
                    <a:cubicBezTo>
                      <a:pt x="17" y="940"/>
                      <a:pt x="25" y="989"/>
                      <a:pt x="25" y="1031"/>
                    </a:cubicBezTo>
                    <a:cubicBezTo>
                      <a:pt x="33" y="1056"/>
                      <a:pt x="33" y="1080"/>
                      <a:pt x="42" y="1105"/>
                    </a:cubicBezTo>
                    <a:cubicBezTo>
                      <a:pt x="42" y="1114"/>
                      <a:pt x="42" y="1122"/>
                      <a:pt x="50" y="1138"/>
                    </a:cubicBezTo>
                    <a:cubicBezTo>
                      <a:pt x="42" y="1147"/>
                      <a:pt x="42" y="1155"/>
                      <a:pt x="50" y="1163"/>
                    </a:cubicBezTo>
                    <a:cubicBezTo>
                      <a:pt x="50" y="1191"/>
                      <a:pt x="78" y="1207"/>
                      <a:pt x="102" y="1207"/>
                    </a:cubicBezTo>
                    <a:cubicBezTo>
                      <a:pt x="107" y="1207"/>
                      <a:pt x="112" y="1206"/>
                      <a:pt x="116" y="1205"/>
                    </a:cubicBezTo>
                    <a:cubicBezTo>
                      <a:pt x="166" y="1188"/>
                      <a:pt x="174" y="1138"/>
                      <a:pt x="158" y="1097"/>
                    </a:cubicBezTo>
                    <a:cubicBezTo>
                      <a:pt x="141" y="1056"/>
                      <a:pt x="141" y="1006"/>
                      <a:pt x="133" y="964"/>
                    </a:cubicBezTo>
                    <a:cubicBezTo>
                      <a:pt x="125" y="857"/>
                      <a:pt x="116" y="757"/>
                      <a:pt x="108" y="658"/>
                    </a:cubicBezTo>
                    <a:cubicBezTo>
                      <a:pt x="100" y="451"/>
                      <a:pt x="108" y="235"/>
                      <a:pt x="133" y="36"/>
                    </a:cubicBezTo>
                    <a:cubicBezTo>
                      <a:pt x="133" y="14"/>
                      <a:pt x="113" y="1"/>
                      <a:pt x="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8" name="Google Shape;6338;p20"/>
              <p:cNvSpPr/>
              <p:nvPr/>
            </p:nvSpPr>
            <p:spPr>
              <a:xfrm>
                <a:off x="2017425" y="1268125"/>
                <a:ext cx="1875" cy="9575"/>
              </a:xfrm>
              <a:custGeom>
                <a:rect b="b" l="l" r="r" t="t"/>
                <a:pathLst>
                  <a:path extrusionOk="0" h="383" w="75">
                    <a:moveTo>
                      <a:pt x="34" y="1"/>
                    </a:moveTo>
                    <a:cubicBezTo>
                      <a:pt x="21" y="1"/>
                      <a:pt x="9" y="9"/>
                      <a:pt x="9" y="25"/>
                    </a:cubicBezTo>
                    <a:cubicBezTo>
                      <a:pt x="0" y="83"/>
                      <a:pt x="0" y="141"/>
                      <a:pt x="0" y="199"/>
                    </a:cubicBezTo>
                    <a:cubicBezTo>
                      <a:pt x="0" y="233"/>
                      <a:pt x="9" y="266"/>
                      <a:pt x="9" y="291"/>
                    </a:cubicBezTo>
                    <a:cubicBezTo>
                      <a:pt x="17" y="324"/>
                      <a:pt x="17" y="349"/>
                      <a:pt x="34" y="373"/>
                    </a:cubicBezTo>
                    <a:lnTo>
                      <a:pt x="25" y="373"/>
                    </a:lnTo>
                    <a:cubicBezTo>
                      <a:pt x="28" y="380"/>
                      <a:pt x="34" y="382"/>
                      <a:pt x="40" y="382"/>
                    </a:cubicBezTo>
                    <a:cubicBezTo>
                      <a:pt x="50" y="382"/>
                      <a:pt x="62" y="375"/>
                      <a:pt x="67" y="365"/>
                    </a:cubicBezTo>
                    <a:cubicBezTo>
                      <a:pt x="75" y="340"/>
                      <a:pt x="67" y="315"/>
                      <a:pt x="67" y="282"/>
                    </a:cubicBezTo>
                    <a:cubicBezTo>
                      <a:pt x="67" y="257"/>
                      <a:pt x="67" y="224"/>
                      <a:pt x="58" y="199"/>
                    </a:cubicBezTo>
                    <a:cubicBezTo>
                      <a:pt x="58" y="141"/>
                      <a:pt x="58" y="83"/>
                      <a:pt x="58" y="25"/>
                    </a:cubicBezTo>
                    <a:cubicBezTo>
                      <a:pt x="58" y="9"/>
                      <a:pt x="46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9" name="Google Shape;6339;p20"/>
              <p:cNvSpPr/>
              <p:nvPr/>
            </p:nvSpPr>
            <p:spPr>
              <a:xfrm>
                <a:off x="2015550" y="1282000"/>
                <a:ext cx="1700" cy="3750"/>
              </a:xfrm>
              <a:custGeom>
                <a:rect b="b" l="l" r="r" t="t"/>
                <a:pathLst>
                  <a:path extrusionOk="0" h="150" w="68">
                    <a:moveTo>
                      <a:pt x="34" y="1"/>
                    </a:moveTo>
                    <a:cubicBezTo>
                      <a:pt x="17" y="1"/>
                      <a:pt x="1" y="17"/>
                      <a:pt x="1" y="34"/>
                    </a:cubicBezTo>
                    <a:cubicBezTo>
                      <a:pt x="9" y="50"/>
                      <a:pt x="9" y="67"/>
                      <a:pt x="9" y="84"/>
                    </a:cubicBezTo>
                    <a:cubicBezTo>
                      <a:pt x="9" y="92"/>
                      <a:pt x="9" y="100"/>
                      <a:pt x="9" y="108"/>
                    </a:cubicBezTo>
                    <a:cubicBezTo>
                      <a:pt x="9" y="117"/>
                      <a:pt x="9" y="125"/>
                      <a:pt x="9" y="133"/>
                    </a:cubicBezTo>
                    <a:cubicBezTo>
                      <a:pt x="17" y="142"/>
                      <a:pt x="26" y="150"/>
                      <a:pt x="34" y="150"/>
                    </a:cubicBezTo>
                    <a:cubicBezTo>
                      <a:pt x="42" y="150"/>
                      <a:pt x="51" y="142"/>
                      <a:pt x="59" y="133"/>
                    </a:cubicBezTo>
                    <a:cubicBezTo>
                      <a:pt x="59" y="125"/>
                      <a:pt x="59" y="117"/>
                      <a:pt x="59" y="108"/>
                    </a:cubicBezTo>
                    <a:lnTo>
                      <a:pt x="67" y="108"/>
                    </a:lnTo>
                    <a:cubicBezTo>
                      <a:pt x="67" y="100"/>
                      <a:pt x="67" y="92"/>
                      <a:pt x="67" y="84"/>
                    </a:cubicBezTo>
                    <a:cubicBezTo>
                      <a:pt x="67" y="67"/>
                      <a:pt x="67" y="50"/>
                      <a:pt x="67" y="34"/>
                    </a:cubicBezTo>
                    <a:cubicBezTo>
                      <a:pt x="67" y="17"/>
                      <a:pt x="51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0" name="Google Shape;6340;p20"/>
              <p:cNvSpPr/>
              <p:nvPr/>
            </p:nvSpPr>
            <p:spPr>
              <a:xfrm>
                <a:off x="2051400" y="1321150"/>
                <a:ext cx="15350" cy="4850"/>
              </a:xfrm>
              <a:custGeom>
                <a:rect b="b" l="l" r="r" t="t"/>
                <a:pathLst>
                  <a:path extrusionOk="0" h="194" w="614">
                    <a:moveTo>
                      <a:pt x="58" y="1"/>
                    </a:moveTo>
                    <a:cubicBezTo>
                      <a:pt x="33" y="9"/>
                      <a:pt x="0" y="25"/>
                      <a:pt x="0" y="59"/>
                    </a:cubicBezTo>
                    <a:cubicBezTo>
                      <a:pt x="8" y="92"/>
                      <a:pt x="33" y="117"/>
                      <a:pt x="66" y="133"/>
                    </a:cubicBezTo>
                    <a:cubicBezTo>
                      <a:pt x="83" y="150"/>
                      <a:pt x="108" y="158"/>
                      <a:pt x="133" y="166"/>
                    </a:cubicBezTo>
                    <a:cubicBezTo>
                      <a:pt x="182" y="183"/>
                      <a:pt x="232" y="191"/>
                      <a:pt x="282" y="191"/>
                    </a:cubicBezTo>
                    <a:cubicBezTo>
                      <a:pt x="303" y="193"/>
                      <a:pt x="325" y="194"/>
                      <a:pt x="348" y="194"/>
                    </a:cubicBezTo>
                    <a:cubicBezTo>
                      <a:pt x="430" y="194"/>
                      <a:pt x="517" y="180"/>
                      <a:pt x="588" y="141"/>
                    </a:cubicBezTo>
                    <a:cubicBezTo>
                      <a:pt x="613" y="133"/>
                      <a:pt x="613" y="83"/>
                      <a:pt x="580" y="75"/>
                    </a:cubicBezTo>
                    <a:cubicBezTo>
                      <a:pt x="561" y="73"/>
                      <a:pt x="542" y="73"/>
                      <a:pt x="522" y="73"/>
                    </a:cubicBezTo>
                    <a:cubicBezTo>
                      <a:pt x="470" y="73"/>
                      <a:pt x="417" y="78"/>
                      <a:pt x="365" y="78"/>
                    </a:cubicBezTo>
                    <a:cubicBezTo>
                      <a:pt x="345" y="78"/>
                      <a:pt x="326" y="77"/>
                      <a:pt x="307" y="75"/>
                    </a:cubicBezTo>
                    <a:cubicBezTo>
                      <a:pt x="265" y="75"/>
                      <a:pt x="224" y="67"/>
                      <a:pt x="182" y="59"/>
                    </a:cubicBezTo>
                    <a:cubicBezTo>
                      <a:pt x="166" y="50"/>
                      <a:pt x="141" y="42"/>
                      <a:pt x="133" y="34"/>
                    </a:cubicBezTo>
                    <a:cubicBezTo>
                      <a:pt x="108" y="17"/>
                      <a:pt x="83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1" name="Google Shape;6341;p20"/>
              <p:cNvSpPr/>
              <p:nvPr/>
            </p:nvSpPr>
            <p:spPr>
              <a:xfrm>
                <a:off x="2060500" y="1315775"/>
                <a:ext cx="6050" cy="2025"/>
              </a:xfrm>
              <a:custGeom>
                <a:rect b="b" l="l" r="r" t="t"/>
                <a:pathLst>
                  <a:path extrusionOk="0" h="81" w="242">
                    <a:moveTo>
                      <a:pt x="200" y="0"/>
                    </a:moveTo>
                    <a:cubicBezTo>
                      <a:pt x="166" y="8"/>
                      <a:pt x="150" y="17"/>
                      <a:pt x="117" y="17"/>
                    </a:cubicBezTo>
                    <a:lnTo>
                      <a:pt x="26" y="17"/>
                    </a:lnTo>
                    <a:cubicBezTo>
                      <a:pt x="1" y="17"/>
                      <a:pt x="1" y="42"/>
                      <a:pt x="17" y="50"/>
                    </a:cubicBezTo>
                    <a:cubicBezTo>
                      <a:pt x="48" y="72"/>
                      <a:pt x="84" y="80"/>
                      <a:pt x="121" y="80"/>
                    </a:cubicBezTo>
                    <a:cubicBezTo>
                      <a:pt x="153" y="80"/>
                      <a:pt x="185" y="74"/>
                      <a:pt x="216" y="66"/>
                    </a:cubicBezTo>
                    <a:cubicBezTo>
                      <a:pt x="233" y="58"/>
                      <a:pt x="241" y="42"/>
                      <a:pt x="241" y="25"/>
                    </a:cubicBezTo>
                    <a:cubicBezTo>
                      <a:pt x="233" y="8"/>
                      <a:pt x="216" y="0"/>
                      <a:pt x="2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2" name="Google Shape;6342;p20"/>
              <p:cNvSpPr/>
              <p:nvPr/>
            </p:nvSpPr>
            <p:spPr>
              <a:xfrm>
                <a:off x="2021350" y="1327900"/>
                <a:ext cx="6375" cy="13775"/>
              </a:xfrm>
              <a:custGeom>
                <a:rect b="b" l="l" r="r" t="t"/>
                <a:pathLst>
                  <a:path extrusionOk="0" h="551" w="255">
                    <a:moveTo>
                      <a:pt x="52" y="1"/>
                    </a:moveTo>
                    <a:cubicBezTo>
                      <a:pt x="47" y="1"/>
                      <a:pt x="41" y="2"/>
                      <a:pt x="34" y="4"/>
                    </a:cubicBezTo>
                    <a:cubicBezTo>
                      <a:pt x="17" y="4"/>
                      <a:pt x="1" y="21"/>
                      <a:pt x="1" y="45"/>
                    </a:cubicBezTo>
                    <a:cubicBezTo>
                      <a:pt x="9" y="87"/>
                      <a:pt x="34" y="128"/>
                      <a:pt x="51" y="170"/>
                    </a:cubicBezTo>
                    <a:cubicBezTo>
                      <a:pt x="59" y="211"/>
                      <a:pt x="75" y="253"/>
                      <a:pt x="92" y="286"/>
                    </a:cubicBezTo>
                    <a:cubicBezTo>
                      <a:pt x="125" y="369"/>
                      <a:pt x="150" y="451"/>
                      <a:pt x="183" y="526"/>
                    </a:cubicBezTo>
                    <a:cubicBezTo>
                      <a:pt x="186" y="543"/>
                      <a:pt x="199" y="550"/>
                      <a:pt x="213" y="550"/>
                    </a:cubicBezTo>
                    <a:cubicBezTo>
                      <a:pt x="233" y="550"/>
                      <a:pt x="254" y="534"/>
                      <a:pt x="249" y="509"/>
                    </a:cubicBezTo>
                    <a:cubicBezTo>
                      <a:pt x="225" y="427"/>
                      <a:pt x="200" y="344"/>
                      <a:pt x="175" y="261"/>
                    </a:cubicBezTo>
                    <a:cubicBezTo>
                      <a:pt x="158" y="228"/>
                      <a:pt x="150" y="186"/>
                      <a:pt x="133" y="145"/>
                    </a:cubicBezTo>
                    <a:cubicBezTo>
                      <a:pt x="117" y="103"/>
                      <a:pt x="109" y="54"/>
                      <a:pt x="84" y="21"/>
                    </a:cubicBezTo>
                    <a:cubicBezTo>
                      <a:pt x="78" y="8"/>
                      <a:pt x="67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3" name="Google Shape;6343;p20"/>
              <p:cNvSpPr/>
              <p:nvPr/>
            </p:nvSpPr>
            <p:spPr>
              <a:xfrm>
                <a:off x="2019275" y="1330875"/>
                <a:ext cx="3775" cy="10200"/>
              </a:xfrm>
              <a:custGeom>
                <a:rect b="b" l="l" r="r" t="t"/>
                <a:pathLst>
                  <a:path extrusionOk="0" h="408" w="151">
                    <a:moveTo>
                      <a:pt x="20" y="0"/>
                    </a:moveTo>
                    <a:cubicBezTo>
                      <a:pt x="10" y="0"/>
                      <a:pt x="1" y="7"/>
                      <a:pt x="1" y="18"/>
                    </a:cubicBezTo>
                    <a:cubicBezTo>
                      <a:pt x="1" y="51"/>
                      <a:pt x="18" y="76"/>
                      <a:pt x="26" y="109"/>
                    </a:cubicBezTo>
                    <a:lnTo>
                      <a:pt x="51" y="192"/>
                    </a:lnTo>
                    <a:cubicBezTo>
                      <a:pt x="67" y="250"/>
                      <a:pt x="76" y="308"/>
                      <a:pt x="84" y="374"/>
                    </a:cubicBezTo>
                    <a:cubicBezTo>
                      <a:pt x="84" y="390"/>
                      <a:pt x="92" y="407"/>
                      <a:pt x="117" y="407"/>
                    </a:cubicBezTo>
                    <a:cubicBezTo>
                      <a:pt x="134" y="407"/>
                      <a:pt x="150" y="390"/>
                      <a:pt x="150" y="374"/>
                    </a:cubicBezTo>
                    <a:cubicBezTo>
                      <a:pt x="142" y="308"/>
                      <a:pt x="134" y="241"/>
                      <a:pt x="117" y="183"/>
                    </a:cubicBezTo>
                    <a:cubicBezTo>
                      <a:pt x="109" y="150"/>
                      <a:pt x="100" y="117"/>
                      <a:pt x="84" y="92"/>
                    </a:cubicBezTo>
                    <a:cubicBezTo>
                      <a:pt x="76" y="59"/>
                      <a:pt x="59" y="34"/>
                      <a:pt x="34" y="9"/>
                    </a:cubicBezTo>
                    <a:cubicBezTo>
                      <a:pt x="31" y="3"/>
                      <a:pt x="25" y="0"/>
                      <a:pt x="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4" name="Google Shape;6344;p20"/>
              <p:cNvSpPr/>
              <p:nvPr/>
            </p:nvSpPr>
            <p:spPr>
              <a:xfrm>
                <a:off x="1903700" y="1227550"/>
                <a:ext cx="2725" cy="20150"/>
              </a:xfrm>
              <a:custGeom>
                <a:rect b="b" l="l" r="r" t="t"/>
                <a:pathLst>
                  <a:path extrusionOk="0" h="806" w="109">
                    <a:moveTo>
                      <a:pt x="50" y="0"/>
                    </a:moveTo>
                    <a:cubicBezTo>
                      <a:pt x="40" y="0"/>
                      <a:pt x="30" y="7"/>
                      <a:pt x="25" y="16"/>
                    </a:cubicBezTo>
                    <a:cubicBezTo>
                      <a:pt x="1" y="74"/>
                      <a:pt x="17" y="149"/>
                      <a:pt x="25" y="207"/>
                    </a:cubicBezTo>
                    <a:cubicBezTo>
                      <a:pt x="25" y="273"/>
                      <a:pt x="25" y="339"/>
                      <a:pt x="25" y="397"/>
                    </a:cubicBezTo>
                    <a:cubicBezTo>
                      <a:pt x="34" y="530"/>
                      <a:pt x="34" y="654"/>
                      <a:pt x="25" y="787"/>
                    </a:cubicBezTo>
                    <a:cubicBezTo>
                      <a:pt x="25" y="799"/>
                      <a:pt x="36" y="805"/>
                      <a:pt x="46" y="805"/>
                    </a:cubicBezTo>
                    <a:cubicBezTo>
                      <a:pt x="57" y="805"/>
                      <a:pt x="67" y="799"/>
                      <a:pt x="67" y="787"/>
                    </a:cubicBezTo>
                    <a:cubicBezTo>
                      <a:pt x="83" y="654"/>
                      <a:pt x="100" y="522"/>
                      <a:pt x="100" y="389"/>
                    </a:cubicBezTo>
                    <a:cubicBezTo>
                      <a:pt x="100" y="331"/>
                      <a:pt x="100" y="265"/>
                      <a:pt x="100" y="198"/>
                    </a:cubicBezTo>
                    <a:cubicBezTo>
                      <a:pt x="100" y="140"/>
                      <a:pt x="108" y="66"/>
                      <a:pt x="75" y="16"/>
                    </a:cubicBezTo>
                    <a:cubicBezTo>
                      <a:pt x="68" y="5"/>
                      <a:pt x="59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5" name="Google Shape;6345;p20"/>
              <p:cNvSpPr/>
              <p:nvPr/>
            </p:nvSpPr>
            <p:spPr>
              <a:xfrm>
                <a:off x="1903700" y="1211575"/>
                <a:ext cx="1475" cy="2925"/>
              </a:xfrm>
              <a:custGeom>
                <a:rect b="b" l="l" r="r" t="t"/>
                <a:pathLst>
                  <a:path extrusionOk="0" h="117" w="59">
                    <a:moveTo>
                      <a:pt x="25" y="1"/>
                    </a:moveTo>
                    <a:cubicBezTo>
                      <a:pt x="17" y="9"/>
                      <a:pt x="17" y="9"/>
                      <a:pt x="17" y="17"/>
                    </a:cubicBezTo>
                    <a:cubicBezTo>
                      <a:pt x="17" y="17"/>
                      <a:pt x="9" y="25"/>
                      <a:pt x="9" y="34"/>
                    </a:cubicBezTo>
                    <a:cubicBezTo>
                      <a:pt x="9" y="34"/>
                      <a:pt x="9" y="42"/>
                      <a:pt x="9" y="50"/>
                    </a:cubicBezTo>
                    <a:cubicBezTo>
                      <a:pt x="1" y="59"/>
                      <a:pt x="1" y="75"/>
                      <a:pt x="1" y="83"/>
                    </a:cubicBezTo>
                    <a:cubicBezTo>
                      <a:pt x="1" y="92"/>
                      <a:pt x="1" y="100"/>
                      <a:pt x="1" y="108"/>
                    </a:cubicBezTo>
                    <a:cubicBezTo>
                      <a:pt x="9" y="117"/>
                      <a:pt x="17" y="117"/>
                      <a:pt x="25" y="117"/>
                    </a:cubicBezTo>
                    <a:cubicBezTo>
                      <a:pt x="34" y="117"/>
                      <a:pt x="42" y="117"/>
                      <a:pt x="50" y="108"/>
                    </a:cubicBezTo>
                    <a:cubicBezTo>
                      <a:pt x="50" y="108"/>
                      <a:pt x="59" y="100"/>
                      <a:pt x="59" y="92"/>
                    </a:cubicBezTo>
                    <a:cubicBezTo>
                      <a:pt x="59" y="83"/>
                      <a:pt x="59" y="67"/>
                      <a:pt x="59" y="59"/>
                    </a:cubicBezTo>
                    <a:cubicBezTo>
                      <a:pt x="59" y="50"/>
                      <a:pt x="59" y="42"/>
                      <a:pt x="59" y="42"/>
                    </a:cubicBezTo>
                    <a:cubicBezTo>
                      <a:pt x="59" y="34"/>
                      <a:pt x="59" y="25"/>
                      <a:pt x="59" y="25"/>
                    </a:cubicBezTo>
                    <a:cubicBezTo>
                      <a:pt x="59" y="9"/>
                      <a:pt x="50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6" name="Google Shape;6346;p20"/>
              <p:cNvSpPr/>
              <p:nvPr/>
            </p:nvSpPr>
            <p:spPr>
              <a:xfrm>
                <a:off x="1944925" y="1208650"/>
                <a:ext cx="2725" cy="11850"/>
              </a:xfrm>
              <a:custGeom>
                <a:rect b="b" l="l" r="r" t="t"/>
                <a:pathLst>
                  <a:path extrusionOk="0" h="474" w="109">
                    <a:moveTo>
                      <a:pt x="56" y="1"/>
                    </a:moveTo>
                    <a:cubicBezTo>
                      <a:pt x="22" y="1"/>
                      <a:pt x="8" y="38"/>
                      <a:pt x="0" y="76"/>
                    </a:cubicBezTo>
                    <a:cubicBezTo>
                      <a:pt x="0" y="118"/>
                      <a:pt x="0" y="159"/>
                      <a:pt x="0" y="200"/>
                    </a:cubicBezTo>
                    <a:cubicBezTo>
                      <a:pt x="0" y="250"/>
                      <a:pt x="0" y="292"/>
                      <a:pt x="9" y="333"/>
                    </a:cubicBezTo>
                    <a:cubicBezTo>
                      <a:pt x="17" y="374"/>
                      <a:pt x="25" y="416"/>
                      <a:pt x="42" y="457"/>
                    </a:cubicBezTo>
                    <a:cubicBezTo>
                      <a:pt x="48" y="469"/>
                      <a:pt x="56" y="473"/>
                      <a:pt x="65" y="473"/>
                    </a:cubicBezTo>
                    <a:cubicBezTo>
                      <a:pt x="82" y="473"/>
                      <a:pt x="100" y="457"/>
                      <a:pt x="100" y="441"/>
                    </a:cubicBezTo>
                    <a:cubicBezTo>
                      <a:pt x="108" y="408"/>
                      <a:pt x="100" y="366"/>
                      <a:pt x="100" y="333"/>
                    </a:cubicBezTo>
                    <a:cubicBezTo>
                      <a:pt x="92" y="300"/>
                      <a:pt x="92" y="258"/>
                      <a:pt x="92" y="225"/>
                    </a:cubicBezTo>
                    <a:lnTo>
                      <a:pt x="92" y="118"/>
                    </a:lnTo>
                    <a:cubicBezTo>
                      <a:pt x="92" y="101"/>
                      <a:pt x="92" y="84"/>
                      <a:pt x="92" y="68"/>
                    </a:cubicBezTo>
                    <a:cubicBezTo>
                      <a:pt x="92" y="68"/>
                      <a:pt x="92" y="68"/>
                      <a:pt x="92" y="60"/>
                    </a:cubicBezTo>
                    <a:cubicBezTo>
                      <a:pt x="92" y="60"/>
                      <a:pt x="98" y="41"/>
                      <a:pt x="94" y="41"/>
                    </a:cubicBezTo>
                    <a:lnTo>
                      <a:pt x="94" y="41"/>
                    </a:lnTo>
                    <a:cubicBezTo>
                      <a:pt x="94" y="41"/>
                      <a:pt x="93" y="42"/>
                      <a:pt x="92" y="43"/>
                    </a:cubicBezTo>
                    <a:cubicBezTo>
                      <a:pt x="100" y="26"/>
                      <a:pt x="92" y="10"/>
                      <a:pt x="67" y="2"/>
                    </a:cubicBezTo>
                    <a:cubicBezTo>
                      <a:pt x="63" y="1"/>
                      <a:pt x="60" y="1"/>
                      <a:pt x="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7" name="Google Shape;6347;p20"/>
              <p:cNvSpPr/>
              <p:nvPr/>
            </p:nvSpPr>
            <p:spPr>
              <a:xfrm>
                <a:off x="1942225" y="1206500"/>
                <a:ext cx="2300" cy="7600"/>
              </a:xfrm>
              <a:custGeom>
                <a:rect b="b" l="l" r="r" t="t"/>
                <a:pathLst>
                  <a:path extrusionOk="0" h="304" w="92">
                    <a:moveTo>
                      <a:pt x="33" y="1"/>
                    </a:moveTo>
                    <a:cubicBezTo>
                      <a:pt x="26" y="1"/>
                      <a:pt x="17" y="5"/>
                      <a:pt x="9" y="13"/>
                    </a:cubicBezTo>
                    <a:cubicBezTo>
                      <a:pt x="9" y="21"/>
                      <a:pt x="1" y="30"/>
                      <a:pt x="1" y="46"/>
                    </a:cubicBezTo>
                    <a:lnTo>
                      <a:pt x="1" y="79"/>
                    </a:lnTo>
                    <a:cubicBezTo>
                      <a:pt x="1" y="104"/>
                      <a:pt x="1" y="121"/>
                      <a:pt x="9" y="146"/>
                    </a:cubicBezTo>
                    <a:cubicBezTo>
                      <a:pt x="9" y="187"/>
                      <a:pt x="17" y="237"/>
                      <a:pt x="26" y="278"/>
                    </a:cubicBezTo>
                    <a:cubicBezTo>
                      <a:pt x="26" y="295"/>
                      <a:pt x="42" y="303"/>
                      <a:pt x="59" y="303"/>
                    </a:cubicBezTo>
                    <a:cubicBezTo>
                      <a:pt x="75" y="303"/>
                      <a:pt x="92" y="286"/>
                      <a:pt x="84" y="270"/>
                    </a:cubicBezTo>
                    <a:cubicBezTo>
                      <a:pt x="84" y="228"/>
                      <a:pt x="75" y="187"/>
                      <a:pt x="75" y="146"/>
                    </a:cubicBezTo>
                    <a:cubicBezTo>
                      <a:pt x="67" y="121"/>
                      <a:pt x="67" y="96"/>
                      <a:pt x="67" y="71"/>
                    </a:cubicBezTo>
                    <a:cubicBezTo>
                      <a:pt x="67" y="63"/>
                      <a:pt x="67" y="54"/>
                      <a:pt x="67" y="46"/>
                    </a:cubicBezTo>
                    <a:cubicBezTo>
                      <a:pt x="59" y="30"/>
                      <a:pt x="59" y="21"/>
                      <a:pt x="50" y="13"/>
                    </a:cubicBezTo>
                    <a:cubicBezTo>
                      <a:pt x="46" y="5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8" name="Google Shape;6348;p20"/>
              <p:cNvSpPr/>
              <p:nvPr/>
            </p:nvSpPr>
            <p:spPr>
              <a:xfrm>
                <a:off x="1940150" y="1198300"/>
                <a:ext cx="2325" cy="7700"/>
              </a:xfrm>
              <a:custGeom>
                <a:rect b="b" l="l" r="r" t="t"/>
                <a:pathLst>
                  <a:path extrusionOk="0" h="308" w="93">
                    <a:moveTo>
                      <a:pt x="54" y="0"/>
                    </a:moveTo>
                    <a:cubicBezTo>
                      <a:pt x="48" y="0"/>
                      <a:pt x="42" y="5"/>
                      <a:pt x="42" y="10"/>
                    </a:cubicBezTo>
                    <a:cubicBezTo>
                      <a:pt x="34" y="34"/>
                      <a:pt x="34" y="51"/>
                      <a:pt x="34" y="76"/>
                    </a:cubicBezTo>
                    <a:cubicBezTo>
                      <a:pt x="34" y="101"/>
                      <a:pt x="26" y="117"/>
                      <a:pt x="26" y="142"/>
                    </a:cubicBezTo>
                    <a:cubicBezTo>
                      <a:pt x="26" y="184"/>
                      <a:pt x="17" y="225"/>
                      <a:pt x="9" y="266"/>
                    </a:cubicBezTo>
                    <a:cubicBezTo>
                      <a:pt x="1" y="283"/>
                      <a:pt x="9" y="300"/>
                      <a:pt x="26" y="308"/>
                    </a:cubicBezTo>
                    <a:cubicBezTo>
                      <a:pt x="42" y="308"/>
                      <a:pt x="59" y="300"/>
                      <a:pt x="67" y="283"/>
                    </a:cubicBezTo>
                    <a:cubicBezTo>
                      <a:pt x="75" y="242"/>
                      <a:pt x="84" y="192"/>
                      <a:pt x="84" y="142"/>
                    </a:cubicBezTo>
                    <a:cubicBezTo>
                      <a:pt x="92" y="117"/>
                      <a:pt x="84" y="101"/>
                      <a:pt x="84" y="76"/>
                    </a:cubicBezTo>
                    <a:cubicBezTo>
                      <a:pt x="84" y="51"/>
                      <a:pt x="75" y="26"/>
                      <a:pt x="67" y="10"/>
                    </a:cubicBezTo>
                    <a:cubicBezTo>
                      <a:pt x="64" y="3"/>
                      <a:pt x="59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9" name="Google Shape;6349;p20"/>
              <p:cNvSpPr/>
              <p:nvPr/>
            </p:nvSpPr>
            <p:spPr>
              <a:xfrm>
                <a:off x="2062175" y="1204750"/>
                <a:ext cx="11025" cy="11200"/>
              </a:xfrm>
              <a:custGeom>
                <a:rect b="b" l="l" r="r" t="t"/>
                <a:pathLst>
                  <a:path extrusionOk="0" h="448" w="441">
                    <a:moveTo>
                      <a:pt x="391" y="1"/>
                    </a:moveTo>
                    <a:cubicBezTo>
                      <a:pt x="385" y="1"/>
                      <a:pt x="378" y="3"/>
                      <a:pt x="373" y="8"/>
                    </a:cubicBezTo>
                    <a:cubicBezTo>
                      <a:pt x="307" y="66"/>
                      <a:pt x="240" y="133"/>
                      <a:pt x="182" y="199"/>
                    </a:cubicBezTo>
                    <a:cubicBezTo>
                      <a:pt x="149" y="224"/>
                      <a:pt x="116" y="257"/>
                      <a:pt x="83" y="290"/>
                    </a:cubicBezTo>
                    <a:cubicBezTo>
                      <a:pt x="66" y="307"/>
                      <a:pt x="58" y="323"/>
                      <a:pt x="41" y="340"/>
                    </a:cubicBezTo>
                    <a:cubicBezTo>
                      <a:pt x="25" y="365"/>
                      <a:pt x="0" y="381"/>
                      <a:pt x="0" y="406"/>
                    </a:cubicBezTo>
                    <a:cubicBezTo>
                      <a:pt x="0" y="439"/>
                      <a:pt x="33" y="448"/>
                      <a:pt x="58" y="448"/>
                    </a:cubicBezTo>
                    <a:cubicBezTo>
                      <a:pt x="83" y="439"/>
                      <a:pt x="99" y="423"/>
                      <a:pt x="116" y="398"/>
                    </a:cubicBezTo>
                    <a:lnTo>
                      <a:pt x="157" y="348"/>
                    </a:lnTo>
                    <a:cubicBezTo>
                      <a:pt x="182" y="315"/>
                      <a:pt x="215" y="282"/>
                      <a:pt x="240" y="249"/>
                    </a:cubicBezTo>
                    <a:cubicBezTo>
                      <a:pt x="298" y="182"/>
                      <a:pt x="356" y="116"/>
                      <a:pt x="414" y="58"/>
                    </a:cubicBezTo>
                    <a:cubicBezTo>
                      <a:pt x="440" y="32"/>
                      <a:pt x="415" y="1"/>
                      <a:pt x="3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0" name="Google Shape;6350;p20"/>
              <p:cNvSpPr/>
              <p:nvPr/>
            </p:nvSpPr>
            <p:spPr>
              <a:xfrm>
                <a:off x="2055325" y="1214800"/>
                <a:ext cx="3350" cy="6550"/>
              </a:xfrm>
              <a:custGeom>
                <a:rect b="b" l="l" r="r" t="t"/>
                <a:pathLst>
                  <a:path extrusionOk="0" h="262" w="134">
                    <a:moveTo>
                      <a:pt x="102" y="1"/>
                    </a:moveTo>
                    <a:cubicBezTo>
                      <a:pt x="91" y="1"/>
                      <a:pt x="81" y="7"/>
                      <a:pt x="75" y="12"/>
                    </a:cubicBezTo>
                    <a:cubicBezTo>
                      <a:pt x="59" y="54"/>
                      <a:pt x="42" y="87"/>
                      <a:pt x="25" y="128"/>
                    </a:cubicBezTo>
                    <a:cubicBezTo>
                      <a:pt x="9" y="162"/>
                      <a:pt x="1" y="203"/>
                      <a:pt x="1" y="244"/>
                    </a:cubicBezTo>
                    <a:cubicBezTo>
                      <a:pt x="6" y="255"/>
                      <a:pt x="14" y="262"/>
                      <a:pt x="22" y="262"/>
                    </a:cubicBezTo>
                    <a:cubicBezTo>
                      <a:pt x="26" y="262"/>
                      <a:pt x="31" y="259"/>
                      <a:pt x="34" y="253"/>
                    </a:cubicBezTo>
                    <a:cubicBezTo>
                      <a:pt x="59" y="220"/>
                      <a:pt x="67" y="178"/>
                      <a:pt x="83" y="145"/>
                    </a:cubicBezTo>
                    <a:cubicBezTo>
                      <a:pt x="92" y="112"/>
                      <a:pt x="108" y="79"/>
                      <a:pt x="125" y="46"/>
                    </a:cubicBezTo>
                    <a:cubicBezTo>
                      <a:pt x="133" y="29"/>
                      <a:pt x="125" y="12"/>
                      <a:pt x="117" y="4"/>
                    </a:cubicBezTo>
                    <a:cubicBezTo>
                      <a:pt x="112" y="2"/>
                      <a:pt x="107" y="1"/>
                      <a:pt x="1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1" name="Google Shape;6351;p20"/>
              <p:cNvSpPr/>
              <p:nvPr/>
            </p:nvSpPr>
            <p:spPr>
              <a:xfrm>
                <a:off x="1953825" y="1277525"/>
                <a:ext cx="11000" cy="13000"/>
              </a:xfrm>
              <a:custGeom>
                <a:rect b="b" l="l" r="r" t="t"/>
                <a:pathLst>
                  <a:path extrusionOk="0" h="520" w="440">
                    <a:moveTo>
                      <a:pt x="308" y="0"/>
                    </a:moveTo>
                    <a:cubicBezTo>
                      <a:pt x="296" y="0"/>
                      <a:pt x="284" y="2"/>
                      <a:pt x="274" y="6"/>
                    </a:cubicBezTo>
                    <a:cubicBezTo>
                      <a:pt x="233" y="22"/>
                      <a:pt x="200" y="47"/>
                      <a:pt x="166" y="80"/>
                    </a:cubicBezTo>
                    <a:cubicBezTo>
                      <a:pt x="133" y="105"/>
                      <a:pt x="117" y="138"/>
                      <a:pt x="92" y="171"/>
                    </a:cubicBezTo>
                    <a:cubicBezTo>
                      <a:pt x="59" y="213"/>
                      <a:pt x="42" y="254"/>
                      <a:pt x="26" y="296"/>
                    </a:cubicBezTo>
                    <a:cubicBezTo>
                      <a:pt x="9" y="337"/>
                      <a:pt x="1" y="387"/>
                      <a:pt x="9" y="437"/>
                    </a:cubicBezTo>
                    <a:cubicBezTo>
                      <a:pt x="26" y="486"/>
                      <a:pt x="75" y="511"/>
                      <a:pt x="125" y="519"/>
                    </a:cubicBezTo>
                    <a:cubicBezTo>
                      <a:pt x="158" y="519"/>
                      <a:pt x="183" y="503"/>
                      <a:pt x="216" y="486"/>
                    </a:cubicBezTo>
                    <a:lnTo>
                      <a:pt x="224" y="486"/>
                    </a:lnTo>
                    <a:cubicBezTo>
                      <a:pt x="249" y="470"/>
                      <a:pt x="266" y="453"/>
                      <a:pt x="282" y="428"/>
                    </a:cubicBezTo>
                    <a:cubicBezTo>
                      <a:pt x="324" y="403"/>
                      <a:pt x="357" y="370"/>
                      <a:pt x="382" y="329"/>
                    </a:cubicBezTo>
                    <a:cubicBezTo>
                      <a:pt x="415" y="263"/>
                      <a:pt x="440" y="171"/>
                      <a:pt x="407" y="97"/>
                    </a:cubicBezTo>
                    <a:cubicBezTo>
                      <a:pt x="407" y="89"/>
                      <a:pt x="398" y="80"/>
                      <a:pt x="398" y="64"/>
                    </a:cubicBezTo>
                    <a:cubicBezTo>
                      <a:pt x="382" y="47"/>
                      <a:pt x="374" y="31"/>
                      <a:pt x="357" y="14"/>
                    </a:cubicBezTo>
                    <a:cubicBezTo>
                      <a:pt x="342" y="4"/>
                      <a:pt x="325" y="0"/>
                      <a:pt x="3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2" name="Google Shape;6352;p20"/>
              <p:cNvSpPr/>
              <p:nvPr/>
            </p:nvSpPr>
            <p:spPr>
              <a:xfrm>
                <a:off x="1953475" y="1265475"/>
                <a:ext cx="22950" cy="10125"/>
              </a:xfrm>
              <a:custGeom>
                <a:rect b="b" l="l" r="r" t="t"/>
                <a:pathLst>
                  <a:path extrusionOk="0" h="405" w="918">
                    <a:moveTo>
                      <a:pt x="314" y="1"/>
                    </a:moveTo>
                    <a:cubicBezTo>
                      <a:pt x="217" y="1"/>
                      <a:pt x="123" y="21"/>
                      <a:pt x="40" y="65"/>
                    </a:cubicBezTo>
                    <a:cubicBezTo>
                      <a:pt x="1" y="88"/>
                      <a:pt x="27" y="140"/>
                      <a:pt x="65" y="140"/>
                    </a:cubicBezTo>
                    <a:cubicBezTo>
                      <a:pt x="67" y="140"/>
                      <a:pt x="70" y="140"/>
                      <a:pt x="73" y="140"/>
                    </a:cubicBezTo>
                    <a:cubicBezTo>
                      <a:pt x="144" y="124"/>
                      <a:pt x="219" y="114"/>
                      <a:pt x="293" y="114"/>
                    </a:cubicBezTo>
                    <a:cubicBezTo>
                      <a:pt x="374" y="114"/>
                      <a:pt x="455" y="126"/>
                      <a:pt x="528" y="156"/>
                    </a:cubicBezTo>
                    <a:cubicBezTo>
                      <a:pt x="595" y="181"/>
                      <a:pt x="653" y="223"/>
                      <a:pt x="702" y="264"/>
                    </a:cubicBezTo>
                    <a:cubicBezTo>
                      <a:pt x="736" y="289"/>
                      <a:pt x="752" y="314"/>
                      <a:pt x="777" y="339"/>
                    </a:cubicBezTo>
                    <a:cubicBezTo>
                      <a:pt x="802" y="363"/>
                      <a:pt x="827" y="397"/>
                      <a:pt x="860" y="405"/>
                    </a:cubicBezTo>
                    <a:cubicBezTo>
                      <a:pt x="876" y="405"/>
                      <a:pt x="901" y="397"/>
                      <a:pt x="910" y="372"/>
                    </a:cubicBezTo>
                    <a:cubicBezTo>
                      <a:pt x="918" y="297"/>
                      <a:pt x="827" y="214"/>
                      <a:pt x="777" y="173"/>
                    </a:cubicBezTo>
                    <a:cubicBezTo>
                      <a:pt x="711" y="123"/>
                      <a:pt x="644" y="82"/>
                      <a:pt x="570" y="49"/>
                    </a:cubicBezTo>
                    <a:cubicBezTo>
                      <a:pt x="488" y="17"/>
                      <a:pt x="400" y="1"/>
                      <a:pt x="3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3" name="Google Shape;6353;p20"/>
              <p:cNvSpPr/>
              <p:nvPr/>
            </p:nvSpPr>
            <p:spPr>
              <a:xfrm>
                <a:off x="1966875" y="1264550"/>
                <a:ext cx="6000" cy="4050"/>
              </a:xfrm>
              <a:custGeom>
                <a:rect b="b" l="l" r="r" t="t"/>
                <a:pathLst>
                  <a:path extrusionOk="0" h="162" w="240">
                    <a:moveTo>
                      <a:pt x="41" y="0"/>
                    </a:moveTo>
                    <a:cubicBezTo>
                      <a:pt x="28" y="0"/>
                      <a:pt x="16" y="13"/>
                      <a:pt x="9" y="19"/>
                    </a:cubicBezTo>
                    <a:cubicBezTo>
                      <a:pt x="1" y="36"/>
                      <a:pt x="9" y="52"/>
                      <a:pt x="26" y="61"/>
                    </a:cubicBezTo>
                    <a:cubicBezTo>
                      <a:pt x="50" y="77"/>
                      <a:pt x="84" y="94"/>
                      <a:pt x="108" y="110"/>
                    </a:cubicBezTo>
                    <a:cubicBezTo>
                      <a:pt x="125" y="119"/>
                      <a:pt x="142" y="127"/>
                      <a:pt x="158" y="135"/>
                    </a:cubicBezTo>
                    <a:cubicBezTo>
                      <a:pt x="166" y="144"/>
                      <a:pt x="166" y="144"/>
                      <a:pt x="175" y="152"/>
                    </a:cubicBezTo>
                    <a:cubicBezTo>
                      <a:pt x="183" y="152"/>
                      <a:pt x="191" y="160"/>
                      <a:pt x="200" y="160"/>
                    </a:cubicBezTo>
                    <a:cubicBezTo>
                      <a:pt x="203" y="161"/>
                      <a:pt x="206" y="162"/>
                      <a:pt x="209" y="162"/>
                    </a:cubicBezTo>
                    <a:cubicBezTo>
                      <a:pt x="228" y="162"/>
                      <a:pt x="240" y="141"/>
                      <a:pt x="233" y="127"/>
                    </a:cubicBezTo>
                    <a:cubicBezTo>
                      <a:pt x="224" y="110"/>
                      <a:pt x="224" y="110"/>
                      <a:pt x="216" y="102"/>
                    </a:cubicBezTo>
                    <a:cubicBezTo>
                      <a:pt x="208" y="94"/>
                      <a:pt x="200" y="86"/>
                      <a:pt x="191" y="77"/>
                    </a:cubicBezTo>
                    <a:cubicBezTo>
                      <a:pt x="175" y="69"/>
                      <a:pt x="158" y="61"/>
                      <a:pt x="142" y="52"/>
                    </a:cubicBezTo>
                    <a:cubicBezTo>
                      <a:pt x="117" y="36"/>
                      <a:pt x="84" y="19"/>
                      <a:pt x="50" y="3"/>
                    </a:cubicBezTo>
                    <a:cubicBezTo>
                      <a:pt x="47" y="1"/>
                      <a:pt x="44" y="0"/>
                      <a:pt x="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4" name="Google Shape;6354;p20"/>
              <p:cNvSpPr/>
              <p:nvPr/>
            </p:nvSpPr>
            <p:spPr>
              <a:xfrm>
                <a:off x="1899400" y="1359850"/>
                <a:ext cx="24550" cy="11875"/>
              </a:xfrm>
              <a:custGeom>
                <a:rect b="b" l="l" r="r" t="t"/>
                <a:pathLst>
                  <a:path extrusionOk="0" h="475" w="982">
                    <a:moveTo>
                      <a:pt x="32" y="1"/>
                    </a:moveTo>
                    <a:cubicBezTo>
                      <a:pt x="12" y="1"/>
                      <a:pt x="0" y="29"/>
                      <a:pt x="15" y="43"/>
                    </a:cubicBezTo>
                    <a:cubicBezTo>
                      <a:pt x="81" y="101"/>
                      <a:pt x="156" y="143"/>
                      <a:pt x="231" y="176"/>
                    </a:cubicBezTo>
                    <a:cubicBezTo>
                      <a:pt x="305" y="217"/>
                      <a:pt x="388" y="251"/>
                      <a:pt x="463" y="284"/>
                    </a:cubicBezTo>
                    <a:cubicBezTo>
                      <a:pt x="620" y="358"/>
                      <a:pt x="777" y="416"/>
                      <a:pt x="935" y="474"/>
                    </a:cubicBezTo>
                    <a:lnTo>
                      <a:pt x="935" y="466"/>
                    </a:lnTo>
                    <a:cubicBezTo>
                      <a:pt x="940" y="468"/>
                      <a:pt x="944" y="469"/>
                      <a:pt x="948" y="469"/>
                    </a:cubicBezTo>
                    <a:cubicBezTo>
                      <a:pt x="972" y="469"/>
                      <a:pt x="981" y="432"/>
                      <a:pt x="960" y="425"/>
                    </a:cubicBezTo>
                    <a:cubicBezTo>
                      <a:pt x="802" y="358"/>
                      <a:pt x="653" y="284"/>
                      <a:pt x="496" y="209"/>
                    </a:cubicBezTo>
                    <a:cubicBezTo>
                      <a:pt x="421" y="176"/>
                      <a:pt x="347" y="135"/>
                      <a:pt x="272" y="101"/>
                    </a:cubicBezTo>
                    <a:cubicBezTo>
                      <a:pt x="197" y="60"/>
                      <a:pt x="123" y="19"/>
                      <a:pt x="40" y="2"/>
                    </a:cubicBezTo>
                    <a:cubicBezTo>
                      <a:pt x="37" y="1"/>
                      <a:pt x="35" y="1"/>
                      <a:pt x="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5" name="Google Shape;6355;p20"/>
              <p:cNvSpPr/>
              <p:nvPr/>
            </p:nvSpPr>
            <p:spPr>
              <a:xfrm>
                <a:off x="1868825" y="1345075"/>
                <a:ext cx="10975" cy="5825"/>
              </a:xfrm>
              <a:custGeom>
                <a:rect b="b" l="l" r="r" t="t"/>
                <a:pathLst>
                  <a:path extrusionOk="0" h="233" w="439">
                    <a:moveTo>
                      <a:pt x="38" y="1"/>
                    </a:moveTo>
                    <a:cubicBezTo>
                      <a:pt x="14" y="1"/>
                      <a:pt x="1" y="32"/>
                      <a:pt x="29" y="46"/>
                    </a:cubicBezTo>
                    <a:cubicBezTo>
                      <a:pt x="87" y="79"/>
                      <a:pt x="145" y="112"/>
                      <a:pt x="211" y="146"/>
                    </a:cubicBezTo>
                    <a:cubicBezTo>
                      <a:pt x="269" y="170"/>
                      <a:pt x="335" y="204"/>
                      <a:pt x="401" y="228"/>
                    </a:cubicBezTo>
                    <a:cubicBezTo>
                      <a:pt x="406" y="232"/>
                      <a:pt x="411" y="233"/>
                      <a:pt x="414" y="233"/>
                    </a:cubicBezTo>
                    <a:cubicBezTo>
                      <a:pt x="431" y="233"/>
                      <a:pt x="438" y="209"/>
                      <a:pt x="418" y="195"/>
                    </a:cubicBezTo>
                    <a:cubicBezTo>
                      <a:pt x="360" y="162"/>
                      <a:pt x="302" y="129"/>
                      <a:pt x="236" y="96"/>
                    </a:cubicBezTo>
                    <a:cubicBezTo>
                      <a:pt x="178" y="63"/>
                      <a:pt x="111" y="38"/>
                      <a:pt x="53" y="5"/>
                    </a:cubicBezTo>
                    <a:cubicBezTo>
                      <a:pt x="48" y="2"/>
                      <a:pt x="43" y="1"/>
                      <a:pt x="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6" name="Google Shape;6356;p20"/>
              <p:cNvSpPr/>
              <p:nvPr/>
            </p:nvSpPr>
            <p:spPr>
              <a:xfrm>
                <a:off x="1858350" y="1311075"/>
                <a:ext cx="3750" cy="4100"/>
              </a:xfrm>
              <a:custGeom>
                <a:rect b="b" l="l" r="r" t="t"/>
                <a:pathLst>
                  <a:path extrusionOk="0" h="164" w="150">
                    <a:moveTo>
                      <a:pt x="36" y="0"/>
                    </a:moveTo>
                    <a:cubicBezTo>
                      <a:pt x="28" y="0"/>
                      <a:pt x="18" y="4"/>
                      <a:pt x="8" y="14"/>
                    </a:cubicBezTo>
                    <a:cubicBezTo>
                      <a:pt x="0" y="22"/>
                      <a:pt x="0" y="39"/>
                      <a:pt x="17" y="56"/>
                    </a:cubicBezTo>
                    <a:cubicBezTo>
                      <a:pt x="25" y="64"/>
                      <a:pt x="33" y="72"/>
                      <a:pt x="33" y="80"/>
                    </a:cubicBezTo>
                    <a:cubicBezTo>
                      <a:pt x="50" y="97"/>
                      <a:pt x="58" y="105"/>
                      <a:pt x="66" y="130"/>
                    </a:cubicBezTo>
                    <a:cubicBezTo>
                      <a:pt x="66" y="130"/>
                      <a:pt x="66" y="138"/>
                      <a:pt x="75" y="147"/>
                    </a:cubicBezTo>
                    <a:cubicBezTo>
                      <a:pt x="83" y="163"/>
                      <a:pt x="108" y="163"/>
                      <a:pt x="124" y="163"/>
                    </a:cubicBezTo>
                    <a:cubicBezTo>
                      <a:pt x="141" y="155"/>
                      <a:pt x="149" y="130"/>
                      <a:pt x="141" y="114"/>
                    </a:cubicBezTo>
                    <a:cubicBezTo>
                      <a:pt x="141" y="97"/>
                      <a:pt x="133" y="80"/>
                      <a:pt x="124" y="72"/>
                    </a:cubicBezTo>
                    <a:cubicBezTo>
                      <a:pt x="116" y="56"/>
                      <a:pt x="100" y="39"/>
                      <a:pt x="91" y="31"/>
                    </a:cubicBezTo>
                    <a:cubicBezTo>
                      <a:pt x="83" y="22"/>
                      <a:pt x="66" y="6"/>
                      <a:pt x="50" y="6"/>
                    </a:cubicBezTo>
                    <a:cubicBezTo>
                      <a:pt x="46" y="2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7" name="Google Shape;6357;p20"/>
              <p:cNvSpPr/>
              <p:nvPr/>
            </p:nvSpPr>
            <p:spPr>
              <a:xfrm>
                <a:off x="1855450" y="1312650"/>
                <a:ext cx="1875" cy="1475"/>
              </a:xfrm>
              <a:custGeom>
                <a:rect b="b" l="l" r="r" t="t"/>
                <a:pathLst>
                  <a:path extrusionOk="0" h="59" w="75">
                    <a:moveTo>
                      <a:pt x="33" y="1"/>
                    </a:moveTo>
                    <a:cubicBezTo>
                      <a:pt x="0" y="1"/>
                      <a:pt x="0" y="59"/>
                      <a:pt x="33" y="59"/>
                    </a:cubicBezTo>
                    <a:cubicBezTo>
                      <a:pt x="75" y="59"/>
                      <a:pt x="75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8" name="Google Shape;6358;p20"/>
              <p:cNvSpPr/>
              <p:nvPr/>
            </p:nvSpPr>
            <p:spPr>
              <a:xfrm>
                <a:off x="1924825" y="1272050"/>
                <a:ext cx="11625" cy="8500"/>
              </a:xfrm>
              <a:custGeom>
                <a:rect b="b" l="l" r="r" t="t"/>
                <a:pathLst>
                  <a:path extrusionOk="0" h="340" w="465">
                    <a:moveTo>
                      <a:pt x="357" y="1"/>
                    </a:moveTo>
                    <a:cubicBezTo>
                      <a:pt x="332" y="1"/>
                      <a:pt x="316" y="1"/>
                      <a:pt x="291" y="9"/>
                    </a:cubicBezTo>
                    <a:cubicBezTo>
                      <a:pt x="241" y="18"/>
                      <a:pt x="200" y="34"/>
                      <a:pt x="158" y="59"/>
                    </a:cubicBezTo>
                    <a:cubicBezTo>
                      <a:pt x="117" y="84"/>
                      <a:pt x="84" y="117"/>
                      <a:pt x="59" y="158"/>
                    </a:cubicBezTo>
                    <a:cubicBezTo>
                      <a:pt x="42" y="175"/>
                      <a:pt x="34" y="200"/>
                      <a:pt x="26" y="225"/>
                    </a:cubicBezTo>
                    <a:cubicBezTo>
                      <a:pt x="9" y="250"/>
                      <a:pt x="1" y="283"/>
                      <a:pt x="17" y="308"/>
                    </a:cubicBezTo>
                    <a:cubicBezTo>
                      <a:pt x="29" y="325"/>
                      <a:pt x="54" y="339"/>
                      <a:pt x="73" y="339"/>
                    </a:cubicBezTo>
                    <a:cubicBezTo>
                      <a:pt x="81" y="339"/>
                      <a:pt x="87" y="337"/>
                      <a:pt x="92" y="332"/>
                    </a:cubicBezTo>
                    <a:cubicBezTo>
                      <a:pt x="117" y="316"/>
                      <a:pt x="125" y="299"/>
                      <a:pt x="125" y="283"/>
                    </a:cubicBezTo>
                    <a:cubicBezTo>
                      <a:pt x="133" y="274"/>
                      <a:pt x="133" y="266"/>
                      <a:pt x="133" y="258"/>
                    </a:cubicBezTo>
                    <a:cubicBezTo>
                      <a:pt x="133" y="258"/>
                      <a:pt x="133" y="250"/>
                      <a:pt x="133" y="250"/>
                    </a:cubicBezTo>
                    <a:lnTo>
                      <a:pt x="142" y="241"/>
                    </a:lnTo>
                    <a:cubicBezTo>
                      <a:pt x="150" y="233"/>
                      <a:pt x="150" y="225"/>
                      <a:pt x="158" y="216"/>
                    </a:cubicBezTo>
                    <a:cubicBezTo>
                      <a:pt x="158" y="208"/>
                      <a:pt x="166" y="208"/>
                      <a:pt x="166" y="208"/>
                    </a:cubicBezTo>
                    <a:cubicBezTo>
                      <a:pt x="166" y="208"/>
                      <a:pt x="166" y="200"/>
                      <a:pt x="166" y="200"/>
                    </a:cubicBezTo>
                    <a:cubicBezTo>
                      <a:pt x="175" y="192"/>
                      <a:pt x="183" y="192"/>
                      <a:pt x="191" y="183"/>
                    </a:cubicBezTo>
                    <a:cubicBezTo>
                      <a:pt x="191" y="175"/>
                      <a:pt x="200" y="175"/>
                      <a:pt x="200" y="167"/>
                    </a:cubicBezTo>
                    <a:cubicBezTo>
                      <a:pt x="208" y="158"/>
                      <a:pt x="216" y="158"/>
                      <a:pt x="224" y="150"/>
                    </a:cubicBezTo>
                    <a:cubicBezTo>
                      <a:pt x="241" y="142"/>
                      <a:pt x="258" y="134"/>
                      <a:pt x="274" y="125"/>
                    </a:cubicBezTo>
                    <a:cubicBezTo>
                      <a:pt x="282" y="125"/>
                      <a:pt x="291" y="117"/>
                      <a:pt x="291" y="117"/>
                    </a:cubicBezTo>
                    <a:lnTo>
                      <a:pt x="299" y="117"/>
                    </a:lnTo>
                    <a:cubicBezTo>
                      <a:pt x="307" y="109"/>
                      <a:pt x="316" y="109"/>
                      <a:pt x="324" y="109"/>
                    </a:cubicBezTo>
                    <a:cubicBezTo>
                      <a:pt x="349" y="100"/>
                      <a:pt x="365" y="92"/>
                      <a:pt x="382" y="84"/>
                    </a:cubicBezTo>
                    <a:cubicBezTo>
                      <a:pt x="398" y="76"/>
                      <a:pt x="415" y="67"/>
                      <a:pt x="432" y="59"/>
                    </a:cubicBezTo>
                    <a:cubicBezTo>
                      <a:pt x="465" y="51"/>
                      <a:pt x="456" y="9"/>
                      <a:pt x="423" y="9"/>
                    </a:cubicBezTo>
                    <a:cubicBezTo>
                      <a:pt x="407" y="9"/>
                      <a:pt x="382" y="1"/>
                      <a:pt x="3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9" name="Google Shape;6359;p20"/>
              <p:cNvSpPr/>
              <p:nvPr/>
            </p:nvSpPr>
            <p:spPr>
              <a:xfrm>
                <a:off x="1924100" y="1271325"/>
                <a:ext cx="4625" cy="6825"/>
              </a:xfrm>
              <a:custGeom>
                <a:rect b="b" l="l" r="r" t="t"/>
                <a:pathLst>
                  <a:path extrusionOk="0" h="273" w="185">
                    <a:moveTo>
                      <a:pt x="151" y="1"/>
                    </a:moveTo>
                    <a:cubicBezTo>
                      <a:pt x="147" y="1"/>
                      <a:pt x="142" y="2"/>
                      <a:pt x="137" y="5"/>
                    </a:cubicBezTo>
                    <a:cubicBezTo>
                      <a:pt x="96" y="38"/>
                      <a:pt x="63" y="71"/>
                      <a:pt x="38" y="113"/>
                    </a:cubicBezTo>
                    <a:cubicBezTo>
                      <a:pt x="13" y="154"/>
                      <a:pt x="5" y="204"/>
                      <a:pt x="5" y="254"/>
                    </a:cubicBezTo>
                    <a:cubicBezTo>
                      <a:pt x="1" y="266"/>
                      <a:pt x="9" y="272"/>
                      <a:pt x="19" y="272"/>
                    </a:cubicBezTo>
                    <a:cubicBezTo>
                      <a:pt x="30" y="272"/>
                      <a:pt x="42" y="266"/>
                      <a:pt x="46" y="254"/>
                    </a:cubicBezTo>
                    <a:cubicBezTo>
                      <a:pt x="63" y="171"/>
                      <a:pt x="104" y="96"/>
                      <a:pt x="171" y="47"/>
                    </a:cubicBezTo>
                    <a:cubicBezTo>
                      <a:pt x="184" y="26"/>
                      <a:pt x="170" y="1"/>
                      <a:pt x="1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0" name="Google Shape;6360;p20"/>
              <p:cNvSpPr/>
              <p:nvPr/>
            </p:nvSpPr>
            <p:spPr>
              <a:xfrm>
                <a:off x="1942925" y="1242625"/>
                <a:ext cx="5950" cy="3825"/>
              </a:xfrm>
              <a:custGeom>
                <a:rect b="b" l="l" r="r" t="t"/>
                <a:pathLst>
                  <a:path extrusionOk="0" h="153" w="238">
                    <a:moveTo>
                      <a:pt x="187" y="0"/>
                    </a:moveTo>
                    <a:cubicBezTo>
                      <a:pt x="176" y="0"/>
                      <a:pt x="165" y="1"/>
                      <a:pt x="155" y="1"/>
                    </a:cubicBezTo>
                    <a:cubicBezTo>
                      <a:pt x="138" y="10"/>
                      <a:pt x="114" y="18"/>
                      <a:pt x="97" y="26"/>
                    </a:cubicBezTo>
                    <a:cubicBezTo>
                      <a:pt x="56" y="43"/>
                      <a:pt x="22" y="84"/>
                      <a:pt x="6" y="117"/>
                    </a:cubicBezTo>
                    <a:cubicBezTo>
                      <a:pt x="0" y="135"/>
                      <a:pt x="15" y="153"/>
                      <a:pt x="27" y="153"/>
                    </a:cubicBezTo>
                    <a:cubicBezTo>
                      <a:pt x="32" y="153"/>
                      <a:pt x="37" y="150"/>
                      <a:pt x="39" y="142"/>
                    </a:cubicBezTo>
                    <a:cubicBezTo>
                      <a:pt x="64" y="109"/>
                      <a:pt x="89" y="93"/>
                      <a:pt x="122" y="76"/>
                    </a:cubicBezTo>
                    <a:lnTo>
                      <a:pt x="147" y="76"/>
                    </a:lnTo>
                    <a:cubicBezTo>
                      <a:pt x="155" y="68"/>
                      <a:pt x="163" y="68"/>
                      <a:pt x="172" y="68"/>
                    </a:cubicBezTo>
                    <a:cubicBezTo>
                      <a:pt x="196" y="59"/>
                      <a:pt x="213" y="59"/>
                      <a:pt x="230" y="43"/>
                    </a:cubicBezTo>
                    <a:cubicBezTo>
                      <a:pt x="238" y="35"/>
                      <a:pt x="238" y="26"/>
                      <a:pt x="230" y="18"/>
                    </a:cubicBezTo>
                    <a:cubicBezTo>
                      <a:pt x="220" y="3"/>
                      <a:pt x="204" y="0"/>
                      <a:pt x="1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1" name="Google Shape;6361;p20"/>
              <p:cNvSpPr/>
              <p:nvPr/>
            </p:nvSpPr>
            <p:spPr>
              <a:xfrm>
                <a:off x="1941400" y="1240575"/>
                <a:ext cx="4175" cy="3175"/>
              </a:xfrm>
              <a:custGeom>
                <a:rect b="b" l="l" r="r" t="t"/>
                <a:pathLst>
                  <a:path extrusionOk="0" h="127" w="167">
                    <a:moveTo>
                      <a:pt x="125" y="1"/>
                    </a:moveTo>
                    <a:lnTo>
                      <a:pt x="108" y="9"/>
                    </a:lnTo>
                    <a:cubicBezTo>
                      <a:pt x="92" y="17"/>
                      <a:pt x="83" y="25"/>
                      <a:pt x="67" y="34"/>
                    </a:cubicBezTo>
                    <a:cubicBezTo>
                      <a:pt x="50" y="50"/>
                      <a:pt x="25" y="67"/>
                      <a:pt x="9" y="92"/>
                    </a:cubicBezTo>
                    <a:cubicBezTo>
                      <a:pt x="1" y="100"/>
                      <a:pt x="9" y="117"/>
                      <a:pt x="17" y="125"/>
                    </a:cubicBezTo>
                    <a:cubicBezTo>
                      <a:pt x="21" y="125"/>
                      <a:pt x="25" y="127"/>
                      <a:pt x="30" y="127"/>
                    </a:cubicBezTo>
                    <a:cubicBezTo>
                      <a:pt x="34" y="127"/>
                      <a:pt x="38" y="125"/>
                      <a:pt x="42" y="117"/>
                    </a:cubicBezTo>
                    <a:cubicBezTo>
                      <a:pt x="50" y="108"/>
                      <a:pt x="59" y="100"/>
                      <a:pt x="67" y="92"/>
                    </a:cubicBezTo>
                    <a:cubicBezTo>
                      <a:pt x="75" y="92"/>
                      <a:pt x="75" y="92"/>
                      <a:pt x="75" y="83"/>
                    </a:cubicBezTo>
                    <a:lnTo>
                      <a:pt x="83" y="83"/>
                    </a:lnTo>
                    <a:cubicBezTo>
                      <a:pt x="83" y="75"/>
                      <a:pt x="92" y="75"/>
                      <a:pt x="100" y="67"/>
                    </a:cubicBezTo>
                    <a:cubicBezTo>
                      <a:pt x="108" y="67"/>
                      <a:pt x="117" y="59"/>
                      <a:pt x="125" y="50"/>
                    </a:cubicBezTo>
                    <a:lnTo>
                      <a:pt x="141" y="50"/>
                    </a:lnTo>
                    <a:cubicBezTo>
                      <a:pt x="150" y="42"/>
                      <a:pt x="158" y="42"/>
                      <a:pt x="166" y="34"/>
                    </a:cubicBezTo>
                    <a:cubicBezTo>
                      <a:pt x="166" y="25"/>
                      <a:pt x="166" y="9"/>
                      <a:pt x="158" y="9"/>
                    </a:cubicBezTo>
                    <a:cubicBezTo>
                      <a:pt x="150" y="1"/>
                      <a:pt x="141" y="1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2" name="Google Shape;6362;p20"/>
              <p:cNvSpPr/>
              <p:nvPr/>
            </p:nvSpPr>
            <p:spPr>
              <a:xfrm>
                <a:off x="2011725" y="1322400"/>
                <a:ext cx="1575" cy="10700"/>
              </a:xfrm>
              <a:custGeom>
                <a:rect b="b" l="l" r="r" t="t"/>
                <a:pathLst>
                  <a:path extrusionOk="0" h="428" w="63">
                    <a:moveTo>
                      <a:pt x="23" y="0"/>
                    </a:moveTo>
                    <a:cubicBezTo>
                      <a:pt x="11" y="0"/>
                      <a:pt x="1" y="9"/>
                      <a:pt x="5" y="25"/>
                    </a:cubicBezTo>
                    <a:cubicBezTo>
                      <a:pt x="5" y="91"/>
                      <a:pt x="5" y="158"/>
                      <a:pt x="13" y="224"/>
                    </a:cubicBezTo>
                    <a:cubicBezTo>
                      <a:pt x="13" y="290"/>
                      <a:pt x="5" y="357"/>
                      <a:pt x="21" y="415"/>
                    </a:cubicBezTo>
                    <a:cubicBezTo>
                      <a:pt x="21" y="423"/>
                      <a:pt x="27" y="427"/>
                      <a:pt x="34" y="427"/>
                    </a:cubicBezTo>
                    <a:cubicBezTo>
                      <a:pt x="40" y="427"/>
                      <a:pt x="46" y="423"/>
                      <a:pt x="46" y="415"/>
                    </a:cubicBezTo>
                    <a:cubicBezTo>
                      <a:pt x="63" y="357"/>
                      <a:pt x="63" y="282"/>
                      <a:pt x="63" y="224"/>
                    </a:cubicBezTo>
                    <a:cubicBezTo>
                      <a:pt x="63" y="158"/>
                      <a:pt x="54" y="91"/>
                      <a:pt x="54" y="25"/>
                    </a:cubicBezTo>
                    <a:cubicBezTo>
                      <a:pt x="50" y="9"/>
                      <a:pt x="36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3" name="Google Shape;6363;p20"/>
              <p:cNvSpPr/>
              <p:nvPr/>
            </p:nvSpPr>
            <p:spPr>
              <a:xfrm>
                <a:off x="2002775" y="1340175"/>
                <a:ext cx="4000" cy="10375"/>
              </a:xfrm>
              <a:custGeom>
                <a:rect b="b" l="l" r="r" t="t"/>
                <a:pathLst>
                  <a:path extrusionOk="0" h="415" w="160">
                    <a:moveTo>
                      <a:pt x="135" y="1"/>
                    </a:moveTo>
                    <a:cubicBezTo>
                      <a:pt x="125" y="1"/>
                      <a:pt x="114" y="7"/>
                      <a:pt x="114" y="18"/>
                    </a:cubicBezTo>
                    <a:cubicBezTo>
                      <a:pt x="98" y="85"/>
                      <a:pt x="81" y="143"/>
                      <a:pt x="64" y="209"/>
                    </a:cubicBezTo>
                    <a:cubicBezTo>
                      <a:pt x="40" y="267"/>
                      <a:pt x="15" y="325"/>
                      <a:pt x="6" y="391"/>
                    </a:cubicBezTo>
                    <a:cubicBezTo>
                      <a:pt x="1" y="403"/>
                      <a:pt x="11" y="415"/>
                      <a:pt x="24" y="415"/>
                    </a:cubicBezTo>
                    <a:cubicBezTo>
                      <a:pt x="29" y="415"/>
                      <a:pt x="35" y="413"/>
                      <a:pt x="40" y="408"/>
                    </a:cubicBezTo>
                    <a:cubicBezTo>
                      <a:pt x="81" y="358"/>
                      <a:pt x="106" y="292"/>
                      <a:pt x="122" y="226"/>
                    </a:cubicBezTo>
                    <a:cubicBezTo>
                      <a:pt x="139" y="159"/>
                      <a:pt x="147" y="93"/>
                      <a:pt x="156" y="27"/>
                    </a:cubicBezTo>
                    <a:cubicBezTo>
                      <a:pt x="160" y="9"/>
                      <a:pt x="148" y="1"/>
                      <a:pt x="1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4" name="Google Shape;6364;p20"/>
              <p:cNvSpPr/>
              <p:nvPr/>
            </p:nvSpPr>
            <p:spPr>
              <a:xfrm>
                <a:off x="1998375" y="1343475"/>
                <a:ext cx="2925" cy="7325"/>
              </a:xfrm>
              <a:custGeom>
                <a:rect b="b" l="l" r="r" t="t"/>
                <a:pathLst>
                  <a:path extrusionOk="0" h="293" w="117">
                    <a:moveTo>
                      <a:pt x="82" y="0"/>
                    </a:moveTo>
                    <a:cubicBezTo>
                      <a:pt x="69" y="0"/>
                      <a:pt x="57" y="14"/>
                      <a:pt x="50" y="27"/>
                    </a:cubicBezTo>
                    <a:cubicBezTo>
                      <a:pt x="42" y="69"/>
                      <a:pt x="33" y="102"/>
                      <a:pt x="25" y="143"/>
                    </a:cubicBezTo>
                    <a:cubicBezTo>
                      <a:pt x="17" y="185"/>
                      <a:pt x="0" y="226"/>
                      <a:pt x="0" y="268"/>
                    </a:cubicBezTo>
                    <a:cubicBezTo>
                      <a:pt x="0" y="276"/>
                      <a:pt x="8" y="292"/>
                      <a:pt x="17" y="292"/>
                    </a:cubicBezTo>
                    <a:cubicBezTo>
                      <a:pt x="25" y="292"/>
                      <a:pt x="42" y="292"/>
                      <a:pt x="42" y="276"/>
                    </a:cubicBezTo>
                    <a:cubicBezTo>
                      <a:pt x="66" y="243"/>
                      <a:pt x="83" y="201"/>
                      <a:pt x="91" y="160"/>
                    </a:cubicBezTo>
                    <a:cubicBezTo>
                      <a:pt x="100" y="127"/>
                      <a:pt x="108" y="85"/>
                      <a:pt x="116" y="44"/>
                    </a:cubicBezTo>
                    <a:cubicBezTo>
                      <a:pt x="116" y="27"/>
                      <a:pt x="108" y="11"/>
                      <a:pt x="91" y="2"/>
                    </a:cubicBezTo>
                    <a:cubicBezTo>
                      <a:pt x="88" y="1"/>
                      <a:pt x="85" y="0"/>
                      <a:pt x="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5" name="Google Shape;6365;p20"/>
              <p:cNvSpPr/>
              <p:nvPr/>
            </p:nvSpPr>
            <p:spPr>
              <a:xfrm>
                <a:off x="1994625" y="1347575"/>
                <a:ext cx="3550" cy="4875"/>
              </a:xfrm>
              <a:custGeom>
                <a:rect b="b" l="l" r="r" t="t"/>
                <a:pathLst>
                  <a:path extrusionOk="0" h="195" w="142">
                    <a:moveTo>
                      <a:pt x="96" y="1"/>
                    </a:moveTo>
                    <a:cubicBezTo>
                      <a:pt x="84" y="1"/>
                      <a:pt x="73" y="9"/>
                      <a:pt x="67" y="21"/>
                    </a:cubicBezTo>
                    <a:cubicBezTo>
                      <a:pt x="67" y="29"/>
                      <a:pt x="67" y="37"/>
                      <a:pt x="67" y="46"/>
                    </a:cubicBezTo>
                    <a:lnTo>
                      <a:pt x="59" y="46"/>
                    </a:lnTo>
                    <a:cubicBezTo>
                      <a:pt x="59" y="54"/>
                      <a:pt x="59" y="54"/>
                      <a:pt x="59" y="54"/>
                    </a:cubicBezTo>
                    <a:cubicBezTo>
                      <a:pt x="51" y="70"/>
                      <a:pt x="42" y="79"/>
                      <a:pt x="42" y="95"/>
                    </a:cubicBezTo>
                    <a:lnTo>
                      <a:pt x="18" y="128"/>
                    </a:lnTo>
                    <a:cubicBezTo>
                      <a:pt x="18" y="137"/>
                      <a:pt x="9" y="145"/>
                      <a:pt x="9" y="153"/>
                    </a:cubicBezTo>
                    <a:cubicBezTo>
                      <a:pt x="9" y="162"/>
                      <a:pt x="9" y="170"/>
                      <a:pt x="9" y="178"/>
                    </a:cubicBezTo>
                    <a:cubicBezTo>
                      <a:pt x="1" y="186"/>
                      <a:pt x="18" y="195"/>
                      <a:pt x="26" y="195"/>
                    </a:cubicBezTo>
                    <a:cubicBezTo>
                      <a:pt x="34" y="186"/>
                      <a:pt x="42" y="186"/>
                      <a:pt x="51" y="178"/>
                    </a:cubicBezTo>
                    <a:cubicBezTo>
                      <a:pt x="59" y="178"/>
                      <a:pt x="59" y="170"/>
                      <a:pt x="67" y="162"/>
                    </a:cubicBezTo>
                    <a:cubicBezTo>
                      <a:pt x="76" y="153"/>
                      <a:pt x="84" y="137"/>
                      <a:pt x="92" y="128"/>
                    </a:cubicBezTo>
                    <a:cubicBezTo>
                      <a:pt x="109" y="95"/>
                      <a:pt x="125" y="70"/>
                      <a:pt x="134" y="37"/>
                    </a:cubicBezTo>
                    <a:cubicBezTo>
                      <a:pt x="142" y="21"/>
                      <a:pt x="125" y="4"/>
                      <a:pt x="109" y="4"/>
                    </a:cubicBezTo>
                    <a:cubicBezTo>
                      <a:pt x="104" y="2"/>
                      <a:pt x="100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6" name="Google Shape;6366;p20"/>
              <p:cNvSpPr/>
              <p:nvPr/>
            </p:nvSpPr>
            <p:spPr>
              <a:xfrm>
                <a:off x="2048500" y="1377250"/>
                <a:ext cx="11125" cy="19575"/>
              </a:xfrm>
              <a:custGeom>
                <a:rect b="b" l="l" r="r" t="t"/>
                <a:pathLst>
                  <a:path extrusionOk="0" h="783" w="445">
                    <a:moveTo>
                      <a:pt x="410" y="0"/>
                    </a:moveTo>
                    <a:cubicBezTo>
                      <a:pt x="399" y="0"/>
                      <a:pt x="388" y="6"/>
                      <a:pt x="381" y="19"/>
                    </a:cubicBezTo>
                    <a:cubicBezTo>
                      <a:pt x="332" y="151"/>
                      <a:pt x="282" y="275"/>
                      <a:pt x="216" y="400"/>
                    </a:cubicBezTo>
                    <a:cubicBezTo>
                      <a:pt x="182" y="458"/>
                      <a:pt x="141" y="516"/>
                      <a:pt x="108" y="574"/>
                    </a:cubicBezTo>
                    <a:cubicBezTo>
                      <a:pt x="66" y="632"/>
                      <a:pt x="17" y="681"/>
                      <a:pt x="0" y="748"/>
                    </a:cubicBezTo>
                    <a:cubicBezTo>
                      <a:pt x="0" y="762"/>
                      <a:pt x="13" y="782"/>
                      <a:pt x="27" y="782"/>
                    </a:cubicBezTo>
                    <a:cubicBezTo>
                      <a:pt x="29" y="782"/>
                      <a:pt x="31" y="782"/>
                      <a:pt x="33" y="781"/>
                    </a:cubicBezTo>
                    <a:cubicBezTo>
                      <a:pt x="100" y="756"/>
                      <a:pt x="141" y="681"/>
                      <a:pt x="182" y="623"/>
                    </a:cubicBezTo>
                    <a:cubicBezTo>
                      <a:pt x="216" y="565"/>
                      <a:pt x="257" y="507"/>
                      <a:pt x="282" y="441"/>
                    </a:cubicBezTo>
                    <a:cubicBezTo>
                      <a:pt x="356" y="317"/>
                      <a:pt x="406" y="176"/>
                      <a:pt x="439" y="35"/>
                    </a:cubicBezTo>
                    <a:cubicBezTo>
                      <a:pt x="444" y="15"/>
                      <a:pt x="427" y="0"/>
                      <a:pt x="4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7" name="Google Shape;6367;p20"/>
              <p:cNvSpPr/>
              <p:nvPr/>
            </p:nvSpPr>
            <p:spPr>
              <a:xfrm>
                <a:off x="2045900" y="1383500"/>
                <a:ext cx="6150" cy="9275"/>
              </a:xfrm>
              <a:custGeom>
                <a:rect b="b" l="l" r="r" t="t"/>
                <a:pathLst>
                  <a:path extrusionOk="0" h="371" w="246">
                    <a:moveTo>
                      <a:pt x="220" y="1"/>
                    </a:moveTo>
                    <a:cubicBezTo>
                      <a:pt x="204" y="1"/>
                      <a:pt x="195" y="9"/>
                      <a:pt x="187" y="25"/>
                    </a:cubicBezTo>
                    <a:cubicBezTo>
                      <a:pt x="162" y="75"/>
                      <a:pt x="137" y="133"/>
                      <a:pt x="104" y="183"/>
                    </a:cubicBezTo>
                    <a:cubicBezTo>
                      <a:pt x="79" y="233"/>
                      <a:pt x="38" y="282"/>
                      <a:pt x="13" y="332"/>
                    </a:cubicBezTo>
                    <a:cubicBezTo>
                      <a:pt x="0" y="351"/>
                      <a:pt x="17" y="370"/>
                      <a:pt x="37" y="370"/>
                    </a:cubicBezTo>
                    <a:cubicBezTo>
                      <a:pt x="43" y="370"/>
                      <a:pt x="49" y="369"/>
                      <a:pt x="54" y="365"/>
                    </a:cubicBezTo>
                    <a:cubicBezTo>
                      <a:pt x="96" y="324"/>
                      <a:pt x="137" y="266"/>
                      <a:pt x="170" y="216"/>
                    </a:cubicBezTo>
                    <a:cubicBezTo>
                      <a:pt x="195" y="158"/>
                      <a:pt x="220" y="100"/>
                      <a:pt x="245" y="42"/>
                    </a:cubicBezTo>
                    <a:cubicBezTo>
                      <a:pt x="245" y="25"/>
                      <a:pt x="237" y="9"/>
                      <a:pt x="2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8" name="Google Shape;6368;p20"/>
              <p:cNvSpPr/>
              <p:nvPr/>
            </p:nvSpPr>
            <p:spPr>
              <a:xfrm>
                <a:off x="2038175" y="1390225"/>
                <a:ext cx="5575" cy="7475"/>
              </a:xfrm>
              <a:custGeom>
                <a:rect b="b" l="l" r="r" t="t"/>
                <a:pathLst>
                  <a:path extrusionOk="0" h="299" w="223">
                    <a:moveTo>
                      <a:pt x="185" y="1"/>
                    </a:moveTo>
                    <a:cubicBezTo>
                      <a:pt x="177" y="1"/>
                      <a:pt x="169" y="5"/>
                      <a:pt x="165" y="13"/>
                    </a:cubicBezTo>
                    <a:cubicBezTo>
                      <a:pt x="131" y="55"/>
                      <a:pt x="98" y="96"/>
                      <a:pt x="73" y="138"/>
                    </a:cubicBezTo>
                    <a:cubicBezTo>
                      <a:pt x="57" y="154"/>
                      <a:pt x="49" y="179"/>
                      <a:pt x="32" y="204"/>
                    </a:cubicBezTo>
                    <a:cubicBezTo>
                      <a:pt x="24" y="229"/>
                      <a:pt x="7" y="245"/>
                      <a:pt x="7" y="270"/>
                    </a:cubicBezTo>
                    <a:cubicBezTo>
                      <a:pt x="1" y="289"/>
                      <a:pt x="13" y="298"/>
                      <a:pt x="24" y="298"/>
                    </a:cubicBezTo>
                    <a:cubicBezTo>
                      <a:pt x="27" y="298"/>
                      <a:pt x="30" y="297"/>
                      <a:pt x="32" y="295"/>
                    </a:cubicBezTo>
                    <a:cubicBezTo>
                      <a:pt x="73" y="254"/>
                      <a:pt x="98" y="212"/>
                      <a:pt x="123" y="171"/>
                    </a:cubicBezTo>
                    <a:cubicBezTo>
                      <a:pt x="156" y="129"/>
                      <a:pt x="181" y="96"/>
                      <a:pt x="214" y="55"/>
                    </a:cubicBezTo>
                    <a:lnTo>
                      <a:pt x="206" y="55"/>
                    </a:lnTo>
                    <a:cubicBezTo>
                      <a:pt x="223" y="38"/>
                      <a:pt x="223" y="22"/>
                      <a:pt x="206" y="13"/>
                    </a:cubicBezTo>
                    <a:cubicBezTo>
                      <a:pt x="202" y="5"/>
                      <a:pt x="194" y="1"/>
                      <a:pt x="1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9" name="Google Shape;6369;p20"/>
              <p:cNvSpPr/>
              <p:nvPr/>
            </p:nvSpPr>
            <p:spPr>
              <a:xfrm>
                <a:off x="2056375" y="1393975"/>
                <a:ext cx="4575" cy="5925"/>
              </a:xfrm>
              <a:custGeom>
                <a:rect b="b" l="l" r="r" t="t"/>
                <a:pathLst>
                  <a:path extrusionOk="0" h="237" w="183">
                    <a:moveTo>
                      <a:pt x="147" y="1"/>
                    </a:moveTo>
                    <a:cubicBezTo>
                      <a:pt x="142" y="1"/>
                      <a:pt x="137" y="2"/>
                      <a:pt x="133" y="4"/>
                    </a:cubicBezTo>
                    <a:lnTo>
                      <a:pt x="124" y="4"/>
                    </a:lnTo>
                    <a:cubicBezTo>
                      <a:pt x="116" y="12"/>
                      <a:pt x="116" y="12"/>
                      <a:pt x="108" y="12"/>
                    </a:cubicBezTo>
                    <a:cubicBezTo>
                      <a:pt x="108" y="12"/>
                      <a:pt x="99" y="21"/>
                      <a:pt x="99" y="21"/>
                    </a:cubicBezTo>
                    <a:cubicBezTo>
                      <a:pt x="91" y="29"/>
                      <a:pt x="83" y="29"/>
                      <a:pt x="83" y="37"/>
                    </a:cubicBezTo>
                    <a:cubicBezTo>
                      <a:pt x="66" y="54"/>
                      <a:pt x="58" y="70"/>
                      <a:pt x="50" y="87"/>
                    </a:cubicBezTo>
                    <a:cubicBezTo>
                      <a:pt x="25" y="120"/>
                      <a:pt x="17" y="153"/>
                      <a:pt x="8" y="186"/>
                    </a:cubicBezTo>
                    <a:cubicBezTo>
                      <a:pt x="0" y="211"/>
                      <a:pt x="8" y="228"/>
                      <a:pt x="33" y="236"/>
                    </a:cubicBezTo>
                    <a:cubicBezTo>
                      <a:pt x="50" y="236"/>
                      <a:pt x="66" y="228"/>
                      <a:pt x="75" y="211"/>
                    </a:cubicBezTo>
                    <a:cubicBezTo>
                      <a:pt x="75" y="203"/>
                      <a:pt x="75" y="203"/>
                      <a:pt x="83" y="195"/>
                    </a:cubicBezTo>
                    <a:cubicBezTo>
                      <a:pt x="83" y="186"/>
                      <a:pt x="91" y="178"/>
                      <a:pt x="91" y="170"/>
                    </a:cubicBezTo>
                    <a:cubicBezTo>
                      <a:pt x="99" y="153"/>
                      <a:pt x="108" y="145"/>
                      <a:pt x="116" y="128"/>
                    </a:cubicBezTo>
                    <a:cubicBezTo>
                      <a:pt x="124" y="120"/>
                      <a:pt x="124" y="120"/>
                      <a:pt x="124" y="120"/>
                    </a:cubicBezTo>
                    <a:cubicBezTo>
                      <a:pt x="133" y="112"/>
                      <a:pt x="141" y="104"/>
                      <a:pt x="141" y="104"/>
                    </a:cubicBezTo>
                    <a:cubicBezTo>
                      <a:pt x="149" y="95"/>
                      <a:pt x="157" y="87"/>
                      <a:pt x="157" y="87"/>
                    </a:cubicBezTo>
                    <a:cubicBezTo>
                      <a:pt x="166" y="79"/>
                      <a:pt x="166" y="79"/>
                      <a:pt x="166" y="70"/>
                    </a:cubicBezTo>
                    <a:cubicBezTo>
                      <a:pt x="174" y="70"/>
                      <a:pt x="174" y="62"/>
                      <a:pt x="174" y="62"/>
                    </a:cubicBezTo>
                    <a:cubicBezTo>
                      <a:pt x="174" y="62"/>
                      <a:pt x="174" y="62"/>
                      <a:pt x="174" y="54"/>
                    </a:cubicBezTo>
                    <a:cubicBezTo>
                      <a:pt x="182" y="46"/>
                      <a:pt x="182" y="29"/>
                      <a:pt x="174" y="21"/>
                    </a:cubicBezTo>
                    <a:cubicBezTo>
                      <a:pt x="174" y="21"/>
                      <a:pt x="174" y="12"/>
                      <a:pt x="174" y="12"/>
                    </a:cubicBezTo>
                    <a:cubicBezTo>
                      <a:pt x="168" y="7"/>
                      <a:pt x="158" y="1"/>
                      <a:pt x="1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0" name="Google Shape;6370;p20"/>
              <p:cNvSpPr/>
              <p:nvPr/>
            </p:nvSpPr>
            <p:spPr>
              <a:xfrm>
                <a:off x="2051600" y="1401725"/>
                <a:ext cx="2725" cy="3350"/>
              </a:xfrm>
              <a:custGeom>
                <a:rect b="b" l="l" r="r" t="t"/>
                <a:pathLst>
                  <a:path extrusionOk="0" h="134" w="109">
                    <a:moveTo>
                      <a:pt x="13" y="76"/>
                    </a:moveTo>
                    <a:cubicBezTo>
                      <a:pt x="11" y="78"/>
                      <a:pt x="9" y="80"/>
                      <a:pt x="9" y="84"/>
                    </a:cubicBezTo>
                    <a:cubicBezTo>
                      <a:pt x="10" y="81"/>
                      <a:pt x="11" y="79"/>
                      <a:pt x="13" y="76"/>
                    </a:cubicBezTo>
                    <a:close/>
                    <a:moveTo>
                      <a:pt x="58" y="1"/>
                    </a:moveTo>
                    <a:cubicBezTo>
                      <a:pt x="58" y="1"/>
                      <a:pt x="50" y="9"/>
                      <a:pt x="50" y="17"/>
                    </a:cubicBezTo>
                    <a:cubicBezTo>
                      <a:pt x="42" y="17"/>
                      <a:pt x="42" y="17"/>
                      <a:pt x="42" y="26"/>
                    </a:cubicBezTo>
                    <a:cubicBezTo>
                      <a:pt x="42" y="34"/>
                      <a:pt x="34" y="34"/>
                      <a:pt x="34" y="42"/>
                    </a:cubicBezTo>
                    <a:cubicBezTo>
                      <a:pt x="27" y="56"/>
                      <a:pt x="20" y="64"/>
                      <a:pt x="13" y="76"/>
                    </a:cubicBezTo>
                    <a:lnTo>
                      <a:pt x="13" y="76"/>
                    </a:lnTo>
                    <a:cubicBezTo>
                      <a:pt x="15" y="75"/>
                      <a:pt x="17" y="75"/>
                      <a:pt x="17" y="75"/>
                    </a:cubicBezTo>
                    <a:lnTo>
                      <a:pt x="17" y="75"/>
                    </a:lnTo>
                    <a:cubicBezTo>
                      <a:pt x="9" y="84"/>
                      <a:pt x="9" y="84"/>
                      <a:pt x="9" y="92"/>
                    </a:cubicBezTo>
                    <a:cubicBezTo>
                      <a:pt x="0" y="92"/>
                      <a:pt x="0" y="100"/>
                      <a:pt x="0" y="100"/>
                    </a:cubicBezTo>
                    <a:cubicBezTo>
                      <a:pt x="0" y="108"/>
                      <a:pt x="9" y="117"/>
                      <a:pt x="17" y="125"/>
                    </a:cubicBezTo>
                    <a:cubicBezTo>
                      <a:pt x="17" y="133"/>
                      <a:pt x="34" y="133"/>
                      <a:pt x="42" y="133"/>
                    </a:cubicBezTo>
                    <a:cubicBezTo>
                      <a:pt x="50" y="133"/>
                      <a:pt x="58" y="133"/>
                      <a:pt x="67" y="125"/>
                    </a:cubicBezTo>
                    <a:cubicBezTo>
                      <a:pt x="75" y="108"/>
                      <a:pt x="83" y="92"/>
                      <a:pt x="92" y="75"/>
                    </a:cubicBezTo>
                    <a:cubicBezTo>
                      <a:pt x="100" y="67"/>
                      <a:pt x="100" y="67"/>
                      <a:pt x="100" y="59"/>
                    </a:cubicBezTo>
                    <a:cubicBezTo>
                      <a:pt x="100" y="50"/>
                      <a:pt x="108" y="50"/>
                      <a:pt x="108" y="42"/>
                    </a:cubicBezTo>
                    <a:lnTo>
                      <a:pt x="108" y="26"/>
                    </a:lnTo>
                    <a:cubicBezTo>
                      <a:pt x="108" y="17"/>
                      <a:pt x="100" y="17"/>
                      <a:pt x="100" y="9"/>
                    </a:cubicBezTo>
                    <a:cubicBezTo>
                      <a:pt x="100" y="9"/>
                      <a:pt x="92" y="1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1" name="Google Shape;6371;p20"/>
              <p:cNvSpPr/>
              <p:nvPr/>
            </p:nvSpPr>
            <p:spPr>
              <a:xfrm>
                <a:off x="2053250" y="1401725"/>
                <a:ext cx="250" cy="25"/>
              </a:xfrm>
              <a:custGeom>
                <a:rect b="b" l="l" r="r" t="t"/>
                <a:pathLst>
                  <a:path extrusionOk="0" h="1" w="10">
                    <a:moveTo>
                      <a:pt x="9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2" name="Google Shape;6372;p20"/>
              <p:cNvSpPr/>
              <p:nvPr/>
            </p:nvSpPr>
            <p:spPr>
              <a:xfrm>
                <a:off x="1967925" y="1427225"/>
                <a:ext cx="25350" cy="39700"/>
              </a:xfrm>
              <a:custGeom>
                <a:rect b="b" l="l" r="r" t="t"/>
                <a:pathLst>
                  <a:path extrusionOk="0" h="1588" w="1014">
                    <a:moveTo>
                      <a:pt x="971" y="0"/>
                    </a:moveTo>
                    <a:cubicBezTo>
                      <a:pt x="965" y="0"/>
                      <a:pt x="958" y="3"/>
                      <a:pt x="953" y="8"/>
                    </a:cubicBezTo>
                    <a:cubicBezTo>
                      <a:pt x="845" y="99"/>
                      <a:pt x="746" y="182"/>
                      <a:pt x="655" y="290"/>
                    </a:cubicBezTo>
                    <a:cubicBezTo>
                      <a:pt x="497" y="464"/>
                      <a:pt x="356" y="663"/>
                      <a:pt x="249" y="878"/>
                    </a:cubicBezTo>
                    <a:cubicBezTo>
                      <a:pt x="191" y="986"/>
                      <a:pt x="141" y="1093"/>
                      <a:pt x="100" y="1209"/>
                    </a:cubicBezTo>
                    <a:cubicBezTo>
                      <a:pt x="75" y="1259"/>
                      <a:pt x="50" y="1317"/>
                      <a:pt x="33" y="1375"/>
                    </a:cubicBezTo>
                    <a:cubicBezTo>
                      <a:pt x="17" y="1425"/>
                      <a:pt x="0" y="1491"/>
                      <a:pt x="8" y="1549"/>
                    </a:cubicBezTo>
                    <a:cubicBezTo>
                      <a:pt x="8" y="1575"/>
                      <a:pt x="25" y="1588"/>
                      <a:pt x="43" y="1588"/>
                    </a:cubicBezTo>
                    <a:cubicBezTo>
                      <a:pt x="54" y="1588"/>
                      <a:pt x="65" y="1583"/>
                      <a:pt x="75" y="1574"/>
                    </a:cubicBezTo>
                    <a:cubicBezTo>
                      <a:pt x="108" y="1516"/>
                      <a:pt x="133" y="1450"/>
                      <a:pt x="158" y="1383"/>
                    </a:cubicBezTo>
                    <a:cubicBezTo>
                      <a:pt x="174" y="1325"/>
                      <a:pt x="199" y="1267"/>
                      <a:pt x="224" y="1201"/>
                    </a:cubicBezTo>
                    <a:cubicBezTo>
                      <a:pt x="315" y="986"/>
                      <a:pt x="423" y="779"/>
                      <a:pt x="555" y="588"/>
                    </a:cubicBezTo>
                    <a:cubicBezTo>
                      <a:pt x="622" y="489"/>
                      <a:pt x="688" y="397"/>
                      <a:pt x="762" y="306"/>
                    </a:cubicBezTo>
                    <a:cubicBezTo>
                      <a:pt x="837" y="223"/>
                      <a:pt x="912" y="132"/>
                      <a:pt x="994" y="49"/>
                    </a:cubicBezTo>
                    <a:cubicBezTo>
                      <a:pt x="1014" y="30"/>
                      <a:pt x="993" y="0"/>
                      <a:pt x="9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3" name="Google Shape;6373;p20"/>
              <p:cNvSpPr/>
              <p:nvPr/>
            </p:nvSpPr>
            <p:spPr>
              <a:xfrm>
                <a:off x="1971900" y="1438350"/>
                <a:ext cx="5850" cy="8525"/>
              </a:xfrm>
              <a:custGeom>
                <a:rect b="b" l="l" r="r" t="t"/>
                <a:pathLst>
                  <a:path extrusionOk="0" h="341" w="234">
                    <a:moveTo>
                      <a:pt x="203" y="0"/>
                    </a:moveTo>
                    <a:cubicBezTo>
                      <a:pt x="197" y="0"/>
                      <a:pt x="192" y="3"/>
                      <a:pt x="189" y="10"/>
                    </a:cubicBezTo>
                    <a:cubicBezTo>
                      <a:pt x="156" y="60"/>
                      <a:pt x="123" y="110"/>
                      <a:pt x="90" y="160"/>
                    </a:cubicBezTo>
                    <a:cubicBezTo>
                      <a:pt x="65" y="209"/>
                      <a:pt x="32" y="267"/>
                      <a:pt x="7" y="317"/>
                    </a:cubicBezTo>
                    <a:cubicBezTo>
                      <a:pt x="1" y="329"/>
                      <a:pt x="12" y="340"/>
                      <a:pt x="24" y="340"/>
                    </a:cubicBezTo>
                    <a:cubicBezTo>
                      <a:pt x="30" y="340"/>
                      <a:pt x="35" y="338"/>
                      <a:pt x="40" y="334"/>
                    </a:cubicBezTo>
                    <a:cubicBezTo>
                      <a:pt x="73" y="284"/>
                      <a:pt x="106" y="234"/>
                      <a:pt x="131" y="184"/>
                    </a:cubicBezTo>
                    <a:cubicBezTo>
                      <a:pt x="164" y="135"/>
                      <a:pt x="197" y="85"/>
                      <a:pt x="222" y="35"/>
                    </a:cubicBezTo>
                    <a:cubicBezTo>
                      <a:pt x="234" y="18"/>
                      <a:pt x="217" y="0"/>
                      <a:pt x="2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4" name="Google Shape;6374;p20"/>
              <p:cNvSpPr/>
              <p:nvPr/>
            </p:nvSpPr>
            <p:spPr>
              <a:xfrm>
                <a:off x="1978275" y="1444150"/>
                <a:ext cx="6125" cy="10225"/>
              </a:xfrm>
              <a:custGeom>
                <a:rect b="b" l="l" r="r" t="t"/>
                <a:pathLst>
                  <a:path extrusionOk="0" h="409" w="245">
                    <a:moveTo>
                      <a:pt x="210" y="0"/>
                    </a:moveTo>
                    <a:cubicBezTo>
                      <a:pt x="203" y="0"/>
                      <a:pt x="196" y="3"/>
                      <a:pt x="191" y="10"/>
                    </a:cubicBezTo>
                    <a:cubicBezTo>
                      <a:pt x="150" y="68"/>
                      <a:pt x="116" y="135"/>
                      <a:pt x="83" y="193"/>
                    </a:cubicBezTo>
                    <a:cubicBezTo>
                      <a:pt x="50" y="259"/>
                      <a:pt x="17" y="325"/>
                      <a:pt x="0" y="392"/>
                    </a:cubicBezTo>
                    <a:cubicBezTo>
                      <a:pt x="0" y="402"/>
                      <a:pt x="10" y="409"/>
                      <a:pt x="19" y="409"/>
                    </a:cubicBezTo>
                    <a:cubicBezTo>
                      <a:pt x="25" y="409"/>
                      <a:pt x="30" y="406"/>
                      <a:pt x="34" y="400"/>
                    </a:cubicBezTo>
                    <a:cubicBezTo>
                      <a:pt x="67" y="342"/>
                      <a:pt x="92" y="276"/>
                      <a:pt x="125" y="218"/>
                    </a:cubicBezTo>
                    <a:cubicBezTo>
                      <a:pt x="158" y="160"/>
                      <a:pt x="191" y="93"/>
                      <a:pt x="232" y="35"/>
                    </a:cubicBezTo>
                    <a:cubicBezTo>
                      <a:pt x="244" y="18"/>
                      <a:pt x="227" y="0"/>
                      <a:pt x="2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5" name="Google Shape;6375;p20"/>
              <p:cNvSpPr/>
              <p:nvPr/>
            </p:nvSpPr>
            <p:spPr>
              <a:xfrm>
                <a:off x="1903275" y="1524400"/>
                <a:ext cx="22275" cy="20225"/>
              </a:xfrm>
              <a:custGeom>
                <a:rect b="b" l="l" r="r" t="t"/>
                <a:pathLst>
                  <a:path extrusionOk="0" h="809" w="891">
                    <a:moveTo>
                      <a:pt x="841" y="1"/>
                    </a:moveTo>
                    <a:cubicBezTo>
                      <a:pt x="835" y="1"/>
                      <a:pt x="828" y="3"/>
                      <a:pt x="821" y="7"/>
                    </a:cubicBezTo>
                    <a:cubicBezTo>
                      <a:pt x="672" y="98"/>
                      <a:pt x="523" y="206"/>
                      <a:pt x="390" y="322"/>
                    </a:cubicBezTo>
                    <a:cubicBezTo>
                      <a:pt x="324" y="388"/>
                      <a:pt x="258" y="446"/>
                      <a:pt x="200" y="521"/>
                    </a:cubicBezTo>
                    <a:cubicBezTo>
                      <a:pt x="134" y="579"/>
                      <a:pt x="76" y="645"/>
                      <a:pt x="26" y="728"/>
                    </a:cubicBezTo>
                    <a:cubicBezTo>
                      <a:pt x="1" y="766"/>
                      <a:pt x="38" y="808"/>
                      <a:pt x="79" y="808"/>
                    </a:cubicBezTo>
                    <a:cubicBezTo>
                      <a:pt x="92" y="808"/>
                      <a:pt x="105" y="804"/>
                      <a:pt x="117" y="794"/>
                    </a:cubicBezTo>
                    <a:cubicBezTo>
                      <a:pt x="175" y="728"/>
                      <a:pt x="225" y="653"/>
                      <a:pt x="283" y="587"/>
                    </a:cubicBezTo>
                    <a:cubicBezTo>
                      <a:pt x="341" y="521"/>
                      <a:pt x="399" y="463"/>
                      <a:pt x="457" y="405"/>
                    </a:cubicBezTo>
                    <a:cubicBezTo>
                      <a:pt x="581" y="280"/>
                      <a:pt x="714" y="173"/>
                      <a:pt x="863" y="73"/>
                    </a:cubicBezTo>
                    <a:cubicBezTo>
                      <a:pt x="890" y="46"/>
                      <a:pt x="872" y="1"/>
                      <a:pt x="8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6" name="Google Shape;6376;p20"/>
              <p:cNvSpPr/>
              <p:nvPr/>
            </p:nvSpPr>
            <p:spPr>
              <a:xfrm>
                <a:off x="1909325" y="1525850"/>
                <a:ext cx="5375" cy="6450"/>
              </a:xfrm>
              <a:custGeom>
                <a:rect b="b" l="l" r="r" t="t"/>
                <a:pathLst>
                  <a:path extrusionOk="0" h="258" w="215">
                    <a:moveTo>
                      <a:pt x="197" y="1"/>
                    </a:moveTo>
                    <a:cubicBezTo>
                      <a:pt x="192" y="1"/>
                      <a:pt x="186" y="3"/>
                      <a:pt x="182" y="7"/>
                    </a:cubicBezTo>
                    <a:cubicBezTo>
                      <a:pt x="124" y="82"/>
                      <a:pt x="57" y="156"/>
                      <a:pt x="8" y="239"/>
                    </a:cubicBezTo>
                    <a:cubicBezTo>
                      <a:pt x="1" y="246"/>
                      <a:pt x="10" y="258"/>
                      <a:pt x="19" y="258"/>
                    </a:cubicBezTo>
                    <a:cubicBezTo>
                      <a:pt x="21" y="258"/>
                      <a:pt x="23" y="257"/>
                      <a:pt x="24" y="256"/>
                    </a:cubicBezTo>
                    <a:cubicBezTo>
                      <a:pt x="90" y="181"/>
                      <a:pt x="148" y="106"/>
                      <a:pt x="206" y="32"/>
                    </a:cubicBezTo>
                    <a:cubicBezTo>
                      <a:pt x="215" y="24"/>
                      <a:pt x="215" y="15"/>
                      <a:pt x="206" y="7"/>
                    </a:cubicBezTo>
                    <a:cubicBezTo>
                      <a:pt x="206" y="3"/>
                      <a:pt x="202" y="1"/>
                      <a:pt x="1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7" name="Google Shape;6377;p20"/>
              <p:cNvSpPr/>
              <p:nvPr/>
            </p:nvSpPr>
            <p:spPr>
              <a:xfrm>
                <a:off x="1903950" y="1547000"/>
                <a:ext cx="4325" cy="5600"/>
              </a:xfrm>
              <a:custGeom>
                <a:rect b="b" l="l" r="r" t="t"/>
                <a:pathLst>
                  <a:path extrusionOk="0" h="224" w="173">
                    <a:moveTo>
                      <a:pt x="143" y="1"/>
                    </a:moveTo>
                    <a:cubicBezTo>
                      <a:pt x="136" y="1"/>
                      <a:pt x="128" y="5"/>
                      <a:pt x="123" y="14"/>
                    </a:cubicBezTo>
                    <a:cubicBezTo>
                      <a:pt x="107" y="39"/>
                      <a:pt x="82" y="72"/>
                      <a:pt x="65" y="105"/>
                    </a:cubicBezTo>
                    <a:cubicBezTo>
                      <a:pt x="49" y="130"/>
                      <a:pt x="32" y="163"/>
                      <a:pt x="7" y="197"/>
                    </a:cubicBezTo>
                    <a:cubicBezTo>
                      <a:pt x="0" y="210"/>
                      <a:pt x="16" y="224"/>
                      <a:pt x="31" y="224"/>
                    </a:cubicBezTo>
                    <a:cubicBezTo>
                      <a:pt x="34" y="224"/>
                      <a:pt x="37" y="223"/>
                      <a:pt x="40" y="221"/>
                    </a:cubicBezTo>
                    <a:cubicBezTo>
                      <a:pt x="65" y="188"/>
                      <a:pt x="82" y="155"/>
                      <a:pt x="107" y="130"/>
                    </a:cubicBezTo>
                    <a:cubicBezTo>
                      <a:pt x="131" y="97"/>
                      <a:pt x="148" y="64"/>
                      <a:pt x="173" y="39"/>
                    </a:cubicBezTo>
                    <a:cubicBezTo>
                      <a:pt x="173" y="23"/>
                      <a:pt x="173" y="6"/>
                      <a:pt x="156" y="6"/>
                    </a:cubicBezTo>
                    <a:cubicBezTo>
                      <a:pt x="153" y="3"/>
                      <a:pt x="148" y="1"/>
                      <a:pt x="1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8" name="Google Shape;6378;p20"/>
              <p:cNvSpPr/>
              <p:nvPr/>
            </p:nvSpPr>
            <p:spPr>
              <a:xfrm>
                <a:off x="1956950" y="1490775"/>
                <a:ext cx="22525" cy="17625"/>
              </a:xfrm>
              <a:custGeom>
                <a:rect b="b" l="l" r="r" t="t"/>
                <a:pathLst>
                  <a:path extrusionOk="0" h="705" w="901">
                    <a:moveTo>
                      <a:pt x="853" y="1"/>
                    </a:moveTo>
                    <a:cubicBezTo>
                      <a:pt x="850" y="1"/>
                      <a:pt x="848" y="1"/>
                      <a:pt x="845" y="1"/>
                    </a:cubicBezTo>
                    <a:cubicBezTo>
                      <a:pt x="481" y="43"/>
                      <a:pt x="232" y="341"/>
                      <a:pt x="25" y="615"/>
                    </a:cubicBezTo>
                    <a:cubicBezTo>
                      <a:pt x="0" y="639"/>
                      <a:pt x="17" y="681"/>
                      <a:pt x="41" y="697"/>
                    </a:cubicBezTo>
                    <a:cubicBezTo>
                      <a:pt x="51" y="702"/>
                      <a:pt x="60" y="704"/>
                      <a:pt x="69" y="704"/>
                    </a:cubicBezTo>
                    <a:cubicBezTo>
                      <a:pt x="92" y="704"/>
                      <a:pt x="112" y="690"/>
                      <a:pt x="124" y="673"/>
                    </a:cubicBezTo>
                    <a:cubicBezTo>
                      <a:pt x="315" y="424"/>
                      <a:pt x="530" y="142"/>
                      <a:pt x="853" y="76"/>
                    </a:cubicBezTo>
                    <a:cubicBezTo>
                      <a:pt x="901" y="68"/>
                      <a:pt x="896" y="1"/>
                      <a:pt x="8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9" name="Google Shape;6379;p20"/>
              <p:cNvSpPr/>
              <p:nvPr/>
            </p:nvSpPr>
            <p:spPr>
              <a:xfrm>
                <a:off x="1959000" y="1507900"/>
                <a:ext cx="6650" cy="5875"/>
              </a:xfrm>
              <a:custGeom>
                <a:rect b="b" l="l" r="r" t="t"/>
                <a:pathLst>
                  <a:path extrusionOk="0" h="235" w="266">
                    <a:moveTo>
                      <a:pt x="231" y="1"/>
                    </a:moveTo>
                    <a:cubicBezTo>
                      <a:pt x="226" y="1"/>
                      <a:pt x="221" y="2"/>
                      <a:pt x="216" y="4"/>
                    </a:cubicBezTo>
                    <a:cubicBezTo>
                      <a:pt x="175" y="29"/>
                      <a:pt x="142" y="62"/>
                      <a:pt x="100" y="95"/>
                    </a:cubicBezTo>
                    <a:cubicBezTo>
                      <a:pt x="67" y="128"/>
                      <a:pt x="34" y="162"/>
                      <a:pt x="9" y="203"/>
                    </a:cubicBezTo>
                    <a:cubicBezTo>
                      <a:pt x="1" y="211"/>
                      <a:pt x="9" y="228"/>
                      <a:pt x="17" y="228"/>
                    </a:cubicBezTo>
                    <a:cubicBezTo>
                      <a:pt x="22" y="232"/>
                      <a:pt x="26" y="234"/>
                      <a:pt x="30" y="234"/>
                    </a:cubicBezTo>
                    <a:cubicBezTo>
                      <a:pt x="34" y="234"/>
                      <a:pt x="38" y="232"/>
                      <a:pt x="42" y="228"/>
                    </a:cubicBezTo>
                    <a:cubicBezTo>
                      <a:pt x="59" y="220"/>
                      <a:pt x="67" y="211"/>
                      <a:pt x="75" y="203"/>
                    </a:cubicBezTo>
                    <a:lnTo>
                      <a:pt x="92" y="186"/>
                    </a:lnTo>
                    <a:cubicBezTo>
                      <a:pt x="109" y="170"/>
                      <a:pt x="125" y="153"/>
                      <a:pt x="142" y="137"/>
                    </a:cubicBezTo>
                    <a:cubicBezTo>
                      <a:pt x="175" y="104"/>
                      <a:pt x="208" y="79"/>
                      <a:pt x="249" y="54"/>
                    </a:cubicBezTo>
                    <a:cubicBezTo>
                      <a:pt x="258" y="46"/>
                      <a:pt x="266" y="29"/>
                      <a:pt x="258" y="12"/>
                    </a:cubicBezTo>
                    <a:cubicBezTo>
                      <a:pt x="252" y="7"/>
                      <a:pt x="242" y="1"/>
                      <a:pt x="2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0" name="Google Shape;6380;p20"/>
              <p:cNvSpPr/>
              <p:nvPr/>
            </p:nvSpPr>
            <p:spPr>
              <a:xfrm>
                <a:off x="1926700" y="1320250"/>
                <a:ext cx="13175" cy="11175"/>
              </a:xfrm>
              <a:custGeom>
                <a:rect b="b" l="l" r="r" t="t"/>
                <a:pathLst>
                  <a:path extrusionOk="0" h="447" w="527">
                    <a:moveTo>
                      <a:pt x="46" y="0"/>
                    </a:moveTo>
                    <a:cubicBezTo>
                      <a:pt x="39" y="0"/>
                      <a:pt x="32" y="1"/>
                      <a:pt x="25" y="3"/>
                    </a:cubicBezTo>
                    <a:cubicBezTo>
                      <a:pt x="9" y="3"/>
                      <a:pt x="0" y="20"/>
                      <a:pt x="0" y="37"/>
                    </a:cubicBezTo>
                    <a:cubicBezTo>
                      <a:pt x="9" y="61"/>
                      <a:pt x="33" y="78"/>
                      <a:pt x="58" y="95"/>
                    </a:cubicBezTo>
                    <a:cubicBezTo>
                      <a:pt x="75" y="103"/>
                      <a:pt x="100" y="119"/>
                      <a:pt x="125" y="136"/>
                    </a:cubicBezTo>
                    <a:cubicBezTo>
                      <a:pt x="166" y="161"/>
                      <a:pt x="207" y="194"/>
                      <a:pt x="249" y="227"/>
                    </a:cubicBezTo>
                    <a:cubicBezTo>
                      <a:pt x="332" y="285"/>
                      <a:pt x="406" y="360"/>
                      <a:pt x="473" y="434"/>
                    </a:cubicBezTo>
                    <a:cubicBezTo>
                      <a:pt x="479" y="443"/>
                      <a:pt x="486" y="447"/>
                      <a:pt x="493" y="447"/>
                    </a:cubicBezTo>
                    <a:cubicBezTo>
                      <a:pt x="511" y="447"/>
                      <a:pt x="526" y="417"/>
                      <a:pt x="514" y="393"/>
                    </a:cubicBezTo>
                    <a:cubicBezTo>
                      <a:pt x="448" y="318"/>
                      <a:pt x="373" y="235"/>
                      <a:pt x="290" y="169"/>
                    </a:cubicBezTo>
                    <a:cubicBezTo>
                      <a:pt x="249" y="128"/>
                      <a:pt x="207" y="95"/>
                      <a:pt x="166" y="61"/>
                    </a:cubicBezTo>
                    <a:cubicBezTo>
                      <a:pt x="130" y="40"/>
                      <a:pt x="88" y="0"/>
                      <a:pt x="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1" name="Google Shape;6381;p20"/>
              <p:cNvSpPr/>
              <p:nvPr/>
            </p:nvSpPr>
            <p:spPr>
              <a:xfrm>
                <a:off x="1920700" y="1314500"/>
                <a:ext cx="9125" cy="4275"/>
              </a:xfrm>
              <a:custGeom>
                <a:rect b="b" l="l" r="r" t="t"/>
                <a:pathLst>
                  <a:path extrusionOk="0" h="171" w="365">
                    <a:moveTo>
                      <a:pt x="41" y="0"/>
                    </a:moveTo>
                    <a:cubicBezTo>
                      <a:pt x="36" y="0"/>
                      <a:pt x="30" y="1"/>
                      <a:pt x="25" y="1"/>
                    </a:cubicBezTo>
                    <a:cubicBezTo>
                      <a:pt x="8" y="1"/>
                      <a:pt x="0" y="18"/>
                      <a:pt x="8" y="35"/>
                    </a:cubicBezTo>
                    <a:cubicBezTo>
                      <a:pt x="50" y="76"/>
                      <a:pt x="108" y="93"/>
                      <a:pt x="157" y="109"/>
                    </a:cubicBezTo>
                    <a:lnTo>
                      <a:pt x="315" y="167"/>
                    </a:lnTo>
                    <a:cubicBezTo>
                      <a:pt x="319" y="169"/>
                      <a:pt x="324" y="170"/>
                      <a:pt x="329" y="170"/>
                    </a:cubicBezTo>
                    <a:cubicBezTo>
                      <a:pt x="343" y="170"/>
                      <a:pt x="356" y="163"/>
                      <a:pt x="356" y="151"/>
                    </a:cubicBezTo>
                    <a:cubicBezTo>
                      <a:pt x="365" y="134"/>
                      <a:pt x="348" y="117"/>
                      <a:pt x="340" y="109"/>
                    </a:cubicBezTo>
                    <a:cubicBezTo>
                      <a:pt x="282" y="84"/>
                      <a:pt x="232" y="68"/>
                      <a:pt x="182" y="43"/>
                    </a:cubicBezTo>
                    <a:cubicBezTo>
                      <a:pt x="138" y="28"/>
                      <a:pt x="87" y="0"/>
                      <a:pt x="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2" name="Google Shape;6382;p20"/>
              <p:cNvSpPr/>
              <p:nvPr/>
            </p:nvSpPr>
            <p:spPr>
              <a:xfrm>
                <a:off x="1919300" y="1322150"/>
                <a:ext cx="5900" cy="4025"/>
              </a:xfrm>
              <a:custGeom>
                <a:rect b="b" l="l" r="r" t="t"/>
                <a:pathLst>
                  <a:path extrusionOk="0" h="161" w="236">
                    <a:moveTo>
                      <a:pt x="17" y="0"/>
                    </a:moveTo>
                    <a:cubicBezTo>
                      <a:pt x="5" y="0"/>
                      <a:pt x="0" y="21"/>
                      <a:pt x="15" y="35"/>
                    </a:cubicBezTo>
                    <a:cubicBezTo>
                      <a:pt x="73" y="77"/>
                      <a:pt x="131" y="118"/>
                      <a:pt x="189" y="159"/>
                    </a:cubicBezTo>
                    <a:cubicBezTo>
                      <a:pt x="191" y="160"/>
                      <a:pt x="194" y="161"/>
                      <a:pt x="197" y="161"/>
                    </a:cubicBezTo>
                    <a:cubicBezTo>
                      <a:pt x="218" y="161"/>
                      <a:pt x="236" y="133"/>
                      <a:pt x="213" y="118"/>
                    </a:cubicBezTo>
                    <a:cubicBezTo>
                      <a:pt x="155" y="77"/>
                      <a:pt x="89" y="43"/>
                      <a:pt x="23" y="2"/>
                    </a:cubicBezTo>
                    <a:cubicBezTo>
                      <a:pt x="21" y="1"/>
                      <a:pt x="19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3" name="Google Shape;6383;p20"/>
              <p:cNvSpPr/>
              <p:nvPr/>
            </p:nvSpPr>
            <p:spPr>
              <a:xfrm>
                <a:off x="1922825" y="1312625"/>
                <a:ext cx="3700" cy="2000"/>
              </a:xfrm>
              <a:custGeom>
                <a:rect b="b" l="l" r="r" t="t"/>
                <a:pathLst>
                  <a:path extrusionOk="0" h="80" w="148">
                    <a:moveTo>
                      <a:pt x="16" y="0"/>
                    </a:moveTo>
                    <a:cubicBezTo>
                      <a:pt x="4" y="0"/>
                      <a:pt x="0" y="20"/>
                      <a:pt x="14" y="27"/>
                    </a:cubicBezTo>
                    <a:cubicBezTo>
                      <a:pt x="48" y="43"/>
                      <a:pt x="81" y="60"/>
                      <a:pt x="106" y="76"/>
                    </a:cubicBezTo>
                    <a:cubicBezTo>
                      <a:pt x="110" y="79"/>
                      <a:pt x="115" y="80"/>
                      <a:pt x="120" y="80"/>
                    </a:cubicBezTo>
                    <a:cubicBezTo>
                      <a:pt x="131" y="80"/>
                      <a:pt x="141" y="74"/>
                      <a:pt x="147" y="68"/>
                    </a:cubicBezTo>
                    <a:cubicBezTo>
                      <a:pt x="147" y="52"/>
                      <a:pt x="139" y="35"/>
                      <a:pt x="130" y="35"/>
                    </a:cubicBezTo>
                    <a:cubicBezTo>
                      <a:pt x="89" y="18"/>
                      <a:pt x="56" y="10"/>
                      <a:pt x="23" y="2"/>
                    </a:cubicBezTo>
                    <a:cubicBezTo>
                      <a:pt x="20" y="1"/>
                      <a:pt x="18" y="0"/>
                      <a:pt x="1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4" name="Google Shape;6384;p20"/>
              <p:cNvSpPr/>
              <p:nvPr/>
            </p:nvSpPr>
            <p:spPr>
              <a:xfrm>
                <a:off x="1922800" y="1304100"/>
                <a:ext cx="2475" cy="2775"/>
              </a:xfrm>
              <a:custGeom>
                <a:rect b="b" l="l" r="r" t="t"/>
                <a:pathLst>
                  <a:path extrusionOk="0" h="111" w="99">
                    <a:moveTo>
                      <a:pt x="18" y="1"/>
                    </a:moveTo>
                    <a:cubicBezTo>
                      <a:pt x="10" y="1"/>
                      <a:pt x="0" y="13"/>
                      <a:pt x="7" y="20"/>
                    </a:cubicBezTo>
                    <a:cubicBezTo>
                      <a:pt x="15" y="28"/>
                      <a:pt x="15" y="36"/>
                      <a:pt x="15" y="45"/>
                    </a:cubicBezTo>
                    <a:cubicBezTo>
                      <a:pt x="24" y="45"/>
                      <a:pt x="32" y="53"/>
                      <a:pt x="32" y="61"/>
                    </a:cubicBezTo>
                    <a:lnTo>
                      <a:pt x="65" y="103"/>
                    </a:lnTo>
                    <a:cubicBezTo>
                      <a:pt x="65" y="103"/>
                      <a:pt x="73" y="111"/>
                      <a:pt x="82" y="111"/>
                    </a:cubicBezTo>
                    <a:lnTo>
                      <a:pt x="90" y="111"/>
                    </a:lnTo>
                    <a:cubicBezTo>
                      <a:pt x="90" y="103"/>
                      <a:pt x="98" y="103"/>
                      <a:pt x="98" y="94"/>
                    </a:cubicBezTo>
                    <a:cubicBezTo>
                      <a:pt x="98" y="86"/>
                      <a:pt x="90" y="86"/>
                      <a:pt x="90" y="86"/>
                    </a:cubicBezTo>
                    <a:lnTo>
                      <a:pt x="90" y="78"/>
                    </a:lnTo>
                    <a:cubicBezTo>
                      <a:pt x="82" y="69"/>
                      <a:pt x="65" y="53"/>
                      <a:pt x="57" y="45"/>
                    </a:cubicBezTo>
                    <a:cubicBezTo>
                      <a:pt x="57" y="36"/>
                      <a:pt x="49" y="28"/>
                      <a:pt x="40" y="20"/>
                    </a:cubicBezTo>
                    <a:cubicBezTo>
                      <a:pt x="40" y="20"/>
                      <a:pt x="32" y="11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5" name="Google Shape;6385;p20"/>
              <p:cNvSpPr/>
              <p:nvPr/>
            </p:nvSpPr>
            <p:spPr>
              <a:xfrm>
                <a:off x="2013900" y="1305000"/>
                <a:ext cx="1675" cy="3550"/>
              </a:xfrm>
              <a:custGeom>
                <a:rect b="b" l="l" r="r" t="t"/>
                <a:pathLst>
                  <a:path extrusionOk="0" h="142" w="67">
                    <a:moveTo>
                      <a:pt x="17" y="0"/>
                    </a:moveTo>
                    <a:cubicBezTo>
                      <a:pt x="9" y="0"/>
                      <a:pt x="1" y="9"/>
                      <a:pt x="1" y="17"/>
                    </a:cubicBezTo>
                    <a:cubicBezTo>
                      <a:pt x="1" y="33"/>
                      <a:pt x="1" y="50"/>
                      <a:pt x="1" y="75"/>
                    </a:cubicBezTo>
                    <a:cubicBezTo>
                      <a:pt x="9" y="91"/>
                      <a:pt x="9" y="108"/>
                      <a:pt x="17" y="125"/>
                    </a:cubicBezTo>
                    <a:cubicBezTo>
                      <a:pt x="17" y="141"/>
                      <a:pt x="34" y="141"/>
                      <a:pt x="42" y="141"/>
                    </a:cubicBezTo>
                    <a:cubicBezTo>
                      <a:pt x="59" y="141"/>
                      <a:pt x="67" y="125"/>
                      <a:pt x="59" y="108"/>
                    </a:cubicBezTo>
                    <a:cubicBezTo>
                      <a:pt x="59" y="91"/>
                      <a:pt x="50" y="75"/>
                      <a:pt x="50" y="58"/>
                    </a:cubicBezTo>
                    <a:cubicBezTo>
                      <a:pt x="50" y="42"/>
                      <a:pt x="42" y="25"/>
                      <a:pt x="34" y="9"/>
                    </a:cubicBezTo>
                    <a:cubicBezTo>
                      <a:pt x="34" y="0"/>
                      <a:pt x="25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6" name="Google Shape;6386;p20"/>
              <p:cNvSpPr/>
              <p:nvPr/>
            </p:nvSpPr>
            <p:spPr>
              <a:xfrm>
                <a:off x="2008375" y="1304500"/>
                <a:ext cx="2225" cy="6950"/>
              </a:xfrm>
              <a:custGeom>
                <a:rect b="b" l="l" r="r" t="t"/>
                <a:pathLst>
                  <a:path extrusionOk="0" h="278" w="89">
                    <a:moveTo>
                      <a:pt x="22" y="1"/>
                    </a:moveTo>
                    <a:cubicBezTo>
                      <a:pt x="12" y="1"/>
                      <a:pt x="0" y="8"/>
                      <a:pt x="6" y="20"/>
                    </a:cubicBezTo>
                    <a:cubicBezTo>
                      <a:pt x="31" y="95"/>
                      <a:pt x="48" y="178"/>
                      <a:pt x="39" y="261"/>
                    </a:cubicBezTo>
                    <a:cubicBezTo>
                      <a:pt x="31" y="269"/>
                      <a:pt x="48" y="277"/>
                      <a:pt x="56" y="277"/>
                    </a:cubicBezTo>
                    <a:cubicBezTo>
                      <a:pt x="72" y="277"/>
                      <a:pt x="81" y="269"/>
                      <a:pt x="81" y="252"/>
                    </a:cubicBezTo>
                    <a:cubicBezTo>
                      <a:pt x="89" y="169"/>
                      <a:pt x="72" y="87"/>
                      <a:pt x="31" y="4"/>
                    </a:cubicBezTo>
                    <a:cubicBezTo>
                      <a:pt x="29" y="2"/>
                      <a:pt x="25" y="1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7" name="Google Shape;6387;p20"/>
              <p:cNvSpPr/>
              <p:nvPr/>
            </p:nvSpPr>
            <p:spPr>
              <a:xfrm>
                <a:off x="1988000" y="1573550"/>
                <a:ext cx="46500" cy="34500"/>
              </a:xfrm>
              <a:custGeom>
                <a:rect b="b" l="l" r="r" t="t"/>
                <a:pathLst>
                  <a:path extrusionOk="0" h="1380" w="1860">
                    <a:moveTo>
                      <a:pt x="106" y="0"/>
                    </a:moveTo>
                    <a:cubicBezTo>
                      <a:pt x="101" y="0"/>
                      <a:pt x="97" y="2"/>
                      <a:pt x="92" y="5"/>
                    </a:cubicBezTo>
                    <a:cubicBezTo>
                      <a:pt x="1" y="54"/>
                      <a:pt x="75" y="154"/>
                      <a:pt x="125" y="203"/>
                    </a:cubicBezTo>
                    <a:cubicBezTo>
                      <a:pt x="183" y="278"/>
                      <a:pt x="249" y="344"/>
                      <a:pt x="316" y="411"/>
                    </a:cubicBezTo>
                    <a:cubicBezTo>
                      <a:pt x="457" y="551"/>
                      <a:pt x="606" y="667"/>
                      <a:pt x="763" y="783"/>
                    </a:cubicBezTo>
                    <a:cubicBezTo>
                      <a:pt x="770" y="787"/>
                      <a:pt x="778" y="789"/>
                      <a:pt x="785" y="789"/>
                    </a:cubicBezTo>
                    <a:cubicBezTo>
                      <a:pt x="809" y="789"/>
                      <a:pt x="829" y="768"/>
                      <a:pt x="829" y="742"/>
                    </a:cubicBezTo>
                    <a:cubicBezTo>
                      <a:pt x="838" y="717"/>
                      <a:pt x="829" y="701"/>
                      <a:pt x="829" y="684"/>
                    </a:cubicBezTo>
                    <a:lnTo>
                      <a:pt x="829" y="684"/>
                    </a:lnTo>
                    <a:cubicBezTo>
                      <a:pt x="921" y="792"/>
                      <a:pt x="1003" y="899"/>
                      <a:pt x="1095" y="999"/>
                    </a:cubicBezTo>
                    <a:cubicBezTo>
                      <a:pt x="1104" y="1008"/>
                      <a:pt x="1115" y="1012"/>
                      <a:pt x="1125" y="1012"/>
                    </a:cubicBezTo>
                    <a:cubicBezTo>
                      <a:pt x="1151" y="1012"/>
                      <a:pt x="1175" y="987"/>
                      <a:pt x="1169" y="957"/>
                    </a:cubicBezTo>
                    <a:cubicBezTo>
                      <a:pt x="1144" y="875"/>
                      <a:pt x="1111" y="792"/>
                      <a:pt x="1078" y="717"/>
                    </a:cubicBezTo>
                    <a:cubicBezTo>
                      <a:pt x="1070" y="692"/>
                      <a:pt x="1061" y="667"/>
                      <a:pt x="1045" y="643"/>
                    </a:cubicBezTo>
                    <a:lnTo>
                      <a:pt x="1045" y="643"/>
                    </a:lnTo>
                    <a:cubicBezTo>
                      <a:pt x="1086" y="676"/>
                      <a:pt x="1119" y="709"/>
                      <a:pt x="1153" y="734"/>
                    </a:cubicBezTo>
                    <a:cubicBezTo>
                      <a:pt x="1227" y="800"/>
                      <a:pt x="1302" y="866"/>
                      <a:pt x="1376" y="933"/>
                    </a:cubicBezTo>
                    <a:cubicBezTo>
                      <a:pt x="1525" y="1073"/>
                      <a:pt x="1666" y="1223"/>
                      <a:pt x="1807" y="1372"/>
                    </a:cubicBezTo>
                    <a:cubicBezTo>
                      <a:pt x="1811" y="1377"/>
                      <a:pt x="1815" y="1379"/>
                      <a:pt x="1820" y="1379"/>
                    </a:cubicBezTo>
                    <a:cubicBezTo>
                      <a:pt x="1838" y="1379"/>
                      <a:pt x="1860" y="1350"/>
                      <a:pt x="1840" y="1330"/>
                    </a:cubicBezTo>
                    <a:cubicBezTo>
                      <a:pt x="1708" y="1173"/>
                      <a:pt x="1567" y="1024"/>
                      <a:pt x="1418" y="883"/>
                    </a:cubicBezTo>
                    <a:cubicBezTo>
                      <a:pt x="1343" y="808"/>
                      <a:pt x="1269" y="742"/>
                      <a:pt x="1194" y="676"/>
                    </a:cubicBezTo>
                    <a:cubicBezTo>
                      <a:pt x="1119" y="609"/>
                      <a:pt x="1028" y="543"/>
                      <a:pt x="954" y="477"/>
                    </a:cubicBezTo>
                    <a:cubicBezTo>
                      <a:pt x="945" y="468"/>
                      <a:pt x="935" y="465"/>
                      <a:pt x="926" y="465"/>
                    </a:cubicBezTo>
                    <a:cubicBezTo>
                      <a:pt x="900" y="465"/>
                      <a:pt x="877" y="494"/>
                      <a:pt x="896" y="518"/>
                    </a:cubicBezTo>
                    <a:cubicBezTo>
                      <a:pt x="929" y="601"/>
                      <a:pt x="970" y="667"/>
                      <a:pt x="1003" y="750"/>
                    </a:cubicBezTo>
                    <a:cubicBezTo>
                      <a:pt x="1003" y="750"/>
                      <a:pt x="1003" y="750"/>
                      <a:pt x="1003" y="759"/>
                    </a:cubicBezTo>
                    <a:cubicBezTo>
                      <a:pt x="921" y="651"/>
                      <a:pt x="838" y="551"/>
                      <a:pt x="755" y="444"/>
                    </a:cubicBezTo>
                    <a:cubicBezTo>
                      <a:pt x="744" y="428"/>
                      <a:pt x="729" y="421"/>
                      <a:pt x="715" y="421"/>
                    </a:cubicBezTo>
                    <a:cubicBezTo>
                      <a:pt x="684" y="421"/>
                      <a:pt x="655" y="451"/>
                      <a:pt x="672" y="485"/>
                    </a:cubicBezTo>
                    <a:cubicBezTo>
                      <a:pt x="705" y="535"/>
                      <a:pt x="722" y="593"/>
                      <a:pt x="730" y="643"/>
                    </a:cubicBezTo>
                    <a:cubicBezTo>
                      <a:pt x="631" y="568"/>
                      <a:pt x="523" y="485"/>
                      <a:pt x="432" y="394"/>
                    </a:cubicBezTo>
                    <a:cubicBezTo>
                      <a:pt x="365" y="336"/>
                      <a:pt x="307" y="278"/>
                      <a:pt x="258" y="220"/>
                    </a:cubicBezTo>
                    <a:cubicBezTo>
                      <a:pt x="225" y="187"/>
                      <a:pt x="200" y="162"/>
                      <a:pt x="175" y="129"/>
                    </a:cubicBezTo>
                    <a:cubicBezTo>
                      <a:pt x="167" y="112"/>
                      <a:pt x="117" y="71"/>
                      <a:pt x="133" y="46"/>
                    </a:cubicBezTo>
                    <a:cubicBezTo>
                      <a:pt x="140" y="26"/>
                      <a:pt x="125" y="0"/>
                      <a:pt x="1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8" name="Google Shape;6388;p20"/>
              <p:cNvSpPr/>
              <p:nvPr/>
            </p:nvSpPr>
            <p:spPr>
              <a:xfrm>
                <a:off x="1983250" y="1576875"/>
                <a:ext cx="10675" cy="11175"/>
              </a:xfrm>
              <a:custGeom>
                <a:rect b="b" l="l" r="r" t="t"/>
                <a:pathLst>
                  <a:path extrusionOk="0" h="447" w="427">
                    <a:moveTo>
                      <a:pt x="25" y="1"/>
                    </a:moveTo>
                    <a:cubicBezTo>
                      <a:pt x="17" y="1"/>
                      <a:pt x="9" y="9"/>
                      <a:pt x="9" y="21"/>
                    </a:cubicBezTo>
                    <a:cubicBezTo>
                      <a:pt x="0" y="37"/>
                      <a:pt x="9" y="70"/>
                      <a:pt x="17" y="87"/>
                    </a:cubicBezTo>
                    <a:cubicBezTo>
                      <a:pt x="25" y="112"/>
                      <a:pt x="33" y="137"/>
                      <a:pt x="50" y="153"/>
                    </a:cubicBezTo>
                    <a:cubicBezTo>
                      <a:pt x="75" y="195"/>
                      <a:pt x="108" y="236"/>
                      <a:pt x="141" y="269"/>
                    </a:cubicBezTo>
                    <a:cubicBezTo>
                      <a:pt x="199" y="344"/>
                      <a:pt x="282" y="402"/>
                      <a:pt x="365" y="443"/>
                    </a:cubicBezTo>
                    <a:cubicBezTo>
                      <a:pt x="369" y="446"/>
                      <a:pt x="374" y="447"/>
                      <a:pt x="379" y="447"/>
                    </a:cubicBezTo>
                    <a:cubicBezTo>
                      <a:pt x="406" y="447"/>
                      <a:pt x="426" y="408"/>
                      <a:pt x="398" y="394"/>
                    </a:cubicBezTo>
                    <a:cubicBezTo>
                      <a:pt x="315" y="352"/>
                      <a:pt x="249" y="294"/>
                      <a:pt x="191" y="220"/>
                    </a:cubicBezTo>
                    <a:cubicBezTo>
                      <a:pt x="158" y="186"/>
                      <a:pt x="133" y="153"/>
                      <a:pt x="108" y="112"/>
                    </a:cubicBezTo>
                    <a:cubicBezTo>
                      <a:pt x="100" y="95"/>
                      <a:pt x="83" y="79"/>
                      <a:pt x="75" y="54"/>
                    </a:cubicBezTo>
                    <a:cubicBezTo>
                      <a:pt x="67" y="37"/>
                      <a:pt x="50" y="12"/>
                      <a:pt x="33" y="4"/>
                    </a:cubicBezTo>
                    <a:cubicBezTo>
                      <a:pt x="31" y="2"/>
                      <a:pt x="28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9" name="Google Shape;6389;p20"/>
              <p:cNvSpPr/>
              <p:nvPr/>
            </p:nvSpPr>
            <p:spPr>
              <a:xfrm>
                <a:off x="1976475" y="1575975"/>
                <a:ext cx="7300" cy="9550"/>
              </a:xfrm>
              <a:custGeom>
                <a:rect b="b" l="l" r="r" t="t"/>
                <a:pathLst>
                  <a:path extrusionOk="0" h="382" w="292">
                    <a:moveTo>
                      <a:pt x="17" y="0"/>
                    </a:moveTo>
                    <a:cubicBezTo>
                      <a:pt x="7" y="0"/>
                      <a:pt x="0" y="12"/>
                      <a:pt x="6" y="24"/>
                    </a:cubicBezTo>
                    <a:cubicBezTo>
                      <a:pt x="39" y="82"/>
                      <a:pt x="81" y="140"/>
                      <a:pt x="122" y="198"/>
                    </a:cubicBezTo>
                    <a:cubicBezTo>
                      <a:pt x="164" y="256"/>
                      <a:pt x="205" y="314"/>
                      <a:pt x="238" y="372"/>
                    </a:cubicBezTo>
                    <a:cubicBezTo>
                      <a:pt x="243" y="379"/>
                      <a:pt x="250" y="382"/>
                      <a:pt x="257" y="382"/>
                    </a:cubicBezTo>
                    <a:cubicBezTo>
                      <a:pt x="274" y="382"/>
                      <a:pt x="291" y="364"/>
                      <a:pt x="280" y="347"/>
                    </a:cubicBezTo>
                    <a:cubicBezTo>
                      <a:pt x="238" y="289"/>
                      <a:pt x="197" y="231"/>
                      <a:pt x="155" y="173"/>
                    </a:cubicBezTo>
                    <a:cubicBezTo>
                      <a:pt x="114" y="115"/>
                      <a:pt x="81" y="57"/>
                      <a:pt x="31" y="7"/>
                    </a:cubicBezTo>
                    <a:cubicBezTo>
                      <a:pt x="26" y="2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0" name="Google Shape;6390;p20"/>
              <p:cNvSpPr/>
              <p:nvPr/>
            </p:nvSpPr>
            <p:spPr>
              <a:xfrm>
                <a:off x="2023775" y="1590125"/>
                <a:ext cx="11400" cy="13025"/>
              </a:xfrm>
              <a:custGeom>
                <a:rect b="b" l="l" r="r" t="t"/>
                <a:pathLst>
                  <a:path extrusionOk="0" h="521" w="456">
                    <a:moveTo>
                      <a:pt x="24" y="0"/>
                    </a:moveTo>
                    <a:cubicBezTo>
                      <a:pt x="11" y="0"/>
                      <a:pt x="1" y="13"/>
                      <a:pt x="12" y="29"/>
                    </a:cubicBezTo>
                    <a:cubicBezTo>
                      <a:pt x="70" y="120"/>
                      <a:pt x="136" y="203"/>
                      <a:pt x="202" y="286"/>
                    </a:cubicBezTo>
                    <a:cubicBezTo>
                      <a:pt x="268" y="369"/>
                      <a:pt x="335" y="452"/>
                      <a:pt x="426" y="518"/>
                    </a:cubicBezTo>
                    <a:cubicBezTo>
                      <a:pt x="429" y="520"/>
                      <a:pt x="432" y="520"/>
                      <a:pt x="435" y="520"/>
                    </a:cubicBezTo>
                    <a:cubicBezTo>
                      <a:pt x="447" y="520"/>
                      <a:pt x="456" y="507"/>
                      <a:pt x="442" y="493"/>
                    </a:cubicBezTo>
                    <a:cubicBezTo>
                      <a:pt x="384" y="410"/>
                      <a:pt x="310" y="336"/>
                      <a:pt x="235" y="261"/>
                    </a:cubicBezTo>
                    <a:cubicBezTo>
                      <a:pt x="169" y="178"/>
                      <a:pt x="103" y="96"/>
                      <a:pt x="45" y="13"/>
                    </a:cubicBezTo>
                    <a:cubicBezTo>
                      <a:pt x="39" y="4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1" name="Google Shape;6391;p20"/>
              <p:cNvSpPr/>
              <p:nvPr/>
            </p:nvSpPr>
            <p:spPr>
              <a:xfrm>
                <a:off x="2003625" y="1538400"/>
                <a:ext cx="5050" cy="12725"/>
              </a:xfrm>
              <a:custGeom>
                <a:rect b="b" l="l" r="r" t="t"/>
                <a:pathLst>
                  <a:path extrusionOk="0" h="509" w="202">
                    <a:moveTo>
                      <a:pt x="168" y="1"/>
                    </a:moveTo>
                    <a:cubicBezTo>
                      <a:pt x="159" y="1"/>
                      <a:pt x="150" y="6"/>
                      <a:pt x="146" y="19"/>
                    </a:cubicBezTo>
                    <a:cubicBezTo>
                      <a:pt x="122" y="93"/>
                      <a:pt x="88" y="176"/>
                      <a:pt x="64" y="251"/>
                    </a:cubicBezTo>
                    <a:cubicBezTo>
                      <a:pt x="39" y="333"/>
                      <a:pt x="14" y="408"/>
                      <a:pt x="6" y="491"/>
                    </a:cubicBezTo>
                    <a:cubicBezTo>
                      <a:pt x="0" y="501"/>
                      <a:pt x="11" y="508"/>
                      <a:pt x="22" y="508"/>
                    </a:cubicBezTo>
                    <a:cubicBezTo>
                      <a:pt x="29" y="508"/>
                      <a:pt x="36" y="506"/>
                      <a:pt x="39" y="499"/>
                    </a:cubicBezTo>
                    <a:cubicBezTo>
                      <a:pt x="80" y="425"/>
                      <a:pt x="97" y="342"/>
                      <a:pt x="122" y="267"/>
                    </a:cubicBezTo>
                    <a:cubicBezTo>
                      <a:pt x="146" y="193"/>
                      <a:pt x="171" y="110"/>
                      <a:pt x="196" y="35"/>
                    </a:cubicBezTo>
                    <a:cubicBezTo>
                      <a:pt x="201" y="15"/>
                      <a:pt x="184" y="1"/>
                      <a:pt x="1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2" name="Google Shape;6392;p20"/>
              <p:cNvSpPr/>
              <p:nvPr/>
            </p:nvSpPr>
            <p:spPr>
              <a:xfrm>
                <a:off x="1999825" y="1546625"/>
                <a:ext cx="2000" cy="4900"/>
              </a:xfrm>
              <a:custGeom>
                <a:rect b="b" l="l" r="r" t="t"/>
                <a:pathLst>
                  <a:path extrusionOk="0" h="196" w="80">
                    <a:moveTo>
                      <a:pt x="54" y="0"/>
                    </a:moveTo>
                    <a:cubicBezTo>
                      <a:pt x="47" y="0"/>
                      <a:pt x="42" y="4"/>
                      <a:pt x="42" y="13"/>
                    </a:cubicBezTo>
                    <a:cubicBezTo>
                      <a:pt x="25" y="71"/>
                      <a:pt x="8" y="120"/>
                      <a:pt x="0" y="178"/>
                    </a:cubicBezTo>
                    <a:cubicBezTo>
                      <a:pt x="0" y="189"/>
                      <a:pt x="10" y="196"/>
                      <a:pt x="19" y="196"/>
                    </a:cubicBezTo>
                    <a:cubicBezTo>
                      <a:pt x="24" y="196"/>
                      <a:pt x="30" y="193"/>
                      <a:pt x="33" y="187"/>
                    </a:cubicBezTo>
                    <a:cubicBezTo>
                      <a:pt x="50" y="129"/>
                      <a:pt x="58" y="79"/>
                      <a:pt x="75" y="21"/>
                    </a:cubicBezTo>
                    <a:cubicBezTo>
                      <a:pt x="80" y="11"/>
                      <a:pt x="65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3" name="Google Shape;6393;p20"/>
              <p:cNvSpPr/>
              <p:nvPr/>
            </p:nvSpPr>
            <p:spPr>
              <a:xfrm>
                <a:off x="1986550" y="1547600"/>
                <a:ext cx="4175" cy="7525"/>
              </a:xfrm>
              <a:custGeom>
                <a:rect b="b" l="l" r="r" t="t"/>
                <a:pathLst>
                  <a:path extrusionOk="0" h="301" w="167">
                    <a:moveTo>
                      <a:pt x="142" y="1"/>
                    </a:moveTo>
                    <a:cubicBezTo>
                      <a:pt x="135" y="1"/>
                      <a:pt x="129" y="3"/>
                      <a:pt x="125" y="7"/>
                    </a:cubicBezTo>
                    <a:cubicBezTo>
                      <a:pt x="92" y="40"/>
                      <a:pt x="59" y="90"/>
                      <a:pt x="42" y="131"/>
                    </a:cubicBezTo>
                    <a:cubicBezTo>
                      <a:pt x="17" y="181"/>
                      <a:pt x="1" y="231"/>
                      <a:pt x="1" y="280"/>
                    </a:cubicBezTo>
                    <a:cubicBezTo>
                      <a:pt x="1" y="294"/>
                      <a:pt x="8" y="300"/>
                      <a:pt x="17" y="300"/>
                    </a:cubicBezTo>
                    <a:cubicBezTo>
                      <a:pt x="23" y="300"/>
                      <a:pt x="30" y="296"/>
                      <a:pt x="34" y="289"/>
                    </a:cubicBezTo>
                    <a:cubicBezTo>
                      <a:pt x="59" y="197"/>
                      <a:pt x="100" y="106"/>
                      <a:pt x="158" y="40"/>
                    </a:cubicBezTo>
                    <a:cubicBezTo>
                      <a:pt x="167" y="32"/>
                      <a:pt x="167" y="15"/>
                      <a:pt x="158" y="7"/>
                    </a:cubicBezTo>
                    <a:cubicBezTo>
                      <a:pt x="154" y="3"/>
                      <a:pt x="148" y="1"/>
                      <a:pt x="1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4" name="Google Shape;6394;p20"/>
              <p:cNvSpPr/>
              <p:nvPr/>
            </p:nvSpPr>
            <p:spPr>
              <a:xfrm>
                <a:off x="1979725" y="1553775"/>
                <a:ext cx="2100" cy="3750"/>
              </a:xfrm>
              <a:custGeom>
                <a:rect b="b" l="l" r="r" t="t"/>
                <a:pathLst>
                  <a:path extrusionOk="0" h="150" w="84">
                    <a:moveTo>
                      <a:pt x="75" y="0"/>
                    </a:moveTo>
                    <a:cubicBezTo>
                      <a:pt x="75" y="0"/>
                      <a:pt x="58" y="0"/>
                      <a:pt x="58" y="8"/>
                    </a:cubicBezTo>
                    <a:cubicBezTo>
                      <a:pt x="50" y="25"/>
                      <a:pt x="42" y="50"/>
                      <a:pt x="25" y="66"/>
                    </a:cubicBezTo>
                    <a:lnTo>
                      <a:pt x="0" y="133"/>
                    </a:lnTo>
                    <a:cubicBezTo>
                      <a:pt x="0" y="141"/>
                      <a:pt x="0" y="141"/>
                      <a:pt x="0" y="149"/>
                    </a:cubicBezTo>
                    <a:cubicBezTo>
                      <a:pt x="9" y="149"/>
                      <a:pt x="17" y="149"/>
                      <a:pt x="17" y="141"/>
                    </a:cubicBezTo>
                    <a:cubicBezTo>
                      <a:pt x="34" y="124"/>
                      <a:pt x="42" y="108"/>
                      <a:pt x="50" y="83"/>
                    </a:cubicBezTo>
                    <a:cubicBezTo>
                      <a:pt x="58" y="58"/>
                      <a:pt x="75" y="42"/>
                      <a:pt x="83" y="25"/>
                    </a:cubicBezTo>
                    <a:cubicBezTo>
                      <a:pt x="83" y="17"/>
                      <a:pt x="83" y="8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5" name="Google Shape;6395;p20"/>
              <p:cNvSpPr/>
              <p:nvPr/>
            </p:nvSpPr>
            <p:spPr>
              <a:xfrm>
                <a:off x="2026750" y="1470750"/>
                <a:ext cx="2625" cy="12625"/>
              </a:xfrm>
              <a:custGeom>
                <a:rect b="b" l="l" r="r" t="t"/>
                <a:pathLst>
                  <a:path extrusionOk="0" h="505" w="105">
                    <a:moveTo>
                      <a:pt x="78" y="1"/>
                    </a:moveTo>
                    <a:cubicBezTo>
                      <a:pt x="70" y="1"/>
                      <a:pt x="61" y="5"/>
                      <a:pt x="58" y="15"/>
                    </a:cubicBezTo>
                    <a:cubicBezTo>
                      <a:pt x="25" y="98"/>
                      <a:pt x="9" y="173"/>
                      <a:pt x="0" y="256"/>
                    </a:cubicBezTo>
                    <a:cubicBezTo>
                      <a:pt x="0" y="338"/>
                      <a:pt x="9" y="430"/>
                      <a:pt x="50" y="496"/>
                    </a:cubicBezTo>
                    <a:cubicBezTo>
                      <a:pt x="53" y="502"/>
                      <a:pt x="59" y="505"/>
                      <a:pt x="64" y="505"/>
                    </a:cubicBezTo>
                    <a:cubicBezTo>
                      <a:pt x="74" y="505"/>
                      <a:pt x="83" y="498"/>
                      <a:pt x="83" y="488"/>
                    </a:cubicBezTo>
                    <a:cubicBezTo>
                      <a:pt x="75" y="454"/>
                      <a:pt x="66" y="413"/>
                      <a:pt x="58" y="372"/>
                    </a:cubicBezTo>
                    <a:cubicBezTo>
                      <a:pt x="58" y="338"/>
                      <a:pt x="50" y="297"/>
                      <a:pt x="50" y="256"/>
                    </a:cubicBezTo>
                    <a:lnTo>
                      <a:pt x="58" y="256"/>
                    </a:lnTo>
                    <a:cubicBezTo>
                      <a:pt x="58" y="181"/>
                      <a:pt x="66" y="98"/>
                      <a:pt x="100" y="32"/>
                    </a:cubicBezTo>
                    <a:cubicBezTo>
                      <a:pt x="105" y="12"/>
                      <a:pt x="91" y="1"/>
                      <a:pt x="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6" name="Google Shape;6396;p20"/>
              <p:cNvSpPr/>
              <p:nvPr/>
            </p:nvSpPr>
            <p:spPr>
              <a:xfrm>
                <a:off x="2023025" y="1473825"/>
                <a:ext cx="2075" cy="8525"/>
              </a:xfrm>
              <a:custGeom>
                <a:rect b="b" l="l" r="r" t="t"/>
                <a:pathLst>
                  <a:path extrusionOk="0" h="341" w="83">
                    <a:moveTo>
                      <a:pt x="58" y="0"/>
                    </a:moveTo>
                    <a:cubicBezTo>
                      <a:pt x="50" y="0"/>
                      <a:pt x="42" y="8"/>
                      <a:pt x="33" y="17"/>
                    </a:cubicBezTo>
                    <a:lnTo>
                      <a:pt x="17" y="174"/>
                    </a:lnTo>
                    <a:cubicBezTo>
                      <a:pt x="17" y="199"/>
                      <a:pt x="8" y="224"/>
                      <a:pt x="8" y="249"/>
                    </a:cubicBezTo>
                    <a:cubicBezTo>
                      <a:pt x="8" y="273"/>
                      <a:pt x="0" y="298"/>
                      <a:pt x="0" y="323"/>
                    </a:cubicBezTo>
                    <a:cubicBezTo>
                      <a:pt x="5" y="333"/>
                      <a:pt x="17" y="340"/>
                      <a:pt x="27" y="340"/>
                    </a:cubicBezTo>
                    <a:cubicBezTo>
                      <a:pt x="33" y="340"/>
                      <a:pt x="38" y="338"/>
                      <a:pt x="42" y="331"/>
                    </a:cubicBezTo>
                    <a:cubicBezTo>
                      <a:pt x="50" y="307"/>
                      <a:pt x="50" y="282"/>
                      <a:pt x="50" y="249"/>
                    </a:cubicBezTo>
                    <a:cubicBezTo>
                      <a:pt x="58" y="224"/>
                      <a:pt x="58" y="199"/>
                      <a:pt x="58" y="174"/>
                    </a:cubicBezTo>
                    <a:lnTo>
                      <a:pt x="83" y="17"/>
                    </a:lnTo>
                    <a:cubicBezTo>
                      <a:pt x="83" y="8"/>
                      <a:pt x="66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7" name="Google Shape;6397;p20"/>
              <p:cNvSpPr/>
              <p:nvPr/>
            </p:nvSpPr>
            <p:spPr>
              <a:xfrm>
                <a:off x="1999200" y="1677425"/>
                <a:ext cx="13425" cy="43175"/>
              </a:xfrm>
              <a:custGeom>
                <a:rect b="b" l="l" r="r" t="t"/>
                <a:pathLst>
                  <a:path extrusionOk="0" h="1727" w="537">
                    <a:moveTo>
                      <a:pt x="83" y="1"/>
                    </a:moveTo>
                    <a:cubicBezTo>
                      <a:pt x="42" y="1"/>
                      <a:pt x="25" y="25"/>
                      <a:pt x="9" y="59"/>
                    </a:cubicBezTo>
                    <a:cubicBezTo>
                      <a:pt x="0" y="83"/>
                      <a:pt x="0" y="117"/>
                      <a:pt x="0" y="150"/>
                    </a:cubicBezTo>
                    <a:cubicBezTo>
                      <a:pt x="0" y="183"/>
                      <a:pt x="9" y="216"/>
                      <a:pt x="9" y="257"/>
                    </a:cubicBezTo>
                    <a:cubicBezTo>
                      <a:pt x="25" y="514"/>
                      <a:pt x="75" y="771"/>
                      <a:pt x="149" y="1020"/>
                    </a:cubicBezTo>
                    <a:cubicBezTo>
                      <a:pt x="191" y="1144"/>
                      <a:pt x="241" y="1260"/>
                      <a:pt x="290" y="1384"/>
                    </a:cubicBezTo>
                    <a:cubicBezTo>
                      <a:pt x="348" y="1500"/>
                      <a:pt x="415" y="1608"/>
                      <a:pt x="489" y="1716"/>
                    </a:cubicBezTo>
                    <a:cubicBezTo>
                      <a:pt x="494" y="1723"/>
                      <a:pt x="500" y="1726"/>
                      <a:pt x="506" y="1726"/>
                    </a:cubicBezTo>
                    <a:cubicBezTo>
                      <a:pt x="522" y="1726"/>
                      <a:pt x="536" y="1708"/>
                      <a:pt x="531" y="1691"/>
                    </a:cubicBezTo>
                    <a:cubicBezTo>
                      <a:pt x="473" y="1575"/>
                      <a:pt x="431" y="1451"/>
                      <a:pt x="381" y="1335"/>
                    </a:cubicBezTo>
                    <a:cubicBezTo>
                      <a:pt x="299" y="1119"/>
                      <a:pt x="232" y="904"/>
                      <a:pt x="183" y="688"/>
                    </a:cubicBezTo>
                    <a:cubicBezTo>
                      <a:pt x="166" y="572"/>
                      <a:pt x="149" y="465"/>
                      <a:pt x="133" y="357"/>
                    </a:cubicBezTo>
                    <a:cubicBezTo>
                      <a:pt x="133" y="299"/>
                      <a:pt x="125" y="241"/>
                      <a:pt x="125" y="191"/>
                    </a:cubicBezTo>
                    <a:cubicBezTo>
                      <a:pt x="116" y="158"/>
                      <a:pt x="116" y="125"/>
                      <a:pt x="116" y="100"/>
                    </a:cubicBezTo>
                    <a:cubicBezTo>
                      <a:pt x="116" y="92"/>
                      <a:pt x="116" y="83"/>
                      <a:pt x="116" y="83"/>
                    </a:cubicBezTo>
                    <a:cubicBezTo>
                      <a:pt x="116" y="75"/>
                      <a:pt x="116" y="75"/>
                      <a:pt x="125" y="75"/>
                    </a:cubicBezTo>
                    <a:cubicBezTo>
                      <a:pt x="133" y="67"/>
                      <a:pt x="133" y="50"/>
                      <a:pt x="133" y="42"/>
                    </a:cubicBezTo>
                    <a:cubicBezTo>
                      <a:pt x="125" y="17"/>
                      <a:pt x="108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8" name="Google Shape;6398;p20"/>
              <p:cNvSpPr/>
              <p:nvPr/>
            </p:nvSpPr>
            <p:spPr>
              <a:xfrm>
                <a:off x="2003950" y="1671225"/>
                <a:ext cx="6175" cy="32525"/>
              </a:xfrm>
              <a:custGeom>
                <a:rect b="b" l="l" r="r" t="t"/>
                <a:pathLst>
                  <a:path extrusionOk="0" h="1301" w="247">
                    <a:moveTo>
                      <a:pt x="63" y="0"/>
                    </a:moveTo>
                    <a:cubicBezTo>
                      <a:pt x="51" y="0"/>
                      <a:pt x="38" y="8"/>
                      <a:pt x="34" y="25"/>
                    </a:cubicBezTo>
                    <a:cubicBezTo>
                      <a:pt x="1" y="124"/>
                      <a:pt x="9" y="240"/>
                      <a:pt x="9" y="340"/>
                    </a:cubicBezTo>
                    <a:cubicBezTo>
                      <a:pt x="17" y="447"/>
                      <a:pt x="26" y="547"/>
                      <a:pt x="34" y="655"/>
                    </a:cubicBezTo>
                    <a:cubicBezTo>
                      <a:pt x="59" y="870"/>
                      <a:pt x="117" y="1069"/>
                      <a:pt x="175" y="1276"/>
                    </a:cubicBezTo>
                    <a:cubicBezTo>
                      <a:pt x="181" y="1293"/>
                      <a:pt x="195" y="1300"/>
                      <a:pt x="208" y="1300"/>
                    </a:cubicBezTo>
                    <a:cubicBezTo>
                      <a:pt x="227" y="1300"/>
                      <a:pt x="246" y="1284"/>
                      <a:pt x="241" y="1259"/>
                    </a:cubicBezTo>
                    <a:cubicBezTo>
                      <a:pt x="183" y="1052"/>
                      <a:pt x="158" y="845"/>
                      <a:pt x="133" y="638"/>
                    </a:cubicBezTo>
                    <a:cubicBezTo>
                      <a:pt x="125" y="539"/>
                      <a:pt x="117" y="431"/>
                      <a:pt x="109" y="331"/>
                    </a:cubicBezTo>
                    <a:cubicBezTo>
                      <a:pt x="109" y="224"/>
                      <a:pt x="117" y="124"/>
                      <a:pt x="92" y="25"/>
                    </a:cubicBezTo>
                    <a:cubicBezTo>
                      <a:pt x="88" y="8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9" name="Google Shape;6399;p20"/>
              <p:cNvSpPr/>
              <p:nvPr/>
            </p:nvSpPr>
            <p:spPr>
              <a:xfrm>
                <a:off x="2010800" y="1664925"/>
                <a:ext cx="2700" cy="25825"/>
              </a:xfrm>
              <a:custGeom>
                <a:rect b="b" l="l" r="r" t="t"/>
                <a:pathLst>
                  <a:path extrusionOk="0" h="1033" w="108">
                    <a:moveTo>
                      <a:pt x="43" y="0"/>
                    </a:moveTo>
                    <a:cubicBezTo>
                      <a:pt x="33" y="0"/>
                      <a:pt x="25" y="4"/>
                      <a:pt x="25" y="12"/>
                    </a:cubicBezTo>
                    <a:cubicBezTo>
                      <a:pt x="0" y="144"/>
                      <a:pt x="9" y="277"/>
                      <a:pt x="17" y="409"/>
                    </a:cubicBezTo>
                    <a:cubicBezTo>
                      <a:pt x="9" y="492"/>
                      <a:pt x="9" y="583"/>
                      <a:pt x="17" y="675"/>
                    </a:cubicBezTo>
                    <a:cubicBezTo>
                      <a:pt x="17" y="782"/>
                      <a:pt x="25" y="898"/>
                      <a:pt x="33" y="1014"/>
                    </a:cubicBezTo>
                    <a:cubicBezTo>
                      <a:pt x="38" y="1027"/>
                      <a:pt x="50" y="1033"/>
                      <a:pt x="61" y="1033"/>
                    </a:cubicBezTo>
                    <a:cubicBezTo>
                      <a:pt x="73" y="1033"/>
                      <a:pt x="83" y="1027"/>
                      <a:pt x="83" y="1014"/>
                    </a:cubicBezTo>
                    <a:cubicBezTo>
                      <a:pt x="75" y="898"/>
                      <a:pt x="67" y="791"/>
                      <a:pt x="67" y="675"/>
                    </a:cubicBezTo>
                    <a:lnTo>
                      <a:pt x="67" y="666"/>
                    </a:lnTo>
                    <a:cubicBezTo>
                      <a:pt x="69" y="671"/>
                      <a:pt x="73" y="673"/>
                      <a:pt x="78" y="673"/>
                    </a:cubicBezTo>
                    <a:cubicBezTo>
                      <a:pt x="91" y="673"/>
                      <a:pt x="108" y="659"/>
                      <a:pt x="108" y="641"/>
                    </a:cubicBezTo>
                    <a:cubicBezTo>
                      <a:pt x="83" y="534"/>
                      <a:pt x="75" y="434"/>
                      <a:pt x="67" y="327"/>
                    </a:cubicBezTo>
                    <a:cubicBezTo>
                      <a:pt x="67" y="227"/>
                      <a:pt x="67" y="128"/>
                      <a:pt x="67" y="20"/>
                    </a:cubicBezTo>
                    <a:cubicBezTo>
                      <a:pt x="67" y="6"/>
                      <a:pt x="54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0" name="Google Shape;6400;p20"/>
              <p:cNvSpPr/>
              <p:nvPr/>
            </p:nvSpPr>
            <p:spPr>
              <a:xfrm>
                <a:off x="2020325" y="1646275"/>
                <a:ext cx="3450" cy="30975"/>
              </a:xfrm>
              <a:custGeom>
                <a:rect b="b" l="l" r="r" t="t"/>
                <a:pathLst>
                  <a:path extrusionOk="0" h="1239" w="138">
                    <a:moveTo>
                      <a:pt x="120" y="1"/>
                    </a:moveTo>
                    <a:cubicBezTo>
                      <a:pt x="112" y="1"/>
                      <a:pt x="104" y="5"/>
                      <a:pt x="100" y="12"/>
                    </a:cubicBezTo>
                    <a:cubicBezTo>
                      <a:pt x="67" y="153"/>
                      <a:pt x="50" y="302"/>
                      <a:pt x="34" y="451"/>
                    </a:cubicBezTo>
                    <a:cubicBezTo>
                      <a:pt x="34" y="451"/>
                      <a:pt x="25" y="451"/>
                      <a:pt x="25" y="460"/>
                    </a:cubicBezTo>
                    <a:cubicBezTo>
                      <a:pt x="17" y="534"/>
                      <a:pt x="17" y="609"/>
                      <a:pt x="17" y="692"/>
                    </a:cubicBezTo>
                    <a:cubicBezTo>
                      <a:pt x="9" y="783"/>
                      <a:pt x="0" y="874"/>
                      <a:pt x="0" y="965"/>
                    </a:cubicBezTo>
                    <a:cubicBezTo>
                      <a:pt x="0" y="984"/>
                      <a:pt x="10" y="993"/>
                      <a:pt x="21" y="993"/>
                    </a:cubicBezTo>
                    <a:cubicBezTo>
                      <a:pt x="25" y="993"/>
                      <a:pt x="29" y="992"/>
                      <a:pt x="34" y="990"/>
                    </a:cubicBezTo>
                    <a:cubicBezTo>
                      <a:pt x="42" y="1064"/>
                      <a:pt x="50" y="1139"/>
                      <a:pt x="58" y="1213"/>
                    </a:cubicBezTo>
                    <a:cubicBezTo>
                      <a:pt x="62" y="1231"/>
                      <a:pt x="73" y="1238"/>
                      <a:pt x="83" y="1238"/>
                    </a:cubicBezTo>
                    <a:cubicBezTo>
                      <a:pt x="98" y="1238"/>
                      <a:pt x="113" y="1224"/>
                      <a:pt x="108" y="1205"/>
                    </a:cubicBezTo>
                    <a:cubicBezTo>
                      <a:pt x="92" y="1081"/>
                      <a:pt x="75" y="957"/>
                      <a:pt x="75" y="832"/>
                    </a:cubicBezTo>
                    <a:cubicBezTo>
                      <a:pt x="67" y="774"/>
                      <a:pt x="67" y="725"/>
                      <a:pt x="67" y="667"/>
                    </a:cubicBezTo>
                    <a:cubicBezTo>
                      <a:pt x="75" y="609"/>
                      <a:pt x="75" y="551"/>
                      <a:pt x="83" y="493"/>
                    </a:cubicBezTo>
                    <a:cubicBezTo>
                      <a:pt x="100" y="335"/>
                      <a:pt x="125" y="178"/>
                      <a:pt x="133" y="20"/>
                    </a:cubicBezTo>
                    <a:cubicBezTo>
                      <a:pt x="137" y="7"/>
                      <a:pt x="130" y="1"/>
                      <a:pt x="1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1" name="Google Shape;6401;p20"/>
              <p:cNvSpPr/>
              <p:nvPr/>
            </p:nvSpPr>
            <p:spPr>
              <a:xfrm>
                <a:off x="2023850" y="1641450"/>
                <a:ext cx="4775" cy="20350"/>
              </a:xfrm>
              <a:custGeom>
                <a:rect b="b" l="l" r="r" t="t"/>
                <a:pathLst>
                  <a:path extrusionOk="0" h="814" w="191">
                    <a:moveTo>
                      <a:pt x="145" y="0"/>
                    </a:moveTo>
                    <a:cubicBezTo>
                      <a:pt x="131" y="0"/>
                      <a:pt x="116" y="10"/>
                      <a:pt x="116" y="31"/>
                    </a:cubicBezTo>
                    <a:cubicBezTo>
                      <a:pt x="116" y="155"/>
                      <a:pt x="108" y="280"/>
                      <a:pt x="91" y="404"/>
                    </a:cubicBezTo>
                    <a:lnTo>
                      <a:pt x="91" y="396"/>
                    </a:lnTo>
                    <a:cubicBezTo>
                      <a:pt x="67" y="520"/>
                      <a:pt x="42" y="636"/>
                      <a:pt x="9" y="760"/>
                    </a:cubicBezTo>
                    <a:cubicBezTo>
                      <a:pt x="0" y="785"/>
                      <a:pt x="17" y="810"/>
                      <a:pt x="50" y="810"/>
                    </a:cubicBezTo>
                    <a:cubicBezTo>
                      <a:pt x="59" y="812"/>
                      <a:pt x="68" y="813"/>
                      <a:pt x="77" y="813"/>
                    </a:cubicBezTo>
                    <a:cubicBezTo>
                      <a:pt x="101" y="813"/>
                      <a:pt x="125" y="806"/>
                      <a:pt x="149" y="793"/>
                    </a:cubicBezTo>
                    <a:cubicBezTo>
                      <a:pt x="166" y="793"/>
                      <a:pt x="166" y="777"/>
                      <a:pt x="158" y="769"/>
                    </a:cubicBezTo>
                    <a:cubicBezTo>
                      <a:pt x="141" y="752"/>
                      <a:pt x="116" y="744"/>
                      <a:pt x="100" y="735"/>
                    </a:cubicBezTo>
                    <a:cubicBezTo>
                      <a:pt x="166" y="512"/>
                      <a:pt x="191" y="263"/>
                      <a:pt x="174" y="31"/>
                    </a:cubicBezTo>
                    <a:cubicBezTo>
                      <a:pt x="174" y="10"/>
                      <a:pt x="160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2" name="Google Shape;6402;p20"/>
              <p:cNvSpPr/>
              <p:nvPr/>
            </p:nvSpPr>
            <p:spPr>
              <a:xfrm>
                <a:off x="2030675" y="1641550"/>
                <a:ext cx="3550" cy="24475"/>
              </a:xfrm>
              <a:custGeom>
                <a:rect b="b" l="l" r="r" t="t"/>
                <a:pathLst>
                  <a:path extrusionOk="0" h="979" w="142">
                    <a:moveTo>
                      <a:pt x="112" y="1"/>
                    </a:moveTo>
                    <a:cubicBezTo>
                      <a:pt x="103" y="1"/>
                      <a:pt x="95" y="6"/>
                      <a:pt x="92" y="19"/>
                    </a:cubicBezTo>
                    <a:cubicBezTo>
                      <a:pt x="67" y="176"/>
                      <a:pt x="42" y="325"/>
                      <a:pt x="34" y="483"/>
                    </a:cubicBezTo>
                    <a:cubicBezTo>
                      <a:pt x="17" y="640"/>
                      <a:pt x="1" y="798"/>
                      <a:pt x="17" y="955"/>
                    </a:cubicBezTo>
                    <a:cubicBezTo>
                      <a:pt x="17" y="970"/>
                      <a:pt x="28" y="978"/>
                      <a:pt x="39" y="978"/>
                    </a:cubicBezTo>
                    <a:cubicBezTo>
                      <a:pt x="47" y="978"/>
                      <a:pt x="55" y="974"/>
                      <a:pt x="59" y="963"/>
                    </a:cubicBezTo>
                    <a:cubicBezTo>
                      <a:pt x="75" y="814"/>
                      <a:pt x="75" y="657"/>
                      <a:pt x="83" y="508"/>
                    </a:cubicBezTo>
                    <a:cubicBezTo>
                      <a:pt x="100" y="342"/>
                      <a:pt x="117" y="185"/>
                      <a:pt x="141" y="35"/>
                    </a:cubicBezTo>
                    <a:cubicBezTo>
                      <a:pt x="141" y="15"/>
                      <a:pt x="126" y="1"/>
                      <a:pt x="1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3" name="Google Shape;6403;p20"/>
              <p:cNvSpPr/>
              <p:nvPr/>
            </p:nvSpPr>
            <p:spPr>
              <a:xfrm>
                <a:off x="2090325" y="1700775"/>
                <a:ext cx="13075" cy="96050"/>
              </a:xfrm>
              <a:custGeom>
                <a:rect b="b" l="l" r="r" t="t"/>
                <a:pathLst>
                  <a:path extrusionOk="0" h="3842" w="523">
                    <a:moveTo>
                      <a:pt x="42" y="1"/>
                    </a:moveTo>
                    <a:cubicBezTo>
                      <a:pt x="30" y="1"/>
                      <a:pt x="17" y="7"/>
                      <a:pt x="17" y="19"/>
                    </a:cubicBezTo>
                    <a:cubicBezTo>
                      <a:pt x="1" y="251"/>
                      <a:pt x="26" y="467"/>
                      <a:pt x="75" y="691"/>
                    </a:cubicBezTo>
                    <a:cubicBezTo>
                      <a:pt x="175" y="1080"/>
                      <a:pt x="341" y="1461"/>
                      <a:pt x="390" y="1859"/>
                    </a:cubicBezTo>
                    <a:cubicBezTo>
                      <a:pt x="423" y="2083"/>
                      <a:pt x="415" y="2315"/>
                      <a:pt x="382" y="2538"/>
                    </a:cubicBezTo>
                    <a:cubicBezTo>
                      <a:pt x="365" y="2721"/>
                      <a:pt x="324" y="2903"/>
                      <a:pt x="299" y="3085"/>
                    </a:cubicBezTo>
                    <a:cubicBezTo>
                      <a:pt x="307" y="2977"/>
                      <a:pt x="307" y="2861"/>
                      <a:pt x="307" y="2754"/>
                    </a:cubicBezTo>
                    <a:cubicBezTo>
                      <a:pt x="299" y="2513"/>
                      <a:pt x="249" y="2281"/>
                      <a:pt x="191" y="2058"/>
                    </a:cubicBezTo>
                    <a:cubicBezTo>
                      <a:pt x="185" y="2041"/>
                      <a:pt x="170" y="2034"/>
                      <a:pt x="156" y="2034"/>
                    </a:cubicBezTo>
                    <a:cubicBezTo>
                      <a:pt x="135" y="2034"/>
                      <a:pt x="115" y="2050"/>
                      <a:pt x="125" y="2074"/>
                    </a:cubicBezTo>
                    <a:cubicBezTo>
                      <a:pt x="150" y="2207"/>
                      <a:pt x="167" y="2331"/>
                      <a:pt x="183" y="2464"/>
                    </a:cubicBezTo>
                    <a:cubicBezTo>
                      <a:pt x="200" y="2687"/>
                      <a:pt x="200" y="2919"/>
                      <a:pt x="175" y="3143"/>
                    </a:cubicBezTo>
                    <a:cubicBezTo>
                      <a:pt x="158" y="3259"/>
                      <a:pt x="142" y="3367"/>
                      <a:pt x="117" y="3475"/>
                    </a:cubicBezTo>
                    <a:cubicBezTo>
                      <a:pt x="109" y="3533"/>
                      <a:pt x="92" y="3591"/>
                      <a:pt x="84" y="3649"/>
                    </a:cubicBezTo>
                    <a:cubicBezTo>
                      <a:pt x="67" y="3698"/>
                      <a:pt x="51" y="3756"/>
                      <a:pt x="51" y="3806"/>
                    </a:cubicBezTo>
                    <a:cubicBezTo>
                      <a:pt x="51" y="3824"/>
                      <a:pt x="67" y="3841"/>
                      <a:pt x="86" y="3841"/>
                    </a:cubicBezTo>
                    <a:cubicBezTo>
                      <a:pt x="93" y="3841"/>
                      <a:pt x="101" y="3838"/>
                      <a:pt x="109" y="3831"/>
                    </a:cubicBezTo>
                    <a:cubicBezTo>
                      <a:pt x="142" y="3781"/>
                      <a:pt x="167" y="3715"/>
                      <a:pt x="183" y="3657"/>
                    </a:cubicBezTo>
                    <a:cubicBezTo>
                      <a:pt x="208" y="3591"/>
                      <a:pt x="225" y="3524"/>
                      <a:pt x="241" y="3458"/>
                    </a:cubicBezTo>
                    <a:cubicBezTo>
                      <a:pt x="258" y="3375"/>
                      <a:pt x="274" y="3292"/>
                      <a:pt x="283" y="3209"/>
                    </a:cubicBezTo>
                    <a:cubicBezTo>
                      <a:pt x="286" y="3221"/>
                      <a:pt x="295" y="3225"/>
                      <a:pt x="304" y="3225"/>
                    </a:cubicBezTo>
                    <a:cubicBezTo>
                      <a:pt x="316" y="3225"/>
                      <a:pt x="328" y="3218"/>
                      <a:pt x="332" y="3209"/>
                    </a:cubicBezTo>
                    <a:cubicBezTo>
                      <a:pt x="423" y="2977"/>
                      <a:pt x="473" y="2721"/>
                      <a:pt x="498" y="2472"/>
                    </a:cubicBezTo>
                    <a:cubicBezTo>
                      <a:pt x="523" y="2248"/>
                      <a:pt x="523" y="2016"/>
                      <a:pt x="490" y="1793"/>
                    </a:cubicBezTo>
                    <a:cubicBezTo>
                      <a:pt x="457" y="1594"/>
                      <a:pt x="399" y="1403"/>
                      <a:pt x="332" y="1213"/>
                    </a:cubicBezTo>
                    <a:cubicBezTo>
                      <a:pt x="274" y="1014"/>
                      <a:pt x="208" y="823"/>
                      <a:pt x="158" y="633"/>
                    </a:cubicBezTo>
                    <a:cubicBezTo>
                      <a:pt x="100" y="434"/>
                      <a:pt x="59" y="227"/>
                      <a:pt x="67" y="19"/>
                    </a:cubicBezTo>
                    <a:cubicBezTo>
                      <a:pt x="67" y="7"/>
                      <a:pt x="55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4" name="Google Shape;6404;p20"/>
              <p:cNvSpPr/>
              <p:nvPr/>
            </p:nvSpPr>
            <p:spPr>
              <a:xfrm>
                <a:off x="1908250" y="1707575"/>
                <a:ext cx="8000" cy="14625"/>
              </a:xfrm>
              <a:custGeom>
                <a:rect b="b" l="l" r="r" t="t"/>
                <a:pathLst>
                  <a:path extrusionOk="0" h="585" w="320">
                    <a:moveTo>
                      <a:pt x="40" y="0"/>
                    </a:moveTo>
                    <a:cubicBezTo>
                      <a:pt x="23" y="0"/>
                      <a:pt x="9" y="13"/>
                      <a:pt x="9" y="29"/>
                    </a:cubicBezTo>
                    <a:cubicBezTo>
                      <a:pt x="1" y="137"/>
                      <a:pt x="51" y="228"/>
                      <a:pt x="92" y="319"/>
                    </a:cubicBezTo>
                    <a:cubicBezTo>
                      <a:pt x="133" y="402"/>
                      <a:pt x="183" y="501"/>
                      <a:pt x="241" y="576"/>
                    </a:cubicBezTo>
                    <a:cubicBezTo>
                      <a:pt x="247" y="582"/>
                      <a:pt x="255" y="585"/>
                      <a:pt x="264" y="585"/>
                    </a:cubicBezTo>
                    <a:cubicBezTo>
                      <a:pt x="290" y="585"/>
                      <a:pt x="320" y="560"/>
                      <a:pt x="307" y="535"/>
                    </a:cubicBezTo>
                    <a:cubicBezTo>
                      <a:pt x="291" y="485"/>
                      <a:pt x="266" y="443"/>
                      <a:pt x="249" y="394"/>
                    </a:cubicBezTo>
                    <a:cubicBezTo>
                      <a:pt x="233" y="352"/>
                      <a:pt x="208" y="311"/>
                      <a:pt x="191" y="261"/>
                    </a:cubicBezTo>
                    <a:cubicBezTo>
                      <a:pt x="175" y="220"/>
                      <a:pt x="158" y="178"/>
                      <a:pt x="142" y="137"/>
                    </a:cubicBezTo>
                    <a:cubicBezTo>
                      <a:pt x="117" y="87"/>
                      <a:pt x="100" y="46"/>
                      <a:pt x="67" y="13"/>
                    </a:cubicBezTo>
                    <a:cubicBezTo>
                      <a:pt x="59" y="4"/>
                      <a:pt x="49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5" name="Google Shape;6405;p20"/>
              <p:cNvSpPr/>
              <p:nvPr/>
            </p:nvSpPr>
            <p:spPr>
              <a:xfrm>
                <a:off x="1905150" y="1699850"/>
                <a:ext cx="2650" cy="7175"/>
              </a:xfrm>
              <a:custGeom>
                <a:rect b="b" l="l" r="r" t="t"/>
                <a:pathLst>
                  <a:path extrusionOk="0" h="287" w="106">
                    <a:moveTo>
                      <a:pt x="18" y="0"/>
                    </a:moveTo>
                    <a:cubicBezTo>
                      <a:pt x="9" y="0"/>
                      <a:pt x="1" y="9"/>
                      <a:pt x="1" y="23"/>
                    </a:cubicBezTo>
                    <a:cubicBezTo>
                      <a:pt x="17" y="106"/>
                      <a:pt x="34" y="189"/>
                      <a:pt x="59" y="272"/>
                    </a:cubicBezTo>
                    <a:cubicBezTo>
                      <a:pt x="62" y="282"/>
                      <a:pt x="70" y="286"/>
                      <a:pt x="79" y="286"/>
                    </a:cubicBezTo>
                    <a:cubicBezTo>
                      <a:pt x="92" y="286"/>
                      <a:pt x="105" y="275"/>
                      <a:pt x="100" y="255"/>
                    </a:cubicBezTo>
                    <a:cubicBezTo>
                      <a:pt x="83" y="172"/>
                      <a:pt x="67" y="90"/>
                      <a:pt x="34" y="15"/>
                    </a:cubicBezTo>
                    <a:cubicBezTo>
                      <a:pt x="30" y="5"/>
                      <a:pt x="24" y="0"/>
                      <a:pt x="1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6" name="Google Shape;6406;p20"/>
              <p:cNvSpPr/>
              <p:nvPr/>
            </p:nvSpPr>
            <p:spPr>
              <a:xfrm>
                <a:off x="1981375" y="1758050"/>
                <a:ext cx="3475" cy="14300"/>
              </a:xfrm>
              <a:custGeom>
                <a:rect b="b" l="l" r="r" t="t"/>
                <a:pathLst>
                  <a:path extrusionOk="0" h="572" w="139">
                    <a:moveTo>
                      <a:pt x="43" y="1"/>
                    </a:moveTo>
                    <a:cubicBezTo>
                      <a:pt x="38" y="1"/>
                      <a:pt x="34" y="3"/>
                      <a:pt x="34" y="7"/>
                    </a:cubicBezTo>
                    <a:cubicBezTo>
                      <a:pt x="1" y="48"/>
                      <a:pt x="17" y="98"/>
                      <a:pt x="17" y="140"/>
                    </a:cubicBezTo>
                    <a:cubicBezTo>
                      <a:pt x="17" y="181"/>
                      <a:pt x="26" y="231"/>
                      <a:pt x="34" y="272"/>
                    </a:cubicBezTo>
                    <a:cubicBezTo>
                      <a:pt x="42" y="372"/>
                      <a:pt x="59" y="463"/>
                      <a:pt x="84" y="554"/>
                    </a:cubicBezTo>
                    <a:cubicBezTo>
                      <a:pt x="87" y="566"/>
                      <a:pt x="96" y="572"/>
                      <a:pt x="106" y="572"/>
                    </a:cubicBezTo>
                    <a:cubicBezTo>
                      <a:pt x="121" y="572"/>
                      <a:pt x="138" y="558"/>
                      <a:pt x="133" y="537"/>
                    </a:cubicBezTo>
                    <a:cubicBezTo>
                      <a:pt x="117" y="446"/>
                      <a:pt x="100" y="355"/>
                      <a:pt x="92" y="264"/>
                    </a:cubicBezTo>
                    <a:cubicBezTo>
                      <a:pt x="84" y="222"/>
                      <a:pt x="84" y="173"/>
                      <a:pt x="84" y="131"/>
                    </a:cubicBezTo>
                    <a:cubicBezTo>
                      <a:pt x="75" y="90"/>
                      <a:pt x="84" y="40"/>
                      <a:pt x="59" y="7"/>
                    </a:cubicBezTo>
                    <a:cubicBezTo>
                      <a:pt x="55" y="3"/>
                      <a:pt x="48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7" name="Google Shape;6407;p20"/>
              <p:cNvSpPr/>
              <p:nvPr/>
            </p:nvSpPr>
            <p:spPr>
              <a:xfrm>
                <a:off x="1978275" y="1747850"/>
                <a:ext cx="2500" cy="5825"/>
              </a:xfrm>
              <a:custGeom>
                <a:rect b="b" l="l" r="r" t="t"/>
                <a:pathLst>
                  <a:path extrusionOk="0" h="233" w="100">
                    <a:moveTo>
                      <a:pt x="25" y="1"/>
                    </a:moveTo>
                    <a:cubicBezTo>
                      <a:pt x="17" y="1"/>
                      <a:pt x="0" y="9"/>
                      <a:pt x="0" y="17"/>
                    </a:cubicBezTo>
                    <a:cubicBezTo>
                      <a:pt x="9" y="42"/>
                      <a:pt x="9" y="59"/>
                      <a:pt x="9" y="75"/>
                    </a:cubicBezTo>
                    <a:cubicBezTo>
                      <a:pt x="17" y="84"/>
                      <a:pt x="17" y="100"/>
                      <a:pt x="17" y="117"/>
                    </a:cubicBezTo>
                    <a:cubicBezTo>
                      <a:pt x="25" y="150"/>
                      <a:pt x="34" y="183"/>
                      <a:pt x="42" y="208"/>
                    </a:cubicBezTo>
                    <a:cubicBezTo>
                      <a:pt x="50" y="224"/>
                      <a:pt x="67" y="233"/>
                      <a:pt x="75" y="233"/>
                    </a:cubicBezTo>
                    <a:cubicBezTo>
                      <a:pt x="92" y="224"/>
                      <a:pt x="100" y="208"/>
                      <a:pt x="92" y="200"/>
                    </a:cubicBezTo>
                    <a:cubicBezTo>
                      <a:pt x="83" y="133"/>
                      <a:pt x="67" y="75"/>
                      <a:pt x="50" y="17"/>
                    </a:cubicBezTo>
                    <a:cubicBezTo>
                      <a:pt x="42" y="9"/>
                      <a:pt x="34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8" name="Google Shape;6408;p20"/>
              <p:cNvSpPr/>
              <p:nvPr/>
            </p:nvSpPr>
            <p:spPr>
              <a:xfrm>
                <a:off x="1979725" y="1759050"/>
                <a:ext cx="1875" cy="5600"/>
              </a:xfrm>
              <a:custGeom>
                <a:rect b="b" l="l" r="r" t="t"/>
                <a:pathLst>
                  <a:path extrusionOk="0" h="224" w="75">
                    <a:moveTo>
                      <a:pt x="9" y="0"/>
                    </a:moveTo>
                    <a:lnTo>
                      <a:pt x="9" y="8"/>
                    </a:lnTo>
                    <a:cubicBezTo>
                      <a:pt x="0" y="8"/>
                      <a:pt x="0" y="8"/>
                      <a:pt x="0" y="17"/>
                    </a:cubicBezTo>
                    <a:cubicBezTo>
                      <a:pt x="0" y="83"/>
                      <a:pt x="17" y="141"/>
                      <a:pt x="34" y="207"/>
                    </a:cubicBezTo>
                    <a:cubicBezTo>
                      <a:pt x="34" y="216"/>
                      <a:pt x="50" y="224"/>
                      <a:pt x="58" y="224"/>
                    </a:cubicBezTo>
                    <a:cubicBezTo>
                      <a:pt x="75" y="216"/>
                      <a:pt x="75" y="207"/>
                      <a:pt x="75" y="191"/>
                    </a:cubicBezTo>
                    <a:cubicBezTo>
                      <a:pt x="58" y="133"/>
                      <a:pt x="50" y="75"/>
                      <a:pt x="25" y="17"/>
                    </a:cubicBezTo>
                    <a:cubicBezTo>
                      <a:pt x="25" y="8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9" name="Google Shape;6409;p20"/>
              <p:cNvSpPr/>
              <p:nvPr/>
            </p:nvSpPr>
            <p:spPr>
              <a:xfrm>
                <a:off x="1793100" y="1143350"/>
                <a:ext cx="632000" cy="926825"/>
              </a:xfrm>
              <a:custGeom>
                <a:rect b="b" l="l" r="r" t="t"/>
                <a:pathLst>
                  <a:path extrusionOk="0" h="37073" w="25280">
                    <a:moveTo>
                      <a:pt x="5054" y="110"/>
                    </a:moveTo>
                    <a:cubicBezTo>
                      <a:pt x="5059" y="110"/>
                      <a:pt x="5065" y="111"/>
                      <a:pt x="5071" y="111"/>
                    </a:cubicBezTo>
                    <a:cubicBezTo>
                      <a:pt x="5121" y="120"/>
                      <a:pt x="5170" y="153"/>
                      <a:pt x="5203" y="186"/>
                    </a:cubicBezTo>
                    <a:cubicBezTo>
                      <a:pt x="5237" y="236"/>
                      <a:pt x="5270" y="285"/>
                      <a:pt x="5295" y="343"/>
                    </a:cubicBezTo>
                    <a:cubicBezTo>
                      <a:pt x="5319" y="401"/>
                      <a:pt x="5344" y="468"/>
                      <a:pt x="5377" y="526"/>
                    </a:cubicBezTo>
                    <a:cubicBezTo>
                      <a:pt x="5618" y="1039"/>
                      <a:pt x="5899" y="1528"/>
                      <a:pt x="6148" y="2025"/>
                    </a:cubicBezTo>
                    <a:cubicBezTo>
                      <a:pt x="6272" y="2274"/>
                      <a:pt x="6380" y="2531"/>
                      <a:pt x="6488" y="2796"/>
                    </a:cubicBezTo>
                    <a:cubicBezTo>
                      <a:pt x="6529" y="2920"/>
                      <a:pt x="6587" y="3036"/>
                      <a:pt x="6653" y="3152"/>
                    </a:cubicBezTo>
                    <a:cubicBezTo>
                      <a:pt x="6711" y="3235"/>
                      <a:pt x="6778" y="3326"/>
                      <a:pt x="6803" y="3426"/>
                    </a:cubicBezTo>
                    <a:lnTo>
                      <a:pt x="6786" y="3426"/>
                    </a:lnTo>
                    <a:cubicBezTo>
                      <a:pt x="6504" y="3426"/>
                      <a:pt x="6214" y="3434"/>
                      <a:pt x="5933" y="3450"/>
                    </a:cubicBezTo>
                    <a:cubicBezTo>
                      <a:pt x="5725" y="3459"/>
                      <a:pt x="5502" y="3492"/>
                      <a:pt x="5311" y="3591"/>
                    </a:cubicBezTo>
                    <a:cubicBezTo>
                      <a:pt x="5121" y="3699"/>
                      <a:pt x="5013" y="3873"/>
                      <a:pt x="4880" y="4039"/>
                    </a:cubicBezTo>
                    <a:cubicBezTo>
                      <a:pt x="4814" y="4122"/>
                      <a:pt x="4739" y="4196"/>
                      <a:pt x="4648" y="4254"/>
                    </a:cubicBezTo>
                    <a:cubicBezTo>
                      <a:pt x="4607" y="4279"/>
                      <a:pt x="4557" y="4304"/>
                      <a:pt x="4499" y="4329"/>
                    </a:cubicBezTo>
                    <a:cubicBezTo>
                      <a:pt x="4466" y="4337"/>
                      <a:pt x="4433" y="4345"/>
                      <a:pt x="4391" y="4362"/>
                    </a:cubicBezTo>
                    <a:cubicBezTo>
                      <a:pt x="4391" y="4296"/>
                      <a:pt x="4400" y="4229"/>
                      <a:pt x="4400" y="4171"/>
                    </a:cubicBezTo>
                    <a:cubicBezTo>
                      <a:pt x="4400" y="4014"/>
                      <a:pt x="4408" y="3865"/>
                      <a:pt x="4408" y="3716"/>
                    </a:cubicBezTo>
                    <a:cubicBezTo>
                      <a:pt x="4408" y="3566"/>
                      <a:pt x="4408" y="3417"/>
                      <a:pt x="4383" y="3268"/>
                    </a:cubicBezTo>
                    <a:cubicBezTo>
                      <a:pt x="4350" y="3136"/>
                      <a:pt x="4300" y="3003"/>
                      <a:pt x="4267" y="2862"/>
                    </a:cubicBezTo>
                    <a:cubicBezTo>
                      <a:pt x="4226" y="2730"/>
                      <a:pt x="4217" y="2589"/>
                      <a:pt x="4226" y="2440"/>
                    </a:cubicBezTo>
                    <a:cubicBezTo>
                      <a:pt x="4242" y="1909"/>
                      <a:pt x="4367" y="1379"/>
                      <a:pt x="4574" y="882"/>
                    </a:cubicBezTo>
                    <a:cubicBezTo>
                      <a:pt x="4673" y="642"/>
                      <a:pt x="4797" y="401"/>
                      <a:pt x="4947" y="178"/>
                    </a:cubicBezTo>
                    <a:cubicBezTo>
                      <a:pt x="4976" y="141"/>
                      <a:pt x="5006" y="110"/>
                      <a:pt x="5054" y="110"/>
                    </a:cubicBezTo>
                    <a:close/>
                    <a:moveTo>
                      <a:pt x="1309" y="5754"/>
                    </a:moveTo>
                    <a:cubicBezTo>
                      <a:pt x="1351" y="5812"/>
                      <a:pt x="1417" y="5845"/>
                      <a:pt x="1475" y="5870"/>
                    </a:cubicBezTo>
                    <a:cubicBezTo>
                      <a:pt x="1620" y="5921"/>
                      <a:pt x="1765" y="5946"/>
                      <a:pt x="1916" y="5946"/>
                    </a:cubicBezTo>
                    <a:cubicBezTo>
                      <a:pt x="1937" y="5946"/>
                      <a:pt x="1959" y="5945"/>
                      <a:pt x="1980" y="5944"/>
                    </a:cubicBezTo>
                    <a:cubicBezTo>
                      <a:pt x="2006" y="5944"/>
                      <a:pt x="2032" y="5944"/>
                      <a:pt x="2058" y="5944"/>
                    </a:cubicBezTo>
                    <a:cubicBezTo>
                      <a:pt x="2175" y="5944"/>
                      <a:pt x="2293" y="5950"/>
                      <a:pt x="2395" y="6011"/>
                    </a:cubicBezTo>
                    <a:cubicBezTo>
                      <a:pt x="2411" y="6019"/>
                      <a:pt x="2420" y="6019"/>
                      <a:pt x="2428" y="6027"/>
                    </a:cubicBezTo>
                    <a:cubicBezTo>
                      <a:pt x="2348" y="5995"/>
                      <a:pt x="2263" y="5984"/>
                      <a:pt x="2178" y="5984"/>
                    </a:cubicBezTo>
                    <a:cubicBezTo>
                      <a:pt x="2067" y="5984"/>
                      <a:pt x="1955" y="6001"/>
                      <a:pt x="1848" y="6011"/>
                    </a:cubicBezTo>
                    <a:cubicBezTo>
                      <a:pt x="1822" y="6012"/>
                      <a:pt x="1797" y="6013"/>
                      <a:pt x="1772" y="6013"/>
                    </a:cubicBezTo>
                    <a:cubicBezTo>
                      <a:pt x="1676" y="6013"/>
                      <a:pt x="1585" y="5999"/>
                      <a:pt x="1500" y="5953"/>
                    </a:cubicBezTo>
                    <a:cubicBezTo>
                      <a:pt x="1417" y="5911"/>
                      <a:pt x="1342" y="5845"/>
                      <a:pt x="1284" y="5762"/>
                    </a:cubicBezTo>
                    <a:cubicBezTo>
                      <a:pt x="1293" y="5762"/>
                      <a:pt x="1301" y="5762"/>
                      <a:pt x="1309" y="5754"/>
                    </a:cubicBezTo>
                    <a:close/>
                    <a:moveTo>
                      <a:pt x="2502" y="6218"/>
                    </a:moveTo>
                    <a:cubicBezTo>
                      <a:pt x="2502" y="6234"/>
                      <a:pt x="2494" y="6243"/>
                      <a:pt x="2494" y="6259"/>
                    </a:cubicBezTo>
                    <a:cubicBezTo>
                      <a:pt x="2486" y="6259"/>
                      <a:pt x="2486" y="6251"/>
                      <a:pt x="2478" y="6251"/>
                    </a:cubicBezTo>
                    <a:cubicBezTo>
                      <a:pt x="2469" y="6251"/>
                      <a:pt x="2461" y="6259"/>
                      <a:pt x="2453" y="6259"/>
                    </a:cubicBezTo>
                    <a:cubicBezTo>
                      <a:pt x="2453" y="6251"/>
                      <a:pt x="2444" y="6243"/>
                      <a:pt x="2444" y="6234"/>
                    </a:cubicBezTo>
                    <a:cubicBezTo>
                      <a:pt x="2461" y="6234"/>
                      <a:pt x="2486" y="6226"/>
                      <a:pt x="2502" y="6218"/>
                    </a:cubicBezTo>
                    <a:close/>
                    <a:moveTo>
                      <a:pt x="1293" y="6499"/>
                    </a:moveTo>
                    <a:lnTo>
                      <a:pt x="1400" y="6632"/>
                    </a:lnTo>
                    <a:cubicBezTo>
                      <a:pt x="1400" y="6640"/>
                      <a:pt x="1409" y="6649"/>
                      <a:pt x="1409" y="6657"/>
                    </a:cubicBezTo>
                    <a:cubicBezTo>
                      <a:pt x="1409" y="6690"/>
                      <a:pt x="1392" y="6731"/>
                      <a:pt x="1392" y="6765"/>
                    </a:cubicBezTo>
                    <a:cubicBezTo>
                      <a:pt x="1400" y="6806"/>
                      <a:pt x="1417" y="6839"/>
                      <a:pt x="1450" y="6864"/>
                    </a:cubicBezTo>
                    <a:cubicBezTo>
                      <a:pt x="1450" y="6905"/>
                      <a:pt x="1458" y="6947"/>
                      <a:pt x="1475" y="6988"/>
                    </a:cubicBezTo>
                    <a:cubicBezTo>
                      <a:pt x="1508" y="7137"/>
                      <a:pt x="1574" y="7278"/>
                      <a:pt x="1649" y="7419"/>
                    </a:cubicBezTo>
                    <a:cubicBezTo>
                      <a:pt x="1583" y="7452"/>
                      <a:pt x="1541" y="7527"/>
                      <a:pt x="1516" y="7601"/>
                    </a:cubicBezTo>
                    <a:cubicBezTo>
                      <a:pt x="1483" y="7693"/>
                      <a:pt x="1483" y="7792"/>
                      <a:pt x="1450" y="7883"/>
                    </a:cubicBezTo>
                    <a:cubicBezTo>
                      <a:pt x="1376" y="7842"/>
                      <a:pt x="1293" y="7792"/>
                      <a:pt x="1235" y="7726"/>
                    </a:cubicBezTo>
                    <a:cubicBezTo>
                      <a:pt x="1160" y="7635"/>
                      <a:pt x="1160" y="7519"/>
                      <a:pt x="1168" y="7411"/>
                    </a:cubicBezTo>
                    <a:cubicBezTo>
                      <a:pt x="1177" y="7278"/>
                      <a:pt x="1193" y="7146"/>
                      <a:pt x="1226" y="7021"/>
                    </a:cubicBezTo>
                    <a:cubicBezTo>
                      <a:pt x="1260" y="6905"/>
                      <a:pt x="1293" y="6789"/>
                      <a:pt x="1309" y="6673"/>
                    </a:cubicBezTo>
                    <a:cubicBezTo>
                      <a:pt x="1309" y="6615"/>
                      <a:pt x="1309" y="6557"/>
                      <a:pt x="1293" y="6499"/>
                    </a:cubicBezTo>
                    <a:close/>
                    <a:moveTo>
                      <a:pt x="4855" y="23559"/>
                    </a:moveTo>
                    <a:lnTo>
                      <a:pt x="5245" y="24065"/>
                    </a:lnTo>
                    <a:cubicBezTo>
                      <a:pt x="5253" y="24073"/>
                      <a:pt x="5261" y="24081"/>
                      <a:pt x="5278" y="24081"/>
                    </a:cubicBezTo>
                    <a:cubicBezTo>
                      <a:pt x="5361" y="24272"/>
                      <a:pt x="5452" y="24454"/>
                      <a:pt x="5560" y="24628"/>
                    </a:cubicBezTo>
                    <a:cubicBezTo>
                      <a:pt x="5634" y="24752"/>
                      <a:pt x="5709" y="24860"/>
                      <a:pt x="5800" y="24968"/>
                    </a:cubicBezTo>
                    <a:cubicBezTo>
                      <a:pt x="5875" y="25142"/>
                      <a:pt x="5966" y="25316"/>
                      <a:pt x="6082" y="25465"/>
                    </a:cubicBezTo>
                    <a:cubicBezTo>
                      <a:pt x="6189" y="25598"/>
                      <a:pt x="6314" y="25722"/>
                      <a:pt x="6438" y="25838"/>
                    </a:cubicBezTo>
                    <a:cubicBezTo>
                      <a:pt x="6562" y="25946"/>
                      <a:pt x="6678" y="26053"/>
                      <a:pt x="6794" y="26153"/>
                    </a:cubicBezTo>
                    <a:cubicBezTo>
                      <a:pt x="6827" y="26211"/>
                      <a:pt x="6852" y="26260"/>
                      <a:pt x="6885" y="26310"/>
                    </a:cubicBezTo>
                    <a:cubicBezTo>
                      <a:pt x="6943" y="26401"/>
                      <a:pt x="7001" y="26501"/>
                      <a:pt x="7117" y="26509"/>
                    </a:cubicBezTo>
                    <a:cubicBezTo>
                      <a:pt x="7142" y="26509"/>
                      <a:pt x="7159" y="26492"/>
                      <a:pt x="7167" y="26467"/>
                    </a:cubicBezTo>
                    <a:cubicBezTo>
                      <a:pt x="7250" y="26617"/>
                      <a:pt x="7333" y="26757"/>
                      <a:pt x="7441" y="26890"/>
                    </a:cubicBezTo>
                    <a:cubicBezTo>
                      <a:pt x="7449" y="26907"/>
                      <a:pt x="7465" y="26907"/>
                      <a:pt x="7474" y="26907"/>
                    </a:cubicBezTo>
                    <a:cubicBezTo>
                      <a:pt x="7532" y="26989"/>
                      <a:pt x="7573" y="27081"/>
                      <a:pt x="7598" y="27180"/>
                    </a:cubicBezTo>
                    <a:cubicBezTo>
                      <a:pt x="7606" y="27205"/>
                      <a:pt x="7615" y="27238"/>
                      <a:pt x="7615" y="27263"/>
                    </a:cubicBezTo>
                    <a:cubicBezTo>
                      <a:pt x="7623" y="27453"/>
                      <a:pt x="7623" y="27652"/>
                      <a:pt x="7615" y="27843"/>
                    </a:cubicBezTo>
                    <a:cubicBezTo>
                      <a:pt x="7590" y="28514"/>
                      <a:pt x="7457" y="29169"/>
                      <a:pt x="7341" y="29831"/>
                    </a:cubicBezTo>
                    <a:cubicBezTo>
                      <a:pt x="7333" y="29881"/>
                      <a:pt x="7316" y="29939"/>
                      <a:pt x="7308" y="29997"/>
                    </a:cubicBezTo>
                    <a:cubicBezTo>
                      <a:pt x="7300" y="30014"/>
                      <a:pt x="7291" y="30030"/>
                      <a:pt x="7283" y="30047"/>
                    </a:cubicBezTo>
                    <a:cubicBezTo>
                      <a:pt x="7076" y="30503"/>
                      <a:pt x="6877" y="30967"/>
                      <a:pt x="6678" y="31430"/>
                    </a:cubicBezTo>
                    <a:cubicBezTo>
                      <a:pt x="6579" y="31662"/>
                      <a:pt x="6479" y="31886"/>
                      <a:pt x="6380" y="32118"/>
                    </a:cubicBezTo>
                    <a:cubicBezTo>
                      <a:pt x="6289" y="32334"/>
                      <a:pt x="6206" y="32566"/>
                      <a:pt x="6165" y="32798"/>
                    </a:cubicBezTo>
                    <a:cubicBezTo>
                      <a:pt x="6148" y="32905"/>
                      <a:pt x="6148" y="33013"/>
                      <a:pt x="6131" y="33121"/>
                    </a:cubicBezTo>
                    <a:cubicBezTo>
                      <a:pt x="6115" y="33228"/>
                      <a:pt x="6073" y="33311"/>
                      <a:pt x="5991" y="33378"/>
                    </a:cubicBezTo>
                    <a:cubicBezTo>
                      <a:pt x="5908" y="33444"/>
                      <a:pt x="5817" y="33502"/>
                      <a:pt x="5742" y="33568"/>
                    </a:cubicBezTo>
                    <a:cubicBezTo>
                      <a:pt x="5659" y="33634"/>
                      <a:pt x="5576" y="33701"/>
                      <a:pt x="5502" y="33775"/>
                    </a:cubicBezTo>
                    <a:cubicBezTo>
                      <a:pt x="5203" y="34057"/>
                      <a:pt x="4938" y="34380"/>
                      <a:pt x="4731" y="34736"/>
                    </a:cubicBezTo>
                    <a:cubicBezTo>
                      <a:pt x="4623" y="34919"/>
                      <a:pt x="4532" y="35101"/>
                      <a:pt x="4449" y="35300"/>
                    </a:cubicBezTo>
                    <a:cubicBezTo>
                      <a:pt x="4400" y="35408"/>
                      <a:pt x="4333" y="35582"/>
                      <a:pt x="4209" y="35623"/>
                    </a:cubicBezTo>
                    <a:cubicBezTo>
                      <a:pt x="4202" y="35615"/>
                      <a:pt x="4191" y="35611"/>
                      <a:pt x="4180" y="35611"/>
                    </a:cubicBezTo>
                    <a:cubicBezTo>
                      <a:pt x="4166" y="35611"/>
                      <a:pt x="4152" y="35618"/>
                      <a:pt x="4143" y="35631"/>
                    </a:cubicBezTo>
                    <a:cubicBezTo>
                      <a:pt x="4101" y="35640"/>
                      <a:pt x="4085" y="35681"/>
                      <a:pt x="4101" y="35714"/>
                    </a:cubicBezTo>
                    <a:cubicBezTo>
                      <a:pt x="3994" y="35913"/>
                      <a:pt x="3903" y="36112"/>
                      <a:pt x="3803" y="36311"/>
                    </a:cubicBezTo>
                    <a:cubicBezTo>
                      <a:pt x="3737" y="36451"/>
                      <a:pt x="3646" y="36609"/>
                      <a:pt x="3505" y="36700"/>
                    </a:cubicBezTo>
                    <a:cubicBezTo>
                      <a:pt x="3404" y="36770"/>
                      <a:pt x="3283" y="36789"/>
                      <a:pt x="3160" y="36789"/>
                    </a:cubicBezTo>
                    <a:cubicBezTo>
                      <a:pt x="3080" y="36789"/>
                      <a:pt x="3000" y="36781"/>
                      <a:pt x="2925" y="36775"/>
                    </a:cubicBezTo>
                    <a:cubicBezTo>
                      <a:pt x="2701" y="36758"/>
                      <a:pt x="2486" y="36733"/>
                      <a:pt x="2270" y="36692"/>
                    </a:cubicBezTo>
                    <a:cubicBezTo>
                      <a:pt x="2163" y="36675"/>
                      <a:pt x="2055" y="36650"/>
                      <a:pt x="1956" y="36617"/>
                    </a:cubicBezTo>
                    <a:cubicBezTo>
                      <a:pt x="1898" y="36609"/>
                      <a:pt x="1848" y="36592"/>
                      <a:pt x="1790" y="36576"/>
                    </a:cubicBezTo>
                    <a:cubicBezTo>
                      <a:pt x="1765" y="36567"/>
                      <a:pt x="1740" y="36559"/>
                      <a:pt x="1707" y="36551"/>
                    </a:cubicBezTo>
                    <a:cubicBezTo>
                      <a:pt x="1682" y="36543"/>
                      <a:pt x="1657" y="36543"/>
                      <a:pt x="1632" y="36543"/>
                    </a:cubicBezTo>
                    <a:cubicBezTo>
                      <a:pt x="1583" y="36543"/>
                      <a:pt x="1574" y="36601"/>
                      <a:pt x="1608" y="36617"/>
                    </a:cubicBezTo>
                    <a:cubicBezTo>
                      <a:pt x="1624" y="36634"/>
                      <a:pt x="1641" y="36642"/>
                      <a:pt x="1657" y="36650"/>
                    </a:cubicBezTo>
                    <a:lnTo>
                      <a:pt x="1649" y="36650"/>
                    </a:lnTo>
                    <a:cubicBezTo>
                      <a:pt x="1566" y="36642"/>
                      <a:pt x="1492" y="36617"/>
                      <a:pt x="1409" y="36592"/>
                    </a:cubicBezTo>
                    <a:cubicBezTo>
                      <a:pt x="1351" y="36576"/>
                      <a:pt x="1284" y="36551"/>
                      <a:pt x="1218" y="36509"/>
                    </a:cubicBezTo>
                    <a:cubicBezTo>
                      <a:pt x="1168" y="36485"/>
                      <a:pt x="1152" y="36435"/>
                      <a:pt x="1160" y="36377"/>
                    </a:cubicBezTo>
                    <a:cubicBezTo>
                      <a:pt x="1177" y="36261"/>
                      <a:pt x="1268" y="36162"/>
                      <a:pt x="1351" y="36087"/>
                    </a:cubicBezTo>
                    <a:cubicBezTo>
                      <a:pt x="1450" y="35996"/>
                      <a:pt x="1574" y="35930"/>
                      <a:pt x="1690" y="35872"/>
                    </a:cubicBezTo>
                    <a:cubicBezTo>
                      <a:pt x="1815" y="35797"/>
                      <a:pt x="1947" y="35731"/>
                      <a:pt x="2088" y="35673"/>
                    </a:cubicBezTo>
                    <a:cubicBezTo>
                      <a:pt x="2125" y="35658"/>
                      <a:pt x="2116" y="35596"/>
                      <a:pt x="2077" y="35596"/>
                    </a:cubicBezTo>
                    <a:cubicBezTo>
                      <a:pt x="2073" y="35596"/>
                      <a:pt x="2068" y="35596"/>
                      <a:pt x="2063" y="35598"/>
                    </a:cubicBezTo>
                    <a:cubicBezTo>
                      <a:pt x="1881" y="35656"/>
                      <a:pt x="1707" y="35722"/>
                      <a:pt x="1541" y="35822"/>
                    </a:cubicBezTo>
                    <a:cubicBezTo>
                      <a:pt x="1417" y="35888"/>
                      <a:pt x="1284" y="35971"/>
                      <a:pt x="1193" y="36079"/>
                    </a:cubicBezTo>
                    <a:cubicBezTo>
                      <a:pt x="1102" y="36178"/>
                      <a:pt x="1019" y="36319"/>
                      <a:pt x="1044" y="36460"/>
                    </a:cubicBezTo>
                    <a:cubicBezTo>
                      <a:pt x="1061" y="36534"/>
                      <a:pt x="1110" y="36592"/>
                      <a:pt x="1177" y="36625"/>
                    </a:cubicBezTo>
                    <a:cubicBezTo>
                      <a:pt x="1218" y="36642"/>
                      <a:pt x="1268" y="36667"/>
                      <a:pt x="1309" y="36683"/>
                    </a:cubicBezTo>
                    <a:lnTo>
                      <a:pt x="1284" y="36683"/>
                    </a:lnTo>
                    <a:cubicBezTo>
                      <a:pt x="1218" y="36675"/>
                      <a:pt x="1160" y="36667"/>
                      <a:pt x="1094" y="36659"/>
                    </a:cubicBezTo>
                    <a:cubicBezTo>
                      <a:pt x="961" y="36642"/>
                      <a:pt x="829" y="36617"/>
                      <a:pt x="696" y="36584"/>
                    </a:cubicBezTo>
                    <a:cubicBezTo>
                      <a:pt x="638" y="36576"/>
                      <a:pt x="580" y="36559"/>
                      <a:pt x="522" y="36543"/>
                    </a:cubicBezTo>
                    <a:cubicBezTo>
                      <a:pt x="497" y="36534"/>
                      <a:pt x="423" y="36526"/>
                      <a:pt x="414" y="36493"/>
                    </a:cubicBezTo>
                    <a:cubicBezTo>
                      <a:pt x="414" y="36485"/>
                      <a:pt x="414" y="36476"/>
                      <a:pt x="414" y="36468"/>
                    </a:cubicBezTo>
                    <a:cubicBezTo>
                      <a:pt x="431" y="36460"/>
                      <a:pt x="439" y="36435"/>
                      <a:pt x="423" y="36402"/>
                    </a:cubicBezTo>
                    <a:cubicBezTo>
                      <a:pt x="423" y="36402"/>
                      <a:pt x="423" y="36402"/>
                      <a:pt x="414" y="36393"/>
                    </a:cubicBezTo>
                    <a:cubicBezTo>
                      <a:pt x="414" y="36377"/>
                      <a:pt x="423" y="36369"/>
                      <a:pt x="423" y="36352"/>
                    </a:cubicBezTo>
                    <a:cubicBezTo>
                      <a:pt x="423" y="36302"/>
                      <a:pt x="431" y="36261"/>
                      <a:pt x="431" y="36211"/>
                    </a:cubicBezTo>
                    <a:cubicBezTo>
                      <a:pt x="456" y="36037"/>
                      <a:pt x="514" y="35847"/>
                      <a:pt x="630" y="35706"/>
                    </a:cubicBezTo>
                    <a:cubicBezTo>
                      <a:pt x="754" y="35540"/>
                      <a:pt x="953" y="35466"/>
                      <a:pt x="1144" y="35391"/>
                    </a:cubicBezTo>
                    <a:cubicBezTo>
                      <a:pt x="1302" y="35327"/>
                      <a:pt x="1476" y="35264"/>
                      <a:pt x="1645" y="35264"/>
                    </a:cubicBezTo>
                    <a:cubicBezTo>
                      <a:pt x="1697" y="35264"/>
                      <a:pt x="1748" y="35270"/>
                      <a:pt x="1798" y="35283"/>
                    </a:cubicBezTo>
                    <a:cubicBezTo>
                      <a:pt x="1803" y="35285"/>
                      <a:pt x="1808" y="35286"/>
                      <a:pt x="1812" y="35286"/>
                    </a:cubicBezTo>
                    <a:cubicBezTo>
                      <a:pt x="1852" y="35286"/>
                      <a:pt x="1868" y="35224"/>
                      <a:pt x="1823" y="35209"/>
                    </a:cubicBezTo>
                    <a:cubicBezTo>
                      <a:pt x="1747" y="35183"/>
                      <a:pt x="1671" y="35173"/>
                      <a:pt x="1594" y="35173"/>
                    </a:cubicBezTo>
                    <a:cubicBezTo>
                      <a:pt x="1395" y="35173"/>
                      <a:pt x="1197" y="35245"/>
                      <a:pt x="1011" y="35316"/>
                    </a:cubicBezTo>
                    <a:cubicBezTo>
                      <a:pt x="903" y="35366"/>
                      <a:pt x="796" y="35408"/>
                      <a:pt x="704" y="35474"/>
                    </a:cubicBezTo>
                    <a:cubicBezTo>
                      <a:pt x="613" y="35532"/>
                      <a:pt x="539" y="35615"/>
                      <a:pt x="481" y="35706"/>
                    </a:cubicBezTo>
                    <a:cubicBezTo>
                      <a:pt x="381" y="35855"/>
                      <a:pt x="340" y="36037"/>
                      <a:pt x="315" y="36219"/>
                    </a:cubicBezTo>
                    <a:cubicBezTo>
                      <a:pt x="298" y="36195"/>
                      <a:pt x="290" y="36170"/>
                      <a:pt x="282" y="36145"/>
                    </a:cubicBezTo>
                    <a:cubicBezTo>
                      <a:pt x="232" y="36062"/>
                      <a:pt x="199" y="35971"/>
                      <a:pt x="174" y="35880"/>
                    </a:cubicBezTo>
                    <a:cubicBezTo>
                      <a:pt x="133" y="35714"/>
                      <a:pt x="116" y="35540"/>
                      <a:pt x="158" y="35374"/>
                    </a:cubicBezTo>
                    <a:cubicBezTo>
                      <a:pt x="182" y="35300"/>
                      <a:pt x="207" y="35217"/>
                      <a:pt x="265" y="35159"/>
                    </a:cubicBezTo>
                    <a:cubicBezTo>
                      <a:pt x="315" y="35109"/>
                      <a:pt x="381" y="35076"/>
                      <a:pt x="448" y="35060"/>
                    </a:cubicBezTo>
                    <a:cubicBezTo>
                      <a:pt x="515" y="35043"/>
                      <a:pt x="585" y="35037"/>
                      <a:pt x="655" y="35037"/>
                    </a:cubicBezTo>
                    <a:cubicBezTo>
                      <a:pt x="766" y="35037"/>
                      <a:pt x="876" y="35053"/>
                      <a:pt x="978" y="35068"/>
                    </a:cubicBezTo>
                    <a:cubicBezTo>
                      <a:pt x="1168" y="35093"/>
                      <a:pt x="1359" y="35118"/>
                      <a:pt x="1550" y="35142"/>
                    </a:cubicBezTo>
                    <a:cubicBezTo>
                      <a:pt x="1552" y="35144"/>
                      <a:pt x="1554" y="35144"/>
                      <a:pt x="1556" y="35144"/>
                    </a:cubicBezTo>
                    <a:cubicBezTo>
                      <a:pt x="1570" y="35144"/>
                      <a:pt x="1583" y="35124"/>
                      <a:pt x="1583" y="35109"/>
                    </a:cubicBezTo>
                    <a:lnTo>
                      <a:pt x="1831" y="35101"/>
                    </a:lnTo>
                    <a:cubicBezTo>
                      <a:pt x="1901" y="35101"/>
                      <a:pt x="1969" y="35102"/>
                      <a:pt x="2037" y="35102"/>
                    </a:cubicBezTo>
                    <a:cubicBezTo>
                      <a:pt x="2139" y="35102"/>
                      <a:pt x="2241" y="35099"/>
                      <a:pt x="2345" y="35084"/>
                    </a:cubicBezTo>
                    <a:cubicBezTo>
                      <a:pt x="2478" y="35076"/>
                      <a:pt x="2610" y="35035"/>
                      <a:pt x="2710" y="34935"/>
                    </a:cubicBezTo>
                    <a:cubicBezTo>
                      <a:pt x="2759" y="34877"/>
                      <a:pt x="2792" y="34819"/>
                      <a:pt x="2834" y="34761"/>
                    </a:cubicBezTo>
                    <a:cubicBezTo>
                      <a:pt x="2875" y="34687"/>
                      <a:pt x="2917" y="34620"/>
                      <a:pt x="2958" y="34546"/>
                    </a:cubicBezTo>
                    <a:cubicBezTo>
                      <a:pt x="3124" y="34264"/>
                      <a:pt x="3298" y="33982"/>
                      <a:pt x="3464" y="33692"/>
                    </a:cubicBezTo>
                    <a:cubicBezTo>
                      <a:pt x="3621" y="33436"/>
                      <a:pt x="3778" y="33170"/>
                      <a:pt x="3911" y="32897"/>
                    </a:cubicBezTo>
                    <a:cubicBezTo>
                      <a:pt x="3977" y="32756"/>
                      <a:pt x="4027" y="32615"/>
                      <a:pt x="4068" y="32474"/>
                    </a:cubicBezTo>
                    <a:cubicBezTo>
                      <a:pt x="4068" y="32466"/>
                      <a:pt x="4077" y="32466"/>
                      <a:pt x="4077" y="32458"/>
                    </a:cubicBezTo>
                    <a:cubicBezTo>
                      <a:pt x="4081" y="32460"/>
                      <a:pt x="4085" y="32461"/>
                      <a:pt x="4090" y="32461"/>
                    </a:cubicBezTo>
                    <a:cubicBezTo>
                      <a:pt x="4104" y="32461"/>
                      <a:pt x="4118" y="32452"/>
                      <a:pt x="4118" y="32433"/>
                    </a:cubicBezTo>
                    <a:cubicBezTo>
                      <a:pt x="4126" y="32292"/>
                      <a:pt x="4118" y="32151"/>
                      <a:pt x="4101" y="32010"/>
                    </a:cubicBezTo>
                    <a:cubicBezTo>
                      <a:pt x="4093" y="31878"/>
                      <a:pt x="4085" y="31737"/>
                      <a:pt x="4085" y="31596"/>
                    </a:cubicBezTo>
                    <a:cubicBezTo>
                      <a:pt x="4085" y="31356"/>
                      <a:pt x="4110" y="31124"/>
                      <a:pt x="4159" y="30892"/>
                    </a:cubicBezTo>
                    <a:cubicBezTo>
                      <a:pt x="4209" y="30677"/>
                      <a:pt x="4284" y="30461"/>
                      <a:pt x="4350" y="30246"/>
                    </a:cubicBezTo>
                    <a:cubicBezTo>
                      <a:pt x="4416" y="30039"/>
                      <a:pt x="4491" y="29831"/>
                      <a:pt x="4524" y="29616"/>
                    </a:cubicBezTo>
                    <a:cubicBezTo>
                      <a:pt x="4549" y="29508"/>
                      <a:pt x="4565" y="29401"/>
                      <a:pt x="4565" y="29285"/>
                    </a:cubicBezTo>
                    <a:cubicBezTo>
                      <a:pt x="4565" y="29185"/>
                      <a:pt x="4557" y="29077"/>
                      <a:pt x="4541" y="28970"/>
                    </a:cubicBezTo>
                    <a:cubicBezTo>
                      <a:pt x="4541" y="28951"/>
                      <a:pt x="4527" y="28942"/>
                      <a:pt x="4512" y="28942"/>
                    </a:cubicBezTo>
                    <a:cubicBezTo>
                      <a:pt x="4494" y="28942"/>
                      <a:pt x="4474" y="28955"/>
                      <a:pt x="4474" y="28978"/>
                    </a:cubicBezTo>
                    <a:cubicBezTo>
                      <a:pt x="4491" y="29144"/>
                      <a:pt x="4474" y="29309"/>
                      <a:pt x="4449" y="29475"/>
                    </a:cubicBezTo>
                    <a:cubicBezTo>
                      <a:pt x="4425" y="29301"/>
                      <a:pt x="4416" y="29119"/>
                      <a:pt x="4416" y="28937"/>
                    </a:cubicBezTo>
                    <a:cubicBezTo>
                      <a:pt x="4408" y="28696"/>
                      <a:pt x="4425" y="28464"/>
                      <a:pt x="4458" y="28232"/>
                    </a:cubicBezTo>
                    <a:cubicBezTo>
                      <a:pt x="4499" y="28009"/>
                      <a:pt x="4541" y="27777"/>
                      <a:pt x="4615" y="27569"/>
                    </a:cubicBezTo>
                    <a:cubicBezTo>
                      <a:pt x="4690" y="27354"/>
                      <a:pt x="4756" y="27130"/>
                      <a:pt x="4822" y="26915"/>
                    </a:cubicBezTo>
                    <a:cubicBezTo>
                      <a:pt x="4855" y="26799"/>
                      <a:pt x="4880" y="26691"/>
                      <a:pt x="4905" y="26583"/>
                    </a:cubicBezTo>
                    <a:cubicBezTo>
                      <a:pt x="4922" y="26525"/>
                      <a:pt x="4930" y="26467"/>
                      <a:pt x="4947" y="26409"/>
                    </a:cubicBezTo>
                    <a:cubicBezTo>
                      <a:pt x="4955" y="26351"/>
                      <a:pt x="4963" y="26293"/>
                      <a:pt x="4955" y="26244"/>
                    </a:cubicBezTo>
                    <a:cubicBezTo>
                      <a:pt x="4955" y="26211"/>
                      <a:pt x="4932" y="26195"/>
                      <a:pt x="4908" y="26195"/>
                    </a:cubicBezTo>
                    <a:cubicBezTo>
                      <a:pt x="4890" y="26195"/>
                      <a:pt x="4871" y="26205"/>
                      <a:pt x="4864" y="26227"/>
                    </a:cubicBezTo>
                    <a:cubicBezTo>
                      <a:pt x="4847" y="26269"/>
                      <a:pt x="4839" y="26310"/>
                      <a:pt x="4831" y="26351"/>
                    </a:cubicBezTo>
                    <a:cubicBezTo>
                      <a:pt x="4831" y="26293"/>
                      <a:pt x="4839" y="26227"/>
                      <a:pt x="4839" y="26169"/>
                    </a:cubicBezTo>
                    <a:cubicBezTo>
                      <a:pt x="4839" y="26020"/>
                      <a:pt x="4847" y="25871"/>
                      <a:pt x="4855" y="25730"/>
                    </a:cubicBezTo>
                    <a:cubicBezTo>
                      <a:pt x="4864" y="25540"/>
                      <a:pt x="4872" y="25357"/>
                      <a:pt x="4880" y="25167"/>
                    </a:cubicBezTo>
                    <a:cubicBezTo>
                      <a:pt x="4897" y="25167"/>
                      <a:pt x="4905" y="25150"/>
                      <a:pt x="4905" y="25125"/>
                    </a:cubicBezTo>
                    <a:cubicBezTo>
                      <a:pt x="4905" y="25026"/>
                      <a:pt x="4905" y="24935"/>
                      <a:pt x="4897" y="24835"/>
                    </a:cubicBezTo>
                    <a:cubicBezTo>
                      <a:pt x="4897" y="24819"/>
                      <a:pt x="4897" y="24810"/>
                      <a:pt x="4889" y="24810"/>
                    </a:cubicBezTo>
                    <a:cubicBezTo>
                      <a:pt x="4880" y="24628"/>
                      <a:pt x="4872" y="24438"/>
                      <a:pt x="4864" y="24255"/>
                    </a:cubicBezTo>
                    <a:cubicBezTo>
                      <a:pt x="4855" y="24023"/>
                      <a:pt x="4864" y="23791"/>
                      <a:pt x="4855" y="23559"/>
                    </a:cubicBezTo>
                    <a:close/>
                    <a:moveTo>
                      <a:pt x="12420" y="608"/>
                    </a:moveTo>
                    <a:cubicBezTo>
                      <a:pt x="12459" y="608"/>
                      <a:pt x="12498" y="613"/>
                      <a:pt x="12536" y="625"/>
                    </a:cubicBezTo>
                    <a:cubicBezTo>
                      <a:pt x="12569" y="633"/>
                      <a:pt x="12611" y="650"/>
                      <a:pt x="12627" y="675"/>
                    </a:cubicBezTo>
                    <a:cubicBezTo>
                      <a:pt x="12652" y="700"/>
                      <a:pt x="12636" y="749"/>
                      <a:pt x="12636" y="783"/>
                    </a:cubicBezTo>
                    <a:cubicBezTo>
                      <a:pt x="12619" y="882"/>
                      <a:pt x="12602" y="981"/>
                      <a:pt x="12594" y="1073"/>
                    </a:cubicBezTo>
                    <a:cubicBezTo>
                      <a:pt x="12528" y="1462"/>
                      <a:pt x="12470" y="1843"/>
                      <a:pt x="12420" y="2232"/>
                    </a:cubicBezTo>
                    <a:cubicBezTo>
                      <a:pt x="12312" y="3011"/>
                      <a:pt x="12246" y="3798"/>
                      <a:pt x="12172" y="4577"/>
                    </a:cubicBezTo>
                    <a:cubicBezTo>
                      <a:pt x="12147" y="4776"/>
                      <a:pt x="12122" y="4975"/>
                      <a:pt x="12114" y="5166"/>
                    </a:cubicBezTo>
                    <a:cubicBezTo>
                      <a:pt x="12114" y="5215"/>
                      <a:pt x="12114" y="5265"/>
                      <a:pt x="12130" y="5306"/>
                    </a:cubicBezTo>
                    <a:cubicBezTo>
                      <a:pt x="12147" y="5340"/>
                      <a:pt x="12163" y="5373"/>
                      <a:pt x="12155" y="5414"/>
                    </a:cubicBezTo>
                    <a:cubicBezTo>
                      <a:pt x="12138" y="5489"/>
                      <a:pt x="12072" y="5555"/>
                      <a:pt x="12031" y="5630"/>
                    </a:cubicBezTo>
                    <a:cubicBezTo>
                      <a:pt x="11989" y="5704"/>
                      <a:pt x="11948" y="5779"/>
                      <a:pt x="11923" y="5862"/>
                    </a:cubicBezTo>
                    <a:cubicBezTo>
                      <a:pt x="11890" y="5953"/>
                      <a:pt x="11873" y="6036"/>
                      <a:pt x="11848" y="6127"/>
                    </a:cubicBezTo>
                    <a:cubicBezTo>
                      <a:pt x="11815" y="6259"/>
                      <a:pt x="11741" y="6433"/>
                      <a:pt x="11575" y="6441"/>
                    </a:cubicBezTo>
                    <a:cubicBezTo>
                      <a:pt x="11525" y="6441"/>
                      <a:pt x="11509" y="6499"/>
                      <a:pt x="11542" y="6533"/>
                    </a:cubicBezTo>
                    <a:cubicBezTo>
                      <a:pt x="11567" y="6574"/>
                      <a:pt x="11534" y="6632"/>
                      <a:pt x="11517" y="6665"/>
                    </a:cubicBezTo>
                    <a:cubicBezTo>
                      <a:pt x="11476" y="6707"/>
                      <a:pt x="11434" y="6731"/>
                      <a:pt x="11384" y="6765"/>
                    </a:cubicBezTo>
                    <a:cubicBezTo>
                      <a:pt x="11310" y="6823"/>
                      <a:pt x="11219" y="6889"/>
                      <a:pt x="11210" y="6997"/>
                    </a:cubicBezTo>
                    <a:cubicBezTo>
                      <a:pt x="11210" y="7038"/>
                      <a:pt x="11252" y="7063"/>
                      <a:pt x="11277" y="7104"/>
                    </a:cubicBezTo>
                    <a:cubicBezTo>
                      <a:pt x="11293" y="7137"/>
                      <a:pt x="11310" y="7171"/>
                      <a:pt x="11318" y="7212"/>
                    </a:cubicBezTo>
                    <a:cubicBezTo>
                      <a:pt x="11343" y="7353"/>
                      <a:pt x="11268" y="7535"/>
                      <a:pt x="11119" y="7593"/>
                    </a:cubicBezTo>
                    <a:cubicBezTo>
                      <a:pt x="11075" y="7608"/>
                      <a:pt x="11090" y="7680"/>
                      <a:pt x="11128" y="7680"/>
                    </a:cubicBezTo>
                    <a:cubicBezTo>
                      <a:pt x="11133" y="7680"/>
                      <a:pt x="11138" y="7679"/>
                      <a:pt x="11144" y="7676"/>
                    </a:cubicBezTo>
                    <a:cubicBezTo>
                      <a:pt x="11161" y="7676"/>
                      <a:pt x="11177" y="7668"/>
                      <a:pt x="11186" y="7659"/>
                    </a:cubicBezTo>
                    <a:lnTo>
                      <a:pt x="11186" y="7659"/>
                    </a:lnTo>
                    <a:cubicBezTo>
                      <a:pt x="11152" y="7775"/>
                      <a:pt x="11136" y="7891"/>
                      <a:pt x="11128" y="8016"/>
                    </a:cubicBezTo>
                    <a:cubicBezTo>
                      <a:pt x="11119" y="8397"/>
                      <a:pt x="11244" y="8753"/>
                      <a:pt x="11310" y="9126"/>
                    </a:cubicBezTo>
                    <a:cubicBezTo>
                      <a:pt x="11343" y="9317"/>
                      <a:pt x="11360" y="9515"/>
                      <a:pt x="11326" y="9714"/>
                    </a:cubicBezTo>
                    <a:cubicBezTo>
                      <a:pt x="11318" y="9764"/>
                      <a:pt x="11310" y="9805"/>
                      <a:pt x="11310" y="9855"/>
                    </a:cubicBezTo>
                    <a:cubicBezTo>
                      <a:pt x="11318" y="9897"/>
                      <a:pt x="11335" y="9930"/>
                      <a:pt x="11360" y="9971"/>
                    </a:cubicBezTo>
                    <a:cubicBezTo>
                      <a:pt x="11376" y="9996"/>
                      <a:pt x="11409" y="10021"/>
                      <a:pt x="11418" y="10054"/>
                    </a:cubicBezTo>
                    <a:cubicBezTo>
                      <a:pt x="11418" y="10071"/>
                      <a:pt x="11409" y="10079"/>
                      <a:pt x="11409" y="10087"/>
                    </a:cubicBezTo>
                    <a:cubicBezTo>
                      <a:pt x="11409" y="10095"/>
                      <a:pt x="11401" y="10095"/>
                      <a:pt x="11401" y="10095"/>
                    </a:cubicBezTo>
                    <a:cubicBezTo>
                      <a:pt x="11398" y="10095"/>
                      <a:pt x="11395" y="10095"/>
                      <a:pt x="11392" y="10095"/>
                    </a:cubicBezTo>
                    <a:cubicBezTo>
                      <a:pt x="11347" y="10095"/>
                      <a:pt x="11312" y="10155"/>
                      <a:pt x="11351" y="10187"/>
                    </a:cubicBezTo>
                    <a:cubicBezTo>
                      <a:pt x="11426" y="10253"/>
                      <a:pt x="11418" y="10361"/>
                      <a:pt x="11409" y="10452"/>
                    </a:cubicBezTo>
                    <a:cubicBezTo>
                      <a:pt x="11393" y="10568"/>
                      <a:pt x="11376" y="10675"/>
                      <a:pt x="11368" y="10791"/>
                    </a:cubicBezTo>
                    <a:cubicBezTo>
                      <a:pt x="11360" y="10907"/>
                      <a:pt x="11360" y="11032"/>
                      <a:pt x="11376" y="11148"/>
                    </a:cubicBezTo>
                    <a:cubicBezTo>
                      <a:pt x="11384" y="11214"/>
                      <a:pt x="11393" y="11272"/>
                      <a:pt x="11409" y="11330"/>
                    </a:cubicBezTo>
                    <a:cubicBezTo>
                      <a:pt x="11418" y="11388"/>
                      <a:pt x="11434" y="11446"/>
                      <a:pt x="11434" y="11504"/>
                    </a:cubicBezTo>
                    <a:cubicBezTo>
                      <a:pt x="11442" y="11554"/>
                      <a:pt x="11434" y="11595"/>
                      <a:pt x="11401" y="11636"/>
                    </a:cubicBezTo>
                    <a:cubicBezTo>
                      <a:pt x="11382" y="11656"/>
                      <a:pt x="11358" y="11675"/>
                      <a:pt x="11328" y="11675"/>
                    </a:cubicBezTo>
                    <a:cubicBezTo>
                      <a:pt x="11320" y="11675"/>
                      <a:pt x="11311" y="11673"/>
                      <a:pt x="11302" y="11670"/>
                    </a:cubicBezTo>
                    <a:cubicBezTo>
                      <a:pt x="11295" y="11667"/>
                      <a:pt x="11289" y="11666"/>
                      <a:pt x="11283" y="11666"/>
                    </a:cubicBezTo>
                    <a:cubicBezTo>
                      <a:pt x="11230" y="11666"/>
                      <a:pt x="11209" y="11762"/>
                      <a:pt x="11277" y="11777"/>
                    </a:cubicBezTo>
                    <a:cubicBezTo>
                      <a:pt x="11297" y="11786"/>
                      <a:pt x="11316" y="11790"/>
                      <a:pt x="11335" y="11790"/>
                    </a:cubicBezTo>
                    <a:cubicBezTo>
                      <a:pt x="11353" y="11790"/>
                      <a:pt x="11372" y="11786"/>
                      <a:pt x="11393" y="11777"/>
                    </a:cubicBezTo>
                    <a:cubicBezTo>
                      <a:pt x="11600" y="12109"/>
                      <a:pt x="11832" y="12424"/>
                      <a:pt x="12064" y="12738"/>
                    </a:cubicBezTo>
                    <a:cubicBezTo>
                      <a:pt x="12288" y="13020"/>
                      <a:pt x="12520" y="13294"/>
                      <a:pt x="12743" y="13575"/>
                    </a:cubicBezTo>
                    <a:cubicBezTo>
                      <a:pt x="12851" y="13700"/>
                      <a:pt x="12950" y="13832"/>
                      <a:pt x="13017" y="13981"/>
                    </a:cubicBezTo>
                    <a:cubicBezTo>
                      <a:pt x="13050" y="14056"/>
                      <a:pt x="13066" y="14139"/>
                      <a:pt x="13100" y="14222"/>
                    </a:cubicBezTo>
                    <a:cubicBezTo>
                      <a:pt x="13133" y="14296"/>
                      <a:pt x="13182" y="14362"/>
                      <a:pt x="13249" y="14412"/>
                    </a:cubicBezTo>
                    <a:cubicBezTo>
                      <a:pt x="13307" y="14470"/>
                      <a:pt x="13373" y="14512"/>
                      <a:pt x="13431" y="14561"/>
                    </a:cubicBezTo>
                    <a:cubicBezTo>
                      <a:pt x="13489" y="14611"/>
                      <a:pt x="13547" y="14661"/>
                      <a:pt x="13605" y="14719"/>
                    </a:cubicBezTo>
                    <a:cubicBezTo>
                      <a:pt x="13704" y="14826"/>
                      <a:pt x="13804" y="14942"/>
                      <a:pt x="13878" y="15067"/>
                    </a:cubicBezTo>
                    <a:cubicBezTo>
                      <a:pt x="14011" y="15274"/>
                      <a:pt x="14102" y="15498"/>
                      <a:pt x="14152" y="15730"/>
                    </a:cubicBezTo>
                    <a:cubicBezTo>
                      <a:pt x="14145" y="15726"/>
                      <a:pt x="14137" y="15724"/>
                      <a:pt x="14129" y="15724"/>
                    </a:cubicBezTo>
                    <a:cubicBezTo>
                      <a:pt x="14100" y="15724"/>
                      <a:pt x="14069" y="15747"/>
                      <a:pt x="14069" y="15779"/>
                    </a:cubicBezTo>
                    <a:cubicBezTo>
                      <a:pt x="14086" y="15912"/>
                      <a:pt x="14127" y="16044"/>
                      <a:pt x="14218" y="16135"/>
                    </a:cubicBezTo>
                    <a:cubicBezTo>
                      <a:pt x="14228" y="16145"/>
                      <a:pt x="14240" y="16149"/>
                      <a:pt x="14252" y="16149"/>
                    </a:cubicBezTo>
                    <a:cubicBezTo>
                      <a:pt x="14261" y="16149"/>
                      <a:pt x="14269" y="16147"/>
                      <a:pt x="14276" y="16144"/>
                    </a:cubicBezTo>
                    <a:cubicBezTo>
                      <a:pt x="14284" y="16152"/>
                      <a:pt x="14293" y="16152"/>
                      <a:pt x="14293" y="16160"/>
                    </a:cubicBezTo>
                    <a:cubicBezTo>
                      <a:pt x="14458" y="16301"/>
                      <a:pt x="14583" y="16467"/>
                      <a:pt x="14715" y="16633"/>
                    </a:cubicBezTo>
                    <a:cubicBezTo>
                      <a:pt x="14856" y="16798"/>
                      <a:pt x="15005" y="16964"/>
                      <a:pt x="15171" y="17113"/>
                    </a:cubicBezTo>
                    <a:cubicBezTo>
                      <a:pt x="15345" y="17262"/>
                      <a:pt x="15535" y="17403"/>
                      <a:pt x="15709" y="17544"/>
                    </a:cubicBezTo>
                    <a:cubicBezTo>
                      <a:pt x="15892" y="17693"/>
                      <a:pt x="16066" y="17851"/>
                      <a:pt x="16231" y="18016"/>
                    </a:cubicBezTo>
                    <a:cubicBezTo>
                      <a:pt x="16563" y="18339"/>
                      <a:pt x="16878" y="18687"/>
                      <a:pt x="17201" y="19027"/>
                    </a:cubicBezTo>
                    <a:cubicBezTo>
                      <a:pt x="17516" y="19367"/>
                      <a:pt x="17847" y="19698"/>
                      <a:pt x="18203" y="20005"/>
                    </a:cubicBezTo>
                    <a:cubicBezTo>
                      <a:pt x="18237" y="20038"/>
                      <a:pt x="18261" y="20063"/>
                      <a:pt x="18295" y="20088"/>
                    </a:cubicBezTo>
                    <a:cubicBezTo>
                      <a:pt x="18278" y="20113"/>
                      <a:pt x="18278" y="20154"/>
                      <a:pt x="18311" y="20171"/>
                    </a:cubicBezTo>
                    <a:cubicBezTo>
                      <a:pt x="18394" y="20212"/>
                      <a:pt x="18477" y="20253"/>
                      <a:pt x="18560" y="20303"/>
                    </a:cubicBezTo>
                    <a:cubicBezTo>
                      <a:pt x="18759" y="20461"/>
                      <a:pt x="18957" y="20610"/>
                      <a:pt x="19165" y="20759"/>
                    </a:cubicBezTo>
                    <a:cubicBezTo>
                      <a:pt x="19554" y="21107"/>
                      <a:pt x="19877" y="21521"/>
                      <a:pt x="20200" y="21927"/>
                    </a:cubicBezTo>
                    <a:cubicBezTo>
                      <a:pt x="20465" y="22258"/>
                      <a:pt x="20730" y="22582"/>
                      <a:pt x="21020" y="22888"/>
                    </a:cubicBezTo>
                    <a:cubicBezTo>
                      <a:pt x="21327" y="23228"/>
                      <a:pt x="21642" y="23559"/>
                      <a:pt x="21915" y="23924"/>
                    </a:cubicBezTo>
                    <a:cubicBezTo>
                      <a:pt x="22205" y="24305"/>
                      <a:pt x="22437" y="24719"/>
                      <a:pt x="22678" y="25125"/>
                    </a:cubicBezTo>
                    <a:cubicBezTo>
                      <a:pt x="22934" y="25548"/>
                      <a:pt x="23191" y="25979"/>
                      <a:pt x="23440" y="26409"/>
                    </a:cubicBezTo>
                    <a:cubicBezTo>
                      <a:pt x="23688" y="26824"/>
                      <a:pt x="23945" y="27238"/>
                      <a:pt x="24186" y="27661"/>
                    </a:cubicBezTo>
                    <a:cubicBezTo>
                      <a:pt x="24418" y="28075"/>
                      <a:pt x="24658" y="28489"/>
                      <a:pt x="24840" y="28928"/>
                    </a:cubicBezTo>
                    <a:cubicBezTo>
                      <a:pt x="24923" y="29135"/>
                      <a:pt x="24998" y="29351"/>
                      <a:pt x="25039" y="29575"/>
                    </a:cubicBezTo>
                    <a:cubicBezTo>
                      <a:pt x="25080" y="29807"/>
                      <a:pt x="25080" y="30039"/>
                      <a:pt x="25056" y="30279"/>
                    </a:cubicBezTo>
                    <a:cubicBezTo>
                      <a:pt x="25014" y="30743"/>
                      <a:pt x="24898" y="31198"/>
                      <a:pt x="24890" y="31671"/>
                    </a:cubicBezTo>
                    <a:cubicBezTo>
                      <a:pt x="24890" y="31687"/>
                      <a:pt x="24904" y="31696"/>
                      <a:pt x="24919" y="31696"/>
                    </a:cubicBezTo>
                    <a:cubicBezTo>
                      <a:pt x="24933" y="31696"/>
                      <a:pt x="24948" y="31687"/>
                      <a:pt x="24948" y="31671"/>
                    </a:cubicBezTo>
                    <a:cubicBezTo>
                      <a:pt x="24956" y="31546"/>
                      <a:pt x="24964" y="31430"/>
                      <a:pt x="24989" y="31314"/>
                    </a:cubicBezTo>
                    <a:cubicBezTo>
                      <a:pt x="24998" y="31265"/>
                      <a:pt x="25006" y="31215"/>
                      <a:pt x="25014" y="31165"/>
                    </a:cubicBezTo>
                    <a:cubicBezTo>
                      <a:pt x="25022" y="31527"/>
                      <a:pt x="25047" y="31888"/>
                      <a:pt x="25079" y="32249"/>
                    </a:cubicBezTo>
                    <a:lnTo>
                      <a:pt x="25079" y="32249"/>
                    </a:lnTo>
                    <a:cubicBezTo>
                      <a:pt x="25067" y="32226"/>
                      <a:pt x="25044" y="32214"/>
                      <a:pt x="25024" y="32214"/>
                    </a:cubicBezTo>
                    <a:cubicBezTo>
                      <a:pt x="25001" y="32214"/>
                      <a:pt x="24981" y="32229"/>
                      <a:pt x="24981" y="32259"/>
                    </a:cubicBezTo>
                    <a:cubicBezTo>
                      <a:pt x="24981" y="32425"/>
                      <a:pt x="24981" y="32599"/>
                      <a:pt x="24973" y="32764"/>
                    </a:cubicBezTo>
                    <a:cubicBezTo>
                      <a:pt x="24964" y="32748"/>
                      <a:pt x="24956" y="32740"/>
                      <a:pt x="24940" y="32731"/>
                    </a:cubicBezTo>
                    <a:cubicBezTo>
                      <a:pt x="24931" y="32720"/>
                      <a:pt x="24917" y="32714"/>
                      <a:pt x="24903" y="32714"/>
                    </a:cubicBezTo>
                    <a:cubicBezTo>
                      <a:pt x="24877" y="32714"/>
                      <a:pt x="24851" y="32732"/>
                      <a:pt x="24857" y="32764"/>
                    </a:cubicBezTo>
                    <a:cubicBezTo>
                      <a:pt x="24865" y="32872"/>
                      <a:pt x="24873" y="32980"/>
                      <a:pt x="24882" y="33088"/>
                    </a:cubicBezTo>
                    <a:cubicBezTo>
                      <a:pt x="24848" y="33030"/>
                      <a:pt x="24824" y="32972"/>
                      <a:pt x="24799" y="32914"/>
                    </a:cubicBezTo>
                    <a:cubicBezTo>
                      <a:pt x="24749" y="32798"/>
                      <a:pt x="24724" y="32665"/>
                      <a:pt x="24683" y="32549"/>
                    </a:cubicBezTo>
                    <a:cubicBezTo>
                      <a:pt x="24679" y="32530"/>
                      <a:pt x="24663" y="32522"/>
                      <a:pt x="24648" y="32522"/>
                    </a:cubicBezTo>
                    <a:cubicBezTo>
                      <a:pt x="24628" y="32522"/>
                      <a:pt x="24608" y="32535"/>
                      <a:pt x="24608" y="32557"/>
                    </a:cubicBezTo>
                    <a:cubicBezTo>
                      <a:pt x="24608" y="32640"/>
                      <a:pt x="24625" y="32715"/>
                      <a:pt x="24650" y="32798"/>
                    </a:cubicBezTo>
                    <a:cubicBezTo>
                      <a:pt x="24633" y="32847"/>
                      <a:pt x="24633" y="32914"/>
                      <a:pt x="24625" y="32972"/>
                    </a:cubicBezTo>
                    <a:cubicBezTo>
                      <a:pt x="24616" y="33030"/>
                      <a:pt x="24616" y="33088"/>
                      <a:pt x="24608" y="33146"/>
                    </a:cubicBezTo>
                    <a:cubicBezTo>
                      <a:pt x="24608" y="33179"/>
                      <a:pt x="24608" y="33220"/>
                      <a:pt x="24600" y="33262"/>
                    </a:cubicBezTo>
                    <a:cubicBezTo>
                      <a:pt x="24591" y="33250"/>
                      <a:pt x="24578" y="33244"/>
                      <a:pt x="24565" y="33244"/>
                    </a:cubicBezTo>
                    <a:cubicBezTo>
                      <a:pt x="24540" y="33244"/>
                      <a:pt x="24514" y="33263"/>
                      <a:pt x="24509" y="33295"/>
                    </a:cubicBezTo>
                    <a:lnTo>
                      <a:pt x="24509" y="33336"/>
                    </a:lnTo>
                    <a:cubicBezTo>
                      <a:pt x="24509" y="33502"/>
                      <a:pt x="24517" y="33668"/>
                      <a:pt x="24534" y="33833"/>
                    </a:cubicBezTo>
                    <a:cubicBezTo>
                      <a:pt x="24525" y="33842"/>
                      <a:pt x="24517" y="33842"/>
                      <a:pt x="24509" y="33850"/>
                    </a:cubicBezTo>
                    <a:cubicBezTo>
                      <a:pt x="24509" y="33858"/>
                      <a:pt x="24509" y="33858"/>
                      <a:pt x="24509" y="33866"/>
                    </a:cubicBezTo>
                    <a:cubicBezTo>
                      <a:pt x="24360" y="33585"/>
                      <a:pt x="24244" y="33286"/>
                      <a:pt x="24186" y="32972"/>
                    </a:cubicBezTo>
                    <a:cubicBezTo>
                      <a:pt x="24186" y="32957"/>
                      <a:pt x="24174" y="32950"/>
                      <a:pt x="24162" y="32950"/>
                    </a:cubicBezTo>
                    <a:cubicBezTo>
                      <a:pt x="24146" y="32950"/>
                      <a:pt x="24128" y="32961"/>
                      <a:pt x="24128" y="32980"/>
                    </a:cubicBezTo>
                    <a:cubicBezTo>
                      <a:pt x="24136" y="33038"/>
                      <a:pt x="24144" y="33096"/>
                      <a:pt x="24152" y="33154"/>
                    </a:cubicBezTo>
                    <a:cubicBezTo>
                      <a:pt x="24210" y="33502"/>
                      <a:pt x="24368" y="33833"/>
                      <a:pt x="24542" y="34148"/>
                    </a:cubicBezTo>
                    <a:cubicBezTo>
                      <a:pt x="24542" y="34165"/>
                      <a:pt x="24542" y="34173"/>
                      <a:pt x="24550" y="34181"/>
                    </a:cubicBezTo>
                    <a:cubicBezTo>
                      <a:pt x="24558" y="34214"/>
                      <a:pt x="24567" y="34248"/>
                      <a:pt x="24575" y="34272"/>
                    </a:cubicBezTo>
                    <a:cubicBezTo>
                      <a:pt x="24592" y="34306"/>
                      <a:pt x="24600" y="34330"/>
                      <a:pt x="24625" y="34364"/>
                    </a:cubicBezTo>
                    <a:cubicBezTo>
                      <a:pt x="24633" y="34380"/>
                      <a:pt x="24650" y="34380"/>
                      <a:pt x="24666" y="34380"/>
                    </a:cubicBezTo>
                    <a:cubicBezTo>
                      <a:pt x="24674" y="34388"/>
                      <a:pt x="24674" y="34397"/>
                      <a:pt x="24683" y="34413"/>
                    </a:cubicBezTo>
                    <a:cubicBezTo>
                      <a:pt x="24799" y="34620"/>
                      <a:pt x="24923" y="34819"/>
                      <a:pt x="25014" y="35035"/>
                    </a:cubicBezTo>
                    <a:cubicBezTo>
                      <a:pt x="25097" y="35234"/>
                      <a:pt x="25155" y="35482"/>
                      <a:pt x="25006" y="35664"/>
                    </a:cubicBezTo>
                    <a:cubicBezTo>
                      <a:pt x="24882" y="35814"/>
                      <a:pt x="24683" y="35880"/>
                      <a:pt x="24509" y="35930"/>
                    </a:cubicBezTo>
                    <a:cubicBezTo>
                      <a:pt x="24260" y="35996"/>
                      <a:pt x="24012" y="36046"/>
                      <a:pt x="23763" y="36079"/>
                    </a:cubicBezTo>
                    <a:cubicBezTo>
                      <a:pt x="23569" y="36103"/>
                      <a:pt x="23379" y="36118"/>
                      <a:pt x="23188" y="36118"/>
                    </a:cubicBezTo>
                    <a:cubicBezTo>
                      <a:pt x="23117" y="36118"/>
                      <a:pt x="23047" y="36116"/>
                      <a:pt x="22976" y="36112"/>
                    </a:cubicBezTo>
                    <a:cubicBezTo>
                      <a:pt x="22719" y="36095"/>
                      <a:pt x="22470" y="36037"/>
                      <a:pt x="22214" y="35979"/>
                    </a:cubicBezTo>
                    <a:cubicBezTo>
                      <a:pt x="21981" y="35925"/>
                      <a:pt x="21741" y="35871"/>
                      <a:pt x="21494" y="35871"/>
                    </a:cubicBezTo>
                    <a:cubicBezTo>
                      <a:pt x="21477" y="35871"/>
                      <a:pt x="21460" y="35871"/>
                      <a:pt x="21443" y="35872"/>
                    </a:cubicBezTo>
                    <a:cubicBezTo>
                      <a:pt x="21244" y="35880"/>
                      <a:pt x="21037" y="35913"/>
                      <a:pt x="20846" y="35979"/>
                    </a:cubicBezTo>
                    <a:cubicBezTo>
                      <a:pt x="20855" y="35963"/>
                      <a:pt x="20863" y="35946"/>
                      <a:pt x="20863" y="35930"/>
                    </a:cubicBezTo>
                    <a:cubicBezTo>
                      <a:pt x="20875" y="35905"/>
                      <a:pt x="20847" y="35876"/>
                      <a:pt x="20818" y="35876"/>
                    </a:cubicBezTo>
                    <a:cubicBezTo>
                      <a:pt x="20807" y="35876"/>
                      <a:pt x="20797" y="35879"/>
                      <a:pt x="20788" y="35888"/>
                    </a:cubicBezTo>
                    <a:cubicBezTo>
                      <a:pt x="20697" y="35996"/>
                      <a:pt x="20648" y="36120"/>
                      <a:pt x="20556" y="36228"/>
                    </a:cubicBezTo>
                    <a:cubicBezTo>
                      <a:pt x="20482" y="36327"/>
                      <a:pt x="20391" y="36410"/>
                      <a:pt x="20275" y="36460"/>
                    </a:cubicBezTo>
                    <a:cubicBezTo>
                      <a:pt x="20167" y="36509"/>
                      <a:pt x="20043" y="36526"/>
                      <a:pt x="19919" y="36526"/>
                    </a:cubicBezTo>
                    <a:cubicBezTo>
                      <a:pt x="19901" y="36527"/>
                      <a:pt x="19884" y="36527"/>
                      <a:pt x="19867" y="36527"/>
                    </a:cubicBezTo>
                    <a:cubicBezTo>
                      <a:pt x="19620" y="36527"/>
                      <a:pt x="19379" y="36474"/>
                      <a:pt x="19131" y="36435"/>
                    </a:cubicBezTo>
                    <a:cubicBezTo>
                      <a:pt x="19082" y="36162"/>
                      <a:pt x="19024" y="35872"/>
                      <a:pt x="19082" y="35590"/>
                    </a:cubicBezTo>
                    <a:cubicBezTo>
                      <a:pt x="19107" y="35474"/>
                      <a:pt x="19156" y="35366"/>
                      <a:pt x="19214" y="35267"/>
                    </a:cubicBezTo>
                    <a:cubicBezTo>
                      <a:pt x="19281" y="35176"/>
                      <a:pt x="19363" y="35093"/>
                      <a:pt x="19463" y="35035"/>
                    </a:cubicBezTo>
                    <a:cubicBezTo>
                      <a:pt x="19492" y="35013"/>
                      <a:pt x="19483" y="34965"/>
                      <a:pt x="19452" y="34965"/>
                    </a:cubicBezTo>
                    <a:cubicBezTo>
                      <a:pt x="19448" y="34965"/>
                      <a:pt x="19443" y="34966"/>
                      <a:pt x="19438" y="34968"/>
                    </a:cubicBezTo>
                    <a:cubicBezTo>
                      <a:pt x="19330" y="35002"/>
                      <a:pt x="19239" y="35076"/>
                      <a:pt x="19173" y="35159"/>
                    </a:cubicBezTo>
                    <a:cubicBezTo>
                      <a:pt x="18891" y="35490"/>
                      <a:pt x="18924" y="35938"/>
                      <a:pt x="18999" y="36344"/>
                    </a:cubicBezTo>
                    <a:cubicBezTo>
                      <a:pt x="18982" y="36341"/>
                      <a:pt x="18965" y="36340"/>
                      <a:pt x="18947" y="36340"/>
                    </a:cubicBezTo>
                    <a:cubicBezTo>
                      <a:pt x="18911" y="36340"/>
                      <a:pt x="18875" y="36344"/>
                      <a:pt x="18841" y="36344"/>
                    </a:cubicBezTo>
                    <a:lnTo>
                      <a:pt x="18684" y="36344"/>
                    </a:lnTo>
                    <a:cubicBezTo>
                      <a:pt x="18585" y="36344"/>
                      <a:pt x="18493" y="36344"/>
                      <a:pt x="18394" y="36335"/>
                    </a:cubicBezTo>
                    <a:cubicBezTo>
                      <a:pt x="18261" y="36319"/>
                      <a:pt x="18112" y="36277"/>
                      <a:pt x="18046" y="36153"/>
                    </a:cubicBezTo>
                    <a:cubicBezTo>
                      <a:pt x="17971" y="36012"/>
                      <a:pt x="18013" y="35847"/>
                      <a:pt x="18063" y="35706"/>
                    </a:cubicBezTo>
                    <a:cubicBezTo>
                      <a:pt x="18087" y="35623"/>
                      <a:pt x="18121" y="35532"/>
                      <a:pt x="18154" y="35441"/>
                    </a:cubicBezTo>
                    <a:cubicBezTo>
                      <a:pt x="18179" y="35358"/>
                      <a:pt x="18212" y="35275"/>
                      <a:pt x="18245" y="35200"/>
                    </a:cubicBezTo>
                    <a:cubicBezTo>
                      <a:pt x="18319" y="35060"/>
                      <a:pt x="18435" y="34910"/>
                      <a:pt x="18601" y="34894"/>
                    </a:cubicBezTo>
                    <a:cubicBezTo>
                      <a:pt x="18643" y="34894"/>
                      <a:pt x="18643" y="34828"/>
                      <a:pt x="18601" y="34828"/>
                    </a:cubicBezTo>
                    <a:cubicBezTo>
                      <a:pt x="18386" y="34828"/>
                      <a:pt x="18228" y="34985"/>
                      <a:pt x="18145" y="35167"/>
                    </a:cubicBezTo>
                    <a:cubicBezTo>
                      <a:pt x="18096" y="35258"/>
                      <a:pt x="18063" y="35358"/>
                      <a:pt x="18029" y="35449"/>
                    </a:cubicBezTo>
                    <a:cubicBezTo>
                      <a:pt x="17996" y="35548"/>
                      <a:pt x="17963" y="35640"/>
                      <a:pt x="17930" y="35739"/>
                    </a:cubicBezTo>
                    <a:cubicBezTo>
                      <a:pt x="17889" y="35896"/>
                      <a:pt x="17864" y="36079"/>
                      <a:pt x="17947" y="36219"/>
                    </a:cubicBezTo>
                    <a:cubicBezTo>
                      <a:pt x="17913" y="36211"/>
                      <a:pt x="17880" y="36211"/>
                      <a:pt x="17839" y="36203"/>
                    </a:cubicBezTo>
                    <a:cubicBezTo>
                      <a:pt x="17789" y="36195"/>
                      <a:pt x="17739" y="36195"/>
                      <a:pt x="17690" y="36178"/>
                    </a:cubicBezTo>
                    <a:cubicBezTo>
                      <a:pt x="17665" y="36170"/>
                      <a:pt x="17657" y="36162"/>
                      <a:pt x="17640" y="36153"/>
                    </a:cubicBezTo>
                    <a:cubicBezTo>
                      <a:pt x="17632" y="36137"/>
                      <a:pt x="17623" y="36120"/>
                      <a:pt x="17623" y="36104"/>
                    </a:cubicBezTo>
                    <a:lnTo>
                      <a:pt x="17623" y="36104"/>
                    </a:lnTo>
                    <a:cubicBezTo>
                      <a:pt x="17629" y="36105"/>
                      <a:pt x="17636" y="36106"/>
                      <a:pt x="17642" y="36106"/>
                    </a:cubicBezTo>
                    <a:cubicBezTo>
                      <a:pt x="17663" y="36106"/>
                      <a:pt x="17683" y="36096"/>
                      <a:pt x="17690" y="36070"/>
                    </a:cubicBezTo>
                    <a:cubicBezTo>
                      <a:pt x="17690" y="36029"/>
                      <a:pt x="17690" y="35988"/>
                      <a:pt x="17690" y="35938"/>
                    </a:cubicBezTo>
                    <a:cubicBezTo>
                      <a:pt x="17698" y="35930"/>
                      <a:pt x="17690" y="35921"/>
                      <a:pt x="17690" y="35913"/>
                    </a:cubicBezTo>
                    <a:cubicBezTo>
                      <a:pt x="17690" y="35880"/>
                      <a:pt x="17690" y="35847"/>
                      <a:pt x="17690" y="35814"/>
                    </a:cubicBezTo>
                    <a:cubicBezTo>
                      <a:pt x="17690" y="35731"/>
                      <a:pt x="17698" y="35640"/>
                      <a:pt x="17706" y="35557"/>
                    </a:cubicBezTo>
                    <a:cubicBezTo>
                      <a:pt x="17715" y="35399"/>
                      <a:pt x="17731" y="35242"/>
                      <a:pt x="17773" y="35093"/>
                    </a:cubicBezTo>
                    <a:cubicBezTo>
                      <a:pt x="17806" y="34977"/>
                      <a:pt x="17855" y="34869"/>
                      <a:pt x="17947" y="34786"/>
                    </a:cubicBezTo>
                    <a:cubicBezTo>
                      <a:pt x="18029" y="34712"/>
                      <a:pt x="18129" y="34662"/>
                      <a:pt x="18237" y="34629"/>
                    </a:cubicBezTo>
                    <a:cubicBezTo>
                      <a:pt x="18477" y="34546"/>
                      <a:pt x="18750" y="34529"/>
                      <a:pt x="18999" y="34496"/>
                    </a:cubicBezTo>
                    <a:cubicBezTo>
                      <a:pt x="19305" y="34463"/>
                      <a:pt x="19612" y="34438"/>
                      <a:pt x="19919" y="34430"/>
                    </a:cubicBezTo>
                    <a:cubicBezTo>
                      <a:pt x="20068" y="34422"/>
                      <a:pt x="20225" y="34422"/>
                      <a:pt x="20374" y="34413"/>
                    </a:cubicBezTo>
                    <a:cubicBezTo>
                      <a:pt x="20523" y="34413"/>
                      <a:pt x="20681" y="34413"/>
                      <a:pt x="20830" y="34405"/>
                    </a:cubicBezTo>
                    <a:cubicBezTo>
                      <a:pt x="20855" y="34405"/>
                      <a:pt x="20863" y="34388"/>
                      <a:pt x="20863" y="34372"/>
                    </a:cubicBezTo>
                    <a:cubicBezTo>
                      <a:pt x="21037" y="34430"/>
                      <a:pt x="21211" y="34480"/>
                      <a:pt x="21393" y="34496"/>
                    </a:cubicBezTo>
                    <a:cubicBezTo>
                      <a:pt x="21395" y="34497"/>
                      <a:pt x="21398" y="34497"/>
                      <a:pt x="21400" y="34497"/>
                    </a:cubicBezTo>
                    <a:cubicBezTo>
                      <a:pt x="21435" y="34497"/>
                      <a:pt x="21441" y="34429"/>
                      <a:pt x="21402" y="34422"/>
                    </a:cubicBezTo>
                    <a:cubicBezTo>
                      <a:pt x="21277" y="34388"/>
                      <a:pt x="21145" y="34355"/>
                      <a:pt x="21020" y="34314"/>
                    </a:cubicBezTo>
                    <a:cubicBezTo>
                      <a:pt x="20896" y="34272"/>
                      <a:pt x="20772" y="34231"/>
                      <a:pt x="20656" y="34173"/>
                    </a:cubicBezTo>
                    <a:cubicBezTo>
                      <a:pt x="20416" y="34065"/>
                      <a:pt x="20192" y="33933"/>
                      <a:pt x="19985" y="33775"/>
                    </a:cubicBezTo>
                    <a:cubicBezTo>
                      <a:pt x="19975" y="33769"/>
                      <a:pt x="19966" y="33766"/>
                      <a:pt x="19957" y="33766"/>
                    </a:cubicBezTo>
                    <a:cubicBezTo>
                      <a:pt x="19919" y="33766"/>
                      <a:pt x="19890" y="33816"/>
                      <a:pt x="19910" y="33850"/>
                    </a:cubicBezTo>
                    <a:cubicBezTo>
                      <a:pt x="19943" y="33924"/>
                      <a:pt x="19968" y="33991"/>
                      <a:pt x="20001" y="34065"/>
                    </a:cubicBezTo>
                    <a:cubicBezTo>
                      <a:pt x="19728" y="33949"/>
                      <a:pt x="19479" y="33775"/>
                      <a:pt x="19281" y="33560"/>
                    </a:cubicBezTo>
                    <a:cubicBezTo>
                      <a:pt x="19269" y="33548"/>
                      <a:pt x="19255" y="33543"/>
                      <a:pt x="19241" y="33543"/>
                    </a:cubicBezTo>
                    <a:cubicBezTo>
                      <a:pt x="19208" y="33543"/>
                      <a:pt x="19178" y="33574"/>
                      <a:pt x="19189" y="33610"/>
                    </a:cubicBezTo>
                    <a:cubicBezTo>
                      <a:pt x="19214" y="33668"/>
                      <a:pt x="19239" y="33734"/>
                      <a:pt x="19264" y="33800"/>
                    </a:cubicBezTo>
                    <a:cubicBezTo>
                      <a:pt x="19173" y="33750"/>
                      <a:pt x="19090" y="33692"/>
                      <a:pt x="19007" y="33634"/>
                    </a:cubicBezTo>
                    <a:cubicBezTo>
                      <a:pt x="18568" y="33320"/>
                      <a:pt x="18228" y="32905"/>
                      <a:pt x="17980" y="32433"/>
                    </a:cubicBezTo>
                    <a:cubicBezTo>
                      <a:pt x="17972" y="32422"/>
                      <a:pt x="17960" y="32418"/>
                      <a:pt x="17949" y="32418"/>
                    </a:cubicBezTo>
                    <a:cubicBezTo>
                      <a:pt x="17925" y="32418"/>
                      <a:pt x="17902" y="32438"/>
                      <a:pt x="17913" y="32466"/>
                    </a:cubicBezTo>
                    <a:cubicBezTo>
                      <a:pt x="17971" y="32607"/>
                      <a:pt x="18046" y="32740"/>
                      <a:pt x="18129" y="32872"/>
                    </a:cubicBezTo>
                    <a:cubicBezTo>
                      <a:pt x="18427" y="33328"/>
                      <a:pt x="18850" y="33709"/>
                      <a:pt x="19330" y="33958"/>
                    </a:cubicBezTo>
                    <a:cubicBezTo>
                      <a:pt x="19340" y="33963"/>
                      <a:pt x="19351" y="33966"/>
                      <a:pt x="19361" y="33966"/>
                    </a:cubicBezTo>
                    <a:cubicBezTo>
                      <a:pt x="19395" y="33966"/>
                      <a:pt x="19426" y="33938"/>
                      <a:pt x="19413" y="33900"/>
                    </a:cubicBezTo>
                    <a:cubicBezTo>
                      <a:pt x="19397" y="33866"/>
                      <a:pt x="19388" y="33833"/>
                      <a:pt x="19372" y="33800"/>
                    </a:cubicBezTo>
                    <a:lnTo>
                      <a:pt x="19372" y="33800"/>
                    </a:lnTo>
                    <a:cubicBezTo>
                      <a:pt x="19579" y="33982"/>
                      <a:pt x="19827" y="34123"/>
                      <a:pt x="20084" y="34214"/>
                    </a:cubicBezTo>
                    <a:cubicBezTo>
                      <a:pt x="20090" y="34216"/>
                      <a:pt x="20096" y="34217"/>
                      <a:pt x="20101" y="34217"/>
                    </a:cubicBezTo>
                    <a:cubicBezTo>
                      <a:pt x="20141" y="34217"/>
                      <a:pt x="20165" y="34168"/>
                      <a:pt x="20150" y="34132"/>
                    </a:cubicBezTo>
                    <a:cubicBezTo>
                      <a:pt x="20126" y="34082"/>
                      <a:pt x="20101" y="34032"/>
                      <a:pt x="20076" y="33982"/>
                    </a:cubicBezTo>
                    <a:lnTo>
                      <a:pt x="20076" y="33982"/>
                    </a:lnTo>
                    <a:cubicBezTo>
                      <a:pt x="20250" y="34098"/>
                      <a:pt x="20432" y="34198"/>
                      <a:pt x="20614" y="34272"/>
                    </a:cubicBezTo>
                    <a:cubicBezTo>
                      <a:pt x="20664" y="34297"/>
                      <a:pt x="20714" y="34314"/>
                      <a:pt x="20755" y="34330"/>
                    </a:cubicBezTo>
                    <a:cubicBezTo>
                      <a:pt x="20606" y="34322"/>
                      <a:pt x="20449" y="34322"/>
                      <a:pt x="20291" y="34322"/>
                    </a:cubicBezTo>
                    <a:cubicBezTo>
                      <a:pt x="20109" y="34322"/>
                      <a:pt x="19935" y="34322"/>
                      <a:pt x="19753" y="34339"/>
                    </a:cubicBezTo>
                    <a:cubicBezTo>
                      <a:pt x="19438" y="34347"/>
                      <a:pt x="19131" y="34372"/>
                      <a:pt x="18817" y="34413"/>
                    </a:cubicBezTo>
                    <a:cubicBezTo>
                      <a:pt x="18560" y="34438"/>
                      <a:pt x="18295" y="34463"/>
                      <a:pt x="18063" y="34579"/>
                    </a:cubicBezTo>
                    <a:cubicBezTo>
                      <a:pt x="17955" y="34620"/>
                      <a:pt x="17864" y="34695"/>
                      <a:pt x="17789" y="34786"/>
                    </a:cubicBezTo>
                    <a:cubicBezTo>
                      <a:pt x="17706" y="34894"/>
                      <a:pt x="17665" y="35026"/>
                      <a:pt x="17632" y="35159"/>
                    </a:cubicBezTo>
                    <a:cubicBezTo>
                      <a:pt x="17615" y="35242"/>
                      <a:pt x="17607" y="35333"/>
                      <a:pt x="17599" y="35416"/>
                    </a:cubicBezTo>
                    <a:cubicBezTo>
                      <a:pt x="17582" y="35424"/>
                      <a:pt x="17574" y="35432"/>
                      <a:pt x="17574" y="35449"/>
                    </a:cubicBezTo>
                    <a:cubicBezTo>
                      <a:pt x="17582" y="35474"/>
                      <a:pt x="17516" y="35540"/>
                      <a:pt x="17499" y="35557"/>
                    </a:cubicBezTo>
                    <a:cubicBezTo>
                      <a:pt x="17474" y="35582"/>
                      <a:pt x="17449" y="35606"/>
                      <a:pt x="17416" y="35631"/>
                    </a:cubicBezTo>
                    <a:cubicBezTo>
                      <a:pt x="17368" y="35666"/>
                      <a:pt x="17308" y="35683"/>
                      <a:pt x="17246" y="35683"/>
                    </a:cubicBezTo>
                    <a:cubicBezTo>
                      <a:pt x="17234" y="35683"/>
                      <a:pt x="17222" y="35682"/>
                      <a:pt x="17209" y="35681"/>
                    </a:cubicBezTo>
                    <a:cubicBezTo>
                      <a:pt x="17135" y="35673"/>
                      <a:pt x="17060" y="35656"/>
                      <a:pt x="16985" y="35648"/>
                    </a:cubicBezTo>
                    <a:cubicBezTo>
                      <a:pt x="16951" y="35640"/>
                      <a:pt x="16913" y="35634"/>
                      <a:pt x="16875" y="35634"/>
                    </a:cubicBezTo>
                    <a:cubicBezTo>
                      <a:pt x="16832" y="35634"/>
                      <a:pt x="16789" y="35642"/>
                      <a:pt x="16753" y="35664"/>
                    </a:cubicBezTo>
                    <a:cubicBezTo>
                      <a:pt x="16729" y="35681"/>
                      <a:pt x="16729" y="35722"/>
                      <a:pt x="16762" y="35731"/>
                    </a:cubicBezTo>
                    <a:cubicBezTo>
                      <a:pt x="16811" y="35739"/>
                      <a:pt x="16853" y="35739"/>
                      <a:pt x="16903" y="35739"/>
                    </a:cubicBezTo>
                    <a:cubicBezTo>
                      <a:pt x="16919" y="35739"/>
                      <a:pt x="16936" y="35739"/>
                      <a:pt x="16952" y="35747"/>
                    </a:cubicBezTo>
                    <a:cubicBezTo>
                      <a:pt x="16936" y="35780"/>
                      <a:pt x="16919" y="35814"/>
                      <a:pt x="16894" y="35838"/>
                    </a:cubicBezTo>
                    <a:cubicBezTo>
                      <a:pt x="16720" y="36062"/>
                      <a:pt x="16397" y="36062"/>
                      <a:pt x="16140" y="36087"/>
                    </a:cubicBezTo>
                    <a:cubicBezTo>
                      <a:pt x="15817" y="36112"/>
                      <a:pt x="15502" y="36137"/>
                      <a:pt x="15179" y="36162"/>
                    </a:cubicBezTo>
                    <a:cubicBezTo>
                      <a:pt x="14541" y="36211"/>
                      <a:pt x="13895" y="36244"/>
                      <a:pt x="13249" y="36269"/>
                    </a:cubicBezTo>
                    <a:cubicBezTo>
                      <a:pt x="12611" y="36294"/>
                      <a:pt x="11973" y="36311"/>
                      <a:pt x="11335" y="36319"/>
                    </a:cubicBezTo>
                    <a:lnTo>
                      <a:pt x="10854" y="36319"/>
                    </a:lnTo>
                    <a:cubicBezTo>
                      <a:pt x="10780" y="36319"/>
                      <a:pt x="10703" y="36321"/>
                      <a:pt x="10626" y="36321"/>
                    </a:cubicBezTo>
                    <a:cubicBezTo>
                      <a:pt x="10550" y="36321"/>
                      <a:pt x="10473" y="36319"/>
                      <a:pt x="10398" y="36311"/>
                    </a:cubicBezTo>
                    <a:cubicBezTo>
                      <a:pt x="10282" y="36294"/>
                      <a:pt x="10183" y="36253"/>
                      <a:pt x="10117" y="36153"/>
                    </a:cubicBezTo>
                    <a:cubicBezTo>
                      <a:pt x="10050" y="36070"/>
                      <a:pt x="10026" y="35963"/>
                      <a:pt x="10034" y="35863"/>
                    </a:cubicBezTo>
                    <a:cubicBezTo>
                      <a:pt x="10042" y="35623"/>
                      <a:pt x="10224" y="35449"/>
                      <a:pt x="10423" y="35350"/>
                    </a:cubicBezTo>
                    <a:cubicBezTo>
                      <a:pt x="10688" y="35217"/>
                      <a:pt x="10987" y="35234"/>
                      <a:pt x="11268" y="35217"/>
                    </a:cubicBezTo>
                    <a:cubicBezTo>
                      <a:pt x="11318" y="35217"/>
                      <a:pt x="11318" y="35142"/>
                      <a:pt x="11268" y="35134"/>
                    </a:cubicBezTo>
                    <a:cubicBezTo>
                      <a:pt x="11186" y="35126"/>
                      <a:pt x="11111" y="35118"/>
                      <a:pt x="11028" y="35118"/>
                    </a:cubicBezTo>
                    <a:cubicBezTo>
                      <a:pt x="10746" y="35118"/>
                      <a:pt x="10440" y="35167"/>
                      <a:pt x="10208" y="35341"/>
                    </a:cubicBezTo>
                    <a:cubicBezTo>
                      <a:pt x="10017" y="35482"/>
                      <a:pt x="9901" y="35698"/>
                      <a:pt x="9918" y="35930"/>
                    </a:cubicBezTo>
                    <a:lnTo>
                      <a:pt x="9901" y="35930"/>
                    </a:lnTo>
                    <a:cubicBezTo>
                      <a:pt x="9893" y="35905"/>
                      <a:pt x="9885" y="35880"/>
                      <a:pt x="9876" y="35863"/>
                    </a:cubicBezTo>
                    <a:cubicBezTo>
                      <a:pt x="9860" y="35822"/>
                      <a:pt x="9843" y="35780"/>
                      <a:pt x="9827" y="35739"/>
                    </a:cubicBezTo>
                    <a:cubicBezTo>
                      <a:pt x="9802" y="35648"/>
                      <a:pt x="9785" y="35565"/>
                      <a:pt x="9777" y="35474"/>
                    </a:cubicBezTo>
                    <a:cubicBezTo>
                      <a:pt x="9769" y="35341"/>
                      <a:pt x="9794" y="35209"/>
                      <a:pt x="9852" y="35093"/>
                    </a:cubicBezTo>
                    <a:cubicBezTo>
                      <a:pt x="9926" y="34968"/>
                      <a:pt x="10042" y="34902"/>
                      <a:pt x="10175" y="34869"/>
                    </a:cubicBezTo>
                    <a:cubicBezTo>
                      <a:pt x="10249" y="34844"/>
                      <a:pt x="10324" y="34828"/>
                      <a:pt x="10398" y="34819"/>
                    </a:cubicBezTo>
                    <a:cubicBezTo>
                      <a:pt x="10430" y="34813"/>
                      <a:pt x="10461" y="34810"/>
                      <a:pt x="10491" y="34810"/>
                    </a:cubicBezTo>
                    <a:cubicBezTo>
                      <a:pt x="10540" y="34810"/>
                      <a:pt x="10588" y="34817"/>
                      <a:pt x="10639" y="34828"/>
                    </a:cubicBezTo>
                    <a:cubicBezTo>
                      <a:pt x="10804" y="34869"/>
                      <a:pt x="10970" y="34902"/>
                      <a:pt x="11136" y="34944"/>
                    </a:cubicBezTo>
                    <a:cubicBezTo>
                      <a:pt x="11138" y="34944"/>
                      <a:pt x="11141" y="34944"/>
                      <a:pt x="11143" y="34944"/>
                    </a:cubicBezTo>
                    <a:cubicBezTo>
                      <a:pt x="11180" y="34944"/>
                      <a:pt x="11199" y="34885"/>
                      <a:pt x="11152" y="34877"/>
                    </a:cubicBezTo>
                    <a:cubicBezTo>
                      <a:pt x="11053" y="34844"/>
                      <a:pt x="10954" y="34811"/>
                      <a:pt x="10846" y="34778"/>
                    </a:cubicBezTo>
                    <a:cubicBezTo>
                      <a:pt x="10755" y="34753"/>
                      <a:pt x="10655" y="34720"/>
                      <a:pt x="10548" y="34703"/>
                    </a:cubicBezTo>
                    <a:cubicBezTo>
                      <a:pt x="10525" y="34701"/>
                      <a:pt x="10503" y="34700"/>
                      <a:pt x="10480" y="34700"/>
                    </a:cubicBezTo>
                    <a:cubicBezTo>
                      <a:pt x="10417" y="34700"/>
                      <a:pt x="10351" y="34708"/>
                      <a:pt x="10291" y="34720"/>
                    </a:cubicBezTo>
                    <a:cubicBezTo>
                      <a:pt x="10208" y="34736"/>
                      <a:pt x="10133" y="34753"/>
                      <a:pt x="10050" y="34786"/>
                    </a:cubicBezTo>
                    <a:cubicBezTo>
                      <a:pt x="10009" y="34803"/>
                      <a:pt x="9968" y="34828"/>
                      <a:pt x="9926" y="34852"/>
                    </a:cubicBezTo>
                    <a:cubicBezTo>
                      <a:pt x="9943" y="34819"/>
                      <a:pt x="9951" y="34778"/>
                      <a:pt x="9959" y="34745"/>
                    </a:cubicBezTo>
                    <a:cubicBezTo>
                      <a:pt x="9984" y="34687"/>
                      <a:pt x="10017" y="34637"/>
                      <a:pt x="10050" y="34587"/>
                    </a:cubicBezTo>
                    <a:cubicBezTo>
                      <a:pt x="10150" y="34472"/>
                      <a:pt x="10293" y="34436"/>
                      <a:pt x="10439" y="34436"/>
                    </a:cubicBezTo>
                    <a:cubicBezTo>
                      <a:pt x="10535" y="34436"/>
                      <a:pt x="10633" y="34452"/>
                      <a:pt x="10722" y="34471"/>
                    </a:cubicBezTo>
                    <a:cubicBezTo>
                      <a:pt x="10838" y="34504"/>
                      <a:pt x="10954" y="34529"/>
                      <a:pt x="11070" y="34562"/>
                    </a:cubicBezTo>
                    <a:cubicBezTo>
                      <a:pt x="11078" y="34571"/>
                      <a:pt x="11086" y="34571"/>
                      <a:pt x="11094" y="34571"/>
                    </a:cubicBezTo>
                    <a:lnTo>
                      <a:pt x="11111" y="34571"/>
                    </a:lnTo>
                    <a:cubicBezTo>
                      <a:pt x="11260" y="34612"/>
                      <a:pt x="11401" y="34654"/>
                      <a:pt x="11550" y="34687"/>
                    </a:cubicBezTo>
                    <a:cubicBezTo>
                      <a:pt x="11553" y="34687"/>
                      <a:pt x="11556" y="34687"/>
                      <a:pt x="11559" y="34687"/>
                    </a:cubicBezTo>
                    <a:cubicBezTo>
                      <a:pt x="11602" y="34687"/>
                      <a:pt x="11614" y="34628"/>
                      <a:pt x="11567" y="34612"/>
                    </a:cubicBezTo>
                    <a:lnTo>
                      <a:pt x="11567" y="34612"/>
                    </a:lnTo>
                    <a:lnTo>
                      <a:pt x="11699" y="34637"/>
                    </a:lnTo>
                    <a:cubicBezTo>
                      <a:pt x="11890" y="34662"/>
                      <a:pt x="12089" y="34687"/>
                      <a:pt x="12279" y="34703"/>
                    </a:cubicBezTo>
                    <a:cubicBezTo>
                      <a:pt x="12501" y="34719"/>
                      <a:pt x="12722" y="34728"/>
                      <a:pt x="12943" y="34728"/>
                    </a:cubicBezTo>
                    <a:cubicBezTo>
                      <a:pt x="13409" y="34728"/>
                      <a:pt x="13873" y="34691"/>
                      <a:pt x="14334" y="34612"/>
                    </a:cubicBezTo>
                    <a:cubicBezTo>
                      <a:pt x="14674" y="34554"/>
                      <a:pt x="15013" y="34471"/>
                      <a:pt x="15345" y="34372"/>
                    </a:cubicBezTo>
                    <a:cubicBezTo>
                      <a:pt x="15419" y="34347"/>
                      <a:pt x="15486" y="34322"/>
                      <a:pt x="15544" y="34264"/>
                    </a:cubicBezTo>
                    <a:cubicBezTo>
                      <a:pt x="15585" y="34223"/>
                      <a:pt x="15602" y="34165"/>
                      <a:pt x="15610" y="34098"/>
                    </a:cubicBezTo>
                    <a:cubicBezTo>
                      <a:pt x="15618" y="34082"/>
                      <a:pt x="15618" y="34057"/>
                      <a:pt x="15618" y="34040"/>
                    </a:cubicBezTo>
                    <a:cubicBezTo>
                      <a:pt x="15627" y="34074"/>
                      <a:pt x="15643" y="34098"/>
                      <a:pt x="15668" y="34132"/>
                    </a:cubicBezTo>
                    <a:cubicBezTo>
                      <a:pt x="15676" y="34145"/>
                      <a:pt x="15688" y="34151"/>
                      <a:pt x="15699" y="34151"/>
                    </a:cubicBezTo>
                    <a:cubicBezTo>
                      <a:pt x="15724" y="34151"/>
                      <a:pt x="15748" y="34126"/>
                      <a:pt x="15743" y="34098"/>
                    </a:cubicBezTo>
                    <a:cubicBezTo>
                      <a:pt x="15726" y="34007"/>
                      <a:pt x="15718" y="33916"/>
                      <a:pt x="15685" y="33833"/>
                    </a:cubicBezTo>
                    <a:cubicBezTo>
                      <a:pt x="15681" y="33819"/>
                      <a:pt x="15669" y="33812"/>
                      <a:pt x="15658" y="33812"/>
                    </a:cubicBezTo>
                    <a:cubicBezTo>
                      <a:pt x="15642" y="33812"/>
                      <a:pt x="15627" y="33823"/>
                      <a:pt x="15627" y="33842"/>
                    </a:cubicBezTo>
                    <a:cubicBezTo>
                      <a:pt x="15627" y="33850"/>
                      <a:pt x="15627" y="33858"/>
                      <a:pt x="15627" y="33866"/>
                    </a:cubicBezTo>
                    <a:cubicBezTo>
                      <a:pt x="15602" y="33792"/>
                      <a:pt x="15585" y="33717"/>
                      <a:pt x="15560" y="33651"/>
                    </a:cubicBezTo>
                    <a:cubicBezTo>
                      <a:pt x="15560" y="33643"/>
                      <a:pt x="15560" y="33643"/>
                      <a:pt x="15552" y="33634"/>
                    </a:cubicBezTo>
                    <a:cubicBezTo>
                      <a:pt x="15547" y="33618"/>
                      <a:pt x="15536" y="33612"/>
                      <a:pt x="15524" y="33612"/>
                    </a:cubicBezTo>
                    <a:cubicBezTo>
                      <a:pt x="15500" y="33612"/>
                      <a:pt x="15472" y="33640"/>
                      <a:pt x="15477" y="33668"/>
                    </a:cubicBezTo>
                    <a:cubicBezTo>
                      <a:pt x="15477" y="33676"/>
                      <a:pt x="15477" y="33684"/>
                      <a:pt x="15477" y="33684"/>
                    </a:cubicBezTo>
                    <a:cubicBezTo>
                      <a:pt x="15477" y="33692"/>
                      <a:pt x="15469" y="33701"/>
                      <a:pt x="15461" y="33701"/>
                    </a:cubicBezTo>
                    <a:cubicBezTo>
                      <a:pt x="15444" y="33701"/>
                      <a:pt x="15428" y="33684"/>
                      <a:pt x="15419" y="33676"/>
                    </a:cubicBezTo>
                    <a:cubicBezTo>
                      <a:pt x="15395" y="33643"/>
                      <a:pt x="15378" y="33601"/>
                      <a:pt x="15370" y="33560"/>
                    </a:cubicBezTo>
                    <a:cubicBezTo>
                      <a:pt x="15337" y="33477"/>
                      <a:pt x="15320" y="33386"/>
                      <a:pt x="15295" y="33303"/>
                    </a:cubicBezTo>
                    <a:cubicBezTo>
                      <a:pt x="15262" y="33179"/>
                      <a:pt x="15229" y="33054"/>
                      <a:pt x="15163" y="32947"/>
                    </a:cubicBezTo>
                    <a:cubicBezTo>
                      <a:pt x="15171" y="32930"/>
                      <a:pt x="15171" y="32905"/>
                      <a:pt x="15171" y="32889"/>
                    </a:cubicBezTo>
                    <a:cubicBezTo>
                      <a:pt x="15179" y="32905"/>
                      <a:pt x="15187" y="32922"/>
                      <a:pt x="15196" y="32938"/>
                    </a:cubicBezTo>
                    <a:cubicBezTo>
                      <a:pt x="15204" y="32952"/>
                      <a:pt x="15215" y="32957"/>
                      <a:pt x="15225" y="32957"/>
                    </a:cubicBezTo>
                    <a:cubicBezTo>
                      <a:pt x="15246" y="32957"/>
                      <a:pt x="15265" y="32933"/>
                      <a:pt x="15254" y="32905"/>
                    </a:cubicBezTo>
                    <a:cubicBezTo>
                      <a:pt x="15221" y="32847"/>
                      <a:pt x="15187" y="32781"/>
                      <a:pt x="15163" y="32715"/>
                    </a:cubicBezTo>
                    <a:cubicBezTo>
                      <a:pt x="15155" y="32697"/>
                      <a:pt x="15141" y="32688"/>
                      <a:pt x="15126" y="32688"/>
                    </a:cubicBezTo>
                    <a:cubicBezTo>
                      <a:pt x="15107" y="32688"/>
                      <a:pt x="15088" y="32703"/>
                      <a:pt x="15088" y="32731"/>
                    </a:cubicBezTo>
                    <a:cubicBezTo>
                      <a:pt x="15080" y="32764"/>
                      <a:pt x="15080" y="32798"/>
                      <a:pt x="15080" y="32831"/>
                    </a:cubicBezTo>
                    <a:cubicBezTo>
                      <a:pt x="15073" y="32824"/>
                      <a:pt x="15065" y="32821"/>
                      <a:pt x="15058" y="32821"/>
                    </a:cubicBezTo>
                    <a:cubicBezTo>
                      <a:pt x="15039" y="32821"/>
                      <a:pt x="15022" y="32840"/>
                      <a:pt x="15022" y="32864"/>
                    </a:cubicBezTo>
                    <a:cubicBezTo>
                      <a:pt x="14939" y="32756"/>
                      <a:pt x="14873" y="32640"/>
                      <a:pt x="14823" y="32516"/>
                    </a:cubicBezTo>
                    <a:cubicBezTo>
                      <a:pt x="14816" y="32489"/>
                      <a:pt x="14797" y="32477"/>
                      <a:pt x="14778" y="32477"/>
                    </a:cubicBezTo>
                    <a:cubicBezTo>
                      <a:pt x="14750" y="32477"/>
                      <a:pt x="14722" y="32502"/>
                      <a:pt x="14732" y="32541"/>
                    </a:cubicBezTo>
                    <a:cubicBezTo>
                      <a:pt x="14740" y="32566"/>
                      <a:pt x="14740" y="32599"/>
                      <a:pt x="14740" y="32632"/>
                    </a:cubicBezTo>
                    <a:cubicBezTo>
                      <a:pt x="14666" y="32541"/>
                      <a:pt x="14608" y="32441"/>
                      <a:pt x="14550" y="32334"/>
                    </a:cubicBezTo>
                    <a:cubicBezTo>
                      <a:pt x="14516" y="32259"/>
                      <a:pt x="14492" y="32193"/>
                      <a:pt x="14467" y="32118"/>
                    </a:cubicBezTo>
                    <a:cubicBezTo>
                      <a:pt x="14442" y="32044"/>
                      <a:pt x="14425" y="31969"/>
                      <a:pt x="14392" y="31903"/>
                    </a:cubicBezTo>
                    <a:cubicBezTo>
                      <a:pt x="14385" y="31890"/>
                      <a:pt x="14375" y="31884"/>
                      <a:pt x="14365" y="31884"/>
                    </a:cubicBezTo>
                    <a:cubicBezTo>
                      <a:pt x="14349" y="31884"/>
                      <a:pt x="14334" y="31896"/>
                      <a:pt x="14334" y="31911"/>
                    </a:cubicBezTo>
                    <a:cubicBezTo>
                      <a:pt x="14334" y="31952"/>
                      <a:pt x="14334" y="31986"/>
                      <a:pt x="14342" y="32027"/>
                    </a:cubicBezTo>
                    <a:cubicBezTo>
                      <a:pt x="14293" y="31936"/>
                      <a:pt x="14235" y="31836"/>
                      <a:pt x="14185" y="31745"/>
                    </a:cubicBezTo>
                    <a:cubicBezTo>
                      <a:pt x="14177" y="31729"/>
                      <a:pt x="14164" y="31723"/>
                      <a:pt x="14152" y="31723"/>
                    </a:cubicBezTo>
                    <a:cubicBezTo>
                      <a:pt x="14139" y="31723"/>
                      <a:pt x="14127" y="31729"/>
                      <a:pt x="14119" y="31737"/>
                    </a:cubicBezTo>
                    <a:cubicBezTo>
                      <a:pt x="14044" y="31621"/>
                      <a:pt x="13978" y="31505"/>
                      <a:pt x="13912" y="31389"/>
                    </a:cubicBezTo>
                    <a:cubicBezTo>
                      <a:pt x="13837" y="31248"/>
                      <a:pt x="13762" y="31116"/>
                      <a:pt x="13696" y="30983"/>
                    </a:cubicBezTo>
                    <a:cubicBezTo>
                      <a:pt x="13638" y="30842"/>
                      <a:pt x="13580" y="30701"/>
                      <a:pt x="13539" y="30561"/>
                    </a:cubicBezTo>
                    <a:cubicBezTo>
                      <a:pt x="13489" y="30420"/>
                      <a:pt x="13456" y="30271"/>
                      <a:pt x="13431" y="30121"/>
                    </a:cubicBezTo>
                    <a:cubicBezTo>
                      <a:pt x="13406" y="29997"/>
                      <a:pt x="13373" y="29865"/>
                      <a:pt x="13414" y="29740"/>
                    </a:cubicBezTo>
                    <a:lnTo>
                      <a:pt x="13414" y="29740"/>
                    </a:lnTo>
                    <a:cubicBezTo>
                      <a:pt x="13456" y="29757"/>
                      <a:pt x="13497" y="29773"/>
                      <a:pt x="13539" y="29782"/>
                    </a:cubicBezTo>
                    <a:cubicBezTo>
                      <a:pt x="14019" y="29939"/>
                      <a:pt x="14508" y="30055"/>
                      <a:pt x="15005" y="30138"/>
                    </a:cubicBezTo>
                    <a:cubicBezTo>
                      <a:pt x="15010" y="30139"/>
                      <a:pt x="15014" y="30140"/>
                      <a:pt x="15018" y="30140"/>
                    </a:cubicBezTo>
                    <a:cubicBezTo>
                      <a:pt x="15044" y="30140"/>
                      <a:pt x="15063" y="30117"/>
                      <a:pt x="15063" y="30088"/>
                    </a:cubicBezTo>
                    <a:cubicBezTo>
                      <a:pt x="15063" y="30063"/>
                      <a:pt x="15063" y="30039"/>
                      <a:pt x="15071" y="30005"/>
                    </a:cubicBezTo>
                    <a:cubicBezTo>
                      <a:pt x="15270" y="30088"/>
                      <a:pt x="15469" y="30163"/>
                      <a:pt x="15676" y="30229"/>
                    </a:cubicBezTo>
                    <a:cubicBezTo>
                      <a:pt x="15701" y="30287"/>
                      <a:pt x="15726" y="30345"/>
                      <a:pt x="15759" y="30403"/>
                    </a:cubicBezTo>
                    <a:cubicBezTo>
                      <a:pt x="15762" y="30412"/>
                      <a:pt x="15769" y="30415"/>
                      <a:pt x="15776" y="30415"/>
                    </a:cubicBezTo>
                    <a:cubicBezTo>
                      <a:pt x="15790" y="30415"/>
                      <a:pt x="15806" y="30403"/>
                      <a:pt x="15801" y="30387"/>
                    </a:cubicBezTo>
                    <a:cubicBezTo>
                      <a:pt x="15784" y="30337"/>
                      <a:pt x="15767" y="30287"/>
                      <a:pt x="15751" y="30237"/>
                    </a:cubicBezTo>
                    <a:cubicBezTo>
                      <a:pt x="15776" y="30229"/>
                      <a:pt x="15776" y="30196"/>
                      <a:pt x="15751" y="30188"/>
                    </a:cubicBezTo>
                    <a:cubicBezTo>
                      <a:pt x="15751" y="30188"/>
                      <a:pt x="15743" y="30188"/>
                      <a:pt x="15734" y="30179"/>
                    </a:cubicBezTo>
                    <a:cubicBezTo>
                      <a:pt x="15685" y="29989"/>
                      <a:pt x="15643" y="29790"/>
                      <a:pt x="15627" y="29591"/>
                    </a:cubicBezTo>
                    <a:cubicBezTo>
                      <a:pt x="15585" y="29135"/>
                      <a:pt x="15660" y="28663"/>
                      <a:pt x="15842" y="28241"/>
                    </a:cubicBezTo>
                    <a:cubicBezTo>
                      <a:pt x="15933" y="28042"/>
                      <a:pt x="16041" y="27851"/>
                      <a:pt x="16165" y="27677"/>
                    </a:cubicBezTo>
                    <a:cubicBezTo>
                      <a:pt x="16231" y="27594"/>
                      <a:pt x="16298" y="27503"/>
                      <a:pt x="16372" y="27429"/>
                    </a:cubicBezTo>
                    <a:cubicBezTo>
                      <a:pt x="16447" y="27346"/>
                      <a:pt x="16530" y="27271"/>
                      <a:pt x="16596" y="27188"/>
                    </a:cubicBezTo>
                    <a:cubicBezTo>
                      <a:pt x="16596" y="27188"/>
                      <a:pt x="16596" y="27188"/>
                      <a:pt x="16596" y="27180"/>
                    </a:cubicBezTo>
                    <a:cubicBezTo>
                      <a:pt x="16878" y="27064"/>
                      <a:pt x="17168" y="26989"/>
                      <a:pt x="17466" y="26940"/>
                    </a:cubicBezTo>
                    <a:cubicBezTo>
                      <a:pt x="17698" y="26907"/>
                      <a:pt x="17938" y="26882"/>
                      <a:pt x="18179" y="26873"/>
                    </a:cubicBezTo>
                    <a:lnTo>
                      <a:pt x="18535" y="26873"/>
                    </a:lnTo>
                    <a:cubicBezTo>
                      <a:pt x="18612" y="26873"/>
                      <a:pt x="18689" y="26877"/>
                      <a:pt x="18769" y="26877"/>
                    </a:cubicBezTo>
                    <a:cubicBezTo>
                      <a:pt x="18809" y="26877"/>
                      <a:pt x="18850" y="26876"/>
                      <a:pt x="18891" y="26873"/>
                    </a:cubicBezTo>
                    <a:cubicBezTo>
                      <a:pt x="18916" y="26873"/>
                      <a:pt x="18924" y="26832"/>
                      <a:pt x="18899" y="26824"/>
                    </a:cubicBezTo>
                    <a:cubicBezTo>
                      <a:pt x="18759" y="26791"/>
                      <a:pt x="18609" y="26791"/>
                      <a:pt x="18477" y="26782"/>
                    </a:cubicBezTo>
                    <a:cubicBezTo>
                      <a:pt x="18427" y="26780"/>
                      <a:pt x="18378" y="26779"/>
                      <a:pt x="18330" y="26779"/>
                    </a:cubicBezTo>
                    <a:cubicBezTo>
                      <a:pt x="18234" y="26779"/>
                      <a:pt x="18140" y="26782"/>
                      <a:pt x="18046" y="26782"/>
                    </a:cubicBezTo>
                    <a:cubicBezTo>
                      <a:pt x="17549" y="26807"/>
                      <a:pt x="17043" y="26898"/>
                      <a:pt x="16579" y="27089"/>
                    </a:cubicBezTo>
                    <a:cubicBezTo>
                      <a:pt x="16356" y="27180"/>
                      <a:pt x="16140" y="27296"/>
                      <a:pt x="15941" y="27445"/>
                    </a:cubicBezTo>
                    <a:cubicBezTo>
                      <a:pt x="15842" y="27520"/>
                      <a:pt x="15726" y="27594"/>
                      <a:pt x="15668" y="27710"/>
                    </a:cubicBezTo>
                    <a:cubicBezTo>
                      <a:pt x="15627" y="27810"/>
                      <a:pt x="15627" y="27934"/>
                      <a:pt x="15701" y="28017"/>
                    </a:cubicBezTo>
                    <a:cubicBezTo>
                      <a:pt x="15707" y="28023"/>
                      <a:pt x="15714" y="28026"/>
                      <a:pt x="15720" y="28026"/>
                    </a:cubicBezTo>
                    <a:cubicBezTo>
                      <a:pt x="15739" y="28026"/>
                      <a:pt x="15753" y="28002"/>
                      <a:pt x="15734" y="27984"/>
                    </a:cubicBezTo>
                    <a:cubicBezTo>
                      <a:pt x="15643" y="27868"/>
                      <a:pt x="15743" y="27719"/>
                      <a:pt x="15834" y="27636"/>
                    </a:cubicBezTo>
                    <a:cubicBezTo>
                      <a:pt x="15933" y="27545"/>
                      <a:pt x="16041" y="27470"/>
                      <a:pt x="16157" y="27404"/>
                    </a:cubicBezTo>
                    <a:cubicBezTo>
                      <a:pt x="16215" y="27371"/>
                      <a:pt x="16281" y="27329"/>
                      <a:pt x="16347" y="27296"/>
                    </a:cubicBezTo>
                    <a:lnTo>
                      <a:pt x="16347" y="27296"/>
                    </a:lnTo>
                    <a:cubicBezTo>
                      <a:pt x="16323" y="27329"/>
                      <a:pt x="16289" y="27354"/>
                      <a:pt x="16265" y="27387"/>
                    </a:cubicBezTo>
                    <a:cubicBezTo>
                      <a:pt x="16182" y="27478"/>
                      <a:pt x="16099" y="27569"/>
                      <a:pt x="16024" y="27677"/>
                    </a:cubicBezTo>
                    <a:cubicBezTo>
                      <a:pt x="15759" y="28050"/>
                      <a:pt x="15585" y="28489"/>
                      <a:pt x="15535" y="28945"/>
                    </a:cubicBezTo>
                    <a:cubicBezTo>
                      <a:pt x="15486" y="29343"/>
                      <a:pt x="15519" y="29757"/>
                      <a:pt x="15643" y="30138"/>
                    </a:cubicBezTo>
                    <a:cubicBezTo>
                      <a:pt x="15444" y="30047"/>
                      <a:pt x="15237" y="29964"/>
                      <a:pt x="15030" y="29889"/>
                    </a:cubicBezTo>
                    <a:cubicBezTo>
                      <a:pt x="15026" y="29886"/>
                      <a:pt x="15021" y="29885"/>
                      <a:pt x="15016" y="29885"/>
                    </a:cubicBezTo>
                    <a:cubicBezTo>
                      <a:pt x="14994" y="29885"/>
                      <a:pt x="14972" y="29912"/>
                      <a:pt x="14972" y="29939"/>
                    </a:cubicBezTo>
                    <a:cubicBezTo>
                      <a:pt x="14972" y="29964"/>
                      <a:pt x="14972" y="29997"/>
                      <a:pt x="14964" y="30030"/>
                    </a:cubicBezTo>
                    <a:cubicBezTo>
                      <a:pt x="14616" y="29972"/>
                      <a:pt x="14276" y="29889"/>
                      <a:pt x="13936" y="29790"/>
                    </a:cubicBezTo>
                    <a:cubicBezTo>
                      <a:pt x="13771" y="29740"/>
                      <a:pt x="13613" y="29691"/>
                      <a:pt x="13456" y="29633"/>
                    </a:cubicBezTo>
                    <a:cubicBezTo>
                      <a:pt x="13381" y="29608"/>
                      <a:pt x="13307" y="29575"/>
                      <a:pt x="13224" y="29550"/>
                    </a:cubicBezTo>
                    <a:cubicBezTo>
                      <a:pt x="13207" y="29541"/>
                      <a:pt x="13182" y="29525"/>
                      <a:pt x="13158" y="29525"/>
                    </a:cubicBezTo>
                    <a:cubicBezTo>
                      <a:pt x="13141" y="29525"/>
                      <a:pt x="13124" y="29533"/>
                      <a:pt x="13108" y="29533"/>
                    </a:cubicBezTo>
                    <a:cubicBezTo>
                      <a:pt x="13101" y="29535"/>
                      <a:pt x="13095" y="29535"/>
                      <a:pt x="13088" y="29535"/>
                    </a:cubicBezTo>
                    <a:cubicBezTo>
                      <a:pt x="13059" y="29535"/>
                      <a:pt x="13027" y="29523"/>
                      <a:pt x="13000" y="29517"/>
                    </a:cubicBezTo>
                    <a:cubicBezTo>
                      <a:pt x="12743" y="29425"/>
                      <a:pt x="12503" y="29301"/>
                      <a:pt x="12288" y="29152"/>
                    </a:cubicBezTo>
                    <a:cubicBezTo>
                      <a:pt x="12064" y="28995"/>
                      <a:pt x="11865" y="28821"/>
                      <a:pt x="11691" y="28622"/>
                    </a:cubicBezTo>
                    <a:cubicBezTo>
                      <a:pt x="11525" y="28431"/>
                      <a:pt x="11384" y="28224"/>
                      <a:pt x="11260" y="28000"/>
                    </a:cubicBezTo>
                    <a:cubicBezTo>
                      <a:pt x="11285" y="27926"/>
                      <a:pt x="11302" y="27851"/>
                      <a:pt x="11335" y="27777"/>
                    </a:cubicBezTo>
                    <a:cubicBezTo>
                      <a:pt x="11368" y="27685"/>
                      <a:pt x="11409" y="27594"/>
                      <a:pt x="11451" y="27511"/>
                    </a:cubicBezTo>
                    <a:cubicBezTo>
                      <a:pt x="11500" y="27429"/>
                      <a:pt x="11550" y="27346"/>
                      <a:pt x="11600" y="27263"/>
                    </a:cubicBezTo>
                    <a:cubicBezTo>
                      <a:pt x="11641" y="27180"/>
                      <a:pt x="11674" y="27089"/>
                      <a:pt x="11691" y="26989"/>
                    </a:cubicBezTo>
                    <a:cubicBezTo>
                      <a:pt x="11716" y="26890"/>
                      <a:pt x="11724" y="26782"/>
                      <a:pt x="11732" y="26683"/>
                    </a:cubicBezTo>
                    <a:cubicBezTo>
                      <a:pt x="11757" y="26467"/>
                      <a:pt x="11782" y="26260"/>
                      <a:pt x="11799" y="26045"/>
                    </a:cubicBezTo>
                    <a:cubicBezTo>
                      <a:pt x="11824" y="25846"/>
                      <a:pt x="11848" y="25639"/>
                      <a:pt x="11865" y="25432"/>
                    </a:cubicBezTo>
                    <a:lnTo>
                      <a:pt x="11865" y="25432"/>
                    </a:lnTo>
                    <a:cubicBezTo>
                      <a:pt x="11865" y="25515"/>
                      <a:pt x="11865" y="25606"/>
                      <a:pt x="11857" y="25689"/>
                    </a:cubicBezTo>
                    <a:cubicBezTo>
                      <a:pt x="11857" y="25763"/>
                      <a:pt x="11848" y="25838"/>
                      <a:pt x="11840" y="25912"/>
                    </a:cubicBezTo>
                    <a:cubicBezTo>
                      <a:pt x="11840" y="25987"/>
                      <a:pt x="11824" y="26070"/>
                      <a:pt x="11832" y="26144"/>
                    </a:cubicBezTo>
                    <a:cubicBezTo>
                      <a:pt x="11832" y="26158"/>
                      <a:pt x="11842" y="26164"/>
                      <a:pt x="11852" y="26164"/>
                    </a:cubicBezTo>
                    <a:cubicBezTo>
                      <a:pt x="11861" y="26164"/>
                      <a:pt x="11870" y="26160"/>
                      <a:pt x="11873" y="26153"/>
                    </a:cubicBezTo>
                    <a:cubicBezTo>
                      <a:pt x="11898" y="26078"/>
                      <a:pt x="11898" y="26004"/>
                      <a:pt x="11906" y="25929"/>
                    </a:cubicBezTo>
                    <a:cubicBezTo>
                      <a:pt x="11915" y="25854"/>
                      <a:pt x="11923" y="25772"/>
                      <a:pt x="11923" y="25697"/>
                    </a:cubicBezTo>
                    <a:cubicBezTo>
                      <a:pt x="11923" y="25540"/>
                      <a:pt x="11923" y="25390"/>
                      <a:pt x="11915" y="25233"/>
                    </a:cubicBezTo>
                    <a:cubicBezTo>
                      <a:pt x="11911" y="25216"/>
                      <a:pt x="11896" y="25208"/>
                      <a:pt x="11884" y="25208"/>
                    </a:cubicBezTo>
                    <a:cubicBezTo>
                      <a:pt x="11871" y="25208"/>
                      <a:pt x="11861" y="25216"/>
                      <a:pt x="11865" y="25233"/>
                    </a:cubicBezTo>
                    <a:cubicBezTo>
                      <a:pt x="11865" y="25283"/>
                      <a:pt x="11865" y="25332"/>
                      <a:pt x="11865" y="25390"/>
                    </a:cubicBezTo>
                    <a:cubicBezTo>
                      <a:pt x="11861" y="25386"/>
                      <a:pt x="11855" y="25384"/>
                      <a:pt x="11849" y="25384"/>
                    </a:cubicBezTo>
                    <a:cubicBezTo>
                      <a:pt x="11844" y="25384"/>
                      <a:pt x="11840" y="25386"/>
                      <a:pt x="11840" y="25390"/>
                    </a:cubicBezTo>
                    <a:cubicBezTo>
                      <a:pt x="11799" y="25631"/>
                      <a:pt x="11766" y="25871"/>
                      <a:pt x="11732" y="26111"/>
                    </a:cubicBezTo>
                    <a:cubicBezTo>
                      <a:pt x="11691" y="26318"/>
                      <a:pt x="11666" y="26534"/>
                      <a:pt x="11633" y="26741"/>
                    </a:cubicBezTo>
                    <a:cubicBezTo>
                      <a:pt x="11625" y="26840"/>
                      <a:pt x="11616" y="26948"/>
                      <a:pt x="11583" y="27047"/>
                    </a:cubicBezTo>
                    <a:cubicBezTo>
                      <a:pt x="11550" y="27139"/>
                      <a:pt x="11500" y="27221"/>
                      <a:pt x="11451" y="27304"/>
                    </a:cubicBezTo>
                    <a:cubicBezTo>
                      <a:pt x="11409" y="27371"/>
                      <a:pt x="11376" y="27437"/>
                      <a:pt x="11343" y="27503"/>
                    </a:cubicBezTo>
                    <a:cubicBezTo>
                      <a:pt x="11351" y="27437"/>
                      <a:pt x="11360" y="27379"/>
                      <a:pt x="11368" y="27313"/>
                    </a:cubicBezTo>
                    <a:cubicBezTo>
                      <a:pt x="11401" y="27130"/>
                      <a:pt x="11409" y="26940"/>
                      <a:pt x="11418" y="26749"/>
                    </a:cubicBezTo>
                    <a:cubicBezTo>
                      <a:pt x="11418" y="26733"/>
                      <a:pt x="11405" y="26724"/>
                      <a:pt x="11392" y="26724"/>
                    </a:cubicBezTo>
                    <a:cubicBezTo>
                      <a:pt x="11378" y="26724"/>
                      <a:pt x="11364" y="26733"/>
                      <a:pt x="11360" y="26749"/>
                    </a:cubicBezTo>
                    <a:cubicBezTo>
                      <a:pt x="11335" y="26956"/>
                      <a:pt x="11293" y="27172"/>
                      <a:pt x="11260" y="27379"/>
                    </a:cubicBezTo>
                    <a:cubicBezTo>
                      <a:pt x="11194" y="27735"/>
                      <a:pt x="11103" y="28100"/>
                      <a:pt x="10995" y="28456"/>
                    </a:cubicBezTo>
                    <a:cubicBezTo>
                      <a:pt x="10937" y="28630"/>
                      <a:pt x="10879" y="28804"/>
                      <a:pt x="10813" y="28986"/>
                    </a:cubicBezTo>
                    <a:cubicBezTo>
                      <a:pt x="10788" y="29044"/>
                      <a:pt x="10763" y="29111"/>
                      <a:pt x="10730" y="29177"/>
                    </a:cubicBezTo>
                    <a:cubicBezTo>
                      <a:pt x="10763" y="29061"/>
                      <a:pt x="10788" y="28937"/>
                      <a:pt x="10804" y="28821"/>
                    </a:cubicBezTo>
                    <a:cubicBezTo>
                      <a:pt x="10829" y="28688"/>
                      <a:pt x="10854" y="28564"/>
                      <a:pt x="10871" y="28431"/>
                    </a:cubicBezTo>
                    <a:cubicBezTo>
                      <a:pt x="10876" y="28406"/>
                      <a:pt x="10857" y="28391"/>
                      <a:pt x="10838" y="28391"/>
                    </a:cubicBezTo>
                    <a:cubicBezTo>
                      <a:pt x="10825" y="28391"/>
                      <a:pt x="10811" y="28398"/>
                      <a:pt x="10804" y="28415"/>
                    </a:cubicBezTo>
                    <a:cubicBezTo>
                      <a:pt x="10771" y="28555"/>
                      <a:pt x="10730" y="28696"/>
                      <a:pt x="10697" y="28845"/>
                    </a:cubicBezTo>
                    <a:cubicBezTo>
                      <a:pt x="10639" y="29069"/>
                      <a:pt x="10589" y="29293"/>
                      <a:pt x="10539" y="29517"/>
                    </a:cubicBezTo>
                    <a:cubicBezTo>
                      <a:pt x="10539" y="29506"/>
                      <a:pt x="10532" y="29502"/>
                      <a:pt x="10524" y="29502"/>
                    </a:cubicBezTo>
                    <a:cubicBezTo>
                      <a:pt x="10512" y="29502"/>
                      <a:pt x="10498" y="29510"/>
                      <a:pt x="10498" y="29525"/>
                    </a:cubicBezTo>
                    <a:cubicBezTo>
                      <a:pt x="10490" y="29616"/>
                      <a:pt x="10473" y="29707"/>
                      <a:pt x="10465" y="29798"/>
                    </a:cubicBezTo>
                    <a:cubicBezTo>
                      <a:pt x="10465" y="29840"/>
                      <a:pt x="10456" y="29873"/>
                      <a:pt x="10456" y="29914"/>
                    </a:cubicBezTo>
                    <a:cubicBezTo>
                      <a:pt x="10448" y="29931"/>
                      <a:pt x="10448" y="29947"/>
                      <a:pt x="10440" y="29964"/>
                    </a:cubicBezTo>
                    <a:cubicBezTo>
                      <a:pt x="10432" y="30022"/>
                      <a:pt x="10415" y="30080"/>
                      <a:pt x="10398" y="30138"/>
                    </a:cubicBezTo>
                    <a:cubicBezTo>
                      <a:pt x="10382" y="30196"/>
                      <a:pt x="10365" y="30254"/>
                      <a:pt x="10357" y="30312"/>
                    </a:cubicBezTo>
                    <a:cubicBezTo>
                      <a:pt x="10357" y="30325"/>
                      <a:pt x="10368" y="30339"/>
                      <a:pt x="10386" y="30339"/>
                    </a:cubicBezTo>
                    <a:cubicBezTo>
                      <a:pt x="10390" y="30339"/>
                      <a:pt x="10394" y="30338"/>
                      <a:pt x="10398" y="30337"/>
                    </a:cubicBezTo>
                    <a:lnTo>
                      <a:pt x="10398" y="30337"/>
                    </a:lnTo>
                    <a:cubicBezTo>
                      <a:pt x="10365" y="30519"/>
                      <a:pt x="10316" y="30693"/>
                      <a:pt x="10258" y="30859"/>
                    </a:cubicBezTo>
                    <a:cubicBezTo>
                      <a:pt x="10183" y="31033"/>
                      <a:pt x="10084" y="31182"/>
                      <a:pt x="10001" y="31356"/>
                    </a:cubicBezTo>
                    <a:cubicBezTo>
                      <a:pt x="9926" y="31505"/>
                      <a:pt x="9885" y="31679"/>
                      <a:pt x="9860" y="31845"/>
                    </a:cubicBezTo>
                    <a:cubicBezTo>
                      <a:pt x="9818" y="32184"/>
                      <a:pt x="9852" y="32532"/>
                      <a:pt x="9777" y="32872"/>
                    </a:cubicBezTo>
                    <a:cubicBezTo>
                      <a:pt x="9736" y="33046"/>
                      <a:pt x="9661" y="33195"/>
                      <a:pt x="9562" y="33336"/>
                    </a:cubicBezTo>
                    <a:cubicBezTo>
                      <a:pt x="9454" y="33494"/>
                      <a:pt x="9355" y="33643"/>
                      <a:pt x="9288" y="33825"/>
                    </a:cubicBezTo>
                    <a:cubicBezTo>
                      <a:pt x="9222" y="33991"/>
                      <a:pt x="9189" y="34173"/>
                      <a:pt x="9156" y="34355"/>
                    </a:cubicBezTo>
                    <a:cubicBezTo>
                      <a:pt x="9123" y="34554"/>
                      <a:pt x="9089" y="34753"/>
                      <a:pt x="9056" y="34944"/>
                    </a:cubicBezTo>
                    <a:cubicBezTo>
                      <a:pt x="8982" y="35341"/>
                      <a:pt x="8899" y="35731"/>
                      <a:pt x="8799" y="36120"/>
                    </a:cubicBezTo>
                    <a:cubicBezTo>
                      <a:pt x="8766" y="36277"/>
                      <a:pt x="8717" y="36427"/>
                      <a:pt x="8642" y="36567"/>
                    </a:cubicBezTo>
                    <a:cubicBezTo>
                      <a:pt x="8559" y="36708"/>
                      <a:pt x="8443" y="36808"/>
                      <a:pt x="8294" y="36857"/>
                    </a:cubicBezTo>
                    <a:cubicBezTo>
                      <a:pt x="8182" y="36893"/>
                      <a:pt x="8062" y="36903"/>
                      <a:pt x="7945" y="36903"/>
                    </a:cubicBezTo>
                    <a:cubicBezTo>
                      <a:pt x="7898" y="36903"/>
                      <a:pt x="7851" y="36901"/>
                      <a:pt x="7805" y="36899"/>
                    </a:cubicBezTo>
                    <a:cubicBezTo>
                      <a:pt x="7598" y="36891"/>
                      <a:pt x="7391" y="36874"/>
                      <a:pt x="7192" y="36849"/>
                    </a:cubicBezTo>
                    <a:cubicBezTo>
                      <a:pt x="7093" y="36833"/>
                      <a:pt x="6993" y="36824"/>
                      <a:pt x="6894" y="36799"/>
                    </a:cubicBezTo>
                    <a:cubicBezTo>
                      <a:pt x="6852" y="36799"/>
                      <a:pt x="6811" y="36791"/>
                      <a:pt x="6761" y="36783"/>
                    </a:cubicBezTo>
                    <a:cubicBezTo>
                      <a:pt x="6755" y="36771"/>
                      <a:pt x="6740" y="36763"/>
                      <a:pt x="6726" y="36763"/>
                    </a:cubicBezTo>
                    <a:cubicBezTo>
                      <a:pt x="6721" y="36763"/>
                      <a:pt x="6716" y="36764"/>
                      <a:pt x="6711" y="36766"/>
                    </a:cubicBezTo>
                    <a:cubicBezTo>
                      <a:pt x="6687" y="36766"/>
                      <a:pt x="6662" y="36758"/>
                      <a:pt x="6645" y="36733"/>
                    </a:cubicBezTo>
                    <a:cubicBezTo>
                      <a:pt x="6629" y="36700"/>
                      <a:pt x="6629" y="36650"/>
                      <a:pt x="6629" y="36617"/>
                    </a:cubicBezTo>
                    <a:cubicBezTo>
                      <a:pt x="6629" y="36567"/>
                      <a:pt x="6629" y="36518"/>
                      <a:pt x="6629" y="36476"/>
                    </a:cubicBezTo>
                    <a:cubicBezTo>
                      <a:pt x="6629" y="36377"/>
                      <a:pt x="6637" y="36277"/>
                      <a:pt x="6653" y="36178"/>
                    </a:cubicBezTo>
                    <a:cubicBezTo>
                      <a:pt x="6670" y="36046"/>
                      <a:pt x="6687" y="35838"/>
                      <a:pt x="6819" y="35747"/>
                    </a:cubicBezTo>
                    <a:cubicBezTo>
                      <a:pt x="6885" y="35706"/>
                      <a:pt x="6968" y="35698"/>
                      <a:pt x="7043" y="35689"/>
                    </a:cubicBezTo>
                    <a:cubicBezTo>
                      <a:pt x="7126" y="35681"/>
                      <a:pt x="7200" y="35664"/>
                      <a:pt x="7267" y="35623"/>
                    </a:cubicBezTo>
                    <a:cubicBezTo>
                      <a:pt x="7322" y="35588"/>
                      <a:pt x="7291" y="35514"/>
                      <a:pt x="7240" y="35514"/>
                    </a:cubicBezTo>
                    <a:cubicBezTo>
                      <a:pt x="7230" y="35514"/>
                      <a:pt x="7220" y="35517"/>
                      <a:pt x="7209" y="35524"/>
                    </a:cubicBezTo>
                    <a:cubicBezTo>
                      <a:pt x="7142" y="35557"/>
                      <a:pt x="7059" y="35565"/>
                      <a:pt x="6985" y="35582"/>
                    </a:cubicBezTo>
                    <a:cubicBezTo>
                      <a:pt x="6910" y="35590"/>
                      <a:pt x="6819" y="35606"/>
                      <a:pt x="6753" y="35656"/>
                    </a:cubicBezTo>
                    <a:cubicBezTo>
                      <a:pt x="6687" y="35706"/>
                      <a:pt x="6637" y="35772"/>
                      <a:pt x="6604" y="35847"/>
                    </a:cubicBezTo>
                    <a:cubicBezTo>
                      <a:pt x="6579" y="35921"/>
                      <a:pt x="6562" y="36012"/>
                      <a:pt x="6546" y="36095"/>
                    </a:cubicBezTo>
                    <a:cubicBezTo>
                      <a:pt x="6529" y="36195"/>
                      <a:pt x="6521" y="36302"/>
                      <a:pt x="6513" y="36410"/>
                    </a:cubicBezTo>
                    <a:cubicBezTo>
                      <a:pt x="6513" y="36501"/>
                      <a:pt x="6504" y="36601"/>
                      <a:pt x="6513" y="36700"/>
                    </a:cubicBezTo>
                    <a:cubicBezTo>
                      <a:pt x="6529" y="36775"/>
                      <a:pt x="6562" y="36833"/>
                      <a:pt x="6620" y="36857"/>
                    </a:cubicBezTo>
                    <a:cubicBezTo>
                      <a:pt x="6620" y="36866"/>
                      <a:pt x="6612" y="36866"/>
                      <a:pt x="6604" y="36874"/>
                    </a:cubicBezTo>
                    <a:cubicBezTo>
                      <a:pt x="6571" y="36907"/>
                      <a:pt x="6529" y="36924"/>
                      <a:pt x="6479" y="36932"/>
                    </a:cubicBezTo>
                    <a:cubicBezTo>
                      <a:pt x="6421" y="36944"/>
                      <a:pt x="6361" y="36949"/>
                      <a:pt x="6301" y="36949"/>
                    </a:cubicBezTo>
                    <a:cubicBezTo>
                      <a:pt x="6241" y="36949"/>
                      <a:pt x="6181" y="36944"/>
                      <a:pt x="6123" y="36940"/>
                    </a:cubicBezTo>
                    <a:cubicBezTo>
                      <a:pt x="6065" y="36940"/>
                      <a:pt x="6007" y="36932"/>
                      <a:pt x="5949" y="36924"/>
                    </a:cubicBezTo>
                    <a:cubicBezTo>
                      <a:pt x="5916" y="36924"/>
                      <a:pt x="5875" y="36915"/>
                      <a:pt x="5841" y="36899"/>
                    </a:cubicBezTo>
                    <a:cubicBezTo>
                      <a:pt x="5800" y="36882"/>
                      <a:pt x="5783" y="36857"/>
                      <a:pt x="5775" y="36816"/>
                    </a:cubicBezTo>
                    <a:cubicBezTo>
                      <a:pt x="5767" y="36766"/>
                      <a:pt x="5767" y="36708"/>
                      <a:pt x="5759" y="36659"/>
                    </a:cubicBezTo>
                    <a:cubicBezTo>
                      <a:pt x="5742" y="36451"/>
                      <a:pt x="5701" y="36236"/>
                      <a:pt x="5725" y="36029"/>
                    </a:cubicBezTo>
                    <a:cubicBezTo>
                      <a:pt x="5775" y="35598"/>
                      <a:pt x="6198" y="35424"/>
                      <a:pt x="6546" y="35292"/>
                    </a:cubicBezTo>
                    <a:cubicBezTo>
                      <a:pt x="6591" y="35276"/>
                      <a:pt x="6581" y="35206"/>
                      <a:pt x="6536" y="35206"/>
                    </a:cubicBezTo>
                    <a:cubicBezTo>
                      <a:pt x="6531" y="35206"/>
                      <a:pt x="6526" y="35207"/>
                      <a:pt x="6521" y="35209"/>
                    </a:cubicBezTo>
                    <a:cubicBezTo>
                      <a:pt x="6281" y="35283"/>
                      <a:pt x="6032" y="35366"/>
                      <a:pt x="5841" y="35540"/>
                    </a:cubicBezTo>
                    <a:cubicBezTo>
                      <a:pt x="5767" y="35615"/>
                      <a:pt x="5701" y="35706"/>
                      <a:pt x="5667" y="35797"/>
                    </a:cubicBezTo>
                    <a:cubicBezTo>
                      <a:pt x="5618" y="35905"/>
                      <a:pt x="5601" y="36021"/>
                      <a:pt x="5601" y="36137"/>
                    </a:cubicBezTo>
                    <a:cubicBezTo>
                      <a:pt x="5601" y="36261"/>
                      <a:pt x="5618" y="36385"/>
                      <a:pt x="5626" y="36501"/>
                    </a:cubicBezTo>
                    <a:cubicBezTo>
                      <a:pt x="5634" y="36567"/>
                      <a:pt x="5643" y="36625"/>
                      <a:pt x="5643" y="36692"/>
                    </a:cubicBezTo>
                    <a:cubicBezTo>
                      <a:pt x="5651" y="36750"/>
                      <a:pt x="5651" y="36808"/>
                      <a:pt x="5667" y="36866"/>
                    </a:cubicBezTo>
                    <a:cubicBezTo>
                      <a:pt x="5601" y="36857"/>
                      <a:pt x="5535" y="36849"/>
                      <a:pt x="5460" y="36849"/>
                    </a:cubicBezTo>
                    <a:cubicBezTo>
                      <a:pt x="5394" y="36849"/>
                      <a:pt x="5336" y="36866"/>
                      <a:pt x="5261" y="36874"/>
                    </a:cubicBezTo>
                    <a:cubicBezTo>
                      <a:pt x="5212" y="36874"/>
                      <a:pt x="5145" y="36874"/>
                      <a:pt x="5112" y="36824"/>
                    </a:cubicBezTo>
                    <a:cubicBezTo>
                      <a:pt x="5087" y="36791"/>
                      <a:pt x="5071" y="36733"/>
                      <a:pt x="5071" y="36692"/>
                    </a:cubicBezTo>
                    <a:cubicBezTo>
                      <a:pt x="5063" y="36625"/>
                      <a:pt x="5063" y="36559"/>
                      <a:pt x="5063" y="36493"/>
                    </a:cubicBezTo>
                    <a:cubicBezTo>
                      <a:pt x="5063" y="36360"/>
                      <a:pt x="5071" y="36228"/>
                      <a:pt x="5096" y="36095"/>
                    </a:cubicBezTo>
                    <a:cubicBezTo>
                      <a:pt x="5137" y="35872"/>
                      <a:pt x="5187" y="35615"/>
                      <a:pt x="5369" y="35466"/>
                    </a:cubicBezTo>
                    <a:cubicBezTo>
                      <a:pt x="5510" y="35341"/>
                      <a:pt x="5709" y="35300"/>
                      <a:pt x="5883" y="35250"/>
                    </a:cubicBezTo>
                    <a:cubicBezTo>
                      <a:pt x="5974" y="35217"/>
                      <a:pt x="6065" y="35192"/>
                      <a:pt x="6156" y="35151"/>
                    </a:cubicBezTo>
                    <a:cubicBezTo>
                      <a:pt x="6198" y="35126"/>
                      <a:pt x="6239" y="35101"/>
                      <a:pt x="6281" y="35076"/>
                    </a:cubicBezTo>
                    <a:cubicBezTo>
                      <a:pt x="6305" y="35060"/>
                      <a:pt x="6322" y="35035"/>
                      <a:pt x="6347" y="35010"/>
                    </a:cubicBezTo>
                    <a:cubicBezTo>
                      <a:pt x="6579" y="34902"/>
                      <a:pt x="6769" y="34695"/>
                      <a:pt x="6885" y="34471"/>
                    </a:cubicBezTo>
                    <a:cubicBezTo>
                      <a:pt x="7018" y="34190"/>
                      <a:pt x="7010" y="33866"/>
                      <a:pt x="7084" y="33568"/>
                    </a:cubicBezTo>
                    <a:cubicBezTo>
                      <a:pt x="7159" y="33262"/>
                      <a:pt x="7291" y="32963"/>
                      <a:pt x="7358" y="32657"/>
                    </a:cubicBezTo>
                    <a:lnTo>
                      <a:pt x="7349" y="32657"/>
                    </a:lnTo>
                    <a:cubicBezTo>
                      <a:pt x="7424" y="32317"/>
                      <a:pt x="7374" y="31986"/>
                      <a:pt x="7341" y="31646"/>
                    </a:cubicBezTo>
                    <a:cubicBezTo>
                      <a:pt x="7275" y="30967"/>
                      <a:pt x="7374" y="30304"/>
                      <a:pt x="7499" y="29641"/>
                    </a:cubicBezTo>
                    <a:cubicBezTo>
                      <a:pt x="7557" y="29309"/>
                      <a:pt x="7623" y="28978"/>
                      <a:pt x="7664" y="28638"/>
                    </a:cubicBezTo>
                    <a:cubicBezTo>
                      <a:pt x="7714" y="28299"/>
                      <a:pt x="7739" y="27959"/>
                      <a:pt x="7739" y="27611"/>
                    </a:cubicBezTo>
                    <a:cubicBezTo>
                      <a:pt x="7747" y="27263"/>
                      <a:pt x="7722" y="26915"/>
                      <a:pt x="7697" y="26567"/>
                    </a:cubicBezTo>
                    <a:cubicBezTo>
                      <a:pt x="7673" y="26219"/>
                      <a:pt x="7648" y="25871"/>
                      <a:pt x="7573" y="25531"/>
                    </a:cubicBezTo>
                    <a:cubicBezTo>
                      <a:pt x="7569" y="25513"/>
                      <a:pt x="7554" y="25504"/>
                      <a:pt x="7538" y="25504"/>
                    </a:cubicBezTo>
                    <a:cubicBezTo>
                      <a:pt x="7519" y="25504"/>
                      <a:pt x="7499" y="25517"/>
                      <a:pt x="7499" y="25540"/>
                    </a:cubicBezTo>
                    <a:cubicBezTo>
                      <a:pt x="7499" y="25622"/>
                      <a:pt x="7507" y="25705"/>
                      <a:pt x="7515" y="25788"/>
                    </a:cubicBezTo>
                    <a:cubicBezTo>
                      <a:pt x="7540" y="26136"/>
                      <a:pt x="7573" y="26476"/>
                      <a:pt x="7598" y="26815"/>
                    </a:cubicBezTo>
                    <a:cubicBezTo>
                      <a:pt x="7598" y="26865"/>
                      <a:pt x="7598" y="26915"/>
                      <a:pt x="7606" y="26965"/>
                    </a:cubicBezTo>
                    <a:cubicBezTo>
                      <a:pt x="7565" y="26890"/>
                      <a:pt x="7515" y="26832"/>
                      <a:pt x="7465" y="26782"/>
                    </a:cubicBezTo>
                    <a:cubicBezTo>
                      <a:pt x="7457" y="26774"/>
                      <a:pt x="7457" y="26774"/>
                      <a:pt x="7449" y="26774"/>
                    </a:cubicBezTo>
                    <a:cubicBezTo>
                      <a:pt x="7291" y="26542"/>
                      <a:pt x="7167" y="26285"/>
                      <a:pt x="7076" y="26012"/>
                    </a:cubicBezTo>
                    <a:cubicBezTo>
                      <a:pt x="7070" y="25989"/>
                      <a:pt x="7052" y="25979"/>
                      <a:pt x="7033" y="25979"/>
                    </a:cubicBezTo>
                    <a:cubicBezTo>
                      <a:pt x="7004" y="25979"/>
                      <a:pt x="6971" y="26004"/>
                      <a:pt x="6977" y="26045"/>
                    </a:cubicBezTo>
                    <a:cubicBezTo>
                      <a:pt x="7001" y="26153"/>
                      <a:pt x="7026" y="26260"/>
                      <a:pt x="7043" y="26368"/>
                    </a:cubicBezTo>
                    <a:cubicBezTo>
                      <a:pt x="7035" y="26351"/>
                      <a:pt x="7026" y="26343"/>
                      <a:pt x="7018" y="26335"/>
                    </a:cubicBezTo>
                    <a:cubicBezTo>
                      <a:pt x="6993" y="26293"/>
                      <a:pt x="6960" y="26244"/>
                      <a:pt x="6935" y="26194"/>
                    </a:cubicBezTo>
                    <a:cubicBezTo>
                      <a:pt x="6877" y="26086"/>
                      <a:pt x="6819" y="25987"/>
                      <a:pt x="6769" y="25879"/>
                    </a:cubicBezTo>
                    <a:cubicBezTo>
                      <a:pt x="6720" y="25763"/>
                      <a:pt x="6662" y="25656"/>
                      <a:pt x="6612" y="25540"/>
                    </a:cubicBezTo>
                    <a:cubicBezTo>
                      <a:pt x="6595" y="25490"/>
                      <a:pt x="6571" y="25432"/>
                      <a:pt x="6546" y="25382"/>
                    </a:cubicBezTo>
                    <a:cubicBezTo>
                      <a:pt x="6521" y="25324"/>
                      <a:pt x="6496" y="25266"/>
                      <a:pt x="6471" y="25216"/>
                    </a:cubicBezTo>
                    <a:cubicBezTo>
                      <a:pt x="6465" y="25207"/>
                      <a:pt x="6452" y="25202"/>
                      <a:pt x="6439" y="25202"/>
                    </a:cubicBezTo>
                    <a:cubicBezTo>
                      <a:pt x="6419" y="25202"/>
                      <a:pt x="6400" y="25213"/>
                      <a:pt x="6405" y="25233"/>
                    </a:cubicBezTo>
                    <a:cubicBezTo>
                      <a:pt x="6421" y="25366"/>
                      <a:pt x="6479" y="25490"/>
                      <a:pt x="6529" y="25606"/>
                    </a:cubicBezTo>
                    <a:cubicBezTo>
                      <a:pt x="6571" y="25705"/>
                      <a:pt x="6620" y="25805"/>
                      <a:pt x="6670" y="25904"/>
                    </a:cubicBezTo>
                    <a:cubicBezTo>
                      <a:pt x="6604" y="25846"/>
                      <a:pt x="6546" y="25780"/>
                      <a:pt x="6479" y="25714"/>
                    </a:cubicBezTo>
                    <a:cubicBezTo>
                      <a:pt x="6355" y="25598"/>
                      <a:pt x="6231" y="25482"/>
                      <a:pt x="6140" y="25349"/>
                    </a:cubicBezTo>
                    <a:cubicBezTo>
                      <a:pt x="6107" y="25299"/>
                      <a:pt x="6073" y="25250"/>
                      <a:pt x="6049" y="25200"/>
                    </a:cubicBezTo>
                    <a:cubicBezTo>
                      <a:pt x="6057" y="25192"/>
                      <a:pt x="6057" y="25175"/>
                      <a:pt x="6049" y="25158"/>
                    </a:cubicBezTo>
                    <a:cubicBezTo>
                      <a:pt x="6024" y="25134"/>
                      <a:pt x="5999" y="25109"/>
                      <a:pt x="5982" y="25076"/>
                    </a:cubicBezTo>
                    <a:cubicBezTo>
                      <a:pt x="5949" y="25018"/>
                      <a:pt x="5924" y="24960"/>
                      <a:pt x="5899" y="24902"/>
                    </a:cubicBezTo>
                    <a:cubicBezTo>
                      <a:pt x="5825" y="24736"/>
                      <a:pt x="5759" y="24578"/>
                      <a:pt x="5692" y="24413"/>
                    </a:cubicBezTo>
                    <a:cubicBezTo>
                      <a:pt x="5659" y="24330"/>
                      <a:pt x="5618" y="24247"/>
                      <a:pt x="5585" y="24156"/>
                    </a:cubicBezTo>
                    <a:cubicBezTo>
                      <a:pt x="5568" y="24114"/>
                      <a:pt x="5543" y="24065"/>
                      <a:pt x="5527" y="24023"/>
                    </a:cubicBezTo>
                    <a:cubicBezTo>
                      <a:pt x="5502" y="23982"/>
                      <a:pt x="5485" y="23940"/>
                      <a:pt x="5460" y="23907"/>
                    </a:cubicBezTo>
                    <a:cubicBezTo>
                      <a:pt x="5451" y="23895"/>
                      <a:pt x="5439" y="23890"/>
                      <a:pt x="5427" y="23890"/>
                    </a:cubicBezTo>
                    <a:cubicBezTo>
                      <a:pt x="5407" y="23890"/>
                      <a:pt x="5389" y="23906"/>
                      <a:pt x="5394" y="23932"/>
                    </a:cubicBezTo>
                    <a:cubicBezTo>
                      <a:pt x="5402" y="23990"/>
                      <a:pt x="5427" y="24040"/>
                      <a:pt x="5444" y="24090"/>
                    </a:cubicBezTo>
                    <a:cubicBezTo>
                      <a:pt x="5460" y="24139"/>
                      <a:pt x="5485" y="24189"/>
                      <a:pt x="5502" y="24239"/>
                    </a:cubicBezTo>
                    <a:cubicBezTo>
                      <a:pt x="5543" y="24338"/>
                      <a:pt x="5576" y="24429"/>
                      <a:pt x="5618" y="24529"/>
                    </a:cubicBezTo>
                    <a:cubicBezTo>
                      <a:pt x="5626" y="24545"/>
                      <a:pt x="5634" y="24570"/>
                      <a:pt x="5643" y="24587"/>
                    </a:cubicBezTo>
                    <a:cubicBezTo>
                      <a:pt x="5518" y="24388"/>
                      <a:pt x="5419" y="24172"/>
                      <a:pt x="5336" y="23949"/>
                    </a:cubicBezTo>
                    <a:cubicBezTo>
                      <a:pt x="5322" y="23928"/>
                      <a:pt x="5298" y="23913"/>
                      <a:pt x="5275" y="23913"/>
                    </a:cubicBezTo>
                    <a:cubicBezTo>
                      <a:pt x="5271" y="23913"/>
                      <a:pt x="5266" y="23914"/>
                      <a:pt x="5261" y="23916"/>
                    </a:cubicBezTo>
                    <a:lnTo>
                      <a:pt x="5029" y="23609"/>
                    </a:lnTo>
                    <a:cubicBezTo>
                      <a:pt x="4855" y="23377"/>
                      <a:pt x="4681" y="23145"/>
                      <a:pt x="4507" y="22913"/>
                    </a:cubicBezTo>
                    <a:cubicBezTo>
                      <a:pt x="4408" y="22789"/>
                      <a:pt x="4300" y="22656"/>
                      <a:pt x="4226" y="22507"/>
                    </a:cubicBezTo>
                    <a:cubicBezTo>
                      <a:pt x="4226" y="22507"/>
                      <a:pt x="4226" y="22499"/>
                      <a:pt x="4217" y="22490"/>
                    </a:cubicBezTo>
                    <a:cubicBezTo>
                      <a:pt x="4184" y="22416"/>
                      <a:pt x="4168" y="22341"/>
                      <a:pt x="4159" y="22258"/>
                    </a:cubicBezTo>
                    <a:cubicBezTo>
                      <a:pt x="4159" y="22219"/>
                      <a:pt x="4131" y="22200"/>
                      <a:pt x="4104" y="22200"/>
                    </a:cubicBezTo>
                    <a:cubicBezTo>
                      <a:pt x="4080" y="22200"/>
                      <a:pt x="4056" y="22215"/>
                      <a:pt x="4052" y="22242"/>
                    </a:cubicBezTo>
                    <a:cubicBezTo>
                      <a:pt x="3961" y="22101"/>
                      <a:pt x="3894" y="21944"/>
                      <a:pt x="3836" y="21786"/>
                    </a:cubicBezTo>
                    <a:cubicBezTo>
                      <a:pt x="3662" y="21297"/>
                      <a:pt x="3555" y="20775"/>
                      <a:pt x="3497" y="20262"/>
                    </a:cubicBezTo>
                    <a:cubicBezTo>
                      <a:pt x="3439" y="19740"/>
                      <a:pt x="3430" y="19209"/>
                      <a:pt x="3488" y="18696"/>
                    </a:cubicBezTo>
                    <a:cubicBezTo>
                      <a:pt x="3488" y="18654"/>
                      <a:pt x="3453" y="18636"/>
                      <a:pt x="3423" y="18636"/>
                    </a:cubicBezTo>
                    <a:cubicBezTo>
                      <a:pt x="3417" y="18636"/>
                      <a:pt x="3411" y="18636"/>
                      <a:pt x="3406" y="18638"/>
                    </a:cubicBezTo>
                    <a:cubicBezTo>
                      <a:pt x="3406" y="18629"/>
                      <a:pt x="3397" y="18621"/>
                      <a:pt x="3397" y="18613"/>
                    </a:cubicBezTo>
                    <a:cubicBezTo>
                      <a:pt x="3389" y="18588"/>
                      <a:pt x="3389" y="18555"/>
                      <a:pt x="3397" y="18530"/>
                    </a:cubicBezTo>
                    <a:cubicBezTo>
                      <a:pt x="3406" y="18447"/>
                      <a:pt x="3414" y="18373"/>
                      <a:pt x="3422" y="18298"/>
                    </a:cubicBezTo>
                    <a:cubicBezTo>
                      <a:pt x="3447" y="18149"/>
                      <a:pt x="3480" y="17991"/>
                      <a:pt x="3530" y="17842"/>
                    </a:cubicBezTo>
                    <a:cubicBezTo>
                      <a:pt x="3613" y="17577"/>
                      <a:pt x="3729" y="17329"/>
                      <a:pt x="3853" y="17080"/>
                    </a:cubicBezTo>
                    <a:cubicBezTo>
                      <a:pt x="3919" y="16964"/>
                      <a:pt x="3986" y="16840"/>
                      <a:pt x="4035" y="16707"/>
                    </a:cubicBezTo>
                    <a:cubicBezTo>
                      <a:pt x="4060" y="16641"/>
                      <a:pt x="4068" y="16575"/>
                      <a:pt x="4052" y="16508"/>
                    </a:cubicBezTo>
                    <a:cubicBezTo>
                      <a:pt x="4027" y="16450"/>
                      <a:pt x="3986" y="16401"/>
                      <a:pt x="3977" y="16334"/>
                    </a:cubicBezTo>
                    <a:cubicBezTo>
                      <a:pt x="3961" y="16276"/>
                      <a:pt x="3969" y="16210"/>
                      <a:pt x="3986" y="16152"/>
                    </a:cubicBezTo>
                    <a:cubicBezTo>
                      <a:pt x="3994" y="16078"/>
                      <a:pt x="4010" y="16003"/>
                      <a:pt x="4019" y="15928"/>
                    </a:cubicBezTo>
                    <a:cubicBezTo>
                      <a:pt x="4044" y="15779"/>
                      <a:pt x="4068" y="15630"/>
                      <a:pt x="4101" y="15481"/>
                    </a:cubicBezTo>
                    <a:cubicBezTo>
                      <a:pt x="4151" y="15174"/>
                      <a:pt x="4201" y="14876"/>
                      <a:pt x="4251" y="14578"/>
                    </a:cubicBezTo>
                    <a:cubicBezTo>
                      <a:pt x="4257" y="14533"/>
                      <a:pt x="4219" y="14503"/>
                      <a:pt x="4186" y="14503"/>
                    </a:cubicBezTo>
                    <a:cubicBezTo>
                      <a:pt x="4176" y="14503"/>
                      <a:pt x="4167" y="14506"/>
                      <a:pt x="4159" y="14512"/>
                    </a:cubicBezTo>
                    <a:cubicBezTo>
                      <a:pt x="4159" y="14445"/>
                      <a:pt x="4159" y="14371"/>
                      <a:pt x="4159" y="14304"/>
                    </a:cubicBezTo>
                    <a:lnTo>
                      <a:pt x="4159" y="14006"/>
                    </a:lnTo>
                    <a:cubicBezTo>
                      <a:pt x="4159" y="13965"/>
                      <a:pt x="4151" y="13915"/>
                      <a:pt x="4159" y="13874"/>
                    </a:cubicBezTo>
                    <a:cubicBezTo>
                      <a:pt x="4159" y="13849"/>
                      <a:pt x="4159" y="13824"/>
                      <a:pt x="4184" y="13816"/>
                    </a:cubicBezTo>
                    <a:cubicBezTo>
                      <a:pt x="4217" y="13799"/>
                      <a:pt x="4251" y="13807"/>
                      <a:pt x="4275" y="13791"/>
                    </a:cubicBezTo>
                    <a:cubicBezTo>
                      <a:pt x="4309" y="13782"/>
                      <a:pt x="4342" y="13766"/>
                      <a:pt x="4358" y="13733"/>
                    </a:cubicBezTo>
                    <a:cubicBezTo>
                      <a:pt x="4375" y="13691"/>
                      <a:pt x="4350" y="13650"/>
                      <a:pt x="4300" y="13642"/>
                    </a:cubicBezTo>
                    <a:cubicBezTo>
                      <a:pt x="4242" y="13642"/>
                      <a:pt x="4184" y="13625"/>
                      <a:pt x="4126" y="13608"/>
                    </a:cubicBezTo>
                    <a:cubicBezTo>
                      <a:pt x="4093" y="13592"/>
                      <a:pt x="4019" y="13567"/>
                      <a:pt x="4010" y="13526"/>
                    </a:cubicBezTo>
                    <a:cubicBezTo>
                      <a:pt x="4010" y="13476"/>
                      <a:pt x="4035" y="13434"/>
                      <a:pt x="4060" y="13393"/>
                    </a:cubicBezTo>
                    <a:cubicBezTo>
                      <a:pt x="4085" y="13352"/>
                      <a:pt x="4118" y="13302"/>
                      <a:pt x="4135" y="13252"/>
                    </a:cubicBezTo>
                    <a:cubicBezTo>
                      <a:pt x="4184" y="13062"/>
                      <a:pt x="4044" y="12896"/>
                      <a:pt x="3977" y="12738"/>
                    </a:cubicBezTo>
                    <a:cubicBezTo>
                      <a:pt x="3936" y="12647"/>
                      <a:pt x="3928" y="12548"/>
                      <a:pt x="3919" y="12448"/>
                    </a:cubicBezTo>
                    <a:cubicBezTo>
                      <a:pt x="3911" y="12332"/>
                      <a:pt x="3911" y="12225"/>
                      <a:pt x="3919" y="12109"/>
                    </a:cubicBezTo>
                    <a:cubicBezTo>
                      <a:pt x="3919" y="11885"/>
                      <a:pt x="3928" y="11670"/>
                      <a:pt x="3952" y="11446"/>
                    </a:cubicBezTo>
                    <a:cubicBezTo>
                      <a:pt x="3959" y="11456"/>
                      <a:pt x="3969" y="11460"/>
                      <a:pt x="3980" y="11460"/>
                    </a:cubicBezTo>
                    <a:cubicBezTo>
                      <a:pt x="3995" y="11460"/>
                      <a:pt x="4010" y="11449"/>
                      <a:pt x="4010" y="11429"/>
                    </a:cubicBezTo>
                    <a:cubicBezTo>
                      <a:pt x="4010" y="11330"/>
                      <a:pt x="3994" y="11230"/>
                      <a:pt x="3986" y="11139"/>
                    </a:cubicBezTo>
                    <a:cubicBezTo>
                      <a:pt x="3986" y="11090"/>
                      <a:pt x="3986" y="11048"/>
                      <a:pt x="3994" y="11007"/>
                    </a:cubicBezTo>
                    <a:cubicBezTo>
                      <a:pt x="3994" y="10999"/>
                      <a:pt x="3994" y="10990"/>
                      <a:pt x="4002" y="10982"/>
                    </a:cubicBezTo>
                    <a:cubicBezTo>
                      <a:pt x="4002" y="10941"/>
                      <a:pt x="4010" y="10899"/>
                      <a:pt x="4019" y="10858"/>
                    </a:cubicBezTo>
                    <a:cubicBezTo>
                      <a:pt x="4060" y="10709"/>
                      <a:pt x="4151" y="10551"/>
                      <a:pt x="4077" y="10394"/>
                    </a:cubicBezTo>
                    <a:cubicBezTo>
                      <a:pt x="4044" y="10327"/>
                      <a:pt x="3986" y="10303"/>
                      <a:pt x="3936" y="10253"/>
                    </a:cubicBezTo>
                    <a:cubicBezTo>
                      <a:pt x="3911" y="10220"/>
                      <a:pt x="3911" y="10195"/>
                      <a:pt x="3919" y="10153"/>
                    </a:cubicBezTo>
                    <a:cubicBezTo>
                      <a:pt x="3928" y="10120"/>
                      <a:pt x="3928" y="10079"/>
                      <a:pt x="3928" y="10037"/>
                    </a:cubicBezTo>
                    <a:cubicBezTo>
                      <a:pt x="3928" y="9963"/>
                      <a:pt x="3911" y="9880"/>
                      <a:pt x="3878" y="9814"/>
                    </a:cubicBezTo>
                    <a:cubicBezTo>
                      <a:pt x="3845" y="9739"/>
                      <a:pt x="3787" y="9681"/>
                      <a:pt x="3737" y="9631"/>
                    </a:cubicBezTo>
                    <a:cubicBezTo>
                      <a:pt x="3629" y="9532"/>
                      <a:pt x="3522" y="9449"/>
                      <a:pt x="3472" y="9308"/>
                    </a:cubicBezTo>
                    <a:lnTo>
                      <a:pt x="3472" y="9308"/>
                    </a:lnTo>
                    <a:cubicBezTo>
                      <a:pt x="3505" y="9317"/>
                      <a:pt x="3538" y="9325"/>
                      <a:pt x="3571" y="9341"/>
                    </a:cubicBezTo>
                    <a:cubicBezTo>
                      <a:pt x="3580" y="9341"/>
                      <a:pt x="3596" y="9341"/>
                      <a:pt x="3604" y="9350"/>
                    </a:cubicBezTo>
                    <a:cubicBezTo>
                      <a:pt x="3638" y="9366"/>
                      <a:pt x="3671" y="9375"/>
                      <a:pt x="3712" y="9391"/>
                    </a:cubicBezTo>
                    <a:cubicBezTo>
                      <a:pt x="3754" y="9408"/>
                      <a:pt x="3795" y="9424"/>
                      <a:pt x="3836" y="9441"/>
                    </a:cubicBezTo>
                    <a:cubicBezTo>
                      <a:pt x="3845" y="9441"/>
                      <a:pt x="3853" y="9441"/>
                      <a:pt x="3861" y="9433"/>
                    </a:cubicBezTo>
                    <a:cubicBezTo>
                      <a:pt x="3870" y="9433"/>
                      <a:pt x="3870" y="9441"/>
                      <a:pt x="3878" y="9441"/>
                    </a:cubicBezTo>
                    <a:cubicBezTo>
                      <a:pt x="3986" y="9474"/>
                      <a:pt x="4093" y="9499"/>
                      <a:pt x="4201" y="9532"/>
                    </a:cubicBezTo>
                    <a:cubicBezTo>
                      <a:pt x="4383" y="9590"/>
                      <a:pt x="4557" y="9648"/>
                      <a:pt x="4739" y="9723"/>
                    </a:cubicBezTo>
                    <a:cubicBezTo>
                      <a:pt x="4905" y="9797"/>
                      <a:pt x="5063" y="9863"/>
                      <a:pt x="5245" y="9897"/>
                    </a:cubicBezTo>
                    <a:cubicBezTo>
                      <a:pt x="5358" y="9913"/>
                      <a:pt x="5475" y="9925"/>
                      <a:pt x="5591" y="9925"/>
                    </a:cubicBezTo>
                    <a:cubicBezTo>
                      <a:pt x="5653" y="9925"/>
                      <a:pt x="5715" y="9922"/>
                      <a:pt x="5775" y="9913"/>
                    </a:cubicBezTo>
                    <a:cubicBezTo>
                      <a:pt x="5866" y="9905"/>
                      <a:pt x="5949" y="9897"/>
                      <a:pt x="6032" y="9872"/>
                    </a:cubicBezTo>
                    <a:cubicBezTo>
                      <a:pt x="6123" y="9847"/>
                      <a:pt x="6214" y="9822"/>
                      <a:pt x="6281" y="9772"/>
                    </a:cubicBezTo>
                    <a:cubicBezTo>
                      <a:pt x="6311" y="9757"/>
                      <a:pt x="6299" y="9713"/>
                      <a:pt x="6265" y="9713"/>
                    </a:cubicBezTo>
                    <a:cubicBezTo>
                      <a:pt x="6262" y="9713"/>
                      <a:pt x="6259" y="9714"/>
                      <a:pt x="6256" y="9714"/>
                    </a:cubicBezTo>
                    <a:cubicBezTo>
                      <a:pt x="6165" y="9723"/>
                      <a:pt x="6065" y="9756"/>
                      <a:pt x="5966" y="9781"/>
                    </a:cubicBezTo>
                    <a:cubicBezTo>
                      <a:pt x="5875" y="9797"/>
                      <a:pt x="5783" y="9805"/>
                      <a:pt x="5684" y="9814"/>
                    </a:cubicBezTo>
                    <a:cubicBezTo>
                      <a:pt x="5510" y="9814"/>
                      <a:pt x="5344" y="9805"/>
                      <a:pt x="5170" y="9764"/>
                    </a:cubicBezTo>
                    <a:cubicBezTo>
                      <a:pt x="4996" y="9723"/>
                      <a:pt x="4839" y="9640"/>
                      <a:pt x="4673" y="9582"/>
                    </a:cubicBezTo>
                    <a:cubicBezTo>
                      <a:pt x="4499" y="9515"/>
                      <a:pt x="4317" y="9466"/>
                      <a:pt x="4135" y="9416"/>
                    </a:cubicBezTo>
                    <a:cubicBezTo>
                      <a:pt x="4044" y="9391"/>
                      <a:pt x="3952" y="9366"/>
                      <a:pt x="3861" y="9341"/>
                    </a:cubicBezTo>
                    <a:lnTo>
                      <a:pt x="3778" y="9317"/>
                    </a:lnTo>
                    <a:cubicBezTo>
                      <a:pt x="3720" y="9283"/>
                      <a:pt x="3654" y="9259"/>
                      <a:pt x="3588" y="9234"/>
                    </a:cubicBezTo>
                    <a:cubicBezTo>
                      <a:pt x="3488" y="9201"/>
                      <a:pt x="3389" y="9176"/>
                      <a:pt x="3290" y="9159"/>
                    </a:cubicBezTo>
                    <a:cubicBezTo>
                      <a:pt x="3099" y="9118"/>
                      <a:pt x="2917" y="9093"/>
                      <a:pt x="2734" y="9027"/>
                    </a:cubicBezTo>
                    <a:cubicBezTo>
                      <a:pt x="2569" y="8977"/>
                      <a:pt x="2411" y="8886"/>
                      <a:pt x="2279" y="8770"/>
                    </a:cubicBezTo>
                    <a:cubicBezTo>
                      <a:pt x="2138" y="8654"/>
                      <a:pt x="2014" y="8521"/>
                      <a:pt x="1906" y="8380"/>
                    </a:cubicBezTo>
                    <a:cubicBezTo>
                      <a:pt x="1856" y="8306"/>
                      <a:pt x="1806" y="8231"/>
                      <a:pt x="1757" y="8157"/>
                    </a:cubicBezTo>
                    <a:cubicBezTo>
                      <a:pt x="1732" y="8115"/>
                      <a:pt x="1707" y="8074"/>
                      <a:pt x="1682" y="8032"/>
                    </a:cubicBezTo>
                    <a:cubicBezTo>
                      <a:pt x="1657" y="7991"/>
                      <a:pt x="1632" y="7958"/>
                      <a:pt x="1599" y="7925"/>
                    </a:cubicBezTo>
                    <a:cubicBezTo>
                      <a:pt x="1591" y="7920"/>
                      <a:pt x="1585" y="7918"/>
                      <a:pt x="1579" y="7918"/>
                    </a:cubicBezTo>
                    <a:cubicBezTo>
                      <a:pt x="1572" y="7918"/>
                      <a:pt x="1566" y="7920"/>
                      <a:pt x="1558" y="7925"/>
                    </a:cubicBezTo>
                    <a:cubicBezTo>
                      <a:pt x="1583" y="7842"/>
                      <a:pt x="1591" y="7759"/>
                      <a:pt x="1608" y="7676"/>
                    </a:cubicBezTo>
                    <a:cubicBezTo>
                      <a:pt x="1624" y="7601"/>
                      <a:pt x="1666" y="7519"/>
                      <a:pt x="1757" y="7502"/>
                    </a:cubicBezTo>
                    <a:cubicBezTo>
                      <a:pt x="1790" y="7494"/>
                      <a:pt x="1806" y="7444"/>
                      <a:pt x="1790" y="7419"/>
                    </a:cubicBezTo>
                    <a:lnTo>
                      <a:pt x="1790" y="7419"/>
                    </a:lnTo>
                    <a:cubicBezTo>
                      <a:pt x="1873" y="7477"/>
                      <a:pt x="1972" y="7527"/>
                      <a:pt x="2072" y="7560"/>
                    </a:cubicBezTo>
                    <a:cubicBezTo>
                      <a:pt x="2428" y="7709"/>
                      <a:pt x="2792" y="7842"/>
                      <a:pt x="3140" y="7991"/>
                    </a:cubicBezTo>
                    <a:cubicBezTo>
                      <a:pt x="3505" y="8148"/>
                      <a:pt x="3861" y="8314"/>
                      <a:pt x="4209" y="8488"/>
                    </a:cubicBezTo>
                    <a:cubicBezTo>
                      <a:pt x="4383" y="8571"/>
                      <a:pt x="4557" y="8662"/>
                      <a:pt x="4723" y="8753"/>
                    </a:cubicBezTo>
                    <a:cubicBezTo>
                      <a:pt x="4897" y="8836"/>
                      <a:pt x="5054" y="8935"/>
                      <a:pt x="5237" y="9010"/>
                    </a:cubicBezTo>
                    <a:cubicBezTo>
                      <a:pt x="5352" y="9061"/>
                      <a:pt x="5478" y="9093"/>
                      <a:pt x="5605" y="9093"/>
                    </a:cubicBezTo>
                    <a:cubicBezTo>
                      <a:pt x="5643" y="9093"/>
                      <a:pt x="5680" y="9090"/>
                      <a:pt x="5717" y="9085"/>
                    </a:cubicBezTo>
                    <a:cubicBezTo>
                      <a:pt x="5841" y="9068"/>
                      <a:pt x="5957" y="9010"/>
                      <a:pt x="6040" y="8919"/>
                    </a:cubicBezTo>
                    <a:cubicBezTo>
                      <a:pt x="6040" y="8927"/>
                      <a:pt x="6040" y="8935"/>
                      <a:pt x="6040" y="8944"/>
                    </a:cubicBezTo>
                    <a:cubicBezTo>
                      <a:pt x="6040" y="8969"/>
                      <a:pt x="6040" y="9002"/>
                      <a:pt x="6040" y="9027"/>
                    </a:cubicBezTo>
                    <a:cubicBezTo>
                      <a:pt x="6040" y="9060"/>
                      <a:pt x="6065" y="9076"/>
                      <a:pt x="6098" y="9076"/>
                    </a:cubicBezTo>
                    <a:cubicBezTo>
                      <a:pt x="6102" y="9077"/>
                      <a:pt x="6105" y="9078"/>
                      <a:pt x="6108" y="9078"/>
                    </a:cubicBezTo>
                    <a:cubicBezTo>
                      <a:pt x="6128" y="9078"/>
                      <a:pt x="6141" y="9057"/>
                      <a:pt x="6148" y="9043"/>
                    </a:cubicBezTo>
                    <a:cubicBezTo>
                      <a:pt x="6148" y="9035"/>
                      <a:pt x="6148" y="9035"/>
                      <a:pt x="6148" y="9027"/>
                    </a:cubicBezTo>
                    <a:lnTo>
                      <a:pt x="6148" y="9018"/>
                    </a:lnTo>
                    <a:cubicBezTo>
                      <a:pt x="6148" y="9002"/>
                      <a:pt x="6148" y="8977"/>
                      <a:pt x="6148" y="8960"/>
                    </a:cubicBezTo>
                    <a:lnTo>
                      <a:pt x="6148" y="8935"/>
                    </a:lnTo>
                    <a:cubicBezTo>
                      <a:pt x="6148" y="8911"/>
                      <a:pt x="6148" y="8886"/>
                      <a:pt x="6148" y="8861"/>
                    </a:cubicBezTo>
                    <a:cubicBezTo>
                      <a:pt x="6148" y="8861"/>
                      <a:pt x="6140" y="8853"/>
                      <a:pt x="6140" y="8853"/>
                    </a:cubicBezTo>
                    <a:cubicBezTo>
                      <a:pt x="6140" y="8819"/>
                      <a:pt x="6131" y="8795"/>
                      <a:pt x="6123" y="8761"/>
                    </a:cubicBezTo>
                    <a:cubicBezTo>
                      <a:pt x="6115" y="8737"/>
                      <a:pt x="6107" y="8703"/>
                      <a:pt x="6090" y="8670"/>
                    </a:cubicBezTo>
                    <a:cubicBezTo>
                      <a:pt x="6079" y="8653"/>
                      <a:pt x="6062" y="8646"/>
                      <a:pt x="6045" y="8646"/>
                    </a:cubicBezTo>
                    <a:cubicBezTo>
                      <a:pt x="6012" y="8646"/>
                      <a:pt x="5980" y="8673"/>
                      <a:pt x="5991" y="8712"/>
                    </a:cubicBezTo>
                    <a:cubicBezTo>
                      <a:pt x="5999" y="8737"/>
                      <a:pt x="6007" y="8770"/>
                      <a:pt x="6015" y="8795"/>
                    </a:cubicBezTo>
                    <a:cubicBezTo>
                      <a:pt x="6024" y="8811"/>
                      <a:pt x="6024" y="8819"/>
                      <a:pt x="6024" y="8836"/>
                    </a:cubicBezTo>
                    <a:cubicBezTo>
                      <a:pt x="5931" y="8944"/>
                      <a:pt x="5782" y="8994"/>
                      <a:pt x="5635" y="8994"/>
                    </a:cubicBezTo>
                    <a:cubicBezTo>
                      <a:pt x="5624" y="8994"/>
                      <a:pt x="5612" y="8994"/>
                      <a:pt x="5601" y="8993"/>
                    </a:cubicBezTo>
                    <a:cubicBezTo>
                      <a:pt x="5419" y="8993"/>
                      <a:pt x="5245" y="8902"/>
                      <a:pt x="5079" y="8819"/>
                    </a:cubicBezTo>
                    <a:cubicBezTo>
                      <a:pt x="4756" y="8645"/>
                      <a:pt x="4425" y="8471"/>
                      <a:pt x="4085" y="8306"/>
                    </a:cubicBezTo>
                    <a:cubicBezTo>
                      <a:pt x="3754" y="8140"/>
                      <a:pt x="3414" y="7991"/>
                      <a:pt x="3074" y="7842"/>
                    </a:cubicBezTo>
                    <a:cubicBezTo>
                      <a:pt x="2900" y="7767"/>
                      <a:pt x="2726" y="7693"/>
                      <a:pt x="2552" y="7626"/>
                    </a:cubicBezTo>
                    <a:cubicBezTo>
                      <a:pt x="2395" y="7560"/>
                      <a:pt x="2229" y="7502"/>
                      <a:pt x="2063" y="7436"/>
                    </a:cubicBezTo>
                    <a:cubicBezTo>
                      <a:pt x="1922" y="7378"/>
                      <a:pt x="1782" y="7295"/>
                      <a:pt x="1690" y="7154"/>
                    </a:cubicBezTo>
                    <a:cubicBezTo>
                      <a:pt x="1632" y="7063"/>
                      <a:pt x="1591" y="6955"/>
                      <a:pt x="1591" y="6839"/>
                    </a:cubicBezTo>
                    <a:cubicBezTo>
                      <a:pt x="1616" y="6806"/>
                      <a:pt x="1624" y="6765"/>
                      <a:pt x="1649" y="6731"/>
                    </a:cubicBezTo>
                    <a:cubicBezTo>
                      <a:pt x="1740" y="6624"/>
                      <a:pt x="1881" y="6574"/>
                      <a:pt x="2014" y="6541"/>
                    </a:cubicBezTo>
                    <a:cubicBezTo>
                      <a:pt x="2171" y="6508"/>
                      <a:pt x="2353" y="6499"/>
                      <a:pt x="2494" y="6417"/>
                    </a:cubicBezTo>
                    <a:cubicBezTo>
                      <a:pt x="2618" y="6334"/>
                      <a:pt x="2652" y="6185"/>
                      <a:pt x="2585" y="6052"/>
                    </a:cubicBezTo>
                    <a:cubicBezTo>
                      <a:pt x="2519" y="5920"/>
                      <a:pt x="2362" y="5862"/>
                      <a:pt x="2221" y="5853"/>
                    </a:cubicBezTo>
                    <a:cubicBezTo>
                      <a:pt x="2190" y="5850"/>
                      <a:pt x="2160" y="5850"/>
                      <a:pt x="2130" y="5850"/>
                    </a:cubicBezTo>
                    <a:cubicBezTo>
                      <a:pt x="2070" y="5850"/>
                      <a:pt x="2011" y="5853"/>
                      <a:pt x="1956" y="5853"/>
                    </a:cubicBezTo>
                    <a:cubicBezTo>
                      <a:pt x="1864" y="5853"/>
                      <a:pt x="1782" y="5845"/>
                      <a:pt x="1699" y="5828"/>
                    </a:cubicBezTo>
                    <a:cubicBezTo>
                      <a:pt x="1616" y="5812"/>
                      <a:pt x="1541" y="5795"/>
                      <a:pt x="1467" y="5770"/>
                    </a:cubicBezTo>
                    <a:cubicBezTo>
                      <a:pt x="1417" y="5746"/>
                      <a:pt x="1342" y="5696"/>
                      <a:pt x="1359" y="5630"/>
                    </a:cubicBezTo>
                    <a:cubicBezTo>
                      <a:pt x="1384" y="5621"/>
                      <a:pt x="1409" y="5621"/>
                      <a:pt x="1434" y="5613"/>
                    </a:cubicBezTo>
                    <a:cubicBezTo>
                      <a:pt x="1508" y="5596"/>
                      <a:pt x="1583" y="5588"/>
                      <a:pt x="1666" y="5572"/>
                    </a:cubicBezTo>
                    <a:cubicBezTo>
                      <a:pt x="1823" y="5547"/>
                      <a:pt x="1980" y="5530"/>
                      <a:pt x="2138" y="5514"/>
                    </a:cubicBezTo>
                    <a:cubicBezTo>
                      <a:pt x="2469" y="5472"/>
                      <a:pt x="2792" y="5431"/>
                      <a:pt x="3116" y="5389"/>
                    </a:cubicBezTo>
                    <a:cubicBezTo>
                      <a:pt x="3654" y="5331"/>
                      <a:pt x="4358" y="5306"/>
                      <a:pt x="4657" y="4776"/>
                    </a:cubicBezTo>
                    <a:cubicBezTo>
                      <a:pt x="4673" y="4748"/>
                      <a:pt x="4652" y="4728"/>
                      <a:pt x="4632" y="4728"/>
                    </a:cubicBezTo>
                    <a:cubicBezTo>
                      <a:pt x="4622" y="4728"/>
                      <a:pt x="4612" y="4732"/>
                      <a:pt x="4607" y="4743"/>
                    </a:cubicBezTo>
                    <a:cubicBezTo>
                      <a:pt x="4483" y="4909"/>
                      <a:pt x="4309" y="5016"/>
                      <a:pt x="4118" y="5091"/>
                    </a:cubicBezTo>
                    <a:cubicBezTo>
                      <a:pt x="4118" y="5091"/>
                      <a:pt x="4126" y="5083"/>
                      <a:pt x="4126" y="5074"/>
                    </a:cubicBezTo>
                    <a:cubicBezTo>
                      <a:pt x="4131" y="5076"/>
                      <a:pt x="4135" y="5076"/>
                      <a:pt x="4140" y="5076"/>
                    </a:cubicBezTo>
                    <a:cubicBezTo>
                      <a:pt x="4162" y="5076"/>
                      <a:pt x="4186" y="5060"/>
                      <a:pt x="4193" y="5033"/>
                    </a:cubicBezTo>
                    <a:cubicBezTo>
                      <a:pt x="4226" y="4900"/>
                      <a:pt x="4259" y="4768"/>
                      <a:pt x="4300" y="4627"/>
                    </a:cubicBezTo>
                    <a:cubicBezTo>
                      <a:pt x="4309" y="4586"/>
                      <a:pt x="4317" y="4511"/>
                      <a:pt x="4367" y="4486"/>
                    </a:cubicBezTo>
                    <a:cubicBezTo>
                      <a:pt x="4416" y="4461"/>
                      <a:pt x="4474" y="4461"/>
                      <a:pt x="4524" y="4436"/>
                    </a:cubicBezTo>
                    <a:cubicBezTo>
                      <a:pt x="4623" y="4403"/>
                      <a:pt x="4715" y="4345"/>
                      <a:pt x="4797" y="4279"/>
                    </a:cubicBezTo>
                    <a:cubicBezTo>
                      <a:pt x="4880" y="4213"/>
                      <a:pt x="4938" y="4138"/>
                      <a:pt x="5005" y="4055"/>
                    </a:cubicBezTo>
                    <a:cubicBezTo>
                      <a:pt x="5129" y="3898"/>
                      <a:pt x="5245" y="3732"/>
                      <a:pt x="5444" y="3658"/>
                    </a:cubicBezTo>
                    <a:cubicBezTo>
                      <a:pt x="5626" y="3575"/>
                      <a:pt x="5833" y="3566"/>
                      <a:pt x="6032" y="3558"/>
                    </a:cubicBezTo>
                    <a:cubicBezTo>
                      <a:pt x="6239" y="3550"/>
                      <a:pt x="6446" y="3542"/>
                      <a:pt x="6653" y="3533"/>
                    </a:cubicBezTo>
                    <a:cubicBezTo>
                      <a:pt x="6662" y="3542"/>
                      <a:pt x="6670" y="3550"/>
                      <a:pt x="6687" y="3558"/>
                    </a:cubicBezTo>
                    <a:cubicBezTo>
                      <a:pt x="6769" y="3575"/>
                      <a:pt x="6852" y="3566"/>
                      <a:pt x="6943" y="3575"/>
                    </a:cubicBezTo>
                    <a:cubicBezTo>
                      <a:pt x="7018" y="3583"/>
                      <a:pt x="7101" y="3600"/>
                      <a:pt x="7175" y="3616"/>
                    </a:cubicBezTo>
                    <a:cubicBezTo>
                      <a:pt x="7474" y="3666"/>
                      <a:pt x="7764" y="3749"/>
                      <a:pt x="8062" y="3790"/>
                    </a:cubicBezTo>
                    <a:cubicBezTo>
                      <a:pt x="8203" y="3807"/>
                      <a:pt x="8344" y="3807"/>
                      <a:pt x="8493" y="3807"/>
                    </a:cubicBezTo>
                    <a:cubicBezTo>
                      <a:pt x="8526" y="3804"/>
                      <a:pt x="8561" y="3802"/>
                      <a:pt x="8596" y="3802"/>
                    </a:cubicBezTo>
                    <a:cubicBezTo>
                      <a:pt x="8681" y="3802"/>
                      <a:pt x="8765" y="3816"/>
                      <a:pt x="8824" y="3881"/>
                    </a:cubicBezTo>
                    <a:cubicBezTo>
                      <a:pt x="8833" y="3890"/>
                      <a:pt x="8844" y="3894"/>
                      <a:pt x="8854" y="3894"/>
                    </a:cubicBezTo>
                    <a:cubicBezTo>
                      <a:pt x="8874" y="3894"/>
                      <a:pt x="8893" y="3881"/>
                      <a:pt x="8899" y="3865"/>
                    </a:cubicBezTo>
                    <a:lnTo>
                      <a:pt x="8915" y="3865"/>
                    </a:lnTo>
                    <a:cubicBezTo>
                      <a:pt x="8927" y="3873"/>
                      <a:pt x="8942" y="3878"/>
                      <a:pt x="8958" y="3878"/>
                    </a:cubicBezTo>
                    <a:cubicBezTo>
                      <a:pt x="8987" y="3878"/>
                      <a:pt x="9018" y="3861"/>
                      <a:pt x="9023" y="3823"/>
                    </a:cubicBezTo>
                    <a:lnTo>
                      <a:pt x="9031" y="3649"/>
                    </a:lnTo>
                    <a:cubicBezTo>
                      <a:pt x="9031" y="3624"/>
                      <a:pt x="9031" y="3600"/>
                      <a:pt x="9040" y="3566"/>
                    </a:cubicBezTo>
                    <a:cubicBezTo>
                      <a:pt x="9040" y="3550"/>
                      <a:pt x="9040" y="3525"/>
                      <a:pt x="9048" y="3517"/>
                    </a:cubicBezTo>
                    <a:cubicBezTo>
                      <a:pt x="9054" y="3508"/>
                      <a:pt x="9062" y="3504"/>
                      <a:pt x="9071" y="3504"/>
                    </a:cubicBezTo>
                    <a:cubicBezTo>
                      <a:pt x="9087" y="3504"/>
                      <a:pt x="9104" y="3515"/>
                      <a:pt x="9114" y="3525"/>
                    </a:cubicBezTo>
                    <a:cubicBezTo>
                      <a:pt x="9147" y="3550"/>
                      <a:pt x="9164" y="3591"/>
                      <a:pt x="9181" y="3624"/>
                    </a:cubicBezTo>
                    <a:cubicBezTo>
                      <a:pt x="9191" y="3645"/>
                      <a:pt x="9209" y="3654"/>
                      <a:pt x="9227" y="3654"/>
                    </a:cubicBezTo>
                    <a:cubicBezTo>
                      <a:pt x="9252" y="3654"/>
                      <a:pt x="9279" y="3637"/>
                      <a:pt x="9288" y="3608"/>
                    </a:cubicBezTo>
                    <a:cubicBezTo>
                      <a:pt x="9313" y="3542"/>
                      <a:pt x="9338" y="3475"/>
                      <a:pt x="9371" y="3409"/>
                    </a:cubicBezTo>
                    <a:cubicBezTo>
                      <a:pt x="9512" y="3136"/>
                      <a:pt x="9727" y="2920"/>
                      <a:pt x="9951" y="2721"/>
                    </a:cubicBezTo>
                    <a:cubicBezTo>
                      <a:pt x="10067" y="2614"/>
                      <a:pt x="10183" y="2514"/>
                      <a:pt x="10299" y="2406"/>
                    </a:cubicBezTo>
                    <a:cubicBezTo>
                      <a:pt x="10415" y="2290"/>
                      <a:pt x="10531" y="2174"/>
                      <a:pt x="10639" y="2050"/>
                    </a:cubicBezTo>
                    <a:cubicBezTo>
                      <a:pt x="10862" y="1810"/>
                      <a:pt x="11078" y="1561"/>
                      <a:pt x="11310" y="1329"/>
                    </a:cubicBezTo>
                    <a:cubicBezTo>
                      <a:pt x="11534" y="1106"/>
                      <a:pt x="11782" y="874"/>
                      <a:pt x="12072" y="716"/>
                    </a:cubicBezTo>
                    <a:cubicBezTo>
                      <a:pt x="12173" y="660"/>
                      <a:pt x="12297" y="608"/>
                      <a:pt x="12420" y="608"/>
                    </a:cubicBezTo>
                    <a:close/>
                    <a:moveTo>
                      <a:pt x="5047" y="1"/>
                    </a:moveTo>
                    <a:cubicBezTo>
                      <a:pt x="5003" y="1"/>
                      <a:pt x="4960" y="11"/>
                      <a:pt x="4922" y="37"/>
                    </a:cubicBezTo>
                    <a:cubicBezTo>
                      <a:pt x="4872" y="78"/>
                      <a:pt x="4839" y="145"/>
                      <a:pt x="4806" y="194"/>
                    </a:cubicBezTo>
                    <a:cubicBezTo>
                      <a:pt x="4657" y="435"/>
                      <a:pt x="4532" y="683"/>
                      <a:pt x="4433" y="940"/>
                    </a:cubicBezTo>
                    <a:cubicBezTo>
                      <a:pt x="4333" y="1197"/>
                      <a:pt x="4259" y="1462"/>
                      <a:pt x="4201" y="1735"/>
                    </a:cubicBezTo>
                    <a:cubicBezTo>
                      <a:pt x="4151" y="2017"/>
                      <a:pt x="4110" y="2299"/>
                      <a:pt x="4118" y="2580"/>
                    </a:cubicBezTo>
                    <a:cubicBezTo>
                      <a:pt x="4118" y="2730"/>
                      <a:pt x="4151" y="2870"/>
                      <a:pt x="4193" y="3020"/>
                    </a:cubicBezTo>
                    <a:cubicBezTo>
                      <a:pt x="4234" y="3160"/>
                      <a:pt x="4275" y="3301"/>
                      <a:pt x="4284" y="3450"/>
                    </a:cubicBezTo>
                    <a:cubicBezTo>
                      <a:pt x="4292" y="3608"/>
                      <a:pt x="4292" y="3765"/>
                      <a:pt x="4284" y="3914"/>
                    </a:cubicBezTo>
                    <a:cubicBezTo>
                      <a:pt x="4284" y="4072"/>
                      <a:pt x="4275" y="4229"/>
                      <a:pt x="4275" y="4387"/>
                    </a:cubicBezTo>
                    <a:cubicBezTo>
                      <a:pt x="4275" y="4387"/>
                      <a:pt x="4275" y="4395"/>
                      <a:pt x="4275" y="4403"/>
                    </a:cubicBezTo>
                    <a:cubicBezTo>
                      <a:pt x="4259" y="4412"/>
                      <a:pt x="4242" y="4436"/>
                      <a:pt x="4226" y="4461"/>
                    </a:cubicBezTo>
                    <a:cubicBezTo>
                      <a:pt x="4201" y="4511"/>
                      <a:pt x="4193" y="4577"/>
                      <a:pt x="4176" y="4627"/>
                    </a:cubicBezTo>
                    <a:lnTo>
                      <a:pt x="4077" y="5000"/>
                    </a:lnTo>
                    <a:lnTo>
                      <a:pt x="4077" y="5008"/>
                    </a:lnTo>
                    <a:cubicBezTo>
                      <a:pt x="4077" y="5008"/>
                      <a:pt x="4068" y="5016"/>
                      <a:pt x="4068" y="5016"/>
                    </a:cubicBezTo>
                    <a:cubicBezTo>
                      <a:pt x="4068" y="5025"/>
                      <a:pt x="4060" y="5025"/>
                      <a:pt x="4060" y="5033"/>
                    </a:cubicBezTo>
                    <a:cubicBezTo>
                      <a:pt x="4060" y="5033"/>
                      <a:pt x="4060" y="5033"/>
                      <a:pt x="4052" y="5041"/>
                    </a:cubicBezTo>
                    <a:cubicBezTo>
                      <a:pt x="4052" y="5041"/>
                      <a:pt x="4052" y="5050"/>
                      <a:pt x="4052" y="5050"/>
                    </a:cubicBezTo>
                    <a:lnTo>
                      <a:pt x="4044" y="5050"/>
                    </a:lnTo>
                    <a:cubicBezTo>
                      <a:pt x="4044" y="5058"/>
                      <a:pt x="4035" y="5058"/>
                      <a:pt x="4035" y="5066"/>
                    </a:cubicBezTo>
                    <a:cubicBezTo>
                      <a:pt x="4027" y="5074"/>
                      <a:pt x="4010" y="5091"/>
                      <a:pt x="4002" y="5099"/>
                    </a:cubicBezTo>
                    <a:cubicBezTo>
                      <a:pt x="3986" y="5108"/>
                      <a:pt x="3969" y="5124"/>
                      <a:pt x="3969" y="5141"/>
                    </a:cubicBezTo>
                    <a:cubicBezTo>
                      <a:pt x="3911" y="5157"/>
                      <a:pt x="3853" y="5174"/>
                      <a:pt x="3795" y="5182"/>
                    </a:cubicBezTo>
                    <a:cubicBezTo>
                      <a:pt x="3638" y="5215"/>
                      <a:pt x="3480" y="5240"/>
                      <a:pt x="3323" y="5257"/>
                    </a:cubicBezTo>
                    <a:lnTo>
                      <a:pt x="2817" y="5315"/>
                    </a:lnTo>
                    <a:cubicBezTo>
                      <a:pt x="2486" y="5356"/>
                      <a:pt x="2154" y="5398"/>
                      <a:pt x="1823" y="5439"/>
                    </a:cubicBezTo>
                    <a:cubicBezTo>
                      <a:pt x="1740" y="5447"/>
                      <a:pt x="1657" y="5464"/>
                      <a:pt x="1566" y="5472"/>
                    </a:cubicBezTo>
                    <a:cubicBezTo>
                      <a:pt x="1500" y="5489"/>
                      <a:pt x="1425" y="5497"/>
                      <a:pt x="1351" y="5514"/>
                    </a:cubicBezTo>
                    <a:cubicBezTo>
                      <a:pt x="1293" y="5538"/>
                      <a:pt x="1226" y="5563"/>
                      <a:pt x="1185" y="5613"/>
                    </a:cubicBezTo>
                    <a:cubicBezTo>
                      <a:pt x="1135" y="5671"/>
                      <a:pt x="1119" y="5746"/>
                      <a:pt x="1102" y="5812"/>
                    </a:cubicBezTo>
                    <a:cubicBezTo>
                      <a:pt x="1086" y="5895"/>
                      <a:pt x="1069" y="5978"/>
                      <a:pt x="1052" y="6060"/>
                    </a:cubicBezTo>
                    <a:cubicBezTo>
                      <a:pt x="1044" y="6143"/>
                      <a:pt x="1052" y="6201"/>
                      <a:pt x="1102" y="6267"/>
                    </a:cubicBezTo>
                    <a:cubicBezTo>
                      <a:pt x="1127" y="6301"/>
                      <a:pt x="1160" y="6334"/>
                      <a:pt x="1185" y="6367"/>
                    </a:cubicBezTo>
                    <a:cubicBezTo>
                      <a:pt x="1185" y="6367"/>
                      <a:pt x="1185" y="6375"/>
                      <a:pt x="1185" y="6383"/>
                    </a:cubicBezTo>
                    <a:cubicBezTo>
                      <a:pt x="1243" y="6508"/>
                      <a:pt x="1210" y="6649"/>
                      <a:pt x="1177" y="6781"/>
                    </a:cubicBezTo>
                    <a:cubicBezTo>
                      <a:pt x="1144" y="6905"/>
                      <a:pt x="1102" y="7021"/>
                      <a:pt x="1077" y="7146"/>
                    </a:cubicBezTo>
                    <a:cubicBezTo>
                      <a:pt x="1061" y="7270"/>
                      <a:pt x="1036" y="7411"/>
                      <a:pt x="1044" y="7535"/>
                    </a:cubicBezTo>
                    <a:cubicBezTo>
                      <a:pt x="1052" y="7651"/>
                      <a:pt x="1102" y="7759"/>
                      <a:pt x="1185" y="7842"/>
                    </a:cubicBezTo>
                    <a:cubicBezTo>
                      <a:pt x="1260" y="7916"/>
                      <a:pt x="1359" y="7966"/>
                      <a:pt x="1450" y="8016"/>
                    </a:cubicBezTo>
                    <a:cubicBezTo>
                      <a:pt x="1460" y="8019"/>
                      <a:pt x="1471" y="8021"/>
                      <a:pt x="1480" y="8021"/>
                    </a:cubicBezTo>
                    <a:cubicBezTo>
                      <a:pt x="1494" y="8021"/>
                      <a:pt x="1507" y="8017"/>
                      <a:pt x="1516" y="8007"/>
                    </a:cubicBezTo>
                    <a:lnTo>
                      <a:pt x="1516" y="8007"/>
                    </a:lnTo>
                    <a:cubicBezTo>
                      <a:pt x="1516" y="8016"/>
                      <a:pt x="1516" y="8024"/>
                      <a:pt x="1508" y="8032"/>
                    </a:cubicBezTo>
                    <a:cubicBezTo>
                      <a:pt x="1508" y="8032"/>
                      <a:pt x="1508" y="8041"/>
                      <a:pt x="1508" y="8041"/>
                    </a:cubicBezTo>
                    <a:cubicBezTo>
                      <a:pt x="1500" y="8049"/>
                      <a:pt x="1500" y="8049"/>
                      <a:pt x="1500" y="8057"/>
                    </a:cubicBezTo>
                    <a:cubicBezTo>
                      <a:pt x="1492" y="8065"/>
                      <a:pt x="1492" y="8065"/>
                      <a:pt x="1483" y="8074"/>
                    </a:cubicBezTo>
                    <a:cubicBezTo>
                      <a:pt x="1483" y="8082"/>
                      <a:pt x="1483" y="8090"/>
                      <a:pt x="1475" y="8099"/>
                    </a:cubicBezTo>
                    <a:cubicBezTo>
                      <a:pt x="1475" y="8111"/>
                      <a:pt x="1490" y="8129"/>
                      <a:pt x="1504" y="8129"/>
                    </a:cubicBezTo>
                    <a:cubicBezTo>
                      <a:pt x="1508" y="8129"/>
                      <a:pt x="1513" y="8127"/>
                      <a:pt x="1516" y="8123"/>
                    </a:cubicBezTo>
                    <a:lnTo>
                      <a:pt x="1525" y="8123"/>
                    </a:lnTo>
                    <a:cubicBezTo>
                      <a:pt x="1533" y="8115"/>
                      <a:pt x="1533" y="8115"/>
                      <a:pt x="1541" y="8107"/>
                    </a:cubicBezTo>
                    <a:cubicBezTo>
                      <a:pt x="1550" y="8099"/>
                      <a:pt x="1550" y="8090"/>
                      <a:pt x="1550" y="8090"/>
                    </a:cubicBezTo>
                    <a:cubicBezTo>
                      <a:pt x="1558" y="8082"/>
                      <a:pt x="1558" y="8074"/>
                      <a:pt x="1566" y="8065"/>
                    </a:cubicBezTo>
                    <a:cubicBezTo>
                      <a:pt x="1566" y="8074"/>
                      <a:pt x="1574" y="8090"/>
                      <a:pt x="1574" y="8107"/>
                    </a:cubicBezTo>
                    <a:cubicBezTo>
                      <a:pt x="1574" y="8123"/>
                      <a:pt x="1574" y="8140"/>
                      <a:pt x="1583" y="8157"/>
                    </a:cubicBezTo>
                    <a:cubicBezTo>
                      <a:pt x="1583" y="8181"/>
                      <a:pt x="1583" y="8198"/>
                      <a:pt x="1608" y="8215"/>
                    </a:cubicBezTo>
                    <a:cubicBezTo>
                      <a:pt x="1616" y="8215"/>
                      <a:pt x="1624" y="8215"/>
                      <a:pt x="1632" y="8206"/>
                    </a:cubicBezTo>
                    <a:cubicBezTo>
                      <a:pt x="1641" y="8206"/>
                      <a:pt x="1641" y="8198"/>
                      <a:pt x="1641" y="8190"/>
                    </a:cubicBezTo>
                    <a:cubicBezTo>
                      <a:pt x="1657" y="8206"/>
                      <a:pt x="1666" y="8223"/>
                      <a:pt x="1674" y="8239"/>
                    </a:cubicBezTo>
                    <a:cubicBezTo>
                      <a:pt x="1732" y="8331"/>
                      <a:pt x="1790" y="8413"/>
                      <a:pt x="1856" y="8496"/>
                    </a:cubicBezTo>
                    <a:cubicBezTo>
                      <a:pt x="2088" y="8786"/>
                      <a:pt x="2378" y="9035"/>
                      <a:pt x="2734" y="9143"/>
                    </a:cubicBezTo>
                    <a:cubicBezTo>
                      <a:pt x="2917" y="9201"/>
                      <a:pt x="3107" y="9225"/>
                      <a:pt x="3290" y="9259"/>
                    </a:cubicBezTo>
                    <a:cubicBezTo>
                      <a:pt x="3331" y="9267"/>
                      <a:pt x="3372" y="9275"/>
                      <a:pt x="3414" y="9283"/>
                    </a:cubicBezTo>
                    <a:cubicBezTo>
                      <a:pt x="3406" y="9325"/>
                      <a:pt x="3414" y="9350"/>
                      <a:pt x="3422" y="9391"/>
                    </a:cubicBezTo>
                    <a:cubicBezTo>
                      <a:pt x="3430" y="9424"/>
                      <a:pt x="3455" y="9466"/>
                      <a:pt x="3480" y="9499"/>
                    </a:cubicBezTo>
                    <a:cubicBezTo>
                      <a:pt x="3530" y="9573"/>
                      <a:pt x="3596" y="9623"/>
                      <a:pt x="3662" y="9689"/>
                    </a:cubicBezTo>
                    <a:cubicBezTo>
                      <a:pt x="3712" y="9739"/>
                      <a:pt x="3770" y="9797"/>
                      <a:pt x="3795" y="9872"/>
                    </a:cubicBezTo>
                    <a:cubicBezTo>
                      <a:pt x="3828" y="9946"/>
                      <a:pt x="3836" y="10029"/>
                      <a:pt x="3820" y="10104"/>
                    </a:cubicBezTo>
                    <a:cubicBezTo>
                      <a:pt x="3812" y="10187"/>
                      <a:pt x="3803" y="10253"/>
                      <a:pt x="3861" y="10319"/>
                    </a:cubicBezTo>
                    <a:cubicBezTo>
                      <a:pt x="3903" y="10361"/>
                      <a:pt x="3969" y="10385"/>
                      <a:pt x="3986" y="10452"/>
                    </a:cubicBezTo>
                    <a:cubicBezTo>
                      <a:pt x="4010" y="10526"/>
                      <a:pt x="3986" y="10609"/>
                      <a:pt x="3961" y="10675"/>
                    </a:cubicBezTo>
                    <a:cubicBezTo>
                      <a:pt x="3928" y="10758"/>
                      <a:pt x="3903" y="10841"/>
                      <a:pt x="3886" y="10932"/>
                    </a:cubicBezTo>
                    <a:cubicBezTo>
                      <a:pt x="3878" y="11015"/>
                      <a:pt x="3870" y="11098"/>
                      <a:pt x="3870" y="11189"/>
                    </a:cubicBezTo>
                    <a:cubicBezTo>
                      <a:pt x="3853" y="11305"/>
                      <a:pt x="3836" y="11421"/>
                      <a:pt x="3828" y="11537"/>
                    </a:cubicBezTo>
                    <a:cubicBezTo>
                      <a:pt x="3803" y="11769"/>
                      <a:pt x="3795" y="12009"/>
                      <a:pt x="3803" y="12241"/>
                    </a:cubicBezTo>
                    <a:cubicBezTo>
                      <a:pt x="3803" y="12357"/>
                      <a:pt x="3803" y="12473"/>
                      <a:pt x="3820" y="12589"/>
                    </a:cubicBezTo>
                    <a:cubicBezTo>
                      <a:pt x="3836" y="12689"/>
                      <a:pt x="3870" y="12780"/>
                      <a:pt x="3919" y="12871"/>
                    </a:cubicBezTo>
                    <a:cubicBezTo>
                      <a:pt x="3961" y="12954"/>
                      <a:pt x="4019" y="13045"/>
                      <a:pt x="4027" y="13136"/>
                    </a:cubicBezTo>
                    <a:cubicBezTo>
                      <a:pt x="4035" y="13236"/>
                      <a:pt x="3961" y="13310"/>
                      <a:pt x="3919" y="13393"/>
                    </a:cubicBezTo>
                    <a:cubicBezTo>
                      <a:pt x="3878" y="13492"/>
                      <a:pt x="3894" y="13600"/>
                      <a:pt x="3986" y="13658"/>
                    </a:cubicBezTo>
                    <a:cubicBezTo>
                      <a:pt x="4027" y="13683"/>
                      <a:pt x="4068" y="13700"/>
                      <a:pt x="4110" y="13716"/>
                    </a:cubicBezTo>
                    <a:cubicBezTo>
                      <a:pt x="4101" y="13716"/>
                      <a:pt x="4093" y="13724"/>
                      <a:pt x="4085" y="13733"/>
                    </a:cubicBezTo>
                    <a:cubicBezTo>
                      <a:pt x="4027" y="13791"/>
                      <a:pt x="4035" y="13890"/>
                      <a:pt x="4035" y="13973"/>
                    </a:cubicBezTo>
                    <a:lnTo>
                      <a:pt x="4035" y="14288"/>
                    </a:lnTo>
                    <a:cubicBezTo>
                      <a:pt x="4035" y="14396"/>
                      <a:pt x="4035" y="14503"/>
                      <a:pt x="4044" y="14603"/>
                    </a:cubicBezTo>
                    <a:cubicBezTo>
                      <a:pt x="4044" y="14640"/>
                      <a:pt x="4067" y="14659"/>
                      <a:pt x="4092" y="14659"/>
                    </a:cubicBezTo>
                    <a:cubicBezTo>
                      <a:pt x="4101" y="14659"/>
                      <a:pt x="4110" y="14657"/>
                      <a:pt x="4118" y="14652"/>
                    </a:cubicBezTo>
                    <a:lnTo>
                      <a:pt x="4118" y="14652"/>
                    </a:lnTo>
                    <a:cubicBezTo>
                      <a:pt x="4060" y="14976"/>
                      <a:pt x="4010" y="15299"/>
                      <a:pt x="3952" y="15614"/>
                    </a:cubicBezTo>
                    <a:cubicBezTo>
                      <a:pt x="3928" y="15779"/>
                      <a:pt x="3894" y="15937"/>
                      <a:pt x="3870" y="16094"/>
                    </a:cubicBezTo>
                    <a:cubicBezTo>
                      <a:pt x="3861" y="16160"/>
                      <a:pt x="3845" y="16235"/>
                      <a:pt x="3853" y="16309"/>
                    </a:cubicBezTo>
                    <a:cubicBezTo>
                      <a:pt x="3861" y="16384"/>
                      <a:pt x="3886" y="16442"/>
                      <a:pt x="3919" y="16500"/>
                    </a:cubicBezTo>
                    <a:cubicBezTo>
                      <a:pt x="3961" y="16566"/>
                      <a:pt x="3936" y="16624"/>
                      <a:pt x="3911" y="16691"/>
                    </a:cubicBezTo>
                    <a:cubicBezTo>
                      <a:pt x="3886" y="16765"/>
                      <a:pt x="3853" y="16831"/>
                      <a:pt x="3820" y="16898"/>
                    </a:cubicBezTo>
                    <a:cubicBezTo>
                      <a:pt x="3754" y="17030"/>
                      <a:pt x="3679" y="17155"/>
                      <a:pt x="3613" y="17287"/>
                    </a:cubicBezTo>
                    <a:cubicBezTo>
                      <a:pt x="3488" y="17561"/>
                      <a:pt x="3389" y="17842"/>
                      <a:pt x="3331" y="18132"/>
                    </a:cubicBezTo>
                    <a:cubicBezTo>
                      <a:pt x="3306" y="18273"/>
                      <a:pt x="3281" y="18422"/>
                      <a:pt x="3273" y="18571"/>
                    </a:cubicBezTo>
                    <a:cubicBezTo>
                      <a:pt x="3273" y="18629"/>
                      <a:pt x="3306" y="18712"/>
                      <a:pt x="3364" y="18745"/>
                    </a:cubicBezTo>
                    <a:cubicBezTo>
                      <a:pt x="3339" y="19027"/>
                      <a:pt x="3323" y="19309"/>
                      <a:pt x="3331" y="19591"/>
                    </a:cubicBezTo>
                    <a:cubicBezTo>
                      <a:pt x="3348" y="20121"/>
                      <a:pt x="3422" y="20659"/>
                      <a:pt x="3555" y="21173"/>
                    </a:cubicBezTo>
                    <a:cubicBezTo>
                      <a:pt x="3621" y="21430"/>
                      <a:pt x="3704" y="21687"/>
                      <a:pt x="3803" y="21927"/>
                    </a:cubicBezTo>
                    <a:cubicBezTo>
                      <a:pt x="3870" y="22093"/>
                      <a:pt x="3952" y="22258"/>
                      <a:pt x="4068" y="22399"/>
                    </a:cubicBezTo>
                    <a:cubicBezTo>
                      <a:pt x="4093" y="22490"/>
                      <a:pt x="4135" y="22573"/>
                      <a:pt x="4184" y="22656"/>
                    </a:cubicBezTo>
                    <a:cubicBezTo>
                      <a:pt x="4251" y="22764"/>
                      <a:pt x="4342" y="22872"/>
                      <a:pt x="4416" y="22979"/>
                    </a:cubicBezTo>
                    <a:cubicBezTo>
                      <a:pt x="4516" y="23104"/>
                      <a:pt x="4607" y="23220"/>
                      <a:pt x="4698" y="23344"/>
                    </a:cubicBezTo>
                    <a:cubicBezTo>
                      <a:pt x="4731" y="23377"/>
                      <a:pt x="4756" y="23418"/>
                      <a:pt x="4789" y="23460"/>
                    </a:cubicBezTo>
                    <a:cubicBezTo>
                      <a:pt x="4773" y="23725"/>
                      <a:pt x="4773" y="23990"/>
                      <a:pt x="4781" y="24247"/>
                    </a:cubicBezTo>
                    <a:cubicBezTo>
                      <a:pt x="4781" y="24454"/>
                      <a:pt x="4789" y="24653"/>
                      <a:pt x="4797" y="24860"/>
                    </a:cubicBezTo>
                    <a:cubicBezTo>
                      <a:pt x="4781" y="25142"/>
                      <a:pt x="4773" y="25432"/>
                      <a:pt x="4756" y="25722"/>
                    </a:cubicBezTo>
                    <a:cubicBezTo>
                      <a:pt x="4756" y="25871"/>
                      <a:pt x="4748" y="26020"/>
                      <a:pt x="4748" y="26169"/>
                    </a:cubicBezTo>
                    <a:cubicBezTo>
                      <a:pt x="4739" y="26244"/>
                      <a:pt x="4739" y="26318"/>
                      <a:pt x="4739" y="26393"/>
                    </a:cubicBezTo>
                    <a:cubicBezTo>
                      <a:pt x="4739" y="26459"/>
                      <a:pt x="4739" y="26534"/>
                      <a:pt x="4748" y="26608"/>
                    </a:cubicBezTo>
                    <a:cubicBezTo>
                      <a:pt x="4748" y="26617"/>
                      <a:pt x="4764" y="26625"/>
                      <a:pt x="4773" y="26625"/>
                    </a:cubicBezTo>
                    <a:cubicBezTo>
                      <a:pt x="4748" y="26741"/>
                      <a:pt x="4715" y="26857"/>
                      <a:pt x="4681" y="26965"/>
                    </a:cubicBezTo>
                    <a:cubicBezTo>
                      <a:pt x="4648" y="27081"/>
                      <a:pt x="4615" y="27188"/>
                      <a:pt x="4574" y="27296"/>
                    </a:cubicBezTo>
                    <a:cubicBezTo>
                      <a:pt x="4541" y="27404"/>
                      <a:pt x="4516" y="27520"/>
                      <a:pt x="4483" y="27627"/>
                    </a:cubicBezTo>
                    <a:cubicBezTo>
                      <a:pt x="4425" y="27851"/>
                      <a:pt x="4375" y="28083"/>
                      <a:pt x="4350" y="28315"/>
                    </a:cubicBezTo>
                    <a:cubicBezTo>
                      <a:pt x="4292" y="28763"/>
                      <a:pt x="4300" y="29227"/>
                      <a:pt x="4408" y="29666"/>
                    </a:cubicBezTo>
                    <a:cubicBezTo>
                      <a:pt x="4400" y="29674"/>
                      <a:pt x="4400" y="29682"/>
                      <a:pt x="4400" y="29699"/>
                    </a:cubicBezTo>
                    <a:cubicBezTo>
                      <a:pt x="4292" y="30130"/>
                      <a:pt x="4110" y="30536"/>
                      <a:pt x="4019" y="30975"/>
                    </a:cubicBezTo>
                    <a:cubicBezTo>
                      <a:pt x="3977" y="31207"/>
                      <a:pt x="3961" y="31455"/>
                      <a:pt x="3969" y="31696"/>
                    </a:cubicBezTo>
                    <a:cubicBezTo>
                      <a:pt x="3977" y="31903"/>
                      <a:pt x="3986" y="32126"/>
                      <a:pt x="4035" y="32334"/>
                    </a:cubicBezTo>
                    <a:cubicBezTo>
                      <a:pt x="4019" y="32367"/>
                      <a:pt x="4002" y="32400"/>
                      <a:pt x="3994" y="32416"/>
                    </a:cubicBezTo>
                    <a:cubicBezTo>
                      <a:pt x="3969" y="32491"/>
                      <a:pt x="3944" y="32566"/>
                      <a:pt x="3911" y="32640"/>
                    </a:cubicBezTo>
                    <a:cubicBezTo>
                      <a:pt x="3853" y="32781"/>
                      <a:pt x="3787" y="32922"/>
                      <a:pt x="3704" y="33063"/>
                    </a:cubicBezTo>
                    <a:cubicBezTo>
                      <a:pt x="3571" y="33320"/>
                      <a:pt x="3414" y="33568"/>
                      <a:pt x="3265" y="33817"/>
                    </a:cubicBezTo>
                    <a:cubicBezTo>
                      <a:pt x="3107" y="34082"/>
                      <a:pt x="2942" y="34347"/>
                      <a:pt x="2784" y="34612"/>
                    </a:cubicBezTo>
                    <a:cubicBezTo>
                      <a:pt x="2718" y="34720"/>
                      <a:pt x="2660" y="34844"/>
                      <a:pt x="2544" y="34910"/>
                    </a:cubicBezTo>
                    <a:cubicBezTo>
                      <a:pt x="2436" y="34968"/>
                      <a:pt x="2312" y="34968"/>
                      <a:pt x="2188" y="34968"/>
                    </a:cubicBezTo>
                    <a:cubicBezTo>
                      <a:pt x="2038" y="34968"/>
                      <a:pt x="1881" y="34977"/>
                      <a:pt x="1732" y="34977"/>
                    </a:cubicBezTo>
                    <a:lnTo>
                      <a:pt x="1500" y="34977"/>
                    </a:lnTo>
                    <a:cubicBezTo>
                      <a:pt x="1425" y="34977"/>
                      <a:pt x="1351" y="34977"/>
                      <a:pt x="1268" y="34993"/>
                    </a:cubicBezTo>
                    <a:cubicBezTo>
                      <a:pt x="1260" y="34993"/>
                      <a:pt x="1260" y="34993"/>
                      <a:pt x="1251" y="35002"/>
                    </a:cubicBezTo>
                    <a:cubicBezTo>
                      <a:pt x="1127" y="34977"/>
                      <a:pt x="1003" y="34960"/>
                      <a:pt x="878" y="34935"/>
                    </a:cubicBezTo>
                    <a:cubicBezTo>
                      <a:pt x="800" y="34925"/>
                      <a:pt x="722" y="34918"/>
                      <a:pt x="644" y="34918"/>
                    </a:cubicBezTo>
                    <a:cubicBezTo>
                      <a:pt x="532" y="34918"/>
                      <a:pt x="422" y="34933"/>
                      <a:pt x="315" y="34977"/>
                    </a:cubicBezTo>
                    <a:cubicBezTo>
                      <a:pt x="149" y="35051"/>
                      <a:pt x="66" y="35217"/>
                      <a:pt x="33" y="35391"/>
                    </a:cubicBezTo>
                    <a:cubicBezTo>
                      <a:pt x="0" y="35573"/>
                      <a:pt x="17" y="35772"/>
                      <a:pt x="75" y="35946"/>
                    </a:cubicBezTo>
                    <a:lnTo>
                      <a:pt x="75" y="35963"/>
                    </a:lnTo>
                    <a:cubicBezTo>
                      <a:pt x="100" y="36046"/>
                      <a:pt x="141" y="36137"/>
                      <a:pt x="182" y="36219"/>
                    </a:cubicBezTo>
                    <a:cubicBezTo>
                      <a:pt x="216" y="36286"/>
                      <a:pt x="257" y="36360"/>
                      <a:pt x="298" y="36427"/>
                    </a:cubicBezTo>
                    <a:cubicBezTo>
                      <a:pt x="298" y="36435"/>
                      <a:pt x="298" y="36443"/>
                      <a:pt x="298" y="36451"/>
                    </a:cubicBezTo>
                    <a:cubicBezTo>
                      <a:pt x="298" y="36509"/>
                      <a:pt x="307" y="36559"/>
                      <a:pt x="348" y="36601"/>
                    </a:cubicBezTo>
                    <a:cubicBezTo>
                      <a:pt x="390" y="36634"/>
                      <a:pt x="456" y="36642"/>
                      <a:pt x="506" y="36659"/>
                    </a:cubicBezTo>
                    <a:cubicBezTo>
                      <a:pt x="572" y="36675"/>
                      <a:pt x="638" y="36692"/>
                      <a:pt x="696" y="36708"/>
                    </a:cubicBezTo>
                    <a:cubicBezTo>
                      <a:pt x="829" y="36733"/>
                      <a:pt x="961" y="36758"/>
                      <a:pt x="1086" y="36775"/>
                    </a:cubicBezTo>
                    <a:cubicBezTo>
                      <a:pt x="1152" y="36783"/>
                      <a:pt x="1218" y="36791"/>
                      <a:pt x="1284" y="36799"/>
                    </a:cubicBezTo>
                    <a:cubicBezTo>
                      <a:pt x="1318" y="36799"/>
                      <a:pt x="1356" y="36805"/>
                      <a:pt x="1394" y="36805"/>
                    </a:cubicBezTo>
                    <a:cubicBezTo>
                      <a:pt x="1422" y="36805"/>
                      <a:pt x="1450" y="36802"/>
                      <a:pt x="1475" y="36791"/>
                    </a:cubicBezTo>
                    <a:cubicBezTo>
                      <a:pt x="1500" y="36783"/>
                      <a:pt x="1508" y="36758"/>
                      <a:pt x="1508" y="36741"/>
                    </a:cubicBezTo>
                    <a:cubicBezTo>
                      <a:pt x="1558" y="36750"/>
                      <a:pt x="1608" y="36758"/>
                      <a:pt x="1649" y="36766"/>
                    </a:cubicBezTo>
                    <a:cubicBezTo>
                      <a:pt x="1692" y="36771"/>
                      <a:pt x="1743" y="36781"/>
                      <a:pt x="1793" y="36781"/>
                    </a:cubicBezTo>
                    <a:cubicBezTo>
                      <a:pt x="1830" y="36781"/>
                      <a:pt x="1866" y="36776"/>
                      <a:pt x="1898" y="36758"/>
                    </a:cubicBezTo>
                    <a:cubicBezTo>
                      <a:pt x="1906" y="36758"/>
                      <a:pt x="1914" y="36741"/>
                      <a:pt x="1914" y="36725"/>
                    </a:cubicBezTo>
                    <a:cubicBezTo>
                      <a:pt x="1939" y="36733"/>
                      <a:pt x="1956" y="36741"/>
                      <a:pt x="1980" y="36750"/>
                    </a:cubicBezTo>
                    <a:cubicBezTo>
                      <a:pt x="2096" y="36775"/>
                      <a:pt x="2221" y="36799"/>
                      <a:pt x="2345" y="36824"/>
                    </a:cubicBezTo>
                    <a:cubicBezTo>
                      <a:pt x="2577" y="36866"/>
                      <a:pt x="2801" y="36891"/>
                      <a:pt x="3033" y="36899"/>
                    </a:cubicBezTo>
                    <a:cubicBezTo>
                      <a:pt x="3075" y="36902"/>
                      <a:pt x="3118" y="36904"/>
                      <a:pt x="3160" y="36904"/>
                    </a:cubicBezTo>
                    <a:cubicBezTo>
                      <a:pt x="3234" y="36904"/>
                      <a:pt x="3307" y="36898"/>
                      <a:pt x="3381" y="36882"/>
                    </a:cubicBezTo>
                    <a:cubicBezTo>
                      <a:pt x="3464" y="36866"/>
                      <a:pt x="3546" y="36824"/>
                      <a:pt x="3621" y="36766"/>
                    </a:cubicBezTo>
                    <a:cubicBezTo>
                      <a:pt x="3762" y="36650"/>
                      <a:pt x="3853" y="36485"/>
                      <a:pt x="3928" y="36319"/>
                    </a:cubicBezTo>
                    <a:cubicBezTo>
                      <a:pt x="4019" y="36128"/>
                      <a:pt x="4110" y="35938"/>
                      <a:pt x="4193" y="35747"/>
                    </a:cubicBezTo>
                    <a:cubicBezTo>
                      <a:pt x="4217" y="35739"/>
                      <a:pt x="4251" y="35731"/>
                      <a:pt x="4275" y="35722"/>
                    </a:cubicBezTo>
                    <a:cubicBezTo>
                      <a:pt x="4441" y="35640"/>
                      <a:pt x="4507" y="35441"/>
                      <a:pt x="4582" y="35283"/>
                    </a:cubicBezTo>
                    <a:cubicBezTo>
                      <a:pt x="4665" y="35093"/>
                      <a:pt x="4756" y="34910"/>
                      <a:pt x="4872" y="34728"/>
                    </a:cubicBezTo>
                    <a:cubicBezTo>
                      <a:pt x="5096" y="34372"/>
                      <a:pt x="5369" y="34049"/>
                      <a:pt x="5684" y="33775"/>
                    </a:cubicBezTo>
                    <a:cubicBezTo>
                      <a:pt x="5759" y="33709"/>
                      <a:pt x="5841" y="33634"/>
                      <a:pt x="5924" y="33576"/>
                    </a:cubicBezTo>
                    <a:cubicBezTo>
                      <a:pt x="6015" y="33510"/>
                      <a:pt x="6107" y="33452"/>
                      <a:pt x="6173" y="33361"/>
                    </a:cubicBezTo>
                    <a:cubicBezTo>
                      <a:pt x="6231" y="33270"/>
                      <a:pt x="6247" y="33162"/>
                      <a:pt x="6256" y="33054"/>
                    </a:cubicBezTo>
                    <a:cubicBezTo>
                      <a:pt x="6272" y="32938"/>
                      <a:pt x="6281" y="32831"/>
                      <a:pt x="6305" y="32715"/>
                    </a:cubicBezTo>
                    <a:cubicBezTo>
                      <a:pt x="6355" y="32483"/>
                      <a:pt x="6446" y="32259"/>
                      <a:pt x="6546" y="32035"/>
                    </a:cubicBezTo>
                    <a:cubicBezTo>
                      <a:pt x="6645" y="31803"/>
                      <a:pt x="6736" y="31563"/>
                      <a:pt x="6836" y="31323"/>
                    </a:cubicBezTo>
                    <a:cubicBezTo>
                      <a:pt x="6985" y="30975"/>
                      <a:pt x="7134" y="30627"/>
                      <a:pt x="7267" y="30271"/>
                    </a:cubicBezTo>
                    <a:lnTo>
                      <a:pt x="7267" y="30271"/>
                    </a:lnTo>
                    <a:cubicBezTo>
                      <a:pt x="7242" y="30453"/>
                      <a:pt x="7225" y="30627"/>
                      <a:pt x="7209" y="30809"/>
                    </a:cubicBezTo>
                    <a:cubicBezTo>
                      <a:pt x="7192" y="31141"/>
                      <a:pt x="7209" y="31464"/>
                      <a:pt x="7250" y="31795"/>
                    </a:cubicBezTo>
                    <a:cubicBezTo>
                      <a:pt x="7267" y="31969"/>
                      <a:pt x="7283" y="32135"/>
                      <a:pt x="7283" y="32309"/>
                    </a:cubicBezTo>
                    <a:cubicBezTo>
                      <a:pt x="7275" y="32466"/>
                      <a:pt x="7250" y="32624"/>
                      <a:pt x="7209" y="32781"/>
                    </a:cubicBezTo>
                    <a:cubicBezTo>
                      <a:pt x="7126" y="33079"/>
                      <a:pt x="7001" y="33369"/>
                      <a:pt x="6943" y="33676"/>
                    </a:cubicBezTo>
                    <a:cubicBezTo>
                      <a:pt x="6910" y="33833"/>
                      <a:pt x="6910" y="33999"/>
                      <a:pt x="6877" y="34156"/>
                    </a:cubicBezTo>
                    <a:cubicBezTo>
                      <a:pt x="6852" y="34297"/>
                      <a:pt x="6803" y="34422"/>
                      <a:pt x="6736" y="34538"/>
                    </a:cubicBezTo>
                    <a:cubicBezTo>
                      <a:pt x="6637" y="34687"/>
                      <a:pt x="6496" y="34819"/>
                      <a:pt x="6339" y="34910"/>
                    </a:cubicBezTo>
                    <a:cubicBezTo>
                      <a:pt x="6330" y="34910"/>
                      <a:pt x="6322" y="34910"/>
                      <a:pt x="6314" y="34919"/>
                    </a:cubicBezTo>
                    <a:cubicBezTo>
                      <a:pt x="6281" y="34935"/>
                      <a:pt x="6256" y="34952"/>
                      <a:pt x="6231" y="34968"/>
                    </a:cubicBezTo>
                    <a:cubicBezTo>
                      <a:pt x="6198" y="34985"/>
                      <a:pt x="6173" y="34993"/>
                      <a:pt x="6140" y="35010"/>
                    </a:cubicBezTo>
                    <a:cubicBezTo>
                      <a:pt x="6131" y="35010"/>
                      <a:pt x="6123" y="35026"/>
                      <a:pt x="6115" y="35035"/>
                    </a:cubicBezTo>
                    <a:cubicBezTo>
                      <a:pt x="6090" y="35051"/>
                      <a:pt x="6057" y="35068"/>
                      <a:pt x="6024" y="35076"/>
                    </a:cubicBezTo>
                    <a:cubicBezTo>
                      <a:pt x="5916" y="35118"/>
                      <a:pt x="5808" y="35142"/>
                      <a:pt x="5701" y="35176"/>
                    </a:cubicBezTo>
                    <a:cubicBezTo>
                      <a:pt x="5493" y="35242"/>
                      <a:pt x="5303" y="35325"/>
                      <a:pt x="5179" y="35499"/>
                    </a:cubicBezTo>
                    <a:cubicBezTo>
                      <a:pt x="5104" y="35606"/>
                      <a:pt x="5063" y="35722"/>
                      <a:pt x="5029" y="35838"/>
                    </a:cubicBezTo>
                    <a:cubicBezTo>
                      <a:pt x="4996" y="35971"/>
                      <a:pt x="4971" y="36112"/>
                      <a:pt x="4955" y="36244"/>
                    </a:cubicBezTo>
                    <a:cubicBezTo>
                      <a:pt x="4938" y="36385"/>
                      <a:pt x="4938" y="36526"/>
                      <a:pt x="4947" y="36667"/>
                    </a:cubicBezTo>
                    <a:cubicBezTo>
                      <a:pt x="4955" y="36775"/>
                      <a:pt x="4980" y="36899"/>
                      <a:pt x="5087" y="36957"/>
                    </a:cubicBezTo>
                    <a:cubicBezTo>
                      <a:pt x="5127" y="36978"/>
                      <a:pt x="5170" y="36985"/>
                      <a:pt x="5215" y="36985"/>
                    </a:cubicBezTo>
                    <a:cubicBezTo>
                      <a:pt x="5291" y="36985"/>
                      <a:pt x="5370" y="36965"/>
                      <a:pt x="5444" y="36965"/>
                    </a:cubicBezTo>
                    <a:cubicBezTo>
                      <a:pt x="5463" y="36964"/>
                      <a:pt x="5482" y="36963"/>
                      <a:pt x="5500" y="36963"/>
                    </a:cubicBezTo>
                    <a:cubicBezTo>
                      <a:pt x="5587" y="36963"/>
                      <a:pt x="5668" y="36978"/>
                      <a:pt x="5750" y="36998"/>
                    </a:cubicBezTo>
                    <a:cubicBezTo>
                      <a:pt x="5792" y="37023"/>
                      <a:pt x="5833" y="37031"/>
                      <a:pt x="5875" y="37040"/>
                    </a:cubicBezTo>
                    <a:cubicBezTo>
                      <a:pt x="5991" y="37065"/>
                      <a:pt x="6115" y="37065"/>
                      <a:pt x="6239" y="37073"/>
                    </a:cubicBezTo>
                    <a:cubicBezTo>
                      <a:pt x="6355" y="37073"/>
                      <a:pt x="6479" y="37073"/>
                      <a:pt x="6587" y="37023"/>
                    </a:cubicBezTo>
                    <a:cubicBezTo>
                      <a:pt x="6629" y="36998"/>
                      <a:pt x="6678" y="36973"/>
                      <a:pt x="6711" y="36940"/>
                    </a:cubicBezTo>
                    <a:cubicBezTo>
                      <a:pt x="6720" y="36924"/>
                      <a:pt x="6736" y="36915"/>
                      <a:pt x="6745" y="36899"/>
                    </a:cubicBezTo>
                    <a:cubicBezTo>
                      <a:pt x="6919" y="36940"/>
                      <a:pt x="7109" y="36965"/>
                      <a:pt x="7291" y="36982"/>
                    </a:cubicBezTo>
                    <a:cubicBezTo>
                      <a:pt x="7490" y="37007"/>
                      <a:pt x="7689" y="37023"/>
                      <a:pt x="7896" y="37023"/>
                    </a:cubicBezTo>
                    <a:cubicBezTo>
                      <a:pt x="8070" y="37023"/>
                      <a:pt x="8253" y="37007"/>
                      <a:pt x="8410" y="36932"/>
                    </a:cubicBezTo>
                    <a:cubicBezTo>
                      <a:pt x="8733" y="36791"/>
                      <a:pt x="8841" y="36435"/>
                      <a:pt x="8915" y="36120"/>
                    </a:cubicBezTo>
                    <a:cubicBezTo>
                      <a:pt x="9015" y="35714"/>
                      <a:pt x="9098" y="35300"/>
                      <a:pt x="9181" y="34886"/>
                    </a:cubicBezTo>
                    <a:cubicBezTo>
                      <a:pt x="9214" y="34678"/>
                      <a:pt x="9247" y="34480"/>
                      <a:pt x="9288" y="34281"/>
                    </a:cubicBezTo>
                    <a:cubicBezTo>
                      <a:pt x="9321" y="34090"/>
                      <a:pt x="9363" y="33908"/>
                      <a:pt x="9446" y="33734"/>
                    </a:cubicBezTo>
                    <a:cubicBezTo>
                      <a:pt x="9528" y="33568"/>
                      <a:pt x="9653" y="33419"/>
                      <a:pt x="9744" y="33253"/>
                    </a:cubicBezTo>
                    <a:cubicBezTo>
                      <a:pt x="9827" y="33104"/>
                      <a:pt x="9885" y="32930"/>
                      <a:pt x="9910" y="32756"/>
                    </a:cubicBezTo>
                    <a:cubicBezTo>
                      <a:pt x="9959" y="32400"/>
                      <a:pt x="9926" y="32035"/>
                      <a:pt x="10001" y="31687"/>
                    </a:cubicBezTo>
                    <a:cubicBezTo>
                      <a:pt x="10017" y="31604"/>
                      <a:pt x="10042" y="31522"/>
                      <a:pt x="10075" y="31439"/>
                    </a:cubicBezTo>
                    <a:cubicBezTo>
                      <a:pt x="10117" y="31348"/>
                      <a:pt x="10166" y="31265"/>
                      <a:pt x="10216" y="31182"/>
                    </a:cubicBezTo>
                    <a:cubicBezTo>
                      <a:pt x="10307" y="31016"/>
                      <a:pt x="10382" y="30842"/>
                      <a:pt x="10423" y="30660"/>
                    </a:cubicBezTo>
                    <a:cubicBezTo>
                      <a:pt x="10473" y="30478"/>
                      <a:pt x="10498" y="30295"/>
                      <a:pt x="10514" y="30105"/>
                    </a:cubicBezTo>
                    <a:cubicBezTo>
                      <a:pt x="10531" y="30055"/>
                      <a:pt x="10548" y="30014"/>
                      <a:pt x="10556" y="29964"/>
                    </a:cubicBezTo>
                    <a:cubicBezTo>
                      <a:pt x="10589" y="29823"/>
                      <a:pt x="10614" y="29691"/>
                      <a:pt x="10647" y="29550"/>
                    </a:cubicBezTo>
                    <a:cubicBezTo>
                      <a:pt x="10655" y="29550"/>
                      <a:pt x="10664" y="29541"/>
                      <a:pt x="10664" y="29533"/>
                    </a:cubicBezTo>
                    <a:cubicBezTo>
                      <a:pt x="10780" y="29351"/>
                      <a:pt x="10862" y="29152"/>
                      <a:pt x="10937" y="28953"/>
                    </a:cubicBezTo>
                    <a:cubicBezTo>
                      <a:pt x="11003" y="28771"/>
                      <a:pt x="11070" y="28597"/>
                      <a:pt x="11128" y="28406"/>
                    </a:cubicBezTo>
                    <a:cubicBezTo>
                      <a:pt x="11131" y="28410"/>
                      <a:pt x="11136" y="28412"/>
                      <a:pt x="11141" y="28412"/>
                    </a:cubicBezTo>
                    <a:cubicBezTo>
                      <a:pt x="11148" y="28412"/>
                      <a:pt x="11156" y="28408"/>
                      <a:pt x="11161" y="28398"/>
                    </a:cubicBezTo>
                    <a:cubicBezTo>
                      <a:pt x="11177" y="28323"/>
                      <a:pt x="11194" y="28241"/>
                      <a:pt x="11210" y="28166"/>
                    </a:cubicBezTo>
                    <a:cubicBezTo>
                      <a:pt x="11277" y="28282"/>
                      <a:pt x="11360" y="28398"/>
                      <a:pt x="11442" y="28506"/>
                    </a:cubicBezTo>
                    <a:cubicBezTo>
                      <a:pt x="11650" y="28787"/>
                      <a:pt x="11906" y="29028"/>
                      <a:pt x="12188" y="29227"/>
                    </a:cubicBezTo>
                    <a:cubicBezTo>
                      <a:pt x="12329" y="29326"/>
                      <a:pt x="12478" y="29417"/>
                      <a:pt x="12636" y="29492"/>
                    </a:cubicBezTo>
                    <a:cubicBezTo>
                      <a:pt x="12710" y="29525"/>
                      <a:pt x="12793" y="29566"/>
                      <a:pt x="12876" y="29599"/>
                    </a:cubicBezTo>
                    <a:cubicBezTo>
                      <a:pt x="12938" y="29624"/>
                      <a:pt x="13011" y="29650"/>
                      <a:pt x="13078" y="29650"/>
                    </a:cubicBezTo>
                    <a:cubicBezTo>
                      <a:pt x="13100" y="29650"/>
                      <a:pt x="13121" y="29647"/>
                      <a:pt x="13141" y="29641"/>
                    </a:cubicBezTo>
                    <a:cubicBezTo>
                      <a:pt x="13199" y="29666"/>
                      <a:pt x="13249" y="29682"/>
                      <a:pt x="13307" y="29699"/>
                    </a:cubicBezTo>
                    <a:cubicBezTo>
                      <a:pt x="13249" y="29840"/>
                      <a:pt x="13290" y="30005"/>
                      <a:pt x="13315" y="30146"/>
                    </a:cubicBezTo>
                    <a:cubicBezTo>
                      <a:pt x="13373" y="30453"/>
                      <a:pt x="13472" y="30759"/>
                      <a:pt x="13605" y="31041"/>
                    </a:cubicBezTo>
                    <a:cubicBezTo>
                      <a:pt x="13680" y="31190"/>
                      <a:pt x="13754" y="31331"/>
                      <a:pt x="13845" y="31472"/>
                    </a:cubicBezTo>
                    <a:cubicBezTo>
                      <a:pt x="13928" y="31613"/>
                      <a:pt x="14011" y="31762"/>
                      <a:pt x="14102" y="31903"/>
                    </a:cubicBezTo>
                    <a:cubicBezTo>
                      <a:pt x="14111" y="31921"/>
                      <a:pt x="14125" y="31929"/>
                      <a:pt x="14139" y="31929"/>
                    </a:cubicBezTo>
                    <a:cubicBezTo>
                      <a:pt x="14152" y="31929"/>
                      <a:pt x="14165" y="31923"/>
                      <a:pt x="14177" y="31911"/>
                    </a:cubicBezTo>
                    <a:cubicBezTo>
                      <a:pt x="14235" y="32027"/>
                      <a:pt x="14309" y="32135"/>
                      <a:pt x="14392" y="32226"/>
                    </a:cubicBezTo>
                    <a:cubicBezTo>
                      <a:pt x="14417" y="32284"/>
                      <a:pt x="14442" y="32334"/>
                      <a:pt x="14458" y="32375"/>
                    </a:cubicBezTo>
                    <a:cubicBezTo>
                      <a:pt x="14533" y="32524"/>
                      <a:pt x="14632" y="32665"/>
                      <a:pt x="14740" y="32781"/>
                    </a:cubicBezTo>
                    <a:cubicBezTo>
                      <a:pt x="14749" y="32790"/>
                      <a:pt x="14762" y="32795"/>
                      <a:pt x="14775" y="32795"/>
                    </a:cubicBezTo>
                    <a:cubicBezTo>
                      <a:pt x="14796" y="32795"/>
                      <a:pt x="14818" y="32782"/>
                      <a:pt x="14823" y="32756"/>
                    </a:cubicBezTo>
                    <a:cubicBezTo>
                      <a:pt x="14889" y="32872"/>
                      <a:pt x="14972" y="32980"/>
                      <a:pt x="15080" y="33063"/>
                    </a:cubicBezTo>
                    <a:cubicBezTo>
                      <a:pt x="15088" y="33071"/>
                      <a:pt x="15098" y="33075"/>
                      <a:pt x="15109" y="33075"/>
                    </a:cubicBezTo>
                    <a:cubicBezTo>
                      <a:pt x="15119" y="33075"/>
                      <a:pt x="15129" y="33071"/>
                      <a:pt x="15138" y="33063"/>
                    </a:cubicBezTo>
                    <a:cubicBezTo>
                      <a:pt x="15196" y="33195"/>
                      <a:pt x="15229" y="33344"/>
                      <a:pt x="15262" y="33485"/>
                    </a:cubicBezTo>
                    <a:cubicBezTo>
                      <a:pt x="15287" y="33576"/>
                      <a:pt x="15312" y="33709"/>
                      <a:pt x="15395" y="33759"/>
                    </a:cubicBezTo>
                    <a:cubicBezTo>
                      <a:pt x="15419" y="33775"/>
                      <a:pt x="15444" y="33775"/>
                      <a:pt x="15469" y="33775"/>
                    </a:cubicBezTo>
                    <a:cubicBezTo>
                      <a:pt x="15486" y="33833"/>
                      <a:pt x="15502" y="33900"/>
                      <a:pt x="15511" y="33958"/>
                    </a:cubicBezTo>
                    <a:cubicBezTo>
                      <a:pt x="15519" y="34016"/>
                      <a:pt x="15519" y="34082"/>
                      <a:pt x="15494" y="34140"/>
                    </a:cubicBezTo>
                    <a:cubicBezTo>
                      <a:pt x="15461" y="34206"/>
                      <a:pt x="15395" y="34231"/>
                      <a:pt x="15320" y="34256"/>
                    </a:cubicBezTo>
                    <a:cubicBezTo>
                      <a:pt x="15237" y="34281"/>
                      <a:pt x="15146" y="34306"/>
                      <a:pt x="15055" y="34330"/>
                    </a:cubicBezTo>
                    <a:cubicBezTo>
                      <a:pt x="14417" y="34504"/>
                      <a:pt x="13746" y="34604"/>
                      <a:pt x="13083" y="34612"/>
                    </a:cubicBezTo>
                    <a:cubicBezTo>
                      <a:pt x="13026" y="34614"/>
                      <a:pt x="12969" y="34614"/>
                      <a:pt x="12912" y="34614"/>
                    </a:cubicBezTo>
                    <a:cubicBezTo>
                      <a:pt x="12638" y="34614"/>
                      <a:pt x="12365" y="34598"/>
                      <a:pt x="12097" y="34571"/>
                    </a:cubicBezTo>
                    <a:cubicBezTo>
                      <a:pt x="11931" y="34546"/>
                      <a:pt x="11766" y="34521"/>
                      <a:pt x="11600" y="34496"/>
                    </a:cubicBezTo>
                    <a:cubicBezTo>
                      <a:pt x="11496" y="34479"/>
                      <a:pt x="11383" y="34457"/>
                      <a:pt x="11274" y="34457"/>
                    </a:cubicBezTo>
                    <a:cubicBezTo>
                      <a:pt x="11227" y="34457"/>
                      <a:pt x="11181" y="34461"/>
                      <a:pt x="11136" y="34471"/>
                    </a:cubicBezTo>
                    <a:cubicBezTo>
                      <a:pt x="11111" y="34463"/>
                      <a:pt x="11086" y="34455"/>
                      <a:pt x="11053" y="34446"/>
                    </a:cubicBezTo>
                    <a:cubicBezTo>
                      <a:pt x="10861" y="34385"/>
                      <a:pt x="10651" y="34309"/>
                      <a:pt x="10440" y="34309"/>
                    </a:cubicBezTo>
                    <a:cubicBezTo>
                      <a:pt x="10368" y="34309"/>
                      <a:pt x="10296" y="34318"/>
                      <a:pt x="10224" y="34339"/>
                    </a:cubicBezTo>
                    <a:cubicBezTo>
                      <a:pt x="10100" y="34380"/>
                      <a:pt x="10001" y="34446"/>
                      <a:pt x="9926" y="34554"/>
                    </a:cubicBezTo>
                    <a:cubicBezTo>
                      <a:pt x="9893" y="34604"/>
                      <a:pt x="9860" y="34662"/>
                      <a:pt x="9843" y="34720"/>
                    </a:cubicBezTo>
                    <a:cubicBezTo>
                      <a:pt x="9818" y="34778"/>
                      <a:pt x="9794" y="34844"/>
                      <a:pt x="9785" y="34910"/>
                    </a:cubicBezTo>
                    <a:cubicBezTo>
                      <a:pt x="9785" y="34927"/>
                      <a:pt x="9794" y="34944"/>
                      <a:pt x="9810" y="34952"/>
                    </a:cubicBezTo>
                    <a:cubicBezTo>
                      <a:pt x="9777" y="34993"/>
                      <a:pt x="9752" y="35035"/>
                      <a:pt x="9727" y="35084"/>
                    </a:cubicBezTo>
                    <a:cubicBezTo>
                      <a:pt x="9661" y="35217"/>
                      <a:pt x="9644" y="35374"/>
                      <a:pt x="9661" y="35524"/>
                    </a:cubicBezTo>
                    <a:cubicBezTo>
                      <a:pt x="9669" y="35606"/>
                      <a:pt x="9694" y="35698"/>
                      <a:pt x="9719" y="35780"/>
                    </a:cubicBezTo>
                    <a:cubicBezTo>
                      <a:pt x="9736" y="35814"/>
                      <a:pt x="9744" y="35847"/>
                      <a:pt x="9760" y="35880"/>
                    </a:cubicBezTo>
                    <a:cubicBezTo>
                      <a:pt x="9760" y="35888"/>
                      <a:pt x="9760" y="35896"/>
                      <a:pt x="9760" y="35905"/>
                    </a:cubicBezTo>
                    <a:cubicBezTo>
                      <a:pt x="9769" y="35913"/>
                      <a:pt x="9769" y="35921"/>
                      <a:pt x="9777" y="35921"/>
                    </a:cubicBezTo>
                    <a:cubicBezTo>
                      <a:pt x="9794" y="35963"/>
                      <a:pt x="9802" y="35996"/>
                      <a:pt x="9835" y="36029"/>
                    </a:cubicBezTo>
                    <a:cubicBezTo>
                      <a:pt x="9843" y="36037"/>
                      <a:pt x="9860" y="36037"/>
                      <a:pt x="9868" y="36037"/>
                    </a:cubicBezTo>
                    <a:cubicBezTo>
                      <a:pt x="9893" y="36062"/>
                      <a:pt x="9910" y="36087"/>
                      <a:pt x="9934" y="36112"/>
                    </a:cubicBezTo>
                    <a:cubicBezTo>
                      <a:pt x="9943" y="36120"/>
                      <a:pt x="9951" y="36128"/>
                      <a:pt x="9959" y="36128"/>
                    </a:cubicBezTo>
                    <a:lnTo>
                      <a:pt x="9968" y="36128"/>
                    </a:lnTo>
                    <a:cubicBezTo>
                      <a:pt x="9968" y="36128"/>
                      <a:pt x="9968" y="36137"/>
                      <a:pt x="9968" y="36137"/>
                    </a:cubicBezTo>
                    <a:cubicBezTo>
                      <a:pt x="9992" y="36186"/>
                      <a:pt x="10026" y="36236"/>
                      <a:pt x="10067" y="36277"/>
                    </a:cubicBezTo>
                    <a:cubicBezTo>
                      <a:pt x="10166" y="36377"/>
                      <a:pt x="10299" y="36418"/>
                      <a:pt x="10440" y="36427"/>
                    </a:cubicBezTo>
                    <a:cubicBezTo>
                      <a:pt x="10597" y="36435"/>
                      <a:pt x="10755" y="36435"/>
                      <a:pt x="10920" y="36435"/>
                    </a:cubicBezTo>
                    <a:cubicBezTo>
                      <a:pt x="11086" y="36435"/>
                      <a:pt x="11260" y="36427"/>
                      <a:pt x="11426" y="36427"/>
                    </a:cubicBezTo>
                    <a:cubicBezTo>
                      <a:pt x="12105" y="36418"/>
                      <a:pt x="12776" y="36402"/>
                      <a:pt x="13456" y="36377"/>
                    </a:cubicBezTo>
                    <a:cubicBezTo>
                      <a:pt x="14127" y="36344"/>
                      <a:pt x="14798" y="36302"/>
                      <a:pt x="15477" y="36244"/>
                    </a:cubicBezTo>
                    <a:cubicBezTo>
                      <a:pt x="15643" y="36236"/>
                      <a:pt x="15809" y="36219"/>
                      <a:pt x="15975" y="36203"/>
                    </a:cubicBezTo>
                    <a:cubicBezTo>
                      <a:pt x="16140" y="36186"/>
                      <a:pt x="16298" y="36178"/>
                      <a:pt x="16463" y="36153"/>
                    </a:cubicBezTo>
                    <a:cubicBezTo>
                      <a:pt x="16604" y="36137"/>
                      <a:pt x="16745" y="36104"/>
                      <a:pt x="16861" y="36012"/>
                    </a:cubicBezTo>
                    <a:cubicBezTo>
                      <a:pt x="16952" y="35946"/>
                      <a:pt x="17010" y="35855"/>
                      <a:pt x="17035" y="35756"/>
                    </a:cubicBezTo>
                    <a:cubicBezTo>
                      <a:pt x="17094" y="35767"/>
                      <a:pt x="17156" y="35779"/>
                      <a:pt x="17217" y="35779"/>
                    </a:cubicBezTo>
                    <a:cubicBezTo>
                      <a:pt x="17243" y="35779"/>
                      <a:pt x="17268" y="35777"/>
                      <a:pt x="17292" y="35772"/>
                    </a:cubicBezTo>
                    <a:cubicBezTo>
                      <a:pt x="17383" y="35764"/>
                      <a:pt x="17466" y="35722"/>
                      <a:pt x="17524" y="35656"/>
                    </a:cubicBezTo>
                    <a:cubicBezTo>
                      <a:pt x="17549" y="35631"/>
                      <a:pt x="17565" y="35606"/>
                      <a:pt x="17582" y="35582"/>
                    </a:cubicBezTo>
                    <a:cubicBezTo>
                      <a:pt x="17582" y="35590"/>
                      <a:pt x="17582" y="35590"/>
                      <a:pt x="17582" y="35598"/>
                    </a:cubicBezTo>
                    <a:cubicBezTo>
                      <a:pt x="17574" y="35673"/>
                      <a:pt x="17574" y="35756"/>
                      <a:pt x="17574" y="35838"/>
                    </a:cubicBezTo>
                    <a:lnTo>
                      <a:pt x="17574" y="35930"/>
                    </a:lnTo>
                    <a:cubicBezTo>
                      <a:pt x="17565" y="35938"/>
                      <a:pt x="17549" y="35954"/>
                      <a:pt x="17541" y="35971"/>
                    </a:cubicBezTo>
                    <a:cubicBezTo>
                      <a:pt x="17524" y="36012"/>
                      <a:pt x="17516" y="36046"/>
                      <a:pt x="17507" y="36087"/>
                    </a:cubicBezTo>
                    <a:cubicBezTo>
                      <a:pt x="17507" y="36162"/>
                      <a:pt x="17549" y="36228"/>
                      <a:pt x="17607" y="36261"/>
                    </a:cubicBezTo>
                    <a:cubicBezTo>
                      <a:pt x="17665" y="36294"/>
                      <a:pt x="17731" y="36302"/>
                      <a:pt x="17797" y="36311"/>
                    </a:cubicBezTo>
                    <a:lnTo>
                      <a:pt x="18029" y="36311"/>
                    </a:lnTo>
                    <a:cubicBezTo>
                      <a:pt x="18129" y="36402"/>
                      <a:pt x="18261" y="36435"/>
                      <a:pt x="18394" y="36451"/>
                    </a:cubicBezTo>
                    <a:cubicBezTo>
                      <a:pt x="18493" y="36460"/>
                      <a:pt x="18585" y="36460"/>
                      <a:pt x="18684" y="36460"/>
                    </a:cubicBezTo>
                    <a:lnTo>
                      <a:pt x="18858" y="36460"/>
                    </a:lnTo>
                    <a:cubicBezTo>
                      <a:pt x="18916" y="36460"/>
                      <a:pt x="18966" y="36460"/>
                      <a:pt x="19024" y="36443"/>
                    </a:cubicBezTo>
                    <a:cubicBezTo>
                      <a:pt x="19024" y="36460"/>
                      <a:pt x="19024" y="36485"/>
                      <a:pt x="19032" y="36501"/>
                    </a:cubicBezTo>
                    <a:cubicBezTo>
                      <a:pt x="19032" y="36518"/>
                      <a:pt x="19057" y="36543"/>
                      <a:pt x="19073" y="36543"/>
                    </a:cubicBezTo>
                    <a:cubicBezTo>
                      <a:pt x="19247" y="36567"/>
                      <a:pt x="19413" y="36601"/>
                      <a:pt x="19587" y="36617"/>
                    </a:cubicBezTo>
                    <a:cubicBezTo>
                      <a:pt x="19689" y="36633"/>
                      <a:pt x="19795" y="36644"/>
                      <a:pt x="19900" y="36644"/>
                    </a:cubicBezTo>
                    <a:cubicBezTo>
                      <a:pt x="20068" y="36644"/>
                      <a:pt x="20235" y="36616"/>
                      <a:pt x="20382" y="36534"/>
                    </a:cubicBezTo>
                    <a:cubicBezTo>
                      <a:pt x="20498" y="36468"/>
                      <a:pt x="20598" y="36377"/>
                      <a:pt x="20672" y="36269"/>
                    </a:cubicBezTo>
                    <a:cubicBezTo>
                      <a:pt x="20714" y="36228"/>
                      <a:pt x="20747" y="36178"/>
                      <a:pt x="20780" y="36120"/>
                    </a:cubicBezTo>
                    <a:cubicBezTo>
                      <a:pt x="20838" y="36104"/>
                      <a:pt x="20888" y="36087"/>
                      <a:pt x="20946" y="36070"/>
                    </a:cubicBezTo>
                    <a:cubicBezTo>
                      <a:pt x="21132" y="36014"/>
                      <a:pt x="21319" y="35986"/>
                      <a:pt x="21509" y="35986"/>
                    </a:cubicBezTo>
                    <a:cubicBezTo>
                      <a:pt x="21572" y="35986"/>
                      <a:pt x="21636" y="35990"/>
                      <a:pt x="21700" y="35996"/>
                    </a:cubicBezTo>
                    <a:cubicBezTo>
                      <a:pt x="21965" y="36021"/>
                      <a:pt x="22222" y="36095"/>
                      <a:pt x="22479" y="36153"/>
                    </a:cubicBezTo>
                    <a:cubicBezTo>
                      <a:pt x="22709" y="36198"/>
                      <a:pt x="22946" y="36229"/>
                      <a:pt x="23184" y="36229"/>
                    </a:cubicBezTo>
                    <a:cubicBezTo>
                      <a:pt x="23211" y="36229"/>
                      <a:pt x="23238" y="36229"/>
                      <a:pt x="23266" y="36228"/>
                    </a:cubicBezTo>
                    <a:cubicBezTo>
                      <a:pt x="23531" y="36228"/>
                      <a:pt x="23796" y="36195"/>
                      <a:pt x="24061" y="36145"/>
                    </a:cubicBezTo>
                    <a:cubicBezTo>
                      <a:pt x="24293" y="36104"/>
                      <a:pt x="24534" y="36062"/>
                      <a:pt x="24749" y="35971"/>
                    </a:cubicBezTo>
                    <a:cubicBezTo>
                      <a:pt x="24931" y="35896"/>
                      <a:pt x="25105" y="35789"/>
                      <a:pt x="25188" y="35590"/>
                    </a:cubicBezTo>
                    <a:cubicBezTo>
                      <a:pt x="25279" y="35358"/>
                      <a:pt x="25180" y="35093"/>
                      <a:pt x="25072" y="34886"/>
                    </a:cubicBezTo>
                    <a:cubicBezTo>
                      <a:pt x="24964" y="34670"/>
                      <a:pt x="24848" y="34471"/>
                      <a:pt x="24732" y="34264"/>
                    </a:cubicBezTo>
                    <a:cubicBezTo>
                      <a:pt x="24699" y="34206"/>
                      <a:pt x="24666" y="34148"/>
                      <a:pt x="24633" y="34090"/>
                    </a:cubicBezTo>
                    <a:cubicBezTo>
                      <a:pt x="24625" y="34057"/>
                      <a:pt x="24616" y="34032"/>
                      <a:pt x="24616" y="34007"/>
                    </a:cubicBezTo>
                    <a:cubicBezTo>
                      <a:pt x="24608" y="33991"/>
                      <a:pt x="24608" y="33974"/>
                      <a:pt x="24600" y="33949"/>
                    </a:cubicBezTo>
                    <a:cubicBezTo>
                      <a:pt x="24600" y="33949"/>
                      <a:pt x="24600" y="33949"/>
                      <a:pt x="24600" y="33941"/>
                    </a:cubicBezTo>
                    <a:cubicBezTo>
                      <a:pt x="24625" y="33941"/>
                      <a:pt x="24650" y="33916"/>
                      <a:pt x="24650" y="33891"/>
                    </a:cubicBezTo>
                    <a:cubicBezTo>
                      <a:pt x="24633" y="33775"/>
                      <a:pt x="24633" y="33659"/>
                      <a:pt x="24625" y="33543"/>
                    </a:cubicBezTo>
                    <a:lnTo>
                      <a:pt x="24625" y="33543"/>
                    </a:lnTo>
                    <a:cubicBezTo>
                      <a:pt x="24630" y="33545"/>
                      <a:pt x="24636" y="33545"/>
                      <a:pt x="24641" y="33545"/>
                    </a:cubicBezTo>
                    <a:cubicBezTo>
                      <a:pt x="24668" y="33545"/>
                      <a:pt x="24691" y="33528"/>
                      <a:pt x="24691" y="33494"/>
                    </a:cubicBezTo>
                    <a:cubicBezTo>
                      <a:pt x="24699" y="33378"/>
                      <a:pt x="24708" y="33262"/>
                      <a:pt x="24708" y="33137"/>
                    </a:cubicBezTo>
                    <a:cubicBezTo>
                      <a:pt x="24708" y="33079"/>
                      <a:pt x="24708" y="33021"/>
                      <a:pt x="24708" y="32963"/>
                    </a:cubicBezTo>
                    <a:lnTo>
                      <a:pt x="24708" y="32955"/>
                    </a:lnTo>
                    <a:cubicBezTo>
                      <a:pt x="24766" y="33079"/>
                      <a:pt x="24824" y="33195"/>
                      <a:pt x="24898" y="33303"/>
                    </a:cubicBezTo>
                    <a:cubicBezTo>
                      <a:pt x="24912" y="33320"/>
                      <a:pt x="24931" y="33329"/>
                      <a:pt x="24950" y="33329"/>
                    </a:cubicBezTo>
                    <a:cubicBezTo>
                      <a:pt x="24975" y="33329"/>
                      <a:pt x="24998" y="33312"/>
                      <a:pt x="24998" y="33278"/>
                    </a:cubicBezTo>
                    <a:cubicBezTo>
                      <a:pt x="24998" y="33154"/>
                      <a:pt x="24989" y="33021"/>
                      <a:pt x="24973" y="32897"/>
                    </a:cubicBezTo>
                    <a:lnTo>
                      <a:pt x="24973" y="32897"/>
                    </a:lnTo>
                    <a:cubicBezTo>
                      <a:pt x="24981" y="32905"/>
                      <a:pt x="24989" y="32905"/>
                      <a:pt x="24998" y="32914"/>
                    </a:cubicBezTo>
                    <a:cubicBezTo>
                      <a:pt x="25008" y="32924"/>
                      <a:pt x="25021" y="32929"/>
                      <a:pt x="25033" y="32929"/>
                    </a:cubicBezTo>
                    <a:cubicBezTo>
                      <a:pt x="25058" y="32929"/>
                      <a:pt x="25080" y="32908"/>
                      <a:pt x="25080" y="32880"/>
                    </a:cubicBezTo>
                    <a:lnTo>
                      <a:pt x="25089" y="32499"/>
                    </a:lnTo>
                    <a:cubicBezTo>
                      <a:pt x="25097" y="32532"/>
                      <a:pt x="25114" y="32557"/>
                      <a:pt x="25130" y="32590"/>
                    </a:cubicBezTo>
                    <a:cubicBezTo>
                      <a:pt x="25137" y="32607"/>
                      <a:pt x="25152" y="32614"/>
                      <a:pt x="25168" y="32614"/>
                    </a:cubicBezTo>
                    <a:cubicBezTo>
                      <a:pt x="25192" y="32614"/>
                      <a:pt x="25218" y="32596"/>
                      <a:pt x="25213" y="32566"/>
                    </a:cubicBezTo>
                    <a:cubicBezTo>
                      <a:pt x="25155" y="32010"/>
                      <a:pt x="25114" y="31447"/>
                      <a:pt x="25072" y="30892"/>
                    </a:cubicBezTo>
                    <a:cubicBezTo>
                      <a:pt x="25138" y="30569"/>
                      <a:pt x="25188" y="30237"/>
                      <a:pt x="25180" y="29906"/>
                    </a:cubicBezTo>
                    <a:cubicBezTo>
                      <a:pt x="25172" y="29442"/>
                      <a:pt x="25014" y="29011"/>
                      <a:pt x="24815" y="28589"/>
                    </a:cubicBezTo>
                    <a:cubicBezTo>
                      <a:pt x="24608" y="28158"/>
                      <a:pt x="24376" y="27735"/>
                      <a:pt x="24128" y="27321"/>
                    </a:cubicBezTo>
                    <a:cubicBezTo>
                      <a:pt x="23879" y="26890"/>
                      <a:pt x="23622" y="26467"/>
                      <a:pt x="23374" y="26037"/>
                    </a:cubicBezTo>
                    <a:cubicBezTo>
                      <a:pt x="23117" y="25606"/>
                      <a:pt x="22860" y="25175"/>
                      <a:pt x="22603" y="24744"/>
                    </a:cubicBezTo>
                    <a:cubicBezTo>
                      <a:pt x="22363" y="24338"/>
                      <a:pt x="22106" y="23940"/>
                      <a:pt x="21799" y="23576"/>
                    </a:cubicBezTo>
                    <a:cubicBezTo>
                      <a:pt x="21509" y="23220"/>
                      <a:pt x="21178" y="22888"/>
                      <a:pt x="20871" y="22540"/>
                    </a:cubicBezTo>
                    <a:cubicBezTo>
                      <a:pt x="20598" y="22234"/>
                      <a:pt x="20349" y="21910"/>
                      <a:pt x="20092" y="21596"/>
                    </a:cubicBezTo>
                    <a:cubicBezTo>
                      <a:pt x="19844" y="21289"/>
                      <a:pt x="19595" y="20983"/>
                      <a:pt x="19305" y="20717"/>
                    </a:cubicBezTo>
                    <a:cubicBezTo>
                      <a:pt x="19065" y="20485"/>
                      <a:pt x="18792" y="20270"/>
                      <a:pt x="18485" y="20129"/>
                    </a:cubicBezTo>
                    <a:cubicBezTo>
                      <a:pt x="18361" y="20021"/>
                      <a:pt x="18245" y="19914"/>
                      <a:pt x="18121" y="19806"/>
                    </a:cubicBezTo>
                    <a:cubicBezTo>
                      <a:pt x="17781" y="19483"/>
                      <a:pt x="17458" y="19143"/>
                      <a:pt x="17143" y="18803"/>
                    </a:cubicBezTo>
                    <a:cubicBezTo>
                      <a:pt x="16828" y="18455"/>
                      <a:pt x="16513" y="18107"/>
                      <a:pt x="16173" y="17793"/>
                    </a:cubicBezTo>
                    <a:cubicBezTo>
                      <a:pt x="16008" y="17635"/>
                      <a:pt x="15825" y="17478"/>
                      <a:pt x="15643" y="17337"/>
                    </a:cubicBezTo>
                    <a:cubicBezTo>
                      <a:pt x="15469" y="17196"/>
                      <a:pt x="15287" y="17047"/>
                      <a:pt x="15121" y="16889"/>
                    </a:cubicBezTo>
                    <a:cubicBezTo>
                      <a:pt x="14815" y="16591"/>
                      <a:pt x="14599" y="16202"/>
                      <a:pt x="14243" y="15962"/>
                    </a:cubicBezTo>
                    <a:cubicBezTo>
                      <a:pt x="14284" y="15962"/>
                      <a:pt x="14309" y="15928"/>
                      <a:pt x="14309" y="15887"/>
                    </a:cubicBezTo>
                    <a:cubicBezTo>
                      <a:pt x="14260" y="15547"/>
                      <a:pt x="14127" y="15216"/>
                      <a:pt x="13928" y="14934"/>
                    </a:cubicBezTo>
                    <a:cubicBezTo>
                      <a:pt x="13845" y="14810"/>
                      <a:pt x="13746" y="14694"/>
                      <a:pt x="13638" y="14586"/>
                    </a:cubicBezTo>
                    <a:cubicBezTo>
                      <a:pt x="13580" y="14536"/>
                      <a:pt x="13522" y="14487"/>
                      <a:pt x="13456" y="14437"/>
                    </a:cubicBezTo>
                    <a:cubicBezTo>
                      <a:pt x="13398" y="14387"/>
                      <a:pt x="13323" y="14346"/>
                      <a:pt x="13274" y="14280"/>
                    </a:cubicBezTo>
                    <a:cubicBezTo>
                      <a:pt x="13216" y="14222"/>
                      <a:pt x="13191" y="14139"/>
                      <a:pt x="13166" y="14064"/>
                    </a:cubicBezTo>
                    <a:cubicBezTo>
                      <a:pt x="13141" y="13981"/>
                      <a:pt x="13108" y="13907"/>
                      <a:pt x="13066" y="13840"/>
                    </a:cubicBezTo>
                    <a:cubicBezTo>
                      <a:pt x="12992" y="13691"/>
                      <a:pt x="12876" y="13559"/>
                      <a:pt x="12768" y="13426"/>
                    </a:cubicBezTo>
                    <a:cubicBezTo>
                      <a:pt x="12536" y="13153"/>
                      <a:pt x="12304" y="12871"/>
                      <a:pt x="12080" y="12581"/>
                    </a:cubicBezTo>
                    <a:cubicBezTo>
                      <a:pt x="11865" y="12299"/>
                      <a:pt x="11666" y="12018"/>
                      <a:pt x="11467" y="11736"/>
                    </a:cubicBezTo>
                    <a:cubicBezTo>
                      <a:pt x="11509" y="11703"/>
                      <a:pt x="11542" y="11645"/>
                      <a:pt x="11550" y="11587"/>
                    </a:cubicBezTo>
                    <a:cubicBezTo>
                      <a:pt x="11575" y="11446"/>
                      <a:pt x="11517" y="11313"/>
                      <a:pt x="11500" y="11181"/>
                    </a:cubicBezTo>
                    <a:cubicBezTo>
                      <a:pt x="11484" y="11040"/>
                      <a:pt x="11476" y="10899"/>
                      <a:pt x="11484" y="10758"/>
                    </a:cubicBezTo>
                    <a:cubicBezTo>
                      <a:pt x="11492" y="10634"/>
                      <a:pt x="11525" y="10510"/>
                      <a:pt x="11525" y="10385"/>
                    </a:cubicBezTo>
                    <a:cubicBezTo>
                      <a:pt x="11534" y="10311"/>
                      <a:pt x="11525" y="10236"/>
                      <a:pt x="11484" y="10170"/>
                    </a:cubicBezTo>
                    <a:cubicBezTo>
                      <a:pt x="11517" y="10137"/>
                      <a:pt x="11534" y="10095"/>
                      <a:pt x="11534" y="10046"/>
                    </a:cubicBezTo>
                    <a:cubicBezTo>
                      <a:pt x="11525" y="10004"/>
                      <a:pt x="11500" y="9963"/>
                      <a:pt x="11476" y="9930"/>
                    </a:cubicBezTo>
                    <a:cubicBezTo>
                      <a:pt x="11451" y="9880"/>
                      <a:pt x="11426" y="9847"/>
                      <a:pt x="11434" y="9789"/>
                    </a:cubicBezTo>
                    <a:cubicBezTo>
                      <a:pt x="11434" y="9739"/>
                      <a:pt x="11451" y="9689"/>
                      <a:pt x="11451" y="9640"/>
                    </a:cubicBezTo>
                    <a:cubicBezTo>
                      <a:pt x="11459" y="9590"/>
                      <a:pt x="11459" y="9540"/>
                      <a:pt x="11459" y="9491"/>
                    </a:cubicBezTo>
                    <a:cubicBezTo>
                      <a:pt x="11459" y="9383"/>
                      <a:pt x="11451" y="9283"/>
                      <a:pt x="11442" y="9176"/>
                    </a:cubicBezTo>
                    <a:cubicBezTo>
                      <a:pt x="11409" y="8969"/>
                      <a:pt x="11351" y="8770"/>
                      <a:pt x="11310" y="8563"/>
                    </a:cubicBezTo>
                    <a:cubicBezTo>
                      <a:pt x="11235" y="8215"/>
                      <a:pt x="11194" y="7833"/>
                      <a:pt x="11360" y="7502"/>
                    </a:cubicBezTo>
                    <a:cubicBezTo>
                      <a:pt x="11360" y="7494"/>
                      <a:pt x="11360" y="7485"/>
                      <a:pt x="11360" y="7485"/>
                    </a:cubicBezTo>
                    <a:cubicBezTo>
                      <a:pt x="11451" y="7328"/>
                      <a:pt x="11442" y="7121"/>
                      <a:pt x="11326" y="6988"/>
                    </a:cubicBezTo>
                    <a:cubicBezTo>
                      <a:pt x="11335" y="6939"/>
                      <a:pt x="11376" y="6905"/>
                      <a:pt x="11409" y="6881"/>
                    </a:cubicBezTo>
                    <a:cubicBezTo>
                      <a:pt x="11459" y="6847"/>
                      <a:pt x="11509" y="6814"/>
                      <a:pt x="11558" y="6781"/>
                    </a:cubicBezTo>
                    <a:cubicBezTo>
                      <a:pt x="11625" y="6715"/>
                      <a:pt x="11674" y="6624"/>
                      <a:pt x="11658" y="6533"/>
                    </a:cubicBezTo>
                    <a:cubicBezTo>
                      <a:pt x="11708" y="6516"/>
                      <a:pt x="11749" y="6491"/>
                      <a:pt x="11790" y="6458"/>
                    </a:cubicBezTo>
                    <a:cubicBezTo>
                      <a:pt x="11923" y="6342"/>
                      <a:pt x="11948" y="6160"/>
                      <a:pt x="11998" y="5994"/>
                    </a:cubicBezTo>
                    <a:cubicBezTo>
                      <a:pt x="12022" y="5911"/>
                      <a:pt x="12056" y="5820"/>
                      <a:pt x="12097" y="5746"/>
                    </a:cubicBezTo>
                    <a:cubicBezTo>
                      <a:pt x="12147" y="5663"/>
                      <a:pt x="12205" y="5596"/>
                      <a:pt x="12238" y="5514"/>
                    </a:cubicBezTo>
                    <a:cubicBezTo>
                      <a:pt x="12263" y="5472"/>
                      <a:pt x="12271" y="5431"/>
                      <a:pt x="12271" y="5381"/>
                    </a:cubicBezTo>
                    <a:cubicBezTo>
                      <a:pt x="12271" y="5340"/>
                      <a:pt x="12263" y="5298"/>
                      <a:pt x="12246" y="5257"/>
                    </a:cubicBezTo>
                    <a:cubicBezTo>
                      <a:pt x="12230" y="5215"/>
                      <a:pt x="12230" y="5166"/>
                      <a:pt x="12238" y="5116"/>
                    </a:cubicBezTo>
                    <a:cubicBezTo>
                      <a:pt x="12246" y="5066"/>
                      <a:pt x="12246" y="5016"/>
                      <a:pt x="12254" y="4967"/>
                    </a:cubicBezTo>
                    <a:cubicBezTo>
                      <a:pt x="12271" y="4768"/>
                      <a:pt x="12288" y="4561"/>
                      <a:pt x="12312" y="4362"/>
                    </a:cubicBezTo>
                    <a:cubicBezTo>
                      <a:pt x="12387" y="3542"/>
                      <a:pt x="12470" y="2721"/>
                      <a:pt x="12586" y="1909"/>
                    </a:cubicBezTo>
                    <a:cubicBezTo>
                      <a:pt x="12611" y="1710"/>
                      <a:pt x="12644" y="1512"/>
                      <a:pt x="12669" y="1321"/>
                    </a:cubicBezTo>
                    <a:cubicBezTo>
                      <a:pt x="12685" y="1213"/>
                      <a:pt x="12702" y="1114"/>
                      <a:pt x="12718" y="1015"/>
                    </a:cubicBezTo>
                    <a:cubicBezTo>
                      <a:pt x="12735" y="915"/>
                      <a:pt x="12760" y="816"/>
                      <a:pt x="12760" y="716"/>
                    </a:cubicBezTo>
                    <a:cubicBezTo>
                      <a:pt x="12760" y="548"/>
                      <a:pt x="12573" y="490"/>
                      <a:pt x="12426" y="490"/>
                    </a:cubicBezTo>
                    <a:cubicBezTo>
                      <a:pt x="12407" y="490"/>
                      <a:pt x="12388" y="491"/>
                      <a:pt x="12370" y="493"/>
                    </a:cubicBezTo>
                    <a:cubicBezTo>
                      <a:pt x="12188" y="517"/>
                      <a:pt x="12031" y="600"/>
                      <a:pt x="11882" y="700"/>
                    </a:cubicBezTo>
                    <a:cubicBezTo>
                      <a:pt x="11310" y="1081"/>
                      <a:pt x="10887" y="1628"/>
                      <a:pt x="10415" y="2125"/>
                    </a:cubicBezTo>
                    <a:cubicBezTo>
                      <a:pt x="10183" y="2357"/>
                      <a:pt x="9934" y="2564"/>
                      <a:pt x="9702" y="2796"/>
                    </a:cubicBezTo>
                    <a:cubicBezTo>
                      <a:pt x="9504" y="2986"/>
                      <a:pt x="9321" y="3202"/>
                      <a:pt x="9222" y="3459"/>
                    </a:cubicBezTo>
                    <a:cubicBezTo>
                      <a:pt x="9205" y="3442"/>
                      <a:pt x="9189" y="3426"/>
                      <a:pt x="9164" y="3409"/>
                    </a:cubicBezTo>
                    <a:cubicBezTo>
                      <a:pt x="9137" y="3396"/>
                      <a:pt x="9106" y="3387"/>
                      <a:pt x="9075" y="3387"/>
                    </a:cubicBezTo>
                    <a:cubicBezTo>
                      <a:pt x="9048" y="3387"/>
                      <a:pt x="9021" y="3394"/>
                      <a:pt x="8998" y="3409"/>
                    </a:cubicBezTo>
                    <a:cubicBezTo>
                      <a:pt x="8965" y="3426"/>
                      <a:pt x="8949" y="3450"/>
                      <a:pt x="8932" y="3484"/>
                    </a:cubicBezTo>
                    <a:cubicBezTo>
                      <a:pt x="8915" y="3484"/>
                      <a:pt x="8891" y="3492"/>
                      <a:pt x="8891" y="3525"/>
                    </a:cubicBezTo>
                    <a:cubicBezTo>
                      <a:pt x="8891" y="3566"/>
                      <a:pt x="8891" y="3616"/>
                      <a:pt x="8891" y="3666"/>
                    </a:cubicBezTo>
                    <a:cubicBezTo>
                      <a:pt x="8866" y="3608"/>
                      <a:pt x="8841" y="3550"/>
                      <a:pt x="8816" y="3500"/>
                    </a:cubicBezTo>
                    <a:cubicBezTo>
                      <a:pt x="8810" y="3483"/>
                      <a:pt x="8797" y="3476"/>
                      <a:pt x="8783" y="3476"/>
                    </a:cubicBezTo>
                    <a:cubicBezTo>
                      <a:pt x="8757" y="3476"/>
                      <a:pt x="8728" y="3501"/>
                      <a:pt x="8733" y="3533"/>
                    </a:cubicBezTo>
                    <a:cubicBezTo>
                      <a:pt x="8750" y="3600"/>
                      <a:pt x="8775" y="3674"/>
                      <a:pt x="8791" y="3749"/>
                    </a:cubicBezTo>
                    <a:cubicBezTo>
                      <a:pt x="8700" y="3707"/>
                      <a:pt x="8592" y="3699"/>
                      <a:pt x="8501" y="3699"/>
                    </a:cubicBezTo>
                    <a:cubicBezTo>
                      <a:pt x="8195" y="3699"/>
                      <a:pt x="7896" y="3649"/>
                      <a:pt x="7598" y="3583"/>
                    </a:cubicBezTo>
                    <a:cubicBezTo>
                      <a:pt x="7449" y="3550"/>
                      <a:pt x="7300" y="3517"/>
                      <a:pt x="7142" y="3492"/>
                    </a:cubicBezTo>
                    <a:cubicBezTo>
                      <a:pt x="7068" y="3475"/>
                      <a:pt x="6993" y="3467"/>
                      <a:pt x="6919" y="3459"/>
                    </a:cubicBezTo>
                    <a:cubicBezTo>
                      <a:pt x="6910" y="3459"/>
                      <a:pt x="6894" y="3459"/>
                      <a:pt x="6885" y="3450"/>
                    </a:cubicBezTo>
                    <a:cubicBezTo>
                      <a:pt x="6894" y="3450"/>
                      <a:pt x="6894" y="3442"/>
                      <a:pt x="6894" y="3442"/>
                    </a:cubicBezTo>
                    <a:cubicBezTo>
                      <a:pt x="6894" y="3434"/>
                      <a:pt x="6894" y="3426"/>
                      <a:pt x="6894" y="3426"/>
                    </a:cubicBezTo>
                    <a:cubicBezTo>
                      <a:pt x="6894" y="3409"/>
                      <a:pt x="6902" y="3392"/>
                      <a:pt x="6902" y="3376"/>
                    </a:cubicBezTo>
                    <a:cubicBezTo>
                      <a:pt x="6902" y="3351"/>
                      <a:pt x="6910" y="3326"/>
                      <a:pt x="6919" y="3301"/>
                    </a:cubicBezTo>
                    <a:cubicBezTo>
                      <a:pt x="6935" y="3252"/>
                      <a:pt x="6968" y="3202"/>
                      <a:pt x="6985" y="3144"/>
                    </a:cubicBezTo>
                    <a:cubicBezTo>
                      <a:pt x="6992" y="3123"/>
                      <a:pt x="6976" y="3109"/>
                      <a:pt x="6956" y="3109"/>
                    </a:cubicBezTo>
                    <a:cubicBezTo>
                      <a:pt x="6952" y="3109"/>
                      <a:pt x="6948" y="3109"/>
                      <a:pt x="6943" y="3111"/>
                    </a:cubicBezTo>
                    <a:cubicBezTo>
                      <a:pt x="6902" y="3136"/>
                      <a:pt x="6877" y="3177"/>
                      <a:pt x="6861" y="3218"/>
                    </a:cubicBezTo>
                    <a:cubicBezTo>
                      <a:pt x="6861" y="3194"/>
                      <a:pt x="6852" y="3177"/>
                      <a:pt x="6852" y="3160"/>
                    </a:cubicBezTo>
                    <a:cubicBezTo>
                      <a:pt x="6848" y="3152"/>
                      <a:pt x="6842" y="3148"/>
                      <a:pt x="6836" y="3148"/>
                    </a:cubicBezTo>
                    <a:cubicBezTo>
                      <a:pt x="6829" y="3148"/>
                      <a:pt x="6823" y="3152"/>
                      <a:pt x="6819" y="3160"/>
                    </a:cubicBezTo>
                    <a:cubicBezTo>
                      <a:pt x="6811" y="3185"/>
                      <a:pt x="6811" y="3210"/>
                      <a:pt x="6811" y="3235"/>
                    </a:cubicBezTo>
                    <a:cubicBezTo>
                      <a:pt x="6769" y="3144"/>
                      <a:pt x="6711" y="3069"/>
                      <a:pt x="6662" y="2978"/>
                    </a:cubicBezTo>
                    <a:cubicBezTo>
                      <a:pt x="6595" y="2846"/>
                      <a:pt x="6554" y="2705"/>
                      <a:pt x="6496" y="2572"/>
                    </a:cubicBezTo>
                    <a:cubicBezTo>
                      <a:pt x="6388" y="2307"/>
                      <a:pt x="6264" y="2042"/>
                      <a:pt x="6140" y="1785"/>
                    </a:cubicBezTo>
                    <a:cubicBezTo>
                      <a:pt x="6007" y="1520"/>
                      <a:pt x="5866" y="1263"/>
                      <a:pt x="5734" y="1006"/>
                    </a:cubicBezTo>
                    <a:cubicBezTo>
                      <a:pt x="5667" y="874"/>
                      <a:pt x="5601" y="749"/>
                      <a:pt x="5535" y="617"/>
                    </a:cubicBezTo>
                    <a:cubicBezTo>
                      <a:pt x="5477" y="484"/>
                      <a:pt x="5427" y="360"/>
                      <a:pt x="5361" y="236"/>
                    </a:cubicBezTo>
                    <a:cubicBezTo>
                      <a:pt x="5303" y="120"/>
                      <a:pt x="5220" y="20"/>
                      <a:pt x="5087" y="4"/>
                    </a:cubicBezTo>
                    <a:cubicBezTo>
                      <a:pt x="5074" y="2"/>
                      <a:pt x="5060" y="1"/>
                      <a:pt x="50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0" name="Google Shape;6410;p20"/>
              <p:cNvSpPr/>
              <p:nvPr/>
            </p:nvSpPr>
            <p:spPr>
              <a:xfrm>
                <a:off x="1893550" y="2024800"/>
                <a:ext cx="225" cy="225"/>
              </a:xfrm>
              <a:custGeom>
                <a:rect b="b" l="l" r="r" t="t"/>
                <a:pathLst>
                  <a:path extrusionOk="0" h="9" w="9">
                    <a:moveTo>
                      <a:pt x="1" y="0"/>
                    </a:moveTo>
                    <a:lnTo>
                      <a:pt x="1" y="9"/>
                    </a:lnTo>
                    <a:cubicBezTo>
                      <a:pt x="9" y="9"/>
                      <a:pt x="9" y="9"/>
                      <a:pt x="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1" name="Google Shape;6411;p20"/>
              <p:cNvSpPr/>
              <p:nvPr/>
            </p:nvSpPr>
            <p:spPr>
              <a:xfrm>
                <a:off x="1890650" y="2024800"/>
                <a:ext cx="3550" cy="8175"/>
              </a:xfrm>
              <a:custGeom>
                <a:rect b="b" l="l" r="r" t="t"/>
                <a:pathLst>
                  <a:path extrusionOk="0" h="327" w="142">
                    <a:moveTo>
                      <a:pt x="92" y="0"/>
                    </a:moveTo>
                    <a:cubicBezTo>
                      <a:pt x="67" y="0"/>
                      <a:pt x="50" y="9"/>
                      <a:pt x="50" y="34"/>
                    </a:cubicBezTo>
                    <a:cubicBezTo>
                      <a:pt x="34" y="75"/>
                      <a:pt x="26" y="125"/>
                      <a:pt x="17" y="174"/>
                    </a:cubicBezTo>
                    <a:cubicBezTo>
                      <a:pt x="17" y="191"/>
                      <a:pt x="9" y="216"/>
                      <a:pt x="9" y="241"/>
                    </a:cubicBezTo>
                    <a:cubicBezTo>
                      <a:pt x="1" y="257"/>
                      <a:pt x="1" y="266"/>
                      <a:pt x="1" y="282"/>
                    </a:cubicBezTo>
                    <a:cubicBezTo>
                      <a:pt x="9" y="299"/>
                      <a:pt x="9" y="315"/>
                      <a:pt x="26" y="324"/>
                    </a:cubicBezTo>
                    <a:cubicBezTo>
                      <a:pt x="30" y="326"/>
                      <a:pt x="35" y="327"/>
                      <a:pt x="40" y="327"/>
                    </a:cubicBezTo>
                    <a:cubicBezTo>
                      <a:pt x="51" y="327"/>
                      <a:pt x="61" y="321"/>
                      <a:pt x="67" y="315"/>
                    </a:cubicBezTo>
                    <a:cubicBezTo>
                      <a:pt x="75" y="299"/>
                      <a:pt x="84" y="282"/>
                      <a:pt x="84" y="274"/>
                    </a:cubicBezTo>
                    <a:cubicBezTo>
                      <a:pt x="92" y="249"/>
                      <a:pt x="92" y="224"/>
                      <a:pt x="100" y="199"/>
                    </a:cubicBezTo>
                    <a:cubicBezTo>
                      <a:pt x="117" y="150"/>
                      <a:pt x="125" y="108"/>
                      <a:pt x="142" y="58"/>
                    </a:cubicBezTo>
                    <a:cubicBezTo>
                      <a:pt x="142" y="34"/>
                      <a:pt x="133" y="17"/>
                      <a:pt x="117" y="9"/>
                    </a:cubicBezTo>
                    <a:cubicBezTo>
                      <a:pt x="117" y="0"/>
                      <a:pt x="108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2" name="Google Shape;6412;p20"/>
              <p:cNvSpPr/>
              <p:nvPr/>
            </p:nvSpPr>
            <p:spPr>
              <a:xfrm>
                <a:off x="1892925" y="20248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3" name="Google Shape;6413;p20"/>
              <p:cNvSpPr/>
              <p:nvPr/>
            </p:nvSpPr>
            <p:spPr>
              <a:xfrm>
                <a:off x="1886925" y="2021925"/>
                <a:ext cx="2450" cy="9100"/>
              </a:xfrm>
              <a:custGeom>
                <a:rect b="b" l="l" r="r" t="t"/>
                <a:pathLst>
                  <a:path extrusionOk="0" h="364" w="98">
                    <a:moveTo>
                      <a:pt x="77" y="1"/>
                    </a:moveTo>
                    <a:cubicBezTo>
                      <a:pt x="73" y="1"/>
                      <a:pt x="69" y="3"/>
                      <a:pt x="67" y="8"/>
                    </a:cubicBezTo>
                    <a:cubicBezTo>
                      <a:pt x="9" y="115"/>
                      <a:pt x="1" y="240"/>
                      <a:pt x="17" y="347"/>
                    </a:cubicBezTo>
                    <a:cubicBezTo>
                      <a:pt x="25" y="364"/>
                      <a:pt x="34" y="364"/>
                      <a:pt x="50" y="364"/>
                    </a:cubicBezTo>
                    <a:cubicBezTo>
                      <a:pt x="59" y="364"/>
                      <a:pt x="67" y="347"/>
                      <a:pt x="67" y="339"/>
                    </a:cubicBezTo>
                    <a:cubicBezTo>
                      <a:pt x="50" y="231"/>
                      <a:pt x="67" y="132"/>
                      <a:pt x="92" y="24"/>
                    </a:cubicBezTo>
                    <a:cubicBezTo>
                      <a:pt x="98" y="13"/>
                      <a:pt x="87" y="1"/>
                      <a:pt x="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4" name="Google Shape;6414;p20"/>
              <p:cNvSpPr/>
              <p:nvPr/>
            </p:nvSpPr>
            <p:spPr>
              <a:xfrm>
                <a:off x="2013075" y="2009875"/>
                <a:ext cx="3750" cy="8525"/>
              </a:xfrm>
              <a:custGeom>
                <a:rect b="b" l="l" r="r" t="t"/>
                <a:pathLst>
                  <a:path extrusionOk="0" h="341" w="150">
                    <a:moveTo>
                      <a:pt x="116" y="0"/>
                    </a:moveTo>
                    <a:cubicBezTo>
                      <a:pt x="106" y="0"/>
                      <a:pt x="97" y="3"/>
                      <a:pt x="92" y="9"/>
                    </a:cubicBezTo>
                    <a:cubicBezTo>
                      <a:pt x="75" y="26"/>
                      <a:pt x="67" y="51"/>
                      <a:pt x="50" y="84"/>
                    </a:cubicBezTo>
                    <a:cubicBezTo>
                      <a:pt x="42" y="100"/>
                      <a:pt x="34" y="125"/>
                      <a:pt x="34" y="150"/>
                    </a:cubicBezTo>
                    <a:cubicBezTo>
                      <a:pt x="17" y="200"/>
                      <a:pt x="9" y="249"/>
                      <a:pt x="0" y="299"/>
                    </a:cubicBezTo>
                    <a:cubicBezTo>
                      <a:pt x="0" y="324"/>
                      <a:pt x="17" y="332"/>
                      <a:pt x="34" y="341"/>
                    </a:cubicBezTo>
                    <a:cubicBezTo>
                      <a:pt x="42" y="341"/>
                      <a:pt x="67" y="332"/>
                      <a:pt x="67" y="316"/>
                    </a:cubicBezTo>
                    <a:cubicBezTo>
                      <a:pt x="75" y="266"/>
                      <a:pt x="83" y="216"/>
                      <a:pt x="100" y="175"/>
                    </a:cubicBezTo>
                    <a:cubicBezTo>
                      <a:pt x="108" y="150"/>
                      <a:pt x="116" y="125"/>
                      <a:pt x="125" y="109"/>
                    </a:cubicBezTo>
                    <a:cubicBezTo>
                      <a:pt x="133" y="84"/>
                      <a:pt x="141" y="59"/>
                      <a:pt x="150" y="26"/>
                    </a:cubicBezTo>
                    <a:cubicBezTo>
                      <a:pt x="150" y="10"/>
                      <a:pt x="132" y="0"/>
                      <a:pt x="11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5" name="Google Shape;6415;p20"/>
              <p:cNvSpPr/>
              <p:nvPr/>
            </p:nvSpPr>
            <p:spPr>
              <a:xfrm>
                <a:off x="2012125" y="2007375"/>
                <a:ext cx="2625" cy="6725"/>
              </a:xfrm>
              <a:custGeom>
                <a:rect b="b" l="l" r="r" t="t"/>
                <a:pathLst>
                  <a:path extrusionOk="0" h="269" w="105">
                    <a:moveTo>
                      <a:pt x="86" y="1"/>
                    </a:moveTo>
                    <a:cubicBezTo>
                      <a:pt x="80" y="1"/>
                      <a:pt x="75" y="3"/>
                      <a:pt x="72" y="10"/>
                    </a:cubicBezTo>
                    <a:lnTo>
                      <a:pt x="72" y="18"/>
                    </a:lnTo>
                    <a:cubicBezTo>
                      <a:pt x="47" y="84"/>
                      <a:pt x="22" y="159"/>
                      <a:pt x="5" y="233"/>
                    </a:cubicBezTo>
                    <a:cubicBezTo>
                      <a:pt x="0" y="254"/>
                      <a:pt x="17" y="268"/>
                      <a:pt x="33" y="268"/>
                    </a:cubicBezTo>
                    <a:cubicBezTo>
                      <a:pt x="43" y="268"/>
                      <a:pt x="52" y="263"/>
                      <a:pt x="55" y="250"/>
                    </a:cubicBezTo>
                    <a:cubicBezTo>
                      <a:pt x="72" y="175"/>
                      <a:pt x="96" y="101"/>
                      <a:pt x="105" y="18"/>
                    </a:cubicBezTo>
                    <a:cubicBezTo>
                      <a:pt x="105" y="8"/>
                      <a:pt x="95" y="1"/>
                      <a:pt x="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6" name="Google Shape;6416;p20"/>
              <p:cNvSpPr/>
              <p:nvPr/>
            </p:nvSpPr>
            <p:spPr>
              <a:xfrm>
                <a:off x="2040825" y="1895750"/>
                <a:ext cx="5425" cy="11625"/>
              </a:xfrm>
              <a:custGeom>
                <a:rect b="b" l="l" r="r" t="t"/>
                <a:pathLst>
                  <a:path extrusionOk="0" h="465" w="217">
                    <a:moveTo>
                      <a:pt x="158" y="1"/>
                    </a:moveTo>
                    <a:cubicBezTo>
                      <a:pt x="125" y="17"/>
                      <a:pt x="100" y="67"/>
                      <a:pt x="92" y="100"/>
                    </a:cubicBezTo>
                    <a:cubicBezTo>
                      <a:pt x="75" y="133"/>
                      <a:pt x="67" y="166"/>
                      <a:pt x="59" y="199"/>
                    </a:cubicBezTo>
                    <a:cubicBezTo>
                      <a:pt x="50" y="233"/>
                      <a:pt x="34" y="274"/>
                      <a:pt x="25" y="307"/>
                    </a:cubicBezTo>
                    <a:cubicBezTo>
                      <a:pt x="17" y="340"/>
                      <a:pt x="9" y="382"/>
                      <a:pt x="1" y="415"/>
                    </a:cubicBezTo>
                    <a:cubicBezTo>
                      <a:pt x="1" y="440"/>
                      <a:pt x="17" y="456"/>
                      <a:pt x="42" y="465"/>
                    </a:cubicBezTo>
                    <a:cubicBezTo>
                      <a:pt x="59" y="465"/>
                      <a:pt x="83" y="456"/>
                      <a:pt x="100" y="440"/>
                    </a:cubicBezTo>
                    <a:cubicBezTo>
                      <a:pt x="133" y="373"/>
                      <a:pt x="150" y="299"/>
                      <a:pt x="175" y="233"/>
                    </a:cubicBezTo>
                    <a:cubicBezTo>
                      <a:pt x="183" y="199"/>
                      <a:pt x="191" y="166"/>
                      <a:pt x="199" y="125"/>
                    </a:cubicBezTo>
                    <a:cubicBezTo>
                      <a:pt x="208" y="92"/>
                      <a:pt x="216" y="50"/>
                      <a:pt x="199" y="17"/>
                    </a:cubicBezTo>
                    <a:cubicBezTo>
                      <a:pt x="191" y="1"/>
                      <a:pt x="175" y="1"/>
                      <a:pt x="1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7" name="Google Shape;6417;p20"/>
              <p:cNvSpPr/>
              <p:nvPr/>
            </p:nvSpPr>
            <p:spPr>
              <a:xfrm>
                <a:off x="2044775" y="1886850"/>
                <a:ext cx="1875" cy="4575"/>
              </a:xfrm>
              <a:custGeom>
                <a:rect b="b" l="l" r="r" t="t"/>
                <a:pathLst>
                  <a:path extrusionOk="0" h="183" w="75">
                    <a:moveTo>
                      <a:pt x="58" y="0"/>
                    </a:moveTo>
                    <a:cubicBezTo>
                      <a:pt x="50" y="0"/>
                      <a:pt x="41" y="9"/>
                      <a:pt x="41" y="17"/>
                    </a:cubicBezTo>
                    <a:cubicBezTo>
                      <a:pt x="33" y="25"/>
                      <a:pt x="33" y="42"/>
                      <a:pt x="33" y="50"/>
                    </a:cubicBezTo>
                    <a:cubicBezTo>
                      <a:pt x="25" y="58"/>
                      <a:pt x="25" y="67"/>
                      <a:pt x="25" y="75"/>
                    </a:cubicBezTo>
                    <a:cubicBezTo>
                      <a:pt x="17" y="100"/>
                      <a:pt x="8" y="116"/>
                      <a:pt x="8" y="133"/>
                    </a:cubicBezTo>
                    <a:cubicBezTo>
                      <a:pt x="0" y="158"/>
                      <a:pt x="17" y="174"/>
                      <a:pt x="33" y="183"/>
                    </a:cubicBezTo>
                    <a:cubicBezTo>
                      <a:pt x="58" y="183"/>
                      <a:pt x="75" y="166"/>
                      <a:pt x="75" y="149"/>
                    </a:cubicBezTo>
                    <a:cubicBezTo>
                      <a:pt x="75" y="125"/>
                      <a:pt x="75" y="108"/>
                      <a:pt x="75" y="83"/>
                    </a:cubicBezTo>
                    <a:cubicBezTo>
                      <a:pt x="75" y="75"/>
                      <a:pt x="75" y="67"/>
                      <a:pt x="75" y="58"/>
                    </a:cubicBezTo>
                    <a:lnTo>
                      <a:pt x="75" y="25"/>
                    </a:lnTo>
                    <a:cubicBezTo>
                      <a:pt x="75" y="17"/>
                      <a:pt x="66" y="9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8" name="Google Shape;6418;p20"/>
              <p:cNvSpPr/>
              <p:nvPr/>
            </p:nvSpPr>
            <p:spPr>
              <a:xfrm>
                <a:off x="2037925" y="1900775"/>
                <a:ext cx="1475" cy="8475"/>
              </a:xfrm>
              <a:custGeom>
                <a:rect b="b" l="l" r="r" t="t"/>
                <a:pathLst>
                  <a:path extrusionOk="0" h="339" w="59">
                    <a:moveTo>
                      <a:pt x="30" y="0"/>
                    </a:moveTo>
                    <a:cubicBezTo>
                      <a:pt x="23" y="0"/>
                      <a:pt x="17" y="3"/>
                      <a:pt x="17" y="7"/>
                    </a:cubicBezTo>
                    <a:cubicBezTo>
                      <a:pt x="1" y="56"/>
                      <a:pt x="1" y="114"/>
                      <a:pt x="1" y="164"/>
                    </a:cubicBezTo>
                    <a:cubicBezTo>
                      <a:pt x="9" y="214"/>
                      <a:pt x="9" y="264"/>
                      <a:pt x="9" y="313"/>
                    </a:cubicBezTo>
                    <a:cubicBezTo>
                      <a:pt x="9" y="330"/>
                      <a:pt x="19" y="338"/>
                      <a:pt x="30" y="338"/>
                    </a:cubicBezTo>
                    <a:cubicBezTo>
                      <a:pt x="40" y="338"/>
                      <a:pt x="50" y="330"/>
                      <a:pt x="50" y="313"/>
                    </a:cubicBezTo>
                    <a:lnTo>
                      <a:pt x="50" y="164"/>
                    </a:lnTo>
                    <a:cubicBezTo>
                      <a:pt x="59" y="114"/>
                      <a:pt x="59" y="56"/>
                      <a:pt x="42" y="7"/>
                    </a:cubicBezTo>
                    <a:cubicBezTo>
                      <a:pt x="42" y="3"/>
                      <a:pt x="36" y="0"/>
                      <a:pt x="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9" name="Google Shape;6419;p20"/>
              <p:cNvSpPr/>
              <p:nvPr/>
            </p:nvSpPr>
            <p:spPr>
              <a:xfrm>
                <a:off x="1937675" y="1781175"/>
                <a:ext cx="3975" cy="8475"/>
              </a:xfrm>
              <a:custGeom>
                <a:rect b="b" l="l" r="r" t="t"/>
                <a:pathLst>
                  <a:path extrusionOk="0" h="339" w="159">
                    <a:moveTo>
                      <a:pt x="27" y="0"/>
                    </a:moveTo>
                    <a:cubicBezTo>
                      <a:pt x="21" y="0"/>
                      <a:pt x="17" y="3"/>
                      <a:pt x="17" y="10"/>
                    </a:cubicBezTo>
                    <a:cubicBezTo>
                      <a:pt x="0" y="43"/>
                      <a:pt x="0" y="68"/>
                      <a:pt x="9" y="101"/>
                    </a:cubicBezTo>
                    <a:cubicBezTo>
                      <a:pt x="9" y="126"/>
                      <a:pt x="17" y="151"/>
                      <a:pt x="25" y="176"/>
                    </a:cubicBezTo>
                    <a:cubicBezTo>
                      <a:pt x="42" y="225"/>
                      <a:pt x="58" y="275"/>
                      <a:pt x="92" y="325"/>
                    </a:cubicBezTo>
                    <a:cubicBezTo>
                      <a:pt x="96" y="335"/>
                      <a:pt x="105" y="339"/>
                      <a:pt x="114" y="339"/>
                    </a:cubicBezTo>
                    <a:cubicBezTo>
                      <a:pt x="135" y="339"/>
                      <a:pt x="159" y="315"/>
                      <a:pt x="141" y="292"/>
                    </a:cubicBezTo>
                    <a:cubicBezTo>
                      <a:pt x="125" y="250"/>
                      <a:pt x="100" y="201"/>
                      <a:pt x="92" y="159"/>
                    </a:cubicBezTo>
                    <a:cubicBezTo>
                      <a:pt x="83" y="134"/>
                      <a:pt x="75" y="109"/>
                      <a:pt x="75" y="85"/>
                    </a:cubicBezTo>
                    <a:cubicBezTo>
                      <a:pt x="67" y="60"/>
                      <a:pt x="67" y="35"/>
                      <a:pt x="50" y="10"/>
                    </a:cubicBezTo>
                    <a:cubicBezTo>
                      <a:pt x="45" y="5"/>
                      <a:pt x="35" y="0"/>
                      <a:pt x="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0" name="Google Shape;6420;p20"/>
              <p:cNvSpPr/>
              <p:nvPr/>
            </p:nvSpPr>
            <p:spPr>
              <a:xfrm>
                <a:off x="1931675" y="1776350"/>
                <a:ext cx="2100" cy="5575"/>
              </a:xfrm>
              <a:custGeom>
                <a:rect b="b" l="l" r="r" t="t"/>
                <a:pathLst>
                  <a:path extrusionOk="0" h="223" w="84">
                    <a:moveTo>
                      <a:pt x="16" y="1"/>
                    </a:moveTo>
                    <a:cubicBezTo>
                      <a:pt x="8" y="1"/>
                      <a:pt x="0" y="7"/>
                      <a:pt x="0" y="12"/>
                    </a:cubicBezTo>
                    <a:cubicBezTo>
                      <a:pt x="0" y="79"/>
                      <a:pt x="8" y="137"/>
                      <a:pt x="25" y="203"/>
                    </a:cubicBezTo>
                    <a:cubicBezTo>
                      <a:pt x="25" y="215"/>
                      <a:pt x="34" y="223"/>
                      <a:pt x="45" y="223"/>
                    </a:cubicBezTo>
                    <a:cubicBezTo>
                      <a:pt x="49" y="223"/>
                      <a:pt x="54" y="222"/>
                      <a:pt x="58" y="220"/>
                    </a:cubicBezTo>
                    <a:cubicBezTo>
                      <a:pt x="75" y="220"/>
                      <a:pt x="83" y="203"/>
                      <a:pt x="75" y="186"/>
                    </a:cubicBezTo>
                    <a:cubicBezTo>
                      <a:pt x="66" y="128"/>
                      <a:pt x="50" y="62"/>
                      <a:pt x="25" y="4"/>
                    </a:cubicBezTo>
                    <a:cubicBezTo>
                      <a:pt x="23" y="2"/>
                      <a:pt x="19" y="1"/>
                      <a:pt x="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1" name="Google Shape;6421;p20"/>
              <p:cNvSpPr/>
              <p:nvPr/>
            </p:nvSpPr>
            <p:spPr>
              <a:xfrm>
                <a:off x="1891475" y="1669400"/>
                <a:ext cx="3550" cy="17225"/>
              </a:xfrm>
              <a:custGeom>
                <a:rect b="b" l="l" r="r" t="t"/>
                <a:pathLst>
                  <a:path extrusionOk="0" h="689" w="142">
                    <a:moveTo>
                      <a:pt x="91" y="1"/>
                    </a:moveTo>
                    <a:cubicBezTo>
                      <a:pt x="80" y="1"/>
                      <a:pt x="67" y="7"/>
                      <a:pt x="59" y="15"/>
                    </a:cubicBezTo>
                    <a:cubicBezTo>
                      <a:pt x="17" y="48"/>
                      <a:pt x="17" y="123"/>
                      <a:pt x="9" y="172"/>
                    </a:cubicBezTo>
                    <a:cubicBezTo>
                      <a:pt x="1" y="230"/>
                      <a:pt x="1" y="280"/>
                      <a:pt x="1" y="338"/>
                    </a:cubicBezTo>
                    <a:cubicBezTo>
                      <a:pt x="1" y="446"/>
                      <a:pt x="26" y="554"/>
                      <a:pt x="59" y="661"/>
                    </a:cubicBezTo>
                    <a:cubicBezTo>
                      <a:pt x="65" y="681"/>
                      <a:pt x="80" y="689"/>
                      <a:pt x="94" y="689"/>
                    </a:cubicBezTo>
                    <a:cubicBezTo>
                      <a:pt x="116" y="689"/>
                      <a:pt x="138" y="670"/>
                      <a:pt x="133" y="645"/>
                    </a:cubicBezTo>
                    <a:cubicBezTo>
                      <a:pt x="109" y="537"/>
                      <a:pt x="100" y="438"/>
                      <a:pt x="100" y="330"/>
                    </a:cubicBezTo>
                    <a:cubicBezTo>
                      <a:pt x="109" y="280"/>
                      <a:pt x="109" y="222"/>
                      <a:pt x="117" y="172"/>
                    </a:cubicBezTo>
                    <a:cubicBezTo>
                      <a:pt x="125" y="123"/>
                      <a:pt x="142" y="65"/>
                      <a:pt x="117" y="23"/>
                    </a:cubicBezTo>
                    <a:cubicBezTo>
                      <a:pt x="113" y="7"/>
                      <a:pt x="102" y="1"/>
                      <a:pt x="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2" name="Google Shape;6422;p20"/>
              <p:cNvSpPr/>
              <p:nvPr/>
            </p:nvSpPr>
            <p:spPr>
              <a:xfrm>
                <a:off x="1891900" y="1659200"/>
                <a:ext cx="2100" cy="3950"/>
              </a:xfrm>
              <a:custGeom>
                <a:rect b="b" l="l" r="r" t="t"/>
                <a:pathLst>
                  <a:path extrusionOk="0" h="158" w="84">
                    <a:moveTo>
                      <a:pt x="25" y="1"/>
                    </a:moveTo>
                    <a:cubicBezTo>
                      <a:pt x="17" y="1"/>
                      <a:pt x="9" y="1"/>
                      <a:pt x="9" y="9"/>
                    </a:cubicBezTo>
                    <a:cubicBezTo>
                      <a:pt x="0" y="9"/>
                      <a:pt x="0" y="17"/>
                      <a:pt x="0" y="25"/>
                    </a:cubicBezTo>
                    <a:cubicBezTo>
                      <a:pt x="0" y="67"/>
                      <a:pt x="9" y="100"/>
                      <a:pt x="17" y="133"/>
                    </a:cubicBezTo>
                    <a:cubicBezTo>
                      <a:pt x="17" y="141"/>
                      <a:pt x="25" y="150"/>
                      <a:pt x="25" y="158"/>
                    </a:cubicBezTo>
                    <a:lnTo>
                      <a:pt x="50" y="158"/>
                    </a:lnTo>
                    <a:cubicBezTo>
                      <a:pt x="75" y="150"/>
                      <a:pt x="83" y="133"/>
                      <a:pt x="75" y="117"/>
                    </a:cubicBezTo>
                    <a:cubicBezTo>
                      <a:pt x="67" y="83"/>
                      <a:pt x="58" y="50"/>
                      <a:pt x="50" y="17"/>
                    </a:cubicBezTo>
                    <a:cubicBezTo>
                      <a:pt x="50" y="9"/>
                      <a:pt x="34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3" name="Google Shape;6423;p20"/>
              <p:cNvSpPr/>
              <p:nvPr/>
            </p:nvSpPr>
            <p:spPr>
              <a:xfrm>
                <a:off x="1890450" y="1646350"/>
                <a:ext cx="2100" cy="1700"/>
              </a:xfrm>
              <a:custGeom>
                <a:rect b="b" l="l" r="r" t="t"/>
                <a:pathLst>
                  <a:path extrusionOk="0" h="68" w="84">
                    <a:moveTo>
                      <a:pt x="42" y="1"/>
                    </a:moveTo>
                    <a:cubicBezTo>
                      <a:pt x="0" y="1"/>
                      <a:pt x="0" y="67"/>
                      <a:pt x="42" y="67"/>
                    </a:cubicBezTo>
                    <a:cubicBezTo>
                      <a:pt x="83" y="67"/>
                      <a:pt x="83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4" name="Google Shape;6424;p20"/>
              <p:cNvSpPr/>
              <p:nvPr/>
            </p:nvSpPr>
            <p:spPr>
              <a:xfrm>
                <a:off x="2051175" y="1678275"/>
                <a:ext cx="7350" cy="20800"/>
              </a:xfrm>
              <a:custGeom>
                <a:rect b="b" l="l" r="r" t="t"/>
                <a:pathLst>
                  <a:path extrusionOk="0" h="832" w="294">
                    <a:moveTo>
                      <a:pt x="245" y="1"/>
                    </a:moveTo>
                    <a:cubicBezTo>
                      <a:pt x="233" y="1"/>
                      <a:pt x="222" y="5"/>
                      <a:pt x="216" y="16"/>
                    </a:cubicBezTo>
                    <a:cubicBezTo>
                      <a:pt x="167" y="141"/>
                      <a:pt x="117" y="265"/>
                      <a:pt x="84" y="389"/>
                    </a:cubicBezTo>
                    <a:cubicBezTo>
                      <a:pt x="67" y="455"/>
                      <a:pt x="51" y="513"/>
                      <a:pt x="34" y="580"/>
                    </a:cubicBezTo>
                    <a:cubicBezTo>
                      <a:pt x="26" y="646"/>
                      <a:pt x="1" y="721"/>
                      <a:pt x="1" y="787"/>
                    </a:cubicBezTo>
                    <a:cubicBezTo>
                      <a:pt x="1" y="815"/>
                      <a:pt x="27" y="832"/>
                      <a:pt x="51" y="832"/>
                    </a:cubicBezTo>
                    <a:cubicBezTo>
                      <a:pt x="70" y="832"/>
                      <a:pt x="88" y="821"/>
                      <a:pt x="92" y="795"/>
                    </a:cubicBezTo>
                    <a:cubicBezTo>
                      <a:pt x="109" y="737"/>
                      <a:pt x="117" y="671"/>
                      <a:pt x="125" y="605"/>
                    </a:cubicBezTo>
                    <a:cubicBezTo>
                      <a:pt x="133" y="538"/>
                      <a:pt x="150" y="480"/>
                      <a:pt x="167" y="414"/>
                    </a:cubicBezTo>
                    <a:cubicBezTo>
                      <a:pt x="200" y="290"/>
                      <a:pt x="233" y="165"/>
                      <a:pt x="283" y="41"/>
                    </a:cubicBezTo>
                    <a:cubicBezTo>
                      <a:pt x="294" y="19"/>
                      <a:pt x="268" y="1"/>
                      <a:pt x="2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5" name="Google Shape;6425;p20"/>
              <p:cNvSpPr/>
              <p:nvPr/>
            </p:nvSpPr>
            <p:spPr>
              <a:xfrm>
                <a:off x="2044775" y="1692500"/>
                <a:ext cx="2925" cy="7750"/>
              </a:xfrm>
              <a:custGeom>
                <a:rect b="b" l="l" r="r" t="t"/>
                <a:pathLst>
                  <a:path extrusionOk="0" h="310" w="117">
                    <a:moveTo>
                      <a:pt x="82" y="0"/>
                    </a:moveTo>
                    <a:cubicBezTo>
                      <a:pt x="69" y="0"/>
                      <a:pt x="56" y="12"/>
                      <a:pt x="50" y="19"/>
                    </a:cubicBezTo>
                    <a:cubicBezTo>
                      <a:pt x="41" y="69"/>
                      <a:pt x="33" y="110"/>
                      <a:pt x="25" y="160"/>
                    </a:cubicBezTo>
                    <a:cubicBezTo>
                      <a:pt x="8" y="201"/>
                      <a:pt x="0" y="243"/>
                      <a:pt x="8" y="292"/>
                    </a:cubicBezTo>
                    <a:cubicBezTo>
                      <a:pt x="8" y="303"/>
                      <a:pt x="18" y="310"/>
                      <a:pt x="27" y="310"/>
                    </a:cubicBezTo>
                    <a:cubicBezTo>
                      <a:pt x="33" y="310"/>
                      <a:pt x="38" y="307"/>
                      <a:pt x="41" y="301"/>
                    </a:cubicBezTo>
                    <a:cubicBezTo>
                      <a:pt x="66" y="259"/>
                      <a:pt x="75" y="218"/>
                      <a:pt x="83" y="176"/>
                    </a:cubicBezTo>
                    <a:cubicBezTo>
                      <a:pt x="91" y="127"/>
                      <a:pt x="99" y="85"/>
                      <a:pt x="108" y="36"/>
                    </a:cubicBezTo>
                    <a:cubicBezTo>
                      <a:pt x="116" y="19"/>
                      <a:pt x="108" y="2"/>
                      <a:pt x="91" y="2"/>
                    </a:cubicBezTo>
                    <a:cubicBezTo>
                      <a:pt x="88" y="1"/>
                      <a:pt x="85" y="0"/>
                      <a:pt x="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6" name="Google Shape;6426;p20"/>
              <p:cNvSpPr/>
              <p:nvPr/>
            </p:nvSpPr>
            <p:spPr>
              <a:xfrm>
                <a:off x="2038350" y="1694625"/>
                <a:ext cx="1875" cy="11700"/>
              </a:xfrm>
              <a:custGeom>
                <a:rect b="b" l="l" r="r" t="t"/>
                <a:pathLst>
                  <a:path extrusionOk="0" h="468" w="75">
                    <a:moveTo>
                      <a:pt x="32" y="0"/>
                    </a:moveTo>
                    <a:cubicBezTo>
                      <a:pt x="19" y="0"/>
                      <a:pt x="4" y="9"/>
                      <a:pt x="0" y="25"/>
                    </a:cubicBezTo>
                    <a:cubicBezTo>
                      <a:pt x="0" y="100"/>
                      <a:pt x="0" y="174"/>
                      <a:pt x="0" y="241"/>
                    </a:cubicBezTo>
                    <a:cubicBezTo>
                      <a:pt x="8" y="315"/>
                      <a:pt x="8" y="390"/>
                      <a:pt x="33" y="456"/>
                    </a:cubicBezTo>
                    <a:cubicBezTo>
                      <a:pt x="37" y="463"/>
                      <a:pt x="44" y="468"/>
                      <a:pt x="51" y="468"/>
                    </a:cubicBezTo>
                    <a:cubicBezTo>
                      <a:pt x="59" y="468"/>
                      <a:pt x="66" y="461"/>
                      <a:pt x="66" y="448"/>
                    </a:cubicBezTo>
                    <a:cubicBezTo>
                      <a:pt x="75" y="381"/>
                      <a:pt x="58" y="307"/>
                      <a:pt x="58" y="241"/>
                    </a:cubicBezTo>
                    <a:cubicBezTo>
                      <a:pt x="58" y="166"/>
                      <a:pt x="58" y="100"/>
                      <a:pt x="58" y="25"/>
                    </a:cubicBezTo>
                    <a:cubicBezTo>
                      <a:pt x="58" y="9"/>
                      <a:pt x="46" y="0"/>
                      <a:pt x="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7" name="Google Shape;6427;p20"/>
              <p:cNvSpPr/>
              <p:nvPr/>
            </p:nvSpPr>
            <p:spPr>
              <a:xfrm>
                <a:off x="2220425" y="1931625"/>
                <a:ext cx="25575" cy="36525"/>
              </a:xfrm>
              <a:custGeom>
                <a:rect b="b" l="l" r="r" t="t"/>
                <a:pathLst>
                  <a:path extrusionOk="0" h="1461" w="1023">
                    <a:moveTo>
                      <a:pt x="43" y="0"/>
                    </a:moveTo>
                    <a:cubicBezTo>
                      <a:pt x="29" y="0"/>
                      <a:pt x="13" y="9"/>
                      <a:pt x="8" y="24"/>
                    </a:cubicBezTo>
                    <a:cubicBezTo>
                      <a:pt x="0" y="90"/>
                      <a:pt x="8" y="156"/>
                      <a:pt x="25" y="223"/>
                    </a:cubicBezTo>
                    <a:cubicBezTo>
                      <a:pt x="33" y="289"/>
                      <a:pt x="50" y="347"/>
                      <a:pt x="66" y="405"/>
                    </a:cubicBezTo>
                    <a:cubicBezTo>
                      <a:pt x="216" y="852"/>
                      <a:pt x="539" y="1233"/>
                      <a:pt x="945" y="1457"/>
                    </a:cubicBezTo>
                    <a:cubicBezTo>
                      <a:pt x="950" y="1459"/>
                      <a:pt x="955" y="1460"/>
                      <a:pt x="960" y="1460"/>
                    </a:cubicBezTo>
                    <a:cubicBezTo>
                      <a:pt x="995" y="1460"/>
                      <a:pt x="1023" y="1413"/>
                      <a:pt x="986" y="1391"/>
                    </a:cubicBezTo>
                    <a:cubicBezTo>
                      <a:pt x="878" y="1325"/>
                      <a:pt x="779" y="1242"/>
                      <a:pt x="688" y="1159"/>
                    </a:cubicBezTo>
                    <a:cubicBezTo>
                      <a:pt x="530" y="1010"/>
                      <a:pt x="390" y="827"/>
                      <a:pt x="290" y="629"/>
                    </a:cubicBezTo>
                    <a:cubicBezTo>
                      <a:pt x="240" y="537"/>
                      <a:pt x="199" y="430"/>
                      <a:pt x="166" y="330"/>
                    </a:cubicBezTo>
                    <a:cubicBezTo>
                      <a:pt x="149" y="281"/>
                      <a:pt x="133" y="223"/>
                      <a:pt x="116" y="173"/>
                    </a:cubicBezTo>
                    <a:cubicBezTo>
                      <a:pt x="100" y="123"/>
                      <a:pt x="91" y="65"/>
                      <a:pt x="66" y="15"/>
                    </a:cubicBezTo>
                    <a:cubicBezTo>
                      <a:pt x="63" y="5"/>
                      <a:pt x="54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8" name="Google Shape;6428;p20"/>
              <p:cNvSpPr/>
              <p:nvPr/>
            </p:nvSpPr>
            <p:spPr>
              <a:xfrm>
                <a:off x="2211925" y="1929975"/>
                <a:ext cx="10100" cy="18675"/>
              </a:xfrm>
              <a:custGeom>
                <a:rect b="b" l="l" r="r" t="t"/>
                <a:pathLst>
                  <a:path extrusionOk="0" h="747" w="404">
                    <a:moveTo>
                      <a:pt x="30" y="0"/>
                    </a:moveTo>
                    <a:cubicBezTo>
                      <a:pt x="17" y="0"/>
                      <a:pt x="0" y="12"/>
                      <a:pt x="0" y="23"/>
                    </a:cubicBezTo>
                    <a:cubicBezTo>
                      <a:pt x="83" y="280"/>
                      <a:pt x="216" y="512"/>
                      <a:pt x="357" y="736"/>
                    </a:cubicBezTo>
                    <a:cubicBezTo>
                      <a:pt x="362" y="743"/>
                      <a:pt x="368" y="746"/>
                      <a:pt x="374" y="746"/>
                    </a:cubicBezTo>
                    <a:cubicBezTo>
                      <a:pt x="389" y="746"/>
                      <a:pt x="404" y="729"/>
                      <a:pt x="398" y="711"/>
                    </a:cubicBezTo>
                    <a:cubicBezTo>
                      <a:pt x="257" y="487"/>
                      <a:pt x="150" y="247"/>
                      <a:pt x="42" y="7"/>
                    </a:cubicBezTo>
                    <a:cubicBezTo>
                      <a:pt x="39" y="2"/>
                      <a:pt x="35" y="0"/>
                      <a:pt x="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9" name="Google Shape;6429;p20"/>
              <p:cNvSpPr/>
              <p:nvPr/>
            </p:nvSpPr>
            <p:spPr>
              <a:xfrm>
                <a:off x="2202875" y="1918325"/>
                <a:ext cx="8550" cy="17275"/>
              </a:xfrm>
              <a:custGeom>
                <a:rect b="b" l="l" r="r" t="t"/>
                <a:pathLst>
                  <a:path extrusionOk="0" h="691" w="342">
                    <a:moveTo>
                      <a:pt x="24" y="0"/>
                    </a:moveTo>
                    <a:cubicBezTo>
                      <a:pt x="13" y="0"/>
                      <a:pt x="1" y="9"/>
                      <a:pt x="6" y="26"/>
                    </a:cubicBezTo>
                    <a:cubicBezTo>
                      <a:pt x="89" y="241"/>
                      <a:pt x="197" y="456"/>
                      <a:pt x="288" y="680"/>
                    </a:cubicBezTo>
                    <a:cubicBezTo>
                      <a:pt x="293" y="687"/>
                      <a:pt x="300" y="690"/>
                      <a:pt x="307" y="690"/>
                    </a:cubicBezTo>
                    <a:cubicBezTo>
                      <a:pt x="324" y="690"/>
                      <a:pt x="341" y="673"/>
                      <a:pt x="329" y="655"/>
                    </a:cubicBezTo>
                    <a:cubicBezTo>
                      <a:pt x="238" y="440"/>
                      <a:pt x="147" y="216"/>
                      <a:pt x="39" y="9"/>
                    </a:cubicBezTo>
                    <a:cubicBezTo>
                      <a:pt x="36" y="3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0" name="Google Shape;6430;p20"/>
              <p:cNvSpPr/>
              <p:nvPr/>
            </p:nvSpPr>
            <p:spPr>
              <a:xfrm>
                <a:off x="2187275" y="1858950"/>
                <a:ext cx="17925" cy="71550"/>
              </a:xfrm>
              <a:custGeom>
                <a:rect b="b" l="l" r="r" t="t"/>
                <a:pathLst>
                  <a:path extrusionOk="0" h="2862" w="717">
                    <a:moveTo>
                      <a:pt x="83" y="1"/>
                    </a:moveTo>
                    <a:cubicBezTo>
                      <a:pt x="70" y="1"/>
                      <a:pt x="58" y="9"/>
                      <a:pt x="58" y="23"/>
                    </a:cubicBezTo>
                    <a:cubicBezTo>
                      <a:pt x="42" y="139"/>
                      <a:pt x="50" y="255"/>
                      <a:pt x="42" y="362"/>
                    </a:cubicBezTo>
                    <a:cubicBezTo>
                      <a:pt x="34" y="470"/>
                      <a:pt x="34" y="586"/>
                      <a:pt x="25" y="694"/>
                    </a:cubicBezTo>
                    <a:cubicBezTo>
                      <a:pt x="17" y="1083"/>
                      <a:pt x="0" y="1489"/>
                      <a:pt x="116" y="1862"/>
                    </a:cubicBezTo>
                    <a:cubicBezTo>
                      <a:pt x="166" y="2044"/>
                      <a:pt x="249" y="2218"/>
                      <a:pt x="340" y="2376"/>
                    </a:cubicBezTo>
                    <a:cubicBezTo>
                      <a:pt x="431" y="2541"/>
                      <a:pt x="539" y="2690"/>
                      <a:pt x="647" y="2848"/>
                    </a:cubicBezTo>
                    <a:cubicBezTo>
                      <a:pt x="654" y="2858"/>
                      <a:pt x="663" y="2862"/>
                      <a:pt x="673" y="2862"/>
                    </a:cubicBezTo>
                    <a:cubicBezTo>
                      <a:pt x="695" y="2862"/>
                      <a:pt x="716" y="2838"/>
                      <a:pt x="705" y="2815"/>
                    </a:cubicBezTo>
                    <a:cubicBezTo>
                      <a:pt x="597" y="2632"/>
                      <a:pt x="489" y="2450"/>
                      <a:pt x="398" y="2268"/>
                    </a:cubicBezTo>
                    <a:cubicBezTo>
                      <a:pt x="315" y="2102"/>
                      <a:pt x="241" y="1928"/>
                      <a:pt x="199" y="1754"/>
                    </a:cubicBezTo>
                    <a:cubicBezTo>
                      <a:pt x="158" y="1564"/>
                      <a:pt x="133" y="1373"/>
                      <a:pt x="133" y="1174"/>
                    </a:cubicBezTo>
                    <a:cubicBezTo>
                      <a:pt x="125" y="984"/>
                      <a:pt x="133" y="793"/>
                      <a:pt x="141" y="603"/>
                    </a:cubicBezTo>
                    <a:cubicBezTo>
                      <a:pt x="141" y="503"/>
                      <a:pt x="141" y="404"/>
                      <a:pt x="133" y="304"/>
                    </a:cubicBezTo>
                    <a:cubicBezTo>
                      <a:pt x="133" y="213"/>
                      <a:pt x="133" y="114"/>
                      <a:pt x="108" y="23"/>
                    </a:cubicBezTo>
                    <a:cubicBezTo>
                      <a:pt x="104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1" name="Google Shape;6431;p20"/>
              <p:cNvSpPr/>
              <p:nvPr/>
            </p:nvSpPr>
            <p:spPr>
              <a:xfrm>
                <a:off x="2224425" y="1808475"/>
                <a:ext cx="124150" cy="42700"/>
              </a:xfrm>
              <a:custGeom>
                <a:rect b="b" l="l" r="r" t="t"/>
                <a:pathLst>
                  <a:path extrusionOk="0" h="1708" w="4966">
                    <a:moveTo>
                      <a:pt x="1106" y="0"/>
                    </a:moveTo>
                    <a:cubicBezTo>
                      <a:pt x="976" y="0"/>
                      <a:pt x="846" y="6"/>
                      <a:pt x="718" y="20"/>
                    </a:cubicBezTo>
                    <a:cubicBezTo>
                      <a:pt x="594" y="36"/>
                      <a:pt x="478" y="53"/>
                      <a:pt x="362" y="86"/>
                    </a:cubicBezTo>
                    <a:cubicBezTo>
                      <a:pt x="304" y="94"/>
                      <a:pt x="254" y="111"/>
                      <a:pt x="196" y="128"/>
                    </a:cubicBezTo>
                    <a:cubicBezTo>
                      <a:pt x="138" y="152"/>
                      <a:pt x="89" y="169"/>
                      <a:pt x="31" y="194"/>
                    </a:cubicBezTo>
                    <a:cubicBezTo>
                      <a:pt x="0" y="202"/>
                      <a:pt x="12" y="245"/>
                      <a:pt x="33" y="245"/>
                    </a:cubicBezTo>
                    <a:cubicBezTo>
                      <a:pt x="35" y="245"/>
                      <a:pt x="37" y="244"/>
                      <a:pt x="39" y="244"/>
                    </a:cubicBezTo>
                    <a:cubicBezTo>
                      <a:pt x="105" y="219"/>
                      <a:pt x="172" y="210"/>
                      <a:pt x="238" y="194"/>
                    </a:cubicBezTo>
                    <a:cubicBezTo>
                      <a:pt x="304" y="177"/>
                      <a:pt x="362" y="161"/>
                      <a:pt x="420" y="152"/>
                    </a:cubicBezTo>
                    <a:cubicBezTo>
                      <a:pt x="553" y="128"/>
                      <a:pt x="685" y="103"/>
                      <a:pt x="818" y="94"/>
                    </a:cubicBezTo>
                    <a:cubicBezTo>
                      <a:pt x="900" y="89"/>
                      <a:pt x="982" y="86"/>
                      <a:pt x="1064" y="86"/>
                    </a:cubicBezTo>
                    <a:cubicBezTo>
                      <a:pt x="1452" y="86"/>
                      <a:pt x="1834" y="148"/>
                      <a:pt x="2210" y="244"/>
                    </a:cubicBezTo>
                    <a:cubicBezTo>
                      <a:pt x="2442" y="302"/>
                      <a:pt x="2674" y="376"/>
                      <a:pt x="2897" y="451"/>
                    </a:cubicBezTo>
                    <a:cubicBezTo>
                      <a:pt x="3013" y="492"/>
                      <a:pt x="3129" y="534"/>
                      <a:pt x="3245" y="575"/>
                    </a:cubicBezTo>
                    <a:cubicBezTo>
                      <a:pt x="3361" y="616"/>
                      <a:pt x="3469" y="666"/>
                      <a:pt x="3585" y="699"/>
                    </a:cubicBezTo>
                    <a:cubicBezTo>
                      <a:pt x="3588" y="700"/>
                      <a:pt x="3590" y="700"/>
                      <a:pt x="3592" y="700"/>
                    </a:cubicBezTo>
                    <a:cubicBezTo>
                      <a:pt x="3621" y="700"/>
                      <a:pt x="3633" y="657"/>
                      <a:pt x="3610" y="641"/>
                    </a:cubicBezTo>
                    <a:cubicBezTo>
                      <a:pt x="3599" y="636"/>
                      <a:pt x="3588" y="630"/>
                      <a:pt x="3577" y="625"/>
                    </a:cubicBezTo>
                    <a:lnTo>
                      <a:pt x="3577" y="625"/>
                    </a:lnTo>
                    <a:cubicBezTo>
                      <a:pt x="3718" y="691"/>
                      <a:pt x="3859" y="766"/>
                      <a:pt x="3991" y="840"/>
                    </a:cubicBezTo>
                    <a:cubicBezTo>
                      <a:pt x="4115" y="931"/>
                      <a:pt x="4231" y="1031"/>
                      <a:pt x="4347" y="1130"/>
                    </a:cubicBezTo>
                    <a:cubicBezTo>
                      <a:pt x="4555" y="1312"/>
                      <a:pt x="4737" y="1503"/>
                      <a:pt x="4927" y="1702"/>
                    </a:cubicBezTo>
                    <a:cubicBezTo>
                      <a:pt x="4931" y="1706"/>
                      <a:pt x="4935" y="1707"/>
                      <a:pt x="4939" y="1707"/>
                    </a:cubicBezTo>
                    <a:cubicBezTo>
                      <a:pt x="4953" y="1707"/>
                      <a:pt x="4965" y="1688"/>
                      <a:pt x="4952" y="1669"/>
                    </a:cubicBezTo>
                    <a:cubicBezTo>
                      <a:pt x="4787" y="1453"/>
                      <a:pt x="4579" y="1263"/>
                      <a:pt x="4372" y="1089"/>
                    </a:cubicBezTo>
                    <a:cubicBezTo>
                      <a:pt x="4356" y="1072"/>
                      <a:pt x="4339" y="1056"/>
                      <a:pt x="4323" y="1039"/>
                    </a:cubicBezTo>
                    <a:lnTo>
                      <a:pt x="4323" y="1039"/>
                    </a:lnTo>
                    <a:cubicBezTo>
                      <a:pt x="4513" y="1163"/>
                      <a:pt x="4704" y="1304"/>
                      <a:pt x="4886" y="1462"/>
                    </a:cubicBezTo>
                    <a:cubicBezTo>
                      <a:pt x="4891" y="1465"/>
                      <a:pt x="4896" y="1466"/>
                      <a:pt x="4901" y="1466"/>
                    </a:cubicBezTo>
                    <a:cubicBezTo>
                      <a:pt x="4921" y="1466"/>
                      <a:pt x="4939" y="1442"/>
                      <a:pt x="4919" y="1428"/>
                    </a:cubicBezTo>
                    <a:cubicBezTo>
                      <a:pt x="4811" y="1329"/>
                      <a:pt x="4695" y="1238"/>
                      <a:pt x="4579" y="1147"/>
                    </a:cubicBezTo>
                    <a:cubicBezTo>
                      <a:pt x="4389" y="1006"/>
                      <a:pt x="4190" y="882"/>
                      <a:pt x="3983" y="766"/>
                    </a:cubicBezTo>
                    <a:cubicBezTo>
                      <a:pt x="3900" y="708"/>
                      <a:pt x="3809" y="650"/>
                      <a:pt x="3726" y="592"/>
                    </a:cubicBezTo>
                    <a:cubicBezTo>
                      <a:pt x="3721" y="588"/>
                      <a:pt x="3717" y="587"/>
                      <a:pt x="3712" y="587"/>
                    </a:cubicBezTo>
                    <a:cubicBezTo>
                      <a:pt x="3694" y="587"/>
                      <a:pt x="3681" y="611"/>
                      <a:pt x="3701" y="625"/>
                    </a:cubicBezTo>
                    <a:cubicBezTo>
                      <a:pt x="3527" y="550"/>
                      <a:pt x="3353" y="476"/>
                      <a:pt x="3179" y="418"/>
                    </a:cubicBezTo>
                    <a:cubicBezTo>
                      <a:pt x="3176" y="416"/>
                      <a:pt x="3173" y="416"/>
                      <a:pt x="3170" y="416"/>
                    </a:cubicBezTo>
                    <a:cubicBezTo>
                      <a:pt x="3150" y="416"/>
                      <a:pt x="3140" y="436"/>
                      <a:pt x="3154" y="451"/>
                    </a:cubicBezTo>
                    <a:cubicBezTo>
                      <a:pt x="3047" y="409"/>
                      <a:pt x="2947" y="376"/>
                      <a:pt x="2839" y="335"/>
                    </a:cubicBezTo>
                    <a:cubicBezTo>
                      <a:pt x="2384" y="177"/>
                      <a:pt x="1903" y="53"/>
                      <a:pt x="1423" y="12"/>
                    </a:cubicBezTo>
                    <a:cubicBezTo>
                      <a:pt x="1318" y="4"/>
                      <a:pt x="1212" y="0"/>
                      <a:pt x="11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2" name="Google Shape;6432;p20"/>
              <p:cNvSpPr/>
              <p:nvPr/>
            </p:nvSpPr>
            <p:spPr>
              <a:xfrm>
                <a:off x="2281325" y="1937575"/>
                <a:ext cx="7875" cy="17250"/>
              </a:xfrm>
              <a:custGeom>
                <a:rect b="b" l="l" r="r" t="t"/>
                <a:pathLst>
                  <a:path extrusionOk="0" h="690" w="315">
                    <a:moveTo>
                      <a:pt x="39" y="0"/>
                    </a:moveTo>
                    <a:cubicBezTo>
                      <a:pt x="34" y="0"/>
                      <a:pt x="28" y="3"/>
                      <a:pt x="25" y="9"/>
                    </a:cubicBezTo>
                    <a:cubicBezTo>
                      <a:pt x="0" y="59"/>
                      <a:pt x="8" y="134"/>
                      <a:pt x="17" y="183"/>
                    </a:cubicBezTo>
                    <a:cubicBezTo>
                      <a:pt x="17" y="241"/>
                      <a:pt x="25" y="299"/>
                      <a:pt x="42" y="357"/>
                    </a:cubicBezTo>
                    <a:cubicBezTo>
                      <a:pt x="75" y="473"/>
                      <a:pt x="124" y="581"/>
                      <a:pt x="199" y="681"/>
                    </a:cubicBezTo>
                    <a:cubicBezTo>
                      <a:pt x="205" y="686"/>
                      <a:pt x="213" y="689"/>
                      <a:pt x="221" y="689"/>
                    </a:cubicBezTo>
                    <a:cubicBezTo>
                      <a:pt x="235" y="689"/>
                      <a:pt x="249" y="680"/>
                      <a:pt x="249" y="664"/>
                    </a:cubicBezTo>
                    <a:cubicBezTo>
                      <a:pt x="274" y="457"/>
                      <a:pt x="290" y="250"/>
                      <a:pt x="315" y="34"/>
                    </a:cubicBezTo>
                    <a:cubicBezTo>
                      <a:pt x="315" y="22"/>
                      <a:pt x="303" y="16"/>
                      <a:pt x="290" y="16"/>
                    </a:cubicBezTo>
                    <a:cubicBezTo>
                      <a:pt x="278" y="16"/>
                      <a:pt x="265" y="22"/>
                      <a:pt x="265" y="34"/>
                    </a:cubicBezTo>
                    <a:cubicBezTo>
                      <a:pt x="240" y="217"/>
                      <a:pt x="224" y="399"/>
                      <a:pt x="199" y="581"/>
                    </a:cubicBezTo>
                    <a:cubicBezTo>
                      <a:pt x="158" y="507"/>
                      <a:pt x="124" y="432"/>
                      <a:pt x="100" y="349"/>
                    </a:cubicBezTo>
                    <a:cubicBezTo>
                      <a:pt x="83" y="291"/>
                      <a:pt x="75" y="241"/>
                      <a:pt x="75" y="183"/>
                    </a:cubicBezTo>
                    <a:cubicBezTo>
                      <a:pt x="66" y="159"/>
                      <a:pt x="66" y="125"/>
                      <a:pt x="66" y="101"/>
                    </a:cubicBezTo>
                    <a:cubicBezTo>
                      <a:pt x="66" y="76"/>
                      <a:pt x="75" y="43"/>
                      <a:pt x="66" y="18"/>
                    </a:cubicBezTo>
                    <a:lnTo>
                      <a:pt x="58" y="18"/>
                    </a:lnTo>
                    <a:cubicBezTo>
                      <a:pt x="58" y="8"/>
                      <a:pt x="4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3" name="Google Shape;6433;p20"/>
              <p:cNvSpPr/>
              <p:nvPr/>
            </p:nvSpPr>
            <p:spPr>
              <a:xfrm>
                <a:off x="2275725" y="1933025"/>
                <a:ext cx="4900" cy="16150"/>
              </a:xfrm>
              <a:custGeom>
                <a:rect b="b" l="l" r="r" t="t"/>
                <a:pathLst>
                  <a:path extrusionOk="0" h="646" w="196">
                    <a:moveTo>
                      <a:pt x="22" y="0"/>
                    </a:moveTo>
                    <a:cubicBezTo>
                      <a:pt x="15" y="0"/>
                      <a:pt x="9" y="7"/>
                      <a:pt x="9" y="17"/>
                    </a:cubicBezTo>
                    <a:cubicBezTo>
                      <a:pt x="0" y="67"/>
                      <a:pt x="9" y="125"/>
                      <a:pt x="17" y="175"/>
                    </a:cubicBezTo>
                    <a:cubicBezTo>
                      <a:pt x="25" y="225"/>
                      <a:pt x="34" y="274"/>
                      <a:pt x="50" y="324"/>
                    </a:cubicBezTo>
                    <a:cubicBezTo>
                      <a:pt x="75" y="432"/>
                      <a:pt x="108" y="531"/>
                      <a:pt x="141" y="631"/>
                    </a:cubicBezTo>
                    <a:cubicBezTo>
                      <a:pt x="148" y="640"/>
                      <a:pt x="158" y="645"/>
                      <a:pt x="168" y="645"/>
                    </a:cubicBezTo>
                    <a:cubicBezTo>
                      <a:pt x="183" y="645"/>
                      <a:pt x="196" y="634"/>
                      <a:pt x="191" y="614"/>
                    </a:cubicBezTo>
                    <a:cubicBezTo>
                      <a:pt x="158" y="515"/>
                      <a:pt x="125" y="415"/>
                      <a:pt x="108" y="316"/>
                    </a:cubicBezTo>
                    <a:cubicBezTo>
                      <a:pt x="92" y="266"/>
                      <a:pt x="83" y="216"/>
                      <a:pt x="67" y="167"/>
                    </a:cubicBezTo>
                    <a:cubicBezTo>
                      <a:pt x="58" y="117"/>
                      <a:pt x="50" y="59"/>
                      <a:pt x="34" y="17"/>
                    </a:cubicBezTo>
                    <a:lnTo>
                      <a:pt x="34" y="9"/>
                    </a:lnTo>
                    <a:cubicBezTo>
                      <a:pt x="30" y="3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4" name="Google Shape;6434;p20"/>
              <p:cNvSpPr/>
              <p:nvPr/>
            </p:nvSpPr>
            <p:spPr>
              <a:xfrm>
                <a:off x="2267650" y="1925950"/>
                <a:ext cx="3650" cy="14125"/>
              </a:xfrm>
              <a:custGeom>
                <a:rect b="b" l="l" r="r" t="t"/>
                <a:pathLst>
                  <a:path extrusionOk="0" h="565" w="146">
                    <a:moveTo>
                      <a:pt x="25" y="0"/>
                    </a:moveTo>
                    <a:cubicBezTo>
                      <a:pt x="19" y="0"/>
                      <a:pt x="13" y="6"/>
                      <a:pt x="9" y="19"/>
                    </a:cubicBezTo>
                    <a:cubicBezTo>
                      <a:pt x="0" y="102"/>
                      <a:pt x="9" y="201"/>
                      <a:pt x="25" y="284"/>
                    </a:cubicBezTo>
                    <a:cubicBezTo>
                      <a:pt x="42" y="375"/>
                      <a:pt x="67" y="466"/>
                      <a:pt x="100" y="549"/>
                    </a:cubicBezTo>
                    <a:cubicBezTo>
                      <a:pt x="103" y="559"/>
                      <a:pt x="112" y="564"/>
                      <a:pt x="121" y="564"/>
                    </a:cubicBezTo>
                    <a:cubicBezTo>
                      <a:pt x="134" y="564"/>
                      <a:pt x="146" y="555"/>
                      <a:pt x="141" y="541"/>
                    </a:cubicBezTo>
                    <a:cubicBezTo>
                      <a:pt x="108" y="458"/>
                      <a:pt x="91" y="367"/>
                      <a:pt x="75" y="284"/>
                    </a:cubicBezTo>
                    <a:cubicBezTo>
                      <a:pt x="58" y="193"/>
                      <a:pt x="50" y="110"/>
                      <a:pt x="42" y="19"/>
                    </a:cubicBezTo>
                    <a:cubicBezTo>
                      <a:pt x="38" y="6"/>
                      <a:pt x="31" y="0"/>
                      <a:pt x="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5" name="Google Shape;6435;p20"/>
              <p:cNvSpPr/>
              <p:nvPr/>
            </p:nvSpPr>
            <p:spPr>
              <a:xfrm>
                <a:off x="2261625" y="1908575"/>
                <a:ext cx="2225" cy="11875"/>
              </a:xfrm>
              <a:custGeom>
                <a:rect b="b" l="l" r="r" t="t"/>
                <a:pathLst>
                  <a:path extrusionOk="0" h="475" w="89">
                    <a:moveTo>
                      <a:pt x="57" y="0"/>
                    </a:moveTo>
                    <a:cubicBezTo>
                      <a:pt x="51" y="0"/>
                      <a:pt x="46" y="3"/>
                      <a:pt x="42" y="10"/>
                    </a:cubicBezTo>
                    <a:cubicBezTo>
                      <a:pt x="26" y="26"/>
                      <a:pt x="26" y="34"/>
                      <a:pt x="18" y="59"/>
                    </a:cubicBezTo>
                    <a:cubicBezTo>
                      <a:pt x="18" y="76"/>
                      <a:pt x="9" y="92"/>
                      <a:pt x="9" y="117"/>
                    </a:cubicBezTo>
                    <a:cubicBezTo>
                      <a:pt x="1" y="150"/>
                      <a:pt x="1" y="192"/>
                      <a:pt x="1" y="225"/>
                    </a:cubicBezTo>
                    <a:cubicBezTo>
                      <a:pt x="9" y="308"/>
                      <a:pt x="18" y="382"/>
                      <a:pt x="34" y="457"/>
                    </a:cubicBezTo>
                    <a:cubicBezTo>
                      <a:pt x="37" y="470"/>
                      <a:pt x="46" y="475"/>
                      <a:pt x="56" y="475"/>
                    </a:cubicBezTo>
                    <a:cubicBezTo>
                      <a:pt x="72" y="475"/>
                      <a:pt x="89" y="461"/>
                      <a:pt x="84" y="440"/>
                    </a:cubicBezTo>
                    <a:cubicBezTo>
                      <a:pt x="76" y="374"/>
                      <a:pt x="67" y="300"/>
                      <a:pt x="67" y="225"/>
                    </a:cubicBezTo>
                    <a:cubicBezTo>
                      <a:pt x="67" y="192"/>
                      <a:pt x="76" y="159"/>
                      <a:pt x="76" y="117"/>
                    </a:cubicBezTo>
                    <a:cubicBezTo>
                      <a:pt x="84" y="84"/>
                      <a:pt x="84" y="51"/>
                      <a:pt x="76" y="18"/>
                    </a:cubicBezTo>
                    <a:cubicBezTo>
                      <a:pt x="76" y="8"/>
                      <a:pt x="66" y="0"/>
                      <a:pt x="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6" name="Google Shape;6436;p20"/>
              <p:cNvSpPr/>
              <p:nvPr/>
            </p:nvSpPr>
            <p:spPr>
              <a:xfrm>
                <a:off x="2261225" y="1900525"/>
                <a:ext cx="1875" cy="4375"/>
              </a:xfrm>
              <a:custGeom>
                <a:rect b="b" l="l" r="r" t="t"/>
                <a:pathLst>
                  <a:path extrusionOk="0" h="175" w="75">
                    <a:moveTo>
                      <a:pt x="58" y="0"/>
                    </a:moveTo>
                    <a:cubicBezTo>
                      <a:pt x="50" y="0"/>
                      <a:pt x="42" y="8"/>
                      <a:pt x="34" y="17"/>
                    </a:cubicBezTo>
                    <a:cubicBezTo>
                      <a:pt x="25" y="58"/>
                      <a:pt x="17" y="100"/>
                      <a:pt x="9" y="133"/>
                    </a:cubicBezTo>
                    <a:cubicBezTo>
                      <a:pt x="0" y="158"/>
                      <a:pt x="17" y="174"/>
                      <a:pt x="34" y="174"/>
                    </a:cubicBezTo>
                    <a:cubicBezTo>
                      <a:pt x="50" y="174"/>
                      <a:pt x="67" y="158"/>
                      <a:pt x="67" y="141"/>
                    </a:cubicBezTo>
                    <a:cubicBezTo>
                      <a:pt x="67" y="100"/>
                      <a:pt x="75" y="66"/>
                      <a:pt x="75" y="25"/>
                    </a:cubicBezTo>
                    <a:cubicBezTo>
                      <a:pt x="75" y="8"/>
                      <a:pt x="67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7" name="Google Shape;6437;p20"/>
              <p:cNvSpPr/>
              <p:nvPr/>
            </p:nvSpPr>
            <p:spPr>
              <a:xfrm>
                <a:off x="2257700" y="1891525"/>
                <a:ext cx="1900" cy="8600"/>
              </a:xfrm>
              <a:custGeom>
                <a:rect b="b" l="l" r="r" t="t"/>
                <a:pathLst>
                  <a:path extrusionOk="0" h="344" w="76">
                    <a:moveTo>
                      <a:pt x="56" y="1"/>
                    </a:moveTo>
                    <a:cubicBezTo>
                      <a:pt x="49" y="1"/>
                      <a:pt x="42" y="5"/>
                      <a:pt x="42" y="12"/>
                    </a:cubicBezTo>
                    <a:cubicBezTo>
                      <a:pt x="9" y="112"/>
                      <a:pt x="1" y="219"/>
                      <a:pt x="17" y="319"/>
                    </a:cubicBezTo>
                    <a:cubicBezTo>
                      <a:pt x="17" y="335"/>
                      <a:pt x="30" y="344"/>
                      <a:pt x="41" y="344"/>
                    </a:cubicBezTo>
                    <a:cubicBezTo>
                      <a:pt x="52" y="344"/>
                      <a:pt x="63" y="335"/>
                      <a:pt x="59" y="319"/>
                    </a:cubicBezTo>
                    <a:cubicBezTo>
                      <a:pt x="50" y="219"/>
                      <a:pt x="67" y="120"/>
                      <a:pt x="75" y="20"/>
                    </a:cubicBezTo>
                    <a:cubicBezTo>
                      <a:pt x="75" y="7"/>
                      <a:pt x="65" y="1"/>
                      <a:pt x="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8" name="Google Shape;6438;p20"/>
              <p:cNvSpPr/>
              <p:nvPr/>
            </p:nvSpPr>
            <p:spPr>
              <a:xfrm>
                <a:off x="2255000" y="1878825"/>
                <a:ext cx="2850" cy="11200"/>
              </a:xfrm>
              <a:custGeom>
                <a:rect b="b" l="l" r="r" t="t"/>
                <a:pathLst>
                  <a:path extrusionOk="0" h="448" w="114">
                    <a:moveTo>
                      <a:pt x="82" y="0"/>
                    </a:moveTo>
                    <a:cubicBezTo>
                      <a:pt x="72" y="0"/>
                      <a:pt x="62" y="5"/>
                      <a:pt x="59" y="15"/>
                    </a:cubicBezTo>
                    <a:cubicBezTo>
                      <a:pt x="26" y="147"/>
                      <a:pt x="1" y="288"/>
                      <a:pt x="1" y="429"/>
                    </a:cubicBezTo>
                    <a:cubicBezTo>
                      <a:pt x="1" y="441"/>
                      <a:pt x="11" y="448"/>
                      <a:pt x="22" y="448"/>
                    </a:cubicBezTo>
                    <a:cubicBezTo>
                      <a:pt x="32" y="448"/>
                      <a:pt x="42" y="441"/>
                      <a:pt x="42" y="429"/>
                    </a:cubicBezTo>
                    <a:cubicBezTo>
                      <a:pt x="51" y="288"/>
                      <a:pt x="67" y="156"/>
                      <a:pt x="109" y="31"/>
                    </a:cubicBezTo>
                    <a:cubicBezTo>
                      <a:pt x="114" y="11"/>
                      <a:pt x="97" y="0"/>
                      <a:pt x="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9" name="Google Shape;6439;p20"/>
              <p:cNvSpPr/>
              <p:nvPr/>
            </p:nvSpPr>
            <p:spPr>
              <a:xfrm>
                <a:off x="2256975" y="1862225"/>
                <a:ext cx="2000" cy="10600"/>
              </a:xfrm>
              <a:custGeom>
                <a:rect b="b" l="l" r="r" t="t"/>
                <a:pathLst>
                  <a:path extrusionOk="0" h="424" w="80">
                    <a:moveTo>
                      <a:pt x="64" y="0"/>
                    </a:moveTo>
                    <a:cubicBezTo>
                      <a:pt x="57" y="0"/>
                      <a:pt x="50" y="5"/>
                      <a:pt x="46" y="16"/>
                    </a:cubicBezTo>
                    <a:cubicBezTo>
                      <a:pt x="38" y="74"/>
                      <a:pt x="30" y="140"/>
                      <a:pt x="21" y="206"/>
                    </a:cubicBezTo>
                    <a:cubicBezTo>
                      <a:pt x="13" y="273"/>
                      <a:pt x="13" y="339"/>
                      <a:pt x="5" y="405"/>
                    </a:cubicBezTo>
                    <a:cubicBezTo>
                      <a:pt x="1" y="418"/>
                      <a:pt x="11" y="424"/>
                      <a:pt x="23" y="424"/>
                    </a:cubicBezTo>
                    <a:cubicBezTo>
                      <a:pt x="36" y="424"/>
                      <a:pt x="50" y="418"/>
                      <a:pt x="54" y="405"/>
                    </a:cubicBezTo>
                    <a:cubicBezTo>
                      <a:pt x="54" y="339"/>
                      <a:pt x="63" y="273"/>
                      <a:pt x="71" y="215"/>
                    </a:cubicBezTo>
                    <a:cubicBezTo>
                      <a:pt x="71" y="148"/>
                      <a:pt x="79" y="82"/>
                      <a:pt x="79" y="16"/>
                    </a:cubicBezTo>
                    <a:cubicBezTo>
                      <a:pt x="79" y="7"/>
                      <a:pt x="72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0" name="Google Shape;6440;p20"/>
              <p:cNvSpPr/>
              <p:nvPr/>
            </p:nvSpPr>
            <p:spPr>
              <a:xfrm>
                <a:off x="2269500" y="1894925"/>
                <a:ext cx="2100" cy="20750"/>
              </a:xfrm>
              <a:custGeom>
                <a:rect b="b" l="l" r="r" t="t"/>
                <a:pathLst>
                  <a:path extrusionOk="0" h="830" w="84">
                    <a:moveTo>
                      <a:pt x="26" y="0"/>
                    </a:moveTo>
                    <a:cubicBezTo>
                      <a:pt x="13" y="0"/>
                      <a:pt x="1" y="9"/>
                      <a:pt x="1" y="25"/>
                    </a:cubicBezTo>
                    <a:cubicBezTo>
                      <a:pt x="9" y="158"/>
                      <a:pt x="17" y="290"/>
                      <a:pt x="26" y="423"/>
                    </a:cubicBezTo>
                    <a:cubicBezTo>
                      <a:pt x="26" y="556"/>
                      <a:pt x="34" y="688"/>
                      <a:pt x="51" y="821"/>
                    </a:cubicBezTo>
                    <a:cubicBezTo>
                      <a:pt x="51" y="827"/>
                      <a:pt x="55" y="830"/>
                      <a:pt x="61" y="830"/>
                    </a:cubicBezTo>
                    <a:cubicBezTo>
                      <a:pt x="71" y="830"/>
                      <a:pt x="84" y="823"/>
                      <a:pt x="84" y="812"/>
                    </a:cubicBezTo>
                    <a:cubicBezTo>
                      <a:pt x="84" y="680"/>
                      <a:pt x="75" y="547"/>
                      <a:pt x="67" y="415"/>
                    </a:cubicBezTo>
                    <a:cubicBezTo>
                      <a:pt x="59" y="290"/>
                      <a:pt x="59" y="158"/>
                      <a:pt x="51" y="25"/>
                    </a:cubicBezTo>
                    <a:cubicBezTo>
                      <a:pt x="51" y="9"/>
                      <a:pt x="38" y="0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1" name="Google Shape;6441;p20"/>
              <p:cNvSpPr/>
              <p:nvPr/>
            </p:nvSpPr>
            <p:spPr>
              <a:xfrm>
                <a:off x="2294825" y="1969350"/>
                <a:ext cx="6600" cy="8250"/>
              </a:xfrm>
              <a:custGeom>
                <a:rect b="b" l="l" r="r" t="t"/>
                <a:pathLst>
                  <a:path extrusionOk="0" h="330" w="264">
                    <a:moveTo>
                      <a:pt x="28" y="1"/>
                    </a:moveTo>
                    <a:cubicBezTo>
                      <a:pt x="14" y="1"/>
                      <a:pt x="1" y="18"/>
                      <a:pt x="7" y="31"/>
                    </a:cubicBezTo>
                    <a:cubicBezTo>
                      <a:pt x="32" y="81"/>
                      <a:pt x="65" y="122"/>
                      <a:pt x="98" y="164"/>
                    </a:cubicBezTo>
                    <a:cubicBezTo>
                      <a:pt x="131" y="205"/>
                      <a:pt x="164" y="238"/>
                      <a:pt x="189" y="280"/>
                    </a:cubicBezTo>
                    <a:lnTo>
                      <a:pt x="197" y="280"/>
                    </a:lnTo>
                    <a:cubicBezTo>
                      <a:pt x="197" y="296"/>
                      <a:pt x="206" y="304"/>
                      <a:pt x="206" y="313"/>
                    </a:cubicBezTo>
                    <a:cubicBezTo>
                      <a:pt x="214" y="321"/>
                      <a:pt x="222" y="329"/>
                      <a:pt x="239" y="329"/>
                    </a:cubicBezTo>
                    <a:cubicBezTo>
                      <a:pt x="255" y="329"/>
                      <a:pt x="264" y="313"/>
                      <a:pt x="255" y="296"/>
                    </a:cubicBezTo>
                    <a:cubicBezTo>
                      <a:pt x="247" y="271"/>
                      <a:pt x="239" y="238"/>
                      <a:pt x="222" y="213"/>
                    </a:cubicBezTo>
                    <a:cubicBezTo>
                      <a:pt x="222" y="197"/>
                      <a:pt x="214" y="188"/>
                      <a:pt x="206" y="172"/>
                    </a:cubicBezTo>
                    <a:cubicBezTo>
                      <a:pt x="206" y="155"/>
                      <a:pt x="197" y="147"/>
                      <a:pt x="189" y="130"/>
                    </a:cubicBezTo>
                    <a:cubicBezTo>
                      <a:pt x="181" y="122"/>
                      <a:pt x="173" y="122"/>
                      <a:pt x="164" y="122"/>
                    </a:cubicBezTo>
                    <a:cubicBezTo>
                      <a:pt x="156" y="130"/>
                      <a:pt x="156" y="139"/>
                      <a:pt x="156" y="147"/>
                    </a:cubicBezTo>
                    <a:cubicBezTo>
                      <a:pt x="148" y="139"/>
                      <a:pt x="148" y="130"/>
                      <a:pt x="139" y="130"/>
                    </a:cubicBezTo>
                    <a:cubicBezTo>
                      <a:pt x="106" y="89"/>
                      <a:pt x="81" y="48"/>
                      <a:pt x="40" y="6"/>
                    </a:cubicBezTo>
                    <a:cubicBezTo>
                      <a:pt x="36" y="2"/>
                      <a:pt x="32" y="1"/>
                      <a:pt x="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2" name="Google Shape;6442;p20"/>
              <p:cNvSpPr/>
              <p:nvPr/>
            </p:nvSpPr>
            <p:spPr>
              <a:xfrm>
                <a:off x="2399375" y="1939875"/>
                <a:ext cx="3150" cy="13600"/>
              </a:xfrm>
              <a:custGeom>
                <a:rect b="b" l="l" r="r" t="t"/>
                <a:pathLst>
                  <a:path extrusionOk="0" h="544" w="126">
                    <a:moveTo>
                      <a:pt x="67" y="0"/>
                    </a:moveTo>
                    <a:cubicBezTo>
                      <a:pt x="34" y="0"/>
                      <a:pt x="17" y="17"/>
                      <a:pt x="9" y="50"/>
                    </a:cubicBezTo>
                    <a:cubicBezTo>
                      <a:pt x="9" y="100"/>
                      <a:pt x="1" y="149"/>
                      <a:pt x="1" y="199"/>
                    </a:cubicBezTo>
                    <a:cubicBezTo>
                      <a:pt x="1" y="207"/>
                      <a:pt x="9" y="216"/>
                      <a:pt x="17" y="216"/>
                    </a:cubicBezTo>
                    <a:lnTo>
                      <a:pt x="26" y="282"/>
                    </a:lnTo>
                    <a:cubicBezTo>
                      <a:pt x="26" y="323"/>
                      <a:pt x="26" y="365"/>
                      <a:pt x="34" y="406"/>
                    </a:cubicBezTo>
                    <a:cubicBezTo>
                      <a:pt x="34" y="439"/>
                      <a:pt x="42" y="481"/>
                      <a:pt x="51" y="522"/>
                    </a:cubicBezTo>
                    <a:cubicBezTo>
                      <a:pt x="54" y="537"/>
                      <a:pt x="66" y="543"/>
                      <a:pt x="78" y="543"/>
                    </a:cubicBezTo>
                    <a:cubicBezTo>
                      <a:pt x="93" y="543"/>
                      <a:pt x="109" y="533"/>
                      <a:pt x="109" y="514"/>
                    </a:cubicBezTo>
                    <a:cubicBezTo>
                      <a:pt x="117" y="473"/>
                      <a:pt x="125" y="431"/>
                      <a:pt x="125" y="398"/>
                    </a:cubicBezTo>
                    <a:lnTo>
                      <a:pt x="125" y="282"/>
                    </a:lnTo>
                    <a:cubicBezTo>
                      <a:pt x="125" y="207"/>
                      <a:pt x="117" y="125"/>
                      <a:pt x="117" y="50"/>
                    </a:cubicBezTo>
                    <a:cubicBezTo>
                      <a:pt x="117" y="25"/>
                      <a:pt x="92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3" name="Google Shape;6443;p20"/>
              <p:cNvSpPr/>
              <p:nvPr/>
            </p:nvSpPr>
            <p:spPr>
              <a:xfrm>
                <a:off x="2395025" y="1945775"/>
                <a:ext cx="2925" cy="9175"/>
              </a:xfrm>
              <a:custGeom>
                <a:rect b="b" l="l" r="r" t="t"/>
                <a:pathLst>
                  <a:path extrusionOk="0" h="367" w="117">
                    <a:moveTo>
                      <a:pt x="26" y="0"/>
                    </a:moveTo>
                    <a:cubicBezTo>
                      <a:pt x="19" y="0"/>
                      <a:pt x="13" y="5"/>
                      <a:pt x="9" y="13"/>
                    </a:cubicBezTo>
                    <a:cubicBezTo>
                      <a:pt x="1" y="38"/>
                      <a:pt x="1" y="71"/>
                      <a:pt x="1" y="96"/>
                    </a:cubicBezTo>
                    <a:cubicBezTo>
                      <a:pt x="1" y="129"/>
                      <a:pt x="1" y="154"/>
                      <a:pt x="9" y="187"/>
                    </a:cubicBezTo>
                    <a:cubicBezTo>
                      <a:pt x="17" y="245"/>
                      <a:pt x="42" y="295"/>
                      <a:pt x="59" y="353"/>
                    </a:cubicBezTo>
                    <a:cubicBezTo>
                      <a:pt x="64" y="362"/>
                      <a:pt x="74" y="366"/>
                      <a:pt x="84" y="366"/>
                    </a:cubicBezTo>
                    <a:cubicBezTo>
                      <a:pt x="91" y="366"/>
                      <a:pt x="97" y="364"/>
                      <a:pt x="100" y="361"/>
                    </a:cubicBezTo>
                    <a:cubicBezTo>
                      <a:pt x="117" y="353"/>
                      <a:pt x="117" y="336"/>
                      <a:pt x="117" y="319"/>
                    </a:cubicBezTo>
                    <a:cubicBezTo>
                      <a:pt x="92" y="270"/>
                      <a:pt x="75" y="220"/>
                      <a:pt x="67" y="170"/>
                    </a:cubicBezTo>
                    <a:cubicBezTo>
                      <a:pt x="59" y="137"/>
                      <a:pt x="59" y="112"/>
                      <a:pt x="51" y="87"/>
                    </a:cubicBezTo>
                    <a:cubicBezTo>
                      <a:pt x="51" y="63"/>
                      <a:pt x="51" y="38"/>
                      <a:pt x="42" y="13"/>
                    </a:cubicBezTo>
                    <a:cubicBezTo>
                      <a:pt x="38" y="5"/>
                      <a:pt x="32" y="0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4" name="Google Shape;6444;p20"/>
              <p:cNvSpPr/>
              <p:nvPr/>
            </p:nvSpPr>
            <p:spPr>
              <a:xfrm>
                <a:off x="2082875" y="1847825"/>
                <a:ext cx="9600" cy="14400"/>
              </a:xfrm>
              <a:custGeom>
                <a:rect b="b" l="l" r="r" t="t"/>
                <a:pathLst>
                  <a:path extrusionOk="0" h="576" w="384">
                    <a:moveTo>
                      <a:pt x="56" y="0"/>
                    </a:moveTo>
                    <a:cubicBezTo>
                      <a:pt x="45" y="0"/>
                      <a:pt x="31" y="6"/>
                      <a:pt x="25" y="12"/>
                    </a:cubicBezTo>
                    <a:cubicBezTo>
                      <a:pt x="1" y="45"/>
                      <a:pt x="9" y="70"/>
                      <a:pt x="25" y="103"/>
                    </a:cubicBezTo>
                    <a:cubicBezTo>
                      <a:pt x="34" y="128"/>
                      <a:pt x="50" y="153"/>
                      <a:pt x="59" y="178"/>
                    </a:cubicBezTo>
                    <a:cubicBezTo>
                      <a:pt x="83" y="227"/>
                      <a:pt x="100" y="269"/>
                      <a:pt x="125" y="318"/>
                    </a:cubicBezTo>
                    <a:cubicBezTo>
                      <a:pt x="183" y="410"/>
                      <a:pt x="249" y="484"/>
                      <a:pt x="324" y="567"/>
                    </a:cubicBezTo>
                    <a:cubicBezTo>
                      <a:pt x="328" y="573"/>
                      <a:pt x="334" y="576"/>
                      <a:pt x="340" y="576"/>
                    </a:cubicBezTo>
                    <a:cubicBezTo>
                      <a:pt x="360" y="576"/>
                      <a:pt x="384" y="551"/>
                      <a:pt x="365" y="526"/>
                    </a:cubicBezTo>
                    <a:cubicBezTo>
                      <a:pt x="307" y="443"/>
                      <a:pt x="266" y="360"/>
                      <a:pt x="216" y="269"/>
                    </a:cubicBezTo>
                    <a:cubicBezTo>
                      <a:pt x="191" y="219"/>
                      <a:pt x="175" y="178"/>
                      <a:pt x="150" y="128"/>
                    </a:cubicBezTo>
                    <a:cubicBezTo>
                      <a:pt x="141" y="111"/>
                      <a:pt x="133" y="86"/>
                      <a:pt x="125" y="70"/>
                    </a:cubicBezTo>
                    <a:cubicBezTo>
                      <a:pt x="117" y="37"/>
                      <a:pt x="100" y="4"/>
                      <a:pt x="67" y="4"/>
                    </a:cubicBezTo>
                    <a:cubicBezTo>
                      <a:pt x="64" y="1"/>
                      <a:pt x="61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5" name="Google Shape;6445;p20"/>
              <p:cNvSpPr/>
              <p:nvPr/>
            </p:nvSpPr>
            <p:spPr>
              <a:xfrm>
                <a:off x="2092625" y="1859125"/>
                <a:ext cx="3950" cy="5450"/>
              </a:xfrm>
              <a:custGeom>
                <a:rect b="b" l="l" r="r" t="t"/>
                <a:pathLst>
                  <a:path extrusionOk="0" h="218" w="158">
                    <a:moveTo>
                      <a:pt x="26" y="0"/>
                    </a:moveTo>
                    <a:cubicBezTo>
                      <a:pt x="12" y="0"/>
                      <a:pt x="0" y="12"/>
                      <a:pt x="0" y="24"/>
                    </a:cubicBezTo>
                    <a:cubicBezTo>
                      <a:pt x="8" y="40"/>
                      <a:pt x="17" y="57"/>
                      <a:pt x="25" y="74"/>
                    </a:cubicBezTo>
                    <a:cubicBezTo>
                      <a:pt x="33" y="90"/>
                      <a:pt x="41" y="98"/>
                      <a:pt x="50" y="115"/>
                    </a:cubicBezTo>
                    <a:cubicBezTo>
                      <a:pt x="66" y="148"/>
                      <a:pt x="83" y="173"/>
                      <a:pt x="99" y="198"/>
                    </a:cubicBezTo>
                    <a:cubicBezTo>
                      <a:pt x="105" y="210"/>
                      <a:pt x="116" y="218"/>
                      <a:pt x="128" y="218"/>
                    </a:cubicBezTo>
                    <a:cubicBezTo>
                      <a:pt x="132" y="218"/>
                      <a:pt x="136" y="217"/>
                      <a:pt x="141" y="214"/>
                    </a:cubicBezTo>
                    <a:cubicBezTo>
                      <a:pt x="157" y="206"/>
                      <a:pt x="157" y="181"/>
                      <a:pt x="149" y="165"/>
                    </a:cubicBezTo>
                    <a:cubicBezTo>
                      <a:pt x="133" y="140"/>
                      <a:pt x="116" y="115"/>
                      <a:pt x="99" y="82"/>
                    </a:cubicBezTo>
                    <a:cubicBezTo>
                      <a:pt x="91" y="74"/>
                      <a:pt x="83" y="57"/>
                      <a:pt x="75" y="49"/>
                    </a:cubicBezTo>
                    <a:lnTo>
                      <a:pt x="58" y="24"/>
                    </a:lnTo>
                    <a:cubicBezTo>
                      <a:pt x="50" y="16"/>
                      <a:pt x="50" y="16"/>
                      <a:pt x="41" y="7"/>
                    </a:cubicBezTo>
                    <a:cubicBezTo>
                      <a:pt x="37" y="2"/>
                      <a:pt x="31" y="0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6" name="Google Shape;6446;p20"/>
              <p:cNvSpPr/>
              <p:nvPr/>
            </p:nvSpPr>
            <p:spPr>
              <a:xfrm>
                <a:off x="2088675" y="1847700"/>
                <a:ext cx="2100" cy="1675"/>
              </a:xfrm>
              <a:custGeom>
                <a:rect b="b" l="l" r="r" t="t"/>
                <a:pathLst>
                  <a:path extrusionOk="0" h="67" w="84">
                    <a:moveTo>
                      <a:pt x="42" y="0"/>
                    </a:moveTo>
                    <a:cubicBezTo>
                      <a:pt x="1" y="0"/>
                      <a:pt x="1" y="67"/>
                      <a:pt x="42" y="67"/>
                    </a:cubicBezTo>
                    <a:cubicBezTo>
                      <a:pt x="83" y="67"/>
                      <a:pt x="83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7" name="Google Shape;6447;p20"/>
              <p:cNvSpPr/>
              <p:nvPr/>
            </p:nvSpPr>
            <p:spPr>
              <a:xfrm>
                <a:off x="2205300" y="1804600"/>
                <a:ext cx="28550" cy="8325"/>
              </a:xfrm>
              <a:custGeom>
                <a:rect b="b" l="l" r="r" t="t"/>
                <a:pathLst>
                  <a:path extrusionOk="0" h="333" w="1142">
                    <a:moveTo>
                      <a:pt x="821" y="1"/>
                    </a:moveTo>
                    <a:cubicBezTo>
                      <a:pt x="721" y="1"/>
                      <a:pt x="622" y="9"/>
                      <a:pt x="522" y="26"/>
                    </a:cubicBezTo>
                    <a:cubicBezTo>
                      <a:pt x="431" y="51"/>
                      <a:pt x="332" y="84"/>
                      <a:pt x="241" y="117"/>
                    </a:cubicBezTo>
                    <a:cubicBezTo>
                      <a:pt x="199" y="142"/>
                      <a:pt x="149" y="158"/>
                      <a:pt x="108" y="183"/>
                    </a:cubicBezTo>
                    <a:lnTo>
                      <a:pt x="108" y="191"/>
                    </a:lnTo>
                    <a:cubicBezTo>
                      <a:pt x="75" y="208"/>
                      <a:pt x="25" y="241"/>
                      <a:pt x="9" y="283"/>
                    </a:cubicBezTo>
                    <a:cubicBezTo>
                      <a:pt x="0" y="307"/>
                      <a:pt x="25" y="332"/>
                      <a:pt x="42" y="332"/>
                    </a:cubicBezTo>
                    <a:cubicBezTo>
                      <a:pt x="91" y="332"/>
                      <a:pt x="133" y="299"/>
                      <a:pt x="174" y="283"/>
                    </a:cubicBezTo>
                    <a:cubicBezTo>
                      <a:pt x="207" y="258"/>
                      <a:pt x="249" y="241"/>
                      <a:pt x="290" y="216"/>
                    </a:cubicBezTo>
                    <a:cubicBezTo>
                      <a:pt x="373" y="183"/>
                      <a:pt x="464" y="158"/>
                      <a:pt x="547" y="133"/>
                    </a:cubicBezTo>
                    <a:cubicBezTo>
                      <a:pt x="638" y="117"/>
                      <a:pt x="729" y="109"/>
                      <a:pt x="821" y="109"/>
                    </a:cubicBezTo>
                    <a:lnTo>
                      <a:pt x="953" y="109"/>
                    </a:lnTo>
                    <a:cubicBezTo>
                      <a:pt x="986" y="109"/>
                      <a:pt x="1016" y="105"/>
                      <a:pt x="1046" y="105"/>
                    </a:cubicBezTo>
                    <a:cubicBezTo>
                      <a:pt x="1062" y="105"/>
                      <a:pt x="1077" y="106"/>
                      <a:pt x="1094" y="109"/>
                    </a:cubicBezTo>
                    <a:cubicBezTo>
                      <a:pt x="1096" y="109"/>
                      <a:pt x="1098" y="109"/>
                      <a:pt x="1100" y="109"/>
                    </a:cubicBezTo>
                    <a:cubicBezTo>
                      <a:pt x="1129" y="109"/>
                      <a:pt x="1142" y="58"/>
                      <a:pt x="1111" y="51"/>
                    </a:cubicBezTo>
                    <a:cubicBezTo>
                      <a:pt x="1061" y="42"/>
                      <a:pt x="1011" y="17"/>
                      <a:pt x="961" y="9"/>
                    </a:cubicBezTo>
                    <a:cubicBezTo>
                      <a:pt x="912" y="1"/>
                      <a:pt x="870" y="1"/>
                      <a:pt x="8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8" name="Google Shape;6448;p20"/>
              <p:cNvSpPr/>
              <p:nvPr/>
            </p:nvSpPr>
            <p:spPr>
              <a:xfrm>
                <a:off x="2211550" y="1800675"/>
                <a:ext cx="10550" cy="4225"/>
              </a:xfrm>
              <a:custGeom>
                <a:rect b="b" l="l" r="r" t="t"/>
                <a:pathLst>
                  <a:path extrusionOk="0" h="169" w="422">
                    <a:moveTo>
                      <a:pt x="388" y="0"/>
                    </a:moveTo>
                    <a:cubicBezTo>
                      <a:pt x="314" y="0"/>
                      <a:pt x="247" y="9"/>
                      <a:pt x="181" y="34"/>
                    </a:cubicBezTo>
                    <a:cubicBezTo>
                      <a:pt x="115" y="50"/>
                      <a:pt x="49" y="92"/>
                      <a:pt x="7" y="141"/>
                    </a:cubicBezTo>
                    <a:cubicBezTo>
                      <a:pt x="0" y="155"/>
                      <a:pt x="10" y="168"/>
                      <a:pt x="23" y="168"/>
                    </a:cubicBezTo>
                    <a:cubicBezTo>
                      <a:pt x="26" y="168"/>
                      <a:pt x="29" y="168"/>
                      <a:pt x="32" y="166"/>
                    </a:cubicBezTo>
                    <a:cubicBezTo>
                      <a:pt x="90" y="133"/>
                      <a:pt x="140" y="100"/>
                      <a:pt x="198" y="83"/>
                    </a:cubicBezTo>
                    <a:cubicBezTo>
                      <a:pt x="241" y="65"/>
                      <a:pt x="289" y="55"/>
                      <a:pt x="339" y="55"/>
                    </a:cubicBezTo>
                    <a:cubicBezTo>
                      <a:pt x="355" y="55"/>
                      <a:pt x="372" y="56"/>
                      <a:pt x="388" y="58"/>
                    </a:cubicBezTo>
                    <a:cubicBezTo>
                      <a:pt x="421" y="58"/>
                      <a:pt x="421" y="9"/>
                      <a:pt x="3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9" name="Google Shape;6449;p20"/>
              <p:cNvSpPr/>
              <p:nvPr/>
            </p:nvSpPr>
            <p:spPr>
              <a:xfrm>
                <a:off x="2179675" y="1820900"/>
                <a:ext cx="9800" cy="10000"/>
              </a:xfrm>
              <a:custGeom>
                <a:rect b="b" l="l" r="r" t="t"/>
                <a:pathLst>
                  <a:path extrusionOk="0" h="400" w="392">
                    <a:moveTo>
                      <a:pt x="343" y="0"/>
                    </a:moveTo>
                    <a:cubicBezTo>
                      <a:pt x="338" y="0"/>
                      <a:pt x="334" y="1"/>
                      <a:pt x="329" y="3"/>
                    </a:cubicBezTo>
                    <a:cubicBezTo>
                      <a:pt x="180" y="78"/>
                      <a:pt x="48" y="211"/>
                      <a:pt x="6" y="376"/>
                    </a:cubicBezTo>
                    <a:cubicBezTo>
                      <a:pt x="0" y="388"/>
                      <a:pt x="19" y="400"/>
                      <a:pt x="34" y="400"/>
                    </a:cubicBezTo>
                    <a:cubicBezTo>
                      <a:pt x="40" y="400"/>
                      <a:pt x="45" y="398"/>
                      <a:pt x="48" y="393"/>
                    </a:cubicBezTo>
                    <a:cubicBezTo>
                      <a:pt x="89" y="318"/>
                      <a:pt x="122" y="252"/>
                      <a:pt x="180" y="194"/>
                    </a:cubicBezTo>
                    <a:cubicBezTo>
                      <a:pt x="230" y="136"/>
                      <a:pt x="288" y="95"/>
                      <a:pt x="362" y="61"/>
                    </a:cubicBezTo>
                    <a:cubicBezTo>
                      <a:pt x="391" y="40"/>
                      <a:pt x="370" y="0"/>
                      <a:pt x="3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0" name="Google Shape;6450;p20"/>
              <p:cNvSpPr/>
              <p:nvPr/>
            </p:nvSpPr>
            <p:spPr>
              <a:xfrm>
                <a:off x="2172150" y="1838175"/>
                <a:ext cx="3750" cy="8275"/>
              </a:xfrm>
              <a:custGeom>
                <a:rect b="b" l="l" r="r" t="t"/>
                <a:pathLst>
                  <a:path extrusionOk="0" h="331" w="150">
                    <a:moveTo>
                      <a:pt x="125" y="0"/>
                    </a:moveTo>
                    <a:cubicBezTo>
                      <a:pt x="108" y="0"/>
                      <a:pt x="92" y="8"/>
                      <a:pt x="92" y="25"/>
                    </a:cubicBezTo>
                    <a:cubicBezTo>
                      <a:pt x="59" y="116"/>
                      <a:pt x="17" y="207"/>
                      <a:pt x="1" y="307"/>
                    </a:cubicBezTo>
                    <a:cubicBezTo>
                      <a:pt x="1" y="318"/>
                      <a:pt x="9" y="330"/>
                      <a:pt x="20" y="330"/>
                    </a:cubicBezTo>
                    <a:cubicBezTo>
                      <a:pt x="24" y="330"/>
                      <a:pt x="29" y="328"/>
                      <a:pt x="34" y="323"/>
                    </a:cubicBezTo>
                    <a:cubicBezTo>
                      <a:pt x="75" y="232"/>
                      <a:pt x="108" y="133"/>
                      <a:pt x="141" y="33"/>
                    </a:cubicBezTo>
                    <a:cubicBezTo>
                      <a:pt x="150" y="25"/>
                      <a:pt x="141" y="8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1" name="Google Shape;6451;p20"/>
              <p:cNvSpPr/>
              <p:nvPr/>
            </p:nvSpPr>
            <p:spPr>
              <a:xfrm>
                <a:off x="2166175" y="1578600"/>
                <a:ext cx="10350" cy="10200"/>
              </a:xfrm>
              <a:custGeom>
                <a:rect b="b" l="l" r="r" t="t"/>
                <a:pathLst>
                  <a:path extrusionOk="0" h="408" w="414">
                    <a:moveTo>
                      <a:pt x="63" y="0"/>
                    </a:moveTo>
                    <a:cubicBezTo>
                      <a:pt x="33" y="0"/>
                      <a:pt x="0" y="30"/>
                      <a:pt x="8" y="59"/>
                    </a:cubicBezTo>
                    <a:cubicBezTo>
                      <a:pt x="16" y="76"/>
                      <a:pt x="24" y="93"/>
                      <a:pt x="32" y="101"/>
                    </a:cubicBezTo>
                    <a:cubicBezTo>
                      <a:pt x="41" y="109"/>
                      <a:pt x="49" y="117"/>
                      <a:pt x="49" y="117"/>
                    </a:cubicBezTo>
                    <a:cubicBezTo>
                      <a:pt x="66" y="134"/>
                      <a:pt x="82" y="151"/>
                      <a:pt x="99" y="159"/>
                    </a:cubicBezTo>
                    <a:cubicBezTo>
                      <a:pt x="124" y="184"/>
                      <a:pt x="157" y="217"/>
                      <a:pt x="182" y="242"/>
                    </a:cubicBezTo>
                    <a:cubicBezTo>
                      <a:pt x="206" y="267"/>
                      <a:pt x="240" y="291"/>
                      <a:pt x="264" y="325"/>
                    </a:cubicBezTo>
                    <a:cubicBezTo>
                      <a:pt x="281" y="333"/>
                      <a:pt x="289" y="349"/>
                      <a:pt x="306" y="366"/>
                    </a:cubicBezTo>
                    <a:cubicBezTo>
                      <a:pt x="322" y="383"/>
                      <a:pt x="339" y="399"/>
                      <a:pt x="356" y="399"/>
                    </a:cubicBezTo>
                    <a:lnTo>
                      <a:pt x="364" y="407"/>
                    </a:lnTo>
                    <a:cubicBezTo>
                      <a:pt x="380" y="407"/>
                      <a:pt x="414" y="391"/>
                      <a:pt x="405" y="366"/>
                    </a:cubicBezTo>
                    <a:cubicBezTo>
                      <a:pt x="405" y="325"/>
                      <a:pt x="364" y="283"/>
                      <a:pt x="339" y="250"/>
                    </a:cubicBezTo>
                    <a:cubicBezTo>
                      <a:pt x="314" y="225"/>
                      <a:pt x="289" y="192"/>
                      <a:pt x="264" y="167"/>
                    </a:cubicBezTo>
                    <a:cubicBezTo>
                      <a:pt x="240" y="134"/>
                      <a:pt x="206" y="109"/>
                      <a:pt x="182" y="76"/>
                    </a:cubicBezTo>
                    <a:lnTo>
                      <a:pt x="132" y="43"/>
                    </a:lnTo>
                    <a:cubicBezTo>
                      <a:pt x="124" y="35"/>
                      <a:pt x="115" y="18"/>
                      <a:pt x="107" y="18"/>
                    </a:cubicBezTo>
                    <a:cubicBezTo>
                      <a:pt x="99" y="10"/>
                      <a:pt x="90" y="10"/>
                      <a:pt x="82" y="1"/>
                    </a:cubicBezTo>
                    <a:lnTo>
                      <a:pt x="74" y="1"/>
                    </a:lnTo>
                    <a:cubicBezTo>
                      <a:pt x="70" y="1"/>
                      <a:pt x="67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2" name="Google Shape;6452;p20"/>
              <p:cNvSpPr/>
              <p:nvPr/>
            </p:nvSpPr>
            <p:spPr>
              <a:xfrm>
                <a:off x="2163925" y="1587050"/>
                <a:ext cx="7025" cy="9675"/>
              </a:xfrm>
              <a:custGeom>
                <a:rect b="b" l="l" r="r" t="t"/>
                <a:pathLst>
                  <a:path extrusionOk="0" h="387" w="281">
                    <a:moveTo>
                      <a:pt x="26" y="0"/>
                    </a:moveTo>
                    <a:cubicBezTo>
                      <a:pt x="13" y="0"/>
                      <a:pt x="0" y="9"/>
                      <a:pt x="6" y="28"/>
                    </a:cubicBezTo>
                    <a:cubicBezTo>
                      <a:pt x="15" y="61"/>
                      <a:pt x="31" y="86"/>
                      <a:pt x="48" y="119"/>
                    </a:cubicBezTo>
                    <a:cubicBezTo>
                      <a:pt x="73" y="144"/>
                      <a:pt x="89" y="177"/>
                      <a:pt x="106" y="202"/>
                    </a:cubicBezTo>
                    <a:lnTo>
                      <a:pt x="222" y="376"/>
                    </a:lnTo>
                    <a:cubicBezTo>
                      <a:pt x="227" y="383"/>
                      <a:pt x="234" y="386"/>
                      <a:pt x="242" y="386"/>
                    </a:cubicBezTo>
                    <a:cubicBezTo>
                      <a:pt x="261" y="386"/>
                      <a:pt x="281" y="369"/>
                      <a:pt x="263" y="351"/>
                    </a:cubicBezTo>
                    <a:cubicBezTo>
                      <a:pt x="230" y="293"/>
                      <a:pt x="197" y="235"/>
                      <a:pt x="156" y="177"/>
                    </a:cubicBezTo>
                    <a:cubicBezTo>
                      <a:pt x="139" y="144"/>
                      <a:pt x="122" y="119"/>
                      <a:pt x="98" y="86"/>
                    </a:cubicBezTo>
                    <a:cubicBezTo>
                      <a:pt x="81" y="61"/>
                      <a:pt x="64" y="28"/>
                      <a:pt x="40" y="3"/>
                    </a:cubicBezTo>
                    <a:cubicBezTo>
                      <a:pt x="35" y="1"/>
                      <a:pt x="31" y="0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3" name="Google Shape;6453;p20"/>
              <p:cNvSpPr/>
              <p:nvPr/>
            </p:nvSpPr>
            <p:spPr>
              <a:xfrm>
                <a:off x="2155575" y="1585175"/>
                <a:ext cx="5625" cy="10200"/>
              </a:xfrm>
              <a:custGeom>
                <a:rect b="b" l="l" r="r" t="t"/>
                <a:pathLst>
                  <a:path extrusionOk="0" h="408" w="225">
                    <a:moveTo>
                      <a:pt x="17" y="0"/>
                    </a:moveTo>
                    <a:cubicBezTo>
                      <a:pt x="9" y="0"/>
                      <a:pt x="1" y="6"/>
                      <a:pt x="1" y="12"/>
                    </a:cubicBezTo>
                    <a:cubicBezTo>
                      <a:pt x="1" y="45"/>
                      <a:pt x="9" y="86"/>
                      <a:pt x="17" y="120"/>
                    </a:cubicBezTo>
                    <a:cubicBezTo>
                      <a:pt x="26" y="153"/>
                      <a:pt x="42" y="186"/>
                      <a:pt x="59" y="219"/>
                    </a:cubicBezTo>
                    <a:cubicBezTo>
                      <a:pt x="92" y="285"/>
                      <a:pt x="133" y="343"/>
                      <a:pt x="175" y="401"/>
                    </a:cubicBezTo>
                    <a:cubicBezTo>
                      <a:pt x="179" y="405"/>
                      <a:pt x="187" y="408"/>
                      <a:pt x="195" y="408"/>
                    </a:cubicBezTo>
                    <a:cubicBezTo>
                      <a:pt x="204" y="408"/>
                      <a:pt x="212" y="405"/>
                      <a:pt x="216" y="401"/>
                    </a:cubicBezTo>
                    <a:cubicBezTo>
                      <a:pt x="224" y="385"/>
                      <a:pt x="224" y="376"/>
                      <a:pt x="216" y="360"/>
                    </a:cubicBezTo>
                    <a:cubicBezTo>
                      <a:pt x="175" y="310"/>
                      <a:pt x="142" y="252"/>
                      <a:pt x="109" y="186"/>
                    </a:cubicBezTo>
                    <a:cubicBezTo>
                      <a:pt x="92" y="161"/>
                      <a:pt x="84" y="128"/>
                      <a:pt x="67" y="95"/>
                    </a:cubicBezTo>
                    <a:cubicBezTo>
                      <a:pt x="51" y="70"/>
                      <a:pt x="42" y="37"/>
                      <a:pt x="26" y="4"/>
                    </a:cubicBezTo>
                    <a:cubicBezTo>
                      <a:pt x="23" y="1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4" name="Google Shape;6454;p20"/>
              <p:cNvSpPr/>
              <p:nvPr/>
            </p:nvSpPr>
            <p:spPr>
              <a:xfrm>
                <a:off x="2140450" y="1546725"/>
                <a:ext cx="6450" cy="10425"/>
              </a:xfrm>
              <a:custGeom>
                <a:rect b="b" l="l" r="r" t="t"/>
                <a:pathLst>
                  <a:path extrusionOk="0" h="417" w="258">
                    <a:moveTo>
                      <a:pt x="51" y="0"/>
                    </a:moveTo>
                    <a:cubicBezTo>
                      <a:pt x="34" y="0"/>
                      <a:pt x="26" y="17"/>
                      <a:pt x="18" y="34"/>
                    </a:cubicBezTo>
                    <a:cubicBezTo>
                      <a:pt x="1" y="67"/>
                      <a:pt x="18" y="108"/>
                      <a:pt x="26" y="150"/>
                    </a:cubicBezTo>
                    <a:lnTo>
                      <a:pt x="26" y="141"/>
                    </a:lnTo>
                    <a:cubicBezTo>
                      <a:pt x="34" y="183"/>
                      <a:pt x="42" y="216"/>
                      <a:pt x="59" y="241"/>
                    </a:cubicBezTo>
                    <a:cubicBezTo>
                      <a:pt x="92" y="307"/>
                      <a:pt x="134" y="357"/>
                      <a:pt x="192" y="406"/>
                    </a:cubicBezTo>
                    <a:cubicBezTo>
                      <a:pt x="196" y="411"/>
                      <a:pt x="207" y="416"/>
                      <a:pt x="218" y="416"/>
                    </a:cubicBezTo>
                    <a:cubicBezTo>
                      <a:pt x="226" y="416"/>
                      <a:pt x="234" y="413"/>
                      <a:pt x="241" y="406"/>
                    </a:cubicBezTo>
                    <a:cubicBezTo>
                      <a:pt x="258" y="390"/>
                      <a:pt x="258" y="365"/>
                      <a:pt x="241" y="348"/>
                    </a:cubicBezTo>
                    <a:cubicBezTo>
                      <a:pt x="200" y="307"/>
                      <a:pt x="167" y="257"/>
                      <a:pt x="142" y="199"/>
                    </a:cubicBezTo>
                    <a:cubicBezTo>
                      <a:pt x="134" y="174"/>
                      <a:pt x="125" y="141"/>
                      <a:pt x="117" y="116"/>
                    </a:cubicBezTo>
                    <a:cubicBezTo>
                      <a:pt x="117" y="108"/>
                      <a:pt x="117" y="100"/>
                      <a:pt x="109" y="92"/>
                    </a:cubicBezTo>
                    <a:cubicBezTo>
                      <a:pt x="109" y="92"/>
                      <a:pt x="109" y="88"/>
                      <a:pt x="109" y="86"/>
                    </a:cubicBezTo>
                    <a:cubicBezTo>
                      <a:pt x="109" y="86"/>
                      <a:pt x="109" y="75"/>
                      <a:pt x="109" y="75"/>
                    </a:cubicBezTo>
                    <a:lnTo>
                      <a:pt x="109" y="67"/>
                    </a:lnTo>
                    <a:cubicBezTo>
                      <a:pt x="109" y="58"/>
                      <a:pt x="109" y="50"/>
                      <a:pt x="109" y="50"/>
                    </a:cubicBezTo>
                    <a:cubicBezTo>
                      <a:pt x="109" y="42"/>
                      <a:pt x="100" y="25"/>
                      <a:pt x="100" y="17"/>
                    </a:cubicBezTo>
                    <a:cubicBezTo>
                      <a:pt x="92" y="0"/>
                      <a:pt x="67" y="0"/>
                      <a:pt x="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5" name="Google Shape;6455;p20"/>
              <p:cNvSpPr/>
              <p:nvPr/>
            </p:nvSpPr>
            <p:spPr>
              <a:xfrm>
                <a:off x="2140250" y="1558250"/>
                <a:ext cx="2925" cy="5350"/>
              </a:xfrm>
              <a:custGeom>
                <a:rect b="b" l="l" r="r" t="t"/>
                <a:pathLst>
                  <a:path extrusionOk="0" h="214" w="117">
                    <a:moveTo>
                      <a:pt x="21" y="0"/>
                    </a:moveTo>
                    <a:cubicBezTo>
                      <a:pt x="11" y="0"/>
                      <a:pt x="1" y="6"/>
                      <a:pt x="1" y="20"/>
                    </a:cubicBezTo>
                    <a:cubicBezTo>
                      <a:pt x="1" y="37"/>
                      <a:pt x="1" y="53"/>
                      <a:pt x="1" y="70"/>
                    </a:cubicBezTo>
                    <a:cubicBezTo>
                      <a:pt x="1" y="78"/>
                      <a:pt x="9" y="95"/>
                      <a:pt x="17" y="111"/>
                    </a:cubicBezTo>
                    <a:cubicBezTo>
                      <a:pt x="26" y="144"/>
                      <a:pt x="42" y="169"/>
                      <a:pt x="59" y="194"/>
                    </a:cubicBezTo>
                    <a:cubicBezTo>
                      <a:pt x="65" y="206"/>
                      <a:pt x="75" y="214"/>
                      <a:pt x="87" y="214"/>
                    </a:cubicBezTo>
                    <a:cubicBezTo>
                      <a:pt x="91" y="214"/>
                      <a:pt x="96" y="213"/>
                      <a:pt x="100" y="211"/>
                    </a:cubicBezTo>
                    <a:cubicBezTo>
                      <a:pt x="117" y="202"/>
                      <a:pt x="117" y="177"/>
                      <a:pt x="108" y="161"/>
                    </a:cubicBezTo>
                    <a:cubicBezTo>
                      <a:pt x="92" y="144"/>
                      <a:pt x="75" y="119"/>
                      <a:pt x="67" y="95"/>
                    </a:cubicBezTo>
                    <a:cubicBezTo>
                      <a:pt x="67" y="86"/>
                      <a:pt x="67" y="86"/>
                      <a:pt x="67" y="86"/>
                    </a:cubicBezTo>
                    <a:cubicBezTo>
                      <a:pt x="59" y="78"/>
                      <a:pt x="59" y="78"/>
                      <a:pt x="59" y="78"/>
                    </a:cubicBezTo>
                    <a:lnTo>
                      <a:pt x="59" y="53"/>
                    </a:lnTo>
                    <a:cubicBezTo>
                      <a:pt x="50" y="53"/>
                      <a:pt x="50" y="53"/>
                      <a:pt x="50" y="45"/>
                    </a:cubicBezTo>
                    <a:cubicBezTo>
                      <a:pt x="50" y="45"/>
                      <a:pt x="50" y="37"/>
                      <a:pt x="50" y="37"/>
                    </a:cubicBezTo>
                    <a:cubicBezTo>
                      <a:pt x="42" y="28"/>
                      <a:pt x="42" y="20"/>
                      <a:pt x="42" y="12"/>
                    </a:cubicBezTo>
                    <a:cubicBezTo>
                      <a:pt x="38" y="4"/>
                      <a:pt x="30" y="0"/>
                      <a:pt x="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6" name="Google Shape;6456;p20"/>
              <p:cNvSpPr/>
              <p:nvPr/>
            </p:nvSpPr>
            <p:spPr>
              <a:xfrm>
                <a:off x="2135150" y="1561425"/>
                <a:ext cx="3275" cy="7150"/>
              </a:xfrm>
              <a:custGeom>
                <a:rect b="b" l="l" r="r" t="t"/>
                <a:pathLst>
                  <a:path extrusionOk="0" h="286" w="131">
                    <a:moveTo>
                      <a:pt x="20" y="0"/>
                    </a:moveTo>
                    <a:cubicBezTo>
                      <a:pt x="11" y="0"/>
                      <a:pt x="1" y="7"/>
                      <a:pt x="6" y="17"/>
                    </a:cubicBezTo>
                    <a:cubicBezTo>
                      <a:pt x="6" y="59"/>
                      <a:pt x="22" y="100"/>
                      <a:pt x="31" y="142"/>
                    </a:cubicBezTo>
                    <a:cubicBezTo>
                      <a:pt x="47" y="183"/>
                      <a:pt x="56" y="224"/>
                      <a:pt x="72" y="266"/>
                    </a:cubicBezTo>
                    <a:cubicBezTo>
                      <a:pt x="78" y="278"/>
                      <a:pt x="89" y="286"/>
                      <a:pt x="97" y="286"/>
                    </a:cubicBezTo>
                    <a:cubicBezTo>
                      <a:pt x="100" y="286"/>
                      <a:pt x="103" y="285"/>
                      <a:pt x="105" y="282"/>
                    </a:cubicBezTo>
                    <a:cubicBezTo>
                      <a:pt x="122" y="282"/>
                      <a:pt x="130" y="266"/>
                      <a:pt x="130" y="249"/>
                    </a:cubicBezTo>
                    <a:cubicBezTo>
                      <a:pt x="114" y="208"/>
                      <a:pt x="105" y="166"/>
                      <a:pt x="89" y="125"/>
                    </a:cubicBezTo>
                    <a:cubicBezTo>
                      <a:pt x="72" y="84"/>
                      <a:pt x="56" y="42"/>
                      <a:pt x="39" y="9"/>
                    </a:cubicBezTo>
                    <a:lnTo>
                      <a:pt x="31" y="9"/>
                    </a:lnTo>
                    <a:cubicBezTo>
                      <a:pt x="31" y="3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7" name="Google Shape;6457;p20"/>
              <p:cNvSpPr/>
              <p:nvPr/>
            </p:nvSpPr>
            <p:spPr>
              <a:xfrm>
                <a:off x="1963775" y="1581150"/>
                <a:ext cx="2100" cy="8475"/>
              </a:xfrm>
              <a:custGeom>
                <a:rect b="b" l="l" r="r" t="t"/>
                <a:pathLst>
                  <a:path extrusionOk="0" h="339" w="84">
                    <a:moveTo>
                      <a:pt x="42" y="1"/>
                    </a:moveTo>
                    <a:cubicBezTo>
                      <a:pt x="25" y="1"/>
                      <a:pt x="9" y="11"/>
                      <a:pt x="9" y="32"/>
                    </a:cubicBezTo>
                    <a:cubicBezTo>
                      <a:pt x="9" y="82"/>
                      <a:pt x="9" y="123"/>
                      <a:pt x="9" y="173"/>
                    </a:cubicBezTo>
                    <a:cubicBezTo>
                      <a:pt x="0" y="189"/>
                      <a:pt x="0" y="214"/>
                      <a:pt x="0" y="239"/>
                    </a:cubicBezTo>
                    <a:cubicBezTo>
                      <a:pt x="0" y="256"/>
                      <a:pt x="0" y="281"/>
                      <a:pt x="0" y="297"/>
                    </a:cubicBezTo>
                    <a:cubicBezTo>
                      <a:pt x="0" y="305"/>
                      <a:pt x="9" y="314"/>
                      <a:pt x="9" y="322"/>
                    </a:cubicBezTo>
                    <a:cubicBezTo>
                      <a:pt x="17" y="330"/>
                      <a:pt x="25" y="339"/>
                      <a:pt x="42" y="339"/>
                    </a:cubicBezTo>
                    <a:cubicBezTo>
                      <a:pt x="50" y="339"/>
                      <a:pt x="67" y="330"/>
                      <a:pt x="75" y="322"/>
                    </a:cubicBezTo>
                    <a:cubicBezTo>
                      <a:pt x="75" y="322"/>
                      <a:pt x="75" y="314"/>
                      <a:pt x="75" y="314"/>
                    </a:cubicBezTo>
                    <a:lnTo>
                      <a:pt x="75" y="305"/>
                    </a:lnTo>
                    <a:cubicBezTo>
                      <a:pt x="83" y="281"/>
                      <a:pt x="75" y="256"/>
                      <a:pt x="75" y="239"/>
                    </a:cubicBezTo>
                    <a:cubicBezTo>
                      <a:pt x="75" y="214"/>
                      <a:pt x="75" y="189"/>
                      <a:pt x="75" y="173"/>
                    </a:cubicBezTo>
                    <a:cubicBezTo>
                      <a:pt x="75" y="123"/>
                      <a:pt x="75" y="82"/>
                      <a:pt x="75" y="32"/>
                    </a:cubicBezTo>
                    <a:cubicBezTo>
                      <a:pt x="75" y="11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8" name="Google Shape;6458;p20"/>
              <p:cNvSpPr/>
              <p:nvPr/>
            </p:nvSpPr>
            <p:spPr>
              <a:xfrm>
                <a:off x="1958400" y="1580700"/>
                <a:ext cx="5400" cy="6900"/>
              </a:xfrm>
              <a:custGeom>
                <a:rect b="b" l="l" r="r" t="t"/>
                <a:pathLst>
                  <a:path extrusionOk="0" h="276" w="216">
                    <a:moveTo>
                      <a:pt x="182" y="0"/>
                    </a:moveTo>
                    <a:cubicBezTo>
                      <a:pt x="58" y="0"/>
                      <a:pt x="0" y="158"/>
                      <a:pt x="41" y="257"/>
                    </a:cubicBezTo>
                    <a:cubicBezTo>
                      <a:pt x="46" y="270"/>
                      <a:pt x="54" y="276"/>
                      <a:pt x="62" y="276"/>
                    </a:cubicBezTo>
                    <a:cubicBezTo>
                      <a:pt x="70" y="276"/>
                      <a:pt x="79" y="270"/>
                      <a:pt x="83" y="257"/>
                    </a:cubicBezTo>
                    <a:cubicBezTo>
                      <a:pt x="91" y="232"/>
                      <a:pt x="91" y="207"/>
                      <a:pt x="91" y="183"/>
                    </a:cubicBezTo>
                    <a:cubicBezTo>
                      <a:pt x="91" y="166"/>
                      <a:pt x="99" y="158"/>
                      <a:pt x="99" y="149"/>
                    </a:cubicBezTo>
                    <a:cubicBezTo>
                      <a:pt x="99" y="141"/>
                      <a:pt x="99" y="133"/>
                      <a:pt x="99" y="133"/>
                    </a:cubicBezTo>
                    <a:lnTo>
                      <a:pt x="108" y="125"/>
                    </a:lnTo>
                    <a:lnTo>
                      <a:pt x="108" y="116"/>
                    </a:lnTo>
                    <a:cubicBezTo>
                      <a:pt x="116" y="100"/>
                      <a:pt x="124" y="91"/>
                      <a:pt x="141" y="75"/>
                    </a:cubicBezTo>
                    <a:cubicBezTo>
                      <a:pt x="141" y="75"/>
                      <a:pt x="141" y="75"/>
                      <a:pt x="149" y="67"/>
                    </a:cubicBezTo>
                    <a:lnTo>
                      <a:pt x="157" y="67"/>
                    </a:lnTo>
                    <a:cubicBezTo>
                      <a:pt x="157" y="67"/>
                      <a:pt x="166" y="58"/>
                      <a:pt x="174" y="58"/>
                    </a:cubicBezTo>
                    <a:lnTo>
                      <a:pt x="182" y="58"/>
                    </a:lnTo>
                    <a:cubicBezTo>
                      <a:pt x="215" y="58"/>
                      <a:pt x="215" y="0"/>
                      <a:pt x="1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9" name="Google Shape;6459;p20"/>
              <p:cNvSpPr/>
              <p:nvPr/>
            </p:nvSpPr>
            <p:spPr>
              <a:xfrm>
                <a:off x="2379750" y="2008575"/>
                <a:ext cx="7850" cy="9700"/>
              </a:xfrm>
              <a:custGeom>
                <a:rect b="b" l="l" r="r" t="t"/>
                <a:pathLst>
                  <a:path extrusionOk="0" h="388" w="314">
                    <a:moveTo>
                      <a:pt x="35" y="1"/>
                    </a:moveTo>
                    <a:cubicBezTo>
                      <a:pt x="16" y="1"/>
                      <a:pt x="0" y="16"/>
                      <a:pt x="7" y="36"/>
                    </a:cubicBezTo>
                    <a:cubicBezTo>
                      <a:pt x="7" y="69"/>
                      <a:pt x="32" y="103"/>
                      <a:pt x="57" y="127"/>
                    </a:cubicBezTo>
                    <a:cubicBezTo>
                      <a:pt x="73" y="152"/>
                      <a:pt x="98" y="185"/>
                      <a:pt x="115" y="210"/>
                    </a:cubicBezTo>
                    <a:cubicBezTo>
                      <a:pt x="156" y="260"/>
                      <a:pt x="198" y="318"/>
                      <a:pt x="239" y="376"/>
                    </a:cubicBezTo>
                    <a:cubicBezTo>
                      <a:pt x="251" y="382"/>
                      <a:pt x="262" y="388"/>
                      <a:pt x="274" y="388"/>
                    </a:cubicBezTo>
                    <a:cubicBezTo>
                      <a:pt x="279" y="388"/>
                      <a:pt x="284" y="387"/>
                      <a:pt x="289" y="384"/>
                    </a:cubicBezTo>
                    <a:cubicBezTo>
                      <a:pt x="305" y="376"/>
                      <a:pt x="314" y="351"/>
                      <a:pt x="305" y="335"/>
                    </a:cubicBezTo>
                    <a:cubicBezTo>
                      <a:pt x="264" y="277"/>
                      <a:pt x="222" y="219"/>
                      <a:pt x="181" y="169"/>
                    </a:cubicBezTo>
                    <a:cubicBezTo>
                      <a:pt x="164" y="136"/>
                      <a:pt x="140" y="111"/>
                      <a:pt x="123" y="78"/>
                    </a:cubicBezTo>
                    <a:cubicBezTo>
                      <a:pt x="98" y="53"/>
                      <a:pt x="82" y="20"/>
                      <a:pt x="48" y="3"/>
                    </a:cubicBezTo>
                    <a:cubicBezTo>
                      <a:pt x="44" y="2"/>
                      <a:pt x="40" y="1"/>
                      <a:pt x="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0" name="Google Shape;6460;p20"/>
              <p:cNvSpPr/>
              <p:nvPr/>
            </p:nvSpPr>
            <p:spPr>
              <a:xfrm>
                <a:off x="2374800" y="2012000"/>
                <a:ext cx="4800" cy="6650"/>
              </a:xfrm>
              <a:custGeom>
                <a:rect b="b" l="l" r="r" t="t"/>
                <a:pathLst>
                  <a:path extrusionOk="0" h="266" w="192">
                    <a:moveTo>
                      <a:pt x="21" y="0"/>
                    </a:moveTo>
                    <a:cubicBezTo>
                      <a:pt x="11" y="0"/>
                      <a:pt x="0" y="12"/>
                      <a:pt x="6" y="24"/>
                    </a:cubicBezTo>
                    <a:cubicBezTo>
                      <a:pt x="23" y="65"/>
                      <a:pt x="48" y="106"/>
                      <a:pt x="72" y="140"/>
                    </a:cubicBezTo>
                    <a:cubicBezTo>
                      <a:pt x="89" y="181"/>
                      <a:pt x="114" y="214"/>
                      <a:pt x="139" y="256"/>
                    </a:cubicBezTo>
                    <a:cubicBezTo>
                      <a:pt x="144" y="263"/>
                      <a:pt x="151" y="266"/>
                      <a:pt x="158" y="266"/>
                    </a:cubicBezTo>
                    <a:cubicBezTo>
                      <a:pt x="175" y="266"/>
                      <a:pt x="192" y="248"/>
                      <a:pt x="180" y="231"/>
                    </a:cubicBezTo>
                    <a:cubicBezTo>
                      <a:pt x="164" y="189"/>
                      <a:pt x="139" y="148"/>
                      <a:pt x="114" y="115"/>
                    </a:cubicBezTo>
                    <a:cubicBezTo>
                      <a:pt x="97" y="98"/>
                      <a:pt x="89" y="73"/>
                      <a:pt x="72" y="57"/>
                    </a:cubicBezTo>
                    <a:cubicBezTo>
                      <a:pt x="64" y="40"/>
                      <a:pt x="48" y="24"/>
                      <a:pt x="31" y="7"/>
                    </a:cubicBezTo>
                    <a:cubicBezTo>
                      <a:pt x="29" y="2"/>
                      <a:pt x="25" y="0"/>
                      <a:pt x="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1" name="Google Shape;6461;p20"/>
              <p:cNvSpPr/>
              <p:nvPr/>
            </p:nvSpPr>
            <p:spPr>
              <a:xfrm>
                <a:off x="2369200" y="2011175"/>
                <a:ext cx="4100" cy="5450"/>
              </a:xfrm>
              <a:custGeom>
                <a:rect b="b" l="l" r="r" t="t"/>
                <a:pathLst>
                  <a:path extrusionOk="0" h="218" w="164">
                    <a:moveTo>
                      <a:pt x="28" y="0"/>
                    </a:moveTo>
                    <a:cubicBezTo>
                      <a:pt x="16" y="0"/>
                      <a:pt x="0" y="14"/>
                      <a:pt x="6" y="32"/>
                    </a:cubicBezTo>
                    <a:cubicBezTo>
                      <a:pt x="6" y="40"/>
                      <a:pt x="6" y="48"/>
                      <a:pt x="15" y="57"/>
                    </a:cubicBezTo>
                    <a:cubicBezTo>
                      <a:pt x="15" y="65"/>
                      <a:pt x="23" y="73"/>
                      <a:pt x="23" y="81"/>
                    </a:cubicBezTo>
                    <a:lnTo>
                      <a:pt x="48" y="123"/>
                    </a:lnTo>
                    <a:cubicBezTo>
                      <a:pt x="64" y="148"/>
                      <a:pt x="89" y="173"/>
                      <a:pt x="106" y="206"/>
                    </a:cubicBezTo>
                    <a:cubicBezTo>
                      <a:pt x="112" y="212"/>
                      <a:pt x="122" y="217"/>
                      <a:pt x="133" y="217"/>
                    </a:cubicBezTo>
                    <a:cubicBezTo>
                      <a:pt x="138" y="217"/>
                      <a:pt x="142" y="216"/>
                      <a:pt x="147" y="214"/>
                    </a:cubicBezTo>
                    <a:cubicBezTo>
                      <a:pt x="156" y="206"/>
                      <a:pt x="164" y="189"/>
                      <a:pt x="156" y="173"/>
                    </a:cubicBezTo>
                    <a:lnTo>
                      <a:pt x="106" y="90"/>
                    </a:lnTo>
                    <a:cubicBezTo>
                      <a:pt x="89" y="81"/>
                      <a:pt x="81" y="65"/>
                      <a:pt x="73" y="48"/>
                    </a:cubicBezTo>
                    <a:lnTo>
                      <a:pt x="64" y="32"/>
                    </a:lnTo>
                    <a:cubicBezTo>
                      <a:pt x="56" y="23"/>
                      <a:pt x="48" y="15"/>
                      <a:pt x="40" y="7"/>
                    </a:cubicBezTo>
                    <a:cubicBezTo>
                      <a:pt x="37" y="2"/>
                      <a:pt x="33" y="0"/>
                      <a:pt x="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2" name="Google Shape;6462;p20"/>
              <p:cNvSpPr/>
              <p:nvPr/>
            </p:nvSpPr>
            <p:spPr>
              <a:xfrm>
                <a:off x="2153500" y="1937300"/>
                <a:ext cx="5825" cy="9175"/>
              </a:xfrm>
              <a:custGeom>
                <a:rect b="b" l="l" r="r" t="t"/>
                <a:pathLst>
                  <a:path extrusionOk="0" h="367" w="233">
                    <a:moveTo>
                      <a:pt x="57" y="1"/>
                    </a:moveTo>
                    <a:cubicBezTo>
                      <a:pt x="52" y="1"/>
                      <a:pt x="47" y="2"/>
                      <a:pt x="42" y="4"/>
                    </a:cubicBezTo>
                    <a:cubicBezTo>
                      <a:pt x="18" y="4"/>
                      <a:pt x="1" y="29"/>
                      <a:pt x="1" y="54"/>
                    </a:cubicBezTo>
                    <a:cubicBezTo>
                      <a:pt x="1" y="87"/>
                      <a:pt x="18" y="120"/>
                      <a:pt x="26" y="145"/>
                    </a:cubicBezTo>
                    <a:cubicBezTo>
                      <a:pt x="34" y="170"/>
                      <a:pt x="51" y="203"/>
                      <a:pt x="59" y="228"/>
                    </a:cubicBezTo>
                    <a:cubicBezTo>
                      <a:pt x="76" y="252"/>
                      <a:pt x="92" y="277"/>
                      <a:pt x="109" y="302"/>
                    </a:cubicBezTo>
                    <a:cubicBezTo>
                      <a:pt x="125" y="310"/>
                      <a:pt x="125" y="319"/>
                      <a:pt x="142" y="327"/>
                    </a:cubicBezTo>
                    <a:cubicBezTo>
                      <a:pt x="150" y="344"/>
                      <a:pt x="167" y="344"/>
                      <a:pt x="175" y="352"/>
                    </a:cubicBezTo>
                    <a:lnTo>
                      <a:pt x="175" y="360"/>
                    </a:lnTo>
                    <a:cubicBezTo>
                      <a:pt x="179" y="364"/>
                      <a:pt x="185" y="366"/>
                      <a:pt x="193" y="366"/>
                    </a:cubicBezTo>
                    <a:cubicBezTo>
                      <a:pt x="200" y="366"/>
                      <a:pt x="208" y="364"/>
                      <a:pt x="216" y="360"/>
                    </a:cubicBezTo>
                    <a:cubicBezTo>
                      <a:pt x="225" y="352"/>
                      <a:pt x="233" y="335"/>
                      <a:pt x="225" y="319"/>
                    </a:cubicBezTo>
                    <a:cubicBezTo>
                      <a:pt x="216" y="310"/>
                      <a:pt x="208" y="294"/>
                      <a:pt x="208" y="286"/>
                    </a:cubicBezTo>
                    <a:cubicBezTo>
                      <a:pt x="200" y="269"/>
                      <a:pt x="192" y="261"/>
                      <a:pt x="183" y="244"/>
                    </a:cubicBezTo>
                    <a:cubicBezTo>
                      <a:pt x="175" y="228"/>
                      <a:pt x="158" y="203"/>
                      <a:pt x="150" y="178"/>
                    </a:cubicBezTo>
                    <a:cubicBezTo>
                      <a:pt x="150" y="178"/>
                      <a:pt x="150" y="170"/>
                      <a:pt x="150" y="170"/>
                    </a:cubicBezTo>
                    <a:lnTo>
                      <a:pt x="142" y="170"/>
                    </a:lnTo>
                    <a:cubicBezTo>
                      <a:pt x="142" y="161"/>
                      <a:pt x="142" y="153"/>
                      <a:pt x="142" y="145"/>
                    </a:cubicBezTo>
                    <a:cubicBezTo>
                      <a:pt x="134" y="136"/>
                      <a:pt x="134" y="120"/>
                      <a:pt x="125" y="112"/>
                    </a:cubicBezTo>
                    <a:cubicBezTo>
                      <a:pt x="117" y="87"/>
                      <a:pt x="117" y="54"/>
                      <a:pt x="100" y="29"/>
                    </a:cubicBezTo>
                    <a:cubicBezTo>
                      <a:pt x="94" y="10"/>
                      <a:pt x="74" y="1"/>
                      <a:pt x="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3" name="Google Shape;6463;p20"/>
              <p:cNvSpPr/>
              <p:nvPr/>
            </p:nvSpPr>
            <p:spPr>
              <a:xfrm>
                <a:off x="2147100" y="1927150"/>
                <a:ext cx="3325" cy="5900"/>
              </a:xfrm>
              <a:custGeom>
                <a:rect b="b" l="l" r="r" t="t"/>
                <a:pathLst>
                  <a:path extrusionOk="0" h="236" w="133">
                    <a:moveTo>
                      <a:pt x="24" y="1"/>
                    </a:moveTo>
                    <a:cubicBezTo>
                      <a:pt x="13" y="1"/>
                      <a:pt x="0" y="8"/>
                      <a:pt x="0" y="20"/>
                    </a:cubicBezTo>
                    <a:cubicBezTo>
                      <a:pt x="8" y="29"/>
                      <a:pt x="8" y="37"/>
                      <a:pt x="8" y="45"/>
                    </a:cubicBezTo>
                    <a:cubicBezTo>
                      <a:pt x="8" y="54"/>
                      <a:pt x="8" y="62"/>
                      <a:pt x="17" y="70"/>
                    </a:cubicBezTo>
                    <a:lnTo>
                      <a:pt x="33" y="120"/>
                    </a:lnTo>
                    <a:cubicBezTo>
                      <a:pt x="42" y="145"/>
                      <a:pt x="50" y="178"/>
                      <a:pt x="66" y="211"/>
                    </a:cubicBezTo>
                    <a:cubicBezTo>
                      <a:pt x="72" y="223"/>
                      <a:pt x="83" y="231"/>
                      <a:pt x="95" y="231"/>
                    </a:cubicBezTo>
                    <a:cubicBezTo>
                      <a:pt x="99" y="231"/>
                      <a:pt x="103" y="230"/>
                      <a:pt x="108" y="228"/>
                    </a:cubicBezTo>
                    <a:lnTo>
                      <a:pt x="108" y="236"/>
                    </a:lnTo>
                    <a:cubicBezTo>
                      <a:pt x="133" y="228"/>
                      <a:pt x="133" y="203"/>
                      <a:pt x="124" y="186"/>
                    </a:cubicBezTo>
                    <a:cubicBezTo>
                      <a:pt x="116" y="153"/>
                      <a:pt x="100" y="120"/>
                      <a:pt x="83" y="95"/>
                    </a:cubicBezTo>
                    <a:lnTo>
                      <a:pt x="66" y="45"/>
                    </a:lnTo>
                    <a:cubicBezTo>
                      <a:pt x="58" y="37"/>
                      <a:pt x="58" y="37"/>
                      <a:pt x="50" y="29"/>
                    </a:cubicBezTo>
                    <a:cubicBezTo>
                      <a:pt x="50" y="20"/>
                      <a:pt x="42" y="12"/>
                      <a:pt x="33" y="4"/>
                    </a:cubicBezTo>
                    <a:cubicBezTo>
                      <a:pt x="31" y="2"/>
                      <a:pt x="28" y="1"/>
                      <a:pt x="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4" name="Google Shape;6464;p20"/>
              <p:cNvSpPr/>
              <p:nvPr/>
            </p:nvSpPr>
            <p:spPr>
              <a:xfrm>
                <a:off x="2143975" y="1919575"/>
                <a:ext cx="2525" cy="3550"/>
              </a:xfrm>
              <a:custGeom>
                <a:rect b="b" l="l" r="r" t="t"/>
                <a:pathLst>
                  <a:path extrusionOk="0" h="142" w="101">
                    <a:moveTo>
                      <a:pt x="9" y="0"/>
                    </a:moveTo>
                    <a:cubicBezTo>
                      <a:pt x="1" y="9"/>
                      <a:pt x="1" y="17"/>
                      <a:pt x="1" y="25"/>
                    </a:cubicBezTo>
                    <a:cubicBezTo>
                      <a:pt x="1" y="34"/>
                      <a:pt x="1" y="34"/>
                      <a:pt x="1" y="42"/>
                    </a:cubicBezTo>
                    <a:cubicBezTo>
                      <a:pt x="1" y="50"/>
                      <a:pt x="9" y="50"/>
                      <a:pt x="9" y="58"/>
                    </a:cubicBezTo>
                    <a:cubicBezTo>
                      <a:pt x="9" y="67"/>
                      <a:pt x="17" y="75"/>
                      <a:pt x="17" y="83"/>
                    </a:cubicBezTo>
                    <a:lnTo>
                      <a:pt x="42" y="125"/>
                    </a:lnTo>
                    <a:cubicBezTo>
                      <a:pt x="51" y="141"/>
                      <a:pt x="67" y="141"/>
                      <a:pt x="84" y="141"/>
                    </a:cubicBezTo>
                    <a:cubicBezTo>
                      <a:pt x="100" y="133"/>
                      <a:pt x="100" y="108"/>
                      <a:pt x="92" y="100"/>
                    </a:cubicBezTo>
                    <a:lnTo>
                      <a:pt x="67" y="50"/>
                    </a:lnTo>
                    <a:lnTo>
                      <a:pt x="59" y="34"/>
                    </a:lnTo>
                    <a:cubicBezTo>
                      <a:pt x="51" y="17"/>
                      <a:pt x="42" y="17"/>
                      <a:pt x="34" y="9"/>
                    </a:cubicBezTo>
                    <a:cubicBezTo>
                      <a:pt x="34" y="0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5" name="Google Shape;6465;p20"/>
              <p:cNvSpPr/>
              <p:nvPr/>
            </p:nvSpPr>
            <p:spPr>
              <a:xfrm>
                <a:off x="2137775" y="1912125"/>
                <a:ext cx="2925" cy="5350"/>
              </a:xfrm>
              <a:custGeom>
                <a:rect b="b" l="l" r="r" t="t"/>
                <a:pathLst>
                  <a:path extrusionOk="0" h="214" w="117">
                    <a:moveTo>
                      <a:pt x="17" y="0"/>
                    </a:moveTo>
                    <a:cubicBezTo>
                      <a:pt x="9" y="8"/>
                      <a:pt x="9" y="17"/>
                      <a:pt x="0" y="33"/>
                    </a:cubicBezTo>
                    <a:cubicBezTo>
                      <a:pt x="0" y="33"/>
                      <a:pt x="0" y="42"/>
                      <a:pt x="0" y="50"/>
                    </a:cubicBezTo>
                    <a:cubicBezTo>
                      <a:pt x="0" y="50"/>
                      <a:pt x="0" y="58"/>
                      <a:pt x="0" y="66"/>
                    </a:cubicBezTo>
                    <a:cubicBezTo>
                      <a:pt x="9" y="83"/>
                      <a:pt x="9" y="100"/>
                      <a:pt x="17" y="116"/>
                    </a:cubicBezTo>
                    <a:cubicBezTo>
                      <a:pt x="33" y="149"/>
                      <a:pt x="50" y="182"/>
                      <a:pt x="75" y="207"/>
                    </a:cubicBezTo>
                    <a:cubicBezTo>
                      <a:pt x="79" y="211"/>
                      <a:pt x="85" y="213"/>
                      <a:pt x="91" y="213"/>
                    </a:cubicBezTo>
                    <a:cubicBezTo>
                      <a:pt x="98" y="213"/>
                      <a:pt x="104" y="211"/>
                      <a:pt x="108" y="207"/>
                    </a:cubicBezTo>
                    <a:cubicBezTo>
                      <a:pt x="116" y="199"/>
                      <a:pt x="116" y="191"/>
                      <a:pt x="108" y="182"/>
                    </a:cubicBezTo>
                    <a:cubicBezTo>
                      <a:pt x="83" y="158"/>
                      <a:pt x="75" y="124"/>
                      <a:pt x="67" y="100"/>
                    </a:cubicBezTo>
                    <a:cubicBezTo>
                      <a:pt x="58" y="83"/>
                      <a:pt x="58" y="66"/>
                      <a:pt x="58" y="50"/>
                    </a:cubicBezTo>
                    <a:cubicBezTo>
                      <a:pt x="50" y="50"/>
                      <a:pt x="50" y="42"/>
                      <a:pt x="50" y="42"/>
                    </a:cubicBezTo>
                    <a:cubicBezTo>
                      <a:pt x="50" y="33"/>
                      <a:pt x="50" y="33"/>
                      <a:pt x="50" y="25"/>
                    </a:cubicBezTo>
                    <a:cubicBezTo>
                      <a:pt x="42" y="17"/>
                      <a:pt x="42" y="8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6" name="Google Shape;6466;p20"/>
              <p:cNvSpPr/>
              <p:nvPr/>
            </p:nvSpPr>
            <p:spPr>
              <a:xfrm>
                <a:off x="2218550" y="2022100"/>
                <a:ext cx="2725" cy="5000"/>
              </a:xfrm>
              <a:custGeom>
                <a:rect b="b" l="l" r="r" t="t"/>
                <a:pathLst>
                  <a:path extrusionOk="0" h="200" w="109">
                    <a:moveTo>
                      <a:pt x="83" y="1"/>
                    </a:moveTo>
                    <a:cubicBezTo>
                      <a:pt x="67" y="1"/>
                      <a:pt x="50" y="9"/>
                      <a:pt x="50" y="26"/>
                    </a:cubicBezTo>
                    <a:lnTo>
                      <a:pt x="25" y="100"/>
                    </a:lnTo>
                    <a:cubicBezTo>
                      <a:pt x="17" y="117"/>
                      <a:pt x="17" y="125"/>
                      <a:pt x="9" y="142"/>
                    </a:cubicBezTo>
                    <a:cubicBezTo>
                      <a:pt x="9" y="150"/>
                      <a:pt x="1" y="158"/>
                      <a:pt x="1" y="158"/>
                    </a:cubicBezTo>
                    <a:cubicBezTo>
                      <a:pt x="1" y="175"/>
                      <a:pt x="1" y="183"/>
                      <a:pt x="9" y="191"/>
                    </a:cubicBezTo>
                    <a:cubicBezTo>
                      <a:pt x="17" y="200"/>
                      <a:pt x="25" y="200"/>
                      <a:pt x="34" y="200"/>
                    </a:cubicBezTo>
                    <a:lnTo>
                      <a:pt x="42" y="200"/>
                    </a:lnTo>
                    <a:cubicBezTo>
                      <a:pt x="59" y="200"/>
                      <a:pt x="67" y="175"/>
                      <a:pt x="67" y="158"/>
                    </a:cubicBezTo>
                    <a:cubicBezTo>
                      <a:pt x="75" y="142"/>
                      <a:pt x="75" y="133"/>
                      <a:pt x="75" y="117"/>
                    </a:cubicBezTo>
                    <a:lnTo>
                      <a:pt x="100" y="34"/>
                    </a:lnTo>
                    <a:cubicBezTo>
                      <a:pt x="108" y="26"/>
                      <a:pt x="92" y="9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7" name="Google Shape;6467;p20"/>
              <p:cNvSpPr/>
              <p:nvPr/>
            </p:nvSpPr>
            <p:spPr>
              <a:xfrm>
                <a:off x="2216900" y="2020650"/>
                <a:ext cx="1475" cy="3750"/>
              </a:xfrm>
              <a:custGeom>
                <a:rect b="b" l="l" r="r" t="t"/>
                <a:pathLst>
                  <a:path extrusionOk="0" h="150" w="59">
                    <a:moveTo>
                      <a:pt x="42" y="1"/>
                    </a:moveTo>
                    <a:cubicBezTo>
                      <a:pt x="33" y="1"/>
                      <a:pt x="25" y="1"/>
                      <a:pt x="25" y="9"/>
                    </a:cubicBezTo>
                    <a:cubicBezTo>
                      <a:pt x="17" y="9"/>
                      <a:pt x="9" y="17"/>
                      <a:pt x="9" y="17"/>
                    </a:cubicBezTo>
                    <a:cubicBezTo>
                      <a:pt x="9" y="42"/>
                      <a:pt x="0" y="59"/>
                      <a:pt x="0" y="75"/>
                    </a:cubicBezTo>
                    <a:cubicBezTo>
                      <a:pt x="0" y="84"/>
                      <a:pt x="0" y="100"/>
                      <a:pt x="0" y="108"/>
                    </a:cubicBezTo>
                    <a:cubicBezTo>
                      <a:pt x="0" y="117"/>
                      <a:pt x="0" y="125"/>
                      <a:pt x="9" y="133"/>
                    </a:cubicBezTo>
                    <a:cubicBezTo>
                      <a:pt x="9" y="142"/>
                      <a:pt x="9" y="142"/>
                      <a:pt x="17" y="150"/>
                    </a:cubicBezTo>
                    <a:cubicBezTo>
                      <a:pt x="17" y="150"/>
                      <a:pt x="25" y="150"/>
                      <a:pt x="25" y="142"/>
                    </a:cubicBezTo>
                    <a:cubicBezTo>
                      <a:pt x="33" y="133"/>
                      <a:pt x="42" y="125"/>
                      <a:pt x="42" y="117"/>
                    </a:cubicBezTo>
                    <a:cubicBezTo>
                      <a:pt x="42" y="108"/>
                      <a:pt x="50" y="100"/>
                      <a:pt x="50" y="92"/>
                    </a:cubicBezTo>
                    <a:cubicBezTo>
                      <a:pt x="50" y="75"/>
                      <a:pt x="58" y="50"/>
                      <a:pt x="58" y="34"/>
                    </a:cubicBezTo>
                    <a:cubicBezTo>
                      <a:pt x="58" y="17"/>
                      <a:pt x="58" y="9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8" name="Google Shape;6468;p20"/>
              <p:cNvSpPr/>
              <p:nvPr/>
            </p:nvSpPr>
            <p:spPr>
              <a:xfrm>
                <a:off x="2131975" y="1897300"/>
                <a:ext cx="2100" cy="7300"/>
              </a:xfrm>
              <a:custGeom>
                <a:rect b="b" l="l" r="r" t="t"/>
                <a:pathLst>
                  <a:path extrusionOk="0" h="292" w="84">
                    <a:moveTo>
                      <a:pt x="36" y="0"/>
                    </a:moveTo>
                    <a:cubicBezTo>
                      <a:pt x="24" y="0"/>
                      <a:pt x="12" y="7"/>
                      <a:pt x="9" y="21"/>
                    </a:cubicBezTo>
                    <a:cubicBezTo>
                      <a:pt x="0" y="71"/>
                      <a:pt x="0" y="113"/>
                      <a:pt x="0" y="162"/>
                    </a:cubicBezTo>
                    <a:cubicBezTo>
                      <a:pt x="9" y="179"/>
                      <a:pt x="9" y="204"/>
                      <a:pt x="17" y="229"/>
                    </a:cubicBezTo>
                    <a:cubicBezTo>
                      <a:pt x="25" y="245"/>
                      <a:pt x="33" y="270"/>
                      <a:pt x="50" y="287"/>
                    </a:cubicBezTo>
                    <a:cubicBezTo>
                      <a:pt x="53" y="290"/>
                      <a:pt x="60" y="292"/>
                      <a:pt x="66" y="292"/>
                    </a:cubicBezTo>
                    <a:cubicBezTo>
                      <a:pt x="75" y="292"/>
                      <a:pt x="83" y="288"/>
                      <a:pt x="83" y="278"/>
                    </a:cubicBezTo>
                    <a:cubicBezTo>
                      <a:pt x="83" y="253"/>
                      <a:pt x="75" y="237"/>
                      <a:pt x="75" y="212"/>
                    </a:cubicBezTo>
                    <a:cubicBezTo>
                      <a:pt x="67" y="195"/>
                      <a:pt x="67" y="171"/>
                      <a:pt x="67" y="154"/>
                    </a:cubicBezTo>
                    <a:cubicBezTo>
                      <a:pt x="58" y="113"/>
                      <a:pt x="58" y="71"/>
                      <a:pt x="67" y="30"/>
                    </a:cubicBezTo>
                    <a:cubicBezTo>
                      <a:pt x="67" y="11"/>
                      <a:pt x="51" y="0"/>
                      <a:pt x="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9" name="Google Shape;6469;p20"/>
              <p:cNvSpPr/>
              <p:nvPr/>
            </p:nvSpPr>
            <p:spPr>
              <a:xfrm>
                <a:off x="2103600" y="1856250"/>
                <a:ext cx="10100" cy="13525"/>
              </a:xfrm>
              <a:custGeom>
                <a:rect b="b" l="l" r="r" t="t"/>
                <a:pathLst>
                  <a:path extrusionOk="0" h="541" w="404">
                    <a:moveTo>
                      <a:pt x="60" y="1"/>
                    </a:moveTo>
                    <a:cubicBezTo>
                      <a:pt x="52" y="1"/>
                      <a:pt x="44" y="3"/>
                      <a:pt x="33" y="6"/>
                    </a:cubicBezTo>
                    <a:cubicBezTo>
                      <a:pt x="17" y="15"/>
                      <a:pt x="0" y="31"/>
                      <a:pt x="0" y="48"/>
                    </a:cubicBezTo>
                    <a:cubicBezTo>
                      <a:pt x="0" y="81"/>
                      <a:pt x="17" y="106"/>
                      <a:pt x="33" y="131"/>
                    </a:cubicBezTo>
                    <a:cubicBezTo>
                      <a:pt x="42" y="155"/>
                      <a:pt x="58" y="172"/>
                      <a:pt x="66" y="197"/>
                    </a:cubicBezTo>
                    <a:cubicBezTo>
                      <a:pt x="91" y="238"/>
                      <a:pt x="116" y="280"/>
                      <a:pt x="149" y="313"/>
                    </a:cubicBezTo>
                    <a:cubicBezTo>
                      <a:pt x="182" y="354"/>
                      <a:pt x="207" y="396"/>
                      <a:pt x="240" y="429"/>
                    </a:cubicBezTo>
                    <a:cubicBezTo>
                      <a:pt x="274" y="470"/>
                      <a:pt x="307" y="512"/>
                      <a:pt x="340" y="537"/>
                    </a:cubicBezTo>
                    <a:cubicBezTo>
                      <a:pt x="346" y="540"/>
                      <a:pt x="352" y="541"/>
                      <a:pt x="358" y="541"/>
                    </a:cubicBezTo>
                    <a:cubicBezTo>
                      <a:pt x="383" y="541"/>
                      <a:pt x="403" y="514"/>
                      <a:pt x="390" y="487"/>
                    </a:cubicBezTo>
                    <a:cubicBezTo>
                      <a:pt x="373" y="445"/>
                      <a:pt x="340" y="412"/>
                      <a:pt x="315" y="371"/>
                    </a:cubicBezTo>
                    <a:cubicBezTo>
                      <a:pt x="290" y="338"/>
                      <a:pt x="265" y="296"/>
                      <a:pt x="240" y="255"/>
                    </a:cubicBezTo>
                    <a:cubicBezTo>
                      <a:pt x="216" y="222"/>
                      <a:pt x="191" y="180"/>
                      <a:pt x="166" y="139"/>
                    </a:cubicBezTo>
                    <a:cubicBezTo>
                      <a:pt x="158" y="122"/>
                      <a:pt x="141" y="97"/>
                      <a:pt x="133" y="81"/>
                    </a:cubicBezTo>
                    <a:cubicBezTo>
                      <a:pt x="124" y="56"/>
                      <a:pt x="116" y="31"/>
                      <a:pt x="91" y="15"/>
                    </a:cubicBezTo>
                    <a:cubicBezTo>
                      <a:pt x="82" y="5"/>
                      <a:pt x="72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70" name="Google Shape;6470;p20"/>
              <p:cNvSpPr/>
              <p:nvPr/>
            </p:nvSpPr>
            <p:spPr>
              <a:xfrm>
                <a:off x="2108425" y="1852875"/>
                <a:ext cx="3050" cy="5275"/>
              </a:xfrm>
              <a:custGeom>
                <a:rect b="b" l="l" r="r" t="t"/>
                <a:pathLst>
                  <a:path extrusionOk="0" h="211" w="122">
                    <a:moveTo>
                      <a:pt x="20" y="0"/>
                    </a:moveTo>
                    <a:cubicBezTo>
                      <a:pt x="9" y="0"/>
                      <a:pt x="1" y="9"/>
                      <a:pt x="6" y="25"/>
                    </a:cubicBezTo>
                    <a:cubicBezTo>
                      <a:pt x="23" y="83"/>
                      <a:pt x="47" y="141"/>
                      <a:pt x="72" y="199"/>
                    </a:cubicBezTo>
                    <a:cubicBezTo>
                      <a:pt x="78" y="205"/>
                      <a:pt x="88" y="211"/>
                      <a:pt x="96" y="211"/>
                    </a:cubicBezTo>
                    <a:cubicBezTo>
                      <a:pt x="100" y="211"/>
                      <a:pt x="103" y="210"/>
                      <a:pt x="105" y="208"/>
                    </a:cubicBezTo>
                    <a:cubicBezTo>
                      <a:pt x="122" y="199"/>
                      <a:pt x="122" y="183"/>
                      <a:pt x="122" y="174"/>
                    </a:cubicBezTo>
                    <a:cubicBezTo>
                      <a:pt x="97" y="116"/>
                      <a:pt x="64" y="58"/>
                      <a:pt x="39" y="9"/>
                    </a:cubicBezTo>
                    <a:cubicBezTo>
                      <a:pt x="33" y="3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71" name="Google Shape;6471;p20"/>
              <p:cNvSpPr/>
              <p:nvPr/>
            </p:nvSpPr>
            <p:spPr>
              <a:xfrm>
                <a:off x="1942650" y="1737350"/>
                <a:ext cx="6300" cy="20525"/>
              </a:xfrm>
              <a:custGeom>
                <a:rect b="b" l="l" r="r" t="t"/>
                <a:pathLst>
                  <a:path extrusionOk="0" h="821" w="252">
                    <a:moveTo>
                      <a:pt x="46" y="0"/>
                    </a:moveTo>
                    <a:cubicBezTo>
                      <a:pt x="40" y="0"/>
                      <a:pt x="33" y="2"/>
                      <a:pt x="25" y="6"/>
                    </a:cubicBezTo>
                    <a:cubicBezTo>
                      <a:pt x="0" y="31"/>
                      <a:pt x="0" y="64"/>
                      <a:pt x="0" y="98"/>
                    </a:cubicBezTo>
                    <a:cubicBezTo>
                      <a:pt x="0" y="131"/>
                      <a:pt x="0" y="164"/>
                      <a:pt x="9" y="197"/>
                    </a:cubicBezTo>
                    <a:cubicBezTo>
                      <a:pt x="17" y="272"/>
                      <a:pt x="25" y="338"/>
                      <a:pt x="42" y="404"/>
                    </a:cubicBezTo>
                    <a:cubicBezTo>
                      <a:pt x="67" y="545"/>
                      <a:pt x="116" y="678"/>
                      <a:pt x="174" y="802"/>
                    </a:cubicBezTo>
                    <a:lnTo>
                      <a:pt x="166" y="802"/>
                    </a:lnTo>
                    <a:cubicBezTo>
                      <a:pt x="174" y="815"/>
                      <a:pt x="187" y="821"/>
                      <a:pt x="199" y="821"/>
                    </a:cubicBezTo>
                    <a:cubicBezTo>
                      <a:pt x="225" y="821"/>
                      <a:pt x="252" y="797"/>
                      <a:pt x="241" y="769"/>
                    </a:cubicBezTo>
                    <a:cubicBezTo>
                      <a:pt x="207" y="644"/>
                      <a:pt x="174" y="512"/>
                      <a:pt x="149" y="379"/>
                    </a:cubicBezTo>
                    <a:cubicBezTo>
                      <a:pt x="141" y="321"/>
                      <a:pt x="125" y="255"/>
                      <a:pt x="116" y="189"/>
                    </a:cubicBezTo>
                    <a:cubicBezTo>
                      <a:pt x="116" y="156"/>
                      <a:pt x="108" y="122"/>
                      <a:pt x="100" y="89"/>
                    </a:cubicBezTo>
                    <a:cubicBezTo>
                      <a:pt x="91" y="56"/>
                      <a:pt x="91" y="23"/>
                      <a:pt x="67" y="6"/>
                    </a:cubicBezTo>
                    <a:cubicBezTo>
                      <a:pt x="58" y="2"/>
                      <a:pt x="52" y="0"/>
                      <a:pt x="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72" name="Google Shape;6472;p20"/>
              <p:cNvSpPr/>
              <p:nvPr/>
            </p:nvSpPr>
            <p:spPr>
              <a:xfrm>
                <a:off x="1937875" y="1734575"/>
                <a:ext cx="2000" cy="10050"/>
              </a:xfrm>
              <a:custGeom>
                <a:rect b="b" l="l" r="r" t="t"/>
                <a:pathLst>
                  <a:path extrusionOk="0" h="402" w="80">
                    <a:moveTo>
                      <a:pt x="23" y="0"/>
                    </a:moveTo>
                    <a:cubicBezTo>
                      <a:pt x="18" y="0"/>
                      <a:pt x="13" y="3"/>
                      <a:pt x="9" y="10"/>
                    </a:cubicBezTo>
                    <a:cubicBezTo>
                      <a:pt x="1" y="76"/>
                      <a:pt x="9" y="134"/>
                      <a:pt x="17" y="192"/>
                    </a:cubicBezTo>
                    <a:cubicBezTo>
                      <a:pt x="26" y="258"/>
                      <a:pt x="34" y="316"/>
                      <a:pt x="34" y="383"/>
                    </a:cubicBezTo>
                    <a:cubicBezTo>
                      <a:pt x="38" y="395"/>
                      <a:pt x="50" y="401"/>
                      <a:pt x="61" y="401"/>
                    </a:cubicBezTo>
                    <a:cubicBezTo>
                      <a:pt x="71" y="401"/>
                      <a:pt x="79" y="395"/>
                      <a:pt x="75" y="383"/>
                    </a:cubicBezTo>
                    <a:lnTo>
                      <a:pt x="67" y="192"/>
                    </a:lnTo>
                    <a:cubicBezTo>
                      <a:pt x="59" y="134"/>
                      <a:pt x="59" y="68"/>
                      <a:pt x="42" y="10"/>
                    </a:cubicBezTo>
                    <a:cubicBezTo>
                      <a:pt x="37" y="5"/>
                      <a:pt x="30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73" name="Google Shape;6473;p20"/>
              <p:cNvSpPr/>
              <p:nvPr/>
            </p:nvSpPr>
            <p:spPr>
              <a:xfrm>
                <a:off x="1947825" y="1733350"/>
                <a:ext cx="1475" cy="1075"/>
              </a:xfrm>
              <a:custGeom>
                <a:rect b="b" l="l" r="r" t="t"/>
                <a:pathLst>
                  <a:path extrusionOk="0" h="43" w="59">
                    <a:moveTo>
                      <a:pt x="25" y="1"/>
                    </a:moveTo>
                    <a:cubicBezTo>
                      <a:pt x="0" y="1"/>
                      <a:pt x="0" y="42"/>
                      <a:pt x="25" y="42"/>
                    </a:cubicBezTo>
                    <a:cubicBezTo>
                      <a:pt x="58" y="42"/>
                      <a:pt x="58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74" name="Google Shape;6474;p20"/>
              <p:cNvSpPr/>
              <p:nvPr/>
            </p:nvSpPr>
            <p:spPr>
              <a:xfrm>
                <a:off x="1886725" y="1618050"/>
                <a:ext cx="7900" cy="13675"/>
              </a:xfrm>
              <a:custGeom>
                <a:rect b="b" l="l" r="r" t="t"/>
                <a:pathLst>
                  <a:path extrusionOk="0" h="547" w="316">
                    <a:moveTo>
                      <a:pt x="248" y="0"/>
                    </a:moveTo>
                    <a:cubicBezTo>
                      <a:pt x="233" y="0"/>
                      <a:pt x="218" y="7"/>
                      <a:pt x="207" y="23"/>
                    </a:cubicBezTo>
                    <a:cubicBezTo>
                      <a:pt x="158" y="114"/>
                      <a:pt x="108" y="205"/>
                      <a:pt x="67" y="304"/>
                    </a:cubicBezTo>
                    <a:cubicBezTo>
                      <a:pt x="50" y="329"/>
                      <a:pt x="42" y="354"/>
                      <a:pt x="33" y="379"/>
                    </a:cubicBezTo>
                    <a:cubicBezTo>
                      <a:pt x="25" y="404"/>
                      <a:pt x="9" y="429"/>
                      <a:pt x="9" y="453"/>
                    </a:cubicBezTo>
                    <a:cubicBezTo>
                      <a:pt x="0" y="487"/>
                      <a:pt x="9" y="528"/>
                      <a:pt x="42" y="545"/>
                    </a:cubicBezTo>
                    <a:cubicBezTo>
                      <a:pt x="48" y="546"/>
                      <a:pt x="54" y="547"/>
                      <a:pt x="59" y="547"/>
                    </a:cubicBezTo>
                    <a:cubicBezTo>
                      <a:pt x="84" y="547"/>
                      <a:pt x="103" y="533"/>
                      <a:pt x="116" y="520"/>
                    </a:cubicBezTo>
                    <a:cubicBezTo>
                      <a:pt x="125" y="503"/>
                      <a:pt x="125" y="487"/>
                      <a:pt x="116" y="478"/>
                    </a:cubicBezTo>
                    <a:cubicBezTo>
                      <a:pt x="125" y="470"/>
                      <a:pt x="125" y="453"/>
                      <a:pt x="125" y="453"/>
                    </a:cubicBezTo>
                    <a:cubicBezTo>
                      <a:pt x="133" y="429"/>
                      <a:pt x="141" y="412"/>
                      <a:pt x="149" y="395"/>
                    </a:cubicBezTo>
                    <a:cubicBezTo>
                      <a:pt x="166" y="362"/>
                      <a:pt x="183" y="321"/>
                      <a:pt x="191" y="288"/>
                    </a:cubicBezTo>
                    <a:cubicBezTo>
                      <a:pt x="224" y="213"/>
                      <a:pt x="257" y="139"/>
                      <a:pt x="299" y="72"/>
                    </a:cubicBezTo>
                    <a:cubicBezTo>
                      <a:pt x="316" y="32"/>
                      <a:pt x="282" y="0"/>
                      <a:pt x="2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75" name="Google Shape;6475;p20"/>
              <p:cNvSpPr/>
              <p:nvPr/>
            </p:nvSpPr>
            <p:spPr>
              <a:xfrm>
                <a:off x="1888175" y="1604850"/>
                <a:ext cx="2300" cy="10775"/>
              </a:xfrm>
              <a:custGeom>
                <a:rect b="b" l="l" r="r" t="t"/>
                <a:pathLst>
                  <a:path extrusionOk="0" h="431" w="92">
                    <a:moveTo>
                      <a:pt x="57" y="0"/>
                    </a:moveTo>
                    <a:cubicBezTo>
                      <a:pt x="47" y="0"/>
                      <a:pt x="33" y="8"/>
                      <a:pt x="33" y="20"/>
                    </a:cubicBezTo>
                    <a:cubicBezTo>
                      <a:pt x="25" y="87"/>
                      <a:pt x="17" y="153"/>
                      <a:pt x="9" y="219"/>
                    </a:cubicBezTo>
                    <a:cubicBezTo>
                      <a:pt x="9" y="285"/>
                      <a:pt x="0" y="352"/>
                      <a:pt x="9" y="418"/>
                    </a:cubicBezTo>
                    <a:cubicBezTo>
                      <a:pt x="13" y="426"/>
                      <a:pt x="21" y="430"/>
                      <a:pt x="29" y="430"/>
                    </a:cubicBezTo>
                    <a:cubicBezTo>
                      <a:pt x="38" y="430"/>
                      <a:pt x="46" y="426"/>
                      <a:pt x="50" y="418"/>
                    </a:cubicBezTo>
                    <a:cubicBezTo>
                      <a:pt x="67" y="352"/>
                      <a:pt x="67" y="294"/>
                      <a:pt x="67" y="227"/>
                    </a:cubicBezTo>
                    <a:cubicBezTo>
                      <a:pt x="75" y="161"/>
                      <a:pt x="83" y="103"/>
                      <a:pt x="91" y="37"/>
                    </a:cubicBezTo>
                    <a:cubicBezTo>
                      <a:pt x="91" y="20"/>
                      <a:pt x="83" y="4"/>
                      <a:pt x="67" y="4"/>
                    </a:cubicBezTo>
                    <a:cubicBezTo>
                      <a:pt x="64" y="1"/>
                      <a:pt x="61" y="0"/>
                      <a:pt x="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476" name="Google Shape;6476;p20"/>
          <p:cNvGrpSpPr/>
          <p:nvPr/>
        </p:nvGrpSpPr>
        <p:grpSpPr>
          <a:xfrm>
            <a:off x="5144368" y="1389258"/>
            <a:ext cx="1768787" cy="2943213"/>
            <a:chOff x="6308950" y="539474"/>
            <a:chExt cx="2430000" cy="4068851"/>
          </a:xfrm>
        </p:grpSpPr>
        <p:sp>
          <p:nvSpPr>
            <p:cNvPr id="6477" name="Google Shape;6477;p20"/>
            <p:cNvSpPr/>
            <p:nvPr/>
          </p:nvSpPr>
          <p:spPr>
            <a:xfrm>
              <a:off x="6308950" y="4110325"/>
              <a:ext cx="2430000" cy="4980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478" name="Google Shape;6478;p20"/>
            <p:cNvGrpSpPr/>
            <p:nvPr/>
          </p:nvGrpSpPr>
          <p:grpSpPr>
            <a:xfrm>
              <a:off x="6586454" y="539474"/>
              <a:ext cx="1874992" cy="3995493"/>
              <a:chOff x="2617300" y="3834125"/>
              <a:chExt cx="468350" cy="998025"/>
            </a:xfrm>
          </p:grpSpPr>
          <p:sp>
            <p:nvSpPr>
              <p:cNvPr id="6479" name="Google Shape;6479;p20"/>
              <p:cNvSpPr/>
              <p:nvPr/>
            </p:nvSpPr>
            <p:spPr>
              <a:xfrm>
                <a:off x="2791075" y="3918450"/>
                <a:ext cx="3750" cy="11200"/>
              </a:xfrm>
              <a:custGeom>
                <a:rect b="b" l="l" r="r" t="t"/>
                <a:pathLst>
                  <a:path extrusionOk="0" h="448" w="150">
                    <a:moveTo>
                      <a:pt x="26" y="0"/>
                    </a:moveTo>
                    <a:lnTo>
                      <a:pt x="26" y="9"/>
                    </a:lnTo>
                    <a:cubicBezTo>
                      <a:pt x="1" y="125"/>
                      <a:pt x="50" y="232"/>
                      <a:pt x="92" y="340"/>
                    </a:cubicBezTo>
                    <a:cubicBezTo>
                      <a:pt x="108" y="373"/>
                      <a:pt x="133" y="406"/>
                      <a:pt x="150" y="448"/>
                    </a:cubicBezTo>
                    <a:lnTo>
                      <a:pt x="125" y="365"/>
                    </a:lnTo>
                    <a:cubicBezTo>
                      <a:pt x="92" y="241"/>
                      <a:pt x="59" y="125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0" name="Google Shape;6480;p20"/>
              <p:cNvSpPr/>
              <p:nvPr/>
            </p:nvSpPr>
            <p:spPr>
              <a:xfrm>
                <a:off x="2788600" y="3864750"/>
                <a:ext cx="75200" cy="142775"/>
              </a:xfrm>
              <a:custGeom>
                <a:rect b="b" l="l" r="r" t="t"/>
                <a:pathLst>
                  <a:path extrusionOk="0" h="5711" w="3008">
                    <a:moveTo>
                      <a:pt x="273" y="1"/>
                    </a:moveTo>
                    <a:cubicBezTo>
                      <a:pt x="229" y="1"/>
                      <a:pt x="187" y="11"/>
                      <a:pt x="149" y="35"/>
                    </a:cubicBezTo>
                    <a:cubicBezTo>
                      <a:pt x="42" y="110"/>
                      <a:pt x="17" y="276"/>
                      <a:pt x="9" y="392"/>
                    </a:cubicBezTo>
                    <a:cubicBezTo>
                      <a:pt x="0" y="574"/>
                      <a:pt x="25" y="765"/>
                      <a:pt x="50" y="947"/>
                    </a:cubicBezTo>
                    <a:cubicBezTo>
                      <a:pt x="108" y="1320"/>
                      <a:pt x="207" y="1684"/>
                      <a:pt x="299" y="2049"/>
                    </a:cubicBezTo>
                    <a:cubicBezTo>
                      <a:pt x="381" y="2372"/>
                      <a:pt x="489" y="2695"/>
                      <a:pt x="547" y="3018"/>
                    </a:cubicBezTo>
                    <a:lnTo>
                      <a:pt x="555" y="3026"/>
                    </a:lnTo>
                    <a:cubicBezTo>
                      <a:pt x="622" y="3101"/>
                      <a:pt x="721" y="3176"/>
                      <a:pt x="754" y="3267"/>
                    </a:cubicBezTo>
                    <a:cubicBezTo>
                      <a:pt x="763" y="3292"/>
                      <a:pt x="746" y="3316"/>
                      <a:pt x="713" y="3316"/>
                    </a:cubicBezTo>
                    <a:cubicBezTo>
                      <a:pt x="671" y="3308"/>
                      <a:pt x="638" y="3292"/>
                      <a:pt x="605" y="3267"/>
                    </a:cubicBezTo>
                    <a:lnTo>
                      <a:pt x="605" y="3267"/>
                    </a:lnTo>
                    <a:cubicBezTo>
                      <a:pt x="663" y="3316"/>
                      <a:pt x="713" y="3366"/>
                      <a:pt x="763" y="3424"/>
                    </a:cubicBezTo>
                    <a:cubicBezTo>
                      <a:pt x="870" y="3548"/>
                      <a:pt x="970" y="3706"/>
                      <a:pt x="953" y="3880"/>
                    </a:cubicBezTo>
                    <a:cubicBezTo>
                      <a:pt x="953" y="3903"/>
                      <a:pt x="933" y="3915"/>
                      <a:pt x="911" y="3915"/>
                    </a:cubicBezTo>
                    <a:cubicBezTo>
                      <a:pt x="893" y="3915"/>
                      <a:pt x="873" y="3907"/>
                      <a:pt x="862" y="3888"/>
                    </a:cubicBezTo>
                    <a:cubicBezTo>
                      <a:pt x="837" y="3838"/>
                      <a:pt x="821" y="3789"/>
                      <a:pt x="796" y="3747"/>
                    </a:cubicBezTo>
                    <a:cubicBezTo>
                      <a:pt x="790" y="3753"/>
                      <a:pt x="780" y="3759"/>
                      <a:pt x="769" y="3759"/>
                    </a:cubicBezTo>
                    <a:cubicBezTo>
                      <a:pt x="764" y="3759"/>
                      <a:pt x="759" y="3758"/>
                      <a:pt x="754" y="3756"/>
                    </a:cubicBezTo>
                    <a:lnTo>
                      <a:pt x="746" y="3756"/>
                    </a:lnTo>
                    <a:cubicBezTo>
                      <a:pt x="763" y="3780"/>
                      <a:pt x="771" y="3805"/>
                      <a:pt x="787" y="3830"/>
                    </a:cubicBezTo>
                    <a:cubicBezTo>
                      <a:pt x="829" y="3905"/>
                      <a:pt x="862" y="3996"/>
                      <a:pt x="903" y="4070"/>
                    </a:cubicBezTo>
                    <a:cubicBezTo>
                      <a:pt x="943" y="4118"/>
                      <a:pt x="914" y="4212"/>
                      <a:pt x="846" y="4212"/>
                    </a:cubicBezTo>
                    <a:cubicBezTo>
                      <a:pt x="843" y="4212"/>
                      <a:pt x="840" y="4212"/>
                      <a:pt x="837" y="4211"/>
                    </a:cubicBezTo>
                    <a:lnTo>
                      <a:pt x="837" y="4220"/>
                    </a:lnTo>
                    <a:cubicBezTo>
                      <a:pt x="854" y="4244"/>
                      <a:pt x="862" y="4278"/>
                      <a:pt x="879" y="4311"/>
                    </a:cubicBezTo>
                    <a:cubicBezTo>
                      <a:pt x="903" y="4369"/>
                      <a:pt x="920" y="4427"/>
                      <a:pt x="937" y="4476"/>
                    </a:cubicBezTo>
                    <a:cubicBezTo>
                      <a:pt x="945" y="4493"/>
                      <a:pt x="945" y="4501"/>
                      <a:pt x="953" y="4510"/>
                    </a:cubicBezTo>
                    <a:cubicBezTo>
                      <a:pt x="961" y="4551"/>
                      <a:pt x="978" y="4592"/>
                      <a:pt x="986" y="4634"/>
                    </a:cubicBezTo>
                    <a:cubicBezTo>
                      <a:pt x="992" y="4662"/>
                      <a:pt x="967" y="4679"/>
                      <a:pt x="942" y="4679"/>
                    </a:cubicBezTo>
                    <a:cubicBezTo>
                      <a:pt x="931" y="4679"/>
                      <a:pt x="920" y="4675"/>
                      <a:pt x="912" y="4667"/>
                    </a:cubicBezTo>
                    <a:lnTo>
                      <a:pt x="903" y="4659"/>
                    </a:lnTo>
                    <a:lnTo>
                      <a:pt x="903" y="4659"/>
                    </a:lnTo>
                    <a:cubicBezTo>
                      <a:pt x="920" y="4684"/>
                      <a:pt x="928" y="4708"/>
                      <a:pt x="937" y="4742"/>
                    </a:cubicBezTo>
                    <a:cubicBezTo>
                      <a:pt x="943" y="4772"/>
                      <a:pt x="918" y="4793"/>
                      <a:pt x="895" y="4793"/>
                    </a:cubicBezTo>
                    <a:cubicBezTo>
                      <a:pt x="886" y="4793"/>
                      <a:pt x="877" y="4790"/>
                      <a:pt x="870" y="4783"/>
                    </a:cubicBezTo>
                    <a:lnTo>
                      <a:pt x="862" y="4775"/>
                    </a:lnTo>
                    <a:lnTo>
                      <a:pt x="862" y="4775"/>
                    </a:lnTo>
                    <a:cubicBezTo>
                      <a:pt x="887" y="4949"/>
                      <a:pt x="912" y="5114"/>
                      <a:pt x="937" y="5288"/>
                    </a:cubicBezTo>
                    <a:cubicBezTo>
                      <a:pt x="953" y="5371"/>
                      <a:pt x="953" y="5462"/>
                      <a:pt x="970" y="5554"/>
                    </a:cubicBezTo>
                    <a:cubicBezTo>
                      <a:pt x="978" y="5595"/>
                      <a:pt x="986" y="5628"/>
                      <a:pt x="1003" y="5661"/>
                    </a:cubicBezTo>
                    <a:cubicBezTo>
                      <a:pt x="1003" y="5678"/>
                      <a:pt x="1011" y="5694"/>
                      <a:pt x="1019" y="5711"/>
                    </a:cubicBezTo>
                    <a:cubicBezTo>
                      <a:pt x="1036" y="5670"/>
                      <a:pt x="1044" y="5636"/>
                      <a:pt x="1061" y="5595"/>
                    </a:cubicBezTo>
                    <a:cubicBezTo>
                      <a:pt x="1061" y="5587"/>
                      <a:pt x="1053" y="5587"/>
                      <a:pt x="1053" y="5587"/>
                    </a:cubicBezTo>
                    <a:cubicBezTo>
                      <a:pt x="1028" y="5570"/>
                      <a:pt x="1019" y="5537"/>
                      <a:pt x="1036" y="5512"/>
                    </a:cubicBezTo>
                    <a:cubicBezTo>
                      <a:pt x="1044" y="5487"/>
                      <a:pt x="1061" y="5479"/>
                      <a:pt x="1086" y="5479"/>
                    </a:cubicBezTo>
                    <a:cubicBezTo>
                      <a:pt x="1152" y="5123"/>
                      <a:pt x="1268" y="4783"/>
                      <a:pt x="1450" y="4476"/>
                    </a:cubicBezTo>
                    <a:cubicBezTo>
                      <a:pt x="1558" y="4294"/>
                      <a:pt x="1682" y="4120"/>
                      <a:pt x="1823" y="3971"/>
                    </a:cubicBezTo>
                    <a:cubicBezTo>
                      <a:pt x="1889" y="3896"/>
                      <a:pt x="1964" y="3822"/>
                      <a:pt x="2038" y="3756"/>
                    </a:cubicBezTo>
                    <a:cubicBezTo>
                      <a:pt x="2055" y="3739"/>
                      <a:pt x="2088" y="3706"/>
                      <a:pt x="2113" y="3689"/>
                    </a:cubicBezTo>
                    <a:cubicBezTo>
                      <a:pt x="2196" y="3606"/>
                      <a:pt x="2279" y="3540"/>
                      <a:pt x="2370" y="3474"/>
                    </a:cubicBezTo>
                    <a:cubicBezTo>
                      <a:pt x="2494" y="3383"/>
                      <a:pt x="2627" y="3308"/>
                      <a:pt x="2759" y="3234"/>
                    </a:cubicBezTo>
                    <a:cubicBezTo>
                      <a:pt x="2826" y="3200"/>
                      <a:pt x="2892" y="3167"/>
                      <a:pt x="2958" y="3134"/>
                    </a:cubicBezTo>
                    <a:cubicBezTo>
                      <a:pt x="2975" y="3134"/>
                      <a:pt x="2991" y="3126"/>
                      <a:pt x="3008" y="3118"/>
                    </a:cubicBezTo>
                    <a:cubicBezTo>
                      <a:pt x="3008" y="3109"/>
                      <a:pt x="3008" y="3109"/>
                      <a:pt x="3000" y="3101"/>
                    </a:cubicBezTo>
                    <a:cubicBezTo>
                      <a:pt x="2983" y="3026"/>
                      <a:pt x="2966" y="2944"/>
                      <a:pt x="2950" y="2869"/>
                    </a:cubicBezTo>
                    <a:cubicBezTo>
                      <a:pt x="2950" y="2927"/>
                      <a:pt x="2950" y="2977"/>
                      <a:pt x="2950" y="3035"/>
                    </a:cubicBezTo>
                    <a:cubicBezTo>
                      <a:pt x="2950" y="3064"/>
                      <a:pt x="2927" y="3078"/>
                      <a:pt x="2903" y="3078"/>
                    </a:cubicBezTo>
                    <a:cubicBezTo>
                      <a:pt x="2879" y="3078"/>
                      <a:pt x="2855" y="3064"/>
                      <a:pt x="2850" y="3035"/>
                    </a:cubicBezTo>
                    <a:cubicBezTo>
                      <a:pt x="2826" y="2811"/>
                      <a:pt x="2776" y="2587"/>
                      <a:pt x="2710" y="2372"/>
                    </a:cubicBezTo>
                    <a:cubicBezTo>
                      <a:pt x="2685" y="2314"/>
                      <a:pt x="2668" y="2264"/>
                      <a:pt x="2643" y="2206"/>
                    </a:cubicBezTo>
                    <a:cubicBezTo>
                      <a:pt x="2627" y="2181"/>
                      <a:pt x="2610" y="2157"/>
                      <a:pt x="2585" y="2132"/>
                    </a:cubicBezTo>
                    <a:lnTo>
                      <a:pt x="2585" y="2132"/>
                    </a:lnTo>
                    <a:cubicBezTo>
                      <a:pt x="2618" y="2264"/>
                      <a:pt x="2643" y="2397"/>
                      <a:pt x="2652" y="2538"/>
                    </a:cubicBezTo>
                    <a:cubicBezTo>
                      <a:pt x="2656" y="2579"/>
                      <a:pt x="2625" y="2603"/>
                      <a:pt x="2594" y="2603"/>
                    </a:cubicBezTo>
                    <a:cubicBezTo>
                      <a:pt x="2568" y="2603"/>
                      <a:pt x="2543" y="2587"/>
                      <a:pt x="2536" y="2554"/>
                    </a:cubicBezTo>
                    <a:cubicBezTo>
                      <a:pt x="2519" y="2455"/>
                      <a:pt x="2494" y="2364"/>
                      <a:pt x="2469" y="2264"/>
                    </a:cubicBezTo>
                    <a:cubicBezTo>
                      <a:pt x="2462" y="2278"/>
                      <a:pt x="2448" y="2285"/>
                      <a:pt x="2434" y="2285"/>
                    </a:cubicBezTo>
                    <a:cubicBezTo>
                      <a:pt x="2414" y="2285"/>
                      <a:pt x="2395" y="2272"/>
                      <a:pt x="2395" y="2248"/>
                    </a:cubicBezTo>
                    <a:cubicBezTo>
                      <a:pt x="2353" y="1949"/>
                      <a:pt x="2212" y="1668"/>
                      <a:pt x="2014" y="1444"/>
                    </a:cubicBezTo>
                    <a:cubicBezTo>
                      <a:pt x="1947" y="1353"/>
                      <a:pt x="1864" y="1278"/>
                      <a:pt x="1782" y="1204"/>
                    </a:cubicBezTo>
                    <a:cubicBezTo>
                      <a:pt x="1475" y="955"/>
                      <a:pt x="1218" y="649"/>
                      <a:pt x="937" y="375"/>
                    </a:cubicBezTo>
                    <a:cubicBezTo>
                      <a:pt x="829" y="276"/>
                      <a:pt x="705" y="168"/>
                      <a:pt x="580" y="102"/>
                    </a:cubicBezTo>
                    <a:cubicBezTo>
                      <a:pt x="493" y="55"/>
                      <a:pt x="378" y="1"/>
                      <a:pt x="2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1" name="Google Shape;6481;p20"/>
              <p:cNvSpPr/>
              <p:nvPr/>
            </p:nvSpPr>
            <p:spPr>
              <a:xfrm>
                <a:off x="2792525" y="4115425"/>
                <a:ext cx="14525" cy="16250"/>
              </a:xfrm>
              <a:custGeom>
                <a:rect b="b" l="l" r="r" t="t"/>
                <a:pathLst>
                  <a:path extrusionOk="0" h="650" w="581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92"/>
                      <a:pt x="75" y="175"/>
                      <a:pt x="117" y="266"/>
                    </a:cubicBezTo>
                    <a:cubicBezTo>
                      <a:pt x="158" y="365"/>
                      <a:pt x="191" y="481"/>
                      <a:pt x="266" y="564"/>
                    </a:cubicBezTo>
                    <a:cubicBezTo>
                      <a:pt x="308" y="617"/>
                      <a:pt x="366" y="649"/>
                      <a:pt x="427" y="649"/>
                    </a:cubicBezTo>
                    <a:cubicBezTo>
                      <a:pt x="462" y="649"/>
                      <a:pt x="497" y="638"/>
                      <a:pt x="531" y="614"/>
                    </a:cubicBezTo>
                    <a:cubicBezTo>
                      <a:pt x="556" y="597"/>
                      <a:pt x="572" y="572"/>
                      <a:pt x="581" y="548"/>
                    </a:cubicBezTo>
                    <a:cubicBezTo>
                      <a:pt x="572" y="506"/>
                      <a:pt x="556" y="456"/>
                      <a:pt x="548" y="415"/>
                    </a:cubicBezTo>
                    <a:cubicBezTo>
                      <a:pt x="514" y="415"/>
                      <a:pt x="481" y="398"/>
                      <a:pt x="456" y="365"/>
                    </a:cubicBezTo>
                    <a:lnTo>
                      <a:pt x="456" y="357"/>
                    </a:lnTo>
                    <a:cubicBezTo>
                      <a:pt x="448" y="332"/>
                      <a:pt x="432" y="299"/>
                      <a:pt x="415" y="266"/>
                    </a:cubicBezTo>
                    <a:cubicBezTo>
                      <a:pt x="407" y="249"/>
                      <a:pt x="390" y="216"/>
                      <a:pt x="382" y="191"/>
                    </a:cubicBezTo>
                    <a:cubicBezTo>
                      <a:pt x="357" y="175"/>
                      <a:pt x="324" y="158"/>
                      <a:pt x="291" y="142"/>
                    </a:cubicBezTo>
                    <a:cubicBezTo>
                      <a:pt x="233" y="125"/>
                      <a:pt x="175" y="100"/>
                      <a:pt x="117" y="67"/>
                    </a:cubicBezTo>
                    <a:cubicBezTo>
                      <a:pt x="84" y="42"/>
                      <a:pt x="42" y="26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2" name="Google Shape;6482;p20"/>
              <p:cNvSpPr/>
              <p:nvPr/>
            </p:nvSpPr>
            <p:spPr>
              <a:xfrm>
                <a:off x="2784650" y="4095350"/>
                <a:ext cx="25500" cy="5825"/>
              </a:xfrm>
              <a:custGeom>
                <a:rect b="b" l="l" r="r" t="t"/>
                <a:pathLst>
                  <a:path extrusionOk="0" h="233" w="1020">
                    <a:moveTo>
                      <a:pt x="979" y="0"/>
                    </a:moveTo>
                    <a:cubicBezTo>
                      <a:pt x="937" y="0"/>
                      <a:pt x="887" y="0"/>
                      <a:pt x="846" y="8"/>
                    </a:cubicBezTo>
                    <a:cubicBezTo>
                      <a:pt x="755" y="8"/>
                      <a:pt x="664" y="25"/>
                      <a:pt x="581" y="41"/>
                    </a:cubicBezTo>
                    <a:cubicBezTo>
                      <a:pt x="390" y="75"/>
                      <a:pt x="200" y="133"/>
                      <a:pt x="26" y="207"/>
                    </a:cubicBezTo>
                    <a:cubicBezTo>
                      <a:pt x="17" y="215"/>
                      <a:pt x="9" y="215"/>
                      <a:pt x="1" y="215"/>
                    </a:cubicBezTo>
                    <a:lnTo>
                      <a:pt x="9" y="232"/>
                    </a:lnTo>
                    <a:cubicBezTo>
                      <a:pt x="200" y="199"/>
                      <a:pt x="382" y="166"/>
                      <a:pt x="573" y="133"/>
                    </a:cubicBezTo>
                    <a:cubicBezTo>
                      <a:pt x="689" y="116"/>
                      <a:pt x="796" y="99"/>
                      <a:pt x="912" y="83"/>
                    </a:cubicBezTo>
                    <a:cubicBezTo>
                      <a:pt x="912" y="75"/>
                      <a:pt x="921" y="66"/>
                      <a:pt x="929" y="66"/>
                    </a:cubicBezTo>
                    <a:cubicBezTo>
                      <a:pt x="954" y="41"/>
                      <a:pt x="987" y="17"/>
                      <a:pt x="10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3" name="Google Shape;6483;p20"/>
              <p:cNvSpPr/>
              <p:nvPr/>
            </p:nvSpPr>
            <p:spPr>
              <a:xfrm>
                <a:off x="2908725" y="4725875"/>
                <a:ext cx="51825" cy="52075"/>
              </a:xfrm>
              <a:custGeom>
                <a:rect b="b" l="l" r="r" t="t"/>
                <a:pathLst>
                  <a:path extrusionOk="0" h="2083" w="2073">
                    <a:moveTo>
                      <a:pt x="191" y="0"/>
                    </a:moveTo>
                    <a:lnTo>
                      <a:pt x="175" y="17"/>
                    </a:lnTo>
                    <a:cubicBezTo>
                      <a:pt x="117" y="66"/>
                      <a:pt x="59" y="116"/>
                      <a:pt x="1" y="157"/>
                    </a:cubicBezTo>
                    <a:cubicBezTo>
                      <a:pt x="1" y="191"/>
                      <a:pt x="9" y="224"/>
                      <a:pt x="17" y="257"/>
                    </a:cubicBezTo>
                    <a:cubicBezTo>
                      <a:pt x="34" y="389"/>
                      <a:pt x="59" y="514"/>
                      <a:pt x="75" y="646"/>
                    </a:cubicBezTo>
                    <a:cubicBezTo>
                      <a:pt x="92" y="771"/>
                      <a:pt x="125" y="903"/>
                      <a:pt x="109" y="1027"/>
                    </a:cubicBezTo>
                    <a:cubicBezTo>
                      <a:pt x="109" y="1052"/>
                      <a:pt x="100" y="1061"/>
                      <a:pt x="84" y="1069"/>
                    </a:cubicBezTo>
                    <a:cubicBezTo>
                      <a:pt x="150" y="1293"/>
                      <a:pt x="233" y="1516"/>
                      <a:pt x="307" y="1732"/>
                    </a:cubicBezTo>
                    <a:cubicBezTo>
                      <a:pt x="324" y="1781"/>
                      <a:pt x="349" y="1831"/>
                      <a:pt x="365" y="1881"/>
                    </a:cubicBezTo>
                    <a:cubicBezTo>
                      <a:pt x="374" y="1880"/>
                      <a:pt x="382" y="1880"/>
                      <a:pt x="390" y="1880"/>
                    </a:cubicBezTo>
                    <a:cubicBezTo>
                      <a:pt x="492" y="1880"/>
                      <a:pt x="604" y="1924"/>
                      <a:pt x="689" y="1939"/>
                    </a:cubicBezTo>
                    <a:cubicBezTo>
                      <a:pt x="805" y="1964"/>
                      <a:pt x="912" y="1989"/>
                      <a:pt x="1028" y="2013"/>
                    </a:cubicBezTo>
                    <a:cubicBezTo>
                      <a:pt x="1173" y="2043"/>
                      <a:pt x="1334" y="2082"/>
                      <a:pt x="1491" y="2082"/>
                    </a:cubicBezTo>
                    <a:cubicBezTo>
                      <a:pt x="1551" y="2082"/>
                      <a:pt x="1609" y="2077"/>
                      <a:pt x="1666" y="2063"/>
                    </a:cubicBezTo>
                    <a:cubicBezTo>
                      <a:pt x="1807" y="2038"/>
                      <a:pt x="2014" y="1889"/>
                      <a:pt x="1915" y="1723"/>
                    </a:cubicBezTo>
                    <a:cubicBezTo>
                      <a:pt x="1873" y="1641"/>
                      <a:pt x="1741" y="1599"/>
                      <a:pt x="1666" y="1549"/>
                    </a:cubicBezTo>
                    <a:cubicBezTo>
                      <a:pt x="1567" y="1483"/>
                      <a:pt x="1459" y="1409"/>
                      <a:pt x="1360" y="1342"/>
                    </a:cubicBezTo>
                    <a:cubicBezTo>
                      <a:pt x="1297" y="1307"/>
                      <a:pt x="1328" y="1225"/>
                      <a:pt x="1389" y="1225"/>
                    </a:cubicBezTo>
                    <a:cubicBezTo>
                      <a:pt x="1401" y="1225"/>
                      <a:pt x="1413" y="1228"/>
                      <a:pt x="1426" y="1235"/>
                    </a:cubicBezTo>
                    <a:cubicBezTo>
                      <a:pt x="1559" y="1293"/>
                      <a:pt x="1708" y="1342"/>
                      <a:pt x="1840" y="1417"/>
                    </a:cubicBezTo>
                    <a:cubicBezTo>
                      <a:pt x="1915" y="1450"/>
                      <a:pt x="1989" y="1491"/>
                      <a:pt x="2047" y="1549"/>
                    </a:cubicBezTo>
                    <a:cubicBezTo>
                      <a:pt x="2056" y="1525"/>
                      <a:pt x="2064" y="1491"/>
                      <a:pt x="2064" y="1467"/>
                    </a:cubicBezTo>
                    <a:cubicBezTo>
                      <a:pt x="2064" y="1433"/>
                      <a:pt x="2072" y="1392"/>
                      <a:pt x="2072" y="1359"/>
                    </a:cubicBezTo>
                    <a:lnTo>
                      <a:pt x="2072" y="1309"/>
                    </a:lnTo>
                    <a:cubicBezTo>
                      <a:pt x="2072" y="1302"/>
                      <a:pt x="2067" y="1280"/>
                      <a:pt x="2069" y="1280"/>
                    </a:cubicBezTo>
                    <a:lnTo>
                      <a:pt x="2069" y="1280"/>
                    </a:lnTo>
                    <a:cubicBezTo>
                      <a:pt x="2070" y="1280"/>
                      <a:pt x="2071" y="1281"/>
                      <a:pt x="2072" y="1284"/>
                    </a:cubicBezTo>
                    <a:cubicBezTo>
                      <a:pt x="2064" y="1235"/>
                      <a:pt x="2056" y="1193"/>
                      <a:pt x="2022" y="1168"/>
                    </a:cubicBezTo>
                    <a:cubicBezTo>
                      <a:pt x="1989" y="1143"/>
                      <a:pt x="1898" y="1135"/>
                      <a:pt x="1848" y="1127"/>
                    </a:cubicBezTo>
                    <a:cubicBezTo>
                      <a:pt x="1774" y="1110"/>
                      <a:pt x="1708" y="1094"/>
                      <a:pt x="1633" y="1077"/>
                    </a:cubicBezTo>
                    <a:cubicBezTo>
                      <a:pt x="1559" y="1069"/>
                      <a:pt x="1492" y="1061"/>
                      <a:pt x="1418" y="1044"/>
                    </a:cubicBezTo>
                    <a:cubicBezTo>
                      <a:pt x="1351" y="1036"/>
                      <a:pt x="1260" y="1027"/>
                      <a:pt x="1211" y="978"/>
                    </a:cubicBezTo>
                    <a:cubicBezTo>
                      <a:pt x="1194" y="961"/>
                      <a:pt x="1186" y="920"/>
                      <a:pt x="1211" y="903"/>
                    </a:cubicBezTo>
                    <a:cubicBezTo>
                      <a:pt x="1253" y="866"/>
                      <a:pt x="1310" y="856"/>
                      <a:pt x="1367" y="856"/>
                    </a:cubicBezTo>
                    <a:cubicBezTo>
                      <a:pt x="1398" y="856"/>
                      <a:pt x="1430" y="859"/>
                      <a:pt x="1459" y="862"/>
                    </a:cubicBezTo>
                    <a:cubicBezTo>
                      <a:pt x="1550" y="862"/>
                      <a:pt x="1633" y="870"/>
                      <a:pt x="1716" y="878"/>
                    </a:cubicBezTo>
                    <a:cubicBezTo>
                      <a:pt x="1782" y="887"/>
                      <a:pt x="1848" y="903"/>
                      <a:pt x="1923" y="911"/>
                    </a:cubicBezTo>
                    <a:cubicBezTo>
                      <a:pt x="1923" y="895"/>
                      <a:pt x="1915" y="887"/>
                      <a:pt x="1915" y="870"/>
                    </a:cubicBezTo>
                    <a:cubicBezTo>
                      <a:pt x="1906" y="845"/>
                      <a:pt x="1906" y="829"/>
                      <a:pt x="1898" y="812"/>
                    </a:cubicBezTo>
                    <a:cubicBezTo>
                      <a:pt x="1898" y="804"/>
                      <a:pt x="1890" y="795"/>
                      <a:pt x="1890" y="787"/>
                    </a:cubicBezTo>
                    <a:lnTo>
                      <a:pt x="1890" y="779"/>
                    </a:lnTo>
                    <a:lnTo>
                      <a:pt x="1882" y="779"/>
                    </a:lnTo>
                    <a:lnTo>
                      <a:pt x="1873" y="762"/>
                    </a:lnTo>
                    <a:lnTo>
                      <a:pt x="1873" y="754"/>
                    </a:lnTo>
                    <a:lnTo>
                      <a:pt x="1865" y="754"/>
                    </a:lnTo>
                    <a:cubicBezTo>
                      <a:pt x="1857" y="754"/>
                      <a:pt x="1857" y="754"/>
                      <a:pt x="1848" y="746"/>
                    </a:cubicBezTo>
                    <a:lnTo>
                      <a:pt x="1757" y="746"/>
                    </a:lnTo>
                    <a:cubicBezTo>
                      <a:pt x="1737" y="750"/>
                      <a:pt x="1716" y="752"/>
                      <a:pt x="1695" y="752"/>
                    </a:cubicBezTo>
                    <a:cubicBezTo>
                      <a:pt x="1675" y="752"/>
                      <a:pt x="1654" y="750"/>
                      <a:pt x="1633" y="746"/>
                    </a:cubicBezTo>
                    <a:cubicBezTo>
                      <a:pt x="1550" y="746"/>
                      <a:pt x="1467" y="746"/>
                      <a:pt x="1385" y="729"/>
                    </a:cubicBezTo>
                    <a:cubicBezTo>
                      <a:pt x="1351" y="729"/>
                      <a:pt x="1335" y="713"/>
                      <a:pt x="1327" y="688"/>
                    </a:cubicBezTo>
                    <a:lnTo>
                      <a:pt x="1327" y="671"/>
                    </a:lnTo>
                    <a:cubicBezTo>
                      <a:pt x="1269" y="655"/>
                      <a:pt x="1219" y="638"/>
                      <a:pt x="1161" y="630"/>
                    </a:cubicBezTo>
                    <a:cubicBezTo>
                      <a:pt x="1003" y="580"/>
                      <a:pt x="846" y="539"/>
                      <a:pt x="705" y="472"/>
                    </a:cubicBezTo>
                    <a:cubicBezTo>
                      <a:pt x="564" y="423"/>
                      <a:pt x="440" y="348"/>
                      <a:pt x="332" y="240"/>
                    </a:cubicBezTo>
                    <a:cubicBezTo>
                      <a:pt x="274" y="174"/>
                      <a:pt x="216" y="91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4" name="Google Shape;6484;p20"/>
              <p:cNvSpPr/>
              <p:nvPr/>
            </p:nvSpPr>
            <p:spPr>
              <a:xfrm>
                <a:off x="2623100" y="3838550"/>
                <a:ext cx="456550" cy="988225"/>
              </a:xfrm>
              <a:custGeom>
                <a:rect b="b" l="l" r="r" t="t"/>
                <a:pathLst>
                  <a:path extrusionOk="0" h="39529" w="18262">
                    <a:moveTo>
                      <a:pt x="10175" y="3834"/>
                    </a:moveTo>
                    <a:cubicBezTo>
                      <a:pt x="10175" y="3834"/>
                      <a:pt x="10175" y="3834"/>
                      <a:pt x="10175" y="3842"/>
                    </a:cubicBezTo>
                    <a:cubicBezTo>
                      <a:pt x="10176" y="3844"/>
                      <a:pt x="10178" y="3846"/>
                      <a:pt x="10180" y="3847"/>
                    </a:cubicBezTo>
                    <a:lnTo>
                      <a:pt x="10180" y="3847"/>
                    </a:lnTo>
                    <a:cubicBezTo>
                      <a:pt x="10178" y="3843"/>
                      <a:pt x="10176" y="3839"/>
                      <a:pt x="10175" y="3834"/>
                    </a:cubicBezTo>
                    <a:close/>
                    <a:moveTo>
                      <a:pt x="10374" y="3851"/>
                    </a:moveTo>
                    <a:lnTo>
                      <a:pt x="10374" y="3851"/>
                    </a:lnTo>
                    <a:cubicBezTo>
                      <a:pt x="10375" y="3860"/>
                      <a:pt x="10378" y="3870"/>
                      <a:pt x="10380" y="3879"/>
                    </a:cubicBezTo>
                    <a:lnTo>
                      <a:pt x="10380" y="3879"/>
                    </a:lnTo>
                    <a:cubicBezTo>
                      <a:pt x="10378" y="3870"/>
                      <a:pt x="10376" y="3860"/>
                      <a:pt x="10374" y="3851"/>
                    </a:cubicBezTo>
                    <a:close/>
                    <a:moveTo>
                      <a:pt x="10705" y="3942"/>
                    </a:moveTo>
                    <a:lnTo>
                      <a:pt x="10705" y="3942"/>
                    </a:lnTo>
                    <a:cubicBezTo>
                      <a:pt x="10706" y="3943"/>
                      <a:pt x="10707" y="3944"/>
                      <a:pt x="10708" y="3945"/>
                    </a:cubicBezTo>
                    <a:lnTo>
                      <a:pt x="10708" y="3945"/>
                    </a:lnTo>
                    <a:cubicBezTo>
                      <a:pt x="10707" y="3944"/>
                      <a:pt x="10706" y="3943"/>
                      <a:pt x="10705" y="3942"/>
                    </a:cubicBezTo>
                    <a:close/>
                    <a:moveTo>
                      <a:pt x="7026" y="15426"/>
                    </a:moveTo>
                    <a:cubicBezTo>
                      <a:pt x="7028" y="15426"/>
                      <a:pt x="7029" y="15427"/>
                      <a:pt x="7031" y="15428"/>
                    </a:cubicBezTo>
                    <a:lnTo>
                      <a:pt x="7031" y="15428"/>
                    </a:lnTo>
                    <a:cubicBezTo>
                      <a:pt x="7030" y="15427"/>
                      <a:pt x="7028" y="15426"/>
                      <a:pt x="7026" y="15426"/>
                    </a:cubicBezTo>
                    <a:close/>
                    <a:moveTo>
                      <a:pt x="18129" y="21536"/>
                    </a:moveTo>
                    <a:cubicBezTo>
                      <a:pt x="18129" y="21537"/>
                      <a:pt x="18129" y="21539"/>
                      <a:pt x="18129" y="21540"/>
                    </a:cubicBezTo>
                    <a:cubicBezTo>
                      <a:pt x="18129" y="21539"/>
                      <a:pt x="18129" y="21537"/>
                      <a:pt x="18129" y="21536"/>
                    </a:cubicBezTo>
                    <a:close/>
                    <a:moveTo>
                      <a:pt x="17756" y="22442"/>
                    </a:moveTo>
                    <a:cubicBezTo>
                      <a:pt x="17756" y="22442"/>
                      <a:pt x="17756" y="22443"/>
                      <a:pt x="17756" y="22443"/>
                    </a:cubicBezTo>
                    <a:cubicBezTo>
                      <a:pt x="17756" y="22443"/>
                      <a:pt x="17756" y="22442"/>
                      <a:pt x="17756" y="22442"/>
                    </a:cubicBezTo>
                    <a:close/>
                    <a:moveTo>
                      <a:pt x="13070" y="1"/>
                    </a:moveTo>
                    <a:cubicBezTo>
                      <a:pt x="13046" y="1"/>
                      <a:pt x="13020" y="5"/>
                      <a:pt x="12992" y="15"/>
                    </a:cubicBezTo>
                    <a:cubicBezTo>
                      <a:pt x="12876" y="56"/>
                      <a:pt x="12793" y="180"/>
                      <a:pt x="12718" y="280"/>
                    </a:cubicBezTo>
                    <a:cubicBezTo>
                      <a:pt x="12544" y="520"/>
                      <a:pt x="12362" y="769"/>
                      <a:pt x="12155" y="984"/>
                    </a:cubicBezTo>
                    <a:cubicBezTo>
                      <a:pt x="12147" y="988"/>
                      <a:pt x="12138" y="990"/>
                      <a:pt x="12130" y="990"/>
                    </a:cubicBezTo>
                    <a:cubicBezTo>
                      <a:pt x="12122" y="990"/>
                      <a:pt x="12114" y="988"/>
                      <a:pt x="12105" y="984"/>
                    </a:cubicBezTo>
                    <a:cubicBezTo>
                      <a:pt x="12031" y="1100"/>
                      <a:pt x="11964" y="1216"/>
                      <a:pt x="11906" y="1340"/>
                    </a:cubicBezTo>
                    <a:cubicBezTo>
                      <a:pt x="11708" y="1755"/>
                      <a:pt x="11567" y="2177"/>
                      <a:pt x="11500" y="2633"/>
                    </a:cubicBezTo>
                    <a:cubicBezTo>
                      <a:pt x="11476" y="2857"/>
                      <a:pt x="11459" y="3080"/>
                      <a:pt x="11459" y="3312"/>
                    </a:cubicBezTo>
                    <a:cubicBezTo>
                      <a:pt x="11467" y="3536"/>
                      <a:pt x="11509" y="3760"/>
                      <a:pt x="11509" y="3983"/>
                    </a:cubicBezTo>
                    <a:cubicBezTo>
                      <a:pt x="11509" y="4016"/>
                      <a:pt x="11484" y="4033"/>
                      <a:pt x="11459" y="4041"/>
                    </a:cubicBezTo>
                    <a:cubicBezTo>
                      <a:pt x="11453" y="4063"/>
                      <a:pt x="11430" y="4078"/>
                      <a:pt x="11407" y="4078"/>
                    </a:cubicBezTo>
                    <a:cubicBezTo>
                      <a:pt x="11395" y="4078"/>
                      <a:pt x="11384" y="4074"/>
                      <a:pt x="11376" y="4066"/>
                    </a:cubicBezTo>
                    <a:cubicBezTo>
                      <a:pt x="11376" y="4066"/>
                      <a:pt x="11376" y="4074"/>
                      <a:pt x="11376" y="4074"/>
                    </a:cubicBezTo>
                    <a:cubicBezTo>
                      <a:pt x="11370" y="4093"/>
                      <a:pt x="11354" y="4102"/>
                      <a:pt x="11337" y="4102"/>
                    </a:cubicBezTo>
                    <a:cubicBezTo>
                      <a:pt x="11310" y="4102"/>
                      <a:pt x="11280" y="4080"/>
                      <a:pt x="11285" y="4050"/>
                    </a:cubicBezTo>
                    <a:cubicBezTo>
                      <a:pt x="11285" y="4016"/>
                      <a:pt x="11293" y="3983"/>
                      <a:pt x="11293" y="3950"/>
                    </a:cubicBezTo>
                    <a:cubicBezTo>
                      <a:pt x="11277" y="3934"/>
                      <a:pt x="11268" y="3909"/>
                      <a:pt x="11252" y="3884"/>
                    </a:cubicBezTo>
                    <a:lnTo>
                      <a:pt x="11252" y="3884"/>
                    </a:lnTo>
                    <a:cubicBezTo>
                      <a:pt x="11260" y="3925"/>
                      <a:pt x="11260" y="3967"/>
                      <a:pt x="11260" y="4008"/>
                    </a:cubicBezTo>
                    <a:cubicBezTo>
                      <a:pt x="11260" y="4037"/>
                      <a:pt x="11237" y="4052"/>
                      <a:pt x="11215" y="4052"/>
                    </a:cubicBezTo>
                    <a:cubicBezTo>
                      <a:pt x="11192" y="4052"/>
                      <a:pt x="11169" y="4037"/>
                      <a:pt x="11169" y="4008"/>
                    </a:cubicBezTo>
                    <a:cubicBezTo>
                      <a:pt x="11161" y="4000"/>
                      <a:pt x="11161" y="3992"/>
                      <a:pt x="11161" y="3975"/>
                    </a:cubicBezTo>
                    <a:cubicBezTo>
                      <a:pt x="11154" y="3978"/>
                      <a:pt x="11146" y="3981"/>
                      <a:pt x="11137" y="3981"/>
                    </a:cubicBezTo>
                    <a:cubicBezTo>
                      <a:pt x="11125" y="3981"/>
                      <a:pt x="11112" y="3976"/>
                      <a:pt x="11103" y="3967"/>
                    </a:cubicBezTo>
                    <a:cubicBezTo>
                      <a:pt x="11094" y="3950"/>
                      <a:pt x="11078" y="3934"/>
                      <a:pt x="11070" y="3917"/>
                    </a:cubicBezTo>
                    <a:cubicBezTo>
                      <a:pt x="11061" y="3917"/>
                      <a:pt x="11061" y="3925"/>
                      <a:pt x="11061" y="3925"/>
                    </a:cubicBezTo>
                    <a:cubicBezTo>
                      <a:pt x="11061" y="3967"/>
                      <a:pt x="11053" y="4016"/>
                      <a:pt x="11053" y="4058"/>
                    </a:cubicBezTo>
                    <a:cubicBezTo>
                      <a:pt x="11053" y="4087"/>
                      <a:pt x="11028" y="4101"/>
                      <a:pt x="11003" y="4101"/>
                    </a:cubicBezTo>
                    <a:cubicBezTo>
                      <a:pt x="10978" y="4101"/>
                      <a:pt x="10954" y="4087"/>
                      <a:pt x="10954" y="4058"/>
                    </a:cubicBezTo>
                    <a:lnTo>
                      <a:pt x="10954" y="4050"/>
                    </a:lnTo>
                    <a:cubicBezTo>
                      <a:pt x="10920" y="4041"/>
                      <a:pt x="10896" y="4008"/>
                      <a:pt x="10904" y="3983"/>
                    </a:cubicBezTo>
                    <a:cubicBezTo>
                      <a:pt x="10904" y="3917"/>
                      <a:pt x="10920" y="3859"/>
                      <a:pt x="10937" y="3793"/>
                    </a:cubicBezTo>
                    <a:lnTo>
                      <a:pt x="10929" y="3793"/>
                    </a:lnTo>
                    <a:cubicBezTo>
                      <a:pt x="10920" y="3784"/>
                      <a:pt x="10912" y="3776"/>
                      <a:pt x="10904" y="3776"/>
                    </a:cubicBezTo>
                    <a:lnTo>
                      <a:pt x="10896" y="3776"/>
                    </a:lnTo>
                    <a:cubicBezTo>
                      <a:pt x="10892" y="3783"/>
                      <a:pt x="10886" y="3785"/>
                      <a:pt x="10878" y="3785"/>
                    </a:cubicBezTo>
                    <a:cubicBezTo>
                      <a:pt x="10866" y="3785"/>
                      <a:pt x="10851" y="3778"/>
                      <a:pt x="10846" y="3768"/>
                    </a:cubicBezTo>
                    <a:cubicBezTo>
                      <a:pt x="10846" y="3768"/>
                      <a:pt x="10838" y="3760"/>
                      <a:pt x="10838" y="3760"/>
                    </a:cubicBezTo>
                    <a:lnTo>
                      <a:pt x="10838" y="3768"/>
                    </a:lnTo>
                    <a:cubicBezTo>
                      <a:pt x="10838" y="3776"/>
                      <a:pt x="10829" y="3784"/>
                      <a:pt x="10829" y="3801"/>
                    </a:cubicBezTo>
                    <a:lnTo>
                      <a:pt x="10829" y="3809"/>
                    </a:lnTo>
                    <a:cubicBezTo>
                      <a:pt x="10829" y="3826"/>
                      <a:pt x="10838" y="3834"/>
                      <a:pt x="10838" y="3842"/>
                    </a:cubicBezTo>
                    <a:lnTo>
                      <a:pt x="10838" y="3859"/>
                    </a:lnTo>
                    <a:cubicBezTo>
                      <a:pt x="10846" y="3867"/>
                      <a:pt x="10846" y="3876"/>
                      <a:pt x="10846" y="3892"/>
                    </a:cubicBezTo>
                    <a:cubicBezTo>
                      <a:pt x="10854" y="3900"/>
                      <a:pt x="10854" y="3900"/>
                      <a:pt x="10854" y="3909"/>
                    </a:cubicBezTo>
                    <a:cubicBezTo>
                      <a:pt x="10871" y="3942"/>
                      <a:pt x="10887" y="3975"/>
                      <a:pt x="10896" y="4000"/>
                    </a:cubicBezTo>
                    <a:cubicBezTo>
                      <a:pt x="10912" y="4033"/>
                      <a:pt x="10896" y="4066"/>
                      <a:pt x="10871" y="4083"/>
                    </a:cubicBezTo>
                    <a:cubicBezTo>
                      <a:pt x="10862" y="4089"/>
                      <a:pt x="10851" y="4091"/>
                      <a:pt x="10840" y="4091"/>
                    </a:cubicBezTo>
                    <a:cubicBezTo>
                      <a:pt x="10820" y="4091"/>
                      <a:pt x="10799" y="4082"/>
                      <a:pt x="10788" y="4066"/>
                    </a:cubicBezTo>
                    <a:cubicBezTo>
                      <a:pt x="10764" y="4026"/>
                      <a:pt x="10740" y="3986"/>
                      <a:pt x="10708" y="3945"/>
                    </a:cubicBezTo>
                    <a:lnTo>
                      <a:pt x="10708" y="3945"/>
                    </a:lnTo>
                    <a:cubicBezTo>
                      <a:pt x="10713" y="3954"/>
                      <a:pt x="10714" y="3968"/>
                      <a:pt x="10722" y="3975"/>
                    </a:cubicBezTo>
                    <a:cubicBezTo>
                      <a:pt x="10727" y="4010"/>
                      <a:pt x="10692" y="4033"/>
                      <a:pt x="10661" y="4033"/>
                    </a:cubicBezTo>
                    <a:cubicBezTo>
                      <a:pt x="10640" y="4033"/>
                      <a:pt x="10620" y="4023"/>
                      <a:pt x="10614" y="4000"/>
                    </a:cubicBezTo>
                    <a:cubicBezTo>
                      <a:pt x="10597" y="3942"/>
                      <a:pt x="10564" y="3884"/>
                      <a:pt x="10539" y="3826"/>
                    </a:cubicBezTo>
                    <a:cubicBezTo>
                      <a:pt x="10539" y="3834"/>
                      <a:pt x="10539" y="3842"/>
                      <a:pt x="10539" y="3851"/>
                    </a:cubicBezTo>
                    <a:cubicBezTo>
                      <a:pt x="10556" y="3917"/>
                      <a:pt x="10572" y="3983"/>
                      <a:pt x="10589" y="4041"/>
                    </a:cubicBezTo>
                    <a:cubicBezTo>
                      <a:pt x="10599" y="4082"/>
                      <a:pt x="10562" y="4111"/>
                      <a:pt x="10528" y="4111"/>
                    </a:cubicBezTo>
                    <a:cubicBezTo>
                      <a:pt x="10507" y="4111"/>
                      <a:pt x="10488" y="4100"/>
                      <a:pt x="10481" y="4074"/>
                    </a:cubicBezTo>
                    <a:cubicBezTo>
                      <a:pt x="10473" y="4058"/>
                      <a:pt x="10465" y="4033"/>
                      <a:pt x="10465" y="4016"/>
                    </a:cubicBezTo>
                    <a:cubicBezTo>
                      <a:pt x="10459" y="4018"/>
                      <a:pt x="10453" y="4019"/>
                      <a:pt x="10446" y="4019"/>
                    </a:cubicBezTo>
                    <a:cubicBezTo>
                      <a:pt x="10426" y="4019"/>
                      <a:pt x="10407" y="4009"/>
                      <a:pt x="10407" y="3983"/>
                    </a:cubicBezTo>
                    <a:cubicBezTo>
                      <a:pt x="10400" y="3951"/>
                      <a:pt x="10389" y="3914"/>
                      <a:pt x="10380" y="3879"/>
                    </a:cubicBezTo>
                    <a:lnTo>
                      <a:pt x="10380" y="3879"/>
                    </a:lnTo>
                    <a:cubicBezTo>
                      <a:pt x="10393" y="3938"/>
                      <a:pt x="10400" y="4002"/>
                      <a:pt x="10407" y="4066"/>
                    </a:cubicBezTo>
                    <a:cubicBezTo>
                      <a:pt x="10411" y="4111"/>
                      <a:pt x="10382" y="4134"/>
                      <a:pt x="10351" y="4134"/>
                    </a:cubicBezTo>
                    <a:cubicBezTo>
                      <a:pt x="10325" y="4134"/>
                      <a:pt x="10298" y="4117"/>
                      <a:pt x="10291" y="4083"/>
                    </a:cubicBezTo>
                    <a:cubicBezTo>
                      <a:pt x="10274" y="4008"/>
                      <a:pt x="10258" y="3934"/>
                      <a:pt x="10241" y="3859"/>
                    </a:cubicBezTo>
                    <a:cubicBezTo>
                      <a:pt x="10234" y="3861"/>
                      <a:pt x="10228" y="3862"/>
                      <a:pt x="10221" y="3862"/>
                    </a:cubicBezTo>
                    <a:cubicBezTo>
                      <a:pt x="10206" y="3862"/>
                      <a:pt x="10191" y="3857"/>
                      <a:pt x="10180" y="3847"/>
                    </a:cubicBezTo>
                    <a:lnTo>
                      <a:pt x="10180" y="3847"/>
                    </a:lnTo>
                    <a:cubicBezTo>
                      <a:pt x="10195" y="3884"/>
                      <a:pt x="10209" y="3921"/>
                      <a:pt x="10216" y="3958"/>
                    </a:cubicBezTo>
                    <a:cubicBezTo>
                      <a:pt x="10224" y="4000"/>
                      <a:pt x="10191" y="4033"/>
                      <a:pt x="10158" y="4033"/>
                    </a:cubicBezTo>
                    <a:cubicBezTo>
                      <a:pt x="10153" y="4035"/>
                      <a:pt x="10148" y="4036"/>
                      <a:pt x="10144" y="4036"/>
                    </a:cubicBezTo>
                    <a:cubicBezTo>
                      <a:pt x="10132" y="4036"/>
                      <a:pt x="10120" y="4031"/>
                      <a:pt x="10108" y="4025"/>
                    </a:cubicBezTo>
                    <a:cubicBezTo>
                      <a:pt x="10092" y="4016"/>
                      <a:pt x="10092" y="4000"/>
                      <a:pt x="10084" y="3983"/>
                    </a:cubicBezTo>
                    <a:cubicBezTo>
                      <a:pt x="10084" y="3983"/>
                      <a:pt x="10084" y="3975"/>
                      <a:pt x="10084" y="3975"/>
                    </a:cubicBezTo>
                    <a:lnTo>
                      <a:pt x="10075" y="3958"/>
                    </a:lnTo>
                    <a:cubicBezTo>
                      <a:pt x="10075" y="3942"/>
                      <a:pt x="10067" y="3934"/>
                      <a:pt x="10059" y="3925"/>
                    </a:cubicBezTo>
                    <a:cubicBezTo>
                      <a:pt x="10059" y="3909"/>
                      <a:pt x="10050" y="3900"/>
                      <a:pt x="10042" y="3892"/>
                    </a:cubicBezTo>
                    <a:lnTo>
                      <a:pt x="10042" y="3876"/>
                    </a:lnTo>
                    <a:lnTo>
                      <a:pt x="10034" y="3867"/>
                    </a:lnTo>
                    <a:cubicBezTo>
                      <a:pt x="10026" y="3859"/>
                      <a:pt x="10026" y="3851"/>
                      <a:pt x="10017" y="3842"/>
                    </a:cubicBezTo>
                    <a:cubicBezTo>
                      <a:pt x="10017" y="3842"/>
                      <a:pt x="10017" y="3851"/>
                      <a:pt x="10017" y="3851"/>
                    </a:cubicBezTo>
                    <a:cubicBezTo>
                      <a:pt x="10001" y="3925"/>
                      <a:pt x="9976" y="4000"/>
                      <a:pt x="9943" y="4066"/>
                    </a:cubicBezTo>
                    <a:cubicBezTo>
                      <a:pt x="9934" y="4091"/>
                      <a:pt x="9926" y="4116"/>
                      <a:pt x="9918" y="4149"/>
                    </a:cubicBezTo>
                    <a:cubicBezTo>
                      <a:pt x="9914" y="4171"/>
                      <a:pt x="9899" y="4180"/>
                      <a:pt x="9881" y="4180"/>
                    </a:cubicBezTo>
                    <a:cubicBezTo>
                      <a:pt x="9860" y="4180"/>
                      <a:pt x="9836" y="4167"/>
                      <a:pt x="9827" y="4149"/>
                    </a:cubicBezTo>
                    <a:cubicBezTo>
                      <a:pt x="9810" y="4157"/>
                      <a:pt x="9802" y="4166"/>
                      <a:pt x="9785" y="4166"/>
                    </a:cubicBezTo>
                    <a:lnTo>
                      <a:pt x="9777" y="4166"/>
                    </a:lnTo>
                    <a:lnTo>
                      <a:pt x="9777" y="4182"/>
                    </a:lnTo>
                    <a:cubicBezTo>
                      <a:pt x="9777" y="4190"/>
                      <a:pt x="9785" y="4207"/>
                      <a:pt x="9777" y="4224"/>
                    </a:cubicBezTo>
                    <a:cubicBezTo>
                      <a:pt x="9769" y="4248"/>
                      <a:pt x="9760" y="4265"/>
                      <a:pt x="9736" y="4290"/>
                    </a:cubicBezTo>
                    <a:cubicBezTo>
                      <a:pt x="9736" y="4298"/>
                      <a:pt x="9727" y="4306"/>
                      <a:pt x="9719" y="4323"/>
                    </a:cubicBezTo>
                    <a:cubicBezTo>
                      <a:pt x="9714" y="4339"/>
                      <a:pt x="9702" y="4345"/>
                      <a:pt x="9690" y="4345"/>
                    </a:cubicBezTo>
                    <a:cubicBezTo>
                      <a:pt x="9683" y="4345"/>
                      <a:pt x="9675" y="4343"/>
                      <a:pt x="9669" y="4340"/>
                    </a:cubicBezTo>
                    <a:cubicBezTo>
                      <a:pt x="9653" y="4340"/>
                      <a:pt x="9644" y="4348"/>
                      <a:pt x="9636" y="4348"/>
                    </a:cubicBezTo>
                    <a:cubicBezTo>
                      <a:pt x="9578" y="4389"/>
                      <a:pt x="9520" y="4422"/>
                      <a:pt x="9454" y="4456"/>
                    </a:cubicBezTo>
                    <a:cubicBezTo>
                      <a:pt x="9338" y="4522"/>
                      <a:pt x="9214" y="4596"/>
                      <a:pt x="9098" y="4671"/>
                    </a:cubicBezTo>
                    <a:cubicBezTo>
                      <a:pt x="8998" y="4729"/>
                      <a:pt x="8899" y="4795"/>
                      <a:pt x="8808" y="4862"/>
                    </a:cubicBezTo>
                    <a:cubicBezTo>
                      <a:pt x="8783" y="4886"/>
                      <a:pt x="8766" y="4903"/>
                      <a:pt x="8741" y="4928"/>
                    </a:cubicBezTo>
                    <a:cubicBezTo>
                      <a:pt x="8675" y="4994"/>
                      <a:pt x="8609" y="5060"/>
                      <a:pt x="8542" y="5135"/>
                    </a:cubicBezTo>
                    <a:cubicBezTo>
                      <a:pt x="8418" y="5284"/>
                      <a:pt x="8302" y="5433"/>
                      <a:pt x="8203" y="5599"/>
                    </a:cubicBezTo>
                    <a:cubicBezTo>
                      <a:pt x="8054" y="5831"/>
                      <a:pt x="7929" y="6088"/>
                      <a:pt x="7847" y="6353"/>
                    </a:cubicBezTo>
                    <a:cubicBezTo>
                      <a:pt x="7896" y="6295"/>
                      <a:pt x="7946" y="6237"/>
                      <a:pt x="8012" y="6187"/>
                    </a:cubicBezTo>
                    <a:cubicBezTo>
                      <a:pt x="8021" y="6178"/>
                      <a:pt x="8032" y="6174"/>
                      <a:pt x="8042" y="6174"/>
                    </a:cubicBezTo>
                    <a:cubicBezTo>
                      <a:pt x="8078" y="6174"/>
                      <a:pt x="8113" y="6221"/>
                      <a:pt x="8087" y="6254"/>
                    </a:cubicBezTo>
                    <a:cubicBezTo>
                      <a:pt x="7996" y="6353"/>
                      <a:pt x="7921" y="6469"/>
                      <a:pt x="7863" y="6593"/>
                    </a:cubicBezTo>
                    <a:cubicBezTo>
                      <a:pt x="7921" y="6626"/>
                      <a:pt x="7987" y="6668"/>
                      <a:pt x="8045" y="6709"/>
                    </a:cubicBezTo>
                    <a:lnTo>
                      <a:pt x="8054" y="6718"/>
                    </a:lnTo>
                    <a:cubicBezTo>
                      <a:pt x="8054" y="6701"/>
                      <a:pt x="8062" y="6684"/>
                      <a:pt x="8078" y="6676"/>
                    </a:cubicBezTo>
                    <a:cubicBezTo>
                      <a:pt x="8087" y="6660"/>
                      <a:pt x="8103" y="6651"/>
                      <a:pt x="8128" y="6643"/>
                    </a:cubicBezTo>
                    <a:cubicBezTo>
                      <a:pt x="8145" y="6639"/>
                      <a:pt x="8161" y="6637"/>
                      <a:pt x="8178" y="6637"/>
                    </a:cubicBezTo>
                    <a:cubicBezTo>
                      <a:pt x="8194" y="6637"/>
                      <a:pt x="8211" y="6639"/>
                      <a:pt x="8228" y="6643"/>
                    </a:cubicBezTo>
                    <a:cubicBezTo>
                      <a:pt x="8302" y="6660"/>
                      <a:pt x="8352" y="6701"/>
                      <a:pt x="8402" y="6751"/>
                    </a:cubicBezTo>
                    <a:cubicBezTo>
                      <a:pt x="8443" y="6784"/>
                      <a:pt x="8468" y="6817"/>
                      <a:pt x="8501" y="6850"/>
                    </a:cubicBezTo>
                    <a:cubicBezTo>
                      <a:pt x="8493" y="6817"/>
                      <a:pt x="8493" y="6784"/>
                      <a:pt x="8484" y="6751"/>
                    </a:cubicBezTo>
                    <a:cubicBezTo>
                      <a:pt x="8484" y="6726"/>
                      <a:pt x="8501" y="6701"/>
                      <a:pt x="8534" y="6693"/>
                    </a:cubicBezTo>
                    <a:cubicBezTo>
                      <a:pt x="8559" y="6693"/>
                      <a:pt x="8592" y="6709"/>
                      <a:pt x="8592" y="6742"/>
                    </a:cubicBezTo>
                    <a:cubicBezTo>
                      <a:pt x="8600" y="6800"/>
                      <a:pt x="8617" y="6867"/>
                      <a:pt x="8625" y="6925"/>
                    </a:cubicBezTo>
                    <a:cubicBezTo>
                      <a:pt x="8625" y="6950"/>
                      <a:pt x="8634" y="6983"/>
                      <a:pt x="8642" y="7016"/>
                    </a:cubicBezTo>
                    <a:cubicBezTo>
                      <a:pt x="8642" y="7049"/>
                      <a:pt x="8642" y="7090"/>
                      <a:pt x="8617" y="7115"/>
                    </a:cubicBezTo>
                    <a:cubicBezTo>
                      <a:pt x="8612" y="7129"/>
                      <a:pt x="8603" y="7135"/>
                      <a:pt x="8592" y="7135"/>
                    </a:cubicBezTo>
                    <a:cubicBezTo>
                      <a:pt x="8584" y="7135"/>
                      <a:pt x="8575" y="7131"/>
                      <a:pt x="8567" y="7124"/>
                    </a:cubicBezTo>
                    <a:lnTo>
                      <a:pt x="8567" y="7132"/>
                    </a:lnTo>
                    <a:cubicBezTo>
                      <a:pt x="8555" y="7157"/>
                      <a:pt x="8526" y="7169"/>
                      <a:pt x="8498" y="7169"/>
                    </a:cubicBezTo>
                    <a:cubicBezTo>
                      <a:pt x="8470" y="7169"/>
                      <a:pt x="8443" y="7157"/>
                      <a:pt x="8435" y="7132"/>
                    </a:cubicBezTo>
                    <a:cubicBezTo>
                      <a:pt x="8426" y="7107"/>
                      <a:pt x="8418" y="7082"/>
                      <a:pt x="8410" y="7066"/>
                    </a:cubicBezTo>
                    <a:cubicBezTo>
                      <a:pt x="8402" y="7049"/>
                      <a:pt x="8402" y="7041"/>
                      <a:pt x="8393" y="7032"/>
                    </a:cubicBezTo>
                    <a:lnTo>
                      <a:pt x="8385" y="7016"/>
                    </a:lnTo>
                    <a:lnTo>
                      <a:pt x="8385" y="7008"/>
                    </a:lnTo>
                    <a:cubicBezTo>
                      <a:pt x="8352" y="6966"/>
                      <a:pt x="8327" y="6925"/>
                      <a:pt x="8294" y="6892"/>
                    </a:cubicBezTo>
                    <a:lnTo>
                      <a:pt x="8269" y="6867"/>
                    </a:lnTo>
                    <a:lnTo>
                      <a:pt x="8261" y="6858"/>
                    </a:lnTo>
                    <a:lnTo>
                      <a:pt x="8252" y="6850"/>
                    </a:lnTo>
                    <a:cubicBezTo>
                      <a:pt x="8236" y="6834"/>
                      <a:pt x="8219" y="6817"/>
                      <a:pt x="8194" y="6809"/>
                    </a:cubicBezTo>
                    <a:lnTo>
                      <a:pt x="8186" y="6800"/>
                    </a:lnTo>
                    <a:lnTo>
                      <a:pt x="8178" y="6800"/>
                    </a:lnTo>
                    <a:lnTo>
                      <a:pt x="8161" y="6792"/>
                    </a:lnTo>
                    <a:lnTo>
                      <a:pt x="8136" y="6792"/>
                    </a:lnTo>
                    <a:cubicBezTo>
                      <a:pt x="8153" y="6800"/>
                      <a:pt x="8170" y="6817"/>
                      <a:pt x="8186" y="6834"/>
                    </a:cubicBezTo>
                    <a:cubicBezTo>
                      <a:pt x="8236" y="6883"/>
                      <a:pt x="8286" y="6933"/>
                      <a:pt x="8294" y="6999"/>
                    </a:cubicBezTo>
                    <a:cubicBezTo>
                      <a:pt x="8301" y="7043"/>
                      <a:pt x="8264" y="7067"/>
                      <a:pt x="8233" y="7067"/>
                    </a:cubicBezTo>
                    <a:cubicBezTo>
                      <a:pt x="8228" y="7067"/>
                      <a:pt x="8224" y="7067"/>
                      <a:pt x="8219" y="7066"/>
                    </a:cubicBezTo>
                    <a:cubicBezTo>
                      <a:pt x="8186" y="7057"/>
                      <a:pt x="8153" y="7032"/>
                      <a:pt x="8136" y="7016"/>
                    </a:cubicBezTo>
                    <a:cubicBezTo>
                      <a:pt x="8120" y="6999"/>
                      <a:pt x="8103" y="6991"/>
                      <a:pt x="8095" y="6974"/>
                    </a:cubicBezTo>
                    <a:lnTo>
                      <a:pt x="8070" y="6950"/>
                    </a:lnTo>
                    <a:cubicBezTo>
                      <a:pt x="8029" y="6916"/>
                      <a:pt x="7987" y="6875"/>
                      <a:pt x="7946" y="6842"/>
                    </a:cubicBezTo>
                    <a:cubicBezTo>
                      <a:pt x="7896" y="6800"/>
                      <a:pt x="7855" y="6767"/>
                      <a:pt x="7805" y="6734"/>
                    </a:cubicBezTo>
                    <a:cubicBezTo>
                      <a:pt x="7797" y="6751"/>
                      <a:pt x="7797" y="6767"/>
                      <a:pt x="7789" y="6784"/>
                    </a:cubicBezTo>
                    <a:cubicBezTo>
                      <a:pt x="7797" y="6784"/>
                      <a:pt x="7813" y="6792"/>
                      <a:pt x="7822" y="6792"/>
                    </a:cubicBezTo>
                    <a:cubicBezTo>
                      <a:pt x="7905" y="6834"/>
                      <a:pt x="7962" y="6900"/>
                      <a:pt x="7996" y="6983"/>
                    </a:cubicBezTo>
                    <a:cubicBezTo>
                      <a:pt x="8008" y="7001"/>
                      <a:pt x="7994" y="7014"/>
                      <a:pt x="7979" y="7014"/>
                    </a:cubicBezTo>
                    <a:cubicBezTo>
                      <a:pt x="7973" y="7014"/>
                      <a:pt x="7967" y="7012"/>
                      <a:pt x="7962" y="7008"/>
                    </a:cubicBezTo>
                    <a:cubicBezTo>
                      <a:pt x="7929" y="6991"/>
                      <a:pt x="7905" y="6966"/>
                      <a:pt x="7871" y="6950"/>
                    </a:cubicBezTo>
                    <a:cubicBezTo>
                      <a:pt x="7847" y="6925"/>
                      <a:pt x="7813" y="6908"/>
                      <a:pt x="7789" y="6892"/>
                    </a:cubicBezTo>
                    <a:cubicBezTo>
                      <a:pt x="7780" y="6892"/>
                      <a:pt x="7772" y="6883"/>
                      <a:pt x="7764" y="6883"/>
                    </a:cubicBezTo>
                    <a:cubicBezTo>
                      <a:pt x="7755" y="6908"/>
                      <a:pt x="7747" y="6941"/>
                      <a:pt x="7747" y="6966"/>
                    </a:cubicBezTo>
                    <a:cubicBezTo>
                      <a:pt x="7731" y="7099"/>
                      <a:pt x="7731" y="7231"/>
                      <a:pt x="7731" y="7364"/>
                    </a:cubicBezTo>
                    <a:lnTo>
                      <a:pt x="7739" y="7356"/>
                    </a:lnTo>
                    <a:cubicBezTo>
                      <a:pt x="7745" y="7339"/>
                      <a:pt x="7758" y="7332"/>
                      <a:pt x="7771" y="7332"/>
                    </a:cubicBezTo>
                    <a:cubicBezTo>
                      <a:pt x="7792" y="7332"/>
                      <a:pt x="7813" y="7350"/>
                      <a:pt x="7813" y="7380"/>
                    </a:cubicBezTo>
                    <a:cubicBezTo>
                      <a:pt x="7797" y="7604"/>
                      <a:pt x="7813" y="7836"/>
                      <a:pt x="7822" y="8068"/>
                    </a:cubicBezTo>
                    <a:cubicBezTo>
                      <a:pt x="7830" y="8184"/>
                      <a:pt x="7830" y="8292"/>
                      <a:pt x="7822" y="8408"/>
                    </a:cubicBezTo>
                    <a:cubicBezTo>
                      <a:pt x="7822" y="8424"/>
                      <a:pt x="7822" y="8441"/>
                      <a:pt x="7813" y="8458"/>
                    </a:cubicBezTo>
                    <a:cubicBezTo>
                      <a:pt x="7838" y="8441"/>
                      <a:pt x="7855" y="8416"/>
                      <a:pt x="7880" y="8400"/>
                    </a:cubicBezTo>
                    <a:cubicBezTo>
                      <a:pt x="7888" y="8393"/>
                      <a:pt x="7897" y="8390"/>
                      <a:pt x="7906" y="8390"/>
                    </a:cubicBezTo>
                    <a:cubicBezTo>
                      <a:pt x="7941" y="8390"/>
                      <a:pt x="7972" y="8435"/>
                      <a:pt x="7946" y="8474"/>
                    </a:cubicBezTo>
                    <a:cubicBezTo>
                      <a:pt x="7896" y="8540"/>
                      <a:pt x="7838" y="8607"/>
                      <a:pt x="7780" y="8665"/>
                    </a:cubicBezTo>
                    <a:cubicBezTo>
                      <a:pt x="7772" y="8698"/>
                      <a:pt x="7755" y="8723"/>
                      <a:pt x="7739" y="8739"/>
                    </a:cubicBezTo>
                    <a:cubicBezTo>
                      <a:pt x="7731" y="8764"/>
                      <a:pt x="7706" y="8772"/>
                      <a:pt x="7681" y="8772"/>
                    </a:cubicBezTo>
                    <a:cubicBezTo>
                      <a:pt x="7482" y="8988"/>
                      <a:pt x="7267" y="9187"/>
                      <a:pt x="7068" y="9410"/>
                    </a:cubicBezTo>
                    <a:cubicBezTo>
                      <a:pt x="6935" y="9543"/>
                      <a:pt x="6811" y="9684"/>
                      <a:pt x="6703" y="9833"/>
                    </a:cubicBezTo>
                    <a:cubicBezTo>
                      <a:pt x="6637" y="9916"/>
                      <a:pt x="6587" y="9999"/>
                      <a:pt x="6537" y="10090"/>
                    </a:cubicBezTo>
                    <a:cubicBezTo>
                      <a:pt x="6504" y="10139"/>
                      <a:pt x="6471" y="10197"/>
                      <a:pt x="6446" y="10247"/>
                    </a:cubicBezTo>
                    <a:cubicBezTo>
                      <a:pt x="6670" y="10164"/>
                      <a:pt x="6910" y="10115"/>
                      <a:pt x="7159" y="10106"/>
                    </a:cubicBezTo>
                    <a:cubicBezTo>
                      <a:pt x="7210" y="10103"/>
                      <a:pt x="7263" y="10101"/>
                      <a:pt x="7317" y="10101"/>
                    </a:cubicBezTo>
                    <a:cubicBezTo>
                      <a:pt x="7393" y="10101"/>
                      <a:pt x="7471" y="10105"/>
                      <a:pt x="7548" y="10115"/>
                    </a:cubicBezTo>
                    <a:cubicBezTo>
                      <a:pt x="7581" y="10115"/>
                      <a:pt x="7623" y="10123"/>
                      <a:pt x="7656" y="10139"/>
                    </a:cubicBezTo>
                    <a:cubicBezTo>
                      <a:pt x="7747" y="10098"/>
                      <a:pt x="7838" y="10057"/>
                      <a:pt x="7938" y="10023"/>
                    </a:cubicBezTo>
                    <a:cubicBezTo>
                      <a:pt x="7947" y="10020"/>
                      <a:pt x="7957" y="10018"/>
                      <a:pt x="7967" y="10018"/>
                    </a:cubicBezTo>
                    <a:cubicBezTo>
                      <a:pt x="8026" y="10018"/>
                      <a:pt x="8082" y="10076"/>
                      <a:pt x="8054" y="10139"/>
                    </a:cubicBezTo>
                    <a:cubicBezTo>
                      <a:pt x="7971" y="10338"/>
                      <a:pt x="7863" y="10537"/>
                      <a:pt x="7747" y="10719"/>
                    </a:cubicBezTo>
                    <a:cubicBezTo>
                      <a:pt x="7697" y="10811"/>
                      <a:pt x="7631" y="10902"/>
                      <a:pt x="7565" y="10985"/>
                    </a:cubicBezTo>
                    <a:lnTo>
                      <a:pt x="7557" y="10993"/>
                    </a:lnTo>
                    <a:cubicBezTo>
                      <a:pt x="7515" y="11067"/>
                      <a:pt x="7465" y="11125"/>
                      <a:pt x="7407" y="11175"/>
                    </a:cubicBezTo>
                    <a:cubicBezTo>
                      <a:pt x="7391" y="11192"/>
                      <a:pt x="7383" y="11217"/>
                      <a:pt x="7383" y="11241"/>
                    </a:cubicBezTo>
                    <a:cubicBezTo>
                      <a:pt x="7383" y="11266"/>
                      <a:pt x="7374" y="11283"/>
                      <a:pt x="7366" y="11299"/>
                    </a:cubicBezTo>
                    <a:cubicBezTo>
                      <a:pt x="7374" y="11316"/>
                      <a:pt x="7374" y="11324"/>
                      <a:pt x="7383" y="11341"/>
                    </a:cubicBezTo>
                    <a:cubicBezTo>
                      <a:pt x="7474" y="11407"/>
                      <a:pt x="7515" y="11523"/>
                      <a:pt x="7499" y="11631"/>
                    </a:cubicBezTo>
                    <a:cubicBezTo>
                      <a:pt x="7540" y="11689"/>
                      <a:pt x="7631" y="11697"/>
                      <a:pt x="7697" y="11705"/>
                    </a:cubicBezTo>
                    <a:cubicBezTo>
                      <a:pt x="7799" y="11721"/>
                      <a:pt x="7901" y="11731"/>
                      <a:pt x="8000" y="11731"/>
                    </a:cubicBezTo>
                    <a:cubicBezTo>
                      <a:pt x="8055" y="11731"/>
                      <a:pt x="8109" y="11728"/>
                      <a:pt x="8161" y="11722"/>
                    </a:cubicBezTo>
                    <a:cubicBezTo>
                      <a:pt x="8443" y="11697"/>
                      <a:pt x="8725" y="11639"/>
                      <a:pt x="8990" y="11573"/>
                    </a:cubicBezTo>
                    <a:cubicBezTo>
                      <a:pt x="9131" y="11531"/>
                      <a:pt x="9238" y="11449"/>
                      <a:pt x="9379" y="11407"/>
                    </a:cubicBezTo>
                    <a:cubicBezTo>
                      <a:pt x="9417" y="11388"/>
                      <a:pt x="9459" y="11379"/>
                      <a:pt x="9498" y="11379"/>
                    </a:cubicBezTo>
                    <a:cubicBezTo>
                      <a:pt x="9511" y="11379"/>
                      <a:pt x="9524" y="11380"/>
                      <a:pt x="9537" y="11382"/>
                    </a:cubicBezTo>
                    <a:cubicBezTo>
                      <a:pt x="9564" y="11389"/>
                      <a:pt x="9590" y="11401"/>
                      <a:pt x="9617" y="11401"/>
                    </a:cubicBezTo>
                    <a:cubicBezTo>
                      <a:pt x="9624" y="11401"/>
                      <a:pt x="9630" y="11400"/>
                      <a:pt x="9636" y="11399"/>
                    </a:cubicBezTo>
                    <a:cubicBezTo>
                      <a:pt x="9678" y="11399"/>
                      <a:pt x="9678" y="11382"/>
                      <a:pt x="9711" y="11349"/>
                    </a:cubicBezTo>
                    <a:cubicBezTo>
                      <a:pt x="9779" y="11284"/>
                      <a:pt x="9858" y="11262"/>
                      <a:pt x="9940" y="11262"/>
                    </a:cubicBezTo>
                    <a:cubicBezTo>
                      <a:pt x="10086" y="11262"/>
                      <a:pt x="10244" y="11330"/>
                      <a:pt x="10382" y="11341"/>
                    </a:cubicBezTo>
                    <a:cubicBezTo>
                      <a:pt x="10401" y="11342"/>
                      <a:pt x="10421" y="11343"/>
                      <a:pt x="10440" y="11343"/>
                    </a:cubicBezTo>
                    <a:cubicBezTo>
                      <a:pt x="10650" y="11343"/>
                      <a:pt x="10842" y="11261"/>
                      <a:pt x="10987" y="11109"/>
                    </a:cubicBezTo>
                    <a:cubicBezTo>
                      <a:pt x="10995" y="11101"/>
                      <a:pt x="11003" y="11092"/>
                      <a:pt x="11020" y="11092"/>
                    </a:cubicBezTo>
                    <a:lnTo>
                      <a:pt x="11028" y="11076"/>
                    </a:lnTo>
                    <a:cubicBezTo>
                      <a:pt x="11045" y="11051"/>
                      <a:pt x="11070" y="11018"/>
                      <a:pt x="11094" y="10993"/>
                    </a:cubicBezTo>
                    <a:cubicBezTo>
                      <a:pt x="11111" y="10976"/>
                      <a:pt x="11128" y="10960"/>
                      <a:pt x="11144" y="10951"/>
                    </a:cubicBezTo>
                    <a:cubicBezTo>
                      <a:pt x="11161" y="10927"/>
                      <a:pt x="11177" y="10918"/>
                      <a:pt x="11202" y="10910"/>
                    </a:cubicBezTo>
                    <a:cubicBezTo>
                      <a:pt x="11128" y="10877"/>
                      <a:pt x="11053" y="10852"/>
                      <a:pt x="10978" y="10835"/>
                    </a:cubicBezTo>
                    <a:cubicBezTo>
                      <a:pt x="10954" y="10827"/>
                      <a:pt x="10929" y="10802"/>
                      <a:pt x="10937" y="10769"/>
                    </a:cubicBezTo>
                    <a:cubicBezTo>
                      <a:pt x="10937" y="10748"/>
                      <a:pt x="10962" y="10726"/>
                      <a:pt x="10985" y="10726"/>
                    </a:cubicBezTo>
                    <a:cubicBezTo>
                      <a:pt x="10988" y="10726"/>
                      <a:pt x="10992" y="10727"/>
                      <a:pt x="10995" y="10728"/>
                    </a:cubicBezTo>
                    <a:cubicBezTo>
                      <a:pt x="11094" y="10728"/>
                      <a:pt x="11186" y="10744"/>
                      <a:pt x="11285" y="10777"/>
                    </a:cubicBezTo>
                    <a:cubicBezTo>
                      <a:pt x="11368" y="10811"/>
                      <a:pt x="11442" y="10869"/>
                      <a:pt x="11484" y="10951"/>
                    </a:cubicBezTo>
                    <a:cubicBezTo>
                      <a:pt x="11509" y="11001"/>
                      <a:pt x="11517" y="11067"/>
                      <a:pt x="11476" y="11109"/>
                    </a:cubicBezTo>
                    <a:cubicBezTo>
                      <a:pt x="11460" y="11121"/>
                      <a:pt x="11444" y="11126"/>
                      <a:pt x="11428" y="11126"/>
                    </a:cubicBezTo>
                    <a:cubicBezTo>
                      <a:pt x="11401" y="11126"/>
                      <a:pt x="11375" y="11110"/>
                      <a:pt x="11360" y="11084"/>
                    </a:cubicBezTo>
                    <a:cubicBezTo>
                      <a:pt x="11351" y="11067"/>
                      <a:pt x="11351" y="11059"/>
                      <a:pt x="11343" y="11043"/>
                    </a:cubicBezTo>
                    <a:lnTo>
                      <a:pt x="11343" y="11034"/>
                    </a:lnTo>
                    <a:lnTo>
                      <a:pt x="11343" y="11026"/>
                    </a:lnTo>
                    <a:cubicBezTo>
                      <a:pt x="11335" y="11018"/>
                      <a:pt x="11335" y="11009"/>
                      <a:pt x="11326" y="11001"/>
                    </a:cubicBezTo>
                    <a:lnTo>
                      <a:pt x="11318" y="10993"/>
                    </a:lnTo>
                    <a:lnTo>
                      <a:pt x="11302" y="10976"/>
                    </a:lnTo>
                    <a:lnTo>
                      <a:pt x="11302" y="10976"/>
                    </a:lnTo>
                    <a:cubicBezTo>
                      <a:pt x="11302" y="10985"/>
                      <a:pt x="11310" y="10993"/>
                      <a:pt x="11302" y="11001"/>
                    </a:cubicBezTo>
                    <a:cubicBezTo>
                      <a:pt x="11302" y="11026"/>
                      <a:pt x="11285" y="11043"/>
                      <a:pt x="11268" y="11067"/>
                    </a:cubicBezTo>
                    <a:cubicBezTo>
                      <a:pt x="11260" y="11067"/>
                      <a:pt x="11252" y="11076"/>
                      <a:pt x="11252" y="11084"/>
                    </a:cubicBezTo>
                    <a:cubicBezTo>
                      <a:pt x="11235" y="11092"/>
                      <a:pt x="11227" y="11109"/>
                      <a:pt x="11210" y="11117"/>
                    </a:cubicBezTo>
                    <a:cubicBezTo>
                      <a:pt x="11186" y="11142"/>
                      <a:pt x="11161" y="11159"/>
                      <a:pt x="11136" y="11183"/>
                    </a:cubicBezTo>
                    <a:cubicBezTo>
                      <a:pt x="11128" y="11200"/>
                      <a:pt x="11119" y="11208"/>
                      <a:pt x="11103" y="11217"/>
                    </a:cubicBezTo>
                    <a:lnTo>
                      <a:pt x="11094" y="11233"/>
                    </a:lnTo>
                    <a:cubicBezTo>
                      <a:pt x="11086" y="11241"/>
                      <a:pt x="11078" y="11250"/>
                      <a:pt x="11070" y="11258"/>
                    </a:cubicBezTo>
                    <a:lnTo>
                      <a:pt x="11061" y="11266"/>
                    </a:lnTo>
                    <a:lnTo>
                      <a:pt x="11053" y="11275"/>
                    </a:lnTo>
                    <a:lnTo>
                      <a:pt x="11045" y="11275"/>
                    </a:lnTo>
                    <a:lnTo>
                      <a:pt x="11028" y="11291"/>
                    </a:lnTo>
                    <a:cubicBezTo>
                      <a:pt x="10890" y="11443"/>
                      <a:pt x="10683" y="11520"/>
                      <a:pt x="10472" y="11520"/>
                    </a:cubicBezTo>
                    <a:cubicBezTo>
                      <a:pt x="10442" y="11520"/>
                      <a:pt x="10412" y="11518"/>
                      <a:pt x="10382" y="11515"/>
                    </a:cubicBezTo>
                    <a:cubicBezTo>
                      <a:pt x="10249" y="11507"/>
                      <a:pt x="10125" y="11449"/>
                      <a:pt x="9992" y="11415"/>
                    </a:cubicBezTo>
                    <a:cubicBezTo>
                      <a:pt x="9961" y="11410"/>
                      <a:pt x="9932" y="11406"/>
                      <a:pt x="9905" y="11406"/>
                    </a:cubicBezTo>
                    <a:cubicBezTo>
                      <a:pt x="9855" y="11406"/>
                      <a:pt x="9812" y="11419"/>
                      <a:pt x="9769" y="11457"/>
                    </a:cubicBezTo>
                    <a:cubicBezTo>
                      <a:pt x="9732" y="11486"/>
                      <a:pt x="9701" y="11516"/>
                      <a:pt x="9654" y="11516"/>
                    </a:cubicBezTo>
                    <a:cubicBezTo>
                      <a:pt x="9648" y="11516"/>
                      <a:pt x="9642" y="11516"/>
                      <a:pt x="9636" y="11515"/>
                    </a:cubicBezTo>
                    <a:cubicBezTo>
                      <a:pt x="9603" y="11515"/>
                      <a:pt x="9570" y="11498"/>
                      <a:pt x="9537" y="11490"/>
                    </a:cubicBezTo>
                    <a:cubicBezTo>
                      <a:pt x="9521" y="11484"/>
                      <a:pt x="9504" y="11481"/>
                      <a:pt x="9487" y="11481"/>
                    </a:cubicBezTo>
                    <a:cubicBezTo>
                      <a:pt x="9459" y="11481"/>
                      <a:pt x="9430" y="11488"/>
                      <a:pt x="9404" y="11498"/>
                    </a:cubicBezTo>
                    <a:cubicBezTo>
                      <a:pt x="9338" y="11515"/>
                      <a:pt x="9280" y="11556"/>
                      <a:pt x="9214" y="11598"/>
                    </a:cubicBezTo>
                    <a:cubicBezTo>
                      <a:pt x="9081" y="11672"/>
                      <a:pt x="8940" y="11714"/>
                      <a:pt x="8791" y="11755"/>
                    </a:cubicBezTo>
                    <a:cubicBezTo>
                      <a:pt x="8504" y="11833"/>
                      <a:pt x="8217" y="11888"/>
                      <a:pt x="7923" y="11888"/>
                    </a:cubicBezTo>
                    <a:cubicBezTo>
                      <a:pt x="7903" y="11888"/>
                      <a:pt x="7883" y="11888"/>
                      <a:pt x="7863" y="11888"/>
                    </a:cubicBezTo>
                    <a:cubicBezTo>
                      <a:pt x="7739" y="11879"/>
                      <a:pt x="7565" y="11863"/>
                      <a:pt x="7457" y="11788"/>
                    </a:cubicBezTo>
                    <a:cubicBezTo>
                      <a:pt x="7449" y="11788"/>
                      <a:pt x="7441" y="11780"/>
                      <a:pt x="7432" y="11772"/>
                    </a:cubicBezTo>
                    <a:lnTo>
                      <a:pt x="7432" y="11780"/>
                    </a:lnTo>
                    <a:cubicBezTo>
                      <a:pt x="7532" y="12029"/>
                      <a:pt x="7822" y="12136"/>
                      <a:pt x="8078" y="12169"/>
                    </a:cubicBezTo>
                    <a:cubicBezTo>
                      <a:pt x="8240" y="12186"/>
                      <a:pt x="8402" y="12194"/>
                      <a:pt x="8562" y="12194"/>
                    </a:cubicBezTo>
                    <a:cubicBezTo>
                      <a:pt x="8723" y="12194"/>
                      <a:pt x="8882" y="12186"/>
                      <a:pt x="9040" y="12169"/>
                    </a:cubicBezTo>
                    <a:cubicBezTo>
                      <a:pt x="9363" y="12145"/>
                      <a:pt x="9678" y="12078"/>
                      <a:pt x="9992" y="12004"/>
                    </a:cubicBezTo>
                    <a:cubicBezTo>
                      <a:pt x="10274" y="11929"/>
                      <a:pt x="10564" y="11813"/>
                      <a:pt x="10862" y="11813"/>
                    </a:cubicBezTo>
                    <a:cubicBezTo>
                      <a:pt x="10887" y="11797"/>
                      <a:pt x="10920" y="11788"/>
                      <a:pt x="10954" y="11780"/>
                    </a:cubicBezTo>
                    <a:cubicBezTo>
                      <a:pt x="10995" y="11770"/>
                      <a:pt x="11032" y="11763"/>
                      <a:pt x="11071" y="11763"/>
                    </a:cubicBezTo>
                    <a:cubicBezTo>
                      <a:pt x="11095" y="11763"/>
                      <a:pt x="11119" y="11765"/>
                      <a:pt x="11144" y="11772"/>
                    </a:cubicBezTo>
                    <a:cubicBezTo>
                      <a:pt x="11210" y="11780"/>
                      <a:pt x="11277" y="11805"/>
                      <a:pt x="11335" y="11830"/>
                    </a:cubicBezTo>
                    <a:cubicBezTo>
                      <a:pt x="11384" y="11846"/>
                      <a:pt x="11451" y="11879"/>
                      <a:pt x="11467" y="11937"/>
                    </a:cubicBezTo>
                    <a:cubicBezTo>
                      <a:pt x="11467" y="11954"/>
                      <a:pt x="11451" y="11971"/>
                      <a:pt x="11434" y="11971"/>
                    </a:cubicBezTo>
                    <a:cubicBezTo>
                      <a:pt x="11409" y="11971"/>
                      <a:pt x="11384" y="11962"/>
                      <a:pt x="11360" y="11954"/>
                    </a:cubicBezTo>
                    <a:cubicBezTo>
                      <a:pt x="11335" y="11946"/>
                      <a:pt x="11310" y="11937"/>
                      <a:pt x="11285" y="11929"/>
                    </a:cubicBezTo>
                    <a:cubicBezTo>
                      <a:pt x="11235" y="11913"/>
                      <a:pt x="11186" y="11888"/>
                      <a:pt x="11128" y="11879"/>
                    </a:cubicBezTo>
                    <a:cubicBezTo>
                      <a:pt x="11107" y="11872"/>
                      <a:pt x="11086" y="11870"/>
                      <a:pt x="11064" y="11870"/>
                    </a:cubicBezTo>
                    <a:cubicBezTo>
                      <a:pt x="11034" y="11870"/>
                      <a:pt x="11004" y="11875"/>
                      <a:pt x="10970" y="11879"/>
                    </a:cubicBezTo>
                    <a:cubicBezTo>
                      <a:pt x="10970" y="11888"/>
                      <a:pt x="10962" y="11888"/>
                      <a:pt x="10954" y="11896"/>
                    </a:cubicBezTo>
                    <a:cubicBezTo>
                      <a:pt x="10813" y="11937"/>
                      <a:pt x="10655" y="11971"/>
                      <a:pt x="10506" y="12004"/>
                    </a:cubicBezTo>
                    <a:cubicBezTo>
                      <a:pt x="10349" y="12045"/>
                      <a:pt x="10191" y="12095"/>
                      <a:pt x="10034" y="12145"/>
                    </a:cubicBezTo>
                    <a:cubicBezTo>
                      <a:pt x="9992" y="12153"/>
                      <a:pt x="9951" y="12169"/>
                      <a:pt x="9901" y="12178"/>
                    </a:cubicBezTo>
                    <a:cubicBezTo>
                      <a:pt x="9694" y="12236"/>
                      <a:pt x="9479" y="12277"/>
                      <a:pt x="9255" y="12310"/>
                    </a:cubicBezTo>
                    <a:cubicBezTo>
                      <a:pt x="9052" y="12336"/>
                      <a:pt x="8845" y="12346"/>
                      <a:pt x="8640" y="12346"/>
                    </a:cubicBezTo>
                    <a:cubicBezTo>
                      <a:pt x="8577" y="12346"/>
                      <a:pt x="8514" y="12345"/>
                      <a:pt x="8451" y="12343"/>
                    </a:cubicBezTo>
                    <a:lnTo>
                      <a:pt x="8451" y="12343"/>
                    </a:lnTo>
                    <a:cubicBezTo>
                      <a:pt x="8468" y="12352"/>
                      <a:pt x="8476" y="12352"/>
                      <a:pt x="8484" y="12368"/>
                    </a:cubicBezTo>
                    <a:cubicBezTo>
                      <a:pt x="8534" y="12459"/>
                      <a:pt x="8534" y="12584"/>
                      <a:pt x="8526" y="12691"/>
                    </a:cubicBezTo>
                    <a:cubicBezTo>
                      <a:pt x="8526" y="12708"/>
                      <a:pt x="8526" y="12725"/>
                      <a:pt x="8518" y="12741"/>
                    </a:cubicBezTo>
                    <a:cubicBezTo>
                      <a:pt x="8518" y="12783"/>
                      <a:pt x="8509" y="12816"/>
                      <a:pt x="8493" y="12849"/>
                    </a:cubicBezTo>
                    <a:cubicBezTo>
                      <a:pt x="8476" y="12899"/>
                      <a:pt x="8451" y="12957"/>
                      <a:pt x="8410" y="12981"/>
                    </a:cubicBezTo>
                    <a:cubicBezTo>
                      <a:pt x="8401" y="12987"/>
                      <a:pt x="8392" y="12990"/>
                      <a:pt x="8384" y="12990"/>
                    </a:cubicBezTo>
                    <a:cubicBezTo>
                      <a:pt x="8370" y="12990"/>
                      <a:pt x="8357" y="12981"/>
                      <a:pt x="8352" y="12965"/>
                    </a:cubicBezTo>
                    <a:cubicBezTo>
                      <a:pt x="8352" y="12932"/>
                      <a:pt x="8360" y="12907"/>
                      <a:pt x="8368" y="12874"/>
                    </a:cubicBezTo>
                    <a:cubicBezTo>
                      <a:pt x="8368" y="12857"/>
                      <a:pt x="8377" y="12832"/>
                      <a:pt x="8377" y="12816"/>
                    </a:cubicBezTo>
                    <a:cubicBezTo>
                      <a:pt x="8393" y="12766"/>
                      <a:pt x="8402" y="12725"/>
                      <a:pt x="8410" y="12675"/>
                    </a:cubicBezTo>
                    <a:cubicBezTo>
                      <a:pt x="8410" y="12625"/>
                      <a:pt x="8418" y="12575"/>
                      <a:pt x="8410" y="12534"/>
                    </a:cubicBezTo>
                    <a:cubicBezTo>
                      <a:pt x="8410" y="12476"/>
                      <a:pt x="8410" y="12426"/>
                      <a:pt x="8410" y="12377"/>
                    </a:cubicBezTo>
                    <a:cubicBezTo>
                      <a:pt x="8410" y="12360"/>
                      <a:pt x="8418" y="12343"/>
                      <a:pt x="8435" y="12343"/>
                    </a:cubicBezTo>
                    <a:lnTo>
                      <a:pt x="8310" y="12343"/>
                    </a:lnTo>
                    <a:cubicBezTo>
                      <a:pt x="8377" y="12468"/>
                      <a:pt x="8335" y="12633"/>
                      <a:pt x="8294" y="12774"/>
                    </a:cubicBezTo>
                    <a:cubicBezTo>
                      <a:pt x="8261" y="12865"/>
                      <a:pt x="8228" y="12948"/>
                      <a:pt x="8178" y="13031"/>
                    </a:cubicBezTo>
                    <a:cubicBezTo>
                      <a:pt x="8178" y="13039"/>
                      <a:pt x="8170" y="13048"/>
                      <a:pt x="8161" y="13056"/>
                    </a:cubicBezTo>
                    <a:cubicBezTo>
                      <a:pt x="8128" y="13131"/>
                      <a:pt x="8078" y="13205"/>
                      <a:pt x="8012" y="13255"/>
                    </a:cubicBezTo>
                    <a:cubicBezTo>
                      <a:pt x="8008" y="13259"/>
                      <a:pt x="8004" y="13261"/>
                      <a:pt x="8000" y="13261"/>
                    </a:cubicBezTo>
                    <a:cubicBezTo>
                      <a:pt x="7996" y="13261"/>
                      <a:pt x="7991" y="13259"/>
                      <a:pt x="7987" y="13255"/>
                    </a:cubicBezTo>
                    <a:lnTo>
                      <a:pt x="7979" y="13255"/>
                    </a:lnTo>
                    <a:lnTo>
                      <a:pt x="7971" y="13271"/>
                    </a:lnTo>
                    <a:cubicBezTo>
                      <a:pt x="7962" y="13296"/>
                      <a:pt x="7954" y="13321"/>
                      <a:pt x="7946" y="13346"/>
                    </a:cubicBezTo>
                    <a:cubicBezTo>
                      <a:pt x="7929" y="13387"/>
                      <a:pt x="7921" y="13437"/>
                      <a:pt x="7905" y="13479"/>
                    </a:cubicBezTo>
                    <a:cubicBezTo>
                      <a:pt x="7921" y="13487"/>
                      <a:pt x="7938" y="13503"/>
                      <a:pt x="7938" y="13528"/>
                    </a:cubicBezTo>
                    <a:cubicBezTo>
                      <a:pt x="7954" y="13487"/>
                      <a:pt x="7971" y="13445"/>
                      <a:pt x="7987" y="13404"/>
                    </a:cubicBezTo>
                    <a:cubicBezTo>
                      <a:pt x="7993" y="13380"/>
                      <a:pt x="8009" y="13370"/>
                      <a:pt x="8026" y="13370"/>
                    </a:cubicBezTo>
                    <a:cubicBezTo>
                      <a:pt x="8056" y="13370"/>
                      <a:pt x="8089" y="13400"/>
                      <a:pt x="8078" y="13437"/>
                    </a:cubicBezTo>
                    <a:cubicBezTo>
                      <a:pt x="8037" y="13561"/>
                      <a:pt x="8012" y="13694"/>
                      <a:pt x="7987" y="13818"/>
                    </a:cubicBezTo>
                    <a:cubicBezTo>
                      <a:pt x="7987" y="13843"/>
                      <a:pt x="7987" y="13868"/>
                      <a:pt x="7987" y="13893"/>
                    </a:cubicBezTo>
                    <a:cubicBezTo>
                      <a:pt x="7979" y="13934"/>
                      <a:pt x="7979" y="13967"/>
                      <a:pt x="7971" y="14009"/>
                    </a:cubicBezTo>
                    <a:cubicBezTo>
                      <a:pt x="7971" y="14067"/>
                      <a:pt x="7971" y="14141"/>
                      <a:pt x="7954" y="14199"/>
                    </a:cubicBezTo>
                    <a:cubicBezTo>
                      <a:pt x="7950" y="14219"/>
                      <a:pt x="7935" y="14227"/>
                      <a:pt x="7920" y="14227"/>
                    </a:cubicBezTo>
                    <a:cubicBezTo>
                      <a:pt x="7902" y="14227"/>
                      <a:pt x="7884" y="14217"/>
                      <a:pt x="7880" y="14199"/>
                    </a:cubicBezTo>
                    <a:cubicBezTo>
                      <a:pt x="7855" y="14141"/>
                      <a:pt x="7855" y="14067"/>
                      <a:pt x="7855" y="14000"/>
                    </a:cubicBezTo>
                    <a:cubicBezTo>
                      <a:pt x="7855" y="13959"/>
                      <a:pt x="7863" y="13918"/>
                      <a:pt x="7863" y="13884"/>
                    </a:cubicBezTo>
                    <a:cubicBezTo>
                      <a:pt x="7871" y="13851"/>
                      <a:pt x="7871" y="13826"/>
                      <a:pt x="7880" y="13793"/>
                    </a:cubicBezTo>
                    <a:cubicBezTo>
                      <a:pt x="7888" y="13735"/>
                      <a:pt x="7896" y="13686"/>
                      <a:pt x="7913" y="13628"/>
                    </a:cubicBezTo>
                    <a:lnTo>
                      <a:pt x="7913" y="13628"/>
                    </a:lnTo>
                    <a:cubicBezTo>
                      <a:pt x="7888" y="13686"/>
                      <a:pt x="7863" y="13735"/>
                      <a:pt x="7838" y="13793"/>
                    </a:cubicBezTo>
                    <a:cubicBezTo>
                      <a:pt x="7830" y="13818"/>
                      <a:pt x="7822" y="13851"/>
                      <a:pt x="7813" y="13884"/>
                    </a:cubicBezTo>
                    <a:cubicBezTo>
                      <a:pt x="7805" y="13942"/>
                      <a:pt x="7789" y="14000"/>
                      <a:pt x="7755" y="14042"/>
                    </a:cubicBezTo>
                    <a:cubicBezTo>
                      <a:pt x="7752" y="14049"/>
                      <a:pt x="7743" y="14053"/>
                      <a:pt x="7734" y="14053"/>
                    </a:cubicBezTo>
                    <a:cubicBezTo>
                      <a:pt x="7722" y="14053"/>
                      <a:pt x="7710" y="14047"/>
                      <a:pt x="7706" y="14034"/>
                    </a:cubicBezTo>
                    <a:cubicBezTo>
                      <a:pt x="7697" y="14025"/>
                      <a:pt x="7697" y="14017"/>
                      <a:pt x="7697" y="14009"/>
                    </a:cubicBezTo>
                    <a:cubicBezTo>
                      <a:pt x="7615" y="14125"/>
                      <a:pt x="7532" y="14232"/>
                      <a:pt x="7474" y="14357"/>
                    </a:cubicBezTo>
                    <a:cubicBezTo>
                      <a:pt x="7399" y="14506"/>
                      <a:pt x="7358" y="14655"/>
                      <a:pt x="7308" y="14812"/>
                    </a:cubicBezTo>
                    <a:cubicBezTo>
                      <a:pt x="7316" y="14829"/>
                      <a:pt x="7316" y="14846"/>
                      <a:pt x="7308" y="14862"/>
                    </a:cubicBezTo>
                    <a:cubicBezTo>
                      <a:pt x="7300" y="14879"/>
                      <a:pt x="7283" y="14895"/>
                      <a:pt x="7275" y="14912"/>
                    </a:cubicBezTo>
                    <a:cubicBezTo>
                      <a:pt x="7250" y="14995"/>
                      <a:pt x="7225" y="15086"/>
                      <a:pt x="7192" y="15169"/>
                    </a:cubicBezTo>
                    <a:cubicBezTo>
                      <a:pt x="7167" y="15252"/>
                      <a:pt x="7142" y="15343"/>
                      <a:pt x="7084" y="15409"/>
                    </a:cubicBezTo>
                    <a:cubicBezTo>
                      <a:pt x="7072" y="15421"/>
                      <a:pt x="7056" y="15429"/>
                      <a:pt x="7041" y="15429"/>
                    </a:cubicBezTo>
                    <a:cubicBezTo>
                      <a:pt x="7038" y="15429"/>
                      <a:pt x="7034" y="15428"/>
                      <a:pt x="7031" y="15428"/>
                    </a:cubicBezTo>
                    <a:lnTo>
                      <a:pt x="7031" y="15428"/>
                    </a:lnTo>
                    <a:cubicBezTo>
                      <a:pt x="7053" y="15437"/>
                      <a:pt x="7067" y="15461"/>
                      <a:pt x="7051" y="15492"/>
                    </a:cubicBezTo>
                    <a:cubicBezTo>
                      <a:pt x="7001" y="15624"/>
                      <a:pt x="6943" y="15740"/>
                      <a:pt x="6877" y="15865"/>
                    </a:cubicBezTo>
                    <a:cubicBezTo>
                      <a:pt x="6844" y="15956"/>
                      <a:pt x="6819" y="16039"/>
                      <a:pt x="6769" y="16122"/>
                    </a:cubicBezTo>
                    <a:cubicBezTo>
                      <a:pt x="6764" y="16132"/>
                      <a:pt x="6753" y="16139"/>
                      <a:pt x="6741" y="16139"/>
                    </a:cubicBezTo>
                    <a:cubicBezTo>
                      <a:pt x="6734" y="16139"/>
                      <a:pt x="6726" y="16136"/>
                      <a:pt x="6720" y="16130"/>
                    </a:cubicBezTo>
                    <a:cubicBezTo>
                      <a:pt x="6711" y="16138"/>
                      <a:pt x="6711" y="16138"/>
                      <a:pt x="6711" y="16138"/>
                    </a:cubicBezTo>
                    <a:cubicBezTo>
                      <a:pt x="6587" y="16345"/>
                      <a:pt x="6463" y="16552"/>
                      <a:pt x="6355" y="16768"/>
                    </a:cubicBezTo>
                    <a:cubicBezTo>
                      <a:pt x="6289" y="16917"/>
                      <a:pt x="6231" y="17066"/>
                      <a:pt x="6189" y="17224"/>
                    </a:cubicBezTo>
                    <a:cubicBezTo>
                      <a:pt x="6214" y="17224"/>
                      <a:pt x="6247" y="17240"/>
                      <a:pt x="6247" y="17282"/>
                    </a:cubicBezTo>
                    <a:cubicBezTo>
                      <a:pt x="6256" y="17480"/>
                      <a:pt x="6189" y="17663"/>
                      <a:pt x="6073" y="17828"/>
                    </a:cubicBezTo>
                    <a:cubicBezTo>
                      <a:pt x="6065" y="17886"/>
                      <a:pt x="6065" y="17944"/>
                      <a:pt x="6057" y="18002"/>
                    </a:cubicBezTo>
                    <a:cubicBezTo>
                      <a:pt x="6049" y="18052"/>
                      <a:pt x="6049" y="18118"/>
                      <a:pt x="6007" y="18160"/>
                    </a:cubicBezTo>
                    <a:cubicBezTo>
                      <a:pt x="5995" y="18172"/>
                      <a:pt x="5982" y="18178"/>
                      <a:pt x="5970" y="18178"/>
                    </a:cubicBezTo>
                    <a:cubicBezTo>
                      <a:pt x="5957" y="18178"/>
                      <a:pt x="5945" y="18172"/>
                      <a:pt x="5933" y="18160"/>
                    </a:cubicBezTo>
                    <a:cubicBezTo>
                      <a:pt x="5899" y="18135"/>
                      <a:pt x="5891" y="18094"/>
                      <a:pt x="5891" y="18052"/>
                    </a:cubicBezTo>
                    <a:cubicBezTo>
                      <a:pt x="5808" y="18143"/>
                      <a:pt x="5717" y="18226"/>
                      <a:pt x="5651" y="18326"/>
                    </a:cubicBezTo>
                    <a:cubicBezTo>
                      <a:pt x="5527" y="18491"/>
                      <a:pt x="5444" y="18682"/>
                      <a:pt x="5369" y="18881"/>
                    </a:cubicBezTo>
                    <a:cubicBezTo>
                      <a:pt x="5336" y="18972"/>
                      <a:pt x="5311" y="19071"/>
                      <a:pt x="5278" y="19171"/>
                    </a:cubicBezTo>
                    <a:cubicBezTo>
                      <a:pt x="5245" y="19270"/>
                      <a:pt x="5228" y="19378"/>
                      <a:pt x="5170" y="19452"/>
                    </a:cubicBezTo>
                    <a:cubicBezTo>
                      <a:pt x="5158" y="19467"/>
                      <a:pt x="5143" y="19474"/>
                      <a:pt x="5128" y="19474"/>
                    </a:cubicBezTo>
                    <a:cubicBezTo>
                      <a:pt x="5101" y="19474"/>
                      <a:pt x="5073" y="19454"/>
                      <a:pt x="5063" y="19427"/>
                    </a:cubicBezTo>
                    <a:cubicBezTo>
                      <a:pt x="5063" y="19411"/>
                      <a:pt x="5054" y="19394"/>
                      <a:pt x="5054" y="19378"/>
                    </a:cubicBezTo>
                    <a:cubicBezTo>
                      <a:pt x="4889" y="19593"/>
                      <a:pt x="4723" y="19809"/>
                      <a:pt x="4549" y="20024"/>
                    </a:cubicBezTo>
                    <a:cubicBezTo>
                      <a:pt x="4342" y="20281"/>
                      <a:pt x="4135" y="20538"/>
                      <a:pt x="3936" y="20803"/>
                    </a:cubicBezTo>
                    <a:cubicBezTo>
                      <a:pt x="3737" y="21051"/>
                      <a:pt x="3555" y="21300"/>
                      <a:pt x="3422" y="21590"/>
                    </a:cubicBezTo>
                    <a:cubicBezTo>
                      <a:pt x="3289" y="21872"/>
                      <a:pt x="3198" y="22178"/>
                      <a:pt x="3099" y="22477"/>
                    </a:cubicBezTo>
                    <a:cubicBezTo>
                      <a:pt x="3082" y="22518"/>
                      <a:pt x="3066" y="22551"/>
                      <a:pt x="3057" y="22593"/>
                    </a:cubicBezTo>
                    <a:cubicBezTo>
                      <a:pt x="3140" y="22485"/>
                      <a:pt x="3223" y="22377"/>
                      <a:pt x="3314" y="22278"/>
                    </a:cubicBezTo>
                    <a:cubicBezTo>
                      <a:pt x="3323" y="22267"/>
                      <a:pt x="3335" y="22262"/>
                      <a:pt x="3346" y="22262"/>
                    </a:cubicBezTo>
                    <a:cubicBezTo>
                      <a:pt x="3379" y="22262"/>
                      <a:pt x="3413" y="22299"/>
                      <a:pt x="3389" y="22336"/>
                    </a:cubicBezTo>
                    <a:cubicBezTo>
                      <a:pt x="3231" y="22576"/>
                      <a:pt x="3082" y="22825"/>
                      <a:pt x="2941" y="23073"/>
                    </a:cubicBezTo>
                    <a:cubicBezTo>
                      <a:pt x="2693" y="23512"/>
                      <a:pt x="2478" y="23960"/>
                      <a:pt x="2270" y="24424"/>
                    </a:cubicBezTo>
                    <a:cubicBezTo>
                      <a:pt x="2221" y="24531"/>
                      <a:pt x="2163" y="24647"/>
                      <a:pt x="2113" y="24755"/>
                    </a:cubicBezTo>
                    <a:lnTo>
                      <a:pt x="2295" y="24473"/>
                    </a:lnTo>
                    <a:cubicBezTo>
                      <a:pt x="2303" y="24459"/>
                      <a:pt x="2314" y="24453"/>
                      <a:pt x="2327" y="24453"/>
                    </a:cubicBezTo>
                    <a:cubicBezTo>
                      <a:pt x="2356" y="24453"/>
                      <a:pt x="2387" y="24486"/>
                      <a:pt x="2370" y="24515"/>
                    </a:cubicBezTo>
                    <a:cubicBezTo>
                      <a:pt x="2221" y="24830"/>
                      <a:pt x="2080" y="25136"/>
                      <a:pt x="1922" y="25443"/>
                    </a:cubicBezTo>
                    <a:cubicBezTo>
                      <a:pt x="1666" y="25940"/>
                      <a:pt x="1384" y="26429"/>
                      <a:pt x="1152" y="26934"/>
                    </a:cubicBezTo>
                    <a:cubicBezTo>
                      <a:pt x="1086" y="27075"/>
                      <a:pt x="1028" y="27216"/>
                      <a:pt x="970" y="27357"/>
                    </a:cubicBezTo>
                    <a:cubicBezTo>
                      <a:pt x="980" y="27344"/>
                      <a:pt x="995" y="27338"/>
                      <a:pt x="1009" y="27338"/>
                    </a:cubicBezTo>
                    <a:cubicBezTo>
                      <a:pt x="1040" y="27338"/>
                      <a:pt x="1069" y="27364"/>
                      <a:pt x="1052" y="27398"/>
                    </a:cubicBezTo>
                    <a:cubicBezTo>
                      <a:pt x="953" y="27622"/>
                      <a:pt x="862" y="27837"/>
                      <a:pt x="762" y="28061"/>
                    </a:cubicBezTo>
                    <a:cubicBezTo>
                      <a:pt x="729" y="28177"/>
                      <a:pt x="704" y="28301"/>
                      <a:pt x="680" y="28426"/>
                    </a:cubicBezTo>
                    <a:cubicBezTo>
                      <a:pt x="671" y="28450"/>
                      <a:pt x="651" y="28463"/>
                      <a:pt x="631" y="28463"/>
                    </a:cubicBezTo>
                    <a:cubicBezTo>
                      <a:pt x="611" y="28463"/>
                      <a:pt x="593" y="28450"/>
                      <a:pt x="588" y="28426"/>
                    </a:cubicBezTo>
                    <a:cubicBezTo>
                      <a:pt x="481" y="28666"/>
                      <a:pt x="365" y="28906"/>
                      <a:pt x="282" y="29155"/>
                    </a:cubicBezTo>
                    <a:cubicBezTo>
                      <a:pt x="182" y="29436"/>
                      <a:pt x="124" y="29735"/>
                      <a:pt x="66" y="30025"/>
                    </a:cubicBezTo>
                    <a:cubicBezTo>
                      <a:pt x="100" y="29975"/>
                      <a:pt x="124" y="29917"/>
                      <a:pt x="158" y="29859"/>
                    </a:cubicBezTo>
                    <a:cubicBezTo>
                      <a:pt x="166" y="29844"/>
                      <a:pt x="181" y="29838"/>
                      <a:pt x="196" y="29838"/>
                    </a:cubicBezTo>
                    <a:cubicBezTo>
                      <a:pt x="224" y="29838"/>
                      <a:pt x="251" y="29860"/>
                      <a:pt x="240" y="29892"/>
                    </a:cubicBezTo>
                    <a:cubicBezTo>
                      <a:pt x="66" y="30315"/>
                      <a:pt x="0" y="30795"/>
                      <a:pt x="0" y="31251"/>
                    </a:cubicBezTo>
                    <a:cubicBezTo>
                      <a:pt x="0" y="31483"/>
                      <a:pt x="17" y="31715"/>
                      <a:pt x="42" y="31947"/>
                    </a:cubicBezTo>
                    <a:cubicBezTo>
                      <a:pt x="42" y="31972"/>
                      <a:pt x="50" y="31997"/>
                      <a:pt x="50" y="32021"/>
                    </a:cubicBezTo>
                    <a:cubicBezTo>
                      <a:pt x="75" y="31905"/>
                      <a:pt x="100" y="31781"/>
                      <a:pt x="124" y="31665"/>
                    </a:cubicBezTo>
                    <a:cubicBezTo>
                      <a:pt x="132" y="31632"/>
                      <a:pt x="157" y="31617"/>
                      <a:pt x="182" y="31617"/>
                    </a:cubicBezTo>
                    <a:cubicBezTo>
                      <a:pt x="214" y="31617"/>
                      <a:pt x="245" y="31640"/>
                      <a:pt x="240" y="31682"/>
                    </a:cubicBezTo>
                    <a:cubicBezTo>
                      <a:pt x="166" y="32220"/>
                      <a:pt x="133" y="32775"/>
                      <a:pt x="149" y="33322"/>
                    </a:cubicBezTo>
                    <a:cubicBezTo>
                      <a:pt x="149" y="33587"/>
                      <a:pt x="166" y="33861"/>
                      <a:pt x="191" y="34126"/>
                    </a:cubicBezTo>
                    <a:cubicBezTo>
                      <a:pt x="199" y="34159"/>
                      <a:pt x="199" y="34192"/>
                      <a:pt x="207" y="34234"/>
                    </a:cubicBezTo>
                    <a:cubicBezTo>
                      <a:pt x="224" y="34234"/>
                      <a:pt x="249" y="34258"/>
                      <a:pt x="249" y="34292"/>
                    </a:cubicBezTo>
                    <a:cubicBezTo>
                      <a:pt x="249" y="34424"/>
                      <a:pt x="274" y="34565"/>
                      <a:pt x="298" y="34689"/>
                    </a:cubicBezTo>
                    <a:cubicBezTo>
                      <a:pt x="323" y="34814"/>
                      <a:pt x="356" y="34938"/>
                      <a:pt x="398" y="35062"/>
                    </a:cubicBezTo>
                    <a:cubicBezTo>
                      <a:pt x="423" y="35120"/>
                      <a:pt x="448" y="35186"/>
                      <a:pt x="472" y="35244"/>
                    </a:cubicBezTo>
                    <a:cubicBezTo>
                      <a:pt x="482" y="35238"/>
                      <a:pt x="493" y="35235"/>
                      <a:pt x="504" y="35235"/>
                    </a:cubicBezTo>
                    <a:cubicBezTo>
                      <a:pt x="521" y="35235"/>
                      <a:pt x="540" y="35242"/>
                      <a:pt x="555" y="35253"/>
                    </a:cubicBezTo>
                    <a:cubicBezTo>
                      <a:pt x="613" y="35327"/>
                      <a:pt x="680" y="35394"/>
                      <a:pt x="738" y="35468"/>
                    </a:cubicBezTo>
                    <a:cubicBezTo>
                      <a:pt x="796" y="35534"/>
                      <a:pt x="854" y="35592"/>
                      <a:pt x="895" y="35667"/>
                    </a:cubicBezTo>
                    <a:cubicBezTo>
                      <a:pt x="912" y="35700"/>
                      <a:pt x="936" y="35758"/>
                      <a:pt x="887" y="35775"/>
                    </a:cubicBezTo>
                    <a:cubicBezTo>
                      <a:pt x="882" y="35777"/>
                      <a:pt x="877" y="35778"/>
                      <a:pt x="872" y="35778"/>
                    </a:cubicBezTo>
                    <a:cubicBezTo>
                      <a:pt x="860" y="35778"/>
                      <a:pt x="849" y="35772"/>
                      <a:pt x="837" y="35766"/>
                    </a:cubicBezTo>
                    <a:lnTo>
                      <a:pt x="837" y="35766"/>
                    </a:lnTo>
                    <a:cubicBezTo>
                      <a:pt x="870" y="35816"/>
                      <a:pt x="912" y="35858"/>
                      <a:pt x="961" y="35899"/>
                    </a:cubicBezTo>
                    <a:cubicBezTo>
                      <a:pt x="1119" y="36056"/>
                      <a:pt x="1301" y="36197"/>
                      <a:pt x="1500" y="36313"/>
                    </a:cubicBezTo>
                    <a:cubicBezTo>
                      <a:pt x="1707" y="36438"/>
                      <a:pt x="1931" y="36545"/>
                      <a:pt x="2154" y="36628"/>
                    </a:cubicBezTo>
                    <a:cubicBezTo>
                      <a:pt x="2179" y="36636"/>
                      <a:pt x="2196" y="36636"/>
                      <a:pt x="2212" y="36645"/>
                    </a:cubicBezTo>
                    <a:cubicBezTo>
                      <a:pt x="2179" y="36605"/>
                      <a:pt x="2209" y="36550"/>
                      <a:pt x="2252" y="36550"/>
                    </a:cubicBezTo>
                    <a:cubicBezTo>
                      <a:pt x="2263" y="36550"/>
                      <a:pt x="2275" y="36553"/>
                      <a:pt x="2287" y="36562"/>
                    </a:cubicBezTo>
                    <a:cubicBezTo>
                      <a:pt x="2519" y="36711"/>
                      <a:pt x="2767" y="36835"/>
                      <a:pt x="3033" y="36910"/>
                    </a:cubicBezTo>
                    <a:cubicBezTo>
                      <a:pt x="3266" y="36975"/>
                      <a:pt x="3518" y="37002"/>
                      <a:pt x="3761" y="37002"/>
                    </a:cubicBezTo>
                    <a:cubicBezTo>
                      <a:pt x="3795" y="37002"/>
                      <a:pt x="3828" y="37002"/>
                      <a:pt x="3861" y="37001"/>
                    </a:cubicBezTo>
                    <a:cubicBezTo>
                      <a:pt x="3919" y="37001"/>
                      <a:pt x="3936" y="37084"/>
                      <a:pt x="3869" y="37100"/>
                    </a:cubicBezTo>
                    <a:cubicBezTo>
                      <a:pt x="3754" y="37121"/>
                      <a:pt x="3638" y="37136"/>
                      <a:pt x="3522" y="37136"/>
                    </a:cubicBezTo>
                    <a:cubicBezTo>
                      <a:pt x="3497" y="37136"/>
                      <a:pt x="3472" y="37135"/>
                      <a:pt x="3447" y="37134"/>
                    </a:cubicBezTo>
                    <a:cubicBezTo>
                      <a:pt x="3430" y="37142"/>
                      <a:pt x="3414" y="37150"/>
                      <a:pt x="3397" y="37158"/>
                    </a:cubicBezTo>
                    <a:cubicBezTo>
                      <a:pt x="3372" y="37167"/>
                      <a:pt x="3347" y="37167"/>
                      <a:pt x="3356" y="37183"/>
                    </a:cubicBezTo>
                    <a:cubicBezTo>
                      <a:pt x="3364" y="37200"/>
                      <a:pt x="3414" y="37225"/>
                      <a:pt x="3439" y="37233"/>
                    </a:cubicBezTo>
                    <a:cubicBezTo>
                      <a:pt x="3472" y="37258"/>
                      <a:pt x="3513" y="37274"/>
                      <a:pt x="3546" y="37299"/>
                    </a:cubicBezTo>
                    <a:cubicBezTo>
                      <a:pt x="3687" y="37366"/>
                      <a:pt x="3828" y="37432"/>
                      <a:pt x="3969" y="37490"/>
                    </a:cubicBezTo>
                    <a:cubicBezTo>
                      <a:pt x="4110" y="37548"/>
                      <a:pt x="4259" y="37598"/>
                      <a:pt x="4416" y="37647"/>
                    </a:cubicBezTo>
                    <a:cubicBezTo>
                      <a:pt x="4474" y="37664"/>
                      <a:pt x="4541" y="37680"/>
                      <a:pt x="4599" y="37697"/>
                    </a:cubicBezTo>
                    <a:cubicBezTo>
                      <a:pt x="4611" y="37685"/>
                      <a:pt x="4623" y="37677"/>
                      <a:pt x="4638" y="37677"/>
                    </a:cubicBezTo>
                    <a:cubicBezTo>
                      <a:pt x="4644" y="37677"/>
                      <a:pt x="4650" y="37678"/>
                      <a:pt x="4657" y="37680"/>
                    </a:cubicBezTo>
                    <a:cubicBezTo>
                      <a:pt x="5187" y="37854"/>
                      <a:pt x="5734" y="37979"/>
                      <a:pt x="6289" y="38037"/>
                    </a:cubicBezTo>
                    <a:cubicBezTo>
                      <a:pt x="6297" y="38012"/>
                      <a:pt x="6322" y="37995"/>
                      <a:pt x="6355" y="37995"/>
                    </a:cubicBezTo>
                    <a:cubicBezTo>
                      <a:pt x="6595" y="38028"/>
                      <a:pt x="6836" y="38070"/>
                      <a:pt x="7076" y="38120"/>
                    </a:cubicBezTo>
                    <a:cubicBezTo>
                      <a:pt x="7101" y="38128"/>
                      <a:pt x="7126" y="38128"/>
                      <a:pt x="7151" y="38136"/>
                    </a:cubicBezTo>
                    <a:cubicBezTo>
                      <a:pt x="7465" y="38178"/>
                      <a:pt x="7780" y="38211"/>
                      <a:pt x="8095" y="38219"/>
                    </a:cubicBezTo>
                    <a:cubicBezTo>
                      <a:pt x="8159" y="38219"/>
                      <a:pt x="8223" y="38220"/>
                      <a:pt x="8287" y="38220"/>
                    </a:cubicBezTo>
                    <a:cubicBezTo>
                      <a:pt x="8416" y="38220"/>
                      <a:pt x="8545" y="38216"/>
                      <a:pt x="8667" y="38194"/>
                    </a:cubicBezTo>
                    <a:cubicBezTo>
                      <a:pt x="8741" y="38178"/>
                      <a:pt x="8808" y="38161"/>
                      <a:pt x="8874" y="38128"/>
                    </a:cubicBezTo>
                    <a:cubicBezTo>
                      <a:pt x="8882" y="38120"/>
                      <a:pt x="8882" y="38111"/>
                      <a:pt x="8882" y="38103"/>
                    </a:cubicBezTo>
                    <a:cubicBezTo>
                      <a:pt x="8890" y="38095"/>
                      <a:pt x="8899" y="38086"/>
                      <a:pt x="8907" y="38078"/>
                    </a:cubicBezTo>
                    <a:cubicBezTo>
                      <a:pt x="8882" y="38078"/>
                      <a:pt x="8866" y="38070"/>
                      <a:pt x="8857" y="38045"/>
                    </a:cubicBezTo>
                    <a:cubicBezTo>
                      <a:pt x="8849" y="38020"/>
                      <a:pt x="8866" y="37995"/>
                      <a:pt x="8882" y="37987"/>
                    </a:cubicBezTo>
                    <a:cubicBezTo>
                      <a:pt x="8924" y="37962"/>
                      <a:pt x="8965" y="37946"/>
                      <a:pt x="9006" y="37937"/>
                    </a:cubicBezTo>
                    <a:cubicBezTo>
                      <a:pt x="9023" y="37904"/>
                      <a:pt x="9048" y="37871"/>
                      <a:pt x="9064" y="37846"/>
                    </a:cubicBezTo>
                    <a:lnTo>
                      <a:pt x="9081" y="37805"/>
                    </a:lnTo>
                    <a:cubicBezTo>
                      <a:pt x="9081" y="37796"/>
                      <a:pt x="9089" y="37788"/>
                      <a:pt x="9089" y="37788"/>
                    </a:cubicBezTo>
                    <a:cubicBezTo>
                      <a:pt x="9098" y="37772"/>
                      <a:pt x="9098" y="37763"/>
                      <a:pt x="9106" y="37747"/>
                    </a:cubicBezTo>
                    <a:lnTo>
                      <a:pt x="9106" y="37730"/>
                    </a:lnTo>
                    <a:cubicBezTo>
                      <a:pt x="9106" y="37722"/>
                      <a:pt x="9114" y="37705"/>
                      <a:pt x="9114" y="37697"/>
                    </a:cubicBezTo>
                    <a:lnTo>
                      <a:pt x="9114" y="37689"/>
                    </a:lnTo>
                    <a:cubicBezTo>
                      <a:pt x="9106" y="37664"/>
                      <a:pt x="9114" y="37639"/>
                      <a:pt x="9122" y="37614"/>
                    </a:cubicBezTo>
                    <a:cubicBezTo>
                      <a:pt x="9098" y="37589"/>
                      <a:pt x="9081" y="37564"/>
                      <a:pt x="9064" y="37531"/>
                    </a:cubicBezTo>
                    <a:cubicBezTo>
                      <a:pt x="9056" y="37531"/>
                      <a:pt x="9056" y="37531"/>
                      <a:pt x="9048" y="37523"/>
                    </a:cubicBezTo>
                    <a:cubicBezTo>
                      <a:pt x="9023" y="37515"/>
                      <a:pt x="9006" y="37515"/>
                      <a:pt x="8982" y="37506"/>
                    </a:cubicBezTo>
                    <a:cubicBezTo>
                      <a:pt x="8940" y="37500"/>
                      <a:pt x="8898" y="37496"/>
                      <a:pt x="8856" y="37496"/>
                    </a:cubicBezTo>
                    <a:cubicBezTo>
                      <a:pt x="8790" y="37496"/>
                      <a:pt x="8724" y="37506"/>
                      <a:pt x="8658" y="37531"/>
                    </a:cubicBezTo>
                    <a:cubicBezTo>
                      <a:pt x="8654" y="37533"/>
                      <a:pt x="8649" y="37534"/>
                      <a:pt x="8644" y="37534"/>
                    </a:cubicBezTo>
                    <a:cubicBezTo>
                      <a:pt x="8600" y="37534"/>
                      <a:pt x="8564" y="37470"/>
                      <a:pt x="8609" y="37440"/>
                    </a:cubicBezTo>
                    <a:cubicBezTo>
                      <a:pt x="8675" y="37399"/>
                      <a:pt x="8741" y="37366"/>
                      <a:pt x="8816" y="37349"/>
                    </a:cubicBezTo>
                    <a:cubicBezTo>
                      <a:pt x="8844" y="37342"/>
                      <a:pt x="8873" y="37339"/>
                      <a:pt x="8904" y="37339"/>
                    </a:cubicBezTo>
                    <a:cubicBezTo>
                      <a:pt x="8945" y="37339"/>
                      <a:pt x="8988" y="37344"/>
                      <a:pt x="9031" y="37349"/>
                    </a:cubicBezTo>
                    <a:cubicBezTo>
                      <a:pt x="9031" y="37332"/>
                      <a:pt x="9031" y="37316"/>
                      <a:pt x="9031" y="37299"/>
                    </a:cubicBezTo>
                    <a:cubicBezTo>
                      <a:pt x="9027" y="37302"/>
                      <a:pt x="9022" y="37304"/>
                      <a:pt x="9016" y="37304"/>
                    </a:cubicBezTo>
                    <a:cubicBezTo>
                      <a:pt x="8992" y="37304"/>
                      <a:pt x="8964" y="37277"/>
                      <a:pt x="8957" y="37250"/>
                    </a:cubicBezTo>
                    <a:cubicBezTo>
                      <a:pt x="8948" y="37192"/>
                      <a:pt x="8940" y="37142"/>
                      <a:pt x="8899" y="37092"/>
                    </a:cubicBezTo>
                    <a:cubicBezTo>
                      <a:pt x="8849" y="37051"/>
                      <a:pt x="8791" y="37026"/>
                      <a:pt x="8733" y="37026"/>
                    </a:cubicBezTo>
                    <a:cubicBezTo>
                      <a:pt x="8714" y="37024"/>
                      <a:pt x="8694" y="37023"/>
                      <a:pt x="8675" y="37023"/>
                    </a:cubicBezTo>
                    <a:cubicBezTo>
                      <a:pt x="8535" y="37023"/>
                      <a:pt x="8391" y="37069"/>
                      <a:pt x="8252" y="37084"/>
                    </a:cubicBezTo>
                    <a:cubicBezTo>
                      <a:pt x="8178" y="37084"/>
                      <a:pt x="8095" y="37092"/>
                      <a:pt x="8020" y="37092"/>
                    </a:cubicBezTo>
                    <a:cubicBezTo>
                      <a:pt x="8037" y="37109"/>
                      <a:pt x="8037" y="37125"/>
                      <a:pt x="8037" y="37142"/>
                    </a:cubicBezTo>
                    <a:cubicBezTo>
                      <a:pt x="8037" y="37169"/>
                      <a:pt x="8015" y="37196"/>
                      <a:pt x="7980" y="37196"/>
                    </a:cubicBezTo>
                    <a:cubicBezTo>
                      <a:pt x="7972" y="37196"/>
                      <a:pt x="7963" y="37195"/>
                      <a:pt x="7954" y="37192"/>
                    </a:cubicBezTo>
                    <a:cubicBezTo>
                      <a:pt x="7838" y="37158"/>
                      <a:pt x="7722" y="37109"/>
                      <a:pt x="7606" y="37042"/>
                    </a:cubicBezTo>
                    <a:cubicBezTo>
                      <a:pt x="7507" y="37026"/>
                      <a:pt x="7407" y="36993"/>
                      <a:pt x="7325" y="36943"/>
                    </a:cubicBezTo>
                    <a:cubicBezTo>
                      <a:pt x="7291" y="36926"/>
                      <a:pt x="7291" y="36885"/>
                      <a:pt x="7308" y="36868"/>
                    </a:cubicBezTo>
                    <a:cubicBezTo>
                      <a:pt x="7258" y="36835"/>
                      <a:pt x="7209" y="36802"/>
                      <a:pt x="7159" y="36769"/>
                    </a:cubicBezTo>
                    <a:cubicBezTo>
                      <a:pt x="7084" y="36719"/>
                      <a:pt x="7001" y="36670"/>
                      <a:pt x="6952" y="36595"/>
                    </a:cubicBezTo>
                    <a:cubicBezTo>
                      <a:pt x="6902" y="36520"/>
                      <a:pt x="6910" y="36421"/>
                      <a:pt x="6910" y="36330"/>
                    </a:cubicBezTo>
                    <a:cubicBezTo>
                      <a:pt x="6919" y="36230"/>
                      <a:pt x="6927" y="36131"/>
                      <a:pt x="6935" y="36032"/>
                    </a:cubicBezTo>
                    <a:cubicBezTo>
                      <a:pt x="6919" y="36007"/>
                      <a:pt x="6910" y="35982"/>
                      <a:pt x="6902" y="35949"/>
                    </a:cubicBezTo>
                    <a:cubicBezTo>
                      <a:pt x="6861" y="35858"/>
                      <a:pt x="6827" y="35750"/>
                      <a:pt x="6819" y="35650"/>
                    </a:cubicBezTo>
                    <a:cubicBezTo>
                      <a:pt x="6811" y="35576"/>
                      <a:pt x="6819" y="35501"/>
                      <a:pt x="6844" y="35427"/>
                    </a:cubicBezTo>
                    <a:lnTo>
                      <a:pt x="6844" y="35427"/>
                    </a:lnTo>
                    <a:cubicBezTo>
                      <a:pt x="6761" y="35501"/>
                      <a:pt x="6670" y="35568"/>
                      <a:pt x="6579" y="35626"/>
                    </a:cubicBezTo>
                    <a:cubicBezTo>
                      <a:pt x="6571" y="35630"/>
                      <a:pt x="6563" y="35632"/>
                      <a:pt x="6554" y="35632"/>
                    </a:cubicBezTo>
                    <a:cubicBezTo>
                      <a:pt x="6516" y="35632"/>
                      <a:pt x="6479" y="35593"/>
                      <a:pt x="6513" y="35559"/>
                    </a:cubicBezTo>
                    <a:cubicBezTo>
                      <a:pt x="6687" y="35352"/>
                      <a:pt x="6894" y="35178"/>
                      <a:pt x="7084" y="34988"/>
                    </a:cubicBezTo>
                    <a:cubicBezTo>
                      <a:pt x="7275" y="34789"/>
                      <a:pt x="7457" y="34590"/>
                      <a:pt x="7639" y="34383"/>
                    </a:cubicBezTo>
                    <a:cubicBezTo>
                      <a:pt x="7648" y="34369"/>
                      <a:pt x="7663" y="34363"/>
                      <a:pt x="7676" y="34363"/>
                    </a:cubicBezTo>
                    <a:cubicBezTo>
                      <a:pt x="7687" y="34363"/>
                      <a:pt x="7698" y="34367"/>
                      <a:pt x="7706" y="34374"/>
                    </a:cubicBezTo>
                    <a:cubicBezTo>
                      <a:pt x="7731" y="34341"/>
                      <a:pt x="7747" y="34308"/>
                      <a:pt x="7772" y="34275"/>
                    </a:cubicBezTo>
                    <a:cubicBezTo>
                      <a:pt x="7896" y="34101"/>
                      <a:pt x="8004" y="33910"/>
                      <a:pt x="8078" y="33703"/>
                    </a:cubicBezTo>
                    <a:cubicBezTo>
                      <a:pt x="8203" y="33380"/>
                      <a:pt x="8236" y="33016"/>
                      <a:pt x="8153" y="32676"/>
                    </a:cubicBezTo>
                    <a:lnTo>
                      <a:pt x="8153" y="32676"/>
                    </a:lnTo>
                    <a:cubicBezTo>
                      <a:pt x="8128" y="32850"/>
                      <a:pt x="8070" y="33024"/>
                      <a:pt x="7971" y="33148"/>
                    </a:cubicBezTo>
                    <a:cubicBezTo>
                      <a:pt x="7954" y="33165"/>
                      <a:pt x="7935" y="33172"/>
                      <a:pt x="7917" y="33172"/>
                    </a:cubicBezTo>
                    <a:cubicBezTo>
                      <a:pt x="7881" y="33172"/>
                      <a:pt x="7849" y="33143"/>
                      <a:pt x="7855" y="33099"/>
                    </a:cubicBezTo>
                    <a:cubicBezTo>
                      <a:pt x="7855" y="32949"/>
                      <a:pt x="7896" y="32809"/>
                      <a:pt x="7913" y="32659"/>
                    </a:cubicBezTo>
                    <a:cubicBezTo>
                      <a:pt x="7921" y="32510"/>
                      <a:pt x="7929" y="32361"/>
                      <a:pt x="7921" y="32212"/>
                    </a:cubicBezTo>
                    <a:cubicBezTo>
                      <a:pt x="7905" y="31914"/>
                      <a:pt x="7847" y="31615"/>
                      <a:pt x="7764" y="31334"/>
                    </a:cubicBezTo>
                    <a:cubicBezTo>
                      <a:pt x="7581" y="30745"/>
                      <a:pt x="7267" y="30223"/>
                      <a:pt x="6885" y="29751"/>
                    </a:cubicBezTo>
                    <a:cubicBezTo>
                      <a:pt x="6859" y="29718"/>
                      <a:pt x="6890" y="29675"/>
                      <a:pt x="6925" y="29675"/>
                    </a:cubicBezTo>
                    <a:cubicBezTo>
                      <a:pt x="6934" y="29675"/>
                      <a:pt x="6943" y="29678"/>
                      <a:pt x="6952" y="29685"/>
                    </a:cubicBezTo>
                    <a:cubicBezTo>
                      <a:pt x="7159" y="29875"/>
                      <a:pt x="7333" y="30099"/>
                      <a:pt x="7490" y="30331"/>
                    </a:cubicBezTo>
                    <a:cubicBezTo>
                      <a:pt x="7764" y="30745"/>
                      <a:pt x="7979" y="31218"/>
                      <a:pt x="8087" y="31698"/>
                    </a:cubicBezTo>
                    <a:cubicBezTo>
                      <a:pt x="8145" y="31922"/>
                      <a:pt x="8170" y="32154"/>
                      <a:pt x="8170" y="32378"/>
                    </a:cubicBezTo>
                    <a:cubicBezTo>
                      <a:pt x="8443" y="32784"/>
                      <a:pt x="8451" y="33289"/>
                      <a:pt x="8302" y="33736"/>
                    </a:cubicBezTo>
                    <a:cubicBezTo>
                      <a:pt x="8228" y="33968"/>
                      <a:pt x="8112" y="34192"/>
                      <a:pt x="7971" y="34391"/>
                    </a:cubicBezTo>
                    <a:cubicBezTo>
                      <a:pt x="7896" y="34490"/>
                      <a:pt x="7822" y="34582"/>
                      <a:pt x="7739" y="34673"/>
                    </a:cubicBezTo>
                    <a:cubicBezTo>
                      <a:pt x="7664" y="34756"/>
                      <a:pt x="7581" y="34838"/>
                      <a:pt x="7482" y="34888"/>
                    </a:cubicBezTo>
                    <a:cubicBezTo>
                      <a:pt x="7474" y="34891"/>
                      <a:pt x="7467" y="34893"/>
                      <a:pt x="7460" y="34893"/>
                    </a:cubicBezTo>
                    <a:cubicBezTo>
                      <a:pt x="7429" y="34893"/>
                      <a:pt x="7406" y="34866"/>
                      <a:pt x="7399" y="34838"/>
                    </a:cubicBezTo>
                    <a:cubicBezTo>
                      <a:pt x="7333" y="34921"/>
                      <a:pt x="7267" y="34996"/>
                      <a:pt x="7192" y="35079"/>
                    </a:cubicBezTo>
                    <a:cubicBezTo>
                      <a:pt x="7167" y="35104"/>
                      <a:pt x="7142" y="35128"/>
                      <a:pt x="7117" y="35153"/>
                    </a:cubicBezTo>
                    <a:cubicBezTo>
                      <a:pt x="7093" y="35228"/>
                      <a:pt x="7076" y="35302"/>
                      <a:pt x="7059" y="35377"/>
                    </a:cubicBezTo>
                    <a:cubicBezTo>
                      <a:pt x="7059" y="35385"/>
                      <a:pt x="7068" y="35394"/>
                      <a:pt x="7068" y="35402"/>
                    </a:cubicBezTo>
                    <a:cubicBezTo>
                      <a:pt x="7076" y="35576"/>
                      <a:pt x="7084" y="35742"/>
                      <a:pt x="7093" y="35907"/>
                    </a:cubicBezTo>
                    <a:cubicBezTo>
                      <a:pt x="7126" y="36007"/>
                      <a:pt x="7167" y="36098"/>
                      <a:pt x="7192" y="36197"/>
                    </a:cubicBezTo>
                    <a:cubicBezTo>
                      <a:pt x="7205" y="36243"/>
                      <a:pt x="7166" y="36269"/>
                      <a:pt x="7128" y="36269"/>
                    </a:cubicBezTo>
                    <a:cubicBezTo>
                      <a:pt x="7119" y="36269"/>
                      <a:pt x="7109" y="36267"/>
                      <a:pt x="7101" y="36264"/>
                    </a:cubicBezTo>
                    <a:lnTo>
                      <a:pt x="7101" y="36264"/>
                    </a:lnTo>
                    <a:cubicBezTo>
                      <a:pt x="7101" y="36338"/>
                      <a:pt x="7093" y="36429"/>
                      <a:pt x="7134" y="36479"/>
                    </a:cubicBezTo>
                    <a:cubicBezTo>
                      <a:pt x="7184" y="36545"/>
                      <a:pt x="7283" y="36587"/>
                      <a:pt x="7358" y="36628"/>
                    </a:cubicBezTo>
                    <a:cubicBezTo>
                      <a:pt x="7432" y="36678"/>
                      <a:pt x="7507" y="36728"/>
                      <a:pt x="7581" y="36769"/>
                    </a:cubicBezTo>
                    <a:cubicBezTo>
                      <a:pt x="7656" y="36819"/>
                      <a:pt x="7722" y="36860"/>
                      <a:pt x="7797" y="36910"/>
                    </a:cubicBezTo>
                    <a:cubicBezTo>
                      <a:pt x="7847" y="36910"/>
                      <a:pt x="7888" y="36918"/>
                      <a:pt x="7938" y="36918"/>
                    </a:cubicBezTo>
                    <a:cubicBezTo>
                      <a:pt x="7963" y="36919"/>
                      <a:pt x="7988" y="36920"/>
                      <a:pt x="8013" y="36920"/>
                    </a:cubicBezTo>
                    <a:cubicBezTo>
                      <a:pt x="8178" y="36920"/>
                      <a:pt x="8343" y="36897"/>
                      <a:pt x="8501" y="36868"/>
                    </a:cubicBezTo>
                    <a:cubicBezTo>
                      <a:pt x="8569" y="36855"/>
                      <a:pt x="8641" y="36844"/>
                      <a:pt x="8712" y="36844"/>
                    </a:cubicBezTo>
                    <a:cubicBezTo>
                      <a:pt x="8813" y="36844"/>
                      <a:pt x="8912" y="36866"/>
                      <a:pt x="8990" y="36935"/>
                    </a:cubicBezTo>
                    <a:cubicBezTo>
                      <a:pt x="9031" y="36968"/>
                      <a:pt x="9064" y="37009"/>
                      <a:pt x="9089" y="37059"/>
                    </a:cubicBezTo>
                    <a:cubicBezTo>
                      <a:pt x="9106" y="37001"/>
                      <a:pt x="9114" y="36943"/>
                      <a:pt x="9131" y="36885"/>
                    </a:cubicBezTo>
                    <a:cubicBezTo>
                      <a:pt x="9172" y="36661"/>
                      <a:pt x="9205" y="36446"/>
                      <a:pt x="9230" y="36222"/>
                    </a:cubicBezTo>
                    <a:cubicBezTo>
                      <a:pt x="9197" y="36090"/>
                      <a:pt x="9222" y="35940"/>
                      <a:pt x="9230" y="35808"/>
                    </a:cubicBezTo>
                    <a:cubicBezTo>
                      <a:pt x="9238" y="35667"/>
                      <a:pt x="9247" y="35518"/>
                      <a:pt x="9238" y="35377"/>
                    </a:cubicBezTo>
                    <a:cubicBezTo>
                      <a:pt x="9238" y="35120"/>
                      <a:pt x="9222" y="34872"/>
                      <a:pt x="9180" y="34623"/>
                    </a:cubicBezTo>
                    <a:cubicBezTo>
                      <a:pt x="9172" y="34756"/>
                      <a:pt x="9164" y="34888"/>
                      <a:pt x="9164" y="35021"/>
                    </a:cubicBezTo>
                    <a:cubicBezTo>
                      <a:pt x="9156" y="35178"/>
                      <a:pt x="9180" y="35344"/>
                      <a:pt x="9131" y="35493"/>
                    </a:cubicBezTo>
                    <a:cubicBezTo>
                      <a:pt x="9126" y="35512"/>
                      <a:pt x="9106" y="35522"/>
                      <a:pt x="9086" y="35522"/>
                    </a:cubicBezTo>
                    <a:cubicBezTo>
                      <a:pt x="9070" y="35522"/>
                      <a:pt x="9055" y="35516"/>
                      <a:pt x="9048" y="35501"/>
                    </a:cubicBezTo>
                    <a:cubicBezTo>
                      <a:pt x="8965" y="35377"/>
                      <a:pt x="8957" y="35203"/>
                      <a:pt x="8965" y="35054"/>
                    </a:cubicBezTo>
                    <a:cubicBezTo>
                      <a:pt x="8965" y="34913"/>
                      <a:pt x="8982" y="34772"/>
                      <a:pt x="8990" y="34631"/>
                    </a:cubicBezTo>
                    <a:cubicBezTo>
                      <a:pt x="8973" y="34631"/>
                      <a:pt x="8965" y="34623"/>
                      <a:pt x="8957" y="34606"/>
                    </a:cubicBezTo>
                    <a:cubicBezTo>
                      <a:pt x="8924" y="34515"/>
                      <a:pt x="8932" y="34416"/>
                      <a:pt x="8932" y="34325"/>
                    </a:cubicBezTo>
                    <a:cubicBezTo>
                      <a:pt x="8932" y="34225"/>
                      <a:pt x="8924" y="34134"/>
                      <a:pt x="8924" y="34035"/>
                    </a:cubicBezTo>
                    <a:cubicBezTo>
                      <a:pt x="8924" y="33844"/>
                      <a:pt x="8915" y="33654"/>
                      <a:pt x="8899" y="33463"/>
                    </a:cubicBezTo>
                    <a:cubicBezTo>
                      <a:pt x="8882" y="33314"/>
                      <a:pt x="8866" y="33173"/>
                      <a:pt x="8849" y="33024"/>
                    </a:cubicBezTo>
                    <a:cubicBezTo>
                      <a:pt x="8837" y="33036"/>
                      <a:pt x="8820" y="33043"/>
                      <a:pt x="8805" y="33043"/>
                    </a:cubicBezTo>
                    <a:cubicBezTo>
                      <a:pt x="8789" y="33043"/>
                      <a:pt x="8774" y="33036"/>
                      <a:pt x="8766" y="33024"/>
                    </a:cubicBezTo>
                    <a:cubicBezTo>
                      <a:pt x="8675" y="32925"/>
                      <a:pt x="8650" y="32775"/>
                      <a:pt x="8625" y="32643"/>
                    </a:cubicBezTo>
                    <a:cubicBezTo>
                      <a:pt x="8609" y="32519"/>
                      <a:pt x="8592" y="32386"/>
                      <a:pt x="8576" y="32253"/>
                    </a:cubicBezTo>
                    <a:cubicBezTo>
                      <a:pt x="8564" y="32261"/>
                      <a:pt x="8553" y="32265"/>
                      <a:pt x="8543" y="32265"/>
                    </a:cubicBezTo>
                    <a:cubicBezTo>
                      <a:pt x="8530" y="32265"/>
                      <a:pt x="8518" y="32259"/>
                      <a:pt x="8509" y="32245"/>
                    </a:cubicBezTo>
                    <a:cubicBezTo>
                      <a:pt x="8451" y="32171"/>
                      <a:pt x="8435" y="32071"/>
                      <a:pt x="8426" y="31988"/>
                    </a:cubicBezTo>
                    <a:cubicBezTo>
                      <a:pt x="8410" y="31889"/>
                      <a:pt x="8402" y="31789"/>
                      <a:pt x="8385" y="31698"/>
                    </a:cubicBezTo>
                    <a:cubicBezTo>
                      <a:pt x="8360" y="31508"/>
                      <a:pt x="8335" y="31317"/>
                      <a:pt x="8327" y="31127"/>
                    </a:cubicBezTo>
                    <a:cubicBezTo>
                      <a:pt x="8319" y="31069"/>
                      <a:pt x="8319" y="31002"/>
                      <a:pt x="8319" y="30944"/>
                    </a:cubicBezTo>
                    <a:cubicBezTo>
                      <a:pt x="8310" y="30936"/>
                      <a:pt x="8294" y="30928"/>
                      <a:pt x="8286" y="30911"/>
                    </a:cubicBezTo>
                    <a:cubicBezTo>
                      <a:pt x="8219" y="30770"/>
                      <a:pt x="8228" y="30596"/>
                      <a:pt x="8219" y="30447"/>
                    </a:cubicBezTo>
                    <a:cubicBezTo>
                      <a:pt x="8211" y="30298"/>
                      <a:pt x="8203" y="30157"/>
                      <a:pt x="8203" y="30008"/>
                    </a:cubicBezTo>
                    <a:cubicBezTo>
                      <a:pt x="8203" y="29693"/>
                      <a:pt x="8228" y="29395"/>
                      <a:pt x="8269" y="29088"/>
                    </a:cubicBezTo>
                    <a:cubicBezTo>
                      <a:pt x="8277" y="29058"/>
                      <a:pt x="8297" y="29045"/>
                      <a:pt x="8318" y="29045"/>
                    </a:cubicBezTo>
                    <a:cubicBezTo>
                      <a:pt x="8343" y="29045"/>
                      <a:pt x="8368" y="29065"/>
                      <a:pt x="8368" y="29097"/>
                    </a:cubicBezTo>
                    <a:cubicBezTo>
                      <a:pt x="8368" y="29403"/>
                      <a:pt x="8368" y="29701"/>
                      <a:pt x="8377" y="30008"/>
                    </a:cubicBezTo>
                    <a:cubicBezTo>
                      <a:pt x="8377" y="30149"/>
                      <a:pt x="8385" y="30290"/>
                      <a:pt x="8393" y="30422"/>
                    </a:cubicBezTo>
                    <a:cubicBezTo>
                      <a:pt x="8418" y="30298"/>
                      <a:pt x="8451" y="30157"/>
                      <a:pt x="8509" y="30041"/>
                    </a:cubicBezTo>
                    <a:cubicBezTo>
                      <a:pt x="8517" y="30022"/>
                      <a:pt x="8537" y="30012"/>
                      <a:pt x="8557" y="30012"/>
                    </a:cubicBezTo>
                    <a:cubicBezTo>
                      <a:pt x="8580" y="30012"/>
                      <a:pt x="8604" y="30026"/>
                      <a:pt x="8609" y="30058"/>
                    </a:cubicBezTo>
                    <a:cubicBezTo>
                      <a:pt x="8617" y="30232"/>
                      <a:pt x="8576" y="30414"/>
                      <a:pt x="8551" y="30588"/>
                    </a:cubicBezTo>
                    <a:cubicBezTo>
                      <a:pt x="8526" y="30770"/>
                      <a:pt x="8509" y="30953"/>
                      <a:pt x="8526" y="31135"/>
                    </a:cubicBezTo>
                    <a:cubicBezTo>
                      <a:pt x="8542" y="31267"/>
                      <a:pt x="8559" y="31400"/>
                      <a:pt x="8576" y="31533"/>
                    </a:cubicBezTo>
                    <a:cubicBezTo>
                      <a:pt x="8576" y="31508"/>
                      <a:pt x="8576" y="31475"/>
                      <a:pt x="8576" y="31450"/>
                    </a:cubicBezTo>
                    <a:cubicBezTo>
                      <a:pt x="8580" y="31425"/>
                      <a:pt x="8603" y="31412"/>
                      <a:pt x="8624" y="31412"/>
                    </a:cubicBezTo>
                    <a:cubicBezTo>
                      <a:pt x="8646" y="31412"/>
                      <a:pt x="8667" y="31425"/>
                      <a:pt x="8667" y="31450"/>
                    </a:cubicBezTo>
                    <a:cubicBezTo>
                      <a:pt x="8692" y="31715"/>
                      <a:pt x="8741" y="31980"/>
                      <a:pt x="8774" y="32245"/>
                    </a:cubicBezTo>
                    <a:cubicBezTo>
                      <a:pt x="8783" y="32311"/>
                      <a:pt x="8799" y="32378"/>
                      <a:pt x="8808" y="32444"/>
                    </a:cubicBezTo>
                    <a:cubicBezTo>
                      <a:pt x="8808" y="32419"/>
                      <a:pt x="8816" y="32394"/>
                      <a:pt x="8816" y="32361"/>
                    </a:cubicBezTo>
                    <a:cubicBezTo>
                      <a:pt x="8823" y="32339"/>
                      <a:pt x="8842" y="32328"/>
                      <a:pt x="8860" y="32328"/>
                    </a:cubicBezTo>
                    <a:cubicBezTo>
                      <a:pt x="8884" y="32328"/>
                      <a:pt x="8907" y="32345"/>
                      <a:pt x="8907" y="32378"/>
                    </a:cubicBezTo>
                    <a:cubicBezTo>
                      <a:pt x="8890" y="32568"/>
                      <a:pt x="8957" y="32751"/>
                      <a:pt x="8998" y="32933"/>
                    </a:cubicBezTo>
                    <a:cubicBezTo>
                      <a:pt x="9040" y="33115"/>
                      <a:pt x="9064" y="33297"/>
                      <a:pt x="9081" y="33488"/>
                    </a:cubicBezTo>
                    <a:cubicBezTo>
                      <a:pt x="9089" y="33587"/>
                      <a:pt x="9098" y="33678"/>
                      <a:pt x="9106" y="33778"/>
                    </a:cubicBezTo>
                    <a:lnTo>
                      <a:pt x="9131" y="33538"/>
                    </a:lnTo>
                    <a:cubicBezTo>
                      <a:pt x="9134" y="33504"/>
                      <a:pt x="9159" y="33489"/>
                      <a:pt x="9185" y="33489"/>
                    </a:cubicBezTo>
                    <a:cubicBezTo>
                      <a:pt x="9218" y="33489"/>
                      <a:pt x="9251" y="33513"/>
                      <a:pt x="9247" y="33554"/>
                    </a:cubicBezTo>
                    <a:cubicBezTo>
                      <a:pt x="9230" y="33844"/>
                      <a:pt x="9214" y="34134"/>
                      <a:pt x="9189" y="34424"/>
                    </a:cubicBezTo>
                    <a:cubicBezTo>
                      <a:pt x="9197" y="34422"/>
                      <a:pt x="9204" y="34421"/>
                      <a:pt x="9212" y="34421"/>
                    </a:cubicBezTo>
                    <a:cubicBezTo>
                      <a:pt x="9236" y="34421"/>
                      <a:pt x="9257" y="34432"/>
                      <a:pt x="9263" y="34457"/>
                    </a:cubicBezTo>
                    <a:cubicBezTo>
                      <a:pt x="9346" y="34756"/>
                      <a:pt x="9412" y="35054"/>
                      <a:pt x="9437" y="35360"/>
                    </a:cubicBezTo>
                    <a:cubicBezTo>
                      <a:pt x="9454" y="35518"/>
                      <a:pt x="9454" y="35684"/>
                      <a:pt x="9446" y="35841"/>
                    </a:cubicBezTo>
                    <a:cubicBezTo>
                      <a:pt x="9446" y="35932"/>
                      <a:pt x="9437" y="36048"/>
                      <a:pt x="9404" y="36148"/>
                    </a:cubicBezTo>
                    <a:cubicBezTo>
                      <a:pt x="9396" y="36380"/>
                      <a:pt x="9379" y="36612"/>
                      <a:pt x="9346" y="36844"/>
                    </a:cubicBezTo>
                    <a:cubicBezTo>
                      <a:pt x="9330" y="36951"/>
                      <a:pt x="9313" y="37051"/>
                      <a:pt x="9288" y="37150"/>
                    </a:cubicBezTo>
                    <a:cubicBezTo>
                      <a:pt x="9272" y="37225"/>
                      <a:pt x="9238" y="37324"/>
                      <a:pt x="9255" y="37399"/>
                    </a:cubicBezTo>
                    <a:cubicBezTo>
                      <a:pt x="9255" y="37407"/>
                      <a:pt x="9263" y="37424"/>
                      <a:pt x="9263" y="37432"/>
                    </a:cubicBezTo>
                    <a:cubicBezTo>
                      <a:pt x="9272" y="37440"/>
                      <a:pt x="9272" y="37440"/>
                      <a:pt x="9272" y="37440"/>
                    </a:cubicBezTo>
                    <a:cubicBezTo>
                      <a:pt x="9272" y="37424"/>
                      <a:pt x="9272" y="37415"/>
                      <a:pt x="9272" y="37399"/>
                    </a:cubicBezTo>
                    <a:cubicBezTo>
                      <a:pt x="9276" y="37370"/>
                      <a:pt x="9302" y="37356"/>
                      <a:pt x="9329" y="37356"/>
                    </a:cubicBezTo>
                    <a:cubicBezTo>
                      <a:pt x="9349" y="37356"/>
                      <a:pt x="9369" y="37364"/>
                      <a:pt x="9379" y="37382"/>
                    </a:cubicBezTo>
                    <a:cubicBezTo>
                      <a:pt x="9454" y="37564"/>
                      <a:pt x="9462" y="37772"/>
                      <a:pt x="9454" y="37962"/>
                    </a:cubicBezTo>
                    <a:cubicBezTo>
                      <a:pt x="9454" y="38153"/>
                      <a:pt x="9404" y="38343"/>
                      <a:pt x="9454" y="38526"/>
                    </a:cubicBezTo>
                    <a:cubicBezTo>
                      <a:pt x="9495" y="38699"/>
                      <a:pt x="9644" y="38791"/>
                      <a:pt x="9794" y="38873"/>
                    </a:cubicBezTo>
                    <a:cubicBezTo>
                      <a:pt x="9885" y="38923"/>
                      <a:pt x="9968" y="38973"/>
                      <a:pt x="10050" y="39023"/>
                    </a:cubicBezTo>
                    <a:cubicBezTo>
                      <a:pt x="10092" y="39047"/>
                      <a:pt x="10133" y="39072"/>
                      <a:pt x="10175" y="39105"/>
                    </a:cubicBezTo>
                    <a:cubicBezTo>
                      <a:pt x="10183" y="39097"/>
                      <a:pt x="10191" y="39097"/>
                      <a:pt x="10208" y="39097"/>
                    </a:cubicBezTo>
                    <a:cubicBezTo>
                      <a:pt x="10490" y="39130"/>
                      <a:pt x="10771" y="39205"/>
                      <a:pt x="11036" y="39304"/>
                    </a:cubicBezTo>
                    <a:cubicBezTo>
                      <a:pt x="11161" y="39346"/>
                      <a:pt x="11285" y="39404"/>
                      <a:pt x="11418" y="39445"/>
                    </a:cubicBezTo>
                    <a:cubicBezTo>
                      <a:pt x="11476" y="39470"/>
                      <a:pt x="11542" y="39487"/>
                      <a:pt x="11608" y="39503"/>
                    </a:cubicBezTo>
                    <a:lnTo>
                      <a:pt x="11608" y="39487"/>
                    </a:lnTo>
                    <a:cubicBezTo>
                      <a:pt x="11600" y="39371"/>
                      <a:pt x="11558" y="39246"/>
                      <a:pt x="11500" y="39139"/>
                    </a:cubicBezTo>
                    <a:cubicBezTo>
                      <a:pt x="11434" y="39023"/>
                      <a:pt x="11343" y="38923"/>
                      <a:pt x="11351" y="38782"/>
                    </a:cubicBezTo>
                    <a:cubicBezTo>
                      <a:pt x="11351" y="38741"/>
                      <a:pt x="11384" y="38720"/>
                      <a:pt x="11419" y="38720"/>
                    </a:cubicBezTo>
                    <a:cubicBezTo>
                      <a:pt x="11453" y="38720"/>
                      <a:pt x="11488" y="38741"/>
                      <a:pt x="11492" y="38782"/>
                    </a:cubicBezTo>
                    <a:cubicBezTo>
                      <a:pt x="11492" y="38857"/>
                      <a:pt x="11550" y="38907"/>
                      <a:pt x="11592" y="38956"/>
                    </a:cubicBezTo>
                    <a:cubicBezTo>
                      <a:pt x="11650" y="39014"/>
                      <a:pt x="11699" y="39072"/>
                      <a:pt x="11732" y="39139"/>
                    </a:cubicBezTo>
                    <a:cubicBezTo>
                      <a:pt x="11799" y="39255"/>
                      <a:pt x="11840" y="39395"/>
                      <a:pt x="11848" y="39528"/>
                    </a:cubicBezTo>
                    <a:lnTo>
                      <a:pt x="11857" y="39528"/>
                    </a:lnTo>
                    <a:cubicBezTo>
                      <a:pt x="11931" y="39520"/>
                      <a:pt x="12006" y="39511"/>
                      <a:pt x="12080" y="39503"/>
                    </a:cubicBezTo>
                    <a:cubicBezTo>
                      <a:pt x="12147" y="39487"/>
                      <a:pt x="12221" y="39478"/>
                      <a:pt x="12296" y="39470"/>
                    </a:cubicBezTo>
                    <a:cubicBezTo>
                      <a:pt x="12304" y="39470"/>
                      <a:pt x="12321" y="39462"/>
                      <a:pt x="12329" y="39462"/>
                    </a:cubicBezTo>
                    <a:lnTo>
                      <a:pt x="12337" y="39462"/>
                    </a:lnTo>
                    <a:lnTo>
                      <a:pt x="12362" y="39445"/>
                    </a:lnTo>
                    <a:lnTo>
                      <a:pt x="12370" y="39445"/>
                    </a:lnTo>
                    <a:cubicBezTo>
                      <a:pt x="12379" y="39437"/>
                      <a:pt x="12379" y="39437"/>
                      <a:pt x="12387" y="39429"/>
                    </a:cubicBezTo>
                    <a:cubicBezTo>
                      <a:pt x="12387" y="39379"/>
                      <a:pt x="12412" y="39321"/>
                      <a:pt x="12428" y="39279"/>
                    </a:cubicBezTo>
                    <a:cubicBezTo>
                      <a:pt x="12453" y="39213"/>
                      <a:pt x="12478" y="39155"/>
                      <a:pt x="12470" y="39089"/>
                    </a:cubicBezTo>
                    <a:cubicBezTo>
                      <a:pt x="12462" y="38998"/>
                      <a:pt x="12412" y="38923"/>
                      <a:pt x="12337" y="38857"/>
                    </a:cubicBezTo>
                    <a:cubicBezTo>
                      <a:pt x="12180" y="38699"/>
                      <a:pt x="11981" y="38567"/>
                      <a:pt x="11948" y="38327"/>
                    </a:cubicBezTo>
                    <a:cubicBezTo>
                      <a:pt x="11943" y="38277"/>
                      <a:pt x="11981" y="38249"/>
                      <a:pt x="12020" y="38249"/>
                    </a:cubicBezTo>
                    <a:cubicBezTo>
                      <a:pt x="12052" y="38249"/>
                      <a:pt x="12086" y="38269"/>
                      <a:pt x="12097" y="38310"/>
                    </a:cubicBezTo>
                    <a:cubicBezTo>
                      <a:pt x="12122" y="38410"/>
                      <a:pt x="12221" y="38484"/>
                      <a:pt x="12296" y="38542"/>
                    </a:cubicBezTo>
                    <a:cubicBezTo>
                      <a:pt x="12379" y="38600"/>
                      <a:pt x="12462" y="38658"/>
                      <a:pt x="12528" y="38724"/>
                    </a:cubicBezTo>
                    <a:cubicBezTo>
                      <a:pt x="12536" y="38691"/>
                      <a:pt x="12536" y="38666"/>
                      <a:pt x="12536" y="38633"/>
                    </a:cubicBezTo>
                    <a:cubicBezTo>
                      <a:pt x="12536" y="38534"/>
                      <a:pt x="12486" y="38468"/>
                      <a:pt x="12428" y="38393"/>
                    </a:cubicBezTo>
                    <a:cubicBezTo>
                      <a:pt x="12362" y="38318"/>
                      <a:pt x="12288" y="38252"/>
                      <a:pt x="12230" y="38169"/>
                    </a:cubicBezTo>
                    <a:cubicBezTo>
                      <a:pt x="12230" y="38161"/>
                      <a:pt x="12221" y="38153"/>
                      <a:pt x="12213" y="38136"/>
                    </a:cubicBezTo>
                    <a:cubicBezTo>
                      <a:pt x="12196" y="38120"/>
                      <a:pt x="12180" y="38111"/>
                      <a:pt x="12163" y="38095"/>
                    </a:cubicBezTo>
                    <a:cubicBezTo>
                      <a:pt x="12072" y="38012"/>
                      <a:pt x="11981" y="37937"/>
                      <a:pt x="11890" y="37863"/>
                    </a:cubicBezTo>
                    <a:cubicBezTo>
                      <a:pt x="11815" y="37788"/>
                      <a:pt x="11732" y="37714"/>
                      <a:pt x="11683" y="37631"/>
                    </a:cubicBezTo>
                    <a:cubicBezTo>
                      <a:pt x="11625" y="37540"/>
                      <a:pt x="11592" y="37440"/>
                      <a:pt x="11558" y="37332"/>
                    </a:cubicBezTo>
                    <a:cubicBezTo>
                      <a:pt x="11492" y="37100"/>
                      <a:pt x="11418" y="36860"/>
                      <a:pt x="11360" y="36620"/>
                    </a:cubicBezTo>
                    <a:cubicBezTo>
                      <a:pt x="11310" y="36396"/>
                      <a:pt x="11277" y="36164"/>
                      <a:pt x="11268" y="35932"/>
                    </a:cubicBezTo>
                    <a:cubicBezTo>
                      <a:pt x="11252" y="35874"/>
                      <a:pt x="11244" y="35816"/>
                      <a:pt x="11235" y="35766"/>
                    </a:cubicBezTo>
                    <a:cubicBezTo>
                      <a:pt x="11194" y="35510"/>
                      <a:pt x="11152" y="35244"/>
                      <a:pt x="11128" y="34988"/>
                    </a:cubicBezTo>
                    <a:cubicBezTo>
                      <a:pt x="11094" y="34722"/>
                      <a:pt x="11070" y="34457"/>
                      <a:pt x="11053" y="34192"/>
                    </a:cubicBezTo>
                    <a:cubicBezTo>
                      <a:pt x="11028" y="33927"/>
                      <a:pt x="11028" y="33662"/>
                      <a:pt x="11028" y="33397"/>
                    </a:cubicBezTo>
                    <a:cubicBezTo>
                      <a:pt x="11028" y="33364"/>
                      <a:pt x="11051" y="33348"/>
                      <a:pt x="11073" y="33348"/>
                    </a:cubicBezTo>
                    <a:cubicBezTo>
                      <a:pt x="11091" y="33348"/>
                      <a:pt x="11107" y="33358"/>
                      <a:pt x="11111" y="33380"/>
                    </a:cubicBezTo>
                    <a:cubicBezTo>
                      <a:pt x="11136" y="33654"/>
                      <a:pt x="11177" y="33919"/>
                      <a:pt x="11210" y="34192"/>
                    </a:cubicBezTo>
                    <a:cubicBezTo>
                      <a:pt x="11244" y="34449"/>
                      <a:pt x="11277" y="34706"/>
                      <a:pt x="11310" y="34963"/>
                    </a:cubicBezTo>
                    <a:cubicBezTo>
                      <a:pt x="11335" y="35112"/>
                      <a:pt x="11360" y="35261"/>
                      <a:pt x="11384" y="35410"/>
                    </a:cubicBezTo>
                    <a:cubicBezTo>
                      <a:pt x="11409" y="35394"/>
                      <a:pt x="11426" y="35377"/>
                      <a:pt x="11451" y="35352"/>
                    </a:cubicBezTo>
                    <a:cubicBezTo>
                      <a:pt x="11542" y="35269"/>
                      <a:pt x="11625" y="35170"/>
                      <a:pt x="11699" y="35062"/>
                    </a:cubicBezTo>
                    <a:cubicBezTo>
                      <a:pt x="11815" y="34872"/>
                      <a:pt x="11898" y="34648"/>
                      <a:pt x="11915" y="34416"/>
                    </a:cubicBezTo>
                    <a:lnTo>
                      <a:pt x="11915" y="34416"/>
                    </a:lnTo>
                    <a:cubicBezTo>
                      <a:pt x="11848" y="34515"/>
                      <a:pt x="11782" y="34615"/>
                      <a:pt x="11708" y="34698"/>
                    </a:cubicBezTo>
                    <a:cubicBezTo>
                      <a:pt x="11695" y="34710"/>
                      <a:pt x="11678" y="34716"/>
                      <a:pt x="11662" y="34716"/>
                    </a:cubicBezTo>
                    <a:cubicBezTo>
                      <a:pt x="11625" y="34716"/>
                      <a:pt x="11591" y="34688"/>
                      <a:pt x="11608" y="34648"/>
                    </a:cubicBezTo>
                    <a:cubicBezTo>
                      <a:pt x="11749" y="34325"/>
                      <a:pt x="11931" y="34026"/>
                      <a:pt x="12072" y="33712"/>
                    </a:cubicBezTo>
                    <a:cubicBezTo>
                      <a:pt x="12147" y="33554"/>
                      <a:pt x="12213" y="33397"/>
                      <a:pt x="12271" y="33231"/>
                    </a:cubicBezTo>
                    <a:lnTo>
                      <a:pt x="12271" y="33231"/>
                    </a:lnTo>
                    <a:cubicBezTo>
                      <a:pt x="12089" y="33422"/>
                      <a:pt x="11890" y="33587"/>
                      <a:pt x="11683" y="33761"/>
                    </a:cubicBezTo>
                    <a:cubicBezTo>
                      <a:pt x="11673" y="33771"/>
                      <a:pt x="11662" y="33776"/>
                      <a:pt x="11651" y="33776"/>
                    </a:cubicBezTo>
                    <a:cubicBezTo>
                      <a:pt x="11611" y="33776"/>
                      <a:pt x="11577" y="33710"/>
                      <a:pt x="11616" y="33670"/>
                    </a:cubicBezTo>
                    <a:cubicBezTo>
                      <a:pt x="11848" y="33447"/>
                      <a:pt x="12089" y="33215"/>
                      <a:pt x="12288" y="32966"/>
                    </a:cubicBezTo>
                    <a:cubicBezTo>
                      <a:pt x="12627" y="32535"/>
                      <a:pt x="12826" y="32021"/>
                      <a:pt x="12917" y="31483"/>
                    </a:cubicBezTo>
                    <a:cubicBezTo>
                      <a:pt x="12967" y="31218"/>
                      <a:pt x="12984" y="30944"/>
                      <a:pt x="12992" y="30679"/>
                    </a:cubicBezTo>
                    <a:cubicBezTo>
                      <a:pt x="12959" y="30257"/>
                      <a:pt x="12975" y="29834"/>
                      <a:pt x="12942" y="29411"/>
                    </a:cubicBezTo>
                    <a:cubicBezTo>
                      <a:pt x="12917" y="29113"/>
                      <a:pt x="12876" y="28815"/>
                      <a:pt x="12818" y="28517"/>
                    </a:cubicBezTo>
                    <a:cubicBezTo>
                      <a:pt x="12768" y="28218"/>
                      <a:pt x="12685" y="27912"/>
                      <a:pt x="12685" y="27605"/>
                    </a:cubicBezTo>
                    <a:cubicBezTo>
                      <a:pt x="12685" y="27583"/>
                      <a:pt x="12706" y="27573"/>
                      <a:pt x="12728" y="27573"/>
                    </a:cubicBezTo>
                    <a:cubicBezTo>
                      <a:pt x="12748" y="27573"/>
                      <a:pt x="12769" y="27581"/>
                      <a:pt x="12776" y="27597"/>
                    </a:cubicBezTo>
                    <a:cubicBezTo>
                      <a:pt x="12843" y="27738"/>
                      <a:pt x="12884" y="27895"/>
                      <a:pt x="12917" y="28044"/>
                    </a:cubicBezTo>
                    <a:cubicBezTo>
                      <a:pt x="12959" y="28194"/>
                      <a:pt x="12992" y="28343"/>
                      <a:pt x="13017" y="28492"/>
                    </a:cubicBezTo>
                    <a:cubicBezTo>
                      <a:pt x="13075" y="28782"/>
                      <a:pt x="13116" y="29088"/>
                      <a:pt x="13133" y="29387"/>
                    </a:cubicBezTo>
                    <a:cubicBezTo>
                      <a:pt x="13141" y="29469"/>
                      <a:pt x="13141" y="29552"/>
                      <a:pt x="13141" y="29635"/>
                    </a:cubicBezTo>
                    <a:cubicBezTo>
                      <a:pt x="13149" y="29643"/>
                      <a:pt x="13158" y="29660"/>
                      <a:pt x="13166" y="29677"/>
                    </a:cubicBezTo>
                    <a:cubicBezTo>
                      <a:pt x="13199" y="29884"/>
                      <a:pt x="13207" y="30091"/>
                      <a:pt x="13216" y="30306"/>
                    </a:cubicBezTo>
                    <a:cubicBezTo>
                      <a:pt x="13249" y="30505"/>
                      <a:pt x="13282" y="30704"/>
                      <a:pt x="13307" y="30903"/>
                    </a:cubicBezTo>
                    <a:cubicBezTo>
                      <a:pt x="13373" y="31458"/>
                      <a:pt x="13406" y="32030"/>
                      <a:pt x="13348" y="32585"/>
                    </a:cubicBezTo>
                    <a:cubicBezTo>
                      <a:pt x="13348" y="32593"/>
                      <a:pt x="13348" y="32593"/>
                      <a:pt x="13348" y="32593"/>
                    </a:cubicBezTo>
                    <a:cubicBezTo>
                      <a:pt x="13315" y="32867"/>
                      <a:pt x="13232" y="33132"/>
                      <a:pt x="13216" y="33405"/>
                    </a:cubicBezTo>
                    <a:cubicBezTo>
                      <a:pt x="13191" y="33687"/>
                      <a:pt x="13323" y="33910"/>
                      <a:pt x="13447" y="34151"/>
                    </a:cubicBezTo>
                    <a:cubicBezTo>
                      <a:pt x="13464" y="34192"/>
                      <a:pt x="13439" y="34234"/>
                      <a:pt x="13406" y="34250"/>
                    </a:cubicBezTo>
                    <a:cubicBezTo>
                      <a:pt x="13497" y="34325"/>
                      <a:pt x="13588" y="34399"/>
                      <a:pt x="13671" y="34482"/>
                    </a:cubicBezTo>
                    <a:cubicBezTo>
                      <a:pt x="13804" y="34615"/>
                      <a:pt x="13878" y="34789"/>
                      <a:pt x="13945" y="34963"/>
                    </a:cubicBezTo>
                    <a:cubicBezTo>
                      <a:pt x="14019" y="35145"/>
                      <a:pt x="14077" y="35336"/>
                      <a:pt x="14110" y="35526"/>
                    </a:cubicBezTo>
                    <a:cubicBezTo>
                      <a:pt x="14119" y="35592"/>
                      <a:pt x="14127" y="35650"/>
                      <a:pt x="14135" y="35708"/>
                    </a:cubicBezTo>
                    <a:cubicBezTo>
                      <a:pt x="14201" y="35841"/>
                      <a:pt x="14235" y="35982"/>
                      <a:pt x="14259" y="36131"/>
                    </a:cubicBezTo>
                    <a:cubicBezTo>
                      <a:pt x="14276" y="36322"/>
                      <a:pt x="14293" y="36504"/>
                      <a:pt x="14351" y="36686"/>
                    </a:cubicBezTo>
                    <a:cubicBezTo>
                      <a:pt x="14409" y="36868"/>
                      <a:pt x="14516" y="36993"/>
                      <a:pt x="14682" y="37092"/>
                    </a:cubicBezTo>
                    <a:cubicBezTo>
                      <a:pt x="14765" y="37142"/>
                      <a:pt x="14848" y="37183"/>
                      <a:pt x="14931" y="37225"/>
                    </a:cubicBezTo>
                    <a:cubicBezTo>
                      <a:pt x="14997" y="37250"/>
                      <a:pt x="15063" y="37266"/>
                      <a:pt x="15113" y="37308"/>
                    </a:cubicBezTo>
                    <a:cubicBezTo>
                      <a:pt x="15287" y="37341"/>
                      <a:pt x="15469" y="37390"/>
                      <a:pt x="15643" y="37448"/>
                    </a:cubicBezTo>
                    <a:cubicBezTo>
                      <a:pt x="15734" y="37482"/>
                      <a:pt x="15817" y="37523"/>
                      <a:pt x="15892" y="37573"/>
                    </a:cubicBezTo>
                    <a:cubicBezTo>
                      <a:pt x="15975" y="37622"/>
                      <a:pt x="16049" y="37689"/>
                      <a:pt x="16132" y="37714"/>
                    </a:cubicBezTo>
                    <a:cubicBezTo>
                      <a:pt x="16179" y="37729"/>
                      <a:pt x="16227" y="37735"/>
                      <a:pt x="16276" y="37735"/>
                    </a:cubicBezTo>
                    <a:cubicBezTo>
                      <a:pt x="16304" y="37735"/>
                      <a:pt x="16334" y="37733"/>
                      <a:pt x="16364" y="37730"/>
                    </a:cubicBezTo>
                    <a:cubicBezTo>
                      <a:pt x="16389" y="37697"/>
                      <a:pt x="16430" y="37672"/>
                      <a:pt x="16472" y="37647"/>
                    </a:cubicBezTo>
                    <a:cubicBezTo>
                      <a:pt x="16521" y="37614"/>
                      <a:pt x="16579" y="37581"/>
                      <a:pt x="16629" y="37540"/>
                    </a:cubicBezTo>
                    <a:cubicBezTo>
                      <a:pt x="16662" y="37515"/>
                      <a:pt x="16712" y="37490"/>
                      <a:pt x="16737" y="37448"/>
                    </a:cubicBezTo>
                    <a:lnTo>
                      <a:pt x="16729" y="37440"/>
                    </a:lnTo>
                    <a:cubicBezTo>
                      <a:pt x="16704" y="37415"/>
                      <a:pt x="16679" y="37399"/>
                      <a:pt x="16654" y="37382"/>
                    </a:cubicBezTo>
                    <a:cubicBezTo>
                      <a:pt x="16555" y="37291"/>
                      <a:pt x="16455" y="37200"/>
                      <a:pt x="16364" y="37100"/>
                    </a:cubicBezTo>
                    <a:cubicBezTo>
                      <a:pt x="16281" y="37001"/>
                      <a:pt x="16198" y="36902"/>
                      <a:pt x="16115" y="36794"/>
                    </a:cubicBezTo>
                    <a:cubicBezTo>
                      <a:pt x="16089" y="36755"/>
                      <a:pt x="16124" y="36696"/>
                      <a:pt x="16165" y="36696"/>
                    </a:cubicBezTo>
                    <a:cubicBezTo>
                      <a:pt x="16176" y="36696"/>
                      <a:pt x="16187" y="36700"/>
                      <a:pt x="16198" y="36711"/>
                    </a:cubicBezTo>
                    <a:cubicBezTo>
                      <a:pt x="16314" y="36819"/>
                      <a:pt x="16439" y="36926"/>
                      <a:pt x="16555" y="37026"/>
                    </a:cubicBezTo>
                    <a:cubicBezTo>
                      <a:pt x="16613" y="37076"/>
                      <a:pt x="16671" y="37134"/>
                      <a:pt x="16737" y="37175"/>
                    </a:cubicBezTo>
                    <a:cubicBezTo>
                      <a:pt x="16795" y="37225"/>
                      <a:pt x="16861" y="37266"/>
                      <a:pt x="16903" y="37324"/>
                    </a:cubicBezTo>
                    <a:cubicBezTo>
                      <a:pt x="16911" y="37332"/>
                      <a:pt x="16919" y="37349"/>
                      <a:pt x="16927" y="37357"/>
                    </a:cubicBezTo>
                    <a:cubicBezTo>
                      <a:pt x="16936" y="37341"/>
                      <a:pt x="16952" y="37324"/>
                      <a:pt x="16969" y="37308"/>
                    </a:cubicBezTo>
                    <a:cubicBezTo>
                      <a:pt x="16977" y="37283"/>
                      <a:pt x="16985" y="37266"/>
                      <a:pt x="17002" y="37241"/>
                    </a:cubicBezTo>
                    <a:cubicBezTo>
                      <a:pt x="17035" y="37175"/>
                      <a:pt x="17068" y="37100"/>
                      <a:pt x="17068" y="37018"/>
                    </a:cubicBezTo>
                    <a:cubicBezTo>
                      <a:pt x="17060" y="36935"/>
                      <a:pt x="17002" y="36877"/>
                      <a:pt x="16936" y="36827"/>
                    </a:cubicBezTo>
                    <a:cubicBezTo>
                      <a:pt x="16861" y="36769"/>
                      <a:pt x="16770" y="36719"/>
                      <a:pt x="16695" y="36661"/>
                    </a:cubicBezTo>
                    <a:cubicBezTo>
                      <a:pt x="16604" y="36595"/>
                      <a:pt x="16521" y="36529"/>
                      <a:pt x="16430" y="36462"/>
                    </a:cubicBezTo>
                    <a:cubicBezTo>
                      <a:pt x="16387" y="36426"/>
                      <a:pt x="16419" y="36358"/>
                      <a:pt x="16467" y="36358"/>
                    </a:cubicBezTo>
                    <a:cubicBezTo>
                      <a:pt x="16474" y="36358"/>
                      <a:pt x="16481" y="36360"/>
                      <a:pt x="16488" y="36363"/>
                    </a:cubicBezTo>
                    <a:cubicBezTo>
                      <a:pt x="16604" y="36413"/>
                      <a:pt x="16712" y="36471"/>
                      <a:pt x="16828" y="36529"/>
                    </a:cubicBezTo>
                    <a:cubicBezTo>
                      <a:pt x="16894" y="36562"/>
                      <a:pt x="16969" y="36603"/>
                      <a:pt x="17035" y="36653"/>
                    </a:cubicBezTo>
                    <a:cubicBezTo>
                      <a:pt x="17035" y="36603"/>
                      <a:pt x="17027" y="36545"/>
                      <a:pt x="17019" y="36504"/>
                    </a:cubicBezTo>
                    <a:cubicBezTo>
                      <a:pt x="16985" y="36380"/>
                      <a:pt x="16861" y="36346"/>
                      <a:pt x="16753" y="36313"/>
                    </a:cubicBezTo>
                    <a:cubicBezTo>
                      <a:pt x="16596" y="36264"/>
                      <a:pt x="16430" y="36214"/>
                      <a:pt x="16281" y="36164"/>
                    </a:cubicBezTo>
                    <a:cubicBezTo>
                      <a:pt x="16265" y="36156"/>
                      <a:pt x="16248" y="36148"/>
                      <a:pt x="16240" y="36148"/>
                    </a:cubicBezTo>
                    <a:cubicBezTo>
                      <a:pt x="16214" y="36153"/>
                      <a:pt x="16189" y="36156"/>
                      <a:pt x="16163" y="36156"/>
                    </a:cubicBezTo>
                    <a:cubicBezTo>
                      <a:pt x="15976" y="36156"/>
                      <a:pt x="15802" y="36005"/>
                      <a:pt x="15693" y="35866"/>
                    </a:cubicBezTo>
                    <a:cubicBezTo>
                      <a:pt x="15535" y="35650"/>
                      <a:pt x="15461" y="35385"/>
                      <a:pt x="15395" y="35137"/>
                    </a:cubicBezTo>
                    <a:cubicBezTo>
                      <a:pt x="15312" y="34855"/>
                      <a:pt x="15237" y="34582"/>
                      <a:pt x="15163" y="34300"/>
                    </a:cubicBezTo>
                    <a:cubicBezTo>
                      <a:pt x="15121" y="34167"/>
                      <a:pt x="15088" y="34026"/>
                      <a:pt x="15055" y="33894"/>
                    </a:cubicBezTo>
                    <a:cubicBezTo>
                      <a:pt x="15047" y="33886"/>
                      <a:pt x="15047" y="33869"/>
                      <a:pt x="15047" y="33852"/>
                    </a:cubicBezTo>
                    <a:cubicBezTo>
                      <a:pt x="15038" y="33894"/>
                      <a:pt x="15038" y="33935"/>
                      <a:pt x="15038" y="33977"/>
                    </a:cubicBezTo>
                    <a:cubicBezTo>
                      <a:pt x="15038" y="33997"/>
                      <a:pt x="15022" y="34008"/>
                      <a:pt x="15004" y="34008"/>
                    </a:cubicBezTo>
                    <a:cubicBezTo>
                      <a:pt x="14987" y="34008"/>
                      <a:pt x="14968" y="33997"/>
                      <a:pt x="14964" y="33977"/>
                    </a:cubicBezTo>
                    <a:cubicBezTo>
                      <a:pt x="14955" y="33819"/>
                      <a:pt x="14939" y="33670"/>
                      <a:pt x="14931" y="33513"/>
                    </a:cubicBezTo>
                    <a:cubicBezTo>
                      <a:pt x="14931" y="33413"/>
                      <a:pt x="14931" y="33322"/>
                      <a:pt x="14931" y="33231"/>
                    </a:cubicBezTo>
                    <a:cubicBezTo>
                      <a:pt x="14931" y="33181"/>
                      <a:pt x="14931" y="33132"/>
                      <a:pt x="14939" y="33082"/>
                    </a:cubicBezTo>
                    <a:cubicBezTo>
                      <a:pt x="14939" y="32784"/>
                      <a:pt x="14955" y="32485"/>
                      <a:pt x="14980" y="32187"/>
                    </a:cubicBezTo>
                    <a:cubicBezTo>
                      <a:pt x="14997" y="31889"/>
                      <a:pt x="15030" y="31591"/>
                      <a:pt x="15063" y="31292"/>
                    </a:cubicBezTo>
                    <a:cubicBezTo>
                      <a:pt x="15080" y="31185"/>
                      <a:pt x="15096" y="31077"/>
                      <a:pt x="15113" y="30969"/>
                    </a:cubicBezTo>
                    <a:cubicBezTo>
                      <a:pt x="15096" y="30961"/>
                      <a:pt x="15080" y="30953"/>
                      <a:pt x="15080" y="30928"/>
                    </a:cubicBezTo>
                    <a:cubicBezTo>
                      <a:pt x="15129" y="30729"/>
                      <a:pt x="15163" y="30522"/>
                      <a:pt x="15212" y="30323"/>
                    </a:cubicBezTo>
                    <a:cubicBezTo>
                      <a:pt x="15254" y="30132"/>
                      <a:pt x="15312" y="29950"/>
                      <a:pt x="15361" y="29759"/>
                    </a:cubicBezTo>
                    <a:cubicBezTo>
                      <a:pt x="15535" y="29105"/>
                      <a:pt x="15718" y="28450"/>
                      <a:pt x="15867" y="27788"/>
                    </a:cubicBezTo>
                    <a:cubicBezTo>
                      <a:pt x="15941" y="27456"/>
                      <a:pt x="16008" y="27125"/>
                      <a:pt x="16049" y="26793"/>
                    </a:cubicBezTo>
                    <a:cubicBezTo>
                      <a:pt x="16074" y="26652"/>
                      <a:pt x="16091" y="26512"/>
                      <a:pt x="16107" y="26362"/>
                    </a:cubicBezTo>
                    <a:cubicBezTo>
                      <a:pt x="16107" y="26346"/>
                      <a:pt x="16107" y="26321"/>
                      <a:pt x="16107" y="26304"/>
                    </a:cubicBezTo>
                    <a:cubicBezTo>
                      <a:pt x="16115" y="26263"/>
                      <a:pt x="16115" y="26222"/>
                      <a:pt x="16124" y="26172"/>
                    </a:cubicBezTo>
                    <a:lnTo>
                      <a:pt x="16124" y="26172"/>
                    </a:lnTo>
                    <a:cubicBezTo>
                      <a:pt x="16074" y="26296"/>
                      <a:pt x="16016" y="26429"/>
                      <a:pt x="15925" y="26520"/>
                    </a:cubicBezTo>
                    <a:cubicBezTo>
                      <a:pt x="15914" y="26531"/>
                      <a:pt x="15901" y="26535"/>
                      <a:pt x="15888" y="26535"/>
                    </a:cubicBezTo>
                    <a:cubicBezTo>
                      <a:pt x="15853" y="26535"/>
                      <a:pt x="15819" y="26501"/>
                      <a:pt x="15825" y="26470"/>
                    </a:cubicBezTo>
                    <a:cubicBezTo>
                      <a:pt x="15834" y="26338"/>
                      <a:pt x="15892" y="26205"/>
                      <a:pt x="15941" y="26081"/>
                    </a:cubicBezTo>
                    <a:cubicBezTo>
                      <a:pt x="15983" y="25956"/>
                      <a:pt x="16024" y="25832"/>
                      <a:pt x="16057" y="25700"/>
                    </a:cubicBezTo>
                    <a:cubicBezTo>
                      <a:pt x="16132" y="25443"/>
                      <a:pt x="16190" y="25169"/>
                      <a:pt x="16231" y="24904"/>
                    </a:cubicBezTo>
                    <a:cubicBezTo>
                      <a:pt x="16235" y="24867"/>
                      <a:pt x="16261" y="24850"/>
                      <a:pt x="16288" y="24850"/>
                    </a:cubicBezTo>
                    <a:cubicBezTo>
                      <a:pt x="16321" y="24850"/>
                      <a:pt x="16356" y="24875"/>
                      <a:pt x="16356" y="24921"/>
                    </a:cubicBezTo>
                    <a:cubicBezTo>
                      <a:pt x="16356" y="25037"/>
                      <a:pt x="16347" y="25153"/>
                      <a:pt x="16331" y="25269"/>
                    </a:cubicBezTo>
                    <a:cubicBezTo>
                      <a:pt x="16364" y="25194"/>
                      <a:pt x="16397" y="25111"/>
                      <a:pt x="16414" y="25037"/>
                    </a:cubicBezTo>
                    <a:cubicBezTo>
                      <a:pt x="16447" y="24921"/>
                      <a:pt x="16422" y="24796"/>
                      <a:pt x="16405" y="24680"/>
                    </a:cubicBezTo>
                    <a:cubicBezTo>
                      <a:pt x="16397" y="24622"/>
                      <a:pt x="16397" y="24556"/>
                      <a:pt x="16389" y="24498"/>
                    </a:cubicBezTo>
                    <a:cubicBezTo>
                      <a:pt x="16389" y="24448"/>
                      <a:pt x="16389" y="24374"/>
                      <a:pt x="16356" y="24341"/>
                    </a:cubicBezTo>
                    <a:cubicBezTo>
                      <a:pt x="16328" y="24313"/>
                      <a:pt x="16347" y="24261"/>
                      <a:pt x="16379" y="24261"/>
                    </a:cubicBezTo>
                    <a:cubicBezTo>
                      <a:pt x="16385" y="24261"/>
                      <a:pt x="16391" y="24262"/>
                      <a:pt x="16397" y="24266"/>
                    </a:cubicBezTo>
                    <a:cubicBezTo>
                      <a:pt x="16497" y="24316"/>
                      <a:pt x="16521" y="24415"/>
                      <a:pt x="16538" y="24515"/>
                    </a:cubicBezTo>
                    <a:cubicBezTo>
                      <a:pt x="16571" y="24448"/>
                      <a:pt x="16604" y="24374"/>
                      <a:pt x="16637" y="24308"/>
                    </a:cubicBezTo>
                    <a:cubicBezTo>
                      <a:pt x="16778" y="24051"/>
                      <a:pt x="16994" y="23852"/>
                      <a:pt x="17168" y="23628"/>
                    </a:cubicBezTo>
                    <a:cubicBezTo>
                      <a:pt x="17176" y="23620"/>
                      <a:pt x="17184" y="23612"/>
                      <a:pt x="17193" y="23603"/>
                    </a:cubicBezTo>
                    <a:cubicBezTo>
                      <a:pt x="17292" y="23396"/>
                      <a:pt x="17400" y="23189"/>
                      <a:pt x="17507" y="22990"/>
                    </a:cubicBezTo>
                    <a:cubicBezTo>
                      <a:pt x="17607" y="22692"/>
                      <a:pt x="17657" y="22369"/>
                      <a:pt x="17698" y="22054"/>
                    </a:cubicBezTo>
                    <a:cubicBezTo>
                      <a:pt x="17702" y="22036"/>
                      <a:pt x="17716" y="22027"/>
                      <a:pt x="17731" y="22027"/>
                    </a:cubicBezTo>
                    <a:cubicBezTo>
                      <a:pt x="17751" y="22027"/>
                      <a:pt x="17773" y="22042"/>
                      <a:pt x="17773" y="22071"/>
                    </a:cubicBezTo>
                    <a:cubicBezTo>
                      <a:pt x="17764" y="22194"/>
                      <a:pt x="17764" y="22318"/>
                      <a:pt x="17756" y="22442"/>
                    </a:cubicBezTo>
                    <a:lnTo>
                      <a:pt x="17756" y="22442"/>
                    </a:lnTo>
                    <a:cubicBezTo>
                      <a:pt x="17757" y="22434"/>
                      <a:pt x="17764" y="22426"/>
                      <a:pt x="17764" y="22419"/>
                    </a:cubicBezTo>
                    <a:cubicBezTo>
                      <a:pt x="17938" y="21963"/>
                      <a:pt x="18054" y="21457"/>
                      <a:pt x="18005" y="20969"/>
                    </a:cubicBezTo>
                    <a:cubicBezTo>
                      <a:pt x="18005" y="20941"/>
                      <a:pt x="18030" y="20924"/>
                      <a:pt x="18054" y="20924"/>
                    </a:cubicBezTo>
                    <a:cubicBezTo>
                      <a:pt x="18074" y="20924"/>
                      <a:pt x="18092" y="20935"/>
                      <a:pt x="18096" y="20960"/>
                    </a:cubicBezTo>
                    <a:cubicBezTo>
                      <a:pt x="18129" y="21149"/>
                      <a:pt x="18137" y="21347"/>
                      <a:pt x="18129" y="21536"/>
                    </a:cubicBezTo>
                    <a:lnTo>
                      <a:pt x="18129" y="21536"/>
                    </a:lnTo>
                    <a:cubicBezTo>
                      <a:pt x="18130" y="21521"/>
                      <a:pt x="18137" y="21505"/>
                      <a:pt x="18137" y="21482"/>
                    </a:cubicBezTo>
                    <a:cubicBezTo>
                      <a:pt x="18154" y="21391"/>
                      <a:pt x="18170" y="21292"/>
                      <a:pt x="18179" y="21192"/>
                    </a:cubicBezTo>
                    <a:cubicBezTo>
                      <a:pt x="18162" y="21184"/>
                      <a:pt x="18145" y="21167"/>
                      <a:pt x="18145" y="21143"/>
                    </a:cubicBezTo>
                    <a:cubicBezTo>
                      <a:pt x="18137" y="21068"/>
                      <a:pt x="18154" y="20985"/>
                      <a:pt x="18162" y="20911"/>
                    </a:cubicBezTo>
                    <a:cubicBezTo>
                      <a:pt x="18170" y="20853"/>
                      <a:pt x="18179" y="20786"/>
                      <a:pt x="18187" y="20728"/>
                    </a:cubicBezTo>
                    <a:cubicBezTo>
                      <a:pt x="18179" y="20596"/>
                      <a:pt x="18162" y="20471"/>
                      <a:pt x="18145" y="20347"/>
                    </a:cubicBezTo>
                    <a:cubicBezTo>
                      <a:pt x="18112" y="20140"/>
                      <a:pt x="18096" y="19933"/>
                      <a:pt x="18071" y="19726"/>
                    </a:cubicBezTo>
                    <a:cubicBezTo>
                      <a:pt x="18066" y="19701"/>
                      <a:pt x="18091" y="19682"/>
                      <a:pt x="18114" y="19682"/>
                    </a:cubicBezTo>
                    <a:cubicBezTo>
                      <a:pt x="18129" y="19682"/>
                      <a:pt x="18142" y="19690"/>
                      <a:pt x="18145" y="19709"/>
                    </a:cubicBezTo>
                    <a:cubicBezTo>
                      <a:pt x="18187" y="19825"/>
                      <a:pt x="18220" y="19949"/>
                      <a:pt x="18245" y="20065"/>
                    </a:cubicBezTo>
                    <a:cubicBezTo>
                      <a:pt x="18253" y="19983"/>
                      <a:pt x="18253" y="19900"/>
                      <a:pt x="18261" y="19825"/>
                    </a:cubicBezTo>
                    <a:cubicBezTo>
                      <a:pt x="18261" y="19784"/>
                      <a:pt x="18261" y="19742"/>
                      <a:pt x="18261" y="19709"/>
                    </a:cubicBezTo>
                    <a:lnTo>
                      <a:pt x="18253" y="19701"/>
                    </a:lnTo>
                    <a:cubicBezTo>
                      <a:pt x="18253" y="19585"/>
                      <a:pt x="18253" y="19469"/>
                      <a:pt x="18212" y="19361"/>
                    </a:cubicBezTo>
                    <a:cubicBezTo>
                      <a:pt x="18179" y="19262"/>
                      <a:pt x="18121" y="19179"/>
                      <a:pt x="18046" y="19096"/>
                    </a:cubicBezTo>
                    <a:cubicBezTo>
                      <a:pt x="18021" y="19071"/>
                      <a:pt x="17996" y="19038"/>
                      <a:pt x="17971" y="19013"/>
                    </a:cubicBezTo>
                    <a:cubicBezTo>
                      <a:pt x="17880" y="18905"/>
                      <a:pt x="17797" y="18798"/>
                      <a:pt x="17715" y="18682"/>
                    </a:cubicBezTo>
                    <a:cubicBezTo>
                      <a:pt x="17532" y="18450"/>
                      <a:pt x="17383" y="18201"/>
                      <a:pt x="17242" y="17944"/>
                    </a:cubicBezTo>
                    <a:cubicBezTo>
                      <a:pt x="17224" y="17903"/>
                      <a:pt x="17262" y="17870"/>
                      <a:pt x="17297" y="17870"/>
                    </a:cubicBezTo>
                    <a:cubicBezTo>
                      <a:pt x="17311" y="17870"/>
                      <a:pt x="17324" y="17875"/>
                      <a:pt x="17333" y="17886"/>
                    </a:cubicBezTo>
                    <a:cubicBezTo>
                      <a:pt x="17466" y="18085"/>
                      <a:pt x="17615" y="18284"/>
                      <a:pt x="17773" y="18466"/>
                    </a:cubicBezTo>
                    <a:cubicBezTo>
                      <a:pt x="17814" y="18516"/>
                      <a:pt x="17855" y="18566"/>
                      <a:pt x="17897" y="18615"/>
                    </a:cubicBezTo>
                    <a:cubicBezTo>
                      <a:pt x="17922" y="18640"/>
                      <a:pt x="17938" y="18657"/>
                      <a:pt x="17963" y="18682"/>
                    </a:cubicBezTo>
                    <a:cubicBezTo>
                      <a:pt x="17963" y="18640"/>
                      <a:pt x="17955" y="18599"/>
                      <a:pt x="17955" y="18558"/>
                    </a:cubicBezTo>
                    <a:cubicBezTo>
                      <a:pt x="17938" y="18384"/>
                      <a:pt x="17930" y="18201"/>
                      <a:pt x="17930" y="18019"/>
                    </a:cubicBezTo>
                    <a:cubicBezTo>
                      <a:pt x="17930" y="17837"/>
                      <a:pt x="17938" y="17646"/>
                      <a:pt x="17938" y="17456"/>
                    </a:cubicBezTo>
                    <a:cubicBezTo>
                      <a:pt x="17938" y="17273"/>
                      <a:pt x="17963" y="17091"/>
                      <a:pt x="17971" y="16909"/>
                    </a:cubicBezTo>
                    <a:cubicBezTo>
                      <a:pt x="17971" y="16900"/>
                      <a:pt x="17971" y="16892"/>
                      <a:pt x="17980" y="16884"/>
                    </a:cubicBezTo>
                    <a:cubicBezTo>
                      <a:pt x="17996" y="16726"/>
                      <a:pt x="18013" y="16577"/>
                      <a:pt x="18029" y="16420"/>
                    </a:cubicBezTo>
                    <a:cubicBezTo>
                      <a:pt x="18071" y="16064"/>
                      <a:pt x="18121" y="15699"/>
                      <a:pt x="18005" y="15351"/>
                    </a:cubicBezTo>
                    <a:cubicBezTo>
                      <a:pt x="17994" y="15308"/>
                      <a:pt x="18028" y="15276"/>
                      <a:pt x="18062" y="15276"/>
                    </a:cubicBezTo>
                    <a:cubicBezTo>
                      <a:pt x="18081" y="15276"/>
                      <a:pt x="18100" y="15286"/>
                      <a:pt x="18112" y="15310"/>
                    </a:cubicBezTo>
                    <a:cubicBezTo>
                      <a:pt x="18145" y="15392"/>
                      <a:pt x="18179" y="15467"/>
                      <a:pt x="18203" y="15550"/>
                    </a:cubicBezTo>
                    <a:cubicBezTo>
                      <a:pt x="18203" y="15500"/>
                      <a:pt x="18203" y="15459"/>
                      <a:pt x="18203" y="15409"/>
                    </a:cubicBezTo>
                    <a:cubicBezTo>
                      <a:pt x="18203" y="15334"/>
                      <a:pt x="18195" y="15260"/>
                      <a:pt x="18187" y="15185"/>
                    </a:cubicBezTo>
                    <a:cubicBezTo>
                      <a:pt x="18170" y="15020"/>
                      <a:pt x="18154" y="14854"/>
                      <a:pt x="18129" y="14696"/>
                    </a:cubicBezTo>
                    <a:cubicBezTo>
                      <a:pt x="18104" y="14564"/>
                      <a:pt x="18063" y="14415"/>
                      <a:pt x="17947" y="14324"/>
                    </a:cubicBezTo>
                    <a:cubicBezTo>
                      <a:pt x="17912" y="14296"/>
                      <a:pt x="17941" y="14251"/>
                      <a:pt x="17980" y="14251"/>
                    </a:cubicBezTo>
                    <a:cubicBezTo>
                      <a:pt x="17988" y="14251"/>
                      <a:pt x="17996" y="14253"/>
                      <a:pt x="18005" y="14257"/>
                    </a:cubicBezTo>
                    <a:cubicBezTo>
                      <a:pt x="18038" y="14282"/>
                      <a:pt x="18071" y="14307"/>
                      <a:pt x="18104" y="14340"/>
                    </a:cubicBezTo>
                    <a:cubicBezTo>
                      <a:pt x="18096" y="14299"/>
                      <a:pt x="18087" y="14266"/>
                      <a:pt x="18071" y="14224"/>
                    </a:cubicBezTo>
                    <a:cubicBezTo>
                      <a:pt x="18038" y="14166"/>
                      <a:pt x="18005" y="14108"/>
                      <a:pt x="17963" y="14042"/>
                    </a:cubicBezTo>
                    <a:cubicBezTo>
                      <a:pt x="17897" y="13926"/>
                      <a:pt x="17822" y="13810"/>
                      <a:pt x="17748" y="13686"/>
                    </a:cubicBezTo>
                    <a:cubicBezTo>
                      <a:pt x="17748" y="13760"/>
                      <a:pt x="17731" y="13826"/>
                      <a:pt x="17690" y="13876"/>
                    </a:cubicBezTo>
                    <a:cubicBezTo>
                      <a:pt x="17682" y="13888"/>
                      <a:pt x="17667" y="13894"/>
                      <a:pt x="17653" y="13894"/>
                    </a:cubicBezTo>
                    <a:cubicBezTo>
                      <a:pt x="17636" y="13894"/>
                      <a:pt x="17620" y="13886"/>
                      <a:pt x="17615" y="13868"/>
                    </a:cubicBezTo>
                    <a:cubicBezTo>
                      <a:pt x="17599" y="13818"/>
                      <a:pt x="17599" y="13768"/>
                      <a:pt x="17599" y="13719"/>
                    </a:cubicBezTo>
                    <a:cubicBezTo>
                      <a:pt x="17590" y="13669"/>
                      <a:pt x="17582" y="13619"/>
                      <a:pt x="17574" y="13578"/>
                    </a:cubicBezTo>
                    <a:cubicBezTo>
                      <a:pt x="17557" y="13470"/>
                      <a:pt x="17516" y="13379"/>
                      <a:pt x="17483" y="13288"/>
                    </a:cubicBezTo>
                    <a:cubicBezTo>
                      <a:pt x="17400" y="13081"/>
                      <a:pt x="17300" y="12882"/>
                      <a:pt x="17209" y="12691"/>
                    </a:cubicBezTo>
                    <a:cubicBezTo>
                      <a:pt x="17209" y="12675"/>
                      <a:pt x="17209" y="12667"/>
                      <a:pt x="17209" y="12650"/>
                    </a:cubicBezTo>
                    <a:cubicBezTo>
                      <a:pt x="17176" y="12600"/>
                      <a:pt x="17135" y="12551"/>
                      <a:pt x="17093" y="12501"/>
                    </a:cubicBezTo>
                    <a:cubicBezTo>
                      <a:pt x="17074" y="12469"/>
                      <a:pt x="17100" y="12421"/>
                      <a:pt x="17131" y="12421"/>
                    </a:cubicBezTo>
                    <a:cubicBezTo>
                      <a:pt x="17141" y="12421"/>
                      <a:pt x="17150" y="12425"/>
                      <a:pt x="17159" y="12435"/>
                    </a:cubicBezTo>
                    <a:cubicBezTo>
                      <a:pt x="17234" y="12509"/>
                      <a:pt x="17317" y="12584"/>
                      <a:pt x="17383" y="12667"/>
                    </a:cubicBezTo>
                    <a:cubicBezTo>
                      <a:pt x="17375" y="12650"/>
                      <a:pt x="17367" y="12633"/>
                      <a:pt x="17358" y="12617"/>
                    </a:cubicBezTo>
                    <a:cubicBezTo>
                      <a:pt x="17333" y="12592"/>
                      <a:pt x="17300" y="12567"/>
                      <a:pt x="17275" y="12534"/>
                    </a:cubicBezTo>
                    <a:cubicBezTo>
                      <a:pt x="17184" y="12435"/>
                      <a:pt x="17118" y="12310"/>
                      <a:pt x="17068" y="12186"/>
                    </a:cubicBezTo>
                    <a:cubicBezTo>
                      <a:pt x="17052" y="12145"/>
                      <a:pt x="17035" y="12103"/>
                      <a:pt x="17019" y="12053"/>
                    </a:cubicBezTo>
                    <a:cubicBezTo>
                      <a:pt x="16977" y="11954"/>
                      <a:pt x="16944" y="11846"/>
                      <a:pt x="16911" y="11739"/>
                    </a:cubicBezTo>
                    <a:cubicBezTo>
                      <a:pt x="16903" y="11739"/>
                      <a:pt x="16894" y="11739"/>
                      <a:pt x="16886" y="11730"/>
                    </a:cubicBezTo>
                    <a:cubicBezTo>
                      <a:pt x="16845" y="11689"/>
                      <a:pt x="16820" y="11623"/>
                      <a:pt x="16803" y="11565"/>
                    </a:cubicBezTo>
                    <a:cubicBezTo>
                      <a:pt x="16794" y="11577"/>
                      <a:pt x="16780" y="11582"/>
                      <a:pt x="16767" y="11582"/>
                    </a:cubicBezTo>
                    <a:cubicBezTo>
                      <a:pt x="16744" y="11582"/>
                      <a:pt x="16720" y="11566"/>
                      <a:pt x="16720" y="11540"/>
                    </a:cubicBezTo>
                    <a:cubicBezTo>
                      <a:pt x="16712" y="11507"/>
                      <a:pt x="16712" y="11473"/>
                      <a:pt x="16712" y="11440"/>
                    </a:cubicBezTo>
                    <a:cubicBezTo>
                      <a:pt x="16712" y="11407"/>
                      <a:pt x="16704" y="11382"/>
                      <a:pt x="16704" y="11349"/>
                    </a:cubicBezTo>
                    <a:cubicBezTo>
                      <a:pt x="16704" y="11291"/>
                      <a:pt x="16704" y="11225"/>
                      <a:pt x="16704" y="11167"/>
                    </a:cubicBezTo>
                    <a:cubicBezTo>
                      <a:pt x="16695" y="11117"/>
                      <a:pt x="16695" y="11059"/>
                      <a:pt x="16687" y="11009"/>
                    </a:cubicBezTo>
                    <a:cubicBezTo>
                      <a:pt x="16679" y="10943"/>
                      <a:pt x="16671" y="10885"/>
                      <a:pt x="16662" y="10827"/>
                    </a:cubicBezTo>
                    <a:cubicBezTo>
                      <a:pt x="16646" y="10811"/>
                      <a:pt x="16646" y="10794"/>
                      <a:pt x="16654" y="10777"/>
                    </a:cubicBezTo>
                    <a:cubicBezTo>
                      <a:pt x="16646" y="10703"/>
                      <a:pt x="16646" y="10637"/>
                      <a:pt x="16637" y="10570"/>
                    </a:cubicBezTo>
                    <a:cubicBezTo>
                      <a:pt x="16633" y="10537"/>
                      <a:pt x="16660" y="10518"/>
                      <a:pt x="16686" y="10518"/>
                    </a:cubicBezTo>
                    <a:cubicBezTo>
                      <a:pt x="16706" y="10518"/>
                      <a:pt x="16725" y="10529"/>
                      <a:pt x="16729" y="10554"/>
                    </a:cubicBezTo>
                    <a:cubicBezTo>
                      <a:pt x="16745" y="10637"/>
                      <a:pt x="16762" y="10728"/>
                      <a:pt x="16778" y="10811"/>
                    </a:cubicBezTo>
                    <a:cubicBezTo>
                      <a:pt x="16778" y="10819"/>
                      <a:pt x="16787" y="10835"/>
                      <a:pt x="16787" y="10844"/>
                    </a:cubicBezTo>
                    <a:cubicBezTo>
                      <a:pt x="16811" y="10918"/>
                      <a:pt x="16828" y="11001"/>
                      <a:pt x="16836" y="11076"/>
                    </a:cubicBezTo>
                    <a:cubicBezTo>
                      <a:pt x="16836" y="11101"/>
                      <a:pt x="16836" y="11117"/>
                      <a:pt x="16845" y="11142"/>
                    </a:cubicBezTo>
                    <a:lnTo>
                      <a:pt x="16845" y="11150"/>
                    </a:lnTo>
                    <a:cubicBezTo>
                      <a:pt x="16845" y="11159"/>
                      <a:pt x="16853" y="11175"/>
                      <a:pt x="16853" y="11192"/>
                    </a:cubicBezTo>
                    <a:lnTo>
                      <a:pt x="16886" y="11192"/>
                    </a:lnTo>
                    <a:cubicBezTo>
                      <a:pt x="16886" y="11175"/>
                      <a:pt x="16878" y="11150"/>
                      <a:pt x="16878" y="11134"/>
                    </a:cubicBezTo>
                    <a:cubicBezTo>
                      <a:pt x="16878" y="11125"/>
                      <a:pt x="16878" y="11117"/>
                      <a:pt x="16878" y="11109"/>
                    </a:cubicBezTo>
                    <a:cubicBezTo>
                      <a:pt x="16853" y="10927"/>
                      <a:pt x="16820" y="10744"/>
                      <a:pt x="16770" y="10570"/>
                    </a:cubicBezTo>
                    <a:cubicBezTo>
                      <a:pt x="16770" y="10562"/>
                      <a:pt x="16770" y="10554"/>
                      <a:pt x="16778" y="10545"/>
                    </a:cubicBezTo>
                    <a:cubicBezTo>
                      <a:pt x="16753" y="10479"/>
                      <a:pt x="16729" y="10405"/>
                      <a:pt x="16704" y="10338"/>
                    </a:cubicBezTo>
                    <a:cubicBezTo>
                      <a:pt x="16687" y="10294"/>
                      <a:pt x="16726" y="10261"/>
                      <a:pt x="16763" y="10261"/>
                    </a:cubicBezTo>
                    <a:cubicBezTo>
                      <a:pt x="16782" y="10261"/>
                      <a:pt x="16800" y="10269"/>
                      <a:pt x="16811" y="10289"/>
                    </a:cubicBezTo>
                    <a:cubicBezTo>
                      <a:pt x="16811" y="10264"/>
                      <a:pt x="16834" y="10249"/>
                      <a:pt x="16859" y="10249"/>
                    </a:cubicBezTo>
                    <a:cubicBezTo>
                      <a:pt x="16868" y="10249"/>
                      <a:pt x="16877" y="10251"/>
                      <a:pt x="16886" y="10255"/>
                    </a:cubicBezTo>
                    <a:cubicBezTo>
                      <a:pt x="16878" y="10222"/>
                      <a:pt x="16869" y="10197"/>
                      <a:pt x="16853" y="10164"/>
                    </a:cubicBezTo>
                    <a:cubicBezTo>
                      <a:pt x="16803" y="9974"/>
                      <a:pt x="16737" y="9783"/>
                      <a:pt x="16679" y="9601"/>
                    </a:cubicBezTo>
                    <a:cubicBezTo>
                      <a:pt x="16664" y="9555"/>
                      <a:pt x="16697" y="9517"/>
                      <a:pt x="16734" y="9517"/>
                    </a:cubicBezTo>
                    <a:cubicBezTo>
                      <a:pt x="16738" y="9517"/>
                      <a:pt x="16742" y="9517"/>
                      <a:pt x="16745" y="9518"/>
                    </a:cubicBezTo>
                    <a:cubicBezTo>
                      <a:pt x="16704" y="9410"/>
                      <a:pt x="16646" y="9303"/>
                      <a:pt x="16579" y="9203"/>
                    </a:cubicBezTo>
                    <a:cubicBezTo>
                      <a:pt x="16405" y="8913"/>
                      <a:pt x="16173" y="8665"/>
                      <a:pt x="15958" y="8400"/>
                    </a:cubicBezTo>
                    <a:cubicBezTo>
                      <a:pt x="15950" y="8400"/>
                      <a:pt x="15950" y="8391"/>
                      <a:pt x="15950" y="8383"/>
                    </a:cubicBezTo>
                    <a:cubicBezTo>
                      <a:pt x="15941" y="8366"/>
                      <a:pt x="15933" y="8358"/>
                      <a:pt x="15933" y="8342"/>
                    </a:cubicBezTo>
                    <a:cubicBezTo>
                      <a:pt x="15933" y="8333"/>
                      <a:pt x="15925" y="8325"/>
                      <a:pt x="15917" y="8325"/>
                    </a:cubicBezTo>
                    <a:cubicBezTo>
                      <a:pt x="15892" y="8292"/>
                      <a:pt x="15867" y="8259"/>
                      <a:pt x="15842" y="8234"/>
                    </a:cubicBezTo>
                    <a:cubicBezTo>
                      <a:pt x="15842" y="8240"/>
                      <a:pt x="15837" y="8253"/>
                      <a:pt x="15826" y="8253"/>
                    </a:cubicBezTo>
                    <a:cubicBezTo>
                      <a:pt x="15823" y="8253"/>
                      <a:pt x="15820" y="8252"/>
                      <a:pt x="15817" y="8250"/>
                    </a:cubicBezTo>
                    <a:cubicBezTo>
                      <a:pt x="15801" y="8250"/>
                      <a:pt x="15792" y="8242"/>
                      <a:pt x="15801" y="8226"/>
                    </a:cubicBezTo>
                    <a:cubicBezTo>
                      <a:pt x="15801" y="8209"/>
                      <a:pt x="15801" y="8201"/>
                      <a:pt x="15801" y="8184"/>
                    </a:cubicBezTo>
                    <a:cubicBezTo>
                      <a:pt x="15776" y="8159"/>
                      <a:pt x="15759" y="8134"/>
                      <a:pt x="15734" y="8101"/>
                    </a:cubicBezTo>
                    <a:cubicBezTo>
                      <a:pt x="15718" y="8101"/>
                      <a:pt x="15718" y="8093"/>
                      <a:pt x="15709" y="8076"/>
                    </a:cubicBezTo>
                    <a:lnTo>
                      <a:pt x="15643" y="8002"/>
                    </a:lnTo>
                    <a:cubicBezTo>
                      <a:pt x="15560" y="7902"/>
                      <a:pt x="15436" y="7786"/>
                      <a:pt x="15403" y="7654"/>
                    </a:cubicBezTo>
                    <a:cubicBezTo>
                      <a:pt x="15396" y="7620"/>
                      <a:pt x="15428" y="7591"/>
                      <a:pt x="15458" y="7591"/>
                    </a:cubicBezTo>
                    <a:cubicBezTo>
                      <a:pt x="15465" y="7591"/>
                      <a:pt x="15471" y="7593"/>
                      <a:pt x="15477" y="7596"/>
                    </a:cubicBezTo>
                    <a:cubicBezTo>
                      <a:pt x="15602" y="7646"/>
                      <a:pt x="15701" y="7795"/>
                      <a:pt x="15784" y="7894"/>
                    </a:cubicBezTo>
                    <a:cubicBezTo>
                      <a:pt x="15792" y="7902"/>
                      <a:pt x="15792" y="7911"/>
                      <a:pt x="15801" y="7919"/>
                    </a:cubicBezTo>
                    <a:cubicBezTo>
                      <a:pt x="15784" y="7844"/>
                      <a:pt x="15759" y="7770"/>
                      <a:pt x="15726" y="7704"/>
                    </a:cubicBezTo>
                    <a:cubicBezTo>
                      <a:pt x="15685" y="7604"/>
                      <a:pt x="15627" y="7513"/>
                      <a:pt x="15569" y="7430"/>
                    </a:cubicBezTo>
                    <a:cubicBezTo>
                      <a:pt x="15519" y="7347"/>
                      <a:pt x="15436" y="7256"/>
                      <a:pt x="15444" y="7157"/>
                    </a:cubicBezTo>
                    <a:cubicBezTo>
                      <a:pt x="15444" y="7142"/>
                      <a:pt x="15457" y="7122"/>
                      <a:pt x="15476" y="7122"/>
                    </a:cubicBezTo>
                    <a:cubicBezTo>
                      <a:pt x="15479" y="7122"/>
                      <a:pt x="15482" y="7122"/>
                      <a:pt x="15486" y="7124"/>
                    </a:cubicBezTo>
                    <a:cubicBezTo>
                      <a:pt x="15535" y="7140"/>
                      <a:pt x="15577" y="7173"/>
                      <a:pt x="15610" y="7215"/>
                    </a:cubicBezTo>
                    <a:cubicBezTo>
                      <a:pt x="15602" y="7198"/>
                      <a:pt x="15602" y="7182"/>
                      <a:pt x="15593" y="7165"/>
                    </a:cubicBezTo>
                    <a:cubicBezTo>
                      <a:pt x="15544" y="6991"/>
                      <a:pt x="15477" y="6825"/>
                      <a:pt x="15411" y="6651"/>
                    </a:cubicBezTo>
                    <a:cubicBezTo>
                      <a:pt x="15395" y="6610"/>
                      <a:pt x="15378" y="6568"/>
                      <a:pt x="15361" y="6519"/>
                    </a:cubicBezTo>
                    <a:lnTo>
                      <a:pt x="15353" y="6510"/>
                    </a:lnTo>
                    <a:cubicBezTo>
                      <a:pt x="15320" y="6469"/>
                      <a:pt x="15270" y="6436"/>
                      <a:pt x="15245" y="6386"/>
                    </a:cubicBezTo>
                    <a:cubicBezTo>
                      <a:pt x="15216" y="6350"/>
                      <a:pt x="15245" y="6300"/>
                      <a:pt x="15286" y="6300"/>
                    </a:cubicBezTo>
                    <a:cubicBezTo>
                      <a:pt x="15292" y="6300"/>
                      <a:pt x="15297" y="6301"/>
                      <a:pt x="15303" y="6303"/>
                    </a:cubicBezTo>
                    <a:cubicBezTo>
                      <a:pt x="15312" y="6312"/>
                      <a:pt x="15312" y="6312"/>
                      <a:pt x="15320" y="6312"/>
                    </a:cubicBezTo>
                    <a:cubicBezTo>
                      <a:pt x="15312" y="6278"/>
                      <a:pt x="15312" y="6245"/>
                      <a:pt x="15303" y="6204"/>
                    </a:cubicBezTo>
                    <a:cubicBezTo>
                      <a:pt x="15287" y="6196"/>
                      <a:pt x="15279" y="6179"/>
                      <a:pt x="15279" y="6154"/>
                    </a:cubicBezTo>
                    <a:cubicBezTo>
                      <a:pt x="15279" y="6055"/>
                      <a:pt x="15279" y="5955"/>
                      <a:pt x="15279" y="5856"/>
                    </a:cubicBezTo>
                    <a:cubicBezTo>
                      <a:pt x="15270" y="5814"/>
                      <a:pt x="15262" y="5773"/>
                      <a:pt x="15245" y="5732"/>
                    </a:cubicBezTo>
                    <a:cubicBezTo>
                      <a:pt x="15237" y="5707"/>
                      <a:pt x="15270" y="5698"/>
                      <a:pt x="15287" y="5698"/>
                    </a:cubicBezTo>
                    <a:cubicBezTo>
                      <a:pt x="15287" y="5549"/>
                      <a:pt x="15287" y="5400"/>
                      <a:pt x="15270" y="5259"/>
                    </a:cubicBezTo>
                    <a:cubicBezTo>
                      <a:pt x="15245" y="4961"/>
                      <a:pt x="15212" y="4679"/>
                      <a:pt x="15146" y="4389"/>
                    </a:cubicBezTo>
                    <a:cubicBezTo>
                      <a:pt x="15080" y="4108"/>
                      <a:pt x="14989" y="3826"/>
                      <a:pt x="14873" y="3553"/>
                    </a:cubicBezTo>
                    <a:cubicBezTo>
                      <a:pt x="14815" y="3420"/>
                      <a:pt x="14757" y="3287"/>
                      <a:pt x="14690" y="3163"/>
                    </a:cubicBezTo>
                    <a:cubicBezTo>
                      <a:pt x="14624" y="3039"/>
                      <a:pt x="14541" y="2915"/>
                      <a:pt x="14500" y="2774"/>
                    </a:cubicBezTo>
                    <a:lnTo>
                      <a:pt x="14500" y="2782"/>
                    </a:lnTo>
                    <a:cubicBezTo>
                      <a:pt x="14500" y="2815"/>
                      <a:pt x="14483" y="2832"/>
                      <a:pt x="14458" y="2840"/>
                    </a:cubicBezTo>
                    <a:cubicBezTo>
                      <a:pt x="14450" y="2843"/>
                      <a:pt x="14441" y="2845"/>
                      <a:pt x="14432" y="2845"/>
                    </a:cubicBezTo>
                    <a:cubicBezTo>
                      <a:pt x="14414" y="2845"/>
                      <a:pt x="14398" y="2837"/>
                      <a:pt x="14392" y="2815"/>
                    </a:cubicBezTo>
                    <a:cubicBezTo>
                      <a:pt x="14259" y="2492"/>
                      <a:pt x="14127" y="2169"/>
                      <a:pt x="13994" y="1846"/>
                    </a:cubicBezTo>
                    <a:cubicBezTo>
                      <a:pt x="13754" y="1291"/>
                      <a:pt x="13530" y="727"/>
                      <a:pt x="13273" y="172"/>
                    </a:cubicBezTo>
                    <a:cubicBezTo>
                      <a:pt x="13227" y="78"/>
                      <a:pt x="13169" y="1"/>
                      <a:pt x="130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5" name="Google Shape;6485;p20"/>
              <p:cNvSpPr/>
              <p:nvPr/>
            </p:nvSpPr>
            <p:spPr>
              <a:xfrm>
                <a:off x="2678200" y="4609150"/>
                <a:ext cx="7350" cy="22675"/>
              </a:xfrm>
              <a:custGeom>
                <a:rect b="b" l="l" r="r" t="t"/>
                <a:pathLst>
                  <a:path extrusionOk="0" h="907" w="294">
                    <a:moveTo>
                      <a:pt x="231" y="0"/>
                    </a:moveTo>
                    <a:cubicBezTo>
                      <a:pt x="218" y="0"/>
                      <a:pt x="206" y="6"/>
                      <a:pt x="199" y="21"/>
                    </a:cubicBezTo>
                    <a:cubicBezTo>
                      <a:pt x="116" y="145"/>
                      <a:pt x="58" y="286"/>
                      <a:pt x="25" y="435"/>
                    </a:cubicBezTo>
                    <a:cubicBezTo>
                      <a:pt x="8" y="501"/>
                      <a:pt x="0" y="576"/>
                      <a:pt x="0" y="651"/>
                    </a:cubicBezTo>
                    <a:cubicBezTo>
                      <a:pt x="0" y="725"/>
                      <a:pt x="17" y="808"/>
                      <a:pt x="42" y="883"/>
                    </a:cubicBezTo>
                    <a:cubicBezTo>
                      <a:pt x="48" y="899"/>
                      <a:pt x="63" y="907"/>
                      <a:pt x="78" y="907"/>
                    </a:cubicBezTo>
                    <a:cubicBezTo>
                      <a:pt x="101" y="907"/>
                      <a:pt x="124" y="891"/>
                      <a:pt x="124" y="866"/>
                    </a:cubicBezTo>
                    <a:cubicBezTo>
                      <a:pt x="133" y="800"/>
                      <a:pt x="149" y="733"/>
                      <a:pt x="158" y="667"/>
                    </a:cubicBezTo>
                    <a:cubicBezTo>
                      <a:pt x="158" y="601"/>
                      <a:pt x="166" y="526"/>
                      <a:pt x="174" y="460"/>
                    </a:cubicBezTo>
                    <a:cubicBezTo>
                      <a:pt x="191" y="327"/>
                      <a:pt x="224" y="187"/>
                      <a:pt x="282" y="62"/>
                    </a:cubicBezTo>
                    <a:cubicBezTo>
                      <a:pt x="293" y="33"/>
                      <a:pt x="260" y="0"/>
                      <a:pt x="2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6" name="Google Shape;6486;p20"/>
              <p:cNvSpPr/>
              <p:nvPr/>
            </p:nvSpPr>
            <p:spPr>
              <a:xfrm>
                <a:off x="2684400" y="4630100"/>
                <a:ext cx="2525" cy="8625"/>
              </a:xfrm>
              <a:custGeom>
                <a:rect b="b" l="l" r="r" t="t"/>
                <a:pathLst>
                  <a:path extrusionOk="0" h="345" w="101">
                    <a:moveTo>
                      <a:pt x="51" y="1"/>
                    </a:moveTo>
                    <a:cubicBezTo>
                      <a:pt x="48" y="1"/>
                      <a:pt x="45" y="2"/>
                      <a:pt x="42" y="3"/>
                    </a:cubicBezTo>
                    <a:cubicBezTo>
                      <a:pt x="17" y="3"/>
                      <a:pt x="1" y="28"/>
                      <a:pt x="1" y="45"/>
                    </a:cubicBezTo>
                    <a:cubicBezTo>
                      <a:pt x="9" y="94"/>
                      <a:pt x="9" y="144"/>
                      <a:pt x="9" y="194"/>
                    </a:cubicBezTo>
                    <a:cubicBezTo>
                      <a:pt x="9" y="210"/>
                      <a:pt x="17" y="235"/>
                      <a:pt x="17" y="260"/>
                    </a:cubicBezTo>
                    <a:cubicBezTo>
                      <a:pt x="17" y="268"/>
                      <a:pt x="26" y="285"/>
                      <a:pt x="26" y="293"/>
                    </a:cubicBezTo>
                    <a:cubicBezTo>
                      <a:pt x="26" y="310"/>
                      <a:pt x="34" y="318"/>
                      <a:pt x="42" y="335"/>
                    </a:cubicBezTo>
                    <a:cubicBezTo>
                      <a:pt x="52" y="339"/>
                      <a:pt x="61" y="344"/>
                      <a:pt x="71" y="344"/>
                    </a:cubicBezTo>
                    <a:cubicBezTo>
                      <a:pt x="78" y="344"/>
                      <a:pt x="85" y="342"/>
                      <a:pt x="92" y="335"/>
                    </a:cubicBezTo>
                    <a:cubicBezTo>
                      <a:pt x="92" y="318"/>
                      <a:pt x="100" y="310"/>
                      <a:pt x="100" y="293"/>
                    </a:cubicBezTo>
                    <a:lnTo>
                      <a:pt x="100" y="260"/>
                    </a:lnTo>
                    <a:cubicBezTo>
                      <a:pt x="100" y="235"/>
                      <a:pt x="100" y="210"/>
                      <a:pt x="100" y="185"/>
                    </a:cubicBezTo>
                    <a:lnTo>
                      <a:pt x="84" y="36"/>
                    </a:lnTo>
                    <a:cubicBezTo>
                      <a:pt x="84" y="16"/>
                      <a:pt x="67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7" name="Google Shape;6487;p20"/>
              <p:cNvSpPr/>
              <p:nvPr/>
            </p:nvSpPr>
            <p:spPr>
              <a:xfrm>
                <a:off x="2678400" y="4586100"/>
                <a:ext cx="4175" cy="11375"/>
              </a:xfrm>
              <a:custGeom>
                <a:rect b="b" l="l" r="r" t="t"/>
                <a:pathLst>
                  <a:path extrusionOk="0" h="455" w="167">
                    <a:moveTo>
                      <a:pt x="130" y="0"/>
                    </a:moveTo>
                    <a:cubicBezTo>
                      <a:pt x="118" y="0"/>
                      <a:pt x="106" y="5"/>
                      <a:pt x="100" y="15"/>
                    </a:cubicBezTo>
                    <a:cubicBezTo>
                      <a:pt x="83" y="40"/>
                      <a:pt x="67" y="73"/>
                      <a:pt x="58" y="98"/>
                    </a:cubicBezTo>
                    <a:cubicBezTo>
                      <a:pt x="50" y="114"/>
                      <a:pt x="50" y="131"/>
                      <a:pt x="42" y="147"/>
                    </a:cubicBezTo>
                    <a:cubicBezTo>
                      <a:pt x="42" y="164"/>
                      <a:pt x="25" y="172"/>
                      <a:pt x="25" y="197"/>
                    </a:cubicBezTo>
                    <a:cubicBezTo>
                      <a:pt x="9" y="255"/>
                      <a:pt x="9" y="321"/>
                      <a:pt x="0" y="379"/>
                    </a:cubicBezTo>
                    <a:cubicBezTo>
                      <a:pt x="0" y="413"/>
                      <a:pt x="25" y="446"/>
                      <a:pt x="58" y="454"/>
                    </a:cubicBezTo>
                    <a:cubicBezTo>
                      <a:pt x="92" y="454"/>
                      <a:pt x="125" y="429"/>
                      <a:pt x="133" y="396"/>
                    </a:cubicBezTo>
                    <a:cubicBezTo>
                      <a:pt x="133" y="338"/>
                      <a:pt x="141" y="272"/>
                      <a:pt x="150" y="214"/>
                    </a:cubicBezTo>
                    <a:cubicBezTo>
                      <a:pt x="150" y="205"/>
                      <a:pt x="150" y="189"/>
                      <a:pt x="150" y="181"/>
                    </a:cubicBezTo>
                    <a:cubicBezTo>
                      <a:pt x="150" y="172"/>
                      <a:pt x="150" y="172"/>
                      <a:pt x="150" y="172"/>
                    </a:cubicBezTo>
                    <a:cubicBezTo>
                      <a:pt x="158" y="156"/>
                      <a:pt x="158" y="139"/>
                      <a:pt x="158" y="123"/>
                    </a:cubicBezTo>
                    <a:cubicBezTo>
                      <a:pt x="166" y="98"/>
                      <a:pt x="166" y="65"/>
                      <a:pt x="166" y="31"/>
                    </a:cubicBezTo>
                    <a:cubicBezTo>
                      <a:pt x="166" y="11"/>
                      <a:pt x="148" y="0"/>
                      <a:pt x="1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8" name="Google Shape;6488;p20"/>
              <p:cNvSpPr/>
              <p:nvPr/>
            </p:nvSpPr>
            <p:spPr>
              <a:xfrm>
                <a:off x="2684000" y="4654975"/>
                <a:ext cx="7050" cy="15175"/>
              </a:xfrm>
              <a:custGeom>
                <a:rect b="b" l="l" r="r" t="t"/>
                <a:pathLst>
                  <a:path extrusionOk="0" h="607" w="282">
                    <a:moveTo>
                      <a:pt x="76" y="1"/>
                    </a:moveTo>
                    <a:cubicBezTo>
                      <a:pt x="44" y="1"/>
                      <a:pt x="8" y="24"/>
                      <a:pt x="8" y="60"/>
                    </a:cubicBezTo>
                    <a:cubicBezTo>
                      <a:pt x="0" y="94"/>
                      <a:pt x="0" y="118"/>
                      <a:pt x="17" y="152"/>
                    </a:cubicBezTo>
                    <a:cubicBezTo>
                      <a:pt x="25" y="168"/>
                      <a:pt x="33" y="185"/>
                      <a:pt x="42" y="210"/>
                    </a:cubicBezTo>
                    <a:cubicBezTo>
                      <a:pt x="58" y="251"/>
                      <a:pt x="66" y="292"/>
                      <a:pt x="83" y="334"/>
                    </a:cubicBezTo>
                    <a:cubicBezTo>
                      <a:pt x="100" y="375"/>
                      <a:pt x="116" y="417"/>
                      <a:pt x="133" y="458"/>
                    </a:cubicBezTo>
                    <a:cubicBezTo>
                      <a:pt x="141" y="508"/>
                      <a:pt x="158" y="549"/>
                      <a:pt x="191" y="591"/>
                    </a:cubicBezTo>
                    <a:cubicBezTo>
                      <a:pt x="199" y="602"/>
                      <a:pt x="210" y="607"/>
                      <a:pt x="220" y="607"/>
                    </a:cubicBezTo>
                    <a:cubicBezTo>
                      <a:pt x="240" y="607"/>
                      <a:pt x="260" y="590"/>
                      <a:pt x="265" y="574"/>
                    </a:cubicBezTo>
                    <a:cubicBezTo>
                      <a:pt x="282" y="524"/>
                      <a:pt x="273" y="475"/>
                      <a:pt x="265" y="425"/>
                    </a:cubicBezTo>
                    <a:cubicBezTo>
                      <a:pt x="257" y="375"/>
                      <a:pt x="240" y="334"/>
                      <a:pt x="232" y="292"/>
                    </a:cubicBezTo>
                    <a:cubicBezTo>
                      <a:pt x="224" y="243"/>
                      <a:pt x="207" y="201"/>
                      <a:pt x="191" y="160"/>
                    </a:cubicBezTo>
                    <a:cubicBezTo>
                      <a:pt x="191" y="135"/>
                      <a:pt x="182" y="118"/>
                      <a:pt x="174" y="94"/>
                    </a:cubicBezTo>
                    <a:cubicBezTo>
                      <a:pt x="158" y="60"/>
                      <a:pt x="141" y="36"/>
                      <a:pt x="108" y="11"/>
                    </a:cubicBezTo>
                    <a:cubicBezTo>
                      <a:pt x="99" y="4"/>
                      <a:pt x="88" y="1"/>
                      <a:pt x="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9" name="Google Shape;6489;p20"/>
              <p:cNvSpPr/>
              <p:nvPr/>
            </p:nvSpPr>
            <p:spPr>
              <a:xfrm>
                <a:off x="2682950" y="4529650"/>
                <a:ext cx="5425" cy="15000"/>
              </a:xfrm>
              <a:custGeom>
                <a:rect b="b" l="l" r="r" t="t"/>
                <a:pathLst>
                  <a:path extrusionOk="0" h="600" w="217">
                    <a:moveTo>
                      <a:pt x="174" y="1"/>
                    </a:moveTo>
                    <a:cubicBezTo>
                      <a:pt x="166" y="1"/>
                      <a:pt x="157" y="4"/>
                      <a:pt x="150" y="11"/>
                    </a:cubicBezTo>
                    <a:cubicBezTo>
                      <a:pt x="92" y="86"/>
                      <a:pt x="67" y="177"/>
                      <a:pt x="50" y="268"/>
                    </a:cubicBezTo>
                    <a:cubicBezTo>
                      <a:pt x="26" y="359"/>
                      <a:pt x="9" y="458"/>
                      <a:pt x="1" y="550"/>
                    </a:cubicBezTo>
                    <a:cubicBezTo>
                      <a:pt x="1" y="574"/>
                      <a:pt x="26" y="599"/>
                      <a:pt x="59" y="599"/>
                    </a:cubicBezTo>
                    <a:cubicBezTo>
                      <a:pt x="84" y="599"/>
                      <a:pt x="100" y="574"/>
                      <a:pt x="108" y="550"/>
                    </a:cubicBezTo>
                    <a:cubicBezTo>
                      <a:pt x="117" y="467"/>
                      <a:pt x="133" y="376"/>
                      <a:pt x="158" y="293"/>
                    </a:cubicBezTo>
                    <a:cubicBezTo>
                      <a:pt x="166" y="251"/>
                      <a:pt x="183" y="210"/>
                      <a:pt x="191" y="168"/>
                    </a:cubicBezTo>
                    <a:cubicBezTo>
                      <a:pt x="200" y="127"/>
                      <a:pt x="208" y="77"/>
                      <a:pt x="216" y="36"/>
                    </a:cubicBezTo>
                    <a:cubicBezTo>
                      <a:pt x="216" y="18"/>
                      <a:pt x="195" y="1"/>
                      <a:pt x="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0" name="Google Shape;6490;p20"/>
              <p:cNvSpPr/>
              <p:nvPr/>
            </p:nvSpPr>
            <p:spPr>
              <a:xfrm>
                <a:off x="2690000" y="4537875"/>
                <a:ext cx="1875" cy="9250"/>
              </a:xfrm>
              <a:custGeom>
                <a:rect b="b" l="l" r="r" t="t"/>
                <a:pathLst>
                  <a:path extrusionOk="0" h="370" w="75">
                    <a:moveTo>
                      <a:pt x="61" y="1"/>
                    </a:moveTo>
                    <a:cubicBezTo>
                      <a:pt x="54" y="1"/>
                      <a:pt x="46" y="5"/>
                      <a:pt x="42" y="13"/>
                    </a:cubicBezTo>
                    <a:cubicBezTo>
                      <a:pt x="9" y="121"/>
                      <a:pt x="0" y="229"/>
                      <a:pt x="9" y="345"/>
                    </a:cubicBezTo>
                    <a:cubicBezTo>
                      <a:pt x="9" y="361"/>
                      <a:pt x="23" y="370"/>
                      <a:pt x="38" y="370"/>
                    </a:cubicBezTo>
                    <a:cubicBezTo>
                      <a:pt x="52" y="370"/>
                      <a:pt x="67" y="361"/>
                      <a:pt x="67" y="345"/>
                    </a:cubicBezTo>
                    <a:cubicBezTo>
                      <a:pt x="58" y="237"/>
                      <a:pt x="67" y="121"/>
                      <a:pt x="75" y="13"/>
                    </a:cubicBezTo>
                    <a:cubicBezTo>
                      <a:pt x="75" y="5"/>
                      <a:pt x="69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1" name="Google Shape;6491;p20"/>
              <p:cNvSpPr/>
              <p:nvPr/>
            </p:nvSpPr>
            <p:spPr>
              <a:xfrm>
                <a:off x="2856325" y="3975225"/>
                <a:ext cx="8975" cy="33250"/>
              </a:xfrm>
              <a:custGeom>
                <a:rect b="b" l="l" r="r" t="t"/>
                <a:pathLst>
                  <a:path extrusionOk="0" h="1330" w="359">
                    <a:moveTo>
                      <a:pt x="253" y="0"/>
                    </a:moveTo>
                    <a:cubicBezTo>
                      <a:pt x="233" y="0"/>
                      <a:pt x="214" y="10"/>
                      <a:pt x="208" y="33"/>
                    </a:cubicBezTo>
                    <a:cubicBezTo>
                      <a:pt x="166" y="165"/>
                      <a:pt x="125" y="306"/>
                      <a:pt x="92" y="439"/>
                    </a:cubicBezTo>
                    <a:cubicBezTo>
                      <a:pt x="59" y="571"/>
                      <a:pt x="25" y="712"/>
                      <a:pt x="25" y="845"/>
                    </a:cubicBezTo>
                    <a:cubicBezTo>
                      <a:pt x="25" y="872"/>
                      <a:pt x="43" y="888"/>
                      <a:pt x="63" y="888"/>
                    </a:cubicBezTo>
                    <a:cubicBezTo>
                      <a:pt x="67" y="888"/>
                      <a:pt x="71" y="887"/>
                      <a:pt x="75" y="886"/>
                    </a:cubicBezTo>
                    <a:lnTo>
                      <a:pt x="75" y="886"/>
                    </a:lnTo>
                    <a:cubicBezTo>
                      <a:pt x="67" y="936"/>
                      <a:pt x="50" y="977"/>
                      <a:pt x="42" y="1027"/>
                    </a:cubicBezTo>
                    <a:cubicBezTo>
                      <a:pt x="25" y="1110"/>
                      <a:pt x="1" y="1209"/>
                      <a:pt x="9" y="1300"/>
                    </a:cubicBezTo>
                    <a:cubicBezTo>
                      <a:pt x="14" y="1316"/>
                      <a:pt x="30" y="1329"/>
                      <a:pt x="45" y="1329"/>
                    </a:cubicBezTo>
                    <a:cubicBezTo>
                      <a:pt x="53" y="1329"/>
                      <a:pt x="61" y="1326"/>
                      <a:pt x="67" y="1317"/>
                    </a:cubicBezTo>
                    <a:cubicBezTo>
                      <a:pt x="100" y="1234"/>
                      <a:pt x="117" y="1143"/>
                      <a:pt x="141" y="1052"/>
                    </a:cubicBezTo>
                    <a:cubicBezTo>
                      <a:pt x="158" y="961"/>
                      <a:pt x="175" y="869"/>
                      <a:pt x="199" y="787"/>
                    </a:cubicBezTo>
                    <a:cubicBezTo>
                      <a:pt x="241" y="604"/>
                      <a:pt x="299" y="422"/>
                      <a:pt x="349" y="240"/>
                    </a:cubicBezTo>
                    <a:cubicBezTo>
                      <a:pt x="358" y="215"/>
                      <a:pt x="339" y="199"/>
                      <a:pt x="318" y="199"/>
                    </a:cubicBezTo>
                    <a:cubicBezTo>
                      <a:pt x="304" y="199"/>
                      <a:pt x="289" y="206"/>
                      <a:pt x="282" y="223"/>
                    </a:cubicBezTo>
                    <a:cubicBezTo>
                      <a:pt x="257" y="298"/>
                      <a:pt x="233" y="364"/>
                      <a:pt x="208" y="439"/>
                    </a:cubicBezTo>
                    <a:cubicBezTo>
                      <a:pt x="233" y="314"/>
                      <a:pt x="266" y="182"/>
                      <a:pt x="307" y="66"/>
                    </a:cubicBezTo>
                    <a:cubicBezTo>
                      <a:pt x="317" y="25"/>
                      <a:pt x="284" y="0"/>
                      <a:pt x="2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2" name="Google Shape;6492;p20"/>
              <p:cNvSpPr/>
              <p:nvPr/>
            </p:nvSpPr>
            <p:spPr>
              <a:xfrm>
                <a:off x="2780100" y="3954350"/>
                <a:ext cx="200750" cy="189450"/>
              </a:xfrm>
              <a:custGeom>
                <a:rect b="b" l="l" r="r" t="t"/>
                <a:pathLst>
                  <a:path extrusionOk="0" h="7578" w="8030">
                    <a:moveTo>
                      <a:pt x="6737" y="6775"/>
                    </a:moveTo>
                    <a:cubicBezTo>
                      <a:pt x="6737" y="6783"/>
                      <a:pt x="6728" y="6792"/>
                      <a:pt x="6728" y="6800"/>
                    </a:cubicBezTo>
                    <a:cubicBezTo>
                      <a:pt x="6687" y="6833"/>
                      <a:pt x="6654" y="6858"/>
                      <a:pt x="6612" y="6866"/>
                    </a:cubicBezTo>
                    <a:cubicBezTo>
                      <a:pt x="6612" y="6858"/>
                      <a:pt x="6621" y="6850"/>
                      <a:pt x="6629" y="6841"/>
                    </a:cubicBezTo>
                    <a:cubicBezTo>
                      <a:pt x="6662" y="6825"/>
                      <a:pt x="6704" y="6800"/>
                      <a:pt x="6737" y="6775"/>
                    </a:cubicBezTo>
                    <a:close/>
                    <a:moveTo>
                      <a:pt x="3519" y="1"/>
                    </a:moveTo>
                    <a:cubicBezTo>
                      <a:pt x="3509" y="1"/>
                      <a:pt x="3498" y="5"/>
                      <a:pt x="3489" y="14"/>
                    </a:cubicBezTo>
                    <a:cubicBezTo>
                      <a:pt x="3431" y="72"/>
                      <a:pt x="3381" y="138"/>
                      <a:pt x="3331" y="205"/>
                    </a:cubicBezTo>
                    <a:cubicBezTo>
                      <a:pt x="3290" y="221"/>
                      <a:pt x="3248" y="246"/>
                      <a:pt x="3207" y="279"/>
                    </a:cubicBezTo>
                    <a:cubicBezTo>
                      <a:pt x="3215" y="263"/>
                      <a:pt x="3224" y="238"/>
                      <a:pt x="3232" y="221"/>
                    </a:cubicBezTo>
                    <a:cubicBezTo>
                      <a:pt x="3238" y="191"/>
                      <a:pt x="3218" y="170"/>
                      <a:pt x="3197" y="170"/>
                    </a:cubicBezTo>
                    <a:cubicBezTo>
                      <a:pt x="3189" y="170"/>
                      <a:pt x="3181" y="173"/>
                      <a:pt x="3174" y="180"/>
                    </a:cubicBezTo>
                    <a:cubicBezTo>
                      <a:pt x="3124" y="221"/>
                      <a:pt x="3091" y="279"/>
                      <a:pt x="3066" y="329"/>
                    </a:cubicBezTo>
                    <a:cubicBezTo>
                      <a:pt x="3050" y="346"/>
                      <a:pt x="3041" y="370"/>
                      <a:pt x="3025" y="395"/>
                    </a:cubicBezTo>
                    <a:cubicBezTo>
                      <a:pt x="2925" y="462"/>
                      <a:pt x="2842" y="544"/>
                      <a:pt x="2768" y="644"/>
                    </a:cubicBezTo>
                    <a:cubicBezTo>
                      <a:pt x="2760" y="652"/>
                      <a:pt x="2751" y="669"/>
                      <a:pt x="2743" y="677"/>
                    </a:cubicBezTo>
                    <a:lnTo>
                      <a:pt x="2743" y="660"/>
                    </a:lnTo>
                    <a:cubicBezTo>
                      <a:pt x="2760" y="627"/>
                      <a:pt x="2731" y="593"/>
                      <a:pt x="2703" y="593"/>
                    </a:cubicBezTo>
                    <a:cubicBezTo>
                      <a:pt x="2690" y="593"/>
                      <a:pt x="2676" y="600"/>
                      <a:pt x="2668" y="619"/>
                    </a:cubicBezTo>
                    <a:cubicBezTo>
                      <a:pt x="2586" y="760"/>
                      <a:pt x="2528" y="909"/>
                      <a:pt x="2486" y="1066"/>
                    </a:cubicBezTo>
                    <a:cubicBezTo>
                      <a:pt x="2470" y="1149"/>
                      <a:pt x="2453" y="1232"/>
                      <a:pt x="2453" y="1315"/>
                    </a:cubicBezTo>
                    <a:cubicBezTo>
                      <a:pt x="2453" y="1323"/>
                      <a:pt x="2445" y="1340"/>
                      <a:pt x="2445" y="1356"/>
                    </a:cubicBezTo>
                    <a:cubicBezTo>
                      <a:pt x="2387" y="1622"/>
                      <a:pt x="2387" y="1903"/>
                      <a:pt x="2395" y="2177"/>
                    </a:cubicBezTo>
                    <a:cubicBezTo>
                      <a:pt x="2403" y="2450"/>
                      <a:pt x="2428" y="2740"/>
                      <a:pt x="2312" y="2989"/>
                    </a:cubicBezTo>
                    <a:cubicBezTo>
                      <a:pt x="2204" y="3221"/>
                      <a:pt x="1972" y="3353"/>
                      <a:pt x="1782" y="3511"/>
                    </a:cubicBezTo>
                    <a:cubicBezTo>
                      <a:pt x="1583" y="3676"/>
                      <a:pt x="1409" y="3867"/>
                      <a:pt x="1252" y="4066"/>
                    </a:cubicBezTo>
                    <a:cubicBezTo>
                      <a:pt x="1086" y="4265"/>
                      <a:pt x="937" y="4472"/>
                      <a:pt x="771" y="4671"/>
                    </a:cubicBezTo>
                    <a:cubicBezTo>
                      <a:pt x="697" y="4770"/>
                      <a:pt x="605" y="4861"/>
                      <a:pt x="523" y="4952"/>
                    </a:cubicBezTo>
                    <a:cubicBezTo>
                      <a:pt x="423" y="5043"/>
                      <a:pt x="315" y="5118"/>
                      <a:pt x="224" y="5217"/>
                    </a:cubicBezTo>
                    <a:cubicBezTo>
                      <a:pt x="1" y="5449"/>
                      <a:pt x="125" y="5756"/>
                      <a:pt x="233" y="6013"/>
                    </a:cubicBezTo>
                    <a:cubicBezTo>
                      <a:pt x="299" y="6154"/>
                      <a:pt x="373" y="6295"/>
                      <a:pt x="481" y="6402"/>
                    </a:cubicBezTo>
                    <a:cubicBezTo>
                      <a:pt x="481" y="6402"/>
                      <a:pt x="481" y="6411"/>
                      <a:pt x="481" y="6411"/>
                    </a:cubicBezTo>
                    <a:cubicBezTo>
                      <a:pt x="564" y="6709"/>
                      <a:pt x="688" y="7073"/>
                      <a:pt x="1028" y="7148"/>
                    </a:cubicBezTo>
                    <a:cubicBezTo>
                      <a:pt x="1061" y="7156"/>
                      <a:pt x="1103" y="7165"/>
                      <a:pt x="1136" y="7165"/>
                    </a:cubicBezTo>
                    <a:cubicBezTo>
                      <a:pt x="1161" y="7165"/>
                      <a:pt x="1202" y="7165"/>
                      <a:pt x="1219" y="7173"/>
                    </a:cubicBezTo>
                    <a:cubicBezTo>
                      <a:pt x="1252" y="7189"/>
                      <a:pt x="1243" y="7239"/>
                      <a:pt x="1252" y="7264"/>
                    </a:cubicBezTo>
                    <a:cubicBezTo>
                      <a:pt x="1260" y="7305"/>
                      <a:pt x="1268" y="7347"/>
                      <a:pt x="1293" y="7380"/>
                    </a:cubicBezTo>
                    <a:cubicBezTo>
                      <a:pt x="1368" y="7488"/>
                      <a:pt x="1509" y="7529"/>
                      <a:pt x="1633" y="7546"/>
                    </a:cubicBezTo>
                    <a:cubicBezTo>
                      <a:pt x="1805" y="7569"/>
                      <a:pt x="1983" y="7578"/>
                      <a:pt x="2161" y="7578"/>
                    </a:cubicBezTo>
                    <a:cubicBezTo>
                      <a:pt x="2360" y="7578"/>
                      <a:pt x="2559" y="7567"/>
                      <a:pt x="2751" y="7554"/>
                    </a:cubicBezTo>
                    <a:cubicBezTo>
                      <a:pt x="3141" y="7529"/>
                      <a:pt x="3522" y="7479"/>
                      <a:pt x="3895" y="7397"/>
                    </a:cubicBezTo>
                    <a:cubicBezTo>
                      <a:pt x="4284" y="7305"/>
                      <a:pt x="4657" y="7181"/>
                      <a:pt x="5055" y="7181"/>
                    </a:cubicBezTo>
                    <a:cubicBezTo>
                      <a:pt x="5069" y="7186"/>
                      <a:pt x="5083" y="7191"/>
                      <a:pt x="5099" y="7191"/>
                    </a:cubicBezTo>
                    <a:cubicBezTo>
                      <a:pt x="5111" y="7191"/>
                      <a:pt x="5124" y="7188"/>
                      <a:pt x="5138" y="7181"/>
                    </a:cubicBezTo>
                    <a:lnTo>
                      <a:pt x="5179" y="7181"/>
                    </a:lnTo>
                    <a:cubicBezTo>
                      <a:pt x="5212" y="7181"/>
                      <a:pt x="5229" y="7173"/>
                      <a:pt x="5237" y="7148"/>
                    </a:cubicBezTo>
                    <a:cubicBezTo>
                      <a:pt x="5316" y="7164"/>
                      <a:pt x="5391" y="7170"/>
                      <a:pt x="5468" y="7170"/>
                    </a:cubicBezTo>
                    <a:cubicBezTo>
                      <a:pt x="5512" y="7170"/>
                      <a:pt x="5556" y="7168"/>
                      <a:pt x="5602" y="7165"/>
                    </a:cubicBezTo>
                    <a:lnTo>
                      <a:pt x="5602" y="7165"/>
                    </a:lnTo>
                    <a:cubicBezTo>
                      <a:pt x="5585" y="7214"/>
                      <a:pt x="5602" y="7281"/>
                      <a:pt x="5676" y="7281"/>
                    </a:cubicBezTo>
                    <a:cubicBezTo>
                      <a:pt x="5867" y="7272"/>
                      <a:pt x="6049" y="7198"/>
                      <a:pt x="6198" y="7082"/>
                    </a:cubicBezTo>
                    <a:cubicBezTo>
                      <a:pt x="6206" y="7073"/>
                      <a:pt x="6215" y="7065"/>
                      <a:pt x="6223" y="7057"/>
                    </a:cubicBezTo>
                    <a:cubicBezTo>
                      <a:pt x="6264" y="7049"/>
                      <a:pt x="6306" y="7032"/>
                      <a:pt x="6339" y="7024"/>
                    </a:cubicBezTo>
                    <a:lnTo>
                      <a:pt x="6430" y="7024"/>
                    </a:lnTo>
                    <a:cubicBezTo>
                      <a:pt x="6438" y="7028"/>
                      <a:pt x="6449" y="7030"/>
                      <a:pt x="6459" y="7030"/>
                    </a:cubicBezTo>
                    <a:cubicBezTo>
                      <a:pt x="6469" y="7030"/>
                      <a:pt x="6480" y="7028"/>
                      <a:pt x="6488" y="7024"/>
                    </a:cubicBezTo>
                    <a:cubicBezTo>
                      <a:pt x="6554" y="7024"/>
                      <a:pt x="6629" y="7024"/>
                      <a:pt x="6687" y="6999"/>
                    </a:cubicBezTo>
                    <a:cubicBezTo>
                      <a:pt x="6745" y="6974"/>
                      <a:pt x="6795" y="6933"/>
                      <a:pt x="6836" y="6883"/>
                    </a:cubicBezTo>
                    <a:cubicBezTo>
                      <a:pt x="6844" y="6957"/>
                      <a:pt x="6869" y="7024"/>
                      <a:pt x="6911" y="7090"/>
                    </a:cubicBezTo>
                    <a:cubicBezTo>
                      <a:pt x="6944" y="7231"/>
                      <a:pt x="6985" y="7372"/>
                      <a:pt x="7027" y="7504"/>
                    </a:cubicBezTo>
                    <a:cubicBezTo>
                      <a:pt x="7038" y="7546"/>
                      <a:pt x="7077" y="7567"/>
                      <a:pt x="7116" y="7567"/>
                    </a:cubicBezTo>
                    <a:cubicBezTo>
                      <a:pt x="7161" y="7567"/>
                      <a:pt x="7205" y="7538"/>
                      <a:pt x="7201" y="7479"/>
                    </a:cubicBezTo>
                    <a:cubicBezTo>
                      <a:pt x="7192" y="7397"/>
                      <a:pt x="7184" y="7314"/>
                      <a:pt x="7184" y="7231"/>
                    </a:cubicBezTo>
                    <a:cubicBezTo>
                      <a:pt x="7201" y="7223"/>
                      <a:pt x="7209" y="7214"/>
                      <a:pt x="7225" y="7214"/>
                    </a:cubicBezTo>
                    <a:cubicBezTo>
                      <a:pt x="7259" y="7189"/>
                      <a:pt x="7292" y="7156"/>
                      <a:pt x="7308" y="7115"/>
                    </a:cubicBezTo>
                    <a:lnTo>
                      <a:pt x="7341" y="7165"/>
                    </a:lnTo>
                    <a:cubicBezTo>
                      <a:pt x="7350" y="7173"/>
                      <a:pt x="7350" y="7181"/>
                      <a:pt x="7350" y="7189"/>
                    </a:cubicBezTo>
                    <a:cubicBezTo>
                      <a:pt x="7358" y="7198"/>
                      <a:pt x="7366" y="7214"/>
                      <a:pt x="7383" y="7223"/>
                    </a:cubicBezTo>
                    <a:cubicBezTo>
                      <a:pt x="7416" y="7272"/>
                      <a:pt x="7441" y="7322"/>
                      <a:pt x="7482" y="7363"/>
                    </a:cubicBezTo>
                    <a:cubicBezTo>
                      <a:pt x="7506" y="7393"/>
                      <a:pt x="7543" y="7415"/>
                      <a:pt x="7584" y="7415"/>
                    </a:cubicBezTo>
                    <a:cubicBezTo>
                      <a:pt x="7600" y="7415"/>
                      <a:pt x="7616" y="7412"/>
                      <a:pt x="7631" y="7405"/>
                    </a:cubicBezTo>
                    <a:cubicBezTo>
                      <a:pt x="7640" y="7397"/>
                      <a:pt x="7648" y="7388"/>
                      <a:pt x="7656" y="7380"/>
                    </a:cubicBezTo>
                    <a:cubicBezTo>
                      <a:pt x="7656" y="7397"/>
                      <a:pt x="7665" y="7413"/>
                      <a:pt x="7673" y="7421"/>
                    </a:cubicBezTo>
                    <a:cubicBezTo>
                      <a:pt x="7694" y="7456"/>
                      <a:pt x="7726" y="7473"/>
                      <a:pt x="7760" y="7473"/>
                    </a:cubicBezTo>
                    <a:cubicBezTo>
                      <a:pt x="7767" y="7473"/>
                      <a:pt x="7774" y="7472"/>
                      <a:pt x="7781" y="7471"/>
                    </a:cubicBezTo>
                    <a:cubicBezTo>
                      <a:pt x="7791" y="7511"/>
                      <a:pt x="7820" y="7528"/>
                      <a:pt x="7851" y="7528"/>
                    </a:cubicBezTo>
                    <a:cubicBezTo>
                      <a:pt x="7897" y="7528"/>
                      <a:pt x="7945" y="7489"/>
                      <a:pt x="7930" y="7430"/>
                    </a:cubicBezTo>
                    <a:cubicBezTo>
                      <a:pt x="7930" y="7405"/>
                      <a:pt x="7930" y="7380"/>
                      <a:pt x="7921" y="7355"/>
                    </a:cubicBezTo>
                    <a:cubicBezTo>
                      <a:pt x="7971" y="7347"/>
                      <a:pt x="8029" y="7297"/>
                      <a:pt x="8004" y="7247"/>
                    </a:cubicBezTo>
                    <a:lnTo>
                      <a:pt x="8013" y="7247"/>
                    </a:lnTo>
                    <a:cubicBezTo>
                      <a:pt x="7946" y="7090"/>
                      <a:pt x="7897" y="6924"/>
                      <a:pt x="7847" y="6767"/>
                    </a:cubicBezTo>
                    <a:cubicBezTo>
                      <a:pt x="7847" y="6734"/>
                      <a:pt x="7839" y="6692"/>
                      <a:pt x="7839" y="6659"/>
                    </a:cubicBezTo>
                    <a:cubicBezTo>
                      <a:pt x="7839" y="6593"/>
                      <a:pt x="7781" y="6560"/>
                      <a:pt x="7731" y="6560"/>
                    </a:cubicBezTo>
                    <a:cubicBezTo>
                      <a:pt x="7681" y="6560"/>
                      <a:pt x="7631" y="6593"/>
                      <a:pt x="7631" y="6651"/>
                    </a:cubicBezTo>
                    <a:lnTo>
                      <a:pt x="7631" y="6667"/>
                    </a:lnTo>
                    <a:cubicBezTo>
                      <a:pt x="7631" y="6651"/>
                      <a:pt x="7623" y="6634"/>
                      <a:pt x="7623" y="6626"/>
                    </a:cubicBezTo>
                    <a:cubicBezTo>
                      <a:pt x="7623" y="6609"/>
                      <a:pt x="7615" y="6601"/>
                      <a:pt x="7615" y="6593"/>
                    </a:cubicBezTo>
                    <a:cubicBezTo>
                      <a:pt x="7598" y="6551"/>
                      <a:pt x="7590" y="6510"/>
                      <a:pt x="7565" y="6469"/>
                    </a:cubicBezTo>
                    <a:cubicBezTo>
                      <a:pt x="7565" y="6452"/>
                      <a:pt x="7573" y="6444"/>
                      <a:pt x="7573" y="6427"/>
                    </a:cubicBezTo>
                    <a:cubicBezTo>
                      <a:pt x="7573" y="6402"/>
                      <a:pt x="7573" y="6386"/>
                      <a:pt x="7573" y="6369"/>
                    </a:cubicBezTo>
                    <a:cubicBezTo>
                      <a:pt x="7573" y="6319"/>
                      <a:pt x="7532" y="6278"/>
                      <a:pt x="7482" y="6278"/>
                    </a:cubicBezTo>
                    <a:cubicBezTo>
                      <a:pt x="7474" y="6278"/>
                      <a:pt x="7466" y="6286"/>
                      <a:pt x="7457" y="6286"/>
                    </a:cubicBezTo>
                    <a:cubicBezTo>
                      <a:pt x="7449" y="6253"/>
                      <a:pt x="7424" y="6237"/>
                      <a:pt x="7391" y="6228"/>
                    </a:cubicBezTo>
                    <a:cubicBezTo>
                      <a:pt x="7350" y="6228"/>
                      <a:pt x="7300" y="6253"/>
                      <a:pt x="7292" y="6295"/>
                    </a:cubicBezTo>
                    <a:cubicBezTo>
                      <a:pt x="7283" y="6336"/>
                      <a:pt x="7267" y="6377"/>
                      <a:pt x="7259" y="6419"/>
                    </a:cubicBezTo>
                    <a:cubicBezTo>
                      <a:pt x="7250" y="6435"/>
                      <a:pt x="7250" y="6452"/>
                      <a:pt x="7242" y="6469"/>
                    </a:cubicBezTo>
                    <a:cubicBezTo>
                      <a:pt x="7250" y="6411"/>
                      <a:pt x="7259" y="6344"/>
                      <a:pt x="7259" y="6278"/>
                    </a:cubicBezTo>
                    <a:cubicBezTo>
                      <a:pt x="7263" y="6237"/>
                      <a:pt x="7227" y="6213"/>
                      <a:pt x="7191" y="6213"/>
                    </a:cubicBezTo>
                    <a:cubicBezTo>
                      <a:pt x="7162" y="6213"/>
                      <a:pt x="7133" y="6228"/>
                      <a:pt x="7126" y="6261"/>
                    </a:cubicBezTo>
                    <a:cubicBezTo>
                      <a:pt x="7126" y="6270"/>
                      <a:pt x="7126" y="6270"/>
                      <a:pt x="7126" y="6278"/>
                    </a:cubicBezTo>
                    <a:lnTo>
                      <a:pt x="7109" y="6278"/>
                    </a:lnTo>
                    <a:cubicBezTo>
                      <a:pt x="7118" y="6261"/>
                      <a:pt x="7126" y="6237"/>
                      <a:pt x="7134" y="6220"/>
                    </a:cubicBezTo>
                    <a:cubicBezTo>
                      <a:pt x="7146" y="6180"/>
                      <a:pt x="7106" y="6148"/>
                      <a:pt x="7072" y="6148"/>
                    </a:cubicBezTo>
                    <a:cubicBezTo>
                      <a:pt x="7057" y="6148"/>
                      <a:pt x="7043" y="6155"/>
                      <a:pt x="7035" y="6170"/>
                    </a:cubicBezTo>
                    <a:lnTo>
                      <a:pt x="7035" y="6137"/>
                    </a:lnTo>
                    <a:cubicBezTo>
                      <a:pt x="7035" y="6097"/>
                      <a:pt x="7002" y="6075"/>
                      <a:pt x="6968" y="6075"/>
                    </a:cubicBezTo>
                    <a:cubicBezTo>
                      <a:pt x="6946" y="6075"/>
                      <a:pt x="6924" y="6084"/>
                      <a:pt x="6911" y="6104"/>
                    </a:cubicBezTo>
                    <a:cubicBezTo>
                      <a:pt x="6894" y="6129"/>
                      <a:pt x="6886" y="6154"/>
                      <a:pt x="6869" y="6179"/>
                    </a:cubicBezTo>
                    <a:cubicBezTo>
                      <a:pt x="6869" y="6137"/>
                      <a:pt x="6861" y="6096"/>
                      <a:pt x="6861" y="6054"/>
                    </a:cubicBezTo>
                    <a:cubicBezTo>
                      <a:pt x="6852" y="6008"/>
                      <a:pt x="6814" y="5983"/>
                      <a:pt x="6778" y="5983"/>
                    </a:cubicBezTo>
                    <a:cubicBezTo>
                      <a:pt x="6744" y="5983"/>
                      <a:pt x="6712" y="6006"/>
                      <a:pt x="6712" y="6054"/>
                    </a:cubicBezTo>
                    <a:cubicBezTo>
                      <a:pt x="6712" y="6087"/>
                      <a:pt x="6704" y="6129"/>
                      <a:pt x="6695" y="6162"/>
                    </a:cubicBezTo>
                    <a:cubicBezTo>
                      <a:pt x="6691" y="6160"/>
                      <a:pt x="6686" y="6159"/>
                      <a:pt x="6682" y="6159"/>
                    </a:cubicBezTo>
                    <a:cubicBezTo>
                      <a:pt x="6667" y="6159"/>
                      <a:pt x="6652" y="6168"/>
                      <a:pt x="6646" y="6187"/>
                    </a:cubicBezTo>
                    <a:cubicBezTo>
                      <a:pt x="6629" y="6245"/>
                      <a:pt x="6612" y="6303"/>
                      <a:pt x="6596" y="6361"/>
                    </a:cubicBezTo>
                    <a:cubicBezTo>
                      <a:pt x="6579" y="6369"/>
                      <a:pt x="6571" y="6369"/>
                      <a:pt x="6563" y="6377"/>
                    </a:cubicBezTo>
                    <a:cubicBezTo>
                      <a:pt x="6546" y="6394"/>
                      <a:pt x="6530" y="6402"/>
                      <a:pt x="6521" y="6411"/>
                    </a:cubicBezTo>
                    <a:cubicBezTo>
                      <a:pt x="6521" y="6402"/>
                      <a:pt x="6513" y="6394"/>
                      <a:pt x="6513" y="6377"/>
                    </a:cubicBezTo>
                    <a:cubicBezTo>
                      <a:pt x="6499" y="6336"/>
                      <a:pt x="6460" y="6313"/>
                      <a:pt x="6421" y="6313"/>
                    </a:cubicBezTo>
                    <a:cubicBezTo>
                      <a:pt x="6389" y="6313"/>
                      <a:pt x="6357" y="6328"/>
                      <a:pt x="6339" y="6361"/>
                    </a:cubicBezTo>
                    <a:cubicBezTo>
                      <a:pt x="6273" y="6469"/>
                      <a:pt x="6190" y="6560"/>
                      <a:pt x="6099" y="6643"/>
                    </a:cubicBezTo>
                    <a:cubicBezTo>
                      <a:pt x="5867" y="6734"/>
                      <a:pt x="5618" y="6775"/>
                      <a:pt x="5378" y="6817"/>
                    </a:cubicBezTo>
                    <a:cubicBezTo>
                      <a:pt x="5328" y="6825"/>
                      <a:pt x="5270" y="6833"/>
                      <a:pt x="5212" y="6841"/>
                    </a:cubicBezTo>
                    <a:cubicBezTo>
                      <a:pt x="5055" y="6717"/>
                      <a:pt x="4872" y="6634"/>
                      <a:pt x="4690" y="6551"/>
                    </a:cubicBezTo>
                    <a:cubicBezTo>
                      <a:pt x="4500" y="6452"/>
                      <a:pt x="4259" y="6311"/>
                      <a:pt x="4201" y="6087"/>
                    </a:cubicBezTo>
                    <a:cubicBezTo>
                      <a:pt x="4160" y="5955"/>
                      <a:pt x="4218" y="5822"/>
                      <a:pt x="4226" y="5690"/>
                    </a:cubicBezTo>
                    <a:cubicBezTo>
                      <a:pt x="4234" y="5574"/>
                      <a:pt x="4201" y="5449"/>
                      <a:pt x="4135" y="5350"/>
                    </a:cubicBezTo>
                    <a:cubicBezTo>
                      <a:pt x="4002" y="5151"/>
                      <a:pt x="3787" y="5052"/>
                      <a:pt x="3580" y="4952"/>
                    </a:cubicBezTo>
                    <a:cubicBezTo>
                      <a:pt x="3364" y="4845"/>
                      <a:pt x="3149" y="4712"/>
                      <a:pt x="3132" y="4447"/>
                    </a:cubicBezTo>
                    <a:cubicBezTo>
                      <a:pt x="3116" y="4306"/>
                      <a:pt x="3141" y="4173"/>
                      <a:pt x="3149" y="4041"/>
                    </a:cubicBezTo>
                    <a:cubicBezTo>
                      <a:pt x="3149" y="3900"/>
                      <a:pt x="3132" y="3768"/>
                      <a:pt x="3083" y="3635"/>
                    </a:cubicBezTo>
                    <a:cubicBezTo>
                      <a:pt x="3074" y="3610"/>
                      <a:pt x="3058" y="3577"/>
                      <a:pt x="3050" y="3544"/>
                    </a:cubicBezTo>
                    <a:cubicBezTo>
                      <a:pt x="3058" y="3328"/>
                      <a:pt x="3058" y="3113"/>
                      <a:pt x="3074" y="2889"/>
                    </a:cubicBezTo>
                    <a:cubicBezTo>
                      <a:pt x="3074" y="2864"/>
                      <a:pt x="3050" y="2856"/>
                      <a:pt x="3033" y="2856"/>
                    </a:cubicBezTo>
                    <a:cubicBezTo>
                      <a:pt x="3033" y="2790"/>
                      <a:pt x="3033" y="2732"/>
                      <a:pt x="3041" y="2674"/>
                    </a:cubicBezTo>
                    <a:cubicBezTo>
                      <a:pt x="3050" y="2525"/>
                      <a:pt x="3058" y="2367"/>
                      <a:pt x="3074" y="2218"/>
                    </a:cubicBezTo>
                    <a:cubicBezTo>
                      <a:pt x="3079" y="2189"/>
                      <a:pt x="3051" y="2172"/>
                      <a:pt x="3024" y="2172"/>
                    </a:cubicBezTo>
                    <a:cubicBezTo>
                      <a:pt x="3005" y="2172"/>
                      <a:pt x="2987" y="2181"/>
                      <a:pt x="2983" y="2202"/>
                    </a:cubicBezTo>
                    <a:cubicBezTo>
                      <a:pt x="2958" y="2359"/>
                      <a:pt x="2942" y="2508"/>
                      <a:pt x="2925" y="2666"/>
                    </a:cubicBezTo>
                    <a:cubicBezTo>
                      <a:pt x="2917" y="2740"/>
                      <a:pt x="2917" y="2823"/>
                      <a:pt x="2917" y="2898"/>
                    </a:cubicBezTo>
                    <a:cubicBezTo>
                      <a:pt x="2917" y="2972"/>
                      <a:pt x="2917" y="3055"/>
                      <a:pt x="2942" y="3130"/>
                    </a:cubicBezTo>
                    <a:cubicBezTo>
                      <a:pt x="2942" y="3138"/>
                      <a:pt x="2958" y="3146"/>
                      <a:pt x="2967" y="3146"/>
                    </a:cubicBezTo>
                    <a:cubicBezTo>
                      <a:pt x="2967" y="3221"/>
                      <a:pt x="2967" y="3295"/>
                      <a:pt x="2967" y="3362"/>
                    </a:cubicBezTo>
                    <a:cubicBezTo>
                      <a:pt x="2950" y="3328"/>
                      <a:pt x="2934" y="3295"/>
                      <a:pt x="2917" y="3254"/>
                    </a:cubicBezTo>
                    <a:cubicBezTo>
                      <a:pt x="2876" y="3113"/>
                      <a:pt x="2851" y="2972"/>
                      <a:pt x="2842" y="2831"/>
                    </a:cubicBezTo>
                    <a:cubicBezTo>
                      <a:pt x="2834" y="2748"/>
                      <a:pt x="2834" y="2674"/>
                      <a:pt x="2834" y="2591"/>
                    </a:cubicBezTo>
                    <a:cubicBezTo>
                      <a:pt x="2876" y="2218"/>
                      <a:pt x="2950" y="1854"/>
                      <a:pt x="3041" y="1489"/>
                    </a:cubicBezTo>
                    <a:cubicBezTo>
                      <a:pt x="3108" y="1249"/>
                      <a:pt x="3190" y="1008"/>
                      <a:pt x="3282" y="768"/>
                    </a:cubicBezTo>
                    <a:cubicBezTo>
                      <a:pt x="3290" y="735"/>
                      <a:pt x="3306" y="710"/>
                      <a:pt x="3315" y="677"/>
                    </a:cubicBezTo>
                    <a:cubicBezTo>
                      <a:pt x="3356" y="602"/>
                      <a:pt x="3398" y="520"/>
                      <a:pt x="3422" y="437"/>
                    </a:cubicBezTo>
                    <a:cubicBezTo>
                      <a:pt x="3472" y="312"/>
                      <a:pt x="3522" y="188"/>
                      <a:pt x="3563" y="56"/>
                    </a:cubicBezTo>
                    <a:cubicBezTo>
                      <a:pt x="3569" y="26"/>
                      <a:pt x="3546" y="1"/>
                      <a:pt x="35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3" name="Google Shape;6493;p20"/>
              <p:cNvSpPr/>
              <p:nvPr/>
            </p:nvSpPr>
            <p:spPr>
              <a:xfrm>
                <a:off x="2814775" y="4128000"/>
                <a:ext cx="264875" cy="428500"/>
              </a:xfrm>
              <a:custGeom>
                <a:rect b="b" l="l" r="r" t="t"/>
                <a:pathLst>
                  <a:path extrusionOk="0" h="17140" w="10595">
                    <a:moveTo>
                      <a:pt x="511" y="2255"/>
                    </a:moveTo>
                    <a:cubicBezTo>
                      <a:pt x="548" y="2255"/>
                      <a:pt x="590" y="2274"/>
                      <a:pt x="652" y="2340"/>
                    </a:cubicBezTo>
                    <a:cubicBezTo>
                      <a:pt x="656" y="2340"/>
                      <a:pt x="658" y="2342"/>
                      <a:pt x="660" y="2344"/>
                    </a:cubicBezTo>
                    <a:lnTo>
                      <a:pt x="660" y="2344"/>
                    </a:lnTo>
                    <a:cubicBezTo>
                      <a:pt x="613" y="2320"/>
                      <a:pt x="566" y="2297"/>
                      <a:pt x="519" y="2273"/>
                    </a:cubicBezTo>
                    <a:cubicBezTo>
                      <a:pt x="507" y="2267"/>
                      <a:pt x="494" y="2264"/>
                      <a:pt x="481" y="2264"/>
                    </a:cubicBezTo>
                    <a:cubicBezTo>
                      <a:pt x="471" y="2264"/>
                      <a:pt x="461" y="2266"/>
                      <a:pt x="451" y="2269"/>
                    </a:cubicBezTo>
                    <a:lnTo>
                      <a:pt x="451" y="2269"/>
                    </a:lnTo>
                    <a:cubicBezTo>
                      <a:pt x="471" y="2261"/>
                      <a:pt x="490" y="2255"/>
                      <a:pt x="511" y="2255"/>
                    </a:cubicBezTo>
                    <a:close/>
                    <a:moveTo>
                      <a:pt x="1174" y="3027"/>
                    </a:moveTo>
                    <a:cubicBezTo>
                      <a:pt x="1174" y="3036"/>
                      <a:pt x="1157" y="3069"/>
                      <a:pt x="1149" y="3069"/>
                    </a:cubicBezTo>
                    <a:cubicBezTo>
                      <a:pt x="1146" y="3070"/>
                      <a:pt x="1143" y="3071"/>
                      <a:pt x="1140" y="3071"/>
                    </a:cubicBezTo>
                    <a:cubicBezTo>
                      <a:pt x="1126" y="3071"/>
                      <a:pt x="1111" y="3057"/>
                      <a:pt x="1091" y="3044"/>
                    </a:cubicBezTo>
                    <a:cubicBezTo>
                      <a:pt x="1124" y="3036"/>
                      <a:pt x="1149" y="3036"/>
                      <a:pt x="1174" y="3027"/>
                    </a:cubicBezTo>
                    <a:close/>
                    <a:moveTo>
                      <a:pt x="1613" y="2671"/>
                    </a:moveTo>
                    <a:lnTo>
                      <a:pt x="1613" y="2671"/>
                    </a:lnTo>
                    <a:cubicBezTo>
                      <a:pt x="1679" y="2886"/>
                      <a:pt x="1762" y="3110"/>
                      <a:pt x="1895" y="3292"/>
                    </a:cubicBezTo>
                    <a:cubicBezTo>
                      <a:pt x="1837" y="3251"/>
                      <a:pt x="1795" y="3193"/>
                      <a:pt x="1762" y="3135"/>
                    </a:cubicBezTo>
                    <a:lnTo>
                      <a:pt x="1754" y="3135"/>
                    </a:lnTo>
                    <a:cubicBezTo>
                      <a:pt x="1679" y="2994"/>
                      <a:pt x="1646" y="2828"/>
                      <a:pt x="1613" y="2671"/>
                    </a:cubicBezTo>
                    <a:close/>
                    <a:moveTo>
                      <a:pt x="2939" y="3384"/>
                    </a:moveTo>
                    <a:cubicBezTo>
                      <a:pt x="2963" y="3433"/>
                      <a:pt x="2988" y="3491"/>
                      <a:pt x="3013" y="3549"/>
                    </a:cubicBezTo>
                    <a:cubicBezTo>
                      <a:pt x="2988" y="3500"/>
                      <a:pt x="2963" y="3442"/>
                      <a:pt x="2930" y="3392"/>
                    </a:cubicBezTo>
                    <a:cubicBezTo>
                      <a:pt x="2930" y="3392"/>
                      <a:pt x="2939" y="3384"/>
                      <a:pt x="2939" y="3384"/>
                    </a:cubicBezTo>
                    <a:close/>
                    <a:moveTo>
                      <a:pt x="2864" y="3466"/>
                    </a:moveTo>
                    <a:cubicBezTo>
                      <a:pt x="2881" y="3500"/>
                      <a:pt x="2897" y="3541"/>
                      <a:pt x="2914" y="3574"/>
                    </a:cubicBezTo>
                    <a:cubicBezTo>
                      <a:pt x="2914" y="3582"/>
                      <a:pt x="2914" y="3582"/>
                      <a:pt x="2914" y="3582"/>
                    </a:cubicBezTo>
                    <a:cubicBezTo>
                      <a:pt x="2889" y="3558"/>
                      <a:pt x="2856" y="3533"/>
                      <a:pt x="2823" y="3508"/>
                    </a:cubicBezTo>
                    <a:cubicBezTo>
                      <a:pt x="2839" y="3491"/>
                      <a:pt x="2856" y="3483"/>
                      <a:pt x="2864" y="3466"/>
                    </a:cubicBezTo>
                    <a:close/>
                    <a:moveTo>
                      <a:pt x="10462" y="9958"/>
                    </a:moveTo>
                    <a:lnTo>
                      <a:pt x="10462" y="9958"/>
                    </a:lnTo>
                    <a:cubicBezTo>
                      <a:pt x="10462" y="9959"/>
                      <a:pt x="10462" y="9961"/>
                      <a:pt x="10462" y="9962"/>
                    </a:cubicBezTo>
                    <a:cubicBezTo>
                      <a:pt x="10462" y="9961"/>
                      <a:pt x="10462" y="9959"/>
                      <a:pt x="10462" y="9958"/>
                    </a:cubicBezTo>
                    <a:close/>
                    <a:moveTo>
                      <a:pt x="10089" y="10868"/>
                    </a:moveTo>
                    <a:cubicBezTo>
                      <a:pt x="10089" y="10870"/>
                      <a:pt x="10089" y="10872"/>
                      <a:pt x="10089" y="10874"/>
                    </a:cubicBezTo>
                    <a:cubicBezTo>
                      <a:pt x="10089" y="10872"/>
                      <a:pt x="10089" y="10870"/>
                      <a:pt x="10089" y="10868"/>
                    </a:cubicBezTo>
                    <a:close/>
                    <a:moveTo>
                      <a:pt x="6924" y="16210"/>
                    </a:moveTo>
                    <a:cubicBezTo>
                      <a:pt x="6940" y="16268"/>
                      <a:pt x="6965" y="16334"/>
                      <a:pt x="6982" y="16392"/>
                    </a:cubicBezTo>
                    <a:lnTo>
                      <a:pt x="6965" y="16417"/>
                    </a:lnTo>
                    <a:cubicBezTo>
                      <a:pt x="6957" y="16342"/>
                      <a:pt x="6940" y="16276"/>
                      <a:pt x="6924" y="16210"/>
                    </a:cubicBezTo>
                    <a:close/>
                    <a:moveTo>
                      <a:pt x="8066" y="0"/>
                    </a:moveTo>
                    <a:cubicBezTo>
                      <a:pt x="8037" y="0"/>
                      <a:pt x="8009" y="6"/>
                      <a:pt x="7984" y="20"/>
                    </a:cubicBezTo>
                    <a:cubicBezTo>
                      <a:pt x="7893" y="53"/>
                      <a:pt x="7860" y="161"/>
                      <a:pt x="7819" y="252"/>
                    </a:cubicBezTo>
                    <a:cubicBezTo>
                      <a:pt x="7719" y="517"/>
                      <a:pt x="7520" y="765"/>
                      <a:pt x="7247" y="840"/>
                    </a:cubicBezTo>
                    <a:cubicBezTo>
                      <a:pt x="7191" y="856"/>
                      <a:pt x="7133" y="864"/>
                      <a:pt x="7074" y="864"/>
                    </a:cubicBezTo>
                    <a:cubicBezTo>
                      <a:pt x="6841" y="864"/>
                      <a:pt x="6611" y="736"/>
                      <a:pt x="6551" y="517"/>
                    </a:cubicBezTo>
                    <a:cubicBezTo>
                      <a:pt x="6112" y="608"/>
                      <a:pt x="5971" y="1254"/>
                      <a:pt x="5532" y="1321"/>
                    </a:cubicBezTo>
                    <a:cubicBezTo>
                      <a:pt x="5506" y="1325"/>
                      <a:pt x="5481" y="1326"/>
                      <a:pt x="5456" y="1326"/>
                    </a:cubicBezTo>
                    <a:cubicBezTo>
                      <a:pt x="5174" y="1326"/>
                      <a:pt x="4931" y="1081"/>
                      <a:pt x="4695" y="906"/>
                    </a:cubicBezTo>
                    <a:cubicBezTo>
                      <a:pt x="4447" y="906"/>
                      <a:pt x="4024" y="608"/>
                      <a:pt x="3734" y="567"/>
                    </a:cubicBezTo>
                    <a:cubicBezTo>
                      <a:pt x="3573" y="546"/>
                      <a:pt x="3412" y="538"/>
                      <a:pt x="3251" y="538"/>
                    </a:cubicBezTo>
                    <a:cubicBezTo>
                      <a:pt x="3031" y="538"/>
                      <a:pt x="2811" y="552"/>
                      <a:pt x="2591" y="567"/>
                    </a:cubicBezTo>
                    <a:cubicBezTo>
                      <a:pt x="2466" y="575"/>
                      <a:pt x="2359" y="583"/>
                      <a:pt x="2251" y="591"/>
                    </a:cubicBezTo>
                    <a:cubicBezTo>
                      <a:pt x="2019" y="616"/>
                      <a:pt x="1803" y="658"/>
                      <a:pt x="1596" y="724"/>
                    </a:cubicBezTo>
                    <a:cubicBezTo>
                      <a:pt x="1389" y="799"/>
                      <a:pt x="1190" y="906"/>
                      <a:pt x="983" y="1064"/>
                    </a:cubicBezTo>
                    <a:cubicBezTo>
                      <a:pt x="942" y="1097"/>
                      <a:pt x="909" y="1130"/>
                      <a:pt x="859" y="1163"/>
                    </a:cubicBezTo>
                    <a:cubicBezTo>
                      <a:pt x="817" y="1205"/>
                      <a:pt x="759" y="1246"/>
                      <a:pt x="710" y="1287"/>
                    </a:cubicBezTo>
                    <a:cubicBezTo>
                      <a:pt x="643" y="1345"/>
                      <a:pt x="577" y="1412"/>
                      <a:pt x="511" y="1478"/>
                    </a:cubicBezTo>
                    <a:cubicBezTo>
                      <a:pt x="445" y="1544"/>
                      <a:pt x="387" y="1602"/>
                      <a:pt x="329" y="1677"/>
                    </a:cubicBezTo>
                    <a:cubicBezTo>
                      <a:pt x="320" y="1677"/>
                      <a:pt x="320" y="1685"/>
                      <a:pt x="312" y="1693"/>
                    </a:cubicBezTo>
                    <a:cubicBezTo>
                      <a:pt x="204" y="1826"/>
                      <a:pt x="113" y="1967"/>
                      <a:pt x="80" y="2099"/>
                    </a:cubicBezTo>
                    <a:cubicBezTo>
                      <a:pt x="20" y="2304"/>
                      <a:pt x="1" y="2357"/>
                      <a:pt x="23" y="2357"/>
                    </a:cubicBezTo>
                    <a:cubicBezTo>
                      <a:pt x="39" y="2357"/>
                      <a:pt x="81" y="2325"/>
                      <a:pt x="146" y="2306"/>
                    </a:cubicBezTo>
                    <a:lnTo>
                      <a:pt x="146" y="2306"/>
                    </a:lnTo>
                    <a:cubicBezTo>
                      <a:pt x="138" y="2340"/>
                      <a:pt x="163" y="2364"/>
                      <a:pt x="188" y="2364"/>
                    </a:cubicBezTo>
                    <a:cubicBezTo>
                      <a:pt x="403" y="2398"/>
                      <a:pt x="486" y="2572"/>
                      <a:pt x="569" y="2746"/>
                    </a:cubicBezTo>
                    <a:cubicBezTo>
                      <a:pt x="618" y="2867"/>
                      <a:pt x="722" y="3052"/>
                      <a:pt x="866" y="3052"/>
                    </a:cubicBezTo>
                    <a:cubicBezTo>
                      <a:pt x="869" y="3052"/>
                      <a:pt x="872" y="3052"/>
                      <a:pt x="875" y="3052"/>
                    </a:cubicBezTo>
                    <a:cubicBezTo>
                      <a:pt x="917" y="3102"/>
                      <a:pt x="958" y="3160"/>
                      <a:pt x="1016" y="3201"/>
                    </a:cubicBezTo>
                    <a:cubicBezTo>
                      <a:pt x="1057" y="3233"/>
                      <a:pt x="1099" y="3248"/>
                      <a:pt x="1140" y="3248"/>
                    </a:cubicBezTo>
                    <a:cubicBezTo>
                      <a:pt x="1214" y="3248"/>
                      <a:pt x="1283" y="3199"/>
                      <a:pt x="1331" y="3118"/>
                    </a:cubicBezTo>
                    <a:cubicBezTo>
                      <a:pt x="1381" y="3036"/>
                      <a:pt x="1422" y="2953"/>
                      <a:pt x="1472" y="2862"/>
                    </a:cubicBezTo>
                    <a:cubicBezTo>
                      <a:pt x="1530" y="3118"/>
                      <a:pt x="1638" y="3375"/>
                      <a:pt x="1878" y="3500"/>
                    </a:cubicBezTo>
                    <a:cubicBezTo>
                      <a:pt x="1994" y="3566"/>
                      <a:pt x="2127" y="3574"/>
                      <a:pt x="2259" y="3582"/>
                    </a:cubicBezTo>
                    <a:cubicBezTo>
                      <a:pt x="2325" y="3605"/>
                      <a:pt x="2399" y="3616"/>
                      <a:pt x="2473" y="3616"/>
                    </a:cubicBezTo>
                    <a:cubicBezTo>
                      <a:pt x="2510" y="3616"/>
                      <a:pt x="2546" y="3613"/>
                      <a:pt x="2582" y="3607"/>
                    </a:cubicBezTo>
                    <a:cubicBezTo>
                      <a:pt x="2607" y="3616"/>
                      <a:pt x="2640" y="3624"/>
                      <a:pt x="2665" y="3640"/>
                    </a:cubicBezTo>
                    <a:cubicBezTo>
                      <a:pt x="2723" y="3765"/>
                      <a:pt x="2781" y="3897"/>
                      <a:pt x="2806" y="4038"/>
                    </a:cubicBezTo>
                    <a:cubicBezTo>
                      <a:pt x="2831" y="4129"/>
                      <a:pt x="2856" y="4229"/>
                      <a:pt x="2864" y="4328"/>
                    </a:cubicBezTo>
                    <a:cubicBezTo>
                      <a:pt x="2872" y="4378"/>
                      <a:pt x="2872" y="4428"/>
                      <a:pt x="2881" y="4469"/>
                    </a:cubicBezTo>
                    <a:cubicBezTo>
                      <a:pt x="2881" y="4527"/>
                      <a:pt x="2881" y="4585"/>
                      <a:pt x="2897" y="4635"/>
                    </a:cubicBezTo>
                    <a:cubicBezTo>
                      <a:pt x="2910" y="4668"/>
                      <a:pt x="2936" y="4684"/>
                      <a:pt x="2963" y="4684"/>
                    </a:cubicBezTo>
                    <a:cubicBezTo>
                      <a:pt x="2990" y="4684"/>
                      <a:pt x="3017" y="4668"/>
                      <a:pt x="3030" y="4635"/>
                    </a:cubicBezTo>
                    <a:cubicBezTo>
                      <a:pt x="3046" y="4585"/>
                      <a:pt x="3038" y="4527"/>
                      <a:pt x="3030" y="4469"/>
                    </a:cubicBezTo>
                    <a:cubicBezTo>
                      <a:pt x="3030" y="4419"/>
                      <a:pt x="3021" y="4361"/>
                      <a:pt x="3013" y="4312"/>
                    </a:cubicBezTo>
                    <a:cubicBezTo>
                      <a:pt x="2988" y="4204"/>
                      <a:pt x="2963" y="4104"/>
                      <a:pt x="2930" y="4005"/>
                    </a:cubicBezTo>
                    <a:cubicBezTo>
                      <a:pt x="2905" y="3939"/>
                      <a:pt x="2881" y="3864"/>
                      <a:pt x="2847" y="3798"/>
                    </a:cubicBezTo>
                    <a:lnTo>
                      <a:pt x="2847" y="3798"/>
                    </a:lnTo>
                    <a:cubicBezTo>
                      <a:pt x="2881" y="3839"/>
                      <a:pt x="2905" y="3881"/>
                      <a:pt x="2922" y="3922"/>
                    </a:cubicBezTo>
                    <a:cubicBezTo>
                      <a:pt x="3030" y="4154"/>
                      <a:pt x="3046" y="4419"/>
                      <a:pt x="3204" y="4626"/>
                    </a:cubicBezTo>
                    <a:cubicBezTo>
                      <a:pt x="3212" y="4643"/>
                      <a:pt x="3237" y="4651"/>
                      <a:pt x="3253" y="4651"/>
                    </a:cubicBezTo>
                    <a:cubicBezTo>
                      <a:pt x="3262" y="4742"/>
                      <a:pt x="3270" y="4834"/>
                      <a:pt x="3270" y="4925"/>
                    </a:cubicBezTo>
                    <a:cubicBezTo>
                      <a:pt x="3278" y="5148"/>
                      <a:pt x="3262" y="5372"/>
                      <a:pt x="3253" y="5596"/>
                    </a:cubicBezTo>
                    <a:cubicBezTo>
                      <a:pt x="3249" y="5664"/>
                      <a:pt x="3301" y="5697"/>
                      <a:pt x="3355" y="5697"/>
                    </a:cubicBezTo>
                    <a:cubicBezTo>
                      <a:pt x="3400" y="5697"/>
                      <a:pt x="3446" y="5674"/>
                      <a:pt x="3461" y="5629"/>
                    </a:cubicBezTo>
                    <a:cubicBezTo>
                      <a:pt x="3485" y="5480"/>
                      <a:pt x="3502" y="5322"/>
                      <a:pt x="3502" y="5173"/>
                    </a:cubicBezTo>
                    <a:cubicBezTo>
                      <a:pt x="3519" y="4958"/>
                      <a:pt x="3552" y="4742"/>
                      <a:pt x="3585" y="4527"/>
                    </a:cubicBezTo>
                    <a:cubicBezTo>
                      <a:pt x="3618" y="4486"/>
                      <a:pt x="3643" y="4444"/>
                      <a:pt x="3676" y="4403"/>
                    </a:cubicBezTo>
                    <a:cubicBezTo>
                      <a:pt x="3684" y="4461"/>
                      <a:pt x="3693" y="4519"/>
                      <a:pt x="3701" y="4568"/>
                    </a:cubicBezTo>
                    <a:cubicBezTo>
                      <a:pt x="3709" y="4651"/>
                      <a:pt x="3726" y="4734"/>
                      <a:pt x="3734" y="4809"/>
                    </a:cubicBezTo>
                    <a:cubicBezTo>
                      <a:pt x="3751" y="4892"/>
                      <a:pt x="3759" y="4983"/>
                      <a:pt x="3784" y="5057"/>
                    </a:cubicBezTo>
                    <a:cubicBezTo>
                      <a:pt x="3791" y="5076"/>
                      <a:pt x="3807" y="5085"/>
                      <a:pt x="3822" y="5085"/>
                    </a:cubicBezTo>
                    <a:cubicBezTo>
                      <a:pt x="3841" y="5085"/>
                      <a:pt x="3858" y="5072"/>
                      <a:pt x="3858" y="5049"/>
                    </a:cubicBezTo>
                    <a:cubicBezTo>
                      <a:pt x="3858" y="4966"/>
                      <a:pt x="3842" y="4883"/>
                      <a:pt x="3825" y="4800"/>
                    </a:cubicBezTo>
                    <a:cubicBezTo>
                      <a:pt x="3817" y="4718"/>
                      <a:pt x="3800" y="4635"/>
                      <a:pt x="3784" y="4560"/>
                    </a:cubicBezTo>
                    <a:cubicBezTo>
                      <a:pt x="3775" y="4477"/>
                      <a:pt x="3759" y="4394"/>
                      <a:pt x="3742" y="4312"/>
                    </a:cubicBezTo>
                    <a:cubicBezTo>
                      <a:pt x="3809" y="4229"/>
                      <a:pt x="3867" y="4146"/>
                      <a:pt x="3925" y="4063"/>
                    </a:cubicBezTo>
                    <a:cubicBezTo>
                      <a:pt x="3991" y="4378"/>
                      <a:pt x="4049" y="4701"/>
                      <a:pt x="4099" y="5024"/>
                    </a:cubicBezTo>
                    <a:cubicBezTo>
                      <a:pt x="4157" y="5447"/>
                      <a:pt x="4198" y="5869"/>
                      <a:pt x="4239" y="6292"/>
                    </a:cubicBezTo>
                    <a:cubicBezTo>
                      <a:pt x="4244" y="6315"/>
                      <a:pt x="4270" y="6331"/>
                      <a:pt x="4292" y="6331"/>
                    </a:cubicBezTo>
                    <a:cubicBezTo>
                      <a:pt x="4308" y="6331"/>
                      <a:pt x="4322" y="6322"/>
                      <a:pt x="4322" y="6300"/>
                    </a:cubicBezTo>
                    <a:cubicBezTo>
                      <a:pt x="4372" y="5969"/>
                      <a:pt x="4413" y="5637"/>
                      <a:pt x="4413" y="5298"/>
                    </a:cubicBezTo>
                    <a:cubicBezTo>
                      <a:pt x="4430" y="5372"/>
                      <a:pt x="4455" y="5455"/>
                      <a:pt x="4480" y="5530"/>
                    </a:cubicBezTo>
                    <a:cubicBezTo>
                      <a:pt x="4480" y="5563"/>
                      <a:pt x="4480" y="5596"/>
                      <a:pt x="4488" y="5637"/>
                    </a:cubicBezTo>
                    <a:cubicBezTo>
                      <a:pt x="4496" y="5762"/>
                      <a:pt x="4505" y="5894"/>
                      <a:pt x="4513" y="6018"/>
                    </a:cubicBezTo>
                    <a:cubicBezTo>
                      <a:pt x="4521" y="6159"/>
                      <a:pt x="4521" y="6300"/>
                      <a:pt x="4554" y="6433"/>
                    </a:cubicBezTo>
                    <a:cubicBezTo>
                      <a:pt x="4562" y="6476"/>
                      <a:pt x="4594" y="6496"/>
                      <a:pt x="4629" y="6496"/>
                    </a:cubicBezTo>
                    <a:cubicBezTo>
                      <a:pt x="4673" y="6496"/>
                      <a:pt x="4720" y="6464"/>
                      <a:pt x="4720" y="6408"/>
                    </a:cubicBezTo>
                    <a:cubicBezTo>
                      <a:pt x="4728" y="6308"/>
                      <a:pt x="4745" y="6209"/>
                      <a:pt x="4753" y="6110"/>
                    </a:cubicBezTo>
                    <a:cubicBezTo>
                      <a:pt x="4795" y="6242"/>
                      <a:pt x="4828" y="6366"/>
                      <a:pt x="4861" y="6491"/>
                    </a:cubicBezTo>
                    <a:cubicBezTo>
                      <a:pt x="4952" y="6897"/>
                      <a:pt x="4977" y="7294"/>
                      <a:pt x="4985" y="7709"/>
                    </a:cubicBezTo>
                    <a:cubicBezTo>
                      <a:pt x="4985" y="7760"/>
                      <a:pt x="5028" y="7791"/>
                      <a:pt x="5069" y="7791"/>
                    </a:cubicBezTo>
                    <a:cubicBezTo>
                      <a:pt x="5101" y="7791"/>
                      <a:pt x="5132" y="7773"/>
                      <a:pt x="5143" y="7733"/>
                    </a:cubicBezTo>
                    <a:cubicBezTo>
                      <a:pt x="5184" y="7510"/>
                      <a:pt x="5209" y="7294"/>
                      <a:pt x="5209" y="7079"/>
                    </a:cubicBezTo>
                    <a:cubicBezTo>
                      <a:pt x="5217" y="7137"/>
                      <a:pt x="5225" y="7203"/>
                      <a:pt x="5234" y="7261"/>
                    </a:cubicBezTo>
                    <a:cubicBezTo>
                      <a:pt x="5225" y="7162"/>
                      <a:pt x="5259" y="7054"/>
                      <a:pt x="5308" y="6955"/>
                    </a:cubicBezTo>
                    <a:lnTo>
                      <a:pt x="5308" y="6955"/>
                    </a:lnTo>
                    <a:cubicBezTo>
                      <a:pt x="5300" y="6988"/>
                      <a:pt x="5300" y="7021"/>
                      <a:pt x="5292" y="7046"/>
                    </a:cubicBezTo>
                    <a:cubicBezTo>
                      <a:pt x="5292" y="7071"/>
                      <a:pt x="5300" y="7095"/>
                      <a:pt x="5325" y="7104"/>
                    </a:cubicBezTo>
                    <a:cubicBezTo>
                      <a:pt x="5329" y="7105"/>
                      <a:pt x="5334" y="7106"/>
                      <a:pt x="5338" y="7106"/>
                    </a:cubicBezTo>
                    <a:cubicBezTo>
                      <a:pt x="5358" y="7106"/>
                      <a:pt x="5375" y="7091"/>
                      <a:pt x="5375" y="7071"/>
                    </a:cubicBezTo>
                    <a:cubicBezTo>
                      <a:pt x="5391" y="6988"/>
                      <a:pt x="5408" y="6897"/>
                      <a:pt x="5416" y="6814"/>
                    </a:cubicBezTo>
                    <a:cubicBezTo>
                      <a:pt x="5424" y="6806"/>
                      <a:pt x="5433" y="6797"/>
                      <a:pt x="5441" y="6789"/>
                    </a:cubicBezTo>
                    <a:lnTo>
                      <a:pt x="5441" y="6789"/>
                    </a:lnTo>
                    <a:cubicBezTo>
                      <a:pt x="5631" y="7800"/>
                      <a:pt x="5325" y="8893"/>
                      <a:pt x="4654" y="9664"/>
                    </a:cubicBezTo>
                    <a:cubicBezTo>
                      <a:pt x="4665" y="9663"/>
                      <a:pt x="4676" y="9662"/>
                      <a:pt x="4687" y="9662"/>
                    </a:cubicBezTo>
                    <a:cubicBezTo>
                      <a:pt x="4928" y="9662"/>
                      <a:pt x="5027" y="10007"/>
                      <a:pt x="5035" y="10261"/>
                    </a:cubicBezTo>
                    <a:cubicBezTo>
                      <a:pt x="5068" y="11197"/>
                      <a:pt x="5093" y="12133"/>
                      <a:pt x="5126" y="13069"/>
                    </a:cubicBezTo>
                    <a:cubicBezTo>
                      <a:pt x="5167" y="14221"/>
                      <a:pt x="5242" y="15464"/>
                      <a:pt x="5805" y="16442"/>
                    </a:cubicBezTo>
                    <a:cubicBezTo>
                      <a:pt x="5838" y="16649"/>
                      <a:pt x="5830" y="16864"/>
                      <a:pt x="5913" y="17071"/>
                    </a:cubicBezTo>
                    <a:cubicBezTo>
                      <a:pt x="5930" y="17115"/>
                      <a:pt x="5975" y="17140"/>
                      <a:pt x="6017" y="17140"/>
                    </a:cubicBezTo>
                    <a:cubicBezTo>
                      <a:pt x="6055" y="17140"/>
                      <a:pt x="6092" y="17119"/>
                      <a:pt x="6104" y="17071"/>
                    </a:cubicBezTo>
                    <a:cubicBezTo>
                      <a:pt x="6120" y="17021"/>
                      <a:pt x="6137" y="16972"/>
                      <a:pt x="6153" y="16922"/>
                    </a:cubicBezTo>
                    <a:cubicBezTo>
                      <a:pt x="6162" y="16939"/>
                      <a:pt x="6170" y="16947"/>
                      <a:pt x="6178" y="16964"/>
                    </a:cubicBezTo>
                    <a:cubicBezTo>
                      <a:pt x="6186" y="16897"/>
                      <a:pt x="6195" y="16831"/>
                      <a:pt x="6203" y="16773"/>
                    </a:cubicBezTo>
                    <a:cubicBezTo>
                      <a:pt x="6286" y="16558"/>
                      <a:pt x="6377" y="16350"/>
                      <a:pt x="6468" y="16143"/>
                    </a:cubicBezTo>
                    <a:cubicBezTo>
                      <a:pt x="6534" y="16044"/>
                      <a:pt x="6609" y="15953"/>
                      <a:pt x="6700" y="15870"/>
                    </a:cubicBezTo>
                    <a:cubicBezTo>
                      <a:pt x="6783" y="16127"/>
                      <a:pt x="6833" y="16400"/>
                      <a:pt x="6858" y="16682"/>
                    </a:cubicBezTo>
                    <a:cubicBezTo>
                      <a:pt x="6862" y="16724"/>
                      <a:pt x="6899" y="16750"/>
                      <a:pt x="6934" y="16750"/>
                    </a:cubicBezTo>
                    <a:cubicBezTo>
                      <a:pt x="6961" y="16750"/>
                      <a:pt x="6988" y="16734"/>
                      <a:pt x="6998" y="16698"/>
                    </a:cubicBezTo>
                    <a:cubicBezTo>
                      <a:pt x="7032" y="16607"/>
                      <a:pt x="7081" y="16516"/>
                      <a:pt x="7131" y="16433"/>
                    </a:cubicBezTo>
                    <a:cubicBezTo>
                      <a:pt x="7181" y="16384"/>
                      <a:pt x="7230" y="16326"/>
                      <a:pt x="7280" y="16268"/>
                    </a:cubicBezTo>
                    <a:cubicBezTo>
                      <a:pt x="7371" y="16185"/>
                      <a:pt x="7471" y="16118"/>
                      <a:pt x="7570" y="16052"/>
                    </a:cubicBezTo>
                    <a:cubicBezTo>
                      <a:pt x="7786" y="15886"/>
                      <a:pt x="7960" y="15679"/>
                      <a:pt x="8076" y="15431"/>
                    </a:cubicBezTo>
                    <a:cubicBezTo>
                      <a:pt x="8092" y="15398"/>
                      <a:pt x="8100" y="15373"/>
                      <a:pt x="8117" y="15340"/>
                    </a:cubicBezTo>
                    <a:lnTo>
                      <a:pt x="8117" y="15340"/>
                    </a:lnTo>
                    <a:cubicBezTo>
                      <a:pt x="8100" y="15406"/>
                      <a:pt x="8092" y="15480"/>
                      <a:pt x="8067" y="15555"/>
                    </a:cubicBezTo>
                    <a:cubicBezTo>
                      <a:pt x="8034" y="15679"/>
                      <a:pt x="8001" y="15828"/>
                      <a:pt x="7943" y="15953"/>
                    </a:cubicBezTo>
                    <a:cubicBezTo>
                      <a:pt x="7932" y="15987"/>
                      <a:pt x="7959" y="16017"/>
                      <a:pt x="7988" y="16017"/>
                    </a:cubicBezTo>
                    <a:cubicBezTo>
                      <a:pt x="8001" y="16017"/>
                      <a:pt x="8015" y="16010"/>
                      <a:pt x="8026" y="15994"/>
                    </a:cubicBezTo>
                    <a:cubicBezTo>
                      <a:pt x="8100" y="15878"/>
                      <a:pt x="8167" y="15762"/>
                      <a:pt x="8216" y="15630"/>
                    </a:cubicBezTo>
                    <a:cubicBezTo>
                      <a:pt x="8266" y="15514"/>
                      <a:pt x="8299" y="15381"/>
                      <a:pt x="8324" y="15257"/>
                    </a:cubicBezTo>
                    <a:cubicBezTo>
                      <a:pt x="8357" y="15124"/>
                      <a:pt x="8374" y="14983"/>
                      <a:pt x="8390" y="14851"/>
                    </a:cubicBezTo>
                    <a:cubicBezTo>
                      <a:pt x="8407" y="14826"/>
                      <a:pt x="8424" y="14809"/>
                      <a:pt x="8440" y="14784"/>
                    </a:cubicBezTo>
                    <a:lnTo>
                      <a:pt x="8440" y="14726"/>
                    </a:lnTo>
                    <a:cubicBezTo>
                      <a:pt x="8448" y="14685"/>
                      <a:pt x="8448" y="14644"/>
                      <a:pt x="8457" y="14594"/>
                    </a:cubicBezTo>
                    <a:lnTo>
                      <a:pt x="8457" y="14594"/>
                    </a:lnTo>
                    <a:cubicBezTo>
                      <a:pt x="8440" y="14635"/>
                      <a:pt x="8424" y="14677"/>
                      <a:pt x="8407" y="14718"/>
                    </a:cubicBezTo>
                    <a:cubicBezTo>
                      <a:pt x="8415" y="14627"/>
                      <a:pt x="8415" y="14528"/>
                      <a:pt x="8424" y="14436"/>
                    </a:cubicBezTo>
                    <a:cubicBezTo>
                      <a:pt x="8432" y="14254"/>
                      <a:pt x="8448" y="14072"/>
                      <a:pt x="8457" y="13890"/>
                    </a:cubicBezTo>
                    <a:cubicBezTo>
                      <a:pt x="8498" y="13707"/>
                      <a:pt x="8540" y="13517"/>
                      <a:pt x="8564" y="13326"/>
                    </a:cubicBezTo>
                    <a:cubicBezTo>
                      <a:pt x="8568" y="13289"/>
                      <a:pt x="8594" y="13272"/>
                      <a:pt x="8621" y="13272"/>
                    </a:cubicBezTo>
                    <a:cubicBezTo>
                      <a:pt x="8654" y="13272"/>
                      <a:pt x="8689" y="13297"/>
                      <a:pt x="8689" y="13343"/>
                    </a:cubicBezTo>
                    <a:cubicBezTo>
                      <a:pt x="8689" y="13459"/>
                      <a:pt x="8680" y="13575"/>
                      <a:pt x="8672" y="13691"/>
                    </a:cubicBezTo>
                    <a:cubicBezTo>
                      <a:pt x="8697" y="13616"/>
                      <a:pt x="8730" y="13533"/>
                      <a:pt x="8755" y="13459"/>
                    </a:cubicBezTo>
                    <a:cubicBezTo>
                      <a:pt x="8780" y="13343"/>
                      <a:pt x="8755" y="13218"/>
                      <a:pt x="8747" y="13102"/>
                    </a:cubicBezTo>
                    <a:cubicBezTo>
                      <a:pt x="8738" y="13044"/>
                      <a:pt x="8730" y="12978"/>
                      <a:pt x="8722" y="12920"/>
                    </a:cubicBezTo>
                    <a:cubicBezTo>
                      <a:pt x="8722" y="12870"/>
                      <a:pt x="8730" y="12796"/>
                      <a:pt x="8689" y="12763"/>
                    </a:cubicBezTo>
                    <a:cubicBezTo>
                      <a:pt x="8661" y="12735"/>
                      <a:pt x="8680" y="12683"/>
                      <a:pt x="8712" y="12683"/>
                    </a:cubicBezTo>
                    <a:cubicBezTo>
                      <a:pt x="8718" y="12683"/>
                      <a:pt x="8724" y="12684"/>
                      <a:pt x="8730" y="12688"/>
                    </a:cubicBezTo>
                    <a:cubicBezTo>
                      <a:pt x="8830" y="12738"/>
                      <a:pt x="8854" y="12837"/>
                      <a:pt x="8871" y="12937"/>
                    </a:cubicBezTo>
                    <a:cubicBezTo>
                      <a:pt x="8904" y="12870"/>
                      <a:pt x="8937" y="12796"/>
                      <a:pt x="8970" y="12730"/>
                    </a:cubicBezTo>
                    <a:cubicBezTo>
                      <a:pt x="9111" y="12473"/>
                      <a:pt x="9327" y="12274"/>
                      <a:pt x="9509" y="12050"/>
                    </a:cubicBezTo>
                    <a:cubicBezTo>
                      <a:pt x="9509" y="12042"/>
                      <a:pt x="9517" y="12034"/>
                      <a:pt x="9526" y="12025"/>
                    </a:cubicBezTo>
                    <a:cubicBezTo>
                      <a:pt x="9625" y="11818"/>
                      <a:pt x="9733" y="11619"/>
                      <a:pt x="9840" y="11412"/>
                    </a:cubicBezTo>
                    <a:cubicBezTo>
                      <a:pt x="9940" y="11114"/>
                      <a:pt x="9990" y="10791"/>
                      <a:pt x="10031" y="10484"/>
                    </a:cubicBezTo>
                    <a:cubicBezTo>
                      <a:pt x="10035" y="10461"/>
                      <a:pt x="10051" y="10451"/>
                      <a:pt x="10067" y="10451"/>
                    </a:cubicBezTo>
                    <a:cubicBezTo>
                      <a:pt x="10086" y="10451"/>
                      <a:pt x="10106" y="10466"/>
                      <a:pt x="10106" y="10493"/>
                    </a:cubicBezTo>
                    <a:cubicBezTo>
                      <a:pt x="10097" y="10615"/>
                      <a:pt x="10097" y="10737"/>
                      <a:pt x="10089" y="10868"/>
                    </a:cubicBezTo>
                    <a:lnTo>
                      <a:pt x="10089" y="10868"/>
                    </a:lnTo>
                    <a:cubicBezTo>
                      <a:pt x="10091" y="10855"/>
                      <a:pt x="10097" y="10848"/>
                      <a:pt x="10097" y="10841"/>
                    </a:cubicBezTo>
                    <a:cubicBezTo>
                      <a:pt x="10280" y="10385"/>
                      <a:pt x="10396" y="9888"/>
                      <a:pt x="10338" y="9399"/>
                    </a:cubicBezTo>
                    <a:cubicBezTo>
                      <a:pt x="10338" y="9366"/>
                      <a:pt x="10364" y="9346"/>
                      <a:pt x="10389" y="9346"/>
                    </a:cubicBezTo>
                    <a:cubicBezTo>
                      <a:pt x="10408" y="9346"/>
                      <a:pt x="10425" y="9357"/>
                      <a:pt x="10429" y="9382"/>
                    </a:cubicBezTo>
                    <a:cubicBezTo>
                      <a:pt x="10462" y="9571"/>
                      <a:pt x="10470" y="9769"/>
                      <a:pt x="10462" y="9958"/>
                    </a:cubicBezTo>
                    <a:lnTo>
                      <a:pt x="10462" y="9958"/>
                    </a:lnTo>
                    <a:cubicBezTo>
                      <a:pt x="10463" y="9943"/>
                      <a:pt x="10470" y="9928"/>
                      <a:pt x="10470" y="9913"/>
                    </a:cubicBezTo>
                    <a:cubicBezTo>
                      <a:pt x="10495" y="9813"/>
                      <a:pt x="10503" y="9714"/>
                      <a:pt x="10512" y="9614"/>
                    </a:cubicBezTo>
                    <a:cubicBezTo>
                      <a:pt x="10495" y="9606"/>
                      <a:pt x="10478" y="9589"/>
                      <a:pt x="10478" y="9565"/>
                    </a:cubicBezTo>
                    <a:cubicBezTo>
                      <a:pt x="10470" y="9490"/>
                      <a:pt x="10487" y="9415"/>
                      <a:pt x="10495" y="9333"/>
                    </a:cubicBezTo>
                    <a:cubicBezTo>
                      <a:pt x="10503" y="9275"/>
                      <a:pt x="10512" y="9208"/>
                      <a:pt x="10520" y="9150"/>
                    </a:cubicBezTo>
                    <a:cubicBezTo>
                      <a:pt x="10512" y="9018"/>
                      <a:pt x="10495" y="8893"/>
                      <a:pt x="10478" y="8769"/>
                    </a:cubicBezTo>
                    <a:cubicBezTo>
                      <a:pt x="10454" y="8562"/>
                      <a:pt x="10429" y="8355"/>
                      <a:pt x="10404" y="8148"/>
                    </a:cubicBezTo>
                    <a:cubicBezTo>
                      <a:pt x="10399" y="8123"/>
                      <a:pt x="10424" y="8104"/>
                      <a:pt x="10449" y="8104"/>
                    </a:cubicBezTo>
                    <a:cubicBezTo>
                      <a:pt x="10465" y="8104"/>
                      <a:pt x="10480" y="8112"/>
                      <a:pt x="10487" y="8131"/>
                    </a:cubicBezTo>
                    <a:cubicBezTo>
                      <a:pt x="10520" y="8247"/>
                      <a:pt x="10553" y="8371"/>
                      <a:pt x="10578" y="8487"/>
                    </a:cubicBezTo>
                    <a:cubicBezTo>
                      <a:pt x="10586" y="8405"/>
                      <a:pt x="10594" y="8330"/>
                      <a:pt x="10594" y="8247"/>
                    </a:cubicBezTo>
                    <a:cubicBezTo>
                      <a:pt x="10594" y="8206"/>
                      <a:pt x="10594" y="8173"/>
                      <a:pt x="10594" y="8131"/>
                    </a:cubicBezTo>
                    <a:cubicBezTo>
                      <a:pt x="10536" y="7924"/>
                      <a:pt x="10470" y="7725"/>
                      <a:pt x="10396" y="7526"/>
                    </a:cubicBezTo>
                    <a:cubicBezTo>
                      <a:pt x="10304" y="7311"/>
                      <a:pt x="10213" y="7104"/>
                      <a:pt x="10114" y="6897"/>
                    </a:cubicBezTo>
                    <a:cubicBezTo>
                      <a:pt x="9691" y="5994"/>
                      <a:pt x="9202" y="5107"/>
                      <a:pt x="9202" y="4121"/>
                    </a:cubicBezTo>
                    <a:cubicBezTo>
                      <a:pt x="9202" y="4038"/>
                      <a:pt x="9202" y="3947"/>
                      <a:pt x="9244" y="3864"/>
                    </a:cubicBezTo>
                    <a:cubicBezTo>
                      <a:pt x="9244" y="4071"/>
                      <a:pt x="9260" y="4270"/>
                      <a:pt x="9302" y="4469"/>
                    </a:cubicBezTo>
                    <a:cubicBezTo>
                      <a:pt x="9343" y="4668"/>
                      <a:pt x="9393" y="4858"/>
                      <a:pt x="9451" y="5049"/>
                    </a:cubicBezTo>
                    <a:cubicBezTo>
                      <a:pt x="9484" y="5148"/>
                      <a:pt x="9517" y="5248"/>
                      <a:pt x="9550" y="5347"/>
                    </a:cubicBezTo>
                    <a:cubicBezTo>
                      <a:pt x="9584" y="5438"/>
                      <a:pt x="9617" y="5538"/>
                      <a:pt x="9683" y="5612"/>
                    </a:cubicBezTo>
                    <a:cubicBezTo>
                      <a:pt x="9695" y="5622"/>
                      <a:pt x="9707" y="5626"/>
                      <a:pt x="9720" y="5626"/>
                    </a:cubicBezTo>
                    <a:cubicBezTo>
                      <a:pt x="9753" y="5626"/>
                      <a:pt x="9785" y="5599"/>
                      <a:pt x="9791" y="5563"/>
                    </a:cubicBezTo>
                    <a:cubicBezTo>
                      <a:pt x="9799" y="5480"/>
                      <a:pt x="9766" y="5380"/>
                      <a:pt x="9741" y="5298"/>
                    </a:cubicBezTo>
                    <a:cubicBezTo>
                      <a:pt x="9708" y="5198"/>
                      <a:pt x="9675" y="5107"/>
                      <a:pt x="9650" y="5008"/>
                    </a:cubicBezTo>
                    <a:cubicBezTo>
                      <a:pt x="9592" y="4825"/>
                      <a:pt x="9534" y="4635"/>
                      <a:pt x="9492" y="4444"/>
                    </a:cubicBezTo>
                    <a:cubicBezTo>
                      <a:pt x="9443" y="4212"/>
                      <a:pt x="9410" y="3972"/>
                      <a:pt x="9401" y="3732"/>
                    </a:cubicBezTo>
                    <a:cubicBezTo>
                      <a:pt x="9450" y="3707"/>
                      <a:pt x="9505" y="3696"/>
                      <a:pt x="9563" y="3696"/>
                    </a:cubicBezTo>
                    <a:cubicBezTo>
                      <a:pt x="9643" y="3696"/>
                      <a:pt x="9727" y="3718"/>
                      <a:pt x="9799" y="3756"/>
                    </a:cubicBezTo>
                    <a:cubicBezTo>
                      <a:pt x="9832" y="3781"/>
                      <a:pt x="9874" y="3814"/>
                      <a:pt x="9907" y="3839"/>
                    </a:cubicBezTo>
                    <a:cubicBezTo>
                      <a:pt x="9940" y="3947"/>
                      <a:pt x="9973" y="4046"/>
                      <a:pt x="9998" y="4146"/>
                    </a:cubicBezTo>
                    <a:cubicBezTo>
                      <a:pt x="10064" y="4378"/>
                      <a:pt x="10114" y="4602"/>
                      <a:pt x="10164" y="4825"/>
                    </a:cubicBezTo>
                    <a:cubicBezTo>
                      <a:pt x="10175" y="4873"/>
                      <a:pt x="10213" y="4895"/>
                      <a:pt x="10252" y="4895"/>
                    </a:cubicBezTo>
                    <a:cubicBezTo>
                      <a:pt x="10301" y="4895"/>
                      <a:pt x="10350" y="4860"/>
                      <a:pt x="10346" y="4800"/>
                    </a:cubicBezTo>
                    <a:cubicBezTo>
                      <a:pt x="10346" y="4535"/>
                      <a:pt x="10346" y="4270"/>
                      <a:pt x="10346" y="4005"/>
                    </a:cubicBezTo>
                    <a:cubicBezTo>
                      <a:pt x="10346" y="3872"/>
                      <a:pt x="10346" y="3748"/>
                      <a:pt x="10354" y="3616"/>
                    </a:cubicBezTo>
                    <a:cubicBezTo>
                      <a:pt x="10354" y="3599"/>
                      <a:pt x="10354" y="3591"/>
                      <a:pt x="10354" y="3582"/>
                    </a:cubicBezTo>
                    <a:cubicBezTo>
                      <a:pt x="10412" y="3665"/>
                      <a:pt x="10478" y="3756"/>
                      <a:pt x="10545" y="3831"/>
                    </a:cubicBezTo>
                    <a:cubicBezTo>
                      <a:pt x="10545" y="3756"/>
                      <a:pt x="10536" y="3682"/>
                      <a:pt x="10528" y="3607"/>
                    </a:cubicBezTo>
                    <a:cubicBezTo>
                      <a:pt x="10512" y="3450"/>
                      <a:pt x="10503" y="3284"/>
                      <a:pt x="10470" y="3127"/>
                    </a:cubicBezTo>
                    <a:cubicBezTo>
                      <a:pt x="10445" y="2986"/>
                      <a:pt x="10404" y="2845"/>
                      <a:pt x="10296" y="2754"/>
                    </a:cubicBezTo>
                    <a:cubicBezTo>
                      <a:pt x="10256" y="2727"/>
                      <a:pt x="10281" y="2679"/>
                      <a:pt x="10318" y="2679"/>
                    </a:cubicBezTo>
                    <a:cubicBezTo>
                      <a:pt x="10327" y="2679"/>
                      <a:pt x="10336" y="2681"/>
                      <a:pt x="10346" y="2688"/>
                    </a:cubicBezTo>
                    <a:cubicBezTo>
                      <a:pt x="10387" y="2704"/>
                      <a:pt x="10420" y="2737"/>
                      <a:pt x="10445" y="2762"/>
                    </a:cubicBezTo>
                    <a:cubicBezTo>
                      <a:pt x="10437" y="2729"/>
                      <a:pt x="10429" y="2688"/>
                      <a:pt x="10420" y="2654"/>
                    </a:cubicBezTo>
                    <a:cubicBezTo>
                      <a:pt x="10387" y="2588"/>
                      <a:pt x="10346" y="2530"/>
                      <a:pt x="10313" y="2472"/>
                    </a:cubicBezTo>
                    <a:cubicBezTo>
                      <a:pt x="10238" y="2356"/>
                      <a:pt x="10164" y="2232"/>
                      <a:pt x="10089" y="2116"/>
                    </a:cubicBezTo>
                    <a:cubicBezTo>
                      <a:pt x="10089" y="2182"/>
                      <a:pt x="10081" y="2257"/>
                      <a:pt x="10039" y="2298"/>
                    </a:cubicBezTo>
                    <a:cubicBezTo>
                      <a:pt x="10027" y="2311"/>
                      <a:pt x="10008" y="2319"/>
                      <a:pt x="9992" y="2319"/>
                    </a:cubicBezTo>
                    <a:cubicBezTo>
                      <a:pt x="9975" y="2319"/>
                      <a:pt x="9961" y="2311"/>
                      <a:pt x="9956" y="2290"/>
                    </a:cubicBezTo>
                    <a:cubicBezTo>
                      <a:pt x="9940" y="2248"/>
                      <a:pt x="9940" y="2199"/>
                      <a:pt x="9940" y="2149"/>
                    </a:cubicBezTo>
                    <a:cubicBezTo>
                      <a:pt x="9940" y="2099"/>
                      <a:pt x="9932" y="2050"/>
                      <a:pt x="9923" y="2000"/>
                    </a:cubicBezTo>
                    <a:cubicBezTo>
                      <a:pt x="9898" y="1901"/>
                      <a:pt x="9865" y="1801"/>
                      <a:pt x="9824" y="1710"/>
                    </a:cubicBezTo>
                    <a:cubicBezTo>
                      <a:pt x="9741" y="1511"/>
                      <a:pt x="9650" y="1312"/>
                      <a:pt x="9559" y="1113"/>
                    </a:cubicBezTo>
                    <a:cubicBezTo>
                      <a:pt x="9550" y="1105"/>
                      <a:pt x="9550" y="1089"/>
                      <a:pt x="9559" y="1080"/>
                    </a:cubicBezTo>
                    <a:cubicBezTo>
                      <a:pt x="9517" y="1031"/>
                      <a:pt x="9476" y="981"/>
                      <a:pt x="9434" y="923"/>
                    </a:cubicBezTo>
                    <a:cubicBezTo>
                      <a:pt x="9415" y="890"/>
                      <a:pt x="9442" y="847"/>
                      <a:pt x="9475" y="847"/>
                    </a:cubicBezTo>
                    <a:cubicBezTo>
                      <a:pt x="9483" y="847"/>
                      <a:pt x="9492" y="850"/>
                      <a:pt x="9501" y="857"/>
                    </a:cubicBezTo>
                    <a:cubicBezTo>
                      <a:pt x="9584" y="931"/>
                      <a:pt x="9658" y="1014"/>
                      <a:pt x="9724" y="1089"/>
                    </a:cubicBezTo>
                    <a:cubicBezTo>
                      <a:pt x="9724" y="1080"/>
                      <a:pt x="9716" y="1064"/>
                      <a:pt x="9708" y="1047"/>
                    </a:cubicBezTo>
                    <a:cubicBezTo>
                      <a:pt x="9675" y="1022"/>
                      <a:pt x="9650" y="989"/>
                      <a:pt x="9625" y="964"/>
                    </a:cubicBezTo>
                    <a:cubicBezTo>
                      <a:pt x="9534" y="865"/>
                      <a:pt x="9468" y="732"/>
                      <a:pt x="9410" y="608"/>
                    </a:cubicBezTo>
                    <a:cubicBezTo>
                      <a:pt x="9393" y="567"/>
                      <a:pt x="9376" y="525"/>
                      <a:pt x="9360" y="484"/>
                    </a:cubicBezTo>
                    <a:cubicBezTo>
                      <a:pt x="8987" y="335"/>
                      <a:pt x="8614" y="194"/>
                      <a:pt x="8241" y="45"/>
                    </a:cubicBezTo>
                    <a:cubicBezTo>
                      <a:pt x="8186" y="22"/>
                      <a:pt x="8123" y="0"/>
                      <a:pt x="80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4" name="Google Shape;6494;p20"/>
              <p:cNvSpPr/>
              <p:nvPr/>
            </p:nvSpPr>
            <p:spPr>
              <a:xfrm>
                <a:off x="2912725" y="4638375"/>
                <a:ext cx="28150" cy="39475"/>
              </a:xfrm>
              <a:custGeom>
                <a:rect b="b" l="l" r="r" t="t"/>
                <a:pathLst>
                  <a:path extrusionOk="0" h="1579" w="1126">
                    <a:moveTo>
                      <a:pt x="1069" y="0"/>
                    </a:moveTo>
                    <a:cubicBezTo>
                      <a:pt x="1054" y="0"/>
                      <a:pt x="1038" y="11"/>
                      <a:pt x="1034" y="28"/>
                    </a:cubicBezTo>
                    <a:cubicBezTo>
                      <a:pt x="1001" y="95"/>
                      <a:pt x="1001" y="178"/>
                      <a:pt x="984" y="252"/>
                    </a:cubicBezTo>
                    <a:cubicBezTo>
                      <a:pt x="968" y="327"/>
                      <a:pt x="943" y="401"/>
                      <a:pt x="910" y="476"/>
                    </a:cubicBezTo>
                    <a:cubicBezTo>
                      <a:pt x="852" y="617"/>
                      <a:pt x="769" y="749"/>
                      <a:pt x="686" y="874"/>
                    </a:cubicBezTo>
                    <a:cubicBezTo>
                      <a:pt x="512" y="1130"/>
                      <a:pt x="263" y="1313"/>
                      <a:pt x="31" y="1512"/>
                    </a:cubicBezTo>
                    <a:cubicBezTo>
                      <a:pt x="1" y="1534"/>
                      <a:pt x="27" y="1579"/>
                      <a:pt x="64" y="1579"/>
                    </a:cubicBezTo>
                    <a:cubicBezTo>
                      <a:pt x="67" y="1579"/>
                      <a:pt x="70" y="1578"/>
                      <a:pt x="73" y="1578"/>
                    </a:cubicBezTo>
                    <a:cubicBezTo>
                      <a:pt x="156" y="1561"/>
                      <a:pt x="230" y="1536"/>
                      <a:pt x="305" y="1495"/>
                    </a:cubicBezTo>
                    <a:cubicBezTo>
                      <a:pt x="379" y="1454"/>
                      <a:pt x="446" y="1404"/>
                      <a:pt x="512" y="1346"/>
                    </a:cubicBezTo>
                    <a:cubicBezTo>
                      <a:pt x="636" y="1238"/>
                      <a:pt x="752" y="1106"/>
                      <a:pt x="843" y="965"/>
                    </a:cubicBezTo>
                    <a:cubicBezTo>
                      <a:pt x="935" y="824"/>
                      <a:pt x="1001" y="675"/>
                      <a:pt x="1042" y="509"/>
                    </a:cubicBezTo>
                    <a:cubicBezTo>
                      <a:pt x="1067" y="434"/>
                      <a:pt x="1084" y="352"/>
                      <a:pt x="1092" y="269"/>
                    </a:cubicBezTo>
                    <a:cubicBezTo>
                      <a:pt x="1109" y="194"/>
                      <a:pt x="1125" y="103"/>
                      <a:pt x="1100" y="28"/>
                    </a:cubicBezTo>
                    <a:cubicBezTo>
                      <a:pt x="1096" y="9"/>
                      <a:pt x="1083" y="0"/>
                      <a:pt x="10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5" name="Google Shape;6495;p20"/>
              <p:cNvSpPr/>
              <p:nvPr/>
            </p:nvSpPr>
            <p:spPr>
              <a:xfrm>
                <a:off x="2926675" y="4639200"/>
                <a:ext cx="9000" cy="21075"/>
              </a:xfrm>
              <a:custGeom>
                <a:rect b="b" l="l" r="r" t="t"/>
                <a:pathLst>
                  <a:path extrusionOk="0" h="843" w="360">
                    <a:moveTo>
                      <a:pt x="275" y="0"/>
                    </a:moveTo>
                    <a:cubicBezTo>
                      <a:pt x="270" y="0"/>
                      <a:pt x="265" y="1"/>
                      <a:pt x="261" y="4"/>
                    </a:cubicBezTo>
                    <a:cubicBezTo>
                      <a:pt x="211" y="37"/>
                      <a:pt x="203" y="128"/>
                      <a:pt x="194" y="186"/>
                    </a:cubicBezTo>
                    <a:cubicBezTo>
                      <a:pt x="178" y="252"/>
                      <a:pt x="161" y="319"/>
                      <a:pt x="145" y="393"/>
                    </a:cubicBezTo>
                    <a:cubicBezTo>
                      <a:pt x="128" y="459"/>
                      <a:pt x="103" y="517"/>
                      <a:pt x="87" y="584"/>
                    </a:cubicBezTo>
                    <a:cubicBezTo>
                      <a:pt x="62" y="650"/>
                      <a:pt x="45" y="716"/>
                      <a:pt x="12" y="783"/>
                    </a:cubicBezTo>
                    <a:cubicBezTo>
                      <a:pt x="1" y="816"/>
                      <a:pt x="24" y="843"/>
                      <a:pt x="48" y="843"/>
                    </a:cubicBezTo>
                    <a:cubicBezTo>
                      <a:pt x="59" y="843"/>
                      <a:pt x="70" y="837"/>
                      <a:pt x="78" y="824"/>
                    </a:cubicBezTo>
                    <a:cubicBezTo>
                      <a:pt x="128" y="766"/>
                      <a:pt x="169" y="708"/>
                      <a:pt x="203" y="642"/>
                    </a:cubicBezTo>
                    <a:cubicBezTo>
                      <a:pt x="236" y="575"/>
                      <a:pt x="261" y="509"/>
                      <a:pt x="285" y="435"/>
                    </a:cubicBezTo>
                    <a:cubicBezTo>
                      <a:pt x="302" y="360"/>
                      <a:pt x="327" y="294"/>
                      <a:pt x="335" y="219"/>
                    </a:cubicBezTo>
                    <a:cubicBezTo>
                      <a:pt x="343" y="161"/>
                      <a:pt x="360" y="53"/>
                      <a:pt x="310" y="12"/>
                    </a:cubicBezTo>
                    <a:cubicBezTo>
                      <a:pt x="299" y="6"/>
                      <a:pt x="287" y="0"/>
                      <a:pt x="2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6" name="Google Shape;6496;p20"/>
              <p:cNvSpPr/>
              <p:nvPr/>
            </p:nvSpPr>
            <p:spPr>
              <a:xfrm>
                <a:off x="2933375" y="4626225"/>
                <a:ext cx="2725" cy="6725"/>
              </a:xfrm>
              <a:custGeom>
                <a:rect b="b" l="l" r="r" t="t"/>
                <a:pathLst>
                  <a:path extrusionOk="0" h="269" w="109">
                    <a:moveTo>
                      <a:pt x="92" y="1"/>
                    </a:moveTo>
                    <a:cubicBezTo>
                      <a:pt x="75" y="1"/>
                      <a:pt x="67" y="9"/>
                      <a:pt x="59" y="17"/>
                    </a:cubicBezTo>
                    <a:cubicBezTo>
                      <a:pt x="59" y="26"/>
                      <a:pt x="51" y="34"/>
                      <a:pt x="51" y="42"/>
                    </a:cubicBezTo>
                    <a:cubicBezTo>
                      <a:pt x="42" y="50"/>
                      <a:pt x="42" y="59"/>
                      <a:pt x="42" y="67"/>
                    </a:cubicBezTo>
                    <a:cubicBezTo>
                      <a:pt x="34" y="84"/>
                      <a:pt x="34" y="100"/>
                      <a:pt x="26" y="117"/>
                    </a:cubicBezTo>
                    <a:cubicBezTo>
                      <a:pt x="17" y="150"/>
                      <a:pt x="9" y="191"/>
                      <a:pt x="9" y="224"/>
                    </a:cubicBezTo>
                    <a:cubicBezTo>
                      <a:pt x="1" y="241"/>
                      <a:pt x="9" y="266"/>
                      <a:pt x="34" y="266"/>
                    </a:cubicBezTo>
                    <a:cubicBezTo>
                      <a:pt x="38" y="268"/>
                      <a:pt x="42" y="269"/>
                      <a:pt x="46" y="269"/>
                    </a:cubicBezTo>
                    <a:cubicBezTo>
                      <a:pt x="58" y="269"/>
                      <a:pt x="69" y="260"/>
                      <a:pt x="75" y="241"/>
                    </a:cubicBezTo>
                    <a:cubicBezTo>
                      <a:pt x="84" y="208"/>
                      <a:pt x="92" y="175"/>
                      <a:pt x="92" y="142"/>
                    </a:cubicBezTo>
                    <a:cubicBezTo>
                      <a:pt x="100" y="100"/>
                      <a:pt x="109" y="67"/>
                      <a:pt x="109" y="26"/>
                    </a:cubicBezTo>
                    <a:cubicBezTo>
                      <a:pt x="109" y="17"/>
                      <a:pt x="100" y="9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7" name="Google Shape;6497;p20"/>
              <p:cNvSpPr/>
              <p:nvPr/>
            </p:nvSpPr>
            <p:spPr>
              <a:xfrm>
                <a:off x="2938825" y="4604275"/>
                <a:ext cx="9700" cy="46525"/>
              </a:xfrm>
              <a:custGeom>
                <a:rect b="b" l="l" r="r" t="t"/>
                <a:pathLst>
                  <a:path extrusionOk="0" h="1861" w="388">
                    <a:moveTo>
                      <a:pt x="304" y="1"/>
                    </a:moveTo>
                    <a:cubicBezTo>
                      <a:pt x="285" y="1"/>
                      <a:pt x="265" y="14"/>
                      <a:pt x="255" y="34"/>
                    </a:cubicBezTo>
                    <a:cubicBezTo>
                      <a:pt x="230" y="100"/>
                      <a:pt x="239" y="166"/>
                      <a:pt x="239" y="241"/>
                    </a:cubicBezTo>
                    <a:cubicBezTo>
                      <a:pt x="239" y="315"/>
                      <a:pt x="239" y="390"/>
                      <a:pt x="239" y="473"/>
                    </a:cubicBezTo>
                    <a:cubicBezTo>
                      <a:pt x="239" y="622"/>
                      <a:pt x="222" y="771"/>
                      <a:pt x="205" y="928"/>
                    </a:cubicBezTo>
                    <a:cubicBezTo>
                      <a:pt x="189" y="1078"/>
                      <a:pt x="164" y="1227"/>
                      <a:pt x="131" y="1368"/>
                    </a:cubicBezTo>
                    <a:cubicBezTo>
                      <a:pt x="89" y="1525"/>
                      <a:pt x="56" y="1674"/>
                      <a:pt x="7" y="1823"/>
                    </a:cubicBezTo>
                    <a:cubicBezTo>
                      <a:pt x="1" y="1845"/>
                      <a:pt x="18" y="1860"/>
                      <a:pt x="34" y="1860"/>
                    </a:cubicBezTo>
                    <a:cubicBezTo>
                      <a:pt x="42" y="1860"/>
                      <a:pt x="51" y="1856"/>
                      <a:pt x="56" y="1848"/>
                    </a:cubicBezTo>
                    <a:cubicBezTo>
                      <a:pt x="114" y="1707"/>
                      <a:pt x="189" y="1558"/>
                      <a:pt x="230" y="1417"/>
                    </a:cubicBezTo>
                    <a:cubicBezTo>
                      <a:pt x="272" y="1260"/>
                      <a:pt x="313" y="1102"/>
                      <a:pt x="338" y="945"/>
                    </a:cubicBezTo>
                    <a:cubicBezTo>
                      <a:pt x="371" y="796"/>
                      <a:pt x="379" y="638"/>
                      <a:pt x="388" y="489"/>
                    </a:cubicBezTo>
                    <a:cubicBezTo>
                      <a:pt x="388" y="406"/>
                      <a:pt x="388" y="324"/>
                      <a:pt x="388" y="241"/>
                    </a:cubicBezTo>
                    <a:cubicBezTo>
                      <a:pt x="388" y="158"/>
                      <a:pt x="379" y="92"/>
                      <a:pt x="338" y="25"/>
                    </a:cubicBezTo>
                    <a:cubicBezTo>
                      <a:pt x="331" y="8"/>
                      <a:pt x="318" y="1"/>
                      <a:pt x="30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8" name="Google Shape;6498;p20"/>
              <p:cNvSpPr/>
              <p:nvPr/>
            </p:nvSpPr>
            <p:spPr>
              <a:xfrm>
                <a:off x="2941675" y="4606300"/>
                <a:ext cx="2700" cy="11875"/>
              </a:xfrm>
              <a:custGeom>
                <a:rect b="b" l="l" r="r" t="t"/>
                <a:pathLst>
                  <a:path extrusionOk="0" h="475" w="108">
                    <a:moveTo>
                      <a:pt x="67" y="0"/>
                    </a:moveTo>
                    <a:cubicBezTo>
                      <a:pt x="56" y="0"/>
                      <a:pt x="46" y="6"/>
                      <a:pt x="42" y="19"/>
                    </a:cubicBezTo>
                    <a:cubicBezTo>
                      <a:pt x="17" y="85"/>
                      <a:pt x="9" y="160"/>
                      <a:pt x="9" y="226"/>
                    </a:cubicBezTo>
                    <a:cubicBezTo>
                      <a:pt x="9" y="301"/>
                      <a:pt x="0" y="367"/>
                      <a:pt x="0" y="433"/>
                    </a:cubicBezTo>
                    <a:cubicBezTo>
                      <a:pt x="0" y="458"/>
                      <a:pt x="17" y="475"/>
                      <a:pt x="42" y="475"/>
                    </a:cubicBezTo>
                    <a:cubicBezTo>
                      <a:pt x="58" y="475"/>
                      <a:pt x="75" y="458"/>
                      <a:pt x="75" y="433"/>
                    </a:cubicBezTo>
                    <a:cubicBezTo>
                      <a:pt x="83" y="367"/>
                      <a:pt x="91" y="301"/>
                      <a:pt x="100" y="226"/>
                    </a:cubicBezTo>
                    <a:cubicBezTo>
                      <a:pt x="100" y="160"/>
                      <a:pt x="108" y="85"/>
                      <a:pt x="91" y="19"/>
                    </a:cubicBezTo>
                    <a:cubicBezTo>
                      <a:pt x="87" y="6"/>
                      <a:pt x="77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9" name="Google Shape;6499;p20"/>
              <p:cNvSpPr/>
              <p:nvPr/>
            </p:nvSpPr>
            <p:spPr>
              <a:xfrm>
                <a:off x="2926225" y="4620125"/>
                <a:ext cx="4275" cy="13350"/>
              </a:xfrm>
              <a:custGeom>
                <a:rect b="b" l="l" r="r" t="t"/>
                <a:pathLst>
                  <a:path extrusionOk="0" h="534" w="171">
                    <a:moveTo>
                      <a:pt x="140" y="0"/>
                    </a:moveTo>
                    <a:cubicBezTo>
                      <a:pt x="134" y="0"/>
                      <a:pt x="127" y="4"/>
                      <a:pt x="121" y="13"/>
                    </a:cubicBezTo>
                    <a:cubicBezTo>
                      <a:pt x="113" y="29"/>
                      <a:pt x="105" y="46"/>
                      <a:pt x="96" y="71"/>
                    </a:cubicBezTo>
                    <a:cubicBezTo>
                      <a:pt x="96" y="87"/>
                      <a:pt x="88" y="104"/>
                      <a:pt x="80" y="120"/>
                    </a:cubicBezTo>
                    <a:cubicBezTo>
                      <a:pt x="71" y="162"/>
                      <a:pt x="63" y="203"/>
                      <a:pt x="55" y="245"/>
                    </a:cubicBezTo>
                    <a:cubicBezTo>
                      <a:pt x="38" y="328"/>
                      <a:pt x="22" y="410"/>
                      <a:pt x="5" y="485"/>
                    </a:cubicBezTo>
                    <a:cubicBezTo>
                      <a:pt x="0" y="515"/>
                      <a:pt x="23" y="533"/>
                      <a:pt x="43" y="533"/>
                    </a:cubicBezTo>
                    <a:cubicBezTo>
                      <a:pt x="56" y="533"/>
                      <a:pt x="68" y="526"/>
                      <a:pt x="71" y="510"/>
                    </a:cubicBezTo>
                    <a:cubicBezTo>
                      <a:pt x="96" y="427"/>
                      <a:pt x="113" y="344"/>
                      <a:pt x="129" y="270"/>
                    </a:cubicBezTo>
                    <a:cubicBezTo>
                      <a:pt x="138" y="228"/>
                      <a:pt x="146" y="187"/>
                      <a:pt x="154" y="145"/>
                    </a:cubicBezTo>
                    <a:cubicBezTo>
                      <a:pt x="154" y="129"/>
                      <a:pt x="163" y="112"/>
                      <a:pt x="163" y="87"/>
                    </a:cubicBezTo>
                    <a:cubicBezTo>
                      <a:pt x="171" y="71"/>
                      <a:pt x="163" y="46"/>
                      <a:pt x="163" y="29"/>
                    </a:cubicBezTo>
                    <a:lnTo>
                      <a:pt x="171" y="29"/>
                    </a:lnTo>
                    <a:cubicBezTo>
                      <a:pt x="165" y="13"/>
                      <a:pt x="153" y="0"/>
                      <a:pt x="1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0" name="Google Shape;6500;p20"/>
              <p:cNvSpPr/>
              <p:nvPr/>
            </p:nvSpPr>
            <p:spPr>
              <a:xfrm>
                <a:off x="2940625" y="4555100"/>
                <a:ext cx="6875" cy="39675"/>
              </a:xfrm>
              <a:custGeom>
                <a:rect b="b" l="l" r="r" t="t"/>
                <a:pathLst>
                  <a:path extrusionOk="0" h="1587" w="275">
                    <a:moveTo>
                      <a:pt x="65" y="1"/>
                    </a:moveTo>
                    <a:cubicBezTo>
                      <a:pt x="51" y="1"/>
                      <a:pt x="39" y="7"/>
                      <a:pt x="34" y="20"/>
                    </a:cubicBezTo>
                    <a:cubicBezTo>
                      <a:pt x="1" y="70"/>
                      <a:pt x="17" y="128"/>
                      <a:pt x="17" y="186"/>
                    </a:cubicBezTo>
                    <a:cubicBezTo>
                      <a:pt x="26" y="244"/>
                      <a:pt x="42" y="310"/>
                      <a:pt x="51" y="377"/>
                    </a:cubicBezTo>
                    <a:cubicBezTo>
                      <a:pt x="67" y="501"/>
                      <a:pt x="84" y="633"/>
                      <a:pt x="92" y="758"/>
                    </a:cubicBezTo>
                    <a:cubicBezTo>
                      <a:pt x="117" y="1015"/>
                      <a:pt x="125" y="1280"/>
                      <a:pt x="150" y="1537"/>
                    </a:cubicBezTo>
                    <a:cubicBezTo>
                      <a:pt x="150" y="1570"/>
                      <a:pt x="173" y="1586"/>
                      <a:pt x="197" y="1586"/>
                    </a:cubicBezTo>
                    <a:cubicBezTo>
                      <a:pt x="220" y="1586"/>
                      <a:pt x="245" y="1570"/>
                      <a:pt x="249" y="1537"/>
                    </a:cubicBezTo>
                    <a:cubicBezTo>
                      <a:pt x="274" y="1280"/>
                      <a:pt x="266" y="1006"/>
                      <a:pt x="241" y="741"/>
                    </a:cubicBezTo>
                    <a:cubicBezTo>
                      <a:pt x="225" y="617"/>
                      <a:pt x="216" y="493"/>
                      <a:pt x="191" y="368"/>
                    </a:cubicBezTo>
                    <a:cubicBezTo>
                      <a:pt x="183" y="302"/>
                      <a:pt x="175" y="227"/>
                      <a:pt x="167" y="169"/>
                    </a:cubicBezTo>
                    <a:cubicBezTo>
                      <a:pt x="150" y="111"/>
                      <a:pt x="142" y="53"/>
                      <a:pt x="100" y="12"/>
                    </a:cubicBezTo>
                    <a:cubicBezTo>
                      <a:pt x="89" y="5"/>
                      <a:pt x="76" y="1"/>
                      <a:pt x="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1" name="Google Shape;6501;p20"/>
              <p:cNvSpPr/>
              <p:nvPr/>
            </p:nvSpPr>
            <p:spPr>
              <a:xfrm>
                <a:off x="2952850" y="4628200"/>
                <a:ext cx="96975" cy="153625"/>
              </a:xfrm>
              <a:custGeom>
                <a:rect b="b" l="l" r="r" t="t"/>
                <a:pathLst>
                  <a:path extrusionOk="0" h="6145" w="3879">
                    <a:moveTo>
                      <a:pt x="289" y="1"/>
                    </a:moveTo>
                    <a:cubicBezTo>
                      <a:pt x="280" y="1"/>
                      <a:pt x="272" y="4"/>
                      <a:pt x="266" y="13"/>
                    </a:cubicBezTo>
                    <a:cubicBezTo>
                      <a:pt x="208" y="121"/>
                      <a:pt x="183" y="245"/>
                      <a:pt x="158" y="353"/>
                    </a:cubicBezTo>
                    <a:cubicBezTo>
                      <a:pt x="133" y="477"/>
                      <a:pt x="117" y="601"/>
                      <a:pt x="108" y="725"/>
                    </a:cubicBezTo>
                    <a:cubicBezTo>
                      <a:pt x="92" y="850"/>
                      <a:pt x="92" y="974"/>
                      <a:pt x="92" y="1098"/>
                    </a:cubicBezTo>
                    <a:cubicBezTo>
                      <a:pt x="92" y="1165"/>
                      <a:pt x="100" y="1231"/>
                      <a:pt x="108" y="1297"/>
                    </a:cubicBezTo>
                    <a:cubicBezTo>
                      <a:pt x="75" y="1471"/>
                      <a:pt x="42" y="1645"/>
                      <a:pt x="26" y="1819"/>
                    </a:cubicBezTo>
                    <a:cubicBezTo>
                      <a:pt x="1" y="2101"/>
                      <a:pt x="133" y="2324"/>
                      <a:pt x="257" y="2565"/>
                    </a:cubicBezTo>
                    <a:cubicBezTo>
                      <a:pt x="274" y="2606"/>
                      <a:pt x="249" y="2639"/>
                      <a:pt x="216" y="2664"/>
                    </a:cubicBezTo>
                    <a:cubicBezTo>
                      <a:pt x="307" y="2730"/>
                      <a:pt x="398" y="2805"/>
                      <a:pt x="481" y="2888"/>
                    </a:cubicBezTo>
                    <a:cubicBezTo>
                      <a:pt x="614" y="3020"/>
                      <a:pt x="688" y="3203"/>
                      <a:pt x="755" y="3368"/>
                    </a:cubicBezTo>
                    <a:cubicBezTo>
                      <a:pt x="829" y="3551"/>
                      <a:pt x="887" y="3750"/>
                      <a:pt x="920" y="3940"/>
                    </a:cubicBezTo>
                    <a:cubicBezTo>
                      <a:pt x="929" y="3998"/>
                      <a:pt x="937" y="4064"/>
                      <a:pt x="945" y="4122"/>
                    </a:cubicBezTo>
                    <a:cubicBezTo>
                      <a:pt x="1011" y="4255"/>
                      <a:pt x="1045" y="4396"/>
                      <a:pt x="1069" y="4545"/>
                    </a:cubicBezTo>
                    <a:cubicBezTo>
                      <a:pt x="1086" y="4727"/>
                      <a:pt x="1103" y="4918"/>
                      <a:pt x="1161" y="5092"/>
                    </a:cubicBezTo>
                    <a:cubicBezTo>
                      <a:pt x="1219" y="5282"/>
                      <a:pt x="1326" y="5398"/>
                      <a:pt x="1492" y="5498"/>
                    </a:cubicBezTo>
                    <a:cubicBezTo>
                      <a:pt x="1575" y="5548"/>
                      <a:pt x="1658" y="5597"/>
                      <a:pt x="1741" y="5630"/>
                    </a:cubicBezTo>
                    <a:cubicBezTo>
                      <a:pt x="1807" y="5655"/>
                      <a:pt x="1873" y="5672"/>
                      <a:pt x="1923" y="5713"/>
                    </a:cubicBezTo>
                    <a:cubicBezTo>
                      <a:pt x="2097" y="5755"/>
                      <a:pt x="2279" y="5804"/>
                      <a:pt x="2453" y="5862"/>
                    </a:cubicBezTo>
                    <a:cubicBezTo>
                      <a:pt x="2544" y="5896"/>
                      <a:pt x="2627" y="5937"/>
                      <a:pt x="2702" y="5987"/>
                    </a:cubicBezTo>
                    <a:cubicBezTo>
                      <a:pt x="2785" y="6028"/>
                      <a:pt x="2851" y="6094"/>
                      <a:pt x="2942" y="6128"/>
                    </a:cubicBezTo>
                    <a:cubicBezTo>
                      <a:pt x="2988" y="6138"/>
                      <a:pt x="3034" y="6145"/>
                      <a:pt x="3082" y="6145"/>
                    </a:cubicBezTo>
                    <a:cubicBezTo>
                      <a:pt x="3112" y="6145"/>
                      <a:pt x="3142" y="6142"/>
                      <a:pt x="3174" y="6136"/>
                    </a:cubicBezTo>
                    <a:cubicBezTo>
                      <a:pt x="3199" y="6111"/>
                      <a:pt x="3240" y="6086"/>
                      <a:pt x="3282" y="6061"/>
                    </a:cubicBezTo>
                    <a:cubicBezTo>
                      <a:pt x="3331" y="6028"/>
                      <a:pt x="3389" y="5987"/>
                      <a:pt x="3439" y="5954"/>
                    </a:cubicBezTo>
                    <a:cubicBezTo>
                      <a:pt x="3472" y="5929"/>
                      <a:pt x="3522" y="5896"/>
                      <a:pt x="3547" y="5862"/>
                    </a:cubicBezTo>
                    <a:lnTo>
                      <a:pt x="3539" y="5846"/>
                    </a:lnTo>
                    <a:cubicBezTo>
                      <a:pt x="3514" y="5829"/>
                      <a:pt x="3489" y="5813"/>
                      <a:pt x="3464" y="5788"/>
                    </a:cubicBezTo>
                    <a:cubicBezTo>
                      <a:pt x="3365" y="5697"/>
                      <a:pt x="3265" y="5606"/>
                      <a:pt x="3174" y="5506"/>
                    </a:cubicBezTo>
                    <a:cubicBezTo>
                      <a:pt x="3091" y="5415"/>
                      <a:pt x="3008" y="5307"/>
                      <a:pt x="2925" y="5200"/>
                    </a:cubicBezTo>
                    <a:cubicBezTo>
                      <a:pt x="2899" y="5160"/>
                      <a:pt x="2936" y="5105"/>
                      <a:pt x="2977" y="5105"/>
                    </a:cubicBezTo>
                    <a:cubicBezTo>
                      <a:pt x="2987" y="5105"/>
                      <a:pt x="2998" y="5108"/>
                      <a:pt x="3008" y="5117"/>
                    </a:cubicBezTo>
                    <a:cubicBezTo>
                      <a:pt x="3124" y="5233"/>
                      <a:pt x="3249" y="5332"/>
                      <a:pt x="3365" y="5440"/>
                    </a:cubicBezTo>
                    <a:cubicBezTo>
                      <a:pt x="3423" y="5490"/>
                      <a:pt x="3481" y="5539"/>
                      <a:pt x="3547" y="5589"/>
                    </a:cubicBezTo>
                    <a:cubicBezTo>
                      <a:pt x="3597" y="5630"/>
                      <a:pt x="3671" y="5680"/>
                      <a:pt x="3713" y="5730"/>
                    </a:cubicBezTo>
                    <a:cubicBezTo>
                      <a:pt x="3721" y="5746"/>
                      <a:pt x="3729" y="5755"/>
                      <a:pt x="3737" y="5771"/>
                    </a:cubicBezTo>
                    <a:cubicBezTo>
                      <a:pt x="3746" y="5746"/>
                      <a:pt x="3762" y="5730"/>
                      <a:pt x="3779" y="5713"/>
                    </a:cubicBezTo>
                    <a:cubicBezTo>
                      <a:pt x="3787" y="5697"/>
                      <a:pt x="3795" y="5672"/>
                      <a:pt x="3812" y="5655"/>
                    </a:cubicBezTo>
                    <a:cubicBezTo>
                      <a:pt x="3845" y="5589"/>
                      <a:pt x="3878" y="5506"/>
                      <a:pt x="3878" y="5432"/>
                    </a:cubicBezTo>
                    <a:cubicBezTo>
                      <a:pt x="3870" y="5349"/>
                      <a:pt x="3812" y="5291"/>
                      <a:pt x="3746" y="5241"/>
                    </a:cubicBezTo>
                    <a:cubicBezTo>
                      <a:pt x="3671" y="5183"/>
                      <a:pt x="3588" y="5133"/>
                      <a:pt x="3505" y="5075"/>
                    </a:cubicBezTo>
                    <a:cubicBezTo>
                      <a:pt x="3414" y="5009"/>
                      <a:pt x="3331" y="4943"/>
                      <a:pt x="3240" y="4868"/>
                    </a:cubicBezTo>
                    <a:cubicBezTo>
                      <a:pt x="3204" y="4839"/>
                      <a:pt x="3231" y="4772"/>
                      <a:pt x="3277" y="4772"/>
                    </a:cubicBezTo>
                    <a:cubicBezTo>
                      <a:pt x="3284" y="4772"/>
                      <a:pt x="3291" y="4774"/>
                      <a:pt x="3298" y="4777"/>
                    </a:cubicBezTo>
                    <a:cubicBezTo>
                      <a:pt x="3414" y="4827"/>
                      <a:pt x="3522" y="4885"/>
                      <a:pt x="3638" y="4943"/>
                    </a:cubicBezTo>
                    <a:cubicBezTo>
                      <a:pt x="3704" y="4976"/>
                      <a:pt x="3779" y="5017"/>
                      <a:pt x="3845" y="5067"/>
                    </a:cubicBezTo>
                    <a:cubicBezTo>
                      <a:pt x="3845" y="5009"/>
                      <a:pt x="3837" y="4959"/>
                      <a:pt x="3829" y="4910"/>
                    </a:cubicBezTo>
                    <a:cubicBezTo>
                      <a:pt x="3795" y="4785"/>
                      <a:pt x="3671" y="4752"/>
                      <a:pt x="3563" y="4719"/>
                    </a:cubicBezTo>
                    <a:cubicBezTo>
                      <a:pt x="3406" y="4678"/>
                      <a:pt x="3240" y="4628"/>
                      <a:pt x="3091" y="4570"/>
                    </a:cubicBezTo>
                    <a:cubicBezTo>
                      <a:pt x="3075" y="4570"/>
                      <a:pt x="3058" y="4562"/>
                      <a:pt x="3050" y="4562"/>
                    </a:cubicBezTo>
                    <a:cubicBezTo>
                      <a:pt x="3028" y="4566"/>
                      <a:pt x="3006" y="4568"/>
                      <a:pt x="2984" y="4568"/>
                    </a:cubicBezTo>
                    <a:cubicBezTo>
                      <a:pt x="2793" y="4568"/>
                      <a:pt x="2615" y="4413"/>
                      <a:pt x="2503" y="4272"/>
                    </a:cubicBezTo>
                    <a:cubicBezTo>
                      <a:pt x="2345" y="4064"/>
                      <a:pt x="2271" y="3799"/>
                      <a:pt x="2205" y="3551"/>
                    </a:cubicBezTo>
                    <a:cubicBezTo>
                      <a:pt x="2122" y="3269"/>
                      <a:pt x="2047" y="2996"/>
                      <a:pt x="1973" y="2714"/>
                    </a:cubicBezTo>
                    <a:cubicBezTo>
                      <a:pt x="1931" y="2581"/>
                      <a:pt x="1898" y="2440"/>
                      <a:pt x="1865" y="2308"/>
                    </a:cubicBezTo>
                    <a:cubicBezTo>
                      <a:pt x="1857" y="2291"/>
                      <a:pt x="1857" y="2283"/>
                      <a:pt x="1857" y="2266"/>
                    </a:cubicBezTo>
                    <a:cubicBezTo>
                      <a:pt x="1848" y="2308"/>
                      <a:pt x="1848" y="2349"/>
                      <a:pt x="1848" y="2391"/>
                    </a:cubicBezTo>
                    <a:cubicBezTo>
                      <a:pt x="1848" y="2411"/>
                      <a:pt x="1832" y="2422"/>
                      <a:pt x="1814" y="2422"/>
                    </a:cubicBezTo>
                    <a:cubicBezTo>
                      <a:pt x="1797" y="2422"/>
                      <a:pt x="1778" y="2411"/>
                      <a:pt x="1774" y="2391"/>
                    </a:cubicBezTo>
                    <a:cubicBezTo>
                      <a:pt x="1765" y="2233"/>
                      <a:pt x="1749" y="2076"/>
                      <a:pt x="1741" y="1919"/>
                    </a:cubicBezTo>
                    <a:cubicBezTo>
                      <a:pt x="1741" y="1827"/>
                      <a:pt x="1741" y="1736"/>
                      <a:pt x="1741" y="1637"/>
                    </a:cubicBezTo>
                    <a:cubicBezTo>
                      <a:pt x="1741" y="1645"/>
                      <a:pt x="1741" y="1645"/>
                      <a:pt x="1732" y="1645"/>
                    </a:cubicBezTo>
                    <a:cubicBezTo>
                      <a:pt x="1732" y="1537"/>
                      <a:pt x="1732" y="1438"/>
                      <a:pt x="1732" y="1330"/>
                    </a:cubicBezTo>
                    <a:cubicBezTo>
                      <a:pt x="1732" y="1156"/>
                      <a:pt x="1724" y="991"/>
                      <a:pt x="1724" y="825"/>
                    </a:cubicBezTo>
                    <a:cubicBezTo>
                      <a:pt x="1724" y="734"/>
                      <a:pt x="1724" y="643"/>
                      <a:pt x="1724" y="560"/>
                    </a:cubicBezTo>
                    <a:cubicBezTo>
                      <a:pt x="1716" y="477"/>
                      <a:pt x="1724" y="386"/>
                      <a:pt x="1699" y="303"/>
                    </a:cubicBezTo>
                    <a:cubicBezTo>
                      <a:pt x="1691" y="283"/>
                      <a:pt x="1674" y="275"/>
                      <a:pt x="1658" y="275"/>
                    </a:cubicBezTo>
                    <a:cubicBezTo>
                      <a:pt x="1639" y="275"/>
                      <a:pt x="1621" y="285"/>
                      <a:pt x="1616" y="303"/>
                    </a:cubicBezTo>
                    <a:cubicBezTo>
                      <a:pt x="1583" y="377"/>
                      <a:pt x="1591" y="477"/>
                      <a:pt x="1583" y="560"/>
                    </a:cubicBezTo>
                    <a:cubicBezTo>
                      <a:pt x="1583" y="643"/>
                      <a:pt x="1583" y="725"/>
                      <a:pt x="1583" y="808"/>
                    </a:cubicBezTo>
                    <a:cubicBezTo>
                      <a:pt x="1583" y="991"/>
                      <a:pt x="1583" y="1165"/>
                      <a:pt x="1591" y="1347"/>
                    </a:cubicBezTo>
                    <a:cubicBezTo>
                      <a:pt x="1591" y="1496"/>
                      <a:pt x="1600" y="1637"/>
                      <a:pt x="1608" y="1786"/>
                    </a:cubicBezTo>
                    <a:cubicBezTo>
                      <a:pt x="1591" y="1811"/>
                      <a:pt x="1567" y="1827"/>
                      <a:pt x="1542" y="1852"/>
                    </a:cubicBezTo>
                    <a:cubicBezTo>
                      <a:pt x="1517" y="1645"/>
                      <a:pt x="1500" y="1446"/>
                      <a:pt x="1484" y="1239"/>
                    </a:cubicBezTo>
                    <a:cubicBezTo>
                      <a:pt x="1480" y="1223"/>
                      <a:pt x="1465" y="1214"/>
                      <a:pt x="1452" y="1214"/>
                    </a:cubicBezTo>
                    <a:cubicBezTo>
                      <a:pt x="1438" y="1214"/>
                      <a:pt x="1426" y="1223"/>
                      <a:pt x="1426" y="1239"/>
                    </a:cubicBezTo>
                    <a:cubicBezTo>
                      <a:pt x="1426" y="1471"/>
                      <a:pt x="1434" y="1703"/>
                      <a:pt x="1451" y="1927"/>
                    </a:cubicBezTo>
                    <a:cubicBezTo>
                      <a:pt x="1434" y="1943"/>
                      <a:pt x="1409" y="1960"/>
                      <a:pt x="1393" y="1968"/>
                    </a:cubicBezTo>
                    <a:cubicBezTo>
                      <a:pt x="1384" y="1952"/>
                      <a:pt x="1384" y="1927"/>
                      <a:pt x="1384" y="1910"/>
                    </a:cubicBezTo>
                    <a:cubicBezTo>
                      <a:pt x="1376" y="1753"/>
                      <a:pt x="1359" y="1579"/>
                      <a:pt x="1301" y="1438"/>
                    </a:cubicBezTo>
                    <a:cubicBezTo>
                      <a:pt x="1298" y="1426"/>
                      <a:pt x="1288" y="1420"/>
                      <a:pt x="1279" y="1420"/>
                    </a:cubicBezTo>
                    <a:cubicBezTo>
                      <a:pt x="1268" y="1420"/>
                      <a:pt x="1256" y="1428"/>
                      <a:pt x="1252" y="1446"/>
                    </a:cubicBezTo>
                    <a:cubicBezTo>
                      <a:pt x="1235" y="1595"/>
                      <a:pt x="1268" y="1761"/>
                      <a:pt x="1277" y="1910"/>
                    </a:cubicBezTo>
                    <a:cubicBezTo>
                      <a:pt x="1277" y="1943"/>
                      <a:pt x="1277" y="1977"/>
                      <a:pt x="1277" y="2001"/>
                    </a:cubicBezTo>
                    <a:cubicBezTo>
                      <a:pt x="1270" y="2002"/>
                      <a:pt x="1264" y="2003"/>
                      <a:pt x="1257" y="2003"/>
                    </a:cubicBezTo>
                    <a:cubicBezTo>
                      <a:pt x="1214" y="2003"/>
                      <a:pt x="1171" y="1980"/>
                      <a:pt x="1127" y="1952"/>
                    </a:cubicBezTo>
                    <a:cubicBezTo>
                      <a:pt x="1136" y="1877"/>
                      <a:pt x="1136" y="1794"/>
                      <a:pt x="1136" y="1711"/>
                    </a:cubicBezTo>
                    <a:cubicBezTo>
                      <a:pt x="1136" y="1653"/>
                      <a:pt x="1127" y="1604"/>
                      <a:pt x="1127" y="1537"/>
                    </a:cubicBezTo>
                    <a:cubicBezTo>
                      <a:pt x="1119" y="1488"/>
                      <a:pt x="1119" y="1430"/>
                      <a:pt x="1111" y="1380"/>
                    </a:cubicBezTo>
                    <a:cubicBezTo>
                      <a:pt x="1107" y="1368"/>
                      <a:pt x="1096" y="1361"/>
                      <a:pt x="1087" y="1361"/>
                    </a:cubicBezTo>
                    <a:cubicBezTo>
                      <a:pt x="1078" y="1361"/>
                      <a:pt x="1069" y="1368"/>
                      <a:pt x="1069" y="1380"/>
                    </a:cubicBezTo>
                    <a:cubicBezTo>
                      <a:pt x="1053" y="1430"/>
                      <a:pt x="1053" y="1488"/>
                      <a:pt x="1053" y="1537"/>
                    </a:cubicBezTo>
                    <a:cubicBezTo>
                      <a:pt x="1045" y="1595"/>
                      <a:pt x="1036" y="1653"/>
                      <a:pt x="1036" y="1711"/>
                    </a:cubicBezTo>
                    <a:cubicBezTo>
                      <a:pt x="1036" y="1769"/>
                      <a:pt x="1045" y="1827"/>
                      <a:pt x="1045" y="1877"/>
                    </a:cubicBezTo>
                    <a:cubicBezTo>
                      <a:pt x="1036" y="1877"/>
                      <a:pt x="1028" y="1869"/>
                      <a:pt x="1028" y="1861"/>
                    </a:cubicBezTo>
                    <a:cubicBezTo>
                      <a:pt x="937" y="1778"/>
                      <a:pt x="854" y="1687"/>
                      <a:pt x="771" y="1587"/>
                    </a:cubicBezTo>
                    <a:cubicBezTo>
                      <a:pt x="763" y="1488"/>
                      <a:pt x="755" y="1397"/>
                      <a:pt x="738" y="1297"/>
                    </a:cubicBezTo>
                    <a:cubicBezTo>
                      <a:pt x="705" y="982"/>
                      <a:pt x="639" y="667"/>
                      <a:pt x="597" y="353"/>
                    </a:cubicBezTo>
                    <a:cubicBezTo>
                      <a:pt x="593" y="334"/>
                      <a:pt x="578" y="325"/>
                      <a:pt x="562" y="325"/>
                    </a:cubicBezTo>
                    <a:cubicBezTo>
                      <a:pt x="543" y="325"/>
                      <a:pt x="523" y="338"/>
                      <a:pt x="523" y="361"/>
                    </a:cubicBezTo>
                    <a:cubicBezTo>
                      <a:pt x="556" y="684"/>
                      <a:pt x="572" y="1007"/>
                      <a:pt x="597" y="1330"/>
                    </a:cubicBezTo>
                    <a:cubicBezTo>
                      <a:pt x="597" y="1339"/>
                      <a:pt x="597" y="1347"/>
                      <a:pt x="597" y="1355"/>
                    </a:cubicBezTo>
                    <a:cubicBezTo>
                      <a:pt x="489" y="1198"/>
                      <a:pt x="382" y="1032"/>
                      <a:pt x="299" y="858"/>
                    </a:cubicBezTo>
                    <a:cubicBezTo>
                      <a:pt x="274" y="883"/>
                      <a:pt x="257" y="899"/>
                      <a:pt x="241" y="916"/>
                    </a:cubicBezTo>
                    <a:cubicBezTo>
                      <a:pt x="249" y="858"/>
                      <a:pt x="249" y="800"/>
                      <a:pt x="257" y="734"/>
                    </a:cubicBezTo>
                    <a:cubicBezTo>
                      <a:pt x="274" y="618"/>
                      <a:pt x="291" y="502"/>
                      <a:pt x="299" y="386"/>
                    </a:cubicBezTo>
                    <a:cubicBezTo>
                      <a:pt x="315" y="270"/>
                      <a:pt x="332" y="145"/>
                      <a:pt x="324" y="29"/>
                    </a:cubicBezTo>
                    <a:cubicBezTo>
                      <a:pt x="324" y="13"/>
                      <a:pt x="306" y="1"/>
                      <a:pt x="28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2" name="Google Shape;6502;p20"/>
              <p:cNvSpPr/>
              <p:nvPr/>
            </p:nvSpPr>
            <p:spPr>
              <a:xfrm>
                <a:off x="2995100" y="4616475"/>
                <a:ext cx="2525" cy="9975"/>
              </a:xfrm>
              <a:custGeom>
                <a:rect b="b" l="l" r="r" t="t"/>
                <a:pathLst>
                  <a:path extrusionOk="0" h="399" w="101">
                    <a:moveTo>
                      <a:pt x="72" y="0"/>
                    </a:moveTo>
                    <a:cubicBezTo>
                      <a:pt x="59" y="0"/>
                      <a:pt x="46" y="6"/>
                      <a:pt x="42" y="18"/>
                    </a:cubicBezTo>
                    <a:cubicBezTo>
                      <a:pt x="1" y="126"/>
                      <a:pt x="1" y="242"/>
                      <a:pt x="17" y="358"/>
                    </a:cubicBezTo>
                    <a:cubicBezTo>
                      <a:pt x="17" y="374"/>
                      <a:pt x="34" y="399"/>
                      <a:pt x="59" y="399"/>
                    </a:cubicBezTo>
                    <a:cubicBezTo>
                      <a:pt x="75" y="399"/>
                      <a:pt x="100" y="374"/>
                      <a:pt x="92" y="358"/>
                    </a:cubicBezTo>
                    <a:cubicBezTo>
                      <a:pt x="92" y="300"/>
                      <a:pt x="92" y="250"/>
                      <a:pt x="92" y="192"/>
                    </a:cubicBezTo>
                    <a:cubicBezTo>
                      <a:pt x="100" y="134"/>
                      <a:pt x="100" y="84"/>
                      <a:pt x="100" y="26"/>
                    </a:cubicBezTo>
                    <a:cubicBezTo>
                      <a:pt x="100" y="8"/>
                      <a:pt x="86" y="0"/>
                      <a:pt x="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3" name="Google Shape;6503;p20"/>
              <p:cNvSpPr/>
              <p:nvPr/>
            </p:nvSpPr>
            <p:spPr>
              <a:xfrm>
                <a:off x="2815525" y="4500075"/>
                <a:ext cx="125550" cy="329750"/>
              </a:xfrm>
              <a:custGeom>
                <a:rect b="b" l="l" r="r" t="t"/>
                <a:pathLst>
                  <a:path extrusionOk="0" h="13190" w="5022">
                    <a:moveTo>
                      <a:pt x="605" y="1484"/>
                    </a:moveTo>
                    <a:cubicBezTo>
                      <a:pt x="613" y="1517"/>
                      <a:pt x="630" y="1550"/>
                      <a:pt x="647" y="1583"/>
                    </a:cubicBezTo>
                    <a:cubicBezTo>
                      <a:pt x="647" y="1600"/>
                      <a:pt x="655" y="1617"/>
                      <a:pt x="663" y="1625"/>
                    </a:cubicBezTo>
                    <a:cubicBezTo>
                      <a:pt x="647" y="1625"/>
                      <a:pt x="630" y="1625"/>
                      <a:pt x="613" y="1633"/>
                    </a:cubicBezTo>
                    <a:cubicBezTo>
                      <a:pt x="605" y="1583"/>
                      <a:pt x="605" y="1534"/>
                      <a:pt x="605" y="1484"/>
                    </a:cubicBezTo>
                    <a:close/>
                    <a:moveTo>
                      <a:pt x="332" y="1575"/>
                    </a:moveTo>
                    <a:cubicBezTo>
                      <a:pt x="348" y="1633"/>
                      <a:pt x="373" y="1691"/>
                      <a:pt x="398" y="1749"/>
                    </a:cubicBezTo>
                    <a:cubicBezTo>
                      <a:pt x="406" y="1766"/>
                      <a:pt x="415" y="1791"/>
                      <a:pt x="423" y="1807"/>
                    </a:cubicBezTo>
                    <a:cubicBezTo>
                      <a:pt x="415" y="1815"/>
                      <a:pt x="415" y="1824"/>
                      <a:pt x="406" y="1832"/>
                    </a:cubicBezTo>
                    <a:cubicBezTo>
                      <a:pt x="406" y="1840"/>
                      <a:pt x="398" y="1857"/>
                      <a:pt x="390" y="1873"/>
                    </a:cubicBezTo>
                    <a:cubicBezTo>
                      <a:pt x="373" y="1832"/>
                      <a:pt x="357" y="1782"/>
                      <a:pt x="348" y="1741"/>
                    </a:cubicBezTo>
                    <a:cubicBezTo>
                      <a:pt x="348" y="1733"/>
                      <a:pt x="348" y="1733"/>
                      <a:pt x="348" y="1724"/>
                    </a:cubicBezTo>
                    <a:cubicBezTo>
                      <a:pt x="340" y="1675"/>
                      <a:pt x="332" y="1625"/>
                      <a:pt x="332" y="1575"/>
                    </a:cubicBezTo>
                    <a:close/>
                    <a:moveTo>
                      <a:pt x="2776" y="1948"/>
                    </a:moveTo>
                    <a:cubicBezTo>
                      <a:pt x="2776" y="1973"/>
                      <a:pt x="2768" y="1989"/>
                      <a:pt x="2759" y="2006"/>
                    </a:cubicBezTo>
                    <a:cubicBezTo>
                      <a:pt x="2735" y="2031"/>
                      <a:pt x="2710" y="2056"/>
                      <a:pt x="2685" y="2072"/>
                    </a:cubicBezTo>
                    <a:cubicBezTo>
                      <a:pt x="2718" y="2031"/>
                      <a:pt x="2751" y="1989"/>
                      <a:pt x="2776" y="1948"/>
                    </a:cubicBezTo>
                    <a:close/>
                    <a:moveTo>
                      <a:pt x="1392" y="2263"/>
                    </a:moveTo>
                    <a:lnTo>
                      <a:pt x="1392" y="2263"/>
                    </a:lnTo>
                    <a:cubicBezTo>
                      <a:pt x="1475" y="2321"/>
                      <a:pt x="1566" y="2379"/>
                      <a:pt x="1666" y="2428"/>
                    </a:cubicBezTo>
                    <a:cubicBezTo>
                      <a:pt x="1691" y="2437"/>
                      <a:pt x="1707" y="2453"/>
                      <a:pt x="1732" y="2470"/>
                    </a:cubicBezTo>
                    <a:lnTo>
                      <a:pt x="1715" y="2478"/>
                    </a:lnTo>
                    <a:cubicBezTo>
                      <a:pt x="1599" y="2420"/>
                      <a:pt x="1492" y="2346"/>
                      <a:pt x="1392" y="2263"/>
                    </a:cubicBezTo>
                    <a:close/>
                    <a:moveTo>
                      <a:pt x="1757" y="2718"/>
                    </a:moveTo>
                    <a:cubicBezTo>
                      <a:pt x="1840" y="2743"/>
                      <a:pt x="1931" y="2760"/>
                      <a:pt x="2022" y="2760"/>
                    </a:cubicBezTo>
                    <a:cubicBezTo>
                      <a:pt x="2005" y="2768"/>
                      <a:pt x="1997" y="2768"/>
                      <a:pt x="1981" y="2768"/>
                    </a:cubicBezTo>
                    <a:cubicBezTo>
                      <a:pt x="1954" y="2773"/>
                      <a:pt x="1928" y="2775"/>
                      <a:pt x="1902" y="2775"/>
                    </a:cubicBezTo>
                    <a:cubicBezTo>
                      <a:pt x="1833" y="2775"/>
                      <a:pt x="1768" y="2759"/>
                      <a:pt x="1707" y="2735"/>
                    </a:cubicBezTo>
                    <a:cubicBezTo>
                      <a:pt x="1724" y="2727"/>
                      <a:pt x="1740" y="2727"/>
                      <a:pt x="1757" y="2718"/>
                    </a:cubicBezTo>
                    <a:close/>
                    <a:moveTo>
                      <a:pt x="173" y="1"/>
                    </a:moveTo>
                    <a:cubicBezTo>
                      <a:pt x="151" y="1"/>
                      <a:pt x="128" y="15"/>
                      <a:pt x="133" y="42"/>
                    </a:cubicBezTo>
                    <a:cubicBezTo>
                      <a:pt x="158" y="258"/>
                      <a:pt x="158" y="465"/>
                      <a:pt x="166" y="680"/>
                    </a:cubicBezTo>
                    <a:cubicBezTo>
                      <a:pt x="152" y="673"/>
                      <a:pt x="136" y="669"/>
                      <a:pt x="122" y="669"/>
                    </a:cubicBezTo>
                    <a:cubicBezTo>
                      <a:pt x="85" y="669"/>
                      <a:pt x="51" y="691"/>
                      <a:pt x="34" y="738"/>
                    </a:cubicBezTo>
                    <a:cubicBezTo>
                      <a:pt x="0" y="821"/>
                      <a:pt x="34" y="937"/>
                      <a:pt x="50" y="1028"/>
                    </a:cubicBezTo>
                    <a:cubicBezTo>
                      <a:pt x="58" y="1128"/>
                      <a:pt x="75" y="1227"/>
                      <a:pt x="83" y="1318"/>
                    </a:cubicBezTo>
                    <a:lnTo>
                      <a:pt x="158" y="1931"/>
                    </a:lnTo>
                    <a:cubicBezTo>
                      <a:pt x="183" y="2105"/>
                      <a:pt x="183" y="2304"/>
                      <a:pt x="257" y="2470"/>
                    </a:cubicBezTo>
                    <a:cubicBezTo>
                      <a:pt x="299" y="2578"/>
                      <a:pt x="398" y="2669"/>
                      <a:pt x="506" y="2685"/>
                    </a:cubicBezTo>
                    <a:cubicBezTo>
                      <a:pt x="514" y="2884"/>
                      <a:pt x="497" y="3091"/>
                      <a:pt x="497" y="3290"/>
                    </a:cubicBezTo>
                    <a:cubicBezTo>
                      <a:pt x="506" y="3522"/>
                      <a:pt x="522" y="3754"/>
                      <a:pt x="547" y="3986"/>
                    </a:cubicBezTo>
                    <a:cubicBezTo>
                      <a:pt x="547" y="4003"/>
                      <a:pt x="555" y="4011"/>
                      <a:pt x="572" y="4019"/>
                    </a:cubicBezTo>
                    <a:cubicBezTo>
                      <a:pt x="580" y="4202"/>
                      <a:pt x="597" y="4384"/>
                      <a:pt x="613" y="4574"/>
                    </a:cubicBezTo>
                    <a:cubicBezTo>
                      <a:pt x="630" y="4840"/>
                      <a:pt x="638" y="5105"/>
                      <a:pt x="705" y="5362"/>
                    </a:cubicBezTo>
                    <a:cubicBezTo>
                      <a:pt x="771" y="5610"/>
                      <a:pt x="912" y="5826"/>
                      <a:pt x="1011" y="6058"/>
                    </a:cubicBezTo>
                    <a:cubicBezTo>
                      <a:pt x="1102" y="6290"/>
                      <a:pt x="1160" y="6530"/>
                      <a:pt x="1210" y="6778"/>
                    </a:cubicBezTo>
                    <a:cubicBezTo>
                      <a:pt x="1268" y="7027"/>
                      <a:pt x="1301" y="7284"/>
                      <a:pt x="1343" y="7532"/>
                    </a:cubicBezTo>
                    <a:cubicBezTo>
                      <a:pt x="1384" y="7806"/>
                      <a:pt x="1434" y="8079"/>
                      <a:pt x="1459" y="8344"/>
                    </a:cubicBezTo>
                    <a:cubicBezTo>
                      <a:pt x="1525" y="8891"/>
                      <a:pt x="1533" y="9438"/>
                      <a:pt x="1525" y="9985"/>
                    </a:cubicBezTo>
                    <a:cubicBezTo>
                      <a:pt x="1517" y="10532"/>
                      <a:pt x="1483" y="11070"/>
                      <a:pt x="1483" y="11617"/>
                    </a:cubicBezTo>
                    <a:cubicBezTo>
                      <a:pt x="1492" y="11841"/>
                      <a:pt x="1525" y="12073"/>
                      <a:pt x="1682" y="12238"/>
                    </a:cubicBezTo>
                    <a:cubicBezTo>
                      <a:pt x="1823" y="12388"/>
                      <a:pt x="2022" y="12462"/>
                      <a:pt x="2213" y="12520"/>
                    </a:cubicBezTo>
                    <a:cubicBezTo>
                      <a:pt x="2461" y="12586"/>
                      <a:pt x="2693" y="12661"/>
                      <a:pt x="2933" y="12752"/>
                    </a:cubicBezTo>
                    <a:cubicBezTo>
                      <a:pt x="3165" y="12843"/>
                      <a:pt x="3389" y="12959"/>
                      <a:pt x="3621" y="13059"/>
                    </a:cubicBezTo>
                    <a:cubicBezTo>
                      <a:pt x="3801" y="13135"/>
                      <a:pt x="4012" y="13189"/>
                      <a:pt x="4217" y="13189"/>
                    </a:cubicBezTo>
                    <a:cubicBezTo>
                      <a:pt x="4437" y="13189"/>
                      <a:pt x="4651" y="13127"/>
                      <a:pt x="4814" y="12959"/>
                    </a:cubicBezTo>
                    <a:cubicBezTo>
                      <a:pt x="4963" y="12802"/>
                      <a:pt x="5021" y="12586"/>
                      <a:pt x="4988" y="12371"/>
                    </a:cubicBezTo>
                    <a:cubicBezTo>
                      <a:pt x="4955" y="12139"/>
                      <a:pt x="4831" y="11932"/>
                      <a:pt x="4690" y="11750"/>
                    </a:cubicBezTo>
                    <a:cubicBezTo>
                      <a:pt x="4533" y="11567"/>
                      <a:pt x="4367" y="11402"/>
                      <a:pt x="4234" y="11195"/>
                    </a:cubicBezTo>
                    <a:cubicBezTo>
                      <a:pt x="4093" y="10996"/>
                      <a:pt x="4002" y="10780"/>
                      <a:pt x="3903" y="10557"/>
                    </a:cubicBezTo>
                    <a:cubicBezTo>
                      <a:pt x="3886" y="10523"/>
                      <a:pt x="3870" y="10490"/>
                      <a:pt x="3853" y="10457"/>
                    </a:cubicBezTo>
                    <a:cubicBezTo>
                      <a:pt x="3895" y="10449"/>
                      <a:pt x="3919" y="10424"/>
                      <a:pt x="3919" y="10383"/>
                    </a:cubicBezTo>
                    <a:cubicBezTo>
                      <a:pt x="3861" y="9778"/>
                      <a:pt x="3770" y="9173"/>
                      <a:pt x="3654" y="8576"/>
                    </a:cubicBezTo>
                    <a:cubicBezTo>
                      <a:pt x="3605" y="8286"/>
                      <a:pt x="3538" y="7996"/>
                      <a:pt x="3497" y="7706"/>
                    </a:cubicBezTo>
                    <a:cubicBezTo>
                      <a:pt x="3455" y="7408"/>
                      <a:pt x="3472" y="7110"/>
                      <a:pt x="3513" y="6812"/>
                    </a:cubicBezTo>
                    <a:cubicBezTo>
                      <a:pt x="3555" y="6522"/>
                      <a:pt x="3596" y="6240"/>
                      <a:pt x="3613" y="5950"/>
                    </a:cubicBezTo>
                    <a:cubicBezTo>
                      <a:pt x="3629" y="5643"/>
                      <a:pt x="3613" y="5345"/>
                      <a:pt x="3605" y="5038"/>
                    </a:cubicBezTo>
                    <a:cubicBezTo>
                      <a:pt x="3588" y="4417"/>
                      <a:pt x="3555" y="3804"/>
                      <a:pt x="3513" y="3191"/>
                    </a:cubicBezTo>
                    <a:cubicBezTo>
                      <a:pt x="3489" y="2851"/>
                      <a:pt x="3464" y="2503"/>
                      <a:pt x="3439" y="2155"/>
                    </a:cubicBezTo>
                    <a:cubicBezTo>
                      <a:pt x="3431" y="2064"/>
                      <a:pt x="3431" y="1965"/>
                      <a:pt x="3422" y="1865"/>
                    </a:cubicBezTo>
                    <a:cubicBezTo>
                      <a:pt x="3439" y="1774"/>
                      <a:pt x="3447" y="1675"/>
                      <a:pt x="3464" y="1575"/>
                    </a:cubicBezTo>
                    <a:cubicBezTo>
                      <a:pt x="3489" y="1360"/>
                      <a:pt x="3497" y="1153"/>
                      <a:pt x="3513" y="945"/>
                    </a:cubicBezTo>
                    <a:cubicBezTo>
                      <a:pt x="3513" y="829"/>
                      <a:pt x="3522" y="722"/>
                      <a:pt x="3530" y="606"/>
                    </a:cubicBezTo>
                    <a:cubicBezTo>
                      <a:pt x="3530" y="515"/>
                      <a:pt x="3555" y="374"/>
                      <a:pt x="3505" y="299"/>
                    </a:cubicBezTo>
                    <a:cubicBezTo>
                      <a:pt x="3495" y="285"/>
                      <a:pt x="3480" y="276"/>
                      <a:pt x="3466" y="276"/>
                    </a:cubicBezTo>
                    <a:cubicBezTo>
                      <a:pt x="3456" y="276"/>
                      <a:pt x="3446" y="280"/>
                      <a:pt x="3439" y="291"/>
                    </a:cubicBezTo>
                    <a:cubicBezTo>
                      <a:pt x="3381" y="357"/>
                      <a:pt x="3389" y="481"/>
                      <a:pt x="3381" y="564"/>
                    </a:cubicBezTo>
                    <a:cubicBezTo>
                      <a:pt x="3373" y="672"/>
                      <a:pt x="3364" y="780"/>
                      <a:pt x="3356" y="887"/>
                    </a:cubicBezTo>
                    <a:cubicBezTo>
                      <a:pt x="3348" y="970"/>
                      <a:pt x="3348" y="1053"/>
                      <a:pt x="3339" y="1136"/>
                    </a:cubicBezTo>
                    <a:cubicBezTo>
                      <a:pt x="3339" y="1020"/>
                      <a:pt x="3331" y="904"/>
                      <a:pt x="3306" y="788"/>
                    </a:cubicBezTo>
                    <a:cubicBezTo>
                      <a:pt x="3299" y="756"/>
                      <a:pt x="3275" y="742"/>
                      <a:pt x="3250" y="742"/>
                    </a:cubicBezTo>
                    <a:cubicBezTo>
                      <a:pt x="3217" y="742"/>
                      <a:pt x="3182" y="767"/>
                      <a:pt x="3182" y="805"/>
                    </a:cubicBezTo>
                    <a:cubicBezTo>
                      <a:pt x="3174" y="1045"/>
                      <a:pt x="3124" y="1293"/>
                      <a:pt x="3033" y="1525"/>
                    </a:cubicBezTo>
                    <a:cubicBezTo>
                      <a:pt x="3041" y="1484"/>
                      <a:pt x="3041" y="1451"/>
                      <a:pt x="3041" y="1409"/>
                    </a:cubicBezTo>
                    <a:cubicBezTo>
                      <a:pt x="3041" y="1376"/>
                      <a:pt x="3049" y="1335"/>
                      <a:pt x="3049" y="1302"/>
                    </a:cubicBezTo>
                    <a:cubicBezTo>
                      <a:pt x="3074" y="1153"/>
                      <a:pt x="3074" y="1003"/>
                      <a:pt x="3033" y="879"/>
                    </a:cubicBezTo>
                    <a:cubicBezTo>
                      <a:pt x="3025" y="854"/>
                      <a:pt x="3000" y="838"/>
                      <a:pt x="2975" y="838"/>
                    </a:cubicBezTo>
                    <a:cubicBezTo>
                      <a:pt x="2963" y="811"/>
                      <a:pt x="2941" y="798"/>
                      <a:pt x="2920" y="798"/>
                    </a:cubicBezTo>
                    <a:cubicBezTo>
                      <a:pt x="2897" y="798"/>
                      <a:pt x="2875" y="815"/>
                      <a:pt x="2875" y="846"/>
                    </a:cubicBezTo>
                    <a:cubicBezTo>
                      <a:pt x="2867" y="970"/>
                      <a:pt x="2867" y="1103"/>
                      <a:pt x="2867" y="1227"/>
                    </a:cubicBezTo>
                    <a:cubicBezTo>
                      <a:pt x="2851" y="1302"/>
                      <a:pt x="2834" y="1376"/>
                      <a:pt x="2809" y="1443"/>
                    </a:cubicBezTo>
                    <a:cubicBezTo>
                      <a:pt x="2743" y="1633"/>
                      <a:pt x="2635" y="1807"/>
                      <a:pt x="2511" y="1956"/>
                    </a:cubicBezTo>
                    <a:cubicBezTo>
                      <a:pt x="2387" y="2105"/>
                      <a:pt x="2237" y="2230"/>
                      <a:pt x="2080" y="2329"/>
                    </a:cubicBezTo>
                    <a:cubicBezTo>
                      <a:pt x="2047" y="2329"/>
                      <a:pt x="2005" y="2321"/>
                      <a:pt x="1972" y="2312"/>
                    </a:cubicBezTo>
                    <a:cubicBezTo>
                      <a:pt x="1914" y="2296"/>
                      <a:pt x="1865" y="2279"/>
                      <a:pt x="1807" y="2254"/>
                    </a:cubicBezTo>
                    <a:cubicBezTo>
                      <a:pt x="1666" y="2163"/>
                      <a:pt x="1517" y="2064"/>
                      <a:pt x="1376" y="1956"/>
                    </a:cubicBezTo>
                    <a:cubicBezTo>
                      <a:pt x="1251" y="1865"/>
                      <a:pt x="1127" y="1766"/>
                      <a:pt x="1003" y="1666"/>
                    </a:cubicBezTo>
                    <a:cubicBezTo>
                      <a:pt x="937" y="1608"/>
                      <a:pt x="862" y="1542"/>
                      <a:pt x="829" y="1459"/>
                    </a:cubicBezTo>
                    <a:cubicBezTo>
                      <a:pt x="812" y="1426"/>
                      <a:pt x="804" y="1393"/>
                      <a:pt x="796" y="1360"/>
                    </a:cubicBezTo>
                    <a:cubicBezTo>
                      <a:pt x="787" y="1343"/>
                      <a:pt x="787" y="1335"/>
                      <a:pt x="779" y="1327"/>
                    </a:cubicBezTo>
                    <a:cubicBezTo>
                      <a:pt x="779" y="1318"/>
                      <a:pt x="779" y="1302"/>
                      <a:pt x="779" y="1293"/>
                    </a:cubicBezTo>
                    <a:cubicBezTo>
                      <a:pt x="775" y="1280"/>
                      <a:pt x="765" y="1274"/>
                      <a:pt x="756" y="1274"/>
                    </a:cubicBezTo>
                    <a:cubicBezTo>
                      <a:pt x="749" y="1274"/>
                      <a:pt x="741" y="1278"/>
                      <a:pt x="738" y="1285"/>
                    </a:cubicBezTo>
                    <a:cubicBezTo>
                      <a:pt x="727" y="1282"/>
                      <a:pt x="716" y="1280"/>
                      <a:pt x="705" y="1280"/>
                    </a:cubicBezTo>
                    <a:cubicBezTo>
                      <a:pt x="662" y="1280"/>
                      <a:pt x="617" y="1304"/>
                      <a:pt x="597" y="1343"/>
                    </a:cubicBezTo>
                    <a:cubicBezTo>
                      <a:pt x="597" y="1244"/>
                      <a:pt x="597" y="1144"/>
                      <a:pt x="597" y="1045"/>
                    </a:cubicBezTo>
                    <a:cubicBezTo>
                      <a:pt x="597" y="904"/>
                      <a:pt x="605" y="755"/>
                      <a:pt x="605" y="606"/>
                    </a:cubicBezTo>
                    <a:cubicBezTo>
                      <a:pt x="605" y="531"/>
                      <a:pt x="613" y="457"/>
                      <a:pt x="613" y="382"/>
                    </a:cubicBezTo>
                    <a:cubicBezTo>
                      <a:pt x="605" y="316"/>
                      <a:pt x="613" y="241"/>
                      <a:pt x="572" y="183"/>
                    </a:cubicBezTo>
                    <a:cubicBezTo>
                      <a:pt x="564" y="168"/>
                      <a:pt x="551" y="161"/>
                      <a:pt x="538" y="161"/>
                    </a:cubicBezTo>
                    <a:cubicBezTo>
                      <a:pt x="522" y="161"/>
                      <a:pt x="506" y="170"/>
                      <a:pt x="497" y="183"/>
                    </a:cubicBezTo>
                    <a:cubicBezTo>
                      <a:pt x="456" y="241"/>
                      <a:pt x="448" y="316"/>
                      <a:pt x="439" y="382"/>
                    </a:cubicBezTo>
                    <a:cubicBezTo>
                      <a:pt x="431" y="457"/>
                      <a:pt x="423" y="531"/>
                      <a:pt x="423" y="606"/>
                    </a:cubicBezTo>
                    <a:cubicBezTo>
                      <a:pt x="406" y="755"/>
                      <a:pt x="406" y="912"/>
                      <a:pt x="415" y="1061"/>
                    </a:cubicBezTo>
                    <a:cubicBezTo>
                      <a:pt x="398" y="995"/>
                      <a:pt x="381" y="921"/>
                      <a:pt x="365" y="846"/>
                    </a:cubicBezTo>
                    <a:cubicBezTo>
                      <a:pt x="315" y="573"/>
                      <a:pt x="265" y="299"/>
                      <a:pt x="216" y="34"/>
                    </a:cubicBezTo>
                    <a:cubicBezTo>
                      <a:pt x="212" y="11"/>
                      <a:pt x="193" y="1"/>
                      <a:pt x="1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4" name="Google Shape;6504;p20"/>
              <p:cNvSpPr/>
              <p:nvPr/>
            </p:nvSpPr>
            <p:spPr>
              <a:xfrm>
                <a:off x="2887600" y="4502250"/>
                <a:ext cx="2300" cy="8425"/>
              </a:xfrm>
              <a:custGeom>
                <a:rect b="b" l="l" r="r" t="t"/>
                <a:pathLst>
                  <a:path extrusionOk="0" h="337" w="92">
                    <a:moveTo>
                      <a:pt x="46" y="1"/>
                    </a:moveTo>
                    <a:cubicBezTo>
                      <a:pt x="38" y="1"/>
                      <a:pt x="30" y="5"/>
                      <a:pt x="26" y="13"/>
                    </a:cubicBezTo>
                    <a:cubicBezTo>
                      <a:pt x="17" y="22"/>
                      <a:pt x="17" y="30"/>
                      <a:pt x="9" y="46"/>
                    </a:cubicBezTo>
                    <a:cubicBezTo>
                      <a:pt x="9" y="55"/>
                      <a:pt x="9" y="71"/>
                      <a:pt x="9" y="80"/>
                    </a:cubicBezTo>
                    <a:cubicBezTo>
                      <a:pt x="9" y="104"/>
                      <a:pt x="1" y="129"/>
                      <a:pt x="1" y="154"/>
                    </a:cubicBezTo>
                    <a:lnTo>
                      <a:pt x="1" y="295"/>
                    </a:lnTo>
                    <a:cubicBezTo>
                      <a:pt x="1" y="312"/>
                      <a:pt x="26" y="336"/>
                      <a:pt x="50" y="336"/>
                    </a:cubicBezTo>
                    <a:cubicBezTo>
                      <a:pt x="75" y="336"/>
                      <a:pt x="92" y="320"/>
                      <a:pt x="92" y="295"/>
                    </a:cubicBezTo>
                    <a:lnTo>
                      <a:pt x="92" y="154"/>
                    </a:lnTo>
                    <a:cubicBezTo>
                      <a:pt x="92" y="129"/>
                      <a:pt x="92" y="104"/>
                      <a:pt x="84" y="88"/>
                    </a:cubicBezTo>
                    <a:cubicBezTo>
                      <a:pt x="84" y="71"/>
                      <a:pt x="84" y="63"/>
                      <a:pt x="84" y="46"/>
                    </a:cubicBezTo>
                    <a:cubicBezTo>
                      <a:pt x="84" y="30"/>
                      <a:pt x="75" y="22"/>
                      <a:pt x="67" y="13"/>
                    </a:cubicBezTo>
                    <a:cubicBezTo>
                      <a:pt x="63" y="5"/>
                      <a:pt x="55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5" name="Google Shape;6505;p20"/>
              <p:cNvSpPr/>
              <p:nvPr/>
            </p:nvSpPr>
            <p:spPr>
              <a:xfrm>
                <a:off x="2873925" y="4533050"/>
                <a:ext cx="2725" cy="10775"/>
              </a:xfrm>
              <a:custGeom>
                <a:rect b="b" l="l" r="r" t="t"/>
                <a:pathLst>
                  <a:path extrusionOk="0" h="431" w="109">
                    <a:moveTo>
                      <a:pt x="81" y="1"/>
                    </a:moveTo>
                    <a:cubicBezTo>
                      <a:pt x="72" y="1"/>
                      <a:pt x="62" y="5"/>
                      <a:pt x="59" y="16"/>
                    </a:cubicBezTo>
                    <a:cubicBezTo>
                      <a:pt x="42" y="82"/>
                      <a:pt x="42" y="140"/>
                      <a:pt x="26" y="206"/>
                    </a:cubicBezTo>
                    <a:cubicBezTo>
                      <a:pt x="17" y="264"/>
                      <a:pt x="9" y="331"/>
                      <a:pt x="1" y="397"/>
                    </a:cubicBezTo>
                    <a:cubicBezTo>
                      <a:pt x="1" y="414"/>
                      <a:pt x="26" y="430"/>
                      <a:pt x="42" y="430"/>
                    </a:cubicBezTo>
                    <a:cubicBezTo>
                      <a:pt x="67" y="430"/>
                      <a:pt x="75" y="414"/>
                      <a:pt x="84" y="397"/>
                    </a:cubicBezTo>
                    <a:cubicBezTo>
                      <a:pt x="84" y="331"/>
                      <a:pt x="100" y="273"/>
                      <a:pt x="100" y="206"/>
                    </a:cubicBezTo>
                    <a:cubicBezTo>
                      <a:pt x="100" y="148"/>
                      <a:pt x="109" y="82"/>
                      <a:pt x="109" y="24"/>
                    </a:cubicBezTo>
                    <a:cubicBezTo>
                      <a:pt x="109" y="10"/>
                      <a:pt x="95" y="1"/>
                      <a:pt x="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6" name="Google Shape;6506;p20"/>
              <p:cNvSpPr/>
              <p:nvPr/>
            </p:nvSpPr>
            <p:spPr>
              <a:xfrm>
                <a:off x="2843475" y="4525250"/>
                <a:ext cx="3775" cy="9275"/>
              </a:xfrm>
              <a:custGeom>
                <a:rect b="b" l="l" r="r" t="t"/>
                <a:pathLst>
                  <a:path extrusionOk="0" h="371" w="151">
                    <a:moveTo>
                      <a:pt x="33" y="1"/>
                    </a:moveTo>
                    <a:cubicBezTo>
                      <a:pt x="18" y="1"/>
                      <a:pt x="1" y="13"/>
                      <a:pt x="1" y="30"/>
                    </a:cubicBezTo>
                    <a:cubicBezTo>
                      <a:pt x="1" y="54"/>
                      <a:pt x="1" y="79"/>
                      <a:pt x="1" y="96"/>
                    </a:cubicBezTo>
                    <a:cubicBezTo>
                      <a:pt x="1" y="112"/>
                      <a:pt x="9" y="129"/>
                      <a:pt x="9" y="137"/>
                    </a:cubicBezTo>
                    <a:lnTo>
                      <a:pt x="9" y="137"/>
                    </a:lnTo>
                    <a:cubicBezTo>
                      <a:pt x="9" y="136"/>
                      <a:pt x="9" y="135"/>
                      <a:pt x="8" y="135"/>
                    </a:cubicBezTo>
                    <a:cubicBezTo>
                      <a:pt x="6" y="135"/>
                      <a:pt x="1" y="146"/>
                      <a:pt x="1" y="146"/>
                    </a:cubicBezTo>
                    <a:cubicBezTo>
                      <a:pt x="1" y="162"/>
                      <a:pt x="1" y="170"/>
                      <a:pt x="9" y="179"/>
                    </a:cubicBezTo>
                    <a:lnTo>
                      <a:pt x="34" y="328"/>
                    </a:lnTo>
                    <a:cubicBezTo>
                      <a:pt x="41" y="349"/>
                      <a:pt x="67" y="371"/>
                      <a:pt x="95" y="371"/>
                    </a:cubicBezTo>
                    <a:cubicBezTo>
                      <a:pt x="100" y="371"/>
                      <a:pt x="104" y="370"/>
                      <a:pt x="109" y="369"/>
                    </a:cubicBezTo>
                    <a:cubicBezTo>
                      <a:pt x="133" y="353"/>
                      <a:pt x="150" y="328"/>
                      <a:pt x="142" y="295"/>
                    </a:cubicBezTo>
                    <a:lnTo>
                      <a:pt x="142" y="295"/>
                    </a:lnTo>
                    <a:lnTo>
                      <a:pt x="142" y="303"/>
                    </a:lnTo>
                    <a:lnTo>
                      <a:pt x="125" y="212"/>
                    </a:lnTo>
                    <a:cubicBezTo>
                      <a:pt x="125" y="195"/>
                      <a:pt x="117" y="179"/>
                      <a:pt x="117" y="162"/>
                    </a:cubicBezTo>
                    <a:cubicBezTo>
                      <a:pt x="117" y="154"/>
                      <a:pt x="117" y="146"/>
                      <a:pt x="109" y="137"/>
                    </a:cubicBezTo>
                    <a:cubicBezTo>
                      <a:pt x="109" y="129"/>
                      <a:pt x="100" y="121"/>
                      <a:pt x="92" y="121"/>
                    </a:cubicBezTo>
                    <a:cubicBezTo>
                      <a:pt x="92" y="104"/>
                      <a:pt x="84" y="88"/>
                      <a:pt x="75" y="71"/>
                    </a:cubicBezTo>
                    <a:cubicBezTo>
                      <a:pt x="75" y="54"/>
                      <a:pt x="59" y="30"/>
                      <a:pt x="51" y="13"/>
                    </a:cubicBezTo>
                    <a:cubicBezTo>
                      <a:pt x="48" y="4"/>
                      <a:pt x="41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7" name="Google Shape;6507;p20"/>
              <p:cNvSpPr/>
              <p:nvPr/>
            </p:nvSpPr>
            <p:spPr>
              <a:xfrm>
                <a:off x="2898800" y="4485750"/>
                <a:ext cx="2500" cy="18925"/>
              </a:xfrm>
              <a:custGeom>
                <a:rect b="b" l="l" r="r" t="t"/>
                <a:pathLst>
                  <a:path extrusionOk="0" h="757" w="100">
                    <a:moveTo>
                      <a:pt x="53" y="0"/>
                    </a:moveTo>
                    <a:cubicBezTo>
                      <a:pt x="42" y="0"/>
                      <a:pt x="29" y="6"/>
                      <a:pt x="25" y="19"/>
                    </a:cubicBezTo>
                    <a:cubicBezTo>
                      <a:pt x="8" y="77"/>
                      <a:pt x="8" y="135"/>
                      <a:pt x="8" y="184"/>
                    </a:cubicBezTo>
                    <a:cubicBezTo>
                      <a:pt x="0" y="242"/>
                      <a:pt x="0" y="300"/>
                      <a:pt x="0" y="358"/>
                    </a:cubicBezTo>
                    <a:cubicBezTo>
                      <a:pt x="0" y="474"/>
                      <a:pt x="0" y="590"/>
                      <a:pt x="0" y="706"/>
                    </a:cubicBezTo>
                    <a:cubicBezTo>
                      <a:pt x="0" y="740"/>
                      <a:pt x="25" y="756"/>
                      <a:pt x="50" y="756"/>
                    </a:cubicBezTo>
                    <a:cubicBezTo>
                      <a:pt x="75" y="756"/>
                      <a:pt x="100" y="740"/>
                      <a:pt x="100" y="706"/>
                    </a:cubicBezTo>
                    <a:cubicBezTo>
                      <a:pt x="100" y="590"/>
                      <a:pt x="100" y="474"/>
                      <a:pt x="100" y="358"/>
                    </a:cubicBezTo>
                    <a:cubicBezTo>
                      <a:pt x="100" y="300"/>
                      <a:pt x="100" y="242"/>
                      <a:pt x="100" y="184"/>
                    </a:cubicBezTo>
                    <a:cubicBezTo>
                      <a:pt x="91" y="135"/>
                      <a:pt x="91" y="77"/>
                      <a:pt x="75" y="19"/>
                    </a:cubicBezTo>
                    <a:cubicBezTo>
                      <a:pt x="75" y="6"/>
                      <a:pt x="64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8" name="Google Shape;6508;p20"/>
              <p:cNvSpPr/>
              <p:nvPr/>
            </p:nvSpPr>
            <p:spPr>
              <a:xfrm>
                <a:off x="2792950" y="4657075"/>
                <a:ext cx="64650" cy="107975"/>
              </a:xfrm>
              <a:custGeom>
                <a:rect b="b" l="l" r="r" t="t"/>
                <a:pathLst>
                  <a:path extrusionOk="0" h="4319" w="2586">
                    <a:moveTo>
                      <a:pt x="2006" y="1"/>
                    </a:moveTo>
                    <a:cubicBezTo>
                      <a:pt x="1945" y="1"/>
                      <a:pt x="1879" y="54"/>
                      <a:pt x="1889" y="134"/>
                    </a:cubicBezTo>
                    <a:cubicBezTo>
                      <a:pt x="1898" y="200"/>
                      <a:pt x="1914" y="266"/>
                      <a:pt x="1922" y="333"/>
                    </a:cubicBezTo>
                    <a:cubicBezTo>
                      <a:pt x="1906" y="391"/>
                      <a:pt x="1889" y="449"/>
                      <a:pt x="1873" y="498"/>
                    </a:cubicBezTo>
                    <a:cubicBezTo>
                      <a:pt x="1815" y="648"/>
                      <a:pt x="1724" y="788"/>
                      <a:pt x="1608" y="896"/>
                    </a:cubicBezTo>
                    <a:cubicBezTo>
                      <a:pt x="1492" y="1020"/>
                      <a:pt x="1326" y="1078"/>
                      <a:pt x="1218" y="1211"/>
                    </a:cubicBezTo>
                    <a:cubicBezTo>
                      <a:pt x="1119" y="1335"/>
                      <a:pt x="1086" y="1501"/>
                      <a:pt x="986" y="1625"/>
                    </a:cubicBezTo>
                    <a:cubicBezTo>
                      <a:pt x="787" y="1874"/>
                      <a:pt x="506" y="2039"/>
                      <a:pt x="315" y="2288"/>
                    </a:cubicBezTo>
                    <a:cubicBezTo>
                      <a:pt x="100" y="2570"/>
                      <a:pt x="0" y="2926"/>
                      <a:pt x="58" y="3274"/>
                    </a:cubicBezTo>
                    <a:cubicBezTo>
                      <a:pt x="116" y="3589"/>
                      <a:pt x="315" y="3879"/>
                      <a:pt x="597" y="4028"/>
                    </a:cubicBezTo>
                    <a:cubicBezTo>
                      <a:pt x="920" y="4202"/>
                      <a:pt x="1293" y="4169"/>
                      <a:pt x="1641" y="4227"/>
                    </a:cubicBezTo>
                    <a:cubicBezTo>
                      <a:pt x="1779" y="4247"/>
                      <a:pt x="1927" y="4318"/>
                      <a:pt x="2069" y="4318"/>
                    </a:cubicBezTo>
                    <a:cubicBezTo>
                      <a:pt x="2107" y="4318"/>
                      <a:pt x="2143" y="4313"/>
                      <a:pt x="2179" y="4301"/>
                    </a:cubicBezTo>
                    <a:cubicBezTo>
                      <a:pt x="2320" y="4252"/>
                      <a:pt x="2411" y="4111"/>
                      <a:pt x="2461" y="3970"/>
                    </a:cubicBezTo>
                    <a:cubicBezTo>
                      <a:pt x="2527" y="3796"/>
                      <a:pt x="2552" y="3605"/>
                      <a:pt x="2569" y="3423"/>
                    </a:cubicBezTo>
                    <a:cubicBezTo>
                      <a:pt x="2585" y="3224"/>
                      <a:pt x="2577" y="3025"/>
                      <a:pt x="2569" y="2835"/>
                    </a:cubicBezTo>
                    <a:cubicBezTo>
                      <a:pt x="2536" y="2379"/>
                      <a:pt x="2444" y="1932"/>
                      <a:pt x="2362" y="1493"/>
                    </a:cubicBezTo>
                    <a:cubicBezTo>
                      <a:pt x="2270" y="1020"/>
                      <a:pt x="2196" y="540"/>
                      <a:pt x="2096" y="76"/>
                    </a:cubicBezTo>
                    <a:cubicBezTo>
                      <a:pt x="2083" y="23"/>
                      <a:pt x="2046" y="1"/>
                      <a:pt x="2006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9" name="Google Shape;6509;p20"/>
              <p:cNvSpPr/>
              <p:nvPr/>
            </p:nvSpPr>
            <p:spPr>
              <a:xfrm>
                <a:off x="2900750" y="4670300"/>
                <a:ext cx="61250" cy="109825"/>
              </a:xfrm>
              <a:custGeom>
                <a:rect b="b" l="l" r="r" t="t"/>
                <a:pathLst>
                  <a:path extrusionOk="0" h="4393" w="2450">
                    <a:moveTo>
                      <a:pt x="1140" y="0"/>
                    </a:moveTo>
                    <a:cubicBezTo>
                      <a:pt x="1116" y="0"/>
                      <a:pt x="1092" y="9"/>
                      <a:pt x="1074" y="27"/>
                    </a:cubicBezTo>
                    <a:cubicBezTo>
                      <a:pt x="908" y="201"/>
                      <a:pt x="734" y="375"/>
                      <a:pt x="552" y="524"/>
                    </a:cubicBezTo>
                    <a:cubicBezTo>
                      <a:pt x="512" y="559"/>
                      <a:pt x="475" y="574"/>
                      <a:pt x="443" y="574"/>
                    </a:cubicBezTo>
                    <a:cubicBezTo>
                      <a:pt x="323" y="574"/>
                      <a:pt x="257" y="369"/>
                      <a:pt x="237" y="251"/>
                    </a:cubicBezTo>
                    <a:cubicBezTo>
                      <a:pt x="222" y="196"/>
                      <a:pt x="173" y="170"/>
                      <a:pt x="124" y="170"/>
                    </a:cubicBezTo>
                    <a:cubicBezTo>
                      <a:pt x="62" y="170"/>
                      <a:pt x="0" y="211"/>
                      <a:pt x="5" y="284"/>
                    </a:cubicBezTo>
                    <a:cubicBezTo>
                      <a:pt x="13" y="566"/>
                      <a:pt x="30" y="848"/>
                      <a:pt x="55" y="1129"/>
                    </a:cubicBezTo>
                    <a:cubicBezTo>
                      <a:pt x="71" y="1320"/>
                      <a:pt x="80" y="1519"/>
                      <a:pt x="121" y="1709"/>
                    </a:cubicBezTo>
                    <a:cubicBezTo>
                      <a:pt x="129" y="1792"/>
                      <a:pt x="129" y="1867"/>
                      <a:pt x="138" y="1950"/>
                    </a:cubicBezTo>
                    <a:cubicBezTo>
                      <a:pt x="179" y="2347"/>
                      <a:pt x="229" y="2745"/>
                      <a:pt x="278" y="3143"/>
                    </a:cubicBezTo>
                    <a:cubicBezTo>
                      <a:pt x="295" y="3325"/>
                      <a:pt x="312" y="3507"/>
                      <a:pt x="345" y="3690"/>
                    </a:cubicBezTo>
                    <a:cubicBezTo>
                      <a:pt x="370" y="3830"/>
                      <a:pt x="411" y="3971"/>
                      <a:pt x="502" y="4087"/>
                    </a:cubicBezTo>
                    <a:cubicBezTo>
                      <a:pt x="602" y="4212"/>
                      <a:pt x="751" y="4270"/>
                      <a:pt x="908" y="4303"/>
                    </a:cubicBezTo>
                    <a:cubicBezTo>
                      <a:pt x="1090" y="4344"/>
                      <a:pt x="1273" y="4369"/>
                      <a:pt x="1463" y="4386"/>
                    </a:cubicBezTo>
                    <a:cubicBezTo>
                      <a:pt x="1529" y="4389"/>
                      <a:pt x="1600" y="4393"/>
                      <a:pt x="1672" y="4393"/>
                    </a:cubicBezTo>
                    <a:cubicBezTo>
                      <a:pt x="1933" y="4393"/>
                      <a:pt x="2206" y="4345"/>
                      <a:pt x="2317" y="4079"/>
                    </a:cubicBezTo>
                    <a:cubicBezTo>
                      <a:pt x="2383" y="3922"/>
                      <a:pt x="2408" y="3739"/>
                      <a:pt x="2424" y="3574"/>
                    </a:cubicBezTo>
                    <a:cubicBezTo>
                      <a:pt x="2449" y="3408"/>
                      <a:pt x="2433" y="3242"/>
                      <a:pt x="2358" y="3093"/>
                    </a:cubicBezTo>
                    <a:cubicBezTo>
                      <a:pt x="2201" y="2778"/>
                      <a:pt x="1828" y="2762"/>
                      <a:pt x="1530" y="2654"/>
                    </a:cubicBezTo>
                    <a:cubicBezTo>
                      <a:pt x="1231" y="2538"/>
                      <a:pt x="925" y="2356"/>
                      <a:pt x="701" y="2115"/>
                    </a:cubicBezTo>
                    <a:cubicBezTo>
                      <a:pt x="643" y="2057"/>
                      <a:pt x="602" y="1991"/>
                      <a:pt x="643" y="1908"/>
                    </a:cubicBezTo>
                    <a:cubicBezTo>
                      <a:pt x="684" y="1825"/>
                      <a:pt x="742" y="1751"/>
                      <a:pt x="776" y="1668"/>
                    </a:cubicBezTo>
                    <a:cubicBezTo>
                      <a:pt x="850" y="1502"/>
                      <a:pt x="883" y="1320"/>
                      <a:pt x="908" y="1138"/>
                    </a:cubicBezTo>
                    <a:cubicBezTo>
                      <a:pt x="941" y="964"/>
                      <a:pt x="974" y="790"/>
                      <a:pt x="1057" y="624"/>
                    </a:cubicBezTo>
                    <a:cubicBezTo>
                      <a:pt x="1140" y="458"/>
                      <a:pt x="1240" y="293"/>
                      <a:pt x="1240" y="94"/>
                    </a:cubicBezTo>
                    <a:cubicBezTo>
                      <a:pt x="1240" y="37"/>
                      <a:pt x="1190" y="0"/>
                      <a:pt x="1140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0" name="Google Shape;6510;p20"/>
              <p:cNvSpPr/>
              <p:nvPr/>
            </p:nvSpPr>
            <p:spPr>
              <a:xfrm>
                <a:off x="2769100" y="4647675"/>
                <a:ext cx="64050" cy="86375"/>
              </a:xfrm>
              <a:custGeom>
                <a:rect b="b" l="l" r="r" t="t"/>
                <a:pathLst>
                  <a:path extrusionOk="0" h="3455" w="2562">
                    <a:moveTo>
                      <a:pt x="2417" y="0"/>
                    </a:moveTo>
                    <a:cubicBezTo>
                      <a:pt x="2392" y="0"/>
                      <a:pt x="2367" y="13"/>
                      <a:pt x="2354" y="38"/>
                    </a:cubicBezTo>
                    <a:cubicBezTo>
                      <a:pt x="2272" y="170"/>
                      <a:pt x="2288" y="328"/>
                      <a:pt x="2272" y="477"/>
                    </a:cubicBezTo>
                    <a:cubicBezTo>
                      <a:pt x="2255" y="634"/>
                      <a:pt x="2238" y="783"/>
                      <a:pt x="2214" y="941"/>
                    </a:cubicBezTo>
                    <a:cubicBezTo>
                      <a:pt x="2172" y="1222"/>
                      <a:pt x="2114" y="1504"/>
                      <a:pt x="1990" y="1769"/>
                    </a:cubicBezTo>
                    <a:cubicBezTo>
                      <a:pt x="1775" y="2250"/>
                      <a:pt x="1377" y="2623"/>
                      <a:pt x="929" y="2888"/>
                    </a:cubicBezTo>
                    <a:cubicBezTo>
                      <a:pt x="664" y="3053"/>
                      <a:pt x="366" y="3203"/>
                      <a:pt x="76" y="3319"/>
                    </a:cubicBezTo>
                    <a:cubicBezTo>
                      <a:pt x="1" y="3349"/>
                      <a:pt x="14" y="3454"/>
                      <a:pt x="86" y="3454"/>
                    </a:cubicBezTo>
                    <a:cubicBezTo>
                      <a:pt x="93" y="3454"/>
                      <a:pt x="101" y="3453"/>
                      <a:pt x="109" y="3451"/>
                    </a:cubicBezTo>
                    <a:cubicBezTo>
                      <a:pt x="407" y="3368"/>
                      <a:pt x="681" y="3277"/>
                      <a:pt x="946" y="3128"/>
                    </a:cubicBezTo>
                    <a:cubicBezTo>
                      <a:pt x="1203" y="2987"/>
                      <a:pt x="1435" y="2821"/>
                      <a:pt x="1642" y="2623"/>
                    </a:cubicBezTo>
                    <a:cubicBezTo>
                      <a:pt x="1841" y="2432"/>
                      <a:pt x="2007" y="2217"/>
                      <a:pt x="2147" y="1985"/>
                    </a:cubicBezTo>
                    <a:cubicBezTo>
                      <a:pt x="2296" y="1711"/>
                      <a:pt x="2379" y="1413"/>
                      <a:pt x="2429" y="1115"/>
                    </a:cubicBezTo>
                    <a:cubicBezTo>
                      <a:pt x="2462" y="941"/>
                      <a:pt x="2479" y="758"/>
                      <a:pt x="2504" y="584"/>
                    </a:cubicBezTo>
                    <a:cubicBezTo>
                      <a:pt x="2520" y="402"/>
                      <a:pt x="2562" y="203"/>
                      <a:pt x="2479" y="38"/>
                    </a:cubicBezTo>
                    <a:cubicBezTo>
                      <a:pt x="2466" y="13"/>
                      <a:pt x="2441" y="0"/>
                      <a:pt x="24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1" name="Google Shape;6511;p20"/>
              <p:cNvSpPr/>
              <p:nvPr/>
            </p:nvSpPr>
            <p:spPr>
              <a:xfrm>
                <a:off x="2826975" y="4663800"/>
                <a:ext cx="12800" cy="27300"/>
              </a:xfrm>
              <a:custGeom>
                <a:rect b="b" l="l" r="r" t="t"/>
                <a:pathLst>
                  <a:path extrusionOk="0" h="1092" w="512">
                    <a:moveTo>
                      <a:pt x="426" y="1"/>
                    </a:moveTo>
                    <a:cubicBezTo>
                      <a:pt x="411" y="1"/>
                      <a:pt x="395" y="6"/>
                      <a:pt x="379" y="22"/>
                    </a:cubicBezTo>
                    <a:cubicBezTo>
                      <a:pt x="329" y="89"/>
                      <a:pt x="313" y="188"/>
                      <a:pt x="296" y="271"/>
                    </a:cubicBezTo>
                    <a:cubicBezTo>
                      <a:pt x="280" y="354"/>
                      <a:pt x="255" y="445"/>
                      <a:pt x="230" y="528"/>
                    </a:cubicBezTo>
                    <a:cubicBezTo>
                      <a:pt x="180" y="685"/>
                      <a:pt x="122" y="859"/>
                      <a:pt x="31" y="1000"/>
                    </a:cubicBezTo>
                    <a:cubicBezTo>
                      <a:pt x="0" y="1044"/>
                      <a:pt x="44" y="1092"/>
                      <a:pt x="89" y="1092"/>
                    </a:cubicBezTo>
                    <a:cubicBezTo>
                      <a:pt x="104" y="1092"/>
                      <a:pt x="118" y="1087"/>
                      <a:pt x="131" y="1074"/>
                    </a:cubicBezTo>
                    <a:cubicBezTo>
                      <a:pt x="189" y="1008"/>
                      <a:pt x="247" y="934"/>
                      <a:pt x="296" y="859"/>
                    </a:cubicBezTo>
                    <a:cubicBezTo>
                      <a:pt x="338" y="776"/>
                      <a:pt x="371" y="693"/>
                      <a:pt x="404" y="602"/>
                    </a:cubicBezTo>
                    <a:cubicBezTo>
                      <a:pt x="437" y="519"/>
                      <a:pt x="454" y="428"/>
                      <a:pt x="470" y="345"/>
                    </a:cubicBezTo>
                    <a:cubicBezTo>
                      <a:pt x="487" y="296"/>
                      <a:pt x="495" y="254"/>
                      <a:pt x="495" y="205"/>
                    </a:cubicBezTo>
                    <a:cubicBezTo>
                      <a:pt x="503" y="163"/>
                      <a:pt x="512" y="113"/>
                      <a:pt x="503" y="64"/>
                    </a:cubicBezTo>
                    <a:cubicBezTo>
                      <a:pt x="503" y="64"/>
                      <a:pt x="503" y="55"/>
                      <a:pt x="503" y="55"/>
                    </a:cubicBezTo>
                    <a:cubicBezTo>
                      <a:pt x="503" y="47"/>
                      <a:pt x="503" y="47"/>
                      <a:pt x="503" y="47"/>
                    </a:cubicBezTo>
                    <a:cubicBezTo>
                      <a:pt x="503" y="39"/>
                      <a:pt x="503" y="31"/>
                      <a:pt x="503" y="31"/>
                    </a:cubicBezTo>
                    <a:cubicBezTo>
                      <a:pt x="503" y="22"/>
                      <a:pt x="495" y="22"/>
                      <a:pt x="495" y="22"/>
                    </a:cubicBezTo>
                    <a:cubicBezTo>
                      <a:pt x="495" y="14"/>
                      <a:pt x="487" y="14"/>
                      <a:pt x="487" y="6"/>
                    </a:cubicBezTo>
                    <a:lnTo>
                      <a:pt x="454" y="6"/>
                    </a:lnTo>
                    <a:cubicBezTo>
                      <a:pt x="445" y="3"/>
                      <a:pt x="436" y="1"/>
                      <a:pt x="4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2" name="Google Shape;6512;p20"/>
              <p:cNvSpPr/>
              <p:nvPr/>
            </p:nvSpPr>
            <p:spPr>
              <a:xfrm>
                <a:off x="2780600" y="4712050"/>
                <a:ext cx="30150" cy="24475"/>
              </a:xfrm>
              <a:custGeom>
                <a:rect b="b" l="l" r="r" t="t"/>
                <a:pathLst>
                  <a:path extrusionOk="0" h="979" w="1206">
                    <a:moveTo>
                      <a:pt x="1122" y="0"/>
                    </a:moveTo>
                    <a:cubicBezTo>
                      <a:pt x="1108" y="0"/>
                      <a:pt x="1094" y="5"/>
                      <a:pt x="1083" y="14"/>
                    </a:cubicBezTo>
                    <a:cubicBezTo>
                      <a:pt x="917" y="155"/>
                      <a:pt x="743" y="296"/>
                      <a:pt x="561" y="429"/>
                    </a:cubicBezTo>
                    <a:cubicBezTo>
                      <a:pt x="478" y="503"/>
                      <a:pt x="387" y="570"/>
                      <a:pt x="295" y="636"/>
                    </a:cubicBezTo>
                    <a:cubicBezTo>
                      <a:pt x="246" y="669"/>
                      <a:pt x="196" y="710"/>
                      <a:pt x="146" y="744"/>
                    </a:cubicBezTo>
                    <a:cubicBezTo>
                      <a:pt x="105" y="785"/>
                      <a:pt x="63" y="826"/>
                      <a:pt x="30" y="876"/>
                    </a:cubicBezTo>
                    <a:cubicBezTo>
                      <a:pt x="1" y="921"/>
                      <a:pt x="44" y="978"/>
                      <a:pt x="95" y="978"/>
                    </a:cubicBezTo>
                    <a:cubicBezTo>
                      <a:pt x="101" y="978"/>
                      <a:pt x="107" y="977"/>
                      <a:pt x="113" y="976"/>
                    </a:cubicBezTo>
                    <a:cubicBezTo>
                      <a:pt x="229" y="942"/>
                      <a:pt x="320" y="876"/>
                      <a:pt x="420" y="802"/>
                    </a:cubicBezTo>
                    <a:cubicBezTo>
                      <a:pt x="511" y="727"/>
                      <a:pt x="610" y="652"/>
                      <a:pt x="701" y="578"/>
                    </a:cubicBezTo>
                    <a:cubicBezTo>
                      <a:pt x="875" y="429"/>
                      <a:pt x="1041" y="271"/>
                      <a:pt x="1174" y="81"/>
                    </a:cubicBezTo>
                    <a:cubicBezTo>
                      <a:pt x="1205" y="43"/>
                      <a:pt x="1165" y="0"/>
                      <a:pt x="11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3" name="Google Shape;6513;p20"/>
              <p:cNvSpPr/>
              <p:nvPr/>
            </p:nvSpPr>
            <p:spPr>
              <a:xfrm>
                <a:off x="2789625" y="4728225"/>
                <a:ext cx="11825" cy="8650"/>
              </a:xfrm>
              <a:custGeom>
                <a:rect b="b" l="l" r="r" t="t"/>
                <a:pathLst>
                  <a:path extrusionOk="0" h="346" w="473">
                    <a:moveTo>
                      <a:pt x="409" y="1"/>
                    </a:moveTo>
                    <a:cubicBezTo>
                      <a:pt x="402" y="1"/>
                      <a:pt x="396" y="2"/>
                      <a:pt x="390" y="5"/>
                    </a:cubicBezTo>
                    <a:cubicBezTo>
                      <a:pt x="316" y="30"/>
                      <a:pt x="241" y="63"/>
                      <a:pt x="175" y="105"/>
                    </a:cubicBezTo>
                    <a:cubicBezTo>
                      <a:pt x="142" y="130"/>
                      <a:pt x="108" y="155"/>
                      <a:pt x="84" y="179"/>
                    </a:cubicBezTo>
                    <a:cubicBezTo>
                      <a:pt x="67" y="188"/>
                      <a:pt x="50" y="204"/>
                      <a:pt x="42" y="221"/>
                    </a:cubicBezTo>
                    <a:cubicBezTo>
                      <a:pt x="26" y="237"/>
                      <a:pt x="9" y="254"/>
                      <a:pt x="9" y="279"/>
                    </a:cubicBezTo>
                    <a:cubicBezTo>
                      <a:pt x="1" y="320"/>
                      <a:pt x="26" y="345"/>
                      <a:pt x="67" y="345"/>
                    </a:cubicBezTo>
                    <a:cubicBezTo>
                      <a:pt x="84" y="337"/>
                      <a:pt x="100" y="329"/>
                      <a:pt x="117" y="312"/>
                    </a:cubicBezTo>
                    <a:cubicBezTo>
                      <a:pt x="133" y="304"/>
                      <a:pt x="150" y="295"/>
                      <a:pt x="166" y="279"/>
                    </a:cubicBezTo>
                    <a:cubicBezTo>
                      <a:pt x="175" y="279"/>
                      <a:pt x="183" y="271"/>
                      <a:pt x="191" y="262"/>
                    </a:cubicBezTo>
                    <a:cubicBezTo>
                      <a:pt x="191" y="262"/>
                      <a:pt x="191" y="262"/>
                      <a:pt x="200" y="254"/>
                    </a:cubicBezTo>
                    <a:cubicBezTo>
                      <a:pt x="216" y="246"/>
                      <a:pt x="233" y="229"/>
                      <a:pt x="241" y="221"/>
                    </a:cubicBezTo>
                    <a:cubicBezTo>
                      <a:pt x="274" y="204"/>
                      <a:pt x="299" y="188"/>
                      <a:pt x="332" y="171"/>
                    </a:cubicBezTo>
                    <a:cubicBezTo>
                      <a:pt x="349" y="163"/>
                      <a:pt x="365" y="155"/>
                      <a:pt x="382" y="146"/>
                    </a:cubicBezTo>
                    <a:cubicBezTo>
                      <a:pt x="390" y="146"/>
                      <a:pt x="398" y="138"/>
                      <a:pt x="407" y="138"/>
                    </a:cubicBezTo>
                    <a:lnTo>
                      <a:pt x="415" y="130"/>
                    </a:lnTo>
                    <a:lnTo>
                      <a:pt x="423" y="130"/>
                    </a:lnTo>
                    <a:cubicBezTo>
                      <a:pt x="448" y="113"/>
                      <a:pt x="473" y="80"/>
                      <a:pt x="465" y="47"/>
                    </a:cubicBezTo>
                    <a:cubicBezTo>
                      <a:pt x="458" y="27"/>
                      <a:pt x="435" y="1"/>
                      <a:pt x="4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4" name="Google Shape;6514;p20"/>
              <p:cNvSpPr/>
              <p:nvPr/>
            </p:nvSpPr>
            <p:spPr>
              <a:xfrm>
                <a:off x="2802675" y="4669200"/>
                <a:ext cx="15575" cy="38275"/>
              </a:xfrm>
              <a:custGeom>
                <a:rect b="b" l="l" r="r" t="t"/>
                <a:pathLst>
                  <a:path extrusionOk="0" h="1531" w="623">
                    <a:moveTo>
                      <a:pt x="485" y="1"/>
                    </a:moveTo>
                    <a:cubicBezTo>
                      <a:pt x="473" y="1"/>
                      <a:pt x="461" y="5"/>
                      <a:pt x="448" y="13"/>
                    </a:cubicBezTo>
                    <a:cubicBezTo>
                      <a:pt x="365" y="96"/>
                      <a:pt x="365" y="254"/>
                      <a:pt x="349" y="361"/>
                    </a:cubicBezTo>
                    <a:cubicBezTo>
                      <a:pt x="332" y="477"/>
                      <a:pt x="299" y="602"/>
                      <a:pt x="266" y="718"/>
                    </a:cubicBezTo>
                    <a:cubicBezTo>
                      <a:pt x="191" y="966"/>
                      <a:pt x="117" y="1215"/>
                      <a:pt x="17" y="1455"/>
                    </a:cubicBezTo>
                    <a:cubicBezTo>
                      <a:pt x="0" y="1495"/>
                      <a:pt x="34" y="1531"/>
                      <a:pt x="67" y="1531"/>
                    </a:cubicBezTo>
                    <a:cubicBezTo>
                      <a:pt x="83" y="1531"/>
                      <a:pt x="98" y="1523"/>
                      <a:pt x="108" y="1505"/>
                    </a:cubicBezTo>
                    <a:cubicBezTo>
                      <a:pt x="233" y="1264"/>
                      <a:pt x="390" y="1041"/>
                      <a:pt x="481" y="776"/>
                    </a:cubicBezTo>
                    <a:cubicBezTo>
                      <a:pt x="523" y="651"/>
                      <a:pt x="556" y="527"/>
                      <a:pt x="581" y="394"/>
                    </a:cubicBezTo>
                    <a:cubicBezTo>
                      <a:pt x="597" y="287"/>
                      <a:pt x="622" y="96"/>
                      <a:pt x="523" y="13"/>
                    </a:cubicBezTo>
                    <a:cubicBezTo>
                      <a:pt x="510" y="5"/>
                      <a:pt x="498" y="1"/>
                      <a:pt x="4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5" name="Google Shape;6515;p20"/>
              <p:cNvSpPr/>
              <p:nvPr/>
            </p:nvSpPr>
            <p:spPr>
              <a:xfrm>
                <a:off x="2813025" y="4655025"/>
                <a:ext cx="3350" cy="9550"/>
              </a:xfrm>
              <a:custGeom>
                <a:rect b="b" l="l" r="r" t="t"/>
                <a:pathLst>
                  <a:path extrusionOk="0" h="382" w="134">
                    <a:moveTo>
                      <a:pt x="84" y="0"/>
                    </a:moveTo>
                    <a:cubicBezTo>
                      <a:pt x="67" y="0"/>
                      <a:pt x="51" y="17"/>
                      <a:pt x="51" y="34"/>
                    </a:cubicBezTo>
                    <a:cubicBezTo>
                      <a:pt x="42" y="50"/>
                      <a:pt x="34" y="75"/>
                      <a:pt x="34" y="100"/>
                    </a:cubicBezTo>
                    <a:cubicBezTo>
                      <a:pt x="34" y="100"/>
                      <a:pt x="34" y="108"/>
                      <a:pt x="34" y="116"/>
                    </a:cubicBezTo>
                    <a:lnTo>
                      <a:pt x="26" y="125"/>
                    </a:lnTo>
                    <a:cubicBezTo>
                      <a:pt x="18" y="133"/>
                      <a:pt x="18" y="141"/>
                      <a:pt x="18" y="158"/>
                    </a:cubicBezTo>
                    <a:cubicBezTo>
                      <a:pt x="18" y="166"/>
                      <a:pt x="18" y="166"/>
                      <a:pt x="18" y="174"/>
                    </a:cubicBezTo>
                    <a:cubicBezTo>
                      <a:pt x="9" y="224"/>
                      <a:pt x="9" y="266"/>
                      <a:pt x="1" y="315"/>
                    </a:cubicBezTo>
                    <a:cubicBezTo>
                      <a:pt x="1" y="348"/>
                      <a:pt x="34" y="382"/>
                      <a:pt x="67" y="382"/>
                    </a:cubicBezTo>
                    <a:cubicBezTo>
                      <a:pt x="100" y="373"/>
                      <a:pt x="125" y="348"/>
                      <a:pt x="125" y="315"/>
                    </a:cubicBezTo>
                    <a:cubicBezTo>
                      <a:pt x="134" y="266"/>
                      <a:pt x="134" y="224"/>
                      <a:pt x="134" y="174"/>
                    </a:cubicBezTo>
                    <a:cubicBezTo>
                      <a:pt x="134" y="158"/>
                      <a:pt x="134" y="150"/>
                      <a:pt x="125" y="133"/>
                    </a:cubicBezTo>
                    <a:lnTo>
                      <a:pt x="125" y="125"/>
                    </a:lnTo>
                    <a:lnTo>
                      <a:pt x="125" y="108"/>
                    </a:lnTo>
                    <a:lnTo>
                      <a:pt x="117" y="34"/>
                    </a:lnTo>
                    <a:cubicBezTo>
                      <a:pt x="117" y="17"/>
                      <a:pt x="100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6" name="Google Shape;6516;p20"/>
              <p:cNvSpPr/>
              <p:nvPr/>
            </p:nvSpPr>
            <p:spPr>
              <a:xfrm>
                <a:off x="2812625" y="4642300"/>
                <a:ext cx="3550" cy="5375"/>
              </a:xfrm>
              <a:custGeom>
                <a:rect b="b" l="l" r="r" t="t"/>
                <a:pathLst>
                  <a:path extrusionOk="0" h="215" w="142">
                    <a:moveTo>
                      <a:pt x="40" y="1"/>
                    </a:moveTo>
                    <a:cubicBezTo>
                      <a:pt x="35" y="1"/>
                      <a:pt x="30" y="2"/>
                      <a:pt x="25" y="4"/>
                    </a:cubicBezTo>
                    <a:cubicBezTo>
                      <a:pt x="9" y="12"/>
                      <a:pt x="0" y="29"/>
                      <a:pt x="0" y="54"/>
                    </a:cubicBezTo>
                    <a:cubicBezTo>
                      <a:pt x="9" y="70"/>
                      <a:pt x="9" y="95"/>
                      <a:pt x="17" y="112"/>
                    </a:cubicBezTo>
                    <a:cubicBezTo>
                      <a:pt x="17" y="128"/>
                      <a:pt x="17" y="137"/>
                      <a:pt x="25" y="145"/>
                    </a:cubicBezTo>
                    <a:lnTo>
                      <a:pt x="34" y="178"/>
                    </a:lnTo>
                    <a:cubicBezTo>
                      <a:pt x="42" y="195"/>
                      <a:pt x="50" y="203"/>
                      <a:pt x="58" y="211"/>
                    </a:cubicBezTo>
                    <a:cubicBezTo>
                      <a:pt x="69" y="211"/>
                      <a:pt x="77" y="215"/>
                      <a:pt x="85" y="215"/>
                    </a:cubicBezTo>
                    <a:cubicBezTo>
                      <a:pt x="90" y="215"/>
                      <a:pt x="94" y="214"/>
                      <a:pt x="100" y="211"/>
                    </a:cubicBezTo>
                    <a:cubicBezTo>
                      <a:pt x="116" y="211"/>
                      <a:pt x="125" y="203"/>
                      <a:pt x="133" y="186"/>
                    </a:cubicBezTo>
                    <a:cubicBezTo>
                      <a:pt x="141" y="178"/>
                      <a:pt x="141" y="161"/>
                      <a:pt x="133" y="153"/>
                    </a:cubicBezTo>
                    <a:cubicBezTo>
                      <a:pt x="133" y="137"/>
                      <a:pt x="133" y="128"/>
                      <a:pt x="125" y="120"/>
                    </a:cubicBezTo>
                    <a:cubicBezTo>
                      <a:pt x="116" y="103"/>
                      <a:pt x="116" y="87"/>
                      <a:pt x="108" y="79"/>
                    </a:cubicBezTo>
                    <a:cubicBezTo>
                      <a:pt x="100" y="54"/>
                      <a:pt x="83" y="37"/>
                      <a:pt x="75" y="21"/>
                    </a:cubicBezTo>
                    <a:cubicBezTo>
                      <a:pt x="69" y="8"/>
                      <a:pt x="54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7" name="Google Shape;6517;p20"/>
              <p:cNvSpPr/>
              <p:nvPr/>
            </p:nvSpPr>
            <p:spPr>
              <a:xfrm>
                <a:off x="2705425" y="4761375"/>
                <a:ext cx="150300" cy="37325"/>
              </a:xfrm>
              <a:custGeom>
                <a:rect b="b" l="l" r="r" t="t"/>
                <a:pathLst>
                  <a:path extrusionOk="0" h="1493" w="6012">
                    <a:moveTo>
                      <a:pt x="5271" y="0"/>
                    </a:moveTo>
                    <a:cubicBezTo>
                      <a:pt x="5232" y="0"/>
                      <a:pt x="5194" y="17"/>
                      <a:pt x="5167" y="55"/>
                    </a:cubicBezTo>
                    <a:cubicBezTo>
                      <a:pt x="5142" y="105"/>
                      <a:pt x="5158" y="187"/>
                      <a:pt x="5216" y="221"/>
                    </a:cubicBezTo>
                    <a:cubicBezTo>
                      <a:pt x="5440" y="320"/>
                      <a:pt x="5457" y="593"/>
                      <a:pt x="5341" y="784"/>
                    </a:cubicBezTo>
                    <a:cubicBezTo>
                      <a:pt x="5183" y="859"/>
                      <a:pt x="5001" y="883"/>
                      <a:pt x="4827" y="900"/>
                    </a:cubicBezTo>
                    <a:cubicBezTo>
                      <a:pt x="4479" y="925"/>
                      <a:pt x="4131" y="941"/>
                      <a:pt x="3775" y="950"/>
                    </a:cubicBezTo>
                    <a:cubicBezTo>
                      <a:pt x="2946" y="883"/>
                      <a:pt x="2101" y="950"/>
                      <a:pt x="1281" y="751"/>
                    </a:cubicBezTo>
                    <a:cubicBezTo>
                      <a:pt x="850" y="643"/>
                      <a:pt x="444" y="469"/>
                      <a:pt x="96" y="196"/>
                    </a:cubicBezTo>
                    <a:cubicBezTo>
                      <a:pt x="89" y="192"/>
                      <a:pt x="82" y="190"/>
                      <a:pt x="74" y="190"/>
                    </a:cubicBezTo>
                    <a:cubicBezTo>
                      <a:pt x="37" y="190"/>
                      <a:pt x="1" y="236"/>
                      <a:pt x="21" y="270"/>
                    </a:cubicBezTo>
                    <a:cubicBezTo>
                      <a:pt x="262" y="610"/>
                      <a:pt x="701" y="801"/>
                      <a:pt x="1098" y="917"/>
                    </a:cubicBezTo>
                    <a:cubicBezTo>
                      <a:pt x="1521" y="1049"/>
                      <a:pt x="1960" y="1091"/>
                      <a:pt x="2399" y="1115"/>
                    </a:cubicBezTo>
                    <a:cubicBezTo>
                      <a:pt x="2772" y="1132"/>
                      <a:pt x="3145" y="1140"/>
                      <a:pt x="3518" y="1157"/>
                    </a:cubicBezTo>
                    <a:cubicBezTo>
                      <a:pt x="3526" y="1165"/>
                      <a:pt x="3534" y="1173"/>
                      <a:pt x="3543" y="1173"/>
                    </a:cubicBezTo>
                    <a:cubicBezTo>
                      <a:pt x="3820" y="1320"/>
                      <a:pt x="4134" y="1373"/>
                      <a:pt x="4443" y="1373"/>
                    </a:cubicBezTo>
                    <a:cubicBezTo>
                      <a:pt x="4466" y="1373"/>
                      <a:pt x="4489" y="1373"/>
                      <a:pt x="4512" y="1372"/>
                    </a:cubicBezTo>
                    <a:cubicBezTo>
                      <a:pt x="4520" y="1422"/>
                      <a:pt x="4562" y="1472"/>
                      <a:pt x="4628" y="1480"/>
                    </a:cubicBezTo>
                    <a:cubicBezTo>
                      <a:pt x="4712" y="1487"/>
                      <a:pt x="4799" y="1493"/>
                      <a:pt x="4885" y="1493"/>
                    </a:cubicBezTo>
                    <a:cubicBezTo>
                      <a:pt x="5180" y="1493"/>
                      <a:pt x="5471" y="1430"/>
                      <a:pt x="5664" y="1173"/>
                    </a:cubicBezTo>
                    <a:cubicBezTo>
                      <a:pt x="5672" y="1165"/>
                      <a:pt x="5689" y="1149"/>
                      <a:pt x="5697" y="1132"/>
                    </a:cubicBezTo>
                    <a:cubicBezTo>
                      <a:pt x="5738" y="1107"/>
                      <a:pt x="5771" y="1074"/>
                      <a:pt x="5805" y="1041"/>
                    </a:cubicBezTo>
                    <a:cubicBezTo>
                      <a:pt x="5954" y="883"/>
                      <a:pt x="6012" y="668"/>
                      <a:pt x="5921" y="469"/>
                    </a:cubicBezTo>
                    <a:lnTo>
                      <a:pt x="5912" y="469"/>
                    </a:lnTo>
                    <a:cubicBezTo>
                      <a:pt x="5904" y="453"/>
                      <a:pt x="5896" y="436"/>
                      <a:pt x="5879" y="428"/>
                    </a:cubicBezTo>
                    <a:cubicBezTo>
                      <a:pt x="5863" y="320"/>
                      <a:pt x="5821" y="212"/>
                      <a:pt x="5738" y="129"/>
                    </a:cubicBezTo>
                    <a:cubicBezTo>
                      <a:pt x="5717" y="105"/>
                      <a:pt x="5690" y="95"/>
                      <a:pt x="5664" y="95"/>
                    </a:cubicBezTo>
                    <a:cubicBezTo>
                      <a:pt x="5608" y="95"/>
                      <a:pt x="5553" y="140"/>
                      <a:pt x="5548" y="196"/>
                    </a:cubicBezTo>
                    <a:cubicBezTo>
                      <a:pt x="5498" y="121"/>
                      <a:pt x="5423" y="55"/>
                      <a:pt x="5332" y="13"/>
                    </a:cubicBezTo>
                    <a:cubicBezTo>
                      <a:pt x="5312" y="5"/>
                      <a:pt x="5291" y="0"/>
                      <a:pt x="527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8" name="Google Shape;6518;p20"/>
              <p:cNvSpPr/>
              <p:nvPr/>
            </p:nvSpPr>
            <p:spPr>
              <a:xfrm>
                <a:off x="2817600" y="4016300"/>
                <a:ext cx="18450" cy="21250"/>
              </a:xfrm>
              <a:custGeom>
                <a:rect b="b" l="l" r="r" t="t"/>
                <a:pathLst>
                  <a:path extrusionOk="0" h="850" w="738">
                    <a:moveTo>
                      <a:pt x="449" y="1"/>
                    </a:moveTo>
                    <a:cubicBezTo>
                      <a:pt x="427" y="1"/>
                      <a:pt x="403" y="7"/>
                      <a:pt x="381" y="22"/>
                    </a:cubicBezTo>
                    <a:cubicBezTo>
                      <a:pt x="341" y="9"/>
                      <a:pt x="299" y="3"/>
                      <a:pt x="257" y="3"/>
                    </a:cubicBezTo>
                    <a:cubicBezTo>
                      <a:pt x="186" y="3"/>
                      <a:pt x="115" y="22"/>
                      <a:pt x="58" y="63"/>
                    </a:cubicBezTo>
                    <a:cubicBezTo>
                      <a:pt x="25" y="88"/>
                      <a:pt x="0" y="130"/>
                      <a:pt x="9" y="171"/>
                    </a:cubicBezTo>
                    <a:cubicBezTo>
                      <a:pt x="17" y="221"/>
                      <a:pt x="42" y="246"/>
                      <a:pt x="83" y="262"/>
                    </a:cubicBezTo>
                    <a:cubicBezTo>
                      <a:pt x="50" y="312"/>
                      <a:pt x="42" y="378"/>
                      <a:pt x="33" y="436"/>
                    </a:cubicBezTo>
                    <a:cubicBezTo>
                      <a:pt x="25" y="494"/>
                      <a:pt x="17" y="552"/>
                      <a:pt x="17" y="610"/>
                    </a:cubicBezTo>
                    <a:cubicBezTo>
                      <a:pt x="17" y="668"/>
                      <a:pt x="33" y="734"/>
                      <a:pt x="91" y="768"/>
                    </a:cubicBezTo>
                    <a:lnTo>
                      <a:pt x="108" y="768"/>
                    </a:lnTo>
                    <a:cubicBezTo>
                      <a:pt x="125" y="801"/>
                      <a:pt x="158" y="834"/>
                      <a:pt x="199" y="842"/>
                    </a:cubicBezTo>
                    <a:cubicBezTo>
                      <a:pt x="215" y="847"/>
                      <a:pt x="230" y="850"/>
                      <a:pt x="245" y="850"/>
                    </a:cubicBezTo>
                    <a:cubicBezTo>
                      <a:pt x="325" y="850"/>
                      <a:pt x="395" y="781"/>
                      <a:pt x="423" y="718"/>
                    </a:cubicBezTo>
                    <a:cubicBezTo>
                      <a:pt x="439" y="685"/>
                      <a:pt x="448" y="660"/>
                      <a:pt x="456" y="627"/>
                    </a:cubicBezTo>
                    <a:cubicBezTo>
                      <a:pt x="464" y="643"/>
                      <a:pt x="481" y="652"/>
                      <a:pt x="489" y="660"/>
                    </a:cubicBezTo>
                    <a:cubicBezTo>
                      <a:pt x="505" y="670"/>
                      <a:pt x="523" y="674"/>
                      <a:pt x="540" y="674"/>
                    </a:cubicBezTo>
                    <a:cubicBezTo>
                      <a:pt x="567" y="674"/>
                      <a:pt x="593" y="663"/>
                      <a:pt x="613" y="643"/>
                    </a:cubicBezTo>
                    <a:cubicBezTo>
                      <a:pt x="671" y="585"/>
                      <a:pt x="713" y="511"/>
                      <a:pt x="729" y="436"/>
                    </a:cubicBezTo>
                    <a:cubicBezTo>
                      <a:pt x="738" y="403"/>
                      <a:pt x="738" y="370"/>
                      <a:pt x="738" y="345"/>
                    </a:cubicBezTo>
                    <a:cubicBezTo>
                      <a:pt x="738" y="328"/>
                      <a:pt x="738" y="312"/>
                      <a:pt x="729" y="295"/>
                    </a:cubicBezTo>
                    <a:lnTo>
                      <a:pt x="738" y="295"/>
                    </a:lnTo>
                    <a:cubicBezTo>
                      <a:pt x="738" y="262"/>
                      <a:pt x="729" y="237"/>
                      <a:pt x="704" y="212"/>
                    </a:cubicBezTo>
                    <a:cubicBezTo>
                      <a:pt x="646" y="146"/>
                      <a:pt x="588" y="88"/>
                      <a:pt x="522" y="30"/>
                    </a:cubicBezTo>
                    <a:cubicBezTo>
                      <a:pt x="504" y="12"/>
                      <a:pt x="477" y="1"/>
                      <a:pt x="449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9" name="Google Shape;6519;p20"/>
              <p:cNvSpPr/>
              <p:nvPr/>
            </p:nvSpPr>
            <p:spPr>
              <a:xfrm>
                <a:off x="2871425" y="4008700"/>
                <a:ext cx="43350" cy="22075"/>
              </a:xfrm>
              <a:custGeom>
                <a:rect b="b" l="l" r="r" t="t"/>
                <a:pathLst>
                  <a:path extrusionOk="0" h="883" w="1734">
                    <a:moveTo>
                      <a:pt x="1221" y="0"/>
                    </a:moveTo>
                    <a:cubicBezTo>
                      <a:pt x="1101" y="0"/>
                      <a:pt x="985" y="14"/>
                      <a:pt x="863" y="28"/>
                    </a:cubicBezTo>
                    <a:cubicBezTo>
                      <a:pt x="565" y="77"/>
                      <a:pt x="291" y="185"/>
                      <a:pt x="43" y="342"/>
                    </a:cubicBezTo>
                    <a:cubicBezTo>
                      <a:pt x="1" y="370"/>
                      <a:pt x="24" y="422"/>
                      <a:pt x="62" y="422"/>
                    </a:cubicBezTo>
                    <a:cubicBezTo>
                      <a:pt x="69" y="422"/>
                      <a:pt x="77" y="421"/>
                      <a:pt x="84" y="417"/>
                    </a:cubicBezTo>
                    <a:cubicBezTo>
                      <a:pt x="142" y="392"/>
                      <a:pt x="209" y="359"/>
                      <a:pt x="267" y="334"/>
                    </a:cubicBezTo>
                    <a:lnTo>
                      <a:pt x="267" y="334"/>
                    </a:lnTo>
                    <a:cubicBezTo>
                      <a:pt x="175" y="400"/>
                      <a:pt x="101" y="475"/>
                      <a:pt x="26" y="566"/>
                    </a:cubicBezTo>
                    <a:cubicBezTo>
                      <a:pt x="10" y="591"/>
                      <a:pt x="18" y="632"/>
                      <a:pt x="51" y="641"/>
                    </a:cubicBezTo>
                    <a:cubicBezTo>
                      <a:pt x="35" y="666"/>
                      <a:pt x="26" y="690"/>
                      <a:pt x="26" y="715"/>
                    </a:cubicBezTo>
                    <a:cubicBezTo>
                      <a:pt x="10" y="773"/>
                      <a:pt x="35" y="823"/>
                      <a:pt x="84" y="848"/>
                    </a:cubicBezTo>
                    <a:cubicBezTo>
                      <a:pt x="109" y="856"/>
                      <a:pt x="134" y="856"/>
                      <a:pt x="159" y="856"/>
                    </a:cubicBezTo>
                    <a:cubicBezTo>
                      <a:pt x="179" y="871"/>
                      <a:pt x="205" y="883"/>
                      <a:pt x="231" y="883"/>
                    </a:cubicBezTo>
                    <a:cubicBezTo>
                      <a:pt x="249" y="883"/>
                      <a:pt x="267" y="878"/>
                      <a:pt x="283" y="864"/>
                    </a:cubicBezTo>
                    <a:cubicBezTo>
                      <a:pt x="308" y="840"/>
                      <a:pt x="341" y="823"/>
                      <a:pt x="366" y="806"/>
                    </a:cubicBezTo>
                    <a:lnTo>
                      <a:pt x="399" y="806"/>
                    </a:lnTo>
                    <a:cubicBezTo>
                      <a:pt x="481" y="801"/>
                      <a:pt x="563" y="795"/>
                      <a:pt x="645" y="795"/>
                    </a:cubicBezTo>
                    <a:cubicBezTo>
                      <a:pt x="679" y="795"/>
                      <a:pt x="713" y="796"/>
                      <a:pt x="747" y="798"/>
                    </a:cubicBezTo>
                    <a:cubicBezTo>
                      <a:pt x="852" y="813"/>
                      <a:pt x="949" y="875"/>
                      <a:pt x="1053" y="875"/>
                    </a:cubicBezTo>
                    <a:cubicBezTo>
                      <a:pt x="1064" y="875"/>
                      <a:pt x="1075" y="874"/>
                      <a:pt x="1087" y="873"/>
                    </a:cubicBezTo>
                    <a:cubicBezTo>
                      <a:pt x="1145" y="864"/>
                      <a:pt x="1186" y="831"/>
                      <a:pt x="1195" y="773"/>
                    </a:cubicBezTo>
                    <a:cubicBezTo>
                      <a:pt x="1195" y="773"/>
                      <a:pt x="1203" y="773"/>
                      <a:pt x="1203" y="782"/>
                    </a:cubicBezTo>
                    <a:cubicBezTo>
                      <a:pt x="1215" y="786"/>
                      <a:pt x="1227" y="788"/>
                      <a:pt x="1238" y="788"/>
                    </a:cubicBezTo>
                    <a:cubicBezTo>
                      <a:pt x="1334" y="788"/>
                      <a:pt x="1392" y="642"/>
                      <a:pt x="1311" y="583"/>
                    </a:cubicBezTo>
                    <a:cubicBezTo>
                      <a:pt x="1335" y="533"/>
                      <a:pt x="1344" y="475"/>
                      <a:pt x="1294" y="434"/>
                    </a:cubicBezTo>
                    <a:cubicBezTo>
                      <a:pt x="1277" y="417"/>
                      <a:pt x="1253" y="400"/>
                      <a:pt x="1228" y="392"/>
                    </a:cubicBezTo>
                    <a:cubicBezTo>
                      <a:pt x="1219" y="376"/>
                      <a:pt x="1211" y="367"/>
                      <a:pt x="1195" y="359"/>
                    </a:cubicBezTo>
                    <a:lnTo>
                      <a:pt x="1195" y="359"/>
                    </a:lnTo>
                    <a:cubicBezTo>
                      <a:pt x="1248" y="366"/>
                      <a:pt x="1296" y="388"/>
                      <a:pt x="1347" y="388"/>
                    </a:cubicBezTo>
                    <a:cubicBezTo>
                      <a:pt x="1360" y="388"/>
                      <a:pt x="1372" y="387"/>
                      <a:pt x="1385" y="384"/>
                    </a:cubicBezTo>
                    <a:cubicBezTo>
                      <a:pt x="1451" y="376"/>
                      <a:pt x="1468" y="284"/>
                      <a:pt x="1427" y="235"/>
                    </a:cubicBezTo>
                    <a:cubicBezTo>
                      <a:pt x="1377" y="185"/>
                      <a:pt x="1302" y="177"/>
                      <a:pt x="1236" y="160"/>
                    </a:cubicBezTo>
                    <a:cubicBezTo>
                      <a:pt x="1219" y="160"/>
                      <a:pt x="1195" y="152"/>
                      <a:pt x="1178" y="152"/>
                    </a:cubicBezTo>
                    <a:lnTo>
                      <a:pt x="1294" y="152"/>
                    </a:lnTo>
                    <a:cubicBezTo>
                      <a:pt x="1360" y="152"/>
                      <a:pt x="1427" y="160"/>
                      <a:pt x="1493" y="168"/>
                    </a:cubicBezTo>
                    <a:cubicBezTo>
                      <a:pt x="1539" y="174"/>
                      <a:pt x="1584" y="184"/>
                      <a:pt x="1627" y="184"/>
                    </a:cubicBezTo>
                    <a:cubicBezTo>
                      <a:pt x="1647" y="184"/>
                      <a:pt x="1665" y="182"/>
                      <a:pt x="1683" y="177"/>
                    </a:cubicBezTo>
                    <a:cubicBezTo>
                      <a:pt x="1717" y="160"/>
                      <a:pt x="1733" y="119"/>
                      <a:pt x="1708" y="94"/>
                    </a:cubicBezTo>
                    <a:lnTo>
                      <a:pt x="1708" y="86"/>
                    </a:lnTo>
                    <a:cubicBezTo>
                      <a:pt x="1659" y="44"/>
                      <a:pt x="1592" y="36"/>
                      <a:pt x="1526" y="28"/>
                    </a:cubicBezTo>
                    <a:cubicBezTo>
                      <a:pt x="1451" y="11"/>
                      <a:pt x="1377" y="11"/>
                      <a:pt x="1302" y="3"/>
                    </a:cubicBezTo>
                    <a:cubicBezTo>
                      <a:pt x="1275" y="1"/>
                      <a:pt x="1248" y="0"/>
                      <a:pt x="122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0" name="Google Shape;6520;p20"/>
              <p:cNvSpPr/>
              <p:nvPr/>
            </p:nvSpPr>
            <p:spPr>
              <a:xfrm>
                <a:off x="2787775" y="3882250"/>
                <a:ext cx="55075" cy="122025"/>
              </a:xfrm>
              <a:custGeom>
                <a:rect b="b" l="l" r="r" t="t"/>
                <a:pathLst>
                  <a:path extrusionOk="0" h="4881" w="2203">
                    <a:moveTo>
                      <a:pt x="62" y="0"/>
                    </a:moveTo>
                    <a:cubicBezTo>
                      <a:pt x="30" y="0"/>
                      <a:pt x="0" y="21"/>
                      <a:pt x="0" y="65"/>
                    </a:cubicBezTo>
                    <a:cubicBezTo>
                      <a:pt x="17" y="255"/>
                      <a:pt x="50" y="446"/>
                      <a:pt x="100" y="628"/>
                    </a:cubicBezTo>
                    <a:cubicBezTo>
                      <a:pt x="75" y="645"/>
                      <a:pt x="66" y="678"/>
                      <a:pt x="66" y="711"/>
                    </a:cubicBezTo>
                    <a:cubicBezTo>
                      <a:pt x="83" y="926"/>
                      <a:pt x="141" y="1125"/>
                      <a:pt x="207" y="1324"/>
                    </a:cubicBezTo>
                    <a:cubicBezTo>
                      <a:pt x="240" y="1423"/>
                      <a:pt x="274" y="1515"/>
                      <a:pt x="298" y="1614"/>
                    </a:cubicBezTo>
                    <a:cubicBezTo>
                      <a:pt x="323" y="1722"/>
                      <a:pt x="340" y="1829"/>
                      <a:pt x="365" y="1937"/>
                    </a:cubicBezTo>
                    <a:cubicBezTo>
                      <a:pt x="414" y="2136"/>
                      <a:pt x="530" y="2318"/>
                      <a:pt x="622" y="2500"/>
                    </a:cubicBezTo>
                    <a:cubicBezTo>
                      <a:pt x="655" y="2691"/>
                      <a:pt x="688" y="2882"/>
                      <a:pt x="721" y="3064"/>
                    </a:cubicBezTo>
                    <a:cubicBezTo>
                      <a:pt x="754" y="3205"/>
                      <a:pt x="787" y="3337"/>
                      <a:pt x="820" y="3478"/>
                    </a:cubicBezTo>
                    <a:cubicBezTo>
                      <a:pt x="854" y="3619"/>
                      <a:pt x="862" y="3752"/>
                      <a:pt x="862" y="3901"/>
                    </a:cubicBezTo>
                    <a:cubicBezTo>
                      <a:pt x="862" y="4207"/>
                      <a:pt x="887" y="4514"/>
                      <a:pt x="970" y="4812"/>
                    </a:cubicBezTo>
                    <a:cubicBezTo>
                      <a:pt x="982" y="4858"/>
                      <a:pt x="1021" y="4880"/>
                      <a:pt x="1061" y="4880"/>
                    </a:cubicBezTo>
                    <a:cubicBezTo>
                      <a:pt x="1100" y="4880"/>
                      <a:pt x="1139" y="4858"/>
                      <a:pt x="1152" y="4812"/>
                    </a:cubicBezTo>
                    <a:cubicBezTo>
                      <a:pt x="1202" y="4638"/>
                      <a:pt x="1260" y="4464"/>
                      <a:pt x="1309" y="4282"/>
                    </a:cubicBezTo>
                    <a:cubicBezTo>
                      <a:pt x="1367" y="4116"/>
                      <a:pt x="1400" y="3942"/>
                      <a:pt x="1516" y="3801"/>
                    </a:cubicBezTo>
                    <a:cubicBezTo>
                      <a:pt x="1624" y="3660"/>
                      <a:pt x="1757" y="3536"/>
                      <a:pt x="1873" y="3404"/>
                    </a:cubicBezTo>
                    <a:cubicBezTo>
                      <a:pt x="1989" y="3279"/>
                      <a:pt x="2105" y="3155"/>
                      <a:pt x="2179" y="2998"/>
                    </a:cubicBezTo>
                    <a:cubicBezTo>
                      <a:pt x="2203" y="2942"/>
                      <a:pt x="2181" y="2864"/>
                      <a:pt x="2115" y="2864"/>
                    </a:cubicBezTo>
                    <a:cubicBezTo>
                      <a:pt x="2112" y="2864"/>
                      <a:pt x="2108" y="2865"/>
                      <a:pt x="2105" y="2865"/>
                    </a:cubicBezTo>
                    <a:lnTo>
                      <a:pt x="2105" y="2857"/>
                    </a:lnTo>
                    <a:cubicBezTo>
                      <a:pt x="1980" y="2865"/>
                      <a:pt x="1856" y="2898"/>
                      <a:pt x="1740" y="2931"/>
                    </a:cubicBezTo>
                    <a:cubicBezTo>
                      <a:pt x="1707" y="2940"/>
                      <a:pt x="1674" y="2948"/>
                      <a:pt x="1641" y="2956"/>
                    </a:cubicBezTo>
                    <a:cubicBezTo>
                      <a:pt x="1533" y="2931"/>
                      <a:pt x="1425" y="2890"/>
                      <a:pt x="1326" y="2815"/>
                    </a:cubicBezTo>
                    <a:cubicBezTo>
                      <a:pt x="1284" y="2782"/>
                      <a:pt x="1243" y="2741"/>
                      <a:pt x="1202" y="2699"/>
                    </a:cubicBezTo>
                    <a:cubicBezTo>
                      <a:pt x="1193" y="2683"/>
                      <a:pt x="1177" y="2666"/>
                      <a:pt x="1168" y="2650"/>
                    </a:cubicBezTo>
                    <a:cubicBezTo>
                      <a:pt x="1094" y="2542"/>
                      <a:pt x="1028" y="2426"/>
                      <a:pt x="961" y="2310"/>
                    </a:cubicBezTo>
                    <a:cubicBezTo>
                      <a:pt x="920" y="2235"/>
                      <a:pt x="878" y="2152"/>
                      <a:pt x="837" y="2078"/>
                    </a:cubicBezTo>
                    <a:cubicBezTo>
                      <a:pt x="771" y="1929"/>
                      <a:pt x="721" y="1771"/>
                      <a:pt x="671" y="1614"/>
                    </a:cubicBezTo>
                    <a:cubicBezTo>
                      <a:pt x="663" y="1564"/>
                      <a:pt x="646" y="1515"/>
                      <a:pt x="630" y="1465"/>
                    </a:cubicBezTo>
                    <a:cubicBezTo>
                      <a:pt x="605" y="1365"/>
                      <a:pt x="572" y="1266"/>
                      <a:pt x="539" y="1167"/>
                    </a:cubicBezTo>
                    <a:cubicBezTo>
                      <a:pt x="506" y="1067"/>
                      <a:pt x="472" y="959"/>
                      <a:pt x="439" y="860"/>
                    </a:cubicBezTo>
                    <a:cubicBezTo>
                      <a:pt x="348" y="578"/>
                      <a:pt x="240" y="313"/>
                      <a:pt x="133" y="48"/>
                    </a:cubicBezTo>
                    <a:cubicBezTo>
                      <a:pt x="121" y="17"/>
                      <a:pt x="91" y="0"/>
                      <a:pt x="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1" name="Google Shape;6521;p20"/>
              <p:cNvSpPr/>
              <p:nvPr/>
            </p:nvSpPr>
            <p:spPr>
              <a:xfrm>
                <a:off x="2905625" y="3837325"/>
                <a:ext cx="48925" cy="116825"/>
              </a:xfrm>
              <a:custGeom>
                <a:rect b="b" l="l" r="r" t="t"/>
                <a:pathLst>
                  <a:path extrusionOk="0" h="4673" w="1957">
                    <a:moveTo>
                      <a:pt x="1804" y="1"/>
                    </a:moveTo>
                    <a:cubicBezTo>
                      <a:pt x="1794" y="1"/>
                      <a:pt x="1784" y="2"/>
                      <a:pt x="1774" y="6"/>
                    </a:cubicBezTo>
                    <a:cubicBezTo>
                      <a:pt x="1658" y="47"/>
                      <a:pt x="1550" y="105"/>
                      <a:pt x="1442" y="163"/>
                    </a:cubicBezTo>
                    <a:cubicBezTo>
                      <a:pt x="1243" y="387"/>
                      <a:pt x="1045" y="610"/>
                      <a:pt x="871" y="859"/>
                    </a:cubicBezTo>
                    <a:cubicBezTo>
                      <a:pt x="871" y="859"/>
                      <a:pt x="862" y="867"/>
                      <a:pt x="862" y="867"/>
                    </a:cubicBezTo>
                    <a:cubicBezTo>
                      <a:pt x="771" y="1058"/>
                      <a:pt x="688" y="1240"/>
                      <a:pt x="589" y="1422"/>
                    </a:cubicBezTo>
                    <a:cubicBezTo>
                      <a:pt x="539" y="1563"/>
                      <a:pt x="489" y="1712"/>
                      <a:pt x="440" y="1853"/>
                    </a:cubicBezTo>
                    <a:cubicBezTo>
                      <a:pt x="299" y="2276"/>
                      <a:pt x="175" y="2707"/>
                      <a:pt x="83" y="3146"/>
                    </a:cubicBezTo>
                    <a:cubicBezTo>
                      <a:pt x="42" y="3361"/>
                      <a:pt x="1" y="3585"/>
                      <a:pt x="9" y="3800"/>
                    </a:cubicBezTo>
                    <a:cubicBezTo>
                      <a:pt x="17" y="3991"/>
                      <a:pt x="59" y="4215"/>
                      <a:pt x="224" y="4322"/>
                    </a:cubicBezTo>
                    <a:cubicBezTo>
                      <a:pt x="315" y="4380"/>
                      <a:pt x="431" y="4397"/>
                      <a:pt x="539" y="4422"/>
                    </a:cubicBezTo>
                    <a:cubicBezTo>
                      <a:pt x="663" y="4455"/>
                      <a:pt x="788" y="4480"/>
                      <a:pt x="912" y="4505"/>
                    </a:cubicBezTo>
                    <a:cubicBezTo>
                      <a:pt x="1177" y="4563"/>
                      <a:pt x="1442" y="4612"/>
                      <a:pt x="1707" y="4670"/>
                    </a:cubicBezTo>
                    <a:cubicBezTo>
                      <a:pt x="1715" y="4672"/>
                      <a:pt x="1722" y="4673"/>
                      <a:pt x="1729" y="4673"/>
                    </a:cubicBezTo>
                    <a:cubicBezTo>
                      <a:pt x="1818" y="4673"/>
                      <a:pt x="1882" y="4534"/>
                      <a:pt x="1782" y="4488"/>
                    </a:cubicBezTo>
                    <a:cubicBezTo>
                      <a:pt x="1475" y="4347"/>
                      <a:pt x="1169" y="4198"/>
                      <a:pt x="937" y="3949"/>
                    </a:cubicBezTo>
                    <a:cubicBezTo>
                      <a:pt x="705" y="3701"/>
                      <a:pt x="639" y="3378"/>
                      <a:pt x="630" y="3046"/>
                    </a:cubicBezTo>
                    <a:cubicBezTo>
                      <a:pt x="614" y="2342"/>
                      <a:pt x="879" y="1663"/>
                      <a:pt x="1194" y="1050"/>
                    </a:cubicBezTo>
                    <a:cubicBezTo>
                      <a:pt x="1260" y="917"/>
                      <a:pt x="1335" y="784"/>
                      <a:pt x="1426" y="652"/>
                    </a:cubicBezTo>
                    <a:cubicBezTo>
                      <a:pt x="1567" y="486"/>
                      <a:pt x="1724" y="337"/>
                      <a:pt x="1881" y="196"/>
                    </a:cubicBezTo>
                    <a:cubicBezTo>
                      <a:pt x="1956" y="129"/>
                      <a:pt x="1896" y="1"/>
                      <a:pt x="1804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2" name="Google Shape;6522;p20"/>
              <p:cNvSpPr/>
              <p:nvPr/>
            </p:nvSpPr>
            <p:spPr>
              <a:xfrm>
                <a:off x="2892150" y="4434400"/>
                <a:ext cx="7700" cy="44800"/>
              </a:xfrm>
              <a:custGeom>
                <a:rect b="b" l="l" r="r" t="t"/>
                <a:pathLst>
                  <a:path extrusionOk="0" h="1792" w="308">
                    <a:moveTo>
                      <a:pt x="108" y="0"/>
                    </a:moveTo>
                    <a:cubicBezTo>
                      <a:pt x="92" y="0"/>
                      <a:pt x="76" y="8"/>
                      <a:pt x="67" y="26"/>
                    </a:cubicBezTo>
                    <a:cubicBezTo>
                      <a:pt x="1" y="142"/>
                      <a:pt x="34" y="300"/>
                      <a:pt x="51" y="424"/>
                    </a:cubicBezTo>
                    <a:cubicBezTo>
                      <a:pt x="67" y="573"/>
                      <a:pt x="76" y="714"/>
                      <a:pt x="84" y="863"/>
                    </a:cubicBezTo>
                    <a:cubicBezTo>
                      <a:pt x="92" y="1012"/>
                      <a:pt x="84" y="1153"/>
                      <a:pt x="84" y="1302"/>
                    </a:cubicBezTo>
                    <a:cubicBezTo>
                      <a:pt x="84" y="1368"/>
                      <a:pt x="84" y="1435"/>
                      <a:pt x="84" y="1501"/>
                    </a:cubicBezTo>
                    <a:cubicBezTo>
                      <a:pt x="84" y="1584"/>
                      <a:pt x="92" y="1658"/>
                      <a:pt x="84" y="1733"/>
                    </a:cubicBezTo>
                    <a:cubicBezTo>
                      <a:pt x="84" y="1770"/>
                      <a:pt x="115" y="1792"/>
                      <a:pt x="146" y="1792"/>
                    </a:cubicBezTo>
                    <a:cubicBezTo>
                      <a:pt x="169" y="1792"/>
                      <a:pt x="193" y="1779"/>
                      <a:pt x="200" y="1750"/>
                    </a:cubicBezTo>
                    <a:cubicBezTo>
                      <a:pt x="208" y="1675"/>
                      <a:pt x="241" y="1600"/>
                      <a:pt x="258" y="1526"/>
                    </a:cubicBezTo>
                    <a:cubicBezTo>
                      <a:pt x="274" y="1451"/>
                      <a:pt x="283" y="1377"/>
                      <a:pt x="291" y="1302"/>
                    </a:cubicBezTo>
                    <a:cubicBezTo>
                      <a:pt x="299" y="1153"/>
                      <a:pt x="308" y="1012"/>
                      <a:pt x="308" y="863"/>
                    </a:cubicBezTo>
                    <a:cubicBezTo>
                      <a:pt x="299" y="714"/>
                      <a:pt x="299" y="573"/>
                      <a:pt x="283" y="424"/>
                    </a:cubicBezTo>
                    <a:cubicBezTo>
                      <a:pt x="266" y="291"/>
                      <a:pt x="258" y="109"/>
                      <a:pt x="142" y="18"/>
                    </a:cubicBezTo>
                    <a:cubicBezTo>
                      <a:pt x="134" y="6"/>
                      <a:pt x="121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3" name="Google Shape;6523;p20"/>
              <p:cNvSpPr/>
              <p:nvPr/>
            </p:nvSpPr>
            <p:spPr>
              <a:xfrm>
                <a:off x="2891125" y="4414950"/>
                <a:ext cx="5200" cy="12700"/>
              </a:xfrm>
              <a:custGeom>
                <a:rect b="b" l="l" r="r" t="t"/>
                <a:pathLst>
                  <a:path extrusionOk="0" h="508" w="208">
                    <a:moveTo>
                      <a:pt x="175" y="1"/>
                    </a:moveTo>
                    <a:cubicBezTo>
                      <a:pt x="166" y="1"/>
                      <a:pt x="150" y="9"/>
                      <a:pt x="150" y="25"/>
                    </a:cubicBezTo>
                    <a:cubicBezTo>
                      <a:pt x="133" y="67"/>
                      <a:pt x="125" y="100"/>
                      <a:pt x="117" y="141"/>
                    </a:cubicBezTo>
                    <a:cubicBezTo>
                      <a:pt x="108" y="133"/>
                      <a:pt x="92" y="117"/>
                      <a:pt x="75" y="117"/>
                    </a:cubicBezTo>
                    <a:cubicBezTo>
                      <a:pt x="50" y="117"/>
                      <a:pt x="34" y="133"/>
                      <a:pt x="25" y="150"/>
                    </a:cubicBezTo>
                    <a:cubicBezTo>
                      <a:pt x="17" y="158"/>
                      <a:pt x="17" y="175"/>
                      <a:pt x="17" y="191"/>
                    </a:cubicBezTo>
                    <a:cubicBezTo>
                      <a:pt x="9" y="208"/>
                      <a:pt x="9" y="216"/>
                      <a:pt x="9" y="233"/>
                    </a:cubicBezTo>
                    <a:cubicBezTo>
                      <a:pt x="1" y="249"/>
                      <a:pt x="1" y="266"/>
                      <a:pt x="1" y="282"/>
                    </a:cubicBezTo>
                    <a:cubicBezTo>
                      <a:pt x="1" y="340"/>
                      <a:pt x="9" y="390"/>
                      <a:pt x="9" y="440"/>
                    </a:cubicBezTo>
                    <a:cubicBezTo>
                      <a:pt x="9" y="477"/>
                      <a:pt x="29" y="507"/>
                      <a:pt x="63" y="507"/>
                    </a:cubicBezTo>
                    <a:cubicBezTo>
                      <a:pt x="67" y="507"/>
                      <a:pt x="71" y="507"/>
                      <a:pt x="75" y="506"/>
                    </a:cubicBezTo>
                    <a:cubicBezTo>
                      <a:pt x="108" y="506"/>
                      <a:pt x="133" y="481"/>
                      <a:pt x="133" y="440"/>
                    </a:cubicBezTo>
                    <a:lnTo>
                      <a:pt x="141" y="282"/>
                    </a:lnTo>
                    <a:lnTo>
                      <a:pt x="141" y="241"/>
                    </a:lnTo>
                    <a:cubicBezTo>
                      <a:pt x="141" y="241"/>
                      <a:pt x="141" y="249"/>
                      <a:pt x="150" y="249"/>
                    </a:cubicBezTo>
                    <a:cubicBezTo>
                      <a:pt x="175" y="249"/>
                      <a:pt x="199" y="224"/>
                      <a:pt x="208" y="199"/>
                    </a:cubicBezTo>
                    <a:cubicBezTo>
                      <a:pt x="208" y="141"/>
                      <a:pt x="208" y="92"/>
                      <a:pt x="208" y="34"/>
                    </a:cubicBezTo>
                    <a:lnTo>
                      <a:pt x="199" y="34"/>
                    </a:lnTo>
                    <a:cubicBezTo>
                      <a:pt x="199" y="17"/>
                      <a:pt x="191" y="9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4" name="Google Shape;6524;p20"/>
              <p:cNvSpPr/>
              <p:nvPr/>
            </p:nvSpPr>
            <p:spPr>
              <a:xfrm>
                <a:off x="2627825" y="4696950"/>
                <a:ext cx="128675" cy="66150"/>
              </a:xfrm>
              <a:custGeom>
                <a:rect b="b" l="l" r="r" t="t"/>
                <a:pathLst>
                  <a:path extrusionOk="0" h="2646" w="5147">
                    <a:moveTo>
                      <a:pt x="1081" y="1388"/>
                    </a:moveTo>
                    <a:cubicBezTo>
                      <a:pt x="1620" y="1686"/>
                      <a:pt x="2199" y="1905"/>
                      <a:pt x="2794" y="2044"/>
                    </a:cubicBezTo>
                    <a:cubicBezTo>
                      <a:pt x="2578" y="2027"/>
                      <a:pt x="2371" y="2002"/>
                      <a:pt x="2164" y="1944"/>
                    </a:cubicBezTo>
                    <a:cubicBezTo>
                      <a:pt x="1932" y="1886"/>
                      <a:pt x="1717" y="1795"/>
                      <a:pt x="1518" y="1687"/>
                    </a:cubicBezTo>
                    <a:cubicBezTo>
                      <a:pt x="1460" y="1654"/>
                      <a:pt x="1410" y="1621"/>
                      <a:pt x="1361" y="1588"/>
                    </a:cubicBezTo>
                    <a:cubicBezTo>
                      <a:pt x="1352" y="1571"/>
                      <a:pt x="1336" y="1571"/>
                      <a:pt x="1319" y="1563"/>
                    </a:cubicBezTo>
                    <a:cubicBezTo>
                      <a:pt x="1235" y="1509"/>
                      <a:pt x="1158" y="1449"/>
                      <a:pt x="1081" y="1388"/>
                    </a:cubicBezTo>
                    <a:close/>
                    <a:moveTo>
                      <a:pt x="64" y="0"/>
                    </a:moveTo>
                    <a:cubicBezTo>
                      <a:pt x="32" y="0"/>
                      <a:pt x="0" y="27"/>
                      <a:pt x="10" y="72"/>
                    </a:cubicBezTo>
                    <a:cubicBezTo>
                      <a:pt x="43" y="254"/>
                      <a:pt x="101" y="428"/>
                      <a:pt x="167" y="594"/>
                    </a:cubicBezTo>
                    <a:cubicBezTo>
                      <a:pt x="134" y="627"/>
                      <a:pt x="118" y="693"/>
                      <a:pt x="151" y="734"/>
                    </a:cubicBezTo>
                    <a:cubicBezTo>
                      <a:pt x="225" y="834"/>
                      <a:pt x="308" y="942"/>
                      <a:pt x="391" y="1041"/>
                    </a:cubicBezTo>
                    <a:cubicBezTo>
                      <a:pt x="557" y="1306"/>
                      <a:pt x="781" y="1538"/>
                      <a:pt x="1021" y="1737"/>
                    </a:cubicBezTo>
                    <a:cubicBezTo>
                      <a:pt x="1046" y="1762"/>
                      <a:pt x="1079" y="1778"/>
                      <a:pt x="1104" y="1803"/>
                    </a:cubicBezTo>
                    <a:cubicBezTo>
                      <a:pt x="1029" y="1836"/>
                      <a:pt x="1004" y="1961"/>
                      <a:pt x="1095" y="2019"/>
                    </a:cubicBezTo>
                    <a:cubicBezTo>
                      <a:pt x="1736" y="2428"/>
                      <a:pt x="2495" y="2646"/>
                      <a:pt x="3251" y="2646"/>
                    </a:cubicBezTo>
                    <a:cubicBezTo>
                      <a:pt x="3414" y="2646"/>
                      <a:pt x="3577" y="2636"/>
                      <a:pt x="3738" y="2615"/>
                    </a:cubicBezTo>
                    <a:cubicBezTo>
                      <a:pt x="4004" y="2582"/>
                      <a:pt x="4260" y="2532"/>
                      <a:pt x="4509" y="2450"/>
                    </a:cubicBezTo>
                    <a:cubicBezTo>
                      <a:pt x="4509" y="2450"/>
                      <a:pt x="4517" y="2441"/>
                      <a:pt x="4517" y="2441"/>
                    </a:cubicBezTo>
                    <a:cubicBezTo>
                      <a:pt x="4550" y="2450"/>
                      <a:pt x="4584" y="2450"/>
                      <a:pt x="4625" y="2458"/>
                    </a:cubicBezTo>
                    <a:cubicBezTo>
                      <a:pt x="4658" y="2458"/>
                      <a:pt x="4691" y="2468"/>
                      <a:pt x="4724" y="2468"/>
                    </a:cubicBezTo>
                    <a:cubicBezTo>
                      <a:pt x="4733" y="2468"/>
                      <a:pt x="4741" y="2468"/>
                      <a:pt x="4749" y="2466"/>
                    </a:cubicBezTo>
                    <a:cubicBezTo>
                      <a:pt x="4782" y="2466"/>
                      <a:pt x="4824" y="2483"/>
                      <a:pt x="4865" y="2491"/>
                    </a:cubicBezTo>
                    <a:cubicBezTo>
                      <a:pt x="4907" y="2491"/>
                      <a:pt x="4915" y="2425"/>
                      <a:pt x="4882" y="2408"/>
                    </a:cubicBezTo>
                    <a:cubicBezTo>
                      <a:pt x="4849" y="2383"/>
                      <a:pt x="4807" y="2375"/>
                      <a:pt x="4766" y="2358"/>
                    </a:cubicBezTo>
                    <a:cubicBezTo>
                      <a:pt x="4724" y="2334"/>
                      <a:pt x="4675" y="2334"/>
                      <a:pt x="4633" y="2325"/>
                    </a:cubicBezTo>
                    <a:lnTo>
                      <a:pt x="4592" y="2325"/>
                    </a:lnTo>
                    <a:cubicBezTo>
                      <a:pt x="4592" y="2300"/>
                      <a:pt x="4575" y="2276"/>
                      <a:pt x="4559" y="2251"/>
                    </a:cubicBezTo>
                    <a:cubicBezTo>
                      <a:pt x="4666" y="2226"/>
                      <a:pt x="4774" y="2193"/>
                      <a:pt x="4890" y="2151"/>
                    </a:cubicBezTo>
                    <a:cubicBezTo>
                      <a:pt x="4923" y="2151"/>
                      <a:pt x="4965" y="2143"/>
                      <a:pt x="5006" y="2135"/>
                    </a:cubicBezTo>
                    <a:lnTo>
                      <a:pt x="5039" y="2135"/>
                    </a:lnTo>
                    <a:cubicBezTo>
                      <a:pt x="5139" y="2118"/>
                      <a:pt x="5147" y="1994"/>
                      <a:pt x="5089" y="1936"/>
                    </a:cubicBezTo>
                    <a:cubicBezTo>
                      <a:pt x="5067" y="1900"/>
                      <a:pt x="5033" y="1876"/>
                      <a:pt x="4981" y="1876"/>
                    </a:cubicBezTo>
                    <a:cubicBezTo>
                      <a:pt x="4973" y="1876"/>
                      <a:pt x="4965" y="1877"/>
                      <a:pt x="4956" y="1878"/>
                    </a:cubicBezTo>
                    <a:cubicBezTo>
                      <a:pt x="4874" y="1894"/>
                      <a:pt x="4791" y="1911"/>
                      <a:pt x="4700" y="1919"/>
                    </a:cubicBezTo>
                    <a:cubicBezTo>
                      <a:pt x="4575" y="1936"/>
                      <a:pt x="4443" y="1944"/>
                      <a:pt x="4318" y="1961"/>
                    </a:cubicBezTo>
                    <a:cubicBezTo>
                      <a:pt x="4273" y="1962"/>
                      <a:pt x="4227" y="1962"/>
                      <a:pt x="4181" y="1962"/>
                    </a:cubicBezTo>
                    <a:cubicBezTo>
                      <a:pt x="3158" y="1962"/>
                      <a:pt x="2141" y="1698"/>
                      <a:pt x="1245" y="1207"/>
                    </a:cubicBezTo>
                    <a:cubicBezTo>
                      <a:pt x="938" y="1041"/>
                      <a:pt x="648" y="842"/>
                      <a:pt x="383" y="618"/>
                    </a:cubicBezTo>
                    <a:cubicBezTo>
                      <a:pt x="358" y="594"/>
                      <a:pt x="341" y="560"/>
                      <a:pt x="325" y="527"/>
                    </a:cubicBezTo>
                    <a:cubicBezTo>
                      <a:pt x="242" y="370"/>
                      <a:pt x="167" y="212"/>
                      <a:pt x="118" y="38"/>
                    </a:cubicBezTo>
                    <a:cubicBezTo>
                      <a:pt x="108" y="12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5" name="Google Shape;6525;p20"/>
              <p:cNvSpPr/>
              <p:nvPr/>
            </p:nvSpPr>
            <p:spPr>
              <a:xfrm>
                <a:off x="2726875" y="4767850"/>
                <a:ext cx="21350" cy="7200"/>
              </a:xfrm>
              <a:custGeom>
                <a:rect b="b" l="l" r="r" t="t"/>
                <a:pathLst>
                  <a:path extrusionOk="0" h="288" w="854">
                    <a:moveTo>
                      <a:pt x="83" y="1"/>
                    </a:moveTo>
                    <a:cubicBezTo>
                      <a:pt x="54" y="1"/>
                      <a:pt x="24" y="18"/>
                      <a:pt x="17" y="53"/>
                    </a:cubicBezTo>
                    <a:cubicBezTo>
                      <a:pt x="0" y="94"/>
                      <a:pt x="25" y="127"/>
                      <a:pt x="66" y="136"/>
                    </a:cubicBezTo>
                    <a:cubicBezTo>
                      <a:pt x="207" y="185"/>
                      <a:pt x="348" y="235"/>
                      <a:pt x="489" y="268"/>
                    </a:cubicBezTo>
                    <a:cubicBezTo>
                      <a:pt x="538" y="280"/>
                      <a:pt x="586" y="288"/>
                      <a:pt x="635" y="288"/>
                    </a:cubicBezTo>
                    <a:cubicBezTo>
                      <a:pt x="652" y="288"/>
                      <a:pt x="670" y="287"/>
                      <a:pt x="688" y="285"/>
                    </a:cubicBezTo>
                    <a:cubicBezTo>
                      <a:pt x="762" y="276"/>
                      <a:pt x="854" y="227"/>
                      <a:pt x="854" y="144"/>
                    </a:cubicBezTo>
                    <a:cubicBezTo>
                      <a:pt x="854" y="119"/>
                      <a:pt x="837" y="94"/>
                      <a:pt x="812" y="86"/>
                    </a:cubicBezTo>
                    <a:cubicBezTo>
                      <a:pt x="801" y="83"/>
                      <a:pt x="790" y="82"/>
                      <a:pt x="779" y="82"/>
                    </a:cubicBezTo>
                    <a:cubicBezTo>
                      <a:pt x="757" y="82"/>
                      <a:pt x="735" y="86"/>
                      <a:pt x="713" y="86"/>
                    </a:cubicBezTo>
                    <a:lnTo>
                      <a:pt x="696" y="86"/>
                    </a:lnTo>
                    <a:cubicBezTo>
                      <a:pt x="688" y="94"/>
                      <a:pt x="671" y="94"/>
                      <a:pt x="655" y="94"/>
                    </a:cubicBezTo>
                    <a:cubicBezTo>
                      <a:pt x="597" y="94"/>
                      <a:pt x="564" y="86"/>
                      <a:pt x="506" y="69"/>
                    </a:cubicBezTo>
                    <a:cubicBezTo>
                      <a:pt x="373" y="44"/>
                      <a:pt x="240" y="20"/>
                      <a:pt x="100" y="3"/>
                    </a:cubicBezTo>
                    <a:cubicBezTo>
                      <a:pt x="94" y="2"/>
                      <a:pt x="88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6" name="Google Shape;6526;p20"/>
              <p:cNvSpPr/>
              <p:nvPr/>
            </p:nvSpPr>
            <p:spPr>
              <a:xfrm>
                <a:off x="2627450" y="4573375"/>
                <a:ext cx="13275" cy="50850"/>
              </a:xfrm>
              <a:custGeom>
                <a:rect b="b" l="l" r="r" t="t"/>
                <a:pathLst>
                  <a:path extrusionOk="0" h="2034" w="531">
                    <a:moveTo>
                      <a:pt x="418" y="1"/>
                    </a:moveTo>
                    <a:cubicBezTo>
                      <a:pt x="403" y="1"/>
                      <a:pt x="388" y="4"/>
                      <a:pt x="373" y="10"/>
                    </a:cubicBezTo>
                    <a:cubicBezTo>
                      <a:pt x="298" y="52"/>
                      <a:pt x="274" y="159"/>
                      <a:pt x="240" y="234"/>
                    </a:cubicBezTo>
                    <a:cubicBezTo>
                      <a:pt x="207" y="308"/>
                      <a:pt x="182" y="391"/>
                      <a:pt x="158" y="474"/>
                    </a:cubicBezTo>
                    <a:cubicBezTo>
                      <a:pt x="108" y="640"/>
                      <a:pt x="66" y="814"/>
                      <a:pt x="42" y="980"/>
                    </a:cubicBezTo>
                    <a:cubicBezTo>
                      <a:pt x="17" y="1154"/>
                      <a:pt x="0" y="1319"/>
                      <a:pt x="0" y="1493"/>
                    </a:cubicBezTo>
                    <a:cubicBezTo>
                      <a:pt x="8" y="1584"/>
                      <a:pt x="17" y="1676"/>
                      <a:pt x="25" y="1758"/>
                    </a:cubicBezTo>
                    <a:cubicBezTo>
                      <a:pt x="42" y="1841"/>
                      <a:pt x="50" y="1924"/>
                      <a:pt x="83" y="2007"/>
                    </a:cubicBezTo>
                    <a:cubicBezTo>
                      <a:pt x="94" y="2025"/>
                      <a:pt x="114" y="2034"/>
                      <a:pt x="134" y="2034"/>
                    </a:cubicBezTo>
                    <a:cubicBezTo>
                      <a:pt x="160" y="2034"/>
                      <a:pt x="186" y="2019"/>
                      <a:pt x="191" y="1990"/>
                    </a:cubicBezTo>
                    <a:cubicBezTo>
                      <a:pt x="207" y="1916"/>
                      <a:pt x="199" y="1833"/>
                      <a:pt x="199" y="1758"/>
                    </a:cubicBezTo>
                    <a:cubicBezTo>
                      <a:pt x="199" y="1676"/>
                      <a:pt x="199" y="1593"/>
                      <a:pt x="207" y="1502"/>
                    </a:cubicBezTo>
                    <a:cubicBezTo>
                      <a:pt x="216" y="1336"/>
                      <a:pt x="224" y="1170"/>
                      <a:pt x="249" y="1013"/>
                    </a:cubicBezTo>
                    <a:cubicBezTo>
                      <a:pt x="274" y="847"/>
                      <a:pt x="315" y="698"/>
                      <a:pt x="365" y="540"/>
                    </a:cubicBezTo>
                    <a:cubicBezTo>
                      <a:pt x="390" y="458"/>
                      <a:pt x="414" y="375"/>
                      <a:pt x="448" y="300"/>
                    </a:cubicBezTo>
                    <a:cubicBezTo>
                      <a:pt x="481" y="226"/>
                      <a:pt x="530" y="143"/>
                      <a:pt x="506" y="60"/>
                    </a:cubicBezTo>
                    <a:lnTo>
                      <a:pt x="506" y="60"/>
                    </a:lnTo>
                    <a:lnTo>
                      <a:pt x="506" y="68"/>
                    </a:lnTo>
                    <a:cubicBezTo>
                      <a:pt x="493" y="25"/>
                      <a:pt x="458" y="1"/>
                      <a:pt x="4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7" name="Google Shape;6527;p20"/>
              <p:cNvSpPr/>
              <p:nvPr/>
            </p:nvSpPr>
            <p:spPr>
              <a:xfrm>
                <a:off x="2635725" y="4589400"/>
                <a:ext cx="4800" cy="20025"/>
              </a:xfrm>
              <a:custGeom>
                <a:rect b="b" l="l" r="r" t="t"/>
                <a:pathLst>
                  <a:path extrusionOk="0" h="801" w="192">
                    <a:moveTo>
                      <a:pt x="145" y="0"/>
                    </a:moveTo>
                    <a:cubicBezTo>
                      <a:pt x="130" y="0"/>
                      <a:pt x="113" y="8"/>
                      <a:pt x="100" y="24"/>
                    </a:cubicBezTo>
                    <a:cubicBezTo>
                      <a:pt x="67" y="73"/>
                      <a:pt x="50" y="140"/>
                      <a:pt x="42" y="198"/>
                    </a:cubicBezTo>
                    <a:cubicBezTo>
                      <a:pt x="25" y="256"/>
                      <a:pt x="17" y="314"/>
                      <a:pt x="9" y="380"/>
                    </a:cubicBezTo>
                    <a:cubicBezTo>
                      <a:pt x="1" y="496"/>
                      <a:pt x="1" y="620"/>
                      <a:pt x="9" y="745"/>
                    </a:cubicBezTo>
                    <a:cubicBezTo>
                      <a:pt x="13" y="782"/>
                      <a:pt x="44" y="801"/>
                      <a:pt x="73" y="801"/>
                    </a:cubicBezTo>
                    <a:cubicBezTo>
                      <a:pt x="102" y="801"/>
                      <a:pt x="129" y="782"/>
                      <a:pt x="125" y="745"/>
                    </a:cubicBezTo>
                    <a:cubicBezTo>
                      <a:pt x="125" y="629"/>
                      <a:pt x="133" y="513"/>
                      <a:pt x="141" y="388"/>
                    </a:cubicBezTo>
                    <a:cubicBezTo>
                      <a:pt x="150" y="339"/>
                      <a:pt x="158" y="281"/>
                      <a:pt x="166" y="223"/>
                    </a:cubicBezTo>
                    <a:cubicBezTo>
                      <a:pt x="175" y="165"/>
                      <a:pt x="191" y="107"/>
                      <a:pt x="191" y="49"/>
                    </a:cubicBezTo>
                    <a:cubicBezTo>
                      <a:pt x="191" y="18"/>
                      <a:pt x="170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8" name="Google Shape;6528;p20"/>
              <p:cNvSpPr/>
              <p:nvPr/>
            </p:nvSpPr>
            <p:spPr>
              <a:xfrm>
                <a:off x="2636975" y="4558575"/>
                <a:ext cx="6025" cy="8850"/>
              </a:xfrm>
              <a:custGeom>
                <a:rect b="b" l="l" r="r" t="t"/>
                <a:pathLst>
                  <a:path extrusionOk="0" h="354" w="241">
                    <a:moveTo>
                      <a:pt x="187" y="0"/>
                    </a:moveTo>
                    <a:cubicBezTo>
                      <a:pt x="177" y="0"/>
                      <a:pt x="167" y="4"/>
                      <a:pt x="158" y="14"/>
                    </a:cubicBezTo>
                    <a:cubicBezTo>
                      <a:pt x="141" y="22"/>
                      <a:pt x="133" y="30"/>
                      <a:pt x="125" y="47"/>
                    </a:cubicBezTo>
                    <a:cubicBezTo>
                      <a:pt x="116" y="55"/>
                      <a:pt x="116" y="64"/>
                      <a:pt x="108" y="72"/>
                    </a:cubicBezTo>
                    <a:cubicBezTo>
                      <a:pt x="100" y="97"/>
                      <a:pt x="83" y="113"/>
                      <a:pt x="75" y="138"/>
                    </a:cubicBezTo>
                    <a:lnTo>
                      <a:pt x="9" y="262"/>
                    </a:lnTo>
                    <a:cubicBezTo>
                      <a:pt x="0" y="287"/>
                      <a:pt x="0" y="329"/>
                      <a:pt x="33" y="345"/>
                    </a:cubicBezTo>
                    <a:cubicBezTo>
                      <a:pt x="45" y="351"/>
                      <a:pt x="58" y="354"/>
                      <a:pt x="70" y="354"/>
                    </a:cubicBezTo>
                    <a:cubicBezTo>
                      <a:pt x="93" y="354"/>
                      <a:pt x="114" y="345"/>
                      <a:pt x="125" y="329"/>
                    </a:cubicBezTo>
                    <a:cubicBezTo>
                      <a:pt x="141" y="279"/>
                      <a:pt x="166" y="238"/>
                      <a:pt x="183" y="196"/>
                    </a:cubicBezTo>
                    <a:cubicBezTo>
                      <a:pt x="199" y="180"/>
                      <a:pt x="207" y="155"/>
                      <a:pt x="216" y="138"/>
                    </a:cubicBezTo>
                    <a:cubicBezTo>
                      <a:pt x="216" y="122"/>
                      <a:pt x="224" y="113"/>
                      <a:pt x="224" y="105"/>
                    </a:cubicBezTo>
                    <a:cubicBezTo>
                      <a:pt x="232" y="88"/>
                      <a:pt x="232" y="80"/>
                      <a:pt x="241" y="64"/>
                    </a:cubicBezTo>
                    <a:lnTo>
                      <a:pt x="241" y="47"/>
                    </a:lnTo>
                    <a:cubicBezTo>
                      <a:pt x="241" y="30"/>
                      <a:pt x="224" y="14"/>
                      <a:pt x="207" y="6"/>
                    </a:cubicBezTo>
                    <a:cubicBezTo>
                      <a:pt x="201" y="2"/>
                      <a:pt x="194" y="0"/>
                      <a:pt x="1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9" name="Google Shape;6529;p20"/>
              <p:cNvSpPr/>
              <p:nvPr/>
            </p:nvSpPr>
            <p:spPr>
              <a:xfrm>
                <a:off x="2802075" y="4569200"/>
                <a:ext cx="38750" cy="99650"/>
              </a:xfrm>
              <a:custGeom>
                <a:rect b="b" l="l" r="r" t="t"/>
                <a:pathLst>
                  <a:path extrusionOk="0" h="3986" w="1550">
                    <a:moveTo>
                      <a:pt x="809" y="0"/>
                    </a:moveTo>
                    <a:cubicBezTo>
                      <a:pt x="796" y="0"/>
                      <a:pt x="783" y="8"/>
                      <a:pt x="779" y="28"/>
                    </a:cubicBezTo>
                    <a:cubicBezTo>
                      <a:pt x="729" y="243"/>
                      <a:pt x="754" y="484"/>
                      <a:pt x="779" y="707"/>
                    </a:cubicBezTo>
                    <a:cubicBezTo>
                      <a:pt x="759" y="693"/>
                      <a:pt x="737" y="684"/>
                      <a:pt x="716" y="684"/>
                    </a:cubicBezTo>
                    <a:cubicBezTo>
                      <a:pt x="700" y="684"/>
                      <a:pt x="685" y="689"/>
                      <a:pt x="671" y="699"/>
                    </a:cubicBezTo>
                    <a:cubicBezTo>
                      <a:pt x="646" y="707"/>
                      <a:pt x="630" y="732"/>
                      <a:pt x="638" y="765"/>
                    </a:cubicBezTo>
                    <a:cubicBezTo>
                      <a:pt x="663" y="973"/>
                      <a:pt x="696" y="1171"/>
                      <a:pt x="737" y="1370"/>
                    </a:cubicBezTo>
                    <a:cubicBezTo>
                      <a:pt x="563" y="1055"/>
                      <a:pt x="348" y="765"/>
                      <a:pt x="124" y="492"/>
                    </a:cubicBezTo>
                    <a:cubicBezTo>
                      <a:pt x="111" y="477"/>
                      <a:pt x="96" y="471"/>
                      <a:pt x="81" y="471"/>
                    </a:cubicBezTo>
                    <a:cubicBezTo>
                      <a:pt x="39" y="471"/>
                      <a:pt x="0" y="521"/>
                      <a:pt x="25" y="558"/>
                    </a:cubicBezTo>
                    <a:cubicBezTo>
                      <a:pt x="248" y="881"/>
                      <a:pt x="431" y="1229"/>
                      <a:pt x="596" y="1577"/>
                    </a:cubicBezTo>
                    <a:cubicBezTo>
                      <a:pt x="770" y="1934"/>
                      <a:pt x="911" y="2298"/>
                      <a:pt x="1011" y="2671"/>
                    </a:cubicBezTo>
                    <a:cubicBezTo>
                      <a:pt x="1019" y="2679"/>
                      <a:pt x="1019" y="2688"/>
                      <a:pt x="1027" y="2704"/>
                    </a:cubicBezTo>
                    <a:cubicBezTo>
                      <a:pt x="1035" y="2754"/>
                      <a:pt x="1052" y="2812"/>
                      <a:pt x="1060" y="2862"/>
                    </a:cubicBezTo>
                    <a:cubicBezTo>
                      <a:pt x="1110" y="3218"/>
                      <a:pt x="1185" y="3574"/>
                      <a:pt x="1284" y="3914"/>
                    </a:cubicBezTo>
                    <a:cubicBezTo>
                      <a:pt x="1301" y="3964"/>
                      <a:pt x="1340" y="3986"/>
                      <a:pt x="1380" y="3986"/>
                    </a:cubicBezTo>
                    <a:cubicBezTo>
                      <a:pt x="1439" y="3986"/>
                      <a:pt x="1498" y="3938"/>
                      <a:pt x="1483" y="3864"/>
                    </a:cubicBezTo>
                    <a:cubicBezTo>
                      <a:pt x="1466" y="3790"/>
                      <a:pt x="1450" y="3715"/>
                      <a:pt x="1433" y="3641"/>
                    </a:cubicBezTo>
                    <a:cubicBezTo>
                      <a:pt x="1491" y="3632"/>
                      <a:pt x="1549" y="3574"/>
                      <a:pt x="1533" y="3508"/>
                    </a:cubicBezTo>
                    <a:cubicBezTo>
                      <a:pt x="1433" y="3143"/>
                      <a:pt x="1350" y="2779"/>
                      <a:pt x="1276" y="2414"/>
                    </a:cubicBezTo>
                    <a:cubicBezTo>
                      <a:pt x="1284" y="2398"/>
                      <a:pt x="1284" y="2381"/>
                      <a:pt x="1276" y="2356"/>
                    </a:cubicBezTo>
                    <a:cubicBezTo>
                      <a:pt x="1259" y="2290"/>
                      <a:pt x="1243" y="2232"/>
                      <a:pt x="1226" y="2166"/>
                    </a:cubicBezTo>
                    <a:cubicBezTo>
                      <a:pt x="1193" y="1959"/>
                      <a:pt x="1151" y="1743"/>
                      <a:pt x="1118" y="1536"/>
                    </a:cubicBezTo>
                    <a:cubicBezTo>
                      <a:pt x="1118" y="1503"/>
                      <a:pt x="1093" y="1478"/>
                      <a:pt x="1069" y="1478"/>
                    </a:cubicBezTo>
                    <a:cubicBezTo>
                      <a:pt x="1035" y="1329"/>
                      <a:pt x="1002" y="1180"/>
                      <a:pt x="961" y="1039"/>
                    </a:cubicBezTo>
                    <a:cubicBezTo>
                      <a:pt x="953" y="1022"/>
                      <a:pt x="953" y="1014"/>
                      <a:pt x="944" y="1006"/>
                    </a:cubicBezTo>
                    <a:cubicBezTo>
                      <a:pt x="936" y="915"/>
                      <a:pt x="919" y="832"/>
                      <a:pt x="911" y="749"/>
                    </a:cubicBezTo>
                    <a:cubicBezTo>
                      <a:pt x="903" y="625"/>
                      <a:pt x="895" y="500"/>
                      <a:pt x="886" y="376"/>
                    </a:cubicBezTo>
                    <a:cubicBezTo>
                      <a:pt x="878" y="260"/>
                      <a:pt x="870" y="136"/>
                      <a:pt x="845" y="28"/>
                    </a:cubicBezTo>
                    <a:cubicBezTo>
                      <a:pt x="841" y="11"/>
                      <a:pt x="825" y="0"/>
                      <a:pt x="80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0" name="Google Shape;6530;p20"/>
              <p:cNvSpPr/>
              <p:nvPr/>
            </p:nvSpPr>
            <p:spPr>
              <a:xfrm>
                <a:off x="2805000" y="4559925"/>
                <a:ext cx="11275" cy="25675"/>
              </a:xfrm>
              <a:custGeom>
                <a:rect b="b" l="l" r="r" t="t"/>
                <a:pathLst>
                  <a:path extrusionOk="0" h="1027" w="451">
                    <a:moveTo>
                      <a:pt x="41" y="1"/>
                    </a:moveTo>
                    <a:cubicBezTo>
                      <a:pt x="18" y="1"/>
                      <a:pt x="1" y="26"/>
                      <a:pt x="7" y="51"/>
                    </a:cubicBezTo>
                    <a:cubicBezTo>
                      <a:pt x="15" y="134"/>
                      <a:pt x="73" y="200"/>
                      <a:pt x="107" y="275"/>
                    </a:cubicBezTo>
                    <a:cubicBezTo>
                      <a:pt x="140" y="349"/>
                      <a:pt x="173" y="432"/>
                      <a:pt x="206" y="507"/>
                    </a:cubicBezTo>
                    <a:cubicBezTo>
                      <a:pt x="264" y="664"/>
                      <a:pt x="314" y="830"/>
                      <a:pt x="339" y="987"/>
                    </a:cubicBezTo>
                    <a:cubicBezTo>
                      <a:pt x="346" y="1014"/>
                      <a:pt x="372" y="1027"/>
                      <a:pt x="396" y="1027"/>
                    </a:cubicBezTo>
                    <a:cubicBezTo>
                      <a:pt x="424" y="1027"/>
                      <a:pt x="451" y="1010"/>
                      <a:pt x="446" y="979"/>
                    </a:cubicBezTo>
                    <a:cubicBezTo>
                      <a:pt x="421" y="797"/>
                      <a:pt x="380" y="623"/>
                      <a:pt x="322" y="457"/>
                    </a:cubicBezTo>
                    <a:cubicBezTo>
                      <a:pt x="289" y="374"/>
                      <a:pt x="256" y="291"/>
                      <a:pt x="214" y="217"/>
                    </a:cubicBezTo>
                    <a:cubicBezTo>
                      <a:pt x="173" y="142"/>
                      <a:pt x="131" y="59"/>
                      <a:pt x="65" y="10"/>
                    </a:cubicBezTo>
                    <a:cubicBezTo>
                      <a:pt x="57" y="4"/>
                      <a:pt x="49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1" name="Google Shape;6531;p20"/>
              <p:cNvSpPr/>
              <p:nvPr/>
            </p:nvSpPr>
            <p:spPr>
              <a:xfrm>
                <a:off x="2800050" y="4552600"/>
                <a:ext cx="4650" cy="10200"/>
              </a:xfrm>
              <a:custGeom>
                <a:rect b="b" l="l" r="r" t="t"/>
                <a:pathLst>
                  <a:path extrusionOk="0" h="408" w="186">
                    <a:moveTo>
                      <a:pt x="24" y="0"/>
                    </a:moveTo>
                    <a:cubicBezTo>
                      <a:pt x="13" y="0"/>
                      <a:pt x="1" y="13"/>
                      <a:pt x="6" y="29"/>
                    </a:cubicBezTo>
                    <a:cubicBezTo>
                      <a:pt x="39" y="145"/>
                      <a:pt x="81" y="261"/>
                      <a:pt x="106" y="377"/>
                    </a:cubicBezTo>
                    <a:cubicBezTo>
                      <a:pt x="113" y="398"/>
                      <a:pt x="128" y="407"/>
                      <a:pt x="144" y="407"/>
                    </a:cubicBezTo>
                    <a:cubicBezTo>
                      <a:pt x="165" y="407"/>
                      <a:pt x="185" y="390"/>
                      <a:pt x="180" y="361"/>
                    </a:cubicBezTo>
                    <a:cubicBezTo>
                      <a:pt x="147" y="236"/>
                      <a:pt x="106" y="120"/>
                      <a:pt x="39" y="13"/>
                    </a:cubicBezTo>
                    <a:cubicBezTo>
                      <a:pt x="36" y="4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2" name="Google Shape;6532;p20"/>
              <p:cNvSpPr/>
              <p:nvPr/>
            </p:nvSpPr>
            <p:spPr>
              <a:xfrm>
                <a:off x="2914325" y="4296900"/>
                <a:ext cx="6850" cy="30875"/>
              </a:xfrm>
              <a:custGeom>
                <a:rect b="b" l="l" r="r" t="t"/>
                <a:pathLst>
                  <a:path extrusionOk="0" h="1235" w="274">
                    <a:moveTo>
                      <a:pt x="160" y="1"/>
                    </a:moveTo>
                    <a:cubicBezTo>
                      <a:pt x="135" y="1"/>
                      <a:pt x="112" y="13"/>
                      <a:pt x="108" y="41"/>
                    </a:cubicBezTo>
                    <a:cubicBezTo>
                      <a:pt x="75" y="232"/>
                      <a:pt x="75" y="422"/>
                      <a:pt x="59" y="613"/>
                    </a:cubicBezTo>
                    <a:cubicBezTo>
                      <a:pt x="42" y="704"/>
                      <a:pt x="34" y="795"/>
                      <a:pt x="17" y="886"/>
                    </a:cubicBezTo>
                    <a:cubicBezTo>
                      <a:pt x="9" y="936"/>
                      <a:pt x="1" y="994"/>
                      <a:pt x="1" y="1044"/>
                    </a:cubicBezTo>
                    <a:cubicBezTo>
                      <a:pt x="9" y="1085"/>
                      <a:pt x="1" y="1143"/>
                      <a:pt x="17" y="1185"/>
                    </a:cubicBezTo>
                    <a:cubicBezTo>
                      <a:pt x="28" y="1217"/>
                      <a:pt x="52" y="1235"/>
                      <a:pt x="80" y="1235"/>
                    </a:cubicBezTo>
                    <a:cubicBezTo>
                      <a:pt x="94" y="1235"/>
                      <a:pt x="110" y="1229"/>
                      <a:pt x="125" y="1218"/>
                    </a:cubicBezTo>
                    <a:cubicBezTo>
                      <a:pt x="158" y="1185"/>
                      <a:pt x="166" y="1135"/>
                      <a:pt x="191" y="1093"/>
                    </a:cubicBezTo>
                    <a:cubicBezTo>
                      <a:pt x="208" y="1044"/>
                      <a:pt x="224" y="994"/>
                      <a:pt x="233" y="944"/>
                    </a:cubicBezTo>
                    <a:cubicBezTo>
                      <a:pt x="249" y="845"/>
                      <a:pt x="257" y="737"/>
                      <a:pt x="266" y="638"/>
                    </a:cubicBezTo>
                    <a:cubicBezTo>
                      <a:pt x="274" y="447"/>
                      <a:pt x="274" y="232"/>
                      <a:pt x="224" y="41"/>
                    </a:cubicBezTo>
                    <a:cubicBezTo>
                      <a:pt x="216" y="15"/>
                      <a:pt x="187" y="1"/>
                      <a:pt x="1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3" name="Google Shape;6533;p20"/>
              <p:cNvSpPr/>
              <p:nvPr/>
            </p:nvSpPr>
            <p:spPr>
              <a:xfrm>
                <a:off x="2909350" y="4331925"/>
                <a:ext cx="3975" cy="13325"/>
              </a:xfrm>
              <a:custGeom>
                <a:rect b="b" l="l" r="r" t="t"/>
                <a:pathLst>
                  <a:path extrusionOk="0" h="533" w="159">
                    <a:moveTo>
                      <a:pt x="105" y="1"/>
                    </a:moveTo>
                    <a:cubicBezTo>
                      <a:pt x="82" y="1"/>
                      <a:pt x="58" y="14"/>
                      <a:pt x="50" y="40"/>
                    </a:cubicBezTo>
                    <a:cubicBezTo>
                      <a:pt x="34" y="115"/>
                      <a:pt x="17" y="190"/>
                      <a:pt x="9" y="272"/>
                    </a:cubicBezTo>
                    <a:cubicBezTo>
                      <a:pt x="1" y="314"/>
                      <a:pt x="1" y="347"/>
                      <a:pt x="1" y="388"/>
                    </a:cubicBezTo>
                    <a:cubicBezTo>
                      <a:pt x="1" y="430"/>
                      <a:pt x="1" y="471"/>
                      <a:pt x="9" y="513"/>
                    </a:cubicBezTo>
                    <a:cubicBezTo>
                      <a:pt x="14" y="526"/>
                      <a:pt x="26" y="533"/>
                      <a:pt x="38" y="533"/>
                    </a:cubicBezTo>
                    <a:cubicBezTo>
                      <a:pt x="49" y="533"/>
                      <a:pt x="60" y="528"/>
                      <a:pt x="67" y="521"/>
                    </a:cubicBezTo>
                    <a:cubicBezTo>
                      <a:pt x="92" y="488"/>
                      <a:pt x="100" y="446"/>
                      <a:pt x="108" y="413"/>
                    </a:cubicBezTo>
                    <a:cubicBezTo>
                      <a:pt x="117" y="372"/>
                      <a:pt x="133" y="330"/>
                      <a:pt x="133" y="289"/>
                    </a:cubicBezTo>
                    <a:cubicBezTo>
                      <a:pt x="142" y="206"/>
                      <a:pt x="150" y="132"/>
                      <a:pt x="158" y="49"/>
                    </a:cubicBezTo>
                    <a:cubicBezTo>
                      <a:pt x="158" y="18"/>
                      <a:pt x="132" y="1"/>
                      <a:pt x="1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4" name="Google Shape;6534;p20"/>
              <p:cNvSpPr/>
              <p:nvPr/>
            </p:nvSpPr>
            <p:spPr>
              <a:xfrm>
                <a:off x="2912875" y="4349300"/>
                <a:ext cx="3950" cy="9300"/>
              </a:xfrm>
              <a:custGeom>
                <a:rect b="b" l="l" r="r" t="t"/>
                <a:pathLst>
                  <a:path extrusionOk="0" h="372" w="158">
                    <a:moveTo>
                      <a:pt x="117" y="0"/>
                    </a:moveTo>
                    <a:lnTo>
                      <a:pt x="117" y="8"/>
                    </a:lnTo>
                    <a:cubicBezTo>
                      <a:pt x="112" y="7"/>
                      <a:pt x="108" y="6"/>
                      <a:pt x="103" y="6"/>
                    </a:cubicBezTo>
                    <a:cubicBezTo>
                      <a:pt x="83" y="6"/>
                      <a:pt x="65" y="21"/>
                      <a:pt x="59" y="41"/>
                    </a:cubicBezTo>
                    <a:cubicBezTo>
                      <a:pt x="42" y="91"/>
                      <a:pt x="25" y="141"/>
                      <a:pt x="17" y="191"/>
                    </a:cubicBezTo>
                    <a:cubicBezTo>
                      <a:pt x="9" y="215"/>
                      <a:pt x="9" y="240"/>
                      <a:pt x="1" y="273"/>
                    </a:cubicBezTo>
                    <a:cubicBezTo>
                      <a:pt x="1" y="282"/>
                      <a:pt x="1" y="298"/>
                      <a:pt x="1" y="315"/>
                    </a:cubicBezTo>
                    <a:cubicBezTo>
                      <a:pt x="9" y="323"/>
                      <a:pt x="9" y="340"/>
                      <a:pt x="9" y="348"/>
                    </a:cubicBezTo>
                    <a:cubicBezTo>
                      <a:pt x="14" y="362"/>
                      <a:pt x="30" y="371"/>
                      <a:pt x="44" y="371"/>
                    </a:cubicBezTo>
                    <a:cubicBezTo>
                      <a:pt x="54" y="371"/>
                      <a:pt x="63" y="367"/>
                      <a:pt x="67" y="356"/>
                    </a:cubicBezTo>
                    <a:cubicBezTo>
                      <a:pt x="75" y="348"/>
                      <a:pt x="83" y="331"/>
                      <a:pt x="83" y="323"/>
                    </a:cubicBezTo>
                    <a:cubicBezTo>
                      <a:pt x="92" y="307"/>
                      <a:pt x="92" y="298"/>
                      <a:pt x="100" y="282"/>
                    </a:cubicBezTo>
                    <a:cubicBezTo>
                      <a:pt x="100" y="257"/>
                      <a:pt x="108" y="232"/>
                      <a:pt x="117" y="207"/>
                    </a:cubicBezTo>
                    <a:cubicBezTo>
                      <a:pt x="125" y="157"/>
                      <a:pt x="133" y="116"/>
                      <a:pt x="150" y="66"/>
                    </a:cubicBezTo>
                    <a:cubicBezTo>
                      <a:pt x="158" y="41"/>
                      <a:pt x="141" y="8"/>
                      <a:pt x="1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5" name="Google Shape;6535;p20"/>
              <p:cNvSpPr/>
              <p:nvPr/>
            </p:nvSpPr>
            <p:spPr>
              <a:xfrm>
                <a:off x="2923650" y="4312425"/>
                <a:ext cx="3125" cy="12350"/>
              </a:xfrm>
              <a:custGeom>
                <a:rect b="b" l="l" r="r" t="t"/>
                <a:pathLst>
                  <a:path extrusionOk="0" h="494" w="125">
                    <a:moveTo>
                      <a:pt x="58" y="0"/>
                    </a:moveTo>
                    <a:cubicBezTo>
                      <a:pt x="34" y="0"/>
                      <a:pt x="9" y="25"/>
                      <a:pt x="9" y="50"/>
                    </a:cubicBezTo>
                    <a:cubicBezTo>
                      <a:pt x="9" y="191"/>
                      <a:pt x="0" y="323"/>
                      <a:pt x="9" y="464"/>
                    </a:cubicBezTo>
                    <a:cubicBezTo>
                      <a:pt x="9" y="483"/>
                      <a:pt x="24" y="494"/>
                      <a:pt x="41" y="494"/>
                    </a:cubicBezTo>
                    <a:cubicBezTo>
                      <a:pt x="54" y="494"/>
                      <a:pt x="68" y="487"/>
                      <a:pt x="75" y="472"/>
                    </a:cubicBezTo>
                    <a:cubicBezTo>
                      <a:pt x="116" y="340"/>
                      <a:pt x="125" y="191"/>
                      <a:pt x="116" y="50"/>
                    </a:cubicBezTo>
                    <a:cubicBezTo>
                      <a:pt x="116" y="25"/>
                      <a:pt x="92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6" name="Google Shape;6536;p20"/>
              <p:cNvSpPr/>
              <p:nvPr/>
            </p:nvSpPr>
            <p:spPr>
              <a:xfrm>
                <a:off x="2923450" y="4344525"/>
                <a:ext cx="3750" cy="11525"/>
              </a:xfrm>
              <a:custGeom>
                <a:rect b="b" l="l" r="r" t="t"/>
                <a:pathLst>
                  <a:path extrusionOk="0" h="461" w="150">
                    <a:moveTo>
                      <a:pt x="108" y="0"/>
                    </a:moveTo>
                    <a:cubicBezTo>
                      <a:pt x="83" y="0"/>
                      <a:pt x="42" y="9"/>
                      <a:pt x="33" y="42"/>
                    </a:cubicBezTo>
                    <a:cubicBezTo>
                      <a:pt x="33" y="75"/>
                      <a:pt x="25" y="108"/>
                      <a:pt x="25" y="141"/>
                    </a:cubicBezTo>
                    <a:cubicBezTo>
                      <a:pt x="17" y="174"/>
                      <a:pt x="8" y="208"/>
                      <a:pt x="8" y="241"/>
                    </a:cubicBezTo>
                    <a:cubicBezTo>
                      <a:pt x="8" y="307"/>
                      <a:pt x="0" y="365"/>
                      <a:pt x="8" y="431"/>
                    </a:cubicBezTo>
                    <a:cubicBezTo>
                      <a:pt x="8" y="450"/>
                      <a:pt x="21" y="461"/>
                      <a:pt x="36" y="461"/>
                    </a:cubicBezTo>
                    <a:cubicBezTo>
                      <a:pt x="47" y="461"/>
                      <a:pt x="59" y="454"/>
                      <a:pt x="66" y="440"/>
                    </a:cubicBezTo>
                    <a:cubicBezTo>
                      <a:pt x="91" y="382"/>
                      <a:pt x="100" y="324"/>
                      <a:pt x="116" y="257"/>
                    </a:cubicBezTo>
                    <a:cubicBezTo>
                      <a:pt x="124" y="232"/>
                      <a:pt x="124" y="199"/>
                      <a:pt x="133" y="166"/>
                    </a:cubicBezTo>
                    <a:cubicBezTo>
                      <a:pt x="141" y="141"/>
                      <a:pt x="141" y="108"/>
                      <a:pt x="149" y="75"/>
                    </a:cubicBezTo>
                    <a:cubicBezTo>
                      <a:pt x="149" y="42"/>
                      <a:pt x="141" y="9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7" name="Google Shape;6537;p20"/>
              <p:cNvSpPr/>
              <p:nvPr/>
            </p:nvSpPr>
            <p:spPr>
              <a:xfrm>
                <a:off x="2898575" y="4284000"/>
                <a:ext cx="3150" cy="29075"/>
              </a:xfrm>
              <a:custGeom>
                <a:rect b="b" l="l" r="r" t="t"/>
                <a:pathLst>
                  <a:path extrusionOk="0" h="1163" w="126">
                    <a:moveTo>
                      <a:pt x="39" y="0"/>
                    </a:moveTo>
                    <a:cubicBezTo>
                      <a:pt x="19" y="0"/>
                      <a:pt x="1" y="15"/>
                      <a:pt x="1" y="44"/>
                    </a:cubicBezTo>
                    <a:cubicBezTo>
                      <a:pt x="1" y="226"/>
                      <a:pt x="1" y="408"/>
                      <a:pt x="1" y="599"/>
                    </a:cubicBezTo>
                    <a:cubicBezTo>
                      <a:pt x="1" y="690"/>
                      <a:pt x="1" y="781"/>
                      <a:pt x="1" y="872"/>
                    </a:cubicBezTo>
                    <a:cubicBezTo>
                      <a:pt x="1" y="963"/>
                      <a:pt x="1" y="1054"/>
                      <a:pt x="26" y="1137"/>
                    </a:cubicBezTo>
                    <a:cubicBezTo>
                      <a:pt x="30" y="1154"/>
                      <a:pt x="44" y="1162"/>
                      <a:pt x="59" y="1162"/>
                    </a:cubicBezTo>
                    <a:cubicBezTo>
                      <a:pt x="73" y="1162"/>
                      <a:pt x="88" y="1154"/>
                      <a:pt x="92" y="1137"/>
                    </a:cubicBezTo>
                    <a:cubicBezTo>
                      <a:pt x="125" y="1054"/>
                      <a:pt x="125" y="963"/>
                      <a:pt x="125" y="872"/>
                    </a:cubicBezTo>
                    <a:cubicBezTo>
                      <a:pt x="125" y="781"/>
                      <a:pt x="125" y="690"/>
                      <a:pt x="125" y="599"/>
                    </a:cubicBezTo>
                    <a:lnTo>
                      <a:pt x="117" y="599"/>
                    </a:lnTo>
                    <a:cubicBezTo>
                      <a:pt x="117" y="408"/>
                      <a:pt x="100" y="226"/>
                      <a:pt x="84" y="44"/>
                    </a:cubicBezTo>
                    <a:cubicBezTo>
                      <a:pt x="80" y="15"/>
                      <a:pt x="5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8" name="Google Shape;6538;p20"/>
              <p:cNvSpPr/>
              <p:nvPr/>
            </p:nvSpPr>
            <p:spPr>
              <a:xfrm>
                <a:off x="2976475" y="4020975"/>
                <a:ext cx="69850" cy="101400"/>
              </a:xfrm>
              <a:custGeom>
                <a:rect b="b" l="l" r="r" t="t"/>
                <a:pathLst>
                  <a:path extrusionOk="0" h="4056" w="2794">
                    <a:moveTo>
                      <a:pt x="1457" y="1475"/>
                    </a:moveTo>
                    <a:lnTo>
                      <a:pt x="1457" y="1475"/>
                    </a:lnTo>
                    <a:cubicBezTo>
                      <a:pt x="1459" y="1478"/>
                      <a:pt x="1461" y="1481"/>
                      <a:pt x="1463" y="1485"/>
                    </a:cubicBezTo>
                    <a:lnTo>
                      <a:pt x="1463" y="1485"/>
                    </a:lnTo>
                    <a:cubicBezTo>
                      <a:pt x="1461" y="1482"/>
                      <a:pt x="1459" y="1478"/>
                      <a:pt x="1457" y="1475"/>
                    </a:cubicBezTo>
                    <a:close/>
                    <a:moveTo>
                      <a:pt x="1562" y="1640"/>
                    </a:moveTo>
                    <a:lnTo>
                      <a:pt x="1562" y="1640"/>
                    </a:lnTo>
                    <a:cubicBezTo>
                      <a:pt x="1574" y="1657"/>
                      <a:pt x="1587" y="1674"/>
                      <a:pt x="1599" y="1691"/>
                    </a:cubicBezTo>
                    <a:cubicBezTo>
                      <a:pt x="1599" y="1691"/>
                      <a:pt x="1599" y="1699"/>
                      <a:pt x="1599" y="1699"/>
                    </a:cubicBezTo>
                    <a:cubicBezTo>
                      <a:pt x="1587" y="1679"/>
                      <a:pt x="1575" y="1659"/>
                      <a:pt x="1562" y="1640"/>
                    </a:cubicBezTo>
                    <a:close/>
                    <a:moveTo>
                      <a:pt x="1061" y="3522"/>
                    </a:moveTo>
                    <a:cubicBezTo>
                      <a:pt x="1069" y="3563"/>
                      <a:pt x="1077" y="3596"/>
                      <a:pt x="1086" y="3638"/>
                    </a:cubicBezTo>
                    <a:cubicBezTo>
                      <a:pt x="1077" y="3671"/>
                      <a:pt x="1061" y="3737"/>
                      <a:pt x="1028" y="3746"/>
                    </a:cubicBezTo>
                    <a:cubicBezTo>
                      <a:pt x="1011" y="3704"/>
                      <a:pt x="1003" y="3663"/>
                      <a:pt x="994" y="3630"/>
                    </a:cubicBezTo>
                    <a:cubicBezTo>
                      <a:pt x="986" y="3605"/>
                      <a:pt x="978" y="3580"/>
                      <a:pt x="978" y="3555"/>
                    </a:cubicBezTo>
                    <a:cubicBezTo>
                      <a:pt x="1003" y="3555"/>
                      <a:pt x="1036" y="3547"/>
                      <a:pt x="1061" y="3522"/>
                    </a:cubicBezTo>
                    <a:close/>
                    <a:moveTo>
                      <a:pt x="1146" y="0"/>
                    </a:moveTo>
                    <a:cubicBezTo>
                      <a:pt x="1132" y="0"/>
                      <a:pt x="1116" y="9"/>
                      <a:pt x="1110" y="25"/>
                    </a:cubicBezTo>
                    <a:cubicBezTo>
                      <a:pt x="1086" y="59"/>
                      <a:pt x="1102" y="100"/>
                      <a:pt x="1102" y="133"/>
                    </a:cubicBezTo>
                    <a:cubicBezTo>
                      <a:pt x="1110" y="175"/>
                      <a:pt x="1127" y="216"/>
                      <a:pt x="1135" y="249"/>
                    </a:cubicBezTo>
                    <a:cubicBezTo>
                      <a:pt x="1160" y="315"/>
                      <a:pt x="1177" y="390"/>
                      <a:pt x="1202" y="456"/>
                    </a:cubicBezTo>
                    <a:cubicBezTo>
                      <a:pt x="1208" y="482"/>
                      <a:pt x="1235" y="503"/>
                      <a:pt x="1262" y="503"/>
                    </a:cubicBezTo>
                    <a:cubicBezTo>
                      <a:pt x="1270" y="503"/>
                      <a:pt x="1277" y="501"/>
                      <a:pt x="1284" y="498"/>
                    </a:cubicBezTo>
                    <a:cubicBezTo>
                      <a:pt x="1309" y="489"/>
                      <a:pt x="1326" y="473"/>
                      <a:pt x="1334" y="448"/>
                    </a:cubicBezTo>
                    <a:cubicBezTo>
                      <a:pt x="1342" y="465"/>
                      <a:pt x="1351" y="481"/>
                      <a:pt x="1359" y="506"/>
                    </a:cubicBezTo>
                    <a:cubicBezTo>
                      <a:pt x="1359" y="572"/>
                      <a:pt x="1376" y="647"/>
                      <a:pt x="1392" y="713"/>
                    </a:cubicBezTo>
                    <a:cubicBezTo>
                      <a:pt x="1386" y="712"/>
                      <a:pt x="1380" y="711"/>
                      <a:pt x="1375" y="711"/>
                    </a:cubicBezTo>
                    <a:cubicBezTo>
                      <a:pt x="1312" y="711"/>
                      <a:pt x="1247" y="787"/>
                      <a:pt x="1284" y="862"/>
                    </a:cubicBezTo>
                    <a:cubicBezTo>
                      <a:pt x="1326" y="970"/>
                      <a:pt x="1376" y="1078"/>
                      <a:pt x="1425" y="1185"/>
                    </a:cubicBezTo>
                    <a:cubicBezTo>
                      <a:pt x="1413" y="1183"/>
                      <a:pt x="1400" y="1182"/>
                      <a:pt x="1388" y="1182"/>
                    </a:cubicBezTo>
                    <a:cubicBezTo>
                      <a:pt x="1351" y="1182"/>
                      <a:pt x="1316" y="1192"/>
                      <a:pt x="1284" y="1210"/>
                    </a:cubicBezTo>
                    <a:cubicBezTo>
                      <a:pt x="1259" y="1176"/>
                      <a:pt x="1225" y="1162"/>
                      <a:pt x="1192" y="1162"/>
                    </a:cubicBezTo>
                    <a:cubicBezTo>
                      <a:pt x="1128" y="1162"/>
                      <a:pt x="1069" y="1217"/>
                      <a:pt x="1086" y="1293"/>
                    </a:cubicBezTo>
                    <a:cubicBezTo>
                      <a:pt x="1102" y="1392"/>
                      <a:pt x="1119" y="1492"/>
                      <a:pt x="1144" y="1591"/>
                    </a:cubicBezTo>
                    <a:cubicBezTo>
                      <a:pt x="1110" y="1608"/>
                      <a:pt x="1094" y="1641"/>
                      <a:pt x="1119" y="1691"/>
                    </a:cubicBezTo>
                    <a:cubicBezTo>
                      <a:pt x="1119" y="1699"/>
                      <a:pt x="1127" y="1707"/>
                      <a:pt x="1127" y="1716"/>
                    </a:cubicBezTo>
                    <a:cubicBezTo>
                      <a:pt x="1152" y="1774"/>
                      <a:pt x="1177" y="1840"/>
                      <a:pt x="1210" y="1898"/>
                    </a:cubicBezTo>
                    <a:cubicBezTo>
                      <a:pt x="1226" y="1981"/>
                      <a:pt x="1243" y="2072"/>
                      <a:pt x="1268" y="2155"/>
                    </a:cubicBezTo>
                    <a:cubicBezTo>
                      <a:pt x="1210" y="2055"/>
                      <a:pt x="1152" y="1948"/>
                      <a:pt x="1102" y="1840"/>
                    </a:cubicBezTo>
                    <a:cubicBezTo>
                      <a:pt x="1083" y="1799"/>
                      <a:pt x="1052" y="1783"/>
                      <a:pt x="1019" y="1783"/>
                    </a:cubicBezTo>
                    <a:cubicBezTo>
                      <a:pt x="952" y="1783"/>
                      <a:pt x="878" y="1853"/>
                      <a:pt x="895" y="1931"/>
                    </a:cubicBezTo>
                    <a:cubicBezTo>
                      <a:pt x="903" y="1964"/>
                      <a:pt x="903" y="2006"/>
                      <a:pt x="912" y="2039"/>
                    </a:cubicBezTo>
                    <a:cubicBezTo>
                      <a:pt x="895" y="2026"/>
                      <a:pt x="875" y="2021"/>
                      <a:pt x="854" y="2021"/>
                    </a:cubicBezTo>
                    <a:cubicBezTo>
                      <a:pt x="794" y="2021"/>
                      <a:pt x="729" y="2070"/>
                      <a:pt x="729" y="2138"/>
                    </a:cubicBezTo>
                    <a:cubicBezTo>
                      <a:pt x="738" y="2254"/>
                      <a:pt x="738" y="2370"/>
                      <a:pt x="746" y="2494"/>
                    </a:cubicBezTo>
                    <a:cubicBezTo>
                      <a:pt x="738" y="2503"/>
                      <a:pt x="721" y="2511"/>
                      <a:pt x="713" y="2528"/>
                    </a:cubicBezTo>
                    <a:cubicBezTo>
                      <a:pt x="704" y="2486"/>
                      <a:pt x="688" y="2453"/>
                      <a:pt x="671" y="2412"/>
                    </a:cubicBezTo>
                    <a:cubicBezTo>
                      <a:pt x="646" y="2370"/>
                      <a:pt x="613" y="2329"/>
                      <a:pt x="555" y="2329"/>
                    </a:cubicBezTo>
                    <a:cubicBezTo>
                      <a:pt x="506" y="2329"/>
                      <a:pt x="448" y="2362"/>
                      <a:pt x="439" y="2412"/>
                    </a:cubicBezTo>
                    <a:cubicBezTo>
                      <a:pt x="423" y="2503"/>
                      <a:pt x="414" y="2594"/>
                      <a:pt x="406" y="2685"/>
                    </a:cubicBezTo>
                    <a:lnTo>
                      <a:pt x="398" y="2685"/>
                    </a:lnTo>
                    <a:cubicBezTo>
                      <a:pt x="370" y="2649"/>
                      <a:pt x="324" y="2629"/>
                      <a:pt x="281" y="2629"/>
                    </a:cubicBezTo>
                    <a:cubicBezTo>
                      <a:pt x="234" y="2629"/>
                      <a:pt x="191" y="2654"/>
                      <a:pt x="182" y="2710"/>
                    </a:cubicBezTo>
                    <a:cubicBezTo>
                      <a:pt x="168" y="2701"/>
                      <a:pt x="150" y="2696"/>
                      <a:pt x="132" y="2696"/>
                    </a:cubicBezTo>
                    <a:cubicBezTo>
                      <a:pt x="70" y="2696"/>
                      <a:pt x="0" y="2747"/>
                      <a:pt x="0" y="2818"/>
                    </a:cubicBezTo>
                    <a:cubicBezTo>
                      <a:pt x="8" y="3124"/>
                      <a:pt x="108" y="3414"/>
                      <a:pt x="282" y="3671"/>
                    </a:cubicBezTo>
                    <a:cubicBezTo>
                      <a:pt x="307" y="3737"/>
                      <a:pt x="340" y="3804"/>
                      <a:pt x="373" y="3878"/>
                    </a:cubicBezTo>
                    <a:cubicBezTo>
                      <a:pt x="390" y="3895"/>
                      <a:pt x="398" y="3911"/>
                      <a:pt x="414" y="3920"/>
                    </a:cubicBezTo>
                    <a:cubicBezTo>
                      <a:pt x="423" y="3944"/>
                      <a:pt x="439" y="3969"/>
                      <a:pt x="448" y="3994"/>
                    </a:cubicBezTo>
                    <a:cubicBezTo>
                      <a:pt x="466" y="4035"/>
                      <a:pt x="502" y="4054"/>
                      <a:pt x="540" y="4054"/>
                    </a:cubicBezTo>
                    <a:cubicBezTo>
                      <a:pt x="571" y="4054"/>
                      <a:pt x="604" y="4041"/>
                      <a:pt x="630" y="4019"/>
                    </a:cubicBezTo>
                    <a:cubicBezTo>
                      <a:pt x="644" y="4025"/>
                      <a:pt x="659" y="4028"/>
                      <a:pt x="675" y="4028"/>
                    </a:cubicBezTo>
                    <a:cubicBezTo>
                      <a:pt x="741" y="4028"/>
                      <a:pt x="807" y="3974"/>
                      <a:pt x="787" y="3886"/>
                    </a:cubicBezTo>
                    <a:cubicBezTo>
                      <a:pt x="779" y="3845"/>
                      <a:pt x="771" y="3804"/>
                      <a:pt x="762" y="3762"/>
                    </a:cubicBezTo>
                    <a:lnTo>
                      <a:pt x="762" y="3762"/>
                    </a:lnTo>
                    <a:cubicBezTo>
                      <a:pt x="787" y="3795"/>
                      <a:pt x="804" y="3837"/>
                      <a:pt x="829" y="3870"/>
                    </a:cubicBezTo>
                    <a:cubicBezTo>
                      <a:pt x="837" y="3886"/>
                      <a:pt x="854" y="3903"/>
                      <a:pt x="870" y="3920"/>
                    </a:cubicBezTo>
                    <a:cubicBezTo>
                      <a:pt x="895" y="3936"/>
                      <a:pt x="920" y="3961"/>
                      <a:pt x="961" y="3969"/>
                    </a:cubicBezTo>
                    <a:cubicBezTo>
                      <a:pt x="983" y="3976"/>
                      <a:pt x="1005" y="3979"/>
                      <a:pt x="1026" y="3979"/>
                    </a:cubicBezTo>
                    <a:cubicBezTo>
                      <a:pt x="1086" y="3979"/>
                      <a:pt x="1142" y="3954"/>
                      <a:pt x="1185" y="3911"/>
                    </a:cubicBezTo>
                    <a:cubicBezTo>
                      <a:pt x="1197" y="3915"/>
                      <a:pt x="1212" y="3917"/>
                      <a:pt x="1226" y="3917"/>
                    </a:cubicBezTo>
                    <a:cubicBezTo>
                      <a:pt x="1241" y="3917"/>
                      <a:pt x="1255" y="3915"/>
                      <a:pt x="1268" y="3911"/>
                    </a:cubicBezTo>
                    <a:cubicBezTo>
                      <a:pt x="1326" y="3895"/>
                      <a:pt x="1351" y="3837"/>
                      <a:pt x="1342" y="3779"/>
                    </a:cubicBezTo>
                    <a:cubicBezTo>
                      <a:pt x="1334" y="3737"/>
                      <a:pt x="1326" y="3696"/>
                      <a:pt x="1326" y="3654"/>
                    </a:cubicBezTo>
                    <a:cubicBezTo>
                      <a:pt x="1334" y="3621"/>
                      <a:pt x="1342" y="3580"/>
                      <a:pt x="1351" y="3547"/>
                    </a:cubicBezTo>
                    <a:cubicBezTo>
                      <a:pt x="1367" y="3621"/>
                      <a:pt x="1384" y="3688"/>
                      <a:pt x="1400" y="3762"/>
                    </a:cubicBezTo>
                    <a:cubicBezTo>
                      <a:pt x="1410" y="3815"/>
                      <a:pt x="1449" y="3837"/>
                      <a:pt x="1490" y="3837"/>
                    </a:cubicBezTo>
                    <a:cubicBezTo>
                      <a:pt x="1553" y="3837"/>
                      <a:pt x="1623" y="3784"/>
                      <a:pt x="1608" y="3704"/>
                    </a:cubicBezTo>
                    <a:cubicBezTo>
                      <a:pt x="1583" y="3588"/>
                      <a:pt x="1566" y="3480"/>
                      <a:pt x="1550" y="3373"/>
                    </a:cubicBezTo>
                    <a:lnTo>
                      <a:pt x="1550" y="3373"/>
                    </a:lnTo>
                    <a:cubicBezTo>
                      <a:pt x="1583" y="3447"/>
                      <a:pt x="1624" y="3530"/>
                      <a:pt x="1666" y="3605"/>
                    </a:cubicBezTo>
                    <a:cubicBezTo>
                      <a:pt x="1682" y="3641"/>
                      <a:pt x="1714" y="3657"/>
                      <a:pt x="1746" y="3657"/>
                    </a:cubicBezTo>
                    <a:cubicBezTo>
                      <a:pt x="1810" y="3657"/>
                      <a:pt x="1878" y="3598"/>
                      <a:pt x="1856" y="3522"/>
                    </a:cubicBezTo>
                    <a:cubicBezTo>
                      <a:pt x="1840" y="3472"/>
                      <a:pt x="1831" y="3422"/>
                      <a:pt x="1815" y="3373"/>
                    </a:cubicBezTo>
                    <a:lnTo>
                      <a:pt x="1815" y="3373"/>
                    </a:lnTo>
                    <a:cubicBezTo>
                      <a:pt x="1864" y="3480"/>
                      <a:pt x="1914" y="3588"/>
                      <a:pt x="1964" y="3696"/>
                    </a:cubicBezTo>
                    <a:cubicBezTo>
                      <a:pt x="1981" y="3733"/>
                      <a:pt x="2008" y="3748"/>
                      <a:pt x="2038" y="3748"/>
                    </a:cubicBezTo>
                    <a:cubicBezTo>
                      <a:pt x="2080" y="3748"/>
                      <a:pt x="2126" y="3715"/>
                      <a:pt x="2146" y="3671"/>
                    </a:cubicBezTo>
                    <a:cubicBezTo>
                      <a:pt x="2160" y="3680"/>
                      <a:pt x="2176" y="3684"/>
                      <a:pt x="2192" y="3684"/>
                    </a:cubicBezTo>
                    <a:cubicBezTo>
                      <a:pt x="2234" y="3684"/>
                      <a:pt x="2277" y="3657"/>
                      <a:pt x="2295" y="3621"/>
                    </a:cubicBezTo>
                    <a:lnTo>
                      <a:pt x="2370" y="3978"/>
                    </a:lnTo>
                    <a:cubicBezTo>
                      <a:pt x="2381" y="4032"/>
                      <a:pt x="2424" y="4056"/>
                      <a:pt x="2470" y="4056"/>
                    </a:cubicBezTo>
                    <a:cubicBezTo>
                      <a:pt x="2528" y="4056"/>
                      <a:pt x="2590" y="4015"/>
                      <a:pt x="2585" y="3944"/>
                    </a:cubicBezTo>
                    <a:lnTo>
                      <a:pt x="2577" y="3663"/>
                    </a:lnTo>
                    <a:lnTo>
                      <a:pt x="2577" y="3663"/>
                    </a:lnTo>
                    <a:cubicBezTo>
                      <a:pt x="2591" y="3668"/>
                      <a:pt x="2607" y="3670"/>
                      <a:pt x="2621" y="3670"/>
                    </a:cubicBezTo>
                    <a:cubicBezTo>
                      <a:pt x="2683" y="3670"/>
                      <a:pt x="2739" y="3630"/>
                      <a:pt x="2726" y="3563"/>
                    </a:cubicBezTo>
                    <a:cubicBezTo>
                      <a:pt x="2710" y="3389"/>
                      <a:pt x="2685" y="3215"/>
                      <a:pt x="2660" y="3041"/>
                    </a:cubicBezTo>
                    <a:cubicBezTo>
                      <a:pt x="2660" y="3041"/>
                      <a:pt x="2660" y="3033"/>
                      <a:pt x="2660" y="3025"/>
                    </a:cubicBezTo>
                    <a:cubicBezTo>
                      <a:pt x="2660" y="2813"/>
                      <a:pt x="2620" y="2609"/>
                      <a:pt x="2563" y="2413"/>
                    </a:cubicBezTo>
                    <a:lnTo>
                      <a:pt x="2563" y="2413"/>
                    </a:lnTo>
                    <a:cubicBezTo>
                      <a:pt x="2566" y="2418"/>
                      <a:pt x="2569" y="2423"/>
                      <a:pt x="2569" y="2428"/>
                    </a:cubicBezTo>
                    <a:cubicBezTo>
                      <a:pt x="2589" y="2467"/>
                      <a:pt x="2621" y="2483"/>
                      <a:pt x="2653" y="2483"/>
                    </a:cubicBezTo>
                    <a:cubicBezTo>
                      <a:pt x="2722" y="2483"/>
                      <a:pt x="2793" y="2406"/>
                      <a:pt x="2759" y="2320"/>
                    </a:cubicBezTo>
                    <a:cubicBezTo>
                      <a:pt x="2660" y="2113"/>
                      <a:pt x="2536" y="1906"/>
                      <a:pt x="2403" y="1716"/>
                    </a:cubicBezTo>
                    <a:cubicBezTo>
                      <a:pt x="2304" y="1566"/>
                      <a:pt x="2212" y="1417"/>
                      <a:pt x="2105" y="1268"/>
                    </a:cubicBezTo>
                    <a:cubicBezTo>
                      <a:pt x="1956" y="929"/>
                      <a:pt x="1782" y="597"/>
                      <a:pt x="1591" y="274"/>
                    </a:cubicBezTo>
                    <a:cubicBezTo>
                      <a:pt x="1567" y="240"/>
                      <a:pt x="1531" y="223"/>
                      <a:pt x="1498" y="223"/>
                    </a:cubicBezTo>
                    <a:cubicBezTo>
                      <a:pt x="1474" y="223"/>
                      <a:pt x="1451" y="232"/>
                      <a:pt x="1434" y="249"/>
                    </a:cubicBezTo>
                    <a:cubicBezTo>
                      <a:pt x="1428" y="248"/>
                      <a:pt x="1422" y="248"/>
                      <a:pt x="1416" y="248"/>
                    </a:cubicBezTo>
                    <a:cubicBezTo>
                      <a:pt x="1364" y="248"/>
                      <a:pt x="1316" y="279"/>
                      <a:pt x="1301" y="324"/>
                    </a:cubicBezTo>
                    <a:cubicBezTo>
                      <a:pt x="1293" y="291"/>
                      <a:pt x="1276" y="249"/>
                      <a:pt x="1268" y="216"/>
                    </a:cubicBezTo>
                    <a:cubicBezTo>
                      <a:pt x="1260" y="175"/>
                      <a:pt x="1251" y="133"/>
                      <a:pt x="1235" y="100"/>
                    </a:cubicBezTo>
                    <a:cubicBezTo>
                      <a:pt x="1226" y="83"/>
                      <a:pt x="1218" y="67"/>
                      <a:pt x="1210" y="50"/>
                    </a:cubicBezTo>
                    <a:cubicBezTo>
                      <a:pt x="1202" y="34"/>
                      <a:pt x="1185" y="17"/>
                      <a:pt x="1168" y="9"/>
                    </a:cubicBezTo>
                    <a:cubicBezTo>
                      <a:pt x="1163" y="3"/>
                      <a:pt x="1155" y="0"/>
                      <a:pt x="114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9" name="Google Shape;6539;p20"/>
              <p:cNvSpPr/>
              <p:nvPr/>
            </p:nvSpPr>
            <p:spPr>
              <a:xfrm>
                <a:off x="3003400" y="4013650"/>
                <a:ext cx="2500" cy="5475"/>
              </a:xfrm>
              <a:custGeom>
                <a:rect b="b" l="l" r="r" t="t"/>
                <a:pathLst>
                  <a:path extrusionOk="0" h="219" w="100">
                    <a:moveTo>
                      <a:pt x="38" y="0"/>
                    </a:moveTo>
                    <a:cubicBezTo>
                      <a:pt x="34" y="0"/>
                      <a:pt x="30" y="1"/>
                      <a:pt x="25" y="4"/>
                    </a:cubicBezTo>
                    <a:cubicBezTo>
                      <a:pt x="9" y="4"/>
                      <a:pt x="0" y="12"/>
                      <a:pt x="0" y="28"/>
                    </a:cubicBezTo>
                    <a:cubicBezTo>
                      <a:pt x="0" y="45"/>
                      <a:pt x="0" y="53"/>
                      <a:pt x="0" y="62"/>
                    </a:cubicBezTo>
                    <a:cubicBezTo>
                      <a:pt x="0" y="78"/>
                      <a:pt x="0" y="86"/>
                      <a:pt x="0" y="103"/>
                    </a:cubicBezTo>
                    <a:lnTo>
                      <a:pt x="9" y="169"/>
                    </a:lnTo>
                    <a:cubicBezTo>
                      <a:pt x="9" y="202"/>
                      <a:pt x="25" y="219"/>
                      <a:pt x="58" y="219"/>
                    </a:cubicBezTo>
                    <a:cubicBezTo>
                      <a:pt x="83" y="211"/>
                      <a:pt x="100" y="186"/>
                      <a:pt x="91" y="161"/>
                    </a:cubicBezTo>
                    <a:lnTo>
                      <a:pt x="100" y="161"/>
                    </a:lnTo>
                    <a:cubicBezTo>
                      <a:pt x="91" y="136"/>
                      <a:pt x="83" y="111"/>
                      <a:pt x="83" y="86"/>
                    </a:cubicBezTo>
                    <a:cubicBezTo>
                      <a:pt x="75" y="78"/>
                      <a:pt x="75" y="70"/>
                      <a:pt x="75" y="53"/>
                    </a:cubicBezTo>
                    <a:cubicBezTo>
                      <a:pt x="67" y="45"/>
                      <a:pt x="67" y="37"/>
                      <a:pt x="58" y="20"/>
                    </a:cubicBezTo>
                    <a:cubicBezTo>
                      <a:pt x="58" y="8"/>
                      <a:pt x="49" y="0"/>
                      <a:pt x="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0" name="Google Shape;6540;p20"/>
              <p:cNvSpPr/>
              <p:nvPr/>
            </p:nvSpPr>
            <p:spPr>
              <a:xfrm>
                <a:off x="2933600" y="3877875"/>
                <a:ext cx="54275" cy="77700"/>
              </a:xfrm>
              <a:custGeom>
                <a:rect b="b" l="l" r="r" t="t"/>
                <a:pathLst>
                  <a:path extrusionOk="0" h="3108" w="2171">
                    <a:moveTo>
                      <a:pt x="593" y="0"/>
                    </a:moveTo>
                    <a:cubicBezTo>
                      <a:pt x="579" y="0"/>
                      <a:pt x="565" y="7"/>
                      <a:pt x="555" y="24"/>
                    </a:cubicBezTo>
                    <a:cubicBezTo>
                      <a:pt x="547" y="32"/>
                      <a:pt x="547" y="32"/>
                      <a:pt x="547" y="41"/>
                    </a:cubicBezTo>
                    <a:cubicBezTo>
                      <a:pt x="539" y="41"/>
                      <a:pt x="522" y="49"/>
                      <a:pt x="514" y="66"/>
                    </a:cubicBezTo>
                    <a:cubicBezTo>
                      <a:pt x="340" y="215"/>
                      <a:pt x="257" y="430"/>
                      <a:pt x="199" y="637"/>
                    </a:cubicBezTo>
                    <a:cubicBezTo>
                      <a:pt x="141" y="869"/>
                      <a:pt x="100" y="1101"/>
                      <a:pt x="91" y="1333"/>
                    </a:cubicBezTo>
                    <a:cubicBezTo>
                      <a:pt x="91" y="1342"/>
                      <a:pt x="91" y="1358"/>
                      <a:pt x="91" y="1366"/>
                    </a:cubicBezTo>
                    <a:cubicBezTo>
                      <a:pt x="83" y="1383"/>
                      <a:pt x="83" y="1400"/>
                      <a:pt x="83" y="1416"/>
                    </a:cubicBezTo>
                    <a:cubicBezTo>
                      <a:pt x="42" y="1748"/>
                      <a:pt x="0" y="2178"/>
                      <a:pt x="224" y="2452"/>
                    </a:cubicBezTo>
                    <a:cubicBezTo>
                      <a:pt x="232" y="2477"/>
                      <a:pt x="240" y="2501"/>
                      <a:pt x="257" y="2535"/>
                    </a:cubicBezTo>
                    <a:cubicBezTo>
                      <a:pt x="216" y="2559"/>
                      <a:pt x="232" y="2617"/>
                      <a:pt x="282" y="2617"/>
                    </a:cubicBezTo>
                    <a:cubicBezTo>
                      <a:pt x="282" y="2617"/>
                      <a:pt x="290" y="2617"/>
                      <a:pt x="290" y="2626"/>
                    </a:cubicBezTo>
                    <a:cubicBezTo>
                      <a:pt x="307" y="2659"/>
                      <a:pt x="323" y="2684"/>
                      <a:pt x="340" y="2717"/>
                    </a:cubicBezTo>
                    <a:cubicBezTo>
                      <a:pt x="356" y="2742"/>
                      <a:pt x="381" y="2758"/>
                      <a:pt x="406" y="2758"/>
                    </a:cubicBezTo>
                    <a:cubicBezTo>
                      <a:pt x="464" y="2800"/>
                      <a:pt x="530" y="2816"/>
                      <a:pt x="597" y="2833"/>
                    </a:cubicBezTo>
                    <a:cubicBezTo>
                      <a:pt x="779" y="2883"/>
                      <a:pt x="961" y="2924"/>
                      <a:pt x="1135" y="2965"/>
                    </a:cubicBezTo>
                    <a:cubicBezTo>
                      <a:pt x="1309" y="3007"/>
                      <a:pt x="1483" y="3048"/>
                      <a:pt x="1657" y="3081"/>
                    </a:cubicBezTo>
                    <a:cubicBezTo>
                      <a:pt x="1729" y="3093"/>
                      <a:pt x="1817" y="3107"/>
                      <a:pt x="1901" y="3107"/>
                    </a:cubicBezTo>
                    <a:cubicBezTo>
                      <a:pt x="1991" y="3107"/>
                      <a:pt x="2078" y="3091"/>
                      <a:pt x="2138" y="3040"/>
                    </a:cubicBezTo>
                    <a:cubicBezTo>
                      <a:pt x="2171" y="3015"/>
                      <a:pt x="2154" y="2965"/>
                      <a:pt x="2121" y="2957"/>
                    </a:cubicBezTo>
                    <a:cubicBezTo>
                      <a:pt x="2047" y="2924"/>
                      <a:pt x="1947" y="2932"/>
                      <a:pt x="1864" y="2924"/>
                    </a:cubicBezTo>
                    <a:cubicBezTo>
                      <a:pt x="1806" y="2916"/>
                      <a:pt x="1748" y="2907"/>
                      <a:pt x="1690" y="2891"/>
                    </a:cubicBezTo>
                    <a:cubicBezTo>
                      <a:pt x="1740" y="2883"/>
                      <a:pt x="1781" y="2874"/>
                      <a:pt x="1831" y="2849"/>
                    </a:cubicBezTo>
                    <a:cubicBezTo>
                      <a:pt x="1939" y="2800"/>
                      <a:pt x="2030" y="2709"/>
                      <a:pt x="1989" y="2576"/>
                    </a:cubicBezTo>
                    <a:cubicBezTo>
                      <a:pt x="1964" y="2518"/>
                      <a:pt x="1922" y="2468"/>
                      <a:pt x="1889" y="2419"/>
                    </a:cubicBezTo>
                    <a:cubicBezTo>
                      <a:pt x="1848" y="2369"/>
                      <a:pt x="1815" y="2319"/>
                      <a:pt x="1773" y="2269"/>
                    </a:cubicBezTo>
                    <a:cubicBezTo>
                      <a:pt x="1682" y="2137"/>
                      <a:pt x="1583" y="2013"/>
                      <a:pt x="1491" y="1888"/>
                    </a:cubicBezTo>
                    <a:cubicBezTo>
                      <a:pt x="1475" y="1847"/>
                      <a:pt x="1458" y="1797"/>
                      <a:pt x="1450" y="1756"/>
                    </a:cubicBezTo>
                    <a:cubicBezTo>
                      <a:pt x="1445" y="1730"/>
                      <a:pt x="1427" y="1721"/>
                      <a:pt x="1409" y="1721"/>
                    </a:cubicBezTo>
                    <a:cubicBezTo>
                      <a:pt x="1397" y="1721"/>
                      <a:pt x="1385" y="1725"/>
                      <a:pt x="1375" y="1731"/>
                    </a:cubicBezTo>
                    <a:cubicBezTo>
                      <a:pt x="1359" y="1714"/>
                      <a:pt x="1351" y="1690"/>
                      <a:pt x="1334" y="1673"/>
                    </a:cubicBezTo>
                    <a:cubicBezTo>
                      <a:pt x="1218" y="1507"/>
                      <a:pt x="1110" y="1333"/>
                      <a:pt x="1019" y="1159"/>
                    </a:cubicBezTo>
                    <a:cubicBezTo>
                      <a:pt x="986" y="936"/>
                      <a:pt x="969" y="704"/>
                      <a:pt x="978" y="480"/>
                    </a:cubicBezTo>
                    <a:cubicBezTo>
                      <a:pt x="978" y="456"/>
                      <a:pt x="957" y="441"/>
                      <a:pt x="937" y="441"/>
                    </a:cubicBezTo>
                    <a:cubicBezTo>
                      <a:pt x="921" y="441"/>
                      <a:pt x="907" y="450"/>
                      <a:pt x="903" y="472"/>
                    </a:cubicBezTo>
                    <a:cubicBezTo>
                      <a:pt x="887" y="579"/>
                      <a:pt x="878" y="695"/>
                      <a:pt x="878" y="811"/>
                    </a:cubicBezTo>
                    <a:cubicBezTo>
                      <a:pt x="796" y="596"/>
                      <a:pt x="738" y="380"/>
                      <a:pt x="713" y="148"/>
                    </a:cubicBezTo>
                    <a:cubicBezTo>
                      <a:pt x="704" y="99"/>
                      <a:pt x="680" y="57"/>
                      <a:pt x="638" y="41"/>
                    </a:cubicBezTo>
                    <a:cubicBezTo>
                      <a:pt x="633" y="16"/>
                      <a:pt x="613" y="0"/>
                      <a:pt x="59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1" name="Google Shape;6541;p20"/>
              <p:cNvSpPr/>
              <p:nvPr/>
            </p:nvSpPr>
            <p:spPr>
              <a:xfrm>
                <a:off x="2814900" y="3911525"/>
                <a:ext cx="33175" cy="38300"/>
              </a:xfrm>
              <a:custGeom>
                <a:rect b="b" l="l" r="r" t="t"/>
                <a:pathLst>
                  <a:path extrusionOk="0" h="1532" w="1327">
                    <a:moveTo>
                      <a:pt x="252" y="0"/>
                    </a:moveTo>
                    <a:cubicBezTo>
                      <a:pt x="221" y="0"/>
                      <a:pt x="194" y="17"/>
                      <a:pt x="183" y="45"/>
                    </a:cubicBezTo>
                    <a:cubicBezTo>
                      <a:pt x="166" y="45"/>
                      <a:pt x="158" y="37"/>
                      <a:pt x="150" y="37"/>
                    </a:cubicBezTo>
                    <a:cubicBezTo>
                      <a:pt x="141" y="33"/>
                      <a:pt x="131" y="32"/>
                      <a:pt x="122" y="32"/>
                    </a:cubicBezTo>
                    <a:cubicBezTo>
                      <a:pt x="88" y="32"/>
                      <a:pt x="53" y="52"/>
                      <a:pt x="34" y="78"/>
                    </a:cubicBezTo>
                    <a:cubicBezTo>
                      <a:pt x="1" y="112"/>
                      <a:pt x="1" y="161"/>
                      <a:pt x="25" y="203"/>
                    </a:cubicBezTo>
                    <a:cubicBezTo>
                      <a:pt x="50" y="261"/>
                      <a:pt x="75" y="319"/>
                      <a:pt x="108" y="377"/>
                    </a:cubicBezTo>
                    <a:cubicBezTo>
                      <a:pt x="108" y="385"/>
                      <a:pt x="117" y="402"/>
                      <a:pt x="125" y="418"/>
                    </a:cubicBezTo>
                    <a:cubicBezTo>
                      <a:pt x="150" y="468"/>
                      <a:pt x="175" y="518"/>
                      <a:pt x="208" y="576"/>
                    </a:cubicBezTo>
                    <a:cubicBezTo>
                      <a:pt x="198" y="572"/>
                      <a:pt x="189" y="571"/>
                      <a:pt x="179" y="571"/>
                    </a:cubicBezTo>
                    <a:cubicBezTo>
                      <a:pt x="112" y="571"/>
                      <a:pt x="45" y="643"/>
                      <a:pt x="67" y="708"/>
                    </a:cubicBezTo>
                    <a:cubicBezTo>
                      <a:pt x="191" y="1048"/>
                      <a:pt x="423" y="1338"/>
                      <a:pt x="730" y="1512"/>
                    </a:cubicBezTo>
                    <a:cubicBezTo>
                      <a:pt x="745" y="1522"/>
                      <a:pt x="763" y="1527"/>
                      <a:pt x="781" y="1527"/>
                    </a:cubicBezTo>
                    <a:cubicBezTo>
                      <a:pt x="821" y="1527"/>
                      <a:pt x="862" y="1504"/>
                      <a:pt x="879" y="1470"/>
                    </a:cubicBezTo>
                    <a:cubicBezTo>
                      <a:pt x="920" y="1445"/>
                      <a:pt x="937" y="1396"/>
                      <a:pt x="928" y="1354"/>
                    </a:cubicBezTo>
                    <a:cubicBezTo>
                      <a:pt x="928" y="1329"/>
                      <a:pt x="928" y="1305"/>
                      <a:pt x="912" y="1280"/>
                    </a:cubicBezTo>
                    <a:cubicBezTo>
                      <a:pt x="904" y="1247"/>
                      <a:pt x="879" y="1205"/>
                      <a:pt x="862" y="1172"/>
                    </a:cubicBezTo>
                    <a:lnTo>
                      <a:pt x="862" y="1139"/>
                    </a:lnTo>
                    <a:cubicBezTo>
                      <a:pt x="879" y="1155"/>
                      <a:pt x="895" y="1172"/>
                      <a:pt x="920" y="1189"/>
                    </a:cubicBezTo>
                    <a:cubicBezTo>
                      <a:pt x="978" y="1271"/>
                      <a:pt x="1036" y="1354"/>
                      <a:pt x="1078" y="1445"/>
                    </a:cubicBezTo>
                    <a:cubicBezTo>
                      <a:pt x="1099" y="1495"/>
                      <a:pt x="1138" y="1532"/>
                      <a:pt x="1185" y="1532"/>
                    </a:cubicBezTo>
                    <a:cubicBezTo>
                      <a:pt x="1193" y="1532"/>
                      <a:pt x="1201" y="1531"/>
                      <a:pt x="1210" y="1528"/>
                    </a:cubicBezTo>
                    <a:cubicBezTo>
                      <a:pt x="1268" y="1512"/>
                      <a:pt x="1310" y="1445"/>
                      <a:pt x="1285" y="1387"/>
                    </a:cubicBezTo>
                    <a:cubicBezTo>
                      <a:pt x="1268" y="1346"/>
                      <a:pt x="1252" y="1296"/>
                      <a:pt x="1235" y="1247"/>
                    </a:cubicBezTo>
                    <a:cubicBezTo>
                      <a:pt x="1235" y="1247"/>
                      <a:pt x="1243" y="1238"/>
                      <a:pt x="1243" y="1222"/>
                    </a:cubicBezTo>
                    <a:cubicBezTo>
                      <a:pt x="1252" y="1172"/>
                      <a:pt x="1235" y="1122"/>
                      <a:pt x="1227" y="1073"/>
                    </a:cubicBezTo>
                    <a:lnTo>
                      <a:pt x="1227" y="1073"/>
                    </a:lnTo>
                    <a:cubicBezTo>
                      <a:pt x="1233" y="1085"/>
                      <a:pt x="1252" y="1092"/>
                      <a:pt x="1269" y="1092"/>
                    </a:cubicBezTo>
                    <a:cubicBezTo>
                      <a:pt x="1275" y="1092"/>
                      <a:pt x="1280" y="1091"/>
                      <a:pt x="1285" y="1089"/>
                    </a:cubicBezTo>
                    <a:cubicBezTo>
                      <a:pt x="1301" y="1081"/>
                      <a:pt x="1326" y="1048"/>
                      <a:pt x="1318" y="1023"/>
                    </a:cubicBezTo>
                    <a:cubicBezTo>
                      <a:pt x="1293" y="973"/>
                      <a:pt x="1276" y="932"/>
                      <a:pt x="1260" y="890"/>
                    </a:cubicBezTo>
                    <a:cubicBezTo>
                      <a:pt x="1252" y="874"/>
                      <a:pt x="1252" y="865"/>
                      <a:pt x="1243" y="857"/>
                    </a:cubicBezTo>
                    <a:cubicBezTo>
                      <a:pt x="1235" y="841"/>
                      <a:pt x="1235" y="832"/>
                      <a:pt x="1227" y="824"/>
                    </a:cubicBezTo>
                    <a:cubicBezTo>
                      <a:pt x="1218" y="816"/>
                      <a:pt x="1218" y="807"/>
                      <a:pt x="1210" y="791"/>
                    </a:cubicBezTo>
                    <a:cubicBezTo>
                      <a:pt x="1202" y="783"/>
                      <a:pt x="1194" y="774"/>
                      <a:pt x="1185" y="758"/>
                    </a:cubicBezTo>
                    <a:cubicBezTo>
                      <a:pt x="1177" y="750"/>
                      <a:pt x="1167" y="746"/>
                      <a:pt x="1156" y="746"/>
                    </a:cubicBezTo>
                    <a:cubicBezTo>
                      <a:pt x="1134" y="746"/>
                      <a:pt x="1111" y="763"/>
                      <a:pt x="1111" y="791"/>
                    </a:cubicBezTo>
                    <a:cubicBezTo>
                      <a:pt x="1111" y="807"/>
                      <a:pt x="1111" y="816"/>
                      <a:pt x="1119" y="832"/>
                    </a:cubicBezTo>
                    <a:cubicBezTo>
                      <a:pt x="1119" y="841"/>
                      <a:pt x="1127" y="849"/>
                      <a:pt x="1127" y="865"/>
                    </a:cubicBezTo>
                    <a:cubicBezTo>
                      <a:pt x="1136" y="874"/>
                      <a:pt x="1136" y="882"/>
                      <a:pt x="1136" y="890"/>
                    </a:cubicBezTo>
                    <a:cubicBezTo>
                      <a:pt x="1119" y="857"/>
                      <a:pt x="1102" y="824"/>
                      <a:pt x="1078" y="791"/>
                    </a:cubicBezTo>
                    <a:cubicBezTo>
                      <a:pt x="1003" y="683"/>
                      <a:pt x="912" y="584"/>
                      <a:pt x="812" y="501"/>
                    </a:cubicBezTo>
                    <a:cubicBezTo>
                      <a:pt x="680" y="302"/>
                      <a:pt x="506" y="128"/>
                      <a:pt x="299" y="12"/>
                    </a:cubicBezTo>
                    <a:cubicBezTo>
                      <a:pt x="283" y="4"/>
                      <a:pt x="267" y="0"/>
                      <a:pt x="2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2" name="Google Shape;6542;p20"/>
              <p:cNvSpPr/>
              <p:nvPr/>
            </p:nvSpPr>
            <p:spPr>
              <a:xfrm>
                <a:off x="2801425" y="4126625"/>
                <a:ext cx="25" cy="225"/>
              </a:xfrm>
              <a:custGeom>
                <a:rect b="b" l="l" r="r" t="t"/>
                <a:pathLst>
                  <a:path extrusionOk="0" h="9" w="1">
                    <a:moveTo>
                      <a:pt x="1" y="8"/>
                    </a:moveTo>
                    <a:cubicBezTo>
                      <a:pt x="1" y="8"/>
                      <a:pt x="1" y="0"/>
                      <a:pt x="1" y="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3" name="Google Shape;6543;p20"/>
              <p:cNvSpPr/>
              <p:nvPr/>
            </p:nvSpPr>
            <p:spPr>
              <a:xfrm>
                <a:off x="2791900" y="4093750"/>
                <a:ext cx="108150" cy="47800"/>
              </a:xfrm>
              <a:custGeom>
                <a:rect b="b" l="l" r="r" t="t"/>
                <a:pathLst>
                  <a:path extrusionOk="0" h="1912" w="4326">
                    <a:moveTo>
                      <a:pt x="2344" y="1367"/>
                    </a:moveTo>
                    <a:cubicBezTo>
                      <a:pt x="2314" y="1376"/>
                      <a:pt x="2284" y="1391"/>
                      <a:pt x="2246" y="1406"/>
                    </a:cubicBezTo>
                    <a:cubicBezTo>
                      <a:pt x="2196" y="1423"/>
                      <a:pt x="2138" y="1439"/>
                      <a:pt x="2080" y="1456"/>
                    </a:cubicBezTo>
                    <a:cubicBezTo>
                      <a:pt x="2080" y="1456"/>
                      <a:pt x="2080" y="1448"/>
                      <a:pt x="2080" y="1439"/>
                    </a:cubicBezTo>
                    <a:cubicBezTo>
                      <a:pt x="2168" y="1415"/>
                      <a:pt x="2256" y="1391"/>
                      <a:pt x="2344" y="1367"/>
                    </a:cubicBezTo>
                    <a:close/>
                    <a:moveTo>
                      <a:pt x="979" y="1489"/>
                    </a:moveTo>
                    <a:cubicBezTo>
                      <a:pt x="1003" y="1497"/>
                      <a:pt x="1028" y="1514"/>
                      <a:pt x="1053" y="1522"/>
                    </a:cubicBezTo>
                    <a:lnTo>
                      <a:pt x="921" y="1522"/>
                    </a:lnTo>
                    <a:cubicBezTo>
                      <a:pt x="929" y="1514"/>
                      <a:pt x="929" y="1514"/>
                      <a:pt x="937" y="1514"/>
                    </a:cubicBezTo>
                    <a:cubicBezTo>
                      <a:pt x="945" y="1506"/>
                      <a:pt x="962" y="1506"/>
                      <a:pt x="970" y="1497"/>
                    </a:cubicBezTo>
                    <a:cubicBezTo>
                      <a:pt x="970" y="1497"/>
                      <a:pt x="979" y="1489"/>
                      <a:pt x="979" y="1489"/>
                    </a:cubicBezTo>
                    <a:close/>
                    <a:moveTo>
                      <a:pt x="1262" y="0"/>
                    </a:moveTo>
                    <a:cubicBezTo>
                      <a:pt x="1245" y="0"/>
                      <a:pt x="1228" y="9"/>
                      <a:pt x="1219" y="31"/>
                    </a:cubicBezTo>
                    <a:cubicBezTo>
                      <a:pt x="1169" y="147"/>
                      <a:pt x="1128" y="263"/>
                      <a:pt x="1061" y="379"/>
                    </a:cubicBezTo>
                    <a:cubicBezTo>
                      <a:pt x="1003" y="487"/>
                      <a:pt x="921" y="586"/>
                      <a:pt x="887" y="710"/>
                    </a:cubicBezTo>
                    <a:cubicBezTo>
                      <a:pt x="879" y="735"/>
                      <a:pt x="871" y="760"/>
                      <a:pt x="871" y="785"/>
                    </a:cubicBezTo>
                    <a:cubicBezTo>
                      <a:pt x="864" y="784"/>
                      <a:pt x="856" y="783"/>
                      <a:pt x="849" y="783"/>
                    </a:cubicBezTo>
                    <a:cubicBezTo>
                      <a:pt x="797" y="783"/>
                      <a:pt x="743" y="810"/>
                      <a:pt x="722" y="868"/>
                    </a:cubicBezTo>
                    <a:cubicBezTo>
                      <a:pt x="722" y="876"/>
                      <a:pt x="722" y="884"/>
                      <a:pt x="713" y="893"/>
                    </a:cubicBezTo>
                    <a:lnTo>
                      <a:pt x="705" y="893"/>
                    </a:lnTo>
                    <a:cubicBezTo>
                      <a:pt x="655" y="926"/>
                      <a:pt x="631" y="975"/>
                      <a:pt x="622" y="1025"/>
                    </a:cubicBezTo>
                    <a:cubicBezTo>
                      <a:pt x="581" y="1083"/>
                      <a:pt x="573" y="1149"/>
                      <a:pt x="581" y="1216"/>
                    </a:cubicBezTo>
                    <a:cubicBezTo>
                      <a:pt x="556" y="1158"/>
                      <a:pt x="515" y="1108"/>
                      <a:pt x="465" y="1058"/>
                    </a:cubicBezTo>
                    <a:cubicBezTo>
                      <a:pt x="415" y="1017"/>
                      <a:pt x="357" y="975"/>
                      <a:pt x="291" y="951"/>
                    </a:cubicBezTo>
                    <a:cubicBezTo>
                      <a:pt x="258" y="934"/>
                      <a:pt x="225" y="917"/>
                      <a:pt x="183" y="909"/>
                    </a:cubicBezTo>
                    <a:lnTo>
                      <a:pt x="158" y="909"/>
                    </a:lnTo>
                    <a:cubicBezTo>
                      <a:pt x="150" y="909"/>
                      <a:pt x="142" y="901"/>
                      <a:pt x="133" y="901"/>
                    </a:cubicBezTo>
                    <a:lnTo>
                      <a:pt x="84" y="901"/>
                    </a:lnTo>
                    <a:cubicBezTo>
                      <a:pt x="77" y="899"/>
                      <a:pt x="71" y="898"/>
                      <a:pt x="65" y="898"/>
                    </a:cubicBezTo>
                    <a:cubicBezTo>
                      <a:pt x="47" y="898"/>
                      <a:pt x="30" y="907"/>
                      <a:pt x="17" y="926"/>
                    </a:cubicBezTo>
                    <a:cubicBezTo>
                      <a:pt x="1" y="951"/>
                      <a:pt x="1" y="984"/>
                      <a:pt x="26" y="1000"/>
                    </a:cubicBezTo>
                    <a:cubicBezTo>
                      <a:pt x="34" y="1009"/>
                      <a:pt x="51" y="1017"/>
                      <a:pt x="59" y="1033"/>
                    </a:cubicBezTo>
                    <a:cubicBezTo>
                      <a:pt x="67" y="1033"/>
                      <a:pt x="67" y="1042"/>
                      <a:pt x="75" y="1042"/>
                    </a:cubicBezTo>
                    <a:cubicBezTo>
                      <a:pt x="84" y="1050"/>
                      <a:pt x="84" y="1050"/>
                      <a:pt x="92" y="1058"/>
                    </a:cubicBezTo>
                    <a:cubicBezTo>
                      <a:pt x="100" y="1058"/>
                      <a:pt x="109" y="1067"/>
                      <a:pt x="109" y="1067"/>
                    </a:cubicBezTo>
                    <a:lnTo>
                      <a:pt x="133" y="1091"/>
                    </a:lnTo>
                    <a:cubicBezTo>
                      <a:pt x="150" y="1100"/>
                      <a:pt x="158" y="1108"/>
                      <a:pt x="175" y="1116"/>
                    </a:cubicBezTo>
                    <a:cubicBezTo>
                      <a:pt x="200" y="1133"/>
                      <a:pt x="225" y="1149"/>
                      <a:pt x="249" y="1166"/>
                    </a:cubicBezTo>
                    <a:cubicBezTo>
                      <a:pt x="258" y="1166"/>
                      <a:pt x="258" y="1174"/>
                      <a:pt x="266" y="1174"/>
                    </a:cubicBezTo>
                    <a:cubicBezTo>
                      <a:pt x="274" y="1183"/>
                      <a:pt x="291" y="1199"/>
                      <a:pt x="299" y="1207"/>
                    </a:cubicBezTo>
                    <a:cubicBezTo>
                      <a:pt x="307" y="1216"/>
                      <a:pt x="316" y="1224"/>
                      <a:pt x="324" y="1232"/>
                    </a:cubicBezTo>
                    <a:cubicBezTo>
                      <a:pt x="332" y="1241"/>
                      <a:pt x="332" y="1241"/>
                      <a:pt x="341" y="1249"/>
                    </a:cubicBezTo>
                    <a:cubicBezTo>
                      <a:pt x="349" y="1265"/>
                      <a:pt x="365" y="1290"/>
                      <a:pt x="382" y="1315"/>
                    </a:cubicBezTo>
                    <a:lnTo>
                      <a:pt x="387" y="1325"/>
                    </a:lnTo>
                    <a:lnTo>
                      <a:pt x="387" y="1325"/>
                    </a:lnTo>
                    <a:cubicBezTo>
                      <a:pt x="385" y="1323"/>
                      <a:pt x="382" y="1323"/>
                      <a:pt x="382" y="1323"/>
                    </a:cubicBezTo>
                    <a:lnTo>
                      <a:pt x="382" y="1323"/>
                    </a:lnTo>
                    <a:cubicBezTo>
                      <a:pt x="382" y="1323"/>
                      <a:pt x="390" y="1332"/>
                      <a:pt x="390" y="1332"/>
                    </a:cubicBezTo>
                    <a:cubicBezTo>
                      <a:pt x="390" y="1340"/>
                      <a:pt x="399" y="1348"/>
                      <a:pt x="399" y="1365"/>
                    </a:cubicBezTo>
                    <a:cubicBezTo>
                      <a:pt x="399" y="1365"/>
                      <a:pt x="399" y="1373"/>
                      <a:pt x="399" y="1381"/>
                    </a:cubicBezTo>
                    <a:cubicBezTo>
                      <a:pt x="399" y="1406"/>
                      <a:pt x="407" y="1439"/>
                      <a:pt x="423" y="1464"/>
                    </a:cubicBezTo>
                    <a:cubicBezTo>
                      <a:pt x="448" y="1497"/>
                      <a:pt x="473" y="1522"/>
                      <a:pt x="515" y="1522"/>
                    </a:cubicBezTo>
                    <a:cubicBezTo>
                      <a:pt x="556" y="1522"/>
                      <a:pt x="589" y="1497"/>
                      <a:pt x="614" y="1464"/>
                    </a:cubicBezTo>
                    <a:cubicBezTo>
                      <a:pt x="631" y="1439"/>
                      <a:pt x="631" y="1406"/>
                      <a:pt x="631" y="1373"/>
                    </a:cubicBezTo>
                    <a:cubicBezTo>
                      <a:pt x="655" y="1423"/>
                      <a:pt x="689" y="1464"/>
                      <a:pt x="730" y="1489"/>
                    </a:cubicBezTo>
                    <a:cubicBezTo>
                      <a:pt x="705" y="1497"/>
                      <a:pt x="672" y="1514"/>
                      <a:pt x="655" y="1547"/>
                    </a:cubicBezTo>
                    <a:cubicBezTo>
                      <a:pt x="622" y="1605"/>
                      <a:pt x="647" y="1663"/>
                      <a:pt x="697" y="1696"/>
                    </a:cubicBezTo>
                    <a:cubicBezTo>
                      <a:pt x="730" y="1729"/>
                      <a:pt x="763" y="1746"/>
                      <a:pt x="805" y="1763"/>
                    </a:cubicBezTo>
                    <a:cubicBezTo>
                      <a:pt x="945" y="1895"/>
                      <a:pt x="1169" y="1912"/>
                      <a:pt x="1360" y="1912"/>
                    </a:cubicBezTo>
                    <a:cubicBezTo>
                      <a:pt x="1641" y="1903"/>
                      <a:pt x="1931" y="1862"/>
                      <a:pt x="2196" y="1746"/>
                    </a:cubicBezTo>
                    <a:cubicBezTo>
                      <a:pt x="2246" y="1729"/>
                      <a:pt x="2288" y="1680"/>
                      <a:pt x="2271" y="1622"/>
                    </a:cubicBezTo>
                    <a:cubicBezTo>
                      <a:pt x="2354" y="1597"/>
                      <a:pt x="2428" y="1564"/>
                      <a:pt x="2503" y="1531"/>
                    </a:cubicBezTo>
                    <a:cubicBezTo>
                      <a:pt x="2619" y="1473"/>
                      <a:pt x="2727" y="1398"/>
                      <a:pt x="2843" y="1357"/>
                    </a:cubicBezTo>
                    <a:cubicBezTo>
                      <a:pt x="3050" y="1274"/>
                      <a:pt x="3282" y="1265"/>
                      <a:pt x="3497" y="1249"/>
                    </a:cubicBezTo>
                    <a:cubicBezTo>
                      <a:pt x="3696" y="1241"/>
                      <a:pt x="3895" y="1207"/>
                      <a:pt x="4077" y="1141"/>
                    </a:cubicBezTo>
                    <a:cubicBezTo>
                      <a:pt x="4135" y="1125"/>
                      <a:pt x="4185" y="1100"/>
                      <a:pt x="4235" y="1067"/>
                    </a:cubicBezTo>
                    <a:cubicBezTo>
                      <a:pt x="4326" y="1018"/>
                      <a:pt x="4269" y="886"/>
                      <a:pt x="4184" y="886"/>
                    </a:cubicBezTo>
                    <a:cubicBezTo>
                      <a:pt x="4169" y="886"/>
                      <a:pt x="4152" y="891"/>
                      <a:pt x="4135" y="901"/>
                    </a:cubicBezTo>
                    <a:cubicBezTo>
                      <a:pt x="4052" y="946"/>
                      <a:pt x="3964" y="960"/>
                      <a:pt x="3873" y="960"/>
                    </a:cubicBezTo>
                    <a:cubicBezTo>
                      <a:pt x="3746" y="960"/>
                      <a:pt x="3615" y="932"/>
                      <a:pt x="3489" y="917"/>
                    </a:cubicBezTo>
                    <a:cubicBezTo>
                      <a:pt x="3453" y="914"/>
                      <a:pt x="3418" y="912"/>
                      <a:pt x="3383" y="912"/>
                    </a:cubicBezTo>
                    <a:cubicBezTo>
                      <a:pt x="3184" y="912"/>
                      <a:pt x="2999" y="966"/>
                      <a:pt x="2801" y="1009"/>
                    </a:cubicBezTo>
                    <a:cubicBezTo>
                      <a:pt x="2553" y="1075"/>
                      <a:pt x="2304" y="1125"/>
                      <a:pt x="2056" y="1174"/>
                    </a:cubicBezTo>
                    <a:cubicBezTo>
                      <a:pt x="1926" y="1196"/>
                      <a:pt x="1773" y="1242"/>
                      <a:pt x="1628" y="1242"/>
                    </a:cubicBezTo>
                    <a:cubicBezTo>
                      <a:pt x="1551" y="1242"/>
                      <a:pt x="1476" y="1229"/>
                      <a:pt x="1409" y="1191"/>
                    </a:cubicBezTo>
                    <a:cubicBezTo>
                      <a:pt x="1244" y="1100"/>
                      <a:pt x="1161" y="909"/>
                      <a:pt x="1144" y="727"/>
                    </a:cubicBezTo>
                    <a:cubicBezTo>
                      <a:pt x="1144" y="710"/>
                      <a:pt x="1136" y="694"/>
                      <a:pt x="1119" y="677"/>
                    </a:cubicBezTo>
                    <a:cubicBezTo>
                      <a:pt x="1210" y="478"/>
                      <a:pt x="1335" y="288"/>
                      <a:pt x="1326" y="56"/>
                    </a:cubicBezTo>
                    <a:cubicBezTo>
                      <a:pt x="1321" y="25"/>
                      <a:pt x="1290" y="0"/>
                      <a:pt x="12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4" name="Google Shape;6544;p20"/>
              <p:cNvSpPr/>
              <p:nvPr/>
            </p:nvSpPr>
            <p:spPr>
              <a:xfrm>
                <a:off x="2702225" y="4349375"/>
                <a:ext cx="33675" cy="48075"/>
              </a:xfrm>
              <a:custGeom>
                <a:rect b="b" l="l" r="r" t="t"/>
                <a:pathLst>
                  <a:path extrusionOk="0" h="1923" w="1347">
                    <a:moveTo>
                      <a:pt x="1201" y="0"/>
                    </a:moveTo>
                    <a:cubicBezTo>
                      <a:pt x="1184" y="0"/>
                      <a:pt x="1167" y="4"/>
                      <a:pt x="1152" y="14"/>
                    </a:cubicBezTo>
                    <a:cubicBezTo>
                      <a:pt x="994" y="96"/>
                      <a:pt x="870" y="270"/>
                      <a:pt x="754" y="411"/>
                    </a:cubicBezTo>
                    <a:cubicBezTo>
                      <a:pt x="638" y="552"/>
                      <a:pt x="539" y="718"/>
                      <a:pt x="439" y="875"/>
                    </a:cubicBezTo>
                    <a:cubicBezTo>
                      <a:pt x="348" y="1033"/>
                      <a:pt x="257" y="1190"/>
                      <a:pt x="174" y="1356"/>
                    </a:cubicBezTo>
                    <a:cubicBezTo>
                      <a:pt x="100" y="1522"/>
                      <a:pt x="25" y="1687"/>
                      <a:pt x="0" y="1878"/>
                    </a:cubicBezTo>
                    <a:cubicBezTo>
                      <a:pt x="0" y="1905"/>
                      <a:pt x="26" y="1923"/>
                      <a:pt x="51" y="1923"/>
                    </a:cubicBezTo>
                    <a:cubicBezTo>
                      <a:pt x="72" y="1923"/>
                      <a:pt x="92" y="1912"/>
                      <a:pt x="100" y="1886"/>
                    </a:cubicBezTo>
                    <a:cubicBezTo>
                      <a:pt x="174" y="1538"/>
                      <a:pt x="431" y="1256"/>
                      <a:pt x="630" y="966"/>
                    </a:cubicBezTo>
                    <a:cubicBezTo>
                      <a:pt x="721" y="826"/>
                      <a:pt x="829" y="685"/>
                      <a:pt x="936" y="552"/>
                    </a:cubicBezTo>
                    <a:cubicBezTo>
                      <a:pt x="1052" y="420"/>
                      <a:pt x="1193" y="295"/>
                      <a:pt x="1293" y="154"/>
                    </a:cubicBezTo>
                    <a:cubicBezTo>
                      <a:pt x="1347" y="80"/>
                      <a:pt x="1274" y="0"/>
                      <a:pt x="12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5" name="Google Shape;6545;p20"/>
              <p:cNvSpPr/>
              <p:nvPr/>
            </p:nvSpPr>
            <p:spPr>
              <a:xfrm>
                <a:off x="2719825" y="4366400"/>
                <a:ext cx="12250" cy="16725"/>
              </a:xfrm>
              <a:custGeom>
                <a:rect b="b" l="l" r="r" t="t"/>
                <a:pathLst>
                  <a:path extrusionOk="0" h="669" w="490">
                    <a:moveTo>
                      <a:pt x="383" y="0"/>
                    </a:moveTo>
                    <a:cubicBezTo>
                      <a:pt x="365" y="0"/>
                      <a:pt x="347" y="5"/>
                      <a:pt x="332" y="12"/>
                    </a:cubicBezTo>
                    <a:cubicBezTo>
                      <a:pt x="282" y="45"/>
                      <a:pt x="249" y="95"/>
                      <a:pt x="216" y="145"/>
                    </a:cubicBezTo>
                    <a:cubicBezTo>
                      <a:pt x="174" y="186"/>
                      <a:pt x="141" y="236"/>
                      <a:pt x="108" y="285"/>
                    </a:cubicBezTo>
                    <a:cubicBezTo>
                      <a:pt x="50" y="377"/>
                      <a:pt x="9" y="493"/>
                      <a:pt x="0" y="609"/>
                    </a:cubicBezTo>
                    <a:cubicBezTo>
                      <a:pt x="0" y="633"/>
                      <a:pt x="25" y="658"/>
                      <a:pt x="50" y="667"/>
                    </a:cubicBezTo>
                    <a:cubicBezTo>
                      <a:pt x="56" y="668"/>
                      <a:pt x="62" y="669"/>
                      <a:pt x="68" y="669"/>
                    </a:cubicBezTo>
                    <a:cubicBezTo>
                      <a:pt x="92" y="669"/>
                      <a:pt x="111" y="655"/>
                      <a:pt x="125" y="642"/>
                    </a:cubicBezTo>
                    <a:cubicBezTo>
                      <a:pt x="183" y="559"/>
                      <a:pt x="232" y="468"/>
                      <a:pt x="282" y="385"/>
                    </a:cubicBezTo>
                    <a:cubicBezTo>
                      <a:pt x="290" y="360"/>
                      <a:pt x="307" y="343"/>
                      <a:pt x="324" y="327"/>
                    </a:cubicBezTo>
                    <a:cubicBezTo>
                      <a:pt x="332" y="310"/>
                      <a:pt x="340" y="302"/>
                      <a:pt x="348" y="294"/>
                    </a:cubicBezTo>
                    <a:cubicBezTo>
                      <a:pt x="348" y="294"/>
                      <a:pt x="348" y="285"/>
                      <a:pt x="348" y="285"/>
                    </a:cubicBezTo>
                    <a:cubicBezTo>
                      <a:pt x="348" y="285"/>
                      <a:pt x="357" y="285"/>
                      <a:pt x="357" y="277"/>
                    </a:cubicBezTo>
                    <a:cubicBezTo>
                      <a:pt x="382" y="244"/>
                      <a:pt x="423" y="211"/>
                      <a:pt x="448" y="169"/>
                    </a:cubicBezTo>
                    <a:cubicBezTo>
                      <a:pt x="456" y="161"/>
                      <a:pt x="464" y="161"/>
                      <a:pt x="464" y="153"/>
                    </a:cubicBezTo>
                    <a:cubicBezTo>
                      <a:pt x="464" y="153"/>
                      <a:pt x="464" y="153"/>
                      <a:pt x="464" y="145"/>
                    </a:cubicBezTo>
                    <a:cubicBezTo>
                      <a:pt x="473" y="145"/>
                      <a:pt x="473" y="136"/>
                      <a:pt x="481" y="128"/>
                    </a:cubicBezTo>
                    <a:cubicBezTo>
                      <a:pt x="489" y="87"/>
                      <a:pt x="473" y="45"/>
                      <a:pt x="440" y="20"/>
                    </a:cubicBezTo>
                    <a:cubicBezTo>
                      <a:pt x="426" y="7"/>
                      <a:pt x="405" y="0"/>
                      <a:pt x="3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6" name="Google Shape;6546;p20"/>
              <p:cNvSpPr/>
              <p:nvPr/>
            </p:nvSpPr>
            <p:spPr>
              <a:xfrm>
                <a:off x="2729550" y="4371275"/>
                <a:ext cx="5225" cy="7450"/>
              </a:xfrm>
              <a:custGeom>
                <a:rect b="b" l="l" r="r" t="t"/>
                <a:pathLst>
                  <a:path extrusionOk="0" h="298" w="209">
                    <a:moveTo>
                      <a:pt x="175" y="1"/>
                    </a:moveTo>
                    <a:cubicBezTo>
                      <a:pt x="169" y="1"/>
                      <a:pt x="163" y="3"/>
                      <a:pt x="158" y="8"/>
                    </a:cubicBezTo>
                    <a:cubicBezTo>
                      <a:pt x="150" y="16"/>
                      <a:pt x="142" y="24"/>
                      <a:pt x="133" y="32"/>
                    </a:cubicBezTo>
                    <a:cubicBezTo>
                      <a:pt x="117" y="41"/>
                      <a:pt x="117" y="49"/>
                      <a:pt x="109" y="57"/>
                    </a:cubicBezTo>
                    <a:cubicBezTo>
                      <a:pt x="100" y="74"/>
                      <a:pt x="84" y="90"/>
                      <a:pt x="75" y="107"/>
                    </a:cubicBezTo>
                    <a:cubicBezTo>
                      <a:pt x="51" y="140"/>
                      <a:pt x="34" y="182"/>
                      <a:pt x="9" y="215"/>
                    </a:cubicBezTo>
                    <a:cubicBezTo>
                      <a:pt x="1" y="240"/>
                      <a:pt x="9" y="273"/>
                      <a:pt x="34" y="289"/>
                    </a:cubicBezTo>
                    <a:cubicBezTo>
                      <a:pt x="43" y="295"/>
                      <a:pt x="53" y="298"/>
                      <a:pt x="62" y="298"/>
                    </a:cubicBezTo>
                    <a:cubicBezTo>
                      <a:pt x="79" y="298"/>
                      <a:pt x="95" y="289"/>
                      <a:pt x="100" y="273"/>
                    </a:cubicBezTo>
                    <a:cubicBezTo>
                      <a:pt x="125" y="231"/>
                      <a:pt x="142" y="198"/>
                      <a:pt x="167" y="165"/>
                    </a:cubicBezTo>
                    <a:cubicBezTo>
                      <a:pt x="175" y="140"/>
                      <a:pt x="183" y="124"/>
                      <a:pt x="191" y="107"/>
                    </a:cubicBezTo>
                    <a:cubicBezTo>
                      <a:pt x="191" y="90"/>
                      <a:pt x="200" y="82"/>
                      <a:pt x="200" y="74"/>
                    </a:cubicBezTo>
                    <a:cubicBezTo>
                      <a:pt x="208" y="57"/>
                      <a:pt x="208" y="49"/>
                      <a:pt x="208" y="32"/>
                    </a:cubicBezTo>
                    <a:cubicBezTo>
                      <a:pt x="208" y="15"/>
                      <a:pt x="191" y="1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7" name="Google Shape;6547;p20"/>
              <p:cNvSpPr/>
              <p:nvPr/>
            </p:nvSpPr>
            <p:spPr>
              <a:xfrm>
                <a:off x="2752275" y="4243400"/>
                <a:ext cx="41975" cy="77325"/>
              </a:xfrm>
              <a:custGeom>
                <a:rect b="b" l="l" r="r" t="t"/>
                <a:pathLst>
                  <a:path extrusionOk="0" h="3093" w="1679">
                    <a:moveTo>
                      <a:pt x="1574" y="1"/>
                    </a:moveTo>
                    <a:cubicBezTo>
                      <a:pt x="1561" y="1"/>
                      <a:pt x="1548" y="4"/>
                      <a:pt x="1536" y="10"/>
                    </a:cubicBezTo>
                    <a:cubicBezTo>
                      <a:pt x="1445" y="68"/>
                      <a:pt x="1379" y="168"/>
                      <a:pt x="1312" y="251"/>
                    </a:cubicBezTo>
                    <a:cubicBezTo>
                      <a:pt x="1246" y="342"/>
                      <a:pt x="1188" y="441"/>
                      <a:pt x="1130" y="541"/>
                    </a:cubicBezTo>
                    <a:cubicBezTo>
                      <a:pt x="1022" y="731"/>
                      <a:pt x="940" y="938"/>
                      <a:pt x="873" y="1154"/>
                    </a:cubicBezTo>
                    <a:cubicBezTo>
                      <a:pt x="840" y="1262"/>
                      <a:pt x="824" y="1369"/>
                      <a:pt x="790" y="1477"/>
                    </a:cubicBezTo>
                    <a:cubicBezTo>
                      <a:pt x="757" y="1585"/>
                      <a:pt x="699" y="1676"/>
                      <a:pt x="625" y="1759"/>
                    </a:cubicBezTo>
                    <a:cubicBezTo>
                      <a:pt x="476" y="1924"/>
                      <a:pt x="351" y="2107"/>
                      <a:pt x="260" y="2306"/>
                    </a:cubicBezTo>
                    <a:cubicBezTo>
                      <a:pt x="202" y="2421"/>
                      <a:pt x="152" y="2537"/>
                      <a:pt x="111" y="2662"/>
                    </a:cubicBezTo>
                    <a:cubicBezTo>
                      <a:pt x="70" y="2778"/>
                      <a:pt x="45" y="2902"/>
                      <a:pt x="12" y="3026"/>
                    </a:cubicBezTo>
                    <a:cubicBezTo>
                      <a:pt x="1" y="3065"/>
                      <a:pt x="33" y="3092"/>
                      <a:pt x="63" y="3092"/>
                    </a:cubicBezTo>
                    <a:cubicBezTo>
                      <a:pt x="79" y="3092"/>
                      <a:pt x="94" y="3085"/>
                      <a:pt x="103" y="3068"/>
                    </a:cubicBezTo>
                    <a:cubicBezTo>
                      <a:pt x="194" y="2869"/>
                      <a:pt x="285" y="2662"/>
                      <a:pt x="393" y="2471"/>
                    </a:cubicBezTo>
                    <a:cubicBezTo>
                      <a:pt x="492" y="2272"/>
                      <a:pt x="608" y="2090"/>
                      <a:pt x="757" y="1924"/>
                    </a:cubicBezTo>
                    <a:cubicBezTo>
                      <a:pt x="832" y="1850"/>
                      <a:pt x="898" y="1775"/>
                      <a:pt x="948" y="1676"/>
                    </a:cubicBezTo>
                    <a:cubicBezTo>
                      <a:pt x="989" y="1576"/>
                      <a:pt x="1014" y="1469"/>
                      <a:pt x="1047" y="1353"/>
                    </a:cubicBezTo>
                    <a:cubicBezTo>
                      <a:pt x="1097" y="1146"/>
                      <a:pt x="1172" y="930"/>
                      <a:pt x="1271" y="740"/>
                    </a:cubicBezTo>
                    <a:cubicBezTo>
                      <a:pt x="1321" y="624"/>
                      <a:pt x="1387" y="524"/>
                      <a:pt x="1453" y="416"/>
                    </a:cubicBezTo>
                    <a:cubicBezTo>
                      <a:pt x="1520" y="317"/>
                      <a:pt x="1611" y="218"/>
                      <a:pt x="1652" y="102"/>
                    </a:cubicBezTo>
                    <a:cubicBezTo>
                      <a:pt x="1679" y="49"/>
                      <a:pt x="1626" y="1"/>
                      <a:pt x="15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8" name="Google Shape;6548;p20"/>
              <p:cNvSpPr/>
              <p:nvPr/>
            </p:nvSpPr>
            <p:spPr>
              <a:xfrm>
                <a:off x="2781750" y="4257275"/>
                <a:ext cx="8725" cy="14225"/>
              </a:xfrm>
              <a:custGeom>
                <a:rect b="b" l="l" r="r" t="t"/>
                <a:pathLst>
                  <a:path extrusionOk="0" h="569" w="349">
                    <a:moveTo>
                      <a:pt x="288" y="0"/>
                    </a:moveTo>
                    <a:cubicBezTo>
                      <a:pt x="283" y="0"/>
                      <a:pt x="279" y="1"/>
                      <a:pt x="274" y="2"/>
                    </a:cubicBezTo>
                    <a:cubicBezTo>
                      <a:pt x="216" y="19"/>
                      <a:pt x="191" y="69"/>
                      <a:pt x="175" y="118"/>
                    </a:cubicBezTo>
                    <a:cubicBezTo>
                      <a:pt x="150" y="160"/>
                      <a:pt x="133" y="201"/>
                      <a:pt x="117" y="243"/>
                    </a:cubicBezTo>
                    <a:cubicBezTo>
                      <a:pt x="75" y="325"/>
                      <a:pt x="51" y="417"/>
                      <a:pt x="9" y="499"/>
                    </a:cubicBezTo>
                    <a:cubicBezTo>
                      <a:pt x="1" y="524"/>
                      <a:pt x="17" y="557"/>
                      <a:pt x="42" y="566"/>
                    </a:cubicBezTo>
                    <a:cubicBezTo>
                      <a:pt x="48" y="568"/>
                      <a:pt x="55" y="569"/>
                      <a:pt x="61" y="569"/>
                    </a:cubicBezTo>
                    <a:cubicBezTo>
                      <a:pt x="79" y="569"/>
                      <a:pt x="96" y="559"/>
                      <a:pt x="109" y="541"/>
                    </a:cubicBezTo>
                    <a:cubicBezTo>
                      <a:pt x="150" y="466"/>
                      <a:pt x="200" y="392"/>
                      <a:pt x="241" y="309"/>
                    </a:cubicBezTo>
                    <a:cubicBezTo>
                      <a:pt x="266" y="267"/>
                      <a:pt x="283" y="234"/>
                      <a:pt x="299" y="193"/>
                    </a:cubicBezTo>
                    <a:cubicBezTo>
                      <a:pt x="316" y="168"/>
                      <a:pt x="324" y="151"/>
                      <a:pt x="332" y="127"/>
                    </a:cubicBezTo>
                    <a:cubicBezTo>
                      <a:pt x="341" y="102"/>
                      <a:pt x="349" y="60"/>
                      <a:pt x="341" y="44"/>
                    </a:cubicBezTo>
                    <a:cubicBezTo>
                      <a:pt x="334" y="16"/>
                      <a:pt x="310" y="0"/>
                      <a:pt x="2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9" name="Google Shape;6549;p20"/>
              <p:cNvSpPr/>
              <p:nvPr/>
            </p:nvSpPr>
            <p:spPr>
              <a:xfrm>
                <a:off x="2787350" y="4263075"/>
                <a:ext cx="5625" cy="8550"/>
              </a:xfrm>
              <a:custGeom>
                <a:rect b="b" l="l" r="r" t="t"/>
                <a:pathLst>
                  <a:path extrusionOk="0" h="342" w="225">
                    <a:moveTo>
                      <a:pt x="170" y="1"/>
                    </a:moveTo>
                    <a:cubicBezTo>
                      <a:pt x="136" y="1"/>
                      <a:pt x="115" y="30"/>
                      <a:pt x="100" y="52"/>
                    </a:cubicBezTo>
                    <a:cubicBezTo>
                      <a:pt x="83" y="77"/>
                      <a:pt x="67" y="93"/>
                      <a:pt x="59" y="118"/>
                    </a:cubicBezTo>
                    <a:cubicBezTo>
                      <a:pt x="34" y="168"/>
                      <a:pt x="17" y="218"/>
                      <a:pt x="9" y="267"/>
                    </a:cubicBezTo>
                    <a:cubicBezTo>
                      <a:pt x="1" y="301"/>
                      <a:pt x="17" y="334"/>
                      <a:pt x="50" y="342"/>
                    </a:cubicBezTo>
                    <a:cubicBezTo>
                      <a:pt x="75" y="342"/>
                      <a:pt x="108" y="334"/>
                      <a:pt x="117" y="301"/>
                    </a:cubicBezTo>
                    <a:cubicBezTo>
                      <a:pt x="117" y="276"/>
                      <a:pt x="125" y="251"/>
                      <a:pt x="133" y="234"/>
                    </a:cubicBezTo>
                    <a:cubicBezTo>
                      <a:pt x="141" y="226"/>
                      <a:pt x="141" y="218"/>
                      <a:pt x="141" y="218"/>
                    </a:cubicBezTo>
                    <a:cubicBezTo>
                      <a:pt x="141" y="218"/>
                      <a:pt x="141" y="209"/>
                      <a:pt x="141" y="209"/>
                    </a:cubicBezTo>
                    <a:cubicBezTo>
                      <a:pt x="150" y="201"/>
                      <a:pt x="158" y="185"/>
                      <a:pt x="158" y="176"/>
                    </a:cubicBezTo>
                    <a:cubicBezTo>
                      <a:pt x="175" y="151"/>
                      <a:pt x="183" y="135"/>
                      <a:pt x="191" y="118"/>
                    </a:cubicBezTo>
                    <a:cubicBezTo>
                      <a:pt x="208" y="85"/>
                      <a:pt x="224" y="60"/>
                      <a:pt x="216" y="27"/>
                    </a:cubicBezTo>
                    <a:cubicBezTo>
                      <a:pt x="208" y="11"/>
                      <a:pt x="199" y="2"/>
                      <a:pt x="183" y="2"/>
                    </a:cubicBezTo>
                    <a:cubicBezTo>
                      <a:pt x="178" y="1"/>
                      <a:pt x="174" y="1"/>
                      <a:pt x="1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0" name="Google Shape;6550;p20"/>
              <p:cNvSpPr/>
              <p:nvPr/>
            </p:nvSpPr>
            <p:spPr>
              <a:xfrm>
                <a:off x="2801600" y="4196250"/>
                <a:ext cx="14350" cy="31275"/>
              </a:xfrm>
              <a:custGeom>
                <a:rect b="b" l="l" r="r" t="t"/>
                <a:pathLst>
                  <a:path extrusionOk="0" h="1251" w="574">
                    <a:moveTo>
                      <a:pt x="469" y="1"/>
                    </a:moveTo>
                    <a:cubicBezTo>
                      <a:pt x="433" y="1"/>
                      <a:pt x="400" y="18"/>
                      <a:pt x="375" y="49"/>
                    </a:cubicBezTo>
                    <a:cubicBezTo>
                      <a:pt x="317" y="132"/>
                      <a:pt x="284" y="239"/>
                      <a:pt x="251" y="339"/>
                    </a:cubicBezTo>
                    <a:cubicBezTo>
                      <a:pt x="209" y="422"/>
                      <a:pt x="176" y="513"/>
                      <a:pt x="143" y="604"/>
                    </a:cubicBezTo>
                    <a:cubicBezTo>
                      <a:pt x="85" y="786"/>
                      <a:pt x="52" y="985"/>
                      <a:pt x="11" y="1176"/>
                    </a:cubicBezTo>
                    <a:cubicBezTo>
                      <a:pt x="0" y="1221"/>
                      <a:pt x="36" y="1251"/>
                      <a:pt x="71" y="1251"/>
                    </a:cubicBezTo>
                    <a:cubicBezTo>
                      <a:pt x="94" y="1251"/>
                      <a:pt x="117" y="1238"/>
                      <a:pt x="127" y="1209"/>
                    </a:cubicBezTo>
                    <a:cubicBezTo>
                      <a:pt x="176" y="1018"/>
                      <a:pt x="259" y="844"/>
                      <a:pt x="334" y="662"/>
                    </a:cubicBezTo>
                    <a:cubicBezTo>
                      <a:pt x="367" y="579"/>
                      <a:pt x="400" y="488"/>
                      <a:pt x="441" y="405"/>
                    </a:cubicBezTo>
                    <a:cubicBezTo>
                      <a:pt x="475" y="314"/>
                      <a:pt x="533" y="223"/>
                      <a:pt x="566" y="132"/>
                    </a:cubicBezTo>
                    <a:cubicBezTo>
                      <a:pt x="574" y="82"/>
                      <a:pt x="549" y="24"/>
                      <a:pt x="508" y="7"/>
                    </a:cubicBezTo>
                    <a:cubicBezTo>
                      <a:pt x="495" y="3"/>
                      <a:pt x="482" y="1"/>
                      <a:pt x="4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1" name="Google Shape;6551;p20"/>
              <p:cNvSpPr/>
              <p:nvPr/>
            </p:nvSpPr>
            <p:spPr>
              <a:xfrm>
                <a:off x="2795850" y="3865325"/>
                <a:ext cx="33150" cy="23125"/>
              </a:xfrm>
              <a:custGeom>
                <a:rect b="b" l="l" r="r" t="t"/>
                <a:pathLst>
                  <a:path extrusionOk="0" h="925" w="1326">
                    <a:moveTo>
                      <a:pt x="171" y="1"/>
                    </a:moveTo>
                    <a:cubicBezTo>
                      <a:pt x="126" y="1"/>
                      <a:pt x="82" y="9"/>
                      <a:pt x="42" y="29"/>
                    </a:cubicBezTo>
                    <a:cubicBezTo>
                      <a:pt x="0" y="46"/>
                      <a:pt x="0" y="112"/>
                      <a:pt x="42" y="128"/>
                    </a:cubicBezTo>
                    <a:cubicBezTo>
                      <a:pt x="141" y="178"/>
                      <a:pt x="257" y="186"/>
                      <a:pt x="365" y="228"/>
                    </a:cubicBezTo>
                    <a:cubicBezTo>
                      <a:pt x="473" y="286"/>
                      <a:pt x="572" y="352"/>
                      <a:pt x="655" y="427"/>
                    </a:cubicBezTo>
                    <a:cubicBezTo>
                      <a:pt x="746" y="510"/>
                      <a:pt x="837" y="592"/>
                      <a:pt x="920" y="684"/>
                    </a:cubicBezTo>
                    <a:cubicBezTo>
                      <a:pt x="978" y="733"/>
                      <a:pt x="1028" y="783"/>
                      <a:pt x="1086" y="833"/>
                    </a:cubicBezTo>
                    <a:cubicBezTo>
                      <a:pt x="1132" y="871"/>
                      <a:pt x="1186" y="925"/>
                      <a:pt x="1254" y="925"/>
                    </a:cubicBezTo>
                    <a:cubicBezTo>
                      <a:pt x="1258" y="925"/>
                      <a:pt x="1263" y="924"/>
                      <a:pt x="1268" y="924"/>
                    </a:cubicBezTo>
                    <a:cubicBezTo>
                      <a:pt x="1293" y="924"/>
                      <a:pt x="1318" y="907"/>
                      <a:pt x="1318" y="874"/>
                    </a:cubicBezTo>
                    <a:cubicBezTo>
                      <a:pt x="1326" y="800"/>
                      <a:pt x="1268" y="742"/>
                      <a:pt x="1218" y="692"/>
                    </a:cubicBezTo>
                    <a:cubicBezTo>
                      <a:pt x="1168" y="634"/>
                      <a:pt x="1102" y="576"/>
                      <a:pt x="1044" y="518"/>
                    </a:cubicBezTo>
                    <a:cubicBezTo>
                      <a:pt x="953" y="427"/>
                      <a:pt x="854" y="336"/>
                      <a:pt x="746" y="253"/>
                    </a:cubicBezTo>
                    <a:cubicBezTo>
                      <a:pt x="638" y="178"/>
                      <a:pt x="531" y="112"/>
                      <a:pt x="415" y="62"/>
                    </a:cubicBezTo>
                    <a:cubicBezTo>
                      <a:pt x="344" y="30"/>
                      <a:pt x="256" y="1"/>
                      <a:pt x="1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2" name="Google Shape;6552;p20"/>
              <p:cNvSpPr/>
              <p:nvPr/>
            </p:nvSpPr>
            <p:spPr>
              <a:xfrm>
                <a:off x="2953400" y="3843900"/>
                <a:ext cx="16050" cy="33425"/>
              </a:xfrm>
              <a:custGeom>
                <a:rect b="b" l="l" r="r" t="t"/>
                <a:pathLst>
                  <a:path extrusionOk="0" h="1337" w="642">
                    <a:moveTo>
                      <a:pt x="64" y="0"/>
                    </a:moveTo>
                    <a:cubicBezTo>
                      <a:pt x="33" y="0"/>
                      <a:pt x="1" y="27"/>
                      <a:pt x="12" y="66"/>
                    </a:cubicBezTo>
                    <a:cubicBezTo>
                      <a:pt x="45" y="173"/>
                      <a:pt x="61" y="289"/>
                      <a:pt x="103" y="397"/>
                    </a:cubicBezTo>
                    <a:cubicBezTo>
                      <a:pt x="136" y="505"/>
                      <a:pt x="177" y="604"/>
                      <a:pt x="219" y="712"/>
                    </a:cubicBezTo>
                    <a:cubicBezTo>
                      <a:pt x="302" y="911"/>
                      <a:pt x="368" y="1118"/>
                      <a:pt x="459" y="1309"/>
                    </a:cubicBezTo>
                    <a:cubicBezTo>
                      <a:pt x="469" y="1329"/>
                      <a:pt x="485" y="1337"/>
                      <a:pt x="501" y="1337"/>
                    </a:cubicBezTo>
                    <a:cubicBezTo>
                      <a:pt x="524" y="1337"/>
                      <a:pt x="549" y="1320"/>
                      <a:pt x="559" y="1300"/>
                    </a:cubicBezTo>
                    <a:cubicBezTo>
                      <a:pt x="641" y="1085"/>
                      <a:pt x="501" y="853"/>
                      <a:pt x="418" y="654"/>
                    </a:cubicBezTo>
                    <a:cubicBezTo>
                      <a:pt x="376" y="555"/>
                      <a:pt x="327" y="447"/>
                      <a:pt x="285" y="347"/>
                    </a:cubicBezTo>
                    <a:cubicBezTo>
                      <a:pt x="227" y="231"/>
                      <a:pt x="161" y="132"/>
                      <a:pt x="103" y="24"/>
                    </a:cubicBezTo>
                    <a:cubicBezTo>
                      <a:pt x="94" y="7"/>
                      <a:pt x="79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3" name="Google Shape;6553;p20"/>
              <p:cNvSpPr/>
              <p:nvPr/>
            </p:nvSpPr>
            <p:spPr>
              <a:xfrm>
                <a:off x="2967775" y="3892825"/>
                <a:ext cx="3950" cy="8550"/>
              </a:xfrm>
              <a:custGeom>
                <a:rect b="b" l="l" r="r" t="t"/>
                <a:pathLst>
                  <a:path extrusionOk="0" h="342" w="158">
                    <a:moveTo>
                      <a:pt x="61" y="1"/>
                    </a:moveTo>
                    <a:cubicBezTo>
                      <a:pt x="53" y="1"/>
                      <a:pt x="44" y="3"/>
                      <a:pt x="33" y="6"/>
                    </a:cubicBezTo>
                    <a:cubicBezTo>
                      <a:pt x="25" y="14"/>
                      <a:pt x="8" y="23"/>
                      <a:pt x="8" y="39"/>
                    </a:cubicBezTo>
                    <a:cubicBezTo>
                      <a:pt x="0" y="56"/>
                      <a:pt x="0" y="72"/>
                      <a:pt x="8" y="97"/>
                    </a:cubicBezTo>
                    <a:cubicBezTo>
                      <a:pt x="8" y="97"/>
                      <a:pt x="8" y="97"/>
                      <a:pt x="8" y="106"/>
                    </a:cubicBezTo>
                    <a:cubicBezTo>
                      <a:pt x="8" y="106"/>
                      <a:pt x="17" y="114"/>
                      <a:pt x="17" y="114"/>
                    </a:cubicBezTo>
                    <a:cubicBezTo>
                      <a:pt x="17" y="122"/>
                      <a:pt x="25" y="130"/>
                      <a:pt x="25" y="147"/>
                    </a:cubicBezTo>
                    <a:cubicBezTo>
                      <a:pt x="33" y="164"/>
                      <a:pt x="33" y="188"/>
                      <a:pt x="42" y="205"/>
                    </a:cubicBezTo>
                    <a:cubicBezTo>
                      <a:pt x="50" y="222"/>
                      <a:pt x="50" y="246"/>
                      <a:pt x="58" y="263"/>
                    </a:cubicBezTo>
                    <a:cubicBezTo>
                      <a:pt x="58" y="288"/>
                      <a:pt x="66" y="304"/>
                      <a:pt x="75" y="329"/>
                    </a:cubicBezTo>
                    <a:cubicBezTo>
                      <a:pt x="83" y="338"/>
                      <a:pt x="93" y="342"/>
                      <a:pt x="104" y="342"/>
                    </a:cubicBezTo>
                    <a:cubicBezTo>
                      <a:pt x="114" y="342"/>
                      <a:pt x="124" y="338"/>
                      <a:pt x="133" y="329"/>
                    </a:cubicBezTo>
                    <a:cubicBezTo>
                      <a:pt x="149" y="304"/>
                      <a:pt x="149" y="280"/>
                      <a:pt x="149" y="255"/>
                    </a:cubicBezTo>
                    <a:cubicBezTo>
                      <a:pt x="158" y="230"/>
                      <a:pt x="158" y="205"/>
                      <a:pt x="158" y="188"/>
                    </a:cubicBezTo>
                    <a:cubicBezTo>
                      <a:pt x="158" y="139"/>
                      <a:pt x="141" y="89"/>
                      <a:pt x="116" y="48"/>
                    </a:cubicBezTo>
                    <a:cubicBezTo>
                      <a:pt x="116" y="31"/>
                      <a:pt x="108" y="23"/>
                      <a:pt x="91" y="14"/>
                    </a:cubicBezTo>
                    <a:cubicBezTo>
                      <a:pt x="82" y="5"/>
                      <a:pt x="72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4" name="Google Shape;6554;p20"/>
              <p:cNvSpPr/>
              <p:nvPr/>
            </p:nvSpPr>
            <p:spPr>
              <a:xfrm>
                <a:off x="2971500" y="3904150"/>
                <a:ext cx="2925" cy="7425"/>
              </a:xfrm>
              <a:custGeom>
                <a:rect b="b" l="l" r="r" t="t"/>
                <a:pathLst>
                  <a:path extrusionOk="0" h="297" w="117">
                    <a:moveTo>
                      <a:pt x="58" y="1"/>
                    </a:moveTo>
                    <a:cubicBezTo>
                      <a:pt x="25" y="1"/>
                      <a:pt x="0" y="25"/>
                      <a:pt x="0" y="59"/>
                    </a:cubicBezTo>
                    <a:lnTo>
                      <a:pt x="0" y="175"/>
                    </a:lnTo>
                    <a:cubicBezTo>
                      <a:pt x="0" y="183"/>
                      <a:pt x="0" y="199"/>
                      <a:pt x="0" y="208"/>
                    </a:cubicBezTo>
                    <a:cubicBezTo>
                      <a:pt x="9" y="216"/>
                      <a:pt x="9" y="224"/>
                      <a:pt x="9" y="233"/>
                    </a:cubicBezTo>
                    <a:cubicBezTo>
                      <a:pt x="17" y="257"/>
                      <a:pt x="25" y="282"/>
                      <a:pt x="42" y="291"/>
                    </a:cubicBezTo>
                    <a:cubicBezTo>
                      <a:pt x="46" y="295"/>
                      <a:pt x="52" y="297"/>
                      <a:pt x="57" y="297"/>
                    </a:cubicBezTo>
                    <a:cubicBezTo>
                      <a:pt x="62" y="297"/>
                      <a:pt x="67" y="295"/>
                      <a:pt x="67" y="291"/>
                    </a:cubicBezTo>
                    <a:cubicBezTo>
                      <a:pt x="91" y="282"/>
                      <a:pt x="100" y="257"/>
                      <a:pt x="100" y="233"/>
                    </a:cubicBezTo>
                    <a:cubicBezTo>
                      <a:pt x="108" y="224"/>
                      <a:pt x="108" y="216"/>
                      <a:pt x="108" y="208"/>
                    </a:cubicBezTo>
                    <a:cubicBezTo>
                      <a:pt x="116" y="199"/>
                      <a:pt x="116" y="183"/>
                      <a:pt x="116" y="175"/>
                    </a:cubicBezTo>
                    <a:lnTo>
                      <a:pt x="116" y="59"/>
                    </a:lnTo>
                    <a:cubicBezTo>
                      <a:pt x="116" y="34"/>
                      <a:pt x="91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5" name="Google Shape;6555;p20"/>
              <p:cNvSpPr/>
              <p:nvPr/>
            </p:nvSpPr>
            <p:spPr>
              <a:xfrm>
                <a:off x="2677775" y="4424525"/>
                <a:ext cx="20525" cy="36350"/>
              </a:xfrm>
              <a:custGeom>
                <a:rect b="b" l="l" r="r" t="t"/>
                <a:pathLst>
                  <a:path extrusionOk="0" h="1454" w="821">
                    <a:moveTo>
                      <a:pt x="722" y="0"/>
                    </a:moveTo>
                    <a:cubicBezTo>
                      <a:pt x="700" y="0"/>
                      <a:pt x="673" y="14"/>
                      <a:pt x="655" y="32"/>
                    </a:cubicBezTo>
                    <a:cubicBezTo>
                      <a:pt x="572" y="123"/>
                      <a:pt x="514" y="247"/>
                      <a:pt x="456" y="363"/>
                    </a:cubicBezTo>
                    <a:cubicBezTo>
                      <a:pt x="407" y="471"/>
                      <a:pt x="349" y="579"/>
                      <a:pt x="299" y="686"/>
                    </a:cubicBezTo>
                    <a:cubicBezTo>
                      <a:pt x="257" y="794"/>
                      <a:pt x="216" y="910"/>
                      <a:pt x="175" y="1026"/>
                    </a:cubicBezTo>
                    <a:cubicBezTo>
                      <a:pt x="133" y="1142"/>
                      <a:pt x="92" y="1258"/>
                      <a:pt x="25" y="1366"/>
                    </a:cubicBezTo>
                    <a:cubicBezTo>
                      <a:pt x="1" y="1403"/>
                      <a:pt x="40" y="1453"/>
                      <a:pt x="79" y="1453"/>
                    </a:cubicBezTo>
                    <a:cubicBezTo>
                      <a:pt x="92" y="1453"/>
                      <a:pt x="106" y="1447"/>
                      <a:pt x="117" y="1432"/>
                    </a:cubicBezTo>
                    <a:cubicBezTo>
                      <a:pt x="274" y="1250"/>
                      <a:pt x="357" y="1009"/>
                      <a:pt x="464" y="794"/>
                    </a:cubicBezTo>
                    <a:cubicBezTo>
                      <a:pt x="514" y="678"/>
                      <a:pt x="572" y="570"/>
                      <a:pt x="630" y="454"/>
                    </a:cubicBezTo>
                    <a:cubicBezTo>
                      <a:pt x="688" y="347"/>
                      <a:pt x="771" y="239"/>
                      <a:pt x="812" y="115"/>
                    </a:cubicBezTo>
                    <a:cubicBezTo>
                      <a:pt x="821" y="90"/>
                      <a:pt x="812" y="48"/>
                      <a:pt x="788" y="24"/>
                    </a:cubicBezTo>
                    <a:lnTo>
                      <a:pt x="788" y="32"/>
                    </a:lnTo>
                    <a:cubicBezTo>
                      <a:pt x="771" y="15"/>
                      <a:pt x="763" y="7"/>
                      <a:pt x="746" y="7"/>
                    </a:cubicBezTo>
                    <a:cubicBezTo>
                      <a:pt x="739" y="2"/>
                      <a:pt x="731" y="0"/>
                      <a:pt x="7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6" name="Google Shape;6556;p20"/>
              <p:cNvSpPr/>
              <p:nvPr/>
            </p:nvSpPr>
            <p:spPr>
              <a:xfrm>
                <a:off x="2690575" y="4437400"/>
                <a:ext cx="7250" cy="13825"/>
              </a:xfrm>
              <a:custGeom>
                <a:rect b="b" l="l" r="r" t="t"/>
                <a:pathLst>
                  <a:path extrusionOk="0" h="553" w="290">
                    <a:moveTo>
                      <a:pt x="244" y="0"/>
                    </a:moveTo>
                    <a:cubicBezTo>
                      <a:pt x="234" y="0"/>
                      <a:pt x="225" y="4"/>
                      <a:pt x="218" y="14"/>
                    </a:cubicBezTo>
                    <a:lnTo>
                      <a:pt x="218" y="6"/>
                    </a:lnTo>
                    <a:cubicBezTo>
                      <a:pt x="184" y="47"/>
                      <a:pt x="168" y="80"/>
                      <a:pt x="151" y="122"/>
                    </a:cubicBezTo>
                    <a:cubicBezTo>
                      <a:pt x="126" y="163"/>
                      <a:pt x="110" y="204"/>
                      <a:pt x="93" y="246"/>
                    </a:cubicBezTo>
                    <a:cubicBezTo>
                      <a:pt x="60" y="329"/>
                      <a:pt x="35" y="412"/>
                      <a:pt x="10" y="494"/>
                    </a:cubicBezTo>
                    <a:cubicBezTo>
                      <a:pt x="1" y="529"/>
                      <a:pt x="30" y="552"/>
                      <a:pt x="58" y="552"/>
                    </a:cubicBezTo>
                    <a:cubicBezTo>
                      <a:pt x="77" y="552"/>
                      <a:pt x="95" y="542"/>
                      <a:pt x="102" y="519"/>
                    </a:cubicBezTo>
                    <a:cubicBezTo>
                      <a:pt x="126" y="445"/>
                      <a:pt x="151" y="362"/>
                      <a:pt x="184" y="287"/>
                    </a:cubicBezTo>
                    <a:cubicBezTo>
                      <a:pt x="201" y="246"/>
                      <a:pt x="218" y="213"/>
                      <a:pt x="234" y="171"/>
                    </a:cubicBezTo>
                    <a:cubicBezTo>
                      <a:pt x="251" y="130"/>
                      <a:pt x="276" y="97"/>
                      <a:pt x="284" y="47"/>
                    </a:cubicBezTo>
                    <a:cubicBezTo>
                      <a:pt x="290" y="24"/>
                      <a:pt x="267" y="0"/>
                      <a:pt x="2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7" name="Google Shape;6557;p20"/>
              <p:cNvSpPr/>
              <p:nvPr/>
            </p:nvSpPr>
            <p:spPr>
              <a:xfrm>
                <a:off x="2699575" y="4432400"/>
                <a:ext cx="8600" cy="17400"/>
              </a:xfrm>
              <a:custGeom>
                <a:rect b="b" l="l" r="r" t="t"/>
                <a:pathLst>
                  <a:path extrusionOk="0" h="696" w="344">
                    <a:moveTo>
                      <a:pt x="310" y="1"/>
                    </a:moveTo>
                    <a:cubicBezTo>
                      <a:pt x="298" y="1"/>
                      <a:pt x="287" y="5"/>
                      <a:pt x="280" y="15"/>
                    </a:cubicBezTo>
                    <a:cubicBezTo>
                      <a:pt x="255" y="65"/>
                      <a:pt x="239" y="114"/>
                      <a:pt x="214" y="172"/>
                    </a:cubicBezTo>
                    <a:cubicBezTo>
                      <a:pt x="197" y="222"/>
                      <a:pt x="172" y="272"/>
                      <a:pt x="156" y="322"/>
                    </a:cubicBezTo>
                    <a:cubicBezTo>
                      <a:pt x="114" y="421"/>
                      <a:pt x="73" y="520"/>
                      <a:pt x="23" y="620"/>
                    </a:cubicBezTo>
                    <a:cubicBezTo>
                      <a:pt x="1" y="660"/>
                      <a:pt x="36" y="695"/>
                      <a:pt x="72" y="695"/>
                    </a:cubicBezTo>
                    <a:cubicBezTo>
                      <a:pt x="88" y="695"/>
                      <a:pt x="104" y="688"/>
                      <a:pt x="114" y="670"/>
                    </a:cubicBezTo>
                    <a:cubicBezTo>
                      <a:pt x="164" y="570"/>
                      <a:pt x="214" y="471"/>
                      <a:pt x="255" y="363"/>
                    </a:cubicBezTo>
                    <a:cubicBezTo>
                      <a:pt x="280" y="305"/>
                      <a:pt x="288" y="247"/>
                      <a:pt x="305" y="197"/>
                    </a:cubicBezTo>
                    <a:cubicBezTo>
                      <a:pt x="322" y="139"/>
                      <a:pt x="338" y="90"/>
                      <a:pt x="338" y="32"/>
                    </a:cubicBezTo>
                    <a:cubicBezTo>
                      <a:pt x="343" y="12"/>
                      <a:pt x="327" y="1"/>
                      <a:pt x="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8" name="Google Shape;6558;p20"/>
              <p:cNvSpPr/>
              <p:nvPr/>
            </p:nvSpPr>
            <p:spPr>
              <a:xfrm>
                <a:off x="2708650" y="4433500"/>
                <a:ext cx="7825" cy="14700"/>
              </a:xfrm>
              <a:custGeom>
                <a:rect b="b" l="l" r="r" t="t"/>
                <a:pathLst>
                  <a:path extrusionOk="0" h="588" w="313">
                    <a:moveTo>
                      <a:pt x="277" y="1"/>
                    </a:moveTo>
                    <a:cubicBezTo>
                      <a:pt x="267" y="1"/>
                      <a:pt x="257" y="4"/>
                      <a:pt x="249" y="12"/>
                    </a:cubicBezTo>
                    <a:cubicBezTo>
                      <a:pt x="199" y="87"/>
                      <a:pt x="166" y="178"/>
                      <a:pt x="124" y="261"/>
                    </a:cubicBezTo>
                    <a:cubicBezTo>
                      <a:pt x="83" y="344"/>
                      <a:pt x="50" y="435"/>
                      <a:pt x="8" y="518"/>
                    </a:cubicBezTo>
                    <a:cubicBezTo>
                      <a:pt x="0" y="543"/>
                      <a:pt x="0" y="568"/>
                      <a:pt x="25" y="584"/>
                    </a:cubicBezTo>
                    <a:cubicBezTo>
                      <a:pt x="32" y="586"/>
                      <a:pt x="39" y="587"/>
                      <a:pt x="46" y="587"/>
                    </a:cubicBezTo>
                    <a:cubicBezTo>
                      <a:pt x="66" y="587"/>
                      <a:pt x="85" y="580"/>
                      <a:pt x="91" y="568"/>
                    </a:cubicBezTo>
                    <a:cubicBezTo>
                      <a:pt x="133" y="476"/>
                      <a:pt x="166" y="394"/>
                      <a:pt x="207" y="302"/>
                    </a:cubicBezTo>
                    <a:cubicBezTo>
                      <a:pt x="240" y="220"/>
                      <a:pt x="290" y="128"/>
                      <a:pt x="307" y="37"/>
                    </a:cubicBezTo>
                    <a:cubicBezTo>
                      <a:pt x="312" y="15"/>
                      <a:pt x="296" y="1"/>
                      <a:pt x="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9" name="Google Shape;6559;p20"/>
              <p:cNvSpPr/>
              <p:nvPr/>
            </p:nvSpPr>
            <p:spPr>
              <a:xfrm>
                <a:off x="2634275" y="4658350"/>
                <a:ext cx="8925" cy="27850"/>
              </a:xfrm>
              <a:custGeom>
                <a:rect b="b" l="l" r="r" t="t"/>
                <a:pathLst>
                  <a:path extrusionOk="0" h="1114" w="357">
                    <a:moveTo>
                      <a:pt x="85" y="1"/>
                    </a:moveTo>
                    <a:cubicBezTo>
                      <a:pt x="63" y="1"/>
                      <a:pt x="42" y="13"/>
                      <a:pt x="34" y="41"/>
                    </a:cubicBezTo>
                    <a:cubicBezTo>
                      <a:pt x="1" y="141"/>
                      <a:pt x="9" y="249"/>
                      <a:pt x="9" y="356"/>
                    </a:cubicBezTo>
                    <a:cubicBezTo>
                      <a:pt x="17" y="464"/>
                      <a:pt x="25" y="580"/>
                      <a:pt x="34" y="688"/>
                    </a:cubicBezTo>
                    <a:cubicBezTo>
                      <a:pt x="42" y="779"/>
                      <a:pt x="50" y="878"/>
                      <a:pt x="83" y="961"/>
                    </a:cubicBezTo>
                    <a:cubicBezTo>
                      <a:pt x="110" y="1027"/>
                      <a:pt x="172" y="1113"/>
                      <a:pt x="247" y="1113"/>
                    </a:cubicBezTo>
                    <a:cubicBezTo>
                      <a:pt x="266" y="1113"/>
                      <a:pt x="287" y="1107"/>
                      <a:pt x="307" y="1094"/>
                    </a:cubicBezTo>
                    <a:cubicBezTo>
                      <a:pt x="340" y="1077"/>
                      <a:pt x="357" y="1036"/>
                      <a:pt x="349" y="1002"/>
                    </a:cubicBezTo>
                    <a:cubicBezTo>
                      <a:pt x="340" y="969"/>
                      <a:pt x="307" y="936"/>
                      <a:pt x="299" y="920"/>
                    </a:cubicBezTo>
                    <a:cubicBezTo>
                      <a:pt x="282" y="903"/>
                      <a:pt x="282" y="886"/>
                      <a:pt x="274" y="853"/>
                    </a:cubicBezTo>
                    <a:cubicBezTo>
                      <a:pt x="249" y="771"/>
                      <a:pt x="241" y="688"/>
                      <a:pt x="233" y="605"/>
                    </a:cubicBezTo>
                    <a:cubicBezTo>
                      <a:pt x="216" y="505"/>
                      <a:pt x="208" y="414"/>
                      <a:pt x="191" y="323"/>
                    </a:cubicBezTo>
                    <a:cubicBezTo>
                      <a:pt x="183" y="224"/>
                      <a:pt x="175" y="133"/>
                      <a:pt x="141" y="41"/>
                    </a:cubicBezTo>
                    <a:cubicBezTo>
                      <a:pt x="133" y="16"/>
                      <a:pt x="10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0" name="Google Shape;6560;p20"/>
              <p:cNvSpPr/>
              <p:nvPr/>
            </p:nvSpPr>
            <p:spPr>
              <a:xfrm>
                <a:off x="2642150" y="4660825"/>
                <a:ext cx="6025" cy="17300"/>
              </a:xfrm>
              <a:custGeom>
                <a:rect b="b" l="l" r="r" t="t"/>
                <a:pathLst>
                  <a:path extrusionOk="0" h="692" w="241">
                    <a:moveTo>
                      <a:pt x="67" y="0"/>
                    </a:moveTo>
                    <a:cubicBezTo>
                      <a:pt x="34" y="0"/>
                      <a:pt x="0" y="25"/>
                      <a:pt x="0" y="58"/>
                    </a:cubicBezTo>
                    <a:cubicBezTo>
                      <a:pt x="9" y="166"/>
                      <a:pt x="25" y="274"/>
                      <a:pt x="50" y="382"/>
                    </a:cubicBezTo>
                    <a:cubicBezTo>
                      <a:pt x="67" y="431"/>
                      <a:pt x="83" y="489"/>
                      <a:pt x="100" y="539"/>
                    </a:cubicBezTo>
                    <a:cubicBezTo>
                      <a:pt x="125" y="589"/>
                      <a:pt x="141" y="638"/>
                      <a:pt x="183" y="680"/>
                    </a:cubicBezTo>
                    <a:cubicBezTo>
                      <a:pt x="191" y="688"/>
                      <a:pt x="200" y="692"/>
                      <a:pt x="209" y="692"/>
                    </a:cubicBezTo>
                    <a:cubicBezTo>
                      <a:pt x="226" y="692"/>
                      <a:pt x="241" y="677"/>
                      <a:pt x="241" y="655"/>
                    </a:cubicBezTo>
                    <a:cubicBezTo>
                      <a:pt x="241" y="605"/>
                      <a:pt x="224" y="556"/>
                      <a:pt x="216" y="506"/>
                    </a:cubicBezTo>
                    <a:cubicBezTo>
                      <a:pt x="199" y="456"/>
                      <a:pt x="191" y="406"/>
                      <a:pt x="174" y="357"/>
                    </a:cubicBezTo>
                    <a:cubicBezTo>
                      <a:pt x="150" y="257"/>
                      <a:pt x="133" y="158"/>
                      <a:pt x="125" y="58"/>
                    </a:cubicBezTo>
                    <a:cubicBezTo>
                      <a:pt x="125" y="25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1" name="Google Shape;6561;p20"/>
              <p:cNvSpPr/>
              <p:nvPr/>
            </p:nvSpPr>
            <p:spPr>
              <a:xfrm>
                <a:off x="2951000" y="4020275"/>
                <a:ext cx="5200" cy="11325"/>
              </a:xfrm>
              <a:custGeom>
                <a:rect b="b" l="l" r="r" t="t"/>
                <a:pathLst>
                  <a:path extrusionOk="0" h="453" w="208">
                    <a:moveTo>
                      <a:pt x="48" y="0"/>
                    </a:moveTo>
                    <a:cubicBezTo>
                      <a:pt x="23" y="0"/>
                      <a:pt x="0" y="17"/>
                      <a:pt x="0" y="45"/>
                    </a:cubicBezTo>
                    <a:cubicBezTo>
                      <a:pt x="0" y="62"/>
                      <a:pt x="8" y="78"/>
                      <a:pt x="8" y="95"/>
                    </a:cubicBezTo>
                    <a:cubicBezTo>
                      <a:pt x="8" y="111"/>
                      <a:pt x="17" y="120"/>
                      <a:pt x="17" y="136"/>
                    </a:cubicBezTo>
                    <a:cubicBezTo>
                      <a:pt x="25" y="169"/>
                      <a:pt x="33" y="194"/>
                      <a:pt x="42" y="227"/>
                    </a:cubicBezTo>
                    <a:cubicBezTo>
                      <a:pt x="42" y="244"/>
                      <a:pt x="42" y="261"/>
                      <a:pt x="50" y="277"/>
                    </a:cubicBezTo>
                    <a:cubicBezTo>
                      <a:pt x="50" y="277"/>
                      <a:pt x="50" y="285"/>
                      <a:pt x="50" y="294"/>
                    </a:cubicBezTo>
                    <a:cubicBezTo>
                      <a:pt x="50" y="294"/>
                      <a:pt x="50" y="302"/>
                      <a:pt x="50" y="310"/>
                    </a:cubicBezTo>
                    <a:cubicBezTo>
                      <a:pt x="58" y="343"/>
                      <a:pt x="50" y="393"/>
                      <a:pt x="75" y="418"/>
                    </a:cubicBezTo>
                    <a:cubicBezTo>
                      <a:pt x="88" y="440"/>
                      <a:pt x="112" y="452"/>
                      <a:pt x="136" y="452"/>
                    </a:cubicBezTo>
                    <a:cubicBezTo>
                      <a:pt x="157" y="452"/>
                      <a:pt x="179" y="442"/>
                      <a:pt x="191" y="418"/>
                    </a:cubicBezTo>
                    <a:cubicBezTo>
                      <a:pt x="207" y="385"/>
                      <a:pt x="199" y="335"/>
                      <a:pt x="191" y="294"/>
                    </a:cubicBezTo>
                    <a:cubicBezTo>
                      <a:pt x="191" y="261"/>
                      <a:pt x="182" y="227"/>
                      <a:pt x="174" y="194"/>
                    </a:cubicBezTo>
                    <a:cubicBezTo>
                      <a:pt x="166" y="161"/>
                      <a:pt x="149" y="128"/>
                      <a:pt x="141" y="95"/>
                    </a:cubicBezTo>
                    <a:cubicBezTo>
                      <a:pt x="124" y="62"/>
                      <a:pt x="108" y="37"/>
                      <a:pt x="83" y="12"/>
                    </a:cubicBezTo>
                    <a:cubicBezTo>
                      <a:pt x="72" y="4"/>
                      <a:pt x="60" y="0"/>
                      <a:pt x="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2" name="Google Shape;6562;p20"/>
              <p:cNvSpPr/>
              <p:nvPr/>
            </p:nvSpPr>
            <p:spPr>
              <a:xfrm>
                <a:off x="2955950" y="4020925"/>
                <a:ext cx="2925" cy="7900"/>
              </a:xfrm>
              <a:custGeom>
                <a:rect b="b" l="l" r="r" t="t"/>
                <a:pathLst>
                  <a:path extrusionOk="0" h="316" w="117">
                    <a:moveTo>
                      <a:pt x="44" y="0"/>
                    </a:moveTo>
                    <a:cubicBezTo>
                      <a:pt x="40" y="0"/>
                      <a:pt x="37" y="1"/>
                      <a:pt x="34" y="3"/>
                    </a:cubicBezTo>
                    <a:cubicBezTo>
                      <a:pt x="9" y="11"/>
                      <a:pt x="1" y="36"/>
                      <a:pt x="1" y="61"/>
                    </a:cubicBezTo>
                    <a:lnTo>
                      <a:pt x="26" y="185"/>
                    </a:lnTo>
                    <a:cubicBezTo>
                      <a:pt x="26" y="210"/>
                      <a:pt x="26" y="226"/>
                      <a:pt x="34" y="251"/>
                    </a:cubicBezTo>
                    <a:cubicBezTo>
                      <a:pt x="42" y="276"/>
                      <a:pt x="51" y="301"/>
                      <a:pt x="75" y="309"/>
                    </a:cubicBezTo>
                    <a:cubicBezTo>
                      <a:pt x="80" y="313"/>
                      <a:pt x="84" y="315"/>
                      <a:pt x="88" y="315"/>
                    </a:cubicBezTo>
                    <a:cubicBezTo>
                      <a:pt x="92" y="315"/>
                      <a:pt x="96" y="313"/>
                      <a:pt x="100" y="309"/>
                    </a:cubicBezTo>
                    <a:cubicBezTo>
                      <a:pt x="117" y="301"/>
                      <a:pt x="117" y="284"/>
                      <a:pt x="117" y="268"/>
                    </a:cubicBezTo>
                    <a:lnTo>
                      <a:pt x="117" y="235"/>
                    </a:lnTo>
                    <a:cubicBezTo>
                      <a:pt x="117" y="218"/>
                      <a:pt x="109" y="193"/>
                      <a:pt x="109" y="168"/>
                    </a:cubicBezTo>
                    <a:cubicBezTo>
                      <a:pt x="100" y="119"/>
                      <a:pt x="92" y="77"/>
                      <a:pt x="84" y="36"/>
                    </a:cubicBezTo>
                    <a:cubicBezTo>
                      <a:pt x="77" y="15"/>
                      <a:pt x="59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3" name="Google Shape;6563;p20"/>
              <p:cNvSpPr/>
              <p:nvPr/>
            </p:nvSpPr>
            <p:spPr>
              <a:xfrm>
                <a:off x="2963825" y="4019275"/>
                <a:ext cx="3750" cy="7275"/>
              </a:xfrm>
              <a:custGeom>
                <a:rect b="b" l="l" r="r" t="t"/>
                <a:pathLst>
                  <a:path extrusionOk="0" h="291" w="150">
                    <a:moveTo>
                      <a:pt x="55" y="0"/>
                    </a:moveTo>
                    <a:cubicBezTo>
                      <a:pt x="51" y="0"/>
                      <a:pt x="47" y="1"/>
                      <a:pt x="42" y="2"/>
                    </a:cubicBezTo>
                    <a:cubicBezTo>
                      <a:pt x="17" y="11"/>
                      <a:pt x="1" y="35"/>
                      <a:pt x="9" y="60"/>
                    </a:cubicBezTo>
                    <a:cubicBezTo>
                      <a:pt x="17" y="102"/>
                      <a:pt x="34" y="135"/>
                      <a:pt x="42" y="168"/>
                    </a:cubicBezTo>
                    <a:cubicBezTo>
                      <a:pt x="50" y="185"/>
                      <a:pt x="50" y="201"/>
                      <a:pt x="59" y="218"/>
                    </a:cubicBezTo>
                    <a:cubicBezTo>
                      <a:pt x="67" y="226"/>
                      <a:pt x="67" y="243"/>
                      <a:pt x="75" y="251"/>
                    </a:cubicBezTo>
                    <a:cubicBezTo>
                      <a:pt x="75" y="259"/>
                      <a:pt x="84" y="267"/>
                      <a:pt x="84" y="276"/>
                    </a:cubicBezTo>
                    <a:cubicBezTo>
                      <a:pt x="90" y="285"/>
                      <a:pt x="102" y="290"/>
                      <a:pt x="114" y="290"/>
                    </a:cubicBezTo>
                    <a:cubicBezTo>
                      <a:pt x="132" y="290"/>
                      <a:pt x="150" y="279"/>
                      <a:pt x="150" y="259"/>
                    </a:cubicBezTo>
                    <a:cubicBezTo>
                      <a:pt x="150" y="243"/>
                      <a:pt x="150" y="234"/>
                      <a:pt x="150" y="226"/>
                    </a:cubicBezTo>
                    <a:cubicBezTo>
                      <a:pt x="150" y="218"/>
                      <a:pt x="142" y="209"/>
                      <a:pt x="142" y="193"/>
                    </a:cubicBezTo>
                    <a:cubicBezTo>
                      <a:pt x="133" y="176"/>
                      <a:pt x="133" y="160"/>
                      <a:pt x="125" y="143"/>
                    </a:cubicBezTo>
                    <a:cubicBezTo>
                      <a:pt x="117" y="110"/>
                      <a:pt x="108" y="77"/>
                      <a:pt x="100" y="35"/>
                    </a:cubicBezTo>
                    <a:cubicBezTo>
                      <a:pt x="93" y="15"/>
                      <a:pt x="75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4" name="Google Shape;6564;p20"/>
              <p:cNvSpPr/>
              <p:nvPr/>
            </p:nvSpPr>
            <p:spPr>
              <a:xfrm>
                <a:off x="3016850" y="4434275"/>
                <a:ext cx="17425" cy="46675"/>
              </a:xfrm>
              <a:custGeom>
                <a:rect b="b" l="l" r="r" t="t"/>
                <a:pathLst>
                  <a:path extrusionOk="0" h="1867" w="697">
                    <a:moveTo>
                      <a:pt x="573" y="0"/>
                    </a:moveTo>
                    <a:cubicBezTo>
                      <a:pt x="559" y="0"/>
                      <a:pt x="546" y="5"/>
                      <a:pt x="539" y="15"/>
                    </a:cubicBezTo>
                    <a:cubicBezTo>
                      <a:pt x="448" y="131"/>
                      <a:pt x="457" y="305"/>
                      <a:pt x="432" y="437"/>
                    </a:cubicBezTo>
                    <a:cubicBezTo>
                      <a:pt x="407" y="595"/>
                      <a:pt x="374" y="744"/>
                      <a:pt x="332" y="893"/>
                    </a:cubicBezTo>
                    <a:cubicBezTo>
                      <a:pt x="249" y="1191"/>
                      <a:pt x="150" y="1489"/>
                      <a:pt x="17" y="1779"/>
                    </a:cubicBezTo>
                    <a:cubicBezTo>
                      <a:pt x="0" y="1825"/>
                      <a:pt x="38" y="1867"/>
                      <a:pt x="74" y="1867"/>
                    </a:cubicBezTo>
                    <a:cubicBezTo>
                      <a:pt x="91" y="1867"/>
                      <a:pt x="107" y="1858"/>
                      <a:pt x="117" y="1837"/>
                    </a:cubicBezTo>
                    <a:cubicBezTo>
                      <a:pt x="283" y="1556"/>
                      <a:pt x="415" y="1266"/>
                      <a:pt x="506" y="959"/>
                    </a:cubicBezTo>
                    <a:cubicBezTo>
                      <a:pt x="556" y="802"/>
                      <a:pt x="589" y="644"/>
                      <a:pt x="614" y="487"/>
                    </a:cubicBezTo>
                    <a:cubicBezTo>
                      <a:pt x="639" y="354"/>
                      <a:pt x="697" y="164"/>
                      <a:pt x="631" y="31"/>
                    </a:cubicBezTo>
                    <a:cubicBezTo>
                      <a:pt x="621" y="11"/>
                      <a:pt x="595" y="0"/>
                      <a:pt x="5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5" name="Google Shape;6565;p20"/>
              <p:cNvSpPr/>
              <p:nvPr/>
            </p:nvSpPr>
            <p:spPr>
              <a:xfrm>
                <a:off x="3026225" y="4406100"/>
                <a:ext cx="29175" cy="63675"/>
              </a:xfrm>
              <a:custGeom>
                <a:rect b="b" l="l" r="r" t="t"/>
                <a:pathLst>
                  <a:path extrusionOk="0" h="2547" w="1167">
                    <a:moveTo>
                      <a:pt x="1066" y="0"/>
                    </a:moveTo>
                    <a:cubicBezTo>
                      <a:pt x="1046" y="0"/>
                      <a:pt x="1025" y="7"/>
                      <a:pt x="1010" y="23"/>
                    </a:cubicBezTo>
                    <a:cubicBezTo>
                      <a:pt x="960" y="73"/>
                      <a:pt x="943" y="139"/>
                      <a:pt x="927" y="214"/>
                    </a:cubicBezTo>
                    <a:cubicBezTo>
                      <a:pt x="902" y="288"/>
                      <a:pt x="877" y="363"/>
                      <a:pt x="860" y="437"/>
                    </a:cubicBezTo>
                    <a:cubicBezTo>
                      <a:pt x="811" y="578"/>
                      <a:pt x="761" y="718"/>
                      <a:pt x="712" y="859"/>
                    </a:cubicBezTo>
                    <a:lnTo>
                      <a:pt x="712" y="859"/>
                    </a:lnTo>
                    <a:cubicBezTo>
                      <a:pt x="713" y="836"/>
                      <a:pt x="721" y="807"/>
                      <a:pt x="728" y="785"/>
                    </a:cubicBezTo>
                    <a:cubicBezTo>
                      <a:pt x="744" y="703"/>
                      <a:pt x="761" y="611"/>
                      <a:pt x="720" y="529"/>
                    </a:cubicBezTo>
                    <a:cubicBezTo>
                      <a:pt x="710" y="505"/>
                      <a:pt x="685" y="495"/>
                      <a:pt x="659" y="495"/>
                    </a:cubicBezTo>
                    <a:cubicBezTo>
                      <a:pt x="639" y="495"/>
                      <a:pt x="618" y="501"/>
                      <a:pt x="604" y="512"/>
                    </a:cubicBezTo>
                    <a:cubicBezTo>
                      <a:pt x="537" y="570"/>
                      <a:pt x="521" y="661"/>
                      <a:pt x="504" y="736"/>
                    </a:cubicBezTo>
                    <a:cubicBezTo>
                      <a:pt x="488" y="819"/>
                      <a:pt x="471" y="901"/>
                      <a:pt x="454" y="976"/>
                    </a:cubicBezTo>
                    <a:cubicBezTo>
                      <a:pt x="421" y="1150"/>
                      <a:pt x="388" y="1316"/>
                      <a:pt x="338" y="1481"/>
                    </a:cubicBezTo>
                    <a:cubicBezTo>
                      <a:pt x="256" y="1813"/>
                      <a:pt x="164" y="2144"/>
                      <a:pt x="24" y="2451"/>
                    </a:cubicBezTo>
                    <a:cubicBezTo>
                      <a:pt x="1" y="2502"/>
                      <a:pt x="41" y="2546"/>
                      <a:pt x="82" y="2546"/>
                    </a:cubicBezTo>
                    <a:cubicBezTo>
                      <a:pt x="100" y="2546"/>
                      <a:pt x="119" y="2537"/>
                      <a:pt x="131" y="2517"/>
                    </a:cubicBezTo>
                    <a:cubicBezTo>
                      <a:pt x="222" y="2368"/>
                      <a:pt x="314" y="2210"/>
                      <a:pt x="380" y="2053"/>
                    </a:cubicBezTo>
                    <a:cubicBezTo>
                      <a:pt x="446" y="1904"/>
                      <a:pt x="496" y="1746"/>
                      <a:pt x="537" y="1589"/>
                    </a:cubicBezTo>
                    <a:cubicBezTo>
                      <a:pt x="662" y="1374"/>
                      <a:pt x="778" y="1158"/>
                      <a:pt x="885" y="934"/>
                    </a:cubicBezTo>
                    <a:cubicBezTo>
                      <a:pt x="943" y="794"/>
                      <a:pt x="993" y="653"/>
                      <a:pt x="1043" y="512"/>
                    </a:cubicBezTo>
                    <a:cubicBezTo>
                      <a:pt x="1068" y="437"/>
                      <a:pt x="1092" y="363"/>
                      <a:pt x="1117" y="288"/>
                    </a:cubicBezTo>
                    <a:cubicBezTo>
                      <a:pt x="1134" y="214"/>
                      <a:pt x="1167" y="139"/>
                      <a:pt x="1142" y="56"/>
                    </a:cubicBezTo>
                    <a:cubicBezTo>
                      <a:pt x="1132" y="20"/>
                      <a:pt x="1099" y="0"/>
                      <a:pt x="10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6" name="Google Shape;6566;p20"/>
              <p:cNvSpPr/>
              <p:nvPr/>
            </p:nvSpPr>
            <p:spPr>
              <a:xfrm>
                <a:off x="3044400" y="4389775"/>
                <a:ext cx="19700" cy="50400"/>
              </a:xfrm>
              <a:custGeom>
                <a:rect b="b" l="l" r="r" t="t"/>
                <a:pathLst>
                  <a:path extrusionOk="0" h="2016" w="788">
                    <a:moveTo>
                      <a:pt x="730" y="1"/>
                    </a:moveTo>
                    <a:cubicBezTo>
                      <a:pt x="703" y="1"/>
                      <a:pt x="675" y="15"/>
                      <a:pt x="664" y="46"/>
                    </a:cubicBezTo>
                    <a:lnTo>
                      <a:pt x="664" y="38"/>
                    </a:lnTo>
                    <a:cubicBezTo>
                      <a:pt x="556" y="361"/>
                      <a:pt x="490" y="684"/>
                      <a:pt x="382" y="1008"/>
                    </a:cubicBezTo>
                    <a:cubicBezTo>
                      <a:pt x="283" y="1322"/>
                      <a:pt x="158" y="1645"/>
                      <a:pt x="17" y="1952"/>
                    </a:cubicBezTo>
                    <a:cubicBezTo>
                      <a:pt x="0" y="1986"/>
                      <a:pt x="30" y="2016"/>
                      <a:pt x="58" y="2016"/>
                    </a:cubicBezTo>
                    <a:cubicBezTo>
                      <a:pt x="71" y="2016"/>
                      <a:pt x="84" y="2009"/>
                      <a:pt x="92" y="1993"/>
                    </a:cubicBezTo>
                    <a:cubicBezTo>
                      <a:pt x="266" y="1695"/>
                      <a:pt x="415" y="1389"/>
                      <a:pt x="539" y="1066"/>
                    </a:cubicBezTo>
                    <a:cubicBezTo>
                      <a:pt x="655" y="742"/>
                      <a:pt x="763" y="403"/>
                      <a:pt x="788" y="55"/>
                    </a:cubicBezTo>
                    <a:cubicBezTo>
                      <a:pt x="788" y="19"/>
                      <a:pt x="760" y="1"/>
                      <a:pt x="7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7" name="Google Shape;6567;p20"/>
              <p:cNvSpPr/>
              <p:nvPr/>
            </p:nvSpPr>
            <p:spPr>
              <a:xfrm>
                <a:off x="2946650" y="4369900"/>
                <a:ext cx="6025" cy="32875"/>
              </a:xfrm>
              <a:custGeom>
                <a:rect b="b" l="l" r="r" t="t"/>
                <a:pathLst>
                  <a:path extrusionOk="0" h="1315" w="241">
                    <a:moveTo>
                      <a:pt x="125" y="0"/>
                    </a:moveTo>
                    <a:cubicBezTo>
                      <a:pt x="96" y="0"/>
                      <a:pt x="68" y="14"/>
                      <a:pt x="50" y="46"/>
                    </a:cubicBezTo>
                    <a:cubicBezTo>
                      <a:pt x="0" y="137"/>
                      <a:pt x="17" y="270"/>
                      <a:pt x="17" y="369"/>
                    </a:cubicBezTo>
                    <a:cubicBezTo>
                      <a:pt x="17" y="469"/>
                      <a:pt x="17" y="568"/>
                      <a:pt x="25" y="667"/>
                    </a:cubicBezTo>
                    <a:cubicBezTo>
                      <a:pt x="25" y="875"/>
                      <a:pt x="66" y="1073"/>
                      <a:pt x="108" y="1272"/>
                    </a:cubicBezTo>
                    <a:cubicBezTo>
                      <a:pt x="111" y="1301"/>
                      <a:pt x="134" y="1314"/>
                      <a:pt x="159" y="1314"/>
                    </a:cubicBezTo>
                    <a:cubicBezTo>
                      <a:pt x="190" y="1314"/>
                      <a:pt x="224" y="1293"/>
                      <a:pt x="224" y="1256"/>
                    </a:cubicBezTo>
                    <a:cubicBezTo>
                      <a:pt x="216" y="1065"/>
                      <a:pt x="224" y="866"/>
                      <a:pt x="216" y="667"/>
                    </a:cubicBezTo>
                    <a:cubicBezTo>
                      <a:pt x="216" y="568"/>
                      <a:pt x="216" y="469"/>
                      <a:pt x="224" y="369"/>
                    </a:cubicBezTo>
                    <a:cubicBezTo>
                      <a:pt x="224" y="319"/>
                      <a:pt x="224" y="278"/>
                      <a:pt x="224" y="228"/>
                    </a:cubicBezTo>
                    <a:cubicBezTo>
                      <a:pt x="232" y="179"/>
                      <a:pt x="240" y="112"/>
                      <a:pt x="224" y="63"/>
                    </a:cubicBezTo>
                    <a:cubicBezTo>
                      <a:pt x="205" y="25"/>
                      <a:pt x="164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8" name="Google Shape;6568;p20"/>
              <p:cNvSpPr/>
              <p:nvPr/>
            </p:nvSpPr>
            <p:spPr>
              <a:xfrm>
                <a:off x="2952225" y="4381025"/>
                <a:ext cx="3975" cy="13650"/>
              </a:xfrm>
              <a:custGeom>
                <a:rect b="b" l="l" r="r" t="t"/>
                <a:pathLst>
                  <a:path extrusionOk="0" h="546" w="159">
                    <a:moveTo>
                      <a:pt x="108" y="1"/>
                    </a:moveTo>
                    <a:cubicBezTo>
                      <a:pt x="100" y="1"/>
                      <a:pt x="92" y="3"/>
                      <a:pt x="84" y="7"/>
                    </a:cubicBezTo>
                    <a:cubicBezTo>
                      <a:pt x="51" y="32"/>
                      <a:pt x="51" y="90"/>
                      <a:pt x="42" y="123"/>
                    </a:cubicBezTo>
                    <a:cubicBezTo>
                      <a:pt x="34" y="164"/>
                      <a:pt x="26" y="206"/>
                      <a:pt x="26" y="247"/>
                    </a:cubicBezTo>
                    <a:cubicBezTo>
                      <a:pt x="17" y="330"/>
                      <a:pt x="9" y="405"/>
                      <a:pt x="1" y="488"/>
                    </a:cubicBezTo>
                    <a:cubicBezTo>
                      <a:pt x="1" y="521"/>
                      <a:pt x="34" y="546"/>
                      <a:pt x="59" y="546"/>
                    </a:cubicBezTo>
                    <a:cubicBezTo>
                      <a:pt x="100" y="546"/>
                      <a:pt x="117" y="521"/>
                      <a:pt x="125" y="488"/>
                    </a:cubicBezTo>
                    <a:cubicBezTo>
                      <a:pt x="133" y="405"/>
                      <a:pt x="142" y="330"/>
                      <a:pt x="150" y="247"/>
                    </a:cubicBezTo>
                    <a:cubicBezTo>
                      <a:pt x="150" y="206"/>
                      <a:pt x="158" y="173"/>
                      <a:pt x="158" y="131"/>
                    </a:cubicBezTo>
                    <a:cubicBezTo>
                      <a:pt x="158" y="90"/>
                      <a:pt x="158" y="40"/>
                      <a:pt x="133" y="7"/>
                    </a:cubicBezTo>
                    <a:cubicBezTo>
                      <a:pt x="125" y="3"/>
                      <a:pt x="117" y="1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9" name="Google Shape;6569;p20"/>
              <p:cNvSpPr/>
              <p:nvPr/>
            </p:nvSpPr>
            <p:spPr>
              <a:xfrm>
                <a:off x="2958850" y="4389950"/>
                <a:ext cx="2925" cy="5350"/>
              </a:xfrm>
              <a:custGeom>
                <a:rect b="b" l="l" r="r" t="t"/>
                <a:pathLst>
                  <a:path extrusionOk="0" h="214" w="117">
                    <a:moveTo>
                      <a:pt x="91" y="0"/>
                    </a:moveTo>
                    <a:cubicBezTo>
                      <a:pt x="83" y="0"/>
                      <a:pt x="74" y="5"/>
                      <a:pt x="67" y="15"/>
                    </a:cubicBezTo>
                    <a:cubicBezTo>
                      <a:pt x="59" y="23"/>
                      <a:pt x="51" y="31"/>
                      <a:pt x="42" y="48"/>
                    </a:cubicBezTo>
                    <a:cubicBezTo>
                      <a:pt x="42" y="56"/>
                      <a:pt x="34" y="73"/>
                      <a:pt x="34" y="89"/>
                    </a:cubicBezTo>
                    <a:cubicBezTo>
                      <a:pt x="26" y="114"/>
                      <a:pt x="17" y="139"/>
                      <a:pt x="9" y="155"/>
                    </a:cubicBezTo>
                    <a:cubicBezTo>
                      <a:pt x="1" y="180"/>
                      <a:pt x="17" y="205"/>
                      <a:pt x="34" y="213"/>
                    </a:cubicBezTo>
                    <a:cubicBezTo>
                      <a:pt x="59" y="213"/>
                      <a:pt x="84" y="205"/>
                      <a:pt x="84" y="180"/>
                    </a:cubicBezTo>
                    <a:lnTo>
                      <a:pt x="109" y="106"/>
                    </a:lnTo>
                    <a:cubicBezTo>
                      <a:pt x="109" y="97"/>
                      <a:pt x="109" y="81"/>
                      <a:pt x="117" y="64"/>
                    </a:cubicBezTo>
                    <a:lnTo>
                      <a:pt x="117" y="31"/>
                    </a:lnTo>
                    <a:cubicBezTo>
                      <a:pt x="117" y="11"/>
                      <a:pt x="105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0" name="Google Shape;6570;p20"/>
              <p:cNvSpPr/>
              <p:nvPr/>
            </p:nvSpPr>
            <p:spPr>
              <a:xfrm>
                <a:off x="3022775" y="4189175"/>
                <a:ext cx="12950" cy="34425"/>
              </a:xfrm>
              <a:custGeom>
                <a:rect b="b" l="l" r="r" t="t"/>
                <a:pathLst>
                  <a:path extrusionOk="0" h="1377" w="518">
                    <a:moveTo>
                      <a:pt x="88" y="1"/>
                    </a:moveTo>
                    <a:cubicBezTo>
                      <a:pt x="43" y="1"/>
                      <a:pt x="0" y="48"/>
                      <a:pt x="29" y="100"/>
                    </a:cubicBezTo>
                    <a:cubicBezTo>
                      <a:pt x="87" y="191"/>
                      <a:pt x="120" y="282"/>
                      <a:pt x="153" y="381"/>
                    </a:cubicBezTo>
                    <a:cubicBezTo>
                      <a:pt x="186" y="489"/>
                      <a:pt x="220" y="589"/>
                      <a:pt x="244" y="688"/>
                    </a:cubicBezTo>
                    <a:cubicBezTo>
                      <a:pt x="261" y="787"/>
                      <a:pt x="278" y="887"/>
                      <a:pt x="278" y="995"/>
                    </a:cubicBezTo>
                    <a:cubicBezTo>
                      <a:pt x="286" y="1044"/>
                      <a:pt x="286" y="1094"/>
                      <a:pt x="278" y="1144"/>
                    </a:cubicBezTo>
                    <a:cubicBezTo>
                      <a:pt x="278" y="1202"/>
                      <a:pt x="269" y="1260"/>
                      <a:pt x="294" y="1318"/>
                    </a:cubicBezTo>
                    <a:cubicBezTo>
                      <a:pt x="308" y="1355"/>
                      <a:pt x="343" y="1377"/>
                      <a:pt x="378" y="1377"/>
                    </a:cubicBezTo>
                    <a:cubicBezTo>
                      <a:pt x="406" y="1377"/>
                      <a:pt x="433" y="1363"/>
                      <a:pt x="452" y="1334"/>
                    </a:cubicBezTo>
                    <a:cubicBezTo>
                      <a:pt x="518" y="1243"/>
                      <a:pt x="501" y="1094"/>
                      <a:pt x="493" y="995"/>
                    </a:cubicBezTo>
                    <a:cubicBezTo>
                      <a:pt x="493" y="879"/>
                      <a:pt x="468" y="763"/>
                      <a:pt x="443" y="647"/>
                    </a:cubicBezTo>
                    <a:cubicBezTo>
                      <a:pt x="418" y="539"/>
                      <a:pt x="385" y="431"/>
                      <a:pt x="336" y="323"/>
                    </a:cubicBezTo>
                    <a:cubicBezTo>
                      <a:pt x="286" y="224"/>
                      <a:pt x="220" y="125"/>
                      <a:pt x="145" y="33"/>
                    </a:cubicBezTo>
                    <a:cubicBezTo>
                      <a:pt x="130" y="10"/>
                      <a:pt x="109" y="1"/>
                      <a:pt x="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1" name="Google Shape;6571;p20"/>
              <p:cNvSpPr/>
              <p:nvPr/>
            </p:nvSpPr>
            <p:spPr>
              <a:xfrm>
                <a:off x="3032400" y="4193900"/>
                <a:ext cx="5000" cy="15225"/>
              </a:xfrm>
              <a:custGeom>
                <a:rect b="b" l="l" r="r" t="t"/>
                <a:pathLst>
                  <a:path extrusionOk="0" h="609" w="200">
                    <a:moveTo>
                      <a:pt x="55" y="0"/>
                    </a:moveTo>
                    <a:cubicBezTo>
                      <a:pt x="50" y="0"/>
                      <a:pt x="46" y="1"/>
                      <a:pt x="42" y="2"/>
                    </a:cubicBezTo>
                    <a:cubicBezTo>
                      <a:pt x="17" y="10"/>
                      <a:pt x="0" y="43"/>
                      <a:pt x="9" y="68"/>
                    </a:cubicBezTo>
                    <a:cubicBezTo>
                      <a:pt x="33" y="151"/>
                      <a:pt x="58" y="242"/>
                      <a:pt x="67" y="325"/>
                    </a:cubicBezTo>
                    <a:cubicBezTo>
                      <a:pt x="67" y="366"/>
                      <a:pt x="75" y="408"/>
                      <a:pt x="83" y="458"/>
                    </a:cubicBezTo>
                    <a:cubicBezTo>
                      <a:pt x="83" y="474"/>
                      <a:pt x="83" y="499"/>
                      <a:pt x="91" y="524"/>
                    </a:cubicBezTo>
                    <a:cubicBezTo>
                      <a:pt x="91" y="549"/>
                      <a:pt x="100" y="565"/>
                      <a:pt x="108" y="590"/>
                    </a:cubicBezTo>
                    <a:cubicBezTo>
                      <a:pt x="116" y="603"/>
                      <a:pt x="129" y="609"/>
                      <a:pt x="141" y="609"/>
                    </a:cubicBezTo>
                    <a:cubicBezTo>
                      <a:pt x="154" y="609"/>
                      <a:pt x="166" y="603"/>
                      <a:pt x="174" y="590"/>
                    </a:cubicBezTo>
                    <a:cubicBezTo>
                      <a:pt x="199" y="549"/>
                      <a:pt x="199" y="499"/>
                      <a:pt x="199" y="449"/>
                    </a:cubicBezTo>
                    <a:cubicBezTo>
                      <a:pt x="199" y="408"/>
                      <a:pt x="191" y="358"/>
                      <a:pt x="183" y="308"/>
                    </a:cubicBezTo>
                    <a:cubicBezTo>
                      <a:pt x="166" y="217"/>
                      <a:pt x="141" y="126"/>
                      <a:pt x="108" y="43"/>
                    </a:cubicBezTo>
                    <a:cubicBezTo>
                      <a:pt x="101" y="22"/>
                      <a:pt x="81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2" name="Google Shape;6572;p20"/>
              <p:cNvSpPr/>
              <p:nvPr/>
            </p:nvSpPr>
            <p:spPr>
              <a:xfrm>
                <a:off x="3037375" y="4191250"/>
                <a:ext cx="5200" cy="20975"/>
              </a:xfrm>
              <a:custGeom>
                <a:rect b="b" l="l" r="r" t="t"/>
                <a:pathLst>
                  <a:path extrusionOk="0" h="839" w="208">
                    <a:moveTo>
                      <a:pt x="66" y="0"/>
                    </a:moveTo>
                    <a:cubicBezTo>
                      <a:pt x="42" y="0"/>
                      <a:pt x="0" y="25"/>
                      <a:pt x="8" y="58"/>
                    </a:cubicBezTo>
                    <a:cubicBezTo>
                      <a:pt x="17" y="182"/>
                      <a:pt x="33" y="315"/>
                      <a:pt x="50" y="439"/>
                    </a:cubicBezTo>
                    <a:cubicBezTo>
                      <a:pt x="58" y="564"/>
                      <a:pt x="75" y="688"/>
                      <a:pt x="116" y="812"/>
                    </a:cubicBezTo>
                    <a:cubicBezTo>
                      <a:pt x="123" y="830"/>
                      <a:pt x="138" y="839"/>
                      <a:pt x="153" y="839"/>
                    </a:cubicBezTo>
                    <a:cubicBezTo>
                      <a:pt x="172" y="839"/>
                      <a:pt x="191" y="824"/>
                      <a:pt x="191" y="796"/>
                    </a:cubicBezTo>
                    <a:cubicBezTo>
                      <a:pt x="207" y="680"/>
                      <a:pt x="191" y="547"/>
                      <a:pt x="174" y="431"/>
                    </a:cubicBezTo>
                    <a:cubicBezTo>
                      <a:pt x="158" y="307"/>
                      <a:pt x="149" y="182"/>
                      <a:pt x="133" y="58"/>
                    </a:cubicBezTo>
                    <a:cubicBezTo>
                      <a:pt x="124" y="25"/>
                      <a:pt x="108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3" name="Google Shape;6573;p20"/>
              <p:cNvSpPr/>
              <p:nvPr/>
            </p:nvSpPr>
            <p:spPr>
              <a:xfrm>
                <a:off x="2953275" y="4201025"/>
                <a:ext cx="6450" cy="19175"/>
              </a:xfrm>
              <a:custGeom>
                <a:rect b="b" l="l" r="r" t="t"/>
                <a:pathLst>
                  <a:path extrusionOk="0" h="767" w="258">
                    <a:moveTo>
                      <a:pt x="66" y="1"/>
                    </a:moveTo>
                    <a:cubicBezTo>
                      <a:pt x="37" y="1"/>
                      <a:pt x="9" y="19"/>
                      <a:pt x="9" y="57"/>
                    </a:cubicBezTo>
                    <a:cubicBezTo>
                      <a:pt x="0" y="173"/>
                      <a:pt x="9" y="297"/>
                      <a:pt x="25" y="413"/>
                    </a:cubicBezTo>
                    <a:cubicBezTo>
                      <a:pt x="33" y="463"/>
                      <a:pt x="50" y="521"/>
                      <a:pt x="66" y="579"/>
                    </a:cubicBezTo>
                    <a:cubicBezTo>
                      <a:pt x="83" y="637"/>
                      <a:pt x="100" y="695"/>
                      <a:pt x="141" y="744"/>
                    </a:cubicBezTo>
                    <a:cubicBezTo>
                      <a:pt x="152" y="760"/>
                      <a:pt x="167" y="767"/>
                      <a:pt x="184" y="767"/>
                    </a:cubicBezTo>
                    <a:cubicBezTo>
                      <a:pt x="219" y="767"/>
                      <a:pt x="257" y="737"/>
                      <a:pt x="257" y="703"/>
                    </a:cubicBezTo>
                    <a:cubicBezTo>
                      <a:pt x="249" y="645"/>
                      <a:pt x="216" y="587"/>
                      <a:pt x="199" y="529"/>
                    </a:cubicBezTo>
                    <a:cubicBezTo>
                      <a:pt x="182" y="479"/>
                      <a:pt x="174" y="429"/>
                      <a:pt x="158" y="380"/>
                    </a:cubicBezTo>
                    <a:cubicBezTo>
                      <a:pt x="133" y="272"/>
                      <a:pt x="124" y="164"/>
                      <a:pt x="124" y="57"/>
                    </a:cubicBezTo>
                    <a:cubicBezTo>
                      <a:pt x="124" y="19"/>
                      <a:pt x="95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4" name="Google Shape;6574;p20"/>
              <p:cNvSpPr/>
              <p:nvPr/>
            </p:nvSpPr>
            <p:spPr>
              <a:xfrm>
                <a:off x="2959900" y="4202600"/>
                <a:ext cx="4175" cy="11450"/>
              </a:xfrm>
              <a:custGeom>
                <a:rect b="b" l="l" r="r" t="t"/>
                <a:pathLst>
                  <a:path extrusionOk="0" h="458" w="167">
                    <a:moveTo>
                      <a:pt x="77" y="1"/>
                    </a:moveTo>
                    <a:cubicBezTo>
                      <a:pt x="74" y="1"/>
                      <a:pt x="70" y="1"/>
                      <a:pt x="67" y="2"/>
                    </a:cubicBezTo>
                    <a:cubicBezTo>
                      <a:pt x="33" y="2"/>
                      <a:pt x="17" y="27"/>
                      <a:pt x="9" y="60"/>
                    </a:cubicBezTo>
                    <a:cubicBezTo>
                      <a:pt x="0" y="126"/>
                      <a:pt x="9" y="201"/>
                      <a:pt x="17" y="275"/>
                    </a:cubicBezTo>
                    <a:cubicBezTo>
                      <a:pt x="25" y="308"/>
                      <a:pt x="25" y="342"/>
                      <a:pt x="42" y="375"/>
                    </a:cubicBezTo>
                    <a:cubicBezTo>
                      <a:pt x="58" y="408"/>
                      <a:pt x="83" y="441"/>
                      <a:pt x="116" y="458"/>
                    </a:cubicBezTo>
                    <a:cubicBezTo>
                      <a:pt x="133" y="458"/>
                      <a:pt x="149" y="458"/>
                      <a:pt x="149" y="441"/>
                    </a:cubicBezTo>
                    <a:cubicBezTo>
                      <a:pt x="166" y="408"/>
                      <a:pt x="158" y="375"/>
                      <a:pt x="158" y="350"/>
                    </a:cubicBezTo>
                    <a:cubicBezTo>
                      <a:pt x="149" y="308"/>
                      <a:pt x="141" y="275"/>
                      <a:pt x="133" y="242"/>
                    </a:cubicBezTo>
                    <a:cubicBezTo>
                      <a:pt x="133" y="226"/>
                      <a:pt x="125" y="226"/>
                      <a:pt x="125" y="201"/>
                    </a:cubicBezTo>
                    <a:lnTo>
                      <a:pt x="125" y="159"/>
                    </a:lnTo>
                    <a:cubicBezTo>
                      <a:pt x="125" y="126"/>
                      <a:pt x="125" y="93"/>
                      <a:pt x="125" y="60"/>
                    </a:cubicBezTo>
                    <a:cubicBezTo>
                      <a:pt x="132" y="30"/>
                      <a:pt x="106" y="1"/>
                      <a:pt x="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5" name="Google Shape;6575;p20"/>
              <p:cNvSpPr/>
              <p:nvPr/>
            </p:nvSpPr>
            <p:spPr>
              <a:xfrm>
                <a:off x="2968175" y="4205700"/>
                <a:ext cx="4600" cy="14150"/>
              </a:xfrm>
              <a:custGeom>
                <a:rect b="b" l="l" r="r" t="t"/>
                <a:pathLst>
                  <a:path extrusionOk="0" h="566" w="184">
                    <a:moveTo>
                      <a:pt x="64" y="0"/>
                    </a:moveTo>
                    <a:cubicBezTo>
                      <a:pt x="59" y="0"/>
                      <a:pt x="55" y="1"/>
                      <a:pt x="50" y="2"/>
                    </a:cubicBezTo>
                    <a:cubicBezTo>
                      <a:pt x="17" y="10"/>
                      <a:pt x="1" y="44"/>
                      <a:pt x="9" y="68"/>
                    </a:cubicBezTo>
                    <a:cubicBezTo>
                      <a:pt x="17" y="151"/>
                      <a:pt x="34" y="234"/>
                      <a:pt x="50" y="309"/>
                    </a:cubicBezTo>
                    <a:cubicBezTo>
                      <a:pt x="67" y="392"/>
                      <a:pt x="75" y="474"/>
                      <a:pt x="108" y="549"/>
                    </a:cubicBezTo>
                    <a:cubicBezTo>
                      <a:pt x="117" y="557"/>
                      <a:pt x="133" y="566"/>
                      <a:pt x="150" y="566"/>
                    </a:cubicBezTo>
                    <a:cubicBezTo>
                      <a:pt x="166" y="557"/>
                      <a:pt x="175" y="541"/>
                      <a:pt x="175" y="532"/>
                    </a:cubicBezTo>
                    <a:cubicBezTo>
                      <a:pt x="183" y="450"/>
                      <a:pt x="166" y="367"/>
                      <a:pt x="158" y="284"/>
                    </a:cubicBezTo>
                    <a:cubicBezTo>
                      <a:pt x="142" y="201"/>
                      <a:pt x="133" y="126"/>
                      <a:pt x="117" y="44"/>
                    </a:cubicBezTo>
                    <a:cubicBezTo>
                      <a:pt x="110" y="16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6" name="Google Shape;6576;p20"/>
              <p:cNvSpPr/>
              <p:nvPr/>
            </p:nvSpPr>
            <p:spPr>
              <a:xfrm>
                <a:off x="3021075" y="4310450"/>
                <a:ext cx="6375" cy="42950"/>
              </a:xfrm>
              <a:custGeom>
                <a:rect b="b" l="l" r="r" t="t"/>
                <a:pathLst>
                  <a:path extrusionOk="0" h="1718" w="255">
                    <a:moveTo>
                      <a:pt x="140" y="1"/>
                    </a:moveTo>
                    <a:cubicBezTo>
                      <a:pt x="119" y="1"/>
                      <a:pt x="98" y="14"/>
                      <a:pt x="89" y="38"/>
                    </a:cubicBezTo>
                    <a:cubicBezTo>
                      <a:pt x="64" y="96"/>
                      <a:pt x="64" y="162"/>
                      <a:pt x="64" y="220"/>
                    </a:cubicBezTo>
                    <a:cubicBezTo>
                      <a:pt x="64" y="295"/>
                      <a:pt x="64" y="361"/>
                      <a:pt x="64" y="427"/>
                    </a:cubicBezTo>
                    <a:cubicBezTo>
                      <a:pt x="64" y="560"/>
                      <a:pt x="64" y="692"/>
                      <a:pt x="64" y="833"/>
                    </a:cubicBezTo>
                    <a:cubicBezTo>
                      <a:pt x="56" y="1107"/>
                      <a:pt x="47" y="1380"/>
                      <a:pt x="6" y="1653"/>
                    </a:cubicBezTo>
                    <a:cubicBezTo>
                      <a:pt x="1" y="1693"/>
                      <a:pt x="31" y="1717"/>
                      <a:pt x="59" y="1717"/>
                    </a:cubicBezTo>
                    <a:cubicBezTo>
                      <a:pt x="79" y="1717"/>
                      <a:pt x="98" y="1705"/>
                      <a:pt x="105" y="1678"/>
                    </a:cubicBezTo>
                    <a:cubicBezTo>
                      <a:pt x="172" y="1405"/>
                      <a:pt x="230" y="1131"/>
                      <a:pt x="246" y="850"/>
                    </a:cubicBezTo>
                    <a:cubicBezTo>
                      <a:pt x="254" y="709"/>
                      <a:pt x="254" y="568"/>
                      <a:pt x="254" y="427"/>
                    </a:cubicBezTo>
                    <a:cubicBezTo>
                      <a:pt x="246" y="361"/>
                      <a:pt x="246" y="295"/>
                      <a:pt x="230" y="228"/>
                    </a:cubicBezTo>
                    <a:cubicBezTo>
                      <a:pt x="221" y="162"/>
                      <a:pt x="213" y="87"/>
                      <a:pt x="180" y="21"/>
                    </a:cubicBezTo>
                    <a:cubicBezTo>
                      <a:pt x="169" y="7"/>
                      <a:pt x="155" y="1"/>
                      <a:pt x="1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7" name="Google Shape;6577;p20"/>
              <p:cNvSpPr/>
              <p:nvPr/>
            </p:nvSpPr>
            <p:spPr>
              <a:xfrm>
                <a:off x="3027525" y="4323150"/>
                <a:ext cx="4475" cy="17450"/>
              </a:xfrm>
              <a:custGeom>
                <a:rect b="b" l="l" r="r" t="t"/>
                <a:pathLst>
                  <a:path extrusionOk="0" h="698" w="179">
                    <a:moveTo>
                      <a:pt x="133" y="1"/>
                    </a:moveTo>
                    <a:cubicBezTo>
                      <a:pt x="121" y="1"/>
                      <a:pt x="108" y="7"/>
                      <a:pt x="104" y="19"/>
                    </a:cubicBezTo>
                    <a:cubicBezTo>
                      <a:pt x="79" y="60"/>
                      <a:pt x="71" y="110"/>
                      <a:pt x="63" y="168"/>
                    </a:cubicBezTo>
                    <a:cubicBezTo>
                      <a:pt x="54" y="217"/>
                      <a:pt x="46" y="275"/>
                      <a:pt x="38" y="333"/>
                    </a:cubicBezTo>
                    <a:cubicBezTo>
                      <a:pt x="30" y="433"/>
                      <a:pt x="21" y="541"/>
                      <a:pt x="5" y="648"/>
                    </a:cubicBezTo>
                    <a:cubicBezTo>
                      <a:pt x="0" y="681"/>
                      <a:pt x="29" y="698"/>
                      <a:pt x="57" y="698"/>
                    </a:cubicBezTo>
                    <a:cubicBezTo>
                      <a:pt x="79" y="698"/>
                      <a:pt x="100" y="687"/>
                      <a:pt x="104" y="665"/>
                    </a:cubicBezTo>
                    <a:cubicBezTo>
                      <a:pt x="112" y="557"/>
                      <a:pt x="129" y="449"/>
                      <a:pt x="146" y="342"/>
                    </a:cubicBezTo>
                    <a:cubicBezTo>
                      <a:pt x="154" y="292"/>
                      <a:pt x="162" y="242"/>
                      <a:pt x="170" y="184"/>
                    </a:cubicBezTo>
                    <a:cubicBezTo>
                      <a:pt x="170" y="126"/>
                      <a:pt x="179" y="77"/>
                      <a:pt x="170" y="27"/>
                    </a:cubicBezTo>
                    <a:lnTo>
                      <a:pt x="162" y="27"/>
                    </a:lnTo>
                    <a:cubicBezTo>
                      <a:pt x="162" y="9"/>
                      <a:pt x="148" y="1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8" name="Google Shape;6578;p20"/>
              <p:cNvSpPr/>
              <p:nvPr/>
            </p:nvSpPr>
            <p:spPr>
              <a:xfrm>
                <a:off x="3034150" y="4316975"/>
                <a:ext cx="6150" cy="19300"/>
              </a:xfrm>
              <a:custGeom>
                <a:rect b="b" l="l" r="r" t="t"/>
                <a:pathLst>
                  <a:path extrusionOk="0" h="772" w="246">
                    <a:moveTo>
                      <a:pt x="200" y="0"/>
                    </a:moveTo>
                    <a:cubicBezTo>
                      <a:pt x="193" y="0"/>
                      <a:pt x="185" y="3"/>
                      <a:pt x="179" y="9"/>
                    </a:cubicBezTo>
                    <a:cubicBezTo>
                      <a:pt x="137" y="50"/>
                      <a:pt x="121" y="116"/>
                      <a:pt x="104" y="166"/>
                    </a:cubicBezTo>
                    <a:cubicBezTo>
                      <a:pt x="79" y="224"/>
                      <a:pt x="71" y="290"/>
                      <a:pt x="63" y="348"/>
                    </a:cubicBezTo>
                    <a:cubicBezTo>
                      <a:pt x="38" y="464"/>
                      <a:pt x="21" y="589"/>
                      <a:pt x="5" y="713"/>
                    </a:cubicBezTo>
                    <a:cubicBezTo>
                      <a:pt x="0" y="750"/>
                      <a:pt x="37" y="772"/>
                      <a:pt x="72" y="772"/>
                    </a:cubicBezTo>
                    <a:cubicBezTo>
                      <a:pt x="100" y="772"/>
                      <a:pt x="125" y="759"/>
                      <a:pt x="129" y="730"/>
                    </a:cubicBezTo>
                    <a:cubicBezTo>
                      <a:pt x="146" y="605"/>
                      <a:pt x="162" y="489"/>
                      <a:pt x="187" y="373"/>
                    </a:cubicBezTo>
                    <a:cubicBezTo>
                      <a:pt x="204" y="315"/>
                      <a:pt x="212" y="257"/>
                      <a:pt x="220" y="199"/>
                    </a:cubicBezTo>
                    <a:cubicBezTo>
                      <a:pt x="229" y="141"/>
                      <a:pt x="245" y="83"/>
                      <a:pt x="229" y="25"/>
                    </a:cubicBezTo>
                    <a:cubicBezTo>
                      <a:pt x="229" y="9"/>
                      <a:pt x="215" y="0"/>
                      <a:pt x="2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9" name="Google Shape;6579;p20"/>
              <p:cNvSpPr/>
              <p:nvPr/>
            </p:nvSpPr>
            <p:spPr>
              <a:xfrm>
                <a:off x="2994650" y="4337450"/>
                <a:ext cx="6075" cy="15950"/>
              </a:xfrm>
              <a:custGeom>
                <a:rect b="b" l="l" r="r" t="t"/>
                <a:pathLst>
                  <a:path extrusionOk="0" h="638" w="243">
                    <a:moveTo>
                      <a:pt x="211" y="0"/>
                    </a:moveTo>
                    <a:cubicBezTo>
                      <a:pt x="201" y="0"/>
                      <a:pt x="191" y="6"/>
                      <a:pt x="185" y="18"/>
                    </a:cubicBezTo>
                    <a:cubicBezTo>
                      <a:pt x="151" y="109"/>
                      <a:pt x="127" y="201"/>
                      <a:pt x="102" y="292"/>
                    </a:cubicBezTo>
                    <a:cubicBezTo>
                      <a:pt x="77" y="391"/>
                      <a:pt x="44" y="482"/>
                      <a:pt x="11" y="573"/>
                    </a:cubicBezTo>
                    <a:cubicBezTo>
                      <a:pt x="1" y="613"/>
                      <a:pt x="31" y="637"/>
                      <a:pt x="63" y="637"/>
                    </a:cubicBezTo>
                    <a:cubicBezTo>
                      <a:pt x="85" y="637"/>
                      <a:pt x="108" y="625"/>
                      <a:pt x="118" y="598"/>
                    </a:cubicBezTo>
                    <a:cubicBezTo>
                      <a:pt x="151" y="507"/>
                      <a:pt x="176" y="416"/>
                      <a:pt x="201" y="325"/>
                    </a:cubicBezTo>
                    <a:cubicBezTo>
                      <a:pt x="209" y="275"/>
                      <a:pt x="218" y="225"/>
                      <a:pt x="226" y="184"/>
                    </a:cubicBezTo>
                    <a:cubicBezTo>
                      <a:pt x="234" y="134"/>
                      <a:pt x="243" y="85"/>
                      <a:pt x="243" y="35"/>
                    </a:cubicBezTo>
                    <a:cubicBezTo>
                      <a:pt x="243" y="14"/>
                      <a:pt x="227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0" name="Google Shape;6580;p20"/>
              <p:cNvSpPr/>
              <p:nvPr/>
            </p:nvSpPr>
            <p:spPr>
              <a:xfrm>
                <a:off x="2873100" y="4179000"/>
                <a:ext cx="7275" cy="23575"/>
              </a:xfrm>
              <a:custGeom>
                <a:rect b="b" l="l" r="r" t="t"/>
                <a:pathLst>
                  <a:path extrusionOk="0" h="943" w="291">
                    <a:moveTo>
                      <a:pt x="124" y="1"/>
                    </a:moveTo>
                    <a:cubicBezTo>
                      <a:pt x="99" y="1"/>
                      <a:pt x="74" y="14"/>
                      <a:pt x="67" y="43"/>
                    </a:cubicBezTo>
                    <a:cubicBezTo>
                      <a:pt x="26" y="192"/>
                      <a:pt x="1" y="333"/>
                      <a:pt x="17" y="482"/>
                    </a:cubicBezTo>
                    <a:cubicBezTo>
                      <a:pt x="17" y="556"/>
                      <a:pt x="34" y="639"/>
                      <a:pt x="50" y="714"/>
                    </a:cubicBezTo>
                    <a:cubicBezTo>
                      <a:pt x="67" y="788"/>
                      <a:pt x="92" y="863"/>
                      <a:pt x="150" y="921"/>
                    </a:cubicBezTo>
                    <a:cubicBezTo>
                      <a:pt x="168" y="936"/>
                      <a:pt x="187" y="943"/>
                      <a:pt x="205" y="943"/>
                    </a:cubicBezTo>
                    <a:cubicBezTo>
                      <a:pt x="247" y="943"/>
                      <a:pt x="282" y="909"/>
                      <a:pt x="282" y="863"/>
                    </a:cubicBezTo>
                    <a:cubicBezTo>
                      <a:pt x="291" y="797"/>
                      <a:pt x="266" y="730"/>
                      <a:pt x="249" y="656"/>
                    </a:cubicBezTo>
                    <a:cubicBezTo>
                      <a:pt x="233" y="590"/>
                      <a:pt x="216" y="523"/>
                      <a:pt x="208" y="457"/>
                    </a:cubicBezTo>
                    <a:cubicBezTo>
                      <a:pt x="183" y="324"/>
                      <a:pt x="175" y="192"/>
                      <a:pt x="183" y="59"/>
                    </a:cubicBezTo>
                    <a:cubicBezTo>
                      <a:pt x="188" y="22"/>
                      <a:pt x="156" y="1"/>
                      <a:pt x="1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1" name="Google Shape;6581;p20"/>
              <p:cNvSpPr/>
              <p:nvPr/>
            </p:nvSpPr>
            <p:spPr>
              <a:xfrm>
                <a:off x="2880525" y="4189150"/>
                <a:ext cx="7100" cy="23075"/>
              </a:xfrm>
              <a:custGeom>
                <a:rect b="b" l="l" r="r" t="t"/>
                <a:pathLst>
                  <a:path extrusionOk="0" h="923" w="284">
                    <a:moveTo>
                      <a:pt x="69" y="1"/>
                    </a:moveTo>
                    <a:cubicBezTo>
                      <a:pt x="36" y="1"/>
                      <a:pt x="0" y="31"/>
                      <a:pt x="10" y="76"/>
                    </a:cubicBezTo>
                    <a:cubicBezTo>
                      <a:pt x="35" y="217"/>
                      <a:pt x="60" y="358"/>
                      <a:pt x="93" y="498"/>
                    </a:cubicBezTo>
                    <a:cubicBezTo>
                      <a:pt x="118" y="631"/>
                      <a:pt x="143" y="772"/>
                      <a:pt x="201" y="904"/>
                    </a:cubicBezTo>
                    <a:cubicBezTo>
                      <a:pt x="207" y="917"/>
                      <a:pt x="219" y="922"/>
                      <a:pt x="231" y="922"/>
                    </a:cubicBezTo>
                    <a:cubicBezTo>
                      <a:pt x="252" y="922"/>
                      <a:pt x="275" y="906"/>
                      <a:pt x="275" y="880"/>
                    </a:cubicBezTo>
                    <a:cubicBezTo>
                      <a:pt x="284" y="739"/>
                      <a:pt x="242" y="598"/>
                      <a:pt x="209" y="465"/>
                    </a:cubicBezTo>
                    <a:cubicBezTo>
                      <a:pt x="184" y="324"/>
                      <a:pt x="151" y="184"/>
                      <a:pt x="118" y="43"/>
                    </a:cubicBezTo>
                    <a:cubicBezTo>
                      <a:pt x="111" y="13"/>
                      <a:pt x="91" y="1"/>
                      <a:pt x="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2" name="Google Shape;6582;p20"/>
              <p:cNvSpPr/>
              <p:nvPr/>
            </p:nvSpPr>
            <p:spPr>
              <a:xfrm>
                <a:off x="2822575" y="4022000"/>
                <a:ext cx="9125" cy="15400"/>
              </a:xfrm>
              <a:custGeom>
                <a:rect b="b" l="l" r="r" t="t"/>
                <a:pathLst>
                  <a:path extrusionOk="0" h="616" w="365">
                    <a:moveTo>
                      <a:pt x="168" y="1"/>
                    </a:moveTo>
                    <a:cubicBezTo>
                      <a:pt x="141" y="1"/>
                      <a:pt x="114" y="11"/>
                      <a:pt x="99" y="34"/>
                    </a:cubicBezTo>
                    <a:lnTo>
                      <a:pt x="91" y="51"/>
                    </a:lnTo>
                    <a:cubicBezTo>
                      <a:pt x="58" y="67"/>
                      <a:pt x="41" y="92"/>
                      <a:pt x="25" y="125"/>
                    </a:cubicBezTo>
                    <a:cubicBezTo>
                      <a:pt x="8" y="158"/>
                      <a:pt x="0" y="200"/>
                      <a:pt x="0" y="241"/>
                    </a:cubicBezTo>
                    <a:cubicBezTo>
                      <a:pt x="0" y="283"/>
                      <a:pt x="0" y="324"/>
                      <a:pt x="0" y="366"/>
                    </a:cubicBezTo>
                    <a:cubicBezTo>
                      <a:pt x="8" y="407"/>
                      <a:pt x="17" y="440"/>
                      <a:pt x="25" y="482"/>
                    </a:cubicBezTo>
                    <a:cubicBezTo>
                      <a:pt x="33" y="531"/>
                      <a:pt x="58" y="581"/>
                      <a:pt x="116" y="606"/>
                    </a:cubicBezTo>
                    <a:cubicBezTo>
                      <a:pt x="130" y="613"/>
                      <a:pt x="145" y="616"/>
                      <a:pt x="160" y="616"/>
                    </a:cubicBezTo>
                    <a:cubicBezTo>
                      <a:pt x="197" y="616"/>
                      <a:pt x="236" y="596"/>
                      <a:pt x="265" y="573"/>
                    </a:cubicBezTo>
                    <a:cubicBezTo>
                      <a:pt x="298" y="540"/>
                      <a:pt x="307" y="498"/>
                      <a:pt x="323" y="457"/>
                    </a:cubicBezTo>
                    <a:cubicBezTo>
                      <a:pt x="356" y="308"/>
                      <a:pt x="365" y="117"/>
                      <a:pt x="224" y="18"/>
                    </a:cubicBezTo>
                    <a:cubicBezTo>
                      <a:pt x="209" y="7"/>
                      <a:pt x="189" y="1"/>
                      <a:pt x="1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3" name="Google Shape;6583;p20"/>
              <p:cNvSpPr/>
              <p:nvPr/>
            </p:nvSpPr>
            <p:spPr>
              <a:xfrm>
                <a:off x="2879950" y="4020475"/>
                <a:ext cx="10575" cy="14200"/>
              </a:xfrm>
              <a:custGeom>
                <a:rect b="b" l="l" r="r" t="t"/>
                <a:pathLst>
                  <a:path extrusionOk="0" h="568" w="423">
                    <a:moveTo>
                      <a:pt x="238" y="1"/>
                    </a:moveTo>
                    <a:cubicBezTo>
                      <a:pt x="195" y="1"/>
                      <a:pt x="151" y="16"/>
                      <a:pt x="116" y="45"/>
                    </a:cubicBezTo>
                    <a:cubicBezTo>
                      <a:pt x="75" y="79"/>
                      <a:pt x="50" y="137"/>
                      <a:pt x="25" y="186"/>
                    </a:cubicBezTo>
                    <a:cubicBezTo>
                      <a:pt x="17" y="244"/>
                      <a:pt x="0" y="294"/>
                      <a:pt x="8" y="352"/>
                    </a:cubicBezTo>
                    <a:cubicBezTo>
                      <a:pt x="17" y="402"/>
                      <a:pt x="42" y="435"/>
                      <a:pt x="75" y="460"/>
                    </a:cubicBezTo>
                    <a:cubicBezTo>
                      <a:pt x="100" y="509"/>
                      <a:pt x="124" y="543"/>
                      <a:pt x="174" y="559"/>
                    </a:cubicBezTo>
                    <a:cubicBezTo>
                      <a:pt x="192" y="565"/>
                      <a:pt x="208" y="568"/>
                      <a:pt x="225" y="568"/>
                    </a:cubicBezTo>
                    <a:cubicBezTo>
                      <a:pt x="254" y="568"/>
                      <a:pt x="283" y="559"/>
                      <a:pt x="315" y="543"/>
                    </a:cubicBezTo>
                    <a:cubicBezTo>
                      <a:pt x="340" y="518"/>
                      <a:pt x="356" y="493"/>
                      <a:pt x="373" y="460"/>
                    </a:cubicBezTo>
                    <a:cubicBezTo>
                      <a:pt x="398" y="418"/>
                      <a:pt x="414" y="369"/>
                      <a:pt x="414" y="327"/>
                    </a:cubicBezTo>
                    <a:cubicBezTo>
                      <a:pt x="423" y="277"/>
                      <a:pt x="423" y="228"/>
                      <a:pt x="414" y="186"/>
                    </a:cubicBezTo>
                    <a:cubicBezTo>
                      <a:pt x="406" y="120"/>
                      <a:pt x="381" y="62"/>
                      <a:pt x="323" y="21"/>
                    </a:cubicBezTo>
                    <a:cubicBezTo>
                      <a:pt x="297" y="7"/>
                      <a:pt x="268" y="1"/>
                      <a:pt x="2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4" name="Google Shape;6584;p20"/>
              <p:cNvSpPr/>
              <p:nvPr/>
            </p:nvSpPr>
            <p:spPr>
              <a:xfrm>
                <a:off x="2866425" y="3994225"/>
                <a:ext cx="29075" cy="22000"/>
              </a:xfrm>
              <a:custGeom>
                <a:rect b="b" l="l" r="r" t="t"/>
                <a:pathLst>
                  <a:path extrusionOk="0" h="880" w="1163">
                    <a:moveTo>
                      <a:pt x="711" y="1"/>
                    </a:moveTo>
                    <a:cubicBezTo>
                      <a:pt x="707" y="1"/>
                      <a:pt x="703" y="1"/>
                      <a:pt x="699" y="2"/>
                    </a:cubicBezTo>
                    <a:cubicBezTo>
                      <a:pt x="649" y="2"/>
                      <a:pt x="616" y="27"/>
                      <a:pt x="574" y="43"/>
                    </a:cubicBezTo>
                    <a:cubicBezTo>
                      <a:pt x="533" y="68"/>
                      <a:pt x="491" y="93"/>
                      <a:pt x="458" y="126"/>
                    </a:cubicBezTo>
                    <a:cubicBezTo>
                      <a:pt x="384" y="184"/>
                      <a:pt x="326" y="259"/>
                      <a:pt x="268" y="325"/>
                    </a:cubicBezTo>
                    <a:cubicBezTo>
                      <a:pt x="143" y="474"/>
                      <a:pt x="61" y="631"/>
                      <a:pt x="11" y="814"/>
                    </a:cubicBezTo>
                    <a:cubicBezTo>
                      <a:pt x="1" y="854"/>
                      <a:pt x="37" y="879"/>
                      <a:pt x="73" y="879"/>
                    </a:cubicBezTo>
                    <a:cubicBezTo>
                      <a:pt x="95" y="879"/>
                      <a:pt x="117" y="869"/>
                      <a:pt x="127" y="847"/>
                    </a:cubicBezTo>
                    <a:cubicBezTo>
                      <a:pt x="160" y="772"/>
                      <a:pt x="193" y="706"/>
                      <a:pt x="235" y="640"/>
                    </a:cubicBezTo>
                    <a:cubicBezTo>
                      <a:pt x="246" y="647"/>
                      <a:pt x="255" y="651"/>
                      <a:pt x="265" y="651"/>
                    </a:cubicBezTo>
                    <a:cubicBezTo>
                      <a:pt x="276" y="651"/>
                      <a:pt x="287" y="645"/>
                      <a:pt x="301" y="631"/>
                    </a:cubicBezTo>
                    <a:cubicBezTo>
                      <a:pt x="417" y="524"/>
                      <a:pt x="549" y="424"/>
                      <a:pt x="690" y="358"/>
                    </a:cubicBezTo>
                    <a:cubicBezTo>
                      <a:pt x="765" y="317"/>
                      <a:pt x="831" y="283"/>
                      <a:pt x="906" y="259"/>
                    </a:cubicBezTo>
                    <a:lnTo>
                      <a:pt x="906" y="267"/>
                    </a:lnTo>
                    <a:cubicBezTo>
                      <a:pt x="947" y="250"/>
                      <a:pt x="980" y="242"/>
                      <a:pt x="1022" y="225"/>
                    </a:cubicBezTo>
                    <a:cubicBezTo>
                      <a:pt x="1055" y="209"/>
                      <a:pt x="1105" y="201"/>
                      <a:pt x="1138" y="176"/>
                    </a:cubicBezTo>
                    <a:cubicBezTo>
                      <a:pt x="1163" y="151"/>
                      <a:pt x="1154" y="101"/>
                      <a:pt x="1121" y="93"/>
                    </a:cubicBezTo>
                    <a:cubicBezTo>
                      <a:pt x="1104" y="86"/>
                      <a:pt x="1086" y="83"/>
                      <a:pt x="1069" y="83"/>
                    </a:cubicBezTo>
                    <a:cubicBezTo>
                      <a:pt x="1045" y="83"/>
                      <a:pt x="1021" y="88"/>
                      <a:pt x="997" y="93"/>
                    </a:cubicBezTo>
                    <a:cubicBezTo>
                      <a:pt x="955" y="93"/>
                      <a:pt x="906" y="101"/>
                      <a:pt x="864" y="118"/>
                    </a:cubicBezTo>
                    <a:cubicBezTo>
                      <a:pt x="781" y="143"/>
                      <a:pt x="699" y="176"/>
                      <a:pt x="624" y="217"/>
                    </a:cubicBezTo>
                    <a:cubicBezTo>
                      <a:pt x="599" y="234"/>
                      <a:pt x="574" y="250"/>
                      <a:pt x="549" y="267"/>
                    </a:cubicBezTo>
                    <a:lnTo>
                      <a:pt x="566" y="250"/>
                    </a:lnTo>
                    <a:cubicBezTo>
                      <a:pt x="599" y="225"/>
                      <a:pt x="632" y="201"/>
                      <a:pt x="657" y="167"/>
                    </a:cubicBezTo>
                    <a:cubicBezTo>
                      <a:pt x="690" y="134"/>
                      <a:pt x="723" y="109"/>
                      <a:pt x="748" y="76"/>
                    </a:cubicBezTo>
                    <a:cubicBezTo>
                      <a:pt x="771" y="38"/>
                      <a:pt x="752" y="1"/>
                      <a:pt x="7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5" name="Google Shape;6585;p20"/>
              <p:cNvSpPr/>
              <p:nvPr/>
            </p:nvSpPr>
            <p:spPr>
              <a:xfrm>
                <a:off x="2878025" y="3999925"/>
                <a:ext cx="23475" cy="8550"/>
              </a:xfrm>
              <a:custGeom>
                <a:rect b="b" l="l" r="r" t="t"/>
                <a:pathLst>
                  <a:path extrusionOk="0" h="342" w="939">
                    <a:moveTo>
                      <a:pt x="766" y="1"/>
                    </a:moveTo>
                    <a:cubicBezTo>
                      <a:pt x="738" y="1"/>
                      <a:pt x="709" y="3"/>
                      <a:pt x="682" y="6"/>
                    </a:cubicBezTo>
                    <a:cubicBezTo>
                      <a:pt x="607" y="22"/>
                      <a:pt x="533" y="39"/>
                      <a:pt x="467" y="55"/>
                    </a:cubicBezTo>
                    <a:cubicBezTo>
                      <a:pt x="317" y="105"/>
                      <a:pt x="177" y="163"/>
                      <a:pt x="44" y="238"/>
                    </a:cubicBezTo>
                    <a:cubicBezTo>
                      <a:pt x="0" y="267"/>
                      <a:pt x="34" y="341"/>
                      <a:pt x="82" y="341"/>
                    </a:cubicBezTo>
                    <a:cubicBezTo>
                      <a:pt x="88" y="341"/>
                      <a:pt x="95" y="340"/>
                      <a:pt x="102" y="337"/>
                    </a:cubicBezTo>
                    <a:cubicBezTo>
                      <a:pt x="235" y="279"/>
                      <a:pt x="367" y="229"/>
                      <a:pt x="500" y="188"/>
                    </a:cubicBezTo>
                    <a:cubicBezTo>
                      <a:pt x="566" y="171"/>
                      <a:pt x="632" y="155"/>
                      <a:pt x="707" y="147"/>
                    </a:cubicBezTo>
                    <a:cubicBezTo>
                      <a:pt x="773" y="130"/>
                      <a:pt x="848" y="122"/>
                      <a:pt x="906" y="89"/>
                    </a:cubicBezTo>
                    <a:cubicBezTo>
                      <a:pt x="939" y="72"/>
                      <a:pt x="939" y="31"/>
                      <a:pt x="906" y="22"/>
                    </a:cubicBezTo>
                    <a:cubicBezTo>
                      <a:pt x="864" y="7"/>
                      <a:pt x="815" y="1"/>
                      <a:pt x="7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6" name="Google Shape;6586;p20"/>
              <p:cNvSpPr/>
              <p:nvPr/>
            </p:nvSpPr>
            <p:spPr>
              <a:xfrm>
                <a:off x="2896375" y="4002750"/>
                <a:ext cx="19850" cy="6950"/>
              </a:xfrm>
              <a:custGeom>
                <a:rect b="b" l="l" r="r" t="t"/>
                <a:pathLst>
                  <a:path extrusionOk="0" h="278" w="794">
                    <a:moveTo>
                      <a:pt x="329" y="0"/>
                    </a:moveTo>
                    <a:cubicBezTo>
                      <a:pt x="230" y="17"/>
                      <a:pt x="139" y="42"/>
                      <a:pt x="47" y="75"/>
                    </a:cubicBezTo>
                    <a:cubicBezTo>
                      <a:pt x="0" y="91"/>
                      <a:pt x="20" y="158"/>
                      <a:pt x="65" y="158"/>
                    </a:cubicBezTo>
                    <a:cubicBezTo>
                      <a:pt x="67" y="158"/>
                      <a:pt x="70" y="158"/>
                      <a:pt x="72" y="158"/>
                    </a:cubicBezTo>
                    <a:cubicBezTo>
                      <a:pt x="155" y="150"/>
                      <a:pt x="246" y="141"/>
                      <a:pt x="337" y="133"/>
                    </a:cubicBezTo>
                    <a:cubicBezTo>
                      <a:pt x="371" y="133"/>
                      <a:pt x="412" y="133"/>
                      <a:pt x="453" y="141"/>
                    </a:cubicBezTo>
                    <a:cubicBezTo>
                      <a:pt x="478" y="141"/>
                      <a:pt x="503" y="150"/>
                      <a:pt x="511" y="150"/>
                    </a:cubicBezTo>
                    <a:cubicBezTo>
                      <a:pt x="503" y="158"/>
                      <a:pt x="495" y="166"/>
                      <a:pt x="487" y="183"/>
                    </a:cubicBezTo>
                    <a:cubicBezTo>
                      <a:pt x="487" y="199"/>
                      <a:pt x="495" y="224"/>
                      <a:pt x="511" y="232"/>
                    </a:cubicBezTo>
                    <a:cubicBezTo>
                      <a:pt x="561" y="249"/>
                      <a:pt x="603" y="257"/>
                      <a:pt x="644" y="266"/>
                    </a:cubicBezTo>
                    <a:cubicBezTo>
                      <a:pt x="661" y="274"/>
                      <a:pt x="685" y="274"/>
                      <a:pt x="702" y="274"/>
                    </a:cubicBezTo>
                    <a:lnTo>
                      <a:pt x="710" y="274"/>
                    </a:lnTo>
                    <a:cubicBezTo>
                      <a:pt x="716" y="274"/>
                      <a:pt x="725" y="278"/>
                      <a:pt x="733" y="278"/>
                    </a:cubicBezTo>
                    <a:cubicBezTo>
                      <a:pt x="737" y="278"/>
                      <a:pt x="741" y="277"/>
                      <a:pt x="743" y="274"/>
                    </a:cubicBezTo>
                    <a:cubicBezTo>
                      <a:pt x="760" y="274"/>
                      <a:pt x="768" y="266"/>
                      <a:pt x="777" y="257"/>
                    </a:cubicBezTo>
                    <a:cubicBezTo>
                      <a:pt x="793" y="249"/>
                      <a:pt x="793" y="232"/>
                      <a:pt x="785" y="216"/>
                    </a:cubicBezTo>
                    <a:cubicBezTo>
                      <a:pt x="777" y="208"/>
                      <a:pt x="768" y="199"/>
                      <a:pt x="752" y="191"/>
                    </a:cubicBezTo>
                    <a:cubicBezTo>
                      <a:pt x="743" y="191"/>
                      <a:pt x="727" y="191"/>
                      <a:pt x="719" y="183"/>
                    </a:cubicBezTo>
                    <a:lnTo>
                      <a:pt x="694" y="183"/>
                    </a:lnTo>
                    <a:cubicBezTo>
                      <a:pt x="685" y="174"/>
                      <a:pt x="669" y="174"/>
                      <a:pt x="661" y="166"/>
                    </a:cubicBezTo>
                    <a:cubicBezTo>
                      <a:pt x="636" y="166"/>
                      <a:pt x="611" y="158"/>
                      <a:pt x="586" y="158"/>
                    </a:cubicBezTo>
                    <a:cubicBezTo>
                      <a:pt x="627" y="150"/>
                      <a:pt x="644" y="108"/>
                      <a:pt x="619" y="75"/>
                    </a:cubicBezTo>
                    <a:cubicBezTo>
                      <a:pt x="603" y="50"/>
                      <a:pt x="578" y="42"/>
                      <a:pt x="561" y="34"/>
                    </a:cubicBezTo>
                    <a:cubicBezTo>
                      <a:pt x="536" y="17"/>
                      <a:pt x="511" y="9"/>
                      <a:pt x="478" y="9"/>
                    </a:cubicBezTo>
                    <a:cubicBezTo>
                      <a:pt x="429" y="0"/>
                      <a:pt x="379" y="0"/>
                      <a:pt x="3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7" name="Google Shape;6587;p20"/>
              <p:cNvSpPr/>
              <p:nvPr/>
            </p:nvSpPr>
            <p:spPr>
              <a:xfrm>
                <a:off x="2849700" y="4003800"/>
                <a:ext cx="11250" cy="30950"/>
              </a:xfrm>
              <a:custGeom>
                <a:rect b="b" l="l" r="r" t="t"/>
                <a:pathLst>
                  <a:path extrusionOk="0" h="1238" w="450">
                    <a:moveTo>
                      <a:pt x="395" y="1"/>
                    </a:moveTo>
                    <a:cubicBezTo>
                      <a:pt x="384" y="1"/>
                      <a:pt x="374" y="5"/>
                      <a:pt x="365" y="16"/>
                    </a:cubicBezTo>
                    <a:cubicBezTo>
                      <a:pt x="307" y="99"/>
                      <a:pt x="249" y="182"/>
                      <a:pt x="208" y="273"/>
                    </a:cubicBezTo>
                    <a:cubicBezTo>
                      <a:pt x="158" y="364"/>
                      <a:pt x="133" y="464"/>
                      <a:pt x="100" y="563"/>
                    </a:cubicBezTo>
                    <a:cubicBezTo>
                      <a:pt x="75" y="671"/>
                      <a:pt x="50" y="770"/>
                      <a:pt x="34" y="870"/>
                    </a:cubicBezTo>
                    <a:cubicBezTo>
                      <a:pt x="17" y="978"/>
                      <a:pt x="0" y="1085"/>
                      <a:pt x="25" y="1185"/>
                    </a:cubicBezTo>
                    <a:cubicBezTo>
                      <a:pt x="35" y="1218"/>
                      <a:pt x="63" y="1237"/>
                      <a:pt x="90" y="1237"/>
                    </a:cubicBezTo>
                    <a:cubicBezTo>
                      <a:pt x="111" y="1237"/>
                      <a:pt x="131" y="1226"/>
                      <a:pt x="141" y="1201"/>
                    </a:cubicBezTo>
                    <a:cubicBezTo>
                      <a:pt x="183" y="1110"/>
                      <a:pt x="191" y="1011"/>
                      <a:pt x="199" y="920"/>
                    </a:cubicBezTo>
                    <a:cubicBezTo>
                      <a:pt x="208" y="820"/>
                      <a:pt x="224" y="721"/>
                      <a:pt x="241" y="621"/>
                    </a:cubicBezTo>
                    <a:cubicBezTo>
                      <a:pt x="274" y="431"/>
                      <a:pt x="332" y="224"/>
                      <a:pt x="431" y="66"/>
                    </a:cubicBezTo>
                    <a:cubicBezTo>
                      <a:pt x="450" y="36"/>
                      <a:pt x="423" y="1"/>
                      <a:pt x="3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8" name="Google Shape;6588;p20"/>
              <p:cNvSpPr/>
              <p:nvPr/>
            </p:nvSpPr>
            <p:spPr>
              <a:xfrm>
                <a:off x="2854675" y="4035475"/>
                <a:ext cx="2925" cy="9025"/>
              </a:xfrm>
              <a:custGeom>
                <a:rect b="b" l="l" r="r" t="t"/>
                <a:pathLst>
                  <a:path extrusionOk="0" h="361" w="117">
                    <a:moveTo>
                      <a:pt x="58" y="1"/>
                    </a:moveTo>
                    <a:cubicBezTo>
                      <a:pt x="33" y="1"/>
                      <a:pt x="9" y="25"/>
                      <a:pt x="9" y="50"/>
                    </a:cubicBezTo>
                    <a:cubicBezTo>
                      <a:pt x="9" y="100"/>
                      <a:pt x="0" y="141"/>
                      <a:pt x="0" y="191"/>
                    </a:cubicBezTo>
                    <a:cubicBezTo>
                      <a:pt x="0" y="224"/>
                      <a:pt x="0" y="249"/>
                      <a:pt x="0" y="274"/>
                    </a:cubicBezTo>
                    <a:cubicBezTo>
                      <a:pt x="0" y="307"/>
                      <a:pt x="9" y="332"/>
                      <a:pt x="33" y="357"/>
                    </a:cubicBezTo>
                    <a:cubicBezTo>
                      <a:pt x="36" y="360"/>
                      <a:pt x="40" y="360"/>
                      <a:pt x="44" y="360"/>
                    </a:cubicBezTo>
                    <a:cubicBezTo>
                      <a:pt x="53" y="360"/>
                      <a:pt x="64" y="357"/>
                      <a:pt x="75" y="357"/>
                    </a:cubicBezTo>
                    <a:cubicBezTo>
                      <a:pt x="100" y="332"/>
                      <a:pt x="100" y="307"/>
                      <a:pt x="108" y="274"/>
                    </a:cubicBezTo>
                    <a:cubicBezTo>
                      <a:pt x="108" y="249"/>
                      <a:pt x="116" y="224"/>
                      <a:pt x="116" y="208"/>
                    </a:cubicBezTo>
                    <a:cubicBezTo>
                      <a:pt x="116" y="150"/>
                      <a:pt x="116" y="100"/>
                      <a:pt x="108" y="50"/>
                    </a:cubicBezTo>
                    <a:cubicBezTo>
                      <a:pt x="108" y="25"/>
                      <a:pt x="83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9" name="Google Shape;6589;p20"/>
              <p:cNvSpPr/>
              <p:nvPr/>
            </p:nvSpPr>
            <p:spPr>
              <a:xfrm>
                <a:off x="2822825" y="4084975"/>
                <a:ext cx="2250" cy="1700"/>
              </a:xfrm>
              <a:custGeom>
                <a:rect b="b" l="l" r="r" t="t"/>
                <a:pathLst>
                  <a:path extrusionOk="0" h="68" w="90">
                    <a:moveTo>
                      <a:pt x="40" y="1"/>
                    </a:moveTo>
                    <a:cubicBezTo>
                      <a:pt x="1" y="9"/>
                      <a:pt x="6" y="68"/>
                      <a:pt x="41" y="68"/>
                    </a:cubicBezTo>
                    <a:cubicBezTo>
                      <a:pt x="43" y="68"/>
                      <a:pt x="46" y="68"/>
                      <a:pt x="48" y="67"/>
                    </a:cubicBezTo>
                    <a:cubicBezTo>
                      <a:pt x="89" y="59"/>
                      <a:pt x="81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0" name="Google Shape;6590;p20"/>
              <p:cNvSpPr/>
              <p:nvPr/>
            </p:nvSpPr>
            <p:spPr>
              <a:xfrm>
                <a:off x="2825875" y="4084975"/>
                <a:ext cx="2925" cy="2925"/>
              </a:xfrm>
              <a:custGeom>
                <a:rect b="b" l="l" r="r" t="t"/>
                <a:pathLst>
                  <a:path extrusionOk="0" h="117" w="117">
                    <a:moveTo>
                      <a:pt x="83" y="1"/>
                    </a:moveTo>
                    <a:cubicBezTo>
                      <a:pt x="83" y="1"/>
                      <a:pt x="75" y="9"/>
                      <a:pt x="67" y="9"/>
                    </a:cubicBezTo>
                    <a:lnTo>
                      <a:pt x="50" y="26"/>
                    </a:lnTo>
                    <a:lnTo>
                      <a:pt x="17" y="50"/>
                    </a:lnTo>
                    <a:cubicBezTo>
                      <a:pt x="9" y="59"/>
                      <a:pt x="1" y="67"/>
                      <a:pt x="1" y="75"/>
                    </a:cubicBezTo>
                    <a:cubicBezTo>
                      <a:pt x="1" y="84"/>
                      <a:pt x="1" y="100"/>
                      <a:pt x="9" y="100"/>
                    </a:cubicBezTo>
                    <a:cubicBezTo>
                      <a:pt x="17" y="108"/>
                      <a:pt x="25" y="117"/>
                      <a:pt x="34" y="117"/>
                    </a:cubicBezTo>
                    <a:cubicBezTo>
                      <a:pt x="50" y="117"/>
                      <a:pt x="59" y="108"/>
                      <a:pt x="67" y="100"/>
                    </a:cubicBezTo>
                    <a:lnTo>
                      <a:pt x="92" y="67"/>
                    </a:lnTo>
                    <a:lnTo>
                      <a:pt x="100" y="50"/>
                    </a:lnTo>
                    <a:cubicBezTo>
                      <a:pt x="108" y="42"/>
                      <a:pt x="108" y="34"/>
                      <a:pt x="117" y="26"/>
                    </a:cubicBezTo>
                    <a:lnTo>
                      <a:pt x="117" y="17"/>
                    </a:lnTo>
                    <a:lnTo>
                      <a:pt x="10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1" name="Google Shape;6591;p20"/>
              <p:cNvSpPr/>
              <p:nvPr/>
            </p:nvSpPr>
            <p:spPr>
              <a:xfrm>
                <a:off x="2900650" y="4130275"/>
                <a:ext cx="11225" cy="5275"/>
              </a:xfrm>
              <a:custGeom>
                <a:rect b="b" l="l" r="r" t="t"/>
                <a:pathLst>
                  <a:path extrusionOk="0" h="211" w="449">
                    <a:moveTo>
                      <a:pt x="91" y="0"/>
                    </a:moveTo>
                    <a:cubicBezTo>
                      <a:pt x="72" y="0"/>
                      <a:pt x="52" y="1"/>
                      <a:pt x="34" y="3"/>
                    </a:cubicBezTo>
                    <a:cubicBezTo>
                      <a:pt x="1" y="12"/>
                      <a:pt x="1" y="70"/>
                      <a:pt x="34" y="78"/>
                    </a:cubicBezTo>
                    <a:cubicBezTo>
                      <a:pt x="100" y="78"/>
                      <a:pt x="166" y="94"/>
                      <a:pt x="224" y="119"/>
                    </a:cubicBezTo>
                    <a:cubicBezTo>
                      <a:pt x="258" y="128"/>
                      <a:pt x="282" y="144"/>
                      <a:pt x="316" y="161"/>
                    </a:cubicBezTo>
                    <a:cubicBezTo>
                      <a:pt x="324" y="169"/>
                      <a:pt x="340" y="177"/>
                      <a:pt x="357" y="186"/>
                    </a:cubicBezTo>
                    <a:cubicBezTo>
                      <a:pt x="365" y="194"/>
                      <a:pt x="374" y="194"/>
                      <a:pt x="382" y="202"/>
                    </a:cubicBezTo>
                    <a:cubicBezTo>
                      <a:pt x="390" y="202"/>
                      <a:pt x="398" y="202"/>
                      <a:pt x="407" y="210"/>
                    </a:cubicBezTo>
                    <a:cubicBezTo>
                      <a:pt x="432" y="210"/>
                      <a:pt x="448" y="186"/>
                      <a:pt x="440" y="169"/>
                    </a:cubicBezTo>
                    <a:cubicBezTo>
                      <a:pt x="432" y="144"/>
                      <a:pt x="423" y="128"/>
                      <a:pt x="407" y="111"/>
                    </a:cubicBezTo>
                    <a:lnTo>
                      <a:pt x="407" y="119"/>
                    </a:lnTo>
                    <a:cubicBezTo>
                      <a:pt x="390" y="103"/>
                      <a:pt x="382" y="94"/>
                      <a:pt x="365" y="78"/>
                    </a:cubicBezTo>
                    <a:cubicBezTo>
                      <a:pt x="332" y="61"/>
                      <a:pt x="299" y="45"/>
                      <a:pt x="258" y="28"/>
                    </a:cubicBezTo>
                    <a:cubicBezTo>
                      <a:pt x="208" y="9"/>
                      <a:pt x="149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2" name="Google Shape;6592;p20"/>
              <p:cNvSpPr/>
              <p:nvPr/>
            </p:nvSpPr>
            <p:spPr>
              <a:xfrm>
                <a:off x="2902100" y="4125675"/>
                <a:ext cx="24050" cy="12575"/>
              </a:xfrm>
              <a:custGeom>
                <a:rect b="b" l="l" r="r" t="t"/>
                <a:pathLst>
                  <a:path extrusionOk="0" h="503" w="962">
                    <a:moveTo>
                      <a:pt x="134" y="1"/>
                    </a:moveTo>
                    <a:cubicBezTo>
                      <a:pt x="103" y="1"/>
                      <a:pt x="73" y="2"/>
                      <a:pt x="42" y="5"/>
                    </a:cubicBezTo>
                    <a:cubicBezTo>
                      <a:pt x="1" y="13"/>
                      <a:pt x="1" y="88"/>
                      <a:pt x="42" y="88"/>
                    </a:cubicBezTo>
                    <a:cubicBezTo>
                      <a:pt x="208" y="96"/>
                      <a:pt x="382" y="138"/>
                      <a:pt x="531" y="212"/>
                    </a:cubicBezTo>
                    <a:cubicBezTo>
                      <a:pt x="606" y="245"/>
                      <a:pt x="672" y="295"/>
                      <a:pt x="730" y="345"/>
                    </a:cubicBezTo>
                    <a:cubicBezTo>
                      <a:pt x="763" y="370"/>
                      <a:pt x="796" y="403"/>
                      <a:pt x="829" y="428"/>
                    </a:cubicBezTo>
                    <a:cubicBezTo>
                      <a:pt x="862" y="461"/>
                      <a:pt x="879" y="486"/>
                      <a:pt x="929" y="502"/>
                    </a:cubicBezTo>
                    <a:cubicBezTo>
                      <a:pt x="945" y="502"/>
                      <a:pt x="962" y="486"/>
                      <a:pt x="962" y="469"/>
                    </a:cubicBezTo>
                    <a:cubicBezTo>
                      <a:pt x="962" y="428"/>
                      <a:pt x="937" y="394"/>
                      <a:pt x="904" y="353"/>
                    </a:cubicBezTo>
                    <a:cubicBezTo>
                      <a:pt x="879" y="320"/>
                      <a:pt x="846" y="287"/>
                      <a:pt x="813" y="254"/>
                    </a:cubicBezTo>
                    <a:cubicBezTo>
                      <a:pt x="746" y="196"/>
                      <a:pt x="664" y="146"/>
                      <a:pt x="581" y="104"/>
                    </a:cubicBezTo>
                    <a:cubicBezTo>
                      <a:pt x="443" y="35"/>
                      <a:pt x="287" y="1"/>
                      <a:pt x="1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3" name="Google Shape;6593;p20"/>
              <p:cNvSpPr/>
              <p:nvPr/>
            </p:nvSpPr>
            <p:spPr>
              <a:xfrm>
                <a:off x="2920125" y="4125500"/>
                <a:ext cx="12050" cy="11075"/>
              </a:xfrm>
              <a:custGeom>
                <a:rect b="b" l="l" r="r" t="t"/>
                <a:pathLst>
                  <a:path extrusionOk="0" h="443" w="482">
                    <a:moveTo>
                      <a:pt x="57" y="1"/>
                    </a:moveTo>
                    <a:cubicBezTo>
                      <a:pt x="38" y="1"/>
                      <a:pt x="21" y="10"/>
                      <a:pt x="9" y="29"/>
                    </a:cubicBezTo>
                    <a:cubicBezTo>
                      <a:pt x="1" y="53"/>
                      <a:pt x="17" y="78"/>
                      <a:pt x="42" y="87"/>
                    </a:cubicBezTo>
                    <a:cubicBezTo>
                      <a:pt x="75" y="103"/>
                      <a:pt x="108" y="128"/>
                      <a:pt x="141" y="153"/>
                    </a:cubicBezTo>
                    <a:cubicBezTo>
                      <a:pt x="158" y="169"/>
                      <a:pt x="175" y="178"/>
                      <a:pt x="191" y="194"/>
                    </a:cubicBezTo>
                    <a:cubicBezTo>
                      <a:pt x="199" y="203"/>
                      <a:pt x="208" y="211"/>
                      <a:pt x="216" y="211"/>
                    </a:cubicBezTo>
                    <a:lnTo>
                      <a:pt x="224" y="219"/>
                    </a:lnTo>
                    <a:lnTo>
                      <a:pt x="233" y="227"/>
                    </a:lnTo>
                    <a:cubicBezTo>
                      <a:pt x="266" y="261"/>
                      <a:pt x="291" y="294"/>
                      <a:pt x="315" y="327"/>
                    </a:cubicBezTo>
                    <a:cubicBezTo>
                      <a:pt x="340" y="368"/>
                      <a:pt x="365" y="410"/>
                      <a:pt x="398" y="435"/>
                    </a:cubicBezTo>
                    <a:cubicBezTo>
                      <a:pt x="409" y="440"/>
                      <a:pt x="419" y="443"/>
                      <a:pt x="428" y="443"/>
                    </a:cubicBezTo>
                    <a:cubicBezTo>
                      <a:pt x="446" y="443"/>
                      <a:pt x="459" y="432"/>
                      <a:pt x="465" y="410"/>
                    </a:cubicBezTo>
                    <a:cubicBezTo>
                      <a:pt x="481" y="352"/>
                      <a:pt x="448" y="302"/>
                      <a:pt x="423" y="252"/>
                    </a:cubicBezTo>
                    <a:cubicBezTo>
                      <a:pt x="390" y="211"/>
                      <a:pt x="357" y="178"/>
                      <a:pt x="324" y="145"/>
                    </a:cubicBezTo>
                    <a:cubicBezTo>
                      <a:pt x="249" y="78"/>
                      <a:pt x="166" y="29"/>
                      <a:pt x="75" y="4"/>
                    </a:cubicBezTo>
                    <a:cubicBezTo>
                      <a:pt x="69" y="2"/>
                      <a:pt x="63" y="1"/>
                      <a:pt x="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4" name="Google Shape;6594;p20"/>
              <p:cNvSpPr/>
              <p:nvPr/>
            </p:nvSpPr>
            <p:spPr>
              <a:xfrm>
                <a:off x="2928975" y="4125100"/>
                <a:ext cx="8150" cy="11650"/>
              </a:xfrm>
              <a:custGeom>
                <a:rect b="b" l="l" r="r" t="t"/>
                <a:pathLst>
                  <a:path extrusionOk="0" h="466" w="326">
                    <a:moveTo>
                      <a:pt x="53" y="1"/>
                    </a:moveTo>
                    <a:cubicBezTo>
                      <a:pt x="25" y="1"/>
                      <a:pt x="0" y="37"/>
                      <a:pt x="19" y="69"/>
                    </a:cubicBezTo>
                    <a:cubicBezTo>
                      <a:pt x="69" y="127"/>
                      <a:pt x="119" y="185"/>
                      <a:pt x="152" y="260"/>
                    </a:cubicBezTo>
                    <a:cubicBezTo>
                      <a:pt x="177" y="293"/>
                      <a:pt x="185" y="326"/>
                      <a:pt x="210" y="359"/>
                    </a:cubicBezTo>
                    <a:cubicBezTo>
                      <a:pt x="218" y="376"/>
                      <a:pt x="227" y="393"/>
                      <a:pt x="235" y="417"/>
                    </a:cubicBezTo>
                    <a:cubicBezTo>
                      <a:pt x="243" y="426"/>
                      <a:pt x="243" y="434"/>
                      <a:pt x="251" y="442"/>
                    </a:cubicBezTo>
                    <a:cubicBezTo>
                      <a:pt x="260" y="451"/>
                      <a:pt x="268" y="459"/>
                      <a:pt x="276" y="459"/>
                    </a:cubicBezTo>
                    <a:cubicBezTo>
                      <a:pt x="281" y="464"/>
                      <a:pt x="287" y="466"/>
                      <a:pt x="292" y="466"/>
                    </a:cubicBezTo>
                    <a:cubicBezTo>
                      <a:pt x="305" y="466"/>
                      <a:pt x="318" y="454"/>
                      <a:pt x="318" y="442"/>
                    </a:cubicBezTo>
                    <a:cubicBezTo>
                      <a:pt x="326" y="401"/>
                      <a:pt x="309" y="359"/>
                      <a:pt x="301" y="318"/>
                    </a:cubicBezTo>
                    <a:cubicBezTo>
                      <a:pt x="285" y="277"/>
                      <a:pt x="260" y="243"/>
                      <a:pt x="235" y="202"/>
                    </a:cubicBezTo>
                    <a:cubicBezTo>
                      <a:pt x="193" y="127"/>
                      <a:pt x="135" y="69"/>
                      <a:pt x="77" y="11"/>
                    </a:cubicBezTo>
                    <a:cubicBezTo>
                      <a:pt x="70" y="4"/>
                      <a:pt x="61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5" name="Google Shape;6595;p20"/>
              <p:cNvSpPr/>
              <p:nvPr/>
            </p:nvSpPr>
            <p:spPr>
              <a:xfrm>
                <a:off x="2847425" y="4037200"/>
                <a:ext cx="7675" cy="19800"/>
              </a:xfrm>
              <a:custGeom>
                <a:rect b="b" l="l" r="r" t="t"/>
                <a:pathLst>
                  <a:path extrusionOk="0" h="792" w="307">
                    <a:moveTo>
                      <a:pt x="66" y="1"/>
                    </a:moveTo>
                    <a:cubicBezTo>
                      <a:pt x="55" y="1"/>
                      <a:pt x="45" y="7"/>
                      <a:pt x="42" y="23"/>
                    </a:cubicBezTo>
                    <a:cubicBezTo>
                      <a:pt x="17" y="89"/>
                      <a:pt x="0" y="155"/>
                      <a:pt x="0" y="230"/>
                    </a:cubicBezTo>
                    <a:cubicBezTo>
                      <a:pt x="0" y="304"/>
                      <a:pt x="9" y="371"/>
                      <a:pt x="33" y="437"/>
                    </a:cubicBezTo>
                    <a:cubicBezTo>
                      <a:pt x="58" y="503"/>
                      <a:pt x="91" y="561"/>
                      <a:pt x="125" y="627"/>
                    </a:cubicBezTo>
                    <a:cubicBezTo>
                      <a:pt x="149" y="652"/>
                      <a:pt x="166" y="677"/>
                      <a:pt x="183" y="710"/>
                    </a:cubicBezTo>
                    <a:cubicBezTo>
                      <a:pt x="207" y="735"/>
                      <a:pt x="224" y="768"/>
                      <a:pt x="257" y="785"/>
                    </a:cubicBezTo>
                    <a:cubicBezTo>
                      <a:pt x="264" y="790"/>
                      <a:pt x="271" y="792"/>
                      <a:pt x="277" y="792"/>
                    </a:cubicBezTo>
                    <a:cubicBezTo>
                      <a:pt x="294" y="792"/>
                      <a:pt x="307" y="778"/>
                      <a:pt x="307" y="760"/>
                    </a:cubicBezTo>
                    <a:cubicBezTo>
                      <a:pt x="307" y="727"/>
                      <a:pt x="290" y="702"/>
                      <a:pt x="282" y="669"/>
                    </a:cubicBezTo>
                    <a:cubicBezTo>
                      <a:pt x="265" y="636"/>
                      <a:pt x="257" y="603"/>
                      <a:pt x="241" y="578"/>
                    </a:cubicBezTo>
                    <a:cubicBezTo>
                      <a:pt x="207" y="520"/>
                      <a:pt x="174" y="470"/>
                      <a:pt x="149" y="420"/>
                    </a:cubicBezTo>
                    <a:cubicBezTo>
                      <a:pt x="100" y="296"/>
                      <a:pt x="108" y="164"/>
                      <a:pt x="108" y="39"/>
                    </a:cubicBezTo>
                    <a:cubicBezTo>
                      <a:pt x="108" y="18"/>
                      <a:pt x="85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6" name="Google Shape;6596;p20"/>
              <p:cNvSpPr/>
              <p:nvPr/>
            </p:nvSpPr>
            <p:spPr>
              <a:xfrm>
                <a:off x="2857150" y="4062225"/>
                <a:ext cx="6600" cy="13425"/>
              </a:xfrm>
              <a:custGeom>
                <a:rect b="b" l="l" r="r" t="t"/>
                <a:pathLst>
                  <a:path extrusionOk="0" h="537" w="264">
                    <a:moveTo>
                      <a:pt x="54" y="1"/>
                    </a:moveTo>
                    <a:cubicBezTo>
                      <a:pt x="44" y="1"/>
                      <a:pt x="33" y="6"/>
                      <a:pt x="26" y="16"/>
                    </a:cubicBezTo>
                    <a:cubicBezTo>
                      <a:pt x="9" y="57"/>
                      <a:pt x="1" y="99"/>
                      <a:pt x="1" y="148"/>
                    </a:cubicBezTo>
                    <a:cubicBezTo>
                      <a:pt x="9" y="190"/>
                      <a:pt x="26" y="240"/>
                      <a:pt x="42" y="281"/>
                    </a:cubicBezTo>
                    <a:cubicBezTo>
                      <a:pt x="67" y="322"/>
                      <a:pt x="84" y="364"/>
                      <a:pt x="108" y="405"/>
                    </a:cubicBezTo>
                    <a:cubicBezTo>
                      <a:pt x="133" y="455"/>
                      <a:pt x="166" y="496"/>
                      <a:pt x="208" y="530"/>
                    </a:cubicBezTo>
                    <a:cubicBezTo>
                      <a:pt x="215" y="534"/>
                      <a:pt x="222" y="536"/>
                      <a:pt x="230" y="536"/>
                    </a:cubicBezTo>
                    <a:cubicBezTo>
                      <a:pt x="248" y="536"/>
                      <a:pt x="264" y="523"/>
                      <a:pt x="258" y="505"/>
                    </a:cubicBezTo>
                    <a:cubicBezTo>
                      <a:pt x="249" y="455"/>
                      <a:pt x="241" y="414"/>
                      <a:pt x="216" y="372"/>
                    </a:cubicBezTo>
                    <a:cubicBezTo>
                      <a:pt x="200" y="331"/>
                      <a:pt x="175" y="289"/>
                      <a:pt x="150" y="248"/>
                    </a:cubicBezTo>
                    <a:cubicBezTo>
                      <a:pt x="133" y="215"/>
                      <a:pt x="117" y="182"/>
                      <a:pt x="100" y="140"/>
                    </a:cubicBezTo>
                    <a:cubicBezTo>
                      <a:pt x="84" y="107"/>
                      <a:pt x="75" y="66"/>
                      <a:pt x="75" y="24"/>
                    </a:cubicBezTo>
                    <a:cubicBezTo>
                      <a:pt x="80" y="10"/>
                      <a:pt x="68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7" name="Google Shape;6597;p20"/>
              <p:cNvSpPr/>
              <p:nvPr/>
            </p:nvSpPr>
            <p:spPr>
              <a:xfrm>
                <a:off x="2856950" y="4077050"/>
                <a:ext cx="6650" cy="8175"/>
              </a:xfrm>
              <a:custGeom>
                <a:rect b="b" l="l" r="r" t="t"/>
                <a:pathLst>
                  <a:path extrusionOk="0" h="327" w="266">
                    <a:moveTo>
                      <a:pt x="51" y="1"/>
                    </a:moveTo>
                    <a:cubicBezTo>
                      <a:pt x="48" y="1"/>
                      <a:pt x="45" y="1"/>
                      <a:pt x="42" y="3"/>
                    </a:cubicBezTo>
                    <a:cubicBezTo>
                      <a:pt x="25" y="3"/>
                      <a:pt x="0" y="19"/>
                      <a:pt x="9" y="44"/>
                    </a:cubicBezTo>
                    <a:cubicBezTo>
                      <a:pt x="25" y="102"/>
                      <a:pt x="50" y="160"/>
                      <a:pt x="92" y="210"/>
                    </a:cubicBezTo>
                    <a:cubicBezTo>
                      <a:pt x="108" y="235"/>
                      <a:pt x="133" y="260"/>
                      <a:pt x="158" y="276"/>
                    </a:cubicBezTo>
                    <a:cubicBezTo>
                      <a:pt x="166" y="285"/>
                      <a:pt x="174" y="301"/>
                      <a:pt x="191" y="301"/>
                    </a:cubicBezTo>
                    <a:cubicBezTo>
                      <a:pt x="208" y="318"/>
                      <a:pt x="224" y="318"/>
                      <a:pt x="241" y="326"/>
                    </a:cubicBezTo>
                    <a:cubicBezTo>
                      <a:pt x="257" y="326"/>
                      <a:pt x="266" y="301"/>
                      <a:pt x="257" y="285"/>
                    </a:cubicBezTo>
                    <a:cubicBezTo>
                      <a:pt x="249" y="276"/>
                      <a:pt x="241" y="268"/>
                      <a:pt x="232" y="260"/>
                    </a:cubicBezTo>
                    <a:lnTo>
                      <a:pt x="199" y="235"/>
                    </a:lnTo>
                    <a:cubicBezTo>
                      <a:pt x="183" y="210"/>
                      <a:pt x="166" y="185"/>
                      <a:pt x="150" y="169"/>
                    </a:cubicBezTo>
                    <a:cubicBezTo>
                      <a:pt x="116" y="127"/>
                      <a:pt x="92" y="77"/>
                      <a:pt x="83" y="28"/>
                    </a:cubicBezTo>
                    <a:cubicBezTo>
                      <a:pt x="77" y="14"/>
                      <a:pt x="64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8" name="Google Shape;6598;p20"/>
              <p:cNvSpPr/>
              <p:nvPr/>
            </p:nvSpPr>
            <p:spPr>
              <a:xfrm>
                <a:off x="2858200" y="4089775"/>
                <a:ext cx="5600" cy="6625"/>
              </a:xfrm>
              <a:custGeom>
                <a:rect b="b" l="l" r="r" t="t"/>
                <a:pathLst>
                  <a:path extrusionOk="0" h="265" w="224">
                    <a:moveTo>
                      <a:pt x="46" y="1"/>
                    </a:moveTo>
                    <a:cubicBezTo>
                      <a:pt x="40" y="1"/>
                      <a:pt x="32" y="3"/>
                      <a:pt x="25" y="8"/>
                    </a:cubicBezTo>
                    <a:cubicBezTo>
                      <a:pt x="8" y="16"/>
                      <a:pt x="0" y="41"/>
                      <a:pt x="8" y="57"/>
                    </a:cubicBezTo>
                    <a:cubicBezTo>
                      <a:pt x="25" y="99"/>
                      <a:pt x="50" y="140"/>
                      <a:pt x="83" y="173"/>
                    </a:cubicBezTo>
                    <a:cubicBezTo>
                      <a:pt x="91" y="190"/>
                      <a:pt x="108" y="206"/>
                      <a:pt x="124" y="223"/>
                    </a:cubicBezTo>
                    <a:lnTo>
                      <a:pt x="149" y="248"/>
                    </a:lnTo>
                    <a:cubicBezTo>
                      <a:pt x="158" y="256"/>
                      <a:pt x="174" y="256"/>
                      <a:pt x="182" y="264"/>
                    </a:cubicBezTo>
                    <a:cubicBezTo>
                      <a:pt x="199" y="264"/>
                      <a:pt x="224" y="256"/>
                      <a:pt x="216" y="240"/>
                    </a:cubicBezTo>
                    <a:cubicBezTo>
                      <a:pt x="216" y="223"/>
                      <a:pt x="207" y="215"/>
                      <a:pt x="207" y="206"/>
                    </a:cubicBezTo>
                    <a:cubicBezTo>
                      <a:pt x="199" y="198"/>
                      <a:pt x="191" y="182"/>
                      <a:pt x="182" y="173"/>
                    </a:cubicBezTo>
                    <a:lnTo>
                      <a:pt x="182" y="182"/>
                    </a:lnTo>
                    <a:cubicBezTo>
                      <a:pt x="174" y="157"/>
                      <a:pt x="158" y="140"/>
                      <a:pt x="149" y="124"/>
                    </a:cubicBezTo>
                    <a:cubicBezTo>
                      <a:pt x="133" y="107"/>
                      <a:pt x="124" y="90"/>
                      <a:pt x="116" y="74"/>
                    </a:cubicBezTo>
                    <a:cubicBezTo>
                      <a:pt x="108" y="66"/>
                      <a:pt x="100" y="57"/>
                      <a:pt x="100" y="49"/>
                    </a:cubicBezTo>
                    <a:lnTo>
                      <a:pt x="91" y="49"/>
                    </a:lnTo>
                    <a:lnTo>
                      <a:pt x="91" y="41"/>
                    </a:lnTo>
                    <a:lnTo>
                      <a:pt x="83" y="24"/>
                    </a:lnTo>
                    <a:cubicBezTo>
                      <a:pt x="77" y="12"/>
                      <a:pt x="63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9" name="Google Shape;6599;p20"/>
              <p:cNvSpPr/>
              <p:nvPr/>
            </p:nvSpPr>
            <p:spPr>
              <a:xfrm>
                <a:off x="2821725" y="4114400"/>
                <a:ext cx="3150" cy="2500"/>
              </a:xfrm>
              <a:custGeom>
                <a:rect b="b" l="l" r="r" t="t"/>
                <a:pathLst>
                  <a:path extrusionOk="0" h="100" w="126">
                    <a:moveTo>
                      <a:pt x="51" y="0"/>
                    </a:moveTo>
                    <a:lnTo>
                      <a:pt x="42" y="9"/>
                    </a:lnTo>
                    <a:lnTo>
                      <a:pt x="26" y="9"/>
                    </a:lnTo>
                    <a:lnTo>
                      <a:pt x="9" y="25"/>
                    </a:lnTo>
                    <a:lnTo>
                      <a:pt x="1" y="42"/>
                    </a:lnTo>
                    <a:cubicBezTo>
                      <a:pt x="1" y="42"/>
                      <a:pt x="1" y="50"/>
                      <a:pt x="1" y="58"/>
                    </a:cubicBezTo>
                    <a:lnTo>
                      <a:pt x="9" y="67"/>
                    </a:lnTo>
                    <a:cubicBezTo>
                      <a:pt x="9" y="75"/>
                      <a:pt x="17" y="83"/>
                      <a:pt x="17" y="83"/>
                    </a:cubicBezTo>
                    <a:lnTo>
                      <a:pt x="34" y="91"/>
                    </a:lnTo>
                    <a:cubicBezTo>
                      <a:pt x="42" y="100"/>
                      <a:pt x="42" y="100"/>
                      <a:pt x="51" y="100"/>
                    </a:cubicBezTo>
                    <a:lnTo>
                      <a:pt x="67" y="100"/>
                    </a:lnTo>
                    <a:cubicBezTo>
                      <a:pt x="75" y="100"/>
                      <a:pt x="84" y="100"/>
                      <a:pt x="92" y="91"/>
                    </a:cubicBezTo>
                    <a:lnTo>
                      <a:pt x="100" y="83"/>
                    </a:lnTo>
                    <a:lnTo>
                      <a:pt x="117" y="75"/>
                    </a:lnTo>
                    <a:lnTo>
                      <a:pt x="117" y="58"/>
                    </a:lnTo>
                    <a:cubicBezTo>
                      <a:pt x="117" y="50"/>
                      <a:pt x="125" y="50"/>
                      <a:pt x="117" y="42"/>
                    </a:cubicBezTo>
                    <a:lnTo>
                      <a:pt x="117" y="25"/>
                    </a:lnTo>
                    <a:lnTo>
                      <a:pt x="109" y="17"/>
                    </a:lnTo>
                    <a:lnTo>
                      <a:pt x="117" y="17"/>
                    </a:lnTo>
                    <a:lnTo>
                      <a:pt x="100" y="9"/>
                    </a:lnTo>
                    <a:cubicBezTo>
                      <a:pt x="100" y="9"/>
                      <a:pt x="92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0" name="Google Shape;6600;p20"/>
              <p:cNvSpPr/>
              <p:nvPr/>
            </p:nvSpPr>
            <p:spPr>
              <a:xfrm>
                <a:off x="2830025" y="4110875"/>
                <a:ext cx="2925" cy="2725"/>
              </a:xfrm>
              <a:custGeom>
                <a:rect b="b" l="l" r="r" t="t"/>
                <a:pathLst>
                  <a:path extrusionOk="0" h="109" w="117">
                    <a:moveTo>
                      <a:pt x="50" y="0"/>
                    </a:moveTo>
                    <a:lnTo>
                      <a:pt x="33" y="9"/>
                    </a:lnTo>
                    <a:lnTo>
                      <a:pt x="25" y="17"/>
                    </a:lnTo>
                    <a:cubicBezTo>
                      <a:pt x="17" y="17"/>
                      <a:pt x="17" y="25"/>
                      <a:pt x="9" y="34"/>
                    </a:cubicBezTo>
                    <a:cubicBezTo>
                      <a:pt x="0" y="42"/>
                      <a:pt x="0" y="42"/>
                      <a:pt x="0" y="58"/>
                    </a:cubicBezTo>
                    <a:lnTo>
                      <a:pt x="0" y="67"/>
                    </a:lnTo>
                    <a:cubicBezTo>
                      <a:pt x="0" y="75"/>
                      <a:pt x="0" y="83"/>
                      <a:pt x="9" y="92"/>
                    </a:cubicBezTo>
                    <a:lnTo>
                      <a:pt x="25" y="108"/>
                    </a:lnTo>
                    <a:lnTo>
                      <a:pt x="58" y="108"/>
                    </a:lnTo>
                    <a:cubicBezTo>
                      <a:pt x="67" y="108"/>
                      <a:pt x="75" y="108"/>
                      <a:pt x="75" y="100"/>
                    </a:cubicBezTo>
                    <a:cubicBezTo>
                      <a:pt x="83" y="92"/>
                      <a:pt x="91" y="92"/>
                      <a:pt x="91" y="83"/>
                    </a:cubicBezTo>
                    <a:lnTo>
                      <a:pt x="100" y="67"/>
                    </a:lnTo>
                    <a:lnTo>
                      <a:pt x="100" y="58"/>
                    </a:lnTo>
                    <a:lnTo>
                      <a:pt x="108" y="58"/>
                    </a:lnTo>
                    <a:lnTo>
                      <a:pt x="116" y="42"/>
                    </a:lnTo>
                    <a:lnTo>
                      <a:pt x="108" y="50"/>
                    </a:lnTo>
                    <a:lnTo>
                      <a:pt x="108" y="50"/>
                    </a:lnTo>
                    <a:lnTo>
                      <a:pt x="116" y="34"/>
                    </a:lnTo>
                    <a:lnTo>
                      <a:pt x="116" y="25"/>
                    </a:lnTo>
                    <a:lnTo>
                      <a:pt x="116" y="17"/>
                    </a:lnTo>
                    <a:lnTo>
                      <a:pt x="108" y="9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1" name="Google Shape;6601;p20"/>
              <p:cNvSpPr/>
              <p:nvPr/>
            </p:nvSpPr>
            <p:spPr>
              <a:xfrm>
                <a:off x="2827525" y="4118125"/>
                <a:ext cx="2725" cy="1975"/>
              </a:xfrm>
              <a:custGeom>
                <a:rect b="b" l="l" r="r" t="t"/>
                <a:pathLst>
                  <a:path extrusionOk="0" h="79" w="109">
                    <a:moveTo>
                      <a:pt x="34" y="0"/>
                    </a:moveTo>
                    <a:lnTo>
                      <a:pt x="17" y="9"/>
                    </a:lnTo>
                    <a:lnTo>
                      <a:pt x="9" y="17"/>
                    </a:lnTo>
                    <a:lnTo>
                      <a:pt x="1" y="25"/>
                    </a:lnTo>
                    <a:lnTo>
                      <a:pt x="1" y="42"/>
                    </a:lnTo>
                    <a:lnTo>
                      <a:pt x="9" y="58"/>
                    </a:lnTo>
                    <a:cubicBezTo>
                      <a:pt x="9" y="58"/>
                      <a:pt x="9" y="67"/>
                      <a:pt x="17" y="67"/>
                    </a:cubicBezTo>
                    <a:cubicBezTo>
                      <a:pt x="23" y="73"/>
                      <a:pt x="29" y="78"/>
                      <a:pt x="38" y="78"/>
                    </a:cubicBezTo>
                    <a:cubicBezTo>
                      <a:pt x="42" y="78"/>
                      <a:pt x="46" y="77"/>
                      <a:pt x="51" y="75"/>
                    </a:cubicBezTo>
                    <a:lnTo>
                      <a:pt x="67" y="75"/>
                    </a:lnTo>
                    <a:cubicBezTo>
                      <a:pt x="75" y="75"/>
                      <a:pt x="84" y="67"/>
                      <a:pt x="92" y="67"/>
                    </a:cubicBezTo>
                    <a:lnTo>
                      <a:pt x="92" y="58"/>
                    </a:lnTo>
                    <a:lnTo>
                      <a:pt x="100" y="50"/>
                    </a:lnTo>
                    <a:lnTo>
                      <a:pt x="109" y="42"/>
                    </a:lnTo>
                    <a:lnTo>
                      <a:pt x="109" y="34"/>
                    </a:lnTo>
                    <a:cubicBezTo>
                      <a:pt x="109" y="25"/>
                      <a:pt x="100" y="17"/>
                      <a:pt x="100" y="9"/>
                    </a:cubicBezTo>
                    <a:lnTo>
                      <a:pt x="8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2" name="Google Shape;6602;p20"/>
              <p:cNvSpPr/>
              <p:nvPr/>
            </p:nvSpPr>
            <p:spPr>
              <a:xfrm>
                <a:off x="2835000" y="4117700"/>
                <a:ext cx="3550" cy="1900"/>
              </a:xfrm>
              <a:custGeom>
                <a:rect b="b" l="l" r="r" t="t"/>
                <a:pathLst>
                  <a:path extrusionOk="0" h="76" w="142">
                    <a:moveTo>
                      <a:pt x="42" y="1"/>
                    </a:moveTo>
                    <a:cubicBezTo>
                      <a:pt x="17" y="1"/>
                      <a:pt x="0" y="17"/>
                      <a:pt x="0" y="42"/>
                    </a:cubicBezTo>
                    <a:cubicBezTo>
                      <a:pt x="0" y="51"/>
                      <a:pt x="0" y="59"/>
                      <a:pt x="8" y="67"/>
                    </a:cubicBezTo>
                    <a:lnTo>
                      <a:pt x="25" y="75"/>
                    </a:lnTo>
                    <a:lnTo>
                      <a:pt x="116" y="75"/>
                    </a:lnTo>
                    <a:cubicBezTo>
                      <a:pt x="116" y="75"/>
                      <a:pt x="124" y="67"/>
                      <a:pt x="133" y="67"/>
                    </a:cubicBezTo>
                    <a:cubicBezTo>
                      <a:pt x="141" y="67"/>
                      <a:pt x="141" y="59"/>
                      <a:pt x="141" y="51"/>
                    </a:cubicBezTo>
                    <a:cubicBezTo>
                      <a:pt x="141" y="34"/>
                      <a:pt x="141" y="26"/>
                      <a:pt x="133" y="26"/>
                    </a:cubicBezTo>
                    <a:cubicBezTo>
                      <a:pt x="124" y="26"/>
                      <a:pt x="116" y="17"/>
                      <a:pt x="108" y="17"/>
                    </a:cubicBezTo>
                    <a:cubicBezTo>
                      <a:pt x="100" y="9"/>
                      <a:pt x="91" y="9"/>
                      <a:pt x="83" y="9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3" name="Google Shape;6603;p20"/>
              <p:cNvSpPr/>
              <p:nvPr/>
            </p:nvSpPr>
            <p:spPr>
              <a:xfrm>
                <a:off x="2797300" y="4122050"/>
                <a:ext cx="2500" cy="2100"/>
              </a:xfrm>
              <a:custGeom>
                <a:rect b="b" l="l" r="r" t="t"/>
                <a:pathLst>
                  <a:path extrusionOk="0" h="84" w="100">
                    <a:moveTo>
                      <a:pt x="42" y="1"/>
                    </a:moveTo>
                    <a:lnTo>
                      <a:pt x="25" y="9"/>
                    </a:lnTo>
                    <a:lnTo>
                      <a:pt x="17" y="9"/>
                    </a:lnTo>
                    <a:lnTo>
                      <a:pt x="9" y="26"/>
                    </a:lnTo>
                    <a:lnTo>
                      <a:pt x="0" y="34"/>
                    </a:lnTo>
                    <a:lnTo>
                      <a:pt x="0" y="42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9" y="67"/>
                    </a:lnTo>
                    <a:lnTo>
                      <a:pt x="17" y="75"/>
                    </a:lnTo>
                    <a:lnTo>
                      <a:pt x="25" y="84"/>
                    </a:lnTo>
                    <a:lnTo>
                      <a:pt x="58" y="84"/>
                    </a:lnTo>
                    <a:lnTo>
                      <a:pt x="75" y="75"/>
                    </a:lnTo>
                    <a:lnTo>
                      <a:pt x="83" y="67"/>
                    </a:lnTo>
                    <a:lnTo>
                      <a:pt x="91" y="51"/>
                    </a:lnTo>
                    <a:lnTo>
                      <a:pt x="100" y="51"/>
                    </a:lnTo>
                    <a:lnTo>
                      <a:pt x="100" y="34"/>
                    </a:lnTo>
                    <a:lnTo>
                      <a:pt x="100" y="26"/>
                    </a:lnTo>
                    <a:lnTo>
                      <a:pt x="91" y="9"/>
                    </a:lnTo>
                    <a:cubicBezTo>
                      <a:pt x="83" y="9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4" name="Google Shape;6604;p20"/>
              <p:cNvSpPr/>
              <p:nvPr/>
            </p:nvSpPr>
            <p:spPr>
              <a:xfrm>
                <a:off x="2799000" y="4125150"/>
                <a:ext cx="2600" cy="1925"/>
              </a:xfrm>
              <a:custGeom>
                <a:rect b="b" l="l" r="r" t="t"/>
                <a:pathLst>
                  <a:path extrusionOk="0" h="77" w="104">
                    <a:moveTo>
                      <a:pt x="56" y="0"/>
                    </a:moveTo>
                    <a:cubicBezTo>
                      <a:pt x="53" y="0"/>
                      <a:pt x="51" y="1"/>
                      <a:pt x="48" y="1"/>
                    </a:cubicBezTo>
                    <a:cubicBezTo>
                      <a:pt x="1" y="1"/>
                      <a:pt x="6" y="76"/>
                      <a:pt x="50" y="76"/>
                    </a:cubicBezTo>
                    <a:cubicBezTo>
                      <a:pt x="52" y="76"/>
                      <a:pt x="54" y="76"/>
                      <a:pt x="57" y="76"/>
                    </a:cubicBezTo>
                    <a:cubicBezTo>
                      <a:pt x="104" y="68"/>
                      <a:pt x="99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5" name="Google Shape;6605;p20"/>
              <p:cNvSpPr/>
              <p:nvPr/>
            </p:nvSpPr>
            <p:spPr>
              <a:xfrm>
                <a:off x="2831475" y="4027600"/>
                <a:ext cx="11000" cy="13950"/>
              </a:xfrm>
              <a:custGeom>
                <a:rect b="b" l="l" r="r" t="t"/>
                <a:pathLst>
                  <a:path extrusionOk="0" h="558" w="440">
                    <a:moveTo>
                      <a:pt x="390" y="1"/>
                    </a:moveTo>
                    <a:cubicBezTo>
                      <a:pt x="340" y="17"/>
                      <a:pt x="323" y="84"/>
                      <a:pt x="307" y="125"/>
                    </a:cubicBezTo>
                    <a:cubicBezTo>
                      <a:pt x="274" y="166"/>
                      <a:pt x="249" y="208"/>
                      <a:pt x="216" y="249"/>
                    </a:cubicBezTo>
                    <a:cubicBezTo>
                      <a:pt x="183" y="291"/>
                      <a:pt x="141" y="324"/>
                      <a:pt x="108" y="357"/>
                    </a:cubicBezTo>
                    <a:cubicBezTo>
                      <a:pt x="91" y="382"/>
                      <a:pt x="75" y="398"/>
                      <a:pt x="58" y="423"/>
                    </a:cubicBezTo>
                    <a:cubicBezTo>
                      <a:pt x="42" y="440"/>
                      <a:pt x="25" y="465"/>
                      <a:pt x="17" y="490"/>
                    </a:cubicBezTo>
                    <a:cubicBezTo>
                      <a:pt x="0" y="506"/>
                      <a:pt x="0" y="531"/>
                      <a:pt x="17" y="548"/>
                    </a:cubicBezTo>
                    <a:cubicBezTo>
                      <a:pt x="26" y="552"/>
                      <a:pt x="39" y="557"/>
                      <a:pt x="51" y="557"/>
                    </a:cubicBezTo>
                    <a:cubicBezTo>
                      <a:pt x="59" y="557"/>
                      <a:pt x="68" y="555"/>
                      <a:pt x="75" y="548"/>
                    </a:cubicBezTo>
                    <a:cubicBezTo>
                      <a:pt x="91" y="531"/>
                      <a:pt x="108" y="514"/>
                      <a:pt x="133" y="498"/>
                    </a:cubicBezTo>
                    <a:cubicBezTo>
                      <a:pt x="149" y="473"/>
                      <a:pt x="174" y="448"/>
                      <a:pt x="191" y="432"/>
                    </a:cubicBezTo>
                    <a:cubicBezTo>
                      <a:pt x="232" y="390"/>
                      <a:pt x="257" y="349"/>
                      <a:pt x="299" y="307"/>
                    </a:cubicBezTo>
                    <a:cubicBezTo>
                      <a:pt x="332" y="266"/>
                      <a:pt x="365" y="224"/>
                      <a:pt x="390" y="175"/>
                    </a:cubicBezTo>
                    <a:cubicBezTo>
                      <a:pt x="398" y="150"/>
                      <a:pt x="415" y="125"/>
                      <a:pt x="423" y="100"/>
                    </a:cubicBezTo>
                    <a:cubicBezTo>
                      <a:pt x="431" y="84"/>
                      <a:pt x="439" y="34"/>
                      <a:pt x="415" y="17"/>
                    </a:cubicBezTo>
                    <a:cubicBezTo>
                      <a:pt x="415" y="9"/>
                      <a:pt x="398" y="1"/>
                      <a:pt x="3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6" name="Google Shape;6606;p20"/>
              <p:cNvSpPr/>
              <p:nvPr/>
            </p:nvSpPr>
            <p:spPr>
              <a:xfrm>
                <a:off x="2842325" y="4014475"/>
                <a:ext cx="2850" cy="10150"/>
              </a:xfrm>
              <a:custGeom>
                <a:rect b="b" l="l" r="r" t="t"/>
                <a:pathLst>
                  <a:path extrusionOk="0" h="406" w="114">
                    <a:moveTo>
                      <a:pt x="83" y="0"/>
                    </a:moveTo>
                    <a:cubicBezTo>
                      <a:pt x="81" y="0"/>
                      <a:pt x="80" y="1"/>
                      <a:pt x="80" y="4"/>
                    </a:cubicBezTo>
                    <a:cubicBezTo>
                      <a:pt x="63" y="29"/>
                      <a:pt x="63" y="62"/>
                      <a:pt x="63" y="95"/>
                    </a:cubicBezTo>
                    <a:cubicBezTo>
                      <a:pt x="72" y="128"/>
                      <a:pt x="63" y="161"/>
                      <a:pt x="63" y="186"/>
                    </a:cubicBezTo>
                    <a:cubicBezTo>
                      <a:pt x="55" y="219"/>
                      <a:pt x="47" y="252"/>
                      <a:pt x="39" y="285"/>
                    </a:cubicBezTo>
                    <a:cubicBezTo>
                      <a:pt x="22" y="319"/>
                      <a:pt x="14" y="343"/>
                      <a:pt x="5" y="377"/>
                    </a:cubicBezTo>
                    <a:cubicBezTo>
                      <a:pt x="0" y="393"/>
                      <a:pt x="16" y="405"/>
                      <a:pt x="30" y="405"/>
                    </a:cubicBezTo>
                    <a:cubicBezTo>
                      <a:pt x="37" y="405"/>
                      <a:pt x="44" y="402"/>
                      <a:pt x="47" y="393"/>
                    </a:cubicBezTo>
                    <a:cubicBezTo>
                      <a:pt x="55" y="360"/>
                      <a:pt x="72" y="327"/>
                      <a:pt x="80" y="294"/>
                    </a:cubicBezTo>
                    <a:cubicBezTo>
                      <a:pt x="80" y="261"/>
                      <a:pt x="88" y="227"/>
                      <a:pt x="97" y="194"/>
                    </a:cubicBezTo>
                    <a:cubicBezTo>
                      <a:pt x="97" y="161"/>
                      <a:pt x="105" y="128"/>
                      <a:pt x="105" y="95"/>
                    </a:cubicBezTo>
                    <a:cubicBezTo>
                      <a:pt x="105" y="70"/>
                      <a:pt x="113" y="29"/>
                      <a:pt x="97" y="4"/>
                    </a:cubicBezTo>
                    <a:cubicBezTo>
                      <a:pt x="91" y="4"/>
                      <a:pt x="86" y="0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7" name="Google Shape;6607;p20"/>
              <p:cNvSpPr/>
              <p:nvPr/>
            </p:nvSpPr>
            <p:spPr>
              <a:xfrm>
                <a:off x="2843475" y="4004400"/>
                <a:ext cx="1900" cy="4575"/>
              </a:xfrm>
              <a:custGeom>
                <a:rect b="b" l="l" r="r" t="t"/>
                <a:pathLst>
                  <a:path extrusionOk="0" h="183" w="76">
                    <a:moveTo>
                      <a:pt x="9" y="1"/>
                    </a:moveTo>
                    <a:cubicBezTo>
                      <a:pt x="1" y="17"/>
                      <a:pt x="1" y="34"/>
                      <a:pt x="1" y="42"/>
                    </a:cubicBezTo>
                    <a:cubicBezTo>
                      <a:pt x="1" y="59"/>
                      <a:pt x="1" y="75"/>
                      <a:pt x="9" y="84"/>
                    </a:cubicBezTo>
                    <a:cubicBezTo>
                      <a:pt x="9" y="100"/>
                      <a:pt x="9" y="117"/>
                      <a:pt x="9" y="125"/>
                    </a:cubicBezTo>
                    <a:cubicBezTo>
                      <a:pt x="17" y="142"/>
                      <a:pt x="17" y="158"/>
                      <a:pt x="26" y="166"/>
                    </a:cubicBezTo>
                    <a:cubicBezTo>
                      <a:pt x="26" y="183"/>
                      <a:pt x="42" y="183"/>
                      <a:pt x="59" y="183"/>
                    </a:cubicBezTo>
                    <a:cubicBezTo>
                      <a:pt x="67" y="175"/>
                      <a:pt x="75" y="166"/>
                      <a:pt x="67" y="150"/>
                    </a:cubicBezTo>
                    <a:cubicBezTo>
                      <a:pt x="59" y="125"/>
                      <a:pt x="59" y="100"/>
                      <a:pt x="51" y="75"/>
                    </a:cubicBezTo>
                    <a:cubicBezTo>
                      <a:pt x="42" y="59"/>
                      <a:pt x="42" y="50"/>
                      <a:pt x="42" y="42"/>
                    </a:cubicBezTo>
                    <a:cubicBezTo>
                      <a:pt x="34" y="26"/>
                      <a:pt x="34" y="9"/>
                      <a:pt x="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8" name="Google Shape;6608;p20"/>
              <p:cNvSpPr/>
              <p:nvPr/>
            </p:nvSpPr>
            <p:spPr>
              <a:xfrm>
                <a:off x="2841200" y="3994750"/>
                <a:ext cx="2300" cy="6375"/>
              </a:xfrm>
              <a:custGeom>
                <a:rect b="b" l="l" r="r" t="t"/>
                <a:pathLst>
                  <a:path extrusionOk="0" h="255" w="92">
                    <a:moveTo>
                      <a:pt x="29" y="0"/>
                    </a:moveTo>
                    <a:cubicBezTo>
                      <a:pt x="22" y="0"/>
                      <a:pt x="14" y="4"/>
                      <a:pt x="9" y="14"/>
                    </a:cubicBezTo>
                    <a:cubicBezTo>
                      <a:pt x="9" y="22"/>
                      <a:pt x="9" y="30"/>
                      <a:pt x="9" y="39"/>
                    </a:cubicBezTo>
                    <a:cubicBezTo>
                      <a:pt x="9" y="47"/>
                      <a:pt x="9" y="47"/>
                      <a:pt x="1" y="55"/>
                    </a:cubicBezTo>
                    <a:cubicBezTo>
                      <a:pt x="1" y="64"/>
                      <a:pt x="1" y="80"/>
                      <a:pt x="1" y="97"/>
                    </a:cubicBezTo>
                    <a:cubicBezTo>
                      <a:pt x="1" y="105"/>
                      <a:pt x="1" y="113"/>
                      <a:pt x="1" y="122"/>
                    </a:cubicBezTo>
                    <a:cubicBezTo>
                      <a:pt x="1" y="138"/>
                      <a:pt x="9" y="155"/>
                      <a:pt x="9" y="171"/>
                    </a:cubicBezTo>
                    <a:lnTo>
                      <a:pt x="17" y="171"/>
                    </a:lnTo>
                    <a:cubicBezTo>
                      <a:pt x="17" y="188"/>
                      <a:pt x="17" y="204"/>
                      <a:pt x="26" y="221"/>
                    </a:cubicBezTo>
                    <a:cubicBezTo>
                      <a:pt x="26" y="238"/>
                      <a:pt x="42" y="254"/>
                      <a:pt x="59" y="254"/>
                    </a:cubicBezTo>
                    <a:cubicBezTo>
                      <a:pt x="84" y="246"/>
                      <a:pt x="92" y="229"/>
                      <a:pt x="92" y="213"/>
                    </a:cubicBezTo>
                    <a:lnTo>
                      <a:pt x="84" y="163"/>
                    </a:lnTo>
                    <a:cubicBezTo>
                      <a:pt x="84" y="146"/>
                      <a:pt x="84" y="122"/>
                      <a:pt x="84" y="105"/>
                    </a:cubicBezTo>
                    <a:cubicBezTo>
                      <a:pt x="75" y="88"/>
                      <a:pt x="75" y="64"/>
                      <a:pt x="67" y="47"/>
                    </a:cubicBezTo>
                    <a:cubicBezTo>
                      <a:pt x="59" y="47"/>
                      <a:pt x="59" y="39"/>
                      <a:pt x="59" y="30"/>
                    </a:cubicBezTo>
                    <a:cubicBezTo>
                      <a:pt x="50" y="22"/>
                      <a:pt x="50" y="14"/>
                      <a:pt x="42" y="6"/>
                    </a:cubicBezTo>
                    <a:cubicBezTo>
                      <a:pt x="39" y="2"/>
                      <a:pt x="34" y="0"/>
                      <a:pt x="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9" name="Google Shape;6609;p20"/>
              <p:cNvSpPr/>
              <p:nvPr/>
            </p:nvSpPr>
            <p:spPr>
              <a:xfrm>
                <a:off x="2840250" y="3973050"/>
                <a:ext cx="9475" cy="16800"/>
              </a:xfrm>
              <a:custGeom>
                <a:rect b="b" l="l" r="r" t="t"/>
                <a:pathLst>
                  <a:path extrusionOk="0" h="672" w="379">
                    <a:moveTo>
                      <a:pt x="351" y="0"/>
                    </a:moveTo>
                    <a:cubicBezTo>
                      <a:pt x="346" y="0"/>
                      <a:pt x="341" y="2"/>
                      <a:pt x="337" y="4"/>
                    </a:cubicBezTo>
                    <a:cubicBezTo>
                      <a:pt x="287" y="28"/>
                      <a:pt x="254" y="86"/>
                      <a:pt x="229" y="128"/>
                    </a:cubicBezTo>
                    <a:cubicBezTo>
                      <a:pt x="196" y="186"/>
                      <a:pt x="171" y="236"/>
                      <a:pt x="138" y="294"/>
                    </a:cubicBezTo>
                    <a:cubicBezTo>
                      <a:pt x="88" y="401"/>
                      <a:pt x="47" y="509"/>
                      <a:pt x="6" y="625"/>
                    </a:cubicBezTo>
                    <a:cubicBezTo>
                      <a:pt x="0" y="651"/>
                      <a:pt x="22" y="671"/>
                      <a:pt x="45" y="671"/>
                    </a:cubicBezTo>
                    <a:cubicBezTo>
                      <a:pt x="58" y="671"/>
                      <a:pt x="71" y="665"/>
                      <a:pt x="80" y="650"/>
                    </a:cubicBezTo>
                    <a:cubicBezTo>
                      <a:pt x="130" y="542"/>
                      <a:pt x="180" y="443"/>
                      <a:pt x="238" y="335"/>
                    </a:cubicBezTo>
                    <a:cubicBezTo>
                      <a:pt x="262" y="285"/>
                      <a:pt x="296" y="236"/>
                      <a:pt x="320" y="186"/>
                    </a:cubicBezTo>
                    <a:cubicBezTo>
                      <a:pt x="345" y="136"/>
                      <a:pt x="378" y="78"/>
                      <a:pt x="378" y="28"/>
                    </a:cubicBezTo>
                    <a:cubicBezTo>
                      <a:pt x="378" y="10"/>
                      <a:pt x="364" y="0"/>
                      <a:pt x="3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0" name="Google Shape;6610;p20"/>
              <p:cNvSpPr/>
              <p:nvPr/>
            </p:nvSpPr>
            <p:spPr>
              <a:xfrm>
                <a:off x="2858600" y="3975450"/>
                <a:ext cx="6650" cy="23650"/>
              </a:xfrm>
              <a:custGeom>
                <a:rect b="b" l="l" r="r" t="t"/>
                <a:pathLst>
                  <a:path extrusionOk="0" h="946" w="266">
                    <a:moveTo>
                      <a:pt x="195" y="1"/>
                    </a:moveTo>
                    <a:cubicBezTo>
                      <a:pt x="152" y="1"/>
                      <a:pt x="131" y="86"/>
                      <a:pt x="117" y="115"/>
                    </a:cubicBezTo>
                    <a:cubicBezTo>
                      <a:pt x="75" y="231"/>
                      <a:pt x="42" y="355"/>
                      <a:pt x="26" y="488"/>
                    </a:cubicBezTo>
                    <a:cubicBezTo>
                      <a:pt x="17" y="562"/>
                      <a:pt x="9" y="637"/>
                      <a:pt x="1" y="711"/>
                    </a:cubicBezTo>
                    <a:cubicBezTo>
                      <a:pt x="1" y="778"/>
                      <a:pt x="9" y="852"/>
                      <a:pt x="9" y="927"/>
                    </a:cubicBezTo>
                    <a:cubicBezTo>
                      <a:pt x="9" y="939"/>
                      <a:pt x="19" y="945"/>
                      <a:pt x="30" y="945"/>
                    </a:cubicBezTo>
                    <a:cubicBezTo>
                      <a:pt x="40" y="945"/>
                      <a:pt x="50" y="939"/>
                      <a:pt x="50" y="927"/>
                    </a:cubicBezTo>
                    <a:cubicBezTo>
                      <a:pt x="59" y="860"/>
                      <a:pt x="75" y="794"/>
                      <a:pt x="84" y="736"/>
                    </a:cubicBezTo>
                    <a:cubicBezTo>
                      <a:pt x="92" y="662"/>
                      <a:pt x="92" y="595"/>
                      <a:pt x="100" y="529"/>
                    </a:cubicBezTo>
                    <a:cubicBezTo>
                      <a:pt x="117" y="405"/>
                      <a:pt x="150" y="272"/>
                      <a:pt x="191" y="148"/>
                    </a:cubicBezTo>
                    <a:cubicBezTo>
                      <a:pt x="208" y="115"/>
                      <a:pt x="266" y="32"/>
                      <a:pt x="216" y="7"/>
                    </a:cubicBezTo>
                    <a:cubicBezTo>
                      <a:pt x="209" y="3"/>
                      <a:pt x="202" y="1"/>
                      <a:pt x="1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1" name="Google Shape;6611;p20"/>
              <p:cNvSpPr/>
              <p:nvPr/>
            </p:nvSpPr>
            <p:spPr>
              <a:xfrm>
                <a:off x="2865225" y="3966700"/>
                <a:ext cx="3350" cy="4175"/>
              </a:xfrm>
              <a:custGeom>
                <a:rect b="b" l="l" r="r" t="t"/>
                <a:pathLst>
                  <a:path extrusionOk="0" h="167" w="134">
                    <a:moveTo>
                      <a:pt x="100" y="1"/>
                    </a:moveTo>
                    <a:lnTo>
                      <a:pt x="92" y="9"/>
                    </a:lnTo>
                    <a:cubicBezTo>
                      <a:pt x="84" y="9"/>
                      <a:pt x="75" y="9"/>
                      <a:pt x="67" y="17"/>
                    </a:cubicBezTo>
                    <a:lnTo>
                      <a:pt x="59" y="34"/>
                    </a:lnTo>
                    <a:lnTo>
                      <a:pt x="51" y="42"/>
                    </a:lnTo>
                    <a:lnTo>
                      <a:pt x="42" y="59"/>
                    </a:lnTo>
                    <a:cubicBezTo>
                      <a:pt x="34" y="75"/>
                      <a:pt x="17" y="92"/>
                      <a:pt x="9" y="108"/>
                    </a:cubicBezTo>
                    <a:cubicBezTo>
                      <a:pt x="1" y="117"/>
                      <a:pt x="1" y="125"/>
                      <a:pt x="1" y="133"/>
                    </a:cubicBezTo>
                    <a:cubicBezTo>
                      <a:pt x="1" y="142"/>
                      <a:pt x="9" y="158"/>
                      <a:pt x="17" y="158"/>
                    </a:cubicBezTo>
                    <a:cubicBezTo>
                      <a:pt x="26" y="166"/>
                      <a:pt x="34" y="166"/>
                      <a:pt x="42" y="166"/>
                    </a:cubicBezTo>
                    <a:cubicBezTo>
                      <a:pt x="51" y="166"/>
                      <a:pt x="59" y="158"/>
                      <a:pt x="67" y="150"/>
                    </a:cubicBezTo>
                    <a:cubicBezTo>
                      <a:pt x="75" y="133"/>
                      <a:pt x="92" y="117"/>
                      <a:pt x="100" y="100"/>
                    </a:cubicBezTo>
                    <a:cubicBezTo>
                      <a:pt x="109" y="92"/>
                      <a:pt x="117" y="84"/>
                      <a:pt x="125" y="67"/>
                    </a:cubicBezTo>
                    <a:lnTo>
                      <a:pt x="125" y="59"/>
                    </a:lnTo>
                    <a:cubicBezTo>
                      <a:pt x="133" y="50"/>
                      <a:pt x="133" y="34"/>
                      <a:pt x="133" y="26"/>
                    </a:cubicBezTo>
                    <a:cubicBezTo>
                      <a:pt x="133" y="17"/>
                      <a:pt x="125" y="9"/>
                      <a:pt x="117" y="9"/>
                    </a:cubicBezTo>
                    <a:cubicBezTo>
                      <a:pt x="117" y="1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2" name="Google Shape;6612;p20"/>
              <p:cNvSpPr/>
              <p:nvPr/>
            </p:nvSpPr>
            <p:spPr>
              <a:xfrm>
                <a:off x="2858400" y="3955725"/>
                <a:ext cx="8725" cy="8750"/>
              </a:xfrm>
              <a:custGeom>
                <a:rect b="b" l="l" r="r" t="t"/>
                <a:pathLst>
                  <a:path extrusionOk="0" h="350" w="349">
                    <a:moveTo>
                      <a:pt x="307" y="1"/>
                    </a:moveTo>
                    <a:cubicBezTo>
                      <a:pt x="299" y="9"/>
                      <a:pt x="290" y="9"/>
                      <a:pt x="282" y="17"/>
                    </a:cubicBezTo>
                    <a:cubicBezTo>
                      <a:pt x="266" y="25"/>
                      <a:pt x="249" y="34"/>
                      <a:pt x="232" y="50"/>
                    </a:cubicBezTo>
                    <a:cubicBezTo>
                      <a:pt x="208" y="75"/>
                      <a:pt x="174" y="100"/>
                      <a:pt x="150" y="133"/>
                    </a:cubicBezTo>
                    <a:cubicBezTo>
                      <a:pt x="100" y="183"/>
                      <a:pt x="58" y="241"/>
                      <a:pt x="9" y="299"/>
                    </a:cubicBezTo>
                    <a:cubicBezTo>
                      <a:pt x="0" y="315"/>
                      <a:pt x="9" y="332"/>
                      <a:pt x="17" y="340"/>
                    </a:cubicBezTo>
                    <a:cubicBezTo>
                      <a:pt x="24" y="347"/>
                      <a:pt x="31" y="350"/>
                      <a:pt x="37" y="350"/>
                    </a:cubicBezTo>
                    <a:cubicBezTo>
                      <a:pt x="46" y="350"/>
                      <a:pt x="54" y="345"/>
                      <a:pt x="58" y="340"/>
                    </a:cubicBezTo>
                    <a:cubicBezTo>
                      <a:pt x="108" y="282"/>
                      <a:pt x="166" y="241"/>
                      <a:pt x="216" y="191"/>
                    </a:cubicBezTo>
                    <a:cubicBezTo>
                      <a:pt x="241" y="158"/>
                      <a:pt x="266" y="141"/>
                      <a:pt x="290" y="108"/>
                    </a:cubicBezTo>
                    <a:cubicBezTo>
                      <a:pt x="307" y="100"/>
                      <a:pt x="315" y="83"/>
                      <a:pt x="324" y="67"/>
                    </a:cubicBezTo>
                    <a:cubicBezTo>
                      <a:pt x="340" y="59"/>
                      <a:pt x="348" y="42"/>
                      <a:pt x="348" y="25"/>
                    </a:cubicBezTo>
                    <a:cubicBezTo>
                      <a:pt x="348" y="9"/>
                      <a:pt x="348" y="1"/>
                      <a:pt x="3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3" name="Google Shape;6613;p20"/>
              <p:cNvSpPr/>
              <p:nvPr/>
            </p:nvSpPr>
            <p:spPr>
              <a:xfrm>
                <a:off x="2867100" y="3959250"/>
                <a:ext cx="1900" cy="2725"/>
              </a:xfrm>
              <a:custGeom>
                <a:rect b="b" l="l" r="r" t="t"/>
                <a:pathLst>
                  <a:path extrusionOk="0" h="109" w="76">
                    <a:moveTo>
                      <a:pt x="42" y="0"/>
                    </a:moveTo>
                    <a:cubicBezTo>
                      <a:pt x="34" y="9"/>
                      <a:pt x="25" y="9"/>
                      <a:pt x="25" y="17"/>
                    </a:cubicBezTo>
                    <a:cubicBezTo>
                      <a:pt x="17" y="25"/>
                      <a:pt x="9" y="42"/>
                      <a:pt x="9" y="58"/>
                    </a:cubicBezTo>
                    <a:cubicBezTo>
                      <a:pt x="9" y="58"/>
                      <a:pt x="0" y="67"/>
                      <a:pt x="9" y="75"/>
                    </a:cubicBezTo>
                    <a:cubicBezTo>
                      <a:pt x="9" y="83"/>
                      <a:pt x="9" y="92"/>
                      <a:pt x="9" y="100"/>
                    </a:cubicBezTo>
                    <a:cubicBezTo>
                      <a:pt x="17" y="100"/>
                      <a:pt x="17" y="108"/>
                      <a:pt x="25" y="108"/>
                    </a:cubicBezTo>
                    <a:lnTo>
                      <a:pt x="42" y="100"/>
                    </a:lnTo>
                    <a:lnTo>
                      <a:pt x="42" y="83"/>
                    </a:lnTo>
                    <a:lnTo>
                      <a:pt x="50" y="75"/>
                    </a:lnTo>
                    <a:cubicBezTo>
                      <a:pt x="50" y="67"/>
                      <a:pt x="50" y="58"/>
                      <a:pt x="58" y="58"/>
                    </a:cubicBezTo>
                    <a:lnTo>
                      <a:pt x="67" y="42"/>
                    </a:lnTo>
                    <a:cubicBezTo>
                      <a:pt x="75" y="34"/>
                      <a:pt x="67" y="17"/>
                      <a:pt x="58" y="9"/>
                    </a:cubicBezTo>
                    <a:cubicBezTo>
                      <a:pt x="50" y="9"/>
                      <a:pt x="50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4" name="Google Shape;6614;p20"/>
              <p:cNvSpPr/>
              <p:nvPr/>
            </p:nvSpPr>
            <p:spPr>
              <a:xfrm>
                <a:off x="2936000" y="4113375"/>
                <a:ext cx="8800" cy="13925"/>
              </a:xfrm>
              <a:custGeom>
                <a:rect b="b" l="l" r="r" t="t"/>
                <a:pathLst>
                  <a:path extrusionOk="0" h="557" w="352">
                    <a:moveTo>
                      <a:pt x="63" y="1"/>
                    </a:moveTo>
                    <a:cubicBezTo>
                      <a:pt x="33" y="1"/>
                      <a:pt x="0" y="33"/>
                      <a:pt x="20" y="66"/>
                    </a:cubicBezTo>
                    <a:cubicBezTo>
                      <a:pt x="62" y="141"/>
                      <a:pt x="111" y="215"/>
                      <a:pt x="144" y="290"/>
                    </a:cubicBezTo>
                    <a:cubicBezTo>
                      <a:pt x="161" y="331"/>
                      <a:pt x="178" y="373"/>
                      <a:pt x="194" y="414"/>
                    </a:cubicBezTo>
                    <a:cubicBezTo>
                      <a:pt x="202" y="456"/>
                      <a:pt x="211" y="505"/>
                      <a:pt x="244" y="538"/>
                    </a:cubicBezTo>
                    <a:cubicBezTo>
                      <a:pt x="255" y="550"/>
                      <a:pt x="269" y="556"/>
                      <a:pt x="281" y="556"/>
                    </a:cubicBezTo>
                    <a:cubicBezTo>
                      <a:pt x="296" y="556"/>
                      <a:pt x="309" y="548"/>
                      <a:pt x="318" y="530"/>
                    </a:cubicBezTo>
                    <a:cubicBezTo>
                      <a:pt x="352" y="480"/>
                      <a:pt x="327" y="431"/>
                      <a:pt x="318" y="381"/>
                    </a:cubicBezTo>
                    <a:cubicBezTo>
                      <a:pt x="302" y="331"/>
                      <a:pt x="285" y="282"/>
                      <a:pt x="269" y="240"/>
                    </a:cubicBezTo>
                    <a:cubicBezTo>
                      <a:pt x="227" y="157"/>
                      <a:pt x="169" y="66"/>
                      <a:pt x="86" y="8"/>
                    </a:cubicBezTo>
                    <a:cubicBezTo>
                      <a:pt x="79" y="3"/>
                      <a:pt x="71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5" name="Google Shape;6615;p20"/>
              <p:cNvSpPr/>
              <p:nvPr/>
            </p:nvSpPr>
            <p:spPr>
              <a:xfrm>
                <a:off x="2941875" y="4109575"/>
                <a:ext cx="5400" cy="9500"/>
              </a:xfrm>
              <a:custGeom>
                <a:rect b="b" l="l" r="r" t="t"/>
                <a:pathLst>
                  <a:path extrusionOk="0" h="380" w="216">
                    <a:moveTo>
                      <a:pt x="44" y="1"/>
                    </a:moveTo>
                    <a:cubicBezTo>
                      <a:pt x="40" y="1"/>
                      <a:pt x="37" y="1"/>
                      <a:pt x="34" y="3"/>
                    </a:cubicBezTo>
                    <a:cubicBezTo>
                      <a:pt x="9" y="11"/>
                      <a:pt x="1" y="44"/>
                      <a:pt x="9" y="61"/>
                    </a:cubicBezTo>
                    <a:cubicBezTo>
                      <a:pt x="34" y="119"/>
                      <a:pt x="50" y="168"/>
                      <a:pt x="75" y="218"/>
                    </a:cubicBezTo>
                    <a:cubicBezTo>
                      <a:pt x="83" y="243"/>
                      <a:pt x="100" y="268"/>
                      <a:pt x="108" y="293"/>
                    </a:cubicBezTo>
                    <a:cubicBezTo>
                      <a:pt x="125" y="318"/>
                      <a:pt x="141" y="342"/>
                      <a:pt x="158" y="367"/>
                    </a:cubicBezTo>
                    <a:cubicBezTo>
                      <a:pt x="163" y="376"/>
                      <a:pt x="172" y="379"/>
                      <a:pt x="180" y="379"/>
                    </a:cubicBezTo>
                    <a:cubicBezTo>
                      <a:pt x="198" y="379"/>
                      <a:pt x="216" y="365"/>
                      <a:pt x="216" y="342"/>
                    </a:cubicBezTo>
                    <a:cubicBezTo>
                      <a:pt x="208" y="318"/>
                      <a:pt x="199" y="293"/>
                      <a:pt x="191" y="260"/>
                    </a:cubicBezTo>
                    <a:cubicBezTo>
                      <a:pt x="183" y="235"/>
                      <a:pt x="166" y="210"/>
                      <a:pt x="158" y="185"/>
                    </a:cubicBezTo>
                    <a:cubicBezTo>
                      <a:pt x="133" y="135"/>
                      <a:pt x="108" y="77"/>
                      <a:pt x="92" y="28"/>
                    </a:cubicBezTo>
                    <a:cubicBezTo>
                      <a:pt x="85" y="14"/>
                      <a:pt x="62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6" name="Google Shape;6616;p20"/>
              <p:cNvSpPr/>
              <p:nvPr/>
            </p:nvSpPr>
            <p:spPr>
              <a:xfrm>
                <a:off x="2947775" y="4106075"/>
                <a:ext cx="5250" cy="12025"/>
              </a:xfrm>
              <a:custGeom>
                <a:rect b="b" l="l" r="r" t="t"/>
                <a:pathLst>
                  <a:path extrusionOk="0" h="481" w="210">
                    <a:moveTo>
                      <a:pt x="44" y="0"/>
                    </a:moveTo>
                    <a:cubicBezTo>
                      <a:pt x="22" y="0"/>
                      <a:pt x="0" y="15"/>
                      <a:pt x="5" y="43"/>
                    </a:cubicBezTo>
                    <a:cubicBezTo>
                      <a:pt x="21" y="118"/>
                      <a:pt x="46" y="192"/>
                      <a:pt x="63" y="267"/>
                    </a:cubicBezTo>
                    <a:cubicBezTo>
                      <a:pt x="88" y="342"/>
                      <a:pt x="121" y="408"/>
                      <a:pt x="162" y="474"/>
                    </a:cubicBezTo>
                    <a:cubicBezTo>
                      <a:pt x="167" y="479"/>
                      <a:pt x="173" y="481"/>
                      <a:pt x="180" y="481"/>
                    </a:cubicBezTo>
                    <a:cubicBezTo>
                      <a:pt x="195" y="481"/>
                      <a:pt x="210" y="469"/>
                      <a:pt x="204" y="458"/>
                    </a:cubicBezTo>
                    <a:cubicBezTo>
                      <a:pt x="187" y="383"/>
                      <a:pt x="162" y="317"/>
                      <a:pt x="137" y="242"/>
                    </a:cubicBezTo>
                    <a:cubicBezTo>
                      <a:pt x="113" y="176"/>
                      <a:pt x="96" y="101"/>
                      <a:pt x="79" y="27"/>
                    </a:cubicBezTo>
                    <a:cubicBezTo>
                      <a:pt x="76" y="9"/>
                      <a:pt x="60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7" name="Google Shape;6617;p20"/>
              <p:cNvSpPr/>
              <p:nvPr/>
            </p:nvSpPr>
            <p:spPr>
              <a:xfrm>
                <a:off x="2949125" y="4097450"/>
                <a:ext cx="12100" cy="17375"/>
              </a:xfrm>
              <a:custGeom>
                <a:rect b="b" l="l" r="r" t="t"/>
                <a:pathLst>
                  <a:path extrusionOk="0" h="695" w="484">
                    <a:moveTo>
                      <a:pt x="65" y="0"/>
                    </a:moveTo>
                    <a:cubicBezTo>
                      <a:pt x="31" y="0"/>
                      <a:pt x="1" y="37"/>
                      <a:pt x="25" y="73"/>
                    </a:cubicBezTo>
                    <a:cubicBezTo>
                      <a:pt x="175" y="264"/>
                      <a:pt x="290" y="463"/>
                      <a:pt x="398" y="670"/>
                    </a:cubicBezTo>
                    <a:cubicBezTo>
                      <a:pt x="407" y="687"/>
                      <a:pt x="421" y="695"/>
                      <a:pt x="434" y="695"/>
                    </a:cubicBezTo>
                    <a:cubicBezTo>
                      <a:pt x="459" y="695"/>
                      <a:pt x="484" y="669"/>
                      <a:pt x="473" y="637"/>
                    </a:cubicBezTo>
                    <a:cubicBezTo>
                      <a:pt x="406" y="405"/>
                      <a:pt x="266" y="198"/>
                      <a:pt x="100" y="15"/>
                    </a:cubicBezTo>
                    <a:cubicBezTo>
                      <a:pt x="89" y="5"/>
                      <a:pt x="77" y="0"/>
                      <a:pt x="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8" name="Google Shape;6618;p20"/>
              <p:cNvSpPr/>
              <p:nvPr/>
            </p:nvSpPr>
            <p:spPr>
              <a:xfrm>
                <a:off x="2957625" y="4101575"/>
                <a:ext cx="14525" cy="28050"/>
              </a:xfrm>
              <a:custGeom>
                <a:rect b="b" l="l" r="r" t="t"/>
                <a:pathLst>
                  <a:path extrusionOk="0" h="1122" w="581">
                    <a:moveTo>
                      <a:pt x="64" y="1"/>
                    </a:moveTo>
                    <a:cubicBezTo>
                      <a:pt x="30" y="1"/>
                      <a:pt x="1" y="35"/>
                      <a:pt x="25" y="66"/>
                    </a:cubicBezTo>
                    <a:cubicBezTo>
                      <a:pt x="158" y="215"/>
                      <a:pt x="265" y="372"/>
                      <a:pt x="340" y="546"/>
                    </a:cubicBezTo>
                    <a:cubicBezTo>
                      <a:pt x="423" y="720"/>
                      <a:pt x="464" y="911"/>
                      <a:pt x="506" y="1093"/>
                    </a:cubicBezTo>
                    <a:cubicBezTo>
                      <a:pt x="514" y="1111"/>
                      <a:pt x="535" y="1121"/>
                      <a:pt x="552" y="1121"/>
                    </a:cubicBezTo>
                    <a:cubicBezTo>
                      <a:pt x="567" y="1121"/>
                      <a:pt x="580" y="1113"/>
                      <a:pt x="580" y="1093"/>
                    </a:cubicBezTo>
                    <a:cubicBezTo>
                      <a:pt x="580" y="894"/>
                      <a:pt x="522" y="696"/>
                      <a:pt x="439" y="513"/>
                    </a:cubicBezTo>
                    <a:cubicBezTo>
                      <a:pt x="356" y="331"/>
                      <a:pt x="240" y="165"/>
                      <a:pt x="100" y="16"/>
                    </a:cubicBezTo>
                    <a:cubicBezTo>
                      <a:pt x="89" y="5"/>
                      <a:pt x="76" y="1"/>
                      <a:pt x="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9" name="Google Shape;6619;p20"/>
              <p:cNvSpPr/>
              <p:nvPr/>
            </p:nvSpPr>
            <p:spPr>
              <a:xfrm>
                <a:off x="2971500" y="4102200"/>
                <a:ext cx="8150" cy="23775"/>
              </a:xfrm>
              <a:custGeom>
                <a:rect b="b" l="l" r="r" t="t"/>
                <a:pathLst>
                  <a:path extrusionOk="0" h="951" w="326">
                    <a:moveTo>
                      <a:pt x="44" y="1"/>
                    </a:moveTo>
                    <a:cubicBezTo>
                      <a:pt x="22" y="1"/>
                      <a:pt x="0" y="19"/>
                      <a:pt x="0" y="49"/>
                    </a:cubicBezTo>
                    <a:lnTo>
                      <a:pt x="9" y="49"/>
                    </a:lnTo>
                    <a:cubicBezTo>
                      <a:pt x="9" y="124"/>
                      <a:pt x="33" y="198"/>
                      <a:pt x="50" y="273"/>
                    </a:cubicBezTo>
                    <a:cubicBezTo>
                      <a:pt x="67" y="339"/>
                      <a:pt x="91" y="414"/>
                      <a:pt x="108" y="488"/>
                    </a:cubicBezTo>
                    <a:cubicBezTo>
                      <a:pt x="149" y="637"/>
                      <a:pt x="191" y="778"/>
                      <a:pt x="232" y="927"/>
                    </a:cubicBezTo>
                    <a:cubicBezTo>
                      <a:pt x="239" y="944"/>
                      <a:pt x="255" y="951"/>
                      <a:pt x="272" y="951"/>
                    </a:cubicBezTo>
                    <a:cubicBezTo>
                      <a:pt x="298" y="951"/>
                      <a:pt x="325" y="933"/>
                      <a:pt x="315" y="903"/>
                    </a:cubicBezTo>
                    <a:cubicBezTo>
                      <a:pt x="282" y="753"/>
                      <a:pt x="249" y="604"/>
                      <a:pt x="207" y="455"/>
                    </a:cubicBezTo>
                    <a:cubicBezTo>
                      <a:pt x="191" y="381"/>
                      <a:pt x="174" y="306"/>
                      <a:pt x="149" y="240"/>
                    </a:cubicBezTo>
                    <a:cubicBezTo>
                      <a:pt x="133" y="165"/>
                      <a:pt x="116" y="91"/>
                      <a:pt x="83" y="24"/>
                    </a:cubicBezTo>
                    <a:cubicBezTo>
                      <a:pt x="74" y="8"/>
                      <a:pt x="59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0" name="Google Shape;6620;p20"/>
              <p:cNvSpPr/>
              <p:nvPr/>
            </p:nvSpPr>
            <p:spPr>
              <a:xfrm>
                <a:off x="2979425" y="4094200"/>
                <a:ext cx="10325" cy="24150"/>
              </a:xfrm>
              <a:custGeom>
                <a:rect b="b" l="l" r="r" t="t"/>
                <a:pathLst>
                  <a:path extrusionOk="0" h="966" w="413">
                    <a:moveTo>
                      <a:pt x="34" y="1"/>
                    </a:moveTo>
                    <a:cubicBezTo>
                      <a:pt x="18" y="1"/>
                      <a:pt x="1" y="16"/>
                      <a:pt x="6" y="38"/>
                    </a:cubicBezTo>
                    <a:lnTo>
                      <a:pt x="6" y="29"/>
                    </a:lnTo>
                    <a:cubicBezTo>
                      <a:pt x="6" y="112"/>
                      <a:pt x="40" y="187"/>
                      <a:pt x="64" y="253"/>
                    </a:cubicBezTo>
                    <a:cubicBezTo>
                      <a:pt x="89" y="336"/>
                      <a:pt x="122" y="411"/>
                      <a:pt x="147" y="485"/>
                    </a:cubicBezTo>
                    <a:cubicBezTo>
                      <a:pt x="205" y="634"/>
                      <a:pt x="263" y="783"/>
                      <a:pt x="313" y="941"/>
                    </a:cubicBezTo>
                    <a:cubicBezTo>
                      <a:pt x="319" y="958"/>
                      <a:pt x="333" y="965"/>
                      <a:pt x="348" y="965"/>
                    </a:cubicBezTo>
                    <a:cubicBezTo>
                      <a:pt x="378" y="965"/>
                      <a:pt x="412" y="938"/>
                      <a:pt x="396" y="899"/>
                    </a:cubicBezTo>
                    <a:cubicBezTo>
                      <a:pt x="354" y="750"/>
                      <a:pt x="305" y="593"/>
                      <a:pt x="255" y="444"/>
                    </a:cubicBezTo>
                    <a:cubicBezTo>
                      <a:pt x="222" y="369"/>
                      <a:pt x="197" y="295"/>
                      <a:pt x="172" y="220"/>
                    </a:cubicBezTo>
                    <a:cubicBezTo>
                      <a:pt x="139" y="145"/>
                      <a:pt x="106" y="71"/>
                      <a:pt x="56" y="13"/>
                    </a:cubicBezTo>
                    <a:cubicBezTo>
                      <a:pt x="51" y="5"/>
                      <a:pt x="42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1" name="Google Shape;6621;p20"/>
              <p:cNvSpPr/>
              <p:nvPr/>
            </p:nvSpPr>
            <p:spPr>
              <a:xfrm>
                <a:off x="2986000" y="4096300"/>
                <a:ext cx="7675" cy="11050"/>
              </a:xfrm>
              <a:custGeom>
                <a:rect b="b" l="l" r="r" t="t"/>
                <a:pathLst>
                  <a:path extrusionOk="0" h="442" w="307">
                    <a:moveTo>
                      <a:pt x="44" y="0"/>
                    </a:moveTo>
                    <a:cubicBezTo>
                      <a:pt x="33" y="0"/>
                      <a:pt x="23" y="6"/>
                      <a:pt x="17" y="12"/>
                    </a:cubicBezTo>
                    <a:cubicBezTo>
                      <a:pt x="0" y="45"/>
                      <a:pt x="9" y="103"/>
                      <a:pt x="17" y="136"/>
                    </a:cubicBezTo>
                    <a:cubicBezTo>
                      <a:pt x="33" y="169"/>
                      <a:pt x="50" y="202"/>
                      <a:pt x="67" y="235"/>
                    </a:cubicBezTo>
                    <a:cubicBezTo>
                      <a:pt x="108" y="302"/>
                      <a:pt x="149" y="360"/>
                      <a:pt x="199" y="418"/>
                    </a:cubicBezTo>
                    <a:cubicBezTo>
                      <a:pt x="209" y="432"/>
                      <a:pt x="224" y="441"/>
                      <a:pt x="240" y="441"/>
                    </a:cubicBezTo>
                    <a:cubicBezTo>
                      <a:pt x="251" y="441"/>
                      <a:pt x="263" y="436"/>
                      <a:pt x="274" y="426"/>
                    </a:cubicBezTo>
                    <a:cubicBezTo>
                      <a:pt x="299" y="409"/>
                      <a:pt x="307" y="376"/>
                      <a:pt x="282" y="351"/>
                    </a:cubicBezTo>
                    <a:cubicBezTo>
                      <a:pt x="241" y="302"/>
                      <a:pt x="207" y="244"/>
                      <a:pt x="174" y="177"/>
                    </a:cubicBezTo>
                    <a:lnTo>
                      <a:pt x="174" y="186"/>
                    </a:lnTo>
                    <a:cubicBezTo>
                      <a:pt x="141" y="119"/>
                      <a:pt x="125" y="37"/>
                      <a:pt x="58" y="3"/>
                    </a:cubicBezTo>
                    <a:cubicBezTo>
                      <a:pt x="53" y="1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2" name="Google Shape;6622;p20"/>
              <p:cNvSpPr/>
              <p:nvPr/>
            </p:nvSpPr>
            <p:spPr>
              <a:xfrm>
                <a:off x="2996150" y="4095875"/>
                <a:ext cx="4775" cy="13400"/>
              </a:xfrm>
              <a:custGeom>
                <a:rect b="b" l="l" r="r" t="t"/>
                <a:pathLst>
                  <a:path extrusionOk="0" h="536" w="191">
                    <a:moveTo>
                      <a:pt x="29" y="1"/>
                    </a:moveTo>
                    <a:cubicBezTo>
                      <a:pt x="19" y="1"/>
                      <a:pt x="9" y="7"/>
                      <a:pt x="9" y="20"/>
                    </a:cubicBezTo>
                    <a:cubicBezTo>
                      <a:pt x="0" y="95"/>
                      <a:pt x="17" y="178"/>
                      <a:pt x="25" y="252"/>
                    </a:cubicBezTo>
                    <a:cubicBezTo>
                      <a:pt x="42" y="335"/>
                      <a:pt x="58" y="410"/>
                      <a:pt x="75" y="493"/>
                    </a:cubicBezTo>
                    <a:cubicBezTo>
                      <a:pt x="82" y="514"/>
                      <a:pt x="102" y="536"/>
                      <a:pt x="128" y="536"/>
                    </a:cubicBezTo>
                    <a:cubicBezTo>
                      <a:pt x="132" y="536"/>
                      <a:pt x="137" y="535"/>
                      <a:pt x="141" y="534"/>
                    </a:cubicBezTo>
                    <a:cubicBezTo>
                      <a:pt x="166" y="534"/>
                      <a:pt x="191" y="501"/>
                      <a:pt x="183" y="476"/>
                    </a:cubicBezTo>
                    <a:cubicBezTo>
                      <a:pt x="166" y="402"/>
                      <a:pt x="149" y="319"/>
                      <a:pt x="133" y="244"/>
                    </a:cubicBezTo>
                    <a:cubicBezTo>
                      <a:pt x="116" y="161"/>
                      <a:pt x="91" y="87"/>
                      <a:pt x="50" y="12"/>
                    </a:cubicBezTo>
                    <a:cubicBezTo>
                      <a:pt x="46" y="5"/>
                      <a:pt x="38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3" name="Google Shape;6623;p20"/>
              <p:cNvSpPr/>
              <p:nvPr/>
            </p:nvSpPr>
            <p:spPr>
              <a:xfrm>
                <a:off x="3001525" y="4082050"/>
                <a:ext cx="6650" cy="39225"/>
              </a:xfrm>
              <a:custGeom>
                <a:rect b="b" l="l" r="r" t="t"/>
                <a:pathLst>
                  <a:path extrusionOk="0" h="1569" w="266">
                    <a:moveTo>
                      <a:pt x="54" y="0"/>
                    </a:moveTo>
                    <a:cubicBezTo>
                      <a:pt x="27" y="0"/>
                      <a:pt x="1" y="15"/>
                      <a:pt x="1" y="43"/>
                    </a:cubicBezTo>
                    <a:cubicBezTo>
                      <a:pt x="1" y="167"/>
                      <a:pt x="26" y="283"/>
                      <a:pt x="42" y="408"/>
                    </a:cubicBezTo>
                    <a:cubicBezTo>
                      <a:pt x="50" y="532"/>
                      <a:pt x="75" y="656"/>
                      <a:pt x="84" y="781"/>
                    </a:cubicBezTo>
                    <a:lnTo>
                      <a:pt x="92" y="781"/>
                    </a:lnTo>
                    <a:cubicBezTo>
                      <a:pt x="117" y="1029"/>
                      <a:pt x="142" y="1278"/>
                      <a:pt x="166" y="1526"/>
                    </a:cubicBezTo>
                    <a:cubicBezTo>
                      <a:pt x="166" y="1555"/>
                      <a:pt x="186" y="1568"/>
                      <a:pt x="207" y="1568"/>
                    </a:cubicBezTo>
                    <a:cubicBezTo>
                      <a:pt x="235" y="1568"/>
                      <a:pt x="266" y="1547"/>
                      <a:pt x="266" y="1510"/>
                    </a:cubicBezTo>
                    <a:cubicBezTo>
                      <a:pt x="258" y="1261"/>
                      <a:pt x="241" y="1013"/>
                      <a:pt x="216" y="756"/>
                    </a:cubicBezTo>
                    <a:cubicBezTo>
                      <a:pt x="208" y="631"/>
                      <a:pt x="191" y="507"/>
                      <a:pt x="175" y="383"/>
                    </a:cubicBezTo>
                    <a:cubicBezTo>
                      <a:pt x="158" y="267"/>
                      <a:pt x="142" y="143"/>
                      <a:pt x="100" y="27"/>
                    </a:cubicBezTo>
                    <a:cubicBezTo>
                      <a:pt x="93" y="9"/>
                      <a:pt x="73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4" name="Google Shape;6624;p20"/>
              <p:cNvSpPr/>
              <p:nvPr/>
            </p:nvSpPr>
            <p:spPr>
              <a:xfrm>
                <a:off x="3008650" y="4078900"/>
                <a:ext cx="9050" cy="33925"/>
              </a:xfrm>
              <a:custGeom>
                <a:rect b="b" l="l" r="r" t="t"/>
                <a:pathLst>
                  <a:path extrusionOk="0" h="1357" w="362">
                    <a:moveTo>
                      <a:pt x="49" y="0"/>
                    </a:moveTo>
                    <a:cubicBezTo>
                      <a:pt x="25" y="0"/>
                      <a:pt x="0" y="17"/>
                      <a:pt x="6" y="45"/>
                    </a:cubicBezTo>
                    <a:cubicBezTo>
                      <a:pt x="64" y="252"/>
                      <a:pt x="147" y="443"/>
                      <a:pt x="188" y="658"/>
                    </a:cubicBezTo>
                    <a:cubicBezTo>
                      <a:pt x="238" y="865"/>
                      <a:pt x="246" y="1089"/>
                      <a:pt x="238" y="1304"/>
                    </a:cubicBezTo>
                    <a:cubicBezTo>
                      <a:pt x="238" y="1337"/>
                      <a:pt x="267" y="1357"/>
                      <a:pt x="294" y="1357"/>
                    </a:cubicBezTo>
                    <a:cubicBezTo>
                      <a:pt x="315" y="1357"/>
                      <a:pt x="334" y="1346"/>
                      <a:pt x="337" y="1321"/>
                    </a:cubicBezTo>
                    <a:cubicBezTo>
                      <a:pt x="362" y="1089"/>
                      <a:pt x="354" y="865"/>
                      <a:pt x="312" y="641"/>
                    </a:cubicBezTo>
                    <a:cubicBezTo>
                      <a:pt x="271" y="426"/>
                      <a:pt x="213" y="186"/>
                      <a:pt x="80" y="12"/>
                    </a:cubicBezTo>
                    <a:cubicBezTo>
                      <a:pt x="72" y="4"/>
                      <a:pt x="61" y="0"/>
                      <a:pt x="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5" name="Google Shape;6625;p20"/>
              <p:cNvSpPr/>
              <p:nvPr/>
            </p:nvSpPr>
            <p:spPr>
              <a:xfrm>
                <a:off x="3017075" y="4080300"/>
                <a:ext cx="6850" cy="31950"/>
              </a:xfrm>
              <a:custGeom>
                <a:rect b="b" l="l" r="r" t="t"/>
                <a:pathLst>
                  <a:path extrusionOk="0" h="1278" w="274">
                    <a:moveTo>
                      <a:pt x="53" y="1"/>
                    </a:moveTo>
                    <a:cubicBezTo>
                      <a:pt x="26" y="1"/>
                      <a:pt x="0" y="21"/>
                      <a:pt x="0" y="55"/>
                    </a:cubicBezTo>
                    <a:cubicBezTo>
                      <a:pt x="8" y="155"/>
                      <a:pt x="33" y="254"/>
                      <a:pt x="58" y="345"/>
                    </a:cubicBezTo>
                    <a:cubicBezTo>
                      <a:pt x="83" y="445"/>
                      <a:pt x="100" y="544"/>
                      <a:pt x="116" y="643"/>
                    </a:cubicBezTo>
                    <a:cubicBezTo>
                      <a:pt x="149" y="842"/>
                      <a:pt x="166" y="1033"/>
                      <a:pt x="174" y="1240"/>
                    </a:cubicBezTo>
                    <a:cubicBezTo>
                      <a:pt x="174" y="1265"/>
                      <a:pt x="197" y="1277"/>
                      <a:pt x="220" y="1277"/>
                    </a:cubicBezTo>
                    <a:cubicBezTo>
                      <a:pt x="242" y="1277"/>
                      <a:pt x="265" y="1265"/>
                      <a:pt x="265" y="1240"/>
                    </a:cubicBezTo>
                    <a:cubicBezTo>
                      <a:pt x="274" y="1033"/>
                      <a:pt x="265" y="826"/>
                      <a:pt x="240" y="627"/>
                    </a:cubicBezTo>
                    <a:cubicBezTo>
                      <a:pt x="216" y="428"/>
                      <a:pt x="191" y="204"/>
                      <a:pt x="100" y="30"/>
                    </a:cubicBezTo>
                    <a:cubicBezTo>
                      <a:pt x="89" y="10"/>
                      <a:pt x="71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6" name="Google Shape;6626;p20"/>
              <p:cNvSpPr/>
              <p:nvPr/>
            </p:nvSpPr>
            <p:spPr>
              <a:xfrm>
                <a:off x="3012550" y="4047250"/>
                <a:ext cx="25400" cy="36900"/>
              </a:xfrm>
              <a:custGeom>
                <a:rect b="b" l="l" r="r" t="t"/>
                <a:pathLst>
                  <a:path extrusionOk="0" h="1476" w="1016">
                    <a:moveTo>
                      <a:pt x="83" y="1"/>
                    </a:moveTo>
                    <a:cubicBezTo>
                      <a:pt x="40" y="1"/>
                      <a:pt x="1" y="49"/>
                      <a:pt x="32" y="93"/>
                    </a:cubicBezTo>
                    <a:cubicBezTo>
                      <a:pt x="214" y="300"/>
                      <a:pt x="380" y="515"/>
                      <a:pt x="529" y="747"/>
                    </a:cubicBezTo>
                    <a:cubicBezTo>
                      <a:pt x="604" y="863"/>
                      <a:pt x="678" y="988"/>
                      <a:pt x="745" y="1112"/>
                    </a:cubicBezTo>
                    <a:cubicBezTo>
                      <a:pt x="803" y="1228"/>
                      <a:pt x="861" y="1352"/>
                      <a:pt x="935" y="1460"/>
                    </a:cubicBezTo>
                    <a:cubicBezTo>
                      <a:pt x="943" y="1471"/>
                      <a:pt x="955" y="1476"/>
                      <a:pt x="967" y="1476"/>
                    </a:cubicBezTo>
                    <a:cubicBezTo>
                      <a:pt x="991" y="1476"/>
                      <a:pt x="1015" y="1457"/>
                      <a:pt x="1010" y="1435"/>
                    </a:cubicBezTo>
                    <a:cubicBezTo>
                      <a:pt x="985" y="1303"/>
                      <a:pt x="927" y="1178"/>
                      <a:pt x="861" y="1054"/>
                    </a:cubicBezTo>
                    <a:cubicBezTo>
                      <a:pt x="803" y="930"/>
                      <a:pt x="728" y="805"/>
                      <a:pt x="653" y="689"/>
                    </a:cubicBezTo>
                    <a:cubicBezTo>
                      <a:pt x="496" y="449"/>
                      <a:pt x="322" y="225"/>
                      <a:pt x="123" y="18"/>
                    </a:cubicBezTo>
                    <a:cubicBezTo>
                      <a:pt x="111" y="6"/>
                      <a:pt x="97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7" name="Google Shape;6627;p20"/>
              <p:cNvSpPr/>
              <p:nvPr/>
            </p:nvSpPr>
            <p:spPr>
              <a:xfrm>
                <a:off x="2965075" y="4042975"/>
                <a:ext cx="4575" cy="17000"/>
              </a:xfrm>
              <a:custGeom>
                <a:rect b="b" l="l" r="r" t="t"/>
                <a:pathLst>
                  <a:path extrusionOk="0" h="680" w="183">
                    <a:moveTo>
                      <a:pt x="73" y="0"/>
                    </a:moveTo>
                    <a:cubicBezTo>
                      <a:pt x="55" y="0"/>
                      <a:pt x="31" y="14"/>
                      <a:pt x="25" y="32"/>
                    </a:cubicBezTo>
                    <a:cubicBezTo>
                      <a:pt x="0" y="82"/>
                      <a:pt x="17" y="140"/>
                      <a:pt x="25" y="189"/>
                    </a:cubicBezTo>
                    <a:cubicBezTo>
                      <a:pt x="34" y="239"/>
                      <a:pt x="42" y="289"/>
                      <a:pt x="42" y="339"/>
                    </a:cubicBezTo>
                    <a:cubicBezTo>
                      <a:pt x="50" y="388"/>
                      <a:pt x="50" y="438"/>
                      <a:pt x="50" y="488"/>
                    </a:cubicBezTo>
                    <a:cubicBezTo>
                      <a:pt x="58" y="546"/>
                      <a:pt x="67" y="595"/>
                      <a:pt x="67" y="645"/>
                    </a:cubicBezTo>
                    <a:cubicBezTo>
                      <a:pt x="67" y="669"/>
                      <a:pt x="82" y="679"/>
                      <a:pt x="99" y="679"/>
                    </a:cubicBezTo>
                    <a:cubicBezTo>
                      <a:pt x="117" y="679"/>
                      <a:pt x="137" y="667"/>
                      <a:pt x="141" y="645"/>
                    </a:cubicBezTo>
                    <a:cubicBezTo>
                      <a:pt x="158" y="595"/>
                      <a:pt x="166" y="546"/>
                      <a:pt x="174" y="488"/>
                    </a:cubicBezTo>
                    <a:cubicBezTo>
                      <a:pt x="183" y="438"/>
                      <a:pt x="183" y="380"/>
                      <a:pt x="174" y="322"/>
                    </a:cubicBezTo>
                    <a:cubicBezTo>
                      <a:pt x="174" y="272"/>
                      <a:pt x="174" y="214"/>
                      <a:pt x="158" y="165"/>
                    </a:cubicBezTo>
                    <a:cubicBezTo>
                      <a:pt x="150" y="107"/>
                      <a:pt x="141" y="49"/>
                      <a:pt x="92" y="7"/>
                    </a:cubicBezTo>
                    <a:cubicBezTo>
                      <a:pt x="87" y="2"/>
                      <a:pt x="80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8" name="Google Shape;6628;p20"/>
              <p:cNvSpPr/>
              <p:nvPr/>
            </p:nvSpPr>
            <p:spPr>
              <a:xfrm>
                <a:off x="2970250" y="4042100"/>
                <a:ext cx="3350" cy="11500"/>
              </a:xfrm>
              <a:custGeom>
                <a:rect b="b" l="l" r="r" t="t"/>
                <a:pathLst>
                  <a:path extrusionOk="0" h="460" w="134">
                    <a:moveTo>
                      <a:pt x="56" y="0"/>
                    </a:moveTo>
                    <a:cubicBezTo>
                      <a:pt x="44" y="0"/>
                      <a:pt x="34" y="9"/>
                      <a:pt x="34" y="26"/>
                    </a:cubicBezTo>
                    <a:cubicBezTo>
                      <a:pt x="25" y="84"/>
                      <a:pt x="34" y="150"/>
                      <a:pt x="34" y="208"/>
                    </a:cubicBezTo>
                    <a:cubicBezTo>
                      <a:pt x="34" y="274"/>
                      <a:pt x="25" y="340"/>
                      <a:pt x="9" y="398"/>
                    </a:cubicBezTo>
                    <a:cubicBezTo>
                      <a:pt x="1" y="423"/>
                      <a:pt x="9" y="440"/>
                      <a:pt x="34" y="456"/>
                    </a:cubicBezTo>
                    <a:lnTo>
                      <a:pt x="25" y="456"/>
                    </a:lnTo>
                    <a:cubicBezTo>
                      <a:pt x="32" y="458"/>
                      <a:pt x="38" y="459"/>
                      <a:pt x="44" y="459"/>
                    </a:cubicBezTo>
                    <a:cubicBezTo>
                      <a:pt x="62" y="459"/>
                      <a:pt x="77" y="450"/>
                      <a:pt x="83" y="431"/>
                    </a:cubicBezTo>
                    <a:cubicBezTo>
                      <a:pt x="108" y="365"/>
                      <a:pt x="125" y="291"/>
                      <a:pt x="133" y="224"/>
                    </a:cubicBezTo>
                    <a:cubicBezTo>
                      <a:pt x="133" y="150"/>
                      <a:pt x="125" y="67"/>
                      <a:pt x="75" y="9"/>
                    </a:cubicBezTo>
                    <a:cubicBezTo>
                      <a:pt x="69" y="3"/>
                      <a:pt x="62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9" name="Google Shape;6629;p20"/>
              <p:cNvSpPr/>
              <p:nvPr/>
            </p:nvSpPr>
            <p:spPr>
              <a:xfrm>
                <a:off x="2973775" y="4039625"/>
                <a:ext cx="4175" cy="9550"/>
              </a:xfrm>
              <a:custGeom>
                <a:rect b="b" l="l" r="r" t="t"/>
                <a:pathLst>
                  <a:path extrusionOk="0" h="382" w="167">
                    <a:moveTo>
                      <a:pt x="75" y="0"/>
                    </a:moveTo>
                    <a:cubicBezTo>
                      <a:pt x="50" y="0"/>
                      <a:pt x="34" y="0"/>
                      <a:pt x="25" y="17"/>
                    </a:cubicBezTo>
                    <a:cubicBezTo>
                      <a:pt x="0" y="42"/>
                      <a:pt x="9" y="83"/>
                      <a:pt x="17" y="116"/>
                    </a:cubicBezTo>
                    <a:cubicBezTo>
                      <a:pt x="25" y="125"/>
                      <a:pt x="25" y="141"/>
                      <a:pt x="34" y="158"/>
                    </a:cubicBezTo>
                    <a:cubicBezTo>
                      <a:pt x="34" y="158"/>
                      <a:pt x="34" y="163"/>
                      <a:pt x="34" y="166"/>
                    </a:cubicBezTo>
                    <a:lnTo>
                      <a:pt x="42" y="183"/>
                    </a:lnTo>
                    <a:cubicBezTo>
                      <a:pt x="50" y="241"/>
                      <a:pt x="58" y="290"/>
                      <a:pt x="67" y="340"/>
                    </a:cubicBezTo>
                    <a:cubicBezTo>
                      <a:pt x="75" y="365"/>
                      <a:pt x="100" y="381"/>
                      <a:pt x="125" y="381"/>
                    </a:cubicBezTo>
                    <a:cubicBezTo>
                      <a:pt x="150" y="373"/>
                      <a:pt x="166" y="357"/>
                      <a:pt x="158" y="332"/>
                    </a:cubicBezTo>
                    <a:cubicBezTo>
                      <a:pt x="158" y="274"/>
                      <a:pt x="150" y="224"/>
                      <a:pt x="141" y="166"/>
                    </a:cubicBezTo>
                    <a:cubicBezTo>
                      <a:pt x="141" y="141"/>
                      <a:pt x="133" y="116"/>
                      <a:pt x="125" y="83"/>
                    </a:cubicBezTo>
                    <a:cubicBezTo>
                      <a:pt x="116" y="58"/>
                      <a:pt x="108" y="9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0" name="Google Shape;6630;p20"/>
              <p:cNvSpPr/>
              <p:nvPr/>
            </p:nvSpPr>
            <p:spPr>
              <a:xfrm>
                <a:off x="2944975" y="3932675"/>
                <a:ext cx="3150" cy="12400"/>
              </a:xfrm>
              <a:custGeom>
                <a:rect b="b" l="l" r="r" t="t"/>
                <a:pathLst>
                  <a:path extrusionOk="0" h="496" w="126">
                    <a:moveTo>
                      <a:pt x="52" y="1"/>
                    </a:moveTo>
                    <a:cubicBezTo>
                      <a:pt x="37" y="1"/>
                      <a:pt x="21" y="9"/>
                      <a:pt x="17" y="28"/>
                    </a:cubicBezTo>
                    <a:cubicBezTo>
                      <a:pt x="1" y="111"/>
                      <a:pt x="1" y="185"/>
                      <a:pt x="9" y="268"/>
                    </a:cubicBezTo>
                    <a:cubicBezTo>
                      <a:pt x="9" y="301"/>
                      <a:pt x="17" y="343"/>
                      <a:pt x="26" y="376"/>
                    </a:cubicBezTo>
                    <a:cubicBezTo>
                      <a:pt x="34" y="401"/>
                      <a:pt x="42" y="417"/>
                      <a:pt x="42" y="434"/>
                    </a:cubicBezTo>
                    <a:cubicBezTo>
                      <a:pt x="51" y="459"/>
                      <a:pt x="67" y="467"/>
                      <a:pt x="75" y="483"/>
                    </a:cubicBezTo>
                    <a:cubicBezTo>
                      <a:pt x="81" y="492"/>
                      <a:pt x="89" y="496"/>
                      <a:pt x="97" y="496"/>
                    </a:cubicBezTo>
                    <a:cubicBezTo>
                      <a:pt x="111" y="496"/>
                      <a:pt x="125" y="483"/>
                      <a:pt x="125" y="467"/>
                    </a:cubicBezTo>
                    <a:cubicBezTo>
                      <a:pt x="125" y="442"/>
                      <a:pt x="125" y="425"/>
                      <a:pt x="117" y="409"/>
                    </a:cubicBezTo>
                    <a:cubicBezTo>
                      <a:pt x="109" y="392"/>
                      <a:pt x="109" y="376"/>
                      <a:pt x="109" y="359"/>
                    </a:cubicBezTo>
                    <a:cubicBezTo>
                      <a:pt x="100" y="326"/>
                      <a:pt x="92" y="293"/>
                      <a:pt x="84" y="251"/>
                    </a:cubicBezTo>
                    <a:cubicBezTo>
                      <a:pt x="75" y="185"/>
                      <a:pt x="75" y="111"/>
                      <a:pt x="84" y="36"/>
                    </a:cubicBezTo>
                    <a:cubicBezTo>
                      <a:pt x="88" y="13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1" name="Google Shape;6631;p20"/>
              <p:cNvSpPr/>
              <p:nvPr/>
            </p:nvSpPr>
            <p:spPr>
              <a:xfrm>
                <a:off x="2950450" y="3937225"/>
                <a:ext cx="3475" cy="10200"/>
              </a:xfrm>
              <a:custGeom>
                <a:rect b="b" l="l" r="r" t="t"/>
                <a:pathLst>
                  <a:path extrusionOk="0" h="408" w="139">
                    <a:moveTo>
                      <a:pt x="49" y="0"/>
                    </a:moveTo>
                    <a:cubicBezTo>
                      <a:pt x="26" y="0"/>
                      <a:pt x="1" y="20"/>
                      <a:pt x="6" y="53"/>
                    </a:cubicBezTo>
                    <a:cubicBezTo>
                      <a:pt x="14" y="111"/>
                      <a:pt x="14" y="161"/>
                      <a:pt x="22" y="219"/>
                    </a:cubicBezTo>
                    <a:cubicBezTo>
                      <a:pt x="30" y="277"/>
                      <a:pt x="39" y="343"/>
                      <a:pt x="64" y="393"/>
                    </a:cubicBezTo>
                    <a:cubicBezTo>
                      <a:pt x="70" y="403"/>
                      <a:pt x="80" y="408"/>
                      <a:pt x="90" y="408"/>
                    </a:cubicBezTo>
                    <a:cubicBezTo>
                      <a:pt x="103" y="408"/>
                      <a:pt x="117" y="399"/>
                      <a:pt x="122" y="384"/>
                    </a:cubicBezTo>
                    <a:cubicBezTo>
                      <a:pt x="138" y="326"/>
                      <a:pt x="122" y="268"/>
                      <a:pt x="122" y="210"/>
                    </a:cubicBezTo>
                    <a:cubicBezTo>
                      <a:pt x="113" y="152"/>
                      <a:pt x="105" y="94"/>
                      <a:pt x="88" y="36"/>
                    </a:cubicBezTo>
                    <a:cubicBezTo>
                      <a:pt x="85" y="11"/>
                      <a:pt x="67" y="0"/>
                      <a:pt x="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2" name="Google Shape;6632;p20"/>
              <p:cNvSpPr/>
              <p:nvPr/>
            </p:nvSpPr>
            <p:spPr>
              <a:xfrm>
                <a:off x="2987250" y="3949525"/>
                <a:ext cx="3125" cy="13275"/>
              </a:xfrm>
              <a:custGeom>
                <a:rect b="b" l="l" r="r" t="t"/>
                <a:pathLst>
                  <a:path extrusionOk="0" h="531" w="125">
                    <a:moveTo>
                      <a:pt x="66" y="0"/>
                    </a:moveTo>
                    <a:cubicBezTo>
                      <a:pt x="50" y="0"/>
                      <a:pt x="25" y="8"/>
                      <a:pt x="25" y="25"/>
                    </a:cubicBezTo>
                    <a:cubicBezTo>
                      <a:pt x="0" y="99"/>
                      <a:pt x="8" y="182"/>
                      <a:pt x="8" y="257"/>
                    </a:cubicBezTo>
                    <a:cubicBezTo>
                      <a:pt x="8" y="331"/>
                      <a:pt x="17" y="414"/>
                      <a:pt x="25" y="489"/>
                    </a:cubicBezTo>
                    <a:cubicBezTo>
                      <a:pt x="33" y="514"/>
                      <a:pt x="58" y="530"/>
                      <a:pt x="83" y="530"/>
                    </a:cubicBezTo>
                    <a:cubicBezTo>
                      <a:pt x="108" y="522"/>
                      <a:pt x="124" y="497"/>
                      <a:pt x="124" y="472"/>
                    </a:cubicBezTo>
                    <a:cubicBezTo>
                      <a:pt x="124" y="398"/>
                      <a:pt x="124" y="323"/>
                      <a:pt x="116" y="249"/>
                    </a:cubicBezTo>
                    <a:cubicBezTo>
                      <a:pt x="116" y="182"/>
                      <a:pt x="116" y="108"/>
                      <a:pt x="99" y="33"/>
                    </a:cubicBezTo>
                    <a:cubicBezTo>
                      <a:pt x="99" y="17"/>
                      <a:pt x="83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3" name="Google Shape;6633;p20"/>
              <p:cNvSpPr/>
              <p:nvPr/>
            </p:nvSpPr>
            <p:spPr>
              <a:xfrm>
                <a:off x="2815500" y="3906200"/>
                <a:ext cx="24700" cy="30375"/>
              </a:xfrm>
              <a:custGeom>
                <a:rect b="b" l="l" r="r" t="t"/>
                <a:pathLst>
                  <a:path extrusionOk="0" h="1215" w="988">
                    <a:moveTo>
                      <a:pt x="60" y="1"/>
                    </a:moveTo>
                    <a:cubicBezTo>
                      <a:pt x="27" y="1"/>
                      <a:pt x="1" y="49"/>
                      <a:pt x="35" y="76"/>
                    </a:cubicBezTo>
                    <a:cubicBezTo>
                      <a:pt x="209" y="242"/>
                      <a:pt x="382" y="424"/>
                      <a:pt x="523" y="615"/>
                    </a:cubicBezTo>
                    <a:cubicBezTo>
                      <a:pt x="598" y="706"/>
                      <a:pt x="656" y="805"/>
                      <a:pt x="706" y="904"/>
                    </a:cubicBezTo>
                    <a:cubicBezTo>
                      <a:pt x="730" y="954"/>
                      <a:pt x="755" y="1012"/>
                      <a:pt x="780" y="1070"/>
                    </a:cubicBezTo>
                    <a:cubicBezTo>
                      <a:pt x="805" y="1112"/>
                      <a:pt x="838" y="1178"/>
                      <a:pt x="880" y="1203"/>
                    </a:cubicBezTo>
                    <a:cubicBezTo>
                      <a:pt x="892" y="1210"/>
                      <a:pt x="906" y="1214"/>
                      <a:pt x="919" y="1214"/>
                    </a:cubicBezTo>
                    <a:cubicBezTo>
                      <a:pt x="948" y="1214"/>
                      <a:pt x="973" y="1196"/>
                      <a:pt x="979" y="1161"/>
                    </a:cubicBezTo>
                    <a:cubicBezTo>
                      <a:pt x="987" y="1112"/>
                      <a:pt x="962" y="1037"/>
                      <a:pt x="938" y="987"/>
                    </a:cubicBezTo>
                    <a:cubicBezTo>
                      <a:pt x="921" y="929"/>
                      <a:pt x="888" y="880"/>
                      <a:pt x="863" y="822"/>
                    </a:cubicBezTo>
                    <a:cubicBezTo>
                      <a:pt x="805" y="714"/>
                      <a:pt x="722" y="615"/>
                      <a:pt x="639" y="523"/>
                    </a:cubicBezTo>
                    <a:cubicBezTo>
                      <a:pt x="474" y="333"/>
                      <a:pt x="283" y="167"/>
                      <a:pt x="84" y="10"/>
                    </a:cubicBezTo>
                    <a:cubicBezTo>
                      <a:pt x="76" y="3"/>
                      <a:pt x="68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4" name="Google Shape;6634;p20"/>
              <p:cNvSpPr/>
              <p:nvPr/>
            </p:nvSpPr>
            <p:spPr>
              <a:xfrm>
                <a:off x="2841000" y="3937950"/>
                <a:ext cx="3750" cy="6200"/>
              </a:xfrm>
              <a:custGeom>
                <a:rect b="b" l="l" r="r" t="t"/>
                <a:pathLst>
                  <a:path extrusionOk="0" h="248" w="150">
                    <a:moveTo>
                      <a:pt x="56" y="1"/>
                    </a:moveTo>
                    <a:cubicBezTo>
                      <a:pt x="48" y="1"/>
                      <a:pt x="41" y="3"/>
                      <a:pt x="34" y="7"/>
                    </a:cubicBezTo>
                    <a:cubicBezTo>
                      <a:pt x="9" y="16"/>
                      <a:pt x="0" y="40"/>
                      <a:pt x="9" y="65"/>
                    </a:cubicBezTo>
                    <a:lnTo>
                      <a:pt x="42" y="148"/>
                    </a:lnTo>
                    <a:cubicBezTo>
                      <a:pt x="42" y="173"/>
                      <a:pt x="50" y="190"/>
                      <a:pt x="67" y="206"/>
                    </a:cubicBezTo>
                    <a:lnTo>
                      <a:pt x="67" y="214"/>
                    </a:lnTo>
                    <a:cubicBezTo>
                      <a:pt x="75" y="223"/>
                      <a:pt x="83" y="223"/>
                      <a:pt x="83" y="231"/>
                    </a:cubicBezTo>
                    <a:cubicBezTo>
                      <a:pt x="92" y="248"/>
                      <a:pt x="108" y="248"/>
                      <a:pt x="125" y="248"/>
                    </a:cubicBezTo>
                    <a:cubicBezTo>
                      <a:pt x="133" y="239"/>
                      <a:pt x="150" y="231"/>
                      <a:pt x="150" y="214"/>
                    </a:cubicBezTo>
                    <a:lnTo>
                      <a:pt x="150" y="190"/>
                    </a:lnTo>
                    <a:lnTo>
                      <a:pt x="150" y="181"/>
                    </a:lnTo>
                    <a:lnTo>
                      <a:pt x="150" y="173"/>
                    </a:lnTo>
                    <a:cubicBezTo>
                      <a:pt x="150" y="156"/>
                      <a:pt x="141" y="132"/>
                      <a:pt x="133" y="115"/>
                    </a:cubicBezTo>
                    <a:cubicBezTo>
                      <a:pt x="125" y="82"/>
                      <a:pt x="108" y="57"/>
                      <a:pt x="100" y="32"/>
                    </a:cubicBezTo>
                    <a:cubicBezTo>
                      <a:pt x="94" y="14"/>
                      <a:pt x="75" y="1"/>
                      <a:pt x="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5" name="Google Shape;6635;p20"/>
              <p:cNvSpPr/>
              <p:nvPr/>
            </p:nvSpPr>
            <p:spPr>
              <a:xfrm>
                <a:off x="2824025" y="3905150"/>
                <a:ext cx="8600" cy="10050"/>
              </a:xfrm>
              <a:custGeom>
                <a:rect b="b" l="l" r="r" t="t"/>
                <a:pathLst>
                  <a:path extrusionOk="0" h="402" w="344">
                    <a:moveTo>
                      <a:pt x="40" y="1"/>
                    </a:moveTo>
                    <a:cubicBezTo>
                      <a:pt x="32" y="1"/>
                      <a:pt x="24" y="3"/>
                      <a:pt x="17" y="10"/>
                    </a:cubicBezTo>
                    <a:cubicBezTo>
                      <a:pt x="8" y="19"/>
                      <a:pt x="0" y="43"/>
                      <a:pt x="17" y="52"/>
                    </a:cubicBezTo>
                    <a:cubicBezTo>
                      <a:pt x="66" y="110"/>
                      <a:pt x="108" y="168"/>
                      <a:pt x="149" y="217"/>
                    </a:cubicBezTo>
                    <a:cubicBezTo>
                      <a:pt x="199" y="275"/>
                      <a:pt x="232" y="342"/>
                      <a:pt x="282" y="391"/>
                    </a:cubicBezTo>
                    <a:cubicBezTo>
                      <a:pt x="289" y="398"/>
                      <a:pt x="297" y="401"/>
                      <a:pt x="305" y="401"/>
                    </a:cubicBezTo>
                    <a:cubicBezTo>
                      <a:pt x="325" y="401"/>
                      <a:pt x="343" y="382"/>
                      <a:pt x="331" y="358"/>
                    </a:cubicBezTo>
                    <a:cubicBezTo>
                      <a:pt x="307" y="292"/>
                      <a:pt x="257" y="234"/>
                      <a:pt x="215" y="176"/>
                    </a:cubicBezTo>
                    <a:cubicBezTo>
                      <a:pt x="166" y="118"/>
                      <a:pt x="116" y="68"/>
                      <a:pt x="66" y="10"/>
                    </a:cubicBezTo>
                    <a:cubicBezTo>
                      <a:pt x="62" y="5"/>
                      <a:pt x="51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6" name="Google Shape;6636;p20"/>
              <p:cNvSpPr/>
              <p:nvPr/>
            </p:nvSpPr>
            <p:spPr>
              <a:xfrm>
                <a:off x="2815175" y="3931525"/>
                <a:ext cx="13825" cy="28275"/>
              </a:xfrm>
              <a:custGeom>
                <a:rect b="b" l="l" r="r" t="t"/>
                <a:pathLst>
                  <a:path extrusionOk="0" h="1131" w="553">
                    <a:moveTo>
                      <a:pt x="40" y="0"/>
                    </a:moveTo>
                    <a:cubicBezTo>
                      <a:pt x="21" y="0"/>
                      <a:pt x="1" y="19"/>
                      <a:pt x="6" y="41"/>
                    </a:cubicBezTo>
                    <a:cubicBezTo>
                      <a:pt x="56" y="231"/>
                      <a:pt x="114" y="422"/>
                      <a:pt x="188" y="604"/>
                    </a:cubicBezTo>
                    <a:cubicBezTo>
                      <a:pt x="230" y="695"/>
                      <a:pt x="263" y="786"/>
                      <a:pt x="304" y="869"/>
                    </a:cubicBezTo>
                    <a:cubicBezTo>
                      <a:pt x="329" y="911"/>
                      <a:pt x="354" y="952"/>
                      <a:pt x="371" y="1002"/>
                    </a:cubicBezTo>
                    <a:cubicBezTo>
                      <a:pt x="395" y="1043"/>
                      <a:pt x="412" y="1093"/>
                      <a:pt x="453" y="1118"/>
                    </a:cubicBezTo>
                    <a:cubicBezTo>
                      <a:pt x="467" y="1127"/>
                      <a:pt x="481" y="1131"/>
                      <a:pt x="493" y="1131"/>
                    </a:cubicBezTo>
                    <a:cubicBezTo>
                      <a:pt x="527" y="1131"/>
                      <a:pt x="553" y="1102"/>
                      <a:pt x="553" y="1060"/>
                    </a:cubicBezTo>
                    <a:cubicBezTo>
                      <a:pt x="553" y="1018"/>
                      <a:pt x="520" y="977"/>
                      <a:pt x="495" y="935"/>
                    </a:cubicBezTo>
                    <a:cubicBezTo>
                      <a:pt x="478" y="894"/>
                      <a:pt x="453" y="853"/>
                      <a:pt x="429" y="803"/>
                    </a:cubicBezTo>
                    <a:cubicBezTo>
                      <a:pt x="387" y="720"/>
                      <a:pt x="346" y="629"/>
                      <a:pt x="304" y="546"/>
                    </a:cubicBezTo>
                    <a:cubicBezTo>
                      <a:pt x="222" y="372"/>
                      <a:pt x="130" y="198"/>
                      <a:pt x="64" y="16"/>
                    </a:cubicBezTo>
                    <a:cubicBezTo>
                      <a:pt x="59" y="5"/>
                      <a:pt x="49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7" name="Google Shape;6637;p20"/>
              <p:cNvSpPr/>
              <p:nvPr/>
            </p:nvSpPr>
            <p:spPr>
              <a:xfrm>
                <a:off x="2828300" y="3951900"/>
                <a:ext cx="3000" cy="5800"/>
              </a:xfrm>
              <a:custGeom>
                <a:rect b="b" l="l" r="r" t="t"/>
                <a:pathLst>
                  <a:path extrusionOk="0" h="232" w="120">
                    <a:moveTo>
                      <a:pt x="29" y="1"/>
                    </a:moveTo>
                    <a:cubicBezTo>
                      <a:pt x="15" y="1"/>
                      <a:pt x="0" y="16"/>
                      <a:pt x="11" y="38"/>
                    </a:cubicBezTo>
                    <a:cubicBezTo>
                      <a:pt x="20" y="71"/>
                      <a:pt x="36" y="96"/>
                      <a:pt x="44" y="129"/>
                    </a:cubicBezTo>
                    <a:cubicBezTo>
                      <a:pt x="53" y="145"/>
                      <a:pt x="61" y="162"/>
                      <a:pt x="69" y="178"/>
                    </a:cubicBezTo>
                    <a:cubicBezTo>
                      <a:pt x="78" y="195"/>
                      <a:pt x="86" y="212"/>
                      <a:pt x="94" y="228"/>
                    </a:cubicBezTo>
                    <a:cubicBezTo>
                      <a:pt x="96" y="230"/>
                      <a:pt x="99" y="231"/>
                      <a:pt x="102" y="231"/>
                    </a:cubicBezTo>
                    <a:cubicBezTo>
                      <a:pt x="110" y="231"/>
                      <a:pt x="119" y="224"/>
                      <a:pt x="119" y="212"/>
                    </a:cubicBezTo>
                    <a:cubicBezTo>
                      <a:pt x="119" y="195"/>
                      <a:pt x="111" y="178"/>
                      <a:pt x="111" y="162"/>
                    </a:cubicBezTo>
                    <a:cubicBezTo>
                      <a:pt x="102" y="145"/>
                      <a:pt x="94" y="129"/>
                      <a:pt x="86" y="112"/>
                    </a:cubicBezTo>
                    <a:lnTo>
                      <a:pt x="44" y="13"/>
                    </a:lnTo>
                    <a:cubicBezTo>
                      <a:pt x="42" y="4"/>
                      <a:pt x="35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8" name="Google Shape;6638;p20"/>
              <p:cNvSpPr/>
              <p:nvPr/>
            </p:nvSpPr>
            <p:spPr>
              <a:xfrm>
                <a:off x="2977175" y="3929425"/>
                <a:ext cx="6150" cy="19850"/>
              </a:xfrm>
              <a:custGeom>
                <a:rect b="b" l="l" r="r" t="t"/>
                <a:pathLst>
                  <a:path extrusionOk="0" h="794" w="246">
                    <a:moveTo>
                      <a:pt x="43" y="0"/>
                    </a:moveTo>
                    <a:cubicBezTo>
                      <a:pt x="22" y="0"/>
                      <a:pt x="0" y="23"/>
                      <a:pt x="5" y="50"/>
                    </a:cubicBezTo>
                    <a:cubicBezTo>
                      <a:pt x="38" y="166"/>
                      <a:pt x="63" y="282"/>
                      <a:pt x="80" y="398"/>
                    </a:cubicBezTo>
                    <a:cubicBezTo>
                      <a:pt x="88" y="448"/>
                      <a:pt x="96" y="506"/>
                      <a:pt x="96" y="564"/>
                    </a:cubicBezTo>
                    <a:cubicBezTo>
                      <a:pt x="105" y="622"/>
                      <a:pt x="105" y="680"/>
                      <a:pt x="113" y="738"/>
                    </a:cubicBezTo>
                    <a:cubicBezTo>
                      <a:pt x="117" y="775"/>
                      <a:pt x="148" y="794"/>
                      <a:pt x="179" y="794"/>
                    </a:cubicBezTo>
                    <a:cubicBezTo>
                      <a:pt x="210" y="794"/>
                      <a:pt x="241" y="775"/>
                      <a:pt x="246" y="738"/>
                    </a:cubicBezTo>
                    <a:cubicBezTo>
                      <a:pt x="246" y="680"/>
                      <a:pt x="237" y="613"/>
                      <a:pt x="229" y="547"/>
                    </a:cubicBezTo>
                    <a:cubicBezTo>
                      <a:pt x="221" y="489"/>
                      <a:pt x="212" y="431"/>
                      <a:pt x="196" y="373"/>
                    </a:cubicBezTo>
                    <a:cubicBezTo>
                      <a:pt x="171" y="249"/>
                      <a:pt x="121" y="133"/>
                      <a:pt x="72" y="25"/>
                    </a:cubicBezTo>
                    <a:cubicBezTo>
                      <a:pt x="66" y="7"/>
                      <a:pt x="54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9" name="Google Shape;6639;p20"/>
              <p:cNvSpPr/>
              <p:nvPr/>
            </p:nvSpPr>
            <p:spPr>
              <a:xfrm>
                <a:off x="2971700" y="3915375"/>
                <a:ext cx="5425" cy="10525"/>
              </a:xfrm>
              <a:custGeom>
                <a:rect b="b" l="l" r="r" t="t"/>
                <a:pathLst>
                  <a:path extrusionOk="0" h="421" w="217">
                    <a:moveTo>
                      <a:pt x="42" y="1"/>
                    </a:moveTo>
                    <a:cubicBezTo>
                      <a:pt x="25" y="1"/>
                      <a:pt x="7" y="14"/>
                      <a:pt x="1" y="32"/>
                    </a:cubicBezTo>
                    <a:cubicBezTo>
                      <a:pt x="1" y="65"/>
                      <a:pt x="17" y="107"/>
                      <a:pt x="25" y="140"/>
                    </a:cubicBezTo>
                    <a:cubicBezTo>
                      <a:pt x="34" y="165"/>
                      <a:pt x="50" y="190"/>
                      <a:pt x="59" y="223"/>
                    </a:cubicBezTo>
                    <a:lnTo>
                      <a:pt x="133" y="397"/>
                    </a:lnTo>
                    <a:cubicBezTo>
                      <a:pt x="139" y="408"/>
                      <a:pt x="153" y="420"/>
                      <a:pt x="170" y="420"/>
                    </a:cubicBezTo>
                    <a:cubicBezTo>
                      <a:pt x="177" y="420"/>
                      <a:pt x="184" y="418"/>
                      <a:pt x="191" y="413"/>
                    </a:cubicBezTo>
                    <a:cubicBezTo>
                      <a:pt x="208" y="405"/>
                      <a:pt x="216" y="380"/>
                      <a:pt x="208" y="364"/>
                    </a:cubicBezTo>
                    <a:cubicBezTo>
                      <a:pt x="191" y="297"/>
                      <a:pt x="166" y="239"/>
                      <a:pt x="150" y="181"/>
                    </a:cubicBezTo>
                    <a:cubicBezTo>
                      <a:pt x="133" y="156"/>
                      <a:pt x="125" y="123"/>
                      <a:pt x="117" y="98"/>
                    </a:cubicBezTo>
                    <a:lnTo>
                      <a:pt x="92" y="57"/>
                    </a:lnTo>
                    <a:cubicBezTo>
                      <a:pt x="83" y="40"/>
                      <a:pt x="75" y="24"/>
                      <a:pt x="59" y="7"/>
                    </a:cubicBezTo>
                    <a:cubicBezTo>
                      <a:pt x="54" y="3"/>
                      <a:pt x="48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0" name="Google Shape;6640;p20"/>
              <p:cNvSpPr/>
              <p:nvPr/>
            </p:nvSpPr>
            <p:spPr>
              <a:xfrm>
                <a:off x="2965500" y="3900675"/>
                <a:ext cx="3325" cy="6475"/>
              </a:xfrm>
              <a:custGeom>
                <a:rect b="b" l="l" r="r" t="t"/>
                <a:pathLst>
                  <a:path extrusionOk="0" h="259" w="133">
                    <a:moveTo>
                      <a:pt x="23" y="0"/>
                    </a:moveTo>
                    <a:cubicBezTo>
                      <a:pt x="12" y="0"/>
                      <a:pt x="0" y="12"/>
                      <a:pt x="0" y="24"/>
                    </a:cubicBezTo>
                    <a:cubicBezTo>
                      <a:pt x="8" y="57"/>
                      <a:pt x="17" y="98"/>
                      <a:pt x="33" y="131"/>
                    </a:cubicBezTo>
                    <a:cubicBezTo>
                      <a:pt x="41" y="164"/>
                      <a:pt x="58" y="206"/>
                      <a:pt x="66" y="239"/>
                    </a:cubicBezTo>
                    <a:lnTo>
                      <a:pt x="75" y="239"/>
                    </a:lnTo>
                    <a:cubicBezTo>
                      <a:pt x="75" y="251"/>
                      <a:pt x="88" y="259"/>
                      <a:pt x="98" y="259"/>
                    </a:cubicBezTo>
                    <a:cubicBezTo>
                      <a:pt x="102" y="259"/>
                      <a:pt x="106" y="258"/>
                      <a:pt x="108" y="256"/>
                    </a:cubicBezTo>
                    <a:cubicBezTo>
                      <a:pt x="124" y="247"/>
                      <a:pt x="133" y="231"/>
                      <a:pt x="124" y="214"/>
                    </a:cubicBezTo>
                    <a:cubicBezTo>
                      <a:pt x="116" y="181"/>
                      <a:pt x="99" y="148"/>
                      <a:pt x="83" y="106"/>
                    </a:cubicBezTo>
                    <a:cubicBezTo>
                      <a:pt x="75" y="73"/>
                      <a:pt x="58" y="40"/>
                      <a:pt x="33" y="7"/>
                    </a:cubicBezTo>
                    <a:cubicBezTo>
                      <a:pt x="31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1" name="Google Shape;6641;p20"/>
              <p:cNvSpPr/>
              <p:nvPr/>
            </p:nvSpPr>
            <p:spPr>
              <a:xfrm>
                <a:off x="2945800" y="3881675"/>
                <a:ext cx="4525" cy="10300"/>
              </a:xfrm>
              <a:custGeom>
                <a:rect b="b" l="l" r="r" t="t"/>
                <a:pathLst>
                  <a:path extrusionOk="0" h="412" w="181">
                    <a:moveTo>
                      <a:pt x="154" y="1"/>
                    </a:moveTo>
                    <a:cubicBezTo>
                      <a:pt x="147" y="1"/>
                      <a:pt x="139" y="4"/>
                      <a:pt x="134" y="13"/>
                    </a:cubicBezTo>
                    <a:cubicBezTo>
                      <a:pt x="109" y="71"/>
                      <a:pt x="76" y="137"/>
                      <a:pt x="51" y="195"/>
                    </a:cubicBezTo>
                    <a:cubicBezTo>
                      <a:pt x="42" y="228"/>
                      <a:pt x="34" y="262"/>
                      <a:pt x="26" y="295"/>
                    </a:cubicBezTo>
                    <a:cubicBezTo>
                      <a:pt x="18" y="328"/>
                      <a:pt x="9" y="361"/>
                      <a:pt x="1" y="394"/>
                    </a:cubicBezTo>
                    <a:cubicBezTo>
                      <a:pt x="1" y="404"/>
                      <a:pt x="14" y="411"/>
                      <a:pt x="23" y="411"/>
                    </a:cubicBezTo>
                    <a:cubicBezTo>
                      <a:pt x="29" y="411"/>
                      <a:pt x="34" y="409"/>
                      <a:pt x="34" y="402"/>
                    </a:cubicBezTo>
                    <a:cubicBezTo>
                      <a:pt x="51" y="378"/>
                      <a:pt x="59" y="344"/>
                      <a:pt x="67" y="311"/>
                    </a:cubicBezTo>
                    <a:cubicBezTo>
                      <a:pt x="84" y="278"/>
                      <a:pt x="92" y="253"/>
                      <a:pt x="109" y="220"/>
                    </a:cubicBezTo>
                    <a:cubicBezTo>
                      <a:pt x="125" y="154"/>
                      <a:pt x="150" y="88"/>
                      <a:pt x="175" y="30"/>
                    </a:cubicBezTo>
                    <a:cubicBezTo>
                      <a:pt x="180" y="13"/>
                      <a:pt x="168" y="1"/>
                      <a:pt x="1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2" name="Google Shape;6642;p20"/>
              <p:cNvSpPr/>
              <p:nvPr/>
            </p:nvSpPr>
            <p:spPr>
              <a:xfrm>
                <a:off x="2958250" y="3944500"/>
                <a:ext cx="5200" cy="15800"/>
              </a:xfrm>
              <a:custGeom>
                <a:rect b="b" l="l" r="r" t="t"/>
                <a:pathLst>
                  <a:path extrusionOk="0" h="632" w="208">
                    <a:moveTo>
                      <a:pt x="50" y="0"/>
                    </a:moveTo>
                    <a:cubicBezTo>
                      <a:pt x="25" y="0"/>
                      <a:pt x="0" y="15"/>
                      <a:pt x="0" y="44"/>
                    </a:cubicBezTo>
                    <a:cubicBezTo>
                      <a:pt x="0" y="143"/>
                      <a:pt x="0" y="242"/>
                      <a:pt x="17" y="342"/>
                    </a:cubicBezTo>
                    <a:cubicBezTo>
                      <a:pt x="25" y="392"/>
                      <a:pt x="41" y="441"/>
                      <a:pt x="58" y="491"/>
                    </a:cubicBezTo>
                    <a:cubicBezTo>
                      <a:pt x="66" y="516"/>
                      <a:pt x="75" y="541"/>
                      <a:pt x="91" y="566"/>
                    </a:cubicBezTo>
                    <a:cubicBezTo>
                      <a:pt x="108" y="590"/>
                      <a:pt x="116" y="607"/>
                      <a:pt x="141" y="624"/>
                    </a:cubicBezTo>
                    <a:cubicBezTo>
                      <a:pt x="149" y="629"/>
                      <a:pt x="157" y="632"/>
                      <a:pt x="165" y="632"/>
                    </a:cubicBezTo>
                    <a:cubicBezTo>
                      <a:pt x="181" y="632"/>
                      <a:pt x="193" y="621"/>
                      <a:pt x="199" y="599"/>
                    </a:cubicBezTo>
                    <a:cubicBezTo>
                      <a:pt x="207" y="574"/>
                      <a:pt x="199" y="557"/>
                      <a:pt x="191" y="532"/>
                    </a:cubicBezTo>
                    <a:cubicBezTo>
                      <a:pt x="191" y="499"/>
                      <a:pt x="182" y="483"/>
                      <a:pt x="174" y="458"/>
                    </a:cubicBezTo>
                    <a:cubicBezTo>
                      <a:pt x="157" y="408"/>
                      <a:pt x="149" y="367"/>
                      <a:pt x="141" y="325"/>
                    </a:cubicBezTo>
                    <a:cubicBezTo>
                      <a:pt x="116" y="234"/>
                      <a:pt x="108" y="135"/>
                      <a:pt x="99" y="44"/>
                    </a:cubicBezTo>
                    <a:cubicBezTo>
                      <a:pt x="99" y="1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3" name="Google Shape;6643;p20"/>
              <p:cNvSpPr/>
              <p:nvPr/>
            </p:nvSpPr>
            <p:spPr>
              <a:xfrm>
                <a:off x="2962800" y="3945925"/>
                <a:ext cx="5400" cy="12650"/>
              </a:xfrm>
              <a:custGeom>
                <a:rect b="b" l="l" r="r" t="t"/>
                <a:pathLst>
                  <a:path extrusionOk="0" h="506" w="216">
                    <a:moveTo>
                      <a:pt x="53" y="0"/>
                    </a:moveTo>
                    <a:cubicBezTo>
                      <a:pt x="46" y="0"/>
                      <a:pt x="40" y="1"/>
                      <a:pt x="33" y="3"/>
                    </a:cubicBezTo>
                    <a:cubicBezTo>
                      <a:pt x="9" y="11"/>
                      <a:pt x="0" y="45"/>
                      <a:pt x="9" y="69"/>
                    </a:cubicBezTo>
                    <a:lnTo>
                      <a:pt x="75" y="285"/>
                    </a:lnTo>
                    <a:cubicBezTo>
                      <a:pt x="91" y="359"/>
                      <a:pt x="116" y="434"/>
                      <a:pt x="158" y="492"/>
                    </a:cubicBezTo>
                    <a:cubicBezTo>
                      <a:pt x="163" y="502"/>
                      <a:pt x="170" y="506"/>
                      <a:pt x="179" y="506"/>
                    </a:cubicBezTo>
                    <a:cubicBezTo>
                      <a:pt x="185" y="506"/>
                      <a:pt x="192" y="504"/>
                      <a:pt x="199" y="500"/>
                    </a:cubicBezTo>
                    <a:cubicBezTo>
                      <a:pt x="216" y="500"/>
                      <a:pt x="216" y="484"/>
                      <a:pt x="216" y="467"/>
                    </a:cubicBezTo>
                    <a:cubicBezTo>
                      <a:pt x="216" y="393"/>
                      <a:pt x="191" y="318"/>
                      <a:pt x="166" y="243"/>
                    </a:cubicBezTo>
                    <a:lnTo>
                      <a:pt x="100" y="28"/>
                    </a:lnTo>
                    <a:cubicBezTo>
                      <a:pt x="94" y="9"/>
                      <a:pt x="73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4" name="Google Shape;6644;p20"/>
              <p:cNvSpPr/>
              <p:nvPr/>
            </p:nvSpPr>
            <p:spPr>
              <a:xfrm>
                <a:off x="2928400" y="3900525"/>
                <a:ext cx="21125" cy="53150"/>
              </a:xfrm>
              <a:custGeom>
                <a:rect b="b" l="l" r="r" t="t"/>
                <a:pathLst>
                  <a:path extrusionOk="0" h="2126" w="845">
                    <a:moveTo>
                      <a:pt x="294" y="1"/>
                    </a:moveTo>
                    <a:cubicBezTo>
                      <a:pt x="274" y="1"/>
                      <a:pt x="254" y="13"/>
                      <a:pt x="250" y="38"/>
                    </a:cubicBezTo>
                    <a:cubicBezTo>
                      <a:pt x="225" y="394"/>
                      <a:pt x="225" y="750"/>
                      <a:pt x="258" y="1107"/>
                    </a:cubicBezTo>
                    <a:cubicBezTo>
                      <a:pt x="266" y="1181"/>
                      <a:pt x="274" y="1256"/>
                      <a:pt x="291" y="1330"/>
                    </a:cubicBezTo>
                    <a:cubicBezTo>
                      <a:pt x="208" y="1181"/>
                      <a:pt x="142" y="1016"/>
                      <a:pt x="100" y="850"/>
                    </a:cubicBezTo>
                    <a:cubicBezTo>
                      <a:pt x="93" y="823"/>
                      <a:pt x="69" y="810"/>
                      <a:pt x="47" y="810"/>
                    </a:cubicBezTo>
                    <a:cubicBezTo>
                      <a:pt x="22" y="810"/>
                      <a:pt x="0" y="827"/>
                      <a:pt x="9" y="858"/>
                    </a:cubicBezTo>
                    <a:cubicBezTo>
                      <a:pt x="59" y="1107"/>
                      <a:pt x="150" y="1339"/>
                      <a:pt x="283" y="1554"/>
                    </a:cubicBezTo>
                    <a:cubicBezTo>
                      <a:pt x="308" y="1595"/>
                      <a:pt x="332" y="1637"/>
                      <a:pt x="366" y="1678"/>
                    </a:cubicBezTo>
                    <a:cubicBezTo>
                      <a:pt x="407" y="1827"/>
                      <a:pt x="457" y="1993"/>
                      <a:pt x="556" y="2101"/>
                    </a:cubicBezTo>
                    <a:cubicBezTo>
                      <a:pt x="570" y="2118"/>
                      <a:pt x="589" y="2125"/>
                      <a:pt x="608" y="2125"/>
                    </a:cubicBezTo>
                    <a:cubicBezTo>
                      <a:pt x="643" y="2125"/>
                      <a:pt x="678" y="2098"/>
                      <a:pt x="672" y="2059"/>
                    </a:cubicBezTo>
                    <a:cubicBezTo>
                      <a:pt x="664" y="2043"/>
                      <a:pt x="664" y="2035"/>
                      <a:pt x="664" y="2018"/>
                    </a:cubicBezTo>
                    <a:lnTo>
                      <a:pt x="664" y="2018"/>
                    </a:lnTo>
                    <a:cubicBezTo>
                      <a:pt x="697" y="2051"/>
                      <a:pt x="738" y="2076"/>
                      <a:pt x="788" y="2093"/>
                    </a:cubicBezTo>
                    <a:cubicBezTo>
                      <a:pt x="791" y="2094"/>
                      <a:pt x="795" y="2094"/>
                      <a:pt x="798" y="2094"/>
                    </a:cubicBezTo>
                    <a:cubicBezTo>
                      <a:pt x="821" y="2094"/>
                      <a:pt x="845" y="2072"/>
                      <a:pt x="838" y="2043"/>
                    </a:cubicBezTo>
                    <a:cubicBezTo>
                      <a:pt x="788" y="1943"/>
                      <a:pt x="689" y="1869"/>
                      <a:pt x="614" y="1786"/>
                    </a:cubicBezTo>
                    <a:cubicBezTo>
                      <a:pt x="598" y="1769"/>
                      <a:pt x="581" y="1745"/>
                      <a:pt x="564" y="1728"/>
                    </a:cubicBezTo>
                    <a:cubicBezTo>
                      <a:pt x="548" y="1678"/>
                      <a:pt x="531" y="1637"/>
                      <a:pt x="515" y="1587"/>
                    </a:cubicBezTo>
                    <a:cubicBezTo>
                      <a:pt x="465" y="1421"/>
                      <a:pt x="424" y="1247"/>
                      <a:pt x="399" y="1074"/>
                    </a:cubicBezTo>
                    <a:cubicBezTo>
                      <a:pt x="349" y="726"/>
                      <a:pt x="332" y="378"/>
                      <a:pt x="332" y="38"/>
                    </a:cubicBezTo>
                    <a:cubicBezTo>
                      <a:pt x="332" y="13"/>
                      <a:pt x="314" y="1"/>
                      <a:pt x="2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5" name="Google Shape;6645;p20"/>
              <p:cNvSpPr/>
              <p:nvPr/>
            </p:nvSpPr>
            <p:spPr>
              <a:xfrm>
                <a:off x="3008500" y="4058600"/>
                <a:ext cx="14100" cy="19575"/>
              </a:xfrm>
              <a:custGeom>
                <a:rect b="b" l="l" r="r" t="t"/>
                <a:pathLst>
                  <a:path extrusionOk="0" h="783" w="564">
                    <a:moveTo>
                      <a:pt x="40" y="0"/>
                    </a:moveTo>
                    <a:cubicBezTo>
                      <a:pt x="14" y="0"/>
                      <a:pt x="1" y="40"/>
                      <a:pt x="37" y="61"/>
                    </a:cubicBezTo>
                    <a:cubicBezTo>
                      <a:pt x="161" y="128"/>
                      <a:pt x="252" y="235"/>
                      <a:pt x="327" y="360"/>
                    </a:cubicBezTo>
                    <a:cubicBezTo>
                      <a:pt x="360" y="426"/>
                      <a:pt x="393" y="492"/>
                      <a:pt x="426" y="567"/>
                    </a:cubicBezTo>
                    <a:cubicBezTo>
                      <a:pt x="451" y="641"/>
                      <a:pt x="484" y="716"/>
                      <a:pt x="525" y="774"/>
                    </a:cubicBezTo>
                    <a:cubicBezTo>
                      <a:pt x="531" y="780"/>
                      <a:pt x="538" y="783"/>
                      <a:pt x="544" y="783"/>
                    </a:cubicBezTo>
                    <a:cubicBezTo>
                      <a:pt x="555" y="783"/>
                      <a:pt x="564" y="774"/>
                      <a:pt x="559" y="757"/>
                    </a:cubicBezTo>
                    <a:cubicBezTo>
                      <a:pt x="559" y="675"/>
                      <a:pt x="525" y="592"/>
                      <a:pt x="501" y="517"/>
                    </a:cubicBezTo>
                    <a:cubicBezTo>
                      <a:pt x="467" y="443"/>
                      <a:pt x="426" y="360"/>
                      <a:pt x="385" y="293"/>
                    </a:cubicBezTo>
                    <a:cubicBezTo>
                      <a:pt x="302" y="169"/>
                      <a:pt x="194" y="61"/>
                      <a:pt x="53" y="3"/>
                    </a:cubicBezTo>
                    <a:cubicBezTo>
                      <a:pt x="49" y="1"/>
                      <a:pt x="44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6" name="Google Shape;6646;p20"/>
              <p:cNvSpPr/>
              <p:nvPr/>
            </p:nvSpPr>
            <p:spPr>
              <a:xfrm>
                <a:off x="3025975" y="4082225"/>
                <a:ext cx="6750" cy="9650"/>
              </a:xfrm>
              <a:custGeom>
                <a:rect b="b" l="l" r="r" t="t"/>
                <a:pathLst>
                  <a:path extrusionOk="0" h="386" w="270">
                    <a:moveTo>
                      <a:pt x="47" y="1"/>
                    </a:moveTo>
                    <a:cubicBezTo>
                      <a:pt x="43" y="1"/>
                      <a:pt x="38" y="2"/>
                      <a:pt x="34" y="3"/>
                    </a:cubicBezTo>
                    <a:cubicBezTo>
                      <a:pt x="17" y="11"/>
                      <a:pt x="0" y="44"/>
                      <a:pt x="17" y="61"/>
                    </a:cubicBezTo>
                    <a:cubicBezTo>
                      <a:pt x="42" y="111"/>
                      <a:pt x="75" y="169"/>
                      <a:pt x="108" y="218"/>
                    </a:cubicBezTo>
                    <a:cubicBezTo>
                      <a:pt x="141" y="276"/>
                      <a:pt x="174" y="326"/>
                      <a:pt x="216" y="376"/>
                    </a:cubicBezTo>
                    <a:cubicBezTo>
                      <a:pt x="221" y="383"/>
                      <a:pt x="227" y="386"/>
                      <a:pt x="234" y="386"/>
                    </a:cubicBezTo>
                    <a:cubicBezTo>
                      <a:pt x="251" y="386"/>
                      <a:pt x="269" y="366"/>
                      <a:pt x="257" y="343"/>
                    </a:cubicBezTo>
                    <a:cubicBezTo>
                      <a:pt x="241" y="293"/>
                      <a:pt x="216" y="235"/>
                      <a:pt x="183" y="185"/>
                    </a:cubicBezTo>
                    <a:cubicBezTo>
                      <a:pt x="150" y="136"/>
                      <a:pt x="125" y="78"/>
                      <a:pt x="92" y="28"/>
                    </a:cubicBezTo>
                    <a:cubicBezTo>
                      <a:pt x="85" y="14"/>
                      <a:pt x="67" y="1"/>
                      <a:pt x="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7" name="Google Shape;6647;p20"/>
              <p:cNvSpPr/>
              <p:nvPr/>
            </p:nvSpPr>
            <p:spPr>
              <a:xfrm>
                <a:off x="2831875" y="4177025"/>
                <a:ext cx="6550" cy="20750"/>
              </a:xfrm>
              <a:custGeom>
                <a:rect b="b" l="l" r="r" t="t"/>
                <a:pathLst>
                  <a:path extrusionOk="0" h="830" w="262">
                    <a:moveTo>
                      <a:pt x="210" y="1"/>
                    </a:moveTo>
                    <a:cubicBezTo>
                      <a:pt x="200" y="1"/>
                      <a:pt x="190" y="5"/>
                      <a:pt x="183" y="14"/>
                    </a:cubicBezTo>
                    <a:cubicBezTo>
                      <a:pt x="100" y="130"/>
                      <a:pt x="51" y="263"/>
                      <a:pt x="26" y="395"/>
                    </a:cubicBezTo>
                    <a:cubicBezTo>
                      <a:pt x="9" y="461"/>
                      <a:pt x="1" y="536"/>
                      <a:pt x="1" y="602"/>
                    </a:cubicBezTo>
                    <a:cubicBezTo>
                      <a:pt x="9" y="669"/>
                      <a:pt x="17" y="743"/>
                      <a:pt x="42" y="809"/>
                    </a:cubicBezTo>
                    <a:cubicBezTo>
                      <a:pt x="49" y="823"/>
                      <a:pt x="63" y="830"/>
                      <a:pt x="78" y="830"/>
                    </a:cubicBezTo>
                    <a:cubicBezTo>
                      <a:pt x="97" y="830"/>
                      <a:pt x="117" y="817"/>
                      <a:pt x="117" y="793"/>
                    </a:cubicBezTo>
                    <a:cubicBezTo>
                      <a:pt x="125" y="760"/>
                      <a:pt x="125" y="735"/>
                      <a:pt x="125" y="702"/>
                    </a:cubicBezTo>
                    <a:cubicBezTo>
                      <a:pt x="125" y="669"/>
                      <a:pt x="125" y="635"/>
                      <a:pt x="133" y="602"/>
                    </a:cubicBezTo>
                    <a:cubicBezTo>
                      <a:pt x="133" y="544"/>
                      <a:pt x="133" y="478"/>
                      <a:pt x="150" y="420"/>
                    </a:cubicBezTo>
                    <a:cubicBezTo>
                      <a:pt x="167" y="296"/>
                      <a:pt x="208" y="171"/>
                      <a:pt x="249" y="55"/>
                    </a:cubicBezTo>
                    <a:cubicBezTo>
                      <a:pt x="261" y="26"/>
                      <a:pt x="235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8" name="Google Shape;6648;p20"/>
              <p:cNvSpPr/>
              <p:nvPr/>
            </p:nvSpPr>
            <p:spPr>
              <a:xfrm>
                <a:off x="2838300" y="4186675"/>
                <a:ext cx="2725" cy="14175"/>
              </a:xfrm>
              <a:custGeom>
                <a:rect b="b" l="l" r="r" t="t"/>
                <a:pathLst>
                  <a:path extrusionOk="0" h="567" w="109">
                    <a:moveTo>
                      <a:pt x="67" y="1"/>
                    </a:moveTo>
                    <a:cubicBezTo>
                      <a:pt x="42" y="1"/>
                      <a:pt x="17" y="17"/>
                      <a:pt x="17" y="42"/>
                    </a:cubicBezTo>
                    <a:cubicBezTo>
                      <a:pt x="9" y="125"/>
                      <a:pt x="1" y="216"/>
                      <a:pt x="1" y="299"/>
                    </a:cubicBezTo>
                    <a:cubicBezTo>
                      <a:pt x="1" y="382"/>
                      <a:pt x="9" y="473"/>
                      <a:pt x="42" y="548"/>
                    </a:cubicBezTo>
                    <a:cubicBezTo>
                      <a:pt x="46" y="561"/>
                      <a:pt x="54" y="566"/>
                      <a:pt x="63" y="566"/>
                    </a:cubicBezTo>
                    <a:cubicBezTo>
                      <a:pt x="77" y="566"/>
                      <a:pt x="92" y="554"/>
                      <a:pt x="92" y="539"/>
                    </a:cubicBezTo>
                    <a:cubicBezTo>
                      <a:pt x="108" y="465"/>
                      <a:pt x="108" y="374"/>
                      <a:pt x="108" y="299"/>
                    </a:cubicBezTo>
                    <a:cubicBezTo>
                      <a:pt x="100" y="216"/>
                      <a:pt x="100" y="133"/>
                      <a:pt x="108" y="51"/>
                    </a:cubicBezTo>
                    <a:cubicBezTo>
                      <a:pt x="108" y="26"/>
                      <a:pt x="92" y="9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9" name="Google Shape;6649;p20"/>
              <p:cNvSpPr/>
              <p:nvPr/>
            </p:nvSpPr>
            <p:spPr>
              <a:xfrm>
                <a:off x="2843075" y="4192275"/>
                <a:ext cx="2100" cy="9150"/>
              </a:xfrm>
              <a:custGeom>
                <a:rect b="b" l="l" r="r" t="t"/>
                <a:pathLst>
                  <a:path extrusionOk="0" h="366" w="84">
                    <a:moveTo>
                      <a:pt x="42" y="1"/>
                    </a:moveTo>
                    <a:cubicBezTo>
                      <a:pt x="25" y="1"/>
                      <a:pt x="0" y="9"/>
                      <a:pt x="0" y="34"/>
                    </a:cubicBezTo>
                    <a:cubicBezTo>
                      <a:pt x="0" y="83"/>
                      <a:pt x="0" y="141"/>
                      <a:pt x="0" y="191"/>
                    </a:cubicBezTo>
                    <a:cubicBezTo>
                      <a:pt x="9" y="216"/>
                      <a:pt x="9" y="241"/>
                      <a:pt x="17" y="274"/>
                    </a:cubicBezTo>
                    <a:cubicBezTo>
                      <a:pt x="17" y="299"/>
                      <a:pt x="33" y="324"/>
                      <a:pt x="42" y="349"/>
                    </a:cubicBezTo>
                    <a:cubicBezTo>
                      <a:pt x="42" y="357"/>
                      <a:pt x="58" y="365"/>
                      <a:pt x="67" y="365"/>
                    </a:cubicBezTo>
                    <a:cubicBezTo>
                      <a:pt x="83" y="357"/>
                      <a:pt x="83" y="349"/>
                      <a:pt x="83" y="340"/>
                    </a:cubicBezTo>
                    <a:cubicBezTo>
                      <a:pt x="83" y="315"/>
                      <a:pt x="83" y="291"/>
                      <a:pt x="83" y="266"/>
                    </a:cubicBezTo>
                    <a:cubicBezTo>
                      <a:pt x="83" y="241"/>
                      <a:pt x="83" y="216"/>
                      <a:pt x="75" y="191"/>
                    </a:cubicBezTo>
                    <a:cubicBezTo>
                      <a:pt x="75" y="141"/>
                      <a:pt x="75" y="92"/>
                      <a:pt x="75" y="42"/>
                    </a:cubicBezTo>
                    <a:cubicBezTo>
                      <a:pt x="75" y="25"/>
                      <a:pt x="67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0" name="Google Shape;6650;p20"/>
              <p:cNvSpPr/>
              <p:nvPr/>
            </p:nvSpPr>
            <p:spPr>
              <a:xfrm>
                <a:off x="2925200" y="4197600"/>
                <a:ext cx="2825" cy="15125"/>
              </a:xfrm>
              <a:custGeom>
                <a:rect b="b" l="l" r="r" t="t"/>
                <a:pathLst>
                  <a:path extrusionOk="0" h="605" w="113">
                    <a:moveTo>
                      <a:pt x="32" y="1"/>
                    </a:moveTo>
                    <a:cubicBezTo>
                      <a:pt x="16" y="1"/>
                      <a:pt x="0" y="13"/>
                      <a:pt x="5" y="36"/>
                    </a:cubicBezTo>
                    <a:cubicBezTo>
                      <a:pt x="21" y="127"/>
                      <a:pt x="30" y="218"/>
                      <a:pt x="30" y="310"/>
                    </a:cubicBezTo>
                    <a:cubicBezTo>
                      <a:pt x="38" y="401"/>
                      <a:pt x="38" y="492"/>
                      <a:pt x="38" y="583"/>
                    </a:cubicBezTo>
                    <a:cubicBezTo>
                      <a:pt x="38" y="598"/>
                      <a:pt x="47" y="605"/>
                      <a:pt x="56" y="605"/>
                    </a:cubicBezTo>
                    <a:cubicBezTo>
                      <a:pt x="67" y="605"/>
                      <a:pt x="79" y="596"/>
                      <a:pt x="79" y="583"/>
                    </a:cubicBezTo>
                    <a:cubicBezTo>
                      <a:pt x="104" y="492"/>
                      <a:pt x="112" y="401"/>
                      <a:pt x="104" y="301"/>
                    </a:cubicBezTo>
                    <a:cubicBezTo>
                      <a:pt x="104" y="210"/>
                      <a:pt x="88" y="119"/>
                      <a:pt x="63" y="28"/>
                    </a:cubicBezTo>
                    <a:cubicBezTo>
                      <a:pt x="59" y="9"/>
                      <a:pt x="45" y="1"/>
                      <a:pt x="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1" name="Google Shape;6651;p20"/>
              <p:cNvSpPr/>
              <p:nvPr/>
            </p:nvSpPr>
            <p:spPr>
              <a:xfrm>
                <a:off x="2929025" y="4203875"/>
                <a:ext cx="3150" cy="9150"/>
              </a:xfrm>
              <a:custGeom>
                <a:rect b="b" l="l" r="r" t="t"/>
                <a:pathLst>
                  <a:path extrusionOk="0" h="366" w="126">
                    <a:moveTo>
                      <a:pt x="75" y="1"/>
                    </a:moveTo>
                    <a:cubicBezTo>
                      <a:pt x="51" y="1"/>
                      <a:pt x="17" y="17"/>
                      <a:pt x="17" y="50"/>
                    </a:cubicBezTo>
                    <a:cubicBezTo>
                      <a:pt x="17" y="100"/>
                      <a:pt x="9" y="141"/>
                      <a:pt x="9" y="191"/>
                    </a:cubicBezTo>
                    <a:cubicBezTo>
                      <a:pt x="1" y="216"/>
                      <a:pt x="1" y="241"/>
                      <a:pt x="1" y="257"/>
                    </a:cubicBezTo>
                    <a:cubicBezTo>
                      <a:pt x="1" y="274"/>
                      <a:pt x="1" y="291"/>
                      <a:pt x="1" y="307"/>
                    </a:cubicBezTo>
                    <a:cubicBezTo>
                      <a:pt x="1" y="315"/>
                      <a:pt x="9" y="332"/>
                      <a:pt x="9" y="349"/>
                    </a:cubicBezTo>
                    <a:cubicBezTo>
                      <a:pt x="17" y="357"/>
                      <a:pt x="34" y="365"/>
                      <a:pt x="42" y="365"/>
                    </a:cubicBezTo>
                    <a:cubicBezTo>
                      <a:pt x="59" y="365"/>
                      <a:pt x="67" y="357"/>
                      <a:pt x="75" y="349"/>
                    </a:cubicBezTo>
                    <a:cubicBezTo>
                      <a:pt x="84" y="324"/>
                      <a:pt x="92" y="299"/>
                      <a:pt x="100" y="274"/>
                    </a:cubicBezTo>
                    <a:cubicBezTo>
                      <a:pt x="100" y="249"/>
                      <a:pt x="109" y="224"/>
                      <a:pt x="109" y="199"/>
                    </a:cubicBezTo>
                    <a:cubicBezTo>
                      <a:pt x="117" y="158"/>
                      <a:pt x="117" y="108"/>
                      <a:pt x="125" y="67"/>
                    </a:cubicBezTo>
                    <a:cubicBezTo>
                      <a:pt x="125" y="34"/>
                      <a:pt x="109" y="9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2" name="Google Shape;6652;p20"/>
              <p:cNvSpPr/>
              <p:nvPr/>
            </p:nvSpPr>
            <p:spPr>
              <a:xfrm>
                <a:off x="2987550" y="4196625"/>
                <a:ext cx="4900" cy="14125"/>
              </a:xfrm>
              <a:custGeom>
                <a:rect b="b" l="l" r="r" t="t"/>
                <a:pathLst>
                  <a:path extrusionOk="0" h="565" w="196">
                    <a:moveTo>
                      <a:pt x="40" y="0"/>
                    </a:moveTo>
                    <a:cubicBezTo>
                      <a:pt x="20" y="0"/>
                      <a:pt x="0" y="15"/>
                      <a:pt x="5" y="42"/>
                    </a:cubicBezTo>
                    <a:cubicBezTo>
                      <a:pt x="21" y="133"/>
                      <a:pt x="38" y="216"/>
                      <a:pt x="54" y="307"/>
                    </a:cubicBezTo>
                    <a:cubicBezTo>
                      <a:pt x="63" y="349"/>
                      <a:pt x="71" y="390"/>
                      <a:pt x="79" y="431"/>
                    </a:cubicBezTo>
                    <a:cubicBezTo>
                      <a:pt x="87" y="456"/>
                      <a:pt x="87" y="481"/>
                      <a:pt x="96" y="498"/>
                    </a:cubicBezTo>
                    <a:cubicBezTo>
                      <a:pt x="104" y="523"/>
                      <a:pt x="112" y="539"/>
                      <a:pt x="129" y="556"/>
                    </a:cubicBezTo>
                    <a:cubicBezTo>
                      <a:pt x="135" y="562"/>
                      <a:pt x="143" y="565"/>
                      <a:pt x="150" y="565"/>
                    </a:cubicBezTo>
                    <a:cubicBezTo>
                      <a:pt x="162" y="565"/>
                      <a:pt x="173" y="558"/>
                      <a:pt x="179" y="547"/>
                    </a:cubicBezTo>
                    <a:cubicBezTo>
                      <a:pt x="195" y="506"/>
                      <a:pt x="179" y="456"/>
                      <a:pt x="170" y="423"/>
                    </a:cubicBezTo>
                    <a:cubicBezTo>
                      <a:pt x="162" y="373"/>
                      <a:pt x="154" y="332"/>
                      <a:pt x="145" y="291"/>
                    </a:cubicBezTo>
                    <a:cubicBezTo>
                      <a:pt x="121" y="208"/>
                      <a:pt x="104" y="117"/>
                      <a:pt x="79" y="34"/>
                    </a:cubicBezTo>
                    <a:cubicBezTo>
                      <a:pt x="75" y="11"/>
                      <a:pt x="58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3" name="Google Shape;6653;p20"/>
              <p:cNvSpPr/>
              <p:nvPr/>
            </p:nvSpPr>
            <p:spPr>
              <a:xfrm>
                <a:off x="2990425" y="4199600"/>
                <a:ext cx="4425" cy="9700"/>
              </a:xfrm>
              <a:custGeom>
                <a:rect b="b" l="l" r="r" t="t"/>
                <a:pathLst>
                  <a:path extrusionOk="0" h="388" w="177">
                    <a:moveTo>
                      <a:pt x="51" y="1"/>
                    </a:moveTo>
                    <a:cubicBezTo>
                      <a:pt x="27" y="1"/>
                      <a:pt x="1" y="18"/>
                      <a:pt x="6" y="47"/>
                    </a:cubicBezTo>
                    <a:cubicBezTo>
                      <a:pt x="14" y="105"/>
                      <a:pt x="30" y="163"/>
                      <a:pt x="47" y="221"/>
                    </a:cubicBezTo>
                    <a:cubicBezTo>
                      <a:pt x="64" y="279"/>
                      <a:pt x="88" y="329"/>
                      <a:pt x="130" y="379"/>
                    </a:cubicBezTo>
                    <a:cubicBezTo>
                      <a:pt x="136" y="385"/>
                      <a:pt x="144" y="387"/>
                      <a:pt x="151" y="387"/>
                    </a:cubicBezTo>
                    <a:cubicBezTo>
                      <a:pt x="165" y="387"/>
                      <a:pt x="177" y="378"/>
                      <a:pt x="171" y="362"/>
                    </a:cubicBezTo>
                    <a:cubicBezTo>
                      <a:pt x="163" y="329"/>
                      <a:pt x="155" y="304"/>
                      <a:pt x="146" y="271"/>
                    </a:cubicBezTo>
                    <a:cubicBezTo>
                      <a:pt x="138" y="246"/>
                      <a:pt x="130" y="221"/>
                      <a:pt x="122" y="196"/>
                    </a:cubicBezTo>
                    <a:cubicBezTo>
                      <a:pt x="105" y="138"/>
                      <a:pt x="97" y="89"/>
                      <a:pt x="88" y="31"/>
                    </a:cubicBezTo>
                    <a:cubicBezTo>
                      <a:pt x="85" y="10"/>
                      <a:pt x="68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4" name="Google Shape;6654;p20"/>
              <p:cNvSpPr/>
              <p:nvPr/>
            </p:nvSpPr>
            <p:spPr>
              <a:xfrm>
                <a:off x="2996150" y="4204500"/>
                <a:ext cx="3125" cy="7900"/>
              </a:xfrm>
              <a:custGeom>
                <a:rect b="b" l="l" r="r" t="t"/>
                <a:pathLst>
                  <a:path extrusionOk="0" h="316" w="125">
                    <a:moveTo>
                      <a:pt x="42" y="0"/>
                    </a:moveTo>
                    <a:cubicBezTo>
                      <a:pt x="17" y="9"/>
                      <a:pt x="0" y="25"/>
                      <a:pt x="0" y="50"/>
                    </a:cubicBezTo>
                    <a:lnTo>
                      <a:pt x="17" y="174"/>
                    </a:lnTo>
                    <a:cubicBezTo>
                      <a:pt x="25" y="191"/>
                      <a:pt x="25" y="208"/>
                      <a:pt x="33" y="232"/>
                    </a:cubicBezTo>
                    <a:lnTo>
                      <a:pt x="42" y="257"/>
                    </a:lnTo>
                    <a:cubicBezTo>
                      <a:pt x="42" y="274"/>
                      <a:pt x="42" y="282"/>
                      <a:pt x="50" y="299"/>
                    </a:cubicBezTo>
                    <a:cubicBezTo>
                      <a:pt x="57" y="310"/>
                      <a:pt x="69" y="316"/>
                      <a:pt x="81" y="316"/>
                    </a:cubicBezTo>
                    <a:cubicBezTo>
                      <a:pt x="96" y="316"/>
                      <a:pt x="112" y="306"/>
                      <a:pt x="116" y="282"/>
                    </a:cubicBezTo>
                    <a:cubicBezTo>
                      <a:pt x="116" y="274"/>
                      <a:pt x="125" y="266"/>
                      <a:pt x="116" y="249"/>
                    </a:cubicBezTo>
                    <a:cubicBezTo>
                      <a:pt x="116" y="241"/>
                      <a:pt x="116" y="232"/>
                      <a:pt x="116" y="216"/>
                    </a:cubicBezTo>
                    <a:cubicBezTo>
                      <a:pt x="116" y="199"/>
                      <a:pt x="116" y="183"/>
                      <a:pt x="116" y="158"/>
                    </a:cubicBezTo>
                    <a:lnTo>
                      <a:pt x="100" y="42"/>
                    </a:lnTo>
                    <a:cubicBezTo>
                      <a:pt x="91" y="17"/>
                      <a:pt x="67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5" name="Google Shape;6655;p20"/>
              <p:cNvSpPr/>
              <p:nvPr/>
            </p:nvSpPr>
            <p:spPr>
              <a:xfrm>
                <a:off x="3024400" y="4190325"/>
                <a:ext cx="9475" cy="14750"/>
              </a:xfrm>
              <a:custGeom>
                <a:rect b="b" l="l" r="r" t="t"/>
                <a:pathLst>
                  <a:path extrusionOk="0" h="590" w="379">
                    <a:moveTo>
                      <a:pt x="42" y="1"/>
                    </a:moveTo>
                    <a:cubicBezTo>
                      <a:pt x="16" y="1"/>
                      <a:pt x="1" y="41"/>
                      <a:pt x="22" y="62"/>
                    </a:cubicBezTo>
                    <a:cubicBezTo>
                      <a:pt x="113" y="112"/>
                      <a:pt x="179" y="195"/>
                      <a:pt x="229" y="286"/>
                    </a:cubicBezTo>
                    <a:cubicBezTo>
                      <a:pt x="246" y="327"/>
                      <a:pt x="271" y="377"/>
                      <a:pt x="279" y="427"/>
                    </a:cubicBezTo>
                    <a:cubicBezTo>
                      <a:pt x="287" y="476"/>
                      <a:pt x="295" y="526"/>
                      <a:pt x="312" y="576"/>
                    </a:cubicBezTo>
                    <a:cubicBezTo>
                      <a:pt x="317" y="585"/>
                      <a:pt x="325" y="589"/>
                      <a:pt x="332" y="589"/>
                    </a:cubicBezTo>
                    <a:cubicBezTo>
                      <a:pt x="337" y="589"/>
                      <a:pt x="342" y="587"/>
                      <a:pt x="345" y="584"/>
                    </a:cubicBezTo>
                    <a:cubicBezTo>
                      <a:pt x="378" y="526"/>
                      <a:pt x="378" y="468"/>
                      <a:pt x="370" y="410"/>
                    </a:cubicBezTo>
                    <a:cubicBezTo>
                      <a:pt x="353" y="352"/>
                      <a:pt x="337" y="294"/>
                      <a:pt x="304" y="244"/>
                    </a:cubicBezTo>
                    <a:cubicBezTo>
                      <a:pt x="246" y="145"/>
                      <a:pt x="163" y="62"/>
                      <a:pt x="55" y="4"/>
                    </a:cubicBezTo>
                    <a:cubicBezTo>
                      <a:pt x="51" y="2"/>
                      <a:pt x="46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6" name="Google Shape;6656;p20"/>
              <p:cNvSpPr/>
              <p:nvPr/>
            </p:nvSpPr>
            <p:spPr>
              <a:xfrm>
                <a:off x="3030525" y="4190950"/>
                <a:ext cx="6825" cy="9275"/>
              </a:xfrm>
              <a:custGeom>
                <a:rect b="b" l="l" r="r" t="t"/>
                <a:pathLst>
                  <a:path extrusionOk="0" h="371" w="273">
                    <a:moveTo>
                      <a:pt x="43" y="1"/>
                    </a:moveTo>
                    <a:cubicBezTo>
                      <a:pt x="34" y="1"/>
                      <a:pt x="25" y="5"/>
                      <a:pt x="17" y="12"/>
                    </a:cubicBezTo>
                    <a:cubicBezTo>
                      <a:pt x="1" y="29"/>
                      <a:pt x="1" y="45"/>
                      <a:pt x="9" y="70"/>
                    </a:cubicBezTo>
                    <a:cubicBezTo>
                      <a:pt x="42" y="120"/>
                      <a:pt x="75" y="170"/>
                      <a:pt x="100" y="219"/>
                    </a:cubicBezTo>
                    <a:lnTo>
                      <a:pt x="108" y="219"/>
                    </a:lnTo>
                    <a:cubicBezTo>
                      <a:pt x="133" y="269"/>
                      <a:pt x="166" y="327"/>
                      <a:pt x="216" y="368"/>
                    </a:cubicBezTo>
                    <a:cubicBezTo>
                      <a:pt x="219" y="370"/>
                      <a:pt x="223" y="371"/>
                      <a:pt x="227" y="371"/>
                    </a:cubicBezTo>
                    <a:cubicBezTo>
                      <a:pt x="246" y="371"/>
                      <a:pt x="273" y="356"/>
                      <a:pt x="266" y="335"/>
                    </a:cubicBezTo>
                    <a:cubicBezTo>
                      <a:pt x="249" y="277"/>
                      <a:pt x="208" y="219"/>
                      <a:pt x="175" y="170"/>
                    </a:cubicBezTo>
                    <a:cubicBezTo>
                      <a:pt x="142" y="120"/>
                      <a:pt x="108" y="70"/>
                      <a:pt x="75" y="20"/>
                    </a:cubicBezTo>
                    <a:cubicBezTo>
                      <a:pt x="66" y="7"/>
                      <a:pt x="55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7" name="Google Shape;6657;p20"/>
              <p:cNvSpPr/>
              <p:nvPr/>
            </p:nvSpPr>
            <p:spPr>
              <a:xfrm>
                <a:off x="3036950" y="4190325"/>
                <a:ext cx="6850" cy="8900"/>
              </a:xfrm>
              <a:custGeom>
                <a:rect b="b" l="l" r="r" t="t"/>
                <a:pathLst>
                  <a:path extrusionOk="0" h="356" w="274">
                    <a:moveTo>
                      <a:pt x="52" y="1"/>
                    </a:moveTo>
                    <a:cubicBezTo>
                      <a:pt x="46" y="1"/>
                      <a:pt x="40" y="2"/>
                      <a:pt x="34" y="4"/>
                    </a:cubicBezTo>
                    <a:cubicBezTo>
                      <a:pt x="9" y="21"/>
                      <a:pt x="1" y="45"/>
                      <a:pt x="9" y="70"/>
                    </a:cubicBezTo>
                    <a:cubicBezTo>
                      <a:pt x="34" y="128"/>
                      <a:pt x="59" y="178"/>
                      <a:pt x="92" y="228"/>
                    </a:cubicBezTo>
                    <a:cubicBezTo>
                      <a:pt x="133" y="277"/>
                      <a:pt x="183" y="327"/>
                      <a:pt x="233" y="352"/>
                    </a:cubicBezTo>
                    <a:cubicBezTo>
                      <a:pt x="235" y="354"/>
                      <a:pt x="238" y="355"/>
                      <a:pt x="242" y="355"/>
                    </a:cubicBezTo>
                    <a:cubicBezTo>
                      <a:pt x="250" y="355"/>
                      <a:pt x="260" y="350"/>
                      <a:pt x="266" y="344"/>
                    </a:cubicBezTo>
                    <a:cubicBezTo>
                      <a:pt x="274" y="335"/>
                      <a:pt x="274" y="319"/>
                      <a:pt x="266" y="311"/>
                    </a:cubicBezTo>
                    <a:cubicBezTo>
                      <a:pt x="249" y="286"/>
                      <a:pt x="241" y="261"/>
                      <a:pt x="224" y="244"/>
                    </a:cubicBezTo>
                    <a:lnTo>
                      <a:pt x="224" y="236"/>
                    </a:lnTo>
                    <a:cubicBezTo>
                      <a:pt x="199" y="219"/>
                      <a:pt x="191" y="195"/>
                      <a:pt x="175" y="170"/>
                    </a:cubicBezTo>
                    <a:cubicBezTo>
                      <a:pt x="166" y="161"/>
                      <a:pt x="158" y="145"/>
                      <a:pt x="150" y="137"/>
                    </a:cubicBezTo>
                    <a:lnTo>
                      <a:pt x="141" y="128"/>
                    </a:lnTo>
                    <a:cubicBezTo>
                      <a:pt x="141" y="120"/>
                      <a:pt x="133" y="112"/>
                      <a:pt x="133" y="103"/>
                    </a:cubicBezTo>
                    <a:cubicBezTo>
                      <a:pt x="117" y="79"/>
                      <a:pt x="108" y="54"/>
                      <a:pt x="92" y="29"/>
                    </a:cubicBezTo>
                    <a:cubicBezTo>
                      <a:pt x="85" y="10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8" name="Google Shape;6658;p20"/>
              <p:cNvSpPr/>
              <p:nvPr/>
            </p:nvSpPr>
            <p:spPr>
              <a:xfrm>
                <a:off x="3033425" y="4220875"/>
                <a:ext cx="6025" cy="25250"/>
              </a:xfrm>
              <a:custGeom>
                <a:rect b="b" l="l" r="r" t="t"/>
                <a:pathLst>
                  <a:path extrusionOk="0" h="1010" w="241">
                    <a:moveTo>
                      <a:pt x="47" y="0"/>
                    </a:moveTo>
                    <a:cubicBezTo>
                      <a:pt x="32" y="0"/>
                      <a:pt x="17" y="8"/>
                      <a:pt x="17" y="25"/>
                    </a:cubicBezTo>
                    <a:cubicBezTo>
                      <a:pt x="1" y="199"/>
                      <a:pt x="9" y="365"/>
                      <a:pt x="34" y="539"/>
                    </a:cubicBezTo>
                    <a:cubicBezTo>
                      <a:pt x="50" y="621"/>
                      <a:pt x="67" y="704"/>
                      <a:pt x="84" y="787"/>
                    </a:cubicBezTo>
                    <a:cubicBezTo>
                      <a:pt x="108" y="853"/>
                      <a:pt x="133" y="953"/>
                      <a:pt x="183" y="1003"/>
                    </a:cubicBezTo>
                    <a:cubicBezTo>
                      <a:pt x="188" y="1007"/>
                      <a:pt x="194" y="1009"/>
                      <a:pt x="200" y="1009"/>
                    </a:cubicBezTo>
                    <a:cubicBezTo>
                      <a:pt x="215" y="1009"/>
                      <a:pt x="233" y="996"/>
                      <a:pt x="233" y="978"/>
                    </a:cubicBezTo>
                    <a:cubicBezTo>
                      <a:pt x="241" y="936"/>
                      <a:pt x="233" y="903"/>
                      <a:pt x="216" y="870"/>
                    </a:cubicBezTo>
                    <a:cubicBezTo>
                      <a:pt x="208" y="820"/>
                      <a:pt x="200" y="787"/>
                      <a:pt x="191" y="746"/>
                    </a:cubicBezTo>
                    <a:cubicBezTo>
                      <a:pt x="166" y="663"/>
                      <a:pt x="150" y="588"/>
                      <a:pt x="142" y="514"/>
                    </a:cubicBezTo>
                    <a:cubicBezTo>
                      <a:pt x="108" y="348"/>
                      <a:pt x="92" y="191"/>
                      <a:pt x="84" y="25"/>
                    </a:cubicBezTo>
                    <a:cubicBezTo>
                      <a:pt x="79" y="8"/>
                      <a:pt x="63" y="0"/>
                      <a:pt x="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9" name="Google Shape;6659;p20"/>
              <p:cNvSpPr/>
              <p:nvPr/>
            </p:nvSpPr>
            <p:spPr>
              <a:xfrm>
                <a:off x="3037575" y="4228375"/>
                <a:ext cx="3750" cy="13075"/>
              </a:xfrm>
              <a:custGeom>
                <a:rect b="b" l="l" r="r" t="t"/>
                <a:pathLst>
                  <a:path extrusionOk="0" h="523" w="150">
                    <a:moveTo>
                      <a:pt x="34" y="0"/>
                    </a:moveTo>
                    <a:cubicBezTo>
                      <a:pt x="17" y="0"/>
                      <a:pt x="0" y="11"/>
                      <a:pt x="0" y="31"/>
                    </a:cubicBezTo>
                    <a:cubicBezTo>
                      <a:pt x="0" y="114"/>
                      <a:pt x="0" y="197"/>
                      <a:pt x="17" y="280"/>
                    </a:cubicBezTo>
                    <a:cubicBezTo>
                      <a:pt x="25" y="321"/>
                      <a:pt x="34" y="363"/>
                      <a:pt x="50" y="396"/>
                    </a:cubicBezTo>
                    <a:cubicBezTo>
                      <a:pt x="50" y="421"/>
                      <a:pt x="58" y="437"/>
                      <a:pt x="67" y="462"/>
                    </a:cubicBezTo>
                    <a:cubicBezTo>
                      <a:pt x="75" y="479"/>
                      <a:pt x="92" y="495"/>
                      <a:pt x="100" y="512"/>
                    </a:cubicBezTo>
                    <a:cubicBezTo>
                      <a:pt x="105" y="519"/>
                      <a:pt x="111" y="522"/>
                      <a:pt x="117" y="522"/>
                    </a:cubicBezTo>
                    <a:cubicBezTo>
                      <a:pt x="133" y="522"/>
                      <a:pt x="150" y="505"/>
                      <a:pt x="150" y="487"/>
                    </a:cubicBezTo>
                    <a:cubicBezTo>
                      <a:pt x="141" y="471"/>
                      <a:pt x="141" y="446"/>
                      <a:pt x="141" y="429"/>
                    </a:cubicBezTo>
                    <a:cubicBezTo>
                      <a:pt x="133" y="413"/>
                      <a:pt x="125" y="396"/>
                      <a:pt x="125" y="379"/>
                    </a:cubicBezTo>
                    <a:cubicBezTo>
                      <a:pt x="108" y="338"/>
                      <a:pt x="100" y="305"/>
                      <a:pt x="92" y="263"/>
                    </a:cubicBezTo>
                    <a:cubicBezTo>
                      <a:pt x="75" y="189"/>
                      <a:pt x="67" y="106"/>
                      <a:pt x="67" y="31"/>
                    </a:cubicBezTo>
                    <a:cubicBezTo>
                      <a:pt x="67" y="11"/>
                      <a:pt x="5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0" name="Google Shape;6660;p20"/>
              <p:cNvSpPr/>
              <p:nvPr/>
            </p:nvSpPr>
            <p:spPr>
              <a:xfrm>
                <a:off x="2955975" y="4261050"/>
                <a:ext cx="10375" cy="33400"/>
              </a:xfrm>
              <a:custGeom>
                <a:rect b="b" l="l" r="r" t="t"/>
                <a:pathLst>
                  <a:path extrusionOk="0" h="1336" w="415">
                    <a:moveTo>
                      <a:pt x="53" y="1"/>
                    </a:moveTo>
                    <a:cubicBezTo>
                      <a:pt x="26" y="1"/>
                      <a:pt x="0" y="26"/>
                      <a:pt x="16" y="58"/>
                    </a:cubicBezTo>
                    <a:cubicBezTo>
                      <a:pt x="91" y="266"/>
                      <a:pt x="132" y="481"/>
                      <a:pt x="174" y="705"/>
                    </a:cubicBezTo>
                    <a:cubicBezTo>
                      <a:pt x="190" y="812"/>
                      <a:pt x="199" y="920"/>
                      <a:pt x="207" y="1036"/>
                    </a:cubicBezTo>
                    <a:cubicBezTo>
                      <a:pt x="207" y="1127"/>
                      <a:pt x="190" y="1252"/>
                      <a:pt x="265" y="1326"/>
                    </a:cubicBezTo>
                    <a:cubicBezTo>
                      <a:pt x="272" y="1333"/>
                      <a:pt x="282" y="1336"/>
                      <a:pt x="292" y="1336"/>
                    </a:cubicBezTo>
                    <a:cubicBezTo>
                      <a:pt x="307" y="1336"/>
                      <a:pt x="322" y="1331"/>
                      <a:pt x="331" y="1326"/>
                    </a:cubicBezTo>
                    <a:cubicBezTo>
                      <a:pt x="414" y="1252"/>
                      <a:pt x="389" y="1111"/>
                      <a:pt x="381" y="1011"/>
                    </a:cubicBezTo>
                    <a:cubicBezTo>
                      <a:pt x="373" y="895"/>
                      <a:pt x="356" y="779"/>
                      <a:pt x="331" y="672"/>
                    </a:cubicBezTo>
                    <a:cubicBezTo>
                      <a:pt x="282" y="448"/>
                      <a:pt x="190" y="232"/>
                      <a:pt x="91" y="25"/>
                    </a:cubicBezTo>
                    <a:cubicBezTo>
                      <a:pt x="82" y="8"/>
                      <a:pt x="68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1" name="Google Shape;6661;p20"/>
              <p:cNvSpPr/>
              <p:nvPr/>
            </p:nvSpPr>
            <p:spPr>
              <a:xfrm>
                <a:off x="2967500" y="4280325"/>
                <a:ext cx="5275" cy="16375"/>
              </a:xfrm>
              <a:custGeom>
                <a:rect b="b" l="l" r="r" t="t"/>
                <a:pathLst>
                  <a:path extrusionOk="0" h="655" w="211">
                    <a:moveTo>
                      <a:pt x="56" y="0"/>
                    </a:moveTo>
                    <a:cubicBezTo>
                      <a:pt x="28" y="0"/>
                      <a:pt x="0" y="26"/>
                      <a:pt x="11" y="58"/>
                    </a:cubicBezTo>
                    <a:cubicBezTo>
                      <a:pt x="53" y="157"/>
                      <a:pt x="77" y="257"/>
                      <a:pt x="86" y="356"/>
                    </a:cubicBezTo>
                    <a:cubicBezTo>
                      <a:pt x="94" y="406"/>
                      <a:pt x="94" y="456"/>
                      <a:pt x="94" y="505"/>
                    </a:cubicBezTo>
                    <a:cubicBezTo>
                      <a:pt x="94" y="547"/>
                      <a:pt x="86" y="621"/>
                      <a:pt x="127" y="646"/>
                    </a:cubicBezTo>
                    <a:cubicBezTo>
                      <a:pt x="135" y="655"/>
                      <a:pt x="152" y="655"/>
                      <a:pt x="160" y="655"/>
                    </a:cubicBezTo>
                    <a:cubicBezTo>
                      <a:pt x="210" y="630"/>
                      <a:pt x="202" y="555"/>
                      <a:pt x="202" y="505"/>
                    </a:cubicBezTo>
                    <a:cubicBezTo>
                      <a:pt x="202" y="447"/>
                      <a:pt x="202" y="389"/>
                      <a:pt x="193" y="340"/>
                    </a:cubicBezTo>
                    <a:cubicBezTo>
                      <a:pt x="169" y="232"/>
                      <a:pt x="144" y="124"/>
                      <a:pt x="94" y="25"/>
                    </a:cubicBezTo>
                    <a:cubicBezTo>
                      <a:pt x="85" y="7"/>
                      <a:pt x="71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2" name="Google Shape;6662;p20"/>
              <p:cNvSpPr/>
              <p:nvPr/>
            </p:nvSpPr>
            <p:spPr>
              <a:xfrm>
                <a:off x="2972525" y="4287200"/>
                <a:ext cx="3550" cy="16875"/>
              </a:xfrm>
              <a:custGeom>
                <a:rect b="b" l="l" r="r" t="t"/>
                <a:pathLst>
                  <a:path extrusionOk="0" h="675" w="142">
                    <a:moveTo>
                      <a:pt x="43" y="0"/>
                    </a:moveTo>
                    <a:cubicBezTo>
                      <a:pt x="20" y="0"/>
                      <a:pt x="0" y="17"/>
                      <a:pt x="9" y="48"/>
                    </a:cubicBezTo>
                    <a:cubicBezTo>
                      <a:pt x="26" y="148"/>
                      <a:pt x="42" y="247"/>
                      <a:pt x="50" y="346"/>
                    </a:cubicBezTo>
                    <a:cubicBezTo>
                      <a:pt x="50" y="454"/>
                      <a:pt x="50" y="554"/>
                      <a:pt x="50" y="653"/>
                    </a:cubicBezTo>
                    <a:cubicBezTo>
                      <a:pt x="54" y="668"/>
                      <a:pt x="65" y="675"/>
                      <a:pt x="77" y="675"/>
                    </a:cubicBezTo>
                    <a:cubicBezTo>
                      <a:pt x="90" y="675"/>
                      <a:pt x="104" y="666"/>
                      <a:pt x="108" y="653"/>
                    </a:cubicBezTo>
                    <a:cubicBezTo>
                      <a:pt x="142" y="554"/>
                      <a:pt x="142" y="446"/>
                      <a:pt x="133" y="346"/>
                    </a:cubicBezTo>
                    <a:cubicBezTo>
                      <a:pt x="125" y="239"/>
                      <a:pt x="117" y="139"/>
                      <a:pt x="92" y="40"/>
                    </a:cubicBezTo>
                    <a:cubicBezTo>
                      <a:pt x="84" y="13"/>
                      <a:pt x="62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3" name="Google Shape;6663;p20"/>
              <p:cNvSpPr/>
              <p:nvPr/>
            </p:nvSpPr>
            <p:spPr>
              <a:xfrm>
                <a:off x="2894850" y="4229300"/>
                <a:ext cx="3900" cy="12400"/>
              </a:xfrm>
              <a:custGeom>
                <a:rect b="b" l="l" r="r" t="t"/>
                <a:pathLst>
                  <a:path extrusionOk="0" h="496" w="156">
                    <a:moveTo>
                      <a:pt x="50" y="1"/>
                    </a:moveTo>
                    <a:cubicBezTo>
                      <a:pt x="37" y="1"/>
                      <a:pt x="26" y="14"/>
                      <a:pt x="26" y="28"/>
                    </a:cubicBezTo>
                    <a:cubicBezTo>
                      <a:pt x="1" y="102"/>
                      <a:pt x="1" y="185"/>
                      <a:pt x="9" y="260"/>
                    </a:cubicBezTo>
                    <a:cubicBezTo>
                      <a:pt x="17" y="334"/>
                      <a:pt x="34" y="425"/>
                      <a:pt x="84" y="483"/>
                    </a:cubicBezTo>
                    <a:cubicBezTo>
                      <a:pt x="92" y="492"/>
                      <a:pt x="103" y="495"/>
                      <a:pt x="114" y="495"/>
                    </a:cubicBezTo>
                    <a:cubicBezTo>
                      <a:pt x="135" y="495"/>
                      <a:pt x="155" y="481"/>
                      <a:pt x="150" y="458"/>
                    </a:cubicBezTo>
                    <a:cubicBezTo>
                      <a:pt x="133" y="384"/>
                      <a:pt x="100" y="318"/>
                      <a:pt x="92" y="251"/>
                    </a:cubicBezTo>
                    <a:cubicBezTo>
                      <a:pt x="75" y="177"/>
                      <a:pt x="75" y="102"/>
                      <a:pt x="84" y="36"/>
                    </a:cubicBezTo>
                    <a:cubicBezTo>
                      <a:pt x="92" y="19"/>
                      <a:pt x="75" y="3"/>
                      <a:pt x="59" y="3"/>
                    </a:cubicBezTo>
                    <a:cubicBezTo>
                      <a:pt x="56" y="1"/>
                      <a:pt x="53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4" name="Google Shape;6664;p20"/>
              <p:cNvSpPr/>
              <p:nvPr/>
            </p:nvSpPr>
            <p:spPr>
              <a:xfrm>
                <a:off x="2899000" y="4233850"/>
                <a:ext cx="3900" cy="11775"/>
              </a:xfrm>
              <a:custGeom>
                <a:rect b="b" l="l" r="r" t="t"/>
                <a:pathLst>
                  <a:path extrusionOk="0" h="471" w="156">
                    <a:moveTo>
                      <a:pt x="45" y="1"/>
                    </a:moveTo>
                    <a:cubicBezTo>
                      <a:pt x="26" y="1"/>
                      <a:pt x="9" y="16"/>
                      <a:pt x="9" y="36"/>
                    </a:cubicBezTo>
                    <a:cubicBezTo>
                      <a:pt x="0" y="111"/>
                      <a:pt x="0" y="185"/>
                      <a:pt x="17" y="252"/>
                    </a:cubicBezTo>
                    <a:cubicBezTo>
                      <a:pt x="25" y="293"/>
                      <a:pt x="34" y="326"/>
                      <a:pt x="42" y="359"/>
                    </a:cubicBezTo>
                    <a:lnTo>
                      <a:pt x="42" y="368"/>
                    </a:lnTo>
                    <a:cubicBezTo>
                      <a:pt x="50" y="384"/>
                      <a:pt x="58" y="401"/>
                      <a:pt x="67" y="409"/>
                    </a:cubicBezTo>
                    <a:cubicBezTo>
                      <a:pt x="75" y="434"/>
                      <a:pt x="83" y="442"/>
                      <a:pt x="100" y="459"/>
                    </a:cubicBezTo>
                    <a:cubicBezTo>
                      <a:pt x="105" y="467"/>
                      <a:pt x="114" y="471"/>
                      <a:pt x="122" y="471"/>
                    </a:cubicBezTo>
                    <a:cubicBezTo>
                      <a:pt x="139" y="471"/>
                      <a:pt x="155" y="456"/>
                      <a:pt x="150" y="434"/>
                    </a:cubicBezTo>
                    <a:cubicBezTo>
                      <a:pt x="150" y="417"/>
                      <a:pt x="150" y="401"/>
                      <a:pt x="141" y="384"/>
                    </a:cubicBezTo>
                    <a:cubicBezTo>
                      <a:pt x="141" y="368"/>
                      <a:pt x="133" y="359"/>
                      <a:pt x="133" y="343"/>
                    </a:cubicBezTo>
                    <a:cubicBezTo>
                      <a:pt x="125" y="310"/>
                      <a:pt x="116" y="276"/>
                      <a:pt x="108" y="243"/>
                    </a:cubicBezTo>
                    <a:cubicBezTo>
                      <a:pt x="92" y="177"/>
                      <a:pt x="92" y="111"/>
                      <a:pt x="92" y="44"/>
                    </a:cubicBezTo>
                    <a:cubicBezTo>
                      <a:pt x="92" y="28"/>
                      <a:pt x="83" y="3"/>
                      <a:pt x="58" y="3"/>
                    </a:cubicBezTo>
                    <a:cubicBezTo>
                      <a:pt x="54" y="2"/>
                      <a:pt x="50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5" name="Google Shape;6665;p20"/>
              <p:cNvSpPr/>
              <p:nvPr/>
            </p:nvSpPr>
            <p:spPr>
              <a:xfrm>
                <a:off x="2990550" y="4123775"/>
                <a:ext cx="3350" cy="21125"/>
              </a:xfrm>
              <a:custGeom>
                <a:rect b="b" l="l" r="r" t="t"/>
                <a:pathLst>
                  <a:path extrusionOk="0" h="845" w="134">
                    <a:moveTo>
                      <a:pt x="54" y="0"/>
                    </a:moveTo>
                    <a:cubicBezTo>
                      <a:pt x="50" y="0"/>
                      <a:pt x="46" y="2"/>
                      <a:pt x="42" y="6"/>
                    </a:cubicBezTo>
                    <a:cubicBezTo>
                      <a:pt x="1" y="56"/>
                      <a:pt x="17" y="131"/>
                      <a:pt x="17" y="189"/>
                    </a:cubicBezTo>
                    <a:cubicBezTo>
                      <a:pt x="17" y="255"/>
                      <a:pt x="17" y="321"/>
                      <a:pt x="17" y="388"/>
                    </a:cubicBezTo>
                    <a:cubicBezTo>
                      <a:pt x="25" y="520"/>
                      <a:pt x="25" y="653"/>
                      <a:pt x="17" y="794"/>
                    </a:cubicBezTo>
                    <a:cubicBezTo>
                      <a:pt x="13" y="825"/>
                      <a:pt x="41" y="845"/>
                      <a:pt x="67" y="845"/>
                    </a:cubicBezTo>
                    <a:cubicBezTo>
                      <a:pt x="88" y="845"/>
                      <a:pt x="108" y="832"/>
                      <a:pt x="108" y="802"/>
                    </a:cubicBezTo>
                    <a:cubicBezTo>
                      <a:pt x="125" y="661"/>
                      <a:pt x="133" y="528"/>
                      <a:pt x="133" y="388"/>
                    </a:cubicBezTo>
                    <a:cubicBezTo>
                      <a:pt x="133" y="313"/>
                      <a:pt x="125" y="247"/>
                      <a:pt x="117" y="172"/>
                    </a:cubicBezTo>
                    <a:cubicBezTo>
                      <a:pt x="117" y="114"/>
                      <a:pt x="108" y="48"/>
                      <a:pt x="67" y="6"/>
                    </a:cubicBezTo>
                    <a:cubicBezTo>
                      <a:pt x="63" y="2"/>
                      <a:pt x="59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6" name="Google Shape;6666;p20"/>
              <p:cNvSpPr/>
              <p:nvPr/>
            </p:nvSpPr>
            <p:spPr>
              <a:xfrm>
                <a:off x="2995950" y="4125225"/>
                <a:ext cx="4150" cy="13900"/>
              </a:xfrm>
              <a:custGeom>
                <a:rect b="b" l="l" r="r" t="t"/>
                <a:pathLst>
                  <a:path extrusionOk="0" h="556" w="166">
                    <a:moveTo>
                      <a:pt x="108" y="0"/>
                    </a:moveTo>
                    <a:cubicBezTo>
                      <a:pt x="102" y="0"/>
                      <a:pt x="95" y="2"/>
                      <a:pt x="91" y="6"/>
                    </a:cubicBezTo>
                    <a:cubicBezTo>
                      <a:pt x="66" y="31"/>
                      <a:pt x="58" y="81"/>
                      <a:pt x="58" y="122"/>
                    </a:cubicBezTo>
                    <a:cubicBezTo>
                      <a:pt x="58" y="164"/>
                      <a:pt x="58" y="205"/>
                      <a:pt x="50" y="247"/>
                    </a:cubicBezTo>
                    <a:cubicBezTo>
                      <a:pt x="41" y="330"/>
                      <a:pt x="33" y="412"/>
                      <a:pt x="8" y="487"/>
                    </a:cubicBezTo>
                    <a:cubicBezTo>
                      <a:pt x="0" y="512"/>
                      <a:pt x="8" y="537"/>
                      <a:pt x="33" y="553"/>
                    </a:cubicBezTo>
                    <a:cubicBezTo>
                      <a:pt x="36" y="555"/>
                      <a:pt x="40" y="555"/>
                      <a:pt x="44" y="555"/>
                    </a:cubicBezTo>
                    <a:cubicBezTo>
                      <a:pt x="61" y="555"/>
                      <a:pt x="84" y="542"/>
                      <a:pt x="91" y="528"/>
                    </a:cubicBezTo>
                    <a:cubicBezTo>
                      <a:pt x="116" y="437"/>
                      <a:pt x="141" y="354"/>
                      <a:pt x="149" y="263"/>
                    </a:cubicBezTo>
                    <a:cubicBezTo>
                      <a:pt x="157" y="222"/>
                      <a:pt x="166" y="172"/>
                      <a:pt x="166" y="131"/>
                    </a:cubicBezTo>
                    <a:cubicBezTo>
                      <a:pt x="166" y="89"/>
                      <a:pt x="157" y="31"/>
                      <a:pt x="124" y="6"/>
                    </a:cubicBezTo>
                    <a:cubicBezTo>
                      <a:pt x="120" y="2"/>
                      <a:pt x="114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7" name="Google Shape;6667;p20"/>
              <p:cNvSpPr/>
              <p:nvPr/>
            </p:nvSpPr>
            <p:spPr>
              <a:xfrm>
                <a:off x="3015000" y="4120525"/>
                <a:ext cx="3125" cy="14275"/>
              </a:xfrm>
              <a:custGeom>
                <a:rect b="b" l="l" r="r" t="t"/>
                <a:pathLst>
                  <a:path extrusionOk="0" h="571" w="125">
                    <a:moveTo>
                      <a:pt x="44" y="1"/>
                    </a:moveTo>
                    <a:cubicBezTo>
                      <a:pt x="35" y="1"/>
                      <a:pt x="26" y="7"/>
                      <a:pt x="17" y="20"/>
                    </a:cubicBezTo>
                    <a:cubicBezTo>
                      <a:pt x="9" y="45"/>
                      <a:pt x="0" y="54"/>
                      <a:pt x="0" y="78"/>
                    </a:cubicBezTo>
                    <a:cubicBezTo>
                      <a:pt x="0" y="103"/>
                      <a:pt x="0" y="128"/>
                      <a:pt x="0" y="153"/>
                    </a:cubicBezTo>
                    <a:cubicBezTo>
                      <a:pt x="9" y="194"/>
                      <a:pt x="9" y="236"/>
                      <a:pt x="17" y="277"/>
                    </a:cubicBezTo>
                    <a:cubicBezTo>
                      <a:pt x="25" y="368"/>
                      <a:pt x="33" y="451"/>
                      <a:pt x="33" y="542"/>
                    </a:cubicBezTo>
                    <a:cubicBezTo>
                      <a:pt x="33" y="562"/>
                      <a:pt x="46" y="570"/>
                      <a:pt x="61" y="570"/>
                    </a:cubicBezTo>
                    <a:cubicBezTo>
                      <a:pt x="77" y="570"/>
                      <a:pt x="95" y="560"/>
                      <a:pt x="100" y="542"/>
                    </a:cubicBezTo>
                    <a:cubicBezTo>
                      <a:pt x="116" y="451"/>
                      <a:pt x="125" y="360"/>
                      <a:pt x="125" y="269"/>
                    </a:cubicBezTo>
                    <a:cubicBezTo>
                      <a:pt x="125" y="228"/>
                      <a:pt x="125" y="186"/>
                      <a:pt x="116" y="145"/>
                    </a:cubicBezTo>
                    <a:cubicBezTo>
                      <a:pt x="116" y="120"/>
                      <a:pt x="108" y="95"/>
                      <a:pt x="100" y="70"/>
                    </a:cubicBezTo>
                    <a:cubicBezTo>
                      <a:pt x="91" y="45"/>
                      <a:pt x="91" y="29"/>
                      <a:pt x="67" y="12"/>
                    </a:cubicBezTo>
                    <a:cubicBezTo>
                      <a:pt x="59" y="5"/>
                      <a:pt x="52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8" name="Google Shape;6668;p20"/>
              <p:cNvSpPr/>
              <p:nvPr/>
            </p:nvSpPr>
            <p:spPr>
              <a:xfrm>
                <a:off x="3033025" y="4113725"/>
                <a:ext cx="9550" cy="26425"/>
              </a:xfrm>
              <a:custGeom>
                <a:rect b="b" l="l" r="r" t="t"/>
                <a:pathLst>
                  <a:path extrusionOk="0" h="1057" w="382">
                    <a:moveTo>
                      <a:pt x="53" y="0"/>
                    </a:moveTo>
                    <a:cubicBezTo>
                      <a:pt x="29" y="0"/>
                      <a:pt x="4" y="15"/>
                      <a:pt x="0" y="44"/>
                    </a:cubicBezTo>
                    <a:cubicBezTo>
                      <a:pt x="0" y="185"/>
                      <a:pt x="8" y="334"/>
                      <a:pt x="33" y="475"/>
                    </a:cubicBezTo>
                    <a:cubicBezTo>
                      <a:pt x="42" y="549"/>
                      <a:pt x="58" y="616"/>
                      <a:pt x="83" y="690"/>
                    </a:cubicBezTo>
                    <a:cubicBezTo>
                      <a:pt x="100" y="748"/>
                      <a:pt x="116" y="831"/>
                      <a:pt x="166" y="881"/>
                    </a:cubicBezTo>
                    <a:cubicBezTo>
                      <a:pt x="172" y="885"/>
                      <a:pt x="180" y="887"/>
                      <a:pt x="188" y="887"/>
                    </a:cubicBezTo>
                    <a:cubicBezTo>
                      <a:pt x="210" y="887"/>
                      <a:pt x="232" y="872"/>
                      <a:pt x="232" y="848"/>
                    </a:cubicBezTo>
                    <a:lnTo>
                      <a:pt x="232" y="839"/>
                    </a:lnTo>
                    <a:cubicBezTo>
                      <a:pt x="257" y="914"/>
                      <a:pt x="282" y="980"/>
                      <a:pt x="323" y="1046"/>
                    </a:cubicBezTo>
                    <a:cubicBezTo>
                      <a:pt x="328" y="1054"/>
                      <a:pt x="335" y="1057"/>
                      <a:pt x="343" y="1057"/>
                    </a:cubicBezTo>
                    <a:cubicBezTo>
                      <a:pt x="361" y="1057"/>
                      <a:pt x="381" y="1039"/>
                      <a:pt x="381" y="1022"/>
                    </a:cubicBezTo>
                    <a:cubicBezTo>
                      <a:pt x="373" y="939"/>
                      <a:pt x="340" y="856"/>
                      <a:pt x="315" y="781"/>
                    </a:cubicBezTo>
                    <a:cubicBezTo>
                      <a:pt x="290" y="707"/>
                      <a:pt x="257" y="632"/>
                      <a:pt x="232" y="558"/>
                    </a:cubicBezTo>
                    <a:cubicBezTo>
                      <a:pt x="226" y="539"/>
                      <a:pt x="210" y="530"/>
                      <a:pt x="193" y="530"/>
                    </a:cubicBezTo>
                    <a:cubicBezTo>
                      <a:pt x="187" y="530"/>
                      <a:pt x="180" y="531"/>
                      <a:pt x="174" y="533"/>
                    </a:cubicBezTo>
                    <a:lnTo>
                      <a:pt x="166" y="533"/>
                    </a:lnTo>
                    <a:cubicBezTo>
                      <a:pt x="158" y="508"/>
                      <a:pt x="158" y="483"/>
                      <a:pt x="149" y="450"/>
                    </a:cubicBezTo>
                    <a:cubicBezTo>
                      <a:pt x="124" y="317"/>
                      <a:pt x="108" y="176"/>
                      <a:pt x="100" y="44"/>
                    </a:cubicBezTo>
                    <a:cubicBezTo>
                      <a:pt x="100" y="15"/>
                      <a:pt x="77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9" name="Google Shape;6669;p20"/>
              <p:cNvSpPr/>
              <p:nvPr/>
            </p:nvSpPr>
            <p:spPr>
              <a:xfrm>
                <a:off x="2617300" y="3834125"/>
                <a:ext cx="468350" cy="998025"/>
              </a:xfrm>
              <a:custGeom>
                <a:rect b="b" l="l" r="r" t="t"/>
                <a:pathLst>
                  <a:path extrusionOk="0" h="39921" w="18734">
                    <a:moveTo>
                      <a:pt x="6977" y="3373"/>
                    </a:moveTo>
                    <a:cubicBezTo>
                      <a:pt x="7010" y="3489"/>
                      <a:pt x="7043" y="3614"/>
                      <a:pt x="7076" y="3738"/>
                    </a:cubicBezTo>
                    <a:lnTo>
                      <a:pt x="7101" y="3812"/>
                    </a:lnTo>
                    <a:cubicBezTo>
                      <a:pt x="7084" y="3779"/>
                      <a:pt x="7059" y="3746"/>
                      <a:pt x="7043" y="3713"/>
                    </a:cubicBezTo>
                    <a:cubicBezTo>
                      <a:pt x="7001" y="3605"/>
                      <a:pt x="6952" y="3498"/>
                      <a:pt x="6977" y="3382"/>
                    </a:cubicBezTo>
                    <a:lnTo>
                      <a:pt x="6977" y="3373"/>
                    </a:lnTo>
                    <a:close/>
                    <a:moveTo>
                      <a:pt x="11070" y="3920"/>
                    </a:moveTo>
                    <a:cubicBezTo>
                      <a:pt x="11070" y="3920"/>
                      <a:pt x="11078" y="3928"/>
                      <a:pt x="11078" y="3928"/>
                    </a:cubicBezTo>
                    <a:cubicBezTo>
                      <a:pt x="11088" y="3939"/>
                      <a:pt x="11101" y="3946"/>
                      <a:pt x="11114" y="3946"/>
                    </a:cubicBezTo>
                    <a:cubicBezTo>
                      <a:pt x="11122" y="3946"/>
                      <a:pt x="11130" y="3943"/>
                      <a:pt x="11136" y="3937"/>
                    </a:cubicBezTo>
                    <a:cubicBezTo>
                      <a:pt x="11144" y="3945"/>
                      <a:pt x="11152" y="3945"/>
                      <a:pt x="11161" y="3953"/>
                    </a:cubicBezTo>
                    <a:cubicBezTo>
                      <a:pt x="11169" y="3953"/>
                      <a:pt x="11169" y="3961"/>
                      <a:pt x="11169" y="3961"/>
                    </a:cubicBezTo>
                    <a:cubicBezTo>
                      <a:pt x="11152" y="4019"/>
                      <a:pt x="11144" y="4077"/>
                      <a:pt x="11136" y="4144"/>
                    </a:cubicBezTo>
                    <a:cubicBezTo>
                      <a:pt x="11136" y="4151"/>
                      <a:pt x="11137" y="4159"/>
                      <a:pt x="11139" y="4166"/>
                    </a:cubicBezTo>
                    <a:lnTo>
                      <a:pt x="11139" y="4166"/>
                    </a:lnTo>
                    <a:cubicBezTo>
                      <a:pt x="11138" y="4164"/>
                      <a:pt x="11137" y="4162"/>
                      <a:pt x="11136" y="4160"/>
                    </a:cubicBezTo>
                    <a:cubicBezTo>
                      <a:pt x="11119" y="4135"/>
                      <a:pt x="11103" y="4102"/>
                      <a:pt x="11086" y="4069"/>
                    </a:cubicBezTo>
                    <a:cubicBezTo>
                      <a:pt x="11086" y="4061"/>
                      <a:pt x="11086" y="4061"/>
                      <a:pt x="11086" y="4053"/>
                    </a:cubicBezTo>
                    <a:cubicBezTo>
                      <a:pt x="11078" y="4044"/>
                      <a:pt x="11078" y="4028"/>
                      <a:pt x="11078" y="4019"/>
                    </a:cubicBezTo>
                    <a:lnTo>
                      <a:pt x="11070" y="4003"/>
                    </a:lnTo>
                    <a:cubicBezTo>
                      <a:pt x="11070" y="3995"/>
                      <a:pt x="11070" y="3986"/>
                      <a:pt x="11070" y="3978"/>
                    </a:cubicBezTo>
                    <a:lnTo>
                      <a:pt x="11070" y="3970"/>
                    </a:lnTo>
                    <a:lnTo>
                      <a:pt x="11070" y="3961"/>
                    </a:lnTo>
                    <a:cubicBezTo>
                      <a:pt x="11070" y="3953"/>
                      <a:pt x="11070" y="3937"/>
                      <a:pt x="11070" y="3928"/>
                    </a:cubicBezTo>
                    <a:lnTo>
                      <a:pt x="11070" y="3920"/>
                    </a:lnTo>
                    <a:close/>
                    <a:moveTo>
                      <a:pt x="7128" y="1222"/>
                    </a:moveTo>
                    <a:cubicBezTo>
                      <a:pt x="7231" y="1222"/>
                      <a:pt x="7343" y="1278"/>
                      <a:pt x="7424" y="1318"/>
                    </a:cubicBezTo>
                    <a:cubicBezTo>
                      <a:pt x="7557" y="1393"/>
                      <a:pt x="7673" y="1501"/>
                      <a:pt x="7780" y="1600"/>
                    </a:cubicBezTo>
                    <a:cubicBezTo>
                      <a:pt x="8070" y="1874"/>
                      <a:pt x="8319" y="2180"/>
                      <a:pt x="8634" y="2420"/>
                    </a:cubicBezTo>
                    <a:cubicBezTo>
                      <a:pt x="8716" y="2503"/>
                      <a:pt x="8791" y="2578"/>
                      <a:pt x="8866" y="2669"/>
                    </a:cubicBezTo>
                    <a:cubicBezTo>
                      <a:pt x="9064" y="2893"/>
                      <a:pt x="9205" y="3174"/>
                      <a:pt x="9238" y="3473"/>
                    </a:cubicBezTo>
                    <a:cubicBezTo>
                      <a:pt x="9243" y="3497"/>
                      <a:pt x="9265" y="3510"/>
                      <a:pt x="9286" y="3510"/>
                    </a:cubicBezTo>
                    <a:cubicBezTo>
                      <a:pt x="9300" y="3510"/>
                      <a:pt x="9314" y="3503"/>
                      <a:pt x="9321" y="3489"/>
                    </a:cubicBezTo>
                    <a:cubicBezTo>
                      <a:pt x="9346" y="3589"/>
                      <a:pt x="9371" y="3680"/>
                      <a:pt x="9388" y="3779"/>
                    </a:cubicBezTo>
                    <a:cubicBezTo>
                      <a:pt x="9391" y="3812"/>
                      <a:pt x="9416" y="3828"/>
                      <a:pt x="9442" y="3828"/>
                    </a:cubicBezTo>
                    <a:cubicBezTo>
                      <a:pt x="9475" y="3828"/>
                      <a:pt x="9508" y="3804"/>
                      <a:pt x="9504" y="3763"/>
                    </a:cubicBezTo>
                    <a:cubicBezTo>
                      <a:pt x="9487" y="3622"/>
                      <a:pt x="9462" y="3489"/>
                      <a:pt x="9437" y="3357"/>
                    </a:cubicBezTo>
                    <a:lnTo>
                      <a:pt x="9437" y="3357"/>
                    </a:lnTo>
                    <a:cubicBezTo>
                      <a:pt x="9454" y="3382"/>
                      <a:pt x="9479" y="3406"/>
                      <a:pt x="9495" y="3431"/>
                    </a:cubicBezTo>
                    <a:cubicBezTo>
                      <a:pt x="9520" y="3481"/>
                      <a:pt x="9537" y="3539"/>
                      <a:pt x="9553" y="3597"/>
                    </a:cubicBezTo>
                    <a:cubicBezTo>
                      <a:pt x="9628" y="3812"/>
                      <a:pt x="9669" y="4036"/>
                      <a:pt x="9702" y="4260"/>
                    </a:cubicBezTo>
                    <a:cubicBezTo>
                      <a:pt x="9707" y="4286"/>
                      <a:pt x="9733" y="4300"/>
                      <a:pt x="9758" y="4300"/>
                    </a:cubicBezTo>
                    <a:cubicBezTo>
                      <a:pt x="9781" y="4300"/>
                      <a:pt x="9802" y="4288"/>
                      <a:pt x="9802" y="4260"/>
                    </a:cubicBezTo>
                    <a:cubicBezTo>
                      <a:pt x="9802" y="4202"/>
                      <a:pt x="9802" y="4152"/>
                      <a:pt x="9794" y="4094"/>
                    </a:cubicBezTo>
                    <a:lnTo>
                      <a:pt x="9794" y="4094"/>
                    </a:lnTo>
                    <a:cubicBezTo>
                      <a:pt x="9818" y="4169"/>
                      <a:pt x="9835" y="4243"/>
                      <a:pt x="9852" y="4326"/>
                    </a:cubicBezTo>
                    <a:cubicBezTo>
                      <a:pt x="9852" y="4326"/>
                      <a:pt x="9852" y="4334"/>
                      <a:pt x="9860" y="4343"/>
                    </a:cubicBezTo>
                    <a:cubicBezTo>
                      <a:pt x="9843" y="4351"/>
                      <a:pt x="9827" y="4351"/>
                      <a:pt x="9810" y="4359"/>
                    </a:cubicBezTo>
                    <a:cubicBezTo>
                      <a:pt x="9744" y="4392"/>
                      <a:pt x="9678" y="4425"/>
                      <a:pt x="9611" y="4459"/>
                    </a:cubicBezTo>
                    <a:cubicBezTo>
                      <a:pt x="9479" y="4533"/>
                      <a:pt x="9346" y="4608"/>
                      <a:pt x="9222" y="4691"/>
                    </a:cubicBezTo>
                    <a:cubicBezTo>
                      <a:pt x="9131" y="4757"/>
                      <a:pt x="9040" y="4831"/>
                      <a:pt x="8965" y="4906"/>
                    </a:cubicBezTo>
                    <a:cubicBezTo>
                      <a:pt x="8932" y="4931"/>
                      <a:pt x="8907" y="4956"/>
                      <a:pt x="8882" y="4981"/>
                    </a:cubicBezTo>
                    <a:cubicBezTo>
                      <a:pt x="8808" y="5047"/>
                      <a:pt x="8741" y="5121"/>
                      <a:pt x="8667" y="5196"/>
                    </a:cubicBezTo>
                    <a:cubicBezTo>
                      <a:pt x="8526" y="5345"/>
                      <a:pt x="8410" y="5519"/>
                      <a:pt x="8302" y="5693"/>
                    </a:cubicBezTo>
                    <a:cubicBezTo>
                      <a:pt x="8112" y="6008"/>
                      <a:pt x="7996" y="6348"/>
                      <a:pt x="7929" y="6704"/>
                    </a:cubicBezTo>
                    <a:cubicBezTo>
                      <a:pt x="7913" y="6704"/>
                      <a:pt x="7896" y="6712"/>
                      <a:pt x="7880" y="6737"/>
                    </a:cubicBezTo>
                    <a:cubicBezTo>
                      <a:pt x="7871" y="6754"/>
                      <a:pt x="7871" y="6795"/>
                      <a:pt x="7896" y="6812"/>
                    </a:cubicBezTo>
                    <a:cubicBezTo>
                      <a:pt x="7905" y="6812"/>
                      <a:pt x="7905" y="6812"/>
                      <a:pt x="7913" y="6820"/>
                    </a:cubicBezTo>
                    <a:cubicBezTo>
                      <a:pt x="7896" y="6853"/>
                      <a:pt x="7880" y="6895"/>
                      <a:pt x="7871" y="6936"/>
                    </a:cubicBezTo>
                    <a:cubicBezTo>
                      <a:pt x="7863" y="6919"/>
                      <a:pt x="7855" y="6903"/>
                      <a:pt x="7847" y="6886"/>
                    </a:cubicBezTo>
                    <a:cubicBezTo>
                      <a:pt x="7838" y="6853"/>
                      <a:pt x="7830" y="6812"/>
                      <a:pt x="7822" y="6779"/>
                    </a:cubicBezTo>
                    <a:cubicBezTo>
                      <a:pt x="7805" y="6687"/>
                      <a:pt x="7797" y="6596"/>
                      <a:pt x="7789" y="6505"/>
                    </a:cubicBezTo>
                    <a:cubicBezTo>
                      <a:pt x="7764" y="6339"/>
                      <a:pt x="7739" y="6165"/>
                      <a:pt x="7706" y="6000"/>
                    </a:cubicBezTo>
                    <a:lnTo>
                      <a:pt x="7706" y="6000"/>
                    </a:lnTo>
                    <a:lnTo>
                      <a:pt x="7714" y="6008"/>
                    </a:lnTo>
                    <a:cubicBezTo>
                      <a:pt x="7723" y="6012"/>
                      <a:pt x="7732" y="6014"/>
                      <a:pt x="7740" y="6014"/>
                    </a:cubicBezTo>
                    <a:cubicBezTo>
                      <a:pt x="7765" y="6014"/>
                      <a:pt x="7786" y="5997"/>
                      <a:pt x="7780" y="5967"/>
                    </a:cubicBezTo>
                    <a:lnTo>
                      <a:pt x="7789" y="5967"/>
                    </a:lnTo>
                    <a:cubicBezTo>
                      <a:pt x="7780" y="5933"/>
                      <a:pt x="7772" y="5909"/>
                      <a:pt x="7755" y="5884"/>
                    </a:cubicBezTo>
                    <a:lnTo>
                      <a:pt x="7755" y="5884"/>
                    </a:lnTo>
                    <a:lnTo>
                      <a:pt x="7764" y="5892"/>
                    </a:lnTo>
                    <a:cubicBezTo>
                      <a:pt x="7772" y="5900"/>
                      <a:pt x="7782" y="5904"/>
                      <a:pt x="7793" y="5904"/>
                    </a:cubicBezTo>
                    <a:cubicBezTo>
                      <a:pt x="7815" y="5904"/>
                      <a:pt x="7838" y="5887"/>
                      <a:pt x="7838" y="5859"/>
                    </a:cubicBezTo>
                    <a:cubicBezTo>
                      <a:pt x="7830" y="5817"/>
                      <a:pt x="7813" y="5776"/>
                      <a:pt x="7805" y="5735"/>
                    </a:cubicBezTo>
                    <a:cubicBezTo>
                      <a:pt x="7797" y="5726"/>
                      <a:pt x="7797" y="5710"/>
                      <a:pt x="7789" y="5701"/>
                    </a:cubicBezTo>
                    <a:cubicBezTo>
                      <a:pt x="7772" y="5643"/>
                      <a:pt x="7747" y="5594"/>
                      <a:pt x="7731" y="5536"/>
                    </a:cubicBezTo>
                    <a:cubicBezTo>
                      <a:pt x="7714" y="5503"/>
                      <a:pt x="7706" y="5469"/>
                      <a:pt x="7689" y="5436"/>
                    </a:cubicBezTo>
                    <a:lnTo>
                      <a:pt x="7689" y="5428"/>
                    </a:lnTo>
                    <a:cubicBezTo>
                      <a:pt x="7692" y="5428"/>
                      <a:pt x="7695" y="5429"/>
                      <a:pt x="7698" y="5429"/>
                    </a:cubicBezTo>
                    <a:cubicBezTo>
                      <a:pt x="7766" y="5429"/>
                      <a:pt x="7787" y="5343"/>
                      <a:pt x="7755" y="5295"/>
                    </a:cubicBezTo>
                    <a:cubicBezTo>
                      <a:pt x="7706" y="5221"/>
                      <a:pt x="7681" y="5130"/>
                      <a:pt x="7639" y="5055"/>
                    </a:cubicBezTo>
                    <a:cubicBezTo>
                      <a:pt x="7623" y="5030"/>
                      <a:pt x="7615" y="5005"/>
                      <a:pt x="7598" y="4972"/>
                    </a:cubicBezTo>
                    <a:lnTo>
                      <a:pt x="7598" y="4972"/>
                    </a:lnTo>
                    <a:lnTo>
                      <a:pt x="7606" y="4981"/>
                    </a:lnTo>
                    <a:cubicBezTo>
                      <a:pt x="7611" y="4983"/>
                      <a:pt x="7615" y="4984"/>
                      <a:pt x="7619" y="4984"/>
                    </a:cubicBezTo>
                    <a:cubicBezTo>
                      <a:pt x="7631" y="4984"/>
                      <a:pt x="7642" y="4976"/>
                      <a:pt x="7648" y="4964"/>
                    </a:cubicBezTo>
                    <a:cubicBezTo>
                      <a:pt x="7673" y="5014"/>
                      <a:pt x="7689" y="5063"/>
                      <a:pt x="7714" y="5113"/>
                    </a:cubicBezTo>
                    <a:cubicBezTo>
                      <a:pt x="7725" y="5128"/>
                      <a:pt x="7743" y="5136"/>
                      <a:pt x="7760" y="5136"/>
                    </a:cubicBezTo>
                    <a:cubicBezTo>
                      <a:pt x="7781" y="5136"/>
                      <a:pt x="7801" y="5124"/>
                      <a:pt x="7805" y="5097"/>
                    </a:cubicBezTo>
                    <a:cubicBezTo>
                      <a:pt x="7822" y="4931"/>
                      <a:pt x="7722" y="4773"/>
                      <a:pt x="7615" y="4649"/>
                    </a:cubicBezTo>
                    <a:cubicBezTo>
                      <a:pt x="7565" y="4591"/>
                      <a:pt x="7515" y="4541"/>
                      <a:pt x="7457" y="4492"/>
                    </a:cubicBezTo>
                    <a:lnTo>
                      <a:pt x="7457" y="4492"/>
                    </a:lnTo>
                    <a:cubicBezTo>
                      <a:pt x="7490" y="4517"/>
                      <a:pt x="7523" y="4533"/>
                      <a:pt x="7565" y="4541"/>
                    </a:cubicBezTo>
                    <a:cubicBezTo>
                      <a:pt x="7598" y="4541"/>
                      <a:pt x="7615" y="4517"/>
                      <a:pt x="7606" y="4492"/>
                    </a:cubicBezTo>
                    <a:cubicBezTo>
                      <a:pt x="7573" y="4401"/>
                      <a:pt x="7474" y="4318"/>
                      <a:pt x="7407" y="4251"/>
                    </a:cubicBezTo>
                    <a:lnTo>
                      <a:pt x="7399" y="4243"/>
                    </a:lnTo>
                    <a:cubicBezTo>
                      <a:pt x="7341" y="3912"/>
                      <a:pt x="7233" y="3597"/>
                      <a:pt x="7151" y="3274"/>
                    </a:cubicBezTo>
                    <a:cubicBezTo>
                      <a:pt x="7059" y="2909"/>
                      <a:pt x="6960" y="2545"/>
                      <a:pt x="6902" y="2172"/>
                    </a:cubicBezTo>
                    <a:cubicBezTo>
                      <a:pt x="6869" y="1990"/>
                      <a:pt x="6852" y="1799"/>
                      <a:pt x="6861" y="1617"/>
                    </a:cubicBezTo>
                    <a:cubicBezTo>
                      <a:pt x="6869" y="1501"/>
                      <a:pt x="6894" y="1335"/>
                      <a:pt x="7001" y="1260"/>
                    </a:cubicBezTo>
                    <a:cubicBezTo>
                      <a:pt x="7039" y="1233"/>
                      <a:pt x="7083" y="1222"/>
                      <a:pt x="7128" y="1222"/>
                    </a:cubicBezTo>
                    <a:close/>
                    <a:moveTo>
                      <a:pt x="7714" y="10449"/>
                    </a:moveTo>
                    <a:cubicBezTo>
                      <a:pt x="7681" y="10474"/>
                      <a:pt x="7648" y="10490"/>
                      <a:pt x="7623" y="10515"/>
                    </a:cubicBezTo>
                    <a:cubicBezTo>
                      <a:pt x="7615" y="10524"/>
                      <a:pt x="7606" y="10532"/>
                      <a:pt x="7606" y="10532"/>
                    </a:cubicBezTo>
                    <a:cubicBezTo>
                      <a:pt x="7490" y="10548"/>
                      <a:pt x="7383" y="10565"/>
                      <a:pt x="7275" y="10582"/>
                    </a:cubicBezTo>
                    <a:cubicBezTo>
                      <a:pt x="7084" y="10615"/>
                      <a:pt x="6894" y="10648"/>
                      <a:pt x="6703" y="10681"/>
                    </a:cubicBezTo>
                    <a:lnTo>
                      <a:pt x="6695" y="10664"/>
                    </a:lnTo>
                    <a:cubicBezTo>
                      <a:pt x="6703" y="10664"/>
                      <a:pt x="6711" y="10664"/>
                      <a:pt x="6720" y="10656"/>
                    </a:cubicBezTo>
                    <a:cubicBezTo>
                      <a:pt x="6902" y="10582"/>
                      <a:pt x="7084" y="10524"/>
                      <a:pt x="7275" y="10490"/>
                    </a:cubicBezTo>
                    <a:cubicBezTo>
                      <a:pt x="7366" y="10474"/>
                      <a:pt x="7457" y="10457"/>
                      <a:pt x="7548" y="10457"/>
                    </a:cubicBezTo>
                    <a:cubicBezTo>
                      <a:pt x="7590" y="10449"/>
                      <a:pt x="7631" y="10449"/>
                      <a:pt x="7673" y="10449"/>
                    </a:cubicBezTo>
                    <a:close/>
                    <a:moveTo>
                      <a:pt x="7010" y="11253"/>
                    </a:moveTo>
                    <a:lnTo>
                      <a:pt x="7010" y="11253"/>
                    </a:lnTo>
                    <a:cubicBezTo>
                      <a:pt x="7051" y="11278"/>
                      <a:pt x="7093" y="11294"/>
                      <a:pt x="7126" y="11319"/>
                    </a:cubicBezTo>
                    <a:cubicBezTo>
                      <a:pt x="7184" y="11344"/>
                      <a:pt x="7242" y="11377"/>
                      <a:pt x="7300" y="11394"/>
                    </a:cubicBezTo>
                    <a:cubicBezTo>
                      <a:pt x="7333" y="11410"/>
                      <a:pt x="7366" y="11427"/>
                      <a:pt x="7391" y="11443"/>
                    </a:cubicBezTo>
                    <a:cubicBezTo>
                      <a:pt x="7399" y="11460"/>
                      <a:pt x="7416" y="11501"/>
                      <a:pt x="7424" y="11518"/>
                    </a:cubicBezTo>
                    <a:cubicBezTo>
                      <a:pt x="7432" y="11551"/>
                      <a:pt x="7449" y="11576"/>
                      <a:pt x="7465" y="11609"/>
                    </a:cubicBezTo>
                    <a:cubicBezTo>
                      <a:pt x="7486" y="11644"/>
                      <a:pt x="7513" y="11661"/>
                      <a:pt x="7540" y="11661"/>
                    </a:cubicBezTo>
                    <a:cubicBezTo>
                      <a:pt x="7545" y="11661"/>
                      <a:pt x="7551" y="11660"/>
                      <a:pt x="7557" y="11659"/>
                    </a:cubicBezTo>
                    <a:cubicBezTo>
                      <a:pt x="7573" y="11708"/>
                      <a:pt x="7581" y="11750"/>
                      <a:pt x="7590" y="11800"/>
                    </a:cubicBezTo>
                    <a:cubicBezTo>
                      <a:pt x="7581" y="11824"/>
                      <a:pt x="7565" y="11841"/>
                      <a:pt x="7540" y="11858"/>
                    </a:cubicBezTo>
                    <a:lnTo>
                      <a:pt x="7540" y="11866"/>
                    </a:lnTo>
                    <a:cubicBezTo>
                      <a:pt x="7508" y="11889"/>
                      <a:pt x="7474" y="11899"/>
                      <a:pt x="7441" y="11899"/>
                    </a:cubicBezTo>
                    <a:cubicBezTo>
                      <a:pt x="7378" y="11899"/>
                      <a:pt x="7318" y="11865"/>
                      <a:pt x="7275" y="11816"/>
                    </a:cubicBezTo>
                    <a:cubicBezTo>
                      <a:pt x="7200" y="11725"/>
                      <a:pt x="7167" y="11617"/>
                      <a:pt x="7126" y="11518"/>
                    </a:cubicBezTo>
                    <a:cubicBezTo>
                      <a:pt x="7084" y="11427"/>
                      <a:pt x="7051" y="11336"/>
                      <a:pt x="7010" y="11253"/>
                    </a:cubicBezTo>
                    <a:close/>
                    <a:moveTo>
                      <a:pt x="11840" y="35670"/>
                    </a:moveTo>
                    <a:cubicBezTo>
                      <a:pt x="11873" y="35761"/>
                      <a:pt x="11931" y="35844"/>
                      <a:pt x="11989" y="35902"/>
                    </a:cubicBezTo>
                    <a:lnTo>
                      <a:pt x="11998" y="35902"/>
                    </a:lnTo>
                    <a:cubicBezTo>
                      <a:pt x="12097" y="36018"/>
                      <a:pt x="12221" y="36084"/>
                      <a:pt x="12362" y="36142"/>
                    </a:cubicBezTo>
                    <a:cubicBezTo>
                      <a:pt x="12511" y="36209"/>
                      <a:pt x="12660" y="36250"/>
                      <a:pt x="12818" y="36291"/>
                    </a:cubicBezTo>
                    <a:cubicBezTo>
                      <a:pt x="12876" y="36308"/>
                      <a:pt x="12926" y="36325"/>
                      <a:pt x="12984" y="36333"/>
                    </a:cubicBezTo>
                    <a:lnTo>
                      <a:pt x="12984" y="36349"/>
                    </a:lnTo>
                    <a:cubicBezTo>
                      <a:pt x="12992" y="36383"/>
                      <a:pt x="13008" y="36399"/>
                      <a:pt x="13042" y="36399"/>
                    </a:cubicBezTo>
                    <a:cubicBezTo>
                      <a:pt x="13124" y="36407"/>
                      <a:pt x="13207" y="36416"/>
                      <a:pt x="13290" y="36416"/>
                    </a:cubicBezTo>
                    <a:lnTo>
                      <a:pt x="13505" y="36416"/>
                    </a:lnTo>
                    <a:cubicBezTo>
                      <a:pt x="13514" y="36416"/>
                      <a:pt x="13514" y="36416"/>
                      <a:pt x="13522" y="36424"/>
                    </a:cubicBezTo>
                    <a:lnTo>
                      <a:pt x="13530" y="36424"/>
                    </a:lnTo>
                    <a:lnTo>
                      <a:pt x="13539" y="36449"/>
                    </a:lnTo>
                    <a:lnTo>
                      <a:pt x="13547" y="36449"/>
                    </a:lnTo>
                    <a:lnTo>
                      <a:pt x="13547" y="36457"/>
                    </a:lnTo>
                    <a:cubicBezTo>
                      <a:pt x="13547" y="36465"/>
                      <a:pt x="13547" y="36474"/>
                      <a:pt x="13555" y="36482"/>
                    </a:cubicBezTo>
                    <a:cubicBezTo>
                      <a:pt x="13563" y="36499"/>
                      <a:pt x="13563" y="36515"/>
                      <a:pt x="13572" y="36540"/>
                    </a:cubicBezTo>
                    <a:cubicBezTo>
                      <a:pt x="13572" y="36557"/>
                      <a:pt x="13572" y="36565"/>
                      <a:pt x="13580" y="36581"/>
                    </a:cubicBezTo>
                    <a:cubicBezTo>
                      <a:pt x="13505" y="36565"/>
                      <a:pt x="13439" y="36557"/>
                      <a:pt x="13365" y="36548"/>
                    </a:cubicBezTo>
                    <a:cubicBezTo>
                      <a:pt x="13282" y="36540"/>
                      <a:pt x="13199" y="36532"/>
                      <a:pt x="13116" y="36523"/>
                    </a:cubicBezTo>
                    <a:cubicBezTo>
                      <a:pt x="13098" y="36523"/>
                      <a:pt x="13078" y="36523"/>
                      <a:pt x="13059" y="36523"/>
                    </a:cubicBezTo>
                    <a:cubicBezTo>
                      <a:pt x="12991" y="36523"/>
                      <a:pt x="12919" y="36528"/>
                      <a:pt x="12868" y="36573"/>
                    </a:cubicBezTo>
                    <a:cubicBezTo>
                      <a:pt x="12843" y="36590"/>
                      <a:pt x="12843" y="36631"/>
                      <a:pt x="12868" y="36648"/>
                    </a:cubicBezTo>
                    <a:cubicBezTo>
                      <a:pt x="12917" y="36697"/>
                      <a:pt x="13008" y="36706"/>
                      <a:pt x="13075" y="36714"/>
                    </a:cubicBezTo>
                    <a:cubicBezTo>
                      <a:pt x="13149" y="36722"/>
                      <a:pt x="13216" y="36739"/>
                      <a:pt x="13290" y="36747"/>
                    </a:cubicBezTo>
                    <a:cubicBezTo>
                      <a:pt x="13365" y="36764"/>
                      <a:pt x="13431" y="36772"/>
                      <a:pt x="13505" y="36789"/>
                    </a:cubicBezTo>
                    <a:cubicBezTo>
                      <a:pt x="13555" y="36797"/>
                      <a:pt x="13646" y="36813"/>
                      <a:pt x="13679" y="36838"/>
                    </a:cubicBezTo>
                    <a:cubicBezTo>
                      <a:pt x="13704" y="36863"/>
                      <a:pt x="13721" y="36896"/>
                      <a:pt x="13721" y="36946"/>
                    </a:cubicBezTo>
                    <a:cubicBezTo>
                      <a:pt x="13721" y="36945"/>
                      <a:pt x="13721" y="36945"/>
                      <a:pt x="13721" y="36945"/>
                    </a:cubicBezTo>
                    <a:cubicBezTo>
                      <a:pt x="13723" y="36945"/>
                      <a:pt x="13729" y="36972"/>
                      <a:pt x="13729" y="36979"/>
                    </a:cubicBezTo>
                    <a:lnTo>
                      <a:pt x="13729" y="37021"/>
                    </a:lnTo>
                    <a:cubicBezTo>
                      <a:pt x="13729" y="37062"/>
                      <a:pt x="13721" y="37095"/>
                      <a:pt x="13721" y="37128"/>
                    </a:cubicBezTo>
                    <a:cubicBezTo>
                      <a:pt x="13713" y="37161"/>
                      <a:pt x="13713" y="37195"/>
                      <a:pt x="13704" y="37219"/>
                    </a:cubicBezTo>
                    <a:cubicBezTo>
                      <a:pt x="13646" y="37161"/>
                      <a:pt x="13572" y="37120"/>
                      <a:pt x="13497" y="37079"/>
                    </a:cubicBezTo>
                    <a:cubicBezTo>
                      <a:pt x="13356" y="37012"/>
                      <a:pt x="13216" y="36963"/>
                      <a:pt x="13075" y="36896"/>
                    </a:cubicBezTo>
                    <a:cubicBezTo>
                      <a:pt x="13064" y="36892"/>
                      <a:pt x="13054" y="36890"/>
                      <a:pt x="13045" y="36890"/>
                    </a:cubicBezTo>
                    <a:cubicBezTo>
                      <a:pt x="12986" y="36890"/>
                      <a:pt x="12951" y="36969"/>
                      <a:pt x="13008" y="37012"/>
                    </a:cubicBezTo>
                    <a:cubicBezTo>
                      <a:pt x="13116" y="37079"/>
                      <a:pt x="13216" y="37153"/>
                      <a:pt x="13323" y="37219"/>
                    </a:cubicBezTo>
                    <a:cubicBezTo>
                      <a:pt x="13398" y="37269"/>
                      <a:pt x="13530" y="37302"/>
                      <a:pt x="13572" y="37385"/>
                    </a:cubicBezTo>
                    <a:cubicBezTo>
                      <a:pt x="13663" y="37559"/>
                      <a:pt x="13464" y="37708"/>
                      <a:pt x="13323" y="37733"/>
                    </a:cubicBezTo>
                    <a:cubicBezTo>
                      <a:pt x="13273" y="37743"/>
                      <a:pt x="13221" y="37747"/>
                      <a:pt x="13169" y="37747"/>
                    </a:cubicBezTo>
                    <a:cubicBezTo>
                      <a:pt x="13005" y="37747"/>
                      <a:pt x="12836" y="37706"/>
                      <a:pt x="12685" y="37675"/>
                    </a:cubicBezTo>
                    <a:cubicBezTo>
                      <a:pt x="12569" y="37650"/>
                      <a:pt x="12462" y="37634"/>
                      <a:pt x="12346" y="37609"/>
                    </a:cubicBezTo>
                    <a:cubicBezTo>
                      <a:pt x="12262" y="37586"/>
                      <a:pt x="12152" y="37550"/>
                      <a:pt x="12051" y="37550"/>
                    </a:cubicBezTo>
                    <a:cubicBezTo>
                      <a:pt x="12042" y="37550"/>
                      <a:pt x="12032" y="37550"/>
                      <a:pt x="12022" y="37551"/>
                    </a:cubicBezTo>
                    <a:cubicBezTo>
                      <a:pt x="12006" y="37501"/>
                      <a:pt x="11981" y="37451"/>
                      <a:pt x="11964" y="37402"/>
                    </a:cubicBezTo>
                    <a:cubicBezTo>
                      <a:pt x="11890" y="37178"/>
                      <a:pt x="11807" y="36963"/>
                      <a:pt x="11741" y="36739"/>
                    </a:cubicBezTo>
                    <a:cubicBezTo>
                      <a:pt x="11749" y="36731"/>
                      <a:pt x="11766" y="36714"/>
                      <a:pt x="11766" y="36697"/>
                    </a:cubicBezTo>
                    <a:cubicBezTo>
                      <a:pt x="11774" y="36573"/>
                      <a:pt x="11749" y="36441"/>
                      <a:pt x="11732" y="36308"/>
                    </a:cubicBezTo>
                    <a:cubicBezTo>
                      <a:pt x="11716" y="36184"/>
                      <a:pt x="11691" y="36051"/>
                      <a:pt x="11674" y="35927"/>
                    </a:cubicBezTo>
                    <a:cubicBezTo>
                      <a:pt x="11666" y="35894"/>
                      <a:pt x="11658" y="35861"/>
                      <a:pt x="11658" y="35827"/>
                    </a:cubicBezTo>
                    <a:cubicBezTo>
                      <a:pt x="11716" y="35786"/>
                      <a:pt x="11774" y="35736"/>
                      <a:pt x="11832" y="35678"/>
                    </a:cubicBezTo>
                    <a:lnTo>
                      <a:pt x="11840" y="35670"/>
                    </a:lnTo>
                    <a:close/>
                    <a:moveTo>
                      <a:pt x="13298" y="162"/>
                    </a:moveTo>
                    <a:cubicBezTo>
                      <a:pt x="13399" y="162"/>
                      <a:pt x="13458" y="246"/>
                      <a:pt x="13505" y="341"/>
                    </a:cubicBezTo>
                    <a:cubicBezTo>
                      <a:pt x="13762" y="888"/>
                      <a:pt x="13986" y="1451"/>
                      <a:pt x="14226" y="2014"/>
                    </a:cubicBezTo>
                    <a:cubicBezTo>
                      <a:pt x="14359" y="2338"/>
                      <a:pt x="14500" y="2652"/>
                      <a:pt x="14624" y="2984"/>
                    </a:cubicBezTo>
                    <a:cubicBezTo>
                      <a:pt x="14629" y="3003"/>
                      <a:pt x="14642" y="3011"/>
                      <a:pt x="14658" y="3011"/>
                    </a:cubicBezTo>
                    <a:cubicBezTo>
                      <a:pt x="14668" y="3011"/>
                      <a:pt x="14680" y="3007"/>
                      <a:pt x="14690" y="3000"/>
                    </a:cubicBezTo>
                    <a:cubicBezTo>
                      <a:pt x="14715" y="3000"/>
                      <a:pt x="14732" y="2984"/>
                      <a:pt x="14732" y="2951"/>
                    </a:cubicBezTo>
                    <a:lnTo>
                      <a:pt x="14732" y="2942"/>
                    </a:lnTo>
                    <a:cubicBezTo>
                      <a:pt x="14781" y="3075"/>
                      <a:pt x="14856" y="3199"/>
                      <a:pt x="14922" y="3332"/>
                    </a:cubicBezTo>
                    <a:cubicBezTo>
                      <a:pt x="14989" y="3456"/>
                      <a:pt x="15047" y="3589"/>
                      <a:pt x="15105" y="3721"/>
                    </a:cubicBezTo>
                    <a:cubicBezTo>
                      <a:pt x="15221" y="3986"/>
                      <a:pt x="15312" y="4268"/>
                      <a:pt x="15378" y="4558"/>
                    </a:cubicBezTo>
                    <a:cubicBezTo>
                      <a:pt x="15444" y="4840"/>
                      <a:pt x="15486" y="5130"/>
                      <a:pt x="15502" y="5420"/>
                    </a:cubicBezTo>
                    <a:cubicBezTo>
                      <a:pt x="15519" y="5569"/>
                      <a:pt x="15519" y="5718"/>
                      <a:pt x="15519" y="5867"/>
                    </a:cubicBezTo>
                    <a:cubicBezTo>
                      <a:pt x="15515" y="5865"/>
                      <a:pt x="15510" y="5864"/>
                      <a:pt x="15504" y="5864"/>
                    </a:cubicBezTo>
                    <a:cubicBezTo>
                      <a:pt x="15488" y="5864"/>
                      <a:pt x="15471" y="5873"/>
                      <a:pt x="15477" y="5892"/>
                    </a:cubicBezTo>
                    <a:cubicBezTo>
                      <a:pt x="15494" y="5933"/>
                      <a:pt x="15502" y="5983"/>
                      <a:pt x="15511" y="6025"/>
                    </a:cubicBezTo>
                    <a:cubicBezTo>
                      <a:pt x="15511" y="6124"/>
                      <a:pt x="15511" y="6223"/>
                      <a:pt x="15511" y="6315"/>
                    </a:cubicBezTo>
                    <a:cubicBezTo>
                      <a:pt x="15511" y="6348"/>
                      <a:pt x="15519" y="6364"/>
                      <a:pt x="15535" y="6373"/>
                    </a:cubicBezTo>
                    <a:cubicBezTo>
                      <a:pt x="15544" y="6406"/>
                      <a:pt x="15544" y="6447"/>
                      <a:pt x="15552" y="6480"/>
                    </a:cubicBezTo>
                    <a:cubicBezTo>
                      <a:pt x="15544" y="6480"/>
                      <a:pt x="15544" y="6472"/>
                      <a:pt x="15535" y="6472"/>
                    </a:cubicBezTo>
                    <a:cubicBezTo>
                      <a:pt x="15528" y="6468"/>
                      <a:pt x="15521" y="6467"/>
                      <a:pt x="15514" y="6467"/>
                    </a:cubicBezTo>
                    <a:cubicBezTo>
                      <a:pt x="15475" y="6467"/>
                      <a:pt x="15449" y="6520"/>
                      <a:pt x="15477" y="6555"/>
                    </a:cubicBezTo>
                    <a:cubicBezTo>
                      <a:pt x="15502" y="6605"/>
                      <a:pt x="15552" y="6638"/>
                      <a:pt x="15585" y="6679"/>
                    </a:cubicBezTo>
                    <a:lnTo>
                      <a:pt x="15593" y="6687"/>
                    </a:lnTo>
                    <a:cubicBezTo>
                      <a:pt x="15610" y="6729"/>
                      <a:pt x="15627" y="6779"/>
                      <a:pt x="15643" y="6820"/>
                    </a:cubicBezTo>
                    <a:cubicBezTo>
                      <a:pt x="15701" y="6986"/>
                      <a:pt x="15776" y="7160"/>
                      <a:pt x="15825" y="7334"/>
                    </a:cubicBezTo>
                    <a:cubicBezTo>
                      <a:pt x="15833" y="7348"/>
                      <a:pt x="15834" y="7363"/>
                      <a:pt x="15840" y="7372"/>
                    </a:cubicBezTo>
                    <a:lnTo>
                      <a:pt x="15840" y="7372"/>
                    </a:lnTo>
                    <a:cubicBezTo>
                      <a:pt x="15807" y="7332"/>
                      <a:pt x="15766" y="7300"/>
                      <a:pt x="15718" y="7292"/>
                    </a:cubicBezTo>
                    <a:cubicBezTo>
                      <a:pt x="15713" y="7291"/>
                      <a:pt x="15709" y="7290"/>
                      <a:pt x="15705" y="7290"/>
                    </a:cubicBezTo>
                    <a:cubicBezTo>
                      <a:pt x="15688" y="7290"/>
                      <a:pt x="15676" y="7305"/>
                      <a:pt x="15676" y="7325"/>
                    </a:cubicBezTo>
                    <a:cubicBezTo>
                      <a:pt x="15668" y="7417"/>
                      <a:pt x="15751" y="7516"/>
                      <a:pt x="15801" y="7591"/>
                    </a:cubicBezTo>
                    <a:cubicBezTo>
                      <a:pt x="15859" y="7682"/>
                      <a:pt x="15908" y="7773"/>
                      <a:pt x="15958" y="7864"/>
                    </a:cubicBezTo>
                    <a:cubicBezTo>
                      <a:pt x="15991" y="7939"/>
                      <a:pt x="16016" y="8013"/>
                      <a:pt x="16033" y="8088"/>
                    </a:cubicBezTo>
                    <a:cubicBezTo>
                      <a:pt x="16024" y="8079"/>
                      <a:pt x="16016" y="8071"/>
                      <a:pt x="16016" y="8063"/>
                    </a:cubicBezTo>
                    <a:cubicBezTo>
                      <a:pt x="15925" y="7963"/>
                      <a:pt x="15834" y="7814"/>
                      <a:pt x="15709" y="7765"/>
                    </a:cubicBezTo>
                    <a:cubicBezTo>
                      <a:pt x="15703" y="7762"/>
                      <a:pt x="15697" y="7760"/>
                      <a:pt x="15690" y="7760"/>
                    </a:cubicBezTo>
                    <a:cubicBezTo>
                      <a:pt x="15660" y="7760"/>
                      <a:pt x="15628" y="7789"/>
                      <a:pt x="15635" y="7823"/>
                    </a:cubicBezTo>
                    <a:cubicBezTo>
                      <a:pt x="15668" y="7955"/>
                      <a:pt x="15792" y="8071"/>
                      <a:pt x="15875" y="8171"/>
                    </a:cubicBezTo>
                    <a:cubicBezTo>
                      <a:pt x="15900" y="8195"/>
                      <a:pt x="15917" y="8220"/>
                      <a:pt x="15941" y="8245"/>
                    </a:cubicBezTo>
                    <a:cubicBezTo>
                      <a:pt x="15941" y="8253"/>
                      <a:pt x="15950" y="8262"/>
                      <a:pt x="15966" y="8270"/>
                    </a:cubicBezTo>
                    <a:cubicBezTo>
                      <a:pt x="15983" y="8295"/>
                      <a:pt x="16008" y="8320"/>
                      <a:pt x="16033" y="8353"/>
                    </a:cubicBezTo>
                    <a:cubicBezTo>
                      <a:pt x="16033" y="8361"/>
                      <a:pt x="16033" y="8378"/>
                      <a:pt x="16024" y="8394"/>
                    </a:cubicBezTo>
                    <a:cubicBezTo>
                      <a:pt x="16024" y="8403"/>
                      <a:pt x="16033" y="8419"/>
                      <a:pt x="16049" y="8419"/>
                    </a:cubicBezTo>
                    <a:cubicBezTo>
                      <a:pt x="16057" y="8419"/>
                      <a:pt x="16074" y="8411"/>
                      <a:pt x="16074" y="8403"/>
                    </a:cubicBezTo>
                    <a:cubicBezTo>
                      <a:pt x="16099" y="8427"/>
                      <a:pt x="16124" y="8461"/>
                      <a:pt x="16149" y="8485"/>
                    </a:cubicBezTo>
                    <a:cubicBezTo>
                      <a:pt x="16157" y="8494"/>
                      <a:pt x="16157" y="8502"/>
                      <a:pt x="16165" y="8510"/>
                    </a:cubicBezTo>
                    <a:cubicBezTo>
                      <a:pt x="16165" y="8519"/>
                      <a:pt x="16165" y="8535"/>
                      <a:pt x="16173" y="8552"/>
                    </a:cubicBezTo>
                    <a:cubicBezTo>
                      <a:pt x="16173" y="8560"/>
                      <a:pt x="16182" y="8560"/>
                      <a:pt x="16182" y="8568"/>
                    </a:cubicBezTo>
                    <a:cubicBezTo>
                      <a:pt x="16405" y="8833"/>
                      <a:pt x="16629" y="9082"/>
                      <a:pt x="16811" y="9372"/>
                    </a:cubicBezTo>
                    <a:cubicBezTo>
                      <a:pt x="16869" y="9471"/>
                      <a:pt x="16927" y="9579"/>
                      <a:pt x="16977" y="9687"/>
                    </a:cubicBezTo>
                    <a:cubicBezTo>
                      <a:pt x="16974" y="9686"/>
                      <a:pt x="16970" y="9686"/>
                      <a:pt x="16966" y="9686"/>
                    </a:cubicBezTo>
                    <a:cubicBezTo>
                      <a:pt x="16928" y="9686"/>
                      <a:pt x="16887" y="9724"/>
                      <a:pt x="16903" y="9770"/>
                    </a:cubicBezTo>
                    <a:cubicBezTo>
                      <a:pt x="16969" y="9952"/>
                      <a:pt x="17027" y="10142"/>
                      <a:pt x="17085" y="10333"/>
                    </a:cubicBezTo>
                    <a:cubicBezTo>
                      <a:pt x="17093" y="10358"/>
                      <a:pt x="17101" y="10391"/>
                      <a:pt x="17110" y="10424"/>
                    </a:cubicBezTo>
                    <a:cubicBezTo>
                      <a:pt x="17103" y="10420"/>
                      <a:pt x="17095" y="10418"/>
                      <a:pt x="17087" y="10418"/>
                    </a:cubicBezTo>
                    <a:cubicBezTo>
                      <a:pt x="17065" y="10418"/>
                      <a:pt x="17041" y="10433"/>
                      <a:pt x="17035" y="10457"/>
                    </a:cubicBezTo>
                    <a:cubicBezTo>
                      <a:pt x="17027" y="10438"/>
                      <a:pt x="17010" y="10430"/>
                      <a:pt x="16993" y="10430"/>
                    </a:cubicBezTo>
                    <a:cubicBezTo>
                      <a:pt x="16958" y="10430"/>
                      <a:pt x="16919" y="10463"/>
                      <a:pt x="16936" y="10507"/>
                    </a:cubicBezTo>
                    <a:cubicBezTo>
                      <a:pt x="16961" y="10573"/>
                      <a:pt x="16985" y="10648"/>
                      <a:pt x="17002" y="10714"/>
                    </a:cubicBezTo>
                    <a:cubicBezTo>
                      <a:pt x="17002" y="10722"/>
                      <a:pt x="17002" y="10731"/>
                      <a:pt x="17002" y="10739"/>
                    </a:cubicBezTo>
                    <a:cubicBezTo>
                      <a:pt x="17043" y="10913"/>
                      <a:pt x="17077" y="11095"/>
                      <a:pt x="17101" y="11278"/>
                    </a:cubicBezTo>
                    <a:cubicBezTo>
                      <a:pt x="17101" y="11286"/>
                      <a:pt x="17110" y="11294"/>
                      <a:pt x="17110" y="11302"/>
                    </a:cubicBezTo>
                    <a:cubicBezTo>
                      <a:pt x="17110" y="11319"/>
                      <a:pt x="17110" y="11344"/>
                      <a:pt x="17118" y="11360"/>
                    </a:cubicBezTo>
                    <a:lnTo>
                      <a:pt x="17085" y="11360"/>
                    </a:lnTo>
                    <a:cubicBezTo>
                      <a:pt x="17077" y="11344"/>
                      <a:pt x="17077" y="11336"/>
                      <a:pt x="17068" y="11319"/>
                    </a:cubicBezTo>
                    <a:lnTo>
                      <a:pt x="17068" y="11311"/>
                    </a:lnTo>
                    <a:cubicBezTo>
                      <a:pt x="17068" y="11286"/>
                      <a:pt x="17068" y="11269"/>
                      <a:pt x="17068" y="11244"/>
                    </a:cubicBezTo>
                    <a:cubicBezTo>
                      <a:pt x="17052" y="11170"/>
                      <a:pt x="17043" y="11087"/>
                      <a:pt x="17019" y="11012"/>
                    </a:cubicBezTo>
                    <a:cubicBezTo>
                      <a:pt x="17019" y="11004"/>
                      <a:pt x="17010" y="10996"/>
                      <a:pt x="17002" y="10979"/>
                    </a:cubicBezTo>
                    <a:cubicBezTo>
                      <a:pt x="16985" y="10896"/>
                      <a:pt x="16969" y="10814"/>
                      <a:pt x="16952" y="10722"/>
                    </a:cubicBezTo>
                    <a:cubicBezTo>
                      <a:pt x="16949" y="10698"/>
                      <a:pt x="16931" y="10686"/>
                      <a:pt x="16913" y="10686"/>
                    </a:cubicBezTo>
                    <a:cubicBezTo>
                      <a:pt x="16888" y="10686"/>
                      <a:pt x="16861" y="10706"/>
                      <a:pt x="16861" y="10739"/>
                    </a:cubicBezTo>
                    <a:cubicBezTo>
                      <a:pt x="16869" y="10805"/>
                      <a:pt x="16878" y="10872"/>
                      <a:pt x="16886" y="10946"/>
                    </a:cubicBezTo>
                    <a:cubicBezTo>
                      <a:pt x="16869" y="10963"/>
                      <a:pt x="16878" y="10988"/>
                      <a:pt x="16894" y="10996"/>
                    </a:cubicBezTo>
                    <a:cubicBezTo>
                      <a:pt x="16903" y="11054"/>
                      <a:pt x="16911" y="11120"/>
                      <a:pt x="16919" y="11178"/>
                    </a:cubicBezTo>
                    <a:cubicBezTo>
                      <a:pt x="16919" y="11228"/>
                      <a:pt x="16927" y="11286"/>
                      <a:pt x="16927" y="11336"/>
                    </a:cubicBezTo>
                    <a:cubicBezTo>
                      <a:pt x="16936" y="11402"/>
                      <a:pt x="16936" y="11460"/>
                      <a:pt x="16936" y="11518"/>
                    </a:cubicBezTo>
                    <a:cubicBezTo>
                      <a:pt x="16936" y="11551"/>
                      <a:pt x="16936" y="11584"/>
                      <a:pt x="16944" y="11617"/>
                    </a:cubicBezTo>
                    <a:cubicBezTo>
                      <a:pt x="16944" y="11650"/>
                      <a:pt x="16944" y="11675"/>
                      <a:pt x="16944" y="11708"/>
                    </a:cubicBezTo>
                    <a:cubicBezTo>
                      <a:pt x="16949" y="11735"/>
                      <a:pt x="16974" y="11751"/>
                      <a:pt x="16998" y="11751"/>
                    </a:cubicBezTo>
                    <a:cubicBezTo>
                      <a:pt x="17012" y="11751"/>
                      <a:pt x="17026" y="11745"/>
                      <a:pt x="17035" y="11733"/>
                    </a:cubicBezTo>
                    <a:cubicBezTo>
                      <a:pt x="17052" y="11800"/>
                      <a:pt x="17068" y="11858"/>
                      <a:pt x="17118" y="11899"/>
                    </a:cubicBezTo>
                    <a:cubicBezTo>
                      <a:pt x="17126" y="11907"/>
                      <a:pt x="17126" y="11907"/>
                      <a:pt x="17135" y="11907"/>
                    </a:cubicBezTo>
                    <a:cubicBezTo>
                      <a:pt x="17184" y="12065"/>
                      <a:pt x="17234" y="12214"/>
                      <a:pt x="17292" y="12355"/>
                    </a:cubicBezTo>
                    <a:cubicBezTo>
                      <a:pt x="17350" y="12479"/>
                      <a:pt x="17416" y="12603"/>
                      <a:pt x="17507" y="12711"/>
                    </a:cubicBezTo>
                    <a:cubicBezTo>
                      <a:pt x="17532" y="12736"/>
                      <a:pt x="17557" y="12769"/>
                      <a:pt x="17590" y="12786"/>
                    </a:cubicBezTo>
                    <a:cubicBezTo>
                      <a:pt x="17599" y="12802"/>
                      <a:pt x="17607" y="12819"/>
                      <a:pt x="17615" y="12835"/>
                    </a:cubicBezTo>
                    <a:cubicBezTo>
                      <a:pt x="17541" y="12752"/>
                      <a:pt x="17466" y="12678"/>
                      <a:pt x="17383" y="12603"/>
                    </a:cubicBezTo>
                    <a:cubicBezTo>
                      <a:pt x="17376" y="12594"/>
                      <a:pt x="17367" y="12590"/>
                      <a:pt x="17359" y="12590"/>
                    </a:cubicBezTo>
                    <a:cubicBezTo>
                      <a:pt x="17329" y="12590"/>
                      <a:pt x="17299" y="12637"/>
                      <a:pt x="17325" y="12670"/>
                    </a:cubicBezTo>
                    <a:cubicBezTo>
                      <a:pt x="17358" y="12719"/>
                      <a:pt x="17400" y="12769"/>
                      <a:pt x="17441" y="12819"/>
                    </a:cubicBezTo>
                    <a:cubicBezTo>
                      <a:pt x="17433" y="12835"/>
                      <a:pt x="17433" y="12844"/>
                      <a:pt x="17441" y="12860"/>
                    </a:cubicBezTo>
                    <a:cubicBezTo>
                      <a:pt x="17532" y="13051"/>
                      <a:pt x="17623" y="13250"/>
                      <a:pt x="17706" y="13457"/>
                    </a:cubicBezTo>
                    <a:cubicBezTo>
                      <a:pt x="17748" y="13548"/>
                      <a:pt x="17781" y="13639"/>
                      <a:pt x="17806" y="13747"/>
                    </a:cubicBezTo>
                    <a:cubicBezTo>
                      <a:pt x="17814" y="13788"/>
                      <a:pt x="17822" y="13838"/>
                      <a:pt x="17822" y="13887"/>
                    </a:cubicBezTo>
                    <a:cubicBezTo>
                      <a:pt x="17822" y="13937"/>
                      <a:pt x="17822" y="13987"/>
                      <a:pt x="17839" y="14037"/>
                    </a:cubicBezTo>
                    <a:cubicBezTo>
                      <a:pt x="17843" y="14054"/>
                      <a:pt x="17860" y="14063"/>
                      <a:pt x="17878" y="14063"/>
                    </a:cubicBezTo>
                    <a:cubicBezTo>
                      <a:pt x="17893" y="14063"/>
                      <a:pt x="17910" y="14056"/>
                      <a:pt x="17922" y="14045"/>
                    </a:cubicBezTo>
                    <a:cubicBezTo>
                      <a:pt x="17963" y="13995"/>
                      <a:pt x="17971" y="13929"/>
                      <a:pt x="17971" y="13863"/>
                    </a:cubicBezTo>
                    <a:cubicBezTo>
                      <a:pt x="18046" y="13979"/>
                      <a:pt x="18121" y="14095"/>
                      <a:pt x="18195" y="14211"/>
                    </a:cubicBezTo>
                    <a:cubicBezTo>
                      <a:pt x="18228" y="14277"/>
                      <a:pt x="18270" y="14335"/>
                      <a:pt x="18303" y="14393"/>
                    </a:cubicBezTo>
                    <a:cubicBezTo>
                      <a:pt x="18311" y="14434"/>
                      <a:pt x="18319" y="14467"/>
                      <a:pt x="18328" y="14509"/>
                    </a:cubicBezTo>
                    <a:cubicBezTo>
                      <a:pt x="18303" y="14476"/>
                      <a:pt x="18270" y="14451"/>
                      <a:pt x="18228" y="14426"/>
                    </a:cubicBezTo>
                    <a:cubicBezTo>
                      <a:pt x="18221" y="14422"/>
                      <a:pt x="18214" y="14420"/>
                      <a:pt x="18207" y="14420"/>
                    </a:cubicBezTo>
                    <a:cubicBezTo>
                      <a:pt x="18170" y="14420"/>
                      <a:pt x="18137" y="14466"/>
                      <a:pt x="18179" y="14501"/>
                    </a:cubicBezTo>
                    <a:cubicBezTo>
                      <a:pt x="18295" y="14583"/>
                      <a:pt x="18328" y="14733"/>
                      <a:pt x="18353" y="14865"/>
                    </a:cubicBezTo>
                    <a:cubicBezTo>
                      <a:pt x="18386" y="15031"/>
                      <a:pt x="18394" y="15188"/>
                      <a:pt x="18411" y="15354"/>
                    </a:cubicBezTo>
                    <a:cubicBezTo>
                      <a:pt x="18427" y="15478"/>
                      <a:pt x="18435" y="15594"/>
                      <a:pt x="18427" y="15719"/>
                    </a:cubicBezTo>
                    <a:cubicBezTo>
                      <a:pt x="18402" y="15636"/>
                      <a:pt x="18377" y="15561"/>
                      <a:pt x="18336" y="15478"/>
                    </a:cubicBezTo>
                    <a:cubicBezTo>
                      <a:pt x="18327" y="15455"/>
                      <a:pt x="18309" y="15445"/>
                      <a:pt x="18291" y="15445"/>
                    </a:cubicBezTo>
                    <a:cubicBezTo>
                      <a:pt x="18257" y="15445"/>
                      <a:pt x="18220" y="15480"/>
                      <a:pt x="18237" y="15528"/>
                    </a:cubicBezTo>
                    <a:cubicBezTo>
                      <a:pt x="18344" y="15876"/>
                      <a:pt x="18295" y="16232"/>
                      <a:pt x="18253" y="16589"/>
                    </a:cubicBezTo>
                    <a:cubicBezTo>
                      <a:pt x="18237" y="16746"/>
                      <a:pt x="18228" y="16895"/>
                      <a:pt x="18212" y="17053"/>
                    </a:cubicBezTo>
                    <a:cubicBezTo>
                      <a:pt x="18203" y="17061"/>
                      <a:pt x="18195" y="17069"/>
                      <a:pt x="18195" y="17077"/>
                    </a:cubicBezTo>
                    <a:cubicBezTo>
                      <a:pt x="18187" y="17268"/>
                      <a:pt x="18170" y="17442"/>
                      <a:pt x="18170" y="17624"/>
                    </a:cubicBezTo>
                    <a:cubicBezTo>
                      <a:pt x="18162" y="17815"/>
                      <a:pt x="18162" y="17997"/>
                      <a:pt x="18162" y="18188"/>
                    </a:cubicBezTo>
                    <a:cubicBezTo>
                      <a:pt x="18162" y="18370"/>
                      <a:pt x="18162" y="18552"/>
                      <a:pt x="18179" y="18726"/>
                    </a:cubicBezTo>
                    <a:cubicBezTo>
                      <a:pt x="18187" y="18768"/>
                      <a:pt x="18187" y="18809"/>
                      <a:pt x="18195" y="18850"/>
                    </a:cubicBezTo>
                    <a:cubicBezTo>
                      <a:pt x="18170" y="18834"/>
                      <a:pt x="18145" y="18809"/>
                      <a:pt x="18129" y="18784"/>
                    </a:cubicBezTo>
                    <a:cubicBezTo>
                      <a:pt x="17922" y="18552"/>
                      <a:pt x="17723" y="18312"/>
                      <a:pt x="17557" y="18055"/>
                    </a:cubicBezTo>
                    <a:cubicBezTo>
                      <a:pt x="17548" y="18043"/>
                      <a:pt x="17534" y="18038"/>
                      <a:pt x="17521" y="18038"/>
                    </a:cubicBezTo>
                    <a:cubicBezTo>
                      <a:pt x="17486" y="18038"/>
                      <a:pt x="17450" y="18071"/>
                      <a:pt x="17474" y="18113"/>
                    </a:cubicBezTo>
                    <a:cubicBezTo>
                      <a:pt x="17615" y="18370"/>
                      <a:pt x="17756" y="18619"/>
                      <a:pt x="17938" y="18850"/>
                    </a:cubicBezTo>
                    <a:cubicBezTo>
                      <a:pt x="18021" y="18966"/>
                      <a:pt x="18104" y="19074"/>
                      <a:pt x="18195" y="19182"/>
                    </a:cubicBezTo>
                    <a:cubicBezTo>
                      <a:pt x="18286" y="19281"/>
                      <a:pt x="18394" y="19397"/>
                      <a:pt x="18435" y="19530"/>
                    </a:cubicBezTo>
                    <a:cubicBezTo>
                      <a:pt x="18485" y="19671"/>
                      <a:pt x="18477" y="19836"/>
                      <a:pt x="18477" y="19986"/>
                    </a:cubicBezTo>
                    <a:lnTo>
                      <a:pt x="18493" y="20002"/>
                    </a:lnTo>
                    <a:cubicBezTo>
                      <a:pt x="18493" y="20077"/>
                      <a:pt x="18485" y="20160"/>
                      <a:pt x="18477" y="20242"/>
                    </a:cubicBezTo>
                    <a:cubicBezTo>
                      <a:pt x="18452" y="20118"/>
                      <a:pt x="18419" y="20002"/>
                      <a:pt x="18377" y="19878"/>
                    </a:cubicBezTo>
                    <a:cubicBezTo>
                      <a:pt x="18374" y="19863"/>
                      <a:pt x="18363" y="19857"/>
                      <a:pt x="18349" y="19857"/>
                    </a:cubicBezTo>
                    <a:cubicBezTo>
                      <a:pt x="18326" y="19857"/>
                      <a:pt x="18298" y="19876"/>
                      <a:pt x="18303" y="19903"/>
                    </a:cubicBezTo>
                    <a:cubicBezTo>
                      <a:pt x="18328" y="20110"/>
                      <a:pt x="18344" y="20317"/>
                      <a:pt x="18377" y="20516"/>
                    </a:cubicBezTo>
                    <a:cubicBezTo>
                      <a:pt x="18394" y="20648"/>
                      <a:pt x="18411" y="20773"/>
                      <a:pt x="18419" y="20897"/>
                    </a:cubicBezTo>
                    <a:cubicBezTo>
                      <a:pt x="18411" y="20963"/>
                      <a:pt x="18402" y="21030"/>
                      <a:pt x="18394" y="21088"/>
                    </a:cubicBezTo>
                    <a:cubicBezTo>
                      <a:pt x="18386" y="21162"/>
                      <a:pt x="18369" y="21245"/>
                      <a:pt x="18377" y="21320"/>
                    </a:cubicBezTo>
                    <a:cubicBezTo>
                      <a:pt x="18377" y="21344"/>
                      <a:pt x="18394" y="21361"/>
                      <a:pt x="18411" y="21369"/>
                    </a:cubicBezTo>
                    <a:cubicBezTo>
                      <a:pt x="18402" y="21469"/>
                      <a:pt x="18394" y="21568"/>
                      <a:pt x="18369" y="21659"/>
                    </a:cubicBezTo>
                    <a:cubicBezTo>
                      <a:pt x="18369" y="21674"/>
                      <a:pt x="18363" y="21688"/>
                      <a:pt x="18361" y="21708"/>
                    </a:cubicBezTo>
                    <a:lnTo>
                      <a:pt x="18361" y="21708"/>
                    </a:lnTo>
                    <a:cubicBezTo>
                      <a:pt x="18369" y="21513"/>
                      <a:pt x="18360" y="21325"/>
                      <a:pt x="18328" y="21137"/>
                    </a:cubicBezTo>
                    <a:cubicBezTo>
                      <a:pt x="18324" y="21110"/>
                      <a:pt x="18304" y="21098"/>
                      <a:pt x="18284" y="21098"/>
                    </a:cubicBezTo>
                    <a:cubicBezTo>
                      <a:pt x="18260" y="21098"/>
                      <a:pt x="18237" y="21115"/>
                      <a:pt x="18237" y="21146"/>
                    </a:cubicBezTo>
                    <a:cubicBezTo>
                      <a:pt x="18286" y="21634"/>
                      <a:pt x="18179" y="22140"/>
                      <a:pt x="17996" y="22587"/>
                    </a:cubicBezTo>
                    <a:cubicBezTo>
                      <a:pt x="17996" y="22603"/>
                      <a:pt x="17989" y="22611"/>
                      <a:pt x="17988" y="22619"/>
                    </a:cubicBezTo>
                    <a:lnTo>
                      <a:pt x="17988" y="22619"/>
                    </a:lnTo>
                    <a:cubicBezTo>
                      <a:pt x="17996" y="22495"/>
                      <a:pt x="18005" y="22371"/>
                      <a:pt x="18005" y="22239"/>
                    </a:cubicBezTo>
                    <a:cubicBezTo>
                      <a:pt x="18005" y="22216"/>
                      <a:pt x="17983" y="22200"/>
                      <a:pt x="17963" y="22200"/>
                    </a:cubicBezTo>
                    <a:cubicBezTo>
                      <a:pt x="17948" y="22200"/>
                      <a:pt x="17934" y="22209"/>
                      <a:pt x="17930" y="22231"/>
                    </a:cubicBezTo>
                    <a:cubicBezTo>
                      <a:pt x="17889" y="22546"/>
                      <a:pt x="17839" y="22861"/>
                      <a:pt x="17739" y="23167"/>
                    </a:cubicBezTo>
                    <a:cubicBezTo>
                      <a:pt x="17632" y="23366"/>
                      <a:pt x="17524" y="23565"/>
                      <a:pt x="17425" y="23772"/>
                    </a:cubicBezTo>
                    <a:cubicBezTo>
                      <a:pt x="17416" y="23780"/>
                      <a:pt x="17408" y="23789"/>
                      <a:pt x="17408" y="23797"/>
                    </a:cubicBezTo>
                    <a:cubicBezTo>
                      <a:pt x="17226" y="24029"/>
                      <a:pt x="17010" y="24228"/>
                      <a:pt x="16869" y="24485"/>
                    </a:cubicBezTo>
                    <a:cubicBezTo>
                      <a:pt x="16836" y="24551"/>
                      <a:pt x="16803" y="24617"/>
                      <a:pt x="16770" y="24692"/>
                    </a:cubicBezTo>
                    <a:cubicBezTo>
                      <a:pt x="16753" y="24592"/>
                      <a:pt x="16729" y="24493"/>
                      <a:pt x="16629" y="24435"/>
                    </a:cubicBezTo>
                    <a:cubicBezTo>
                      <a:pt x="16623" y="24431"/>
                      <a:pt x="16618" y="24430"/>
                      <a:pt x="16613" y="24430"/>
                    </a:cubicBezTo>
                    <a:cubicBezTo>
                      <a:pt x="16580" y="24430"/>
                      <a:pt x="16559" y="24489"/>
                      <a:pt x="16588" y="24518"/>
                    </a:cubicBezTo>
                    <a:cubicBezTo>
                      <a:pt x="16629" y="24551"/>
                      <a:pt x="16621" y="24625"/>
                      <a:pt x="16621" y="24667"/>
                    </a:cubicBezTo>
                    <a:cubicBezTo>
                      <a:pt x="16621" y="24733"/>
                      <a:pt x="16629" y="24791"/>
                      <a:pt x="16637" y="24849"/>
                    </a:cubicBezTo>
                    <a:cubicBezTo>
                      <a:pt x="16654" y="24973"/>
                      <a:pt x="16679" y="25089"/>
                      <a:pt x="16646" y="25205"/>
                    </a:cubicBezTo>
                    <a:cubicBezTo>
                      <a:pt x="16629" y="25288"/>
                      <a:pt x="16596" y="25363"/>
                      <a:pt x="16563" y="25437"/>
                    </a:cubicBezTo>
                    <a:cubicBezTo>
                      <a:pt x="16579" y="25330"/>
                      <a:pt x="16588" y="25214"/>
                      <a:pt x="16588" y="25098"/>
                    </a:cubicBezTo>
                    <a:cubicBezTo>
                      <a:pt x="16588" y="25051"/>
                      <a:pt x="16552" y="25023"/>
                      <a:pt x="16518" y="25023"/>
                    </a:cubicBezTo>
                    <a:cubicBezTo>
                      <a:pt x="16492" y="25023"/>
                      <a:pt x="16467" y="25041"/>
                      <a:pt x="16463" y="25081"/>
                    </a:cubicBezTo>
                    <a:cubicBezTo>
                      <a:pt x="16422" y="25346"/>
                      <a:pt x="16364" y="25611"/>
                      <a:pt x="16289" y="25877"/>
                    </a:cubicBezTo>
                    <a:cubicBezTo>
                      <a:pt x="16256" y="26001"/>
                      <a:pt x="16215" y="26125"/>
                      <a:pt x="16173" y="26258"/>
                    </a:cubicBezTo>
                    <a:cubicBezTo>
                      <a:pt x="16124" y="26382"/>
                      <a:pt x="16066" y="26506"/>
                      <a:pt x="16057" y="26639"/>
                    </a:cubicBezTo>
                    <a:cubicBezTo>
                      <a:pt x="16051" y="26676"/>
                      <a:pt x="16086" y="26712"/>
                      <a:pt x="16121" y="26712"/>
                    </a:cubicBezTo>
                    <a:cubicBezTo>
                      <a:pt x="16133" y="26712"/>
                      <a:pt x="16146" y="26708"/>
                      <a:pt x="16157" y="26697"/>
                    </a:cubicBezTo>
                    <a:cubicBezTo>
                      <a:pt x="16248" y="26606"/>
                      <a:pt x="16306" y="26473"/>
                      <a:pt x="16347" y="26349"/>
                    </a:cubicBezTo>
                    <a:lnTo>
                      <a:pt x="16347" y="26349"/>
                    </a:lnTo>
                    <a:cubicBezTo>
                      <a:pt x="16347" y="26390"/>
                      <a:pt x="16347" y="26440"/>
                      <a:pt x="16339" y="26481"/>
                    </a:cubicBezTo>
                    <a:cubicBezTo>
                      <a:pt x="16323" y="26647"/>
                      <a:pt x="16306" y="26805"/>
                      <a:pt x="16281" y="26970"/>
                    </a:cubicBezTo>
                    <a:cubicBezTo>
                      <a:pt x="16231" y="27302"/>
                      <a:pt x="16173" y="27633"/>
                      <a:pt x="16099" y="27956"/>
                    </a:cubicBezTo>
                    <a:cubicBezTo>
                      <a:pt x="15950" y="28627"/>
                      <a:pt x="15767" y="29282"/>
                      <a:pt x="15585" y="29936"/>
                    </a:cubicBezTo>
                    <a:cubicBezTo>
                      <a:pt x="15535" y="30127"/>
                      <a:pt x="15486" y="30309"/>
                      <a:pt x="15444" y="30500"/>
                    </a:cubicBezTo>
                    <a:cubicBezTo>
                      <a:pt x="15395" y="30699"/>
                      <a:pt x="15353" y="30898"/>
                      <a:pt x="15312" y="31105"/>
                    </a:cubicBezTo>
                    <a:cubicBezTo>
                      <a:pt x="15312" y="31121"/>
                      <a:pt x="15328" y="31138"/>
                      <a:pt x="15345" y="31146"/>
                    </a:cubicBezTo>
                    <a:cubicBezTo>
                      <a:pt x="15328" y="31254"/>
                      <a:pt x="15312" y="31362"/>
                      <a:pt x="15295" y="31469"/>
                    </a:cubicBezTo>
                    <a:cubicBezTo>
                      <a:pt x="15262" y="31768"/>
                      <a:pt x="15229" y="32066"/>
                      <a:pt x="15212" y="32364"/>
                    </a:cubicBezTo>
                    <a:cubicBezTo>
                      <a:pt x="15187" y="32662"/>
                      <a:pt x="15171" y="32961"/>
                      <a:pt x="15171" y="33259"/>
                    </a:cubicBezTo>
                    <a:cubicBezTo>
                      <a:pt x="15163" y="33400"/>
                      <a:pt x="15163" y="33541"/>
                      <a:pt x="15171" y="33682"/>
                    </a:cubicBezTo>
                    <a:cubicBezTo>
                      <a:pt x="15171" y="33839"/>
                      <a:pt x="15187" y="33996"/>
                      <a:pt x="15196" y="34154"/>
                    </a:cubicBezTo>
                    <a:cubicBezTo>
                      <a:pt x="15200" y="34174"/>
                      <a:pt x="15219" y="34185"/>
                      <a:pt x="15236" y="34185"/>
                    </a:cubicBezTo>
                    <a:cubicBezTo>
                      <a:pt x="15254" y="34185"/>
                      <a:pt x="15270" y="34174"/>
                      <a:pt x="15270" y="34154"/>
                    </a:cubicBezTo>
                    <a:cubicBezTo>
                      <a:pt x="15270" y="34112"/>
                      <a:pt x="15279" y="34071"/>
                      <a:pt x="15279" y="34029"/>
                    </a:cubicBezTo>
                    <a:cubicBezTo>
                      <a:pt x="15279" y="34046"/>
                      <a:pt x="15287" y="34054"/>
                      <a:pt x="15287" y="34071"/>
                    </a:cubicBezTo>
                    <a:cubicBezTo>
                      <a:pt x="15320" y="34203"/>
                      <a:pt x="15353" y="34336"/>
                      <a:pt x="15395" y="34477"/>
                    </a:cubicBezTo>
                    <a:cubicBezTo>
                      <a:pt x="15469" y="34750"/>
                      <a:pt x="15544" y="35032"/>
                      <a:pt x="15627" y="35305"/>
                    </a:cubicBezTo>
                    <a:cubicBezTo>
                      <a:pt x="15693" y="35562"/>
                      <a:pt x="15767" y="35819"/>
                      <a:pt x="15925" y="36035"/>
                    </a:cubicBezTo>
                    <a:cubicBezTo>
                      <a:pt x="16034" y="36173"/>
                      <a:pt x="16208" y="36325"/>
                      <a:pt x="16395" y="36325"/>
                    </a:cubicBezTo>
                    <a:cubicBezTo>
                      <a:pt x="16421" y="36325"/>
                      <a:pt x="16446" y="36322"/>
                      <a:pt x="16472" y="36316"/>
                    </a:cubicBezTo>
                    <a:cubicBezTo>
                      <a:pt x="16480" y="36325"/>
                      <a:pt x="16497" y="36333"/>
                      <a:pt x="16513" y="36333"/>
                    </a:cubicBezTo>
                    <a:cubicBezTo>
                      <a:pt x="16662" y="36391"/>
                      <a:pt x="16828" y="36432"/>
                      <a:pt x="16985" y="36482"/>
                    </a:cubicBezTo>
                    <a:cubicBezTo>
                      <a:pt x="17093" y="36515"/>
                      <a:pt x="17217" y="36548"/>
                      <a:pt x="17251" y="36673"/>
                    </a:cubicBezTo>
                    <a:cubicBezTo>
                      <a:pt x="17259" y="36722"/>
                      <a:pt x="17267" y="36772"/>
                      <a:pt x="17267" y="36822"/>
                    </a:cubicBezTo>
                    <a:cubicBezTo>
                      <a:pt x="17201" y="36780"/>
                      <a:pt x="17135" y="36739"/>
                      <a:pt x="17060" y="36697"/>
                    </a:cubicBezTo>
                    <a:cubicBezTo>
                      <a:pt x="16944" y="36639"/>
                      <a:pt x="16836" y="36590"/>
                      <a:pt x="16720" y="36540"/>
                    </a:cubicBezTo>
                    <a:cubicBezTo>
                      <a:pt x="16712" y="36537"/>
                      <a:pt x="16704" y="36535"/>
                      <a:pt x="16697" y="36535"/>
                    </a:cubicBezTo>
                    <a:cubicBezTo>
                      <a:pt x="16650" y="36535"/>
                      <a:pt x="16619" y="36595"/>
                      <a:pt x="16662" y="36631"/>
                    </a:cubicBezTo>
                    <a:cubicBezTo>
                      <a:pt x="16753" y="36706"/>
                      <a:pt x="16836" y="36772"/>
                      <a:pt x="16927" y="36838"/>
                    </a:cubicBezTo>
                    <a:cubicBezTo>
                      <a:pt x="17002" y="36896"/>
                      <a:pt x="17093" y="36946"/>
                      <a:pt x="17168" y="37004"/>
                    </a:cubicBezTo>
                    <a:cubicBezTo>
                      <a:pt x="17234" y="37054"/>
                      <a:pt x="17292" y="37112"/>
                      <a:pt x="17300" y="37195"/>
                    </a:cubicBezTo>
                    <a:cubicBezTo>
                      <a:pt x="17300" y="37269"/>
                      <a:pt x="17267" y="37352"/>
                      <a:pt x="17234" y="37418"/>
                    </a:cubicBezTo>
                    <a:cubicBezTo>
                      <a:pt x="17217" y="37435"/>
                      <a:pt x="17209" y="37460"/>
                      <a:pt x="17201" y="37476"/>
                    </a:cubicBezTo>
                    <a:cubicBezTo>
                      <a:pt x="17184" y="37493"/>
                      <a:pt x="17168" y="37509"/>
                      <a:pt x="17159" y="37534"/>
                    </a:cubicBezTo>
                    <a:cubicBezTo>
                      <a:pt x="17151" y="37518"/>
                      <a:pt x="17143" y="37509"/>
                      <a:pt x="17135" y="37501"/>
                    </a:cubicBezTo>
                    <a:cubicBezTo>
                      <a:pt x="17093" y="37443"/>
                      <a:pt x="17027" y="37393"/>
                      <a:pt x="16969" y="37352"/>
                    </a:cubicBezTo>
                    <a:cubicBezTo>
                      <a:pt x="16903" y="37302"/>
                      <a:pt x="16845" y="37253"/>
                      <a:pt x="16787" y="37203"/>
                    </a:cubicBezTo>
                    <a:cubicBezTo>
                      <a:pt x="16671" y="37095"/>
                      <a:pt x="16546" y="36996"/>
                      <a:pt x="16430" y="36880"/>
                    </a:cubicBezTo>
                    <a:cubicBezTo>
                      <a:pt x="16420" y="36871"/>
                      <a:pt x="16409" y="36868"/>
                      <a:pt x="16399" y="36868"/>
                    </a:cubicBezTo>
                    <a:cubicBezTo>
                      <a:pt x="16358" y="36868"/>
                      <a:pt x="16323" y="36923"/>
                      <a:pt x="16356" y="36963"/>
                    </a:cubicBezTo>
                    <a:cubicBezTo>
                      <a:pt x="16430" y="37070"/>
                      <a:pt x="16513" y="37178"/>
                      <a:pt x="16604" y="37269"/>
                    </a:cubicBezTo>
                    <a:cubicBezTo>
                      <a:pt x="16695" y="37369"/>
                      <a:pt x="16787" y="37460"/>
                      <a:pt x="16886" y="37551"/>
                    </a:cubicBezTo>
                    <a:cubicBezTo>
                      <a:pt x="16911" y="37576"/>
                      <a:pt x="16936" y="37592"/>
                      <a:pt x="16961" y="37609"/>
                    </a:cubicBezTo>
                    <a:lnTo>
                      <a:pt x="16969" y="37625"/>
                    </a:lnTo>
                    <a:cubicBezTo>
                      <a:pt x="16944" y="37659"/>
                      <a:pt x="16894" y="37692"/>
                      <a:pt x="16861" y="37717"/>
                    </a:cubicBezTo>
                    <a:cubicBezTo>
                      <a:pt x="16811" y="37750"/>
                      <a:pt x="16753" y="37791"/>
                      <a:pt x="16704" y="37824"/>
                    </a:cubicBezTo>
                    <a:cubicBezTo>
                      <a:pt x="16662" y="37849"/>
                      <a:pt x="16621" y="37874"/>
                      <a:pt x="16596" y="37899"/>
                    </a:cubicBezTo>
                    <a:cubicBezTo>
                      <a:pt x="16567" y="37905"/>
                      <a:pt x="16538" y="37907"/>
                      <a:pt x="16511" y="37907"/>
                    </a:cubicBezTo>
                    <a:cubicBezTo>
                      <a:pt x="16460" y="37907"/>
                      <a:pt x="16412" y="37898"/>
                      <a:pt x="16364" y="37882"/>
                    </a:cubicBezTo>
                    <a:cubicBezTo>
                      <a:pt x="16273" y="37857"/>
                      <a:pt x="16207" y="37791"/>
                      <a:pt x="16124" y="37741"/>
                    </a:cubicBezTo>
                    <a:cubicBezTo>
                      <a:pt x="16049" y="37692"/>
                      <a:pt x="15966" y="37659"/>
                      <a:pt x="15875" y="37625"/>
                    </a:cubicBezTo>
                    <a:cubicBezTo>
                      <a:pt x="15701" y="37567"/>
                      <a:pt x="15519" y="37518"/>
                      <a:pt x="15345" y="37476"/>
                    </a:cubicBezTo>
                    <a:cubicBezTo>
                      <a:pt x="15295" y="37435"/>
                      <a:pt x="15229" y="37418"/>
                      <a:pt x="15171" y="37393"/>
                    </a:cubicBezTo>
                    <a:cubicBezTo>
                      <a:pt x="15080" y="37360"/>
                      <a:pt x="14997" y="37311"/>
                      <a:pt x="14914" y="37261"/>
                    </a:cubicBezTo>
                    <a:cubicBezTo>
                      <a:pt x="14748" y="37161"/>
                      <a:pt x="14641" y="37037"/>
                      <a:pt x="14583" y="36855"/>
                    </a:cubicBezTo>
                    <a:cubicBezTo>
                      <a:pt x="14525" y="36681"/>
                      <a:pt x="14508" y="36490"/>
                      <a:pt x="14491" y="36308"/>
                    </a:cubicBezTo>
                    <a:cubicBezTo>
                      <a:pt x="14467" y="36159"/>
                      <a:pt x="14433" y="36018"/>
                      <a:pt x="14367" y="35885"/>
                    </a:cubicBezTo>
                    <a:cubicBezTo>
                      <a:pt x="14359" y="35819"/>
                      <a:pt x="14351" y="35761"/>
                      <a:pt x="14342" y="35703"/>
                    </a:cubicBezTo>
                    <a:cubicBezTo>
                      <a:pt x="14309" y="35513"/>
                      <a:pt x="14251" y="35314"/>
                      <a:pt x="14177" y="35131"/>
                    </a:cubicBezTo>
                    <a:cubicBezTo>
                      <a:pt x="14110" y="34966"/>
                      <a:pt x="14036" y="34783"/>
                      <a:pt x="13903" y="34651"/>
                    </a:cubicBezTo>
                    <a:cubicBezTo>
                      <a:pt x="13820" y="34568"/>
                      <a:pt x="13729" y="34493"/>
                      <a:pt x="13638" y="34427"/>
                    </a:cubicBezTo>
                    <a:cubicBezTo>
                      <a:pt x="13671" y="34402"/>
                      <a:pt x="13696" y="34369"/>
                      <a:pt x="13679" y="34328"/>
                    </a:cubicBezTo>
                    <a:cubicBezTo>
                      <a:pt x="13555" y="34087"/>
                      <a:pt x="13423" y="33864"/>
                      <a:pt x="13448" y="33582"/>
                    </a:cubicBezTo>
                    <a:cubicBezTo>
                      <a:pt x="13464" y="33309"/>
                      <a:pt x="13547" y="33044"/>
                      <a:pt x="13580" y="32770"/>
                    </a:cubicBezTo>
                    <a:cubicBezTo>
                      <a:pt x="13646" y="32207"/>
                      <a:pt x="13605" y="31635"/>
                      <a:pt x="13539" y="31072"/>
                    </a:cubicBezTo>
                    <a:cubicBezTo>
                      <a:pt x="13514" y="30873"/>
                      <a:pt x="13481" y="30674"/>
                      <a:pt x="13448" y="30483"/>
                    </a:cubicBezTo>
                    <a:cubicBezTo>
                      <a:pt x="13439" y="30268"/>
                      <a:pt x="13431" y="30052"/>
                      <a:pt x="13398" y="29845"/>
                    </a:cubicBezTo>
                    <a:cubicBezTo>
                      <a:pt x="13398" y="29829"/>
                      <a:pt x="13381" y="29812"/>
                      <a:pt x="13373" y="29812"/>
                    </a:cubicBezTo>
                    <a:cubicBezTo>
                      <a:pt x="13373" y="29729"/>
                      <a:pt x="13373" y="29638"/>
                      <a:pt x="13365" y="29555"/>
                    </a:cubicBezTo>
                    <a:cubicBezTo>
                      <a:pt x="13348" y="29257"/>
                      <a:pt x="13307" y="28959"/>
                      <a:pt x="13249" y="28661"/>
                    </a:cubicBezTo>
                    <a:cubicBezTo>
                      <a:pt x="13224" y="28511"/>
                      <a:pt x="13191" y="28362"/>
                      <a:pt x="13149" y="28221"/>
                    </a:cubicBezTo>
                    <a:cubicBezTo>
                      <a:pt x="13116" y="28064"/>
                      <a:pt x="13075" y="27907"/>
                      <a:pt x="13008" y="27774"/>
                    </a:cubicBezTo>
                    <a:cubicBezTo>
                      <a:pt x="13000" y="27754"/>
                      <a:pt x="12979" y="27744"/>
                      <a:pt x="12959" y="27744"/>
                    </a:cubicBezTo>
                    <a:cubicBezTo>
                      <a:pt x="12938" y="27744"/>
                      <a:pt x="12917" y="27756"/>
                      <a:pt x="12917" y="27782"/>
                    </a:cubicBezTo>
                    <a:cubicBezTo>
                      <a:pt x="12909" y="28089"/>
                      <a:pt x="13000" y="28395"/>
                      <a:pt x="13050" y="28694"/>
                    </a:cubicBezTo>
                    <a:cubicBezTo>
                      <a:pt x="13108" y="28984"/>
                      <a:pt x="13149" y="29282"/>
                      <a:pt x="13174" y="29588"/>
                    </a:cubicBezTo>
                    <a:cubicBezTo>
                      <a:pt x="13207" y="30011"/>
                      <a:pt x="13191" y="30434"/>
                      <a:pt x="13224" y="30856"/>
                    </a:cubicBezTo>
                    <a:cubicBezTo>
                      <a:pt x="13207" y="31121"/>
                      <a:pt x="13191" y="31386"/>
                      <a:pt x="13149" y="31660"/>
                    </a:cubicBezTo>
                    <a:cubicBezTo>
                      <a:pt x="13058" y="32190"/>
                      <a:pt x="12859" y="32712"/>
                      <a:pt x="12520" y="33135"/>
                    </a:cubicBezTo>
                    <a:cubicBezTo>
                      <a:pt x="12321" y="33392"/>
                      <a:pt x="12080" y="33624"/>
                      <a:pt x="11848" y="33847"/>
                    </a:cubicBezTo>
                    <a:cubicBezTo>
                      <a:pt x="11808" y="33888"/>
                      <a:pt x="11844" y="33950"/>
                      <a:pt x="11890" y="33950"/>
                    </a:cubicBezTo>
                    <a:cubicBezTo>
                      <a:pt x="11901" y="33950"/>
                      <a:pt x="11912" y="33946"/>
                      <a:pt x="11923" y="33938"/>
                    </a:cubicBezTo>
                    <a:cubicBezTo>
                      <a:pt x="12122" y="33764"/>
                      <a:pt x="12321" y="33599"/>
                      <a:pt x="12511" y="33408"/>
                    </a:cubicBezTo>
                    <a:lnTo>
                      <a:pt x="12511" y="33408"/>
                    </a:lnTo>
                    <a:cubicBezTo>
                      <a:pt x="12445" y="33566"/>
                      <a:pt x="12379" y="33731"/>
                      <a:pt x="12304" y="33880"/>
                    </a:cubicBezTo>
                    <a:cubicBezTo>
                      <a:pt x="12163" y="34203"/>
                      <a:pt x="11981" y="34502"/>
                      <a:pt x="11840" y="34817"/>
                    </a:cubicBezTo>
                    <a:cubicBezTo>
                      <a:pt x="11823" y="34863"/>
                      <a:pt x="11858" y="34893"/>
                      <a:pt x="11895" y="34893"/>
                    </a:cubicBezTo>
                    <a:cubicBezTo>
                      <a:pt x="11911" y="34893"/>
                      <a:pt x="11927" y="34887"/>
                      <a:pt x="11940" y="34875"/>
                    </a:cubicBezTo>
                    <a:cubicBezTo>
                      <a:pt x="12014" y="34783"/>
                      <a:pt x="12089" y="34692"/>
                      <a:pt x="12147" y="34593"/>
                    </a:cubicBezTo>
                    <a:lnTo>
                      <a:pt x="12147" y="34593"/>
                    </a:lnTo>
                    <a:cubicBezTo>
                      <a:pt x="12130" y="34825"/>
                      <a:pt x="12047" y="35049"/>
                      <a:pt x="11931" y="35239"/>
                    </a:cubicBezTo>
                    <a:cubicBezTo>
                      <a:pt x="11857" y="35347"/>
                      <a:pt x="11774" y="35446"/>
                      <a:pt x="11683" y="35529"/>
                    </a:cubicBezTo>
                    <a:cubicBezTo>
                      <a:pt x="11658" y="35546"/>
                      <a:pt x="11641" y="35571"/>
                      <a:pt x="11616" y="35587"/>
                    </a:cubicBezTo>
                    <a:cubicBezTo>
                      <a:pt x="11592" y="35438"/>
                      <a:pt x="11567" y="35289"/>
                      <a:pt x="11542" y="35140"/>
                    </a:cubicBezTo>
                    <a:cubicBezTo>
                      <a:pt x="11509" y="34883"/>
                      <a:pt x="11476" y="34626"/>
                      <a:pt x="11442" y="34361"/>
                    </a:cubicBezTo>
                    <a:cubicBezTo>
                      <a:pt x="11409" y="34096"/>
                      <a:pt x="11368" y="33831"/>
                      <a:pt x="11343" y="33557"/>
                    </a:cubicBezTo>
                    <a:cubicBezTo>
                      <a:pt x="11339" y="33535"/>
                      <a:pt x="11323" y="33525"/>
                      <a:pt x="11305" y="33525"/>
                    </a:cubicBezTo>
                    <a:cubicBezTo>
                      <a:pt x="11283" y="33525"/>
                      <a:pt x="11260" y="33541"/>
                      <a:pt x="11260" y="33574"/>
                    </a:cubicBezTo>
                    <a:cubicBezTo>
                      <a:pt x="11260" y="33839"/>
                      <a:pt x="11260" y="34104"/>
                      <a:pt x="11285" y="34369"/>
                    </a:cubicBezTo>
                    <a:cubicBezTo>
                      <a:pt x="11302" y="34634"/>
                      <a:pt x="11326" y="34899"/>
                      <a:pt x="11360" y="35165"/>
                    </a:cubicBezTo>
                    <a:cubicBezTo>
                      <a:pt x="11384" y="35421"/>
                      <a:pt x="11426" y="35678"/>
                      <a:pt x="11467" y="35935"/>
                    </a:cubicBezTo>
                    <a:cubicBezTo>
                      <a:pt x="11476" y="35993"/>
                      <a:pt x="11484" y="36051"/>
                      <a:pt x="11500" y="36109"/>
                    </a:cubicBezTo>
                    <a:cubicBezTo>
                      <a:pt x="11509" y="36341"/>
                      <a:pt x="11542" y="36573"/>
                      <a:pt x="11592" y="36797"/>
                    </a:cubicBezTo>
                    <a:cubicBezTo>
                      <a:pt x="11650" y="37037"/>
                      <a:pt x="11724" y="37269"/>
                      <a:pt x="11790" y="37509"/>
                    </a:cubicBezTo>
                    <a:cubicBezTo>
                      <a:pt x="11824" y="37609"/>
                      <a:pt x="11857" y="37708"/>
                      <a:pt x="11915" y="37808"/>
                    </a:cubicBezTo>
                    <a:cubicBezTo>
                      <a:pt x="11973" y="37891"/>
                      <a:pt x="12047" y="37965"/>
                      <a:pt x="12122" y="38031"/>
                    </a:cubicBezTo>
                    <a:cubicBezTo>
                      <a:pt x="12213" y="38114"/>
                      <a:pt x="12304" y="38189"/>
                      <a:pt x="12395" y="38272"/>
                    </a:cubicBezTo>
                    <a:cubicBezTo>
                      <a:pt x="12412" y="38288"/>
                      <a:pt x="12428" y="38297"/>
                      <a:pt x="12445" y="38313"/>
                    </a:cubicBezTo>
                    <a:cubicBezTo>
                      <a:pt x="12453" y="38321"/>
                      <a:pt x="12462" y="38338"/>
                      <a:pt x="12470" y="38346"/>
                    </a:cubicBezTo>
                    <a:cubicBezTo>
                      <a:pt x="12528" y="38421"/>
                      <a:pt x="12594" y="38495"/>
                      <a:pt x="12660" y="38570"/>
                    </a:cubicBezTo>
                    <a:cubicBezTo>
                      <a:pt x="12718" y="38636"/>
                      <a:pt x="12776" y="38711"/>
                      <a:pt x="12776" y="38802"/>
                    </a:cubicBezTo>
                    <a:cubicBezTo>
                      <a:pt x="12776" y="38835"/>
                      <a:pt x="12768" y="38868"/>
                      <a:pt x="12768" y="38901"/>
                    </a:cubicBezTo>
                    <a:cubicBezTo>
                      <a:pt x="12694" y="38835"/>
                      <a:pt x="12611" y="38777"/>
                      <a:pt x="12536" y="38719"/>
                    </a:cubicBezTo>
                    <a:cubicBezTo>
                      <a:pt x="12453" y="38661"/>
                      <a:pt x="12362" y="38587"/>
                      <a:pt x="12329" y="38487"/>
                    </a:cubicBezTo>
                    <a:cubicBezTo>
                      <a:pt x="12321" y="38446"/>
                      <a:pt x="12288" y="38426"/>
                      <a:pt x="12256" y="38426"/>
                    </a:cubicBezTo>
                    <a:cubicBezTo>
                      <a:pt x="12217" y="38426"/>
                      <a:pt x="12179" y="38454"/>
                      <a:pt x="12188" y="38504"/>
                    </a:cubicBezTo>
                    <a:cubicBezTo>
                      <a:pt x="12213" y="38744"/>
                      <a:pt x="12420" y="38876"/>
                      <a:pt x="12578" y="39034"/>
                    </a:cubicBezTo>
                    <a:cubicBezTo>
                      <a:pt x="12644" y="39100"/>
                      <a:pt x="12702" y="39175"/>
                      <a:pt x="12710" y="39258"/>
                    </a:cubicBezTo>
                    <a:cubicBezTo>
                      <a:pt x="12710" y="39332"/>
                      <a:pt x="12685" y="39390"/>
                      <a:pt x="12660" y="39448"/>
                    </a:cubicBezTo>
                    <a:cubicBezTo>
                      <a:pt x="12644" y="39498"/>
                      <a:pt x="12627" y="39556"/>
                      <a:pt x="12627" y="39606"/>
                    </a:cubicBezTo>
                    <a:cubicBezTo>
                      <a:pt x="12619" y="39614"/>
                      <a:pt x="12611" y="39614"/>
                      <a:pt x="12611" y="39622"/>
                    </a:cubicBezTo>
                    <a:lnTo>
                      <a:pt x="12602" y="39622"/>
                    </a:lnTo>
                    <a:lnTo>
                      <a:pt x="12578" y="39630"/>
                    </a:lnTo>
                    <a:lnTo>
                      <a:pt x="12569" y="39639"/>
                    </a:lnTo>
                    <a:lnTo>
                      <a:pt x="12561" y="39639"/>
                    </a:lnTo>
                    <a:lnTo>
                      <a:pt x="12528" y="39647"/>
                    </a:lnTo>
                    <a:cubicBezTo>
                      <a:pt x="12462" y="39655"/>
                      <a:pt x="12387" y="39664"/>
                      <a:pt x="12312" y="39672"/>
                    </a:cubicBezTo>
                    <a:cubicBezTo>
                      <a:pt x="12238" y="39688"/>
                      <a:pt x="12163" y="39688"/>
                      <a:pt x="12097" y="39705"/>
                    </a:cubicBezTo>
                    <a:lnTo>
                      <a:pt x="12080" y="39705"/>
                    </a:lnTo>
                    <a:cubicBezTo>
                      <a:pt x="12080" y="39572"/>
                      <a:pt x="12039" y="39432"/>
                      <a:pt x="11973" y="39324"/>
                    </a:cubicBezTo>
                    <a:cubicBezTo>
                      <a:pt x="11931" y="39249"/>
                      <a:pt x="11882" y="39191"/>
                      <a:pt x="11832" y="39133"/>
                    </a:cubicBezTo>
                    <a:cubicBezTo>
                      <a:pt x="11782" y="39084"/>
                      <a:pt x="11732" y="39034"/>
                      <a:pt x="11724" y="38959"/>
                    </a:cubicBezTo>
                    <a:cubicBezTo>
                      <a:pt x="11724" y="38918"/>
                      <a:pt x="11689" y="38897"/>
                      <a:pt x="11654" y="38897"/>
                    </a:cubicBezTo>
                    <a:cubicBezTo>
                      <a:pt x="11618" y="38897"/>
                      <a:pt x="11583" y="38918"/>
                      <a:pt x="11583" y="38959"/>
                    </a:cubicBezTo>
                    <a:cubicBezTo>
                      <a:pt x="11575" y="39100"/>
                      <a:pt x="11666" y="39200"/>
                      <a:pt x="11732" y="39316"/>
                    </a:cubicBezTo>
                    <a:cubicBezTo>
                      <a:pt x="11790" y="39423"/>
                      <a:pt x="11832" y="39548"/>
                      <a:pt x="11848" y="39664"/>
                    </a:cubicBezTo>
                    <a:lnTo>
                      <a:pt x="11848" y="39680"/>
                    </a:lnTo>
                    <a:cubicBezTo>
                      <a:pt x="11782" y="39664"/>
                      <a:pt x="11716" y="39647"/>
                      <a:pt x="11650" y="39622"/>
                    </a:cubicBezTo>
                    <a:cubicBezTo>
                      <a:pt x="11525" y="39572"/>
                      <a:pt x="11401" y="39523"/>
                      <a:pt x="11277" y="39481"/>
                    </a:cubicBezTo>
                    <a:cubicBezTo>
                      <a:pt x="11003" y="39382"/>
                      <a:pt x="10722" y="39307"/>
                      <a:pt x="10440" y="39274"/>
                    </a:cubicBezTo>
                    <a:lnTo>
                      <a:pt x="10415" y="39274"/>
                    </a:lnTo>
                    <a:cubicBezTo>
                      <a:pt x="10374" y="39249"/>
                      <a:pt x="10332" y="39224"/>
                      <a:pt x="10291" y="39200"/>
                    </a:cubicBezTo>
                    <a:cubicBezTo>
                      <a:pt x="10208" y="39150"/>
                      <a:pt x="10117" y="39100"/>
                      <a:pt x="10034" y="39050"/>
                    </a:cubicBezTo>
                    <a:cubicBezTo>
                      <a:pt x="9885" y="38968"/>
                      <a:pt x="9736" y="38876"/>
                      <a:pt x="9686" y="38703"/>
                    </a:cubicBezTo>
                    <a:cubicBezTo>
                      <a:pt x="9644" y="38520"/>
                      <a:pt x="9686" y="38321"/>
                      <a:pt x="9694" y="38139"/>
                    </a:cubicBezTo>
                    <a:cubicBezTo>
                      <a:pt x="9694" y="37949"/>
                      <a:pt x="9694" y="37733"/>
                      <a:pt x="9611" y="37559"/>
                    </a:cubicBezTo>
                    <a:cubicBezTo>
                      <a:pt x="9604" y="37537"/>
                      <a:pt x="9585" y="37526"/>
                      <a:pt x="9566" y="37526"/>
                    </a:cubicBezTo>
                    <a:cubicBezTo>
                      <a:pt x="9542" y="37526"/>
                      <a:pt x="9517" y="37543"/>
                      <a:pt x="9512" y="37576"/>
                    </a:cubicBezTo>
                    <a:cubicBezTo>
                      <a:pt x="9512" y="37592"/>
                      <a:pt x="9512" y="37601"/>
                      <a:pt x="9512" y="37617"/>
                    </a:cubicBezTo>
                    <a:cubicBezTo>
                      <a:pt x="9512" y="37617"/>
                      <a:pt x="9504" y="37609"/>
                      <a:pt x="9504" y="37609"/>
                    </a:cubicBezTo>
                    <a:cubicBezTo>
                      <a:pt x="9504" y="37601"/>
                      <a:pt x="9495" y="37584"/>
                      <a:pt x="9495" y="37576"/>
                    </a:cubicBezTo>
                    <a:cubicBezTo>
                      <a:pt x="9470" y="37493"/>
                      <a:pt x="9512" y="37402"/>
                      <a:pt x="9528" y="37327"/>
                    </a:cubicBezTo>
                    <a:cubicBezTo>
                      <a:pt x="9553" y="37228"/>
                      <a:pt x="9570" y="37120"/>
                      <a:pt x="9586" y="37021"/>
                    </a:cubicBezTo>
                    <a:cubicBezTo>
                      <a:pt x="9620" y="36789"/>
                      <a:pt x="9636" y="36557"/>
                      <a:pt x="9636" y="36325"/>
                    </a:cubicBezTo>
                    <a:cubicBezTo>
                      <a:pt x="9678" y="36225"/>
                      <a:pt x="9678" y="36109"/>
                      <a:pt x="9686" y="36018"/>
                    </a:cubicBezTo>
                    <a:cubicBezTo>
                      <a:pt x="9694" y="35852"/>
                      <a:pt x="9686" y="35695"/>
                      <a:pt x="9678" y="35537"/>
                    </a:cubicBezTo>
                    <a:cubicBezTo>
                      <a:pt x="9653" y="35231"/>
                      <a:pt x="9586" y="34924"/>
                      <a:pt x="9504" y="34626"/>
                    </a:cubicBezTo>
                    <a:cubicBezTo>
                      <a:pt x="9491" y="34607"/>
                      <a:pt x="9474" y="34598"/>
                      <a:pt x="9452" y="34598"/>
                    </a:cubicBezTo>
                    <a:cubicBezTo>
                      <a:pt x="9445" y="34598"/>
                      <a:pt x="9437" y="34599"/>
                      <a:pt x="9429" y="34601"/>
                    </a:cubicBezTo>
                    <a:lnTo>
                      <a:pt x="9487" y="33731"/>
                    </a:lnTo>
                    <a:cubicBezTo>
                      <a:pt x="9492" y="33690"/>
                      <a:pt x="9458" y="33666"/>
                      <a:pt x="9426" y="33666"/>
                    </a:cubicBezTo>
                    <a:cubicBezTo>
                      <a:pt x="9400" y="33666"/>
                      <a:pt x="9375" y="33681"/>
                      <a:pt x="9371" y="33715"/>
                    </a:cubicBezTo>
                    <a:lnTo>
                      <a:pt x="9338" y="33955"/>
                    </a:lnTo>
                    <a:cubicBezTo>
                      <a:pt x="9338" y="33855"/>
                      <a:pt x="9330" y="33756"/>
                      <a:pt x="9321" y="33665"/>
                    </a:cubicBezTo>
                    <a:cubicBezTo>
                      <a:pt x="9296" y="33474"/>
                      <a:pt x="9272" y="33292"/>
                      <a:pt x="9238" y="33110"/>
                    </a:cubicBezTo>
                    <a:cubicBezTo>
                      <a:pt x="9197" y="32928"/>
                      <a:pt x="9131" y="32745"/>
                      <a:pt x="9147" y="32555"/>
                    </a:cubicBezTo>
                    <a:cubicBezTo>
                      <a:pt x="9147" y="32522"/>
                      <a:pt x="9120" y="32502"/>
                      <a:pt x="9096" y="32502"/>
                    </a:cubicBezTo>
                    <a:cubicBezTo>
                      <a:pt x="9077" y="32502"/>
                      <a:pt x="9060" y="32513"/>
                      <a:pt x="9056" y="32538"/>
                    </a:cubicBezTo>
                    <a:cubicBezTo>
                      <a:pt x="9056" y="32571"/>
                      <a:pt x="9048" y="32596"/>
                      <a:pt x="9048" y="32621"/>
                    </a:cubicBezTo>
                    <a:cubicBezTo>
                      <a:pt x="9040" y="32555"/>
                      <a:pt x="9023" y="32488"/>
                      <a:pt x="9015" y="32414"/>
                    </a:cubicBezTo>
                    <a:cubicBezTo>
                      <a:pt x="8982" y="32157"/>
                      <a:pt x="8932" y="31892"/>
                      <a:pt x="8907" y="31627"/>
                    </a:cubicBezTo>
                    <a:cubicBezTo>
                      <a:pt x="8903" y="31598"/>
                      <a:pt x="8880" y="31583"/>
                      <a:pt x="8858" y="31583"/>
                    </a:cubicBezTo>
                    <a:cubicBezTo>
                      <a:pt x="8837" y="31583"/>
                      <a:pt x="8816" y="31598"/>
                      <a:pt x="8816" y="31627"/>
                    </a:cubicBezTo>
                    <a:cubicBezTo>
                      <a:pt x="8816" y="31652"/>
                      <a:pt x="8808" y="31676"/>
                      <a:pt x="8808" y="31701"/>
                    </a:cubicBezTo>
                    <a:cubicBezTo>
                      <a:pt x="8791" y="31569"/>
                      <a:pt x="8774" y="31436"/>
                      <a:pt x="8766" y="31304"/>
                    </a:cubicBezTo>
                    <a:cubicBezTo>
                      <a:pt x="8750" y="31121"/>
                      <a:pt x="8758" y="30947"/>
                      <a:pt x="8783" y="30765"/>
                    </a:cubicBezTo>
                    <a:cubicBezTo>
                      <a:pt x="8808" y="30591"/>
                      <a:pt x="8857" y="30409"/>
                      <a:pt x="8841" y="30235"/>
                    </a:cubicBezTo>
                    <a:cubicBezTo>
                      <a:pt x="8841" y="30203"/>
                      <a:pt x="8819" y="30189"/>
                      <a:pt x="8795" y="30189"/>
                    </a:cubicBezTo>
                    <a:cubicBezTo>
                      <a:pt x="8775" y="30189"/>
                      <a:pt x="8753" y="30199"/>
                      <a:pt x="8741" y="30218"/>
                    </a:cubicBezTo>
                    <a:cubicBezTo>
                      <a:pt x="8692" y="30334"/>
                      <a:pt x="8658" y="30475"/>
                      <a:pt x="8634" y="30599"/>
                    </a:cubicBezTo>
                    <a:cubicBezTo>
                      <a:pt x="8625" y="30458"/>
                      <a:pt x="8617" y="30326"/>
                      <a:pt x="8617" y="30185"/>
                    </a:cubicBezTo>
                    <a:cubicBezTo>
                      <a:pt x="8609" y="29878"/>
                      <a:pt x="8600" y="29572"/>
                      <a:pt x="8600" y="29274"/>
                    </a:cubicBezTo>
                    <a:cubicBezTo>
                      <a:pt x="8600" y="29241"/>
                      <a:pt x="8574" y="29221"/>
                      <a:pt x="8549" y="29221"/>
                    </a:cubicBezTo>
                    <a:cubicBezTo>
                      <a:pt x="8530" y="29221"/>
                      <a:pt x="8513" y="29232"/>
                      <a:pt x="8509" y="29257"/>
                    </a:cubicBezTo>
                    <a:cubicBezTo>
                      <a:pt x="8460" y="29564"/>
                      <a:pt x="8443" y="29870"/>
                      <a:pt x="8443" y="30185"/>
                    </a:cubicBezTo>
                    <a:cubicBezTo>
                      <a:pt x="8443" y="30334"/>
                      <a:pt x="8443" y="30475"/>
                      <a:pt x="8451" y="30624"/>
                    </a:cubicBezTo>
                    <a:cubicBezTo>
                      <a:pt x="8460" y="30773"/>
                      <a:pt x="8460" y="30947"/>
                      <a:pt x="8526" y="31080"/>
                    </a:cubicBezTo>
                    <a:cubicBezTo>
                      <a:pt x="8534" y="31105"/>
                      <a:pt x="8542" y="31113"/>
                      <a:pt x="8559" y="31113"/>
                    </a:cubicBezTo>
                    <a:cubicBezTo>
                      <a:pt x="8559" y="31179"/>
                      <a:pt x="8559" y="31237"/>
                      <a:pt x="8559" y="31304"/>
                    </a:cubicBezTo>
                    <a:cubicBezTo>
                      <a:pt x="8576" y="31494"/>
                      <a:pt x="8600" y="31685"/>
                      <a:pt x="8625" y="31875"/>
                    </a:cubicBezTo>
                    <a:cubicBezTo>
                      <a:pt x="8634" y="31966"/>
                      <a:pt x="8642" y="32066"/>
                      <a:pt x="8658" y="32157"/>
                    </a:cubicBezTo>
                    <a:cubicBezTo>
                      <a:pt x="8675" y="32248"/>
                      <a:pt x="8692" y="32348"/>
                      <a:pt x="8741" y="32422"/>
                    </a:cubicBezTo>
                    <a:cubicBezTo>
                      <a:pt x="8752" y="32432"/>
                      <a:pt x="8768" y="32439"/>
                      <a:pt x="8785" y="32439"/>
                    </a:cubicBezTo>
                    <a:cubicBezTo>
                      <a:pt x="8796" y="32439"/>
                      <a:pt x="8806" y="32437"/>
                      <a:pt x="8816" y="32430"/>
                    </a:cubicBezTo>
                    <a:cubicBezTo>
                      <a:pt x="8824" y="32563"/>
                      <a:pt x="8849" y="32687"/>
                      <a:pt x="8866" y="32820"/>
                    </a:cubicBezTo>
                    <a:cubicBezTo>
                      <a:pt x="8890" y="32952"/>
                      <a:pt x="8907" y="33093"/>
                      <a:pt x="8998" y="33193"/>
                    </a:cubicBezTo>
                    <a:cubicBezTo>
                      <a:pt x="9013" y="33207"/>
                      <a:pt x="9033" y="33216"/>
                      <a:pt x="9052" y="33216"/>
                    </a:cubicBezTo>
                    <a:cubicBezTo>
                      <a:pt x="9066" y="33216"/>
                      <a:pt x="9079" y="33211"/>
                      <a:pt x="9089" y="33201"/>
                    </a:cubicBezTo>
                    <a:cubicBezTo>
                      <a:pt x="9106" y="33350"/>
                      <a:pt x="9122" y="33491"/>
                      <a:pt x="9139" y="33640"/>
                    </a:cubicBezTo>
                    <a:cubicBezTo>
                      <a:pt x="9156" y="33831"/>
                      <a:pt x="9156" y="34021"/>
                      <a:pt x="9164" y="34212"/>
                    </a:cubicBezTo>
                    <a:cubicBezTo>
                      <a:pt x="9164" y="34311"/>
                      <a:pt x="9164" y="34402"/>
                      <a:pt x="9172" y="34502"/>
                    </a:cubicBezTo>
                    <a:cubicBezTo>
                      <a:pt x="9172" y="34593"/>
                      <a:pt x="9164" y="34684"/>
                      <a:pt x="9197" y="34775"/>
                    </a:cubicBezTo>
                    <a:cubicBezTo>
                      <a:pt x="9197" y="34800"/>
                      <a:pt x="9214" y="34808"/>
                      <a:pt x="9230" y="34808"/>
                    </a:cubicBezTo>
                    <a:cubicBezTo>
                      <a:pt x="9214" y="34949"/>
                      <a:pt x="9205" y="35090"/>
                      <a:pt x="9205" y="35231"/>
                    </a:cubicBezTo>
                    <a:cubicBezTo>
                      <a:pt x="9197" y="35380"/>
                      <a:pt x="9205" y="35546"/>
                      <a:pt x="9280" y="35678"/>
                    </a:cubicBezTo>
                    <a:cubicBezTo>
                      <a:pt x="9291" y="35693"/>
                      <a:pt x="9308" y="35699"/>
                      <a:pt x="9325" y="35699"/>
                    </a:cubicBezTo>
                    <a:cubicBezTo>
                      <a:pt x="9346" y="35699"/>
                      <a:pt x="9366" y="35689"/>
                      <a:pt x="9371" y="35670"/>
                    </a:cubicBezTo>
                    <a:cubicBezTo>
                      <a:pt x="9421" y="35521"/>
                      <a:pt x="9396" y="35347"/>
                      <a:pt x="9404" y="35189"/>
                    </a:cubicBezTo>
                    <a:cubicBezTo>
                      <a:pt x="9404" y="35065"/>
                      <a:pt x="9412" y="34933"/>
                      <a:pt x="9421" y="34800"/>
                    </a:cubicBezTo>
                    <a:cubicBezTo>
                      <a:pt x="9462" y="35049"/>
                      <a:pt x="9479" y="35297"/>
                      <a:pt x="9479" y="35546"/>
                    </a:cubicBezTo>
                    <a:cubicBezTo>
                      <a:pt x="9479" y="35695"/>
                      <a:pt x="9479" y="35836"/>
                      <a:pt x="9470" y="35985"/>
                    </a:cubicBezTo>
                    <a:cubicBezTo>
                      <a:pt x="9462" y="36109"/>
                      <a:pt x="9437" y="36267"/>
                      <a:pt x="9470" y="36391"/>
                    </a:cubicBezTo>
                    <a:cubicBezTo>
                      <a:pt x="9446" y="36615"/>
                      <a:pt x="9412" y="36838"/>
                      <a:pt x="9371" y="37054"/>
                    </a:cubicBezTo>
                    <a:cubicBezTo>
                      <a:pt x="9354" y="37112"/>
                      <a:pt x="9346" y="37170"/>
                      <a:pt x="9330" y="37228"/>
                    </a:cubicBezTo>
                    <a:cubicBezTo>
                      <a:pt x="9305" y="37186"/>
                      <a:pt x="9272" y="37137"/>
                      <a:pt x="9230" y="37103"/>
                    </a:cubicBezTo>
                    <a:cubicBezTo>
                      <a:pt x="9147" y="37035"/>
                      <a:pt x="9050" y="37013"/>
                      <a:pt x="8950" y="37013"/>
                    </a:cubicBezTo>
                    <a:cubicBezTo>
                      <a:pt x="8880" y="37013"/>
                      <a:pt x="8809" y="37024"/>
                      <a:pt x="8741" y="37037"/>
                    </a:cubicBezTo>
                    <a:cubicBezTo>
                      <a:pt x="8559" y="37079"/>
                      <a:pt x="8368" y="37095"/>
                      <a:pt x="8178" y="37095"/>
                    </a:cubicBezTo>
                    <a:cubicBezTo>
                      <a:pt x="8128" y="37087"/>
                      <a:pt x="8079" y="37087"/>
                      <a:pt x="8037" y="37079"/>
                    </a:cubicBezTo>
                    <a:cubicBezTo>
                      <a:pt x="7963" y="37037"/>
                      <a:pt x="7896" y="36987"/>
                      <a:pt x="7822" y="36946"/>
                    </a:cubicBezTo>
                    <a:cubicBezTo>
                      <a:pt x="7747" y="36896"/>
                      <a:pt x="7673" y="36855"/>
                      <a:pt x="7598" y="36805"/>
                    </a:cubicBezTo>
                    <a:cubicBezTo>
                      <a:pt x="7523" y="36764"/>
                      <a:pt x="7424" y="36722"/>
                      <a:pt x="7374" y="36656"/>
                    </a:cubicBezTo>
                    <a:cubicBezTo>
                      <a:pt x="7333" y="36606"/>
                      <a:pt x="7341" y="36507"/>
                      <a:pt x="7341" y="36441"/>
                    </a:cubicBezTo>
                    <a:lnTo>
                      <a:pt x="7341" y="36441"/>
                    </a:lnTo>
                    <a:cubicBezTo>
                      <a:pt x="7349" y="36444"/>
                      <a:pt x="7359" y="36446"/>
                      <a:pt x="7368" y="36446"/>
                    </a:cubicBezTo>
                    <a:cubicBezTo>
                      <a:pt x="7406" y="36446"/>
                      <a:pt x="7445" y="36419"/>
                      <a:pt x="7432" y="36366"/>
                    </a:cubicBezTo>
                    <a:cubicBezTo>
                      <a:pt x="7407" y="36267"/>
                      <a:pt x="7366" y="36175"/>
                      <a:pt x="7333" y="36084"/>
                    </a:cubicBezTo>
                    <a:cubicBezTo>
                      <a:pt x="7325" y="35910"/>
                      <a:pt x="7316" y="35745"/>
                      <a:pt x="7308" y="35579"/>
                    </a:cubicBezTo>
                    <a:cubicBezTo>
                      <a:pt x="7308" y="35562"/>
                      <a:pt x="7300" y="35562"/>
                      <a:pt x="7291" y="35554"/>
                    </a:cubicBezTo>
                    <a:cubicBezTo>
                      <a:pt x="7308" y="35479"/>
                      <a:pt x="7333" y="35397"/>
                      <a:pt x="7358" y="35322"/>
                    </a:cubicBezTo>
                    <a:cubicBezTo>
                      <a:pt x="7383" y="35297"/>
                      <a:pt x="7407" y="35272"/>
                      <a:pt x="7432" y="35247"/>
                    </a:cubicBezTo>
                    <a:cubicBezTo>
                      <a:pt x="7507" y="35173"/>
                      <a:pt x="7573" y="35090"/>
                      <a:pt x="7639" y="35015"/>
                    </a:cubicBezTo>
                    <a:cubicBezTo>
                      <a:pt x="7639" y="35043"/>
                      <a:pt x="7667" y="35070"/>
                      <a:pt x="7695" y="35070"/>
                    </a:cubicBezTo>
                    <a:cubicBezTo>
                      <a:pt x="7701" y="35070"/>
                      <a:pt x="7708" y="35068"/>
                      <a:pt x="7714" y="35065"/>
                    </a:cubicBezTo>
                    <a:cubicBezTo>
                      <a:pt x="7822" y="35015"/>
                      <a:pt x="7905" y="34924"/>
                      <a:pt x="7979" y="34841"/>
                    </a:cubicBezTo>
                    <a:cubicBezTo>
                      <a:pt x="8062" y="34759"/>
                      <a:pt x="8137" y="34659"/>
                      <a:pt x="8211" y="34560"/>
                    </a:cubicBezTo>
                    <a:cubicBezTo>
                      <a:pt x="8352" y="34361"/>
                      <a:pt x="8468" y="34145"/>
                      <a:pt x="8542" y="33913"/>
                    </a:cubicBezTo>
                    <a:cubicBezTo>
                      <a:pt x="8692" y="33458"/>
                      <a:pt x="8683" y="32952"/>
                      <a:pt x="8410" y="32555"/>
                    </a:cubicBezTo>
                    <a:cubicBezTo>
                      <a:pt x="8410" y="32323"/>
                      <a:pt x="8385" y="32099"/>
                      <a:pt x="8335" y="31875"/>
                    </a:cubicBezTo>
                    <a:cubicBezTo>
                      <a:pt x="8219" y="31386"/>
                      <a:pt x="8004" y="30914"/>
                      <a:pt x="7731" y="30500"/>
                    </a:cubicBezTo>
                    <a:cubicBezTo>
                      <a:pt x="7573" y="30268"/>
                      <a:pt x="7399" y="30052"/>
                      <a:pt x="7192" y="29854"/>
                    </a:cubicBezTo>
                    <a:cubicBezTo>
                      <a:pt x="7183" y="29847"/>
                      <a:pt x="7174" y="29844"/>
                      <a:pt x="7166" y="29844"/>
                    </a:cubicBezTo>
                    <a:cubicBezTo>
                      <a:pt x="7133" y="29844"/>
                      <a:pt x="7106" y="29887"/>
                      <a:pt x="7126" y="29920"/>
                    </a:cubicBezTo>
                    <a:cubicBezTo>
                      <a:pt x="7515" y="30400"/>
                      <a:pt x="7830" y="30914"/>
                      <a:pt x="8004" y="31502"/>
                    </a:cubicBezTo>
                    <a:cubicBezTo>
                      <a:pt x="8095" y="31784"/>
                      <a:pt x="8153" y="32091"/>
                      <a:pt x="8161" y="32381"/>
                    </a:cubicBezTo>
                    <a:cubicBezTo>
                      <a:pt x="8170" y="32530"/>
                      <a:pt x="8170" y="32679"/>
                      <a:pt x="8153" y="32828"/>
                    </a:cubicBezTo>
                    <a:cubicBezTo>
                      <a:pt x="8137" y="32977"/>
                      <a:pt x="8095" y="33118"/>
                      <a:pt x="8095" y="33267"/>
                    </a:cubicBezTo>
                    <a:cubicBezTo>
                      <a:pt x="8095" y="33311"/>
                      <a:pt x="8125" y="33341"/>
                      <a:pt x="8159" y="33341"/>
                    </a:cubicBezTo>
                    <a:cubicBezTo>
                      <a:pt x="8176" y="33341"/>
                      <a:pt x="8194" y="33334"/>
                      <a:pt x="8211" y="33317"/>
                    </a:cubicBezTo>
                    <a:cubicBezTo>
                      <a:pt x="8319" y="33193"/>
                      <a:pt x="8368" y="33019"/>
                      <a:pt x="8393" y="32845"/>
                    </a:cubicBezTo>
                    <a:lnTo>
                      <a:pt x="8393" y="32845"/>
                    </a:lnTo>
                    <a:cubicBezTo>
                      <a:pt x="8476" y="33184"/>
                      <a:pt x="8443" y="33549"/>
                      <a:pt x="8319" y="33880"/>
                    </a:cubicBezTo>
                    <a:cubicBezTo>
                      <a:pt x="8244" y="34079"/>
                      <a:pt x="8137" y="34270"/>
                      <a:pt x="8012" y="34444"/>
                    </a:cubicBezTo>
                    <a:cubicBezTo>
                      <a:pt x="7996" y="34477"/>
                      <a:pt x="7971" y="34510"/>
                      <a:pt x="7946" y="34543"/>
                    </a:cubicBezTo>
                    <a:cubicBezTo>
                      <a:pt x="7938" y="34536"/>
                      <a:pt x="7928" y="34532"/>
                      <a:pt x="7917" y="34532"/>
                    </a:cubicBezTo>
                    <a:cubicBezTo>
                      <a:pt x="7903" y="34532"/>
                      <a:pt x="7889" y="34538"/>
                      <a:pt x="7880" y="34551"/>
                    </a:cubicBezTo>
                    <a:cubicBezTo>
                      <a:pt x="7706" y="34759"/>
                      <a:pt x="7515" y="34957"/>
                      <a:pt x="7325" y="35156"/>
                    </a:cubicBezTo>
                    <a:cubicBezTo>
                      <a:pt x="7142" y="35347"/>
                      <a:pt x="6927" y="35521"/>
                      <a:pt x="6753" y="35728"/>
                    </a:cubicBezTo>
                    <a:cubicBezTo>
                      <a:pt x="6719" y="35762"/>
                      <a:pt x="6757" y="35801"/>
                      <a:pt x="6794" y="35801"/>
                    </a:cubicBezTo>
                    <a:cubicBezTo>
                      <a:pt x="6803" y="35801"/>
                      <a:pt x="6811" y="35799"/>
                      <a:pt x="6819" y="35794"/>
                    </a:cubicBezTo>
                    <a:cubicBezTo>
                      <a:pt x="6919" y="35736"/>
                      <a:pt x="7001" y="35670"/>
                      <a:pt x="7084" y="35595"/>
                    </a:cubicBezTo>
                    <a:lnTo>
                      <a:pt x="7084" y="35595"/>
                    </a:lnTo>
                    <a:cubicBezTo>
                      <a:pt x="7068" y="35670"/>
                      <a:pt x="7059" y="35745"/>
                      <a:pt x="7059" y="35819"/>
                    </a:cubicBezTo>
                    <a:cubicBezTo>
                      <a:pt x="7068" y="35919"/>
                      <a:pt x="7101" y="36026"/>
                      <a:pt x="7142" y="36117"/>
                    </a:cubicBezTo>
                    <a:cubicBezTo>
                      <a:pt x="7151" y="36151"/>
                      <a:pt x="7159" y="36175"/>
                      <a:pt x="7175" y="36200"/>
                    </a:cubicBezTo>
                    <a:cubicBezTo>
                      <a:pt x="7167" y="36300"/>
                      <a:pt x="7159" y="36399"/>
                      <a:pt x="7159" y="36499"/>
                    </a:cubicBezTo>
                    <a:cubicBezTo>
                      <a:pt x="7151" y="36590"/>
                      <a:pt x="7142" y="36689"/>
                      <a:pt x="7192" y="36764"/>
                    </a:cubicBezTo>
                    <a:cubicBezTo>
                      <a:pt x="7242" y="36838"/>
                      <a:pt x="7325" y="36888"/>
                      <a:pt x="7399" y="36938"/>
                    </a:cubicBezTo>
                    <a:cubicBezTo>
                      <a:pt x="7449" y="36971"/>
                      <a:pt x="7499" y="37004"/>
                      <a:pt x="7548" y="37037"/>
                    </a:cubicBezTo>
                    <a:cubicBezTo>
                      <a:pt x="7532" y="37054"/>
                      <a:pt x="7532" y="37095"/>
                      <a:pt x="7565" y="37112"/>
                    </a:cubicBezTo>
                    <a:cubicBezTo>
                      <a:pt x="7656" y="37161"/>
                      <a:pt x="7747" y="37195"/>
                      <a:pt x="7847" y="37219"/>
                    </a:cubicBezTo>
                    <a:cubicBezTo>
                      <a:pt x="7963" y="37277"/>
                      <a:pt x="8079" y="37335"/>
                      <a:pt x="8203" y="37369"/>
                    </a:cubicBezTo>
                    <a:cubicBezTo>
                      <a:pt x="8209" y="37370"/>
                      <a:pt x="8215" y="37371"/>
                      <a:pt x="8221" y="37371"/>
                    </a:cubicBezTo>
                    <a:cubicBezTo>
                      <a:pt x="8276" y="37371"/>
                      <a:pt x="8306" y="37306"/>
                      <a:pt x="8261" y="37261"/>
                    </a:cubicBezTo>
                    <a:cubicBezTo>
                      <a:pt x="8344" y="37261"/>
                      <a:pt x="8418" y="37253"/>
                      <a:pt x="8493" y="37253"/>
                    </a:cubicBezTo>
                    <a:cubicBezTo>
                      <a:pt x="8638" y="37237"/>
                      <a:pt x="8791" y="37194"/>
                      <a:pt x="8937" y="37194"/>
                    </a:cubicBezTo>
                    <a:cubicBezTo>
                      <a:pt x="8949" y="37194"/>
                      <a:pt x="8961" y="37194"/>
                      <a:pt x="8973" y="37195"/>
                    </a:cubicBezTo>
                    <a:cubicBezTo>
                      <a:pt x="9031" y="37195"/>
                      <a:pt x="9089" y="37219"/>
                      <a:pt x="9139" y="37261"/>
                    </a:cubicBezTo>
                    <a:cubicBezTo>
                      <a:pt x="9180" y="37311"/>
                      <a:pt x="9189" y="37360"/>
                      <a:pt x="9197" y="37418"/>
                    </a:cubicBezTo>
                    <a:cubicBezTo>
                      <a:pt x="9204" y="37447"/>
                      <a:pt x="9236" y="37470"/>
                      <a:pt x="9261" y="37470"/>
                    </a:cubicBezTo>
                    <a:cubicBezTo>
                      <a:pt x="9265" y="37470"/>
                      <a:pt x="9268" y="37469"/>
                      <a:pt x="9272" y="37468"/>
                    </a:cubicBezTo>
                    <a:cubicBezTo>
                      <a:pt x="9272" y="37485"/>
                      <a:pt x="9272" y="37501"/>
                      <a:pt x="9272" y="37518"/>
                    </a:cubicBezTo>
                    <a:cubicBezTo>
                      <a:pt x="9234" y="37509"/>
                      <a:pt x="9197" y="37505"/>
                      <a:pt x="9161" y="37505"/>
                    </a:cubicBezTo>
                    <a:cubicBezTo>
                      <a:pt x="9125" y="37505"/>
                      <a:pt x="9089" y="37509"/>
                      <a:pt x="9056" y="37518"/>
                    </a:cubicBezTo>
                    <a:cubicBezTo>
                      <a:pt x="8982" y="37534"/>
                      <a:pt x="8915" y="37567"/>
                      <a:pt x="8849" y="37609"/>
                    </a:cubicBezTo>
                    <a:cubicBezTo>
                      <a:pt x="8806" y="37630"/>
                      <a:pt x="8838" y="37696"/>
                      <a:pt x="8880" y="37696"/>
                    </a:cubicBezTo>
                    <a:cubicBezTo>
                      <a:pt x="8886" y="37696"/>
                      <a:pt x="8892" y="37695"/>
                      <a:pt x="8899" y="37692"/>
                    </a:cubicBezTo>
                    <a:cubicBezTo>
                      <a:pt x="8957" y="37669"/>
                      <a:pt x="9014" y="37662"/>
                      <a:pt x="9072" y="37662"/>
                    </a:cubicBezTo>
                    <a:cubicBezTo>
                      <a:pt x="9122" y="37662"/>
                      <a:pt x="9172" y="37667"/>
                      <a:pt x="9222" y="37675"/>
                    </a:cubicBezTo>
                    <a:cubicBezTo>
                      <a:pt x="9247" y="37683"/>
                      <a:pt x="9263" y="37683"/>
                      <a:pt x="9288" y="37692"/>
                    </a:cubicBezTo>
                    <a:cubicBezTo>
                      <a:pt x="9296" y="37692"/>
                      <a:pt x="9296" y="37700"/>
                      <a:pt x="9305" y="37700"/>
                    </a:cubicBezTo>
                    <a:cubicBezTo>
                      <a:pt x="9321" y="37733"/>
                      <a:pt x="9338" y="37758"/>
                      <a:pt x="9363" y="37783"/>
                    </a:cubicBezTo>
                    <a:cubicBezTo>
                      <a:pt x="9354" y="37808"/>
                      <a:pt x="9346" y="37833"/>
                      <a:pt x="9354" y="37857"/>
                    </a:cubicBezTo>
                    <a:lnTo>
                      <a:pt x="9354" y="37866"/>
                    </a:lnTo>
                    <a:cubicBezTo>
                      <a:pt x="9354" y="37874"/>
                      <a:pt x="9346" y="37891"/>
                      <a:pt x="9346" y="37899"/>
                    </a:cubicBezTo>
                    <a:lnTo>
                      <a:pt x="9346" y="37915"/>
                    </a:lnTo>
                    <a:cubicBezTo>
                      <a:pt x="9338" y="37932"/>
                      <a:pt x="9338" y="37940"/>
                      <a:pt x="9330" y="37957"/>
                    </a:cubicBezTo>
                    <a:cubicBezTo>
                      <a:pt x="9330" y="37965"/>
                      <a:pt x="9321" y="37965"/>
                      <a:pt x="9321" y="37973"/>
                    </a:cubicBezTo>
                    <a:lnTo>
                      <a:pt x="9305" y="38015"/>
                    </a:lnTo>
                    <a:cubicBezTo>
                      <a:pt x="9288" y="38048"/>
                      <a:pt x="9263" y="38073"/>
                      <a:pt x="9247" y="38106"/>
                    </a:cubicBezTo>
                    <a:cubicBezTo>
                      <a:pt x="9205" y="38114"/>
                      <a:pt x="9164" y="38131"/>
                      <a:pt x="9122" y="38156"/>
                    </a:cubicBezTo>
                    <a:cubicBezTo>
                      <a:pt x="9098" y="38164"/>
                      <a:pt x="9089" y="38189"/>
                      <a:pt x="9098" y="38214"/>
                    </a:cubicBezTo>
                    <a:cubicBezTo>
                      <a:pt x="9106" y="38239"/>
                      <a:pt x="9122" y="38247"/>
                      <a:pt x="9147" y="38247"/>
                    </a:cubicBezTo>
                    <a:cubicBezTo>
                      <a:pt x="9139" y="38255"/>
                      <a:pt x="9131" y="38263"/>
                      <a:pt x="9122" y="38272"/>
                    </a:cubicBezTo>
                    <a:cubicBezTo>
                      <a:pt x="9122" y="38280"/>
                      <a:pt x="9114" y="38288"/>
                      <a:pt x="9114" y="38297"/>
                    </a:cubicBezTo>
                    <a:cubicBezTo>
                      <a:pt x="9048" y="38330"/>
                      <a:pt x="8982" y="38346"/>
                      <a:pt x="8907" y="38363"/>
                    </a:cubicBezTo>
                    <a:cubicBezTo>
                      <a:pt x="8786" y="38385"/>
                      <a:pt x="8657" y="38389"/>
                      <a:pt x="8528" y="38389"/>
                    </a:cubicBezTo>
                    <a:cubicBezTo>
                      <a:pt x="8463" y="38389"/>
                      <a:pt x="8399" y="38388"/>
                      <a:pt x="8335" y="38388"/>
                    </a:cubicBezTo>
                    <a:cubicBezTo>
                      <a:pt x="8021" y="38379"/>
                      <a:pt x="7706" y="38346"/>
                      <a:pt x="7391" y="38305"/>
                    </a:cubicBezTo>
                    <a:cubicBezTo>
                      <a:pt x="7366" y="38305"/>
                      <a:pt x="7341" y="38297"/>
                      <a:pt x="7316" y="38297"/>
                    </a:cubicBezTo>
                    <a:cubicBezTo>
                      <a:pt x="7076" y="38247"/>
                      <a:pt x="6836" y="38197"/>
                      <a:pt x="6595" y="38164"/>
                    </a:cubicBezTo>
                    <a:cubicBezTo>
                      <a:pt x="6562" y="38164"/>
                      <a:pt x="6537" y="38181"/>
                      <a:pt x="6529" y="38205"/>
                    </a:cubicBezTo>
                    <a:cubicBezTo>
                      <a:pt x="5974" y="38147"/>
                      <a:pt x="5427" y="38023"/>
                      <a:pt x="4897" y="37849"/>
                    </a:cubicBezTo>
                    <a:cubicBezTo>
                      <a:pt x="4890" y="37847"/>
                      <a:pt x="4884" y="37846"/>
                      <a:pt x="4879" y="37846"/>
                    </a:cubicBezTo>
                    <a:cubicBezTo>
                      <a:pt x="4863" y="37846"/>
                      <a:pt x="4851" y="37854"/>
                      <a:pt x="4839" y="37866"/>
                    </a:cubicBezTo>
                    <a:cubicBezTo>
                      <a:pt x="4773" y="37849"/>
                      <a:pt x="4715" y="37833"/>
                      <a:pt x="4657" y="37808"/>
                    </a:cubicBezTo>
                    <a:cubicBezTo>
                      <a:pt x="4499" y="37766"/>
                      <a:pt x="4350" y="37717"/>
                      <a:pt x="4209" y="37659"/>
                    </a:cubicBezTo>
                    <a:cubicBezTo>
                      <a:pt x="4068" y="37601"/>
                      <a:pt x="3927" y="37534"/>
                      <a:pt x="3787" y="37460"/>
                    </a:cubicBezTo>
                    <a:cubicBezTo>
                      <a:pt x="3753" y="37443"/>
                      <a:pt x="3712" y="37427"/>
                      <a:pt x="3679" y="37402"/>
                    </a:cubicBezTo>
                    <a:cubicBezTo>
                      <a:pt x="3654" y="37393"/>
                      <a:pt x="3604" y="37369"/>
                      <a:pt x="3596" y="37344"/>
                    </a:cubicBezTo>
                    <a:cubicBezTo>
                      <a:pt x="3588" y="37335"/>
                      <a:pt x="3613" y="37335"/>
                      <a:pt x="3637" y="37319"/>
                    </a:cubicBezTo>
                    <a:cubicBezTo>
                      <a:pt x="3654" y="37311"/>
                      <a:pt x="3662" y="37311"/>
                      <a:pt x="3687" y="37302"/>
                    </a:cubicBezTo>
                    <a:cubicBezTo>
                      <a:pt x="3712" y="37304"/>
                      <a:pt x="3737" y="37304"/>
                      <a:pt x="3762" y="37304"/>
                    </a:cubicBezTo>
                    <a:cubicBezTo>
                      <a:pt x="3878" y="37304"/>
                      <a:pt x="3994" y="37290"/>
                      <a:pt x="4110" y="37269"/>
                    </a:cubicBezTo>
                    <a:cubicBezTo>
                      <a:pt x="4176" y="37253"/>
                      <a:pt x="4159" y="37170"/>
                      <a:pt x="4101" y="37170"/>
                    </a:cubicBezTo>
                    <a:cubicBezTo>
                      <a:pt x="4074" y="37171"/>
                      <a:pt x="4046" y="37171"/>
                      <a:pt x="4018" y="37171"/>
                    </a:cubicBezTo>
                    <a:cubicBezTo>
                      <a:pt x="3770" y="37171"/>
                      <a:pt x="3511" y="37138"/>
                      <a:pt x="3273" y="37079"/>
                    </a:cubicBezTo>
                    <a:cubicBezTo>
                      <a:pt x="3008" y="37004"/>
                      <a:pt x="2759" y="36880"/>
                      <a:pt x="2527" y="36731"/>
                    </a:cubicBezTo>
                    <a:cubicBezTo>
                      <a:pt x="2515" y="36722"/>
                      <a:pt x="2504" y="36718"/>
                      <a:pt x="2493" y="36718"/>
                    </a:cubicBezTo>
                    <a:cubicBezTo>
                      <a:pt x="2450" y="36718"/>
                      <a:pt x="2420" y="36774"/>
                      <a:pt x="2453" y="36813"/>
                    </a:cubicBezTo>
                    <a:cubicBezTo>
                      <a:pt x="2436" y="36805"/>
                      <a:pt x="2420" y="36797"/>
                      <a:pt x="2403" y="36797"/>
                    </a:cubicBezTo>
                    <a:cubicBezTo>
                      <a:pt x="2171" y="36706"/>
                      <a:pt x="1947" y="36606"/>
                      <a:pt x="1740" y="36482"/>
                    </a:cubicBezTo>
                    <a:cubicBezTo>
                      <a:pt x="1550" y="36366"/>
                      <a:pt x="1359" y="36225"/>
                      <a:pt x="1202" y="36068"/>
                    </a:cubicBezTo>
                    <a:cubicBezTo>
                      <a:pt x="1160" y="36026"/>
                      <a:pt x="1119" y="35985"/>
                      <a:pt x="1077" y="35935"/>
                    </a:cubicBezTo>
                    <a:lnTo>
                      <a:pt x="1077" y="35935"/>
                    </a:lnTo>
                    <a:cubicBezTo>
                      <a:pt x="1089" y="35941"/>
                      <a:pt x="1101" y="35947"/>
                      <a:pt x="1112" y="35947"/>
                    </a:cubicBezTo>
                    <a:cubicBezTo>
                      <a:pt x="1117" y="35947"/>
                      <a:pt x="1122" y="35946"/>
                      <a:pt x="1127" y="35943"/>
                    </a:cubicBezTo>
                    <a:cubicBezTo>
                      <a:pt x="1177" y="35927"/>
                      <a:pt x="1152" y="35869"/>
                      <a:pt x="1135" y="35836"/>
                    </a:cubicBezTo>
                    <a:cubicBezTo>
                      <a:pt x="1094" y="35761"/>
                      <a:pt x="1036" y="35695"/>
                      <a:pt x="978" y="35629"/>
                    </a:cubicBezTo>
                    <a:cubicBezTo>
                      <a:pt x="920" y="35562"/>
                      <a:pt x="862" y="35488"/>
                      <a:pt x="796" y="35421"/>
                    </a:cubicBezTo>
                    <a:cubicBezTo>
                      <a:pt x="786" y="35408"/>
                      <a:pt x="772" y="35402"/>
                      <a:pt x="757" y="35402"/>
                    </a:cubicBezTo>
                    <a:cubicBezTo>
                      <a:pt x="745" y="35402"/>
                      <a:pt x="732" y="35406"/>
                      <a:pt x="721" y="35413"/>
                    </a:cubicBezTo>
                    <a:cubicBezTo>
                      <a:pt x="688" y="35347"/>
                      <a:pt x="663" y="35289"/>
                      <a:pt x="638" y="35231"/>
                    </a:cubicBezTo>
                    <a:cubicBezTo>
                      <a:pt x="597" y="35107"/>
                      <a:pt x="572" y="34982"/>
                      <a:pt x="539" y="34858"/>
                    </a:cubicBezTo>
                    <a:cubicBezTo>
                      <a:pt x="514" y="34725"/>
                      <a:pt x="489" y="34585"/>
                      <a:pt x="489" y="34452"/>
                    </a:cubicBezTo>
                    <a:cubicBezTo>
                      <a:pt x="489" y="34419"/>
                      <a:pt x="472" y="34402"/>
                      <a:pt x="448" y="34394"/>
                    </a:cubicBezTo>
                    <a:cubicBezTo>
                      <a:pt x="439" y="34361"/>
                      <a:pt x="439" y="34328"/>
                      <a:pt x="431" y="34295"/>
                    </a:cubicBezTo>
                    <a:cubicBezTo>
                      <a:pt x="406" y="34029"/>
                      <a:pt x="390" y="33756"/>
                      <a:pt x="390" y="33491"/>
                    </a:cubicBezTo>
                    <a:cubicBezTo>
                      <a:pt x="373" y="32944"/>
                      <a:pt x="406" y="32389"/>
                      <a:pt x="481" y="31842"/>
                    </a:cubicBezTo>
                    <a:cubicBezTo>
                      <a:pt x="485" y="31803"/>
                      <a:pt x="457" y="31782"/>
                      <a:pt x="427" y="31782"/>
                    </a:cubicBezTo>
                    <a:cubicBezTo>
                      <a:pt x="401" y="31782"/>
                      <a:pt x="373" y="31799"/>
                      <a:pt x="365" y="31834"/>
                    </a:cubicBezTo>
                    <a:cubicBezTo>
                      <a:pt x="340" y="31950"/>
                      <a:pt x="315" y="32074"/>
                      <a:pt x="290" y="32190"/>
                    </a:cubicBezTo>
                    <a:cubicBezTo>
                      <a:pt x="290" y="32165"/>
                      <a:pt x="290" y="32140"/>
                      <a:pt x="282" y="32116"/>
                    </a:cubicBezTo>
                    <a:cubicBezTo>
                      <a:pt x="257" y="31884"/>
                      <a:pt x="240" y="31652"/>
                      <a:pt x="240" y="31411"/>
                    </a:cubicBezTo>
                    <a:cubicBezTo>
                      <a:pt x="249" y="30964"/>
                      <a:pt x="307" y="30475"/>
                      <a:pt x="481" y="30061"/>
                    </a:cubicBezTo>
                    <a:cubicBezTo>
                      <a:pt x="491" y="30024"/>
                      <a:pt x="466" y="30001"/>
                      <a:pt x="439" y="30001"/>
                    </a:cubicBezTo>
                    <a:cubicBezTo>
                      <a:pt x="423" y="30001"/>
                      <a:pt x="407" y="30009"/>
                      <a:pt x="398" y="30028"/>
                    </a:cubicBezTo>
                    <a:cubicBezTo>
                      <a:pt x="365" y="30086"/>
                      <a:pt x="340" y="30135"/>
                      <a:pt x="315" y="30193"/>
                    </a:cubicBezTo>
                    <a:cubicBezTo>
                      <a:pt x="365" y="29895"/>
                      <a:pt x="423" y="29605"/>
                      <a:pt x="522" y="29323"/>
                    </a:cubicBezTo>
                    <a:cubicBezTo>
                      <a:pt x="605" y="29066"/>
                      <a:pt x="721" y="28834"/>
                      <a:pt x="837" y="28594"/>
                    </a:cubicBezTo>
                    <a:cubicBezTo>
                      <a:pt x="841" y="28619"/>
                      <a:pt x="858" y="28632"/>
                      <a:pt x="875" y="28632"/>
                    </a:cubicBezTo>
                    <a:cubicBezTo>
                      <a:pt x="893" y="28632"/>
                      <a:pt x="912" y="28619"/>
                      <a:pt x="920" y="28594"/>
                    </a:cubicBezTo>
                    <a:cubicBezTo>
                      <a:pt x="945" y="28470"/>
                      <a:pt x="970" y="28346"/>
                      <a:pt x="1003" y="28221"/>
                    </a:cubicBezTo>
                    <a:cubicBezTo>
                      <a:pt x="1102" y="28006"/>
                      <a:pt x="1193" y="27782"/>
                      <a:pt x="1293" y="27567"/>
                    </a:cubicBezTo>
                    <a:cubicBezTo>
                      <a:pt x="1310" y="27533"/>
                      <a:pt x="1280" y="27507"/>
                      <a:pt x="1249" y="27507"/>
                    </a:cubicBezTo>
                    <a:cubicBezTo>
                      <a:pt x="1235" y="27507"/>
                      <a:pt x="1220" y="27512"/>
                      <a:pt x="1210" y="27525"/>
                    </a:cubicBezTo>
                    <a:cubicBezTo>
                      <a:pt x="1268" y="27385"/>
                      <a:pt x="1326" y="27235"/>
                      <a:pt x="1392" y="27095"/>
                    </a:cubicBezTo>
                    <a:cubicBezTo>
                      <a:pt x="1624" y="26589"/>
                      <a:pt x="1906" y="26109"/>
                      <a:pt x="2163" y="25611"/>
                    </a:cubicBezTo>
                    <a:cubicBezTo>
                      <a:pt x="2320" y="25305"/>
                      <a:pt x="2461" y="24990"/>
                      <a:pt x="2610" y="24683"/>
                    </a:cubicBezTo>
                    <a:cubicBezTo>
                      <a:pt x="2628" y="24648"/>
                      <a:pt x="2595" y="24617"/>
                      <a:pt x="2566" y="24617"/>
                    </a:cubicBezTo>
                    <a:cubicBezTo>
                      <a:pt x="2554" y="24617"/>
                      <a:pt x="2543" y="24622"/>
                      <a:pt x="2536" y="24634"/>
                    </a:cubicBezTo>
                    <a:lnTo>
                      <a:pt x="2353" y="24924"/>
                    </a:lnTo>
                    <a:cubicBezTo>
                      <a:pt x="2411" y="24808"/>
                      <a:pt x="2461" y="24700"/>
                      <a:pt x="2511" y="24584"/>
                    </a:cubicBezTo>
                    <a:cubicBezTo>
                      <a:pt x="2718" y="24128"/>
                      <a:pt x="2933" y="23673"/>
                      <a:pt x="3182" y="23234"/>
                    </a:cubicBezTo>
                    <a:cubicBezTo>
                      <a:pt x="3323" y="22985"/>
                      <a:pt x="3472" y="22736"/>
                      <a:pt x="3629" y="22504"/>
                    </a:cubicBezTo>
                    <a:cubicBezTo>
                      <a:pt x="3653" y="22463"/>
                      <a:pt x="3626" y="22426"/>
                      <a:pt x="3594" y="22426"/>
                    </a:cubicBezTo>
                    <a:cubicBezTo>
                      <a:pt x="3581" y="22426"/>
                      <a:pt x="3567" y="22432"/>
                      <a:pt x="3555" y="22446"/>
                    </a:cubicBezTo>
                    <a:cubicBezTo>
                      <a:pt x="3463" y="22546"/>
                      <a:pt x="3381" y="22645"/>
                      <a:pt x="3298" y="22753"/>
                    </a:cubicBezTo>
                    <a:cubicBezTo>
                      <a:pt x="3314" y="22720"/>
                      <a:pt x="3323" y="22678"/>
                      <a:pt x="3339" y="22645"/>
                    </a:cubicBezTo>
                    <a:cubicBezTo>
                      <a:pt x="3439" y="22347"/>
                      <a:pt x="3530" y="22040"/>
                      <a:pt x="3662" y="21750"/>
                    </a:cubicBezTo>
                    <a:cubicBezTo>
                      <a:pt x="3795" y="21469"/>
                      <a:pt x="3985" y="21212"/>
                      <a:pt x="4176" y="20972"/>
                    </a:cubicBezTo>
                    <a:cubicBezTo>
                      <a:pt x="4383" y="20706"/>
                      <a:pt x="4582" y="20450"/>
                      <a:pt x="4789" y="20193"/>
                    </a:cubicBezTo>
                    <a:cubicBezTo>
                      <a:pt x="4963" y="19977"/>
                      <a:pt x="5129" y="19762"/>
                      <a:pt x="5295" y="19538"/>
                    </a:cubicBezTo>
                    <a:cubicBezTo>
                      <a:pt x="5303" y="19555"/>
                      <a:pt x="5303" y="19571"/>
                      <a:pt x="5303" y="19588"/>
                    </a:cubicBezTo>
                    <a:cubicBezTo>
                      <a:pt x="5314" y="19620"/>
                      <a:pt x="5342" y="19642"/>
                      <a:pt x="5369" y="19642"/>
                    </a:cubicBezTo>
                    <a:cubicBezTo>
                      <a:pt x="5384" y="19642"/>
                      <a:pt x="5399" y="19636"/>
                      <a:pt x="5411" y="19621"/>
                    </a:cubicBezTo>
                    <a:cubicBezTo>
                      <a:pt x="5469" y="19538"/>
                      <a:pt x="5485" y="19430"/>
                      <a:pt x="5518" y="19339"/>
                    </a:cubicBezTo>
                    <a:cubicBezTo>
                      <a:pt x="5551" y="19240"/>
                      <a:pt x="5576" y="19140"/>
                      <a:pt x="5618" y="19041"/>
                    </a:cubicBezTo>
                    <a:cubicBezTo>
                      <a:pt x="5684" y="18850"/>
                      <a:pt x="5767" y="18660"/>
                      <a:pt x="5891" y="18494"/>
                    </a:cubicBezTo>
                    <a:cubicBezTo>
                      <a:pt x="5957" y="18395"/>
                      <a:pt x="6049" y="18304"/>
                      <a:pt x="6131" y="18221"/>
                    </a:cubicBezTo>
                    <a:cubicBezTo>
                      <a:pt x="6131" y="18262"/>
                      <a:pt x="6148" y="18304"/>
                      <a:pt x="6173" y="18329"/>
                    </a:cubicBezTo>
                    <a:cubicBezTo>
                      <a:pt x="6185" y="18341"/>
                      <a:pt x="6200" y="18347"/>
                      <a:pt x="6213" y="18347"/>
                    </a:cubicBezTo>
                    <a:cubicBezTo>
                      <a:pt x="6227" y="18347"/>
                      <a:pt x="6239" y="18341"/>
                      <a:pt x="6247" y="18329"/>
                    </a:cubicBezTo>
                    <a:cubicBezTo>
                      <a:pt x="6289" y="18287"/>
                      <a:pt x="6289" y="18221"/>
                      <a:pt x="6297" y="18163"/>
                    </a:cubicBezTo>
                    <a:cubicBezTo>
                      <a:pt x="6305" y="18113"/>
                      <a:pt x="6314" y="18055"/>
                      <a:pt x="6322" y="17997"/>
                    </a:cubicBezTo>
                    <a:cubicBezTo>
                      <a:pt x="6438" y="17831"/>
                      <a:pt x="6504" y="17649"/>
                      <a:pt x="6496" y="17450"/>
                    </a:cubicBezTo>
                    <a:cubicBezTo>
                      <a:pt x="6496" y="17409"/>
                      <a:pt x="6463" y="17392"/>
                      <a:pt x="6430" y="17392"/>
                    </a:cubicBezTo>
                    <a:cubicBezTo>
                      <a:pt x="6471" y="17235"/>
                      <a:pt x="6529" y="17086"/>
                      <a:pt x="6604" y="16937"/>
                    </a:cubicBezTo>
                    <a:cubicBezTo>
                      <a:pt x="6703" y="16721"/>
                      <a:pt x="6836" y="16514"/>
                      <a:pt x="6960" y="16307"/>
                    </a:cubicBezTo>
                    <a:cubicBezTo>
                      <a:pt x="6960" y="16307"/>
                      <a:pt x="6960" y="16307"/>
                      <a:pt x="6960" y="16299"/>
                    </a:cubicBezTo>
                    <a:cubicBezTo>
                      <a:pt x="6970" y="16302"/>
                      <a:pt x="6979" y="16304"/>
                      <a:pt x="6987" y="16304"/>
                    </a:cubicBezTo>
                    <a:cubicBezTo>
                      <a:pt x="6999" y="16304"/>
                      <a:pt x="7008" y="16300"/>
                      <a:pt x="7018" y="16290"/>
                    </a:cubicBezTo>
                    <a:cubicBezTo>
                      <a:pt x="7068" y="16207"/>
                      <a:pt x="7093" y="16116"/>
                      <a:pt x="7117" y="16033"/>
                    </a:cubicBezTo>
                    <a:cubicBezTo>
                      <a:pt x="7184" y="15909"/>
                      <a:pt x="7242" y="15793"/>
                      <a:pt x="7300" y="15661"/>
                    </a:cubicBezTo>
                    <a:cubicBezTo>
                      <a:pt x="7316" y="15627"/>
                      <a:pt x="7300" y="15603"/>
                      <a:pt x="7275" y="15594"/>
                    </a:cubicBezTo>
                    <a:cubicBezTo>
                      <a:pt x="7291" y="15594"/>
                      <a:pt x="7316" y="15594"/>
                      <a:pt x="7325" y="15569"/>
                    </a:cubicBezTo>
                    <a:cubicBezTo>
                      <a:pt x="7383" y="15503"/>
                      <a:pt x="7407" y="15420"/>
                      <a:pt x="7441" y="15337"/>
                    </a:cubicBezTo>
                    <a:cubicBezTo>
                      <a:pt x="7474" y="15255"/>
                      <a:pt x="7499" y="15163"/>
                      <a:pt x="7523" y="15081"/>
                    </a:cubicBezTo>
                    <a:cubicBezTo>
                      <a:pt x="7532" y="15064"/>
                      <a:pt x="7540" y="15039"/>
                      <a:pt x="7548" y="15023"/>
                    </a:cubicBezTo>
                    <a:cubicBezTo>
                      <a:pt x="7565" y="15006"/>
                      <a:pt x="7557" y="14989"/>
                      <a:pt x="7557" y="14973"/>
                    </a:cubicBezTo>
                    <a:cubicBezTo>
                      <a:pt x="7598" y="14824"/>
                      <a:pt x="7648" y="14666"/>
                      <a:pt x="7714" y="14525"/>
                    </a:cubicBezTo>
                    <a:cubicBezTo>
                      <a:pt x="7780" y="14401"/>
                      <a:pt x="7863" y="14285"/>
                      <a:pt x="7938" y="14169"/>
                    </a:cubicBezTo>
                    <a:cubicBezTo>
                      <a:pt x="7946" y="14177"/>
                      <a:pt x="7946" y="14194"/>
                      <a:pt x="7946" y="14202"/>
                    </a:cubicBezTo>
                    <a:cubicBezTo>
                      <a:pt x="7950" y="14211"/>
                      <a:pt x="7963" y="14218"/>
                      <a:pt x="7975" y="14218"/>
                    </a:cubicBezTo>
                    <a:cubicBezTo>
                      <a:pt x="7986" y="14218"/>
                      <a:pt x="7996" y="14214"/>
                      <a:pt x="8004" y="14202"/>
                    </a:cubicBezTo>
                    <a:cubicBezTo>
                      <a:pt x="8045" y="14136"/>
                      <a:pt x="8062" y="14037"/>
                      <a:pt x="8079" y="13954"/>
                    </a:cubicBezTo>
                    <a:cubicBezTo>
                      <a:pt x="8112" y="13904"/>
                      <a:pt x="8137" y="13846"/>
                      <a:pt x="8161" y="13788"/>
                    </a:cubicBezTo>
                    <a:lnTo>
                      <a:pt x="8161" y="13788"/>
                    </a:lnTo>
                    <a:cubicBezTo>
                      <a:pt x="8145" y="13846"/>
                      <a:pt x="8128" y="13904"/>
                      <a:pt x="8120" y="13962"/>
                    </a:cubicBezTo>
                    <a:cubicBezTo>
                      <a:pt x="8112" y="14028"/>
                      <a:pt x="8103" y="14095"/>
                      <a:pt x="8103" y="14161"/>
                    </a:cubicBezTo>
                    <a:cubicBezTo>
                      <a:pt x="8103" y="14227"/>
                      <a:pt x="8095" y="14302"/>
                      <a:pt x="8120" y="14368"/>
                    </a:cubicBezTo>
                    <a:cubicBezTo>
                      <a:pt x="8129" y="14381"/>
                      <a:pt x="8147" y="14390"/>
                      <a:pt x="8164" y="14390"/>
                    </a:cubicBezTo>
                    <a:cubicBezTo>
                      <a:pt x="8178" y="14390"/>
                      <a:pt x="8191" y="14383"/>
                      <a:pt x="8194" y="14368"/>
                    </a:cubicBezTo>
                    <a:cubicBezTo>
                      <a:pt x="8219" y="14302"/>
                      <a:pt x="8211" y="14235"/>
                      <a:pt x="8219" y="14169"/>
                    </a:cubicBezTo>
                    <a:cubicBezTo>
                      <a:pt x="8228" y="14103"/>
                      <a:pt x="8228" y="14045"/>
                      <a:pt x="8236" y="13979"/>
                    </a:cubicBezTo>
                    <a:cubicBezTo>
                      <a:pt x="8252" y="13854"/>
                      <a:pt x="8277" y="13722"/>
                      <a:pt x="8319" y="13598"/>
                    </a:cubicBezTo>
                    <a:cubicBezTo>
                      <a:pt x="8335" y="13561"/>
                      <a:pt x="8304" y="13534"/>
                      <a:pt x="8273" y="13534"/>
                    </a:cubicBezTo>
                    <a:cubicBezTo>
                      <a:pt x="8255" y="13534"/>
                      <a:pt x="8237" y="13543"/>
                      <a:pt x="8228" y="13564"/>
                    </a:cubicBezTo>
                    <a:cubicBezTo>
                      <a:pt x="8211" y="13606"/>
                      <a:pt x="8203" y="13647"/>
                      <a:pt x="8186" y="13689"/>
                    </a:cubicBezTo>
                    <a:cubicBezTo>
                      <a:pt x="8186" y="13672"/>
                      <a:pt x="8170" y="13656"/>
                      <a:pt x="8153" y="13639"/>
                    </a:cubicBezTo>
                    <a:cubicBezTo>
                      <a:pt x="8161" y="13598"/>
                      <a:pt x="8178" y="13556"/>
                      <a:pt x="8194" y="13506"/>
                    </a:cubicBezTo>
                    <a:cubicBezTo>
                      <a:pt x="8203" y="13482"/>
                      <a:pt x="8211" y="13448"/>
                      <a:pt x="8219" y="13415"/>
                    </a:cubicBezTo>
                    <a:cubicBezTo>
                      <a:pt x="8228" y="13419"/>
                      <a:pt x="8236" y="13421"/>
                      <a:pt x="8243" y="13421"/>
                    </a:cubicBezTo>
                    <a:cubicBezTo>
                      <a:pt x="8250" y="13421"/>
                      <a:pt x="8257" y="13419"/>
                      <a:pt x="8261" y="13415"/>
                    </a:cubicBezTo>
                    <a:cubicBezTo>
                      <a:pt x="8335" y="13357"/>
                      <a:pt x="8385" y="13274"/>
                      <a:pt x="8426" y="13200"/>
                    </a:cubicBezTo>
                    <a:cubicBezTo>
                      <a:pt x="8468" y="13117"/>
                      <a:pt x="8509" y="13026"/>
                      <a:pt x="8534" y="12935"/>
                    </a:cubicBezTo>
                    <a:cubicBezTo>
                      <a:pt x="8584" y="12802"/>
                      <a:pt x="8625" y="12636"/>
                      <a:pt x="8559" y="12504"/>
                    </a:cubicBezTo>
                    <a:lnTo>
                      <a:pt x="8675" y="12504"/>
                    </a:lnTo>
                    <a:cubicBezTo>
                      <a:pt x="8658" y="12512"/>
                      <a:pt x="8650" y="12520"/>
                      <a:pt x="8650" y="12537"/>
                    </a:cubicBezTo>
                    <a:cubicBezTo>
                      <a:pt x="8650" y="12587"/>
                      <a:pt x="8658" y="12645"/>
                      <a:pt x="8658" y="12694"/>
                    </a:cubicBezTo>
                    <a:cubicBezTo>
                      <a:pt x="8658" y="12744"/>
                      <a:pt x="8658" y="12786"/>
                      <a:pt x="8650" y="12835"/>
                    </a:cubicBezTo>
                    <a:cubicBezTo>
                      <a:pt x="8650" y="12885"/>
                      <a:pt x="8634" y="12935"/>
                      <a:pt x="8625" y="12984"/>
                    </a:cubicBezTo>
                    <a:cubicBezTo>
                      <a:pt x="8617" y="13026"/>
                      <a:pt x="8600" y="13076"/>
                      <a:pt x="8600" y="13125"/>
                    </a:cubicBezTo>
                    <a:cubicBezTo>
                      <a:pt x="8600" y="13144"/>
                      <a:pt x="8619" y="13153"/>
                      <a:pt x="8635" y="13153"/>
                    </a:cubicBezTo>
                    <a:cubicBezTo>
                      <a:pt x="8641" y="13153"/>
                      <a:pt x="8646" y="13152"/>
                      <a:pt x="8650" y="13150"/>
                    </a:cubicBezTo>
                    <a:cubicBezTo>
                      <a:pt x="8692" y="13117"/>
                      <a:pt x="8716" y="13059"/>
                      <a:pt x="8733" y="13018"/>
                    </a:cubicBezTo>
                    <a:cubicBezTo>
                      <a:pt x="8758" y="12960"/>
                      <a:pt x="8766" y="12902"/>
                      <a:pt x="8774" y="12852"/>
                    </a:cubicBezTo>
                    <a:cubicBezTo>
                      <a:pt x="8783" y="12744"/>
                      <a:pt x="8774" y="12620"/>
                      <a:pt x="8725" y="12529"/>
                    </a:cubicBezTo>
                    <a:cubicBezTo>
                      <a:pt x="8717" y="12521"/>
                      <a:pt x="8709" y="12513"/>
                      <a:pt x="8701" y="12512"/>
                    </a:cubicBezTo>
                    <a:lnTo>
                      <a:pt x="8701" y="12512"/>
                    </a:lnTo>
                    <a:cubicBezTo>
                      <a:pt x="8753" y="12514"/>
                      <a:pt x="8806" y="12515"/>
                      <a:pt x="8858" y="12515"/>
                    </a:cubicBezTo>
                    <a:cubicBezTo>
                      <a:pt x="9337" y="12515"/>
                      <a:pt x="9819" y="12447"/>
                      <a:pt x="10274" y="12305"/>
                    </a:cubicBezTo>
                    <a:cubicBezTo>
                      <a:pt x="10432" y="12255"/>
                      <a:pt x="10589" y="12206"/>
                      <a:pt x="10755" y="12164"/>
                    </a:cubicBezTo>
                    <a:cubicBezTo>
                      <a:pt x="10904" y="12131"/>
                      <a:pt x="11053" y="12098"/>
                      <a:pt x="11202" y="12056"/>
                    </a:cubicBezTo>
                    <a:cubicBezTo>
                      <a:pt x="11210" y="12056"/>
                      <a:pt x="11210" y="12048"/>
                      <a:pt x="11219" y="12040"/>
                    </a:cubicBezTo>
                    <a:cubicBezTo>
                      <a:pt x="11244" y="12036"/>
                      <a:pt x="11268" y="12034"/>
                      <a:pt x="11293" y="12034"/>
                    </a:cubicBezTo>
                    <a:cubicBezTo>
                      <a:pt x="11318" y="12034"/>
                      <a:pt x="11343" y="12036"/>
                      <a:pt x="11368" y="12040"/>
                    </a:cubicBezTo>
                    <a:cubicBezTo>
                      <a:pt x="11426" y="12048"/>
                      <a:pt x="11476" y="12073"/>
                      <a:pt x="11534" y="12090"/>
                    </a:cubicBezTo>
                    <a:cubicBezTo>
                      <a:pt x="11558" y="12098"/>
                      <a:pt x="11583" y="12106"/>
                      <a:pt x="11608" y="12114"/>
                    </a:cubicBezTo>
                    <a:cubicBezTo>
                      <a:pt x="11633" y="12123"/>
                      <a:pt x="11658" y="12131"/>
                      <a:pt x="11683" y="12131"/>
                    </a:cubicBezTo>
                    <a:cubicBezTo>
                      <a:pt x="11699" y="12131"/>
                      <a:pt x="11708" y="12114"/>
                      <a:pt x="11708" y="12098"/>
                    </a:cubicBezTo>
                    <a:cubicBezTo>
                      <a:pt x="11699" y="12040"/>
                      <a:pt x="11625" y="12007"/>
                      <a:pt x="11575" y="11990"/>
                    </a:cubicBezTo>
                    <a:cubicBezTo>
                      <a:pt x="11517" y="11965"/>
                      <a:pt x="11451" y="11940"/>
                      <a:pt x="11393" y="11932"/>
                    </a:cubicBezTo>
                    <a:cubicBezTo>
                      <a:pt x="11367" y="11926"/>
                      <a:pt x="11342" y="11923"/>
                      <a:pt x="11317" y="11923"/>
                    </a:cubicBezTo>
                    <a:cubicBezTo>
                      <a:pt x="11276" y="11923"/>
                      <a:pt x="11235" y="11930"/>
                      <a:pt x="11194" y="11940"/>
                    </a:cubicBezTo>
                    <a:cubicBezTo>
                      <a:pt x="11161" y="11949"/>
                      <a:pt x="11136" y="11957"/>
                      <a:pt x="11103" y="11974"/>
                    </a:cubicBezTo>
                    <a:cubicBezTo>
                      <a:pt x="10813" y="11974"/>
                      <a:pt x="10514" y="12090"/>
                      <a:pt x="10233" y="12164"/>
                    </a:cubicBezTo>
                    <a:cubicBezTo>
                      <a:pt x="9918" y="12239"/>
                      <a:pt x="9603" y="12305"/>
                      <a:pt x="9280" y="12330"/>
                    </a:cubicBezTo>
                    <a:cubicBezTo>
                      <a:pt x="9131" y="12345"/>
                      <a:pt x="8981" y="12354"/>
                      <a:pt x="8830" y="12354"/>
                    </a:cubicBezTo>
                    <a:cubicBezTo>
                      <a:pt x="8662" y="12354"/>
                      <a:pt x="8493" y="12343"/>
                      <a:pt x="8327" y="12322"/>
                    </a:cubicBezTo>
                    <a:cubicBezTo>
                      <a:pt x="8070" y="12297"/>
                      <a:pt x="7780" y="12189"/>
                      <a:pt x="7681" y="11940"/>
                    </a:cubicBezTo>
                    <a:lnTo>
                      <a:pt x="7681" y="11932"/>
                    </a:lnTo>
                    <a:cubicBezTo>
                      <a:pt x="7689" y="11940"/>
                      <a:pt x="7697" y="11940"/>
                      <a:pt x="7697" y="11949"/>
                    </a:cubicBezTo>
                    <a:cubicBezTo>
                      <a:pt x="7813" y="12015"/>
                      <a:pt x="7979" y="12032"/>
                      <a:pt x="8112" y="12040"/>
                    </a:cubicBezTo>
                    <a:cubicBezTo>
                      <a:pt x="8148" y="12042"/>
                      <a:pt x="8184" y="12043"/>
                      <a:pt x="8220" y="12043"/>
                    </a:cubicBezTo>
                    <a:cubicBezTo>
                      <a:pt x="8497" y="12043"/>
                      <a:pt x="8768" y="11989"/>
                      <a:pt x="9031" y="11916"/>
                    </a:cubicBezTo>
                    <a:cubicBezTo>
                      <a:pt x="9180" y="11874"/>
                      <a:pt x="9330" y="11833"/>
                      <a:pt x="9462" y="11750"/>
                    </a:cubicBezTo>
                    <a:cubicBezTo>
                      <a:pt x="9520" y="11717"/>
                      <a:pt x="9578" y="11675"/>
                      <a:pt x="9644" y="11650"/>
                    </a:cubicBezTo>
                    <a:cubicBezTo>
                      <a:pt x="9673" y="11646"/>
                      <a:pt x="9699" y="11641"/>
                      <a:pt x="9725" y="11641"/>
                    </a:cubicBezTo>
                    <a:cubicBezTo>
                      <a:pt x="9745" y="11641"/>
                      <a:pt x="9764" y="11643"/>
                      <a:pt x="9785" y="11650"/>
                    </a:cubicBezTo>
                    <a:cubicBezTo>
                      <a:pt x="9818" y="11659"/>
                      <a:pt x="9843" y="11675"/>
                      <a:pt x="9876" y="11675"/>
                    </a:cubicBezTo>
                    <a:cubicBezTo>
                      <a:pt x="9883" y="11676"/>
                      <a:pt x="9888" y="11677"/>
                      <a:pt x="9894" y="11677"/>
                    </a:cubicBezTo>
                    <a:cubicBezTo>
                      <a:pt x="9942" y="11677"/>
                      <a:pt x="9972" y="11647"/>
                      <a:pt x="10009" y="11617"/>
                    </a:cubicBezTo>
                    <a:cubicBezTo>
                      <a:pt x="10052" y="11579"/>
                      <a:pt x="10099" y="11563"/>
                      <a:pt x="10150" y="11563"/>
                    </a:cubicBezTo>
                    <a:cubicBezTo>
                      <a:pt x="10177" y="11563"/>
                      <a:pt x="10204" y="11567"/>
                      <a:pt x="10233" y="11576"/>
                    </a:cubicBezTo>
                    <a:cubicBezTo>
                      <a:pt x="10365" y="11609"/>
                      <a:pt x="10490" y="11667"/>
                      <a:pt x="10630" y="11675"/>
                    </a:cubicBezTo>
                    <a:cubicBezTo>
                      <a:pt x="10651" y="11677"/>
                      <a:pt x="10673" y="11678"/>
                      <a:pt x="10694" y="11678"/>
                    </a:cubicBezTo>
                    <a:cubicBezTo>
                      <a:pt x="10907" y="11678"/>
                      <a:pt x="11126" y="11602"/>
                      <a:pt x="11277" y="11443"/>
                    </a:cubicBezTo>
                    <a:lnTo>
                      <a:pt x="11293" y="11427"/>
                    </a:lnTo>
                    <a:lnTo>
                      <a:pt x="11302" y="11418"/>
                    </a:lnTo>
                    <a:lnTo>
                      <a:pt x="11310" y="11410"/>
                    </a:lnTo>
                    <a:cubicBezTo>
                      <a:pt x="11318" y="11402"/>
                      <a:pt x="11326" y="11394"/>
                      <a:pt x="11335" y="11385"/>
                    </a:cubicBezTo>
                    <a:lnTo>
                      <a:pt x="11343" y="11377"/>
                    </a:lnTo>
                    <a:cubicBezTo>
                      <a:pt x="11360" y="11360"/>
                      <a:pt x="11368" y="11352"/>
                      <a:pt x="11384" y="11344"/>
                    </a:cubicBezTo>
                    <a:cubicBezTo>
                      <a:pt x="11401" y="11319"/>
                      <a:pt x="11426" y="11294"/>
                      <a:pt x="11451" y="11269"/>
                    </a:cubicBezTo>
                    <a:cubicBezTo>
                      <a:pt x="11467" y="11261"/>
                      <a:pt x="11476" y="11253"/>
                      <a:pt x="11492" y="11236"/>
                    </a:cubicBezTo>
                    <a:cubicBezTo>
                      <a:pt x="11500" y="11236"/>
                      <a:pt x="11500" y="11228"/>
                      <a:pt x="11509" y="11220"/>
                    </a:cubicBezTo>
                    <a:cubicBezTo>
                      <a:pt x="11534" y="11203"/>
                      <a:pt x="11542" y="11186"/>
                      <a:pt x="11550" y="11153"/>
                    </a:cubicBezTo>
                    <a:cubicBezTo>
                      <a:pt x="11550" y="11145"/>
                      <a:pt x="11550" y="11137"/>
                      <a:pt x="11550" y="11128"/>
                    </a:cubicBezTo>
                    <a:cubicBezTo>
                      <a:pt x="11550" y="11137"/>
                      <a:pt x="11558" y="11145"/>
                      <a:pt x="11567" y="11145"/>
                    </a:cubicBezTo>
                    <a:lnTo>
                      <a:pt x="11567" y="11162"/>
                    </a:lnTo>
                    <a:cubicBezTo>
                      <a:pt x="11575" y="11170"/>
                      <a:pt x="11583" y="11178"/>
                      <a:pt x="11583" y="11186"/>
                    </a:cubicBezTo>
                    <a:lnTo>
                      <a:pt x="11583" y="11195"/>
                    </a:lnTo>
                    <a:cubicBezTo>
                      <a:pt x="11592" y="11211"/>
                      <a:pt x="11592" y="11228"/>
                      <a:pt x="11600" y="11244"/>
                    </a:cubicBezTo>
                    <a:cubicBezTo>
                      <a:pt x="11616" y="11267"/>
                      <a:pt x="11644" y="11285"/>
                      <a:pt x="11673" y="11285"/>
                    </a:cubicBezTo>
                    <a:cubicBezTo>
                      <a:pt x="11687" y="11285"/>
                      <a:pt x="11702" y="11280"/>
                      <a:pt x="11716" y="11269"/>
                    </a:cubicBezTo>
                    <a:cubicBezTo>
                      <a:pt x="11757" y="11228"/>
                      <a:pt x="11749" y="11153"/>
                      <a:pt x="11724" y="11104"/>
                    </a:cubicBezTo>
                    <a:cubicBezTo>
                      <a:pt x="11683" y="11021"/>
                      <a:pt x="11608" y="10971"/>
                      <a:pt x="11525" y="10938"/>
                    </a:cubicBezTo>
                    <a:cubicBezTo>
                      <a:pt x="11426" y="10905"/>
                      <a:pt x="11335" y="10888"/>
                      <a:pt x="11235" y="10880"/>
                    </a:cubicBezTo>
                    <a:cubicBezTo>
                      <a:pt x="11210" y="10880"/>
                      <a:pt x="11177" y="10896"/>
                      <a:pt x="11177" y="10930"/>
                    </a:cubicBezTo>
                    <a:cubicBezTo>
                      <a:pt x="11169" y="10963"/>
                      <a:pt x="11194" y="10979"/>
                      <a:pt x="11227" y="10988"/>
                    </a:cubicBezTo>
                    <a:cubicBezTo>
                      <a:pt x="11293" y="11004"/>
                      <a:pt x="11368" y="11037"/>
                      <a:pt x="11442" y="11062"/>
                    </a:cubicBezTo>
                    <a:cubicBezTo>
                      <a:pt x="11418" y="11070"/>
                      <a:pt x="11401" y="11087"/>
                      <a:pt x="11384" y="11104"/>
                    </a:cubicBezTo>
                    <a:cubicBezTo>
                      <a:pt x="11368" y="11120"/>
                      <a:pt x="11351" y="11137"/>
                      <a:pt x="11335" y="11153"/>
                    </a:cubicBezTo>
                    <a:cubicBezTo>
                      <a:pt x="11310" y="11178"/>
                      <a:pt x="11285" y="11203"/>
                      <a:pt x="11268" y="11228"/>
                    </a:cubicBezTo>
                    <a:lnTo>
                      <a:pt x="11260" y="11244"/>
                    </a:lnTo>
                    <a:cubicBezTo>
                      <a:pt x="11252" y="11244"/>
                      <a:pt x="11235" y="11253"/>
                      <a:pt x="11227" y="11261"/>
                    </a:cubicBezTo>
                    <a:cubicBezTo>
                      <a:pt x="11083" y="11413"/>
                      <a:pt x="10890" y="11495"/>
                      <a:pt x="10680" y="11495"/>
                    </a:cubicBezTo>
                    <a:cubicBezTo>
                      <a:pt x="10661" y="11495"/>
                      <a:pt x="10642" y="11494"/>
                      <a:pt x="10622" y="11493"/>
                    </a:cubicBezTo>
                    <a:cubicBezTo>
                      <a:pt x="10485" y="11488"/>
                      <a:pt x="10327" y="11418"/>
                      <a:pt x="10181" y="11418"/>
                    </a:cubicBezTo>
                    <a:cubicBezTo>
                      <a:pt x="10099" y="11418"/>
                      <a:pt x="10020" y="11441"/>
                      <a:pt x="9951" y="11510"/>
                    </a:cubicBezTo>
                    <a:cubicBezTo>
                      <a:pt x="9918" y="11534"/>
                      <a:pt x="9918" y="11551"/>
                      <a:pt x="9876" y="11559"/>
                    </a:cubicBezTo>
                    <a:cubicBezTo>
                      <a:pt x="9843" y="11559"/>
                      <a:pt x="9810" y="11543"/>
                      <a:pt x="9777" y="11543"/>
                    </a:cubicBezTo>
                    <a:cubicBezTo>
                      <a:pt x="9764" y="11540"/>
                      <a:pt x="9750" y="11539"/>
                      <a:pt x="9736" y="11539"/>
                    </a:cubicBezTo>
                    <a:cubicBezTo>
                      <a:pt x="9697" y="11539"/>
                      <a:pt x="9656" y="11547"/>
                      <a:pt x="9620" y="11559"/>
                    </a:cubicBezTo>
                    <a:cubicBezTo>
                      <a:pt x="9487" y="11609"/>
                      <a:pt x="9371" y="11692"/>
                      <a:pt x="9230" y="11725"/>
                    </a:cubicBezTo>
                    <a:cubicBezTo>
                      <a:pt x="8965" y="11791"/>
                      <a:pt x="8683" y="11849"/>
                      <a:pt x="8410" y="11874"/>
                    </a:cubicBezTo>
                    <a:cubicBezTo>
                      <a:pt x="8350" y="11880"/>
                      <a:pt x="8290" y="11883"/>
                      <a:pt x="8230" y="11883"/>
                    </a:cubicBezTo>
                    <a:cubicBezTo>
                      <a:pt x="8133" y="11883"/>
                      <a:pt x="8038" y="11876"/>
                      <a:pt x="7946" y="11866"/>
                    </a:cubicBezTo>
                    <a:cubicBezTo>
                      <a:pt x="7880" y="11849"/>
                      <a:pt x="7780" y="11849"/>
                      <a:pt x="7739" y="11783"/>
                    </a:cubicBezTo>
                    <a:cubicBezTo>
                      <a:pt x="7755" y="11675"/>
                      <a:pt x="7714" y="11559"/>
                      <a:pt x="7623" y="11493"/>
                    </a:cubicBezTo>
                    <a:cubicBezTo>
                      <a:pt x="7623" y="11485"/>
                      <a:pt x="7615" y="11468"/>
                      <a:pt x="7606" y="11452"/>
                    </a:cubicBezTo>
                    <a:cubicBezTo>
                      <a:pt x="7623" y="11435"/>
                      <a:pt x="7631" y="11418"/>
                      <a:pt x="7623" y="11394"/>
                    </a:cubicBezTo>
                    <a:cubicBezTo>
                      <a:pt x="7623" y="11369"/>
                      <a:pt x="7631" y="11352"/>
                      <a:pt x="7648" y="11327"/>
                    </a:cubicBezTo>
                    <a:cubicBezTo>
                      <a:pt x="7714" y="11286"/>
                      <a:pt x="7764" y="11220"/>
                      <a:pt x="7797" y="11153"/>
                    </a:cubicBezTo>
                    <a:lnTo>
                      <a:pt x="7805" y="11145"/>
                    </a:lnTo>
                    <a:cubicBezTo>
                      <a:pt x="7871" y="11054"/>
                      <a:pt x="7938" y="10971"/>
                      <a:pt x="7996" y="10880"/>
                    </a:cubicBezTo>
                    <a:cubicBezTo>
                      <a:pt x="8112" y="10689"/>
                      <a:pt x="8211" y="10499"/>
                      <a:pt x="8294" y="10292"/>
                    </a:cubicBezTo>
                    <a:cubicBezTo>
                      <a:pt x="8322" y="10228"/>
                      <a:pt x="8272" y="10170"/>
                      <a:pt x="8210" y="10170"/>
                    </a:cubicBezTo>
                    <a:cubicBezTo>
                      <a:pt x="8200" y="10170"/>
                      <a:pt x="8189" y="10172"/>
                      <a:pt x="8178" y="10176"/>
                    </a:cubicBezTo>
                    <a:cubicBezTo>
                      <a:pt x="8079" y="10217"/>
                      <a:pt x="7987" y="10250"/>
                      <a:pt x="7896" y="10300"/>
                    </a:cubicBezTo>
                    <a:cubicBezTo>
                      <a:pt x="7863" y="10283"/>
                      <a:pt x="7822" y="10275"/>
                      <a:pt x="7789" y="10267"/>
                    </a:cubicBezTo>
                    <a:cubicBezTo>
                      <a:pt x="7711" y="10257"/>
                      <a:pt x="7633" y="10253"/>
                      <a:pt x="7557" y="10253"/>
                    </a:cubicBezTo>
                    <a:cubicBezTo>
                      <a:pt x="7503" y="10253"/>
                      <a:pt x="7451" y="10255"/>
                      <a:pt x="7399" y="10258"/>
                    </a:cubicBezTo>
                    <a:cubicBezTo>
                      <a:pt x="7151" y="10267"/>
                      <a:pt x="6910" y="10316"/>
                      <a:pt x="6687" y="10408"/>
                    </a:cubicBezTo>
                    <a:cubicBezTo>
                      <a:pt x="6711" y="10350"/>
                      <a:pt x="6745" y="10300"/>
                      <a:pt x="6778" y="10250"/>
                    </a:cubicBezTo>
                    <a:cubicBezTo>
                      <a:pt x="6827" y="10159"/>
                      <a:pt x="6877" y="10076"/>
                      <a:pt x="6943" y="9993"/>
                    </a:cubicBezTo>
                    <a:cubicBezTo>
                      <a:pt x="7051" y="9844"/>
                      <a:pt x="7184" y="9703"/>
                      <a:pt x="7308" y="9562"/>
                    </a:cubicBezTo>
                    <a:cubicBezTo>
                      <a:pt x="7507" y="9347"/>
                      <a:pt x="7722" y="9148"/>
                      <a:pt x="7921" y="8933"/>
                    </a:cubicBezTo>
                    <a:cubicBezTo>
                      <a:pt x="7946" y="8933"/>
                      <a:pt x="7971" y="8924"/>
                      <a:pt x="7979" y="8900"/>
                    </a:cubicBezTo>
                    <a:cubicBezTo>
                      <a:pt x="7996" y="8875"/>
                      <a:pt x="8012" y="8850"/>
                      <a:pt x="8021" y="8825"/>
                    </a:cubicBezTo>
                    <a:cubicBezTo>
                      <a:pt x="8079" y="8759"/>
                      <a:pt x="8137" y="8693"/>
                      <a:pt x="8186" y="8626"/>
                    </a:cubicBezTo>
                    <a:cubicBezTo>
                      <a:pt x="8212" y="8593"/>
                      <a:pt x="8181" y="8550"/>
                      <a:pt x="8147" y="8550"/>
                    </a:cubicBezTo>
                    <a:cubicBezTo>
                      <a:pt x="8138" y="8550"/>
                      <a:pt x="8129" y="8553"/>
                      <a:pt x="8120" y="8560"/>
                    </a:cubicBezTo>
                    <a:cubicBezTo>
                      <a:pt x="8095" y="8577"/>
                      <a:pt x="8079" y="8593"/>
                      <a:pt x="8054" y="8610"/>
                    </a:cubicBezTo>
                    <a:cubicBezTo>
                      <a:pt x="8062" y="8593"/>
                      <a:pt x="8062" y="8585"/>
                      <a:pt x="8062" y="8568"/>
                    </a:cubicBezTo>
                    <a:cubicBezTo>
                      <a:pt x="8070" y="8452"/>
                      <a:pt x="8070" y="8336"/>
                      <a:pt x="8062" y="8229"/>
                    </a:cubicBezTo>
                    <a:cubicBezTo>
                      <a:pt x="8054" y="7997"/>
                      <a:pt x="8037" y="7765"/>
                      <a:pt x="8054" y="7533"/>
                    </a:cubicBezTo>
                    <a:cubicBezTo>
                      <a:pt x="8054" y="7507"/>
                      <a:pt x="8032" y="7488"/>
                      <a:pt x="8012" y="7488"/>
                    </a:cubicBezTo>
                    <a:cubicBezTo>
                      <a:pt x="7999" y="7488"/>
                      <a:pt x="7986" y="7496"/>
                      <a:pt x="7979" y="7516"/>
                    </a:cubicBezTo>
                    <a:lnTo>
                      <a:pt x="7971" y="7524"/>
                    </a:lnTo>
                    <a:cubicBezTo>
                      <a:pt x="7971" y="7392"/>
                      <a:pt x="7971" y="7259"/>
                      <a:pt x="7987" y="7127"/>
                    </a:cubicBezTo>
                    <a:cubicBezTo>
                      <a:pt x="7996" y="7102"/>
                      <a:pt x="7996" y="7069"/>
                      <a:pt x="8004" y="7044"/>
                    </a:cubicBezTo>
                    <a:lnTo>
                      <a:pt x="8029" y="7052"/>
                    </a:lnTo>
                    <a:cubicBezTo>
                      <a:pt x="8062" y="7060"/>
                      <a:pt x="8087" y="7085"/>
                      <a:pt x="8112" y="7102"/>
                    </a:cubicBezTo>
                    <a:cubicBezTo>
                      <a:pt x="8145" y="7127"/>
                      <a:pt x="8170" y="7151"/>
                      <a:pt x="8203" y="7168"/>
                    </a:cubicBezTo>
                    <a:cubicBezTo>
                      <a:pt x="8207" y="7173"/>
                      <a:pt x="8213" y="7175"/>
                      <a:pt x="8219" y="7175"/>
                    </a:cubicBezTo>
                    <a:cubicBezTo>
                      <a:pt x="8234" y="7175"/>
                      <a:pt x="8248" y="7161"/>
                      <a:pt x="8236" y="7143"/>
                    </a:cubicBezTo>
                    <a:cubicBezTo>
                      <a:pt x="8203" y="7060"/>
                      <a:pt x="8145" y="6986"/>
                      <a:pt x="8062" y="6953"/>
                    </a:cubicBezTo>
                    <a:cubicBezTo>
                      <a:pt x="8054" y="6953"/>
                      <a:pt x="8037" y="6944"/>
                      <a:pt x="8029" y="6944"/>
                    </a:cubicBezTo>
                    <a:cubicBezTo>
                      <a:pt x="8037" y="6928"/>
                      <a:pt x="8037" y="6911"/>
                      <a:pt x="8045" y="6895"/>
                    </a:cubicBezTo>
                    <a:cubicBezTo>
                      <a:pt x="8095" y="6928"/>
                      <a:pt x="8137" y="6961"/>
                      <a:pt x="8186" y="6994"/>
                    </a:cubicBezTo>
                    <a:cubicBezTo>
                      <a:pt x="8228" y="7035"/>
                      <a:pt x="8269" y="7069"/>
                      <a:pt x="8310" y="7110"/>
                    </a:cubicBezTo>
                    <a:lnTo>
                      <a:pt x="8319" y="7118"/>
                    </a:lnTo>
                    <a:lnTo>
                      <a:pt x="8335" y="7135"/>
                    </a:lnTo>
                    <a:cubicBezTo>
                      <a:pt x="8352" y="7143"/>
                      <a:pt x="8360" y="7160"/>
                      <a:pt x="8377" y="7168"/>
                    </a:cubicBezTo>
                    <a:cubicBezTo>
                      <a:pt x="8402" y="7193"/>
                      <a:pt x="8426" y="7209"/>
                      <a:pt x="8460" y="7226"/>
                    </a:cubicBezTo>
                    <a:cubicBezTo>
                      <a:pt x="8465" y="7227"/>
                      <a:pt x="8470" y="7228"/>
                      <a:pt x="8475" y="7228"/>
                    </a:cubicBezTo>
                    <a:cubicBezTo>
                      <a:pt x="8511" y="7228"/>
                      <a:pt x="8541" y="7203"/>
                      <a:pt x="8534" y="7160"/>
                    </a:cubicBezTo>
                    <a:cubicBezTo>
                      <a:pt x="8526" y="7093"/>
                      <a:pt x="8476" y="7044"/>
                      <a:pt x="8435" y="6994"/>
                    </a:cubicBezTo>
                    <a:cubicBezTo>
                      <a:pt x="8418" y="6977"/>
                      <a:pt x="8393" y="6961"/>
                      <a:pt x="8377" y="6944"/>
                    </a:cubicBezTo>
                    <a:lnTo>
                      <a:pt x="8377" y="6944"/>
                    </a:lnTo>
                    <a:lnTo>
                      <a:pt x="8393" y="6953"/>
                    </a:lnTo>
                    <a:lnTo>
                      <a:pt x="8418" y="6953"/>
                    </a:lnTo>
                    <a:lnTo>
                      <a:pt x="8426" y="6961"/>
                    </a:lnTo>
                    <a:lnTo>
                      <a:pt x="8443" y="6969"/>
                    </a:lnTo>
                    <a:cubicBezTo>
                      <a:pt x="8460" y="6977"/>
                      <a:pt x="8476" y="6994"/>
                      <a:pt x="8493" y="7011"/>
                    </a:cubicBezTo>
                    <a:lnTo>
                      <a:pt x="8501" y="7019"/>
                    </a:lnTo>
                    <a:lnTo>
                      <a:pt x="8509" y="7027"/>
                    </a:lnTo>
                    <a:cubicBezTo>
                      <a:pt x="8518" y="7035"/>
                      <a:pt x="8526" y="7044"/>
                      <a:pt x="8534" y="7052"/>
                    </a:cubicBezTo>
                    <a:cubicBezTo>
                      <a:pt x="8567" y="7085"/>
                      <a:pt x="8592" y="7127"/>
                      <a:pt x="8625" y="7168"/>
                    </a:cubicBezTo>
                    <a:lnTo>
                      <a:pt x="8625" y="7176"/>
                    </a:lnTo>
                    <a:lnTo>
                      <a:pt x="8634" y="7193"/>
                    </a:lnTo>
                    <a:cubicBezTo>
                      <a:pt x="8642" y="7201"/>
                      <a:pt x="8642" y="7209"/>
                      <a:pt x="8650" y="7226"/>
                    </a:cubicBezTo>
                    <a:cubicBezTo>
                      <a:pt x="8658" y="7243"/>
                      <a:pt x="8667" y="7267"/>
                      <a:pt x="8675" y="7292"/>
                    </a:cubicBezTo>
                    <a:cubicBezTo>
                      <a:pt x="8683" y="7317"/>
                      <a:pt x="8710" y="7330"/>
                      <a:pt x="8737" y="7330"/>
                    </a:cubicBezTo>
                    <a:cubicBezTo>
                      <a:pt x="8764" y="7330"/>
                      <a:pt x="8791" y="7317"/>
                      <a:pt x="8799" y="7292"/>
                    </a:cubicBezTo>
                    <a:lnTo>
                      <a:pt x="8799" y="7284"/>
                    </a:lnTo>
                    <a:lnTo>
                      <a:pt x="8808" y="7284"/>
                    </a:lnTo>
                    <a:cubicBezTo>
                      <a:pt x="8814" y="7290"/>
                      <a:pt x="8821" y="7293"/>
                      <a:pt x="8829" y="7293"/>
                    </a:cubicBezTo>
                    <a:cubicBezTo>
                      <a:pt x="8841" y="7293"/>
                      <a:pt x="8852" y="7286"/>
                      <a:pt x="8857" y="7276"/>
                    </a:cubicBezTo>
                    <a:cubicBezTo>
                      <a:pt x="8882" y="7251"/>
                      <a:pt x="8882" y="7209"/>
                      <a:pt x="8874" y="7176"/>
                    </a:cubicBezTo>
                    <a:cubicBezTo>
                      <a:pt x="8874" y="7143"/>
                      <a:pt x="8866" y="7110"/>
                      <a:pt x="8866" y="7085"/>
                    </a:cubicBezTo>
                    <a:cubicBezTo>
                      <a:pt x="8849" y="7019"/>
                      <a:pt x="8841" y="6961"/>
                      <a:pt x="8832" y="6903"/>
                    </a:cubicBezTo>
                    <a:cubicBezTo>
                      <a:pt x="8825" y="6874"/>
                      <a:pt x="8806" y="6852"/>
                      <a:pt x="8784" y="6852"/>
                    </a:cubicBezTo>
                    <a:cubicBezTo>
                      <a:pt x="8781" y="6852"/>
                      <a:pt x="8778" y="6852"/>
                      <a:pt x="8774" y="6853"/>
                    </a:cubicBezTo>
                    <a:cubicBezTo>
                      <a:pt x="8741" y="6861"/>
                      <a:pt x="8725" y="6886"/>
                      <a:pt x="8725" y="6911"/>
                    </a:cubicBezTo>
                    <a:cubicBezTo>
                      <a:pt x="8733" y="6944"/>
                      <a:pt x="8733" y="6977"/>
                      <a:pt x="8741" y="7011"/>
                    </a:cubicBezTo>
                    <a:cubicBezTo>
                      <a:pt x="8708" y="6977"/>
                      <a:pt x="8675" y="6944"/>
                      <a:pt x="8642" y="6911"/>
                    </a:cubicBezTo>
                    <a:cubicBezTo>
                      <a:pt x="8592" y="6861"/>
                      <a:pt x="8534" y="6820"/>
                      <a:pt x="8468" y="6803"/>
                    </a:cubicBezTo>
                    <a:cubicBezTo>
                      <a:pt x="8451" y="6799"/>
                      <a:pt x="8435" y="6797"/>
                      <a:pt x="8418" y="6797"/>
                    </a:cubicBezTo>
                    <a:cubicBezTo>
                      <a:pt x="8402" y="6797"/>
                      <a:pt x="8385" y="6799"/>
                      <a:pt x="8368" y="6803"/>
                    </a:cubicBezTo>
                    <a:cubicBezTo>
                      <a:pt x="8344" y="6812"/>
                      <a:pt x="8327" y="6820"/>
                      <a:pt x="8310" y="6837"/>
                    </a:cubicBezTo>
                    <a:cubicBezTo>
                      <a:pt x="8302" y="6845"/>
                      <a:pt x="8294" y="6861"/>
                      <a:pt x="8294" y="6878"/>
                    </a:cubicBezTo>
                    <a:lnTo>
                      <a:pt x="8277" y="6870"/>
                    </a:lnTo>
                    <a:cubicBezTo>
                      <a:pt x="8219" y="6828"/>
                      <a:pt x="8161" y="6787"/>
                      <a:pt x="8095" y="6754"/>
                    </a:cubicBezTo>
                    <a:cubicBezTo>
                      <a:pt x="8153" y="6629"/>
                      <a:pt x="8236" y="6513"/>
                      <a:pt x="8319" y="6414"/>
                    </a:cubicBezTo>
                    <a:cubicBezTo>
                      <a:pt x="8352" y="6380"/>
                      <a:pt x="8315" y="6330"/>
                      <a:pt x="8273" y="6330"/>
                    </a:cubicBezTo>
                    <a:cubicBezTo>
                      <a:pt x="8264" y="6330"/>
                      <a:pt x="8254" y="6333"/>
                      <a:pt x="8244" y="6339"/>
                    </a:cubicBezTo>
                    <a:cubicBezTo>
                      <a:pt x="8186" y="6397"/>
                      <a:pt x="8128" y="6455"/>
                      <a:pt x="8079" y="6513"/>
                    </a:cubicBezTo>
                    <a:cubicBezTo>
                      <a:pt x="8170" y="6248"/>
                      <a:pt x="8294" y="5991"/>
                      <a:pt x="8443" y="5759"/>
                    </a:cubicBezTo>
                    <a:cubicBezTo>
                      <a:pt x="8542" y="5594"/>
                      <a:pt x="8658" y="5445"/>
                      <a:pt x="8783" y="5295"/>
                    </a:cubicBezTo>
                    <a:cubicBezTo>
                      <a:pt x="8841" y="5221"/>
                      <a:pt x="8907" y="5155"/>
                      <a:pt x="8982" y="5088"/>
                    </a:cubicBezTo>
                    <a:cubicBezTo>
                      <a:pt x="9006" y="5063"/>
                      <a:pt x="9023" y="5047"/>
                      <a:pt x="9048" y="5022"/>
                    </a:cubicBezTo>
                    <a:cubicBezTo>
                      <a:pt x="9139" y="4956"/>
                      <a:pt x="9238" y="4889"/>
                      <a:pt x="9338" y="4831"/>
                    </a:cubicBezTo>
                    <a:cubicBezTo>
                      <a:pt x="9454" y="4757"/>
                      <a:pt x="9570" y="4682"/>
                      <a:pt x="9694" y="4616"/>
                    </a:cubicBezTo>
                    <a:cubicBezTo>
                      <a:pt x="9752" y="4583"/>
                      <a:pt x="9818" y="4541"/>
                      <a:pt x="9876" y="4508"/>
                    </a:cubicBezTo>
                    <a:cubicBezTo>
                      <a:pt x="9885" y="4508"/>
                      <a:pt x="9893" y="4500"/>
                      <a:pt x="9901" y="4500"/>
                    </a:cubicBezTo>
                    <a:cubicBezTo>
                      <a:pt x="9910" y="4503"/>
                      <a:pt x="9918" y="4505"/>
                      <a:pt x="9926" y="4505"/>
                    </a:cubicBezTo>
                    <a:cubicBezTo>
                      <a:pt x="9938" y="4505"/>
                      <a:pt x="9949" y="4499"/>
                      <a:pt x="9959" y="4483"/>
                    </a:cubicBezTo>
                    <a:cubicBezTo>
                      <a:pt x="9968" y="4467"/>
                      <a:pt x="9968" y="4459"/>
                      <a:pt x="9976" y="4442"/>
                    </a:cubicBezTo>
                    <a:cubicBezTo>
                      <a:pt x="9992" y="4425"/>
                      <a:pt x="10009" y="4409"/>
                      <a:pt x="10017" y="4384"/>
                    </a:cubicBezTo>
                    <a:cubicBezTo>
                      <a:pt x="10017" y="4367"/>
                      <a:pt x="10017" y="4351"/>
                      <a:pt x="10017" y="4343"/>
                    </a:cubicBezTo>
                    <a:cubicBezTo>
                      <a:pt x="10017" y="4334"/>
                      <a:pt x="10017" y="4334"/>
                      <a:pt x="10017" y="4326"/>
                    </a:cubicBezTo>
                    <a:lnTo>
                      <a:pt x="10026" y="4326"/>
                    </a:lnTo>
                    <a:cubicBezTo>
                      <a:pt x="10034" y="4326"/>
                      <a:pt x="10050" y="4318"/>
                      <a:pt x="10059" y="4309"/>
                    </a:cubicBezTo>
                    <a:cubicBezTo>
                      <a:pt x="10072" y="4327"/>
                      <a:pt x="10096" y="4338"/>
                      <a:pt x="10118" y="4338"/>
                    </a:cubicBezTo>
                    <a:cubicBezTo>
                      <a:pt x="10137" y="4338"/>
                      <a:pt x="10154" y="4329"/>
                      <a:pt x="10158" y="4309"/>
                    </a:cubicBezTo>
                    <a:cubicBezTo>
                      <a:pt x="10166" y="4276"/>
                      <a:pt x="10175" y="4251"/>
                      <a:pt x="10183" y="4227"/>
                    </a:cubicBezTo>
                    <a:cubicBezTo>
                      <a:pt x="10216" y="4160"/>
                      <a:pt x="10241" y="4086"/>
                      <a:pt x="10258" y="4011"/>
                    </a:cubicBezTo>
                    <a:lnTo>
                      <a:pt x="10258" y="4003"/>
                    </a:lnTo>
                    <a:cubicBezTo>
                      <a:pt x="10258" y="4011"/>
                      <a:pt x="10266" y="4019"/>
                      <a:pt x="10274" y="4028"/>
                    </a:cubicBezTo>
                    <a:lnTo>
                      <a:pt x="10274" y="4036"/>
                    </a:lnTo>
                    <a:lnTo>
                      <a:pt x="10282" y="4053"/>
                    </a:lnTo>
                    <a:cubicBezTo>
                      <a:pt x="10291" y="4061"/>
                      <a:pt x="10291" y="4069"/>
                      <a:pt x="10299" y="4086"/>
                    </a:cubicBezTo>
                    <a:cubicBezTo>
                      <a:pt x="10307" y="4094"/>
                      <a:pt x="10307" y="4111"/>
                      <a:pt x="10316" y="4119"/>
                    </a:cubicBezTo>
                    <a:lnTo>
                      <a:pt x="10316" y="4135"/>
                    </a:lnTo>
                    <a:cubicBezTo>
                      <a:pt x="10316" y="4135"/>
                      <a:pt x="10320" y="4149"/>
                      <a:pt x="10323" y="4149"/>
                    </a:cubicBezTo>
                    <a:cubicBezTo>
                      <a:pt x="10323" y="4149"/>
                      <a:pt x="10324" y="4148"/>
                      <a:pt x="10324" y="4144"/>
                    </a:cubicBezTo>
                    <a:cubicBezTo>
                      <a:pt x="10324" y="4160"/>
                      <a:pt x="10332" y="4177"/>
                      <a:pt x="10349" y="4185"/>
                    </a:cubicBezTo>
                    <a:cubicBezTo>
                      <a:pt x="10357" y="4193"/>
                      <a:pt x="10382" y="4202"/>
                      <a:pt x="10398" y="4202"/>
                    </a:cubicBezTo>
                    <a:cubicBezTo>
                      <a:pt x="10432" y="4193"/>
                      <a:pt x="10465" y="4160"/>
                      <a:pt x="10456" y="4119"/>
                    </a:cubicBezTo>
                    <a:cubicBezTo>
                      <a:pt x="10440" y="4077"/>
                      <a:pt x="10432" y="4036"/>
                      <a:pt x="10407" y="3995"/>
                    </a:cubicBezTo>
                    <a:lnTo>
                      <a:pt x="10407" y="3995"/>
                    </a:lnTo>
                    <a:lnTo>
                      <a:pt x="10415" y="4003"/>
                    </a:lnTo>
                    <a:cubicBezTo>
                      <a:pt x="10427" y="4015"/>
                      <a:pt x="10444" y="4023"/>
                      <a:pt x="10458" y="4023"/>
                    </a:cubicBezTo>
                    <a:cubicBezTo>
                      <a:pt x="10464" y="4023"/>
                      <a:pt x="10469" y="4022"/>
                      <a:pt x="10473" y="4019"/>
                    </a:cubicBezTo>
                    <a:cubicBezTo>
                      <a:pt x="10490" y="4094"/>
                      <a:pt x="10506" y="4169"/>
                      <a:pt x="10523" y="4243"/>
                    </a:cubicBezTo>
                    <a:cubicBezTo>
                      <a:pt x="10530" y="4278"/>
                      <a:pt x="10559" y="4294"/>
                      <a:pt x="10587" y="4294"/>
                    </a:cubicBezTo>
                    <a:cubicBezTo>
                      <a:pt x="10620" y="4294"/>
                      <a:pt x="10651" y="4271"/>
                      <a:pt x="10647" y="4227"/>
                    </a:cubicBezTo>
                    <a:cubicBezTo>
                      <a:pt x="10630" y="4152"/>
                      <a:pt x="10622" y="4086"/>
                      <a:pt x="10614" y="4011"/>
                    </a:cubicBezTo>
                    <a:lnTo>
                      <a:pt x="10614" y="4011"/>
                    </a:lnTo>
                    <a:cubicBezTo>
                      <a:pt x="10622" y="4053"/>
                      <a:pt x="10630" y="4102"/>
                      <a:pt x="10639" y="4144"/>
                    </a:cubicBezTo>
                    <a:cubicBezTo>
                      <a:pt x="10645" y="4169"/>
                      <a:pt x="10666" y="4180"/>
                      <a:pt x="10683" y="4180"/>
                    </a:cubicBezTo>
                    <a:cubicBezTo>
                      <a:pt x="10688" y="4180"/>
                      <a:pt x="10693" y="4179"/>
                      <a:pt x="10697" y="4177"/>
                    </a:cubicBezTo>
                    <a:cubicBezTo>
                      <a:pt x="10705" y="4202"/>
                      <a:pt x="10713" y="4218"/>
                      <a:pt x="10713" y="4235"/>
                    </a:cubicBezTo>
                    <a:cubicBezTo>
                      <a:pt x="10723" y="4260"/>
                      <a:pt x="10744" y="4271"/>
                      <a:pt x="10766" y="4271"/>
                    </a:cubicBezTo>
                    <a:cubicBezTo>
                      <a:pt x="10802" y="4271"/>
                      <a:pt x="10840" y="4243"/>
                      <a:pt x="10829" y="4202"/>
                    </a:cubicBezTo>
                    <a:cubicBezTo>
                      <a:pt x="10813" y="4144"/>
                      <a:pt x="10796" y="4077"/>
                      <a:pt x="10780" y="4011"/>
                    </a:cubicBezTo>
                    <a:cubicBezTo>
                      <a:pt x="10780" y="4007"/>
                      <a:pt x="10780" y="4003"/>
                      <a:pt x="10779" y="4000"/>
                    </a:cubicBezTo>
                    <a:lnTo>
                      <a:pt x="10779" y="4000"/>
                    </a:lnTo>
                    <a:cubicBezTo>
                      <a:pt x="10808" y="4053"/>
                      <a:pt x="10831" y="4107"/>
                      <a:pt x="10854" y="4160"/>
                    </a:cubicBezTo>
                    <a:cubicBezTo>
                      <a:pt x="10861" y="4183"/>
                      <a:pt x="10880" y="4193"/>
                      <a:pt x="10901" y="4193"/>
                    </a:cubicBezTo>
                    <a:cubicBezTo>
                      <a:pt x="10931" y="4193"/>
                      <a:pt x="10964" y="4170"/>
                      <a:pt x="10954" y="4135"/>
                    </a:cubicBezTo>
                    <a:cubicBezTo>
                      <a:pt x="10954" y="4129"/>
                      <a:pt x="10954" y="4118"/>
                      <a:pt x="10950" y="4109"/>
                    </a:cubicBezTo>
                    <a:lnTo>
                      <a:pt x="10950" y="4109"/>
                    </a:lnTo>
                    <a:lnTo>
                      <a:pt x="11028" y="4227"/>
                    </a:lnTo>
                    <a:cubicBezTo>
                      <a:pt x="11039" y="4243"/>
                      <a:pt x="11060" y="4252"/>
                      <a:pt x="11080" y="4252"/>
                    </a:cubicBezTo>
                    <a:cubicBezTo>
                      <a:pt x="11091" y="4252"/>
                      <a:pt x="11102" y="4249"/>
                      <a:pt x="11111" y="4243"/>
                    </a:cubicBezTo>
                    <a:cubicBezTo>
                      <a:pt x="11132" y="4229"/>
                      <a:pt x="11147" y="4203"/>
                      <a:pt x="11141" y="4175"/>
                    </a:cubicBezTo>
                    <a:lnTo>
                      <a:pt x="11141" y="4175"/>
                    </a:lnTo>
                    <a:cubicBezTo>
                      <a:pt x="11148" y="4195"/>
                      <a:pt x="11163" y="4210"/>
                      <a:pt x="11186" y="4210"/>
                    </a:cubicBezTo>
                    <a:lnTo>
                      <a:pt x="11186" y="4218"/>
                    </a:lnTo>
                    <a:cubicBezTo>
                      <a:pt x="11186" y="4247"/>
                      <a:pt x="11210" y="4262"/>
                      <a:pt x="11236" y="4262"/>
                    </a:cubicBezTo>
                    <a:cubicBezTo>
                      <a:pt x="11262" y="4262"/>
                      <a:pt x="11289" y="4247"/>
                      <a:pt x="11293" y="4218"/>
                    </a:cubicBezTo>
                    <a:cubicBezTo>
                      <a:pt x="11293" y="4177"/>
                      <a:pt x="11293" y="4135"/>
                      <a:pt x="11293" y="4086"/>
                    </a:cubicBezTo>
                    <a:cubicBezTo>
                      <a:pt x="11293" y="4086"/>
                      <a:pt x="11302" y="4086"/>
                      <a:pt x="11302" y="4077"/>
                    </a:cubicBezTo>
                    <a:cubicBezTo>
                      <a:pt x="11318" y="4094"/>
                      <a:pt x="11326" y="4111"/>
                      <a:pt x="11335" y="4127"/>
                    </a:cubicBezTo>
                    <a:cubicBezTo>
                      <a:pt x="11344" y="4141"/>
                      <a:pt x="11355" y="4147"/>
                      <a:pt x="11367" y="4147"/>
                    </a:cubicBezTo>
                    <a:cubicBezTo>
                      <a:pt x="11376" y="4147"/>
                      <a:pt x="11385" y="4143"/>
                      <a:pt x="11393" y="4135"/>
                    </a:cubicBezTo>
                    <a:cubicBezTo>
                      <a:pt x="11393" y="4152"/>
                      <a:pt x="11401" y="4160"/>
                      <a:pt x="11401" y="4177"/>
                    </a:cubicBezTo>
                    <a:cubicBezTo>
                      <a:pt x="11401" y="4202"/>
                      <a:pt x="11424" y="4214"/>
                      <a:pt x="11447" y="4214"/>
                    </a:cubicBezTo>
                    <a:cubicBezTo>
                      <a:pt x="11469" y="4214"/>
                      <a:pt x="11492" y="4202"/>
                      <a:pt x="11492" y="4177"/>
                    </a:cubicBezTo>
                    <a:cubicBezTo>
                      <a:pt x="11492" y="4135"/>
                      <a:pt x="11492" y="4086"/>
                      <a:pt x="11492" y="4044"/>
                    </a:cubicBezTo>
                    <a:cubicBezTo>
                      <a:pt x="11500" y="4069"/>
                      <a:pt x="11517" y="4094"/>
                      <a:pt x="11525" y="4119"/>
                    </a:cubicBezTo>
                    <a:cubicBezTo>
                      <a:pt x="11525" y="4152"/>
                      <a:pt x="11525" y="4177"/>
                      <a:pt x="11517" y="4210"/>
                    </a:cubicBezTo>
                    <a:cubicBezTo>
                      <a:pt x="11512" y="4241"/>
                      <a:pt x="11545" y="4266"/>
                      <a:pt x="11573" y="4266"/>
                    </a:cubicBezTo>
                    <a:cubicBezTo>
                      <a:pt x="11590" y="4266"/>
                      <a:pt x="11605" y="4257"/>
                      <a:pt x="11608" y="4235"/>
                    </a:cubicBezTo>
                    <a:cubicBezTo>
                      <a:pt x="11617" y="4239"/>
                      <a:pt x="11626" y="4241"/>
                      <a:pt x="11636" y="4241"/>
                    </a:cubicBezTo>
                    <a:cubicBezTo>
                      <a:pt x="11661" y="4241"/>
                      <a:pt x="11685" y="4226"/>
                      <a:pt x="11691" y="4202"/>
                    </a:cubicBezTo>
                    <a:cubicBezTo>
                      <a:pt x="11716" y="4202"/>
                      <a:pt x="11741" y="4177"/>
                      <a:pt x="11741" y="4144"/>
                    </a:cubicBezTo>
                    <a:cubicBezTo>
                      <a:pt x="11741" y="3920"/>
                      <a:pt x="11699" y="3705"/>
                      <a:pt x="11699" y="3473"/>
                    </a:cubicBezTo>
                    <a:cubicBezTo>
                      <a:pt x="11691" y="3249"/>
                      <a:pt x="11708" y="3025"/>
                      <a:pt x="11741" y="2793"/>
                    </a:cubicBezTo>
                    <a:cubicBezTo>
                      <a:pt x="11799" y="2346"/>
                      <a:pt x="11948" y="1915"/>
                      <a:pt x="12138" y="1509"/>
                    </a:cubicBezTo>
                    <a:cubicBezTo>
                      <a:pt x="12196" y="1385"/>
                      <a:pt x="12263" y="1260"/>
                      <a:pt x="12346" y="1144"/>
                    </a:cubicBezTo>
                    <a:cubicBezTo>
                      <a:pt x="12350" y="1149"/>
                      <a:pt x="12358" y="1154"/>
                      <a:pt x="12367" y="1154"/>
                    </a:cubicBezTo>
                    <a:cubicBezTo>
                      <a:pt x="12373" y="1154"/>
                      <a:pt x="12380" y="1151"/>
                      <a:pt x="12387" y="1144"/>
                    </a:cubicBezTo>
                    <a:cubicBezTo>
                      <a:pt x="12602" y="929"/>
                      <a:pt x="12776" y="689"/>
                      <a:pt x="12950" y="448"/>
                    </a:cubicBezTo>
                    <a:cubicBezTo>
                      <a:pt x="13025" y="349"/>
                      <a:pt x="13108" y="225"/>
                      <a:pt x="13224" y="175"/>
                    </a:cubicBezTo>
                    <a:cubicBezTo>
                      <a:pt x="13251" y="166"/>
                      <a:pt x="13275" y="162"/>
                      <a:pt x="13298" y="162"/>
                    </a:cubicBezTo>
                    <a:close/>
                    <a:moveTo>
                      <a:pt x="13304" y="0"/>
                    </a:moveTo>
                    <a:cubicBezTo>
                      <a:pt x="13297" y="0"/>
                      <a:pt x="13289" y="1"/>
                      <a:pt x="13282" y="1"/>
                    </a:cubicBezTo>
                    <a:cubicBezTo>
                      <a:pt x="13149" y="18"/>
                      <a:pt x="13033" y="100"/>
                      <a:pt x="12942" y="200"/>
                    </a:cubicBezTo>
                    <a:cubicBezTo>
                      <a:pt x="12826" y="332"/>
                      <a:pt x="12727" y="482"/>
                      <a:pt x="12627" y="622"/>
                    </a:cubicBezTo>
                    <a:cubicBezTo>
                      <a:pt x="12569" y="705"/>
                      <a:pt x="12520" y="780"/>
                      <a:pt x="12470" y="863"/>
                    </a:cubicBezTo>
                    <a:cubicBezTo>
                      <a:pt x="11898" y="1575"/>
                      <a:pt x="11542" y="2462"/>
                      <a:pt x="11525" y="3382"/>
                    </a:cubicBezTo>
                    <a:cubicBezTo>
                      <a:pt x="11525" y="3423"/>
                      <a:pt x="11525" y="3456"/>
                      <a:pt x="11525" y="3498"/>
                    </a:cubicBezTo>
                    <a:cubicBezTo>
                      <a:pt x="11509" y="3481"/>
                      <a:pt x="11500" y="3464"/>
                      <a:pt x="11484" y="3456"/>
                    </a:cubicBezTo>
                    <a:cubicBezTo>
                      <a:pt x="11477" y="3449"/>
                      <a:pt x="11469" y="3446"/>
                      <a:pt x="11462" y="3446"/>
                    </a:cubicBezTo>
                    <a:cubicBezTo>
                      <a:pt x="11443" y="3446"/>
                      <a:pt x="11426" y="3465"/>
                      <a:pt x="11426" y="3489"/>
                    </a:cubicBezTo>
                    <a:cubicBezTo>
                      <a:pt x="11426" y="3514"/>
                      <a:pt x="11442" y="3539"/>
                      <a:pt x="11442" y="3572"/>
                    </a:cubicBezTo>
                    <a:cubicBezTo>
                      <a:pt x="11451" y="3605"/>
                      <a:pt x="11459" y="3638"/>
                      <a:pt x="11467" y="3672"/>
                    </a:cubicBezTo>
                    <a:cubicBezTo>
                      <a:pt x="11476" y="3713"/>
                      <a:pt x="11492" y="3746"/>
                      <a:pt x="11500" y="3787"/>
                    </a:cubicBezTo>
                    <a:cubicBezTo>
                      <a:pt x="11484" y="3779"/>
                      <a:pt x="11467" y="3771"/>
                      <a:pt x="11451" y="3763"/>
                    </a:cubicBezTo>
                    <a:cubicBezTo>
                      <a:pt x="11434" y="3763"/>
                      <a:pt x="11426" y="3763"/>
                      <a:pt x="11409" y="3771"/>
                    </a:cubicBezTo>
                    <a:cubicBezTo>
                      <a:pt x="11401" y="3738"/>
                      <a:pt x="11401" y="3705"/>
                      <a:pt x="11384" y="3680"/>
                    </a:cubicBezTo>
                    <a:cubicBezTo>
                      <a:pt x="11376" y="3638"/>
                      <a:pt x="11368" y="3597"/>
                      <a:pt x="11326" y="3572"/>
                    </a:cubicBezTo>
                    <a:cubicBezTo>
                      <a:pt x="11310" y="3572"/>
                      <a:pt x="11293" y="3572"/>
                      <a:pt x="11277" y="3589"/>
                    </a:cubicBezTo>
                    <a:cubicBezTo>
                      <a:pt x="11277" y="3597"/>
                      <a:pt x="11268" y="3597"/>
                      <a:pt x="11268" y="3605"/>
                    </a:cubicBezTo>
                    <a:cubicBezTo>
                      <a:pt x="11260" y="3597"/>
                      <a:pt x="11244" y="3597"/>
                      <a:pt x="11235" y="3597"/>
                    </a:cubicBezTo>
                    <a:cubicBezTo>
                      <a:pt x="11210" y="3605"/>
                      <a:pt x="11177" y="3622"/>
                      <a:pt x="11177" y="3647"/>
                    </a:cubicBezTo>
                    <a:cubicBezTo>
                      <a:pt x="11177" y="3655"/>
                      <a:pt x="11177" y="3663"/>
                      <a:pt x="11169" y="3672"/>
                    </a:cubicBezTo>
                    <a:cubicBezTo>
                      <a:pt x="11169" y="3680"/>
                      <a:pt x="11169" y="3688"/>
                      <a:pt x="11169" y="3705"/>
                    </a:cubicBezTo>
                    <a:cubicBezTo>
                      <a:pt x="11161" y="3721"/>
                      <a:pt x="11161" y="3746"/>
                      <a:pt x="11161" y="3763"/>
                    </a:cubicBezTo>
                    <a:cubicBezTo>
                      <a:pt x="11161" y="3787"/>
                      <a:pt x="11161" y="3804"/>
                      <a:pt x="11161" y="3829"/>
                    </a:cubicBezTo>
                    <a:cubicBezTo>
                      <a:pt x="11128" y="3812"/>
                      <a:pt x="11103" y="3804"/>
                      <a:pt x="11070" y="3787"/>
                    </a:cubicBezTo>
                    <a:cubicBezTo>
                      <a:pt x="11061" y="3787"/>
                      <a:pt x="11061" y="3779"/>
                      <a:pt x="11053" y="3779"/>
                    </a:cubicBezTo>
                    <a:cubicBezTo>
                      <a:pt x="11048" y="3770"/>
                      <a:pt x="11038" y="3765"/>
                      <a:pt x="11026" y="3765"/>
                    </a:cubicBezTo>
                    <a:cubicBezTo>
                      <a:pt x="11018" y="3765"/>
                      <a:pt x="11010" y="3767"/>
                      <a:pt x="11003" y="3771"/>
                    </a:cubicBezTo>
                    <a:cubicBezTo>
                      <a:pt x="11003" y="3771"/>
                      <a:pt x="11003" y="3771"/>
                      <a:pt x="11003" y="3779"/>
                    </a:cubicBezTo>
                    <a:cubicBezTo>
                      <a:pt x="10987" y="3771"/>
                      <a:pt x="10978" y="3771"/>
                      <a:pt x="10970" y="3771"/>
                    </a:cubicBezTo>
                    <a:cubicBezTo>
                      <a:pt x="10945" y="3771"/>
                      <a:pt x="10929" y="3779"/>
                      <a:pt x="10920" y="3796"/>
                    </a:cubicBezTo>
                    <a:lnTo>
                      <a:pt x="10896" y="3796"/>
                    </a:lnTo>
                    <a:cubicBezTo>
                      <a:pt x="10896" y="3796"/>
                      <a:pt x="10887" y="3787"/>
                      <a:pt x="10887" y="3787"/>
                    </a:cubicBezTo>
                    <a:cubicBezTo>
                      <a:pt x="10878" y="3780"/>
                      <a:pt x="10868" y="3777"/>
                      <a:pt x="10858" y="3777"/>
                    </a:cubicBezTo>
                    <a:cubicBezTo>
                      <a:pt x="10834" y="3777"/>
                      <a:pt x="10813" y="3797"/>
                      <a:pt x="10813" y="3821"/>
                    </a:cubicBezTo>
                    <a:lnTo>
                      <a:pt x="10804" y="3812"/>
                    </a:lnTo>
                    <a:cubicBezTo>
                      <a:pt x="10796" y="3796"/>
                      <a:pt x="10780" y="3779"/>
                      <a:pt x="10763" y="3763"/>
                    </a:cubicBezTo>
                    <a:lnTo>
                      <a:pt x="10763" y="3754"/>
                    </a:lnTo>
                    <a:cubicBezTo>
                      <a:pt x="10763" y="3736"/>
                      <a:pt x="10749" y="3726"/>
                      <a:pt x="10735" y="3726"/>
                    </a:cubicBezTo>
                    <a:cubicBezTo>
                      <a:pt x="10730" y="3726"/>
                      <a:pt x="10726" y="3727"/>
                      <a:pt x="10722" y="3730"/>
                    </a:cubicBezTo>
                    <a:cubicBezTo>
                      <a:pt x="10705" y="3713"/>
                      <a:pt x="10680" y="3696"/>
                      <a:pt x="10655" y="3696"/>
                    </a:cubicBezTo>
                    <a:cubicBezTo>
                      <a:pt x="10647" y="3680"/>
                      <a:pt x="10639" y="3663"/>
                      <a:pt x="10630" y="3647"/>
                    </a:cubicBezTo>
                    <a:cubicBezTo>
                      <a:pt x="10621" y="3634"/>
                      <a:pt x="10608" y="3629"/>
                      <a:pt x="10594" y="3629"/>
                    </a:cubicBezTo>
                    <a:cubicBezTo>
                      <a:pt x="10570" y="3629"/>
                      <a:pt x="10545" y="3645"/>
                      <a:pt x="10539" y="3672"/>
                    </a:cubicBezTo>
                    <a:lnTo>
                      <a:pt x="10539" y="3688"/>
                    </a:lnTo>
                    <a:cubicBezTo>
                      <a:pt x="10531" y="3672"/>
                      <a:pt x="10523" y="3655"/>
                      <a:pt x="10498" y="3647"/>
                    </a:cubicBezTo>
                    <a:cubicBezTo>
                      <a:pt x="10493" y="3642"/>
                      <a:pt x="10487" y="3640"/>
                      <a:pt x="10481" y="3640"/>
                    </a:cubicBezTo>
                    <a:cubicBezTo>
                      <a:pt x="10467" y="3640"/>
                      <a:pt x="10454" y="3649"/>
                      <a:pt x="10448" y="3655"/>
                    </a:cubicBezTo>
                    <a:cubicBezTo>
                      <a:pt x="10423" y="3680"/>
                      <a:pt x="10432" y="3713"/>
                      <a:pt x="10432" y="3738"/>
                    </a:cubicBezTo>
                    <a:lnTo>
                      <a:pt x="10432" y="3746"/>
                    </a:lnTo>
                    <a:cubicBezTo>
                      <a:pt x="10423" y="3738"/>
                      <a:pt x="10407" y="3738"/>
                      <a:pt x="10398" y="3738"/>
                    </a:cubicBezTo>
                    <a:cubicBezTo>
                      <a:pt x="10382" y="3746"/>
                      <a:pt x="10374" y="3754"/>
                      <a:pt x="10357" y="3771"/>
                    </a:cubicBezTo>
                    <a:cubicBezTo>
                      <a:pt x="10349" y="3779"/>
                      <a:pt x="10349" y="3796"/>
                      <a:pt x="10340" y="3812"/>
                    </a:cubicBezTo>
                    <a:cubicBezTo>
                      <a:pt x="10340" y="3845"/>
                      <a:pt x="10349" y="3887"/>
                      <a:pt x="10357" y="3920"/>
                    </a:cubicBezTo>
                    <a:cubicBezTo>
                      <a:pt x="10349" y="3903"/>
                      <a:pt x="10332" y="3895"/>
                      <a:pt x="10324" y="3879"/>
                    </a:cubicBezTo>
                    <a:cubicBezTo>
                      <a:pt x="10316" y="3870"/>
                      <a:pt x="10299" y="3862"/>
                      <a:pt x="10282" y="3862"/>
                    </a:cubicBezTo>
                    <a:cubicBezTo>
                      <a:pt x="10274" y="3854"/>
                      <a:pt x="10266" y="3845"/>
                      <a:pt x="10249" y="3837"/>
                    </a:cubicBezTo>
                    <a:cubicBezTo>
                      <a:pt x="10241" y="3804"/>
                      <a:pt x="10224" y="3771"/>
                      <a:pt x="10200" y="3746"/>
                    </a:cubicBezTo>
                    <a:cubicBezTo>
                      <a:pt x="10195" y="3741"/>
                      <a:pt x="10184" y="3737"/>
                      <a:pt x="10175" y="3737"/>
                    </a:cubicBezTo>
                    <a:cubicBezTo>
                      <a:pt x="10168" y="3737"/>
                      <a:pt x="10162" y="3739"/>
                      <a:pt x="10158" y="3746"/>
                    </a:cubicBezTo>
                    <a:cubicBezTo>
                      <a:pt x="10158" y="3730"/>
                      <a:pt x="10150" y="3721"/>
                      <a:pt x="10142" y="3705"/>
                    </a:cubicBezTo>
                    <a:cubicBezTo>
                      <a:pt x="10135" y="3689"/>
                      <a:pt x="10122" y="3681"/>
                      <a:pt x="10109" y="3681"/>
                    </a:cubicBezTo>
                    <a:cubicBezTo>
                      <a:pt x="10089" y="3681"/>
                      <a:pt x="10067" y="3699"/>
                      <a:pt x="10067" y="3730"/>
                    </a:cubicBezTo>
                    <a:cubicBezTo>
                      <a:pt x="10067" y="3779"/>
                      <a:pt x="10067" y="3829"/>
                      <a:pt x="10067" y="3870"/>
                    </a:cubicBezTo>
                    <a:cubicBezTo>
                      <a:pt x="10075" y="3920"/>
                      <a:pt x="10075" y="3970"/>
                      <a:pt x="10075" y="4011"/>
                    </a:cubicBezTo>
                    <a:cubicBezTo>
                      <a:pt x="10075" y="4077"/>
                      <a:pt x="10075" y="4144"/>
                      <a:pt x="10067" y="4210"/>
                    </a:cubicBezTo>
                    <a:cubicBezTo>
                      <a:pt x="10067" y="4177"/>
                      <a:pt x="10059" y="4135"/>
                      <a:pt x="10059" y="4102"/>
                    </a:cubicBezTo>
                    <a:cubicBezTo>
                      <a:pt x="10050" y="4069"/>
                      <a:pt x="10042" y="4036"/>
                      <a:pt x="10034" y="4003"/>
                    </a:cubicBezTo>
                    <a:cubicBezTo>
                      <a:pt x="10026" y="3986"/>
                      <a:pt x="10026" y="3970"/>
                      <a:pt x="10017" y="3953"/>
                    </a:cubicBezTo>
                    <a:cubicBezTo>
                      <a:pt x="10009" y="3920"/>
                      <a:pt x="10009" y="3895"/>
                      <a:pt x="10001" y="3870"/>
                    </a:cubicBezTo>
                    <a:cubicBezTo>
                      <a:pt x="9992" y="3746"/>
                      <a:pt x="9976" y="3622"/>
                      <a:pt x="9951" y="3506"/>
                    </a:cubicBezTo>
                    <a:cubicBezTo>
                      <a:pt x="9934" y="3398"/>
                      <a:pt x="9910" y="3257"/>
                      <a:pt x="9843" y="3174"/>
                    </a:cubicBezTo>
                    <a:cubicBezTo>
                      <a:pt x="9832" y="3166"/>
                      <a:pt x="9820" y="3162"/>
                      <a:pt x="9809" y="3162"/>
                    </a:cubicBezTo>
                    <a:cubicBezTo>
                      <a:pt x="9786" y="3162"/>
                      <a:pt x="9766" y="3177"/>
                      <a:pt x="9760" y="3199"/>
                    </a:cubicBezTo>
                    <a:cubicBezTo>
                      <a:pt x="9736" y="3299"/>
                      <a:pt x="9777" y="3423"/>
                      <a:pt x="9802" y="3522"/>
                    </a:cubicBezTo>
                    <a:cubicBezTo>
                      <a:pt x="9810" y="3580"/>
                      <a:pt x="9818" y="3638"/>
                      <a:pt x="9827" y="3696"/>
                    </a:cubicBezTo>
                    <a:cubicBezTo>
                      <a:pt x="9818" y="3672"/>
                      <a:pt x="9818" y="3655"/>
                      <a:pt x="9810" y="3638"/>
                    </a:cubicBezTo>
                    <a:cubicBezTo>
                      <a:pt x="9760" y="3531"/>
                      <a:pt x="9702" y="3423"/>
                      <a:pt x="9620" y="3340"/>
                    </a:cubicBezTo>
                    <a:cubicBezTo>
                      <a:pt x="9595" y="3299"/>
                      <a:pt x="9570" y="3249"/>
                      <a:pt x="9537" y="3208"/>
                    </a:cubicBezTo>
                    <a:cubicBezTo>
                      <a:pt x="9495" y="3158"/>
                      <a:pt x="9429" y="3100"/>
                      <a:pt x="9354" y="3100"/>
                    </a:cubicBezTo>
                    <a:cubicBezTo>
                      <a:pt x="9346" y="3075"/>
                      <a:pt x="9338" y="3050"/>
                      <a:pt x="9330" y="3025"/>
                    </a:cubicBezTo>
                    <a:cubicBezTo>
                      <a:pt x="9288" y="2901"/>
                      <a:pt x="9238" y="2793"/>
                      <a:pt x="9180" y="2677"/>
                    </a:cubicBezTo>
                    <a:cubicBezTo>
                      <a:pt x="9131" y="2578"/>
                      <a:pt x="9073" y="2462"/>
                      <a:pt x="8982" y="2387"/>
                    </a:cubicBezTo>
                    <a:cubicBezTo>
                      <a:pt x="8975" y="2383"/>
                      <a:pt x="8968" y="2381"/>
                      <a:pt x="8961" y="2381"/>
                    </a:cubicBezTo>
                    <a:cubicBezTo>
                      <a:pt x="8941" y="2381"/>
                      <a:pt x="8924" y="2396"/>
                      <a:pt x="8924" y="2420"/>
                    </a:cubicBezTo>
                    <a:cubicBezTo>
                      <a:pt x="8932" y="2470"/>
                      <a:pt x="8957" y="2520"/>
                      <a:pt x="8973" y="2578"/>
                    </a:cubicBezTo>
                    <a:cubicBezTo>
                      <a:pt x="8890" y="2462"/>
                      <a:pt x="8783" y="2354"/>
                      <a:pt x="8675" y="2263"/>
                    </a:cubicBezTo>
                    <a:cubicBezTo>
                      <a:pt x="8642" y="2230"/>
                      <a:pt x="8609" y="2197"/>
                      <a:pt x="8576" y="2172"/>
                    </a:cubicBezTo>
                    <a:cubicBezTo>
                      <a:pt x="8377" y="1923"/>
                      <a:pt x="8153" y="1700"/>
                      <a:pt x="7938" y="1476"/>
                    </a:cubicBezTo>
                    <a:cubicBezTo>
                      <a:pt x="7738" y="1284"/>
                      <a:pt x="7447" y="1033"/>
                      <a:pt x="7152" y="1033"/>
                    </a:cubicBezTo>
                    <a:cubicBezTo>
                      <a:pt x="7115" y="1033"/>
                      <a:pt x="7079" y="1037"/>
                      <a:pt x="7043" y="1045"/>
                    </a:cubicBezTo>
                    <a:cubicBezTo>
                      <a:pt x="6687" y="1120"/>
                      <a:pt x="6662" y="1526"/>
                      <a:pt x="6670" y="1816"/>
                    </a:cubicBezTo>
                    <a:cubicBezTo>
                      <a:pt x="6687" y="2238"/>
                      <a:pt x="6794" y="2652"/>
                      <a:pt x="6894" y="3067"/>
                    </a:cubicBezTo>
                    <a:cubicBezTo>
                      <a:pt x="6919" y="3158"/>
                      <a:pt x="6943" y="3257"/>
                      <a:pt x="6968" y="3357"/>
                    </a:cubicBezTo>
                    <a:cubicBezTo>
                      <a:pt x="6959" y="3343"/>
                      <a:pt x="6941" y="3335"/>
                      <a:pt x="6925" y="3335"/>
                    </a:cubicBezTo>
                    <a:cubicBezTo>
                      <a:pt x="6910" y="3335"/>
                      <a:pt x="6898" y="3341"/>
                      <a:pt x="6894" y="3357"/>
                    </a:cubicBezTo>
                    <a:cubicBezTo>
                      <a:pt x="6819" y="3589"/>
                      <a:pt x="6952" y="3837"/>
                      <a:pt x="7068" y="4036"/>
                    </a:cubicBezTo>
                    <a:cubicBezTo>
                      <a:pt x="7126" y="4127"/>
                      <a:pt x="7192" y="4218"/>
                      <a:pt x="7258" y="4301"/>
                    </a:cubicBezTo>
                    <a:cubicBezTo>
                      <a:pt x="7275" y="4334"/>
                      <a:pt x="7283" y="4359"/>
                      <a:pt x="7300" y="4384"/>
                    </a:cubicBezTo>
                    <a:cubicBezTo>
                      <a:pt x="7291" y="4376"/>
                      <a:pt x="7275" y="4376"/>
                      <a:pt x="7267" y="4367"/>
                    </a:cubicBezTo>
                    <a:cubicBezTo>
                      <a:pt x="7142" y="4210"/>
                      <a:pt x="7018" y="4061"/>
                      <a:pt x="6894" y="3912"/>
                    </a:cubicBezTo>
                    <a:cubicBezTo>
                      <a:pt x="6884" y="3902"/>
                      <a:pt x="6872" y="3898"/>
                      <a:pt x="6860" y="3898"/>
                    </a:cubicBezTo>
                    <a:cubicBezTo>
                      <a:pt x="6823" y="3898"/>
                      <a:pt x="6788" y="3940"/>
                      <a:pt x="6819" y="3978"/>
                    </a:cubicBezTo>
                    <a:cubicBezTo>
                      <a:pt x="6919" y="4111"/>
                      <a:pt x="7018" y="4243"/>
                      <a:pt x="7117" y="4376"/>
                    </a:cubicBezTo>
                    <a:cubicBezTo>
                      <a:pt x="7109" y="4384"/>
                      <a:pt x="7117" y="4401"/>
                      <a:pt x="7117" y="4409"/>
                    </a:cubicBezTo>
                    <a:cubicBezTo>
                      <a:pt x="7217" y="4566"/>
                      <a:pt x="7300" y="4724"/>
                      <a:pt x="7383" y="4881"/>
                    </a:cubicBezTo>
                    <a:cubicBezTo>
                      <a:pt x="7424" y="4956"/>
                      <a:pt x="7457" y="5030"/>
                      <a:pt x="7499" y="5113"/>
                    </a:cubicBezTo>
                    <a:cubicBezTo>
                      <a:pt x="7515" y="5146"/>
                      <a:pt x="7532" y="5179"/>
                      <a:pt x="7548" y="5213"/>
                    </a:cubicBezTo>
                    <a:cubicBezTo>
                      <a:pt x="7532" y="5213"/>
                      <a:pt x="7515" y="5213"/>
                      <a:pt x="7499" y="5221"/>
                    </a:cubicBezTo>
                    <a:cubicBezTo>
                      <a:pt x="7449" y="5155"/>
                      <a:pt x="7399" y="5088"/>
                      <a:pt x="7341" y="5022"/>
                    </a:cubicBezTo>
                    <a:cubicBezTo>
                      <a:pt x="7330" y="5011"/>
                      <a:pt x="7318" y="5006"/>
                      <a:pt x="7306" y="5006"/>
                    </a:cubicBezTo>
                    <a:cubicBezTo>
                      <a:pt x="7275" y="5006"/>
                      <a:pt x="7248" y="5041"/>
                      <a:pt x="7267" y="5072"/>
                    </a:cubicBezTo>
                    <a:cubicBezTo>
                      <a:pt x="7349" y="5213"/>
                      <a:pt x="7441" y="5345"/>
                      <a:pt x="7515" y="5486"/>
                    </a:cubicBezTo>
                    <a:cubicBezTo>
                      <a:pt x="7548" y="5552"/>
                      <a:pt x="7590" y="5619"/>
                      <a:pt x="7623" y="5685"/>
                    </a:cubicBezTo>
                    <a:cubicBezTo>
                      <a:pt x="7623" y="5693"/>
                      <a:pt x="7631" y="5701"/>
                      <a:pt x="7631" y="5710"/>
                    </a:cubicBezTo>
                    <a:cubicBezTo>
                      <a:pt x="7615" y="5685"/>
                      <a:pt x="7590" y="5652"/>
                      <a:pt x="7565" y="5627"/>
                    </a:cubicBezTo>
                    <a:cubicBezTo>
                      <a:pt x="7482" y="5527"/>
                      <a:pt x="7383" y="5436"/>
                      <a:pt x="7283" y="5345"/>
                    </a:cubicBezTo>
                    <a:cubicBezTo>
                      <a:pt x="7277" y="5340"/>
                      <a:pt x="7270" y="5338"/>
                      <a:pt x="7263" y="5338"/>
                    </a:cubicBezTo>
                    <a:cubicBezTo>
                      <a:pt x="7234" y="5338"/>
                      <a:pt x="7206" y="5376"/>
                      <a:pt x="7233" y="5403"/>
                    </a:cubicBezTo>
                    <a:cubicBezTo>
                      <a:pt x="7316" y="5503"/>
                      <a:pt x="7391" y="5602"/>
                      <a:pt x="7465" y="5701"/>
                    </a:cubicBezTo>
                    <a:cubicBezTo>
                      <a:pt x="7482" y="5718"/>
                      <a:pt x="7490" y="5735"/>
                      <a:pt x="7499" y="5743"/>
                    </a:cubicBezTo>
                    <a:cubicBezTo>
                      <a:pt x="7507" y="5892"/>
                      <a:pt x="7532" y="6033"/>
                      <a:pt x="7557" y="6174"/>
                    </a:cubicBezTo>
                    <a:cubicBezTo>
                      <a:pt x="7573" y="6248"/>
                      <a:pt x="7590" y="6323"/>
                      <a:pt x="7606" y="6397"/>
                    </a:cubicBezTo>
                    <a:cubicBezTo>
                      <a:pt x="7606" y="6397"/>
                      <a:pt x="7606" y="6406"/>
                      <a:pt x="7615" y="6414"/>
                    </a:cubicBezTo>
                    <a:cubicBezTo>
                      <a:pt x="7615" y="6464"/>
                      <a:pt x="7623" y="6513"/>
                      <a:pt x="7623" y="6563"/>
                    </a:cubicBezTo>
                    <a:cubicBezTo>
                      <a:pt x="7639" y="6654"/>
                      <a:pt x="7648" y="6745"/>
                      <a:pt x="7664" y="6837"/>
                    </a:cubicBezTo>
                    <a:cubicBezTo>
                      <a:pt x="7681" y="6903"/>
                      <a:pt x="7697" y="6986"/>
                      <a:pt x="7739" y="7044"/>
                    </a:cubicBezTo>
                    <a:cubicBezTo>
                      <a:pt x="7739" y="7069"/>
                      <a:pt x="7755" y="7093"/>
                      <a:pt x="7780" y="7093"/>
                    </a:cubicBezTo>
                    <a:cubicBezTo>
                      <a:pt x="7789" y="7102"/>
                      <a:pt x="7805" y="7110"/>
                      <a:pt x="7813" y="7110"/>
                    </a:cubicBezTo>
                    <a:cubicBezTo>
                      <a:pt x="7789" y="7259"/>
                      <a:pt x="7789" y="7417"/>
                      <a:pt x="7789" y="7566"/>
                    </a:cubicBezTo>
                    <a:cubicBezTo>
                      <a:pt x="7797" y="7723"/>
                      <a:pt x="7797" y="7922"/>
                      <a:pt x="7871" y="8063"/>
                    </a:cubicBezTo>
                    <a:cubicBezTo>
                      <a:pt x="7871" y="8104"/>
                      <a:pt x="7871" y="8146"/>
                      <a:pt x="7871" y="8195"/>
                    </a:cubicBezTo>
                    <a:cubicBezTo>
                      <a:pt x="7863" y="8303"/>
                      <a:pt x="7863" y="8419"/>
                      <a:pt x="7855" y="8527"/>
                    </a:cubicBezTo>
                    <a:cubicBezTo>
                      <a:pt x="7847" y="8626"/>
                      <a:pt x="7822" y="8734"/>
                      <a:pt x="7830" y="8833"/>
                    </a:cubicBezTo>
                    <a:cubicBezTo>
                      <a:pt x="7747" y="8916"/>
                      <a:pt x="7664" y="9007"/>
                      <a:pt x="7581" y="9090"/>
                    </a:cubicBezTo>
                    <a:cubicBezTo>
                      <a:pt x="7424" y="9248"/>
                      <a:pt x="7267" y="9405"/>
                      <a:pt x="7117" y="9571"/>
                    </a:cubicBezTo>
                    <a:cubicBezTo>
                      <a:pt x="6968" y="9745"/>
                      <a:pt x="6827" y="9927"/>
                      <a:pt x="6687" y="10109"/>
                    </a:cubicBezTo>
                    <a:cubicBezTo>
                      <a:pt x="6562" y="10275"/>
                      <a:pt x="6430" y="10457"/>
                      <a:pt x="6504" y="10664"/>
                    </a:cubicBezTo>
                    <a:cubicBezTo>
                      <a:pt x="6513" y="10698"/>
                      <a:pt x="6529" y="10739"/>
                      <a:pt x="6546" y="10772"/>
                    </a:cubicBezTo>
                    <a:cubicBezTo>
                      <a:pt x="6537" y="10830"/>
                      <a:pt x="6562" y="10888"/>
                      <a:pt x="6612" y="10913"/>
                    </a:cubicBezTo>
                    <a:cubicBezTo>
                      <a:pt x="6629" y="10938"/>
                      <a:pt x="6645" y="10963"/>
                      <a:pt x="6662" y="10988"/>
                    </a:cubicBezTo>
                    <a:cubicBezTo>
                      <a:pt x="6728" y="11062"/>
                      <a:pt x="6803" y="11128"/>
                      <a:pt x="6894" y="11186"/>
                    </a:cubicBezTo>
                    <a:cubicBezTo>
                      <a:pt x="6910" y="11294"/>
                      <a:pt x="6943" y="11410"/>
                      <a:pt x="6985" y="11518"/>
                    </a:cubicBezTo>
                    <a:lnTo>
                      <a:pt x="6910" y="11518"/>
                    </a:lnTo>
                    <a:cubicBezTo>
                      <a:pt x="6894" y="11526"/>
                      <a:pt x="6885" y="11526"/>
                      <a:pt x="6877" y="11534"/>
                    </a:cubicBezTo>
                    <a:cubicBezTo>
                      <a:pt x="6844" y="11551"/>
                      <a:pt x="6811" y="11576"/>
                      <a:pt x="6819" y="11609"/>
                    </a:cubicBezTo>
                    <a:cubicBezTo>
                      <a:pt x="6827" y="11634"/>
                      <a:pt x="6852" y="11642"/>
                      <a:pt x="6877" y="11642"/>
                    </a:cubicBezTo>
                    <a:lnTo>
                      <a:pt x="6919" y="11642"/>
                    </a:lnTo>
                    <a:cubicBezTo>
                      <a:pt x="6927" y="11642"/>
                      <a:pt x="6935" y="11634"/>
                      <a:pt x="6943" y="11634"/>
                    </a:cubicBezTo>
                    <a:lnTo>
                      <a:pt x="6927" y="11642"/>
                    </a:lnTo>
                    <a:cubicBezTo>
                      <a:pt x="6952" y="11634"/>
                      <a:pt x="6977" y="11626"/>
                      <a:pt x="7001" y="11626"/>
                    </a:cubicBezTo>
                    <a:lnTo>
                      <a:pt x="7018" y="11626"/>
                    </a:lnTo>
                    <a:cubicBezTo>
                      <a:pt x="7026" y="11634"/>
                      <a:pt x="7026" y="11642"/>
                      <a:pt x="7035" y="11650"/>
                    </a:cubicBezTo>
                    <a:cubicBezTo>
                      <a:pt x="7001" y="11659"/>
                      <a:pt x="6968" y="11667"/>
                      <a:pt x="6943" y="11692"/>
                    </a:cubicBezTo>
                    <a:cubicBezTo>
                      <a:pt x="6927" y="11708"/>
                      <a:pt x="6902" y="11725"/>
                      <a:pt x="6894" y="11750"/>
                    </a:cubicBezTo>
                    <a:cubicBezTo>
                      <a:pt x="6885" y="11775"/>
                      <a:pt x="6885" y="11808"/>
                      <a:pt x="6902" y="11833"/>
                    </a:cubicBezTo>
                    <a:cubicBezTo>
                      <a:pt x="6908" y="11845"/>
                      <a:pt x="6923" y="11853"/>
                      <a:pt x="6934" y="11853"/>
                    </a:cubicBezTo>
                    <a:cubicBezTo>
                      <a:pt x="6938" y="11853"/>
                      <a:pt x="6941" y="11851"/>
                      <a:pt x="6943" y="11849"/>
                    </a:cubicBezTo>
                    <a:cubicBezTo>
                      <a:pt x="6960" y="11841"/>
                      <a:pt x="6968" y="11841"/>
                      <a:pt x="6968" y="11833"/>
                    </a:cubicBezTo>
                    <a:cubicBezTo>
                      <a:pt x="6985" y="11824"/>
                      <a:pt x="6993" y="11816"/>
                      <a:pt x="7001" y="11800"/>
                    </a:cubicBezTo>
                    <a:cubicBezTo>
                      <a:pt x="7010" y="11791"/>
                      <a:pt x="7018" y="11775"/>
                      <a:pt x="7026" y="11766"/>
                    </a:cubicBezTo>
                    <a:lnTo>
                      <a:pt x="7035" y="11758"/>
                    </a:lnTo>
                    <a:lnTo>
                      <a:pt x="7035" y="11758"/>
                    </a:lnTo>
                    <a:cubicBezTo>
                      <a:pt x="7043" y="11750"/>
                      <a:pt x="7051" y="11742"/>
                      <a:pt x="7059" y="11742"/>
                    </a:cubicBezTo>
                    <a:cubicBezTo>
                      <a:pt x="7084" y="11800"/>
                      <a:pt x="7117" y="11866"/>
                      <a:pt x="7167" y="11924"/>
                    </a:cubicBezTo>
                    <a:cubicBezTo>
                      <a:pt x="7159" y="11932"/>
                      <a:pt x="7151" y="11949"/>
                      <a:pt x="7142" y="11965"/>
                    </a:cubicBezTo>
                    <a:cubicBezTo>
                      <a:pt x="7134" y="11974"/>
                      <a:pt x="7134" y="11990"/>
                      <a:pt x="7126" y="12007"/>
                    </a:cubicBezTo>
                    <a:cubicBezTo>
                      <a:pt x="7126" y="12015"/>
                      <a:pt x="7126" y="12023"/>
                      <a:pt x="7126" y="12032"/>
                    </a:cubicBezTo>
                    <a:cubicBezTo>
                      <a:pt x="7126" y="12040"/>
                      <a:pt x="7126" y="12040"/>
                      <a:pt x="7126" y="12048"/>
                    </a:cubicBezTo>
                    <a:lnTo>
                      <a:pt x="7126" y="12065"/>
                    </a:lnTo>
                    <a:cubicBezTo>
                      <a:pt x="7130" y="12078"/>
                      <a:pt x="7142" y="12085"/>
                      <a:pt x="7154" y="12085"/>
                    </a:cubicBezTo>
                    <a:cubicBezTo>
                      <a:pt x="7163" y="12085"/>
                      <a:pt x="7172" y="12080"/>
                      <a:pt x="7175" y="12073"/>
                    </a:cubicBezTo>
                    <a:lnTo>
                      <a:pt x="7184" y="12065"/>
                    </a:lnTo>
                    <a:lnTo>
                      <a:pt x="7192" y="12056"/>
                    </a:lnTo>
                    <a:lnTo>
                      <a:pt x="7192" y="12048"/>
                    </a:lnTo>
                    <a:cubicBezTo>
                      <a:pt x="7192" y="12040"/>
                      <a:pt x="7192" y="12040"/>
                      <a:pt x="7200" y="12032"/>
                    </a:cubicBezTo>
                    <a:cubicBezTo>
                      <a:pt x="7200" y="12015"/>
                      <a:pt x="7209" y="12007"/>
                      <a:pt x="7217" y="11990"/>
                    </a:cubicBezTo>
                    <a:lnTo>
                      <a:pt x="7217" y="11982"/>
                    </a:lnTo>
                    <a:cubicBezTo>
                      <a:pt x="7250" y="12015"/>
                      <a:pt x="7291" y="12040"/>
                      <a:pt x="7341" y="12048"/>
                    </a:cubicBezTo>
                    <a:cubicBezTo>
                      <a:pt x="7368" y="12056"/>
                      <a:pt x="7395" y="12060"/>
                      <a:pt x="7423" y="12060"/>
                    </a:cubicBezTo>
                    <a:cubicBezTo>
                      <a:pt x="7481" y="12060"/>
                      <a:pt x="7539" y="12043"/>
                      <a:pt x="7590" y="12015"/>
                    </a:cubicBezTo>
                    <a:cubicBezTo>
                      <a:pt x="7639" y="12172"/>
                      <a:pt x="7755" y="12297"/>
                      <a:pt x="7905" y="12380"/>
                    </a:cubicBezTo>
                    <a:cubicBezTo>
                      <a:pt x="8054" y="12454"/>
                      <a:pt x="8228" y="12487"/>
                      <a:pt x="8393" y="12504"/>
                    </a:cubicBezTo>
                    <a:cubicBezTo>
                      <a:pt x="8393" y="12512"/>
                      <a:pt x="8402" y="12512"/>
                      <a:pt x="8402" y="12520"/>
                    </a:cubicBezTo>
                    <a:cubicBezTo>
                      <a:pt x="8460" y="12595"/>
                      <a:pt x="8451" y="12686"/>
                      <a:pt x="8418" y="12777"/>
                    </a:cubicBezTo>
                    <a:cubicBezTo>
                      <a:pt x="8410" y="12777"/>
                      <a:pt x="8402" y="12786"/>
                      <a:pt x="8393" y="12794"/>
                    </a:cubicBezTo>
                    <a:cubicBezTo>
                      <a:pt x="8252" y="13009"/>
                      <a:pt x="8137" y="13233"/>
                      <a:pt x="8054" y="13482"/>
                    </a:cubicBezTo>
                    <a:cubicBezTo>
                      <a:pt x="8012" y="13598"/>
                      <a:pt x="7979" y="13714"/>
                      <a:pt x="7946" y="13838"/>
                    </a:cubicBezTo>
                    <a:cubicBezTo>
                      <a:pt x="7946" y="13863"/>
                      <a:pt x="7938" y="13887"/>
                      <a:pt x="7938" y="13904"/>
                    </a:cubicBezTo>
                    <a:cubicBezTo>
                      <a:pt x="7797" y="14095"/>
                      <a:pt x="7623" y="14260"/>
                      <a:pt x="7515" y="14476"/>
                    </a:cubicBezTo>
                    <a:cubicBezTo>
                      <a:pt x="7432" y="14633"/>
                      <a:pt x="7374" y="14824"/>
                      <a:pt x="7325" y="14998"/>
                    </a:cubicBezTo>
                    <a:cubicBezTo>
                      <a:pt x="7291" y="15089"/>
                      <a:pt x="7267" y="15172"/>
                      <a:pt x="7242" y="15263"/>
                    </a:cubicBezTo>
                    <a:cubicBezTo>
                      <a:pt x="7242" y="15288"/>
                      <a:pt x="7233" y="15304"/>
                      <a:pt x="7233" y="15329"/>
                    </a:cubicBezTo>
                    <a:cubicBezTo>
                      <a:pt x="7184" y="15412"/>
                      <a:pt x="7134" y="15503"/>
                      <a:pt x="7101" y="15594"/>
                    </a:cubicBezTo>
                    <a:cubicBezTo>
                      <a:pt x="7051" y="15702"/>
                      <a:pt x="7010" y="15810"/>
                      <a:pt x="6968" y="15926"/>
                    </a:cubicBezTo>
                    <a:cubicBezTo>
                      <a:pt x="6960" y="15951"/>
                      <a:pt x="6952" y="15984"/>
                      <a:pt x="6943" y="16009"/>
                    </a:cubicBezTo>
                    <a:cubicBezTo>
                      <a:pt x="6753" y="16307"/>
                      <a:pt x="6546" y="16589"/>
                      <a:pt x="6388" y="16903"/>
                    </a:cubicBezTo>
                    <a:cubicBezTo>
                      <a:pt x="6281" y="17127"/>
                      <a:pt x="6198" y="17367"/>
                      <a:pt x="6148" y="17616"/>
                    </a:cubicBezTo>
                    <a:cubicBezTo>
                      <a:pt x="6131" y="17715"/>
                      <a:pt x="6115" y="17823"/>
                      <a:pt x="6107" y="17923"/>
                    </a:cubicBezTo>
                    <a:cubicBezTo>
                      <a:pt x="6090" y="17939"/>
                      <a:pt x="6073" y="17956"/>
                      <a:pt x="6057" y="17972"/>
                    </a:cubicBezTo>
                    <a:cubicBezTo>
                      <a:pt x="5908" y="18130"/>
                      <a:pt x="5750" y="18271"/>
                      <a:pt x="5634" y="18453"/>
                    </a:cubicBezTo>
                    <a:cubicBezTo>
                      <a:pt x="5527" y="18619"/>
                      <a:pt x="5444" y="18809"/>
                      <a:pt x="5386" y="18991"/>
                    </a:cubicBezTo>
                    <a:cubicBezTo>
                      <a:pt x="5361" y="19091"/>
                      <a:pt x="5336" y="19190"/>
                      <a:pt x="5319" y="19290"/>
                    </a:cubicBezTo>
                    <a:cubicBezTo>
                      <a:pt x="5311" y="19314"/>
                      <a:pt x="5303" y="19339"/>
                      <a:pt x="5303" y="19372"/>
                    </a:cubicBezTo>
                    <a:cubicBezTo>
                      <a:pt x="4880" y="19828"/>
                      <a:pt x="4483" y="20309"/>
                      <a:pt x="4085" y="20798"/>
                    </a:cubicBezTo>
                    <a:cubicBezTo>
                      <a:pt x="3886" y="21046"/>
                      <a:pt x="3679" y="21286"/>
                      <a:pt x="3530" y="21568"/>
                    </a:cubicBezTo>
                    <a:cubicBezTo>
                      <a:pt x="3381" y="21850"/>
                      <a:pt x="3281" y="22156"/>
                      <a:pt x="3173" y="22455"/>
                    </a:cubicBezTo>
                    <a:cubicBezTo>
                      <a:pt x="3107" y="22637"/>
                      <a:pt x="3057" y="22811"/>
                      <a:pt x="2999" y="22993"/>
                    </a:cubicBezTo>
                    <a:cubicBezTo>
                      <a:pt x="2966" y="23109"/>
                      <a:pt x="2925" y="23217"/>
                      <a:pt x="2900" y="23333"/>
                    </a:cubicBezTo>
                    <a:cubicBezTo>
                      <a:pt x="2569" y="23888"/>
                      <a:pt x="2312" y="24485"/>
                      <a:pt x="2038" y="25073"/>
                    </a:cubicBezTo>
                    <a:cubicBezTo>
                      <a:pt x="1980" y="25197"/>
                      <a:pt x="1922" y="25330"/>
                      <a:pt x="1864" y="25462"/>
                    </a:cubicBezTo>
                    <a:cubicBezTo>
                      <a:pt x="1806" y="25587"/>
                      <a:pt x="1732" y="25727"/>
                      <a:pt x="1715" y="25868"/>
                    </a:cubicBezTo>
                    <a:cubicBezTo>
                      <a:pt x="1707" y="25893"/>
                      <a:pt x="1724" y="25918"/>
                      <a:pt x="1748" y="25935"/>
                    </a:cubicBezTo>
                    <a:cubicBezTo>
                      <a:pt x="1690" y="26026"/>
                      <a:pt x="1632" y="26125"/>
                      <a:pt x="1583" y="26225"/>
                    </a:cubicBezTo>
                    <a:cubicBezTo>
                      <a:pt x="1318" y="26697"/>
                      <a:pt x="1061" y="27186"/>
                      <a:pt x="912" y="27708"/>
                    </a:cubicBezTo>
                    <a:cubicBezTo>
                      <a:pt x="862" y="27873"/>
                      <a:pt x="829" y="28039"/>
                      <a:pt x="812" y="28213"/>
                    </a:cubicBezTo>
                    <a:cubicBezTo>
                      <a:pt x="613" y="28553"/>
                      <a:pt x="431" y="28909"/>
                      <a:pt x="307" y="29282"/>
                    </a:cubicBezTo>
                    <a:cubicBezTo>
                      <a:pt x="207" y="29572"/>
                      <a:pt x="141" y="29870"/>
                      <a:pt x="91" y="30168"/>
                    </a:cubicBezTo>
                    <a:cubicBezTo>
                      <a:pt x="66" y="30326"/>
                      <a:pt x="42" y="30483"/>
                      <a:pt x="33" y="30641"/>
                    </a:cubicBezTo>
                    <a:cubicBezTo>
                      <a:pt x="17" y="30798"/>
                      <a:pt x="0" y="30964"/>
                      <a:pt x="33" y="31121"/>
                    </a:cubicBezTo>
                    <a:cubicBezTo>
                      <a:pt x="33" y="31138"/>
                      <a:pt x="42" y="31146"/>
                      <a:pt x="42" y="31154"/>
                    </a:cubicBezTo>
                    <a:cubicBezTo>
                      <a:pt x="42" y="31237"/>
                      <a:pt x="33" y="31312"/>
                      <a:pt x="33" y="31395"/>
                    </a:cubicBezTo>
                    <a:cubicBezTo>
                      <a:pt x="25" y="31635"/>
                      <a:pt x="42" y="31875"/>
                      <a:pt x="66" y="32107"/>
                    </a:cubicBezTo>
                    <a:cubicBezTo>
                      <a:pt x="83" y="32323"/>
                      <a:pt x="108" y="32563"/>
                      <a:pt x="199" y="32762"/>
                    </a:cubicBezTo>
                    <a:cubicBezTo>
                      <a:pt x="174" y="33010"/>
                      <a:pt x="158" y="33259"/>
                      <a:pt x="158" y="33516"/>
                    </a:cubicBezTo>
                    <a:cubicBezTo>
                      <a:pt x="158" y="33789"/>
                      <a:pt x="166" y="34071"/>
                      <a:pt x="199" y="34353"/>
                    </a:cubicBezTo>
                    <a:cubicBezTo>
                      <a:pt x="216" y="34485"/>
                      <a:pt x="232" y="34626"/>
                      <a:pt x="257" y="34767"/>
                    </a:cubicBezTo>
                    <a:cubicBezTo>
                      <a:pt x="282" y="34891"/>
                      <a:pt x="307" y="35015"/>
                      <a:pt x="373" y="35131"/>
                    </a:cubicBezTo>
                    <a:cubicBezTo>
                      <a:pt x="381" y="35189"/>
                      <a:pt x="398" y="35247"/>
                      <a:pt x="414" y="35297"/>
                    </a:cubicBezTo>
                    <a:cubicBezTo>
                      <a:pt x="456" y="35438"/>
                      <a:pt x="522" y="35562"/>
                      <a:pt x="588" y="35687"/>
                    </a:cubicBezTo>
                    <a:cubicBezTo>
                      <a:pt x="655" y="35794"/>
                      <a:pt x="746" y="35968"/>
                      <a:pt x="887" y="35977"/>
                    </a:cubicBezTo>
                    <a:cubicBezTo>
                      <a:pt x="1086" y="36242"/>
                      <a:pt x="1351" y="36465"/>
                      <a:pt x="1616" y="36631"/>
                    </a:cubicBezTo>
                    <a:cubicBezTo>
                      <a:pt x="1831" y="36772"/>
                      <a:pt x="2063" y="36880"/>
                      <a:pt x="2304" y="36971"/>
                    </a:cubicBezTo>
                    <a:cubicBezTo>
                      <a:pt x="2428" y="37012"/>
                      <a:pt x="2544" y="37054"/>
                      <a:pt x="2668" y="37087"/>
                    </a:cubicBezTo>
                    <a:cubicBezTo>
                      <a:pt x="2759" y="37103"/>
                      <a:pt x="2850" y="37137"/>
                      <a:pt x="2950" y="37145"/>
                    </a:cubicBezTo>
                    <a:cubicBezTo>
                      <a:pt x="3091" y="37203"/>
                      <a:pt x="3248" y="37253"/>
                      <a:pt x="3405" y="37277"/>
                    </a:cubicBezTo>
                    <a:cubicBezTo>
                      <a:pt x="3389" y="37319"/>
                      <a:pt x="3381" y="37369"/>
                      <a:pt x="3405" y="37427"/>
                    </a:cubicBezTo>
                    <a:cubicBezTo>
                      <a:pt x="3447" y="37518"/>
                      <a:pt x="3538" y="37559"/>
                      <a:pt x="3613" y="37601"/>
                    </a:cubicBezTo>
                    <a:cubicBezTo>
                      <a:pt x="3704" y="37650"/>
                      <a:pt x="3803" y="37700"/>
                      <a:pt x="3894" y="37750"/>
                    </a:cubicBezTo>
                    <a:cubicBezTo>
                      <a:pt x="4085" y="37833"/>
                      <a:pt x="4275" y="37907"/>
                      <a:pt x="4474" y="37965"/>
                    </a:cubicBezTo>
                    <a:cubicBezTo>
                      <a:pt x="4639" y="38008"/>
                      <a:pt x="4817" y="38051"/>
                      <a:pt x="4996" y="38051"/>
                    </a:cubicBezTo>
                    <a:cubicBezTo>
                      <a:pt x="5024" y="38051"/>
                      <a:pt x="5051" y="38050"/>
                      <a:pt x="5079" y="38048"/>
                    </a:cubicBezTo>
                    <a:lnTo>
                      <a:pt x="5096" y="38048"/>
                    </a:lnTo>
                    <a:cubicBezTo>
                      <a:pt x="5676" y="38247"/>
                      <a:pt x="6289" y="38355"/>
                      <a:pt x="6910" y="38363"/>
                    </a:cubicBezTo>
                    <a:cubicBezTo>
                      <a:pt x="7026" y="38388"/>
                      <a:pt x="7151" y="38413"/>
                      <a:pt x="7275" y="38437"/>
                    </a:cubicBezTo>
                    <a:cubicBezTo>
                      <a:pt x="7391" y="38462"/>
                      <a:pt x="7507" y="38487"/>
                      <a:pt x="7623" y="38512"/>
                    </a:cubicBezTo>
                    <a:cubicBezTo>
                      <a:pt x="7739" y="38537"/>
                      <a:pt x="7863" y="38570"/>
                      <a:pt x="7987" y="38570"/>
                    </a:cubicBezTo>
                    <a:cubicBezTo>
                      <a:pt x="7990" y="38571"/>
                      <a:pt x="7993" y="38571"/>
                      <a:pt x="7996" y="38571"/>
                    </a:cubicBezTo>
                    <a:cubicBezTo>
                      <a:pt x="8023" y="38571"/>
                      <a:pt x="8036" y="38535"/>
                      <a:pt x="8029" y="38512"/>
                    </a:cubicBezTo>
                    <a:lnTo>
                      <a:pt x="8029" y="38512"/>
                    </a:lnTo>
                    <a:cubicBezTo>
                      <a:pt x="8153" y="38520"/>
                      <a:pt x="8286" y="38529"/>
                      <a:pt x="8418" y="38537"/>
                    </a:cubicBezTo>
                    <a:cubicBezTo>
                      <a:pt x="8509" y="38541"/>
                      <a:pt x="8607" y="38547"/>
                      <a:pt x="8704" y="38547"/>
                    </a:cubicBezTo>
                    <a:cubicBezTo>
                      <a:pt x="8801" y="38547"/>
                      <a:pt x="8899" y="38541"/>
                      <a:pt x="8990" y="38520"/>
                    </a:cubicBezTo>
                    <a:cubicBezTo>
                      <a:pt x="9073" y="38504"/>
                      <a:pt x="9156" y="38479"/>
                      <a:pt x="9230" y="38437"/>
                    </a:cubicBezTo>
                    <a:cubicBezTo>
                      <a:pt x="9272" y="38421"/>
                      <a:pt x="9305" y="38396"/>
                      <a:pt x="9338" y="38363"/>
                    </a:cubicBezTo>
                    <a:cubicBezTo>
                      <a:pt x="9371" y="38330"/>
                      <a:pt x="9379" y="38297"/>
                      <a:pt x="9404" y="38255"/>
                    </a:cubicBezTo>
                    <a:cubicBezTo>
                      <a:pt x="9412" y="38230"/>
                      <a:pt x="9412" y="38222"/>
                      <a:pt x="9404" y="38205"/>
                    </a:cubicBezTo>
                    <a:cubicBezTo>
                      <a:pt x="9404" y="38205"/>
                      <a:pt x="9404" y="38197"/>
                      <a:pt x="9412" y="38197"/>
                    </a:cubicBezTo>
                    <a:cubicBezTo>
                      <a:pt x="9412" y="38197"/>
                      <a:pt x="9421" y="38189"/>
                      <a:pt x="9421" y="38181"/>
                    </a:cubicBezTo>
                    <a:cubicBezTo>
                      <a:pt x="9446" y="38147"/>
                      <a:pt x="9462" y="38114"/>
                      <a:pt x="9487" y="38073"/>
                    </a:cubicBezTo>
                    <a:lnTo>
                      <a:pt x="9487" y="38073"/>
                    </a:lnTo>
                    <a:cubicBezTo>
                      <a:pt x="9479" y="38123"/>
                      <a:pt x="9479" y="38164"/>
                      <a:pt x="9470" y="38205"/>
                    </a:cubicBezTo>
                    <a:cubicBezTo>
                      <a:pt x="9437" y="38413"/>
                      <a:pt x="9404" y="38636"/>
                      <a:pt x="9470" y="38835"/>
                    </a:cubicBezTo>
                    <a:cubicBezTo>
                      <a:pt x="9537" y="39026"/>
                      <a:pt x="9694" y="39142"/>
                      <a:pt x="9860" y="39233"/>
                    </a:cubicBezTo>
                    <a:cubicBezTo>
                      <a:pt x="9951" y="39291"/>
                      <a:pt x="10042" y="39340"/>
                      <a:pt x="10142" y="39382"/>
                    </a:cubicBezTo>
                    <a:cubicBezTo>
                      <a:pt x="10233" y="39432"/>
                      <a:pt x="10349" y="39498"/>
                      <a:pt x="10456" y="39498"/>
                    </a:cubicBezTo>
                    <a:cubicBezTo>
                      <a:pt x="10461" y="39499"/>
                      <a:pt x="10465" y="39499"/>
                      <a:pt x="10469" y="39499"/>
                    </a:cubicBezTo>
                    <a:cubicBezTo>
                      <a:pt x="10504" y="39499"/>
                      <a:pt x="10531" y="39469"/>
                      <a:pt x="10531" y="39432"/>
                    </a:cubicBezTo>
                    <a:cubicBezTo>
                      <a:pt x="10771" y="39514"/>
                      <a:pt x="11012" y="39597"/>
                      <a:pt x="11252" y="39697"/>
                    </a:cubicBezTo>
                    <a:cubicBezTo>
                      <a:pt x="11391" y="39752"/>
                      <a:pt x="11611" y="39878"/>
                      <a:pt x="11801" y="39878"/>
                    </a:cubicBezTo>
                    <a:cubicBezTo>
                      <a:pt x="11838" y="39878"/>
                      <a:pt x="11873" y="39873"/>
                      <a:pt x="11906" y="39862"/>
                    </a:cubicBezTo>
                    <a:lnTo>
                      <a:pt x="11923" y="39871"/>
                    </a:lnTo>
                    <a:cubicBezTo>
                      <a:pt x="11931" y="39879"/>
                      <a:pt x="11940" y="39879"/>
                      <a:pt x="11948" y="39879"/>
                    </a:cubicBezTo>
                    <a:cubicBezTo>
                      <a:pt x="11985" y="39916"/>
                      <a:pt x="12046" y="39921"/>
                      <a:pt x="12102" y="39921"/>
                    </a:cubicBezTo>
                    <a:cubicBezTo>
                      <a:pt x="12120" y="39921"/>
                      <a:pt x="12138" y="39920"/>
                      <a:pt x="12155" y="39920"/>
                    </a:cubicBezTo>
                    <a:cubicBezTo>
                      <a:pt x="12238" y="39920"/>
                      <a:pt x="12321" y="39912"/>
                      <a:pt x="12395" y="39904"/>
                    </a:cubicBezTo>
                    <a:cubicBezTo>
                      <a:pt x="12470" y="39896"/>
                      <a:pt x="12544" y="39887"/>
                      <a:pt x="12611" y="39871"/>
                    </a:cubicBezTo>
                    <a:cubicBezTo>
                      <a:pt x="12694" y="39846"/>
                      <a:pt x="12752" y="39804"/>
                      <a:pt x="12785" y="39730"/>
                    </a:cubicBezTo>
                    <a:cubicBezTo>
                      <a:pt x="12793" y="39713"/>
                      <a:pt x="12793" y="39697"/>
                      <a:pt x="12793" y="39680"/>
                    </a:cubicBezTo>
                    <a:cubicBezTo>
                      <a:pt x="12826" y="39647"/>
                      <a:pt x="12859" y="39606"/>
                      <a:pt x="12876" y="39564"/>
                    </a:cubicBezTo>
                    <a:cubicBezTo>
                      <a:pt x="12909" y="39490"/>
                      <a:pt x="12934" y="39407"/>
                      <a:pt x="12942" y="39324"/>
                    </a:cubicBezTo>
                    <a:cubicBezTo>
                      <a:pt x="12942" y="39282"/>
                      <a:pt x="12934" y="39241"/>
                      <a:pt x="12934" y="39200"/>
                    </a:cubicBezTo>
                    <a:cubicBezTo>
                      <a:pt x="12950" y="39150"/>
                      <a:pt x="12959" y="39084"/>
                      <a:pt x="12967" y="39034"/>
                    </a:cubicBezTo>
                    <a:cubicBezTo>
                      <a:pt x="12984" y="38951"/>
                      <a:pt x="12992" y="38876"/>
                      <a:pt x="12992" y="38794"/>
                    </a:cubicBezTo>
                    <a:cubicBezTo>
                      <a:pt x="12992" y="38678"/>
                      <a:pt x="12942" y="38570"/>
                      <a:pt x="12868" y="38471"/>
                    </a:cubicBezTo>
                    <a:cubicBezTo>
                      <a:pt x="12834" y="38437"/>
                      <a:pt x="12801" y="38396"/>
                      <a:pt x="12760" y="38363"/>
                    </a:cubicBezTo>
                    <a:cubicBezTo>
                      <a:pt x="12710" y="38255"/>
                      <a:pt x="12627" y="38181"/>
                      <a:pt x="12544" y="38106"/>
                    </a:cubicBezTo>
                    <a:cubicBezTo>
                      <a:pt x="12453" y="38031"/>
                      <a:pt x="12370" y="37957"/>
                      <a:pt x="12279" y="37882"/>
                    </a:cubicBezTo>
                    <a:cubicBezTo>
                      <a:pt x="12271" y="37874"/>
                      <a:pt x="12263" y="37866"/>
                      <a:pt x="12254" y="37857"/>
                    </a:cubicBezTo>
                    <a:cubicBezTo>
                      <a:pt x="12279" y="37857"/>
                      <a:pt x="12304" y="37866"/>
                      <a:pt x="12329" y="37866"/>
                    </a:cubicBezTo>
                    <a:cubicBezTo>
                      <a:pt x="12470" y="37899"/>
                      <a:pt x="12611" y="37924"/>
                      <a:pt x="12760" y="37949"/>
                    </a:cubicBezTo>
                    <a:cubicBezTo>
                      <a:pt x="12872" y="37967"/>
                      <a:pt x="12988" y="37982"/>
                      <a:pt x="13102" y="37982"/>
                    </a:cubicBezTo>
                    <a:cubicBezTo>
                      <a:pt x="13249" y="37982"/>
                      <a:pt x="13395" y="37957"/>
                      <a:pt x="13530" y="37882"/>
                    </a:cubicBezTo>
                    <a:cubicBezTo>
                      <a:pt x="13663" y="37816"/>
                      <a:pt x="13754" y="37683"/>
                      <a:pt x="13779" y="37551"/>
                    </a:cubicBezTo>
                    <a:lnTo>
                      <a:pt x="13787" y="37543"/>
                    </a:lnTo>
                    <a:cubicBezTo>
                      <a:pt x="13804" y="37526"/>
                      <a:pt x="13820" y="37509"/>
                      <a:pt x="13829" y="37485"/>
                    </a:cubicBezTo>
                    <a:cubicBezTo>
                      <a:pt x="13853" y="37451"/>
                      <a:pt x="13870" y="37418"/>
                      <a:pt x="13878" y="37385"/>
                    </a:cubicBezTo>
                    <a:cubicBezTo>
                      <a:pt x="13920" y="37302"/>
                      <a:pt x="13936" y="37219"/>
                      <a:pt x="13945" y="37128"/>
                    </a:cubicBezTo>
                    <a:cubicBezTo>
                      <a:pt x="13961" y="36987"/>
                      <a:pt x="13953" y="36805"/>
                      <a:pt x="13845" y="36689"/>
                    </a:cubicBezTo>
                    <a:cubicBezTo>
                      <a:pt x="13829" y="36673"/>
                      <a:pt x="13804" y="36656"/>
                      <a:pt x="13779" y="36639"/>
                    </a:cubicBezTo>
                    <a:lnTo>
                      <a:pt x="13779" y="36631"/>
                    </a:lnTo>
                    <a:cubicBezTo>
                      <a:pt x="13771" y="36581"/>
                      <a:pt x="13762" y="36532"/>
                      <a:pt x="13754" y="36474"/>
                    </a:cubicBezTo>
                    <a:cubicBezTo>
                      <a:pt x="13729" y="36383"/>
                      <a:pt x="13688" y="36283"/>
                      <a:pt x="13588" y="36242"/>
                    </a:cubicBezTo>
                    <a:cubicBezTo>
                      <a:pt x="13550" y="36222"/>
                      <a:pt x="13508" y="36216"/>
                      <a:pt x="13464" y="36216"/>
                    </a:cubicBezTo>
                    <a:cubicBezTo>
                      <a:pt x="13415" y="36216"/>
                      <a:pt x="13364" y="36225"/>
                      <a:pt x="13315" y="36233"/>
                    </a:cubicBezTo>
                    <a:cubicBezTo>
                      <a:pt x="13274" y="36233"/>
                      <a:pt x="13232" y="36242"/>
                      <a:pt x="13191" y="36250"/>
                    </a:cubicBezTo>
                    <a:cubicBezTo>
                      <a:pt x="13174" y="36242"/>
                      <a:pt x="13158" y="36233"/>
                      <a:pt x="13141" y="36225"/>
                    </a:cubicBezTo>
                    <a:cubicBezTo>
                      <a:pt x="13066" y="36200"/>
                      <a:pt x="12992" y="36167"/>
                      <a:pt x="12917" y="36142"/>
                    </a:cubicBezTo>
                    <a:cubicBezTo>
                      <a:pt x="12776" y="36093"/>
                      <a:pt x="12636" y="36043"/>
                      <a:pt x="12495" y="35993"/>
                    </a:cubicBezTo>
                    <a:cubicBezTo>
                      <a:pt x="12370" y="35952"/>
                      <a:pt x="12254" y="35894"/>
                      <a:pt x="12147" y="35811"/>
                    </a:cubicBezTo>
                    <a:cubicBezTo>
                      <a:pt x="12056" y="35736"/>
                      <a:pt x="12006" y="35645"/>
                      <a:pt x="11940" y="35546"/>
                    </a:cubicBezTo>
                    <a:cubicBezTo>
                      <a:pt x="11998" y="35479"/>
                      <a:pt x="12056" y="35405"/>
                      <a:pt x="12097" y="35330"/>
                    </a:cubicBezTo>
                    <a:cubicBezTo>
                      <a:pt x="12263" y="35057"/>
                      <a:pt x="12329" y="34742"/>
                      <a:pt x="12271" y="34419"/>
                    </a:cubicBezTo>
                    <a:cubicBezTo>
                      <a:pt x="12271" y="34411"/>
                      <a:pt x="12263" y="34394"/>
                      <a:pt x="12254" y="34386"/>
                    </a:cubicBezTo>
                    <a:cubicBezTo>
                      <a:pt x="12337" y="34245"/>
                      <a:pt x="12404" y="34096"/>
                      <a:pt x="12470" y="33947"/>
                    </a:cubicBezTo>
                    <a:cubicBezTo>
                      <a:pt x="12586" y="33673"/>
                      <a:pt x="12677" y="33392"/>
                      <a:pt x="12752" y="33102"/>
                    </a:cubicBezTo>
                    <a:cubicBezTo>
                      <a:pt x="12859" y="32961"/>
                      <a:pt x="12959" y="32803"/>
                      <a:pt x="13042" y="32638"/>
                    </a:cubicBezTo>
                    <a:cubicBezTo>
                      <a:pt x="13249" y="32198"/>
                      <a:pt x="13356" y="31718"/>
                      <a:pt x="13406" y="31237"/>
                    </a:cubicBezTo>
                    <a:cubicBezTo>
                      <a:pt x="13414" y="31453"/>
                      <a:pt x="13423" y="31660"/>
                      <a:pt x="13423" y="31875"/>
                    </a:cubicBezTo>
                    <a:cubicBezTo>
                      <a:pt x="13423" y="32174"/>
                      <a:pt x="13406" y="32464"/>
                      <a:pt x="13365" y="32754"/>
                    </a:cubicBezTo>
                    <a:cubicBezTo>
                      <a:pt x="13323" y="33035"/>
                      <a:pt x="13232" y="33317"/>
                      <a:pt x="13224" y="33599"/>
                    </a:cubicBezTo>
                    <a:cubicBezTo>
                      <a:pt x="13216" y="33831"/>
                      <a:pt x="13274" y="34063"/>
                      <a:pt x="13414" y="34253"/>
                    </a:cubicBezTo>
                    <a:cubicBezTo>
                      <a:pt x="13406" y="34250"/>
                      <a:pt x="13398" y="34248"/>
                      <a:pt x="13390" y="34248"/>
                    </a:cubicBezTo>
                    <a:cubicBezTo>
                      <a:pt x="13338" y="34248"/>
                      <a:pt x="13289" y="34310"/>
                      <a:pt x="13332" y="34353"/>
                    </a:cubicBezTo>
                    <a:cubicBezTo>
                      <a:pt x="13456" y="34493"/>
                      <a:pt x="13588" y="34618"/>
                      <a:pt x="13721" y="34750"/>
                    </a:cubicBezTo>
                    <a:cubicBezTo>
                      <a:pt x="13845" y="34883"/>
                      <a:pt x="13911" y="35049"/>
                      <a:pt x="13978" y="35214"/>
                    </a:cubicBezTo>
                    <a:cubicBezTo>
                      <a:pt x="14036" y="35388"/>
                      <a:pt x="14085" y="35562"/>
                      <a:pt x="14127" y="35745"/>
                    </a:cubicBezTo>
                    <a:cubicBezTo>
                      <a:pt x="14143" y="35836"/>
                      <a:pt x="14160" y="35927"/>
                      <a:pt x="14177" y="36010"/>
                    </a:cubicBezTo>
                    <a:cubicBezTo>
                      <a:pt x="14201" y="36101"/>
                      <a:pt x="14210" y="36200"/>
                      <a:pt x="14251" y="36275"/>
                    </a:cubicBezTo>
                    <a:cubicBezTo>
                      <a:pt x="14259" y="36291"/>
                      <a:pt x="14268" y="36300"/>
                      <a:pt x="14284" y="36300"/>
                    </a:cubicBezTo>
                    <a:cubicBezTo>
                      <a:pt x="14301" y="36557"/>
                      <a:pt x="14293" y="36813"/>
                      <a:pt x="14400" y="37054"/>
                    </a:cubicBezTo>
                    <a:cubicBezTo>
                      <a:pt x="14483" y="37244"/>
                      <a:pt x="14624" y="37377"/>
                      <a:pt x="14806" y="37476"/>
                    </a:cubicBezTo>
                    <a:cubicBezTo>
                      <a:pt x="14905" y="37533"/>
                      <a:pt x="15081" y="37655"/>
                      <a:pt x="15223" y="37655"/>
                    </a:cubicBezTo>
                    <a:cubicBezTo>
                      <a:pt x="15248" y="37655"/>
                      <a:pt x="15273" y="37651"/>
                      <a:pt x="15295" y="37642"/>
                    </a:cubicBezTo>
                    <a:cubicBezTo>
                      <a:pt x="15494" y="37717"/>
                      <a:pt x="15685" y="37766"/>
                      <a:pt x="15875" y="37857"/>
                    </a:cubicBezTo>
                    <a:cubicBezTo>
                      <a:pt x="16074" y="37940"/>
                      <a:pt x="16223" y="38106"/>
                      <a:pt x="16447" y="38114"/>
                    </a:cubicBezTo>
                    <a:cubicBezTo>
                      <a:pt x="16463" y="38116"/>
                      <a:pt x="16480" y="38116"/>
                      <a:pt x="16496" y="38116"/>
                    </a:cubicBezTo>
                    <a:cubicBezTo>
                      <a:pt x="16684" y="38116"/>
                      <a:pt x="16858" y="38030"/>
                      <a:pt x="17010" y="37915"/>
                    </a:cubicBezTo>
                    <a:cubicBezTo>
                      <a:pt x="17085" y="37857"/>
                      <a:pt x="17159" y="37791"/>
                      <a:pt x="17217" y="37717"/>
                    </a:cubicBezTo>
                    <a:cubicBezTo>
                      <a:pt x="17234" y="37692"/>
                      <a:pt x="17251" y="37659"/>
                      <a:pt x="17267" y="37625"/>
                    </a:cubicBezTo>
                    <a:lnTo>
                      <a:pt x="17275" y="37625"/>
                    </a:lnTo>
                    <a:cubicBezTo>
                      <a:pt x="17367" y="37601"/>
                      <a:pt x="17425" y="37485"/>
                      <a:pt x="17449" y="37402"/>
                    </a:cubicBezTo>
                    <a:cubicBezTo>
                      <a:pt x="17491" y="37311"/>
                      <a:pt x="17507" y="37211"/>
                      <a:pt x="17483" y="37120"/>
                    </a:cubicBezTo>
                    <a:cubicBezTo>
                      <a:pt x="17474" y="37079"/>
                      <a:pt x="17458" y="37054"/>
                      <a:pt x="17441" y="37021"/>
                    </a:cubicBezTo>
                    <a:cubicBezTo>
                      <a:pt x="17483" y="36905"/>
                      <a:pt x="17466" y="36747"/>
                      <a:pt x="17433" y="36631"/>
                    </a:cubicBezTo>
                    <a:cubicBezTo>
                      <a:pt x="17391" y="36482"/>
                      <a:pt x="17300" y="36391"/>
                      <a:pt x="17159" y="36333"/>
                    </a:cubicBezTo>
                    <a:cubicBezTo>
                      <a:pt x="17019" y="36283"/>
                      <a:pt x="16861" y="36242"/>
                      <a:pt x="16712" y="36200"/>
                    </a:cubicBezTo>
                    <a:cubicBezTo>
                      <a:pt x="16629" y="36184"/>
                      <a:pt x="16546" y="36159"/>
                      <a:pt x="16463" y="36142"/>
                    </a:cubicBezTo>
                    <a:cubicBezTo>
                      <a:pt x="16414" y="36134"/>
                      <a:pt x="16339" y="36117"/>
                      <a:pt x="16314" y="36068"/>
                    </a:cubicBezTo>
                    <a:cubicBezTo>
                      <a:pt x="16310" y="36051"/>
                      <a:pt x="16300" y="36045"/>
                      <a:pt x="16287" y="36045"/>
                    </a:cubicBezTo>
                    <a:cubicBezTo>
                      <a:pt x="16275" y="36045"/>
                      <a:pt x="16260" y="36051"/>
                      <a:pt x="16248" y="36059"/>
                    </a:cubicBezTo>
                    <a:lnTo>
                      <a:pt x="16240" y="36051"/>
                    </a:lnTo>
                    <a:cubicBezTo>
                      <a:pt x="16165" y="35993"/>
                      <a:pt x="16099" y="35919"/>
                      <a:pt x="16041" y="35844"/>
                    </a:cubicBezTo>
                    <a:cubicBezTo>
                      <a:pt x="15908" y="35629"/>
                      <a:pt x="15850" y="35372"/>
                      <a:pt x="15776" y="35131"/>
                    </a:cubicBezTo>
                    <a:cubicBezTo>
                      <a:pt x="15701" y="34875"/>
                      <a:pt x="15618" y="34618"/>
                      <a:pt x="15535" y="34361"/>
                    </a:cubicBezTo>
                    <a:cubicBezTo>
                      <a:pt x="15461" y="34129"/>
                      <a:pt x="15370" y="33905"/>
                      <a:pt x="15287" y="33673"/>
                    </a:cubicBezTo>
                    <a:lnTo>
                      <a:pt x="15303" y="33242"/>
                    </a:lnTo>
                    <a:cubicBezTo>
                      <a:pt x="15312" y="32952"/>
                      <a:pt x="15337" y="32654"/>
                      <a:pt x="15353" y="32364"/>
                    </a:cubicBezTo>
                    <a:cubicBezTo>
                      <a:pt x="15378" y="32074"/>
                      <a:pt x="15403" y="31776"/>
                      <a:pt x="15436" y="31486"/>
                    </a:cubicBezTo>
                    <a:cubicBezTo>
                      <a:pt x="15453" y="31345"/>
                      <a:pt x="15477" y="31196"/>
                      <a:pt x="15494" y="31047"/>
                    </a:cubicBezTo>
                    <a:cubicBezTo>
                      <a:pt x="15511" y="30931"/>
                      <a:pt x="15527" y="30798"/>
                      <a:pt x="15527" y="30674"/>
                    </a:cubicBezTo>
                    <a:cubicBezTo>
                      <a:pt x="15593" y="30483"/>
                      <a:pt x="15651" y="30293"/>
                      <a:pt x="15701" y="30094"/>
                    </a:cubicBezTo>
                    <a:cubicBezTo>
                      <a:pt x="15801" y="29762"/>
                      <a:pt x="15892" y="29423"/>
                      <a:pt x="15983" y="29083"/>
                    </a:cubicBezTo>
                    <a:cubicBezTo>
                      <a:pt x="16157" y="28429"/>
                      <a:pt x="16323" y="27774"/>
                      <a:pt x="16422" y="27103"/>
                    </a:cubicBezTo>
                    <a:cubicBezTo>
                      <a:pt x="16455" y="26921"/>
                      <a:pt x="16480" y="26730"/>
                      <a:pt x="16497" y="26548"/>
                    </a:cubicBezTo>
                    <a:cubicBezTo>
                      <a:pt x="16505" y="26457"/>
                      <a:pt x="16513" y="26365"/>
                      <a:pt x="16521" y="26274"/>
                    </a:cubicBezTo>
                    <a:cubicBezTo>
                      <a:pt x="16530" y="26175"/>
                      <a:pt x="16538" y="26075"/>
                      <a:pt x="16505" y="25993"/>
                    </a:cubicBezTo>
                    <a:cubicBezTo>
                      <a:pt x="16497" y="25976"/>
                      <a:pt x="16480" y="25959"/>
                      <a:pt x="16463" y="25959"/>
                    </a:cubicBezTo>
                    <a:cubicBezTo>
                      <a:pt x="16463" y="25951"/>
                      <a:pt x="16463" y="25951"/>
                      <a:pt x="16463" y="25943"/>
                    </a:cubicBezTo>
                    <a:cubicBezTo>
                      <a:pt x="16472" y="25943"/>
                      <a:pt x="16480" y="25935"/>
                      <a:pt x="16488" y="25926"/>
                    </a:cubicBezTo>
                    <a:cubicBezTo>
                      <a:pt x="16538" y="25877"/>
                      <a:pt x="16563" y="25810"/>
                      <a:pt x="16604" y="25744"/>
                    </a:cubicBezTo>
                    <a:cubicBezTo>
                      <a:pt x="16621" y="25727"/>
                      <a:pt x="16629" y="25703"/>
                      <a:pt x="16646" y="25678"/>
                    </a:cubicBezTo>
                    <a:lnTo>
                      <a:pt x="16646" y="25678"/>
                    </a:lnTo>
                    <a:cubicBezTo>
                      <a:pt x="16637" y="25694"/>
                      <a:pt x="16637" y="25719"/>
                      <a:pt x="16629" y="25744"/>
                    </a:cubicBezTo>
                    <a:cubicBezTo>
                      <a:pt x="16613" y="25819"/>
                      <a:pt x="16571" y="25943"/>
                      <a:pt x="16621" y="26017"/>
                    </a:cubicBezTo>
                    <a:cubicBezTo>
                      <a:pt x="16632" y="26040"/>
                      <a:pt x="16650" y="26051"/>
                      <a:pt x="16671" y="26051"/>
                    </a:cubicBezTo>
                    <a:cubicBezTo>
                      <a:pt x="16682" y="26051"/>
                      <a:pt x="16693" y="26048"/>
                      <a:pt x="16704" y="26042"/>
                    </a:cubicBezTo>
                    <a:cubicBezTo>
                      <a:pt x="16787" y="26001"/>
                      <a:pt x="16811" y="25860"/>
                      <a:pt x="16828" y="25777"/>
                    </a:cubicBezTo>
                    <a:cubicBezTo>
                      <a:pt x="16845" y="25686"/>
                      <a:pt x="16861" y="25587"/>
                      <a:pt x="16861" y="25495"/>
                    </a:cubicBezTo>
                    <a:cubicBezTo>
                      <a:pt x="16869" y="25388"/>
                      <a:pt x="16869" y="25280"/>
                      <a:pt x="16869" y="25172"/>
                    </a:cubicBezTo>
                    <a:cubicBezTo>
                      <a:pt x="16878" y="25139"/>
                      <a:pt x="16886" y="25098"/>
                      <a:pt x="16894" y="25065"/>
                    </a:cubicBezTo>
                    <a:cubicBezTo>
                      <a:pt x="16903" y="25056"/>
                      <a:pt x="16919" y="25048"/>
                      <a:pt x="16919" y="25031"/>
                    </a:cubicBezTo>
                    <a:cubicBezTo>
                      <a:pt x="16944" y="24949"/>
                      <a:pt x="16969" y="24857"/>
                      <a:pt x="16977" y="24775"/>
                    </a:cubicBezTo>
                    <a:cubicBezTo>
                      <a:pt x="17010" y="24692"/>
                      <a:pt x="17052" y="24609"/>
                      <a:pt x="17101" y="24526"/>
                    </a:cubicBezTo>
                    <a:cubicBezTo>
                      <a:pt x="17251" y="24277"/>
                      <a:pt x="17474" y="24079"/>
                      <a:pt x="17632" y="23838"/>
                    </a:cubicBezTo>
                    <a:cubicBezTo>
                      <a:pt x="17764" y="23648"/>
                      <a:pt x="17839" y="23441"/>
                      <a:pt x="17889" y="23225"/>
                    </a:cubicBezTo>
                    <a:cubicBezTo>
                      <a:pt x="17996" y="23026"/>
                      <a:pt x="18087" y="22819"/>
                      <a:pt x="18162" y="22612"/>
                    </a:cubicBezTo>
                    <a:cubicBezTo>
                      <a:pt x="18203" y="22496"/>
                      <a:pt x="18237" y="22372"/>
                      <a:pt x="18270" y="22248"/>
                    </a:cubicBezTo>
                    <a:cubicBezTo>
                      <a:pt x="18278" y="22248"/>
                      <a:pt x="18286" y="22248"/>
                      <a:pt x="18295" y="22239"/>
                    </a:cubicBezTo>
                    <a:cubicBezTo>
                      <a:pt x="18435" y="22123"/>
                      <a:pt x="18493" y="21908"/>
                      <a:pt x="18535" y="21742"/>
                    </a:cubicBezTo>
                    <a:cubicBezTo>
                      <a:pt x="18585" y="21552"/>
                      <a:pt x="18601" y="21353"/>
                      <a:pt x="18593" y="21162"/>
                    </a:cubicBezTo>
                    <a:cubicBezTo>
                      <a:pt x="18593" y="21137"/>
                      <a:pt x="18593" y="21112"/>
                      <a:pt x="18593" y="21088"/>
                    </a:cubicBezTo>
                    <a:cubicBezTo>
                      <a:pt x="18609" y="21021"/>
                      <a:pt x="18626" y="20963"/>
                      <a:pt x="18634" y="20905"/>
                    </a:cubicBezTo>
                    <a:cubicBezTo>
                      <a:pt x="18667" y="20756"/>
                      <a:pt x="18692" y="20607"/>
                      <a:pt x="18709" y="20458"/>
                    </a:cubicBezTo>
                    <a:cubicBezTo>
                      <a:pt x="18725" y="20292"/>
                      <a:pt x="18734" y="20135"/>
                      <a:pt x="18734" y="19969"/>
                    </a:cubicBezTo>
                    <a:cubicBezTo>
                      <a:pt x="18734" y="19812"/>
                      <a:pt x="18734" y="19654"/>
                      <a:pt x="18684" y="19505"/>
                    </a:cubicBezTo>
                    <a:lnTo>
                      <a:pt x="18701" y="19505"/>
                    </a:lnTo>
                    <a:cubicBezTo>
                      <a:pt x="18659" y="19364"/>
                      <a:pt x="18568" y="19248"/>
                      <a:pt x="18469" y="19132"/>
                    </a:cubicBezTo>
                    <a:cubicBezTo>
                      <a:pt x="18469" y="19091"/>
                      <a:pt x="18469" y="19041"/>
                      <a:pt x="18460" y="18991"/>
                    </a:cubicBezTo>
                    <a:cubicBezTo>
                      <a:pt x="18444" y="18900"/>
                      <a:pt x="18427" y="18817"/>
                      <a:pt x="18419" y="18726"/>
                    </a:cubicBezTo>
                    <a:cubicBezTo>
                      <a:pt x="18394" y="18544"/>
                      <a:pt x="18377" y="18362"/>
                      <a:pt x="18361" y="18179"/>
                    </a:cubicBezTo>
                    <a:cubicBezTo>
                      <a:pt x="18353" y="18030"/>
                      <a:pt x="18344" y="17873"/>
                      <a:pt x="18336" y="17724"/>
                    </a:cubicBezTo>
                    <a:lnTo>
                      <a:pt x="18344" y="17715"/>
                    </a:lnTo>
                    <a:cubicBezTo>
                      <a:pt x="18402" y="17533"/>
                      <a:pt x="18419" y="17334"/>
                      <a:pt x="18435" y="17152"/>
                    </a:cubicBezTo>
                    <a:cubicBezTo>
                      <a:pt x="18435" y="17086"/>
                      <a:pt x="18444" y="17028"/>
                      <a:pt x="18452" y="16970"/>
                    </a:cubicBezTo>
                    <a:lnTo>
                      <a:pt x="18477" y="17019"/>
                    </a:lnTo>
                    <a:cubicBezTo>
                      <a:pt x="18493" y="17069"/>
                      <a:pt x="18510" y="17102"/>
                      <a:pt x="18551" y="17119"/>
                    </a:cubicBezTo>
                    <a:cubicBezTo>
                      <a:pt x="18560" y="17125"/>
                      <a:pt x="18569" y="17127"/>
                      <a:pt x="18577" y="17127"/>
                    </a:cubicBezTo>
                    <a:cubicBezTo>
                      <a:pt x="18593" y="17127"/>
                      <a:pt x="18607" y="17118"/>
                      <a:pt x="18618" y="17102"/>
                    </a:cubicBezTo>
                    <a:cubicBezTo>
                      <a:pt x="18643" y="17069"/>
                      <a:pt x="18643" y="17028"/>
                      <a:pt x="18643" y="16986"/>
                    </a:cubicBezTo>
                    <a:cubicBezTo>
                      <a:pt x="18634" y="16945"/>
                      <a:pt x="18634" y="16895"/>
                      <a:pt x="18626" y="16854"/>
                    </a:cubicBezTo>
                    <a:cubicBezTo>
                      <a:pt x="18609" y="16771"/>
                      <a:pt x="18593" y="16688"/>
                      <a:pt x="18585" y="16605"/>
                    </a:cubicBezTo>
                    <a:cubicBezTo>
                      <a:pt x="18576" y="16514"/>
                      <a:pt x="18568" y="16431"/>
                      <a:pt x="18551" y="16340"/>
                    </a:cubicBezTo>
                    <a:cubicBezTo>
                      <a:pt x="18651" y="16125"/>
                      <a:pt x="18667" y="15868"/>
                      <a:pt x="18659" y="15619"/>
                    </a:cubicBezTo>
                    <a:cubicBezTo>
                      <a:pt x="18734" y="15487"/>
                      <a:pt x="18734" y="15329"/>
                      <a:pt x="18734" y="15188"/>
                    </a:cubicBezTo>
                    <a:cubicBezTo>
                      <a:pt x="18734" y="15039"/>
                      <a:pt x="18725" y="14890"/>
                      <a:pt x="18692" y="14741"/>
                    </a:cubicBezTo>
                    <a:cubicBezTo>
                      <a:pt x="18634" y="14484"/>
                      <a:pt x="18527" y="14244"/>
                      <a:pt x="18344" y="14053"/>
                    </a:cubicBezTo>
                    <a:cubicBezTo>
                      <a:pt x="18286" y="13962"/>
                      <a:pt x="18237" y="13863"/>
                      <a:pt x="18179" y="13771"/>
                    </a:cubicBezTo>
                    <a:cubicBezTo>
                      <a:pt x="18145" y="13705"/>
                      <a:pt x="18104" y="13647"/>
                      <a:pt x="18071" y="13581"/>
                    </a:cubicBezTo>
                    <a:cubicBezTo>
                      <a:pt x="18063" y="13564"/>
                      <a:pt x="18054" y="13556"/>
                      <a:pt x="18046" y="13540"/>
                    </a:cubicBezTo>
                    <a:cubicBezTo>
                      <a:pt x="18063" y="13374"/>
                      <a:pt x="17963" y="13183"/>
                      <a:pt x="17897" y="13042"/>
                    </a:cubicBezTo>
                    <a:cubicBezTo>
                      <a:pt x="17864" y="12984"/>
                      <a:pt x="17839" y="12926"/>
                      <a:pt x="17806" y="12868"/>
                    </a:cubicBezTo>
                    <a:lnTo>
                      <a:pt x="17839" y="12868"/>
                    </a:lnTo>
                    <a:cubicBezTo>
                      <a:pt x="17864" y="12860"/>
                      <a:pt x="17872" y="12810"/>
                      <a:pt x="17855" y="12794"/>
                    </a:cubicBezTo>
                    <a:cubicBezTo>
                      <a:pt x="17806" y="12728"/>
                      <a:pt x="17739" y="12686"/>
                      <a:pt x="17673" y="12628"/>
                    </a:cubicBezTo>
                    <a:cubicBezTo>
                      <a:pt x="17632" y="12562"/>
                      <a:pt x="17590" y="12496"/>
                      <a:pt x="17549" y="12429"/>
                    </a:cubicBezTo>
                    <a:cubicBezTo>
                      <a:pt x="17541" y="12404"/>
                      <a:pt x="17524" y="12404"/>
                      <a:pt x="17507" y="12404"/>
                    </a:cubicBezTo>
                    <a:cubicBezTo>
                      <a:pt x="17474" y="12346"/>
                      <a:pt x="17449" y="12288"/>
                      <a:pt x="17416" y="12222"/>
                    </a:cubicBezTo>
                    <a:cubicBezTo>
                      <a:pt x="17358" y="12090"/>
                      <a:pt x="17317" y="11940"/>
                      <a:pt x="17275" y="11800"/>
                    </a:cubicBezTo>
                    <a:cubicBezTo>
                      <a:pt x="17300" y="11742"/>
                      <a:pt x="17292" y="11675"/>
                      <a:pt x="17284" y="11609"/>
                    </a:cubicBezTo>
                    <a:cubicBezTo>
                      <a:pt x="17275" y="11568"/>
                      <a:pt x="17275" y="11518"/>
                      <a:pt x="17267" y="11476"/>
                    </a:cubicBezTo>
                    <a:cubicBezTo>
                      <a:pt x="17267" y="11402"/>
                      <a:pt x="17267" y="11327"/>
                      <a:pt x="17259" y="11261"/>
                    </a:cubicBezTo>
                    <a:cubicBezTo>
                      <a:pt x="17251" y="11186"/>
                      <a:pt x="17242" y="11112"/>
                      <a:pt x="17234" y="11037"/>
                    </a:cubicBezTo>
                    <a:lnTo>
                      <a:pt x="17234" y="11037"/>
                    </a:lnTo>
                    <a:cubicBezTo>
                      <a:pt x="17242" y="11070"/>
                      <a:pt x="17259" y="11112"/>
                      <a:pt x="17267" y="11145"/>
                    </a:cubicBezTo>
                    <a:cubicBezTo>
                      <a:pt x="17333" y="11352"/>
                      <a:pt x="17383" y="11559"/>
                      <a:pt x="17433" y="11766"/>
                    </a:cubicBezTo>
                    <a:cubicBezTo>
                      <a:pt x="17443" y="11813"/>
                      <a:pt x="17476" y="11833"/>
                      <a:pt x="17510" y="11833"/>
                    </a:cubicBezTo>
                    <a:cubicBezTo>
                      <a:pt x="17560" y="11833"/>
                      <a:pt x="17613" y="11789"/>
                      <a:pt x="17599" y="11725"/>
                    </a:cubicBezTo>
                    <a:cubicBezTo>
                      <a:pt x="17565" y="11501"/>
                      <a:pt x="17491" y="11286"/>
                      <a:pt x="17408" y="11079"/>
                    </a:cubicBezTo>
                    <a:cubicBezTo>
                      <a:pt x="17383" y="11012"/>
                      <a:pt x="17350" y="10946"/>
                      <a:pt x="17325" y="10880"/>
                    </a:cubicBezTo>
                    <a:cubicBezTo>
                      <a:pt x="17325" y="10872"/>
                      <a:pt x="17333" y="10872"/>
                      <a:pt x="17333" y="10863"/>
                    </a:cubicBezTo>
                    <a:cubicBezTo>
                      <a:pt x="17350" y="10888"/>
                      <a:pt x="17367" y="10905"/>
                      <a:pt x="17391" y="10921"/>
                    </a:cubicBezTo>
                    <a:cubicBezTo>
                      <a:pt x="17425" y="10988"/>
                      <a:pt x="17466" y="11054"/>
                      <a:pt x="17507" y="11112"/>
                    </a:cubicBezTo>
                    <a:cubicBezTo>
                      <a:pt x="17513" y="11127"/>
                      <a:pt x="17526" y="11133"/>
                      <a:pt x="17539" y="11133"/>
                    </a:cubicBezTo>
                    <a:cubicBezTo>
                      <a:pt x="17561" y="11133"/>
                      <a:pt x="17584" y="11113"/>
                      <a:pt x="17574" y="11087"/>
                    </a:cubicBezTo>
                    <a:cubicBezTo>
                      <a:pt x="17541" y="10996"/>
                      <a:pt x="17499" y="10905"/>
                      <a:pt x="17458" y="10814"/>
                    </a:cubicBezTo>
                    <a:cubicBezTo>
                      <a:pt x="17458" y="10772"/>
                      <a:pt x="17449" y="10739"/>
                      <a:pt x="17441" y="10706"/>
                    </a:cubicBezTo>
                    <a:cubicBezTo>
                      <a:pt x="17425" y="10656"/>
                      <a:pt x="17408" y="10606"/>
                      <a:pt x="17391" y="10548"/>
                    </a:cubicBezTo>
                    <a:cubicBezTo>
                      <a:pt x="17408" y="10540"/>
                      <a:pt x="17416" y="10524"/>
                      <a:pt x="17416" y="10507"/>
                    </a:cubicBezTo>
                    <a:cubicBezTo>
                      <a:pt x="17400" y="10408"/>
                      <a:pt x="17350" y="10333"/>
                      <a:pt x="17284" y="10267"/>
                    </a:cubicBezTo>
                    <a:cubicBezTo>
                      <a:pt x="17275" y="10242"/>
                      <a:pt x="17267" y="10217"/>
                      <a:pt x="17251" y="10192"/>
                    </a:cubicBezTo>
                    <a:cubicBezTo>
                      <a:pt x="17259" y="10151"/>
                      <a:pt x="17251" y="10101"/>
                      <a:pt x="17242" y="10060"/>
                    </a:cubicBezTo>
                    <a:lnTo>
                      <a:pt x="17242" y="10060"/>
                    </a:lnTo>
                    <a:cubicBezTo>
                      <a:pt x="17259" y="10093"/>
                      <a:pt x="17284" y="10126"/>
                      <a:pt x="17317" y="10159"/>
                    </a:cubicBezTo>
                    <a:cubicBezTo>
                      <a:pt x="17321" y="10163"/>
                      <a:pt x="17328" y="10166"/>
                      <a:pt x="17336" y="10166"/>
                    </a:cubicBezTo>
                    <a:cubicBezTo>
                      <a:pt x="17356" y="10166"/>
                      <a:pt x="17383" y="10150"/>
                      <a:pt x="17383" y="10126"/>
                    </a:cubicBezTo>
                    <a:cubicBezTo>
                      <a:pt x="17375" y="10018"/>
                      <a:pt x="17309" y="9910"/>
                      <a:pt x="17267" y="9811"/>
                    </a:cubicBezTo>
                    <a:cubicBezTo>
                      <a:pt x="17275" y="9803"/>
                      <a:pt x="17275" y="9786"/>
                      <a:pt x="17284" y="9778"/>
                    </a:cubicBezTo>
                    <a:cubicBezTo>
                      <a:pt x="17300" y="9706"/>
                      <a:pt x="17285" y="9627"/>
                      <a:pt x="17262" y="9554"/>
                    </a:cubicBezTo>
                    <a:lnTo>
                      <a:pt x="17262" y="9554"/>
                    </a:lnTo>
                    <a:cubicBezTo>
                      <a:pt x="17265" y="9559"/>
                      <a:pt x="17270" y="9562"/>
                      <a:pt x="17275" y="9562"/>
                    </a:cubicBezTo>
                    <a:cubicBezTo>
                      <a:pt x="17290" y="9573"/>
                      <a:pt x="17307" y="9579"/>
                      <a:pt x="17323" y="9579"/>
                    </a:cubicBezTo>
                    <a:cubicBezTo>
                      <a:pt x="17344" y="9579"/>
                      <a:pt x="17362" y="9569"/>
                      <a:pt x="17367" y="9546"/>
                    </a:cubicBezTo>
                    <a:cubicBezTo>
                      <a:pt x="17383" y="9463"/>
                      <a:pt x="17358" y="9380"/>
                      <a:pt x="17333" y="9306"/>
                    </a:cubicBezTo>
                    <a:cubicBezTo>
                      <a:pt x="17300" y="9223"/>
                      <a:pt x="17267" y="9148"/>
                      <a:pt x="17217" y="9074"/>
                    </a:cubicBezTo>
                    <a:cubicBezTo>
                      <a:pt x="17135" y="8924"/>
                      <a:pt x="17019" y="8792"/>
                      <a:pt x="16903" y="8668"/>
                    </a:cubicBezTo>
                    <a:cubicBezTo>
                      <a:pt x="16704" y="8469"/>
                      <a:pt x="16472" y="8320"/>
                      <a:pt x="16207" y="8229"/>
                    </a:cubicBezTo>
                    <a:cubicBezTo>
                      <a:pt x="16207" y="8195"/>
                      <a:pt x="16198" y="8154"/>
                      <a:pt x="16190" y="8121"/>
                    </a:cubicBezTo>
                    <a:cubicBezTo>
                      <a:pt x="16173" y="8038"/>
                      <a:pt x="16149" y="7947"/>
                      <a:pt x="16124" y="7864"/>
                    </a:cubicBezTo>
                    <a:cubicBezTo>
                      <a:pt x="16182" y="7715"/>
                      <a:pt x="16099" y="7508"/>
                      <a:pt x="16057" y="7367"/>
                    </a:cubicBezTo>
                    <a:cubicBezTo>
                      <a:pt x="16008" y="7193"/>
                      <a:pt x="15941" y="7019"/>
                      <a:pt x="15867" y="6853"/>
                    </a:cubicBezTo>
                    <a:cubicBezTo>
                      <a:pt x="15792" y="6687"/>
                      <a:pt x="15734" y="6530"/>
                      <a:pt x="15718" y="6356"/>
                    </a:cubicBezTo>
                    <a:cubicBezTo>
                      <a:pt x="15709" y="6273"/>
                      <a:pt x="15701" y="6190"/>
                      <a:pt x="15709" y="6107"/>
                    </a:cubicBezTo>
                    <a:cubicBezTo>
                      <a:pt x="15709" y="6025"/>
                      <a:pt x="15734" y="5933"/>
                      <a:pt x="15718" y="5851"/>
                    </a:cubicBezTo>
                    <a:cubicBezTo>
                      <a:pt x="15718" y="5826"/>
                      <a:pt x="15701" y="5817"/>
                      <a:pt x="15685" y="5809"/>
                    </a:cubicBezTo>
                    <a:cubicBezTo>
                      <a:pt x="15701" y="5511"/>
                      <a:pt x="15676" y="5213"/>
                      <a:pt x="15635" y="4923"/>
                    </a:cubicBezTo>
                    <a:cubicBezTo>
                      <a:pt x="15560" y="4450"/>
                      <a:pt x="15428" y="3978"/>
                      <a:pt x="15221" y="3539"/>
                    </a:cubicBezTo>
                    <a:cubicBezTo>
                      <a:pt x="15138" y="3365"/>
                      <a:pt x="15047" y="3158"/>
                      <a:pt x="14922" y="3000"/>
                    </a:cubicBezTo>
                    <a:cubicBezTo>
                      <a:pt x="14931" y="2926"/>
                      <a:pt x="14931" y="2843"/>
                      <a:pt x="14931" y="2768"/>
                    </a:cubicBezTo>
                    <a:cubicBezTo>
                      <a:pt x="14931" y="2710"/>
                      <a:pt x="14931" y="2652"/>
                      <a:pt x="14931" y="2594"/>
                    </a:cubicBezTo>
                    <a:cubicBezTo>
                      <a:pt x="14931" y="2570"/>
                      <a:pt x="14922" y="2536"/>
                      <a:pt x="14914" y="2512"/>
                    </a:cubicBezTo>
                    <a:cubicBezTo>
                      <a:pt x="14914" y="2487"/>
                      <a:pt x="14906" y="2462"/>
                      <a:pt x="14881" y="2445"/>
                    </a:cubicBezTo>
                    <a:cubicBezTo>
                      <a:pt x="14876" y="2440"/>
                      <a:pt x="14866" y="2436"/>
                      <a:pt x="14856" y="2436"/>
                    </a:cubicBezTo>
                    <a:cubicBezTo>
                      <a:pt x="14849" y="2436"/>
                      <a:pt x="14843" y="2438"/>
                      <a:pt x="14839" y="2445"/>
                    </a:cubicBezTo>
                    <a:cubicBezTo>
                      <a:pt x="14823" y="2462"/>
                      <a:pt x="14815" y="2487"/>
                      <a:pt x="14815" y="2512"/>
                    </a:cubicBezTo>
                    <a:cubicBezTo>
                      <a:pt x="14806" y="2536"/>
                      <a:pt x="14806" y="2570"/>
                      <a:pt x="14806" y="2594"/>
                    </a:cubicBezTo>
                    <a:lnTo>
                      <a:pt x="14806" y="2760"/>
                    </a:lnTo>
                    <a:lnTo>
                      <a:pt x="14806" y="2868"/>
                    </a:lnTo>
                    <a:cubicBezTo>
                      <a:pt x="14795" y="2860"/>
                      <a:pt x="14784" y="2856"/>
                      <a:pt x="14774" y="2856"/>
                    </a:cubicBezTo>
                    <a:cubicBezTo>
                      <a:pt x="14754" y="2856"/>
                      <a:pt x="14737" y="2871"/>
                      <a:pt x="14732" y="2893"/>
                    </a:cubicBezTo>
                    <a:cubicBezTo>
                      <a:pt x="14723" y="2793"/>
                      <a:pt x="14715" y="2702"/>
                      <a:pt x="14699" y="2603"/>
                    </a:cubicBezTo>
                    <a:cubicBezTo>
                      <a:pt x="14699" y="2545"/>
                      <a:pt x="14690" y="2487"/>
                      <a:pt x="14674" y="2429"/>
                    </a:cubicBezTo>
                    <a:cubicBezTo>
                      <a:pt x="14665" y="2371"/>
                      <a:pt x="14657" y="2304"/>
                      <a:pt x="14632" y="2255"/>
                    </a:cubicBezTo>
                    <a:cubicBezTo>
                      <a:pt x="14625" y="2236"/>
                      <a:pt x="14609" y="2227"/>
                      <a:pt x="14593" y="2227"/>
                    </a:cubicBezTo>
                    <a:cubicBezTo>
                      <a:pt x="14574" y="2227"/>
                      <a:pt x="14554" y="2240"/>
                      <a:pt x="14549" y="2263"/>
                    </a:cubicBezTo>
                    <a:cubicBezTo>
                      <a:pt x="14541" y="2313"/>
                      <a:pt x="14541" y="2371"/>
                      <a:pt x="14549" y="2420"/>
                    </a:cubicBezTo>
                    <a:cubicBezTo>
                      <a:pt x="14392" y="1956"/>
                      <a:pt x="14226" y="1492"/>
                      <a:pt x="14019" y="1045"/>
                    </a:cubicBezTo>
                    <a:cubicBezTo>
                      <a:pt x="13953" y="888"/>
                      <a:pt x="13878" y="730"/>
                      <a:pt x="13812" y="581"/>
                    </a:cubicBezTo>
                    <a:cubicBezTo>
                      <a:pt x="13746" y="440"/>
                      <a:pt x="13688" y="291"/>
                      <a:pt x="13605" y="167"/>
                    </a:cubicBezTo>
                    <a:cubicBezTo>
                      <a:pt x="13535" y="65"/>
                      <a:pt x="13427" y="0"/>
                      <a:pt x="133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0" name="Google Shape;6670;p20"/>
              <p:cNvSpPr/>
              <p:nvPr/>
            </p:nvSpPr>
            <p:spPr>
              <a:xfrm>
                <a:off x="2945200" y="4251175"/>
                <a:ext cx="6825" cy="21850"/>
              </a:xfrm>
              <a:custGeom>
                <a:rect b="b" l="l" r="r" t="t"/>
                <a:pathLst>
                  <a:path extrusionOk="0" h="874" w="273">
                    <a:moveTo>
                      <a:pt x="210" y="1"/>
                    </a:moveTo>
                    <a:cubicBezTo>
                      <a:pt x="192" y="1"/>
                      <a:pt x="175" y="10"/>
                      <a:pt x="166" y="31"/>
                    </a:cubicBezTo>
                    <a:cubicBezTo>
                      <a:pt x="100" y="155"/>
                      <a:pt x="58" y="288"/>
                      <a:pt x="33" y="429"/>
                    </a:cubicBezTo>
                    <a:cubicBezTo>
                      <a:pt x="17" y="495"/>
                      <a:pt x="8" y="561"/>
                      <a:pt x="8" y="627"/>
                    </a:cubicBezTo>
                    <a:cubicBezTo>
                      <a:pt x="8" y="694"/>
                      <a:pt x="0" y="777"/>
                      <a:pt x="33" y="843"/>
                    </a:cubicBezTo>
                    <a:cubicBezTo>
                      <a:pt x="42" y="864"/>
                      <a:pt x="62" y="874"/>
                      <a:pt x="83" y="874"/>
                    </a:cubicBezTo>
                    <a:cubicBezTo>
                      <a:pt x="104" y="874"/>
                      <a:pt x="124" y="864"/>
                      <a:pt x="133" y="843"/>
                    </a:cubicBezTo>
                    <a:cubicBezTo>
                      <a:pt x="158" y="777"/>
                      <a:pt x="149" y="710"/>
                      <a:pt x="158" y="644"/>
                    </a:cubicBezTo>
                    <a:cubicBezTo>
                      <a:pt x="158" y="578"/>
                      <a:pt x="166" y="511"/>
                      <a:pt x="174" y="453"/>
                    </a:cubicBezTo>
                    <a:cubicBezTo>
                      <a:pt x="191" y="321"/>
                      <a:pt x="216" y="197"/>
                      <a:pt x="257" y="72"/>
                    </a:cubicBezTo>
                    <a:cubicBezTo>
                      <a:pt x="273" y="30"/>
                      <a:pt x="241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1" name="Google Shape;6671;p20"/>
              <p:cNvSpPr/>
              <p:nvPr/>
            </p:nvSpPr>
            <p:spPr>
              <a:xfrm>
                <a:off x="2942500" y="4255200"/>
                <a:ext cx="2500" cy="15500"/>
              </a:xfrm>
              <a:custGeom>
                <a:rect b="b" l="l" r="r" t="t"/>
                <a:pathLst>
                  <a:path extrusionOk="0" h="620" w="100">
                    <a:moveTo>
                      <a:pt x="48" y="1"/>
                    </a:moveTo>
                    <a:cubicBezTo>
                      <a:pt x="27" y="1"/>
                      <a:pt x="8" y="22"/>
                      <a:pt x="0" y="44"/>
                    </a:cubicBezTo>
                    <a:cubicBezTo>
                      <a:pt x="0" y="218"/>
                      <a:pt x="0" y="400"/>
                      <a:pt x="0" y="582"/>
                    </a:cubicBezTo>
                    <a:cubicBezTo>
                      <a:pt x="0" y="607"/>
                      <a:pt x="23" y="620"/>
                      <a:pt x="46" y="620"/>
                    </a:cubicBezTo>
                    <a:cubicBezTo>
                      <a:pt x="69" y="620"/>
                      <a:pt x="92" y="607"/>
                      <a:pt x="92" y="582"/>
                    </a:cubicBezTo>
                    <a:lnTo>
                      <a:pt x="100" y="582"/>
                    </a:lnTo>
                    <a:cubicBezTo>
                      <a:pt x="100" y="408"/>
                      <a:pt x="100" y="226"/>
                      <a:pt x="100" y="52"/>
                    </a:cubicBezTo>
                    <a:cubicBezTo>
                      <a:pt x="100" y="27"/>
                      <a:pt x="83" y="2"/>
                      <a:pt x="58" y="2"/>
                    </a:cubicBezTo>
                    <a:cubicBezTo>
                      <a:pt x="55" y="1"/>
                      <a:pt x="52" y="1"/>
                      <a:pt x="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2" name="Google Shape;6672;p20"/>
              <p:cNvSpPr/>
              <p:nvPr/>
            </p:nvSpPr>
            <p:spPr>
              <a:xfrm>
                <a:off x="3045125" y="4255200"/>
                <a:ext cx="10425" cy="25900"/>
              </a:xfrm>
              <a:custGeom>
                <a:rect b="b" l="l" r="r" t="t"/>
                <a:pathLst>
                  <a:path extrusionOk="0" h="1036" w="417">
                    <a:moveTo>
                      <a:pt x="42" y="0"/>
                    </a:moveTo>
                    <a:cubicBezTo>
                      <a:pt x="21" y="0"/>
                      <a:pt x="0" y="13"/>
                      <a:pt x="5" y="36"/>
                    </a:cubicBezTo>
                    <a:cubicBezTo>
                      <a:pt x="30" y="218"/>
                      <a:pt x="71" y="384"/>
                      <a:pt x="129" y="549"/>
                    </a:cubicBezTo>
                    <a:cubicBezTo>
                      <a:pt x="179" y="723"/>
                      <a:pt x="245" y="881"/>
                      <a:pt x="353" y="1022"/>
                    </a:cubicBezTo>
                    <a:cubicBezTo>
                      <a:pt x="360" y="1031"/>
                      <a:pt x="369" y="1035"/>
                      <a:pt x="377" y="1035"/>
                    </a:cubicBezTo>
                    <a:cubicBezTo>
                      <a:pt x="398" y="1035"/>
                      <a:pt x="417" y="1012"/>
                      <a:pt x="411" y="988"/>
                    </a:cubicBezTo>
                    <a:cubicBezTo>
                      <a:pt x="361" y="831"/>
                      <a:pt x="287" y="674"/>
                      <a:pt x="229" y="516"/>
                    </a:cubicBezTo>
                    <a:cubicBezTo>
                      <a:pt x="171" y="359"/>
                      <a:pt x="121" y="193"/>
                      <a:pt x="80" y="27"/>
                    </a:cubicBezTo>
                    <a:cubicBezTo>
                      <a:pt x="76" y="9"/>
                      <a:pt x="59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3" name="Google Shape;6673;p20"/>
              <p:cNvSpPr/>
              <p:nvPr/>
            </p:nvSpPr>
            <p:spPr>
              <a:xfrm>
                <a:off x="3057225" y="4272200"/>
                <a:ext cx="6550" cy="13875"/>
              </a:xfrm>
              <a:custGeom>
                <a:rect b="b" l="l" r="r" t="t"/>
                <a:pathLst>
                  <a:path extrusionOk="0" h="555" w="262">
                    <a:moveTo>
                      <a:pt x="55" y="0"/>
                    </a:moveTo>
                    <a:cubicBezTo>
                      <a:pt x="27" y="0"/>
                      <a:pt x="1" y="20"/>
                      <a:pt x="10" y="52"/>
                    </a:cubicBezTo>
                    <a:cubicBezTo>
                      <a:pt x="26" y="143"/>
                      <a:pt x="43" y="226"/>
                      <a:pt x="76" y="308"/>
                    </a:cubicBezTo>
                    <a:cubicBezTo>
                      <a:pt x="101" y="391"/>
                      <a:pt x="134" y="474"/>
                      <a:pt x="192" y="540"/>
                    </a:cubicBezTo>
                    <a:cubicBezTo>
                      <a:pt x="199" y="550"/>
                      <a:pt x="209" y="554"/>
                      <a:pt x="218" y="554"/>
                    </a:cubicBezTo>
                    <a:cubicBezTo>
                      <a:pt x="240" y="554"/>
                      <a:pt x="262" y="531"/>
                      <a:pt x="250" y="507"/>
                    </a:cubicBezTo>
                    <a:cubicBezTo>
                      <a:pt x="234" y="424"/>
                      <a:pt x="200" y="350"/>
                      <a:pt x="167" y="275"/>
                    </a:cubicBezTo>
                    <a:cubicBezTo>
                      <a:pt x="142" y="201"/>
                      <a:pt x="126" y="118"/>
                      <a:pt x="109" y="43"/>
                    </a:cubicBezTo>
                    <a:cubicBezTo>
                      <a:pt x="102" y="13"/>
                      <a:pt x="77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4" name="Google Shape;6674;p20"/>
              <p:cNvSpPr/>
              <p:nvPr/>
            </p:nvSpPr>
            <p:spPr>
              <a:xfrm>
                <a:off x="2928000" y="4330800"/>
                <a:ext cx="25375" cy="43000"/>
              </a:xfrm>
              <a:custGeom>
                <a:rect b="b" l="l" r="r" t="t"/>
                <a:pathLst>
                  <a:path extrusionOk="0" h="1720" w="1015">
                    <a:moveTo>
                      <a:pt x="951" y="0"/>
                    </a:moveTo>
                    <a:cubicBezTo>
                      <a:pt x="946" y="0"/>
                      <a:pt x="942" y="1"/>
                      <a:pt x="937" y="3"/>
                    </a:cubicBezTo>
                    <a:cubicBezTo>
                      <a:pt x="638" y="127"/>
                      <a:pt x="431" y="392"/>
                      <a:pt x="282" y="674"/>
                    </a:cubicBezTo>
                    <a:cubicBezTo>
                      <a:pt x="208" y="831"/>
                      <a:pt x="133" y="989"/>
                      <a:pt x="92" y="1163"/>
                    </a:cubicBezTo>
                    <a:cubicBezTo>
                      <a:pt x="42" y="1328"/>
                      <a:pt x="0" y="1519"/>
                      <a:pt x="67" y="1693"/>
                    </a:cubicBezTo>
                    <a:cubicBezTo>
                      <a:pt x="70" y="1711"/>
                      <a:pt x="86" y="1719"/>
                      <a:pt x="103" y="1719"/>
                    </a:cubicBezTo>
                    <a:cubicBezTo>
                      <a:pt x="125" y="1719"/>
                      <a:pt x="150" y="1705"/>
                      <a:pt x="150" y="1676"/>
                    </a:cubicBezTo>
                    <a:lnTo>
                      <a:pt x="150" y="1685"/>
                    </a:lnTo>
                    <a:cubicBezTo>
                      <a:pt x="174" y="1519"/>
                      <a:pt x="183" y="1353"/>
                      <a:pt x="224" y="1187"/>
                    </a:cubicBezTo>
                    <a:cubicBezTo>
                      <a:pt x="274" y="1038"/>
                      <a:pt x="332" y="889"/>
                      <a:pt x="398" y="748"/>
                    </a:cubicBezTo>
                    <a:cubicBezTo>
                      <a:pt x="531" y="483"/>
                      <a:pt x="705" y="218"/>
                      <a:pt x="970" y="85"/>
                    </a:cubicBezTo>
                    <a:cubicBezTo>
                      <a:pt x="1015" y="63"/>
                      <a:pt x="992" y="0"/>
                      <a:pt x="9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5" name="Google Shape;6675;p20"/>
              <p:cNvSpPr/>
              <p:nvPr/>
            </p:nvSpPr>
            <p:spPr>
              <a:xfrm>
                <a:off x="2929650" y="4361025"/>
                <a:ext cx="9750" cy="30525"/>
              </a:xfrm>
              <a:custGeom>
                <a:rect b="b" l="l" r="r" t="t"/>
                <a:pathLst>
                  <a:path extrusionOk="0" h="1221" w="390">
                    <a:moveTo>
                      <a:pt x="324" y="0"/>
                    </a:moveTo>
                    <a:cubicBezTo>
                      <a:pt x="307" y="0"/>
                      <a:pt x="291" y="8"/>
                      <a:pt x="282" y="28"/>
                    </a:cubicBezTo>
                    <a:cubicBezTo>
                      <a:pt x="200" y="210"/>
                      <a:pt x="133" y="401"/>
                      <a:pt x="92" y="592"/>
                    </a:cubicBezTo>
                    <a:cubicBezTo>
                      <a:pt x="42" y="782"/>
                      <a:pt x="1" y="989"/>
                      <a:pt x="26" y="1180"/>
                    </a:cubicBezTo>
                    <a:cubicBezTo>
                      <a:pt x="30" y="1208"/>
                      <a:pt x="47" y="1220"/>
                      <a:pt x="66" y="1220"/>
                    </a:cubicBezTo>
                    <a:cubicBezTo>
                      <a:pt x="86" y="1220"/>
                      <a:pt x="108" y="1206"/>
                      <a:pt x="117" y="1180"/>
                    </a:cubicBezTo>
                    <a:cubicBezTo>
                      <a:pt x="142" y="1089"/>
                      <a:pt x="150" y="989"/>
                      <a:pt x="166" y="898"/>
                    </a:cubicBezTo>
                    <a:cubicBezTo>
                      <a:pt x="175" y="807"/>
                      <a:pt x="191" y="708"/>
                      <a:pt x="216" y="616"/>
                    </a:cubicBezTo>
                    <a:cubicBezTo>
                      <a:pt x="258" y="434"/>
                      <a:pt x="307" y="252"/>
                      <a:pt x="374" y="70"/>
                    </a:cubicBezTo>
                    <a:cubicBezTo>
                      <a:pt x="390" y="31"/>
                      <a:pt x="356" y="0"/>
                      <a:pt x="3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6" name="Google Shape;6676;p20"/>
              <p:cNvSpPr/>
              <p:nvPr/>
            </p:nvSpPr>
            <p:spPr>
              <a:xfrm>
                <a:off x="2932350" y="4382100"/>
                <a:ext cx="7475" cy="29375"/>
              </a:xfrm>
              <a:custGeom>
                <a:rect b="b" l="l" r="r" t="t"/>
                <a:pathLst>
                  <a:path extrusionOk="0" h="1175" w="299">
                    <a:moveTo>
                      <a:pt x="233" y="0"/>
                    </a:moveTo>
                    <a:cubicBezTo>
                      <a:pt x="214" y="0"/>
                      <a:pt x="195" y="9"/>
                      <a:pt x="183" y="30"/>
                    </a:cubicBezTo>
                    <a:cubicBezTo>
                      <a:pt x="58" y="320"/>
                      <a:pt x="0" y="635"/>
                      <a:pt x="58" y="950"/>
                    </a:cubicBezTo>
                    <a:cubicBezTo>
                      <a:pt x="75" y="1016"/>
                      <a:pt x="92" y="1116"/>
                      <a:pt x="150" y="1157"/>
                    </a:cubicBezTo>
                    <a:cubicBezTo>
                      <a:pt x="165" y="1167"/>
                      <a:pt x="180" y="1174"/>
                      <a:pt x="196" y="1174"/>
                    </a:cubicBezTo>
                    <a:cubicBezTo>
                      <a:pt x="205" y="1174"/>
                      <a:pt x="215" y="1172"/>
                      <a:pt x="224" y="1165"/>
                    </a:cubicBezTo>
                    <a:cubicBezTo>
                      <a:pt x="257" y="1141"/>
                      <a:pt x="249" y="1099"/>
                      <a:pt x="249" y="1066"/>
                    </a:cubicBezTo>
                    <a:cubicBezTo>
                      <a:pt x="249" y="909"/>
                      <a:pt x="216" y="759"/>
                      <a:pt x="216" y="610"/>
                    </a:cubicBezTo>
                    <a:cubicBezTo>
                      <a:pt x="224" y="428"/>
                      <a:pt x="232" y="246"/>
                      <a:pt x="282" y="72"/>
                    </a:cubicBezTo>
                    <a:cubicBezTo>
                      <a:pt x="298" y="29"/>
                      <a:pt x="266" y="0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7" name="Google Shape;6677;p20"/>
              <p:cNvSpPr/>
              <p:nvPr/>
            </p:nvSpPr>
            <p:spPr>
              <a:xfrm>
                <a:off x="2941250" y="4402325"/>
                <a:ext cx="3125" cy="21100"/>
              </a:xfrm>
              <a:custGeom>
                <a:rect b="b" l="l" r="r" t="t"/>
                <a:pathLst>
                  <a:path extrusionOk="0" h="844" w="125">
                    <a:moveTo>
                      <a:pt x="75" y="0"/>
                    </a:moveTo>
                    <a:cubicBezTo>
                      <a:pt x="42" y="8"/>
                      <a:pt x="34" y="33"/>
                      <a:pt x="34" y="58"/>
                    </a:cubicBezTo>
                    <a:cubicBezTo>
                      <a:pt x="34" y="182"/>
                      <a:pt x="34" y="315"/>
                      <a:pt x="26" y="448"/>
                    </a:cubicBezTo>
                    <a:cubicBezTo>
                      <a:pt x="17" y="572"/>
                      <a:pt x="1" y="696"/>
                      <a:pt x="17" y="820"/>
                    </a:cubicBezTo>
                    <a:cubicBezTo>
                      <a:pt x="17" y="835"/>
                      <a:pt x="31" y="844"/>
                      <a:pt x="45" y="844"/>
                    </a:cubicBezTo>
                    <a:cubicBezTo>
                      <a:pt x="54" y="844"/>
                      <a:pt x="63" y="839"/>
                      <a:pt x="67" y="829"/>
                    </a:cubicBezTo>
                    <a:cubicBezTo>
                      <a:pt x="108" y="704"/>
                      <a:pt x="117" y="572"/>
                      <a:pt x="125" y="439"/>
                    </a:cubicBezTo>
                    <a:cubicBezTo>
                      <a:pt x="125" y="307"/>
                      <a:pt x="125" y="174"/>
                      <a:pt x="125" y="42"/>
                    </a:cubicBezTo>
                    <a:cubicBezTo>
                      <a:pt x="125" y="17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8" name="Google Shape;6678;p20"/>
              <p:cNvSpPr/>
              <p:nvPr/>
            </p:nvSpPr>
            <p:spPr>
              <a:xfrm>
                <a:off x="3003675" y="4383350"/>
                <a:ext cx="6175" cy="26075"/>
              </a:xfrm>
              <a:custGeom>
                <a:rect b="b" l="l" r="r" t="t"/>
                <a:pathLst>
                  <a:path extrusionOk="0" h="1043" w="247">
                    <a:moveTo>
                      <a:pt x="155" y="1"/>
                    </a:moveTo>
                    <a:cubicBezTo>
                      <a:pt x="143" y="1"/>
                      <a:pt x="130" y="5"/>
                      <a:pt x="122" y="13"/>
                    </a:cubicBezTo>
                    <a:cubicBezTo>
                      <a:pt x="80" y="80"/>
                      <a:pt x="89" y="179"/>
                      <a:pt x="89" y="254"/>
                    </a:cubicBezTo>
                    <a:cubicBezTo>
                      <a:pt x="89" y="337"/>
                      <a:pt x="89" y="419"/>
                      <a:pt x="80" y="502"/>
                    </a:cubicBezTo>
                    <a:cubicBezTo>
                      <a:pt x="64" y="668"/>
                      <a:pt x="47" y="842"/>
                      <a:pt x="6" y="1008"/>
                    </a:cubicBezTo>
                    <a:cubicBezTo>
                      <a:pt x="1" y="1028"/>
                      <a:pt x="24" y="1042"/>
                      <a:pt x="47" y="1042"/>
                    </a:cubicBezTo>
                    <a:cubicBezTo>
                      <a:pt x="61" y="1042"/>
                      <a:pt x="74" y="1037"/>
                      <a:pt x="80" y="1024"/>
                    </a:cubicBezTo>
                    <a:cubicBezTo>
                      <a:pt x="138" y="859"/>
                      <a:pt x="196" y="701"/>
                      <a:pt x="221" y="527"/>
                    </a:cubicBezTo>
                    <a:cubicBezTo>
                      <a:pt x="230" y="436"/>
                      <a:pt x="238" y="353"/>
                      <a:pt x="238" y="262"/>
                    </a:cubicBezTo>
                    <a:lnTo>
                      <a:pt x="238" y="270"/>
                    </a:lnTo>
                    <a:cubicBezTo>
                      <a:pt x="238" y="187"/>
                      <a:pt x="246" y="71"/>
                      <a:pt x="188" y="13"/>
                    </a:cubicBezTo>
                    <a:cubicBezTo>
                      <a:pt x="180" y="5"/>
                      <a:pt x="167" y="1"/>
                      <a:pt x="1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9" name="Google Shape;6679;p20"/>
              <p:cNvSpPr/>
              <p:nvPr/>
            </p:nvSpPr>
            <p:spPr>
              <a:xfrm>
                <a:off x="3004425" y="4370825"/>
                <a:ext cx="2300" cy="5425"/>
              </a:xfrm>
              <a:custGeom>
                <a:rect b="b" l="l" r="r" t="t"/>
                <a:pathLst>
                  <a:path extrusionOk="0" h="217" w="92">
                    <a:moveTo>
                      <a:pt x="67" y="1"/>
                    </a:moveTo>
                    <a:cubicBezTo>
                      <a:pt x="59" y="1"/>
                      <a:pt x="50" y="1"/>
                      <a:pt x="42" y="17"/>
                    </a:cubicBezTo>
                    <a:cubicBezTo>
                      <a:pt x="42" y="26"/>
                      <a:pt x="34" y="42"/>
                      <a:pt x="26" y="50"/>
                    </a:cubicBezTo>
                    <a:cubicBezTo>
                      <a:pt x="17" y="67"/>
                      <a:pt x="17" y="84"/>
                      <a:pt x="17" y="100"/>
                    </a:cubicBezTo>
                    <a:cubicBezTo>
                      <a:pt x="9" y="125"/>
                      <a:pt x="9" y="150"/>
                      <a:pt x="1" y="175"/>
                    </a:cubicBezTo>
                    <a:cubicBezTo>
                      <a:pt x="1" y="191"/>
                      <a:pt x="17" y="216"/>
                      <a:pt x="34" y="216"/>
                    </a:cubicBezTo>
                    <a:cubicBezTo>
                      <a:pt x="50" y="216"/>
                      <a:pt x="75" y="208"/>
                      <a:pt x="75" y="183"/>
                    </a:cubicBezTo>
                    <a:cubicBezTo>
                      <a:pt x="75" y="158"/>
                      <a:pt x="84" y="133"/>
                      <a:pt x="84" y="108"/>
                    </a:cubicBezTo>
                    <a:cubicBezTo>
                      <a:pt x="92" y="92"/>
                      <a:pt x="92" y="75"/>
                      <a:pt x="92" y="59"/>
                    </a:cubicBezTo>
                    <a:cubicBezTo>
                      <a:pt x="92" y="50"/>
                      <a:pt x="92" y="34"/>
                      <a:pt x="92" y="17"/>
                    </a:cubicBezTo>
                    <a:cubicBezTo>
                      <a:pt x="92" y="9"/>
                      <a:pt x="75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0" name="Google Shape;6680;p20"/>
              <p:cNvSpPr/>
              <p:nvPr/>
            </p:nvSpPr>
            <p:spPr>
              <a:xfrm>
                <a:off x="3012300" y="4386000"/>
                <a:ext cx="3550" cy="13925"/>
              </a:xfrm>
              <a:custGeom>
                <a:rect b="b" l="l" r="r" t="t"/>
                <a:pathLst>
                  <a:path extrusionOk="0" h="557" w="142">
                    <a:moveTo>
                      <a:pt x="62" y="0"/>
                    </a:moveTo>
                    <a:cubicBezTo>
                      <a:pt x="41" y="0"/>
                      <a:pt x="22" y="13"/>
                      <a:pt x="17" y="40"/>
                    </a:cubicBezTo>
                    <a:cubicBezTo>
                      <a:pt x="1" y="123"/>
                      <a:pt x="25" y="206"/>
                      <a:pt x="25" y="280"/>
                    </a:cubicBezTo>
                    <a:cubicBezTo>
                      <a:pt x="25" y="363"/>
                      <a:pt x="34" y="446"/>
                      <a:pt x="25" y="521"/>
                    </a:cubicBezTo>
                    <a:cubicBezTo>
                      <a:pt x="21" y="543"/>
                      <a:pt x="39" y="556"/>
                      <a:pt x="57" y="556"/>
                    </a:cubicBezTo>
                    <a:cubicBezTo>
                      <a:pt x="72" y="556"/>
                      <a:pt x="88" y="547"/>
                      <a:pt x="92" y="529"/>
                    </a:cubicBezTo>
                    <a:cubicBezTo>
                      <a:pt x="108" y="446"/>
                      <a:pt x="133" y="363"/>
                      <a:pt x="133" y="280"/>
                    </a:cubicBezTo>
                    <a:cubicBezTo>
                      <a:pt x="141" y="197"/>
                      <a:pt x="141" y="106"/>
                      <a:pt x="108" y="23"/>
                    </a:cubicBezTo>
                    <a:cubicBezTo>
                      <a:pt x="97" y="9"/>
                      <a:pt x="79" y="0"/>
                      <a:pt x="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1" name="Google Shape;6681;p20"/>
              <p:cNvSpPr/>
              <p:nvPr/>
            </p:nvSpPr>
            <p:spPr>
              <a:xfrm>
                <a:off x="3016450" y="4384825"/>
                <a:ext cx="3750" cy="9425"/>
              </a:xfrm>
              <a:custGeom>
                <a:rect b="b" l="l" r="r" t="t"/>
                <a:pathLst>
                  <a:path extrusionOk="0" h="377" w="150">
                    <a:moveTo>
                      <a:pt x="96" y="1"/>
                    </a:moveTo>
                    <a:cubicBezTo>
                      <a:pt x="85" y="1"/>
                      <a:pt x="74" y="5"/>
                      <a:pt x="67" y="12"/>
                    </a:cubicBezTo>
                    <a:cubicBezTo>
                      <a:pt x="58" y="29"/>
                      <a:pt x="50" y="46"/>
                      <a:pt x="42" y="62"/>
                    </a:cubicBezTo>
                    <a:cubicBezTo>
                      <a:pt x="33" y="70"/>
                      <a:pt x="33" y="87"/>
                      <a:pt x="33" y="104"/>
                    </a:cubicBezTo>
                    <a:cubicBezTo>
                      <a:pt x="25" y="112"/>
                      <a:pt x="25" y="120"/>
                      <a:pt x="17" y="128"/>
                    </a:cubicBezTo>
                    <a:cubicBezTo>
                      <a:pt x="17" y="137"/>
                      <a:pt x="17" y="145"/>
                      <a:pt x="17" y="153"/>
                    </a:cubicBezTo>
                    <a:cubicBezTo>
                      <a:pt x="17" y="170"/>
                      <a:pt x="17" y="186"/>
                      <a:pt x="17" y="203"/>
                    </a:cubicBezTo>
                    <a:cubicBezTo>
                      <a:pt x="9" y="236"/>
                      <a:pt x="9" y="269"/>
                      <a:pt x="0" y="302"/>
                    </a:cubicBezTo>
                    <a:cubicBezTo>
                      <a:pt x="0" y="336"/>
                      <a:pt x="25" y="369"/>
                      <a:pt x="58" y="377"/>
                    </a:cubicBezTo>
                    <a:cubicBezTo>
                      <a:pt x="91" y="377"/>
                      <a:pt x="125" y="352"/>
                      <a:pt x="125" y="319"/>
                    </a:cubicBezTo>
                    <a:cubicBezTo>
                      <a:pt x="133" y="269"/>
                      <a:pt x="141" y="228"/>
                      <a:pt x="141" y="178"/>
                    </a:cubicBezTo>
                    <a:cubicBezTo>
                      <a:pt x="149" y="162"/>
                      <a:pt x="149" y="153"/>
                      <a:pt x="149" y="137"/>
                    </a:cubicBezTo>
                    <a:cubicBezTo>
                      <a:pt x="149" y="128"/>
                      <a:pt x="149" y="112"/>
                      <a:pt x="141" y="104"/>
                    </a:cubicBezTo>
                    <a:lnTo>
                      <a:pt x="141" y="95"/>
                    </a:lnTo>
                    <a:cubicBezTo>
                      <a:pt x="141" y="87"/>
                      <a:pt x="141" y="79"/>
                      <a:pt x="141" y="62"/>
                    </a:cubicBezTo>
                    <a:cubicBezTo>
                      <a:pt x="141" y="46"/>
                      <a:pt x="133" y="37"/>
                      <a:pt x="133" y="21"/>
                    </a:cubicBezTo>
                    <a:cubicBezTo>
                      <a:pt x="124" y="7"/>
                      <a:pt x="110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2" name="Google Shape;6682;p20"/>
              <p:cNvSpPr/>
              <p:nvPr/>
            </p:nvSpPr>
            <p:spPr>
              <a:xfrm>
                <a:off x="3065750" y="4354375"/>
                <a:ext cx="5200" cy="21200"/>
              </a:xfrm>
              <a:custGeom>
                <a:rect b="b" l="l" r="r" t="t"/>
                <a:pathLst>
                  <a:path extrusionOk="0" h="848" w="208">
                    <a:moveTo>
                      <a:pt x="84" y="1"/>
                    </a:moveTo>
                    <a:cubicBezTo>
                      <a:pt x="67" y="1"/>
                      <a:pt x="49" y="9"/>
                      <a:pt x="42" y="29"/>
                    </a:cubicBezTo>
                    <a:cubicBezTo>
                      <a:pt x="0" y="153"/>
                      <a:pt x="25" y="286"/>
                      <a:pt x="25" y="410"/>
                    </a:cubicBezTo>
                    <a:cubicBezTo>
                      <a:pt x="25" y="534"/>
                      <a:pt x="33" y="667"/>
                      <a:pt x="17" y="800"/>
                    </a:cubicBezTo>
                    <a:cubicBezTo>
                      <a:pt x="12" y="831"/>
                      <a:pt x="36" y="847"/>
                      <a:pt x="61" y="847"/>
                    </a:cubicBezTo>
                    <a:cubicBezTo>
                      <a:pt x="82" y="847"/>
                      <a:pt x="104" y="835"/>
                      <a:pt x="108" y="808"/>
                    </a:cubicBezTo>
                    <a:cubicBezTo>
                      <a:pt x="141" y="675"/>
                      <a:pt x="174" y="551"/>
                      <a:pt x="183" y="427"/>
                    </a:cubicBezTo>
                    <a:cubicBezTo>
                      <a:pt x="191" y="294"/>
                      <a:pt x="207" y="145"/>
                      <a:pt x="133" y="29"/>
                    </a:cubicBezTo>
                    <a:cubicBezTo>
                      <a:pt x="124" y="12"/>
                      <a:pt x="104" y="1"/>
                      <a:pt x="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3" name="Google Shape;6683;p20"/>
              <p:cNvSpPr/>
              <p:nvPr/>
            </p:nvSpPr>
            <p:spPr>
              <a:xfrm>
                <a:off x="3063875" y="4338425"/>
                <a:ext cx="2300" cy="6750"/>
              </a:xfrm>
              <a:custGeom>
                <a:rect b="b" l="l" r="r" t="t"/>
                <a:pathLst>
                  <a:path extrusionOk="0" h="270" w="92">
                    <a:moveTo>
                      <a:pt x="38" y="0"/>
                    </a:moveTo>
                    <a:cubicBezTo>
                      <a:pt x="30" y="0"/>
                      <a:pt x="21" y="4"/>
                      <a:pt x="17" y="12"/>
                    </a:cubicBezTo>
                    <a:cubicBezTo>
                      <a:pt x="9" y="21"/>
                      <a:pt x="1" y="29"/>
                      <a:pt x="1" y="37"/>
                    </a:cubicBezTo>
                    <a:cubicBezTo>
                      <a:pt x="1" y="54"/>
                      <a:pt x="1" y="62"/>
                      <a:pt x="1" y="79"/>
                    </a:cubicBezTo>
                    <a:lnTo>
                      <a:pt x="1" y="128"/>
                    </a:lnTo>
                    <a:cubicBezTo>
                      <a:pt x="1" y="162"/>
                      <a:pt x="1" y="195"/>
                      <a:pt x="9" y="236"/>
                    </a:cubicBezTo>
                    <a:cubicBezTo>
                      <a:pt x="9" y="253"/>
                      <a:pt x="34" y="269"/>
                      <a:pt x="50" y="269"/>
                    </a:cubicBezTo>
                    <a:cubicBezTo>
                      <a:pt x="75" y="261"/>
                      <a:pt x="92" y="244"/>
                      <a:pt x="92" y="220"/>
                    </a:cubicBezTo>
                    <a:cubicBezTo>
                      <a:pt x="84" y="186"/>
                      <a:pt x="84" y="153"/>
                      <a:pt x="84" y="120"/>
                    </a:cubicBezTo>
                    <a:cubicBezTo>
                      <a:pt x="84" y="104"/>
                      <a:pt x="84" y="87"/>
                      <a:pt x="75" y="62"/>
                    </a:cubicBezTo>
                    <a:lnTo>
                      <a:pt x="75" y="62"/>
                    </a:lnTo>
                    <a:lnTo>
                      <a:pt x="84" y="70"/>
                    </a:lnTo>
                    <a:cubicBezTo>
                      <a:pt x="84" y="62"/>
                      <a:pt x="84" y="46"/>
                      <a:pt x="75" y="37"/>
                    </a:cubicBezTo>
                    <a:cubicBezTo>
                      <a:pt x="75" y="29"/>
                      <a:pt x="67" y="21"/>
                      <a:pt x="59" y="12"/>
                    </a:cubicBezTo>
                    <a:cubicBezTo>
                      <a:pt x="55" y="4"/>
                      <a:pt x="46" y="0"/>
                      <a:pt x="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4" name="Google Shape;6684;p20"/>
              <p:cNvSpPr/>
              <p:nvPr/>
            </p:nvSpPr>
            <p:spPr>
              <a:xfrm>
                <a:off x="3059175" y="4329400"/>
                <a:ext cx="3625" cy="2725"/>
              </a:xfrm>
              <a:custGeom>
                <a:rect b="b" l="l" r="r" t="t"/>
                <a:pathLst>
                  <a:path extrusionOk="0" h="109" w="145">
                    <a:moveTo>
                      <a:pt x="80" y="0"/>
                    </a:moveTo>
                    <a:cubicBezTo>
                      <a:pt x="77" y="0"/>
                      <a:pt x="75" y="0"/>
                      <a:pt x="73" y="1"/>
                    </a:cubicBezTo>
                    <a:cubicBezTo>
                      <a:pt x="1" y="9"/>
                      <a:pt x="14" y="109"/>
                      <a:pt x="74" y="109"/>
                    </a:cubicBezTo>
                    <a:cubicBezTo>
                      <a:pt x="76" y="109"/>
                      <a:pt x="79" y="109"/>
                      <a:pt x="81" y="108"/>
                    </a:cubicBezTo>
                    <a:cubicBezTo>
                      <a:pt x="145" y="100"/>
                      <a:pt x="139" y="0"/>
                      <a:pt x="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5" name="Google Shape;6685;p20"/>
              <p:cNvSpPr/>
              <p:nvPr/>
            </p:nvSpPr>
            <p:spPr>
              <a:xfrm>
                <a:off x="2775550" y="4270475"/>
                <a:ext cx="12475" cy="27600"/>
              </a:xfrm>
              <a:custGeom>
                <a:rect b="b" l="l" r="r" t="t"/>
                <a:pathLst>
                  <a:path extrusionOk="0" h="1104" w="499">
                    <a:moveTo>
                      <a:pt x="428" y="1"/>
                    </a:moveTo>
                    <a:cubicBezTo>
                      <a:pt x="413" y="1"/>
                      <a:pt x="399" y="7"/>
                      <a:pt x="390" y="21"/>
                    </a:cubicBezTo>
                    <a:cubicBezTo>
                      <a:pt x="232" y="270"/>
                      <a:pt x="100" y="543"/>
                      <a:pt x="42" y="841"/>
                    </a:cubicBezTo>
                    <a:cubicBezTo>
                      <a:pt x="25" y="916"/>
                      <a:pt x="0" y="1015"/>
                      <a:pt x="58" y="1082"/>
                    </a:cubicBezTo>
                    <a:cubicBezTo>
                      <a:pt x="76" y="1097"/>
                      <a:pt x="92" y="1104"/>
                      <a:pt x="108" y="1104"/>
                    </a:cubicBezTo>
                    <a:cubicBezTo>
                      <a:pt x="161" y="1104"/>
                      <a:pt x="203" y="1033"/>
                      <a:pt x="216" y="982"/>
                    </a:cubicBezTo>
                    <a:cubicBezTo>
                      <a:pt x="241" y="833"/>
                      <a:pt x="257" y="684"/>
                      <a:pt x="299" y="543"/>
                    </a:cubicBezTo>
                    <a:cubicBezTo>
                      <a:pt x="340" y="377"/>
                      <a:pt x="398" y="220"/>
                      <a:pt x="481" y="71"/>
                    </a:cubicBezTo>
                    <a:cubicBezTo>
                      <a:pt x="498" y="36"/>
                      <a:pt x="462" y="1"/>
                      <a:pt x="4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6" name="Google Shape;6686;p20"/>
              <p:cNvSpPr/>
              <p:nvPr/>
            </p:nvSpPr>
            <p:spPr>
              <a:xfrm>
                <a:off x="2781550" y="4286525"/>
                <a:ext cx="4575" cy="13600"/>
              </a:xfrm>
              <a:custGeom>
                <a:rect b="b" l="l" r="r" t="t"/>
                <a:pathLst>
                  <a:path extrusionOk="0" h="544" w="183">
                    <a:moveTo>
                      <a:pt x="133" y="1"/>
                    </a:moveTo>
                    <a:cubicBezTo>
                      <a:pt x="108" y="1"/>
                      <a:pt x="83" y="25"/>
                      <a:pt x="75" y="50"/>
                    </a:cubicBezTo>
                    <a:cubicBezTo>
                      <a:pt x="59" y="125"/>
                      <a:pt x="42" y="199"/>
                      <a:pt x="34" y="282"/>
                    </a:cubicBezTo>
                    <a:cubicBezTo>
                      <a:pt x="25" y="315"/>
                      <a:pt x="17" y="349"/>
                      <a:pt x="17" y="390"/>
                    </a:cubicBezTo>
                    <a:cubicBezTo>
                      <a:pt x="9" y="431"/>
                      <a:pt x="1" y="473"/>
                      <a:pt x="17" y="514"/>
                    </a:cubicBezTo>
                    <a:cubicBezTo>
                      <a:pt x="17" y="530"/>
                      <a:pt x="35" y="543"/>
                      <a:pt x="52" y="543"/>
                    </a:cubicBezTo>
                    <a:cubicBezTo>
                      <a:pt x="61" y="543"/>
                      <a:pt x="69" y="539"/>
                      <a:pt x="75" y="531"/>
                    </a:cubicBezTo>
                    <a:cubicBezTo>
                      <a:pt x="83" y="514"/>
                      <a:pt x="100" y="498"/>
                      <a:pt x="100" y="473"/>
                    </a:cubicBezTo>
                    <a:cubicBezTo>
                      <a:pt x="108" y="456"/>
                      <a:pt x="108" y="431"/>
                      <a:pt x="117" y="415"/>
                    </a:cubicBezTo>
                    <a:cubicBezTo>
                      <a:pt x="125" y="373"/>
                      <a:pt x="133" y="340"/>
                      <a:pt x="141" y="299"/>
                    </a:cubicBezTo>
                    <a:cubicBezTo>
                      <a:pt x="158" y="224"/>
                      <a:pt x="166" y="141"/>
                      <a:pt x="183" y="67"/>
                    </a:cubicBezTo>
                    <a:cubicBezTo>
                      <a:pt x="183" y="34"/>
                      <a:pt x="158" y="9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7" name="Google Shape;6687;p20"/>
              <p:cNvSpPr/>
              <p:nvPr/>
            </p:nvSpPr>
            <p:spPr>
              <a:xfrm>
                <a:off x="2785075" y="4294750"/>
                <a:ext cx="4775" cy="14200"/>
              </a:xfrm>
              <a:custGeom>
                <a:rect b="b" l="l" r="r" t="t"/>
                <a:pathLst>
                  <a:path extrusionOk="0" h="568" w="191">
                    <a:moveTo>
                      <a:pt x="118" y="1"/>
                    </a:moveTo>
                    <a:cubicBezTo>
                      <a:pt x="94" y="1"/>
                      <a:pt x="65" y="16"/>
                      <a:pt x="58" y="36"/>
                    </a:cubicBezTo>
                    <a:cubicBezTo>
                      <a:pt x="34" y="119"/>
                      <a:pt x="17" y="202"/>
                      <a:pt x="0" y="285"/>
                    </a:cubicBezTo>
                    <a:cubicBezTo>
                      <a:pt x="0" y="318"/>
                      <a:pt x="0" y="359"/>
                      <a:pt x="0" y="401"/>
                    </a:cubicBezTo>
                    <a:lnTo>
                      <a:pt x="0" y="467"/>
                    </a:lnTo>
                    <a:cubicBezTo>
                      <a:pt x="0" y="492"/>
                      <a:pt x="0" y="508"/>
                      <a:pt x="9" y="533"/>
                    </a:cubicBezTo>
                    <a:cubicBezTo>
                      <a:pt x="17" y="555"/>
                      <a:pt x="42" y="567"/>
                      <a:pt x="66" y="567"/>
                    </a:cubicBezTo>
                    <a:cubicBezTo>
                      <a:pt x="87" y="567"/>
                      <a:pt x="108" y="557"/>
                      <a:pt x="116" y="533"/>
                    </a:cubicBezTo>
                    <a:cubicBezTo>
                      <a:pt x="125" y="517"/>
                      <a:pt x="125" y="492"/>
                      <a:pt x="125" y="475"/>
                    </a:cubicBezTo>
                    <a:cubicBezTo>
                      <a:pt x="125" y="459"/>
                      <a:pt x="133" y="434"/>
                      <a:pt x="133" y="417"/>
                    </a:cubicBezTo>
                    <a:cubicBezTo>
                      <a:pt x="133" y="376"/>
                      <a:pt x="141" y="343"/>
                      <a:pt x="141" y="301"/>
                    </a:cubicBezTo>
                    <a:cubicBezTo>
                      <a:pt x="150" y="227"/>
                      <a:pt x="166" y="152"/>
                      <a:pt x="183" y="78"/>
                    </a:cubicBezTo>
                    <a:cubicBezTo>
                      <a:pt x="191" y="44"/>
                      <a:pt x="166" y="11"/>
                      <a:pt x="133" y="3"/>
                    </a:cubicBezTo>
                    <a:cubicBezTo>
                      <a:pt x="129" y="1"/>
                      <a:pt x="124" y="1"/>
                      <a:pt x="1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8" name="Google Shape;6688;p20"/>
              <p:cNvSpPr/>
              <p:nvPr/>
            </p:nvSpPr>
            <p:spPr>
              <a:xfrm>
                <a:off x="2823175" y="4354500"/>
                <a:ext cx="7400" cy="33100"/>
              </a:xfrm>
              <a:custGeom>
                <a:rect b="b" l="l" r="r" t="t"/>
                <a:pathLst>
                  <a:path extrusionOk="0" h="1324" w="296">
                    <a:moveTo>
                      <a:pt x="251" y="1"/>
                    </a:moveTo>
                    <a:cubicBezTo>
                      <a:pt x="237" y="1"/>
                      <a:pt x="223" y="8"/>
                      <a:pt x="216" y="24"/>
                    </a:cubicBezTo>
                    <a:cubicBezTo>
                      <a:pt x="133" y="231"/>
                      <a:pt x="67" y="438"/>
                      <a:pt x="42" y="662"/>
                    </a:cubicBezTo>
                    <a:cubicBezTo>
                      <a:pt x="26" y="770"/>
                      <a:pt x="26" y="877"/>
                      <a:pt x="26" y="985"/>
                    </a:cubicBezTo>
                    <a:cubicBezTo>
                      <a:pt x="26" y="1085"/>
                      <a:pt x="1" y="1250"/>
                      <a:pt x="92" y="1308"/>
                    </a:cubicBezTo>
                    <a:cubicBezTo>
                      <a:pt x="106" y="1317"/>
                      <a:pt x="122" y="1324"/>
                      <a:pt x="138" y="1324"/>
                    </a:cubicBezTo>
                    <a:cubicBezTo>
                      <a:pt x="151" y="1324"/>
                      <a:pt x="164" y="1319"/>
                      <a:pt x="175" y="1308"/>
                    </a:cubicBezTo>
                    <a:cubicBezTo>
                      <a:pt x="249" y="1234"/>
                      <a:pt x="216" y="1101"/>
                      <a:pt x="216" y="1010"/>
                    </a:cubicBezTo>
                    <a:cubicBezTo>
                      <a:pt x="208" y="902"/>
                      <a:pt x="216" y="795"/>
                      <a:pt x="216" y="687"/>
                    </a:cubicBezTo>
                    <a:cubicBezTo>
                      <a:pt x="233" y="471"/>
                      <a:pt x="249" y="256"/>
                      <a:pt x="291" y="49"/>
                    </a:cubicBezTo>
                    <a:cubicBezTo>
                      <a:pt x="296" y="19"/>
                      <a:pt x="273" y="1"/>
                      <a:pt x="2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9" name="Google Shape;6689;p20"/>
              <p:cNvSpPr/>
              <p:nvPr/>
            </p:nvSpPr>
            <p:spPr>
              <a:xfrm>
                <a:off x="2829200" y="4372200"/>
                <a:ext cx="3950" cy="16675"/>
              </a:xfrm>
              <a:custGeom>
                <a:rect b="b" l="l" r="r" t="t"/>
                <a:pathLst>
                  <a:path extrusionOk="0" h="667" w="158">
                    <a:moveTo>
                      <a:pt x="101" y="1"/>
                    </a:moveTo>
                    <a:cubicBezTo>
                      <a:pt x="81" y="1"/>
                      <a:pt x="62" y="12"/>
                      <a:pt x="58" y="37"/>
                    </a:cubicBezTo>
                    <a:cubicBezTo>
                      <a:pt x="50" y="136"/>
                      <a:pt x="33" y="236"/>
                      <a:pt x="25" y="335"/>
                    </a:cubicBezTo>
                    <a:cubicBezTo>
                      <a:pt x="17" y="435"/>
                      <a:pt x="0" y="534"/>
                      <a:pt x="8" y="633"/>
                    </a:cubicBezTo>
                    <a:cubicBezTo>
                      <a:pt x="13" y="653"/>
                      <a:pt x="35" y="666"/>
                      <a:pt x="54" y="666"/>
                    </a:cubicBezTo>
                    <a:cubicBezTo>
                      <a:pt x="67" y="666"/>
                      <a:pt x="80" y="659"/>
                      <a:pt x="83" y="642"/>
                    </a:cubicBezTo>
                    <a:cubicBezTo>
                      <a:pt x="116" y="551"/>
                      <a:pt x="124" y="443"/>
                      <a:pt x="133" y="352"/>
                    </a:cubicBezTo>
                    <a:cubicBezTo>
                      <a:pt x="141" y="252"/>
                      <a:pt x="149" y="153"/>
                      <a:pt x="158" y="53"/>
                    </a:cubicBezTo>
                    <a:cubicBezTo>
                      <a:pt x="158" y="20"/>
                      <a:pt x="128" y="1"/>
                      <a:pt x="1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0" name="Google Shape;6690;p20"/>
              <p:cNvSpPr/>
              <p:nvPr/>
            </p:nvSpPr>
            <p:spPr>
              <a:xfrm>
                <a:off x="2829825" y="4397550"/>
                <a:ext cx="9750" cy="35625"/>
              </a:xfrm>
              <a:custGeom>
                <a:rect b="b" l="l" r="r" t="t"/>
                <a:pathLst>
                  <a:path extrusionOk="0" h="1425" w="390">
                    <a:moveTo>
                      <a:pt x="347" y="1"/>
                    </a:moveTo>
                    <a:cubicBezTo>
                      <a:pt x="334" y="1"/>
                      <a:pt x="319" y="9"/>
                      <a:pt x="315" y="25"/>
                    </a:cubicBezTo>
                    <a:cubicBezTo>
                      <a:pt x="298" y="257"/>
                      <a:pt x="240" y="489"/>
                      <a:pt x="191" y="713"/>
                    </a:cubicBezTo>
                    <a:cubicBezTo>
                      <a:pt x="166" y="829"/>
                      <a:pt x="133" y="937"/>
                      <a:pt x="99" y="1053"/>
                    </a:cubicBezTo>
                    <a:cubicBezTo>
                      <a:pt x="75" y="1144"/>
                      <a:pt x="0" y="1276"/>
                      <a:pt x="25" y="1376"/>
                    </a:cubicBezTo>
                    <a:cubicBezTo>
                      <a:pt x="31" y="1404"/>
                      <a:pt x="51" y="1424"/>
                      <a:pt x="77" y="1424"/>
                    </a:cubicBezTo>
                    <a:cubicBezTo>
                      <a:pt x="89" y="1424"/>
                      <a:pt x="103" y="1420"/>
                      <a:pt x="116" y="1409"/>
                    </a:cubicBezTo>
                    <a:cubicBezTo>
                      <a:pt x="207" y="1351"/>
                      <a:pt x="232" y="1194"/>
                      <a:pt x="265" y="1094"/>
                    </a:cubicBezTo>
                    <a:cubicBezTo>
                      <a:pt x="298" y="978"/>
                      <a:pt x="323" y="862"/>
                      <a:pt x="348" y="746"/>
                    </a:cubicBezTo>
                    <a:cubicBezTo>
                      <a:pt x="389" y="506"/>
                      <a:pt x="381" y="266"/>
                      <a:pt x="373" y="25"/>
                    </a:cubicBezTo>
                    <a:cubicBezTo>
                      <a:pt x="373" y="9"/>
                      <a:pt x="360" y="1"/>
                      <a:pt x="3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1" name="Google Shape;6691;p20"/>
              <p:cNvSpPr/>
              <p:nvPr/>
            </p:nvSpPr>
            <p:spPr>
              <a:xfrm>
                <a:off x="2836500" y="4417625"/>
                <a:ext cx="10100" cy="16425"/>
              </a:xfrm>
              <a:custGeom>
                <a:rect b="b" l="l" r="r" t="t"/>
                <a:pathLst>
                  <a:path extrusionOk="0" h="657" w="404">
                    <a:moveTo>
                      <a:pt x="335" y="0"/>
                    </a:moveTo>
                    <a:cubicBezTo>
                      <a:pt x="316" y="0"/>
                      <a:pt x="297" y="10"/>
                      <a:pt x="288" y="34"/>
                    </a:cubicBezTo>
                    <a:lnTo>
                      <a:pt x="296" y="34"/>
                    </a:lnTo>
                    <a:cubicBezTo>
                      <a:pt x="255" y="134"/>
                      <a:pt x="214" y="233"/>
                      <a:pt x="156" y="324"/>
                    </a:cubicBezTo>
                    <a:cubicBezTo>
                      <a:pt x="131" y="374"/>
                      <a:pt x="106" y="415"/>
                      <a:pt x="81" y="465"/>
                    </a:cubicBezTo>
                    <a:cubicBezTo>
                      <a:pt x="56" y="507"/>
                      <a:pt x="23" y="556"/>
                      <a:pt x="6" y="598"/>
                    </a:cubicBezTo>
                    <a:cubicBezTo>
                      <a:pt x="0" y="629"/>
                      <a:pt x="18" y="656"/>
                      <a:pt x="45" y="656"/>
                    </a:cubicBezTo>
                    <a:cubicBezTo>
                      <a:pt x="53" y="656"/>
                      <a:pt x="63" y="653"/>
                      <a:pt x="73" y="647"/>
                    </a:cubicBezTo>
                    <a:cubicBezTo>
                      <a:pt x="114" y="614"/>
                      <a:pt x="139" y="565"/>
                      <a:pt x="172" y="523"/>
                    </a:cubicBezTo>
                    <a:cubicBezTo>
                      <a:pt x="197" y="473"/>
                      <a:pt x="230" y="424"/>
                      <a:pt x="255" y="374"/>
                    </a:cubicBezTo>
                    <a:cubicBezTo>
                      <a:pt x="305" y="275"/>
                      <a:pt x="346" y="175"/>
                      <a:pt x="388" y="68"/>
                    </a:cubicBezTo>
                    <a:cubicBezTo>
                      <a:pt x="403" y="31"/>
                      <a:pt x="369" y="0"/>
                      <a:pt x="3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2" name="Google Shape;6692;p20"/>
              <p:cNvSpPr/>
              <p:nvPr/>
            </p:nvSpPr>
            <p:spPr>
              <a:xfrm>
                <a:off x="2828425" y="4441475"/>
                <a:ext cx="6500" cy="17300"/>
              </a:xfrm>
              <a:custGeom>
                <a:rect b="b" l="l" r="r" t="t"/>
                <a:pathLst>
                  <a:path extrusionOk="0" h="692" w="260">
                    <a:moveTo>
                      <a:pt x="213" y="1"/>
                    </a:moveTo>
                    <a:cubicBezTo>
                      <a:pt x="194" y="1"/>
                      <a:pt x="176" y="11"/>
                      <a:pt x="172" y="33"/>
                    </a:cubicBezTo>
                    <a:cubicBezTo>
                      <a:pt x="155" y="141"/>
                      <a:pt x="131" y="249"/>
                      <a:pt x="97" y="348"/>
                    </a:cubicBezTo>
                    <a:cubicBezTo>
                      <a:pt x="64" y="447"/>
                      <a:pt x="23" y="555"/>
                      <a:pt x="6" y="655"/>
                    </a:cubicBezTo>
                    <a:cubicBezTo>
                      <a:pt x="1" y="677"/>
                      <a:pt x="17" y="691"/>
                      <a:pt x="34" y="691"/>
                    </a:cubicBezTo>
                    <a:cubicBezTo>
                      <a:pt x="42" y="691"/>
                      <a:pt x="51" y="688"/>
                      <a:pt x="56" y="679"/>
                    </a:cubicBezTo>
                    <a:cubicBezTo>
                      <a:pt x="114" y="588"/>
                      <a:pt x="147" y="481"/>
                      <a:pt x="180" y="373"/>
                    </a:cubicBezTo>
                    <a:cubicBezTo>
                      <a:pt x="213" y="265"/>
                      <a:pt x="238" y="157"/>
                      <a:pt x="255" y="50"/>
                    </a:cubicBezTo>
                    <a:cubicBezTo>
                      <a:pt x="260" y="17"/>
                      <a:pt x="236" y="1"/>
                      <a:pt x="2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3" name="Google Shape;6693;p20"/>
              <p:cNvSpPr/>
              <p:nvPr/>
            </p:nvSpPr>
            <p:spPr>
              <a:xfrm>
                <a:off x="2791025" y="4361400"/>
                <a:ext cx="18525" cy="32650"/>
              </a:xfrm>
              <a:custGeom>
                <a:rect b="b" l="l" r="r" t="t"/>
                <a:pathLst>
                  <a:path extrusionOk="0" h="1306" w="741">
                    <a:moveTo>
                      <a:pt x="43" y="1"/>
                    </a:moveTo>
                    <a:cubicBezTo>
                      <a:pt x="21" y="1"/>
                      <a:pt x="0" y="22"/>
                      <a:pt x="11" y="55"/>
                    </a:cubicBezTo>
                    <a:cubicBezTo>
                      <a:pt x="52" y="179"/>
                      <a:pt x="86" y="303"/>
                      <a:pt x="135" y="427"/>
                    </a:cubicBezTo>
                    <a:cubicBezTo>
                      <a:pt x="177" y="535"/>
                      <a:pt x="218" y="651"/>
                      <a:pt x="260" y="759"/>
                    </a:cubicBezTo>
                    <a:cubicBezTo>
                      <a:pt x="309" y="858"/>
                      <a:pt x="367" y="966"/>
                      <a:pt x="425" y="1065"/>
                    </a:cubicBezTo>
                    <a:cubicBezTo>
                      <a:pt x="475" y="1157"/>
                      <a:pt x="550" y="1297"/>
                      <a:pt x="666" y="1306"/>
                    </a:cubicBezTo>
                    <a:cubicBezTo>
                      <a:pt x="699" y="1306"/>
                      <a:pt x="715" y="1289"/>
                      <a:pt x="724" y="1264"/>
                    </a:cubicBezTo>
                    <a:cubicBezTo>
                      <a:pt x="740" y="1157"/>
                      <a:pt x="649" y="1049"/>
                      <a:pt x="591" y="966"/>
                    </a:cubicBezTo>
                    <a:cubicBezTo>
                      <a:pt x="533" y="867"/>
                      <a:pt x="483" y="759"/>
                      <a:pt x="434" y="659"/>
                    </a:cubicBezTo>
                    <a:cubicBezTo>
                      <a:pt x="376" y="552"/>
                      <a:pt x="318" y="444"/>
                      <a:pt x="268" y="345"/>
                    </a:cubicBezTo>
                    <a:cubicBezTo>
                      <a:pt x="202" y="237"/>
                      <a:pt x="135" y="129"/>
                      <a:pt x="77" y="21"/>
                    </a:cubicBezTo>
                    <a:cubicBezTo>
                      <a:pt x="69" y="7"/>
                      <a:pt x="56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4" name="Google Shape;6694;p20"/>
              <p:cNvSpPr/>
              <p:nvPr/>
            </p:nvSpPr>
            <p:spPr>
              <a:xfrm>
                <a:off x="2794800" y="4383175"/>
                <a:ext cx="10975" cy="15275"/>
              </a:xfrm>
              <a:custGeom>
                <a:rect b="b" l="l" r="r" t="t"/>
                <a:pathLst>
                  <a:path extrusionOk="0" h="611" w="439">
                    <a:moveTo>
                      <a:pt x="45" y="1"/>
                    </a:moveTo>
                    <a:cubicBezTo>
                      <a:pt x="39" y="1"/>
                      <a:pt x="32" y="2"/>
                      <a:pt x="26" y="4"/>
                    </a:cubicBezTo>
                    <a:cubicBezTo>
                      <a:pt x="1" y="12"/>
                      <a:pt x="1" y="37"/>
                      <a:pt x="1" y="62"/>
                    </a:cubicBezTo>
                    <a:cubicBezTo>
                      <a:pt x="34" y="170"/>
                      <a:pt x="84" y="277"/>
                      <a:pt x="142" y="377"/>
                    </a:cubicBezTo>
                    <a:cubicBezTo>
                      <a:pt x="208" y="468"/>
                      <a:pt x="283" y="567"/>
                      <a:pt x="390" y="609"/>
                    </a:cubicBezTo>
                    <a:cubicBezTo>
                      <a:pt x="394" y="610"/>
                      <a:pt x="397" y="610"/>
                      <a:pt x="400" y="610"/>
                    </a:cubicBezTo>
                    <a:cubicBezTo>
                      <a:pt x="421" y="610"/>
                      <a:pt x="439" y="589"/>
                      <a:pt x="432" y="567"/>
                    </a:cubicBezTo>
                    <a:lnTo>
                      <a:pt x="432" y="567"/>
                    </a:lnTo>
                    <a:lnTo>
                      <a:pt x="432" y="576"/>
                    </a:lnTo>
                    <a:cubicBezTo>
                      <a:pt x="382" y="476"/>
                      <a:pt x="299" y="402"/>
                      <a:pt x="241" y="310"/>
                    </a:cubicBezTo>
                    <a:cubicBezTo>
                      <a:pt x="175" y="219"/>
                      <a:pt x="125" y="128"/>
                      <a:pt x="92" y="29"/>
                    </a:cubicBezTo>
                    <a:cubicBezTo>
                      <a:pt x="86" y="10"/>
                      <a:pt x="66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5" name="Google Shape;6695;p20"/>
              <p:cNvSpPr/>
              <p:nvPr/>
            </p:nvSpPr>
            <p:spPr>
              <a:xfrm>
                <a:off x="2801650" y="4398550"/>
                <a:ext cx="4775" cy="11925"/>
              </a:xfrm>
              <a:custGeom>
                <a:rect b="b" l="l" r="r" t="t"/>
                <a:pathLst>
                  <a:path extrusionOk="0" h="477" w="191">
                    <a:moveTo>
                      <a:pt x="52" y="0"/>
                    </a:moveTo>
                    <a:cubicBezTo>
                      <a:pt x="48" y="0"/>
                      <a:pt x="45" y="1"/>
                      <a:pt x="42" y="2"/>
                    </a:cubicBezTo>
                    <a:cubicBezTo>
                      <a:pt x="17" y="2"/>
                      <a:pt x="0" y="27"/>
                      <a:pt x="0" y="60"/>
                    </a:cubicBezTo>
                    <a:cubicBezTo>
                      <a:pt x="9" y="126"/>
                      <a:pt x="17" y="201"/>
                      <a:pt x="42" y="267"/>
                    </a:cubicBezTo>
                    <a:cubicBezTo>
                      <a:pt x="58" y="342"/>
                      <a:pt x="83" y="416"/>
                      <a:pt x="133" y="466"/>
                    </a:cubicBezTo>
                    <a:cubicBezTo>
                      <a:pt x="140" y="473"/>
                      <a:pt x="148" y="476"/>
                      <a:pt x="156" y="476"/>
                    </a:cubicBezTo>
                    <a:cubicBezTo>
                      <a:pt x="174" y="476"/>
                      <a:pt x="191" y="459"/>
                      <a:pt x="191" y="441"/>
                    </a:cubicBezTo>
                    <a:cubicBezTo>
                      <a:pt x="183" y="400"/>
                      <a:pt x="174" y="367"/>
                      <a:pt x="158" y="333"/>
                    </a:cubicBezTo>
                    <a:cubicBezTo>
                      <a:pt x="149" y="309"/>
                      <a:pt x="141" y="275"/>
                      <a:pt x="133" y="242"/>
                    </a:cubicBezTo>
                    <a:cubicBezTo>
                      <a:pt x="116" y="176"/>
                      <a:pt x="108" y="110"/>
                      <a:pt x="100" y="43"/>
                    </a:cubicBezTo>
                    <a:cubicBezTo>
                      <a:pt x="100" y="22"/>
                      <a:pt x="75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6" name="Google Shape;6696;p20"/>
              <p:cNvSpPr/>
              <p:nvPr/>
            </p:nvSpPr>
            <p:spPr>
              <a:xfrm>
                <a:off x="2933600" y="4432425"/>
                <a:ext cx="9800" cy="54475"/>
              </a:xfrm>
              <a:custGeom>
                <a:rect b="b" l="l" r="r" t="t"/>
                <a:pathLst>
                  <a:path extrusionOk="0" h="2179" w="392">
                    <a:moveTo>
                      <a:pt x="333" y="0"/>
                    </a:moveTo>
                    <a:cubicBezTo>
                      <a:pt x="316" y="0"/>
                      <a:pt x="299" y="9"/>
                      <a:pt x="290" y="31"/>
                    </a:cubicBezTo>
                    <a:lnTo>
                      <a:pt x="298" y="31"/>
                    </a:lnTo>
                    <a:cubicBezTo>
                      <a:pt x="158" y="362"/>
                      <a:pt x="75" y="718"/>
                      <a:pt x="42" y="1083"/>
                    </a:cubicBezTo>
                    <a:cubicBezTo>
                      <a:pt x="17" y="1265"/>
                      <a:pt x="8" y="1439"/>
                      <a:pt x="8" y="1621"/>
                    </a:cubicBezTo>
                    <a:cubicBezTo>
                      <a:pt x="0" y="1713"/>
                      <a:pt x="0" y="1804"/>
                      <a:pt x="8" y="1887"/>
                    </a:cubicBezTo>
                    <a:cubicBezTo>
                      <a:pt x="8" y="1978"/>
                      <a:pt x="8" y="2077"/>
                      <a:pt x="42" y="2160"/>
                    </a:cubicBezTo>
                    <a:cubicBezTo>
                      <a:pt x="46" y="2172"/>
                      <a:pt x="60" y="2179"/>
                      <a:pt x="75" y="2179"/>
                    </a:cubicBezTo>
                    <a:cubicBezTo>
                      <a:pt x="89" y="2179"/>
                      <a:pt x="104" y="2172"/>
                      <a:pt x="108" y="2160"/>
                    </a:cubicBezTo>
                    <a:cubicBezTo>
                      <a:pt x="166" y="2011"/>
                      <a:pt x="141" y="1812"/>
                      <a:pt x="141" y="1655"/>
                    </a:cubicBezTo>
                    <a:cubicBezTo>
                      <a:pt x="149" y="1472"/>
                      <a:pt x="158" y="1298"/>
                      <a:pt x="174" y="1116"/>
                    </a:cubicBezTo>
                    <a:cubicBezTo>
                      <a:pt x="207" y="760"/>
                      <a:pt x="265" y="403"/>
                      <a:pt x="381" y="64"/>
                    </a:cubicBezTo>
                    <a:cubicBezTo>
                      <a:pt x="392" y="27"/>
                      <a:pt x="362" y="0"/>
                      <a:pt x="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7" name="Google Shape;6697;p20"/>
              <p:cNvSpPr/>
              <p:nvPr/>
            </p:nvSpPr>
            <p:spPr>
              <a:xfrm>
                <a:off x="2937525" y="4469950"/>
                <a:ext cx="3875" cy="23125"/>
              </a:xfrm>
              <a:custGeom>
                <a:rect b="b" l="l" r="r" t="t"/>
                <a:pathLst>
                  <a:path extrusionOk="0" h="925" w="155">
                    <a:moveTo>
                      <a:pt x="112" y="1"/>
                    </a:moveTo>
                    <a:cubicBezTo>
                      <a:pt x="95" y="1"/>
                      <a:pt x="79" y="12"/>
                      <a:pt x="75" y="38"/>
                    </a:cubicBezTo>
                    <a:lnTo>
                      <a:pt x="75" y="29"/>
                    </a:lnTo>
                    <a:cubicBezTo>
                      <a:pt x="34" y="319"/>
                      <a:pt x="1" y="609"/>
                      <a:pt x="34" y="899"/>
                    </a:cubicBezTo>
                    <a:cubicBezTo>
                      <a:pt x="38" y="916"/>
                      <a:pt x="54" y="924"/>
                      <a:pt x="70" y="924"/>
                    </a:cubicBezTo>
                    <a:cubicBezTo>
                      <a:pt x="85" y="924"/>
                      <a:pt x="100" y="916"/>
                      <a:pt x="100" y="899"/>
                    </a:cubicBezTo>
                    <a:cubicBezTo>
                      <a:pt x="125" y="618"/>
                      <a:pt x="125" y="328"/>
                      <a:pt x="150" y="46"/>
                    </a:cubicBezTo>
                    <a:cubicBezTo>
                      <a:pt x="154" y="18"/>
                      <a:pt x="133" y="1"/>
                      <a:pt x="1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8" name="Google Shape;6698;p20"/>
              <p:cNvSpPr/>
              <p:nvPr/>
            </p:nvSpPr>
            <p:spPr>
              <a:xfrm>
                <a:off x="2943750" y="4484600"/>
                <a:ext cx="6425" cy="40725"/>
              </a:xfrm>
              <a:custGeom>
                <a:rect b="b" l="l" r="r" t="t"/>
                <a:pathLst>
                  <a:path extrusionOk="0" h="1629" w="257">
                    <a:moveTo>
                      <a:pt x="141" y="0"/>
                    </a:moveTo>
                    <a:cubicBezTo>
                      <a:pt x="121" y="0"/>
                      <a:pt x="99" y="13"/>
                      <a:pt x="91" y="40"/>
                    </a:cubicBezTo>
                    <a:cubicBezTo>
                      <a:pt x="33" y="305"/>
                      <a:pt x="0" y="570"/>
                      <a:pt x="17" y="844"/>
                    </a:cubicBezTo>
                    <a:cubicBezTo>
                      <a:pt x="17" y="976"/>
                      <a:pt x="33" y="1109"/>
                      <a:pt x="58" y="1241"/>
                    </a:cubicBezTo>
                    <a:cubicBezTo>
                      <a:pt x="83" y="1366"/>
                      <a:pt x="108" y="1506"/>
                      <a:pt x="182" y="1614"/>
                    </a:cubicBezTo>
                    <a:cubicBezTo>
                      <a:pt x="189" y="1624"/>
                      <a:pt x="201" y="1629"/>
                      <a:pt x="212" y="1629"/>
                    </a:cubicBezTo>
                    <a:cubicBezTo>
                      <a:pt x="230" y="1629"/>
                      <a:pt x="249" y="1618"/>
                      <a:pt x="249" y="1598"/>
                    </a:cubicBezTo>
                    <a:cubicBezTo>
                      <a:pt x="257" y="1473"/>
                      <a:pt x="224" y="1341"/>
                      <a:pt x="199" y="1225"/>
                    </a:cubicBezTo>
                    <a:cubicBezTo>
                      <a:pt x="182" y="1092"/>
                      <a:pt x="166" y="968"/>
                      <a:pt x="158" y="844"/>
                    </a:cubicBezTo>
                    <a:lnTo>
                      <a:pt x="158" y="835"/>
                    </a:lnTo>
                    <a:cubicBezTo>
                      <a:pt x="141" y="578"/>
                      <a:pt x="149" y="313"/>
                      <a:pt x="182" y="48"/>
                    </a:cubicBezTo>
                    <a:cubicBezTo>
                      <a:pt x="187" y="17"/>
                      <a:pt x="165" y="0"/>
                      <a:pt x="1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9" name="Google Shape;6699;p20"/>
              <p:cNvSpPr/>
              <p:nvPr/>
            </p:nvSpPr>
            <p:spPr>
              <a:xfrm>
                <a:off x="2953375" y="4503175"/>
                <a:ext cx="3025" cy="18250"/>
              </a:xfrm>
              <a:custGeom>
                <a:rect b="b" l="l" r="r" t="t"/>
                <a:pathLst>
                  <a:path extrusionOk="0" h="730" w="121">
                    <a:moveTo>
                      <a:pt x="40" y="1"/>
                    </a:moveTo>
                    <a:cubicBezTo>
                      <a:pt x="20" y="1"/>
                      <a:pt x="0" y="16"/>
                      <a:pt x="5" y="43"/>
                    </a:cubicBezTo>
                    <a:cubicBezTo>
                      <a:pt x="13" y="150"/>
                      <a:pt x="21" y="266"/>
                      <a:pt x="29" y="382"/>
                    </a:cubicBezTo>
                    <a:cubicBezTo>
                      <a:pt x="38" y="490"/>
                      <a:pt x="54" y="598"/>
                      <a:pt x="79" y="714"/>
                    </a:cubicBezTo>
                    <a:cubicBezTo>
                      <a:pt x="79" y="723"/>
                      <a:pt x="92" y="729"/>
                      <a:pt x="103" y="729"/>
                    </a:cubicBezTo>
                    <a:cubicBezTo>
                      <a:pt x="112" y="729"/>
                      <a:pt x="120" y="725"/>
                      <a:pt x="120" y="714"/>
                    </a:cubicBezTo>
                    <a:cubicBezTo>
                      <a:pt x="120" y="598"/>
                      <a:pt x="120" y="490"/>
                      <a:pt x="112" y="374"/>
                    </a:cubicBezTo>
                    <a:lnTo>
                      <a:pt x="79" y="34"/>
                    </a:lnTo>
                    <a:cubicBezTo>
                      <a:pt x="75" y="11"/>
                      <a:pt x="58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0" name="Google Shape;6700;p20"/>
              <p:cNvSpPr/>
              <p:nvPr/>
            </p:nvSpPr>
            <p:spPr>
              <a:xfrm>
                <a:off x="3008375" y="4488725"/>
                <a:ext cx="5400" cy="31525"/>
              </a:xfrm>
              <a:custGeom>
                <a:rect b="b" l="l" r="r" t="t"/>
                <a:pathLst>
                  <a:path extrusionOk="0" h="1261" w="216">
                    <a:moveTo>
                      <a:pt x="133" y="0"/>
                    </a:moveTo>
                    <a:cubicBezTo>
                      <a:pt x="114" y="0"/>
                      <a:pt x="95" y="8"/>
                      <a:pt x="83" y="24"/>
                    </a:cubicBezTo>
                    <a:cubicBezTo>
                      <a:pt x="33" y="99"/>
                      <a:pt x="25" y="223"/>
                      <a:pt x="17" y="306"/>
                    </a:cubicBezTo>
                    <a:cubicBezTo>
                      <a:pt x="8" y="405"/>
                      <a:pt x="0" y="513"/>
                      <a:pt x="0" y="612"/>
                    </a:cubicBezTo>
                    <a:cubicBezTo>
                      <a:pt x="0" y="819"/>
                      <a:pt x="25" y="1018"/>
                      <a:pt x="58" y="1217"/>
                    </a:cubicBezTo>
                    <a:cubicBezTo>
                      <a:pt x="62" y="1247"/>
                      <a:pt x="82" y="1260"/>
                      <a:pt x="103" y="1260"/>
                    </a:cubicBezTo>
                    <a:cubicBezTo>
                      <a:pt x="128" y="1260"/>
                      <a:pt x="154" y="1241"/>
                      <a:pt x="149" y="1209"/>
                    </a:cubicBezTo>
                    <a:cubicBezTo>
                      <a:pt x="149" y="1010"/>
                      <a:pt x="158" y="811"/>
                      <a:pt x="166" y="612"/>
                    </a:cubicBezTo>
                    <a:cubicBezTo>
                      <a:pt x="166" y="521"/>
                      <a:pt x="174" y="422"/>
                      <a:pt x="182" y="331"/>
                    </a:cubicBezTo>
                    <a:cubicBezTo>
                      <a:pt x="191" y="239"/>
                      <a:pt x="216" y="123"/>
                      <a:pt x="182" y="32"/>
                    </a:cubicBezTo>
                    <a:cubicBezTo>
                      <a:pt x="174" y="10"/>
                      <a:pt x="153" y="0"/>
                      <a:pt x="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1" name="Google Shape;6701;p20"/>
              <p:cNvSpPr/>
              <p:nvPr/>
            </p:nvSpPr>
            <p:spPr>
              <a:xfrm>
                <a:off x="3015100" y="4484575"/>
                <a:ext cx="2825" cy="10575"/>
              </a:xfrm>
              <a:custGeom>
                <a:rect b="b" l="l" r="r" t="t"/>
                <a:pathLst>
                  <a:path extrusionOk="0" h="423" w="113">
                    <a:moveTo>
                      <a:pt x="89" y="0"/>
                    </a:moveTo>
                    <a:cubicBezTo>
                      <a:pt x="79" y="0"/>
                      <a:pt x="71" y="5"/>
                      <a:pt x="71" y="16"/>
                    </a:cubicBezTo>
                    <a:cubicBezTo>
                      <a:pt x="29" y="132"/>
                      <a:pt x="21" y="256"/>
                      <a:pt x="5" y="381"/>
                    </a:cubicBezTo>
                    <a:cubicBezTo>
                      <a:pt x="0" y="407"/>
                      <a:pt x="17" y="422"/>
                      <a:pt x="36" y="422"/>
                    </a:cubicBezTo>
                    <a:cubicBezTo>
                      <a:pt x="51" y="422"/>
                      <a:pt x="67" y="412"/>
                      <a:pt x="71" y="389"/>
                    </a:cubicBezTo>
                    <a:cubicBezTo>
                      <a:pt x="79" y="331"/>
                      <a:pt x="96" y="265"/>
                      <a:pt x="96" y="207"/>
                    </a:cubicBezTo>
                    <a:cubicBezTo>
                      <a:pt x="104" y="173"/>
                      <a:pt x="104" y="140"/>
                      <a:pt x="104" y="115"/>
                    </a:cubicBezTo>
                    <a:cubicBezTo>
                      <a:pt x="112" y="82"/>
                      <a:pt x="112" y="49"/>
                      <a:pt x="112" y="16"/>
                    </a:cubicBezTo>
                    <a:cubicBezTo>
                      <a:pt x="112" y="7"/>
                      <a:pt x="100" y="0"/>
                      <a:pt x="8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2" name="Google Shape;6702;p20"/>
              <p:cNvSpPr/>
              <p:nvPr/>
            </p:nvSpPr>
            <p:spPr>
              <a:xfrm>
                <a:off x="3034875" y="4423225"/>
                <a:ext cx="3750" cy="15575"/>
              </a:xfrm>
              <a:custGeom>
                <a:rect b="b" l="l" r="r" t="t"/>
                <a:pathLst>
                  <a:path extrusionOk="0" h="623" w="150">
                    <a:moveTo>
                      <a:pt x="59" y="0"/>
                    </a:moveTo>
                    <a:cubicBezTo>
                      <a:pt x="1" y="0"/>
                      <a:pt x="1" y="86"/>
                      <a:pt x="1" y="125"/>
                    </a:cubicBezTo>
                    <a:cubicBezTo>
                      <a:pt x="1" y="183"/>
                      <a:pt x="9" y="233"/>
                      <a:pt x="9" y="283"/>
                    </a:cubicBezTo>
                    <a:cubicBezTo>
                      <a:pt x="9" y="324"/>
                      <a:pt x="9" y="374"/>
                      <a:pt x="17" y="423"/>
                    </a:cubicBezTo>
                    <a:cubicBezTo>
                      <a:pt x="17" y="473"/>
                      <a:pt x="26" y="515"/>
                      <a:pt x="26" y="564"/>
                    </a:cubicBezTo>
                    <a:cubicBezTo>
                      <a:pt x="26" y="597"/>
                      <a:pt x="34" y="622"/>
                      <a:pt x="67" y="622"/>
                    </a:cubicBezTo>
                    <a:cubicBezTo>
                      <a:pt x="92" y="622"/>
                      <a:pt x="117" y="606"/>
                      <a:pt x="117" y="581"/>
                    </a:cubicBezTo>
                    <a:cubicBezTo>
                      <a:pt x="125" y="531"/>
                      <a:pt x="142" y="481"/>
                      <a:pt x="142" y="432"/>
                    </a:cubicBezTo>
                    <a:cubicBezTo>
                      <a:pt x="150" y="382"/>
                      <a:pt x="150" y="341"/>
                      <a:pt x="150" y="291"/>
                    </a:cubicBezTo>
                    <a:cubicBezTo>
                      <a:pt x="150" y="241"/>
                      <a:pt x="142" y="183"/>
                      <a:pt x="142" y="134"/>
                    </a:cubicBezTo>
                    <a:cubicBezTo>
                      <a:pt x="133" y="109"/>
                      <a:pt x="125" y="84"/>
                      <a:pt x="125" y="59"/>
                    </a:cubicBezTo>
                    <a:cubicBezTo>
                      <a:pt x="117" y="34"/>
                      <a:pt x="100" y="1"/>
                      <a:pt x="67" y="1"/>
                    </a:cubicBezTo>
                    <a:cubicBezTo>
                      <a:pt x="64" y="1"/>
                      <a:pt x="61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3" name="Google Shape;6703;p20"/>
              <p:cNvSpPr/>
              <p:nvPr/>
            </p:nvSpPr>
            <p:spPr>
              <a:xfrm>
                <a:off x="3038400" y="4420250"/>
                <a:ext cx="4575" cy="10725"/>
              </a:xfrm>
              <a:custGeom>
                <a:rect b="b" l="l" r="r" t="t"/>
                <a:pathLst>
                  <a:path extrusionOk="0" h="429" w="183">
                    <a:moveTo>
                      <a:pt x="109" y="1"/>
                    </a:moveTo>
                    <a:cubicBezTo>
                      <a:pt x="95" y="1"/>
                      <a:pt x="81" y="6"/>
                      <a:pt x="75" y="12"/>
                    </a:cubicBezTo>
                    <a:cubicBezTo>
                      <a:pt x="67" y="37"/>
                      <a:pt x="59" y="54"/>
                      <a:pt x="59" y="79"/>
                    </a:cubicBezTo>
                    <a:cubicBezTo>
                      <a:pt x="59" y="87"/>
                      <a:pt x="59" y="103"/>
                      <a:pt x="59" y="112"/>
                    </a:cubicBezTo>
                    <a:lnTo>
                      <a:pt x="59" y="128"/>
                    </a:lnTo>
                    <a:lnTo>
                      <a:pt x="59" y="153"/>
                    </a:lnTo>
                    <a:cubicBezTo>
                      <a:pt x="59" y="161"/>
                      <a:pt x="59" y="178"/>
                      <a:pt x="59" y="195"/>
                    </a:cubicBezTo>
                    <a:cubicBezTo>
                      <a:pt x="59" y="203"/>
                      <a:pt x="50" y="219"/>
                      <a:pt x="50" y="236"/>
                    </a:cubicBezTo>
                    <a:cubicBezTo>
                      <a:pt x="50" y="236"/>
                      <a:pt x="50" y="244"/>
                      <a:pt x="50" y="253"/>
                    </a:cubicBezTo>
                    <a:lnTo>
                      <a:pt x="42" y="269"/>
                    </a:lnTo>
                    <a:cubicBezTo>
                      <a:pt x="34" y="294"/>
                      <a:pt x="25" y="319"/>
                      <a:pt x="17" y="344"/>
                    </a:cubicBezTo>
                    <a:cubicBezTo>
                      <a:pt x="1" y="377"/>
                      <a:pt x="17" y="410"/>
                      <a:pt x="42" y="426"/>
                    </a:cubicBezTo>
                    <a:cubicBezTo>
                      <a:pt x="48" y="428"/>
                      <a:pt x="54" y="429"/>
                      <a:pt x="59" y="429"/>
                    </a:cubicBezTo>
                    <a:cubicBezTo>
                      <a:pt x="86" y="429"/>
                      <a:pt x="111" y="414"/>
                      <a:pt x="125" y="393"/>
                    </a:cubicBezTo>
                    <a:cubicBezTo>
                      <a:pt x="150" y="335"/>
                      <a:pt x="175" y="269"/>
                      <a:pt x="175" y="203"/>
                    </a:cubicBezTo>
                    <a:cubicBezTo>
                      <a:pt x="183" y="170"/>
                      <a:pt x="183" y="137"/>
                      <a:pt x="175" y="103"/>
                    </a:cubicBezTo>
                    <a:cubicBezTo>
                      <a:pt x="175" y="87"/>
                      <a:pt x="175" y="79"/>
                      <a:pt x="166" y="62"/>
                    </a:cubicBezTo>
                    <a:cubicBezTo>
                      <a:pt x="166" y="29"/>
                      <a:pt x="150" y="12"/>
                      <a:pt x="125" y="4"/>
                    </a:cubicBezTo>
                    <a:cubicBezTo>
                      <a:pt x="120" y="2"/>
                      <a:pt x="114" y="1"/>
                      <a:pt x="1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4" name="Google Shape;6704;p20"/>
              <p:cNvSpPr/>
              <p:nvPr/>
            </p:nvSpPr>
            <p:spPr>
              <a:xfrm>
                <a:off x="3052700" y="4401775"/>
                <a:ext cx="3750" cy="15750"/>
              </a:xfrm>
              <a:custGeom>
                <a:rect b="b" l="l" r="r" t="t"/>
                <a:pathLst>
                  <a:path extrusionOk="0" h="630" w="150">
                    <a:moveTo>
                      <a:pt x="73" y="0"/>
                    </a:moveTo>
                    <a:cubicBezTo>
                      <a:pt x="58" y="0"/>
                      <a:pt x="46" y="7"/>
                      <a:pt x="42" y="22"/>
                    </a:cubicBezTo>
                    <a:cubicBezTo>
                      <a:pt x="25" y="72"/>
                      <a:pt x="33" y="122"/>
                      <a:pt x="25" y="163"/>
                    </a:cubicBezTo>
                    <a:cubicBezTo>
                      <a:pt x="25" y="213"/>
                      <a:pt x="33" y="254"/>
                      <a:pt x="25" y="304"/>
                    </a:cubicBezTo>
                    <a:cubicBezTo>
                      <a:pt x="25" y="395"/>
                      <a:pt x="17" y="486"/>
                      <a:pt x="9" y="577"/>
                    </a:cubicBezTo>
                    <a:cubicBezTo>
                      <a:pt x="0" y="602"/>
                      <a:pt x="17" y="627"/>
                      <a:pt x="42" y="627"/>
                    </a:cubicBezTo>
                    <a:cubicBezTo>
                      <a:pt x="46" y="628"/>
                      <a:pt x="50" y="629"/>
                      <a:pt x="55" y="629"/>
                    </a:cubicBezTo>
                    <a:cubicBezTo>
                      <a:pt x="75" y="629"/>
                      <a:pt x="91" y="614"/>
                      <a:pt x="91" y="594"/>
                    </a:cubicBezTo>
                    <a:cubicBezTo>
                      <a:pt x="116" y="503"/>
                      <a:pt x="133" y="403"/>
                      <a:pt x="141" y="312"/>
                    </a:cubicBezTo>
                    <a:cubicBezTo>
                      <a:pt x="141" y="262"/>
                      <a:pt x="149" y="213"/>
                      <a:pt x="141" y="163"/>
                    </a:cubicBezTo>
                    <a:cubicBezTo>
                      <a:pt x="133" y="113"/>
                      <a:pt x="133" y="64"/>
                      <a:pt x="116" y="22"/>
                    </a:cubicBezTo>
                    <a:cubicBezTo>
                      <a:pt x="107" y="9"/>
                      <a:pt x="89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5" name="Google Shape;6705;p20"/>
              <p:cNvSpPr/>
              <p:nvPr/>
            </p:nvSpPr>
            <p:spPr>
              <a:xfrm>
                <a:off x="2985175" y="4322975"/>
                <a:ext cx="3550" cy="7500"/>
              </a:xfrm>
              <a:custGeom>
                <a:rect b="b" l="l" r="r" t="t"/>
                <a:pathLst>
                  <a:path extrusionOk="0" h="300" w="142">
                    <a:moveTo>
                      <a:pt x="108" y="1"/>
                    </a:moveTo>
                    <a:cubicBezTo>
                      <a:pt x="83" y="1"/>
                      <a:pt x="66" y="17"/>
                      <a:pt x="66" y="34"/>
                    </a:cubicBezTo>
                    <a:cubicBezTo>
                      <a:pt x="58" y="84"/>
                      <a:pt x="50" y="108"/>
                      <a:pt x="33" y="150"/>
                    </a:cubicBezTo>
                    <a:cubicBezTo>
                      <a:pt x="33" y="166"/>
                      <a:pt x="25" y="183"/>
                      <a:pt x="17" y="200"/>
                    </a:cubicBezTo>
                    <a:cubicBezTo>
                      <a:pt x="8" y="224"/>
                      <a:pt x="8" y="249"/>
                      <a:pt x="0" y="266"/>
                    </a:cubicBezTo>
                    <a:cubicBezTo>
                      <a:pt x="0" y="274"/>
                      <a:pt x="8" y="291"/>
                      <a:pt x="17" y="299"/>
                    </a:cubicBezTo>
                    <a:cubicBezTo>
                      <a:pt x="25" y="299"/>
                      <a:pt x="42" y="299"/>
                      <a:pt x="50" y="291"/>
                    </a:cubicBezTo>
                    <a:cubicBezTo>
                      <a:pt x="66" y="274"/>
                      <a:pt x="75" y="249"/>
                      <a:pt x="83" y="233"/>
                    </a:cubicBezTo>
                    <a:cubicBezTo>
                      <a:pt x="91" y="216"/>
                      <a:pt x="100" y="191"/>
                      <a:pt x="108" y="175"/>
                    </a:cubicBezTo>
                    <a:cubicBezTo>
                      <a:pt x="124" y="133"/>
                      <a:pt x="133" y="92"/>
                      <a:pt x="141" y="50"/>
                    </a:cubicBezTo>
                    <a:cubicBezTo>
                      <a:pt x="141" y="26"/>
                      <a:pt x="124" y="9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6" name="Google Shape;6706;p20"/>
              <p:cNvSpPr/>
              <p:nvPr/>
            </p:nvSpPr>
            <p:spPr>
              <a:xfrm>
                <a:off x="2986825" y="4305750"/>
                <a:ext cx="3125" cy="10875"/>
              </a:xfrm>
              <a:custGeom>
                <a:rect b="b" l="l" r="r" t="t"/>
                <a:pathLst>
                  <a:path extrusionOk="0" h="435" w="125">
                    <a:moveTo>
                      <a:pt x="71" y="0"/>
                    </a:moveTo>
                    <a:cubicBezTo>
                      <a:pt x="46" y="0"/>
                      <a:pt x="32" y="22"/>
                      <a:pt x="25" y="43"/>
                    </a:cubicBezTo>
                    <a:cubicBezTo>
                      <a:pt x="9" y="101"/>
                      <a:pt x="0" y="168"/>
                      <a:pt x="0" y="226"/>
                    </a:cubicBezTo>
                    <a:cubicBezTo>
                      <a:pt x="0" y="259"/>
                      <a:pt x="9" y="292"/>
                      <a:pt x="17" y="325"/>
                    </a:cubicBezTo>
                    <a:cubicBezTo>
                      <a:pt x="17" y="342"/>
                      <a:pt x="17" y="358"/>
                      <a:pt x="25" y="367"/>
                    </a:cubicBezTo>
                    <a:cubicBezTo>
                      <a:pt x="34" y="383"/>
                      <a:pt x="42" y="400"/>
                      <a:pt x="42" y="416"/>
                    </a:cubicBezTo>
                    <a:cubicBezTo>
                      <a:pt x="50" y="428"/>
                      <a:pt x="63" y="434"/>
                      <a:pt x="74" y="434"/>
                    </a:cubicBezTo>
                    <a:cubicBezTo>
                      <a:pt x="88" y="434"/>
                      <a:pt x="100" y="426"/>
                      <a:pt x="100" y="408"/>
                    </a:cubicBezTo>
                    <a:cubicBezTo>
                      <a:pt x="100" y="391"/>
                      <a:pt x="108" y="375"/>
                      <a:pt x="108" y="367"/>
                    </a:cubicBezTo>
                    <a:cubicBezTo>
                      <a:pt x="108" y="350"/>
                      <a:pt x="108" y="325"/>
                      <a:pt x="108" y="309"/>
                    </a:cubicBezTo>
                    <a:cubicBezTo>
                      <a:pt x="108" y="284"/>
                      <a:pt x="108" y="259"/>
                      <a:pt x="108" y="226"/>
                    </a:cubicBezTo>
                    <a:cubicBezTo>
                      <a:pt x="108" y="168"/>
                      <a:pt x="116" y="110"/>
                      <a:pt x="125" y="52"/>
                    </a:cubicBezTo>
                    <a:cubicBezTo>
                      <a:pt x="125" y="27"/>
                      <a:pt x="108" y="2"/>
                      <a:pt x="83" y="2"/>
                    </a:cubicBezTo>
                    <a:cubicBezTo>
                      <a:pt x="79" y="1"/>
                      <a:pt x="75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7" name="Google Shape;6707;p20"/>
              <p:cNvSpPr/>
              <p:nvPr/>
            </p:nvSpPr>
            <p:spPr>
              <a:xfrm>
                <a:off x="3064500" y="4260525"/>
                <a:ext cx="3350" cy="15325"/>
              </a:xfrm>
              <a:custGeom>
                <a:rect b="b" l="l" r="r" t="t"/>
                <a:pathLst>
                  <a:path extrusionOk="0" h="613" w="134">
                    <a:moveTo>
                      <a:pt x="85" y="0"/>
                    </a:moveTo>
                    <a:cubicBezTo>
                      <a:pt x="71" y="0"/>
                      <a:pt x="58" y="7"/>
                      <a:pt x="50" y="21"/>
                    </a:cubicBezTo>
                    <a:cubicBezTo>
                      <a:pt x="42" y="63"/>
                      <a:pt x="34" y="104"/>
                      <a:pt x="25" y="154"/>
                    </a:cubicBezTo>
                    <a:cubicBezTo>
                      <a:pt x="17" y="195"/>
                      <a:pt x="17" y="245"/>
                      <a:pt x="17" y="295"/>
                    </a:cubicBezTo>
                    <a:cubicBezTo>
                      <a:pt x="9" y="386"/>
                      <a:pt x="9" y="485"/>
                      <a:pt x="1" y="577"/>
                    </a:cubicBezTo>
                    <a:cubicBezTo>
                      <a:pt x="1" y="599"/>
                      <a:pt x="18" y="612"/>
                      <a:pt x="35" y="612"/>
                    </a:cubicBezTo>
                    <a:cubicBezTo>
                      <a:pt x="49" y="612"/>
                      <a:pt x="63" y="603"/>
                      <a:pt x="67" y="585"/>
                    </a:cubicBezTo>
                    <a:cubicBezTo>
                      <a:pt x="83" y="494"/>
                      <a:pt x="92" y="394"/>
                      <a:pt x="108" y="303"/>
                    </a:cubicBezTo>
                    <a:cubicBezTo>
                      <a:pt x="117" y="212"/>
                      <a:pt x="133" y="121"/>
                      <a:pt x="125" y="30"/>
                    </a:cubicBezTo>
                    <a:cubicBezTo>
                      <a:pt x="120" y="11"/>
                      <a:pt x="102" y="0"/>
                      <a:pt x="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8" name="Google Shape;6708;p20"/>
              <p:cNvSpPr/>
              <p:nvPr/>
            </p:nvSpPr>
            <p:spPr>
              <a:xfrm>
                <a:off x="2948100" y="4441100"/>
                <a:ext cx="5200" cy="20100"/>
              </a:xfrm>
              <a:custGeom>
                <a:rect b="b" l="l" r="r" t="t"/>
                <a:pathLst>
                  <a:path extrusionOk="0" h="804" w="208">
                    <a:moveTo>
                      <a:pt x="132" y="0"/>
                    </a:moveTo>
                    <a:cubicBezTo>
                      <a:pt x="111" y="0"/>
                      <a:pt x="90" y="8"/>
                      <a:pt x="75" y="23"/>
                    </a:cubicBezTo>
                    <a:cubicBezTo>
                      <a:pt x="42" y="73"/>
                      <a:pt x="42" y="156"/>
                      <a:pt x="33" y="206"/>
                    </a:cubicBezTo>
                    <a:cubicBezTo>
                      <a:pt x="25" y="272"/>
                      <a:pt x="17" y="338"/>
                      <a:pt x="8" y="396"/>
                    </a:cubicBezTo>
                    <a:cubicBezTo>
                      <a:pt x="0" y="520"/>
                      <a:pt x="8" y="645"/>
                      <a:pt x="17" y="769"/>
                    </a:cubicBezTo>
                    <a:cubicBezTo>
                      <a:pt x="17" y="793"/>
                      <a:pt x="32" y="803"/>
                      <a:pt x="48" y="803"/>
                    </a:cubicBezTo>
                    <a:cubicBezTo>
                      <a:pt x="67" y="803"/>
                      <a:pt x="87" y="791"/>
                      <a:pt x="91" y="769"/>
                    </a:cubicBezTo>
                    <a:cubicBezTo>
                      <a:pt x="100" y="653"/>
                      <a:pt x="124" y="529"/>
                      <a:pt x="141" y="404"/>
                    </a:cubicBezTo>
                    <a:cubicBezTo>
                      <a:pt x="149" y="346"/>
                      <a:pt x="166" y="288"/>
                      <a:pt x="174" y="230"/>
                    </a:cubicBezTo>
                    <a:cubicBezTo>
                      <a:pt x="182" y="164"/>
                      <a:pt x="207" y="98"/>
                      <a:pt x="191" y="40"/>
                    </a:cubicBezTo>
                    <a:cubicBezTo>
                      <a:pt x="182" y="13"/>
                      <a:pt x="157" y="0"/>
                      <a:pt x="1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9" name="Google Shape;6709;p20"/>
              <p:cNvSpPr/>
              <p:nvPr/>
            </p:nvSpPr>
            <p:spPr>
              <a:xfrm>
                <a:off x="2954100" y="4447550"/>
                <a:ext cx="2925" cy="10100"/>
              </a:xfrm>
              <a:custGeom>
                <a:rect b="b" l="l" r="r" t="t"/>
                <a:pathLst>
                  <a:path extrusionOk="0" h="404" w="117">
                    <a:moveTo>
                      <a:pt x="88" y="0"/>
                    </a:moveTo>
                    <a:cubicBezTo>
                      <a:pt x="75" y="0"/>
                      <a:pt x="62" y="7"/>
                      <a:pt x="58" y="22"/>
                    </a:cubicBezTo>
                    <a:cubicBezTo>
                      <a:pt x="42" y="72"/>
                      <a:pt x="25" y="130"/>
                      <a:pt x="25" y="188"/>
                    </a:cubicBezTo>
                    <a:cubicBezTo>
                      <a:pt x="17" y="238"/>
                      <a:pt x="9" y="296"/>
                      <a:pt x="0" y="354"/>
                    </a:cubicBezTo>
                    <a:cubicBezTo>
                      <a:pt x="0" y="378"/>
                      <a:pt x="17" y="403"/>
                      <a:pt x="42" y="403"/>
                    </a:cubicBezTo>
                    <a:cubicBezTo>
                      <a:pt x="67" y="403"/>
                      <a:pt x="91" y="387"/>
                      <a:pt x="91" y="362"/>
                    </a:cubicBezTo>
                    <a:cubicBezTo>
                      <a:pt x="100" y="304"/>
                      <a:pt x="108" y="254"/>
                      <a:pt x="116" y="196"/>
                    </a:cubicBezTo>
                    <a:cubicBezTo>
                      <a:pt x="116" y="138"/>
                      <a:pt x="116" y="80"/>
                      <a:pt x="116" y="22"/>
                    </a:cubicBezTo>
                    <a:cubicBezTo>
                      <a:pt x="116" y="9"/>
                      <a:pt x="102" y="0"/>
                      <a:pt x="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0" name="Google Shape;6710;p20"/>
              <p:cNvSpPr/>
              <p:nvPr/>
            </p:nvSpPr>
            <p:spPr>
              <a:xfrm>
                <a:off x="2962900" y="4509800"/>
                <a:ext cx="3450" cy="23925"/>
              </a:xfrm>
              <a:custGeom>
                <a:rect b="b" l="l" r="r" t="t"/>
                <a:pathLst>
                  <a:path extrusionOk="0" h="957" w="138">
                    <a:moveTo>
                      <a:pt x="70" y="1"/>
                    </a:moveTo>
                    <a:cubicBezTo>
                      <a:pt x="59" y="1"/>
                      <a:pt x="46" y="8"/>
                      <a:pt x="46" y="18"/>
                    </a:cubicBezTo>
                    <a:cubicBezTo>
                      <a:pt x="21" y="167"/>
                      <a:pt x="38" y="316"/>
                      <a:pt x="38" y="465"/>
                    </a:cubicBezTo>
                    <a:cubicBezTo>
                      <a:pt x="29" y="614"/>
                      <a:pt x="21" y="772"/>
                      <a:pt x="5" y="921"/>
                    </a:cubicBezTo>
                    <a:cubicBezTo>
                      <a:pt x="0" y="944"/>
                      <a:pt x="18" y="956"/>
                      <a:pt x="37" y="956"/>
                    </a:cubicBezTo>
                    <a:cubicBezTo>
                      <a:pt x="52" y="956"/>
                      <a:pt x="67" y="948"/>
                      <a:pt x="71" y="929"/>
                    </a:cubicBezTo>
                    <a:cubicBezTo>
                      <a:pt x="104" y="772"/>
                      <a:pt x="129" y="623"/>
                      <a:pt x="137" y="465"/>
                    </a:cubicBezTo>
                    <a:cubicBezTo>
                      <a:pt x="137" y="308"/>
                      <a:pt x="137" y="159"/>
                      <a:pt x="87" y="10"/>
                    </a:cubicBezTo>
                    <a:cubicBezTo>
                      <a:pt x="84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1" name="Google Shape;6711;p20"/>
              <p:cNvSpPr/>
              <p:nvPr/>
            </p:nvSpPr>
            <p:spPr>
              <a:xfrm>
                <a:off x="2967975" y="4508450"/>
                <a:ext cx="3350" cy="16700"/>
              </a:xfrm>
              <a:custGeom>
                <a:rect b="b" l="l" r="r" t="t"/>
                <a:pathLst>
                  <a:path extrusionOk="0" h="668" w="134">
                    <a:moveTo>
                      <a:pt x="102" y="0"/>
                    </a:moveTo>
                    <a:cubicBezTo>
                      <a:pt x="88" y="0"/>
                      <a:pt x="71" y="9"/>
                      <a:pt x="67" y="22"/>
                    </a:cubicBezTo>
                    <a:cubicBezTo>
                      <a:pt x="25" y="221"/>
                      <a:pt x="17" y="420"/>
                      <a:pt x="0" y="619"/>
                    </a:cubicBezTo>
                    <a:cubicBezTo>
                      <a:pt x="0" y="651"/>
                      <a:pt x="24" y="668"/>
                      <a:pt x="46" y="668"/>
                    </a:cubicBezTo>
                    <a:cubicBezTo>
                      <a:pt x="63" y="668"/>
                      <a:pt x="80" y="657"/>
                      <a:pt x="83" y="635"/>
                    </a:cubicBezTo>
                    <a:cubicBezTo>
                      <a:pt x="100" y="428"/>
                      <a:pt x="133" y="229"/>
                      <a:pt x="125" y="22"/>
                    </a:cubicBezTo>
                    <a:cubicBezTo>
                      <a:pt x="125" y="7"/>
                      <a:pt x="114" y="0"/>
                      <a:pt x="1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2" name="Google Shape;6712;p20"/>
              <p:cNvSpPr/>
              <p:nvPr/>
            </p:nvSpPr>
            <p:spPr>
              <a:xfrm>
                <a:off x="2987350" y="4503875"/>
                <a:ext cx="19800" cy="40775"/>
              </a:xfrm>
              <a:custGeom>
                <a:rect b="b" l="l" r="r" t="t"/>
                <a:pathLst>
                  <a:path extrusionOk="0" h="1631" w="792">
                    <a:moveTo>
                      <a:pt x="608" y="1"/>
                    </a:moveTo>
                    <a:cubicBezTo>
                      <a:pt x="579" y="1"/>
                      <a:pt x="552" y="28"/>
                      <a:pt x="568" y="64"/>
                    </a:cubicBezTo>
                    <a:cubicBezTo>
                      <a:pt x="601" y="197"/>
                      <a:pt x="559" y="338"/>
                      <a:pt x="518" y="462"/>
                    </a:cubicBezTo>
                    <a:cubicBezTo>
                      <a:pt x="468" y="586"/>
                      <a:pt x="410" y="702"/>
                      <a:pt x="361" y="827"/>
                    </a:cubicBezTo>
                    <a:cubicBezTo>
                      <a:pt x="245" y="1067"/>
                      <a:pt x="95" y="1299"/>
                      <a:pt x="13" y="1556"/>
                    </a:cubicBezTo>
                    <a:cubicBezTo>
                      <a:pt x="1" y="1597"/>
                      <a:pt x="36" y="1630"/>
                      <a:pt x="72" y="1630"/>
                    </a:cubicBezTo>
                    <a:cubicBezTo>
                      <a:pt x="86" y="1630"/>
                      <a:pt x="100" y="1625"/>
                      <a:pt x="112" y="1614"/>
                    </a:cubicBezTo>
                    <a:cubicBezTo>
                      <a:pt x="303" y="1390"/>
                      <a:pt x="427" y="1100"/>
                      <a:pt x="551" y="835"/>
                    </a:cubicBezTo>
                    <a:cubicBezTo>
                      <a:pt x="659" y="578"/>
                      <a:pt x="791" y="296"/>
                      <a:pt x="659" y="31"/>
                    </a:cubicBezTo>
                    <a:lnTo>
                      <a:pt x="651" y="31"/>
                    </a:lnTo>
                    <a:cubicBezTo>
                      <a:pt x="641" y="10"/>
                      <a:pt x="625" y="1"/>
                      <a:pt x="6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3" name="Google Shape;6713;p20"/>
              <p:cNvSpPr/>
              <p:nvPr/>
            </p:nvSpPr>
            <p:spPr>
              <a:xfrm>
                <a:off x="2974600" y="4538025"/>
                <a:ext cx="6150" cy="19500"/>
              </a:xfrm>
              <a:custGeom>
                <a:rect b="b" l="l" r="r" t="t"/>
                <a:pathLst>
                  <a:path extrusionOk="0" h="780" w="246">
                    <a:moveTo>
                      <a:pt x="200" y="1"/>
                    </a:moveTo>
                    <a:cubicBezTo>
                      <a:pt x="179" y="1"/>
                      <a:pt x="157" y="14"/>
                      <a:pt x="150" y="41"/>
                    </a:cubicBezTo>
                    <a:cubicBezTo>
                      <a:pt x="125" y="157"/>
                      <a:pt x="92" y="273"/>
                      <a:pt x="67" y="397"/>
                    </a:cubicBezTo>
                    <a:cubicBezTo>
                      <a:pt x="50" y="455"/>
                      <a:pt x="42" y="513"/>
                      <a:pt x="25" y="571"/>
                    </a:cubicBezTo>
                    <a:cubicBezTo>
                      <a:pt x="17" y="629"/>
                      <a:pt x="1" y="687"/>
                      <a:pt x="9" y="753"/>
                    </a:cubicBezTo>
                    <a:cubicBezTo>
                      <a:pt x="9" y="771"/>
                      <a:pt x="23" y="779"/>
                      <a:pt x="39" y="779"/>
                    </a:cubicBezTo>
                    <a:cubicBezTo>
                      <a:pt x="53" y="779"/>
                      <a:pt x="67" y="773"/>
                      <a:pt x="75" y="761"/>
                    </a:cubicBezTo>
                    <a:cubicBezTo>
                      <a:pt x="100" y="703"/>
                      <a:pt x="117" y="645"/>
                      <a:pt x="125" y="587"/>
                    </a:cubicBezTo>
                    <a:cubicBezTo>
                      <a:pt x="141" y="529"/>
                      <a:pt x="150" y="463"/>
                      <a:pt x="166" y="405"/>
                    </a:cubicBezTo>
                    <a:cubicBezTo>
                      <a:pt x="191" y="289"/>
                      <a:pt x="216" y="173"/>
                      <a:pt x="241" y="49"/>
                    </a:cubicBezTo>
                    <a:cubicBezTo>
                      <a:pt x="245" y="18"/>
                      <a:pt x="224" y="1"/>
                      <a:pt x="2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4" name="Google Shape;6714;p20"/>
              <p:cNvSpPr/>
              <p:nvPr/>
            </p:nvSpPr>
            <p:spPr>
              <a:xfrm>
                <a:off x="2805375" y="4479675"/>
                <a:ext cx="11175" cy="41650"/>
              </a:xfrm>
              <a:custGeom>
                <a:rect b="b" l="l" r="r" t="t"/>
                <a:pathLst>
                  <a:path extrusionOk="0" h="1666" w="447">
                    <a:moveTo>
                      <a:pt x="396" y="0"/>
                    </a:moveTo>
                    <a:cubicBezTo>
                      <a:pt x="391" y="0"/>
                      <a:pt x="386" y="2"/>
                      <a:pt x="382" y="5"/>
                    </a:cubicBezTo>
                    <a:cubicBezTo>
                      <a:pt x="266" y="63"/>
                      <a:pt x="199" y="204"/>
                      <a:pt x="141" y="311"/>
                    </a:cubicBezTo>
                    <a:cubicBezTo>
                      <a:pt x="83" y="444"/>
                      <a:pt x="50" y="593"/>
                      <a:pt x="25" y="734"/>
                    </a:cubicBezTo>
                    <a:cubicBezTo>
                      <a:pt x="0" y="891"/>
                      <a:pt x="0" y="1049"/>
                      <a:pt x="9" y="1215"/>
                    </a:cubicBezTo>
                    <a:cubicBezTo>
                      <a:pt x="17" y="1347"/>
                      <a:pt x="34" y="1554"/>
                      <a:pt x="141" y="1654"/>
                    </a:cubicBezTo>
                    <a:cubicBezTo>
                      <a:pt x="150" y="1662"/>
                      <a:pt x="160" y="1666"/>
                      <a:pt x="169" y="1666"/>
                    </a:cubicBezTo>
                    <a:cubicBezTo>
                      <a:pt x="187" y="1666"/>
                      <a:pt x="205" y="1653"/>
                      <a:pt x="216" y="1637"/>
                    </a:cubicBezTo>
                    <a:cubicBezTo>
                      <a:pt x="241" y="1579"/>
                      <a:pt x="241" y="1496"/>
                      <a:pt x="232" y="1430"/>
                    </a:cubicBezTo>
                    <a:cubicBezTo>
                      <a:pt x="232" y="1355"/>
                      <a:pt x="224" y="1281"/>
                      <a:pt x="216" y="1198"/>
                    </a:cubicBezTo>
                    <a:cubicBezTo>
                      <a:pt x="208" y="1057"/>
                      <a:pt x="199" y="916"/>
                      <a:pt x="216" y="767"/>
                    </a:cubicBezTo>
                    <a:cubicBezTo>
                      <a:pt x="232" y="643"/>
                      <a:pt x="266" y="527"/>
                      <a:pt x="299" y="403"/>
                    </a:cubicBezTo>
                    <a:cubicBezTo>
                      <a:pt x="324" y="345"/>
                      <a:pt x="348" y="278"/>
                      <a:pt x="373" y="220"/>
                    </a:cubicBezTo>
                    <a:cubicBezTo>
                      <a:pt x="398" y="171"/>
                      <a:pt x="431" y="113"/>
                      <a:pt x="440" y="55"/>
                    </a:cubicBezTo>
                    <a:cubicBezTo>
                      <a:pt x="446" y="28"/>
                      <a:pt x="420" y="0"/>
                      <a:pt x="3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5" name="Google Shape;6715;p20"/>
              <p:cNvSpPr/>
              <p:nvPr/>
            </p:nvSpPr>
            <p:spPr>
              <a:xfrm>
                <a:off x="2812825" y="4499850"/>
                <a:ext cx="3750" cy="20675"/>
              </a:xfrm>
              <a:custGeom>
                <a:rect b="b" l="l" r="r" t="t"/>
                <a:pathLst>
                  <a:path extrusionOk="0" h="827" w="150">
                    <a:moveTo>
                      <a:pt x="59" y="1"/>
                    </a:moveTo>
                    <a:cubicBezTo>
                      <a:pt x="35" y="1"/>
                      <a:pt x="13" y="14"/>
                      <a:pt x="9" y="43"/>
                    </a:cubicBezTo>
                    <a:cubicBezTo>
                      <a:pt x="1" y="176"/>
                      <a:pt x="1" y="308"/>
                      <a:pt x="1" y="432"/>
                    </a:cubicBezTo>
                    <a:cubicBezTo>
                      <a:pt x="9" y="499"/>
                      <a:pt x="17" y="557"/>
                      <a:pt x="26" y="615"/>
                    </a:cubicBezTo>
                    <a:cubicBezTo>
                      <a:pt x="34" y="681"/>
                      <a:pt x="42" y="747"/>
                      <a:pt x="75" y="805"/>
                    </a:cubicBezTo>
                    <a:cubicBezTo>
                      <a:pt x="82" y="820"/>
                      <a:pt x="95" y="826"/>
                      <a:pt x="106" y="826"/>
                    </a:cubicBezTo>
                    <a:cubicBezTo>
                      <a:pt x="122" y="826"/>
                      <a:pt x="137" y="816"/>
                      <a:pt x="142" y="797"/>
                    </a:cubicBezTo>
                    <a:cubicBezTo>
                      <a:pt x="150" y="739"/>
                      <a:pt x="142" y="681"/>
                      <a:pt x="142" y="615"/>
                    </a:cubicBezTo>
                    <a:cubicBezTo>
                      <a:pt x="133" y="557"/>
                      <a:pt x="133" y="490"/>
                      <a:pt x="125" y="432"/>
                    </a:cubicBezTo>
                    <a:cubicBezTo>
                      <a:pt x="117" y="308"/>
                      <a:pt x="117" y="184"/>
                      <a:pt x="117" y="60"/>
                    </a:cubicBezTo>
                    <a:cubicBezTo>
                      <a:pt x="121" y="22"/>
                      <a:pt x="89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6" name="Google Shape;6716;p20"/>
              <p:cNvSpPr/>
              <p:nvPr/>
            </p:nvSpPr>
            <p:spPr>
              <a:xfrm>
                <a:off x="2897950" y="4492075"/>
                <a:ext cx="8325" cy="42275"/>
              </a:xfrm>
              <a:custGeom>
                <a:rect b="b" l="l" r="r" t="t"/>
                <a:pathLst>
                  <a:path extrusionOk="0" h="1691" w="333">
                    <a:moveTo>
                      <a:pt x="243" y="1"/>
                    </a:moveTo>
                    <a:cubicBezTo>
                      <a:pt x="232" y="1"/>
                      <a:pt x="221" y="5"/>
                      <a:pt x="216" y="14"/>
                    </a:cubicBezTo>
                    <a:cubicBezTo>
                      <a:pt x="167" y="81"/>
                      <a:pt x="192" y="197"/>
                      <a:pt x="192" y="271"/>
                    </a:cubicBezTo>
                    <a:cubicBezTo>
                      <a:pt x="192" y="346"/>
                      <a:pt x="192" y="429"/>
                      <a:pt x="183" y="503"/>
                    </a:cubicBezTo>
                    <a:cubicBezTo>
                      <a:pt x="175" y="487"/>
                      <a:pt x="175" y="462"/>
                      <a:pt x="158" y="445"/>
                    </a:cubicBezTo>
                    <a:cubicBezTo>
                      <a:pt x="154" y="433"/>
                      <a:pt x="144" y="426"/>
                      <a:pt x="133" y="426"/>
                    </a:cubicBezTo>
                    <a:cubicBezTo>
                      <a:pt x="121" y="426"/>
                      <a:pt x="109" y="433"/>
                      <a:pt x="100" y="445"/>
                    </a:cubicBezTo>
                    <a:cubicBezTo>
                      <a:pt x="84" y="487"/>
                      <a:pt x="84" y="536"/>
                      <a:pt x="84" y="586"/>
                    </a:cubicBezTo>
                    <a:cubicBezTo>
                      <a:pt x="76" y="636"/>
                      <a:pt x="76" y="685"/>
                      <a:pt x="76" y="743"/>
                    </a:cubicBezTo>
                    <a:cubicBezTo>
                      <a:pt x="76" y="843"/>
                      <a:pt x="67" y="942"/>
                      <a:pt x="59" y="1042"/>
                    </a:cubicBezTo>
                    <a:cubicBezTo>
                      <a:pt x="42" y="1249"/>
                      <a:pt x="34" y="1456"/>
                      <a:pt x="1" y="1655"/>
                    </a:cubicBezTo>
                    <a:cubicBezTo>
                      <a:pt x="1" y="1678"/>
                      <a:pt x="19" y="1690"/>
                      <a:pt x="36" y="1690"/>
                    </a:cubicBezTo>
                    <a:cubicBezTo>
                      <a:pt x="50" y="1690"/>
                      <a:pt x="64" y="1682"/>
                      <a:pt x="67" y="1663"/>
                    </a:cubicBezTo>
                    <a:cubicBezTo>
                      <a:pt x="109" y="1497"/>
                      <a:pt x="142" y="1332"/>
                      <a:pt x="167" y="1166"/>
                    </a:cubicBezTo>
                    <a:cubicBezTo>
                      <a:pt x="183" y="1166"/>
                      <a:pt x="208" y="1158"/>
                      <a:pt x="216" y="1133"/>
                    </a:cubicBezTo>
                    <a:cubicBezTo>
                      <a:pt x="250" y="934"/>
                      <a:pt x="283" y="743"/>
                      <a:pt x="308" y="545"/>
                    </a:cubicBezTo>
                    <a:cubicBezTo>
                      <a:pt x="316" y="445"/>
                      <a:pt x="324" y="354"/>
                      <a:pt x="324" y="255"/>
                    </a:cubicBezTo>
                    <a:cubicBezTo>
                      <a:pt x="324" y="180"/>
                      <a:pt x="332" y="56"/>
                      <a:pt x="266" y="6"/>
                    </a:cubicBezTo>
                    <a:cubicBezTo>
                      <a:pt x="259" y="3"/>
                      <a:pt x="251" y="1"/>
                      <a:pt x="2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7" name="Google Shape;6717;p20"/>
              <p:cNvSpPr/>
              <p:nvPr/>
            </p:nvSpPr>
            <p:spPr>
              <a:xfrm>
                <a:off x="2900450" y="4467900"/>
                <a:ext cx="3325" cy="12125"/>
              </a:xfrm>
              <a:custGeom>
                <a:rect b="b" l="l" r="r" t="t"/>
                <a:pathLst>
                  <a:path extrusionOk="0" h="485" w="133">
                    <a:moveTo>
                      <a:pt x="52" y="0"/>
                    </a:moveTo>
                    <a:cubicBezTo>
                      <a:pt x="41" y="0"/>
                      <a:pt x="31" y="6"/>
                      <a:pt x="25" y="12"/>
                    </a:cubicBezTo>
                    <a:cubicBezTo>
                      <a:pt x="0" y="37"/>
                      <a:pt x="0" y="86"/>
                      <a:pt x="0" y="120"/>
                    </a:cubicBezTo>
                    <a:cubicBezTo>
                      <a:pt x="0" y="153"/>
                      <a:pt x="9" y="194"/>
                      <a:pt x="9" y="227"/>
                    </a:cubicBezTo>
                    <a:cubicBezTo>
                      <a:pt x="17" y="302"/>
                      <a:pt x="25" y="368"/>
                      <a:pt x="34" y="443"/>
                    </a:cubicBezTo>
                    <a:cubicBezTo>
                      <a:pt x="34" y="468"/>
                      <a:pt x="58" y="484"/>
                      <a:pt x="92" y="484"/>
                    </a:cubicBezTo>
                    <a:cubicBezTo>
                      <a:pt x="116" y="476"/>
                      <a:pt x="133" y="451"/>
                      <a:pt x="133" y="426"/>
                    </a:cubicBezTo>
                    <a:cubicBezTo>
                      <a:pt x="125" y="352"/>
                      <a:pt x="116" y="285"/>
                      <a:pt x="116" y="211"/>
                    </a:cubicBezTo>
                    <a:cubicBezTo>
                      <a:pt x="116" y="178"/>
                      <a:pt x="108" y="144"/>
                      <a:pt x="100" y="111"/>
                    </a:cubicBezTo>
                    <a:cubicBezTo>
                      <a:pt x="100" y="78"/>
                      <a:pt x="92" y="28"/>
                      <a:pt x="67" y="4"/>
                    </a:cubicBezTo>
                    <a:cubicBezTo>
                      <a:pt x="62" y="1"/>
                      <a:pt x="57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8" name="Google Shape;6718;p20"/>
              <p:cNvSpPr/>
              <p:nvPr/>
            </p:nvSpPr>
            <p:spPr>
              <a:xfrm>
                <a:off x="2898375" y="4448575"/>
                <a:ext cx="3450" cy="11225"/>
              </a:xfrm>
              <a:custGeom>
                <a:rect b="b" l="l" r="r" t="t"/>
                <a:pathLst>
                  <a:path extrusionOk="0" h="449" w="138">
                    <a:moveTo>
                      <a:pt x="34" y="1"/>
                    </a:moveTo>
                    <a:cubicBezTo>
                      <a:pt x="24" y="1"/>
                      <a:pt x="14" y="5"/>
                      <a:pt x="9" y="14"/>
                    </a:cubicBezTo>
                    <a:cubicBezTo>
                      <a:pt x="1" y="47"/>
                      <a:pt x="9" y="81"/>
                      <a:pt x="9" y="114"/>
                    </a:cubicBezTo>
                    <a:cubicBezTo>
                      <a:pt x="9" y="147"/>
                      <a:pt x="9" y="180"/>
                      <a:pt x="9" y="213"/>
                    </a:cubicBezTo>
                    <a:cubicBezTo>
                      <a:pt x="17" y="279"/>
                      <a:pt x="34" y="346"/>
                      <a:pt x="42" y="412"/>
                    </a:cubicBezTo>
                    <a:cubicBezTo>
                      <a:pt x="46" y="437"/>
                      <a:pt x="64" y="448"/>
                      <a:pt x="84" y="448"/>
                    </a:cubicBezTo>
                    <a:cubicBezTo>
                      <a:pt x="110" y="448"/>
                      <a:pt x="138" y="429"/>
                      <a:pt x="133" y="395"/>
                    </a:cubicBezTo>
                    <a:cubicBezTo>
                      <a:pt x="125" y="329"/>
                      <a:pt x="117" y="263"/>
                      <a:pt x="108" y="197"/>
                    </a:cubicBezTo>
                    <a:cubicBezTo>
                      <a:pt x="100" y="163"/>
                      <a:pt x="92" y="130"/>
                      <a:pt x="83" y="97"/>
                    </a:cubicBezTo>
                    <a:cubicBezTo>
                      <a:pt x="75" y="72"/>
                      <a:pt x="67" y="31"/>
                      <a:pt x="50" y="6"/>
                    </a:cubicBezTo>
                    <a:cubicBezTo>
                      <a:pt x="47" y="3"/>
                      <a:pt x="41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9" name="Google Shape;6719;p20"/>
              <p:cNvSpPr/>
              <p:nvPr/>
            </p:nvSpPr>
            <p:spPr>
              <a:xfrm>
                <a:off x="2901700" y="4425400"/>
                <a:ext cx="2925" cy="8050"/>
              </a:xfrm>
              <a:custGeom>
                <a:rect b="b" l="l" r="r" t="t"/>
                <a:pathLst>
                  <a:path extrusionOk="0" h="322" w="117">
                    <a:moveTo>
                      <a:pt x="46" y="1"/>
                    </a:moveTo>
                    <a:cubicBezTo>
                      <a:pt x="37" y="1"/>
                      <a:pt x="29" y="5"/>
                      <a:pt x="25" y="13"/>
                    </a:cubicBezTo>
                    <a:cubicBezTo>
                      <a:pt x="17" y="22"/>
                      <a:pt x="8" y="38"/>
                      <a:pt x="8" y="47"/>
                    </a:cubicBezTo>
                    <a:lnTo>
                      <a:pt x="8" y="63"/>
                    </a:lnTo>
                    <a:cubicBezTo>
                      <a:pt x="8" y="63"/>
                      <a:pt x="3" y="74"/>
                      <a:pt x="5" y="74"/>
                    </a:cubicBezTo>
                    <a:cubicBezTo>
                      <a:pt x="6" y="74"/>
                      <a:pt x="7" y="73"/>
                      <a:pt x="8" y="71"/>
                    </a:cubicBezTo>
                    <a:lnTo>
                      <a:pt x="8" y="71"/>
                    </a:lnTo>
                    <a:cubicBezTo>
                      <a:pt x="0" y="80"/>
                      <a:pt x="0" y="96"/>
                      <a:pt x="0" y="104"/>
                    </a:cubicBezTo>
                    <a:lnTo>
                      <a:pt x="0" y="138"/>
                    </a:lnTo>
                    <a:cubicBezTo>
                      <a:pt x="0" y="179"/>
                      <a:pt x="0" y="229"/>
                      <a:pt x="0" y="270"/>
                    </a:cubicBezTo>
                    <a:cubicBezTo>
                      <a:pt x="0" y="299"/>
                      <a:pt x="25" y="322"/>
                      <a:pt x="53" y="322"/>
                    </a:cubicBezTo>
                    <a:cubicBezTo>
                      <a:pt x="58" y="322"/>
                      <a:pt x="62" y="321"/>
                      <a:pt x="66" y="320"/>
                    </a:cubicBezTo>
                    <a:cubicBezTo>
                      <a:pt x="91" y="312"/>
                      <a:pt x="116" y="287"/>
                      <a:pt x="108" y="262"/>
                    </a:cubicBezTo>
                    <a:cubicBezTo>
                      <a:pt x="108" y="220"/>
                      <a:pt x="108" y="179"/>
                      <a:pt x="108" y="138"/>
                    </a:cubicBezTo>
                    <a:cubicBezTo>
                      <a:pt x="108" y="129"/>
                      <a:pt x="100" y="113"/>
                      <a:pt x="100" y="104"/>
                    </a:cubicBezTo>
                    <a:cubicBezTo>
                      <a:pt x="100" y="96"/>
                      <a:pt x="91" y="80"/>
                      <a:pt x="91" y="71"/>
                    </a:cubicBezTo>
                    <a:cubicBezTo>
                      <a:pt x="83" y="47"/>
                      <a:pt x="83" y="30"/>
                      <a:pt x="66" y="13"/>
                    </a:cubicBezTo>
                    <a:cubicBezTo>
                      <a:pt x="62" y="5"/>
                      <a:pt x="54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0" name="Google Shape;6720;p20"/>
              <p:cNvSpPr/>
              <p:nvPr/>
            </p:nvSpPr>
            <p:spPr>
              <a:xfrm>
                <a:off x="2729350" y="4363500"/>
                <a:ext cx="5325" cy="28525"/>
              </a:xfrm>
              <a:custGeom>
                <a:rect b="b" l="l" r="r" t="t"/>
                <a:pathLst>
                  <a:path extrusionOk="0" h="1141" w="213">
                    <a:moveTo>
                      <a:pt x="163" y="1"/>
                    </a:moveTo>
                    <a:cubicBezTo>
                      <a:pt x="147" y="1"/>
                      <a:pt x="131" y="9"/>
                      <a:pt x="125" y="29"/>
                    </a:cubicBezTo>
                    <a:cubicBezTo>
                      <a:pt x="67" y="203"/>
                      <a:pt x="17" y="377"/>
                      <a:pt x="1" y="559"/>
                    </a:cubicBezTo>
                    <a:cubicBezTo>
                      <a:pt x="1" y="658"/>
                      <a:pt x="1" y="749"/>
                      <a:pt x="1" y="841"/>
                    </a:cubicBezTo>
                    <a:cubicBezTo>
                      <a:pt x="9" y="882"/>
                      <a:pt x="9" y="932"/>
                      <a:pt x="17" y="973"/>
                    </a:cubicBezTo>
                    <a:cubicBezTo>
                      <a:pt x="17" y="1023"/>
                      <a:pt x="25" y="1073"/>
                      <a:pt x="59" y="1114"/>
                    </a:cubicBezTo>
                    <a:cubicBezTo>
                      <a:pt x="73" y="1132"/>
                      <a:pt x="95" y="1140"/>
                      <a:pt x="117" y="1140"/>
                    </a:cubicBezTo>
                    <a:cubicBezTo>
                      <a:pt x="145" y="1140"/>
                      <a:pt x="173" y="1126"/>
                      <a:pt x="183" y="1097"/>
                    </a:cubicBezTo>
                    <a:cubicBezTo>
                      <a:pt x="199" y="1056"/>
                      <a:pt x="191" y="1015"/>
                      <a:pt x="183" y="965"/>
                    </a:cubicBezTo>
                    <a:cubicBezTo>
                      <a:pt x="183" y="923"/>
                      <a:pt x="175" y="882"/>
                      <a:pt x="175" y="841"/>
                    </a:cubicBezTo>
                    <a:cubicBezTo>
                      <a:pt x="166" y="749"/>
                      <a:pt x="158" y="658"/>
                      <a:pt x="166" y="575"/>
                    </a:cubicBezTo>
                    <a:cubicBezTo>
                      <a:pt x="166" y="401"/>
                      <a:pt x="175" y="219"/>
                      <a:pt x="208" y="45"/>
                    </a:cubicBezTo>
                    <a:cubicBezTo>
                      <a:pt x="213" y="20"/>
                      <a:pt x="187" y="1"/>
                      <a:pt x="1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1" name="Google Shape;6721;p20"/>
              <p:cNvSpPr/>
              <p:nvPr/>
            </p:nvSpPr>
            <p:spPr>
              <a:xfrm>
                <a:off x="2735150" y="4371250"/>
                <a:ext cx="2525" cy="10450"/>
              </a:xfrm>
              <a:custGeom>
                <a:rect b="b" l="l" r="r" t="t"/>
                <a:pathLst>
                  <a:path extrusionOk="0" h="418" w="101">
                    <a:moveTo>
                      <a:pt x="67" y="0"/>
                    </a:moveTo>
                    <a:lnTo>
                      <a:pt x="67" y="9"/>
                    </a:lnTo>
                    <a:cubicBezTo>
                      <a:pt x="64" y="7"/>
                      <a:pt x="61" y="6"/>
                      <a:pt x="58" y="6"/>
                    </a:cubicBezTo>
                    <a:cubicBezTo>
                      <a:pt x="45" y="6"/>
                      <a:pt x="34" y="20"/>
                      <a:pt x="34" y="33"/>
                    </a:cubicBezTo>
                    <a:cubicBezTo>
                      <a:pt x="17" y="91"/>
                      <a:pt x="1" y="158"/>
                      <a:pt x="1" y="216"/>
                    </a:cubicBezTo>
                    <a:cubicBezTo>
                      <a:pt x="1" y="249"/>
                      <a:pt x="1" y="282"/>
                      <a:pt x="9" y="315"/>
                    </a:cubicBezTo>
                    <a:cubicBezTo>
                      <a:pt x="9" y="332"/>
                      <a:pt x="9" y="340"/>
                      <a:pt x="9" y="357"/>
                    </a:cubicBezTo>
                    <a:cubicBezTo>
                      <a:pt x="9" y="373"/>
                      <a:pt x="17" y="390"/>
                      <a:pt x="25" y="406"/>
                    </a:cubicBezTo>
                    <a:cubicBezTo>
                      <a:pt x="29" y="414"/>
                      <a:pt x="38" y="418"/>
                      <a:pt x="46" y="418"/>
                    </a:cubicBezTo>
                    <a:cubicBezTo>
                      <a:pt x="57" y="418"/>
                      <a:pt x="67" y="412"/>
                      <a:pt x="67" y="398"/>
                    </a:cubicBezTo>
                    <a:cubicBezTo>
                      <a:pt x="75" y="381"/>
                      <a:pt x="75" y="365"/>
                      <a:pt x="75" y="348"/>
                    </a:cubicBezTo>
                    <a:cubicBezTo>
                      <a:pt x="75" y="340"/>
                      <a:pt x="75" y="323"/>
                      <a:pt x="75" y="307"/>
                    </a:cubicBezTo>
                    <a:cubicBezTo>
                      <a:pt x="75" y="274"/>
                      <a:pt x="75" y="249"/>
                      <a:pt x="75" y="224"/>
                    </a:cubicBezTo>
                    <a:cubicBezTo>
                      <a:pt x="75" y="158"/>
                      <a:pt x="83" y="100"/>
                      <a:pt x="92" y="42"/>
                    </a:cubicBezTo>
                    <a:cubicBezTo>
                      <a:pt x="100" y="25"/>
                      <a:pt x="83" y="9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2" name="Google Shape;6722;p20"/>
              <p:cNvSpPr/>
              <p:nvPr/>
            </p:nvSpPr>
            <p:spPr>
              <a:xfrm>
                <a:off x="2686900" y="4441750"/>
                <a:ext cx="8725" cy="17650"/>
              </a:xfrm>
              <a:custGeom>
                <a:rect b="b" l="l" r="r" t="t"/>
                <a:pathLst>
                  <a:path extrusionOk="0" h="706" w="349">
                    <a:moveTo>
                      <a:pt x="291" y="0"/>
                    </a:moveTo>
                    <a:cubicBezTo>
                      <a:pt x="279" y="0"/>
                      <a:pt x="267" y="4"/>
                      <a:pt x="257" y="14"/>
                    </a:cubicBezTo>
                    <a:cubicBezTo>
                      <a:pt x="215" y="55"/>
                      <a:pt x="182" y="113"/>
                      <a:pt x="157" y="163"/>
                    </a:cubicBezTo>
                    <a:cubicBezTo>
                      <a:pt x="133" y="221"/>
                      <a:pt x="108" y="271"/>
                      <a:pt x="83" y="329"/>
                    </a:cubicBezTo>
                    <a:cubicBezTo>
                      <a:pt x="58" y="378"/>
                      <a:pt x="42" y="436"/>
                      <a:pt x="33" y="494"/>
                    </a:cubicBezTo>
                    <a:cubicBezTo>
                      <a:pt x="17" y="552"/>
                      <a:pt x="8" y="610"/>
                      <a:pt x="0" y="677"/>
                    </a:cubicBezTo>
                    <a:cubicBezTo>
                      <a:pt x="0" y="693"/>
                      <a:pt x="21" y="706"/>
                      <a:pt x="38" y="706"/>
                    </a:cubicBezTo>
                    <a:cubicBezTo>
                      <a:pt x="47" y="706"/>
                      <a:pt x="55" y="702"/>
                      <a:pt x="58" y="693"/>
                    </a:cubicBezTo>
                    <a:cubicBezTo>
                      <a:pt x="75" y="635"/>
                      <a:pt x="99" y="586"/>
                      <a:pt x="116" y="536"/>
                    </a:cubicBezTo>
                    <a:cubicBezTo>
                      <a:pt x="141" y="486"/>
                      <a:pt x="166" y="428"/>
                      <a:pt x="182" y="378"/>
                    </a:cubicBezTo>
                    <a:cubicBezTo>
                      <a:pt x="207" y="320"/>
                      <a:pt x="232" y="271"/>
                      <a:pt x="265" y="221"/>
                    </a:cubicBezTo>
                    <a:cubicBezTo>
                      <a:pt x="290" y="171"/>
                      <a:pt x="323" y="130"/>
                      <a:pt x="348" y="72"/>
                    </a:cubicBezTo>
                    <a:cubicBezTo>
                      <a:pt x="348" y="55"/>
                      <a:pt x="348" y="30"/>
                      <a:pt x="340" y="22"/>
                    </a:cubicBezTo>
                    <a:cubicBezTo>
                      <a:pt x="331" y="14"/>
                      <a:pt x="323" y="6"/>
                      <a:pt x="315" y="6"/>
                    </a:cubicBezTo>
                    <a:cubicBezTo>
                      <a:pt x="308" y="2"/>
                      <a:pt x="300" y="0"/>
                      <a:pt x="2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3" name="Google Shape;6723;p20"/>
              <p:cNvSpPr/>
              <p:nvPr/>
            </p:nvSpPr>
            <p:spPr>
              <a:xfrm>
                <a:off x="2694350" y="4447275"/>
                <a:ext cx="3325" cy="6925"/>
              </a:xfrm>
              <a:custGeom>
                <a:rect b="b" l="l" r="r" t="t"/>
                <a:pathLst>
                  <a:path extrusionOk="0" h="277" w="133">
                    <a:moveTo>
                      <a:pt x="125" y="0"/>
                    </a:moveTo>
                    <a:cubicBezTo>
                      <a:pt x="116" y="0"/>
                      <a:pt x="108" y="0"/>
                      <a:pt x="108" y="8"/>
                    </a:cubicBezTo>
                    <a:cubicBezTo>
                      <a:pt x="83" y="41"/>
                      <a:pt x="67" y="83"/>
                      <a:pt x="50" y="124"/>
                    </a:cubicBezTo>
                    <a:cubicBezTo>
                      <a:pt x="33" y="157"/>
                      <a:pt x="17" y="199"/>
                      <a:pt x="9" y="232"/>
                    </a:cubicBezTo>
                    <a:cubicBezTo>
                      <a:pt x="0" y="249"/>
                      <a:pt x="9" y="265"/>
                      <a:pt x="17" y="273"/>
                    </a:cubicBezTo>
                    <a:cubicBezTo>
                      <a:pt x="21" y="276"/>
                      <a:pt x="26" y="277"/>
                      <a:pt x="30" y="277"/>
                    </a:cubicBezTo>
                    <a:cubicBezTo>
                      <a:pt x="42" y="277"/>
                      <a:pt x="52" y="269"/>
                      <a:pt x="58" y="257"/>
                    </a:cubicBezTo>
                    <a:cubicBezTo>
                      <a:pt x="75" y="215"/>
                      <a:pt x="91" y="182"/>
                      <a:pt x="100" y="141"/>
                    </a:cubicBezTo>
                    <a:cubicBezTo>
                      <a:pt x="108" y="99"/>
                      <a:pt x="125" y="58"/>
                      <a:pt x="133" y="17"/>
                    </a:cubicBezTo>
                    <a:cubicBezTo>
                      <a:pt x="133" y="8"/>
                      <a:pt x="125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4" name="Google Shape;6724;p20"/>
              <p:cNvSpPr/>
              <p:nvPr/>
            </p:nvSpPr>
            <p:spPr>
              <a:xfrm>
                <a:off x="2704900" y="4438775"/>
                <a:ext cx="2925" cy="10150"/>
              </a:xfrm>
              <a:custGeom>
                <a:rect b="b" l="l" r="r" t="t"/>
                <a:pathLst>
                  <a:path extrusionOk="0" h="406" w="117">
                    <a:moveTo>
                      <a:pt x="67" y="0"/>
                    </a:moveTo>
                    <a:cubicBezTo>
                      <a:pt x="42" y="0"/>
                      <a:pt x="17" y="17"/>
                      <a:pt x="9" y="42"/>
                    </a:cubicBezTo>
                    <a:cubicBezTo>
                      <a:pt x="1" y="100"/>
                      <a:pt x="1" y="158"/>
                      <a:pt x="1" y="216"/>
                    </a:cubicBezTo>
                    <a:cubicBezTo>
                      <a:pt x="1" y="241"/>
                      <a:pt x="9" y="274"/>
                      <a:pt x="9" y="299"/>
                    </a:cubicBezTo>
                    <a:cubicBezTo>
                      <a:pt x="17" y="323"/>
                      <a:pt x="17" y="357"/>
                      <a:pt x="34" y="381"/>
                    </a:cubicBezTo>
                    <a:cubicBezTo>
                      <a:pt x="42" y="397"/>
                      <a:pt x="57" y="405"/>
                      <a:pt x="72" y="405"/>
                    </a:cubicBezTo>
                    <a:cubicBezTo>
                      <a:pt x="88" y="405"/>
                      <a:pt x="104" y="395"/>
                      <a:pt x="109" y="373"/>
                    </a:cubicBezTo>
                    <a:cubicBezTo>
                      <a:pt x="117" y="348"/>
                      <a:pt x="109" y="315"/>
                      <a:pt x="109" y="290"/>
                    </a:cubicBezTo>
                    <a:cubicBezTo>
                      <a:pt x="109" y="257"/>
                      <a:pt x="109" y="232"/>
                      <a:pt x="109" y="207"/>
                    </a:cubicBezTo>
                    <a:cubicBezTo>
                      <a:pt x="100" y="158"/>
                      <a:pt x="109" y="108"/>
                      <a:pt x="109" y="58"/>
                    </a:cubicBezTo>
                    <a:cubicBezTo>
                      <a:pt x="109" y="33"/>
                      <a:pt x="92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5" name="Google Shape;6725;p20"/>
              <p:cNvSpPr/>
              <p:nvPr/>
            </p:nvSpPr>
            <p:spPr>
              <a:xfrm>
                <a:off x="2794775" y="4228125"/>
                <a:ext cx="8350" cy="15350"/>
              </a:xfrm>
              <a:custGeom>
                <a:rect b="b" l="l" r="r" t="t"/>
                <a:pathLst>
                  <a:path extrusionOk="0" h="614" w="334">
                    <a:moveTo>
                      <a:pt x="273" y="0"/>
                    </a:moveTo>
                    <a:cubicBezTo>
                      <a:pt x="261" y="0"/>
                      <a:pt x="250" y="3"/>
                      <a:pt x="242" y="8"/>
                    </a:cubicBezTo>
                    <a:cubicBezTo>
                      <a:pt x="250" y="8"/>
                      <a:pt x="234" y="17"/>
                      <a:pt x="234" y="17"/>
                    </a:cubicBezTo>
                    <a:cubicBezTo>
                      <a:pt x="226" y="25"/>
                      <a:pt x="217" y="33"/>
                      <a:pt x="217" y="41"/>
                    </a:cubicBezTo>
                    <a:cubicBezTo>
                      <a:pt x="209" y="50"/>
                      <a:pt x="201" y="66"/>
                      <a:pt x="201" y="83"/>
                    </a:cubicBezTo>
                    <a:cubicBezTo>
                      <a:pt x="192" y="99"/>
                      <a:pt x="184" y="124"/>
                      <a:pt x="176" y="149"/>
                    </a:cubicBezTo>
                    <a:cubicBezTo>
                      <a:pt x="159" y="199"/>
                      <a:pt x="143" y="240"/>
                      <a:pt x="126" y="282"/>
                    </a:cubicBezTo>
                    <a:cubicBezTo>
                      <a:pt x="93" y="373"/>
                      <a:pt x="52" y="464"/>
                      <a:pt x="18" y="547"/>
                    </a:cubicBezTo>
                    <a:cubicBezTo>
                      <a:pt x="1" y="582"/>
                      <a:pt x="33" y="614"/>
                      <a:pt x="63" y="614"/>
                    </a:cubicBezTo>
                    <a:cubicBezTo>
                      <a:pt x="75" y="614"/>
                      <a:pt x="86" y="608"/>
                      <a:pt x="93" y="597"/>
                    </a:cubicBezTo>
                    <a:cubicBezTo>
                      <a:pt x="151" y="514"/>
                      <a:pt x="209" y="431"/>
                      <a:pt x="250" y="331"/>
                    </a:cubicBezTo>
                    <a:cubicBezTo>
                      <a:pt x="267" y="290"/>
                      <a:pt x="284" y="249"/>
                      <a:pt x="300" y="199"/>
                    </a:cubicBezTo>
                    <a:cubicBezTo>
                      <a:pt x="308" y="174"/>
                      <a:pt x="317" y="157"/>
                      <a:pt x="325" y="133"/>
                    </a:cubicBezTo>
                    <a:cubicBezTo>
                      <a:pt x="333" y="116"/>
                      <a:pt x="333" y="99"/>
                      <a:pt x="333" y="83"/>
                    </a:cubicBezTo>
                    <a:cubicBezTo>
                      <a:pt x="333" y="66"/>
                      <a:pt x="333" y="58"/>
                      <a:pt x="333" y="50"/>
                    </a:cubicBezTo>
                    <a:lnTo>
                      <a:pt x="325" y="33"/>
                    </a:lnTo>
                    <a:cubicBezTo>
                      <a:pt x="319" y="11"/>
                      <a:pt x="295" y="0"/>
                      <a:pt x="2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6" name="Google Shape;6726;p20"/>
              <p:cNvSpPr/>
              <p:nvPr/>
            </p:nvSpPr>
            <p:spPr>
              <a:xfrm>
                <a:off x="2802475" y="4236250"/>
                <a:ext cx="2725" cy="7475"/>
              </a:xfrm>
              <a:custGeom>
                <a:rect b="b" l="l" r="r" t="t"/>
                <a:pathLst>
                  <a:path extrusionOk="0" h="299" w="109">
                    <a:moveTo>
                      <a:pt x="67" y="1"/>
                    </a:moveTo>
                    <a:cubicBezTo>
                      <a:pt x="60" y="1"/>
                      <a:pt x="54" y="3"/>
                      <a:pt x="50" y="6"/>
                    </a:cubicBezTo>
                    <a:cubicBezTo>
                      <a:pt x="42" y="15"/>
                      <a:pt x="34" y="31"/>
                      <a:pt x="34" y="40"/>
                    </a:cubicBezTo>
                    <a:lnTo>
                      <a:pt x="25" y="48"/>
                    </a:lnTo>
                    <a:cubicBezTo>
                      <a:pt x="17" y="56"/>
                      <a:pt x="17" y="64"/>
                      <a:pt x="17" y="73"/>
                    </a:cubicBezTo>
                    <a:lnTo>
                      <a:pt x="17" y="139"/>
                    </a:lnTo>
                    <a:cubicBezTo>
                      <a:pt x="9" y="180"/>
                      <a:pt x="9" y="222"/>
                      <a:pt x="0" y="263"/>
                    </a:cubicBezTo>
                    <a:cubicBezTo>
                      <a:pt x="0" y="280"/>
                      <a:pt x="9" y="296"/>
                      <a:pt x="34" y="296"/>
                    </a:cubicBezTo>
                    <a:cubicBezTo>
                      <a:pt x="37" y="298"/>
                      <a:pt x="40" y="299"/>
                      <a:pt x="43" y="299"/>
                    </a:cubicBezTo>
                    <a:cubicBezTo>
                      <a:pt x="56" y="299"/>
                      <a:pt x="67" y="285"/>
                      <a:pt x="67" y="272"/>
                    </a:cubicBezTo>
                    <a:cubicBezTo>
                      <a:pt x="75" y="230"/>
                      <a:pt x="83" y="189"/>
                      <a:pt x="92" y="147"/>
                    </a:cubicBezTo>
                    <a:cubicBezTo>
                      <a:pt x="100" y="122"/>
                      <a:pt x="100" y="106"/>
                      <a:pt x="100" y="89"/>
                    </a:cubicBezTo>
                    <a:cubicBezTo>
                      <a:pt x="108" y="81"/>
                      <a:pt x="108" y="73"/>
                      <a:pt x="108" y="64"/>
                    </a:cubicBezTo>
                    <a:cubicBezTo>
                      <a:pt x="104" y="60"/>
                      <a:pt x="102" y="56"/>
                      <a:pt x="100" y="53"/>
                    </a:cubicBezTo>
                    <a:lnTo>
                      <a:pt x="100" y="53"/>
                    </a:lnTo>
                    <a:cubicBezTo>
                      <a:pt x="100" y="52"/>
                      <a:pt x="100" y="50"/>
                      <a:pt x="100" y="48"/>
                    </a:cubicBezTo>
                    <a:cubicBezTo>
                      <a:pt x="100" y="40"/>
                      <a:pt x="92" y="23"/>
                      <a:pt x="92" y="15"/>
                    </a:cubicBezTo>
                    <a:cubicBezTo>
                      <a:pt x="87" y="5"/>
                      <a:pt x="76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7" name="Google Shape;6727;p20"/>
              <p:cNvSpPr/>
              <p:nvPr/>
            </p:nvSpPr>
            <p:spPr>
              <a:xfrm>
                <a:off x="2888225" y="4213875"/>
                <a:ext cx="4575" cy="7300"/>
              </a:xfrm>
              <a:custGeom>
                <a:rect b="b" l="l" r="r" t="t"/>
                <a:pathLst>
                  <a:path extrusionOk="0" h="292" w="183">
                    <a:moveTo>
                      <a:pt x="159" y="0"/>
                    </a:moveTo>
                    <a:cubicBezTo>
                      <a:pt x="154" y="0"/>
                      <a:pt x="150" y="2"/>
                      <a:pt x="150" y="7"/>
                    </a:cubicBezTo>
                    <a:cubicBezTo>
                      <a:pt x="133" y="31"/>
                      <a:pt x="117" y="40"/>
                      <a:pt x="100" y="65"/>
                    </a:cubicBezTo>
                    <a:cubicBezTo>
                      <a:pt x="92" y="81"/>
                      <a:pt x="75" y="98"/>
                      <a:pt x="67" y="123"/>
                    </a:cubicBezTo>
                    <a:cubicBezTo>
                      <a:pt x="59" y="139"/>
                      <a:pt x="42" y="164"/>
                      <a:pt x="34" y="181"/>
                    </a:cubicBezTo>
                    <a:cubicBezTo>
                      <a:pt x="25" y="205"/>
                      <a:pt x="17" y="222"/>
                      <a:pt x="9" y="247"/>
                    </a:cubicBezTo>
                    <a:cubicBezTo>
                      <a:pt x="1" y="263"/>
                      <a:pt x="9" y="288"/>
                      <a:pt x="34" y="288"/>
                    </a:cubicBezTo>
                    <a:cubicBezTo>
                      <a:pt x="38" y="291"/>
                      <a:pt x="43" y="292"/>
                      <a:pt x="47" y="292"/>
                    </a:cubicBezTo>
                    <a:cubicBezTo>
                      <a:pt x="59" y="292"/>
                      <a:pt x="69" y="284"/>
                      <a:pt x="75" y="272"/>
                    </a:cubicBezTo>
                    <a:cubicBezTo>
                      <a:pt x="92" y="230"/>
                      <a:pt x="108" y="189"/>
                      <a:pt x="125" y="147"/>
                    </a:cubicBezTo>
                    <a:cubicBezTo>
                      <a:pt x="133" y="131"/>
                      <a:pt x="141" y="106"/>
                      <a:pt x="158" y="89"/>
                    </a:cubicBezTo>
                    <a:cubicBezTo>
                      <a:pt x="166" y="73"/>
                      <a:pt x="175" y="48"/>
                      <a:pt x="183" y="31"/>
                    </a:cubicBezTo>
                    <a:cubicBezTo>
                      <a:pt x="183" y="23"/>
                      <a:pt x="183" y="7"/>
                      <a:pt x="175" y="7"/>
                    </a:cubicBezTo>
                    <a:cubicBezTo>
                      <a:pt x="170" y="2"/>
                      <a:pt x="164" y="0"/>
                      <a:pt x="1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8" name="Google Shape;6728;p20"/>
              <p:cNvSpPr/>
              <p:nvPr/>
            </p:nvSpPr>
            <p:spPr>
              <a:xfrm>
                <a:off x="2979925" y="4136225"/>
                <a:ext cx="6100" cy="21550"/>
              </a:xfrm>
              <a:custGeom>
                <a:rect b="b" l="l" r="r" t="t"/>
                <a:pathLst>
                  <a:path extrusionOk="0" h="862" w="244">
                    <a:moveTo>
                      <a:pt x="41" y="1"/>
                    </a:moveTo>
                    <a:cubicBezTo>
                      <a:pt x="21" y="1"/>
                      <a:pt x="1" y="21"/>
                      <a:pt x="11" y="47"/>
                    </a:cubicBezTo>
                    <a:cubicBezTo>
                      <a:pt x="53" y="180"/>
                      <a:pt x="86" y="312"/>
                      <a:pt x="111" y="453"/>
                    </a:cubicBezTo>
                    <a:cubicBezTo>
                      <a:pt x="119" y="511"/>
                      <a:pt x="127" y="577"/>
                      <a:pt x="136" y="644"/>
                    </a:cubicBezTo>
                    <a:cubicBezTo>
                      <a:pt x="144" y="710"/>
                      <a:pt x="152" y="776"/>
                      <a:pt x="177" y="842"/>
                    </a:cubicBezTo>
                    <a:cubicBezTo>
                      <a:pt x="181" y="855"/>
                      <a:pt x="192" y="861"/>
                      <a:pt x="202" y="861"/>
                    </a:cubicBezTo>
                    <a:cubicBezTo>
                      <a:pt x="212" y="861"/>
                      <a:pt x="223" y="855"/>
                      <a:pt x="227" y="842"/>
                    </a:cubicBezTo>
                    <a:cubicBezTo>
                      <a:pt x="243" y="776"/>
                      <a:pt x="243" y="710"/>
                      <a:pt x="235" y="644"/>
                    </a:cubicBezTo>
                    <a:cubicBezTo>
                      <a:pt x="235" y="569"/>
                      <a:pt x="227" y="503"/>
                      <a:pt x="210" y="428"/>
                    </a:cubicBezTo>
                    <a:cubicBezTo>
                      <a:pt x="177" y="287"/>
                      <a:pt x="136" y="155"/>
                      <a:pt x="69" y="22"/>
                    </a:cubicBezTo>
                    <a:cubicBezTo>
                      <a:pt x="63" y="7"/>
                      <a:pt x="52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9" name="Google Shape;6729;p20"/>
              <p:cNvSpPr/>
              <p:nvPr/>
            </p:nvSpPr>
            <p:spPr>
              <a:xfrm>
                <a:off x="2987850" y="4154100"/>
                <a:ext cx="3350" cy="9350"/>
              </a:xfrm>
              <a:custGeom>
                <a:rect b="b" l="l" r="r" t="t"/>
                <a:pathLst>
                  <a:path extrusionOk="0" h="374" w="134">
                    <a:moveTo>
                      <a:pt x="55" y="1"/>
                    </a:moveTo>
                    <a:cubicBezTo>
                      <a:pt x="51" y="1"/>
                      <a:pt x="47" y="2"/>
                      <a:pt x="42" y="3"/>
                    </a:cubicBezTo>
                    <a:cubicBezTo>
                      <a:pt x="17" y="3"/>
                      <a:pt x="1" y="28"/>
                      <a:pt x="9" y="53"/>
                    </a:cubicBezTo>
                    <a:lnTo>
                      <a:pt x="9" y="45"/>
                    </a:lnTo>
                    <a:cubicBezTo>
                      <a:pt x="9" y="103"/>
                      <a:pt x="17" y="152"/>
                      <a:pt x="26" y="202"/>
                    </a:cubicBezTo>
                    <a:cubicBezTo>
                      <a:pt x="26" y="227"/>
                      <a:pt x="34" y="252"/>
                      <a:pt x="42" y="277"/>
                    </a:cubicBezTo>
                    <a:cubicBezTo>
                      <a:pt x="42" y="301"/>
                      <a:pt x="51" y="335"/>
                      <a:pt x="59" y="359"/>
                    </a:cubicBezTo>
                    <a:cubicBezTo>
                      <a:pt x="65" y="369"/>
                      <a:pt x="76" y="374"/>
                      <a:pt x="87" y="374"/>
                    </a:cubicBezTo>
                    <a:cubicBezTo>
                      <a:pt x="103" y="374"/>
                      <a:pt x="120" y="363"/>
                      <a:pt x="125" y="343"/>
                    </a:cubicBezTo>
                    <a:cubicBezTo>
                      <a:pt x="133" y="318"/>
                      <a:pt x="125" y="293"/>
                      <a:pt x="125" y="268"/>
                    </a:cubicBezTo>
                    <a:cubicBezTo>
                      <a:pt x="125" y="243"/>
                      <a:pt x="125" y="210"/>
                      <a:pt x="117" y="185"/>
                    </a:cubicBezTo>
                    <a:cubicBezTo>
                      <a:pt x="109" y="136"/>
                      <a:pt x="100" y="86"/>
                      <a:pt x="92" y="36"/>
                    </a:cubicBezTo>
                    <a:cubicBezTo>
                      <a:pt x="92" y="16"/>
                      <a:pt x="75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0" name="Google Shape;6730;p20"/>
              <p:cNvSpPr/>
              <p:nvPr/>
            </p:nvSpPr>
            <p:spPr>
              <a:xfrm>
                <a:off x="2992625" y="4153650"/>
                <a:ext cx="3125" cy="12525"/>
              </a:xfrm>
              <a:custGeom>
                <a:rect b="b" l="l" r="r" t="t"/>
                <a:pathLst>
                  <a:path extrusionOk="0" h="501" w="125">
                    <a:moveTo>
                      <a:pt x="61" y="0"/>
                    </a:moveTo>
                    <a:cubicBezTo>
                      <a:pt x="37" y="0"/>
                      <a:pt x="13" y="15"/>
                      <a:pt x="9" y="46"/>
                    </a:cubicBezTo>
                    <a:cubicBezTo>
                      <a:pt x="0" y="121"/>
                      <a:pt x="0" y="195"/>
                      <a:pt x="0" y="270"/>
                    </a:cubicBezTo>
                    <a:cubicBezTo>
                      <a:pt x="9" y="295"/>
                      <a:pt x="9" y="311"/>
                      <a:pt x="17" y="328"/>
                    </a:cubicBezTo>
                    <a:cubicBezTo>
                      <a:pt x="17" y="344"/>
                      <a:pt x="17" y="361"/>
                      <a:pt x="25" y="386"/>
                    </a:cubicBezTo>
                    <a:cubicBezTo>
                      <a:pt x="34" y="419"/>
                      <a:pt x="42" y="452"/>
                      <a:pt x="67" y="485"/>
                    </a:cubicBezTo>
                    <a:cubicBezTo>
                      <a:pt x="70" y="495"/>
                      <a:pt x="79" y="500"/>
                      <a:pt x="89" y="500"/>
                    </a:cubicBezTo>
                    <a:cubicBezTo>
                      <a:pt x="102" y="500"/>
                      <a:pt x="116" y="491"/>
                      <a:pt x="116" y="477"/>
                    </a:cubicBezTo>
                    <a:cubicBezTo>
                      <a:pt x="125" y="435"/>
                      <a:pt x="116" y="402"/>
                      <a:pt x="116" y="369"/>
                    </a:cubicBezTo>
                    <a:cubicBezTo>
                      <a:pt x="108" y="353"/>
                      <a:pt x="108" y="336"/>
                      <a:pt x="108" y="311"/>
                    </a:cubicBezTo>
                    <a:cubicBezTo>
                      <a:pt x="108" y="295"/>
                      <a:pt x="108" y="278"/>
                      <a:pt x="108" y="261"/>
                    </a:cubicBezTo>
                    <a:cubicBezTo>
                      <a:pt x="108" y="195"/>
                      <a:pt x="108" y="129"/>
                      <a:pt x="116" y="54"/>
                    </a:cubicBezTo>
                    <a:cubicBezTo>
                      <a:pt x="116" y="19"/>
                      <a:pt x="88" y="0"/>
                      <a:pt x="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1" name="Google Shape;6731;p20"/>
              <p:cNvSpPr/>
              <p:nvPr/>
            </p:nvSpPr>
            <p:spPr>
              <a:xfrm>
                <a:off x="2814475" y="4521925"/>
                <a:ext cx="7750" cy="32850"/>
              </a:xfrm>
              <a:custGeom>
                <a:rect b="b" l="l" r="r" t="t"/>
                <a:pathLst>
                  <a:path extrusionOk="0" h="1314" w="310">
                    <a:moveTo>
                      <a:pt x="253" y="1"/>
                    </a:moveTo>
                    <a:cubicBezTo>
                      <a:pt x="234" y="1"/>
                      <a:pt x="215" y="10"/>
                      <a:pt x="208" y="30"/>
                    </a:cubicBezTo>
                    <a:cubicBezTo>
                      <a:pt x="175" y="121"/>
                      <a:pt x="134" y="221"/>
                      <a:pt x="109" y="312"/>
                    </a:cubicBezTo>
                    <a:cubicBezTo>
                      <a:pt x="84" y="419"/>
                      <a:pt x="67" y="519"/>
                      <a:pt x="51" y="627"/>
                    </a:cubicBezTo>
                    <a:cubicBezTo>
                      <a:pt x="34" y="726"/>
                      <a:pt x="26" y="825"/>
                      <a:pt x="18" y="933"/>
                    </a:cubicBezTo>
                    <a:cubicBezTo>
                      <a:pt x="9" y="1033"/>
                      <a:pt x="1" y="1140"/>
                      <a:pt x="26" y="1248"/>
                    </a:cubicBezTo>
                    <a:cubicBezTo>
                      <a:pt x="39" y="1290"/>
                      <a:pt x="75" y="1313"/>
                      <a:pt x="110" y="1313"/>
                    </a:cubicBezTo>
                    <a:cubicBezTo>
                      <a:pt x="143" y="1313"/>
                      <a:pt x="175" y="1292"/>
                      <a:pt x="183" y="1248"/>
                    </a:cubicBezTo>
                    <a:cubicBezTo>
                      <a:pt x="200" y="1149"/>
                      <a:pt x="192" y="1041"/>
                      <a:pt x="200" y="941"/>
                    </a:cubicBezTo>
                    <a:cubicBezTo>
                      <a:pt x="200" y="842"/>
                      <a:pt x="208" y="743"/>
                      <a:pt x="225" y="651"/>
                    </a:cubicBezTo>
                    <a:cubicBezTo>
                      <a:pt x="233" y="552"/>
                      <a:pt x="241" y="453"/>
                      <a:pt x="258" y="353"/>
                    </a:cubicBezTo>
                    <a:cubicBezTo>
                      <a:pt x="274" y="254"/>
                      <a:pt x="283" y="154"/>
                      <a:pt x="299" y="55"/>
                    </a:cubicBezTo>
                    <a:cubicBezTo>
                      <a:pt x="309" y="20"/>
                      <a:pt x="281" y="1"/>
                      <a:pt x="2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2" name="Google Shape;6732;p20"/>
              <p:cNvSpPr/>
              <p:nvPr/>
            </p:nvSpPr>
            <p:spPr>
              <a:xfrm>
                <a:off x="2821525" y="4543725"/>
                <a:ext cx="3250" cy="19475"/>
              </a:xfrm>
              <a:custGeom>
                <a:rect b="b" l="l" r="r" t="t"/>
                <a:pathLst>
                  <a:path extrusionOk="0" h="779" w="130">
                    <a:moveTo>
                      <a:pt x="81" y="0"/>
                    </a:moveTo>
                    <a:cubicBezTo>
                      <a:pt x="63" y="0"/>
                      <a:pt x="46" y="11"/>
                      <a:pt x="42" y="36"/>
                    </a:cubicBezTo>
                    <a:cubicBezTo>
                      <a:pt x="17" y="161"/>
                      <a:pt x="9" y="285"/>
                      <a:pt x="1" y="409"/>
                    </a:cubicBezTo>
                    <a:cubicBezTo>
                      <a:pt x="1" y="467"/>
                      <a:pt x="1" y="533"/>
                      <a:pt x="1" y="591"/>
                    </a:cubicBezTo>
                    <a:cubicBezTo>
                      <a:pt x="1" y="649"/>
                      <a:pt x="1" y="707"/>
                      <a:pt x="34" y="765"/>
                    </a:cubicBezTo>
                    <a:cubicBezTo>
                      <a:pt x="40" y="774"/>
                      <a:pt x="48" y="778"/>
                      <a:pt x="57" y="778"/>
                    </a:cubicBezTo>
                    <a:cubicBezTo>
                      <a:pt x="71" y="778"/>
                      <a:pt x="87" y="768"/>
                      <a:pt x="92" y="757"/>
                    </a:cubicBezTo>
                    <a:cubicBezTo>
                      <a:pt x="117" y="699"/>
                      <a:pt x="100" y="633"/>
                      <a:pt x="108" y="575"/>
                    </a:cubicBezTo>
                    <a:cubicBezTo>
                      <a:pt x="108" y="517"/>
                      <a:pt x="108" y="467"/>
                      <a:pt x="108" y="409"/>
                    </a:cubicBezTo>
                    <a:cubicBezTo>
                      <a:pt x="108" y="285"/>
                      <a:pt x="117" y="169"/>
                      <a:pt x="125" y="53"/>
                    </a:cubicBezTo>
                    <a:cubicBezTo>
                      <a:pt x="130" y="20"/>
                      <a:pt x="105" y="0"/>
                      <a:pt x="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3" name="Google Shape;6733;p20"/>
              <p:cNvSpPr/>
              <p:nvPr/>
            </p:nvSpPr>
            <p:spPr>
              <a:xfrm>
                <a:off x="2824625" y="4563050"/>
                <a:ext cx="1275" cy="2525"/>
              </a:xfrm>
              <a:custGeom>
                <a:rect b="b" l="l" r="r" t="t"/>
                <a:pathLst>
                  <a:path extrusionOk="0" h="101" w="51">
                    <a:moveTo>
                      <a:pt x="34" y="1"/>
                    </a:moveTo>
                    <a:cubicBezTo>
                      <a:pt x="26" y="1"/>
                      <a:pt x="9" y="9"/>
                      <a:pt x="9" y="25"/>
                    </a:cubicBezTo>
                    <a:cubicBezTo>
                      <a:pt x="9" y="42"/>
                      <a:pt x="1" y="59"/>
                      <a:pt x="1" y="75"/>
                    </a:cubicBezTo>
                    <a:lnTo>
                      <a:pt x="1" y="92"/>
                    </a:lnTo>
                    <a:lnTo>
                      <a:pt x="17" y="100"/>
                    </a:lnTo>
                    <a:cubicBezTo>
                      <a:pt x="34" y="100"/>
                      <a:pt x="42" y="92"/>
                      <a:pt x="42" y="83"/>
                    </a:cubicBezTo>
                    <a:cubicBezTo>
                      <a:pt x="51" y="59"/>
                      <a:pt x="51" y="42"/>
                      <a:pt x="51" y="25"/>
                    </a:cubicBezTo>
                    <a:lnTo>
                      <a:pt x="51" y="9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4" name="Google Shape;6734;p20"/>
              <p:cNvSpPr/>
              <p:nvPr/>
            </p:nvSpPr>
            <p:spPr>
              <a:xfrm>
                <a:off x="2897950" y="4571025"/>
                <a:ext cx="8525" cy="108775"/>
              </a:xfrm>
              <a:custGeom>
                <a:rect b="b" l="l" r="r" t="t"/>
                <a:pathLst>
                  <a:path extrusionOk="0" h="4351" w="341">
                    <a:moveTo>
                      <a:pt x="106" y="0"/>
                    </a:moveTo>
                    <a:cubicBezTo>
                      <a:pt x="82" y="0"/>
                      <a:pt x="56" y="20"/>
                      <a:pt x="51" y="46"/>
                    </a:cubicBezTo>
                    <a:cubicBezTo>
                      <a:pt x="34" y="137"/>
                      <a:pt x="59" y="237"/>
                      <a:pt x="76" y="336"/>
                    </a:cubicBezTo>
                    <a:cubicBezTo>
                      <a:pt x="84" y="436"/>
                      <a:pt x="100" y="543"/>
                      <a:pt x="109" y="643"/>
                    </a:cubicBezTo>
                    <a:cubicBezTo>
                      <a:pt x="142" y="850"/>
                      <a:pt x="158" y="1065"/>
                      <a:pt x="175" y="1272"/>
                    </a:cubicBezTo>
                    <a:cubicBezTo>
                      <a:pt x="192" y="1579"/>
                      <a:pt x="192" y="1894"/>
                      <a:pt x="167" y="2200"/>
                    </a:cubicBezTo>
                    <a:cubicBezTo>
                      <a:pt x="167" y="2192"/>
                      <a:pt x="167" y="2184"/>
                      <a:pt x="167" y="2167"/>
                    </a:cubicBezTo>
                    <a:cubicBezTo>
                      <a:pt x="158" y="1935"/>
                      <a:pt x="158" y="1687"/>
                      <a:pt x="100" y="1455"/>
                    </a:cubicBezTo>
                    <a:cubicBezTo>
                      <a:pt x="96" y="1438"/>
                      <a:pt x="82" y="1430"/>
                      <a:pt x="68" y="1430"/>
                    </a:cubicBezTo>
                    <a:cubicBezTo>
                      <a:pt x="55" y="1430"/>
                      <a:pt x="42" y="1438"/>
                      <a:pt x="42" y="1455"/>
                    </a:cubicBezTo>
                    <a:cubicBezTo>
                      <a:pt x="1" y="1687"/>
                      <a:pt x="18" y="1927"/>
                      <a:pt x="34" y="2159"/>
                    </a:cubicBezTo>
                    <a:cubicBezTo>
                      <a:pt x="42" y="2399"/>
                      <a:pt x="51" y="2640"/>
                      <a:pt x="67" y="2880"/>
                    </a:cubicBezTo>
                    <a:cubicBezTo>
                      <a:pt x="84" y="3360"/>
                      <a:pt x="100" y="3833"/>
                      <a:pt x="150" y="4313"/>
                    </a:cubicBezTo>
                    <a:cubicBezTo>
                      <a:pt x="150" y="4338"/>
                      <a:pt x="171" y="4350"/>
                      <a:pt x="192" y="4350"/>
                    </a:cubicBezTo>
                    <a:cubicBezTo>
                      <a:pt x="212" y="4350"/>
                      <a:pt x="233" y="4338"/>
                      <a:pt x="233" y="4313"/>
                    </a:cubicBezTo>
                    <a:cubicBezTo>
                      <a:pt x="241" y="3841"/>
                      <a:pt x="216" y="3369"/>
                      <a:pt x="200" y="2888"/>
                    </a:cubicBezTo>
                    <a:cubicBezTo>
                      <a:pt x="192" y="2789"/>
                      <a:pt x="192" y="2689"/>
                      <a:pt x="183" y="2590"/>
                    </a:cubicBezTo>
                    <a:cubicBezTo>
                      <a:pt x="200" y="2582"/>
                      <a:pt x="216" y="2573"/>
                      <a:pt x="216" y="2557"/>
                    </a:cubicBezTo>
                    <a:cubicBezTo>
                      <a:pt x="291" y="2126"/>
                      <a:pt x="341" y="1703"/>
                      <a:pt x="332" y="1264"/>
                    </a:cubicBezTo>
                    <a:cubicBezTo>
                      <a:pt x="332" y="1057"/>
                      <a:pt x="316" y="842"/>
                      <a:pt x="291" y="634"/>
                    </a:cubicBezTo>
                    <a:cubicBezTo>
                      <a:pt x="283" y="527"/>
                      <a:pt x="266" y="419"/>
                      <a:pt x="241" y="311"/>
                    </a:cubicBezTo>
                    <a:lnTo>
                      <a:pt x="233" y="311"/>
                    </a:lnTo>
                    <a:cubicBezTo>
                      <a:pt x="216" y="212"/>
                      <a:pt x="192" y="104"/>
                      <a:pt x="142" y="21"/>
                    </a:cubicBezTo>
                    <a:cubicBezTo>
                      <a:pt x="133" y="6"/>
                      <a:pt x="120" y="0"/>
                      <a:pt x="1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5" name="Google Shape;6735;p20"/>
              <p:cNvSpPr/>
              <p:nvPr/>
            </p:nvSpPr>
            <p:spPr>
              <a:xfrm>
                <a:off x="2899100" y="4538225"/>
                <a:ext cx="5925" cy="27500"/>
              </a:xfrm>
              <a:custGeom>
                <a:rect b="b" l="l" r="r" t="t"/>
                <a:pathLst>
                  <a:path extrusionOk="0" h="1100" w="237">
                    <a:moveTo>
                      <a:pt x="181" y="1"/>
                    </a:moveTo>
                    <a:cubicBezTo>
                      <a:pt x="171" y="1"/>
                      <a:pt x="161" y="6"/>
                      <a:pt x="154" y="16"/>
                    </a:cubicBezTo>
                    <a:cubicBezTo>
                      <a:pt x="146" y="33"/>
                      <a:pt x="137" y="49"/>
                      <a:pt x="137" y="74"/>
                    </a:cubicBezTo>
                    <a:cubicBezTo>
                      <a:pt x="129" y="91"/>
                      <a:pt x="129" y="115"/>
                      <a:pt x="129" y="132"/>
                    </a:cubicBezTo>
                    <a:cubicBezTo>
                      <a:pt x="121" y="173"/>
                      <a:pt x="121" y="207"/>
                      <a:pt x="112" y="248"/>
                    </a:cubicBezTo>
                    <a:cubicBezTo>
                      <a:pt x="112" y="289"/>
                      <a:pt x="112" y="331"/>
                      <a:pt x="104" y="364"/>
                    </a:cubicBezTo>
                    <a:cubicBezTo>
                      <a:pt x="88" y="364"/>
                      <a:pt x="63" y="381"/>
                      <a:pt x="63" y="397"/>
                    </a:cubicBezTo>
                    <a:cubicBezTo>
                      <a:pt x="63" y="455"/>
                      <a:pt x="54" y="513"/>
                      <a:pt x="54" y="563"/>
                    </a:cubicBezTo>
                    <a:cubicBezTo>
                      <a:pt x="54" y="621"/>
                      <a:pt x="54" y="670"/>
                      <a:pt x="46" y="720"/>
                    </a:cubicBezTo>
                    <a:cubicBezTo>
                      <a:pt x="38" y="836"/>
                      <a:pt x="30" y="944"/>
                      <a:pt x="5" y="1052"/>
                    </a:cubicBezTo>
                    <a:cubicBezTo>
                      <a:pt x="0" y="1083"/>
                      <a:pt x="24" y="1099"/>
                      <a:pt x="50" y="1099"/>
                    </a:cubicBezTo>
                    <a:cubicBezTo>
                      <a:pt x="73" y="1099"/>
                      <a:pt x="96" y="1087"/>
                      <a:pt x="104" y="1060"/>
                    </a:cubicBezTo>
                    <a:cubicBezTo>
                      <a:pt x="121" y="952"/>
                      <a:pt x="137" y="844"/>
                      <a:pt x="154" y="728"/>
                    </a:cubicBezTo>
                    <a:cubicBezTo>
                      <a:pt x="154" y="679"/>
                      <a:pt x="154" y="621"/>
                      <a:pt x="154" y="563"/>
                    </a:cubicBezTo>
                    <a:cubicBezTo>
                      <a:pt x="154" y="555"/>
                      <a:pt x="154" y="538"/>
                      <a:pt x="154" y="521"/>
                    </a:cubicBezTo>
                    <a:cubicBezTo>
                      <a:pt x="170" y="521"/>
                      <a:pt x="187" y="505"/>
                      <a:pt x="187" y="488"/>
                    </a:cubicBezTo>
                    <a:cubicBezTo>
                      <a:pt x="204" y="414"/>
                      <a:pt x="212" y="339"/>
                      <a:pt x="220" y="256"/>
                    </a:cubicBezTo>
                    <a:cubicBezTo>
                      <a:pt x="228" y="223"/>
                      <a:pt x="228" y="182"/>
                      <a:pt x="228" y="149"/>
                    </a:cubicBezTo>
                    <a:cubicBezTo>
                      <a:pt x="228" y="99"/>
                      <a:pt x="237" y="66"/>
                      <a:pt x="220" y="24"/>
                    </a:cubicBezTo>
                    <a:cubicBezTo>
                      <a:pt x="210" y="10"/>
                      <a:pt x="195" y="1"/>
                      <a:pt x="1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6" name="Google Shape;6736;p20"/>
              <p:cNvSpPr/>
              <p:nvPr/>
            </p:nvSpPr>
            <p:spPr>
              <a:xfrm>
                <a:off x="2897350" y="4732425"/>
                <a:ext cx="4975" cy="23350"/>
              </a:xfrm>
              <a:custGeom>
                <a:rect b="b" l="l" r="r" t="t"/>
                <a:pathLst>
                  <a:path extrusionOk="0" h="934" w="199">
                    <a:moveTo>
                      <a:pt x="91" y="0"/>
                    </a:moveTo>
                    <a:cubicBezTo>
                      <a:pt x="64" y="0"/>
                      <a:pt x="38" y="20"/>
                      <a:pt x="33" y="53"/>
                    </a:cubicBezTo>
                    <a:lnTo>
                      <a:pt x="33" y="45"/>
                    </a:lnTo>
                    <a:lnTo>
                      <a:pt x="33" y="45"/>
                    </a:lnTo>
                    <a:cubicBezTo>
                      <a:pt x="0" y="185"/>
                      <a:pt x="33" y="343"/>
                      <a:pt x="50" y="484"/>
                    </a:cubicBezTo>
                    <a:cubicBezTo>
                      <a:pt x="66" y="633"/>
                      <a:pt x="108" y="774"/>
                      <a:pt x="133" y="915"/>
                    </a:cubicBezTo>
                    <a:cubicBezTo>
                      <a:pt x="133" y="927"/>
                      <a:pt x="143" y="933"/>
                      <a:pt x="153" y="933"/>
                    </a:cubicBezTo>
                    <a:cubicBezTo>
                      <a:pt x="164" y="933"/>
                      <a:pt x="174" y="927"/>
                      <a:pt x="174" y="915"/>
                    </a:cubicBezTo>
                    <a:cubicBezTo>
                      <a:pt x="174" y="765"/>
                      <a:pt x="199" y="625"/>
                      <a:pt x="191" y="475"/>
                    </a:cubicBezTo>
                    <a:cubicBezTo>
                      <a:pt x="191" y="326"/>
                      <a:pt x="199" y="169"/>
                      <a:pt x="141" y="36"/>
                    </a:cubicBezTo>
                    <a:cubicBezTo>
                      <a:pt x="130" y="11"/>
                      <a:pt x="110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7" name="Google Shape;6737;p20"/>
              <p:cNvSpPr/>
              <p:nvPr/>
            </p:nvSpPr>
            <p:spPr>
              <a:xfrm>
                <a:off x="2896725" y="4718400"/>
                <a:ext cx="2100" cy="7700"/>
              </a:xfrm>
              <a:custGeom>
                <a:rect b="b" l="l" r="r" t="t"/>
                <a:pathLst>
                  <a:path extrusionOk="0" h="308" w="84">
                    <a:moveTo>
                      <a:pt x="42" y="1"/>
                    </a:moveTo>
                    <a:cubicBezTo>
                      <a:pt x="9" y="1"/>
                      <a:pt x="0" y="50"/>
                      <a:pt x="0" y="75"/>
                    </a:cubicBezTo>
                    <a:cubicBezTo>
                      <a:pt x="0" y="100"/>
                      <a:pt x="0" y="117"/>
                      <a:pt x="0" y="142"/>
                    </a:cubicBezTo>
                    <a:cubicBezTo>
                      <a:pt x="0" y="191"/>
                      <a:pt x="9" y="233"/>
                      <a:pt x="9" y="274"/>
                    </a:cubicBezTo>
                    <a:cubicBezTo>
                      <a:pt x="9" y="291"/>
                      <a:pt x="25" y="307"/>
                      <a:pt x="42" y="307"/>
                    </a:cubicBezTo>
                    <a:cubicBezTo>
                      <a:pt x="58" y="307"/>
                      <a:pt x="75" y="291"/>
                      <a:pt x="75" y="274"/>
                    </a:cubicBezTo>
                    <a:cubicBezTo>
                      <a:pt x="83" y="233"/>
                      <a:pt x="83" y="191"/>
                      <a:pt x="83" y="150"/>
                    </a:cubicBezTo>
                    <a:cubicBezTo>
                      <a:pt x="83" y="125"/>
                      <a:pt x="83" y="100"/>
                      <a:pt x="83" y="84"/>
                    </a:cubicBezTo>
                    <a:cubicBezTo>
                      <a:pt x="83" y="67"/>
                      <a:pt x="83" y="59"/>
                      <a:pt x="83" y="42"/>
                    </a:cubicBezTo>
                    <a:cubicBezTo>
                      <a:pt x="83" y="17"/>
                      <a:pt x="67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8" name="Google Shape;6738;p20"/>
              <p:cNvSpPr/>
              <p:nvPr/>
            </p:nvSpPr>
            <p:spPr>
              <a:xfrm>
                <a:off x="2892775" y="4735175"/>
                <a:ext cx="2725" cy="12000"/>
              </a:xfrm>
              <a:custGeom>
                <a:rect b="b" l="l" r="r" t="t"/>
                <a:pathLst>
                  <a:path extrusionOk="0" h="480" w="109">
                    <a:moveTo>
                      <a:pt x="52" y="0"/>
                    </a:moveTo>
                    <a:cubicBezTo>
                      <a:pt x="42" y="0"/>
                      <a:pt x="31" y="7"/>
                      <a:pt x="26" y="17"/>
                    </a:cubicBezTo>
                    <a:cubicBezTo>
                      <a:pt x="9" y="51"/>
                      <a:pt x="9" y="84"/>
                      <a:pt x="9" y="117"/>
                    </a:cubicBezTo>
                    <a:cubicBezTo>
                      <a:pt x="1" y="158"/>
                      <a:pt x="9" y="200"/>
                      <a:pt x="9" y="233"/>
                    </a:cubicBezTo>
                    <a:cubicBezTo>
                      <a:pt x="17" y="307"/>
                      <a:pt x="26" y="382"/>
                      <a:pt x="34" y="448"/>
                    </a:cubicBezTo>
                    <a:cubicBezTo>
                      <a:pt x="34" y="469"/>
                      <a:pt x="51" y="479"/>
                      <a:pt x="67" y="479"/>
                    </a:cubicBezTo>
                    <a:cubicBezTo>
                      <a:pt x="84" y="479"/>
                      <a:pt x="100" y="469"/>
                      <a:pt x="100" y="448"/>
                    </a:cubicBezTo>
                    <a:cubicBezTo>
                      <a:pt x="100" y="382"/>
                      <a:pt x="100" y="307"/>
                      <a:pt x="100" y="233"/>
                    </a:cubicBezTo>
                    <a:cubicBezTo>
                      <a:pt x="100" y="191"/>
                      <a:pt x="109" y="150"/>
                      <a:pt x="100" y="117"/>
                    </a:cubicBezTo>
                    <a:cubicBezTo>
                      <a:pt x="92" y="84"/>
                      <a:pt x="92" y="42"/>
                      <a:pt x="75" y="9"/>
                    </a:cubicBezTo>
                    <a:lnTo>
                      <a:pt x="67" y="9"/>
                    </a:lnTo>
                    <a:cubicBezTo>
                      <a:pt x="64" y="3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9" name="Google Shape;6739;p20"/>
              <p:cNvSpPr/>
              <p:nvPr/>
            </p:nvSpPr>
            <p:spPr>
              <a:xfrm>
                <a:off x="2997875" y="4581850"/>
                <a:ext cx="5950" cy="17525"/>
              </a:xfrm>
              <a:custGeom>
                <a:rect b="b" l="l" r="r" t="t"/>
                <a:pathLst>
                  <a:path extrusionOk="0" h="701" w="238">
                    <a:moveTo>
                      <a:pt x="171" y="1"/>
                    </a:moveTo>
                    <a:cubicBezTo>
                      <a:pt x="154" y="1"/>
                      <a:pt x="137" y="10"/>
                      <a:pt x="130" y="27"/>
                    </a:cubicBezTo>
                    <a:cubicBezTo>
                      <a:pt x="89" y="127"/>
                      <a:pt x="80" y="235"/>
                      <a:pt x="64" y="342"/>
                    </a:cubicBezTo>
                    <a:cubicBezTo>
                      <a:pt x="47" y="442"/>
                      <a:pt x="31" y="549"/>
                      <a:pt x="6" y="649"/>
                    </a:cubicBezTo>
                    <a:cubicBezTo>
                      <a:pt x="1" y="680"/>
                      <a:pt x="30" y="701"/>
                      <a:pt x="58" y="701"/>
                    </a:cubicBezTo>
                    <a:cubicBezTo>
                      <a:pt x="75" y="701"/>
                      <a:pt x="91" y="693"/>
                      <a:pt x="97" y="674"/>
                    </a:cubicBezTo>
                    <a:cubicBezTo>
                      <a:pt x="130" y="574"/>
                      <a:pt x="163" y="467"/>
                      <a:pt x="188" y="359"/>
                    </a:cubicBezTo>
                    <a:cubicBezTo>
                      <a:pt x="213" y="259"/>
                      <a:pt x="238" y="152"/>
                      <a:pt x="221" y="44"/>
                    </a:cubicBezTo>
                    <a:cubicBezTo>
                      <a:pt x="217" y="16"/>
                      <a:pt x="193" y="1"/>
                      <a:pt x="1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0" name="Google Shape;6740;p20"/>
              <p:cNvSpPr/>
              <p:nvPr/>
            </p:nvSpPr>
            <p:spPr>
              <a:xfrm>
                <a:off x="3002575" y="4560975"/>
                <a:ext cx="4150" cy="9850"/>
              </a:xfrm>
              <a:custGeom>
                <a:rect b="b" l="l" r="r" t="t"/>
                <a:pathLst>
                  <a:path extrusionOk="0" h="394" w="166">
                    <a:moveTo>
                      <a:pt x="116" y="1"/>
                    </a:moveTo>
                    <a:cubicBezTo>
                      <a:pt x="108" y="1"/>
                      <a:pt x="91" y="9"/>
                      <a:pt x="91" y="17"/>
                    </a:cubicBezTo>
                    <a:cubicBezTo>
                      <a:pt x="66" y="75"/>
                      <a:pt x="58" y="125"/>
                      <a:pt x="50" y="183"/>
                    </a:cubicBezTo>
                    <a:cubicBezTo>
                      <a:pt x="42" y="233"/>
                      <a:pt x="25" y="282"/>
                      <a:pt x="8" y="332"/>
                    </a:cubicBezTo>
                    <a:cubicBezTo>
                      <a:pt x="0" y="357"/>
                      <a:pt x="8" y="382"/>
                      <a:pt x="33" y="390"/>
                    </a:cubicBezTo>
                    <a:cubicBezTo>
                      <a:pt x="40" y="392"/>
                      <a:pt x="46" y="393"/>
                      <a:pt x="52" y="393"/>
                    </a:cubicBezTo>
                    <a:cubicBezTo>
                      <a:pt x="70" y="393"/>
                      <a:pt x="85" y="384"/>
                      <a:pt x="91" y="365"/>
                    </a:cubicBezTo>
                    <a:cubicBezTo>
                      <a:pt x="116" y="316"/>
                      <a:pt x="133" y="258"/>
                      <a:pt x="149" y="200"/>
                    </a:cubicBezTo>
                    <a:cubicBezTo>
                      <a:pt x="158" y="142"/>
                      <a:pt x="166" y="84"/>
                      <a:pt x="149" y="26"/>
                    </a:cubicBezTo>
                    <a:cubicBezTo>
                      <a:pt x="141" y="9"/>
                      <a:pt x="133" y="1"/>
                      <a:pt x="1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1" name="Google Shape;6741;p20"/>
              <p:cNvSpPr/>
              <p:nvPr/>
            </p:nvSpPr>
            <p:spPr>
              <a:xfrm>
                <a:off x="2991800" y="4666825"/>
                <a:ext cx="3550" cy="16175"/>
              </a:xfrm>
              <a:custGeom>
                <a:rect b="b" l="l" r="r" t="t"/>
                <a:pathLst>
                  <a:path extrusionOk="0" h="647" w="142">
                    <a:moveTo>
                      <a:pt x="62" y="1"/>
                    </a:moveTo>
                    <a:cubicBezTo>
                      <a:pt x="46" y="1"/>
                      <a:pt x="29" y="9"/>
                      <a:pt x="17" y="26"/>
                    </a:cubicBezTo>
                    <a:cubicBezTo>
                      <a:pt x="17" y="42"/>
                      <a:pt x="9" y="50"/>
                      <a:pt x="9" y="67"/>
                    </a:cubicBezTo>
                    <a:cubicBezTo>
                      <a:pt x="9" y="75"/>
                      <a:pt x="0" y="92"/>
                      <a:pt x="0" y="100"/>
                    </a:cubicBezTo>
                    <a:cubicBezTo>
                      <a:pt x="0" y="125"/>
                      <a:pt x="0" y="150"/>
                      <a:pt x="0" y="166"/>
                    </a:cubicBezTo>
                    <a:cubicBezTo>
                      <a:pt x="0" y="216"/>
                      <a:pt x="0" y="266"/>
                      <a:pt x="0" y="316"/>
                    </a:cubicBezTo>
                    <a:cubicBezTo>
                      <a:pt x="9" y="415"/>
                      <a:pt x="17" y="506"/>
                      <a:pt x="25" y="597"/>
                    </a:cubicBezTo>
                    <a:cubicBezTo>
                      <a:pt x="29" y="630"/>
                      <a:pt x="56" y="647"/>
                      <a:pt x="82" y="647"/>
                    </a:cubicBezTo>
                    <a:cubicBezTo>
                      <a:pt x="108" y="647"/>
                      <a:pt x="133" y="630"/>
                      <a:pt x="133" y="597"/>
                    </a:cubicBezTo>
                    <a:cubicBezTo>
                      <a:pt x="141" y="506"/>
                      <a:pt x="141" y="407"/>
                      <a:pt x="141" y="316"/>
                    </a:cubicBezTo>
                    <a:cubicBezTo>
                      <a:pt x="141" y="266"/>
                      <a:pt x="141" y="216"/>
                      <a:pt x="141" y="166"/>
                    </a:cubicBezTo>
                    <a:cubicBezTo>
                      <a:pt x="141" y="150"/>
                      <a:pt x="133" y="125"/>
                      <a:pt x="133" y="108"/>
                    </a:cubicBezTo>
                    <a:lnTo>
                      <a:pt x="133" y="100"/>
                    </a:lnTo>
                    <a:cubicBezTo>
                      <a:pt x="133" y="92"/>
                      <a:pt x="125" y="84"/>
                      <a:pt x="125" y="75"/>
                    </a:cubicBezTo>
                    <a:cubicBezTo>
                      <a:pt x="116" y="59"/>
                      <a:pt x="116" y="42"/>
                      <a:pt x="108" y="26"/>
                    </a:cubicBezTo>
                    <a:cubicBezTo>
                      <a:pt x="96" y="9"/>
                      <a:pt x="79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2" name="Google Shape;6742;p20"/>
              <p:cNvSpPr/>
              <p:nvPr/>
            </p:nvSpPr>
            <p:spPr>
              <a:xfrm>
                <a:off x="2983925" y="4667925"/>
                <a:ext cx="1900" cy="8500"/>
              </a:xfrm>
              <a:custGeom>
                <a:rect b="b" l="l" r="r" t="t"/>
                <a:pathLst>
                  <a:path extrusionOk="0" h="340" w="76">
                    <a:moveTo>
                      <a:pt x="34" y="0"/>
                    </a:moveTo>
                    <a:cubicBezTo>
                      <a:pt x="27" y="0"/>
                      <a:pt x="21" y="2"/>
                      <a:pt x="17" y="6"/>
                    </a:cubicBezTo>
                    <a:cubicBezTo>
                      <a:pt x="0" y="31"/>
                      <a:pt x="0" y="64"/>
                      <a:pt x="0" y="89"/>
                    </a:cubicBezTo>
                    <a:cubicBezTo>
                      <a:pt x="0" y="114"/>
                      <a:pt x="0" y="139"/>
                      <a:pt x="0" y="164"/>
                    </a:cubicBezTo>
                    <a:cubicBezTo>
                      <a:pt x="9" y="214"/>
                      <a:pt x="9" y="263"/>
                      <a:pt x="9" y="313"/>
                    </a:cubicBezTo>
                    <a:cubicBezTo>
                      <a:pt x="9" y="326"/>
                      <a:pt x="25" y="340"/>
                      <a:pt x="40" y="340"/>
                    </a:cubicBezTo>
                    <a:cubicBezTo>
                      <a:pt x="44" y="340"/>
                      <a:pt x="47" y="339"/>
                      <a:pt x="50" y="338"/>
                    </a:cubicBezTo>
                    <a:cubicBezTo>
                      <a:pt x="67" y="338"/>
                      <a:pt x="75" y="321"/>
                      <a:pt x="75" y="305"/>
                    </a:cubicBezTo>
                    <a:cubicBezTo>
                      <a:pt x="75" y="255"/>
                      <a:pt x="75" y="205"/>
                      <a:pt x="75" y="156"/>
                    </a:cubicBezTo>
                    <a:lnTo>
                      <a:pt x="75" y="81"/>
                    </a:lnTo>
                    <a:cubicBezTo>
                      <a:pt x="75" y="56"/>
                      <a:pt x="75" y="31"/>
                      <a:pt x="50" y="6"/>
                    </a:cubicBezTo>
                    <a:cubicBezTo>
                      <a:pt x="46" y="2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3" name="Google Shape;6743;p20"/>
              <p:cNvSpPr/>
              <p:nvPr/>
            </p:nvSpPr>
            <p:spPr>
              <a:xfrm>
                <a:off x="2981225" y="4669000"/>
                <a:ext cx="2225" cy="8525"/>
              </a:xfrm>
              <a:custGeom>
                <a:rect b="b" l="l" r="r" t="t"/>
                <a:pathLst>
                  <a:path extrusionOk="0" h="341" w="89">
                    <a:moveTo>
                      <a:pt x="14" y="1"/>
                    </a:moveTo>
                    <a:cubicBezTo>
                      <a:pt x="7" y="1"/>
                      <a:pt x="1" y="5"/>
                      <a:pt x="1" y="13"/>
                    </a:cubicBezTo>
                    <a:cubicBezTo>
                      <a:pt x="1" y="113"/>
                      <a:pt x="17" y="220"/>
                      <a:pt x="34" y="320"/>
                    </a:cubicBezTo>
                    <a:cubicBezTo>
                      <a:pt x="34" y="334"/>
                      <a:pt x="45" y="341"/>
                      <a:pt x="57" y="341"/>
                    </a:cubicBezTo>
                    <a:cubicBezTo>
                      <a:pt x="72" y="341"/>
                      <a:pt x="88" y="330"/>
                      <a:pt x="84" y="311"/>
                    </a:cubicBezTo>
                    <a:cubicBezTo>
                      <a:pt x="67" y="212"/>
                      <a:pt x="59" y="104"/>
                      <a:pt x="34" y="13"/>
                    </a:cubicBezTo>
                    <a:cubicBezTo>
                      <a:pt x="30" y="5"/>
                      <a:pt x="21" y="1"/>
                      <a:pt x="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4" name="Google Shape;6744;p20"/>
              <p:cNvSpPr/>
              <p:nvPr/>
            </p:nvSpPr>
            <p:spPr>
              <a:xfrm>
                <a:off x="2974600" y="4662625"/>
                <a:ext cx="2300" cy="10925"/>
              </a:xfrm>
              <a:custGeom>
                <a:rect b="b" l="l" r="r" t="t"/>
                <a:pathLst>
                  <a:path extrusionOk="0" h="437" w="92">
                    <a:moveTo>
                      <a:pt x="25" y="1"/>
                    </a:moveTo>
                    <a:cubicBezTo>
                      <a:pt x="17" y="1"/>
                      <a:pt x="9" y="7"/>
                      <a:pt x="9" y="20"/>
                    </a:cubicBezTo>
                    <a:cubicBezTo>
                      <a:pt x="1" y="144"/>
                      <a:pt x="17" y="276"/>
                      <a:pt x="34" y="409"/>
                    </a:cubicBezTo>
                    <a:cubicBezTo>
                      <a:pt x="34" y="428"/>
                      <a:pt x="46" y="436"/>
                      <a:pt x="58" y="436"/>
                    </a:cubicBezTo>
                    <a:cubicBezTo>
                      <a:pt x="74" y="436"/>
                      <a:pt x="92" y="423"/>
                      <a:pt x="92" y="401"/>
                    </a:cubicBezTo>
                    <a:cubicBezTo>
                      <a:pt x="83" y="268"/>
                      <a:pt x="75" y="144"/>
                      <a:pt x="42" y="20"/>
                    </a:cubicBezTo>
                    <a:cubicBezTo>
                      <a:pt x="42" y="7"/>
                      <a:pt x="34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5" name="Google Shape;6745;p20"/>
              <p:cNvSpPr/>
              <p:nvPr/>
            </p:nvSpPr>
            <p:spPr>
              <a:xfrm>
                <a:off x="2967350" y="4655600"/>
                <a:ext cx="3175" cy="12125"/>
              </a:xfrm>
              <a:custGeom>
                <a:rect b="b" l="l" r="r" t="t"/>
                <a:pathLst>
                  <a:path extrusionOk="0" h="485" w="127">
                    <a:moveTo>
                      <a:pt x="69" y="0"/>
                    </a:moveTo>
                    <a:cubicBezTo>
                      <a:pt x="61" y="0"/>
                      <a:pt x="54" y="6"/>
                      <a:pt x="50" y="19"/>
                    </a:cubicBezTo>
                    <a:cubicBezTo>
                      <a:pt x="1" y="160"/>
                      <a:pt x="17" y="317"/>
                      <a:pt x="50" y="458"/>
                    </a:cubicBezTo>
                    <a:cubicBezTo>
                      <a:pt x="54" y="476"/>
                      <a:pt x="70" y="484"/>
                      <a:pt x="86" y="484"/>
                    </a:cubicBezTo>
                    <a:cubicBezTo>
                      <a:pt x="106" y="484"/>
                      <a:pt x="126" y="470"/>
                      <a:pt x="117" y="441"/>
                    </a:cubicBezTo>
                    <a:cubicBezTo>
                      <a:pt x="92" y="309"/>
                      <a:pt x="92" y="168"/>
                      <a:pt x="92" y="27"/>
                    </a:cubicBezTo>
                    <a:cubicBezTo>
                      <a:pt x="92" y="12"/>
                      <a:pt x="80" y="0"/>
                      <a:pt x="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6" name="Google Shape;6746;p20"/>
              <p:cNvSpPr/>
              <p:nvPr/>
            </p:nvSpPr>
            <p:spPr>
              <a:xfrm>
                <a:off x="2932550" y="4321875"/>
                <a:ext cx="9550" cy="14775"/>
              </a:xfrm>
              <a:custGeom>
                <a:rect b="b" l="l" r="r" t="t"/>
                <a:pathLst>
                  <a:path extrusionOk="0" h="591" w="382">
                    <a:moveTo>
                      <a:pt x="333" y="0"/>
                    </a:moveTo>
                    <a:cubicBezTo>
                      <a:pt x="324" y="0"/>
                      <a:pt x="315" y="4"/>
                      <a:pt x="307" y="12"/>
                    </a:cubicBezTo>
                    <a:cubicBezTo>
                      <a:pt x="282" y="28"/>
                      <a:pt x="274" y="45"/>
                      <a:pt x="266" y="70"/>
                    </a:cubicBezTo>
                    <a:cubicBezTo>
                      <a:pt x="258" y="78"/>
                      <a:pt x="249" y="86"/>
                      <a:pt x="241" y="103"/>
                    </a:cubicBezTo>
                    <a:cubicBezTo>
                      <a:pt x="241" y="111"/>
                      <a:pt x="233" y="119"/>
                      <a:pt x="233" y="128"/>
                    </a:cubicBezTo>
                    <a:cubicBezTo>
                      <a:pt x="224" y="152"/>
                      <a:pt x="216" y="169"/>
                      <a:pt x="208" y="186"/>
                    </a:cubicBezTo>
                    <a:cubicBezTo>
                      <a:pt x="200" y="227"/>
                      <a:pt x="183" y="268"/>
                      <a:pt x="158" y="302"/>
                    </a:cubicBezTo>
                    <a:cubicBezTo>
                      <a:pt x="125" y="368"/>
                      <a:pt x="84" y="434"/>
                      <a:pt x="26" y="492"/>
                    </a:cubicBezTo>
                    <a:cubicBezTo>
                      <a:pt x="9" y="517"/>
                      <a:pt x="1" y="542"/>
                      <a:pt x="17" y="567"/>
                    </a:cubicBezTo>
                    <a:cubicBezTo>
                      <a:pt x="27" y="581"/>
                      <a:pt x="45" y="590"/>
                      <a:pt x="62" y="590"/>
                    </a:cubicBezTo>
                    <a:cubicBezTo>
                      <a:pt x="74" y="590"/>
                      <a:pt x="85" y="585"/>
                      <a:pt x="92" y="575"/>
                    </a:cubicBezTo>
                    <a:lnTo>
                      <a:pt x="100" y="575"/>
                    </a:lnTo>
                    <a:cubicBezTo>
                      <a:pt x="133" y="550"/>
                      <a:pt x="166" y="517"/>
                      <a:pt x="200" y="484"/>
                    </a:cubicBezTo>
                    <a:cubicBezTo>
                      <a:pt x="224" y="451"/>
                      <a:pt x="258" y="418"/>
                      <a:pt x="282" y="376"/>
                    </a:cubicBezTo>
                    <a:cubicBezTo>
                      <a:pt x="307" y="335"/>
                      <a:pt x="332" y="293"/>
                      <a:pt x="349" y="252"/>
                    </a:cubicBezTo>
                    <a:cubicBezTo>
                      <a:pt x="357" y="227"/>
                      <a:pt x="365" y="210"/>
                      <a:pt x="374" y="186"/>
                    </a:cubicBezTo>
                    <a:cubicBezTo>
                      <a:pt x="374" y="177"/>
                      <a:pt x="382" y="161"/>
                      <a:pt x="382" y="144"/>
                    </a:cubicBezTo>
                    <a:cubicBezTo>
                      <a:pt x="382" y="136"/>
                      <a:pt x="382" y="128"/>
                      <a:pt x="382" y="119"/>
                    </a:cubicBezTo>
                    <a:cubicBezTo>
                      <a:pt x="382" y="111"/>
                      <a:pt x="382" y="103"/>
                      <a:pt x="382" y="94"/>
                    </a:cubicBezTo>
                    <a:cubicBezTo>
                      <a:pt x="382" y="70"/>
                      <a:pt x="382" y="45"/>
                      <a:pt x="365" y="20"/>
                    </a:cubicBezTo>
                    <a:cubicBezTo>
                      <a:pt x="356" y="6"/>
                      <a:pt x="344" y="0"/>
                      <a:pt x="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7" name="Google Shape;6747;p20"/>
              <p:cNvSpPr/>
              <p:nvPr/>
            </p:nvSpPr>
            <p:spPr>
              <a:xfrm>
                <a:off x="2941675" y="4341175"/>
                <a:ext cx="5000" cy="9850"/>
              </a:xfrm>
              <a:custGeom>
                <a:rect b="b" l="l" r="r" t="t"/>
                <a:pathLst>
                  <a:path extrusionOk="0" h="394" w="200">
                    <a:moveTo>
                      <a:pt x="145" y="0"/>
                    </a:moveTo>
                    <a:cubicBezTo>
                      <a:pt x="134" y="0"/>
                      <a:pt x="123" y="6"/>
                      <a:pt x="116" y="18"/>
                    </a:cubicBezTo>
                    <a:cubicBezTo>
                      <a:pt x="108" y="35"/>
                      <a:pt x="100" y="43"/>
                      <a:pt x="91" y="60"/>
                    </a:cubicBezTo>
                    <a:cubicBezTo>
                      <a:pt x="91" y="76"/>
                      <a:pt x="83" y="85"/>
                      <a:pt x="83" y="101"/>
                    </a:cubicBezTo>
                    <a:cubicBezTo>
                      <a:pt x="75" y="118"/>
                      <a:pt x="75" y="126"/>
                      <a:pt x="67" y="143"/>
                    </a:cubicBezTo>
                    <a:lnTo>
                      <a:pt x="67" y="151"/>
                    </a:lnTo>
                    <a:cubicBezTo>
                      <a:pt x="67" y="159"/>
                      <a:pt x="58" y="168"/>
                      <a:pt x="58" y="176"/>
                    </a:cubicBezTo>
                    <a:cubicBezTo>
                      <a:pt x="42" y="226"/>
                      <a:pt x="25" y="275"/>
                      <a:pt x="9" y="325"/>
                    </a:cubicBezTo>
                    <a:cubicBezTo>
                      <a:pt x="0" y="350"/>
                      <a:pt x="9" y="383"/>
                      <a:pt x="33" y="391"/>
                    </a:cubicBezTo>
                    <a:cubicBezTo>
                      <a:pt x="38" y="393"/>
                      <a:pt x="42" y="393"/>
                      <a:pt x="46" y="393"/>
                    </a:cubicBezTo>
                    <a:cubicBezTo>
                      <a:pt x="67" y="393"/>
                      <a:pt x="85" y="379"/>
                      <a:pt x="91" y="358"/>
                    </a:cubicBezTo>
                    <a:cubicBezTo>
                      <a:pt x="116" y="308"/>
                      <a:pt x="141" y="259"/>
                      <a:pt x="158" y="209"/>
                    </a:cubicBezTo>
                    <a:cubicBezTo>
                      <a:pt x="174" y="159"/>
                      <a:pt x="199" y="93"/>
                      <a:pt x="183" y="35"/>
                    </a:cubicBezTo>
                    <a:cubicBezTo>
                      <a:pt x="183" y="15"/>
                      <a:pt x="164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8" name="Google Shape;6748;p20"/>
              <p:cNvSpPr/>
              <p:nvPr/>
            </p:nvSpPr>
            <p:spPr>
              <a:xfrm>
                <a:off x="2943525" y="4353225"/>
                <a:ext cx="4600" cy="6525"/>
              </a:xfrm>
              <a:custGeom>
                <a:rect b="b" l="l" r="r" t="t"/>
                <a:pathLst>
                  <a:path extrusionOk="0" h="261" w="184">
                    <a:moveTo>
                      <a:pt x="133" y="0"/>
                    </a:moveTo>
                    <a:cubicBezTo>
                      <a:pt x="117" y="0"/>
                      <a:pt x="109" y="9"/>
                      <a:pt x="100" y="17"/>
                    </a:cubicBezTo>
                    <a:cubicBezTo>
                      <a:pt x="100" y="17"/>
                      <a:pt x="92" y="25"/>
                      <a:pt x="84" y="34"/>
                    </a:cubicBezTo>
                    <a:cubicBezTo>
                      <a:pt x="84" y="42"/>
                      <a:pt x="75" y="42"/>
                      <a:pt x="75" y="50"/>
                    </a:cubicBezTo>
                    <a:cubicBezTo>
                      <a:pt x="67" y="67"/>
                      <a:pt x="59" y="83"/>
                      <a:pt x="51" y="100"/>
                    </a:cubicBezTo>
                    <a:cubicBezTo>
                      <a:pt x="34" y="125"/>
                      <a:pt x="17" y="158"/>
                      <a:pt x="9" y="183"/>
                    </a:cubicBezTo>
                    <a:cubicBezTo>
                      <a:pt x="1" y="199"/>
                      <a:pt x="1" y="216"/>
                      <a:pt x="9" y="224"/>
                    </a:cubicBezTo>
                    <a:cubicBezTo>
                      <a:pt x="9" y="241"/>
                      <a:pt x="26" y="257"/>
                      <a:pt x="42" y="257"/>
                    </a:cubicBezTo>
                    <a:cubicBezTo>
                      <a:pt x="48" y="259"/>
                      <a:pt x="54" y="260"/>
                      <a:pt x="61" y="260"/>
                    </a:cubicBezTo>
                    <a:cubicBezTo>
                      <a:pt x="82" y="260"/>
                      <a:pt x="104" y="249"/>
                      <a:pt x="117" y="224"/>
                    </a:cubicBezTo>
                    <a:lnTo>
                      <a:pt x="109" y="224"/>
                    </a:lnTo>
                    <a:cubicBezTo>
                      <a:pt x="125" y="199"/>
                      <a:pt x="142" y="174"/>
                      <a:pt x="150" y="141"/>
                    </a:cubicBezTo>
                    <a:cubicBezTo>
                      <a:pt x="158" y="133"/>
                      <a:pt x="167" y="116"/>
                      <a:pt x="167" y="100"/>
                    </a:cubicBezTo>
                    <a:cubicBezTo>
                      <a:pt x="175" y="92"/>
                      <a:pt x="175" y="83"/>
                      <a:pt x="175" y="67"/>
                    </a:cubicBezTo>
                    <a:cubicBezTo>
                      <a:pt x="183" y="58"/>
                      <a:pt x="183" y="58"/>
                      <a:pt x="183" y="50"/>
                    </a:cubicBezTo>
                    <a:cubicBezTo>
                      <a:pt x="183" y="25"/>
                      <a:pt x="175" y="9"/>
                      <a:pt x="1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9" name="Google Shape;6749;p20"/>
              <p:cNvSpPr/>
              <p:nvPr/>
            </p:nvSpPr>
            <p:spPr>
              <a:xfrm>
                <a:off x="2831475" y="4220775"/>
                <a:ext cx="6025" cy="16175"/>
              </a:xfrm>
              <a:custGeom>
                <a:rect b="b" l="l" r="r" t="t"/>
                <a:pathLst>
                  <a:path extrusionOk="0" h="647" w="241">
                    <a:moveTo>
                      <a:pt x="99" y="0"/>
                    </a:moveTo>
                    <a:cubicBezTo>
                      <a:pt x="80" y="0"/>
                      <a:pt x="62" y="11"/>
                      <a:pt x="58" y="37"/>
                    </a:cubicBezTo>
                    <a:cubicBezTo>
                      <a:pt x="42" y="103"/>
                      <a:pt x="33" y="170"/>
                      <a:pt x="25" y="236"/>
                    </a:cubicBezTo>
                    <a:cubicBezTo>
                      <a:pt x="17" y="311"/>
                      <a:pt x="0" y="393"/>
                      <a:pt x="42" y="460"/>
                    </a:cubicBezTo>
                    <a:cubicBezTo>
                      <a:pt x="50" y="472"/>
                      <a:pt x="65" y="478"/>
                      <a:pt x="79" y="478"/>
                    </a:cubicBezTo>
                    <a:cubicBezTo>
                      <a:pt x="94" y="478"/>
                      <a:pt x="108" y="472"/>
                      <a:pt x="116" y="460"/>
                    </a:cubicBezTo>
                    <a:lnTo>
                      <a:pt x="125" y="443"/>
                    </a:lnTo>
                    <a:cubicBezTo>
                      <a:pt x="125" y="493"/>
                      <a:pt x="133" y="551"/>
                      <a:pt x="133" y="609"/>
                    </a:cubicBezTo>
                    <a:cubicBezTo>
                      <a:pt x="137" y="634"/>
                      <a:pt x="158" y="646"/>
                      <a:pt x="178" y="646"/>
                    </a:cubicBezTo>
                    <a:cubicBezTo>
                      <a:pt x="199" y="646"/>
                      <a:pt x="220" y="634"/>
                      <a:pt x="224" y="609"/>
                    </a:cubicBezTo>
                    <a:cubicBezTo>
                      <a:pt x="241" y="493"/>
                      <a:pt x="224" y="377"/>
                      <a:pt x="191" y="261"/>
                    </a:cubicBezTo>
                    <a:cubicBezTo>
                      <a:pt x="191" y="240"/>
                      <a:pt x="174" y="226"/>
                      <a:pt x="154" y="226"/>
                    </a:cubicBezTo>
                    <a:cubicBezTo>
                      <a:pt x="150" y="226"/>
                      <a:pt x="146" y="226"/>
                      <a:pt x="141" y="228"/>
                    </a:cubicBezTo>
                    <a:cubicBezTo>
                      <a:pt x="141" y="170"/>
                      <a:pt x="141" y="103"/>
                      <a:pt x="141" y="45"/>
                    </a:cubicBezTo>
                    <a:cubicBezTo>
                      <a:pt x="146" y="18"/>
                      <a:pt x="122" y="0"/>
                      <a:pt x="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0" name="Google Shape;6750;p20"/>
              <p:cNvSpPr/>
              <p:nvPr/>
            </p:nvSpPr>
            <p:spPr>
              <a:xfrm>
                <a:off x="2869575" y="4210925"/>
                <a:ext cx="6675" cy="9275"/>
              </a:xfrm>
              <a:custGeom>
                <a:rect b="b" l="l" r="r" t="t"/>
                <a:pathLst>
                  <a:path extrusionOk="0" h="371" w="267">
                    <a:moveTo>
                      <a:pt x="233" y="0"/>
                    </a:moveTo>
                    <a:cubicBezTo>
                      <a:pt x="208" y="0"/>
                      <a:pt x="183" y="0"/>
                      <a:pt x="175" y="17"/>
                    </a:cubicBezTo>
                    <a:cubicBezTo>
                      <a:pt x="167" y="33"/>
                      <a:pt x="158" y="50"/>
                      <a:pt x="150" y="58"/>
                    </a:cubicBezTo>
                    <a:lnTo>
                      <a:pt x="142" y="67"/>
                    </a:lnTo>
                    <a:lnTo>
                      <a:pt x="142" y="75"/>
                    </a:lnTo>
                    <a:lnTo>
                      <a:pt x="133" y="91"/>
                    </a:lnTo>
                    <a:cubicBezTo>
                      <a:pt x="117" y="116"/>
                      <a:pt x="109" y="141"/>
                      <a:pt x="92" y="166"/>
                    </a:cubicBezTo>
                    <a:cubicBezTo>
                      <a:pt x="92" y="183"/>
                      <a:pt x="84" y="191"/>
                      <a:pt x="75" y="207"/>
                    </a:cubicBezTo>
                    <a:lnTo>
                      <a:pt x="67" y="216"/>
                    </a:lnTo>
                    <a:lnTo>
                      <a:pt x="67" y="224"/>
                    </a:lnTo>
                    <a:lnTo>
                      <a:pt x="67" y="232"/>
                    </a:lnTo>
                    <a:cubicBezTo>
                      <a:pt x="51" y="257"/>
                      <a:pt x="34" y="274"/>
                      <a:pt x="17" y="299"/>
                    </a:cubicBezTo>
                    <a:cubicBezTo>
                      <a:pt x="1" y="315"/>
                      <a:pt x="9" y="348"/>
                      <a:pt x="26" y="365"/>
                    </a:cubicBezTo>
                    <a:cubicBezTo>
                      <a:pt x="36" y="368"/>
                      <a:pt x="46" y="370"/>
                      <a:pt x="56" y="370"/>
                    </a:cubicBezTo>
                    <a:cubicBezTo>
                      <a:pt x="70" y="370"/>
                      <a:pt x="82" y="366"/>
                      <a:pt x="92" y="357"/>
                    </a:cubicBezTo>
                    <a:cubicBezTo>
                      <a:pt x="125" y="315"/>
                      <a:pt x="158" y="265"/>
                      <a:pt x="191" y="224"/>
                    </a:cubicBezTo>
                    <a:cubicBezTo>
                      <a:pt x="200" y="216"/>
                      <a:pt x="208" y="199"/>
                      <a:pt x="208" y="191"/>
                    </a:cubicBezTo>
                    <a:cubicBezTo>
                      <a:pt x="216" y="174"/>
                      <a:pt x="233" y="166"/>
                      <a:pt x="233" y="149"/>
                    </a:cubicBezTo>
                    <a:cubicBezTo>
                      <a:pt x="249" y="116"/>
                      <a:pt x="258" y="83"/>
                      <a:pt x="258" y="58"/>
                    </a:cubicBezTo>
                    <a:cubicBezTo>
                      <a:pt x="266" y="33"/>
                      <a:pt x="249" y="9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1" name="Google Shape;6751;p20"/>
              <p:cNvSpPr/>
              <p:nvPr/>
            </p:nvSpPr>
            <p:spPr>
              <a:xfrm>
                <a:off x="2873525" y="4217675"/>
                <a:ext cx="3950" cy="6125"/>
              </a:xfrm>
              <a:custGeom>
                <a:rect b="b" l="l" r="r" t="t"/>
                <a:pathLst>
                  <a:path extrusionOk="0" h="245" w="158">
                    <a:moveTo>
                      <a:pt x="129" y="0"/>
                    </a:moveTo>
                    <a:cubicBezTo>
                      <a:pt x="120" y="0"/>
                      <a:pt x="114" y="6"/>
                      <a:pt x="108" y="12"/>
                    </a:cubicBezTo>
                    <a:cubicBezTo>
                      <a:pt x="100" y="20"/>
                      <a:pt x="100" y="29"/>
                      <a:pt x="91" y="37"/>
                    </a:cubicBezTo>
                    <a:cubicBezTo>
                      <a:pt x="83" y="45"/>
                      <a:pt x="83" y="53"/>
                      <a:pt x="75" y="62"/>
                    </a:cubicBezTo>
                    <a:cubicBezTo>
                      <a:pt x="67" y="78"/>
                      <a:pt x="67" y="87"/>
                      <a:pt x="58" y="103"/>
                    </a:cubicBezTo>
                    <a:lnTo>
                      <a:pt x="9" y="194"/>
                    </a:lnTo>
                    <a:cubicBezTo>
                      <a:pt x="0" y="211"/>
                      <a:pt x="9" y="236"/>
                      <a:pt x="25" y="244"/>
                    </a:cubicBezTo>
                    <a:cubicBezTo>
                      <a:pt x="42" y="244"/>
                      <a:pt x="67" y="244"/>
                      <a:pt x="67" y="219"/>
                    </a:cubicBezTo>
                    <a:cubicBezTo>
                      <a:pt x="83" y="194"/>
                      <a:pt x="100" y="161"/>
                      <a:pt x="116" y="128"/>
                    </a:cubicBezTo>
                    <a:cubicBezTo>
                      <a:pt x="125" y="111"/>
                      <a:pt x="133" y="95"/>
                      <a:pt x="133" y="87"/>
                    </a:cubicBezTo>
                    <a:cubicBezTo>
                      <a:pt x="141" y="78"/>
                      <a:pt x="141" y="62"/>
                      <a:pt x="149" y="62"/>
                    </a:cubicBezTo>
                    <a:cubicBezTo>
                      <a:pt x="149" y="45"/>
                      <a:pt x="149" y="37"/>
                      <a:pt x="158" y="29"/>
                    </a:cubicBezTo>
                    <a:cubicBezTo>
                      <a:pt x="158" y="20"/>
                      <a:pt x="149" y="4"/>
                      <a:pt x="141" y="4"/>
                    </a:cubicBezTo>
                    <a:cubicBezTo>
                      <a:pt x="136" y="1"/>
                      <a:pt x="132" y="0"/>
                      <a:pt x="1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2" name="Google Shape;6752;p20"/>
              <p:cNvSpPr/>
              <p:nvPr/>
            </p:nvSpPr>
            <p:spPr>
              <a:xfrm>
                <a:off x="2953225" y="4129675"/>
                <a:ext cx="13325" cy="19925"/>
              </a:xfrm>
              <a:custGeom>
                <a:rect b="b" l="l" r="r" t="t"/>
                <a:pathLst>
                  <a:path extrusionOk="0" h="797" w="533">
                    <a:moveTo>
                      <a:pt x="59" y="1"/>
                    </a:moveTo>
                    <a:cubicBezTo>
                      <a:pt x="26" y="1"/>
                      <a:pt x="1" y="43"/>
                      <a:pt x="27" y="69"/>
                    </a:cubicBezTo>
                    <a:cubicBezTo>
                      <a:pt x="110" y="168"/>
                      <a:pt x="184" y="284"/>
                      <a:pt x="242" y="408"/>
                    </a:cubicBezTo>
                    <a:cubicBezTo>
                      <a:pt x="267" y="466"/>
                      <a:pt x="284" y="533"/>
                      <a:pt x="309" y="591"/>
                    </a:cubicBezTo>
                    <a:cubicBezTo>
                      <a:pt x="325" y="665"/>
                      <a:pt x="325" y="748"/>
                      <a:pt x="392" y="790"/>
                    </a:cubicBezTo>
                    <a:cubicBezTo>
                      <a:pt x="401" y="794"/>
                      <a:pt x="410" y="796"/>
                      <a:pt x="419" y="796"/>
                    </a:cubicBezTo>
                    <a:cubicBezTo>
                      <a:pt x="442" y="796"/>
                      <a:pt x="463" y="783"/>
                      <a:pt x="474" y="765"/>
                    </a:cubicBezTo>
                    <a:cubicBezTo>
                      <a:pt x="532" y="707"/>
                      <a:pt x="483" y="599"/>
                      <a:pt x="458" y="533"/>
                    </a:cubicBezTo>
                    <a:cubicBezTo>
                      <a:pt x="433" y="466"/>
                      <a:pt x="400" y="400"/>
                      <a:pt x="367" y="334"/>
                    </a:cubicBezTo>
                    <a:cubicBezTo>
                      <a:pt x="292" y="210"/>
                      <a:pt x="201" y="102"/>
                      <a:pt x="85" y="11"/>
                    </a:cubicBezTo>
                    <a:cubicBezTo>
                      <a:pt x="76" y="4"/>
                      <a:pt x="67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3" name="Google Shape;6753;p20"/>
              <p:cNvSpPr/>
              <p:nvPr/>
            </p:nvSpPr>
            <p:spPr>
              <a:xfrm>
                <a:off x="2952650" y="4138575"/>
                <a:ext cx="3950" cy="6775"/>
              </a:xfrm>
              <a:custGeom>
                <a:rect b="b" l="l" r="r" t="t"/>
                <a:pathLst>
                  <a:path extrusionOk="0" h="271" w="158">
                    <a:moveTo>
                      <a:pt x="39" y="0"/>
                    </a:moveTo>
                    <a:cubicBezTo>
                      <a:pt x="34" y="0"/>
                      <a:pt x="30" y="1"/>
                      <a:pt x="25" y="3"/>
                    </a:cubicBezTo>
                    <a:cubicBezTo>
                      <a:pt x="9" y="19"/>
                      <a:pt x="0" y="44"/>
                      <a:pt x="9" y="61"/>
                    </a:cubicBezTo>
                    <a:cubicBezTo>
                      <a:pt x="17" y="94"/>
                      <a:pt x="34" y="135"/>
                      <a:pt x="42" y="168"/>
                    </a:cubicBezTo>
                    <a:cubicBezTo>
                      <a:pt x="50" y="185"/>
                      <a:pt x="58" y="202"/>
                      <a:pt x="67" y="210"/>
                    </a:cubicBezTo>
                    <a:cubicBezTo>
                      <a:pt x="75" y="226"/>
                      <a:pt x="75" y="235"/>
                      <a:pt x="91" y="251"/>
                    </a:cubicBezTo>
                    <a:lnTo>
                      <a:pt x="108" y="268"/>
                    </a:lnTo>
                    <a:cubicBezTo>
                      <a:pt x="112" y="270"/>
                      <a:pt x="117" y="271"/>
                      <a:pt x="122" y="271"/>
                    </a:cubicBezTo>
                    <a:cubicBezTo>
                      <a:pt x="136" y="271"/>
                      <a:pt x="149" y="262"/>
                      <a:pt x="149" y="243"/>
                    </a:cubicBezTo>
                    <a:cubicBezTo>
                      <a:pt x="149" y="235"/>
                      <a:pt x="158" y="226"/>
                      <a:pt x="158" y="218"/>
                    </a:cubicBezTo>
                    <a:cubicBezTo>
                      <a:pt x="158" y="202"/>
                      <a:pt x="149" y="193"/>
                      <a:pt x="141" y="177"/>
                    </a:cubicBezTo>
                    <a:cubicBezTo>
                      <a:pt x="141" y="160"/>
                      <a:pt x="133" y="144"/>
                      <a:pt x="125" y="127"/>
                    </a:cubicBezTo>
                    <a:cubicBezTo>
                      <a:pt x="116" y="94"/>
                      <a:pt x="100" y="61"/>
                      <a:pt x="83" y="28"/>
                    </a:cubicBezTo>
                    <a:cubicBezTo>
                      <a:pt x="76" y="14"/>
                      <a:pt x="5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4" name="Google Shape;6754;p20"/>
              <p:cNvSpPr/>
              <p:nvPr/>
            </p:nvSpPr>
            <p:spPr>
              <a:xfrm>
                <a:off x="3021000" y="4137750"/>
                <a:ext cx="4575" cy="10250"/>
              </a:xfrm>
              <a:custGeom>
                <a:rect b="b" l="l" r="r" t="t"/>
                <a:pathLst>
                  <a:path extrusionOk="0" h="410" w="183">
                    <a:moveTo>
                      <a:pt x="63" y="1"/>
                    </a:moveTo>
                    <a:cubicBezTo>
                      <a:pt x="59" y="1"/>
                      <a:pt x="55" y="1"/>
                      <a:pt x="50" y="3"/>
                    </a:cubicBezTo>
                    <a:cubicBezTo>
                      <a:pt x="25" y="3"/>
                      <a:pt x="1" y="27"/>
                      <a:pt x="9" y="61"/>
                    </a:cubicBezTo>
                    <a:cubicBezTo>
                      <a:pt x="25" y="119"/>
                      <a:pt x="34" y="185"/>
                      <a:pt x="50" y="243"/>
                    </a:cubicBezTo>
                    <a:cubicBezTo>
                      <a:pt x="59" y="276"/>
                      <a:pt x="59" y="309"/>
                      <a:pt x="75" y="342"/>
                    </a:cubicBezTo>
                    <a:cubicBezTo>
                      <a:pt x="83" y="372"/>
                      <a:pt x="97" y="410"/>
                      <a:pt x="131" y="410"/>
                    </a:cubicBezTo>
                    <a:cubicBezTo>
                      <a:pt x="134" y="410"/>
                      <a:pt x="138" y="409"/>
                      <a:pt x="141" y="409"/>
                    </a:cubicBezTo>
                    <a:cubicBezTo>
                      <a:pt x="183" y="409"/>
                      <a:pt x="183" y="351"/>
                      <a:pt x="175" y="317"/>
                    </a:cubicBezTo>
                    <a:lnTo>
                      <a:pt x="175" y="317"/>
                    </a:lnTo>
                    <a:lnTo>
                      <a:pt x="175" y="326"/>
                    </a:lnTo>
                    <a:cubicBezTo>
                      <a:pt x="175" y="293"/>
                      <a:pt x="166" y="259"/>
                      <a:pt x="158" y="235"/>
                    </a:cubicBezTo>
                    <a:cubicBezTo>
                      <a:pt x="141" y="168"/>
                      <a:pt x="125" y="102"/>
                      <a:pt x="108" y="44"/>
                    </a:cubicBezTo>
                    <a:cubicBezTo>
                      <a:pt x="101" y="22"/>
                      <a:pt x="88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5" name="Google Shape;6755;p20"/>
              <p:cNvSpPr/>
              <p:nvPr/>
            </p:nvSpPr>
            <p:spPr>
              <a:xfrm>
                <a:off x="2808375" y="4622075"/>
                <a:ext cx="5300" cy="21275"/>
              </a:xfrm>
              <a:custGeom>
                <a:rect b="b" l="l" r="r" t="t"/>
                <a:pathLst>
                  <a:path extrusionOk="0" h="851" w="212">
                    <a:moveTo>
                      <a:pt x="45" y="1"/>
                    </a:moveTo>
                    <a:cubicBezTo>
                      <a:pt x="22" y="1"/>
                      <a:pt x="0" y="16"/>
                      <a:pt x="5" y="42"/>
                    </a:cubicBezTo>
                    <a:cubicBezTo>
                      <a:pt x="30" y="175"/>
                      <a:pt x="54" y="308"/>
                      <a:pt x="71" y="440"/>
                    </a:cubicBezTo>
                    <a:cubicBezTo>
                      <a:pt x="79" y="506"/>
                      <a:pt x="96" y="573"/>
                      <a:pt x="104" y="639"/>
                    </a:cubicBezTo>
                    <a:cubicBezTo>
                      <a:pt x="112" y="705"/>
                      <a:pt x="112" y="772"/>
                      <a:pt x="137" y="830"/>
                    </a:cubicBezTo>
                    <a:cubicBezTo>
                      <a:pt x="144" y="844"/>
                      <a:pt x="157" y="851"/>
                      <a:pt x="168" y="851"/>
                    </a:cubicBezTo>
                    <a:cubicBezTo>
                      <a:pt x="184" y="851"/>
                      <a:pt x="199" y="840"/>
                      <a:pt x="204" y="821"/>
                    </a:cubicBezTo>
                    <a:cubicBezTo>
                      <a:pt x="212" y="755"/>
                      <a:pt x="204" y="697"/>
                      <a:pt x="195" y="631"/>
                    </a:cubicBezTo>
                    <a:cubicBezTo>
                      <a:pt x="187" y="564"/>
                      <a:pt x="179" y="498"/>
                      <a:pt x="170" y="432"/>
                    </a:cubicBezTo>
                    <a:cubicBezTo>
                      <a:pt x="146" y="299"/>
                      <a:pt x="121" y="167"/>
                      <a:pt x="88" y="34"/>
                    </a:cubicBezTo>
                    <a:cubicBezTo>
                      <a:pt x="84" y="11"/>
                      <a:pt x="64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6" name="Google Shape;6756;p20"/>
              <p:cNvSpPr/>
              <p:nvPr/>
            </p:nvSpPr>
            <p:spPr>
              <a:xfrm>
                <a:off x="2809925" y="4689125"/>
                <a:ext cx="7475" cy="11500"/>
              </a:xfrm>
              <a:custGeom>
                <a:rect b="b" l="l" r="r" t="t"/>
                <a:pathLst>
                  <a:path extrusionOk="0" h="460" w="299">
                    <a:moveTo>
                      <a:pt x="241" y="0"/>
                    </a:moveTo>
                    <a:cubicBezTo>
                      <a:pt x="218" y="0"/>
                      <a:pt x="197" y="10"/>
                      <a:pt x="191" y="28"/>
                    </a:cubicBezTo>
                    <a:cubicBezTo>
                      <a:pt x="166" y="95"/>
                      <a:pt x="133" y="153"/>
                      <a:pt x="100" y="219"/>
                    </a:cubicBezTo>
                    <a:cubicBezTo>
                      <a:pt x="92" y="227"/>
                      <a:pt x="84" y="244"/>
                      <a:pt x="75" y="260"/>
                    </a:cubicBezTo>
                    <a:lnTo>
                      <a:pt x="67" y="269"/>
                    </a:lnTo>
                    <a:cubicBezTo>
                      <a:pt x="67" y="285"/>
                      <a:pt x="59" y="293"/>
                      <a:pt x="50" y="302"/>
                    </a:cubicBezTo>
                    <a:cubicBezTo>
                      <a:pt x="34" y="335"/>
                      <a:pt x="26" y="368"/>
                      <a:pt x="9" y="401"/>
                    </a:cubicBezTo>
                    <a:cubicBezTo>
                      <a:pt x="1" y="418"/>
                      <a:pt x="9" y="443"/>
                      <a:pt x="26" y="451"/>
                    </a:cubicBezTo>
                    <a:cubicBezTo>
                      <a:pt x="35" y="457"/>
                      <a:pt x="45" y="460"/>
                      <a:pt x="54" y="460"/>
                    </a:cubicBezTo>
                    <a:cubicBezTo>
                      <a:pt x="68" y="460"/>
                      <a:pt x="82" y="453"/>
                      <a:pt x="92" y="443"/>
                    </a:cubicBezTo>
                    <a:cubicBezTo>
                      <a:pt x="108" y="418"/>
                      <a:pt x="133" y="393"/>
                      <a:pt x="150" y="360"/>
                    </a:cubicBezTo>
                    <a:cubicBezTo>
                      <a:pt x="175" y="327"/>
                      <a:pt x="191" y="293"/>
                      <a:pt x="208" y="260"/>
                    </a:cubicBezTo>
                    <a:cubicBezTo>
                      <a:pt x="233" y="202"/>
                      <a:pt x="266" y="136"/>
                      <a:pt x="291" y="70"/>
                    </a:cubicBezTo>
                    <a:cubicBezTo>
                      <a:pt x="299" y="45"/>
                      <a:pt x="291" y="12"/>
                      <a:pt x="266" y="3"/>
                    </a:cubicBezTo>
                    <a:cubicBezTo>
                      <a:pt x="258" y="1"/>
                      <a:pt x="249" y="0"/>
                      <a:pt x="2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7" name="Google Shape;6757;p20"/>
              <p:cNvSpPr/>
              <p:nvPr/>
            </p:nvSpPr>
            <p:spPr>
              <a:xfrm>
                <a:off x="2638775" y="4718225"/>
                <a:ext cx="38700" cy="30500"/>
              </a:xfrm>
              <a:custGeom>
                <a:rect b="b" l="l" r="r" t="t"/>
                <a:pathLst>
                  <a:path extrusionOk="0" h="1220" w="1548">
                    <a:moveTo>
                      <a:pt x="96" y="1"/>
                    </a:moveTo>
                    <a:cubicBezTo>
                      <a:pt x="48" y="1"/>
                      <a:pt x="0" y="44"/>
                      <a:pt x="28" y="99"/>
                    </a:cubicBezTo>
                    <a:cubicBezTo>
                      <a:pt x="160" y="372"/>
                      <a:pt x="417" y="579"/>
                      <a:pt x="657" y="762"/>
                    </a:cubicBezTo>
                    <a:cubicBezTo>
                      <a:pt x="782" y="853"/>
                      <a:pt x="906" y="944"/>
                      <a:pt x="1039" y="1019"/>
                    </a:cubicBezTo>
                    <a:cubicBezTo>
                      <a:pt x="1171" y="1101"/>
                      <a:pt x="1312" y="1184"/>
                      <a:pt x="1461" y="1217"/>
                    </a:cubicBezTo>
                    <a:cubicBezTo>
                      <a:pt x="1466" y="1219"/>
                      <a:pt x="1471" y="1220"/>
                      <a:pt x="1476" y="1220"/>
                    </a:cubicBezTo>
                    <a:cubicBezTo>
                      <a:pt x="1524" y="1220"/>
                      <a:pt x="1548" y="1148"/>
                      <a:pt x="1503" y="1118"/>
                    </a:cubicBezTo>
                    <a:cubicBezTo>
                      <a:pt x="1445" y="1068"/>
                      <a:pt x="1387" y="1043"/>
                      <a:pt x="1320" y="1002"/>
                    </a:cubicBezTo>
                    <a:cubicBezTo>
                      <a:pt x="1254" y="969"/>
                      <a:pt x="1196" y="927"/>
                      <a:pt x="1130" y="886"/>
                    </a:cubicBezTo>
                    <a:cubicBezTo>
                      <a:pt x="1005" y="820"/>
                      <a:pt x="881" y="737"/>
                      <a:pt x="765" y="654"/>
                    </a:cubicBezTo>
                    <a:cubicBezTo>
                      <a:pt x="541" y="480"/>
                      <a:pt x="285" y="298"/>
                      <a:pt x="160" y="41"/>
                    </a:cubicBezTo>
                    <a:cubicBezTo>
                      <a:pt x="146" y="13"/>
                      <a:pt x="121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8" name="Google Shape;6758;p20"/>
              <p:cNvSpPr/>
              <p:nvPr/>
            </p:nvSpPr>
            <p:spPr>
              <a:xfrm>
                <a:off x="2803575" y="4697475"/>
                <a:ext cx="3900" cy="9250"/>
              </a:xfrm>
              <a:custGeom>
                <a:rect b="b" l="l" r="r" t="t"/>
                <a:pathLst>
                  <a:path extrusionOk="0" h="370" w="156">
                    <a:moveTo>
                      <a:pt x="121" y="1"/>
                    </a:moveTo>
                    <a:cubicBezTo>
                      <a:pt x="108" y="1"/>
                      <a:pt x="93" y="9"/>
                      <a:pt x="89" y="26"/>
                    </a:cubicBezTo>
                    <a:cubicBezTo>
                      <a:pt x="89" y="34"/>
                      <a:pt x="89" y="51"/>
                      <a:pt x="81" y="59"/>
                    </a:cubicBezTo>
                    <a:cubicBezTo>
                      <a:pt x="81" y="75"/>
                      <a:pt x="72" y="84"/>
                      <a:pt x="72" y="100"/>
                    </a:cubicBezTo>
                    <a:cubicBezTo>
                      <a:pt x="64" y="125"/>
                      <a:pt x="56" y="150"/>
                      <a:pt x="48" y="175"/>
                    </a:cubicBezTo>
                    <a:lnTo>
                      <a:pt x="39" y="216"/>
                    </a:lnTo>
                    <a:cubicBezTo>
                      <a:pt x="31" y="233"/>
                      <a:pt x="23" y="241"/>
                      <a:pt x="23" y="258"/>
                    </a:cubicBezTo>
                    <a:cubicBezTo>
                      <a:pt x="23" y="266"/>
                      <a:pt x="23" y="283"/>
                      <a:pt x="23" y="291"/>
                    </a:cubicBezTo>
                    <a:cubicBezTo>
                      <a:pt x="14" y="307"/>
                      <a:pt x="14" y="324"/>
                      <a:pt x="6" y="341"/>
                    </a:cubicBezTo>
                    <a:cubicBezTo>
                      <a:pt x="1" y="357"/>
                      <a:pt x="16" y="369"/>
                      <a:pt x="35" y="369"/>
                    </a:cubicBezTo>
                    <a:cubicBezTo>
                      <a:pt x="45" y="369"/>
                      <a:pt x="55" y="366"/>
                      <a:pt x="64" y="357"/>
                    </a:cubicBezTo>
                    <a:cubicBezTo>
                      <a:pt x="72" y="349"/>
                      <a:pt x="81" y="332"/>
                      <a:pt x="81" y="324"/>
                    </a:cubicBezTo>
                    <a:cubicBezTo>
                      <a:pt x="89" y="316"/>
                      <a:pt x="89" y="307"/>
                      <a:pt x="97" y="299"/>
                    </a:cubicBezTo>
                    <a:lnTo>
                      <a:pt x="106" y="291"/>
                    </a:lnTo>
                    <a:cubicBezTo>
                      <a:pt x="114" y="274"/>
                      <a:pt x="122" y="258"/>
                      <a:pt x="122" y="249"/>
                    </a:cubicBezTo>
                    <a:cubicBezTo>
                      <a:pt x="130" y="233"/>
                      <a:pt x="139" y="216"/>
                      <a:pt x="139" y="200"/>
                    </a:cubicBezTo>
                    <a:cubicBezTo>
                      <a:pt x="147" y="167"/>
                      <a:pt x="155" y="142"/>
                      <a:pt x="155" y="117"/>
                    </a:cubicBezTo>
                    <a:cubicBezTo>
                      <a:pt x="155" y="100"/>
                      <a:pt x="155" y="84"/>
                      <a:pt x="147" y="67"/>
                    </a:cubicBezTo>
                    <a:cubicBezTo>
                      <a:pt x="147" y="51"/>
                      <a:pt x="147" y="34"/>
                      <a:pt x="147" y="26"/>
                    </a:cubicBezTo>
                    <a:cubicBezTo>
                      <a:pt x="147" y="9"/>
                      <a:pt x="135" y="1"/>
                      <a:pt x="1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9" name="Google Shape;6759;p20"/>
              <p:cNvSpPr/>
              <p:nvPr/>
            </p:nvSpPr>
            <p:spPr>
              <a:xfrm>
                <a:off x="2802475" y="4726975"/>
                <a:ext cx="6650" cy="8725"/>
              </a:xfrm>
              <a:custGeom>
                <a:rect b="b" l="l" r="r" t="t"/>
                <a:pathLst>
                  <a:path extrusionOk="0" h="349" w="266">
                    <a:moveTo>
                      <a:pt x="220" y="0"/>
                    </a:moveTo>
                    <a:cubicBezTo>
                      <a:pt x="210" y="0"/>
                      <a:pt x="201" y="4"/>
                      <a:pt x="191" y="14"/>
                    </a:cubicBezTo>
                    <a:cubicBezTo>
                      <a:pt x="158" y="55"/>
                      <a:pt x="133" y="97"/>
                      <a:pt x="100" y="138"/>
                    </a:cubicBezTo>
                    <a:cubicBezTo>
                      <a:pt x="67" y="180"/>
                      <a:pt x="42" y="229"/>
                      <a:pt x="17" y="271"/>
                    </a:cubicBezTo>
                    <a:cubicBezTo>
                      <a:pt x="0" y="287"/>
                      <a:pt x="0" y="321"/>
                      <a:pt x="25" y="337"/>
                    </a:cubicBezTo>
                    <a:cubicBezTo>
                      <a:pt x="36" y="345"/>
                      <a:pt x="49" y="349"/>
                      <a:pt x="61" y="349"/>
                    </a:cubicBezTo>
                    <a:cubicBezTo>
                      <a:pt x="75" y="349"/>
                      <a:pt x="87" y="343"/>
                      <a:pt x="92" y="329"/>
                    </a:cubicBezTo>
                    <a:cubicBezTo>
                      <a:pt x="125" y="279"/>
                      <a:pt x="158" y="238"/>
                      <a:pt x="183" y="188"/>
                    </a:cubicBezTo>
                    <a:cubicBezTo>
                      <a:pt x="208" y="147"/>
                      <a:pt x="232" y="97"/>
                      <a:pt x="257" y="55"/>
                    </a:cubicBezTo>
                    <a:cubicBezTo>
                      <a:pt x="266" y="39"/>
                      <a:pt x="257" y="14"/>
                      <a:pt x="241" y="6"/>
                    </a:cubicBezTo>
                    <a:cubicBezTo>
                      <a:pt x="234" y="2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0" name="Google Shape;6760;p20"/>
              <p:cNvSpPr/>
              <p:nvPr/>
            </p:nvSpPr>
            <p:spPr>
              <a:xfrm>
                <a:off x="2818225" y="4715225"/>
                <a:ext cx="4975" cy="7600"/>
              </a:xfrm>
              <a:custGeom>
                <a:rect b="b" l="l" r="r" t="t"/>
                <a:pathLst>
                  <a:path extrusionOk="0" h="304" w="199">
                    <a:moveTo>
                      <a:pt x="152" y="0"/>
                    </a:moveTo>
                    <a:cubicBezTo>
                      <a:pt x="138" y="0"/>
                      <a:pt x="122" y="10"/>
                      <a:pt x="116" y="28"/>
                    </a:cubicBezTo>
                    <a:cubicBezTo>
                      <a:pt x="83" y="95"/>
                      <a:pt x="42" y="169"/>
                      <a:pt x="8" y="244"/>
                    </a:cubicBezTo>
                    <a:cubicBezTo>
                      <a:pt x="0" y="260"/>
                      <a:pt x="8" y="293"/>
                      <a:pt x="33" y="302"/>
                    </a:cubicBezTo>
                    <a:cubicBezTo>
                      <a:pt x="38" y="303"/>
                      <a:pt x="42" y="304"/>
                      <a:pt x="47" y="304"/>
                    </a:cubicBezTo>
                    <a:cubicBezTo>
                      <a:pt x="67" y="304"/>
                      <a:pt x="84" y="290"/>
                      <a:pt x="91" y="277"/>
                    </a:cubicBezTo>
                    <a:cubicBezTo>
                      <a:pt x="124" y="202"/>
                      <a:pt x="157" y="128"/>
                      <a:pt x="191" y="53"/>
                    </a:cubicBezTo>
                    <a:cubicBezTo>
                      <a:pt x="199" y="37"/>
                      <a:pt x="191" y="12"/>
                      <a:pt x="174" y="3"/>
                    </a:cubicBezTo>
                    <a:lnTo>
                      <a:pt x="166" y="3"/>
                    </a:lnTo>
                    <a:cubicBezTo>
                      <a:pt x="162" y="1"/>
                      <a:pt x="157" y="0"/>
                      <a:pt x="1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1" name="Google Shape;6761;p20"/>
              <p:cNvSpPr/>
              <p:nvPr/>
            </p:nvSpPr>
            <p:spPr>
              <a:xfrm>
                <a:off x="2789825" y="4589150"/>
                <a:ext cx="11625" cy="18500"/>
              </a:xfrm>
              <a:custGeom>
                <a:rect b="b" l="l" r="r" t="t"/>
                <a:pathLst>
                  <a:path extrusionOk="0" h="740" w="465">
                    <a:moveTo>
                      <a:pt x="89" y="1"/>
                    </a:moveTo>
                    <a:cubicBezTo>
                      <a:pt x="49" y="1"/>
                      <a:pt x="9" y="30"/>
                      <a:pt x="9" y="75"/>
                    </a:cubicBezTo>
                    <a:cubicBezTo>
                      <a:pt x="1" y="150"/>
                      <a:pt x="42" y="208"/>
                      <a:pt x="84" y="266"/>
                    </a:cubicBezTo>
                    <a:cubicBezTo>
                      <a:pt x="117" y="324"/>
                      <a:pt x="150" y="373"/>
                      <a:pt x="192" y="423"/>
                    </a:cubicBezTo>
                    <a:cubicBezTo>
                      <a:pt x="225" y="473"/>
                      <a:pt x="258" y="514"/>
                      <a:pt x="291" y="564"/>
                    </a:cubicBezTo>
                    <a:cubicBezTo>
                      <a:pt x="324" y="605"/>
                      <a:pt x="357" y="647"/>
                      <a:pt x="366" y="705"/>
                    </a:cubicBezTo>
                    <a:cubicBezTo>
                      <a:pt x="369" y="729"/>
                      <a:pt x="387" y="739"/>
                      <a:pt x="404" y="739"/>
                    </a:cubicBezTo>
                    <a:cubicBezTo>
                      <a:pt x="424" y="739"/>
                      <a:pt x="444" y="727"/>
                      <a:pt x="448" y="705"/>
                    </a:cubicBezTo>
                    <a:cubicBezTo>
                      <a:pt x="457" y="647"/>
                      <a:pt x="465" y="581"/>
                      <a:pt x="448" y="523"/>
                    </a:cubicBezTo>
                    <a:cubicBezTo>
                      <a:pt x="432" y="465"/>
                      <a:pt x="399" y="407"/>
                      <a:pt x="374" y="349"/>
                    </a:cubicBezTo>
                    <a:cubicBezTo>
                      <a:pt x="341" y="282"/>
                      <a:pt x="308" y="224"/>
                      <a:pt x="266" y="166"/>
                    </a:cubicBezTo>
                    <a:cubicBezTo>
                      <a:pt x="233" y="100"/>
                      <a:pt x="192" y="34"/>
                      <a:pt x="125" y="9"/>
                    </a:cubicBezTo>
                    <a:cubicBezTo>
                      <a:pt x="114" y="3"/>
                      <a:pt x="102" y="1"/>
                      <a:pt x="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2" name="Google Shape;6762;p20"/>
              <p:cNvSpPr/>
              <p:nvPr/>
            </p:nvSpPr>
            <p:spPr>
              <a:xfrm>
                <a:off x="2783050" y="4576975"/>
                <a:ext cx="2875" cy="4325"/>
              </a:xfrm>
              <a:custGeom>
                <a:rect b="b" l="l" r="r" t="t"/>
                <a:pathLst>
                  <a:path extrusionOk="0" h="173" w="115">
                    <a:moveTo>
                      <a:pt x="24" y="0"/>
                    </a:moveTo>
                    <a:cubicBezTo>
                      <a:pt x="12" y="0"/>
                      <a:pt x="1" y="12"/>
                      <a:pt x="7" y="24"/>
                    </a:cubicBezTo>
                    <a:cubicBezTo>
                      <a:pt x="7" y="32"/>
                      <a:pt x="7" y="48"/>
                      <a:pt x="7" y="57"/>
                    </a:cubicBezTo>
                    <a:cubicBezTo>
                      <a:pt x="7" y="65"/>
                      <a:pt x="15" y="82"/>
                      <a:pt x="15" y="90"/>
                    </a:cubicBezTo>
                    <a:cubicBezTo>
                      <a:pt x="23" y="106"/>
                      <a:pt x="32" y="131"/>
                      <a:pt x="32" y="148"/>
                    </a:cubicBezTo>
                    <a:cubicBezTo>
                      <a:pt x="40" y="156"/>
                      <a:pt x="48" y="164"/>
                      <a:pt x="57" y="173"/>
                    </a:cubicBezTo>
                    <a:lnTo>
                      <a:pt x="98" y="173"/>
                    </a:lnTo>
                    <a:cubicBezTo>
                      <a:pt x="106" y="164"/>
                      <a:pt x="106" y="156"/>
                      <a:pt x="115" y="148"/>
                    </a:cubicBezTo>
                    <a:lnTo>
                      <a:pt x="115" y="123"/>
                    </a:lnTo>
                    <a:cubicBezTo>
                      <a:pt x="115" y="123"/>
                      <a:pt x="115" y="115"/>
                      <a:pt x="106" y="106"/>
                    </a:cubicBezTo>
                    <a:lnTo>
                      <a:pt x="73" y="57"/>
                    </a:lnTo>
                    <a:cubicBezTo>
                      <a:pt x="73" y="48"/>
                      <a:pt x="65" y="40"/>
                      <a:pt x="57" y="32"/>
                    </a:cubicBezTo>
                    <a:cubicBezTo>
                      <a:pt x="57" y="24"/>
                      <a:pt x="48" y="15"/>
                      <a:pt x="40" y="7"/>
                    </a:cubicBezTo>
                    <a:cubicBezTo>
                      <a:pt x="35" y="2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3" name="Google Shape;6763;p20"/>
              <p:cNvSpPr/>
              <p:nvPr/>
            </p:nvSpPr>
            <p:spPr>
              <a:xfrm>
                <a:off x="2829200" y="4508375"/>
                <a:ext cx="3950" cy="13575"/>
              </a:xfrm>
              <a:custGeom>
                <a:rect b="b" l="l" r="r" t="t"/>
                <a:pathLst>
                  <a:path extrusionOk="0" h="543" w="158">
                    <a:moveTo>
                      <a:pt x="75" y="0"/>
                    </a:moveTo>
                    <a:cubicBezTo>
                      <a:pt x="50" y="0"/>
                      <a:pt x="33" y="17"/>
                      <a:pt x="25" y="42"/>
                    </a:cubicBezTo>
                    <a:cubicBezTo>
                      <a:pt x="8" y="125"/>
                      <a:pt x="0" y="207"/>
                      <a:pt x="8" y="290"/>
                    </a:cubicBezTo>
                    <a:cubicBezTo>
                      <a:pt x="17" y="373"/>
                      <a:pt x="42" y="464"/>
                      <a:pt x="91" y="531"/>
                    </a:cubicBezTo>
                    <a:cubicBezTo>
                      <a:pt x="100" y="539"/>
                      <a:pt x="110" y="543"/>
                      <a:pt x="120" y="543"/>
                    </a:cubicBezTo>
                    <a:cubicBezTo>
                      <a:pt x="139" y="543"/>
                      <a:pt x="158" y="528"/>
                      <a:pt x="158" y="506"/>
                    </a:cubicBezTo>
                    <a:cubicBezTo>
                      <a:pt x="141" y="431"/>
                      <a:pt x="116" y="357"/>
                      <a:pt x="108" y="282"/>
                    </a:cubicBezTo>
                    <a:cubicBezTo>
                      <a:pt x="100" y="199"/>
                      <a:pt x="100" y="125"/>
                      <a:pt x="116" y="50"/>
                    </a:cubicBezTo>
                    <a:cubicBezTo>
                      <a:pt x="116" y="25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4" name="Google Shape;6764;p20"/>
              <p:cNvSpPr/>
              <p:nvPr/>
            </p:nvSpPr>
            <p:spPr>
              <a:xfrm>
                <a:off x="2836650" y="4515575"/>
                <a:ext cx="3125" cy="11400"/>
              </a:xfrm>
              <a:custGeom>
                <a:rect b="b" l="l" r="r" t="t"/>
                <a:pathLst>
                  <a:path extrusionOk="0" h="456" w="125">
                    <a:moveTo>
                      <a:pt x="62" y="1"/>
                    </a:moveTo>
                    <a:cubicBezTo>
                      <a:pt x="36" y="1"/>
                      <a:pt x="17" y="22"/>
                      <a:pt x="17" y="44"/>
                    </a:cubicBezTo>
                    <a:cubicBezTo>
                      <a:pt x="0" y="110"/>
                      <a:pt x="0" y="185"/>
                      <a:pt x="0" y="251"/>
                    </a:cubicBezTo>
                    <a:cubicBezTo>
                      <a:pt x="9" y="284"/>
                      <a:pt x="17" y="317"/>
                      <a:pt x="17" y="350"/>
                    </a:cubicBezTo>
                    <a:cubicBezTo>
                      <a:pt x="34" y="383"/>
                      <a:pt x="42" y="417"/>
                      <a:pt x="67" y="441"/>
                    </a:cubicBezTo>
                    <a:cubicBezTo>
                      <a:pt x="73" y="451"/>
                      <a:pt x="82" y="456"/>
                      <a:pt x="91" y="456"/>
                    </a:cubicBezTo>
                    <a:cubicBezTo>
                      <a:pt x="104" y="456"/>
                      <a:pt x="116" y="445"/>
                      <a:pt x="116" y="425"/>
                    </a:cubicBezTo>
                    <a:cubicBezTo>
                      <a:pt x="125" y="392"/>
                      <a:pt x="125" y="359"/>
                      <a:pt x="116" y="325"/>
                    </a:cubicBezTo>
                    <a:cubicBezTo>
                      <a:pt x="116" y="317"/>
                      <a:pt x="116" y="301"/>
                      <a:pt x="116" y="284"/>
                    </a:cubicBezTo>
                    <a:lnTo>
                      <a:pt x="116" y="251"/>
                    </a:lnTo>
                    <a:cubicBezTo>
                      <a:pt x="116" y="218"/>
                      <a:pt x="116" y="185"/>
                      <a:pt x="116" y="160"/>
                    </a:cubicBezTo>
                    <a:cubicBezTo>
                      <a:pt x="116" y="127"/>
                      <a:pt x="116" y="93"/>
                      <a:pt x="125" y="60"/>
                    </a:cubicBezTo>
                    <a:cubicBezTo>
                      <a:pt x="125" y="35"/>
                      <a:pt x="100" y="2"/>
                      <a:pt x="75" y="2"/>
                    </a:cubicBezTo>
                    <a:cubicBezTo>
                      <a:pt x="71" y="1"/>
                      <a:pt x="66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5" name="Google Shape;6765;p20"/>
              <p:cNvSpPr/>
              <p:nvPr/>
            </p:nvSpPr>
            <p:spPr>
              <a:xfrm>
                <a:off x="2867300" y="4525975"/>
                <a:ext cx="3750" cy="6100"/>
              </a:xfrm>
              <a:custGeom>
                <a:rect b="b" l="l" r="r" t="t"/>
                <a:pathLst>
                  <a:path extrusionOk="0" h="244" w="150">
                    <a:moveTo>
                      <a:pt x="125" y="1"/>
                    </a:moveTo>
                    <a:cubicBezTo>
                      <a:pt x="125" y="1"/>
                      <a:pt x="125" y="1"/>
                      <a:pt x="125" y="1"/>
                    </a:cubicBezTo>
                    <a:lnTo>
                      <a:pt x="125" y="1"/>
                    </a:lnTo>
                    <a:cubicBezTo>
                      <a:pt x="128" y="1"/>
                      <a:pt x="131" y="1"/>
                      <a:pt x="133" y="1"/>
                    </a:cubicBezTo>
                    <a:close/>
                    <a:moveTo>
                      <a:pt x="125" y="1"/>
                    </a:moveTo>
                    <a:cubicBezTo>
                      <a:pt x="112" y="1"/>
                      <a:pt x="99" y="3"/>
                      <a:pt x="92" y="17"/>
                    </a:cubicBezTo>
                    <a:cubicBezTo>
                      <a:pt x="75" y="25"/>
                      <a:pt x="67" y="42"/>
                      <a:pt x="59" y="59"/>
                    </a:cubicBezTo>
                    <a:cubicBezTo>
                      <a:pt x="59" y="75"/>
                      <a:pt x="50" y="83"/>
                      <a:pt x="42" y="100"/>
                    </a:cubicBezTo>
                    <a:cubicBezTo>
                      <a:pt x="34" y="125"/>
                      <a:pt x="17" y="150"/>
                      <a:pt x="9" y="183"/>
                    </a:cubicBezTo>
                    <a:cubicBezTo>
                      <a:pt x="1" y="199"/>
                      <a:pt x="9" y="233"/>
                      <a:pt x="34" y="241"/>
                    </a:cubicBezTo>
                    <a:cubicBezTo>
                      <a:pt x="40" y="243"/>
                      <a:pt x="47" y="244"/>
                      <a:pt x="54" y="244"/>
                    </a:cubicBezTo>
                    <a:cubicBezTo>
                      <a:pt x="74" y="244"/>
                      <a:pt x="94" y="235"/>
                      <a:pt x="100" y="216"/>
                    </a:cubicBezTo>
                    <a:cubicBezTo>
                      <a:pt x="108" y="191"/>
                      <a:pt x="117" y="158"/>
                      <a:pt x="125" y="133"/>
                    </a:cubicBezTo>
                    <a:cubicBezTo>
                      <a:pt x="133" y="117"/>
                      <a:pt x="133" y="108"/>
                      <a:pt x="142" y="92"/>
                    </a:cubicBezTo>
                    <a:cubicBezTo>
                      <a:pt x="142" y="83"/>
                      <a:pt x="150" y="75"/>
                      <a:pt x="150" y="67"/>
                    </a:cubicBezTo>
                    <a:cubicBezTo>
                      <a:pt x="150" y="59"/>
                      <a:pt x="150" y="50"/>
                      <a:pt x="150" y="42"/>
                    </a:cubicBezTo>
                    <a:cubicBezTo>
                      <a:pt x="150" y="25"/>
                      <a:pt x="142" y="9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6" name="Google Shape;6766;p20"/>
              <p:cNvSpPr/>
              <p:nvPr/>
            </p:nvSpPr>
            <p:spPr>
              <a:xfrm>
                <a:off x="2879950" y="4529050"/>
                <a:ext cx="1675" cy="1300"/>
              </a:xfrm>
              <a:custGeom>
                <a:rect b="b" l="l" r="r" t="t"/>
                <a:pathLst>
                  <a:path extrusionOk="0" h="52" w="67">
                    <a:moveTo>
                      <a:pt x="40" y="1"/>
                    </a:moveTo>
                    <a:cubicBezTo>
                      <a:pt x="38" y="1"/>
                      <a:pt x="36" y="1"/>
                      <a:pt x="33" y="2"/>
                    </a:cubicBezTo>
                    <a:cubicBezTo>
                      <a:pt x="0" y="2"/>
                      <a:pt x="0" y="52"/>
                      <a:pt x="33" y="52"/>
                    </a:cubicBezTo>
                    <a:cubicBezTo>
                      <a:pt x="64" y="44"/>
                      <a:pt x="66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7" name="Google Shape;6767;p20"/>
              <p:cNvSpPr/>
              <p:nvPr/>
            </p:nvSpPr>
            <p:spPr>
              <a:xfrm>
                <a:off x="2882625" y="4530950"/>
                <a:ext cx="3750" cy="6450"/>
              </a:xfrm>
              <a:custGeom>
                <a:rect b="b" l="l" r="r" t="t"/>
                <a:pathLst>
                  <a:path extrusionOk="0" h="258" w="150">
                    <a:moveTo>
                      <a:pt x="100" y="0"/>
                    </a:moveTo>
                    <a:cubicBezTo>
                      <a:pt x="92" y="0"/>
                      <a:pt x="75" y="9"/>
                      <a:pt x="75" y="17"/>
                    </a:cubicBezTo>
                    <a:cubicBezTo>
                      <a:pt x="67" y="34"/>
                      <a:pt x="59" y="42"/>
                      <a:pt x="51" y="58"/>
                    </a:cubicBezTo>
                    <a:cubicBezTo>
                      <a:pt x="51" y="75"/>
                      <a:pt x="42" y="83"/>
                      <a:pt x="34" y="100"/>
                    </a:cubicBezTo>
                    <a:cubicBezTo>
                      <a:pt x="26" y="125"/>
                      <a:pt x="17" y="150"/>
                      <a:pt x="9" y="183"/>
                    </a:cubicBezTo>
                    <a:cubicBezTo>
                      <a:pt x="1" y="208"/>
                      <a:pt x="17" y="241"/>
                      <a:pt x="51" y="257"/>
                    </a:cubicBezTo>
                    <a:cubicBezTo>
                      <a:pt x="59" y="257"/>
                      <a:pt x="75" y="257"/>
                      <a:pt x="92" y="249"/>
                    </a:cubicBezTo>
                    <a:cubicBezTo>
                      <a:pt x="109" y="241"/>
                      <a:pt x="117" y="224"/>
                      <a:pt x="117" y="208"/>
                    </a:cubicBezTo>
                    <a:cubicBezTo>
                      <a:pt x="125" y="183"/>
                      <a:pt x="133" y="158"/>
                      <a:pt x="133" y="125"/>
                    </a:cubicBezTo>
                    <a:lnTo>
                      <a:pt x="142" y="92"/>
                    </a:lnTo>
                    <a:cubicBezTo>
                      <a:pt x="150" y="83"/>
                      <a:pt x="150" y="75"/>
                      <a:pt x="150" y="67"/>
                    </a:cubicBezTo>
                    <a:lnTo>
                      <a:pt x="150" y="50"/>
                    </a:lnTo>
                    <a:cubicBezTo>
                      <a:pt x="150" y="34"/>
                      <a:pt x="150" y="25"/>
                      <a:pt x="142" y="17"/>
                    </a:cubicBezTo>
                    <a:cubicBezTo>
                      <a:pt x="142" y="9"/>
                      <a:pt x="133" y="9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8" name="Google Shape;6768;p20"/>
              <p:cNvSpPr/>
              <p:nvPr/>
            </p:nvSpPr>
            <p:spPr>
              <a:xfrm>
                <a:off x="2992000" y="4463525"/>
                <a:ext cx="3550" cy="9250"/>
              </a:xfrm>
              <a:custGeom>
                <a:rect b="b" l="l" r="r" t="t"/>
                <a:pathLst>
                  <a:path extrusionOk="0" h="370" w="142">
                    <a:moveTo>
                      <a:pt x="71" y="0"/>
                    </a:moveTo>
                    <a:cubicBezTo>
                      <a:pt x="59" y="0"/>
                      <a:pt x="46" y="5"/>
                      <a:pt x="34" y="13"/>
                    </a:cubicBezTo>
                    <a:cubicBezTo>
                      <a:pt x="1" y="38"/>
                      <a:pt x="9" y="79"/>
                      <a:pt x="9" y="112"/>
                    </a:cubicBezTo>
                    <a:lnTo>
                      <a:pt x="17" y="187"/>
                    </a:lnTo>
                    <a:lnTo>
                      <a:pt x="25" y="328"/>
                    </a:lnTo>
                    <a:cubicBezTo>
                      <a:pt x="25" y="353"/>
                      <a:pt x="50" y="369"/>
                      <a:pt x="75" y="369"/>
                    </a:cubicBezTo>
                    <a:cubicBezTo>
                      <a:pt x="100" y="369"/>
                      <a:pt x="125" y="353"/>
                      <a:pt x="125" y="328"/>
                    </a:cubicBezTo>
                    <a:cubicBezTo>
                      <a:pt x="125" y="278"/>
                      <a:pt x="125" y="228"/>
                      <a:pt x="133" y="187"/>
                    </a:cubicBezTo>
                    <a:cubicBezTo>
                      <a:pt x="133" y="162"/>
                      <a:pt x="133" y="137"/>
                      <a:pt x="133" y="121"/>
                    </a:cubicBezTo>
                    <a:cubicBezTo>
                      <a:pt x="133" y="79"/>
                      <a:pt x="141" y="38"/>
                      <a:pt x="108" y="13"/>
                    </a:cubicBezTo>
                    <a:cubicBezTo>
                      <a:pt x="96" y="5"/>
                      <a:pt x="83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9" name="Google Shape;6769;p20"/>
              <p:cNvSpPr/>
              <p:nvPr/>
            </p:nvSpPr>
            <p:spPr>
              <a:xfrm>
                <a:off x="2995100" y="4467250"/>
                <a:ext cx="3350" cy="8450"/>
              </a:xfrm>
              <a:custGeom>
                <a:rect b="b" l="l" r="r" t="t"/>
                <a:pathLst>
                  <a:path extrusionOk="0" h="338" w="134">
                    <a:moveTo>
                      <a:pt x="98" y="0"/>
                    </a:moveTo>
                    <a:cubicBezTo>
                      <a:pt x="90" y="0"/>
                      <a:pt x="82" y="4"/>
                      <a:pt x="75" y="13"/>
                    </a:cubicBezTo>
                    <a:cubicBezTo>
                      <a:pt x="67" y="30"/>
                      <a:pt x="59" y="54"/>
                      <a:pt x="51" y="71"/>
                    </a:cubicBezTo>
                    <a:cubicBezTo>
                      <a:pt x="42" y="88"/>
                      <a:pt x="34" y="104"/>
                      <a:pt x="34" y="112"/>
                    </a:cubicBezTo>
                    <a:cubicBezTo>
                      <a:pt x="34" y="129"/>
                      <a:pt x="26" y="137"/>
                      <a:pt x="26" y="146"/>
                    </a:cubicBezTo>
                    <a:cubicBezTo>
                      <a:pt x="17" y="195"/>
                      <a:pt x="9" y="237"/>
                      <a:pt x="1" y="286"/>
                    </a:cubicBezTo>
                    <a:cubicBezTo>
                      <a:pt x="1" y="311"/>
                      <a:pt x="17" y="336"/>
                      <a:pt x="42" y="336"/>
                    </a:cubicBezTo>
                    <a:cubicBezTo>
                      <a:pt x="47" y="337"/>
                      <a:pt x="51" y="338"/>
                      <a:pt x="55" y="338"/>
                    </a:cubicBezTo>
                    <a:cubicBezTo>
                      <a:pt x="80" y="338"/>
                      <a:pt x="93" y="316"/>
                      <a:pt x="100" y="295"/>
                    </a:cubicBezTo>
                    <a:cubicBezTo>
                      <a:pt x="109" y="253"/>
                      <a:pt x="117" y="212"/>
                      <a:pt x="125" y="162"/>
                    </a:cubicBezTo>
                    <a:cubicBezTo>
                      <a:pt x="125" y="154"/>
                      <a:pt x="133" y="137"/>
                      <a:pt x="133" y="129"/>
                    </a:cubicBezTo>
                    <a:cubicBezTo>
                      <a:pt x="133" y="121"/>
                      <a:pt x="133" y="104"/>
                      <a:pt x="133" y="88"/>
                    </a:cubicBezTo>
                    <a:cubicBezTo>
                      <a:pt x="133" y="71"/>
                      <a:pt x="133" y="46"/>
                      <a:pt x="125" y="21"/>
                    </a:cubicBezTo>
                    <a:cubicBezTo>
                      <a:pt x="125" y="11"/>
                      <a:pt x="112" y="0"/>
                      <a:pt x="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0" name="Google Shape;6770;p20"/>
              <p:cNvSpPr/>
              <p:nvPr/>
            </p:nvSpPr>
            <p:spPr>
              <a:xfrm>
                <a:off x="2648975" y="4692775"/>
                <a:ext cx="3975" cy="6600"/>
              </a:xfrm>
              <a:custGeom>
                <a:rect b="b" l="l" r="r" t="t"/>
                <a:pathLst>
                  <a:path extrusionOk="0" h="264" w="159">
                    <a:moveTo>
                      <a:pt x="58" y="0"/>
                    </a:moveTo>
                    <a:cubicBezTo>
                      <a:pt x="51" y="0"/>
                      <a:pt x="42" y="2"/>
                      <a:pt x="34" y="7"/>
                    </a:cubicBezTo>
                    <a:cubicBezTo>
                      <a:pt x="9" y="15"/>
                      <a:pt x="1" y="31"/>
                      <a:pt x="9" y="56"/>
                    </a:cubicBezTo>
                    <a:lnTo>
                      <a:pt x="34" y="222"/>
                    </a:lnTo>
                    <a:cubicBezTo>
                      <a:pt x="34" y="239"/>
                      <a:pt x="51" y="247"/>
                      <a:pt x="59" y="255"/>
                    </a:cubicBezTo>
                    <a:cubicBezTo>
                      <a:pt x="75" y="263"/>
                      <a:pt x="92" y="263"/>
                      <a:pt x="109" y="263"/>
                    </a:cubicBezTo>
                    <a:cubicBezTo>
                      <a:pt x="125" y="255"/>
                      <a:pt x="133" y="247"/>
                      <a:pt x="142" y="239"/>
                    </a:cubicBezTo>
                    <a:cubicBezTo>
                      <a:pt x="150" y="222"/>
                      <a:pt x="158" y="205"/>
                      <a:pt x="150" y="189"/>
                    </a:cubicBezTo>
                    <a:cubicBezTo>
                      <a:pt x="133" y="139"/>
                      <a:pt x="117" y="89"/>
                      <a:pt x="92" y="31"/>
                    </a:cubicBezTo>
                    <a:cubicBezTo>
                      <a:pt x="92" y="23"/>
                      <a:pt x="84" y="15"/>
                      <a:pt x="75" y="7"/>
                    </a:cubicBezTo>
                    <a:cubicBezTo>
                      <a:pt x="71" y="2"/>
                      <a:pt x="65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1" name="Google Shape;6771;p20"/>
              <p:cNvSpPr/>
              <p:nvPr/>
            </p:nvSpPr>
            <p:spPr>
              <a:xfrm>
                <a:off x="2983500" y="4026675"/>
                <a:ext cx="8325" cy="11100"/>
              </a:xfrm>
              <a:custGeom>
                <a:rect b="b" l="l" r="r" t="t"/>
                <a:pathLst>
                  <a:path extrusionOk="0" h="444" w="333">
                    <a:moveTo>
                      <a:pt x="75" y="0"/>
                    </a:moveTo>
                    <a:cubicBezTo>
                      <a:pt x="61" y="0"/>
                      <a:pt x="46" y="5"/>
                      <a:pt x="34" y="13"/>
                    </a:cubicBezTo>
                    <a:cubicBezTo>
                      <a:pt x="9" y="29"/>
                      <a:pt x="1" y="63"/>
                      <a:pt x="17" y="87"/>
                    </a:cubicBezTo>
                    <a:cubicBezTo>
                      <a:pt x="59" y="137"/>
                      <a:pt x="100" y="195"/>
                      <a:pt x="125" y="261"/>
                    </a:cubicBezTo>
                    <a:cubicBezTo>
                      <a:pt x="142" y="295"/>
                      <a:pt x="158" y="319"/>
                      <a:pt x="175" y="353"/>
                    </a:cubicBezTo>
                    <a:cubicBezTo>
                      <a:pt x="183" y="361"/>
                      <a:pt x="183" y="369"/>
                      <a:pt x="191" y="377"/>
                    </a:cubicBezTo>
                    <a:lnTo>
                      <a:pt x="200" y="386"/>
                    </a:lnTo>
                    <a:lnTo>
                      <a:pt x="208" y="394"/>
                    </a:lnTo>
                    <a:cubicBezTo>
                      <a:pt x="208" y="394"/>
                      <a:pt x="216" y="402"/>
                      <a:pt x="216" y="411"/>
                    </a:cubicBezTo>
                    <a:cubicBezTo>
                      <a:pt x="233" y="427"/>
                      <a:pt x="241" y="435"/>
                      <a:pt x="258" y="444"/>
                    </a:cubicBezTo>
                    <a:cubicBezTo>
                      <a:pt x="283" y="444"/>
                      <a:pt x="307" y="435"/>
                      <a:pt x="316" y="419"/>
                    </a:cubicBezTo>
                    <a:cubicBezTo>
                      <a:pt x="324" y="402"/>
                      <a:pt x="332" y="386"/>
                      <a:pt x="324" y="377"/>
                    </a:cubicBezTo>
                    <a:cubicBezTo>
                      <a:pt x="324" y="361"/>
                      <a:pt x="324" y="353"/>
                      <a:pt x="324" y="344"/>
                    </a:cubicBezTo>
                    <a:cubicBezTo>
                      <a:pt x="316" y="319"/>
                      <a:pt x="316" y="303"/>
                      <a:pt x="307" y="286"/>
                    </a:cubicBezTo>
                    <a:cubicBezTo>
                      <a:pt x="291" y="253"/>
                      <a:pt x="266" y="220"/>
                      <a:pt x="249" y="187"/>
                    </a:cubicBezTo>
                    <a:cubicBezTo>
                      <a:pt x="208" y="129"/>
                      <a:pt x="167" y="71"/>
                      <a:pt x="117" y="13"/>
                    </a:cubicBezTo>
                    <a:cubicBezTo>
                      <a:pt x="104" y="5"/>
                      <a:pt x="9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2" name="Google Shape;6772;p20"/>
              <p:cNvSpPr/>
              <p:nvPr/>
            </p:nvSpPr>
            <p:spPr>
              <a:xfrm>
                <a:off x="2992825" y="4024650"/>
                <a:ext cx="3975" cy="8825"/>
              </a:xfrm>
              <a:custGeom>
                <a:rect b="b" l="l" r="r" t="t"/>
                <a:pathLst>
                  <a:path extrusionOk="0" h="353" w="159">
                    <a:moveTo>
                      <a:pt x="55" y="1"/>
                    </a:moveTo>
                    <a:cubicBezTo>
                      <a:pt x="51" y="1"/>
                      <a:pt x="47" y="1"/>
                      <a:pt x="42" y="3"/>
                    </a:cubicBezTo>
                    <a:cubicBezTo>
                      <a:pt x="17" y="11"/>
                      <a:pt x="1" y="36"/>
                      <a:pt x="9" y="61"/>
                    </a:cubicBezTo>
                    <a:cubicBezTo>
                      <a:pt x="17" y="102"/>
                      <a:pt x="34" y="152"/>
                      <a:pt x="42" y="193"/>
                    </a:cubicBezTo>
                    <a:lnTo>
                      <a:pt x="42" y="202"/>
                    </a:lnTo>
                    <a:cubicBezTo>
                      <a:pt x="50" y="218"/>
                      <a:pt x="59" y="243"/>
                      <a:pt x="67" y="268"/>
                    </a:cubicBezTo>
                    <a:cubicBezTo>
                      <a:pt x="67" y="276"/>
                      <a:pt x="67" y="284"/>
                      <a:pt x="75" y="301"/>
                    </a:cubicBezTo>
                    <a:cubicBezTo>
                      <a:pt x="75" y="309"/>
                      <a:pt x="84" y="326"/>
                      <a:pt x="92" y="334"/>
                    </a:cubicBezTo>
                    <a:cubicBezTo>
                      <a:pt x="98" y="347"/>
                      <a:pt x="109" y="352"/>
                      <a:pt x="121" y="352"/>
                    </a:cubicBezTo>
                    <a:cubicBezTo>
                      <a:pt x="139" y="352"/>
                      <a:pt x="158" y="338"/>
                      <a:pt x="158" y="318"/>
                    </a:cubicBezTo>
                    <a:cubicBezTo>
                      <a:pt x="158" y="301"/>
                      <a:pt x="158" y="284"/>
                      <a:pt x="158" y="276"/>
                    </a:cubicBezTo>
                    <a:cubicBezTo>
                      <a:pt x="158" y="260"/>
                      <a:pt x="150" y="251"/>
                      <a:pt x="150" y="243"/>
                    </a:cubicBezTo>
                    <a:cubicBezTo>
                      <a:pt x="142" y="218"/>
                      <a:pt x="142" y="193"/>
                      <a:pt x="133" y="168"/>
                    </a:cubicBezTo>
                    <a:cubicBezTo>
                      <a:pt x="125" y="127"/>
                      <a:pt x="108" y="77"/>
                      <a:pt x="100" y="36"/>
                    </a:cubicBezTo>
                    <a:cubicBezTo>
                      <a:pt x="93" y="15"/>
                      <a:pt x="75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773" name="Google Shape;6773;p20"/>
          <p:cNvGrpSpPr/>
          <p:nvPr/>
        </p:nvGrpSpPr>
        <p:grpSpPr>
          <a:xfrm flipH="1">
            <a:off x="6206982" y="2730477"/>
            <a:ext cx="1180305" cy="1886119"/>
            <a:chOff x="6231435" y="2184838"/>
            <a:chExt cx="1591452" cy="2529338"/>
          </a:xfrm>
        </p:grpSpPr>
        <p:sp>
          <p:nvSpPr>
            <p:cNvPr id="6774" name="Google Shape;6774;p20"/>
            <p:cNvSpPr/>
            <p:nvPr/>
          </p:nvSpPr>
          <p:spPr>
            <a:xfrm>
              <a:off x="6354387" y="4198476"/>
              <a:ext cx="1468500" cy="5157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75" name="Google Shape;6775;p20"/>
            <p:cNvGrpSpPr/>
            <p:nvPr/>
          </p:nvGrpSpPr>
          <p:grpSpPr>
            <a:xfrm>
              <a:off x="6231435" y="2184838"/>
              <a:ext cx="1460573" cy="2423727"/>
              <a:chOff x="2220927" y="238025"/>
              <a:chExt cx="3145075" cy="5219050"/>
            </a:xfrm>
          </p:grpSpPr>
          <p:sp>
            <p:nvSpPr>
              <p:cNvPr id="6776" name="Google Shape;6776;p20"/>
              <p:cNvSpPr/>
              <p:nvPr/>
            </p:nvSpPr>
            <p:spPr>
              <a:xfrm>
                <a:off x="2254450" y="955475"/>
                <a:ext cx="152800" cy="424575"/>
              </a:xfrm>
              <a:custGeom>
                <a:rect b="b" l="l" r="r" t="t"/>
                <a:pathLst>
                  <a:path extrusionOk="0" h="16983" w="6112">
                    <a:moveTo>
                      <a:pt x="1401" y="0"/>
                    </a:moveTo>
                    <a:cubicBezTo>
                      <a:pt x="1242" y="0"/>
                      <a:pt x="1074" y="34"/>
                      <a:pt x="905" y="97"/>
                    </a:cubicBezTo>
                    <a:cubicBezTo>
                      <a:pt x="770" y="323"/>
                      <a:pt x="679" y="640"/>
                      <a:pt x="589" y="912"/>
                    </a:cubicBezTo>
                    <a:cubicBezTo>
                      <a:pt x="0" y="2723"/>
                      <a:pt x="91" y="4488"/>
                      <a:pt x="453" y="6254"/>
                    </a:cubicBezTo>
                    <a:cubicBezTo>
                      <a:pt x="453" y="5982"/>
                      <a:pt x="498" y="5710"/>
                      <a:pt x="498" y="5439"/>
                    </a:cubicBezTo>
                    <a:cubicBezTo>
                      <a:pt x="589" y="4488"/>
                      <a:pt x="815" y="3583"/>
                      <a:pt x="1087" y="2677"/>
                    </a:cubicBezTo>
                    <a:cubicBezTo>
                      <a:pt x="1127" y="2557"/>
                      <a:pt x="1246" y="2499"/>
                      <a:pt x="1364" y="2499"/>
                    </a:cubicBezTo>
                    <a:cubicBezTo>
                      <a:pt x="1511" y="2499"/>
                      <a:pt x="1655" y="2591"/>
                      <a:pt x="1630" y="2768"/>
                    </a:cubicBezTo>
                    <a:cubicBezTo>
                      <a:pt x="1449" y="4443"/>
                      <a:pt x="1494" y="6299"/>
                      <a:pt x="1766" y="7974"/>
                    </a:cubicBezTo>
                    <a:cubicBezTo>
                      <a:pt x="2037" y="9604"/>
                      <a:pt x="2535" y="11233"/>
                      <a:pt x="3259" y="12727"/>
                    </a:cubicBezTo>
                    <a:cubicBezTo>
                      <a:pt x="3938" y="14130"/>
                      <a:pt x="4844" y="15443"/>
                      <a:pt x="5840" y="16665"/>
                    </a:cubicBezTo>
                    <a:cubicBezTo>
                      <a:pt x="5930" y="16756"/>
                      <a:pt x="6021" y="16892"/>
                      <a:pt x="6111" y="16982"/>
                    </a:cubicBezTo>
                    <a:cubicBezTo>
                      <a:pt x="5840" y="16168"/>
                      <a:pt x="5613" y="15353"/>
                      <a:pt x="5432" y="14493"/>
                    </a:cubicBezTo>
                    <a:cubicBezTo>
                      <a:pt x="5297" y="13678"/>
                      <a:pt x="5206" y="12818"/>
                      <a:pt x="5115" y="11958"/>
                    </a:cubicBezTo>
                    <a:cubicBezTo>
                      <a:pt x="5025" y="11867"/>
                      <a:pt x="4934" y="11731"/>
                      <a:pt x="4844" y="11595"/>
                    </a:cubicBezTo>
                    <a:cubicBezTo>
                      <a:pt x="3214" y="8834"/>
                      <a:pt x="2399" y="5575"/>
                      <a:pt x="2580" y="2361"/>
                    </a:cubicBezTo>
                    <a:cubicBezTo>
                      <a:pt x="2580" y="1546"/>
                      <a:pt x="2626" y="550"/>
                      <a:pt x="1901" y="142"/>
                    </a:cubicBezTo>
                    <a:cubicBezTo>
                      <a:pt x="1756" y="45"/>
                      <a:pt x="1584" y="0"/>
                      <a:pt x="1401" y="0"/>
                    </a:cubicBez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7" name="Google Shape;6777;p20"/>
              <p:cNvSpPr/>
              <p:nvPr/>
            </p:nvSpPr>
            <p:spPr>
              <a:xfrm>
                <a:off x="2253300" y="267950"/>
                <a:ext cx="2238575" cy="1389475"/>
              </a:xfrm>
              <a:custGeom>
                <a:rect b="b" l="l" r="r" t="t"/>
                <a:pathLst>
                  <a:path extrusionOk="0" h="55579" w="89543">
                    <a:moveTo>
                      <a:pt x="76819" y="6751"/>
                    </a:moveTo>
                    <a:cubicBezTo>
                      <a:pt x="76816" y="6759"/>
                      <a:pt x="76813" y="6766"/>
                      <a:pt x="76810" y="6774"/>
                    </a:cubicBezTo>
                    <a:lnTo>
                      <a:pt x="76810" y="6774"/>
                    </a:lnTo>
                    <a:cubicBezTo>
                      <a:pt x="76814" y="6766"/>
                      <a:pt x="76817" y="6759"/>
                      <a:pt x="76819" y="6751"/>
                    </a:cubicBezTo>
                    <a:close/>
                    <a:moveTo>
                      <a:pt x="76810" y="6774"/>
                    </a:moveTo>
                    <a:cubicBezTo>
                      <a:pt x="76797" y="6804"/>
                      <a:pt x="76777" y="6835"/>
                      <a:pt x="76777" y="6865"/>
                    </a:cubicBezTo>
                    <a:cubicBezTo>
                      <a:pt x="76788" y="6835"/>
                      <a:pt x="76799" y="6804"/>
                      <a:pt x="76810" y="6774"/>
                    </a:cubicBezTo>
                    <a:close/>
                    <a:moveTo>
                      <a:pt x="38926" y="1"/>
                    </a:moveTo>
                    <a:cubicBezTo>
                      <a:pt x="38367" y="1"/>
                      <a:pt x="37809" y="41"/>
                      <a:pt x="37257" y="120"/>
                    </a:cubicBezTo>
                    <a:cubicBezTo>
                      <a:pt x="36442" y="210"/>
                      <a:pt x="35627" y="391"/>
                      <a:pt x="34858" y="618"/>
                    </a:cubicBezTo>
                    <a:cubicBezTo>
                      <a:pt x="34269" y="799"/>
                      <a:pt x="33636" y="1070"/>
                      <a:pt x="33047" y="1252"/>
                    </a:cubicBezTo>
                    <a:cubicBezTo>
                      <a:pt x="32956" y="1297"/>
                      <a:pt x="32911" y="1342"/>
                      <a:pt x="32866" y="1387"/>
                    </a:cubicBezTo>
                    <a:cubicBezTo>
                      <a:pt x="32775" y="1478"/>
                      <a:pt x="32640" y="1568"/>
                      <a:pt x="32504" y="1704"/>
                    </a:cubicBezTo>
                    <a:cubicBezTo>
                      <a:pt x="34269" y="1976"/>
                      <a:pt x="35808" y="3334"/>
                      <a:pt x="37257" y="4285"/>
                    </a:cubicBezTo>
                    <a:cubicBezTo>
                      <a:pt x="38208" y="4964"/>
                      <a:pt x="39249" y="5507"/>
                      <a:pt x="40381" y="5733"/>
                    </a:cubicBezTo>
                    <a:cubicBezTo>
                      <a:pt x="41467" y="5959"/>
                      <a:pt x="42553" y="5869"/>
                      <a:pt x="43595" y="6005"/>
                    </a:cubicBezTo>
                    <a:cubicBezTo>
                      <a:pt x="43912" y="6050"/>
                      <a:pt x="43912" y="6457"/>
                      <a:pt x="43685" y="6593"/>
                    </a:cubicBezTo>
                    <a:cubicBezTo>
                      <a:pt x="43046" y="6998"/>
                      <a:pt x="42306" y="7162"/>
                      <a:pt x="41539" y="7162"/>
                    </a:cubicBezTo>
                    <a:cubicBezTo>
                      <a:pt x="40078" y="7162"/>
                      <a:pt x="38521" y="6567"/>
                      <a:pt x="37393" y="5914"/>
                    </a:cubicBezTo>
                    <a:cubicBezTo>
                      <a:pt x="37166" y="5778"/>
                      <a:pt x="36940" y="5643"/>
                      <a:pt x="36759" y="5507"/>
                    </a:cubicBezTo>
                    <a:cubicBezTo>
                      <a:pt x="36125" y="5416"/>
                      <a:pt x="35446" y="5145"/>
                      <a:pt x="35039" y="5099"/>
                    </a:cubicBezTo>
                    <a:cubicBezTo>
                      <a:pt x="34787" y="5062"/>
                      <a:pt x="34534" y="5044"/>
                      <a:pt x="34283" y="5044"/>
                    </a:cubicBezTo>
                    <a:cubicBezTo>
                      <a:pt x="33318" y="5044"/>
                      <a:pt x="32370" y="5311"/>
                      <a:pt x="31508" y="5778"/>
                    </a:cubicBezTo>
                    <a:cubicBezTo>
                      <a:pt x="30512" y="6276"/>
                      <a:pt x="29652" y="7091"/>
                      <a:pt x="28973" y="7997"/>
                    </a:cubicBezTo>
                    <a:cubicBezTo>
                      <a:pt x="28746" y="8268"/>
                      <a:pt x="28565" y="8630"/>
                      <a:pt x="28384" y="8947"/>
                    </a:cubicBezTo>
                    <a:cubicBezTo>
                      <a:pt x="28339" y="8993"/>
                      <a:pt x="28339" y="9038"/>
                      <a:pt x="28294" y="9083"/>
                    </a:cubicBezTo>
                    <a:lnTo>
                      <a:pt x="28520" y="9083"/>
                    </a:lnTo>
                    <a:cubicBezTo>
                      <a:pt x="28855" y="9058"/>
                      <a:pt x="29218" y="9040"/>
                      <a:pt x="29590" y="9040"/>
                    </a:cubicBezTo>
                    <a:cubicBezTo>
                      <a:pt x="30574" y="9040"/>
                      <a:pt x="31625" y="9166"/>
                      <a:pt x="32413" y="9626"/>
                    </a:cubicBezTo>
                    <a:cubicBezTo>
                      <a:pt x="32640" y="9762"/>
                      <a:pt x="32594" y="10170"/>
                      <a:pt x="32323" y="10215"/>
                    </a:cubicBezTo>
                    <a:cubicBezTo>
                      <a:pt x="32028" y="10283"/>
                      <a:pt x="31723" y="10294"/>
                      <a:pt x="31417" y="10294"/>
                    </a:cubicBezTo>
                    <a:cubicBezTo>
                      <a:pt x="31265" y="10294"/>
                      <a:pt x="31112" y="10291"/>
                      <a:pt x="30960" y="10291"/>
                    </a:cubicBezTo>
                    <a:cubicBezTo>
                      <a:pt x="30809" y="10291"/>
                      <a:pt x="30659" y="10294"/>
                      <a:pt x="30512" y="10305"/>
                    </a:cubicBezTo>
                    <a:lnTo>
                      <a:pt x="28520" y="10305"/>
                    </a:lnTo>
                    <a:cubicBezTo>
                      <a:pt x="27343" y="10396"/>
                      <a:pt x="26076" y="10532"/>
                      <a:pt x="24989" y="11030"/>
                    </a:cubicBezTo>
                    <a:cubicBezTo>
                      <a:pt x="23903" y="11573"/>
                      <a:pt x="22997" y="12388"/>
                      <a:pt x="22047" y="13112"/>
                    </a:cubicBezTo>
                    <a:cubicBezTo>
                      <a:pt x="21096" y="13882"/>
                      <a:pt x="20100" y="14606"/>
                      <a:pt x="19104" y="15330"/>
                    </a:cubicBezTo>
                    <a:cubicBezTo>
                      <a:pt x="19647" y="15013"/>
                      <a:pt x="20191" y="14696"/>
                      <a:pt x="20689" y="14380"/>
                    </a:cubicBezTo>
                    <a:cubicBezTo>
                      <a:pt x="21685" y="13700"/>
                      <a:pt x="22590" y="12886"/>
                      <a:pt x="23676" y="12388"/>
                    </a:cubicBezTo>
                    <a:cubicBezTo>
                      <a:pt x="23743" y="12354"/>
                      <a:pt x="23812" y="12340"/>
                      <a:pt x="23880" y="12340"/>
                    </a:cubicBezTo>
                    <a:cubicBezTo>
                      <a:pt x="24182" y="12340"/>
                      <a:pt x="24450" y="12635"/>
                      <a:pt x="24265" y="12931"/>
                    </a:cubicBezTo>
                    <a:cubicBezTo>
                      <a:pt x="23586" y="14063"/>
                      <a:pt x="22454" y="14832"/>
                      <a:pt x="21413" y="15557"/>
                    </a:cubicBezTo>
                    <a:cubicBezTo>
                      <a:pt x="20281" y="16281"/>
                      <a:pt x="19104" y="16960"/>
                      <a:pt x="17927" y="17458"/>
                    </a:cubicBezTo>
                    <a:cubicBezTo>
                      <a:pt x="16841" y="17956"/>
                      <a:pt x="15800" y="18363"/>
                      <a:pt x="14668" y="18680"/>
                    </a:cubicBezTo>
                    <a:cubicBezTo>
                      <a:pt x="13898" y="18861"/>
                      <a:pt x="13084" y="19042"/>
                      <a:pt x="12314" y="19223"/>
                    </a:cubicBezTo>
                    <a:cubicBezTo>
                      <a:pt x="11907" y="19314"/>
                      <a:pt x="11454" y="19404"/>
                      <a:pt x="11046" y="19495"/>
                    </a:cubicBezTo>
                    <a:cubicBezTo>
                      <a:pt x="9824" y="19767"/>
                      <a:pt x="8692" y="20174"/>
                      <a:pt x="7606" y="20808"/>
                    </a:cubicBezTo>
                    <a:cubicBezTo>
                      <a:pt x="6565" y="21396"/>
                      <a:pt x="5614" y="22121"/>
                      <a:pt x="4709" y="22890"/>
                    </a:cubicBezTo>
                    <a:cubicBezTo>
                      <a:pt x="2898" y="24384"/>
                      <a:pt x="1359" y="26149"/>
                      <a:pt x="635" y="28413"/>
                    </a:cubicBezTo>
                    <a:cubicBezTo>
                      <a:pt x="1" y="30224"/>
                      <a:pt x="91" y="31989"/>
                      <a:pt x="499" y="33755"/>
                    </a:cubicBezTo>
                    <a:cubicBezTo>
                      <a:pt x="499" y="33483"/>
                      <a:pt x="499" y="33211"/>
                      <a:pt x="544" y="32940"/>
                    </a:cubicBezTo>
                    <a:cubicBezTo>
                      <a:pt x="589" y="31989"/>
                      <a:pt x="861" y="31084"/>
                      <a:pt x="1133" y="30178"/>
                    </a:cubicBezTo>
                    <a:cubicBezTo>
                      <a:pt x="1173" y="30058"/>
                      <a:pt x="1292" y="30000"/>
                      <a:pt x="1410" y="30000"/>
                    </a:cubicBezTo>
                    <a:cubicBezTo>
                      <a:pt x="1557" y="30000"/>
                      <a:pt x="1701" y="30092"/>
                      <a:pt x="1676" y="30269"/>
                    </a:cubicBezTo>
                    <a:cubicBezTo>
                      <a:pt x="1449" y="31944"/>
                      <a:pt x="1540" y="33755"/>
                      <a:pt x="1766" y="35475"/>
                    </a:cubicBezTo>
                    <a:cubicBezTo>
                      <a:pt x="2038" y="37105"/>
                      <a:pt x="2536" y="38734"/>
                      <a:pt x="3305" y="40228"/>
                    </a:cubicBezTo>
                    <a:cubicBezTo>
                      <a:pt x="3984" y="41631"/>
                      <a:pt x="4845" y="42944"/>
                      <a:pt x="5841" y="44121"/>
                    </a:cubicBezTo>
                    <a:cubicBezTo>
                      <a:pt x="5976" y="44257"/>
                      <a:pt x="6067" y="44348"/>
                      <a:pt x="6157" y="44483"/>
                    </a:cubicBezTo>
                    <a:cubicBezTo>
                      <a:pt x="5886" y="43669"/>
                      <a:pt x="5614" y="42854"/>
                      <a:pt x="5478" y="41994"/>
                    </a:cubicBezTo>
                    <a:cubicBezTo>
                      <a:pt x="5297" y="41133"/>
                      <a:pt x="5207" y="40228"/>
                      <a:pt x="5116" y="39323"/>
                    </a:cubicBezTo>
                    <a:cubicBezTo>
                      <a:pt x="4980" y="38372"/>
                      <a:pt x="4980" y="37331"/>
                      <a:pt x="4664" y="36426"/>
                    </a:cubicBezTo>
                    <a:cubicBezTo>
                      <a:pt x="4573" y="36184"/>
                      <a:pt x="4804" y="35983"/>
                      <a:pt x="5022" y="35983"/>
                    </a:cubicBezTo>
                    <a:cubicBezTo>
                      <a:pt x="5131" y="35983"/>
                      <a:pt x="5237" y="36033"/>
                      <a:pt x="5297" y="36154"/>
                    </a:cubicBezTo>
                    <a:cubicBezTo>
                      <a:pt x="5705" y="37105"/>
                      <a:pt x="6112" y="38055"/>
                      <a:pt x="6338" y="39096"/>
                    </a:cubicBezTo>
                    <a:cubicBezTo>
                      <a:pt x="6520" y="40002"/>
                      <a:pt x="6655" y="40907"/>
                      <a:pt x="6927" y="41813"/>
                    </a:cubicBezTo>
                    <a:cubicBezTo>
                      <a:pt x="7651" y="44710"/>
                      <a:pt x="9055" y="47426"/>
                      <a:pt x="11001" y="49644"/>
                    </a:cubicBezTo>
                    <a:cubicBezTo>
                      <a:pt x="11952" y="50776"/>
                      <a:pt x="13084" y="51772"/>
                      <a:pt x="14306" y="52587"/>
                    </a:cubicBezTo>
                    <a:cubicBezTo>
                      <a:pt x="14668" y="52858"/>
                      <a:pt x="15075" y="53130"/>
                      <a:pt x="15483" y="53356"/>
                    </a:cubicBezTo>
                    <a:cubicBezTo>
                      <a:pt x="14532" y="52270"/>
                      <a:pt x="13853" y="51002"/>
                      <a:pt x="13310" y="49689"/>
                    </a:cubicBezTo>
                    <a:cubicBezTo>
                      <a:pt x="12586" y="48014"/>
                      <a:pt x="12269" y="46294"/>
                      <a:pt x="11861" y="44529"/>
                    </a:cubicBezTo>
                    <a:cubicBezTo>
                      <a:pt x="11807" y="44284"/>
                      <a:pt x="11981" y="44138"/>
                      <a:pt x="12158" y="44138"/>
                    </a:cubicBezTo>
                    <a:cubicBezTo>
                      <a:pt x="12276" y="44138"/>
                      <a:pt x="12395" y="44203"/>
                      <a:pt x="12450" y="44348"/>
                    </a:cubicBezTo>
                    <a:cubicBezTo>
                      <a:pt x="13536" y="47290"/>
                      <a:pt x="14758" y="50323"/>
                      <a:pt x="16977" y="52587"/>
                    </a:cubicBezTo>
                    <a:cubicBezTo>
                      <a:pt x="17973" y="53628"/>
                      <a:pt x="19240" y="54397"/>
                      <a:pt x="20643" y="54759"/>
                    </a:cubicBezTo>
                    <a:cubicBezTo>
                      <a:pt x="21187" y="54941"/>
                      <a:pt x="21775" y="55031"/>
                      <a:pt x="22364" y="55122"/>
                    </a:cubicBezTo>
                    <a:cubicBezTo>
                      <a:pt x="20915" y="53537"/>
                      <a:pt x="20010" y="51364"/>
                      <a:pt x="19104" y="49463"/>
                    </a:cubicBezTo>
                    <a:cubicBezTo>
                      <a:pt x="18979" y="49181"/>
                      <a:pt x="19201" y="48942"/>
                      <a:pt x="19424" y="48942"/>
                    </a:cubicBezTo>
                    <a:cubicBezTo>
                      <a:pt x="19523" y="48942"/>
                      <a:pt x="19623" y="48989"/>
                      <a:pt x="19693" y="49101"/>
                    </a:cubicBezTo>
                    <a:cubicBezTo>
                      <a:pt x="20915" y="51138"/>
                      <a:pt x="22318" y="53130"/>
                      <a:pt x="24129" y="54669"/>
                    </a:cubicBezTo>
                    <a:cubicBezTo>
                      <a:pt x="24582" y="55031"/>
                      <a:pt x="25080" y="55393"/>
                      <a:pt x="25623" y="55529"/>
                    </a:cubicBezTo>
                    <a:cubicBezTo>
                      <a:pt x="25848" y="55564"/>
                      <a:pt x="26073" y="55578"/>
                      <a:pt x="26295" y="55578"/>
                    </a:cubicBezTo>
                    <a:cubicBezTo>
                      <a:pt x="26654" y="55578"/>
                      <a:pt x="27007" y="55540"/>
                      <a:pt x="27343" y="55484"/>
                    </a:cubicBezTo>
                    <a:cubicBezTo>
                      <a:pt x="28022" y="55393"/>
                      <a:pt x="28701" y="55303"/>
                      <a:pt x="29380" y="55167"/>
                    </a:cubicBezTo>
                    <a:cubicBezTo>
                      <a:pt x="29788" y="55122"/>
                      <a:pt x="30421" y="55076"/>
                      <a:pt x="30738" y="54759"/>
                    </a:cubicBezTo>
                    <a:cubicBezTo>
                      <a:pt x="30829" y="54624"/>
                      <a:pt x="30965" y="54578"/>
                      <a:pt x="31100" y="54533"/>
                    </a:cubicBezTo>
                    <a:cubicBezTo>
                      <a:pt x="31100" y="54397"/>
                      <a:pt x="31100" y="54261"/>
                      <a:pt x="31100" y="54126"/>
                    </a:cubicBezTo>
                    <a:cubicBezTo>
                      <a:pt x="31146" y="52360"/>
                      <a:pt x="31689" y="50730"/>
                      <a:pt x="32549" y="49191"/>
                    </a:cubicBezTo>
                    <a:cubicBezTo>
                      <a:pt x="33138" y="48105"/>
                      <a:pt x="33907" y="47064"/>
                      <a:pt x="34631" y="46023"/>
                    </a:cubicBezTo>
                    <a:lnTo>
                      <a:pt x="34631" y="46023"/>
                    </a:lnTo>
                    <a:cubicBezTo>
                      <a:pt x="34586" y="46045"/>
                      <a:pt x="34530" y="46056"/>
                      <a:pt x="34473" y="46056"/>
                    </a:cubicBezTo>
                    <a:cubicBezTo>
                      <a:pt x="34416" y="46056"/>
                      <a:pt x="34360" y="46045"/>
                      <a:pt x="34315" y="46023"/>
                    </a:cubicBezTo>
                    <a:cubicBezTo>
                      <a:pt x="32096" y="44846"/>
                      <a:pt x="30784" y="42310"/>
                      <a:pt x="30150" y="40002"/>
                    </a:cubicBezTo>
                    <a:cubicBezTo>
                      <a:pt x="29788" y="38553"/>
                      <a:pt x="29607" y="37059"/>
                      <a:pt x="29607" y="35565"/>
                    </a:cubicBezTo>
                    <a:cubicBezTo>
                      <a:pt x="29607" y="34751"/>
                      <a:pt x="29607" y="33981"/>
                      <a:pt x="29697" y="33166"/>
                    </a:cubicBezTo>
                    <a:cubicBezTo>
                      <a:pt x="29788" y="32487"/>
                      <a:pt x="29833" y="31672"/>
                      <a:pt x="30195" y="31038"/>
                    </a:cubicBezTo>
                    <a:cubicBezTo>
                      <a:pt x="30271" y="30925"/>
                      <a:pt x="30379" y="30874"/>
                      <a:pt x="30485" y="30874"/>
                    </a:cubicBezTo>
                    <a:cubicBezTo>
                      <a:pt x="30632" y="30874"/>
                      <a:pt x="30776" y="30971"/>
                      <a:pt x="30829" y="31129"/>
                    </a:cubicBezTo>
                    <a:cubicBezTo>
                      <a:pt x="31055" y="31808"/>
                      <a:pt x="30965" y="32578"/>
                      <a:pt x="30919" y="33302"/>
                    </a:cubicBezTo>
                    <a:cubicBezTo>
                      <a:pt x="30919" y="33981"/>
                      <a:pt x="30874" y="34660"/>
                      <a:pt x="30874" y="35339"/>
                    </a:cubicBezTo>
                    <a:cubicBezTo>
                      <a:pt x="30874" y="36742"/>
                      <a:pt x="30965" y="38146"/>
                      <a:pt x="31282" y="39549"/>
                    </a:cubicBezTo>
                    <a:cubicBezTo>
                      <a:pt x="31870" y="41903"/>
                      <a:pt x="33047" y="43759"/>
                      <a:pt x="34677" y="45525"/>
                    </a:cubicBezTo>
                    <a:cubicBezTo>
                      <a:pt x="34767" y="45570"/>
                      <a:pt x="34813" y="45660"/>
                      <a:pt x="34767" y="45751"/>
                    </a:cubicBezTo>
                    <a:cubicBezTo>
                      <a:pt x="34858" y="45660"/>
                      <a:pt x="34948" y="45525"/>
                      <a:pt x="35039" y="45389"/>
                    </a:cubicBezTo>
                    <a:cubicBezTo>
                      <a:pt x="35899" y="44031"/>
                      <a:pt x="36669" y="42627"/>
                      <a:pt x="36940" y="40998"/>
                    </a:cubicBezTo>
                    <a:cubicBezTo>
                      <a:pt x="36975" y="40822"/>
                      <a:pt x="37092" y="40756"/>
                      <a:pt x="37248" y="40756"/>
                    </a:cubicBezTo>
                    <a:cubicBezTo>
                      <a:pt x="37293" y="40756"/>
                      <a:pt x="37342" y="40761"/>
                      <a:pt x="37393" y="40771"/>
                    </a:cubicBezTo>
                    <a:cubicBezTo>
                      <a:pt x="37619" y="40092"/>
                      <a:pt x="37846" y="39459"/>
                      <a:pt x="38208" y="38825"/>
                    </a:cubicBezTo>
                    <a:cubicBezTo>
                      <a:pt x="39249" y="36923"/>
                      <a:pt x="41105" y="35520"/>
                      <a:pt x="43187" y="34932"/>
                    </a:cubicBezTo>
                    <a:cubicBezTo>
                      <a:pt x="43323" y="34796"/>
                      <a:pt x="43504" y="34660"/>
                      <a:pt x="43640" y="34524"/>
                    </a:cubicBezTo>
                    <a:cubicBezTo>
                      <a:pt x="44591" y="33755"/>
                      <a:pt x="45722" y="33257"/>
                      <a:pt x="46899" y="32940"/>
                    </a:cubicBezTo>
                    <a:cubicBezTo>
                      <a:pt x="48348" y="32578"/>
                      <a:pt x="49842" y="32442"/>
                      <a:pt x="51336" y="32306"/>
                    </a:cubicBezTo>
                    <a:cubicBezTo>
                      <a:pt x="52060" y="32215"/>
                      <a:pt x="52829" y="32170"/>
                      <a:pt x="53599" y="32080"/>
                    </a:cubicBezTo>
                    <a:cubicBezTo>
                      <a:pt x="54233" y="31989"/>
                      <a:pt x="54912" y="31899"/>
                      <a:pt x="55500" y="31536"/>
                    </a:cubicBezTo>
                    <a:cubicBezTo>
                      <a:pt x="55549" y="31512"/>
                      <a:pt x="55597" y="31501"/>
                      <a:pt x="55643" y="31501"/>
                    </a:cubicBezTo>
                    <a:cubicBezTo>
                      <a:pt x="55769" y="31501"/>
                      <a:pt x="55875" y="31585"/>
                      <a:pt x="55908" y="31718"/>
                    </a:cubicBezTo>
                    <a:cubicBezTo>
                      <a:pt x="56360" y="30993"/>
                      <a:pt x="57039" y="30359"/>
                      <a:pt x="57673" y="29816"/>
                    </a:cubicBezTo>
                    <a:cubicBezTo>
                      <a:pt x="58533" y="29137"/>
                      <a:pt x="59439" y="28549"/>
                      <a:pt x="60525" y="28187"/>
                    </a:cubicBezTo>
                    <a:cubicBezTo>
                      <a:pt x="61303" y="27895"/>
                      <a:pt x="62104" y="27766"/>
                      <a:pt x="62912" y="27766"/>
                    </a:cubicBezTo>
                    <a:cubicBezTo>
                      <a:pt x="63232" y="27766"/>
                      <a:pt x="63554" y="27786"/>
                      <a:pt x="63875" y="27824"/>
                    </a:cubicBezTo>
                    <a:cubicBezTo>
                      <a:pt x="64464" y="27915"/>
                      <a:pt x="65052" y="28096"/>
                      <a:pt x="65595" y="28232"/>
                    </a:cubicBezTo>
                    <a:cubicBezTo>
                      <a:pt x="65731" y="28232"/>
                      <a:pt x="65867" y="28277"/>
                      <a:pt x="66003" y="28277"/>
                    </a:cubicBezTo>
                    <a:cubicBezTo>
                      <a:pt x="66036" y="28211"/>
                      <a:pt x="66117" y="28169"/>
                      <a:pt x="66212" y="28169"/>
                    </a:cubicBezTo>
                    <a:cubicBezTo>
                      <a:pt x="66247" y="28169"/>
                      <a:pt x="66283" y="28174"/>
                      <a:pt x="66320" y="28187"/>
                    </a:cubicBezTo>
                    <a:cubicBezTo>
                      <a:pt x="66546" y="28277"/>
                      <a:pt x="66772" y="28368"/>
                      <a:pt x="67044" y="28413"/>
                    </a:cubicBezTo>
                    <a:cubicBezTo>
                      <a:pt x="67180" y="28413"/>
                      <a:pt x="67315" y="28413"/>
                      <a:pt x="67451" y="28458"/>
                    </a:cubicBezTo>
                    <a:cubicBezTo>
                      <a:pt x="67497" y="28458"/>
                      <a:pt x="67587" y="28458"/>
                      <a:pt x="67632" y="28503"/>
                    </a:cubicBezTo>
                    <a:cubicBezTo>
                      <a:pt x="68130" y="28594"/>
                      <a:pt x="68628" y="28594"/>
                      <a:pt x="69171" y="28594"/>
                    </a:cubicBezTo>
                    <a:cubicBezTo>
                      <a:pt x="69716" y="28569"/>
                      <a:pt x="70261" y="28531"/>
                      <a:pt x="70806" y="28531"/>
                    </a:cubicBezTo>
                    <a:cubicBezTo>
                      <a:pt x="71257" y="28531"/>
                      <a:pt x="71708" y="28557"/>
                      <a:pt x="72159" y="28639"/>
                    </a:cubicBezTo>
                    <a:cubicBezTo>
                      <a:pt x="72069" y="28549"/>
                      <a:pt x="72023" y="28413"/>
                      <a:pt x="72114" y="28232"/>
                    </a:cubicBezTo>
                    <a:cubicBezTo>
                      <a:pt x="72476" y="27508"/>
                      <a:pt x="72793" y="26828"/>
                      <a:pt x="73381" y="26285"/>
                    </a:cubicBezTo>
                    <a:cubicBezTo>
                      <a:pt x="74015" y="25787"/>
                      <a:pt x="74694" y="25380"/>
                      <a:pt x="75464" y="25108"/>
                    </a:cubicBezTo>
                    <a:cubicBezTo>
                      <a:pt x="76188" y="24837"/>
                      <a:pt x="76958" y="24701"/>
                      <a:pt x="77727" y="24656"/>
                    </a:cubicBezTo>
                    <a:cubicBezTo>
                      <a:pt x="78135" y="24656"/>
                      <a:pt x="78542" y="24701"/>
                      <a:pt x="78950" y="24791"/>
                    </a:cubicBezTo>
                    <a:cubicBezTo>
                      <a:pt x="79312" y="24882"/>
                      <a:pt x="79764" y="25018"/>
                      <a:pt x="80036" y="25335"/>
                    </a:cubicBezTo>
                    <a:cubicBezTo>
                      <a:pt x="80262" y="25606"/>
                      <a:pt x="80172" y="26059"/>
                      <a:pt x="79810" y="26149"/>
                    </a:cubicBezTo>
                    <a:cubicBezTo>
                      <a:pt x="79689" y="26180"/>
                      <a:pt x="79568" y="26190"/>
                      <a:pt x="79449" y="26190"/>
                    </a:cubicBezTo>
                    <a:cubicBezTo>
                      <a:pt x="79211" y="26190"/>
                      <a:pt x="78980" y="26149"/>
                      <a:pt x="78768" y="26149"/>
                    </a:cubicBezTo>
                    <a:cubicBezTo>
                      <a:pt x="78406" y="26149"/>
                      <a:pt x="78089" y="26104"/>
                      <a:pt x="77773" y="26104"/>
                    </a:cubicBezTo>
                    <a:cubicBezTo>
                      <a:pt x="77139" y="26149"/>
                      <a:pt x="76505" y="26240"/>
                      <a:pt x="75917" y="26466"/>
                    </a:cubicBezTo>
                    <a:cubicBezTo>
                      <a:pt x="75328" y="26647"/>
                      <a:pt x="74785" y="27010"/>
                      <a:pt x="74242" y="27372"/>
                    </a:cubicBezTo>
                    <a:cubicBezTo>
                      <a:pt x="73744" y="27734"/>
                      <a:pt x="73155" y="28096"/>
                      <a:pt x="72793" y="28639"/>
                    </a:cubicBezTo>
                    <a:cubicBezTo>
                      <a:pt x="72748" y="28685"/>
                      <a:pt x="72657" y="28730"/>
                      <a:pt x="72612" y="28775"/>
                    </a:cubicBezTo>
                    <a:cubicBezTo>
                      <a:pt x="73472" y="29001"/>
                      <a:pt x="74196" y="29545"/>
                      <a:pt x="74875" y="30133"/>
                    </a:cubicBezTo>
                    <a:cubicBezTo>
                      <a:pt x="74875" y="30178"/>
                      <a:pt x="74921" y="30178"/>
                      <a:pt x="74921" y="30178"/>
                    </a:cubicBezTo>
                    <a:cubicBezTo>
                      <a:pt x="75102" y="30178"/>
                      <a:pt x="75283" y="30133"/>
                      <a:pt x="75464" y="30133"/>
                    </a:cubicBezTo>
                    <a:cubicBezTo>
                      <a:pt x="75735" y="30133"/>
                      <a:pt x="76007" y="30133"/>
                      <a:pt x="76279" y="30178"/>
                    </a:cubicBezTo>
                    <a:cubicBezTo>
                      <a:pt x="76233" y="29907"/>
                      <a:pt x="76233" y="29635"/>
                      <a:pt x="76324" y="29409"/>
                    </a:cubicBezTo>
                    <a:cubicBezTo>
                      <a:pt x="76324" y="29364"/>
                      <a:pt x="76324" y="29318"/>
                      <a:pt x="76369" y="29273"/>
                    </a:cubicBezTo>
                    <a:cubicBezTo>
                      <a:pt x="76369" y="29092"/>
                      <a:pt x="76414" y="28956"/>
                      <a:pt x="76460" y="28820"/>
                    </a:cubicBezTo>
                    <a:cubicBezTo>
                      <a:pt x="76550" y="28594"/>
                      <a:pt x="76641" y="28413"/>
                      <a:pt x="76822" y="28232"/>
                    </a:cubicBezTo>
                    <a:cubicBezTo>
                      <a:pt x="76822" y="28187"/>
                      <a:pt x="76822" y="28187"/>
                      <a:pt x="76822" y="28141"/>
                    </a:cubicBezTo>
                    <a:cubicBezTo>
                      <a:pt x="76912" y="28051"/>
                      <a:pt x="77094" y="28005"/>
                      <a:pt x="77229" y="27960"/>
                    </a:cubicBezTo>
                    <a:cubicBezTo>
                      <a:pt x="77365" y="27960"/>
                      <a:pt x="77501" y="28005"/>
                      <a:pt x="77637" y="28051"/>
                    </a:cubicBezTo>
                    <a:cubicBezTo>
                      <a:pt x="77727" y="28096"/>
                      <a:pt x="77773" y="28141"/>
                      <a:pt x="77818" y="28141"/>
                    </a:cubicBezTo>
                    <a:cubicBezTo>
                      <a:pt x="78135" y="28232"/>
                      <a:pt x="78406" y="28413"/>
                      <a:pt x="78587" y="28685"/>
                    </a:cubicBezTo>
                    <a:cubicBezTo>
                      <a:pt x="79040" y="29273"/>
                      <a:pt x="79176" y="30133"/>
                      <a:pt x="78814" y="30767"/>
                    </a:cubicBezTo>
                    <a:cubicBezTo>
                      <a:pt x="78814" y="30812"/>
                      <a:pt x="78768" y="30812"/>
                      <a:pt x="78768" y="30857"/>
                    </a:cubicBezTo>
                    <a:cubicBezTo>
                      <a:pt x="78950" y="30903"/>
                      <a:pt x="79131" y="30993"/>
                      <a:pt x="79266" y="31084"/>
                    </a:cubicBezTo>
                    <a:cubicBezTo>
                      <a:pt x="80036" y="31491"/>
                      <a:pt x="80851" y="31989"/>
                      <a:pt x="81439" y="32668"/>
                    </a:cubicBezTo>
                    <a:cubicBezTo>
                      <a:pt x="81485" y="32759"/>
                      <a:pt x="81575" y="32804"/>
                      <a:pt x="81666" y="32895"/>
                    </a:cubicBezTo>
                    <a:cubicBezTo>
                      <a:pt x="81698" y="32863"/>
                      <a:pt x="81775" y="32831"/>
                      <a:pt x="81849" y="32831"/>
                    </a:cubicBezTo>
                    <a:cubicBezTo>
                      <a:pt x="81880" y="32831"/>
                      <a:pt x="81911" y="32836"/>
                      <a:pt x="81937" y="32849"/>
                    </a:cubicBezTo>
                    <a:cubicBezTo>
                      <a:pt x="83205" y="33392"/>
                      <a:pt x="84382" y="33981"/>
                      <a:pt x="85423" y="34841"/>
                    </a:cubicBezTo>
                    <a:cubicBezTo>
                      <a:pt x="85966" y="35294"/>
                      <a:pt x="86419" y="35746"/>
                      <a:pt x="86872" y="36244"/>
                    </a:cubicBezTo>
                    <a:cubicBezTo>
                      <a:pt x="87324" y="36742"/>
                      <a:pt x="87777" y="37331"/>
                      <a:pt x="87958" y="37919"/>
                    </a:cubicBezTo>
                    <a:cubicBezTo>
                      <a:pt x="87958" y="38010"/>
                      <a:pt x="87958" y="38100"/>
                      <a:pt x="87913" y="38146"/>
                    </a:cubicBezTo>
                    <a:cubicBezTo>
                      <a:pt x="88003" y="38236"/>
                      <a:pt x="88094" y="38282"/>
                      <a:pt x="88139" y="38327"/>
                    </a:cubicBezTo>
                    <a:cubicBezTo>
                      <a:pt x="88184" y="38372"/>
                      <a:pt x="88184" y="38372"/>
                      <a:pt x="88230" y="38417"/>
                    </a:cubicBezTo>
                    <a:cubicBezTo>
                      <a:pt x="88094" y="37376"/>
                      <a:pt x="88320" y="36335"/>
                      <a:pt x="88230" y="35339"/>
                    </a:cubicBezTo>
                    <a:cubicBezTo>
                      <a:pt x="88139" y="34298"/>
                      <a:pt x="87505" y="33302"/>
                      <a:pt x="87007" y="32442"/>
                    </a:cubicBezTo>
                    <a:cubicBezTo>
                      <a:pt x="86374" y="31355"/>
                      <a:pt x="85830" y="30269"/>
                      <a:pt x="85197" y="29228"/>
                    </a:cubicBezTo>
                    <a:cubicBezTo>
                      <a:pt x="85072" y="29010"/>
                      <a:pt x="85247" y="28835"/>
                      <a:pt x="85442" y="28835"/>
                    </a:cubicBezTo>
                    <a:cubicBezTo>
                      <a:pt x="85531" y="28835"/>
                      <a:pt x="85624" y="28871"/>
                      <a:pt x="85695" y="28956"/>
                    </a:cubicBezTo>
                    <a:cubicBezTo>
                      <a:pt x="86419" y="29952"/>
                      <a:pt x="87188" y="30903"/>
                      <a:pt x="87913" y="31899"/>
                    </a:cubicBezTo>
                    <a:cubicBezTo>
                      <a:pt x="88230" y="32306"/>
                      <a:pt x="88547" y="32713"/>
                      <a:pt x="88773" y="33166"/>
                    </a:cubicBezTo>
                    <a:cubicBezTo>
                      <a:pt x="89044" y="31672"/>
                      <a:pt x="88954" y="30224"/>
                      <a:pt x="88547" y="28730"/>
                    </a:cubicBezTo>
                    <a:cubicBezTo>
                      <a:pt x="87732" y="25833"/>
                      <a:pt x="85740" y="23298"/>
                      <a:pt x="83657" y="21125"/>
                    </a:cubicBezTo>
                    <a:cubicBezTo>
                      <a:pt x="83482" y="20949"/>
                      <a:pt x="83661" y="20691"/>
                      <a:pt x="83877" y="20691"/>
                    </a:cubicBezTo>
                    <a:cubicBezTo>
                      <a:pt x="83939" y="20691"/>
                      <a:pt x="84004" y="20712"/>
                      <a:pt x="84065" y="20762"/>
                    </a:cubicBezTo>
                    <a:cubicBezTo>
                      <a:pt x="86283" y="22800"/>
                      <a:pt x="88365" y="24927"/>
                      <a:pt x="89542" y="27734"/>
                    </a:cubicBezTo>
                    <a:cubicBezTo>
                      <a:pt x="89542" y="27145"/>
                      <a:pt x="89542" y="26557"/>
                      <a:pt x="89452" y="26014"/>
                    </a:cubicBezTo>
                    <a:cubicBezTo>
                      <a:pt x="89316" y="24791"/>
                      <a:pt x="88909" y="23614"/>
                      <a:pt x="88184" y="22618"/>
                    </a:cubicBezTo>
                    <a:cubicBezTo>
                      <a:pt x="87415" y="21532"/>
                      <a:pt x="86057" y="20944"/>
                      <a:pt x="84880" y="20310"/>
                    </a:cubicBezTo>
                    <a:cubicBezTo>
                      <a:pt x="83703" y="19585"/>
                      <a:pt x="82526" y="18725"/>
                      <a:pt x="81168" y="18363"/>
                    </a:cubicBezTo>
                    <a:cubicBezTo>
                      <a:pt x="80866" y="18277"/>
                      <a:pt x="80975" y="17862"/>
                      <a:pt x="81260" y="17862"/>
                    </a:cubicBezTo>
                    <a:cubicBezTo>
                      <a:pt x="81274" y="17862"/>
                      <a:pt x="81288" y="17863"/>
                      <a:pt x="81304" y="17865"/>
                    </a:cubicBezTo>
                    <a:cubicBezTo>
                      <a:pt x="81711" y="17956"/>
                      <a:pt x="82073" y="18046"/>
                      <a:pt x="82435" y="18137"/>
                    </a:cubicBezTo>
                    <a:cubicBezTo>
                      <a:pt x="82345" y="18092"/>
                      <a:pt x="82254" y="18001"/>
                      <a:pt x="82209" y="17956"/>
                    </a:cubicBezTo>
                    <a:cubicBezTo>
                      <a:pt x="81965" y="17712"/>
                      <a:pt x="82177" y="17414"/>
                      <a:pt x="82432" y="17414"/>
                    </a:cubicBezTo>
                    <a:cubicBezTo>
                      <a:pt x="82509" y="17414"/>
                      <a:pt x="82589" y="17441"/>
                      <a:pt x="82662" y="17503"/>
                    </a:cubicBezTo>
                    <a:cubicBezTo>
                      <a:pt x="83386" y="18046"/>
                      <a:pt x="84246" y="18363"/>
                      <a:pt x="85151" y="18544"/>
                    </a:cubicBezTo>
                    <a:cubicBezTo>
                      <a:pt x="85682" y="18633"/>
                      <a:pt x="86232" y="18702"/>
                      <a:pt x="86776" y="18702"/>
                    </a:cubicBezTo>
                    <a:cubicBezTo>
                      <a:pt x="87068" y="18702"/>
                      <a:pt x="87357" y="18682"/>
                      <a:pt x="87641" y="18635"/>
                    </a:cubicBezTo>
                    <a:cubicBezTo>
                      <a:pt x="88049" y="18590"/>
                      <a:pt x="88456" y="18499"/>
                      <a:pt x="88818" y="18499"/>
                    </a:cubicBezTo>
                    <a:cubicBezTo>
                      <a:pt x="88773" y="18454"/>
                      <a:pt x="88728" y="18454"/>
                      <a:pt x="88682" y="18454"/>
                    </a:cubicBezTo>
                    <a:cubicBezTo>
                      <a:pt x="88275" y="18318"/>
                      <a:pt x="87913" y="18182"/>
                      <a:pt x="87551" y="18001"/>
                    </a:cubicBezTo>
                    <a:cubicBezTo>
                      <a:pt x="86826" y="17684"/>
                      <a:pt x="86102" y="17277"/>
                      <a:pt x="85423" y="16824"/>
                    </a:cubicBezTo>
                    <a:cubicBezTo>
                      <a:pt x="84699" y="16326"/>
                      <a:pt x="84020" y="15828"/>
                      <a:pt x="83386" y="15240"/>
                    </a:cubicBezTo>
                    <a:cubicBezTo>
                      <a:pt x="82752" y="14696"/>
                      <a:pt x="82209" y="14108"/>
                      <a:pt x="81439" y="13791"/>
                    </a:cubicBezTo>
                    <a:cubicBezTo>
                      <a:pt x="80829" y="13515"/>
                      <a:pt x="80141" y="13411"/>
                      <a:pt x="79435" y="13411"/>
                    </a:cubicBezTo>
                    <a:cubicBezTo>
                      <a:pt x="78520" y="13411"/>
                      <a:pt x="77575" y="13586"/>
                      <a:pt x="76731" y="13791"/>
                    </a:cubicBezTo>
                    <a:cubicBezTo>
                      <a:pt x="75373" y="14108"/>
                      <a:pt x="73970" y="14742"/>
                      <a:pt x="73246" y="16009"/>
                    </a:cubicBezTo>
                    <a:cubicBezTo>
                      <a:pt x="73203" y="16081"/>
                      <a:pt x="73128" y="16112"/>
                      <a:pt x="73050" y="16112"/>
                    </a:cubicBezTo>
                    <a:cubicBezTo>
                      <a:pt x="72882" y="16112"/>
                      <a:pt x="72700" y="15968"/>
                      <a:pt x="72793" y="15783"/>
                    </a:cubicBezTo>
                    <a:cubicBezTo>
                      <a:pt x="73381" y="14380"/>
                      <a:pt x="74513" y="13519"/>
                      <a:pt x="75917" y="12976"/>
                    </a:cubicBezTo>
                    <a:cubicBezTo>
                      <a:pt x="76980" y="12557"/>
                      <a:pt x="78249" y="12299"/>
                      <a:pt x="79463" y="12299"/>
                    </a:cubicBezTo>
                    <a:cubicBezTo>
                      <a:pt x="79956" y="12299"/>
                      <a:pt x="80439" y="12342"/>
                      <a:pt x="80896" y="12433"/>
                    </a:cubicBezTo>
                    <a:cubicBezTo>
                      <a:pt x="82345" y="12705"/>
                      <a:pt x="83341" y="13700"/>
                      <a:pt x="84427" y="14606"/>
                    </a:cubicBezTo>
                    <a:cubicBezTo>
                      <a:pt x="84020" y="13429"/>
                      <a:pt x="83522" y="12297"/>
                      <a:pt x="82707" y="11347"/>
                    </a:cubicBezTo>
                    <a:cubicBezTo>
                      <a:pt x="81892" y="10351"/>
                      <a:pt x="80806" y="9626"/>
                      <a:pt x="79583" y="9264"/>
                    </a:cubicBezTo>
                    <a:cubicBezTo>
                      <a:pt x="79065" y="9126"/>
                      <a:pt x="78572" y="9067"/>
                      <a:pt x="78066" y="9067"/>
                    </a:cubicBezTo>
                    <a:cubicBezTo>
                      <a:pt x="77910" y="9067"/>
                      <a:pt x="77752" y="9072"/>
                      <a:pt x="77591" y="9083"/>
                    </a:cubicBezTo>
                    <a:cubicBezTo>
                      <a:pt x="77320" y="9083"/>
                      <a:pt x="77048" y="9083"/>
                      <a:pt x="76777" y="9128"/>
                    </a:cubicBezTo>
                    <a:cubicBezTo>
                      <a:pt x="76324" y="9672"/>
                      <a:pt x="75826" y="10170"/>
                      <a:pt x="75328" y="10667"/>
                    </a:cubicBezTo>
                    <a:cubicBezTo>
                      <a:pt x="74694" y="11301"/>
                      <a:pt x="74015" y="11935"/>
                      <a:pt x="73291" y="12478"/>
                    </a:cubicBezTo>
                    <a:cubicBezTo>
                      <a:pt x="73226" y="12524"/>
                      <a:pt x="73166" y="12544"/>
                      <a:pt x="73110" y="12544"/>
                    </a:cubicBezTo>
                    <a:cubicBezTo>
                      <a:pt x="72895" y="12544"/>
                      <a:pt x="72766" y="12242"/>
                      <a:pt x="72838" y="12026"/>
                    </a:cubicBezTo>
                    <a:cubicBezTo>
                      <a:pt x="73110" y="11437"/>
                      <a:pt x="73517" y="10939"/>
                      <a:pt x="73970" y="10441"/>
                    </a:cubicBezTo>
                    <a:cubicBezTo>
                      <a:pt x="73789" y="10396"/>
                      <a:pt x="73698" y="10124"/>
                      <a:pt x="73834" y="9943"/>
                    </a:cubicBezTo>
                    <a:cubicBezTo>
                      <a:pt x="74106" y="9581"/>
                      <a:pt x="74468" y="9264"/>
                      <a:pt x="74785" y="8902"/>
                    </a:cubicBezTo>
                    <a:cubicBezTo>
                      <a:pt x="75056" y="8540"/>
                      <a:pt x="75283" y="8132"/>
                      <a:pt x="75509" y="7725"/>
                    </a:cubicBezTo>
                    <a:cubicBezTo>
                      <a:pt x="75690" y="7318"/>
                      <a:pt x="75826" y="6910"/>
                      <a:pt x="75962" y="6457"/>
                    </a:cubicBezTo>
                    <a:cubicBezTo>
                      <a:pt x="76052" y="6231"/>
                      <a:pt x="76098" y="6005"/>
                      <a:pt x="76143" y="5778"/>
                    </a:cubicBezTo>
                    <a:cubicBezTo>
                      <a:pt x="76188" y="5552"/>
                      <a:pt x="76233" y="5326"/>
                      <a:pt x="76414" y="5190"/>
                    </a:cubicBezTo>
                    <a:cubicBezTo>
                      <a:pt x="76437" y="5167"/>
                      <a:pt x="76482" y="5156"/>
                      <a:pt x="76528" y="5156"/>
                    </a:cubicBezTo>
                    <a:cubicBezTo>
                      <a:pt x="76573" y="5156"/>
                      <a:pt x="76618" y="5167"/>
                      <a:pt x="76641" y="5190"/>
                    </a:cubicBezTo>
                    <a:cubicBezTo>
                      <a:pt x="76867" y="5371"/>
                      <a:pt x="76867" y="5643"/>
                      <a:pt x="76912" y="5914"/>
                    </a:cubicBezTo>
                    <a:cubicBezTo>
                      <a:pt x="76912" y="6186"/>
                      <a:pt x="76867" y="6457"/>
                      <a:pt x="76822" y="6729"/>
                    </a:cubicBezTo>
                    <a:cubicBezTo>
                      <a:pt x="76822" y="6736"/>
                      <a:pt x="76821" y="6744"/>
                      <a:pt x="76819" y="6751"/>
                    </a:cubicBezTo>
                    <a:lnTo>
                      <a:pt x="76819" y="6751"/>
                    </a:lnTo>
                    <a:cubicBezTo>
                      <a:pt x="76940" y="6419"/>
                      <a:pt x="77053" y="6058"/>
                      <a:pt x="77094" y="5733"/>
                    </a:cubicBezTo>
                    <a:cubicBezTo>
                      <a:pt x="77139" y="5371"/>
                      <a:pt x="77139" y="5009"/>
                      <a:pt x="77048" y="4647"/>
                    </a:cubicBezTo>
                    <a:cubicBezTo>
                      <a:pt x="77003" y="4466"/>
                      <a:pt x="76958" y="4239"/>
                      <a:pt x="76867" y="4058"/>
                    </a:cubicBezTo>
                    <a:cubicBezTo>
                      <a:pt x="76777" y="4149"/>
                      <a:pt x="76731" y="4239"/>
                      <a:pt x="76686" y="4330"/>
                    </a:cubicBezTo>
                    <a:cubicBezTo>
                      <a:pt x="76550" y="4556"/>
                      <a:pt x="76369" y="4783"/>
                      <a:pt x="76233" y="5009"/>
                    </a:cubicBezTo>
                    <a:cubicBezTo>
                      <a:pt x="75962" y="5462"/>
                      <a:pt x="75645" y="5959"/>
                      <a:pt x="75283" y="6367"/>
                    </a:cubicBezTo>
                    <a:cubicBezTo>
                      <a:pt x="74604" y="7136"/>
                      <a:pt x="73653" y="7680"/>
                      <a:pt x="72702" y="8087"/>
                    </a:cubicBezTo>
                    <a:cubicBezTo>
                      <a:pt x="71752" y="8540"/>
                      <a:pt x="70756" y="8947"/>
                      <a:pt x="69941" y="9581"/>
                    </a:cubicBezTo>
                    <a:cubicBezTo>
                      <a:pt x="69534" y="9898"/>
                      <a:pt x="69217" y="10260"/>
                      <a:pt x="68945" y="10713"/>
                    </a:cubicBezTo>
                    <a:cubicBezTo>
                      <a:pt x="68674" y="11120"/>
                      <a:pt x="68583" y="11573"/>
                      <a:pt x="68492" y="12026"/>
                    </a:cubicBezTo>
                    <a:cubicBezTo>
                      <a:pt x="68449" y="12178"/>
                      <a:pt x="68322" y="12247"/>
                      <a:pt x="68191" y="12247"/>
                    </a:cubicBezTo>
                    <a:cubicBezTo>
                      <a:pt x="68050" y="12247"/>
                      <a:pt x="67906" y="12167"/>
                      <a:pt x="67859" y="12026"/>
                    </a:cubicBezTo>
                    <a:cubicBezTo>
                      <a:pt x="67587" y="11165"/>
                      <a:pt x="68040" y="10215"/>
                      <a:pt x="68538" y="9536"/>
                    </a:cubicBezTo>
                    <a:cubicBezTo>
                      <a:pt x="69081" y="8811"/>
                      <a:pt x="69851" y="8268"/>
                      <a:pt x="70620" y="7816"/>
                    </a:cubicBezTo>
                    <a:cubicBezTo>
                      <a:pt x="70937" y="7634"/>
                      <a:pt x="71254" y="7499"/>
                      <a:pt x="71571" y="7318"/>
                    </a:cubicBezTo>
                    <a:cubicBezTo>
                      <a:pt x="71390" y="7227"/>
                      <a:pt x="71299" y="7001"/>
                      <a:pt x="71480" y="6865"/>
                    </a:cubicBezTo>
                    <a:cubicBezTo>
                      <a:pt x="72023" y="6367"/>
                      <a:pt x="72612" y="5914"/>
                      <a:pt x="73155" y="5462"/>
                    </a:cubicBezTo>
                    <a:cubicBezTo>
                      <a:pt x="73246" y="5326"/>
                      <a:pt x="73381" y="5235"/>
                      <a:pt x="73517" y="5099"/>
                    </a:cubicBezTo>
                    <a:cubicBezTo>
                      <a:pt x="72476" y="5099"/>
                      <a:pt x="71435" y="4828"/>
                      <a:pt x="70439" y="4647"/>
                    </a:cubicBezTo>
                    <a:cubicBezTo>
                      <a:pt x="68628" y="4239"/>
                      <a:pt x="66772" y="3741"/>
                      <a:pt x="64916" y="3606"/>
                    </a:cubicBezTo>
                    <a:cubicBezTo>
                      <a:pt x="64610" y="3582"/>
                      <a:pt x="64300" y="3569"/>
                      <a:pt x="63986" y="3569"/>
                    </a:cubicBezTo>
                    <a:cubicBezTo>
                      <a:pt x="61330" y="3569"/>
                      <a:pt x="58483" y="4452"/>
                      <a:pt x="56904" y="6639"/>
                    </a:cubicBezTo>
                    <a:cubicBezTo>
                      <a:pt x="57039" y="7363"/>
                      <a:pt x="57130" y="8087"/>
                      <a:pt x="57039" y="8811"/>
                    </a:cubicBezTo>
                    <a:cubicBezTo>
                      <a:pt x="57017" y="9038"/>
                      <a:pt x="56858" y="9151"/>
                      <a:pt x="56700" y="9151"/>
                    </a:cubicBezTo>
                    <a:cubicBezTo>
                      <a:pt x="56542" y="9151"/>
                      <a:pt x="56383" y="9038"/>
                      <a:pt x="56360" y="8811"/>
                    </a:cubicBezTo>
                    <a:cubicBezTo>
                      <a:pt x="56179" y="7408"/>
                      <a:pt x="55455" y="6005"/>
                      <a:pt x="54685" y="4783"/>
                    </a:cubicBezTo>
                    <a:cubicBezTo>
                      <a:pt x="54006" y="3787"/>
                      <a:pt x="53327" y="2655"/>
                      <a:pt x="52150" y="2112"/>
                    </a:cubicBezTo>
                    <a:cubicBezTo>
                      <a:pt x="50657" y="1387"/>
                      <a:pt x="48755" y="1568"/>
                      <a:pt x="47216" y="935"/>
                    </a:cubicBezTo>
                    <a:lnTo>
                      <a:pt x="47216" y="935"/>
                    </a:lnTo>
                    <a:cubicBezTo>
                      <a:pt x="47624" y="1840"/>
                      <a:pt x="48303" y="2564"/>
                      <a:pt x="48982" y="3379"/>
                    </a:cubicBezTo>
                    <a:cubicBezTo>
                      <a:pt x="49072" y="3424"/>
                      <a:pt x="49072" y="3560"/>
                      <a:pt x="49072" y="3651"/>
                    </a:cubicBezTo>
                    <a:cubicBezTo>
                      <a:pt x="49389" y="4103"/>
                      <a:pt x="49706" y="4511"/>
                      <a:pt x="49978" y="5009"/>
                    </a:cubicBezTo>
                    <a:cubicBezTo>
                      <a:pt x="50166" y="5291"/>
                      <a:pt x="49941" y="5530"/>
                      <a:pt x="49680" y="5530"/>
                    </a:cubicBezTo>
                    <a:cubicBezTo>
                      <a:pt x="49564" y="5530"/>
                      <a:pt x="49441" y="5482"/>
                      <a:pt x="49344" y="5371"/>
                    </a:cubicBezTo>
                    <a:cubicBezTo>
                      <a:pt x="47578" y="3017"/>
                      <a:pt x="44907" y="1161"/>
                      <a:pt x="42056" y="437"/>
                    </a:cubicBezTo>
                    <a:cubicBezTo>
                      <a:pt x="41023" y="142"/>
                      <a:pt x="39972" y="1"/>
                      <a:pt x="389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8" name="Google Shape;6778;p20"/>
              <p:cNvSpPr/>
              <p:nvPr/>
            </p:nvSpPr>
            <p:spPr>
              <a:xfrm>
                <a:off x="4516750" y="4084850"/>
                <a:ext cx="199200" cy="572675"/>
              </a:xfrm>
              <a:custGeom>
                <a:rect b="b" l="l" r="r" t="t"/>
                <a:pathLst>
                  <a:path extrusionOk="0" h="22907" w="7968">
                    <a:moveTo>
                      <a:pt x="4618" y="0"/>
                    </a:moveTo>
                    <a:cubicBezTo>
                      <a:pt x="4618" y="45"/>
                      <a:pt x="4618" y="45"/>
                      <a:pt x="4572" y="91"/>
                    </a:cubicBezTo>
                    <a:cubicBezTo>
                      <a:pt x="4256" y="543"/>
                      <a:pt x="3893" y="1041"/>
                      <a:pt x="3667" y="1539"/>
                    </a:cubicBezTo>
                    <a:cubicBezTo>
                      <a:pt x="3441" y="2128"/>
                      <a:pt x="3441" y="2626"/>
                      <a:pt x="3033" y="3124"/>
                    </a:cubicBezTo>
                    <a:cubicBezTo>
                      <a:pt x="2898" y="3214"/>
                      <a:pt x="2762" y="3260"/>
                      <a:pt x="2581" y="3260"/>
                    </a:cubicBezTo>
                    <a:cubicBezTo>
                      <a:pt x="3214" y="4935"/>
                      <a:pt x="3893" y="6609"/>
                      <a:pt x="4301" y="8375"/>
                    </a:cubicBezTo>
                    <a:cubicBezTo>
                      <a:pt x="4663" y="10050"/>
                      <a:pt x="4618" y="11725"/>
                      <a:pt x="4029" y="13355"/>
                    </a:cubicBezTo>
                    <a:cubicBezTo>
                      <a:pt x="3531" y="14758"/>
                      <a:pt x="2807" y="16025"/>
                      <a:pt x="2037" y="17293"/>
                    </a:cubicBezTo>
                    <a:cubicBezTo>
                      <a:pt x="1268" y="18560"/>
                      <a:pt x="544" y="19873"/>
                      <a:pt x="181" y="21322"/>
                    </a:cubicBezTo>
                    <a:cubicBezTo>
                      <a:pt x="181" y="21458"/>
                      <a:pt x="91" y="21548"/>
                      <a:pt x="0" y="21593"/>
                    </a:cubicBezTo>
                    <a:cubicBezTo>
                      <a:pt x="0" y="21639"/>
                      <a:pt x="46" y="21639"/>
                      <a:pt x="46" y="21684"/>
                    </a:cubicBezTo>
                    <a:cubicBezTo>
                      <a:pt x="227" y="22091"/>
                      <a:pt x="362" y="22499"/>
                      <a:pt x="453" y="22906"/>
                    </a:cubicBezTo>
                    <a:cubicBezTo>
                      <a:pt x="906" y="22635"/>
                      <a:pt x="1404" y="22454"/>
                      <a:pt x="1947" y="22363"/>
                    </a:cubicBezTo>
                    <a:cubicBezTo>
                      <a:pt x="2943" y="22227"/>
                      <a:pt x="3848" y="22137"/>
                      <a:pt x="4708" y="21548"/>
                    </a:cubicBezTo>
                    <a:cubicBezTo>
                      <a:pt x="5523" y="21005"/>
                      <a:pt x="6112" y="20190"/>
                      <a:pt x="6610" y="19375"/>
                    </a:cubicBezTo>
                    <a:cubicBezTo>
                      <a:pt x="6881" y="18923"/>
                      <a:pt x="7108" y="18425"/>
                      <a:pt x="7379" y="17972"/>
                    </a:cubicBezTo>
                    <a:cubicBezTo>
                      <a:pt x="7470" y="17791"/>
                      <a:pt x="7560" y="17610"/>
                      <a:pt x="7651" y="17429"/>
                    </a:cubicBezTo>
                    <a:cubicBezTo>
                      <a:pt x="7651" y="17067"/>
                      <a:pt x="7651" y="16614"/>
                      <a:pt x="7696" y="16252"/>
                    </a:cubicBezTo>
                    <a:cubicBezTo>
                      <a:pt x="7741" y="16116"/>
                      <a:pt x="7832" y="16025"/>
                      <a:pt x="7968" y="15980"/>
                    </a:cubicBezTo>
                    <a:cubicBezTo>
                      <a:pt x="7877" y="15890"/>
                      <a:pt x="7787" y="15799"/>
                      <a:pt x="7741" y="15709"/>
                    </a:cubicBezTo>
                    <a:cubicBezTo>
                      <a:pt x="7017" y="14758"/>
                      <a:pt x="6247" y="13762"/>
                      <a:pt x="5659" y="12721"/>
                    </a:cubicBezTo>
                    <a:cubicBezTo>
                      <a:pt x="5342" y="12178"/>
                      <a:pt x="5116" y="11634"/>
                      <a:pt x="5116" y="11001"/>
                    </a:cubicBezTo>
                    <a:cubicBezTo>
                      <a:pt x="5116" y="10412"/>
                      <a:pt x="5297" y="9778"/>
                      <a:pt x="5387" y="9190"/>
                    </a:cubicBezTo>
                    <a:cubicBezTo>
                      <a:pt x="5614" y="8239"/>
                      <a:pt x="5749" y="7243"/>
                      <a:pt x="5704" y="6247"/>
                    </a:cubicBezTo>
                    <a:cubicBezTo>
                      <a:pt x="5387" y="5749"/>
                      <a:pt x="5116" y="5251"/>
                      <a:pt x="4980" y="4708"/>
                    </a:cubicBezTo>
                    <a:cubicBezTo>
                      <a:pt x="4754" y="3803"/>
                      <a:pt x="4799" y="2943"/>
                      <a:pt x="4980" y="2037"/>
                    </a:cubicBezTo>
                    <a:cubicBezTo>
                      <a:pt x="4889" y="1856"/>
                      <a:pt x="4844" y="1630"/>
                      <a:pt x="4799" y="1404"/>
                    </a:cubicBezTo>
                    <a:cubicBezTo>
                      <a:pt x="4708" y="996"/>
                      <a:pt x="4663" y="543"/>
                      <a:pt x="4618" y="91"/>
                    </a:cubicBezTo>
                    <a:lnTo>
                      <a:pt x="461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9" name="Google Shape;6779;p20"/>
              <p:cNvSpPr/>
              <p:nvPr/>
            </p:nvSpPr>
            <p:spPr>
              <a:xfrm>
                <a:off x="2764850" y="993400"/>
                <a:ext cx="2566750" cy="4424500"/>
              </a:xfrm>
              <a:custGeom>
                <a:rect b="b" l="l" r="r" t="t"/>
                <a:pathLst>
                  <a:path extrusionOk="0" h="176980" w="102670">
                    <a:moveTo>
                      <a:pt x="42600" y="0"/>
                    </a:moveTo>
                    <a:cubicBezTo>
                      <a:pt x="41978" y="0"/>
                      <a:pt x="41352" y="88"/>
                      <a:pt x="40742" y="300"/>
                    </a:cubicBezTo>
                    <a:cubicBezTo>
                      <a:pt x="39701" y="617"/>
                      <a:pt x="38750" y="1206"/>
                      <a:pt x="37936" y="1885"/>
                    </a:cubicBezTo>
                    <a:cubicBezTo>
                      <a:pt x="37166" y="2518"/>
                      <a:pt x="36487" y="3333"/>
                      <a:pt x="35627" y="3922"/>
                    </a:cubicBezTo>
                    <a:cubicBezTo>
                      <a:pt x="35559" y="3964"/>
                      <a:pt x="35492" y="3983"/>
                      <a:pt x="35430" y="3983"/>
                    </a:cubicBezTo>
                    <a:cubicBezTo>
                      <a:pt x="35162" y="3983"/>
                      <a:pt x="34973" y="3636"/>
                      <a:pt x="35084" y="3379"/>
                    </a:cubicBezTo>
                    <a:cubicBezTo>
                      <a:pt x="35084" y="3288"/>
                      <a:pt x="35129" y="3243"/>
                      <a:pt x="35174" y="3197"/>
                    </a:cubicBezTo>
                    <a:lnTo>
                      <a:pt x="35174" y="3197"/>
                    </a:lnTo>
                    <a:cubicBezTo>
                      <a:pt x="34269" y="3967"/>
                      <a:pt x="33137" y="4193"/>
                      <a:pt x="32005" y="4420"/>
                    </a:cubicBezTo>
                    <a:cubicBezTo>
                      <a:pt x="30964" y="4601"/>
                      <a:pt x="29968" y="4691"/>
                      <a:pt x="28927" y="4827"/>
                    </a:cubicBezTo>
                    <a:cubicBezTo>
                      <a:pt x="28927" y="4918"/>
                      <a:pt x="28882" y="5008"/>
                      <a:pt x="28791" y="5054"/>
                    </a:cubicBezTo>
                    <a:cubicBezTo>
                      <a:pt x="28655" y="5144"/>
                      <a:pt x="28520" y="5235"/>
                      <a:pt x="28293" y="5235"/>
                    </a:cubicBezTo>
                    <a:lnTo>
                      <a:pt x="27976" y="5235"/>
                    </a:lnTo>
                    <a:cubicBezTo>
                      <a:pt x="27886" y="5235"/>
                      <a:pt x="27886" y="5235"/>
                      <a:pt x="27750" y="5280"/>
                    </a:cubicBezTo>
                    <a:cubicBezTo>
                      <a:pt x="27660" y="5280"/>
                      <a:pt x="27524" y="5325"/>
                      <a:pt x="27433" y="5370"/>
                    </a:cubicBezTo>
                    <a:cubicBezTo>
                      <a:pt x="27116" y="5461"/>
                      <a:pt x="26754" y="5687"/>
                      <a:pt x="26437" y="5914"/>
                    </a:cubicBezTo>
                    <a:cubicBezTo>
                      <a:pt x="25758" y="6457"/>
                      <a:pt x="25215" y="7181"/>
                      <a:pt x="24762" y="7951"/>
                    </a:cubicBezTo>
                    <a:cubicBezTo>
                      <a:pt x="24705" y="8037"/>
                      <a:pt x="24628" y="8073"/>
                      <a:pt x="24556" y="8073"/>
                    </a:cubicBezTo>
                    <a:cubicBezTo>
                      <a:pt x="24401" y="8073"/>
                      <a:pt x="24262" y="7909"/>
                      <a:pt x="24355" y="7724"/>
                    </a:cubicBezTo>
                    <a:cubicBezTo>
                      <a:pt x="24627" y="7091"/>
                      <a:pt x="24898" y="6412"/>
                      <a:pt x="25306" y="5823"/>
                    </a:cubicBezTo>
                    <a:lnTo>
                      <a:pt x="25306" y="5823"/>
                    </a:lnTo>
                    <a:cubicBezTo>
                      <a:pt x="24989" y="6004"/>
                      <a:pt x="24717" y="6140"/>
                      <a:pt x="24400" y="6321"/>
                    </a:cubicBezTo>
                    <a:cubicBezTo>
                      <a:pt x="23902" y="6638"/>
                      <a:pt x="23495" y="7000"/>
                      <a:pt x="23087" y="7408"/>
                    </a:cubicBezTo>
                    <a:cubicBezTo>
                      <a:pt x="22680" y="7770"/>
                      <a:pt x="22408" y="8268"/>
                      <a:pt x="22046" y="8675"/>
                    </a:cubicBezTo>
                    <a:cubicBezTo>
                      <a:pt x="21976" y="8745"/>
                      <a:pt x="21893" y="8776"/>
                      <a:pt x="21812" y="8776"/>
                    </a:cubicBezTo>
                    <a:cubicBezTo>
                      <a:pt x="21630" y="8776"/>
                      <a:pt x="21458" y="8622"/>
                      <a:pt x="21458" y="8403"/>
                    </a:cubicBezTo>
                    <a:cubicBezTo>
                      <a:pt x="21412" y="7996"/>
                      <a:pt x="21548" y="7589"/>
                      <a:pt x="21729" y="7181"/>
                    </a:cubicBezTo>
                    <a:lnTo>
                      <a:pt x="21729" y="7181"/>
                    </a:lnTo>
                    <a:cubicBezTo>
                      <a:pt x="20371" y="7951"/>
                      <a:pt x="19285" y="9173"/>
                      <a:pt x="18561" y="10667"/>
                    </a:cubicBezTo>
                    <a:cubicBezTo>
                      <a:pt x="17972" y="11934"/>
                      <a:pt x="17610" y="13338"/>
                      <a:pt x="17293" y="14696"/>
                    </a:cubicBezTo>
                    <a:cubicBezTo>
                      <a:pt x="17112" y="15375"/>
                      <a:pt x="16976" y="16054"/>
                      <a:pt x="16840" y="16778"/>
                    </a:cubicBezTo>
                    <a:cubicBezTo>
                      <a:pt x="16750" y="17457"/>
                      <a:pt x="16659" y="18227"/>
                      <a:pt x="16342" y="18906"/>
                    </a:cubicBezTo>
                    <a:cubicBezTo>
                      <a:pt x="16289" y="19013"/>
                      <a:pt x="16200" y="19057"/>
                      <a:pt x="16107" y="19057"/>
                    </a:cubicBezTo>
                    <a:cubicBezTo>
                      <a:pt x="15964" y="19057"/>
                      <a:pt x="15809" y="18953"/>
                      <a:pt x="15754" y="18815"/>
                    </a:cubicBezTo>
                    <a:cubicBezTo>
                      <a:pt x="15527" y="18227"/>
                      <a:pt x="15573" y="17593"/>
                      <a:pt x="15663" y="16959"/>
                    </a:cubicBezTo>
                    <a:lnTo>
                      <a:pt x="15663" y="16959"/>
                    </a:lnTo>
                    <a:cubicBezTo>
                      <a:pt x="14939" y="18227"/>
                      <a:pt x="14034" y="19404"/>
                      <a:pt x="13355" y="20717"/>
                    </a:cubicBezTo>
                    <a:cubicBezTo>
                      <a:pt x="12540" y="22210"/>
                      <a:pt x="12042" y="23795"/>
                      <a:pt x="12042" y="25560"/>
                    </a:cubicBezTo>
                    <a:cubicBezTo>
                      <a:pt x="12042" y="27416"/>
                      <a:pt x="12404" y="29318"/>
                      <a:pt x="12947" y="31128"/>
                    </a:cubicBezTo>
                    <a:cubicBezTo>
                      <a:pt x="13490" y="32849"/>
                      <a:pt x="14305" y="34478"/>
                      <a:pt x="14848" y="36199"/>
                    </a:cubicBezTo>
                    <a:cubicBezTo>
                      <a:pt x="14914" y="36460"/>
                      <a:pt x="14695" y="36651"/>
                      <a:pt x="14484" y="36651"/>
                    </a:cubicBezTo>
                    <a:cubicBezTo>
                      <a:pt x="14403" y="36651"/>
                      <a:pt x="14323" y="36623"/>
                      <a:pt x="14260" y="36561"/>
                    </a:cubicBezTo>
                    <a:cubicBezTo>
                      <a:pt x="12766" y="35067"/>
                      <a:pt x="11997" y="32849"/>
                      <a:pt x="11453" y="30857"/>
                    </a:cubicBezTo>
                    <a:cubicBezTo>
                      <a:pt x="11091" y="29725"/>
                      <a:pt x="10865" y="28503"/>
                      <a:pt x="10729" y="27281"/>
                    </a:cubicBezTo>
                    <a:cubicBezTo>
                      <a:pt x="10503" y="27416"/>
                      <a:pt x="10276" y="27507"/>
                      <a:pt x="10005" y="27597"/>
                    </a:cubicBezTo>
                    <a:cubicBezTo>
                      <a:pt x="9235" y="27779"/>
                      <a:pt x="8466" y="27869"/>
                      <a:pt x="7696" y="27960"/>
                    </a:cubicBezTo>
                    <a:cubicBezTo>
                      <a:pt x="7130" y="28044"/>
                      <a:pt x="6563" y="28108"/>
                      <a:pt x="6006" y="28108"/>
                    </a:cubicBezTo>
                    <a:cubicBezTo>
                      <a:pt x="5361" y="28108"/>
                      <a:pt x="4727" y="28021"/>
                      <a:pt x="4120" y="27779"/>
                    </a:cubicBezTo>
                    <a:cubicBezTo>
                      <a:pt x="3934" y="27832"/>
                      <a:pt x="3733" y="27854"/>
                      <a:pt x="3534" y="27854"/>
                    </a:cubicBezTo>
                    <a:cubicBezTo>
                      <a:pt x="3394" y="27854"/>
                      <a:pt x="3255" y="27843"/>
                      <a:pt x="3124" y="27824"/>
                    </a:cubicBezTo>
                    <a:lnTo>
                      <a:pt x="3124" y="27824"/>
                    </a:lnTo>
                    <a:cubicBezTo>
                      <a:pt x="4708" y="29635"/>
                      <a:pt x="4029" y="32487"/>
                      <a:pt x="3305" y="34569"/>
                    </a:cubicBezTo>
                    <a:cubicBezTo>
                      <a:pt x="2852" y="35927"/>
                      <a:pt x="2264" y="37376"/>
                      <a:pt x="2264" y="38869"/>
                    </a:cubicBezTo>
                    <a:cubicBezTo>
                      <a:pt x="2264" y="39503"/>
                      <a:pt x="2400" y="40092"/>
                      <a:pt x="2581" y="40635"/>
                    </a:cubicBezTo>
                    <a:cubicBezTo>
                      <a:pt x="3305" y="39684"/>
                      <a:pt x="4075" y="38779"/>
                      <a:pt x="3939" y="37466"/>
                    </a:cubicBezTo>
                    <a:cubicBezTo>
                      <a:pt x="3914" y="37244"/>
                      <a:pt x="4090" y="37130"/>
                      <a:pt x="4271" y="37130"/>
                    </a:cubicBezTo>
                    <a:cubicBezTo>
                      <a:pt x="4422" y="37130"/>
                      <a:pt x="4576" y="37210"/>
                      <a:pt x="4618" y="37376"/>
                    </a:cubicBezTo>
                    <a:cubicBezTo>
                      <a:pt x="5025" y="38553"/>
                      <a:pt x="4935" y="39639"/>
                      <a:pt x="4256" y="40725"/>
                    </a:cubicBezTo>
                    <a:cubicBezTo>
                      <a:pt x="3984" y="41178"/>
                      <a:pt x="3758" y="41586"/>
                      <a:pt x="3486" y="42038"/>
                    </a:cubicBezTo>
                    <a:cubicBezTo>
                      <a:pt x="3441" y="42446"/>
                      <a:pt x="3441" y="42898"/>
                      <a:pt x="3395" y="43351"/>
                    </a:cubicBezTo>
                    <a:cubicBezTo>
                      <a:pt x="3305" y="43940"/>
                      <a:pt x="3260" y="44528"/>
                      <a:pt x="3214" y="45117"/>
                    </a:cubicBezTo>
                    <a:cubicBezTo>
                      <a:pt x="3169" y="46022"/>
                      <a:pt x="3214" y="46927"/>
                      <a:pt x="3260" y="47833"/>
                    </a:cubicBezTo>
                    <a:cubicBezTo>
                      <a:pt x="3350" y="47380"/>
                      <a:pt x="3350" y="46973"/>
                      <a:pt x="3305" y="46520"/>
                    </a:cubicBezTo>
                    <a:cubicBezTo>
                      <a:pt x="3305" y="46317"/>
                      <a:pt x="3505" y="46199"/>
                      <a:pt x="3696" y="46199"/>
                    </a:cubicBezTo>
                    <a:cubicBezTo>
                      <a:pt x="3845" y="46199"/>
                      <a:pt x="3990" y="46271"/>
                      <a:pt x="4029" y="46429"/>
                    </a:cubicBezTo>
                    <a:cubicBezTo>
                      <a:pt x="4165" y="47063"/>
                      <a:pt x="4301" y="47697"/>
                      <a:pt x="4301" y="48376"/>
                    </a:cubicBezTo>
                    <a:cubicBezTo>
                      <a:pt x="4346" y="49010"/>
                      <a:pt x="4256" y="49643"/>
                      <a:pt x="4120" y="50232"/>
                    </a:cubicBezTo>
                    <a:cubicBezTo>
                      <a:pt x="3939" y="51454"/>
                      <a:pt x="3486" y="52586"/>
                      <a:pt x="3350" y="53808"/>
                    </a:cubicBezTo>
                    <a:cubicBezTo>
                      <a:pt x="3260" y="54714"/>
                      <a:pt x="3395" y="55619"/>
                      <a:pt x="3622" y="56479"/>
                    </a:cubicBezTo>
                    <a:cubicBezTo>
                      <a:pt x="3667" y="56479"/>
                      <a:pt x="3712" y="56479"/>
                      <a:pt x="3712" y="56524"/>
                    </a:cubicBezTo>
                    <a:cubicBezTo>
                      <a:pt x="4482" y="56751"/>
                      <a:pt x="4572" y="58018"/>
                      <a:pt x="4618" y="58607"/>
                    </a:cubicBezTo>
                    <a:cubicBezTo>
                      <a:pt x="4618" y="58878"/>
                      <a:pt x="4618" y="59150"/>
                      <a:pt x="4618" y="59376"/>
                    </a:cubicBezTo>
                    <a:cubicBezTo>
                      <a:pt x="4754" y="59874"/>
                      <a:pt x="4980" y="60327"/>
                      <a:pt x="4889" y="60870"/>
                    </a:cubicBezTo>
                    <a:cubicBezTo>
                      <a:pt x="4855" y="61074"/>
                      <a:pt x="4669" y="61176"/>
                      <a:pt x="4482" y="61176"/>
                    </a:cubicBezTo>
                    <a:cubicBezTo>
                      <a:pt x="4420" y="61176"/>
                      <a:pt x="4357" y="61164"/>
                      <a:pt x="4301" y="61142"/>
                    </a:cubicBezTo>
                    <a:cubicBezTo>
                      <a:pt x="4075" y="61957"/>
                      <a:pt x="3803" y="62771"/>
                      <a:pt x="3486" y="63541"/>
                    </a:cubicBezTo>
                    <a:cubicBezTo>
                      <a:pt x="2852" y="65125"/>
                      <a:pt x="2264" y="66710"/>
                      <a:pt x="1902" y="68430"/>
                    </a:cubicBezTo>
                    <a:cubicBezTo>
                      <a:pt x="1585" y="70060"/>
                      <a:pt x="1539" y="71735"/>
                      <a:pt x="1585" y="73455"/>
                    </a:cubicBezTo>
                    <a:lnTo>
                      <a:pt x="1585" y="73591"/>
                    </a:lnTo>
                    <a:cubicBezTo>
                      <a:pt x="1902" y="74270"/>
                      <a:pt x="1902" y="75175"/>
                      <a:pt x="1811" y="76035"/>
                    </a:cubicBezTo>
                    <a:cubicBezTo>
                      <a:pt x="1947" y="76805"/>
                      <a:pt x="2128" y="77620"/>
                      <a:pt x="2173" y="78434"/>
                    </a:cubicBezTo>
                    <a:cubicBezTo>
                      <a:pt x="2173" y="78641"/>
                      <a:pt x="2025" y="78745"/>
                      <a:pt x="1865" y="78745"/>
                    </a:cubicBezTo>
                    <a:cubicBezTo>
                      <a:pt x="1745" y="78745"/>
                      <a:pt x="1617" y="78687"/>
                      <a:pt x="1539" y="78570"/>
                    </a:cubicBezTo>
                    <a:cubicBezTo>
                      <a:pt x="1449" y="78480"/>
                      <a:pt x="1404" y="78389"/>
                      <a:pt x="1313" y="78299"/>
                    </a:cubicBezTo>
                    <a:cubicBezTo>
                      <a:pt x="1087" y="79340"/>
                      <a:pt x="815" y="80381"/>
                      <a:pt x="634" y="81422"/>
                    </a:cubicBezTo>
                    <a:cubicBezTo>
                      <a:pt x="362" y="82916"/>
                      <a:pt x="272" y="84365"/>
                      <a:pt x="362" y="85859"/>
                    </a:cubicBezTo>
                    <a:cubicBezTo>
                      <a:pt x="408" y="86402"/>
                      <a:pt x="453" y="86945"/>
                      <a:pt x="544" y="87534"/>
                    </a:cubicBezTo>
                    <a:cubicBezTo>
                      <a:pt x="679" y="87534"/>
                      <a:pt x="770" y="87624"/>
                      <a:pt x="860" y="87715"/>
                    </a:cubicBezTo>
                    <a:cubicBezTo>
                      <a:pt x="1358" y="88348"/>
                      <a:pt x="1313" y="89163"/>
                      <a:pt x="1087" y="89933"/>
                    </a:cubicBezTo>
                    <a:cubicBezTo>
                      <a:pt x="1132" y="90023"/>
                      <a:pt x="1132" y="90069"/>
                      <a:pt x="1132" y="90114"/>
                    </a:cubicBezTo>
                    <a:cubicBezTo>
                      <a:pt x="1177" y="90340"/>
                      <a:pt x="1041" y="90567"/>
                      <a:pt x="860" y="90657"/>
                    </a:cubicBezTo>
                    <a:cubicBezTo>
                      <a:pt x="815" y="90793"/>
                      <a:pt x="770" y="90929"/>
                      <a:pt x="725" y="91065"/>
                    </a:cubicBezTo>
                    <a:cubicBezTo>
                      <a:pt x="362" y="92106"/>
                      <a:pt x="91" y="93147"/>
                      <a:pt x="46" y="94233"/>
                    </a:cubicBezTo>
                    <a:cubicBezTo>
                      <a:pt x="0" y="94550"/>
                      <a:pt x="0" y="94867"/>
                      <a:pt x="0" y="95229"/>
                    </a:cubicBezTo>
                    <a:cubicBezTo>
                      <a:pt x="91" y="95229"/>
                      <a:pt x="181" y="95320"/>
                      <a:pt x="227" y="95410"/>
                    </a:cubicBezTo>
                    <a:cubicBezTo>
                      <a:pt x="725" y="96768"/>
                      <a:pt x="1041" y="98126"/>
                      <a:pt x="906" y="99575"/>
                    </a:cubicBezTo>
                    <a:cubicBezTo>
                      <a:pt x="906" y="99620"/>
                      <a:pt x="906" y="99620"/>
                      <a:pt x="906" y="99666"/>
                    </a:cubicBezTo>
                    <a:cubicBezTo>
                      <a:pt x="996" y="100028"/>
                      <a:pt x="1087" y="100390"/>
                      <a:pt x="1041" y="100707"/>
                    </a:cubicBezTo>
                    <a:cubicBezTo>
                      <a:pt x="1041" y="100950"/>
                      <a:pt x="859" y="101121"/>
                      <a:pt x="659" y="101121"/>
                    </a:cubicBezTo>
                    <a:cubicBezTo>
                      <a:pt x="636" y="101121"/>
                      <a:pt x="612" y="101119"/>
                      <a:pt x="589" y="101114"/>
                    </a:cubicBezTo>
                    <a:cubicBezTo>
                      <a:pt x="453" y="101884"/>
                      <a:pt x="317" y="102608"/>
                      <a:pt x="544" y="103378"/>
                    </a:cubicBezTo>
                    <a:cubicBezTo>
                      <a:pt x="951" y="104600"/>
                      <a:pt x="1811" y="105686"/>
                      <a:pt x="2535" y="106728"/>
                    </a:cubicBezTo>
                    <a:cubicBezTo>
                      <a:pt x="2898" y="107226"/>
                      <a:pt x="3260" y="107724"/>
                      <a:pt x="3531" y="108312"/>
                    </a:cubicBezTo>
                    <a:cubicBezTo>
                      <a:pt x="3758" y="108855"/>
                      <a:pt x="4029" y="109625"/>
                      <a:pt x="3803" y="110213"/>
                    </a:cubicBezTo>
                    <a:cubicBezTo>
                      <a:pt x="3737" y="110412"/>
                      <a:pt x="3573" y="110538"/>
                      <a:pt x="3384" y="110538"/>
                    </a:cubicBezTo>
                    <a:cubicBezTo>
                      <a:pt x="3315" y="110538"/>
                      <a:pt x="3242" y="110521"/>
                      <a:pt x="3169" y="110485"/>
                    </a:cubicBezTo>
                    <a:cubicBezTo>
                      <a:pt x="3169" y="111345"/>
                      <a:pt x="2988" y="112160"/>
                      <a:pt x="2943" y="112975"/>
                    </a:cubicBezTo>
                    <a:cubicBezTo>
                      <a:pt x="2898" y="114061"/>
                      <a:pt x="3033" y="115057"/>
                      <a:pt x="3350" y="116053"/>
                    </a:cubicBezTo>
                    <a:cubicBezTo>
                      <a:pt x="3531" y="116551"/>
                      <a:pt x="3712" y="117004"/>
                      <a:pt x="3984" y="117456"/>
                    </a:cubicBezTo>
                    <a:cubicBezTo>
                      <a:pt x="4210" y="117864"/>
                      <a:pt x="4437" y="118226"/>
                      <a:pt x="4663" y="118633"/>
                    </a:cubicBezTo>
                    <a:cubicBezTo>
                      <a:pt x="5161" y="119312"/>
                      <a:pt x="5523" y="119991"/>
                      <a:pt x="5749" y="120716"/>
                    </a:cubicBezTo>
                    <a:cubicBezTo>
                      <a:pt x="6021" y="121485"/>
                      <a:pt x="6112" y="122300"/>
                      <a:pt x="6021" y="123115"/>
                    </a:cubicBezTo>
                    <a:cubicBezTo>
                      <a:pt x="5931" y="123839"/>
                      <a:pt x="5659" y="124609"/>
                      <a:pt x="5795" y="125333"/>
                    </a:cubicBezTo>
                    <a:cubicBezTo>
                      <a:pt x="5885" y="126012"/>
                      <a:pt x="6519" y="126510"/>
                      <a:pt x="7017" y="126963"/>
                    </a:cubicBezTo>
                    <a:cubicBezTo>
                      <a:pt x="7515" y="127506"/>
                      <a:pt x="8013" y="128140"/>
                      <a:pt x="8420" y="128728"/>
                    </a:cubicBezTo>
                    <a:cubicBezTo>
                      <a:pt x="8828" y="129362"/>
                      <a:pt x="9190" y="129996"/>
                      <a:pt x="9416" y="130720"/>
                    </a:cubicBezTo>
                    <a:cubicBezTo>
                      <a:pt x="9688" y="131399"/>
                      <a:pt x="9914" y="132169"/>
                      <a:pt x="9733" y="132893"/>
                    </a:cubicBezTo>
                    <a:cubicBezTo>
                      <a:pt x="9705" y="133090"/>
                      <a:pt x="9536" y="133200"/>
                      <a:pt x="9359" y="133200"/>
                    </a:cubicBezTo>
                    <a:cubicBezTo>
                      <a:pt x="9251" y="133200"/>
                      <a:pt x="9140" y="133160"/>
                      <a:pt x="9054" y="133074"/>
                    </a:cubicBezTo>
                    <a:lnTo>
                      <a:pt x="9054" y="133074"/>
                    </a:lnTo>
                    <a:cubicBezTo>
                      <a:pt x="9099" y="134523"/>
                      <a:pt x="8873" y="135881"/>
                      <a:pt x="8601" y="137329"/>
                    </a:cubicBezTo>
                    <a:cubicBezTo>
                      <a:pt x="8330" y="138687"/>
                      <a:pt x="9552" y="139593"/>
                      <a:pt x="10322" y="140544"/>
                    </a:cubicBezTo>
                    <a:cubicBezTo>
                      <a:pt x="10774" y="141087"/>
                      <a:pt x="11182" y="141721"/>
                      <a:pt x="11499" y="142354"/>
                    </a:cubicBezTo>
                    <a:cubicBezTo>
                      <a:pt x="11815" y="143079"/>
                      <a:pt x="11906" y="143712"/>
                      <a:pt x="11861" y="144482"/>
                    </a:cubicBezTo>
                    <a:cubicBezTo>
                      <a:pt x="11828" y="144676"/>
                      <a:pt x="11635" y="144846"/>
                      <a:pt x="11461" y="144846"/>
                    </a:cubicBezTo>
                    <a:cubicBezTo>
                      <a:pt x="11391" y="144846"/>
                      <a:pt x="11324" y="144819"/>
                      <a:pt x="11272" y="144754"/>
                    </a:cubicBezTo>
                    <a:cubicBezTo>
                      <a:pt x="11182" y="144618"/>
                      <a:pt x="11091" y="144482"/>
                      <a:pt x="11001" y="144391"/>
                    </a:cubicBezTo>
                    <a:cubicBezTo>
                      <a:pt x="10955" y="144527"/>
                      <a:pt x="10955" y="144663"/>
                      <a:pt x="10955" y="144799"/>
                    </a:cubicBezTo>
                    <a:cubicBezTo>
                      <a:pt x="10865" y="145478"/>
                      <a:pt x="10729" y="146112"/>
                      <a:pt x="10548" y="146745"/>
                    </a:cubicBezTo>
                    <a:cubicBezTo>
                      <a:pt x="10457" y="147108"/>
                      <a:pt x="10412" y="147515"/>
                      <a:pt x="10276" y="147877"/>
                    </a:cubicBezTo>
                    <a:cubicBezTo>
                      <a:pt x="10322" y="148556"/>
                      <a:pt x="10322" y="149280"/>
                      <a:pt x="10141" y="150005"/>
                    </a:cubicBezTo>
                    <a:cubicBezTo>
                      <a:pt x="10005" y="150593"/>
                      <a:pt x="9733" y="151136"/>
                      <a:pt x="9461" y="151680"/>
                    </a:cubicBezTo>
                    <a:cubicBezTo>
                      <a:pt x="9145" y="152223"/>
                      <a:pt x="8782" y="152811"/>
                      <a:pt x="8239" y="153128"/>
                    </a:cubicBezTo>
                    <a:cubicBezTo>
                      <a:pt x="8171" y="153151"/>
                      <a:pt x="8092" y="153162"/>
                      <a:pt x="8013" y="153162"/>
                    </a:cubicBezTo>
                    <a:cubicBezTo>
                      <a:pt x="7934" y="153162"/>
                      <a:pt x="7854" y="153151"/>
                      <a:pt x="7787" y="153128"/>
                    </a:cubicBezTo>
                    <a:cubicBezTo>
                      <a:pt x="7651" y="153219"/>
                      <a:pt x="7560" y="153355"/>
                      <a:pt x="7424" y="153445"/>
                    </a:cubicBezTo>
                    <a:cubicBezTo>
                      <a:pt x="6293" y="154486"/>
                      <a:pt x="4935" y="155211"/>
                      <a:pt x="3667" y="156025"/>
                    </a:cubicBezTo>
                    <a:cubicBezTo>
                      <a:pt x="3124" y="156433"/>
                      <a:pt x="2490" y="156840"/>
                      <a:pt x="2218" y="157474"/>
                    </a:cubicBezTo>
                    <a:cubicBezTo>
                      <a:pt x="1992" y="158063"/>
                      <a:pt x="2037" y="158787"/>
                      <a:pt x="2173" y="159421"/>
                    </a:cubicBezTo>
                    <a:cubicBezTo>
                      <a:pt x="2354" y="160054"/>
                      <a:pt x="2581" y="160643"/>
                      <a:pt x="2852" y="161231"/>
                    </a:cubicBezTo>
                    <a:cubicBezTo>
                      <a:pt x="3395" y="160326"/>
                      <a:pt x="4256" y="159602"/>
                      <a:pt x="5070" y="158923"/>
                    </a:cubicBezTo>
                    <a:cubicBezTo>
                      <a:pt x="5795" y="158334"/>
                      <a:pt x="6519" y="157746"/>
                      <a:pt x="7289" y="157157"/>
                    </a:cubicBezTo>
                    <a:cubicBezTo>
                      <a:pt x="7877" y="156659"/>
                      <a:pt x="8511" y="156207"/>
                      <a:pt x="8918" y="155528"/>
                    </a:cubicBezTo>
                    <a:cubicBezTo>
                      <a:pt x="8995" y="155390"/>
                      <a:pt x="9128" y="155330"/>
                      <a:pt x="9264" y="155330"/>
                    </a:cubicBezTo>
                    <a:cubicBezTo>
                      <a:pt x="9531" y="155330"/>
                      <a:pt x="9808" y="155560"/>
                      <a:pt x="9688" y="155890"/>
                    </a:cubicBezTo>
                    <a:cubicBezTo>
                      <a:pt x="9009" y="157655"/>
                      <a:pt x="7470" y="158832"/>
                      <a:pt x="6112" y="160100"/>
                    </a:cubicBezTo>
                    <a:cubicBezTo>
                      <a:pt x="5478" y="160643"/>
                      <a:pt x="4708" y="161186"/>
                      <a:pt x="4301" y="161956"/>
                    </a:cubicBezTo>
                    <a:cubicBezTo>
                      <a:pt x="3893" y="162589"/>
                      <a:pt x="3939" y="163314"/>
                      <a:pt x="4256" y="163993"/>
                    </a:cubicBezTo>
                    <a:cubicBezTo>
                      <a:pt x="4844" y="165215"/>
                      <a:pt x="6021" y="166030"/>
                      <a:pt x="7289" y="166437"/>
                    </a:cubicBezTo>
                    <a:cubicBezTo>
                      <a:pt x="7470" y="166483"/>
                      <a:pt x="7696" y="166528"/>
                      <a:pt x="7877" y="166573"/>
                    </a:cubicBezTo>
                    <a:cubicBezTo>
                      <a:pt x="8265" y="166670"/>
                      <a:pt x="8679" y="166715"/>
                      <a:pt x="9092" y="166715"/>
                    </a:cubicBezTo>
                    <a:cubicBezTo>
                      <a:pt x="9449" y="166715"/>
                      <a:pt x="9804" y="166681"/>
                      <a:pt x="10141" y="166618"/>
                    </a:cubicBezTo>
                    <a:cubicBezTo>
                      <a:pt x="10548" y="166573"/>
                      <a:pt x="10910" y="166483"/>
                      <a:pt x="11272" y="166347"/>
                    </a:cubicBezTo>
                    <a:lnTo>
                      <a:pt x="11272" y="166256"/>
                    </a:lnTo>
                    <a:cubicBezTo>
                      <a:pt x="11363" y="165441"/>
                      <a:pt x="11770" y="164762"/>
                      <a:pt x="12087" y="164038"/>
                    </a:cubicBezTo>
                    <a:cubicBezTo>
                      <a:pt x="12223" y="163857"/>
                      <a:pt x="12313" y="163676"/>
                      <a:pt x="12404" y="163450"/>
                    </a:cubicBezTo>
                    <a:cubicBezTo>
                      <a:pt x="12902" y="162408"/>
                      <a:pt x="13309" y="161231"/>
                      <a:pt x="13581" y="160100"/>
                    </a:cubicBezTo>
                    <a:cubicBezTo>
                      <a:pt x="13622" y="159935"/>
                      <a:pt x="13776" y="159854"/>
                      <a:pt x="13928" y="159854"/>
                    </a:cubicBezTo>
                    <a:cubicBezTo>
                      <a:pt x="14108" y="159854"/>
                      <a:pt x="14285" y="159969"/>
                      <a:pt x="14260" y="160190"/>
                    </a:cubicBezTo>
                    <a:cubicBezTo>
                      <a:pt x="14215" y="161367"/>
                      <a:pt x="14034" y="162499"/>
                      <a:pt x="13671" y="163585"/>
                    </a:cubicBezTo>
                    <a:cubicBezTo>
                      <a:pt x="13671" y="163631"/>
                      <a:pt x="13671" y="163676"/>
                      <a:pt x="13626" y="163766"/>
                    </a:cubicBezTo>
                    <a:cubicBezTo>
                      <a:pt x="13355" y="164491"/>
                      <a:pt x="12947" y="165260"/>
                      <a:pt x="12811" y="166030"/>
                    </a:cubicBezTo>
                    <a:cubicBezTo>
                      <a:pt x="13083" y="166211"/>
                      <a:pt x="13219" y="166618"/>
                      <a:pt x="12947" y="166935"/>
                    </a:cubicBezTo>
                    <a:lnTo>
                      <a:pt x="12902" y="166935"/>
                    </a:lnTo>
                    <a:cubicBezTo>
                      <a:pt x="13219" y="167343"/>
                      <a:pt x="13898" y="167479"/>
                      <a:pt x="14441" y="167569"/>
                    </a:cubicBezTo>
                    <a:cubicBezTo>
                      <a:pt x="15482" y="167841"/>
                      <a:pt x="16523" y="168022"/>
                      <a:pt x="17565" y="168112"/>
                    </a:cubicBezTo>
                    <a:cubicBezTo>
                      <a:pt x="18327" y="168179"/>
                      <a:pt x="19089" y="168221"/>
                      <a:pt x="19833" y="168221"/>
                    </a:cubicBezTo>
                    <a:cubicBezTo>
                      <a:pt x="20106" y="168221"/>
                      <a:pt x="20376" y="168215"/>
                      <a:pt x="20643" y="168203"/>
                    </a:cubicBezTo>
                    <a:cubicBezTo>
                      <a:pt x="21594" y="168203"/>
                      <a:pt x="22499" y="168112"/>
                      <a:pt x="23268" y="167569"/>
                    </a:cubicBezTo>
                    <a:cubicBezTo>
                      <a:pt x="24536" y="166754"/>
                      <a:pt x="25170" y="165125"/>
                      <a:pt x="25441" y="163721"/>
                    </a:cubicBezTo>
                    <a:cubicBezTo>
                      <a:pt x="25532" y="163359"/>
                      <a:pt x="25577" y="162997"/>
                      <a:pt x="25622" y="162635"/>
                    </a:cubicBezTo>
                    <a:cubicBezTo>
                      <a:pt x="25577" y="162408"/>
                      <a:pt x="25622" y="162227"/>
                      <a:pt x="25668" y="162001"/>
                    </a:cubicBezTo>
                    <a:cubicBezTo>
                      <a:pt x="25849" y="160552"/>
                      <a:pt x="25985" y="159013"/>
                      <a:pt x="26754" y="157791"/>
                    </a:cubicBezTo>
                    <a:cubicBezTo>
                      <a:pt x="26842" y="157634"/>
                      <a:pt x="26983" y="157564"/>
                      <a:pt x="27124" y="157564"/>
                    </a:cubicBezTo>
                    <a:cubicBezTo>
                      <a:pt x="27347" y="157564"/>
                      <a:pt x="27569" y="157740"/>
                      <a:pt x="27569" y="158017"/>
                    </a:cubicBezTo>
                    <a:cubicBezTo>
                      <a:pt x="27569" y="158742"/>
                      <a:pt x="27524" y="159466"/>
                      <a:pt x="27478" y="160236"/>
                    </a:cubicBezTo>
                    <a:cubicBezTo>
                      <a:pt x="27750" y="160009"/>
                      <a:pt x="28067" y="159873"/>
                      <a:pt x="28384" y="159692"/>
                    </a:cubicBezTo>
                    <a:cubicBezTo>
                      <a:pt x="29651" y="159013"/>
                      <a:pt x="31009" y="158561"/>
                      <a:pt x="32186" y="157700"/>
                    </a:cubicBezTo>
                    <a:cubicBezTo>
                      <a:pt x="33544" y="156795"/>
                      <a:pt x="34223" y="155301"/>
                      <a:pt x="34495" y="153762"/>
                    </a:cubicBezTo>
                    <a:cubicBezTo>
                      <a:pt x="34631" y="152766"/>
                      <a:pt x="34631" y="151770"/>
                      <a:pt x="34586" y="150820"/>
                    </a:cubicBezTo>
                    <a:cubicBezTo>
                      <a:pt x="34540" y="150412"/>
                      <a:pt x="34495" y="149959"/>
                      <a:pt x="34495" y="149552"/>
                    </a:cubicBezTo>
                    <a:cubicBezTo>
                      <a:pt x="34359" y="149280"/>
                      <a:pt x="34269" y="148964"/>
                      <a:pt x="34223" y="148737"/>
                    </a:cubicBezTo>
                    <a:cubicBezTo>
                      <a:pt x="33952" y="147877"/>
                      <a:pt x="33771" y="147017"/>
                      <a:pt x="33635" y="146112"/>
                    </a:cubicBezTo>
                    <a:cubicBezTo>
                      <a:pt x="33499" y="145206"/>
                      <a:pt x="33454" y="144301"/>
                      <a:pt x="33499" y="143395"/>
                    </a:cubicBezTo>
                    <a:cubicBezTo>
                      <a:pt x="33544" y="142490"/>
                      <a:pt x="33726" y="141630"/>
                      <a:pt x="33907" y="140725"/>
                    </a:cubicBezTo>
                    <a:cubicBezTo>
                      <a:pt x="33944" y="140536"/>
                      <a:pt x="34108" y="140442"/>
                      <a:pt x="34292" y="140442"/>
                    </a:cubicBezTo>
                    <a:cubicBezTo>
                      <a:pt x="34329" y="140442"/>
                      <a:pt x="34367" y="140445"/>
                      <a:pt x="34405" y="140453"/>
                    </a:cubicBezTo>
                    <a:cubicBezTo>
                      <a:pt x="34495" y="139774"/>
                      <a:pt x="34586" y="139140"/>
                      <a:pt x="34721" y="138506"/>
                    </a:cubicBezTo>
                    <a:cubicBezTo>
                      <a:pt x="34812" y="137873"/>
                      <a:pt x="34857" y="137329"/>
                      <a:pt x="34676" y="136696"/>
                    </a:cubicBezTo>
                    <a:cubicBezTo>
                      <a:pt x="34540" y="136198"/>
                      <a:pt x="34269" y="135700"/>
                      <a:pt x="34042" y="135202"/>
                    </a:cubicBezTo>
                    <a:cubicBezTo>
                      <a:pt x="33454" y="134070"/>
                      <a:pt x="32956" y="132984"/>
                      <a:pt x="32503" y="131852"/>
                    </a:cubicBezTo>
                    <a:cubicBezTo>
                      <a:pt x="32051" y="130675"/>
                      <a:pt x="31598" y="129453"/>
                      <a:pt x="31598" y="128185"/>
                    </a:cubicBezTo>
                    <a:cubicBezTo>
                      <a:pt x="31598" y="127912"/>
                      <a:pt x="31811" y="127771"/>
                      <a:pt x="32031" y="127771"/>
                    </a:cubicBezTo>
                    <a:cubicBezTo>
                      <a:pt x="32175" y="127771"/>
                      <a:pt x="32323" y="127833"/>
                      <a:pt x="32413" y="127959"/>
                    </a:cubicBezTo>
                    <a:cubicBezTo>
                      <a:pt x="32730" y="128457"/>
                      <a:pt x="33001" y="129000"/>
                      <a:pt x="33228" y="129543"/>
                    </a:cubicBezTo>
                    <a:cubicBezTo>
                      <a:pt x="33182" y="128728"/>
                      <a:pt x="33182" y="127868"/>
                      <a:pt x="33137" y="127053"/>
                    </a:cubicBezTo>
                    <a:cubicBezTo>
                      <a:pt x="33137" y="126646"/>
                      <a:pt x="33137" y="126239"/>
                      <a:pt x="32956" y="125876"/>
                    </a:cubicBezTo>
                    <a:cubicBezTo>
                      <a:pt x="32820" y="125514"/>
                      <a:pt x="32594" y="125197"/>
                      <a:pt x="32367" y="124880"/>
                    </a:cubicBezTo>
                    <a:cubicBezTo>
                      <a:pt x="31824" y="124156"/>
                      <a:pt x="31326" y="123387"/>
                      <a:pt x="30783" y="122662"/>
                    </a:cubicBezTo>
                    <a:cubicBezTo>
                      <a:pt x="29742" y="121123"/>
                      <a:pt x="28701" y="119629"/>
                      <a:pt x="27660" y="118090"/>
                    </a:cubicBezTo>
                    <a:cubicBezTo>
                      <a:pt x="27207" y="117366"/>
                      <a:pt x="26664" y="116642"/>
                      <a:pt x="26211" y="115872"/>
                    </a:cubicBezTo>
                    <a:cubicBezTo>
                      <a:pt x="25849" y="115283"/>
                      <a:pt x="25396" y="114604"/>
                      <a:pt x="25124" y="113925"/>
                    </a:cubicBezTo>
                    <a:cubicBezTo>
                      <a:pt x="24717" y="113654"/>
                      <a:pt x="24310" y="113382"/>
                      <a:pt x="23947" y="113065"/>
                    </a:cubicBezTo>
                    <a:cubicBezTo>
                      <a:pt x="22906" y="112250"/>
                      <a:pt x="22001" y="111345"/>
                      <a:pt x="21141" y="110349"/>
                    </a:cubicBezTo>
                    <a:cubicBezTo>
                      <a:pt x="20688" y="109851"/>
                      <a:pt x="20281" y="109308"/>
                      <a:pt x="19873" y="108810"/>
                    </a:cubicBezTo>
                    <a:cubicBezTo>
                      <a:pt x="19647" y="108538"/>
                      <a:pt x="19466" y="108267"/>
                      <a:pt x="19285" y="107995"/>
                    </a:cubicBezTo>
                    <a:cubicBezTo>
                      <a:pt x="19194" y="107859"/>
                      <a:pt x="19149" y="107769"/>
                      <a:pt x="19058" y="107633"/>
                    </a:cubicBezTo>
                    <a:cubicBezTo>
                      <a:pt x="19013" y="107452"/>
                      <a:pt x="18923" y="107271"/>
                      <a:pt x="18832" y="107090"/>
                    </a:cubicBezTo>
                    <a:cubicBezTo>
                      <a:pt x="18787" y="106909"/>
                      <a:pt x="18742" y="106682"/>
                      <a:pt x="18832" y="106501"/>
                    </a:cubicBezTo>
                    <a:cubicBezTo>
                      <a:pt x="18968" y="106365"/>
                      <a:pt x="19013" y="106320"/>
                      <a:pt x="19194" y="106230"/>
                    </a:cubicBezTo>
                    <a:cubicBezTo>
                      <a:pt x="19234" y="106222"/>
                      <a:pt x="19273" y="106218"/>
                      <a:pt x="19310" y="106218"/>
                    </a:cubicBezTo>
                    <a:cubicBezTo>
                      <a:pt x="19483" y="106218"/>
                      <a:pt x="19626" y="106299"/>
                      <a:pt x="19737" y="106411"/>
                    </a:cubicBezTo>
                    <a:cubicBezTo>
                      <a:pt x="20009" y="106592"/>
                      <a:pt x="20281" y="106773"/>
                      <a:pt x="20507" y="107044"/>
                    </a:cubicBezTo>
                    <a:cubicBezTo>
                      <a:pt x="20688" y="107271"/>
                      <a:pt x="20869" y="107497"/>
                      <a:pt x="21096" y="107724"/>
                    </a:cubicBezTo>
                    <a:cubicBezTo>
                      <a:pt x="21458" y="108221"/>
                      <a:pt x="21820" y="108674"/>
                      <a:pt x="22227" y="109127"/>
                    </a:cubicBezTo>
                    <a:cubicBezTo>
                      <a:pt x="22997" y="110032"/>
                      <a:pt x="23812" y="110892"/>
                      <a:pt x="24762" y="111662"/>
                    </a:cubicBezTo>
                    <a:cubicBezTo>
                      <a:pt x="25622" y="112386"/>
                      <a:pt x="26573" y="113020"/>
                      <a:pt x="27614" y="113473"/>
                    </a:cubicBezTo>
                    <a:cubicBezTo>
                      <a:pt x="28112" y="113699"/>
                      <a:pt x="28655" y="113925"/>
                      <a:pt x="29153" y="114061"/>
                    </a:cubicBezTo>
                    <a:cubicBezTo>
                      <a:pt x="29651" y="114242"/>
                      <a:pt x="30240" y="114333"/>
                      <a:pt x="30693" y="114650"/>
                    </a:cubicBezTo>
                    <a:cubicBezTo>
                      <a:pt x="30919" y="114831"/>
                      <a:pt x="31009" y="115283"/>
                      <a:pt x="30693" y="115465"/>
                    </a:cubicBezTo>
                    <a:cubicBezTo>
                      <a:pt x="30380" y="115598"/>
                      <a:pt x="30039" y="115654"/>
                      <a:pt x="29686" y="115654"/>
                    </a:cubicBezTo>
                    <a:cubicBezTo>
                      <a:pt x="28963" y="115654"/>
                      <a:pt x="28193" y="115421"/>
                      <a:pt x="27524" y="115148"/>
                    </a:cubicBezTo>
                    <a:lnTo>
                      <a:pt x="27524" y="115148"/>
                    </a:lnTo>
                    <a:cubicBezTo>
                      <a:pt x="28067" y="115917"/>
                      <a:pt x="28610" y="116687"/>
                      <a:pt x="29153" y="117456"/>
                    </a:cubicBezTo>
                    <a:cubicBezTo>
                      <a:pt x="30195" y="118995"/>
                      <a:pt x="31281" y="120580"/>
                      <a:pt x="32322" y="122119"/>
                    </a:cubicBezTo>
                    <a:cubicBezTo>
                      <a:pt x="32820" y="122889"/>
                      <a:pt x="33363" y="123658"/>
                      <a:pt x="33861" y="124428"/>
                    </a:cubicBezTo>
                    <a:cubicBezTo>
                      <a:pt x="34314" y="125197"/>
                      <a:pt x="34450" y="125922"/>
                      <a:pt x="34405" y="126782"/>
                    </a:cubicBezTo>
                    <a:cubicBezTo>
                      <a:pt x="34359" y="128457"/>
                      <a:pt x="34269" y="130132"/>
                      <a:pt x="34178" y="131807"/>
                    </a:cubicBezTo>
                    <a:cubicBezTo>
                      <a:pt x="34676" y="132938"/>
                      <a:pt x="35219" y="133980"/>
                      <a:pt x="35672" y="135066"/>
                    </a:cubicBezTo>
                    <a:cubicBezTo>
                      <a:pt x="36170" y="136288"/>
                      <a:pt x="36215" y="137420"/>
                      <a:pt x="35898" y="138642"/>
                    </a:cubicBezTo>
                    <a:cubicBezTo>
                      <a:pt x="35582" y="139910"/>
                      <a:pt x="35174" y="141177"/>
                      <a:pt x="34812" y="142445"/>
                    </a:cubicBezTo>
                    <a:cubicBezTo>
                      <a:pt x="34857" y="142807"/>
                      <a:pt x="34903" y="143214"/>
                      <a:pt x="34903" y="143577"/>
                    </a:cubicBezTo>
                    <a:cubicBezTo>
                      <a:pt x="34993" y="144437"/>
                      <a:pt x="35084" y="145342"/>
                      <a:pt x="35265" y="146202"/>
                    </a:cubicBezTo>
                    <a:cubicBezTo>
                      <a:pt x="35400" y="147108"/>
                      <a:pt x="35672" y="147968"/>
                      <a:pt x="35944" y="148828"/>
                    </a:cubicBezTo>
                    <a:cubicBezTo>
                      <a:pt x="35944" y="148964"/>
                      <a:pt x="36034" y="149099"/>
                      <a:pt x="36080" y="149280"/>
                    </a:cubicBezTo>
                    <a:cubicBezTo>
                      <a:pt x="36170" y="149235"/>
                      <a:pt x="36261" y="149190"/>
                      <a:pt x="36351" y="149190"/>
                    </a:cubicBezTo>
                    <a:cubicBezTo>
                      <a:pt x="36442" y="149190"/>
                      <a:pt x="36532" y="149190"/>
                      <a:pt x="36623" y="149235"/>
                    </a:cubicBezTo>
                    <a:lnTo>
                      <a:pt x="36759" y="149235"/>
                    </a:lnTo>
                    <a:cubicBezTo>
                      <a:pt x="36894" y="149235"/>
                      <a:pt x="37030" y="149280"/>
                      <a:pt x="37166" y="149280"/>
                    </a:cubicBezTo>
                    <a:cubicBezTo>
                      <a:pt x="37392" y="149280"/>
                      <a:pt x="37664" y="149280"/>
                      <a:pt x="37936" y="149235"/>
                    </a:cubicBezTo>
                    <a:lnTo>
                      <a:pt x="38207" y="149235"/>
                    </a:lnTo>
                    <a:cubicBezTo>
                      <a:pt x="38388" y="149190"/>
                      <a:pt x="38479" y="149145"/>
                      <a:pt x="38660" y="149099"/>
                    </a:cubicBezTo>
                    <a:cubicBezTo>
                      <a:pt x="38886" y="149054"/>
                      <a:pt x="39113" y="148964"/>
                      <a:pt x="39339" y="148828"/>
                    </a:cubicBezTo>
                    <a:lnTo>
                      <a:pt x="39520" y="148828"/>
                    </a:lnTo>
                    <a:cubicBezTo>
                      <a:pt x="39656" y="148239"/>
                      <a:pt x="39792" y="147696"/>
                      <a:pt x="39882" y="147153"/>
                    </a:cubicBezTo>
                    <a:cubicBezTo>
                      <a:pt x="40154" y="145568"/>
                      <a:pt x="40244" y="143984"/>
                      <a:pt x="40244" y="142400"/>
                    </a:cubicBezTo>
                    <a:cubicBezTo>
                      <a:pt x="40199" y="141268"/>
                      <a:pt x="40154" y="140091"/>
                      <a:pt x="40018" y="138959"/>
                    </a:cubicBezTo>
                    <a:cubicBezTo>
                      <a:pt x="39792" y="138371"/>
                      <a:pt x="39701" y="137646"/>
                      <a:pt x="39656" y="137148"/>
                    </a:cubicBezTo>
                    <a:cubicBezTo>
                      <a:pt x="39520" y="136107"/>
                      <a:pt x="39520" y="135066"/>
                      <a:pt x="39656" y="134025"/>
                    </a:cubicBezTo>
                    <a:cubicBezTo>
                      <a:pt x="39746" y="133210"/>
                      <a:pt x="39927" y="132440"/>
                      <a:pt x="40199" y="131671"/>
                    </a:cubicBezTo>
                    <a:cubicBezTo>
                      <a:pt x="39837" y="131218"/>
                      <a:pt x="39610" y="130584"/>
                      <a:pt x="39429" y="130086"/>
                    </a:cubicBezTo>
                    <a:cubicBezTo>
                      <a:pt x="39203" y="129362"/>
                      <a:pt x="39022" y="128593"/>
                      <a:pt x="38931" y="127823"/>
                    </a:cubicBezTo>
                    <a:cubicBezTo>
                      <a:pt x="38750" y="126374"/>
                      <a:pt x="39022" y="124971"/>
                      <a:pt x="39429" y="123568"/>
                    </a:cubicBezTo>
                    <a:cubicBezTo>
                      <a:pt x="40154" y="121259"/>
                      <a:pt x="41648" y="118316"/>
                      <a:pt x="40154" y="115962"/>
                    </a:cubicBezTo>
                    <a:cubicBezTo>
                      <a:pt x="39973" y="115736"/>
                      <a:pt x="40154" y="115419"/>
                      <a:pt x="40380" y="115374"/>
                    </a:cubicBezTo>
                    <a:cubicBezTo>
                      <a:pt x="40244" y="114876"/>
                      <a:pt x="40018" y="114423"/>
                      <a:pt x="39701" y="114016"/>
                    </a:cubicBezTo>
                    <a:cubicBezTo>
                      <a:pt x="38886" y="112929"/>
                      <a:pt x="37528" y="112386"/>
                      <a:pt x="36713" y="111209"/>
                    </a:cubicBezTo>
                    <a:cubicBezTo>
                      <a:pt x="36170" y="110440"/>
                      <a:pt x="35853" y="109534"/>
                      <a:pt x="35763" y="108629"/>
                    </a:cubicBezTo>
                    <a:cubicBezTo>
                      <a:pt x="35717" y="108176"/>
                      <a:pt x="35717" y="107678"/>
                      <a:pt x="35763" y="107226"/>
                    </a:cubicBezTo>
                    <a:cubicBezTo>
                      <a:pt x="35944" y="105641"/>
                      <a:pt x="36623" y="104374"/>
                      <a:pt x="37392" y="102970"/>
                    </a:cubicBezTo>
                    <a:cubicBezTo>
                      <a:pt x="37452" y="102852"/>
                      <a:pt x="37565" y="102801"/>
                      <a:pt x="37683" y="102801"/>
                    </a:cubicBezTo>
                    <a:cubicBezTo>
                      <a:pt x="37926" y="102801"/>
                      <a:pt x="38193" y="103013"/>
                      <a:pt x="38071" y="103287"/>
                    </a:cubicBezTo>
                    <a:cubicBezTo>
                      <a:pt x="37483" y="104736"/>
                      <a:pt x="37030" y="106682"/>
                      <a:pt x="37302" y="108403"/>
                    </a:cubicBezTo>
                    <a:cubicBezTo>
                      <a:pt x="37438" y="109398"/>
                      <a:pt x="37845" y="110304"/>
                      <a:pt x="38660" y="111028"/>
                    </a:cubicBezTo>
                    <a:cubicBezTo>
                      <a:pt x="39203" y="111481"/>
                      <a:pt x="39792" y="111798"/>
                      <a:pt x="40290" y="112250"/>
                    </a:cubicBezTo>
                    <a:cubicBezTo>
                      <a:pt x="40787" y="112703"/>
                      <a:pt x="41195" y="113246"/>
                      <a:pt x="41512" y="113835"/>
                    </a:cubicBezTo>
                    <a:cubicBezTo>
                      <a:pt x="41829" y="114423"/>
                      <a:pt x="42010" y="115057"/>
                      <a:pt x="42100" y="115691"/>
                    </a:cubicBezTo>
                    <a:cubicBezTo>
                      <a:pt x="42146" y="115781"/>
                      <a:pt x="42146" y="115827"/>
                      <a:pt x="42146" y="115917"/>
                    </a:cubicBezTo>
                    <a:cubicBezTo>
                      <a:pt x="42146" y="116053"/>
                      <a:pt x="42146" y="116144"/>
                      <a:pt x="42100" y="116279"/>
                    </a:cubicBezTo>
                    <a:cubicBezTo>
                      <a:pt x="42100" y="116415"/>
                      <a:pt x="42055" y="116596"/>
                      <a:pt x="42010" y="116777"/>
                    </a:cubicBezTo>
                    <a:cubicBezTo>
                      <a:pt x="41964" y="117049"/>
                      <a:pt x="41919" y="117275"/>
                      <a:pt x="41783" y="117502"/>
                    </a:cubicBezTo>
                    <a:cubicBezTo>
                      <a:pt x="42236" y="119267"/>
                      <a:pt x="41783" y="121214"/>
                      <a:pt x="41240" y="123024"/>
                    </a:cubicBezTo>
                    <a:cubicBezTo>
                      <a:pt x="40833" y="124473"/>
                      <a:pt x="40380" y="125922"/>
                      <a:pt x="40516" y="127461"/>
                    </a:cubicBezTo>
                    <a:cubicBezTo>
                      <a:pt x="40561" y="128185"/>
                      <a:pt x="40742" y="128909"/>
                      <a:pt x="40969" y="129634"/>
                    </a:cubicBezTo>
                    <a:cubicBezTo>
                      <a:pt x="40969" y="129679"/>
                      <a:pt x="40969" y="129679"/>
                      <a:pt x="40969" y="129724"/>
                    </a:cubicBezTo>
                    <a:cubicBezTo>
                      <a:pt x="41240" y="129090"/>
                      <a:pt x="41466" y="128457"/>
                      <a:pt x="41331" y="127868"/>
                    </a:cubicBezTo>
                    <a:cubicBezTo>
                      <a:pt x="41222" y="127514"/>
                      <a:pt x="41473" y="127308"/>
                      <a:pt x="41740" y="127308"/>
                    </a:cubicBezTo>
                    <a:cubicBezTo>
                      <a:pt x="41917" y="127308"/>
                      <a:pt x="42101" y="127398"/>
                      <a:pt x="42191" y="127597"/>
                    </a:cubicBezTo>
                    <a:cubicBezTo>
                      <a:pt x="42643" y="128638"/>
                      <a:pt x="42417" y="129634"/>
                      <a:pt x="42100" y="130630"/>
                    </a:cubicBezTo>
                    <a:cubicBezTo>
                      <a:pt x="41738" y="131626"/>
                      <a:pt x="41421" y="132621"/>
                      <a:pt x="41285" y="133663"/>
                    </a:cubicBezTo>
                    <a:cubicBezTo>
                      <a:pt x="41104" y="134749"/>
                      <a:pt x="41104" y="135836"/>
                      <a:pt x="41240" y="136877"/>
                    </a:cubicBezTo>
                    <a:cubicBezTo>
                      <a:pt x="41285" y="137375"/>
                      <a:pt x="41376" y="137873"/>
                      <a:pt x="41466" y="138371"/>
                    </a:cubicBezTo>
                    <a:cubicBezTo>
                      <a:pt x="41557" y="138869"/>
                      <a:pt x="41648" y="139367"/>
                      <a:pt x="41421" y="139819"/>
                    </a:cubicBezTo>
                    <a:cubicBezTo>
                      <a:pt x="41331" y="139955"/>
                      <a:pt x="41240" y="140000"/>
                      <a:pt x="41150" y="140046"/>
                    </a:cubicBezTo>
                    <a:cubicBezTo>
                      <a:pt x="41421" y="141132"/>
                      <a:pt x="41557" y="142218"/>
                      <a:pt x="41602" y="143350"/>
                    </a:cubicBezTo>
                    <a:cubicBezTo>
                      <a:pt x="41693" y="145342"/>
                      <a:pt x="41421" y="147334"/>
                      <a:pt x="41014" y="149235"/>
                    </a:cubicBezTo>
                    <a:cubicBezTo>
                      <a:pt x="40606" y="151046"/>
                      <a:pt x="40244" y="152857"/>
                      <a:pt x="40606" y="154713"/>
                    </a:cubicBezTo>
                    <a:cubicBezTo>
                      <a:pt x="40787" y="155573"/>
                      <a:pt x="41014" y="156433"/>
                      <a:pt x="41376" y="157248"/>
                    </a:cubicBezTo>
                    <a:cubicBezTo>
                      <a:pt x="41693" y="158017"/>
                      <a:pt x="42236" y="158787"/>
                      <a:pt x="42508" y="159602"/>
                    </a:cubicBezTo>
                    <a:cubicBezTo>
                      <a:pt x="42614" y="159885"/>
                      <a:pt x="42361" y="160112"/>
                      <a:pt x="42094" y="160112"/>
                    </a:cubicBezTo>
                    <a:cubicBezTo>
                      <a:pt x="42019" y="160112"/>
                      <a:pt x="41943" y="160094"/>
                      <a:pt x="41874" y="160054"/>
                    </a:cubicBezTo>
                    <a:cubicBezTo>
                      <a:pt x="41421" y="159828"/>
                      <a:pt x="41059" y="159421"/>
                      <a:pt x="40742" y="159013"/>
                    </a:cubicBezTo>
                    <a:cubicBezTo>
                      <a:pt x="40652" y="159149"/>
                      <a:pt x="40561" y="159330"/>
                      <a:pt x="40516" y="159466"/>
                    </a:cubicBezTo>
                    <a:cubicBezTo>
                      <a:pt x="40108" y="160190"/>
                      <a:pt x="39520" y="160824"/>
                      <a:pt x="39067" y="161503"/>
                    </a:cubicBezTo>
                    <a:cubicBezTo>
                      <a:pt x="38569" y="162318"/>
                      <a:pt x="38298" y="163133"/>
                      <a:pt x="38433" y="164083"/>
                    </a:cubicBezTo>
                    <a:cubicBezTo>
                      <a:pt x="38479" y="164717"/>
                      <a:pt x="38796" y="165306"/>
                      <a:pt x="38931" y="165894"/>
                    </a:cubicBezTo>
                    <a:cubicBezTo>
                      <a:pt x="38977" y="165804"/>
                      <a:pt x="39022" y="165758"/>
                      <a:pt x="39022" y="165668"/>
                    </a:cubicBezTo>
                    <a:cubicBezTo>
                      <a:pt x="39064" y="165542"/>
                      <a:pt x="39204" y="165474"/>
                      <a:pt x="39336" y="165474"/>
                    </a:cubicBezTo>
                    <a:cubicBezTo>
                      <a:pt x="39490" y="165474"/>
                      <a:pt x="39635" y="165564"/>
                      <a:pt x="39610" y="165758"/>
                    </a:cubicBezTo>
                    <a:cubicBezTo>
                      <a:pt x="39565" y="166211"/>
                      <a:pt x="39656" y="166664"/>
                      <a:pt x="39610" y="167116"/>
                    </a:cubicBezTo>
                    <a:cubicBezTo>
                      <a:pt x="39565" y="167524"/>
                      <a:pt x="39520" y="167931"/>
                      <a:pt x="39520" y="168293"/>
                    </a:cubicBezTo>
                    <a:cubicBezTo>
                      <a:pt x="39475" y="169108"/>
                      <a:pt x="39429" y="169878"/>
                      <a:pt x="39475" y="170647"/>
                    </a:cubicBezTo>
                    <a:cubicBezTo>
                      <a:pt x="39475" y="171417"/>
                      <a:pt x="39882" y="171870"/>
                      <a:pt x="40335" y="172458"/>
                    </a:cubicBezTo>
                    <a:cubicBezTo>
                      <a:pt x="40833" y="173092"/>
                      <a:pt x="41331" y="173771"/>
                      <a:pt x="41829" y="174405"/>
                    </a:cubicBezTo>
                    <a:cubicBezTo>
                      <a:pt x="42236" y="174948"/>
                      <a:pt x="42598" y="175582"/>
                      <a:pt x="43232" y="175899"/>
                    </a:cubicBezTo>
                    <a:cubicBezTo>
                      <a:pt x="43820" y="176170"/>
                      <a:pt x="44545" y="176170"/>
                      <a:pt x="45179" y="176170"/>
                    </a:cubicBezTo>
                    <a:cubicBezTo>
                      <a:pt x="45948" y="176170"/>
                      <a:pt x="46672" y="176034"/>
                      <a:pt x="47442" y="175899"/>
                    </a:cubicBezTo>
                    <a:cubicBezTo>
                      <a:pt x="47804" y="175808"/>
                      <a:pt x="48166" y="175763"/>
                      <a:pt x="48528" y="175717"/>
                    </a:cubicBezTo>
                    <a:cubicBezTo>
                      <a:pt x="48528" y="175672"/>
                      <a:pt x="48574" y="175672"/>
                      <a:pt x="48619" y="175672"/>
                    </a:cubicBezTo>
                    <a:cubicBezTo>
                      <a:pt x="48528" y="174903"/>
                      <a:pt x="48438" y="174178"/>
                      <a:pt x="48302" y="173409"/>
                    </a:cubicBezTo>
                    <a:cubicBezTo>
                      <a:pt x="48247" y="173108"/>
                      <a:pt x="48490" y="172923"/>
                      <a:pt x="48720" y="172923"/>
                    </a:cubicBezTo>
                    <a:cubicBezTo>
                      <a:pt x="48871" y="172923"/>
                      <a:pt x="49018" y="173003"/>
                      <a:pt x="49072" y="173182"/>
                    </a:cubicBezTo>
                    <a:cubicBezTo>
                      <a:pt x="49253" y="173907"/>
                      <a:pt x="49524" y="174586"/>
                      <a:pt x="49751" y="175310"/>
                    </a:cubicBezTo>
                    <a:cubicBezTo>
                      <a:pt x="49751" y="175401"/>
                      <a:pt x="49796" y="175446"/>
                      <a:pt x="49796" y="175536"/>
                    </a:cubicBezTo>
                    <a:cubicBezTo>
                      <a:pt x="50022" y="175627"/>
                      <a:pt x="50068" y="175944"/>
                      <a:pt x="49977" y="176170"/>
                    </a:cubicBezTo>
                    <a:cubicBezTo>
                      <a:pt x="50022" y="176261"/>
                      <a:pt x="50022" y="176351"/>
                      <a:pt x="50068" y="176442"/>
                    </a:cubicBezTo>
                    <a:cubicBezTo>
                      <a:pt x="50158" y="176668"/>
                      <a:pt x="50249" y="176668"/>
                      <a:pt x="50520" y="176759"/>
                    </a:cubicBezTo>
                    <a:cubicBezTo>
                      <a:pt x="51086" y="176911"/>
                      <a:pt x="51684" y="176980"/>
                      <a:pt x="52282" y="176980"/>
                    </a:cubicBezTo>
                    <a:cubicBezTo>
                      <a:pt x="52928" y="176980"/>
                      <a:pt x="53576" y="176900"/>
                      <a:pt x="54187" y="176759"/>
                    </a:cubicBezTo>
                    <a:cubicBezTo>
                      <a:pt x="54821" y="176623"/>
                      <a:pt x="55455" y="176442"/>
                      <a:pt x="56043" y="176170"/>
                    </a:cubicBezTo>
                    <a:cubicBezTo>
                      <a:pt x="56541" y="175989"/>
                      <a:pt x="57220" y="175808"/>
                      <a:pt x="57537" y="175401"/>
                    </a:cubicBezTo>
                    <a:cubicBezTo>
                      <a:pt x="57763" y="175129"/>
                      <a:pt x="57899" y="174722"/>
                      <a:pt x="58035" y="174314"/>
                    </a:cubicBezTo>
                    <a:cubicBezTo>
                      <a:pt x="57990" y="174224"/>
                      <a:pt x="57990" y="174133"/>
                      <a:pt x="58035" y="174043"/>
                    </a:cubicBezTo>
                    <a:cubicBezTo>
                      <a:pt x="58080" y="173952"/>
                      <a:pt x="58080" y="173861"/>
                      <a:pt x="58125" y="173816"/>
                    </a:cubicBezTo>
                    <a:cubicBezTo>
                      <a:pt x="58171" y="173726"/>
                      <a:pt x="58171" y="173680"/>
                      <a:pt x="58171" y="173590"/>
                    </a:cubicBezTo>
                    <a:cubicBezTo>
                      <a:pt x="58352" y="173001"/>
                      <a:pt x="58442" y="172322"/>
                      <a:pt x="58714" y="171734"/>
                    </a:cubicBezTo>
                    <a:cubicBezTo>
                      <a:pt x="58769" y="171604"/>
                      <a:pt x="58870" y="171551"/>
                      <a:pt x="58979" y="171551"/>
                    </a:cubicBezTo>
                    <a:cubicBezTo>
                      <a:pt x="59137" y="171551"/>
                      <a:pt x="59313" y="171664"/>
                      <a:pt x="59393" y="171824"/>
                    </a:cubicBezTo>
                    <a:cubicBezTo>
                      <a:pt x="59438" y="172005"/>
                      <a:pt x="59529" y="172187"/>
                      <a:pt x="59529" y="172368"/>
                    </a:cubicBezTo>
                    <a:cubicBezTo>
                      <a:pt x="59800" y="172187"/>
                      <a:pt x="60117" y="172005"/>
                      <a:pt x="60389" y="171870"/>
                    </a:cubicBezTo>
                    <a:cubicBezTo>
                      <a:pt x="60842" y="171643"/>
                      <a:pt x="61249" y="171417"/>
                      <a:pt x="61521" y="170964"/>
                    </a:cubicBezTo>
                    <a:cubicBezTo>
                      <a:pt x="61792" y="170557"/>
                      <a:pt x="61973" y="170059"/>
                      <a:pt x="62064" y="169606"/>
                    </a:cubicBezTo>
                    <a:cubicBezTo>
                      <a:pt x="62290" y="168520"/>
                      <a:pt x="62154" y="167343"/>
                      <a:pt x="61928" y="166302"/>
                    </a:cubicBezTo>
                    <a:cubicBezTo>
                      <a:pt x="61792" y="165713"/>
                      <a:pt x="61611" y="165125"/>
                      <a:pt x="61430" y="164536"/>
                    </a:cubicBezTo>
                    <a:cubicBezTo>
                      <a:pt x="61339" y="164355"/>
                      <a:pt x="61294" y="164174"/>
                      <a:pt x="61204" y="163993"/>
                    </a:cubicBezTo>
                    <a:cubicBezTo>
                      <a:pt x="61113" y="163631"/>
                      <a:pt x="61023" y="163223"/>
                      <a:pt x="61023" y="162861"/>
                    </a:cubicBezTo>
                    <a:cubicBezTo>
                      <a:pt x="61054" y="162642"/>
                      <a:pt x="61236" y="162488"/>
                      <a:pt x="61435" y="162488"/>
                    </a:cubicBezTo>
                    <a:cubicBezTo>
                      <a:pt x="61525" y="162488"/>
                      <a:pt x="61617" y="162519"/>
                      <a:pt x="61702" y="162589"/>
                    </a:cubicBezTo>
                    <a:cubicBezTo>
                      <a:pt x="62154" y="163042"/>
                      <a:pt x="62471" y="163721"/>
                      <a:pt x="62698" y="164310"/>
                    </a:cubicBezTo>
                    <a:cubicBezTo>
                      <a:pt x="62788" y="164491"/>
                      <a:pt x="62833" y="164627"/>
                      <a:pt x="62879" y="164808"/>
                    </a:cubicBezTo>
                    <a:cubicBezTo>
                      <a:pt x="63195" y="164129"/>
                      <a:pt x="63558" y="163495"/>
                      <a:pt x="64010" y="162906"/>
                    </a:cubicBezTo>
                    <a:cubicBezTo>
                      <a:pt x="64780" y="161820"/>
                      <a:pt x="65776" y="160779"/>
                      <a:pt x="66274" y="159511"/>
                    </a:cubicBezTo>
                    <a:cubicBezTo>
                      <a:pt x="66862" y="158017"/>
                      <a:pt x="66817" y="156342"/>
                      <a:pt x="66410" y="154758"/>
                    </a:cubicBezTo>
                    <a:cubicBezTo>
                      <a:pt x="66183" y="153898"/>
                      <a:pt x="65866" y="153083"/>
                      <a:pt x="65549" y="152223"/>
                    </a:cubicBezTo>
                    <a:cubicBezTo>
                      <a:pt x="65187" y="151408"/>
                      <a:pt x="64825" y="150593"/>
                      <a:pt x="64599" y="149733"/>
                    </a:cubicBezTo>
                    <a:cubicBezTo>
                      <a:pt x="64535" y="149412"/>
                      <a:pt x="64790" y="149113"/>
                      <a:pt x="65057" y="149113"/>
                    </a:cubicBezTo>
                    <a:cubicBezTo>
                      <a:pt x="65166" y="149113"/>
                      <a:pt x="65277" y="149162"/>
                      <a:pt x="65368" y="149280"/>
                    </a:cubicBezTo>
                    <a:cubicBezTo>
                      <a:pt x="65957" y="149914"/>
                      <a:pt x="66410" y="150729"/>
                      <a:pt x="66817" y="151544"/>
                    </a:cubicBezTo>
                    <a:cubicBezTo>
                      <a:pt x="66998" y="151091"/>
                      <a:pt x="67179" y="150684"/>
                      <a:pt x="67451" y="150276"/>
                    </a:cubicBezTo>
                    <a:cubicBezTo>
                      <a:pt x="67903" y="149552"/>
                      <a:pt x="68537" y="148918"/>
                      <a:pt x="68854" y="148103"/>
                    </a:cubicBezTo>
                    <a:cubicBezTo>
                      <a:pt x="69262" y="147108"/>
                      <a:pt x="68809" y="146157"/>
                      <a:pt x="68447" y="145206"/>
                    </a:cubicBezTo>
                    <a:cubicBezTo>
                      <a:pt x="68085" y="144210"/>
                      <a:pt x="67768" y="142626"/>
                      <a:pt x="68492" y="141675"/>
                    </a:cubicBezTo>
                    <a:cubicBezTo>
                      <a:pt x="68553" y="141594"/>
                      <a:pt x="68641" y="141549"/>
                      <a:pt x="68729" y="141549"/>
                    </a:cubicBezTo>
                    <a:cubicBezTo>
                      <a:pt x="68835" y="141549"/>
                      <a:pt x="68940" y="141616"/>
                      <a:pt x="68990" y="141766"/>
                    </a:cubicBezTo>
                    <a:cubicBezTo>
                      <a:pt x="69216" y="142354"/>
                      <a:pt x="69216" y="143033"/>
                      <a:pt x="69397" y="143622"/>
                    </a:cubicBezTo>
                    <a:cubicBezTo>
                      <a:pt x="69443" y="143803"/>
                      <a:pt x="69488" y="143939"/>
                      <a:pt x="69533" y="144120"/>
                    </a:cubicBezTo>
                    <a:cubicBezTo>
                      <a:pt x="69759" y="142762"/>
                      <a:pt x="70257" y="141494"/>
                      <a:pt x="70846" y="140227"/>
                    </a:cubicBezTo>
                    <a:cubicBezTo>
                      <a:pt x="71480" y="138914"/>
                      <a:pt x="72249" y="137692"/>
                      <a:pt x="72657" y="136288"/>
                    </a:cubicBezTo>
                    <a:cubicBezTo>
                      <a:pt x="73155" y="134704"/>
                      <a:pt x="73019" y="133119"/>
                      <a:pt x="72566" y="131535"/>
                    </a:cubicBezTo>
                    <a:cubicBezTo>
                      <a:pt x="72023" y="129724"/>
                      <a:pt x="71389" y="127913"/>
                      <a:pt x="70846" y="126103"/>
                    </a:cubicBezTo>
                    <a:cubicBezTo>
                      <a:pt x="70303" y="124382"/>
                      <a:pt x="69624" y="122572"/>
                      <a:pt x="69443" y="120761"/>
                    </a:cubicBezTo>
                    <a:cubicBezTo>
                      <a:pt x="69416" y="120573"/>
                      <a:pt x="69581" y="120464"/>
                      <a:pt x="69747" y="120464"/>
                    </a:cubicBezTo>
                    <a:cubicBezTo>
                      <a:pt x="69861" y="120464"/>
                      <a:pt x="69976" y="120515"/>
                      <a:pt x="70031" y="120625"/>
                    </a:cubicBezTo>
                    <a:cubicBezTo>
                      <a:pt x="70620" y="121531"/>
                      <a:pt x="71027" y="122572"/>
                      <a:pt x="71389" y="123568"/>
                    </a:cubicBezTo>
                    <a:cubicBezTo>
                      <a:pt x="71615" y="124111"/>
                      <a:pt x="71842" y="124654"/>
                      <a:pt x="72023" y="125197"/>
                    </a:cubicBezTo>
                    <a:cubicBezTo>
                      <a:pt x="72204" y="124518"/>
                      <a:pt x="72657" y="123839"/>
                      <a:pt x="72974" y="123341"/>
                    </a:cubicBezTo>
                    <a:cubicBezTo>
                      <a:pt x="73562" y="122436"/>
                      <a:pt x="74377" y="121531"/>
                      <a:pt x="74558" y="120444"/>
                    </a:cubicBezTo>
                    <a:cubicBezTo>
                      <a:pt x="74830" y="119177"/>
                      <a:pt x="73879" y="118045"/>
                      <a:pt x="73245" y="117049"/>
                    </a:cubicBezTo>
                    <a:cubicBezTo>
                      <a:pt x="72385" y="115736"/>
                      <a:pt x="71932" y="114333"/>
                      <a:pt x="71887" y="112748"/>
                    </a:cubicBezTo>
                    <a:cubicBezTo>
                      <a:pt x="71887" y="112483"/>
                      <a:pt x="72071" y="112358"/>
                      <a:pt x="72265" y="112358"/>
                    </a:cubicBezTo>
                    <a:cubicBezTo>
                      <a:pt x="72467" y="112358"/>
                      <a:pt x="72679" y="112494"/>
                      <a:pt x="72702" y="112748"/>
                    </a:cubicBezTo>
                    <a:cubicBezTo>
                      <a:pt x="72838" y="113790"/>
                      <a:pt x="73290" y="114695"/>
                      <a:pt x="73879" y="115555"/>
                    </a:cubicBezTo>
                    <a:cubicBezTo>
                      <a:pt x="73924" y="114740"/>
                      <a:pt x="73969" y="113971"/>
                      <a:pt x="73969" y="113201"/>
                    </a:cubicBezTo>
                    <a:cubicBezTo>
                      <a:pt x="74015" y="112703"/>
                      <a:pt x="73969" y="112205"/>
                      <a:pt x="74015" y="111707"/>
                    </a:cubicBezTo>
                    <a:cubicBezTo>
                      <a:pt x="74015" y="111481"/>
                      <a:pt x="74060" y="111254"/>
                      <a:pt x="74060" y="111028"/>
                    </a:cubicBezTo>
                    <a:cubicBezTo>
                      <a:pt x="74105" y="110802"/>
                      <a:pt x="74105" y="110575"/>
                      <a:pt x="74286" y="110349"/>
                    </a:cubicBezTo>
                    <a:cubicBezTo>
                      <a:pt x="74354" y="110236"/>
                      <a:pt x="74456" y="110179"/>
                      <a:pt x="74558" y="110179"/>
                    </a:cubicBezTo>
                    <a:cubicBezTo>
                      <a:pt x="74660" y="110179"/>
                      <a:pt x="74762" y="110236"/>
                      <a:pt x="74830" y="110349"/>
                    </a:cubicBezTo>
                    <a:cubicBezTo>
                      <a:pt x="74965" y="110575"/>
                      <a:pt x="75011" y="110802"/>
                      <a:pt x="75056" y="111028"/>
                    </a:cubicBezTo>
                    <a:cubicBezTo>
                      <a:pt x="75056" y="111300"/>
                      <a:pt x="75101" y="111571"/>
                      <a:pt x="75101" y="111798"/>
                    </a:cubicBezTo>
                    <a:cubicBezTo>
                      <a:pt x="75101" y="112296"/>
                      <a:pt x="75056" y="112748"/>
                      <a:pt x="75011" y="113246"/>
                    </a:cubicBezTo>
                    <a:cubicBezTo>
                      <a:pt x="74920" y="114197"/>
                      <a:pt x="74784" y="115193"/>
                      <a:pt x="74603" y="116189"/>
                    </a:cubicBezTo>
                    <a:cubicBezTo>
                      <a:pt x="74558" y="116279"/>
                      <a:pt x="74513" y="116325"/>
                      <a:pt x="74467" y="116370"/>
                    </a:cubicBezTo>
                    <a:cubicBezTo>
                      <a:pt x="74603" y="116551"/>
                      <a:pt x="74694" y="116687"/>
                      <a:pt x="74830" y="116868"/>
                    </a:cubicBezTo>
                    <a:cubicBezTo>
                      <a:pt x="75282" y="117456"/>
                      <a:pt x="75644" y="118090"/>
                      <a:pt x="75916" y="118769"/>
                    </a:cubicBezTo>
                    <a:cubicBezTo>
                      <a:pt x="75916" y="118814"/>
                      <a:pt x="75961" y="118860"/>
                      <a:pt x="75961" y="118905"/>
                    </a:cubicBezTo>
                    <a:cubicBezTo>
                      <a:pt x="75961" y="118860"/>
                      <a:pt x="76007" y="118814"/>
                      <a:pt x="76007" y="118814"/>
                    </a:cubicBezTo>
                    <a:cubicBezTo>
                      <a:pt x="76007" y="118724"/>
                      <a:pt x="76007" y="118679"/>
                      <a:pt x="76007" y="118633"/>
                    </a:cubicBezTo>
                    <a:cubicBezTo>
                      <a:pt x="76052" y="117909"/>
                      <a:pt x="76459" y="117139"/>
                      <a:pt x="76776" y="116642"/>
                    </a:cubicBezTo>
                    <a:cubicBezTo>
                      <a:pt x="77048" y="116189"/>
                      <a:pt x="77410" y="115781"/>
                      <a:pt x="77817" y="115465"/>
                    </a:cubicBezTo>
                    <a:cubicBezTo>
                      <a:pt x="78315" y="115057"/>
                      <a:pt x="78813" y="114831"/>
                      <a:pt x="79356" y="114514"/>
                    </a:cubicBezTo>
                    <a:cubicBezTo>
                      <a:pt x="80352" y="113971"/>
                      <a:pt x="81031" y="112929"/>
                      <a:pt x="81710" y="112024"/>
                    </a:cubicBezTo>
                    <a:cubicBezTo>
                      <a:pt x="82389" y="111164"/>
                      <a:pt x="82842" y="110123"/>
                      <a:pt x="83566" y="109308"/>
                    </a:cubicBezTo>
                    <a:cubicBezTo>
                      <a:pt x="83632" y="109226"/>
                      <a:pt x="83715" y="109192"/>
                      <a:pt x="83799" y="109192"/>
                    </a:cubicBezTo>
                    <a:cubicBezTo>
                      <a:pt x="83947" y="109192"/>
                      <a:pt x="84097" y="109299"/>
                      <a:pt x="84155" y="109444"/>
                    </a:cubicBezTo>
                    <a:cubicBezTo>
                      <a:pt x="84200" y="109534"/>
                      <a:pt x="84200" y="109580"/>
                      <a:pt x="84245" y="109670"/>
                    </a:cubicBezTo>
                    <a:cubicBezTo>
                      <a:pt x="84472" y="110757"/>
                      <a:pt x="83883" y="111798"/>
                      <a:pt x="83250" y="112658"/>
                    </a:cubicBezTo>
                    <a:cubicBezTo>
                      <a:pt x="82797" y="113337"/>
                      <a:pt x="82299" y="114016"/>
                      <a:pt x="81710" y="114650"/>
                    </a:cubicBezTo>
                    <a:cubicBezTo>
                      <a:pt x="81529" y="114876"/>
                      <a:pt x="81303" y="115057"/>
                      <a:pt x="81077" y="115283"/>
                    </a:cubicBezTo>
                    <a:cubicBezTo>
                      <a:pt x="80217" y="116008"/>
                      <a:pt x="79040" y="116279"/>
                      <a:pt x="78225" y="117094"/>
                    </a:cubicBezTo>
                    <a:cubicBezTo>
                      <a:pt x="78179" y="117094"/>
                      <a:pt x="78134" y="117139"/>
                      <a:pt x="78134" y="117185"/>
                    </a:cubicBezTo>
                    <a:cubicBezTo>
                      <a:pt x="78134" y="117230"/>
                      <a:pt x="78134" y="117321"/>
                      <a:pt x="78089" y="117366"/>
                    </a:cubicBezTo>
                    <a:cubicBezTo>
                      <a:pt x="77636" y="117909"/>
                      <a:pt x="77319" y="118498"/>
                      <a:pt x="77002" y="119131"/>
                    </a:cubicBezTo>
                    <a:cubicBezTo>
                      <a:pt x="77002" y="119222"/>
                      <a:pt x="76957" y="119312"/>
                      <a:pt x="76912" y="119403"/>
                    </a:cubicBezTo>
                    <a:cubicBezTo>
                      <a:pt x="76595" y="120082"/>
                      <a:pt x="76369" y="120806"/>
                      <a:pt x="76188" y="121531"/>
                    </a:cubicBezTo>
                    <a:cubicBezTo>
                      <a:pt x="76097" y="122029"/>
                      <a:pt x="76007" y="122481"/>
                      <a:pt x="76007" y="122979"/>
                    </a:cubicBezTo>
                    <a:cubicBezTo>
                      <a:pt x="76030" y="122975"/>
                      <a:pt x="76053" y="122972"/>
                      <a:pt x="76077" y="122972"/>
                    </a:cubicBezTo>
                    <a:cubicBezTo>
                      <a:pt x="76285" y="122972"/>
                      <a:pt x="76500" y="123147"/>
                      <a:pt x="76459" y="123432"/>
                    </a:cubicBezTo>
                    <a:cubicBezTo>
                      <a:pt x="76188" y="124654"/>
                      <a:pt x="75916" y="126057"/>
                      <a:pt x="76142" y="127370"/>
                    </a:cubicBezTo>
                    <a:cubicBezTo>
                      <a:pt x="76142" y="127370"/>
                      <a:pt x="76188" y="127325"/>
                      <a:pt x="76233" y="127325"/>
                    </a:cubicBezTo>
                    <a:cubicBezTo>
                      <a:pt x="76278" y="127325"/>
                      <a:pt x="76369" y="127416"/>
                      <a:pt x="76369" y="127506"/>
                    </a:cubicBezTo>
                    <a:cubicBezTo>
                      <a:pt x="76369" y="127597"/>
                      <a:pt x="76369" y="127687"/>
                      <a:pt x="76323" y="127778"/>
                    </a:cubicBezTo>
                    <a:cubicBezTo>
                      <a:pt x="76323" y="127823"/>
                      <a:pt x="76323" y="127868"/>
                      <a:pt x="76323" y="127913"/>
                    </a:cubicBezTo>
                    <a:lnTo>
                      <a:pt x="76323" y="128004"/>
                    </a:lnTo>
                    <a:cubicBezTo>
                      <a:pt x="76323" y="128004"/>
                      <a:pt x="76323" y="128049"/>
                      <a:pt x="76323" y="128049"/>
                    </a:cubicBezTo>
                    <a:cubicBezTo>
                      <a:pt x="76369" y="128140"/>
                      <a:pt x="76369" y="128230"/>
                      <a:pt x="76414" y="128321"/>
                    </a:cubicBezTo>
                    <a:cubicBezTo>
                      <a:pt x="76731" y="129090"/>
                      <a:pt x="77319" y="129679"/>
                      <a:pt x="77727" y="130403"/>
                    </a:cubicBezTo>
                    <a:cubicBezTo>
                      <a:pt x="78089" y="131082"/>
                      <a:pt x="78451" y="132123"/>
                      <a:pt x="78270" y="132848"/>
                    </a:cubicBezTo>
                    <a:cubicBezTo>
                      <a:pt x="78212" y="132992"/>
                      <a:pt x="78062" y="133100"/>
                      <a:pt x="77926" y="133100"/>
                    </a:cubicBezTo>
                    <a:cubicBezTo>
                      <a:pt x="77849" y="133100"/>
                      <a:pt x="77776" y="133065"/>
                      <a:pt x="77727" y="132984"/>
                    </a:cubicBezTo>
                    <a:cubicBezTo>
                      <a:pt x="77410" y="132667"/>
                      <a:pt x="77319" y="132214"/>
                      <a:pt x="77093" y="131852"/>
                    </a:cubicBezTo>
                    <a:cubicBezTo>
                      <a:pt x="77002" y="131671"/>
                      <a:pt x="76867" y="131490"/>
                      <a:pt x="76776" y="131354"/>
                    </a:cubicBezTo>
                    <a:lnTo>
                      <a:pt x="76776" y="131354"/>
                    </a:lnTo>
                    <a:cubicBezTo>
                      <a:pt x="76776" y="131626"/>
                      <a:pt x="76821" y="131942"/>
                      <a:pt x="76776" y="132259"/>
                    </a:cubicBezTo>
                    <a:cubicBezTo>
                      <a:pt x="76731" y="133300"/>
                      <a:pt x="76188" y="134432"/>
                      <a:pt x="76640" y="135383"/>
                    </a:cubicBezTo>
                    <a:cubicBezTo>
                      <a:pt x="77138" y="136379"/>
                      <a:pt x="77908" y="137284"/>
                      <a:pt x="78542" y="138144"/>
                    </a:cubicBezTo>
                    <a:cubicBezTo>
                      <a:pt x="78813" y="138506"/>
                      <a:pt x="79085" y="138869"/>
                      <a:pt x="79402" y="139231"/>
                    </a:cubicBezTo>
                    <a:cubicBezTo>
                      <a:pt x="79719" y="139502"/>
                      <a:pt x="80081" y="139729"/>
                      <a:pt x="80398" y="140046"/>
                    </a:cubicBezTo>
                    <a:cubicBezTo>
                      <a:pt x="80579" y="140181"/>
                      <a:pt x="80533" y="140544"/>
                      <a:pt x="80307" y="140634"/>
                    </a:cubicBezTo>
                    <a:cubicBezTo>
                      <a:pt x="80121" y="140711"/>
                      <a:pt x="79936" y="140746"/>
                      <a:pt x="79754" y="140746"/>
                    </a:cubicBezTo>
                    <a:cubicBezTo>
                      <a:pt x="79403" y="140746"/>
                      <a:pt x="79066" y="140616"/>
                      <a:pt x="78768" y="140408"/>
                    </a:cubicBezTo>
                    <a:lnTo>
                      <a:pt x="78768" y="140408"/>
                    </a:lnTo>
                    <a:cubicBezTo>
                      <a:pt x="79040" y="141087"/>
                      <a:pt x="79040" y="141947"/>
                      <a:pt x="79040" y="142671"/>
                    </a:cubicBezTo>
                    <a:cubicBezTo>
                      <a:pt x="78994" y="143486"/>
                      <a:pt x="78632" y="144301"/>
                      <a:pt x="78677" y="145161"/>
                    </a:cubicBezTo>
                    <a:cubicBezTo>
                      <a:pt x="78723" y="145840"/>
                      <a:pt x="79221" y="146157"/>
                      <a:pt x="79764" y="146519"/>
                    </a:cubicBezTo>
                    <a:cubicBezTo>
                      <a:pt x="80398" y="146926"/>
                      <a:pt x="81122" y="147379"/>
                      <a:pt x="81167" y="148239"/>
                    </a:cubicBezTo>
                    <a:cubicBezTo>
                      <a:pt x="81167" y="148616"/>
                      <a:pt x="80856" y="148863"/>
                      <a:pt x="80528" y="148863"/>
                    </a:cubicBezTo>
                    <a:cubicBezTo>
                      <a:pt x="80423" y="148863"/>
                      <a:pt x="80316" y="148838"/>
                      <a:pt x="80217" y="148782"/>
                    </a:cubicBezTo>
                    <a:cubicBezTo>
                      <a:pt x="79900" y="148601"/>
                      <a:pt x="79628" y="148375"/>
                      <a:pt x="79356" y="148194"/>
                    </a:cubicBezTo>
                    <a:cubicBezTo>
                      <a:pt x="79130" y="148013"/>
                      <a:pt x="78904" y="147877"/>
                      <a:pt x="78723" y="147741"/>
                    </a:cubicBezTo>
                    <a:cubicBezTo>
                      <a:pt x="77863" y="148918"/>
                      <a:pt x="76957" y="150005"/>
                      <a:pt x="76052" y="151091"/>
                    </a:cubicBezTo>
                    <a:cubicBezTo>
                      <a:pt x="75554" y="151634"/>
                      <a:pt x="75101" y="152178"/>
                      <a:pt x="74648" y="152721"/>
                    </a:cubicBezTo>
                    <a:cubicBezTo>
                      <a:pt x="74241" y="153128"/>
                      <a:pt x="73788" y="153581"/>
                      <a:pt x="73517" y="154079"/>
                    </a:cubicBezTo>
                    <a:cubicBezTo>
                      <a:pt x="72974" y="154984"/>
                      <a:pt x="73155" y="156342"/>
                      <a:pt x="73426" y="157293"/>
                    </a:cubicBezTo>
                    <a:lnTo>
                      <a:pt x="73471" y="157429"/>
                    </a:lnTo>
                    <a:cubicBezTo>
                      <a:pt x="73788" y="156840"/>
                      <a:pt x="74105" y="156252"/>
                      <a:pt x="74332" y="155618"/>
                    </a:cubicBezTo>
                    <a:cubicBezTo>
                      <a:pt x="74558" y="155030"/>
                      <a:pt x="74694" y="154034"/>
                      <a:pt x="75282" y="153717"/>
                    </a:cubicBezTo>
                    <a:cubicBezTo>
                      <a:pt x="75320" y="153698"/>
                      <a:pt x="75357" y="153687"/>
                      <a:pt x="75395" y="153687"/>
                    </a:cubicBezTo>
                    <a:cubicBezTo>
                      <a:pt x="75448" y="153687"/>
                      <a:pt x="75501" y="153709"/>
                      <a:pt x="75554" y="153762"/>
                    </a:cubicBezTo>
                    <a:cubicBezTo>
                      <a:pt x="75961" y="154169"/>
                      <a:pt x="75780" y="154894"/>
                      <a:pt x="75644" y="155437"/>
                    </a:cubicBezTo>
                    <a:cubicBezTo>
                      <a:pt x="75509" y="156071"/>
                      <a:pt x="75328" y="156659"/>
                      <a:pt x="75101" y="157293"/>
                    </a:cubicBezTo>
                    <a:cubicBezTo>
                      <a:pt x="74875" y="157882"/>
                      <a:pt x="74513" y="158561"/>
                      <a:pt x="74467" y="159194"/>
                    </a:cubicBezTo>
                    <a:cubicBezTo>
                      <a:pt x="74648" y="159421"/>
                      <a:pt x="74830" y="159647"/>
                      <a:pt x="74920" y="159873"/>
                    </a:cubicBezTo>
                    <a:cubicBezTo>
                      <a:pt x="74965" y="160054"/>
                      <a:pt x="74920" y="160190"/>
                      <a:pt x="74830" y="160326"/>
                    </a:cubicBezTo>
                    <a:cubicBezTo>
                      <a:pt x="75146" y="160733"/>
                      <a:pt x="75599" y="161096"/>
                      <a:pt x="76007" y="161367"/>
                    </a:cubicBezTo>
                    <a:cubicBezTo>
                      <a:pt x="76550" y="161729"/>
                      <a:pt x="77093" y="162092"/>
                      <a:pt x="77681" y="162408"/>
                    </a:cubicBezTo>
                    <a:cubicBezTo>
                      <a:pt x="78179" y="162680"/>
                      <a:pt x="78768" y="162861"/>
                      <a:pt x="79311" y="162861"/>
                    </a:cubicBezTo>
                    <a:cubicBezTo>
                      <a:pt x="79424" y="162884"/>
                      <a:pt x="79549" y="162895"/>
                      <a:pt x="79673" y="162895"/>
                    </a:cubicBezTo>
                    <a:cubicBezTo>
                      <a:pt x="79798" y="162895"/>
                      <a:pt x="79922" y="162884"/>
                      <a:pt x="80035" y="162861"/>
                    </a:cubicBezTo>
                    <a:cubicBezTo>
                      <a:pt x="80035" y="162092"/>
                      <a:pt x="80217" y="161277"/>
                      <a:pt x="80443" y="160598"/>
                    </a:cubicBezTo>
                    <a:cubicBezTo>
                      <a:pt x="81031" y="158923"/>
                      <a:pt x="82208" y="157293"/>
                      <a:pt x="82208" y="155482"/>
                    </a:cubicBezTo>
                    <a:cubicBezTo>
                      <a:pt x="82233" y="155234"/>
                      <a:pt x="82436" y="155094"/>
                      <a:pt x="82628" y="155094"/>
                    </a:cubicBezTo>
                    <a:cubicBezTo>
                      <a:pt x="82786" y="155094"/>
                      <a:pt x="82937" y="155188"/>
                      <a:pt x="82978" y="155392"/>
                    </a:cubicBezTo>
                    <a:cubicBezTo>
                      <a:pt x="83295" y="157157"/>
                      <a:pt x="82616" y="158696"/>
                      <a:pt x="82073" y="160371"/>
                    </a:cubicBezTo>
                    <a:cubicBezTo>
                      <a:pt x="81801" y="161096"/>
                      <a:pt x="81575" y="161820"/>
                      <a:pt x="81575" y="162635"/>
                    </a:cubicBezTo>
                    <a:cubicBezTo>
                      <a:pt x="81575" y="162906"/>
                      <a:pt x="81575" y="163269"/>
                      <a:pt x="81846" y="163450"/>
                    </a:cubicBezTo>
                    <a:cubicBezTo>
                      <a:pt x="82073" y="163631"/>
                      <a:pt x="82435" y="163631"/>
                      <a:pt x="82752" y="163631"/>
                    </a:cubicBezTo>
                    <a:cubicBezTo>
                      <a:pt x="84381" y="163540"/>
                      <a:pt x="86101" y="162952"/>
                      <a:pt x="87505" y="162092"/>
                    </a:cubicBezTo>
                    <a:cubicBezTo>
                      <a:pt x="88184" y="161684"/>
                      <a:pt x="88818" y="161231"/>
                      <a:pt x="89316" y="160598"/>
                    </a:cubicBezTo>
                    <a:cubicBezTo>
                      <a:pt x="89814" y="159919"/>
                      <a:pt x="89995" y="159059"/>
                      <a:pt x="90130" y="158244"/>
                    </a:cubicBezTo>
                    <a:cubicBezTo>
                      <a:pt x="90266" y="157474"/>
                      <a:pt x="90311" y="156659"/>
                      <a:pt x="90357" y="155844"/>
                    </a:cubicBezTo>
                    <a:cubicBezTo>
                      <a:pt x="90311" y="155618"/>
                      <a:pt x="90357" y="155392"/>
                      <a:pt x="90447" y="155165"/>
                    </a:cubicBezTo>
                    <a:cubicBezTo>
                      <a:pt x="90493" y="154396"/>
                      <a:pt x="90628" y="153626"/>
                      <a:pt x="90809" y="152857"/>
                    </a:cubicBezTo>
                    <a:cubicBezTo>
                      <a:pt x="90856" y="152716"/>
                      <a:pt x="91013" y="152636"/>
                      <a:pt x="91160" y="152636"/>
                    </a:cubicBezTo>
                    <a:cubicBezTo>
                      <a:pt x="91295" y="152636"/>
                      <a:pt x="91421" y="152704"/>
                      <a:pt x="91443" y="152857"/>
                    </a:cubicBezTo>
                    <a:cubicBezTo>
                      <a:pt x="91488" y="152947"/>
                      <a:pt x="91488" y="153038"/>
                      <a:pt x="91488" y="153128"/>
                    </a:cubicBezTo>
                    <a:cubicBezTo>
                      <a:pt x="91851" y="152721"/>
                      <a:pt x="92258" y="152359"/>
                      <a:pt x="92665" y="151997"/>
                    </a:cubicBezTo>
                    <a:cubicBezTo>
                      <a:pt x="93118" y="151680"/>
                      <a:pt x="93571" y="151363"/>
                      <a:pt x="93888" y="150955"/>
                    </a:cubicBezTo>
                    <a:cubicBezTo>
                      <a:pt x="94386" y="150231"/>
                      <a:pt x="94476" y="149235"/>
                      <a:pt x="94476" y="148330"/>
                    </a:cubicBezTo>
                    <a:cubicBezTo>
                      <a:pt x="94476" y="148013"/>
                      <a:pt x="94476" y="147741"/>
                      <a:pt x="94476" y="147470"/>
                    </a:cubicBezTo>
                    <a:cubicBezTo>
                      <a:pt x="94431" y="146836"/>
                      <a:pt x="94386" y="146157"/>
                      <a:pt x="94250" y="145523"/>
                    </a:cubicBezTo>
                    <a:cubicBezTo>
                      <a:pt x="94159" y="144935"/>
                      <a:pt x="93933" y="144301"/>
                      <a:pt x="94069" y="143667"/>
                    </a:cubicBezTo>
                    <a:cubicBezTo>
                      <a:pt x="94097" y="143472"/>
                      <a:pt x="94261" y="143380"/>
                      <a:pt x="94437" y="143380"/>
                    </a:cubicBezTo>
                    <a:cubicBezTo>
                      <a:pt x="94547" y="143380"/>
                      <a:pt x="94661" y="143416"/>
                      <a:pt x="94748" y="143486"/>
                    </a:cubicBezTo>
                    <a:cubicBezTo>
                      <a:pt x="94748" y="143531"/>
                      <a:pt x="94793" y="143531"/>
                      <a:pt x="94838" y="143577"/>
                    </a:cubicBezTo>
                    <a:cubicBezTo>
                      <a:pt x="95517" y="142400"/>
                      <a:pt x="97011" y="141585"/>
                      <a:pt x="97690" y="140362"/>
                    </a:cubicBezTo>
                    <a:cubicBezTo>
                      <a:pt x="98234" y="139457"/>
                      <a:pt x="98505" y="138371"/>
                      <a:pt x="98596" y="137329"/>
                    </a:cubicBezTo>
                    <a:cubicBezTo>
                      <a:pt x="98686" y="136696"/>
                      <a:pt x="98686" y="136107"/>
                      <a:pt x="98777" y="135473"/>
                    </a:cubicBezTo>
                    <a:cubicBezTo>
                      <a:pt x="98867" y="134930"/>
                      <a:pt x="98867" y="134342"/>
                      <a:pt x="99139" y="133844"/>
                    </a:cubicBezTo>
                    <a:cubicBezTo>
                      <a:pt x="99207" y="133708"/>
                      <a:pt x="99343" y="133640"/>
                      <a:pt x="99473" y="133640"/>
                    </a:cubicBezTo>
                    <a:cubicBezTo>
                      <a:pt x="99603" y="133640"/>
                      <a:pt x="99727" y="133708"/>
                      <a:pt x="99773" y="133844"/>
                    </a:cubicBezTo>
                    <a:cubicBezTo>
                      <a:pt x="99818" y="133889"/>
                      <a:pt x="99863" y="133980"/>
                      <a:pt x="99908" y="134070"/>
                    </a:cubicBezTo>
                    <a:lnTo>
                      <a:pt x="99954" y="133934"/>
                    </a:lnTo>
                    <a:cubicBezTo>
                      <a:pt x="100225" y="133255"/>
                      <a:pt x="100542" y="132621"/>
                      <a:pt x="100814" y="131988"/>
                    </a:cubicBezTo>
                    <a:cubicBezTo>
                      <a:pt x="101357" y="130720"/>
                      <a:pt x="101810" y="129453"/>
                      <a:pt x="102036" y="128095"/>
                    </a:cubicBezTo>
                    <a:cubicBezTo>
                      <a:pt x="102398" y="125786"/>
                      <a:pt x="101946" y="123477"/>
                      <a:pt x="101900" y="121123"/>
                    </a:cubicBezTo>
                    <a:lnTo>
                      <a:pt x="101855" y="121078"/>
                    </a:lnTo>
                    <a:cubicBezTo>
                      <a:pt x="101674" y="121168"/>
                      <a:pt x="101493" y="121214"/>
                      <a:pt x="101312" y="121214"/>
                    </a:cubicBezTo>
                    <a:cubicBezTo>
                      <a:pt x="101294" y="121217"/>
                      <a:pt x="101277" y="121218"/>
                      <a:pt x="101260" y="121218"/>
                    </a:cubicBezTo>
                    <a:cubicBezTo>
                      <a:pt x="101023" y="121218"/>
                      <a:pt x="100907" y="120927"/>
                      <a:pt x="100950" y="120716"/>
                    </a:cubicBezTo>
                    <a:cubicBezTo>
                      <a:pt x="100995" y="120308"/>
                      <a:pt x="101312" y="120037"/>
                      <a:pt x="101493" y="119675"/>
                    </a:cubicBezTo>
                    <a:cubicBezTo>
                      <a:pt x="101674" y="119312"/>
                      <a:pt x="101855" y="118950"/>
                      <a:pt x="102081" y="118588"/>
                    </a:cubicBezTo>
                    <a:cubicBezTo>
                      <a:pt x="102443" y="117864"/>
                      <a:pt x="102670" y="117004"/>
                      <a:pt x="102579" y="116189"/>
                    </a:cubicBezTo>
                    <a:cubicBezTo>
                      <a:pt x="102443" y="114650"/>
                      <a:pt x="101176" y="113518"/>
                      <a:pt x="100587" y="112160"/>
                    </a:cubicBezTo>
                    <a:cubicBezTo>
                      <a:pt x="100406" y="112567"/>
                      <a:pt x="100225" y="112975"/>
                      <a:pt x="99954" y="113292"/>
                    </a:cubicBezTo>
                    <a:cubicBezTo>
                      <a:pt x="99904" y="113358"/>
                      <a:pt x="99830" y="113388"/>
                      <a:pt x="99753" y="113388"/>
                    </a:cubicBezTo>
                    <a:cubicBezTo>
                      <a:pt x="99622" y="113388"/>
                      <a:pt x="99484" y="113299"/>
                      <a:pt x="99456" y="113156"/>
                    </a:cubicBezTo>
                    <a:cubicBezTo>
                      <a:pt x="99229" y="112160"/>
                      <a:pt x="99501" y="110983"/>
                      <a:pt x="99727" y="109987"/>
                    </a:cubicBezTo>
                    <a:cubicBezTo>
                      <a:pt x="99908" y="109082"/>
                      <a:pt x="100180" y="108176"/>
                      <a:pt x="99863" y="107226"/>
                    </a:cubicBezTo>
                    <a:cubicBezTo>
                      <a:pt x="99637" y="106501"/>
                      <a:pt x="99139" y="105822"/>
                      <a:pt x="98731" y="105143"/>
                    </a:cubicBezTo>
                    <a:cubicBezTo>
                      <a:pt x="98596" y="104917"/>
                      <a:pt x="98505" y="104690"/>
                      <a:pt x="98369" y="104464"/>
                    </a:cubicBezTo>
                    <a:cubicBezTo>
                      <a:pt x="98234" y="104645"/>
                      <a:pt x="98143" y="104826"/>
                      <a:pt x="97962" y="105007"/>
                    </a:cubicBezTo>
                    <a:cubicBezTo>
                      <a:pt x="97866" y="105117"/>
                      <a:pt x="97736" y="105165"/>
                      <a:pt x="97602" y="105165"/>
                    </a:cubicBezTo>
                    <a:cubicBezTo>
                      <a:pt x="97295" y="105165"/>
                      <a:pt x="96966" y="104915"/>
                      <a:pt x="96966" y="104600"/>
                    </a:cubicBezTo>
                    <a:cubicBezTo>
                      <a:pt x="97011" y="102699"/>
                      <a:pt x="98777" y="101114"/>
                      <a:pt x="98007" y="99213"/>
                    </a:cubicBezTo>
                    <a:cubicBezTo>
                      <a:pt x="97645" y="98353"/>
                      <a:pt x="97102" y="97629"/>
                      <a:pt x="96740" y="96768"/>
                    </a:cubicBezTo>
                    <a:cubicBezTo>
                      <a:pt x="96740" y="96723"/>
                      <a:pt x="96740" y="96678"/>
                      <a:pt x="96694" y="96633"/>
                    </a:cubicBezTo>
                    <a:cubicBezTo>
                      <a:pt x="96604" y="96723"/>
                      <a:pt x="96513" y="96814"/>
                      <a:pt x="96423" y="96904"/>
                    </a:cubicBezTo>
                    <a:cubicBezTo>
                      <a:pt x="96334" y="96993"/>
                      <a:pt x="96223" y="97032"/>
                      <a:pt x="96113" y="97032"/>
                    </a:cubicBezTo>
                    <a:cubicBezTo>
                      <a:pt x="95832" y="97032"/>
                      <a:pt x="95556" y="96777"/>
                      <a:pt x="95653" y="96452"/>
                    </a:cubicBezTo>
                    <a:cubicBezTo>
                      <a:pt x="96015" y="95229"/>
                      <a:pt x="96423" y="94052"/>
                      <a:pt x="96513" y="92785"/>
                    </a:cubicBezTo>
                    <a:cubicBezTo>
                      <a:pt x="96559" y="91517"/>
                      <a:pt x="96377" y="90295"/>
                      <a:pt x="95834" y="89163"/>
                    </a:cubicBezTo>
                    <a:cubicBezTo>
                      <a:pt x="95246" y="87805"/>
                      <a:pt x="94431" y="86583"/>
                      <a:pt x="93842" y="85270"/>
                    </a:cubicBezTo>
                    <a:cubicBezTo>
                      <a:pt x="93435" y="84365"/>
                      <a:pt x="93118" y="83459"/>
                      <a:pt x="92847" y="82554"/>
                    </a:cubicBezTo>
                    <a:cubicBezTo>
                      <a:pt x="92711" y="82826"/>
                      <a:pt x="92575" y="83052"/>
                      <a:pt x="92439" y="83324"/>
                    </a:cubicBezTo>
                    <a:cubicBezTo>
                      <a:pt x="92264" y="83586"/>
                      <a:pt x="92089" y="84186"/>
                      <a:pt x="91670" y="84186"/>
                    </a:cubicBezTo>
                    <a:cubicBezTo>
                      <a:pt x="91655" y="84186"/>
                      <a:pt x="91640" y="84185"/>
                      <a:pt x="91624" y="84184"/>
                    </a:cubicBezTo>
                    <a:cubicBezTo>
                      <a:pt x="90719" y="84138"/>
                      <a:pt x="91443" y="82237"/>
                      <a:pt x="91624" y="81784"/>
                    </a:cubicBezTo>
                    <a:cubicBezTo>
                      <a:pt x="92439" y="80064"/>
                      <a:pt x="94069" y="78299"/>
                      <a:pt x="93526" y="76262"/>
                    </a:cubicBezTo>
                    <a:cubicBezTo>
                      <a:pt x="93209" y="75130"/>
                      <a:pt x="92394" y="74134"/>
                      <a:pt x="91760" y="73138"/>
                    </a:cubicBezTo>
                    <a:cubicBezTo>
                      <a:pt x="91624" y="72957"/>
                      <a:pt x="91534" y="72776"/>
                      <a:pt x="91398" y="72595"/>
                    </a:cubicBezTo>
                    <a:cubicBezTo>
                      <a:pt x="91398" y="72685"/>
                      <a:pt x="91398" y="72776"/>
                      <a:pt x="91398" y="72866"/>
                    </a:cubicBezTo>
                    <a:cubicBezTo>
                      <a:pt x="91353" y="73319"/>
                      <a:pt x="91217" y="73908"/>
                      <a:pt x="90855" y="74270"/>
                    </a:cubicBezTo>
                    <a:cubicBezTo>
                      <a:pt x="90758" y="74342"/>
                      <a:pt x="90635" y="74389"/>
                      <a:pt x="90521" y="74389"/>
                    </a:cubicBezTo>
                    <a:cubicBezTo>
                      <a:pt x="90422" y="74389"/>
                      <a:pt x="90329" y="74354"/>
                      <a:pt x="90266" y="74270"/>
                    </a:cubicBezTo>
                    <a:cubicBezTo>
                      <a:pt x="89949" y="73862"/>
                      <a:pt x="89904" y="73364"/>
                      <a:pt x="89859" y="72866"/>
                    </a:cubicBezTo>
                    <a:cubicBezTo>
                      <a:pt x="89814" y="72368"/>
                      <a:pt x="89859" y="71871"/>
                      <a:pt x="89814" y="71373"/>
                    </a:cubicBezTo>
                    <a:cubicBezTo>
                      <a:pt x="89768" y="70422"/>
                      <a:pt x="89542" y="69471"/>
                      <a:pt x="89044" y="68611"/>
                    </a:cubicBezTo>
                    <a:cubicBezTo>
                      <a:pt x="88591" y="67706"/>
                      <a:pt x="87957" y="66846"/>
                      <a:pt x="87369" y="65986"/>
                    </a:cubicBezTo>
                    <a:cubicBezTo>
                      <a:pt x="87324" y="65895"/>
                      <a:pt x="87278" y="65759"/>
                      <a:pt x="87188" y="65669"/>
                    </a:cubicBezTo>
                    <a:cubicBezTo>
                      <a:pt x="87188" y="66167"/>
                      <a:pt x="87188" y="66619"/>
                      <a:pt x="87143" y="67072"/>
                    </a:cubicBezTo>
                    <a:cubicBezTo>
                      <a:pt x="87117" y="67404"/>
                      <a:pt x="86847" y="67606"/>
                      <a:pt x="86584" y="67606"/>
                    </a:cubicBezTo>
                    <a:cubicBezTo>
                      <a:pt x="86380" y="67606"/>
                      <a:pt x="86181" y="67484"/>
                      <a:pt x="86101" y="67208"/>
                    </a:cubicBezTo>
                    <a:cubicBezTo>
                      <a:pt x="85739" y="65850"/>
                      <a:pt x="85513" y="64446"/>
                      <a:pt x="85241" y="63088"/>
                    </a:cubicBezTo>
                    <a:cubicBezTo>
                      <a:pt x="85015" y="61911"/>
                      <a:pt x="84698" y="60870"/>
                      <a:pt x="83793" y="60055"/>
                    </a:cubicBezTo>
                    <a:cubicBezTo>
                      <a:pt x="82797" y="59150"/>
                      <a:pt x="81665" y="58471"/>
                      <a:pt x="80579" y="57701"/>
                    </a:cubicBezTo>
                    <a:cubicBezTo>
                      <a:pt x="80352" y="57520"/>
                      <a:pt x="80126" y="57384"/>
                      <a:pt x="79900" y="57203"/>
                    </a:cubicBezTo>
                    <a:lnTo>
                      <a:pt x="79900" y="57203"/>
                    </a:lnTo>
                    <a:cubicBezTo>
                      <a:pt x="79945" y="57384"/>
                      <a:pt x="79809" y="57611"/>
                      <a:pt x="79583" y="57611"/>
                    </a:cubicBezTo>
                    <a:cubicBezTo>
                      <a:pt x="78361" y="57566"/>
                      <a:pt x="77274" y="56434"/>
                      <a:pt x="76595" y="55528"/>
                    </a:cubicBezTo>
                    <a:cubicBezTo>
                      <a:pt x="76188" y="55030"/>
                      <a:pt x="75916" y="54487"/>
                      <a:pt x="75554" y="53989"/>
                    </a:cubicBezTo>
                    <a:cubicBezTo>
                      <a:pt x="75192" y="53582"/>
                      <a:pt x="74784" y="53355"/>
                      <a:pt x="74286" y="53174"/>
                    </a:cubicBezTo>
                    <a:cubicBezTo>
                      <a:pt x="73698" y="53039"/>
                      <a:pt x="73109" y="52858"/>
                      <a:pt x="72611" y="52586"/>
                    </a:cubicBezTo>
                    <a:cubicBezTo>
                      <a:pt x="72113" y="52360"/>
                      <a:pt x="71706" y="52043"/>
                      <a:pt x="71299" y="51681"/>
                    </a:cubicBezTo>
                    <a:cubicBezTo>
                      <a:pt x="70891" y="51364"/>
                      <a:pt x="70529" y="50956"/>
                      <a:pt x="70167" y="50639"/>
                    </a:cubicBezTo>
                    <a:cubicBezTo>
                      <a:pt x="70167" y="50730"/>
                      <a:pt x="70167" y="50820"/>
                      <a:pt x="70122" y="50956"/>
                    </a:cubicBezTo>
                    <a:cubicBezTo>
                      <a:pt x="70043" y="51153"/>
                      <a:pt x="69861" y="51282"/>
                      <a:pt x="69666" y="51282"/>
                    </a:cubicBezTo>
                    <a:cubicBezTo>
                      <a:pt x="69637" y="51282"/>
                      <a:pt x="69608" y="51279"/>
                      <a:pt x="69578" y="51273"/>
                    </a:cubicBezTo>
                    <a:cubicBezTo>
                      <a:pt x="69035" y="51183"/>
                      <a:pt x="68718" y="50549"/>
                      <a:pt x="68537" y="50096"/>
                    </a:cubicBezTo>
                    <a:cubicBezTo>
                      <a:pt x="68356" y="49643"/>
                      <a:pt x="68220" y="49191"/>
                      <a:pt x="68039" y="48738"/>
                    </a:cubicBezTo>
                    <a:cubicBezTo>
                      <a:pt x="67722" y="47968"/>
                      <a:pt x="67360" y="47154"/>
                      <a:pt x="66545" y="46791"/>
                    </a:cubicBezTo>
                    <a:cubicBezTo>
                      <a:pt x="65821" y="46475"/>
                      <a:pt x="65006" y="46429"/>
                      <a:pt x="64237" y="46248"/>
                    </a:cubicBezTo>
                    <a:lnTo>
                      <a:pt x="64237" y="46248"/>
                    </a:lnTo>
                    <a:cubicBezTo>
                      <a:pt x="64825" y="47154"/>
                      <a:pt x="65368" y="48104"/>
                      <a:pt x="65640" y="49236"/>
                    </a:cubicBezTo>
                    <a:cubicBezTo>
                      <a:pt x="65706" y="49564"/>
                      <a:pt x="65390" y="49893"/>
                      <a:pt x="65074" y="49893"/>
                    </a:cubicBezTo>
                    <a:cubicBezTo>
                      <a:pt x="64954" y="49893"/>
                      <a:pt x="64834" y="49846"/>
                      <a:pt x="64735" y="49734"/>
                    </a:cubicBezTo>
                    <a:cubicBezTo>
                      <a:pt x="63875" y="48693"/>
                      <a:pt x="63195" y="47561"/>
                      <a:pt x="62426" y="46429"/>
                    </a:cubicBezTo>
                    <a:cubicBezTo>
                      <a:pt x="61702" y="45388"/>
                      <a:pt x="60796" y="44392"/>
                      <a:pt x="60117" y="43261"/>
                    </a:cubicBezTo>
                    <a:cubicBezTo>
                      <a:pt x="59755" y="42581"/>
                      <a:pt x="59438" y="41812"/>
                      <a:pt x="59302" y="40997"/>
                    </a:cubicBezTo>
                    <a:lnTo>
                      <a:pt x="59257" y="40997"/>
                    </a:lnTo>
                    <a:cubicBezTo>
                      <a:pt x="58940" y="40363"/>
                      <a:pt x="58940" y="39548"/>
                      <a:pt x="59031" y="38869"/>
                    </a:cubicBezTo>
                    <a:cubicBezTo>
                      <a:pt x="59121" y="38190"/>
                      <a:pt x="59348" y="37511"/>
                      <a:pt x="59665" y="36923"/>
                    </a:cubicBezTo>
                    <a:cubicBezTo>
                      <a:pt x="59755" y="36742"/>
                      <a:pt x="59846" y="36561"/>
                      <a:pt x="59936" y="36380"/>
                    </a:cubicBezTo>
                    <a:lnTo>
                      <a:pt x="59936" y="36380"/>
                    </a:lnTo>
                    <a:cubicBezTo>
                      <a:pt x="59665" y="36561"/>
                      <a:pt x="59348" y="36697"/>
                      <a:pt x="59031" y="36742"/>
                    </a:cubicBezTo>
                    <a:cubicBezTo>
                      <a:pt x="58971" y="36748"/>
                      <a:pt x="58914" y="36751"/>
                      <a:pt x="58859" y="36751"/>
                    </a:cubicBezTo>
                    <a:cubicBezTo>
                      <a:pt x="58493" y="36751"/>
                      <a:pt x="58208" y="36627"/>
                      <a:pt x="57854" y="36470"/>
                    </a:cubicBezTo>
                    <a:cubicBezTo>
                      <a:pt x="57642" y="36386"/>
                      <a:pt x="57786" y="36104"/>
                      <a:pt x="57954" y="36104"/>
                    </a:cubicBezTo>
                    <a:cubicBezTo>
                      <a:pt x="57966" y="36104"/>
                      <a:pt x="57978" y="36105"/>
                      <a:pt x="57990" y="36108"/>
                    </a:cubicBezTo>
                    <a:cubicBezTo>
                      <a:pt x="58038" y="36119"/>
                      <a:pt x="58089" y="36124"/>
                      <a:pt x="58140" y="36124"/>
                    </a:cubicBezTo>
                    <a:cubicBezTo>
                      <a:pt x="58514" y="36124"/>
                      <a:pt x="58933" y="35855"/>
                      <a:pt x="59212" y="35655"/>
                    </a:cubicBezTo>
                    <a:cubicBezTo>
                      <a:pt x="59529" y="35429"/>
                      <a:pt x="59846" y="35157"/>
                      <a:pt x="60072" y="34795"/>
                    </a:cubicBezTo>
                    <a:cubicBezTo>
                      <a:pt x="60525" y="34161"/>
                      <a:pt x="60932" y="33437"/>
                      <a:pt x="61204" y="32713"/>
                    </a:cubicBezTo>
                    <a:cubicBezTo>
                      <a:pt x="61521" y="31898"/>
                      <a:pt x="61747" y="31083"/>
                      <a:pt x="61837" y="30268"/>
                    </a:cubicBezTo>
                    <a:cubicBezTo>
                      <a:pt x="61973" y="29453"/>
                      <a:pt x="61973" y="28593"/>
                      <a:pt x="62109" y="27779"/>
                    </a:cubicBezTo>
                    <a:cubicBezTo>
                      <a:pt x="62130" y="27587"/>
                      <a:pt x="62271" y="27506"/>
                      <a:pt x="62429" y="27506"/>
                    </a:cubicBezTo>
                    <a:cubicBezTo>
                      <a:pt x="62607" y="27506"/>
                      <a:pt x="62807" y="27610"/>
                      <a:pt x="62879" y="27779"/>
                    </a:cubicBezTo>
                    <a:cubicBezTo>
                      <a:pt x="63241" y="28774"/>
                      <a:pt x="63195" y="29861"/>
                      <a:pt x="63014" y="30857"/>
                    </a:cubicBezTo>
                    <a:cubicBezTo>
                      <a:pt x="62924" y="31491"/>
                      <a:pt x="62743" y="32079"/>
                      <a:pt x="62516" y="32668"/>
                    </a:cubicBezTo>
                    <a:cubicBezTo>
                      <a:pt x="62562" y="32668"/>
                      <a:pt x="62607" y="32622"/>
                      <a:pt x="62652" y="32577"/>
                    </a:cubicBezTo>
                    <a:cubicBezTo>
                      <a:pt x="62924" y="32170"/>
                      <a:pt x="63150" y="31762"/>
                      <a:pt x="63331" y="31310"/>
                    </a:cubicBezTo>
                    <a:cubicBezTo>
                      <a:pt x="63467" y="30947"/>
                      <a:pt x="63603" y="30585"/>
                      <a:pt x="63739" y="30223"/>
                    </a:cubicBezTo>
                    <a:cubicBezTo>
                      <a:pt x="63784" y="29997"/>
                      <a:pt x="63875" y="29861"/>
                      <a:pt x="63920" y="29635"/>
                    </a:cubicBezTo>
                    <a:lnTo>
                      <a:pt x="64056" y="29091"/>
                    </a:lnTo>
                    <a:cubicBezTo>
                      <a:pt x="64095" y="28955"/>
                      <a:pt x="64200" y="28894"/>
                      <a:pt x="64308" y="28894"/>
                    </a:cubicBezTo>
                    <a:cubicBezTo>
                      <a:pt x="64452" y="28894"/>
                      <a:pt x="64599" y="29001"/>
                      <a:pt x="64599" y="29182"/>
                    </a:cubicBezTo>
                    <a:cubicBezTo>
                      <a:pt x="64689" y="29951"/>
                      <a:pt x="64508" y="30766"/>
                      <a:pt x="64191" y="31491"/>
                    </a:cubicBezTo>
                    <a:cubicBezTo>
                      <a:pt x="65233" y="30902"/>
                      <a:pt x="66274" y="30359"/>
                      <a:pt x="67134" y="29544"/>
                    </a:cubicBezTo>
                    <a:cubicBezTo>
                      <a:pt x="67677" y="29046"/>
                      <a:pt x="68130" y="28367"/>
                      <a:pt x="68356" y="27643"/>
                    </a:cubicBezTo>
                    <a:cubicBezTo>
                      <a:pt x="68266" y="27054"/>
                      <a:pt x="68130" y="26466"/>
                      <a:pt x="67994" y="25877"/>
                    </a:cubicBezTo>
                    <a:cubicBezTo>
                      <a:pt x="67541" y="24112"/>
                      <a:pt x="66545" y="22573"/>
                      <a:pt x="65640" y="20988"/>
                    </a:cubicBezTo>
                    <a:cubicBezTo>
                      <a:pt x="65548" y="20835"/>
                      <a:pt x="65663" y="20703"/>
                      <a:pt x="65803" y="20703"/>
                    </a:cubicBezTo>
                    <a:cubicBezTo>
                      <a:pt x="65870" y="20703"/>
                      <a:pt x="65943" y="20734"/>
                      <a:pt x="66002" y="20807"/>
                    </a:cubicBezTo>
                    <a:cubicBezTo>
                      <a:pt x="67270" y="22482"/>
                      <a:pt x="68673" y="23976"/>
                      <a:pt x="69307" y="26058"/>
                    </a:cubicBezTo>
                    <a:cubicBezTo>
                      <a:pt x="69488" y="26647"/>
                      <a:pt x="69624" y="27281"/>
                      <a:pt x="69714" y="27914"/>
                    </a:cubicBezTo>
                    <a:cubicBezTo>
                      <a:pt x="69895" y="27688"/>
                      <a:pt x="70122" y="27462"/>
                      <a:pt x="70303" y="27281"/>
                    </a:cubicBezTo>
                    <a:cubicBezTo>
                      <a:pt x="70257" y="27054"/>
                      <a:pt x="70257" y="26873"/>
                      <a:pt x="70212" y="26692"/>
                    </a:cubicBezTo>
                    <a:cubicBezTo>
                      <a:pt x="70212" y="26466"/>
                      <a:pt x="70167" y="26239"/>
                      <a:pt x="70167" y="26013"/>
                    </a:cubicBezTo>
                    <a:cubicBezTo>
                      <a:pt x="70076" y="25515"/>
                      <a:pt x="69986" y="25062"/>
                      <a:pt x="69850" y="24610"/>
                    </a:cubicBezTo>
                    <a:cubicBezTo>
                      <a:pt x="69805" y="24429"/>
                      <a:pt x="69895" y="24248"/>
                      <a:pt x="70076" y="24202"/>
                    </a:cubicBezTo>
                    <a:cubicBezTo>
                      <a:pt x="70100" y="24195"/>
                      <a:pt x="70124" y="24191"/>
                      <a:pt x="70149" y="24191"/>
                    </a:cubicBezTo>
                    <a:cubicBezTo>
                      <a:pt x="70270" y="24191"/>
                      <a:pt x="70401" y="24279"/>
                      <a:pt x="70438" y="24429"/>
                    </a:cubicBezTo>
                    <a:cubicBezTo>
                      <a:pt x="70620" y="24881"/>
                      <a:pt x="70755" y="25379"/>
                      <a:pt x="70846" y="25923"/>
                    </a:cubicBezTo>
                    <a:cubicBezTo>
                      <a:pt x="70891" y="26104"/>
                      <a:pt x="70891" y="26330"/>
                      <a:pt x="70891" y="26511"/>
                    </a:cubicBezTo>
                    <a:cubicBezTo>
                      <a:pt x="71344" y="26013"/>
                      <a:pt x="71706" y="25470"/>
                      <a:pt x="71978" y="24881"/>
                    </a:cubicBezTo>
                    <a:cubicBezTo>
                      <a:pt x="72611" y="23523"/>
                      <a:pt x="71887" y="22029"/>
                      <a:pt x="71434" y="20717"/>
                    </a:cubicBezTo>
                    <a:cubicBezTo>
                      <a:pt x="70936" y="19223"/>
                      <a:pt x="70393" y="17729"/>
                      <a:pt x="69805" y="16280"/>
                    </a:cubicBezTo>
                    <a:cubicBezTo>
                      <a:pt x="69715" y="16071"/>
                      <a:pt x="69921" y="15901"/>
                      <a:pt x="70124" y="15901"/>
                    </a:cubicBezTo>
                    <a:cubicBezTo>
                      <a:pt x="70228" y="15901"/>
                      <a:pt x="70332" y="15946"/>
                      <a:pt x="70393" y="16054"/>
                    </a:cubicBezTo>
                    <a:cubicBezTo>
                      <a:pt x="71208" y="17548"/>
                      <a:pt x="72023" y="19132"/>
                      <a:pt x="72702" y="20717"/>
                    </a:cubicBezTo>
                    <a:cubicBezTo>
                      <a:pt x="72792" y="20898"/>
                      <a:pt x="72883" y="21124"/>
                      <a:pt x="72974" y="21350"/>
                    </a:cubicBezTo>
                    <a:cubicBezTo>
                      <a:pt x="73109" y="20400"/>
                      <a:pt x="73155" y="19449"/>
                      <a:pt x="72974" y="18498"/>
                    </a:cubicBezTo>
                    <a:cubicBezTo>
                      <a:pt x="72657" y="16914"/>
                      <a:pt x="71751" y="15556"/>
                      <a:pt x="70710" y="14288"/>
                    </a:cubicBezTo>
                    <a:cubicBezTo>
                      <a:pt x="69624" y="13021"/>
                      <a:pt x="68492" y="11753"/>
                      <a:pt x="67315" y="10576"/>
                    </a:cubicBezTo>
                    <a:cubicBezTo>
                      <a:pt x="66047" y="9264"/>
                      <a:pt x="64735" y="7996"/>
                      <a:pt x="63241" y="7045"/>
                    </a:cubicBezTo>
                    <a:cubicBezTo>
                      <a:pt x="62929" y="6850"/>
                      <a:pt x="63121" y="6421"/>
                      <a:pt x="63411" y="6421"/>
                    </a:cubicBezTo>
                    <a:cubicBezTo>
                      <a:pt x="63458" y="6421"/>
                      <a:pt x="63507" y="6432"/>
                      <a:pt x="63558" y="6457"/>
                    </a:cubicBezTo>
                    <a:cubicBezTo>
                      <a:pt x="64101" y="6728"/>
                      <a:pt x="64599" y="7000"/>
                      <a:pt x="65052" y="7317"/>
                    </a:cubicBezTo>
                    <a:cubicBezTo>
                      <a:pt x="64825" y="7091"/>
                      <a:pt x="64554" y="6819"/>
                      <a:pt x="64282" y="6547"/>
                    </a:cubicBezTo>
                    <a:cubicBezTo>
                      <a:pt x="63512" y="5868"/>
                      <a:pt x="62698" y="5235"/>
                      <a:pt x="61837" y="4646"/>
                    </a:cubicBezTo>
                    <a:lnTo>
                      <a:pt x="61837" y="4646"/>
                    </a:lnTo>
                    <a:cubicBezTo>
                      <a:pt x="62109" y="5054"/>
                      <a:pt x="62290" y="5461"/>
                      <a:pt x="62200" y="5868"/>
                    </a:cubicBezTo>
                    <a:cubicBezTo>
                      <a:pt x="62160" y="6026"/>
                      <a:pt x="61984" y="6149"/>
                      <a:pt x="61820" y="6149"/>
                    </a:cubicBezTo>
                    <a:cubicBezTo>
                      <a:pt x="61795" y="6149"/>
                      <a:pt x="61771" y="6146"/>
                      <a:pt x="61747" y="6140"/>
                    </a:cubicBezTo>
                    <a:cubicBezTo>
                      <a:pt x="61385" y="6004"/>
                      <a:pt x="61158" y="5642"/>
                      <a:pt x="60887" y="5370"/>
                    </a:cubicBezTo>
                    <a:cubicBezTo>
                      <a:pt x="60615" y="5054"/>
                      <a:pt x="60344" y="4782"/>
                      <a:pt x="60027" y="4510"/>
                    </a:cubicBezTo>
                    <a:cubicBezTo>
                      <a:pt x="59438" y="3967"/>
                      <a:pt x="58804" y="3514"/>
                      <a:pt x="58125" y="3152"/>
                    </a:cubicBezTo>
                    <a:cubicBezTo>
                      <a:pt x="57446" y="2790"/>
                      <a:pt x="56677" y="2564"/>
                      <a:pt x="55907" y="2383"/>
                    </a:cubicBezTo>
                    <a:cubicBezTo>
                      <a:pt x="55817" y="2383"/>
                      <a:pt x="55726" y="2337"/>
                      <a:pt x="55636" y="2337"/>
                    </a:cubicBezTo>
                    <a:cubicBezTo>
                      <a:pt x="55998" y="2745"/>
                      <a:pt x="56269" y="3197"/>
                      <a:pt x="56315" y="3695"/>
                    </a:cubicBezTo>
                    <a:cubicBezTo>
                      <a:pt x="56348" y="3863"/>
                      <a:pt x="56183" y="3956"/>
                      <a:pt x="56039" y="3956"/>
                    </a:cubicBezTo>
                    <a:cubicBezTo>
                      <a:pt x="55989" y="3956"/>
                      <a:pt x="55942" y="3945"/>
                      <a:pt x="55907" y="3922"/>
                    </a:cubicBezTo>
                    <a:cubicBezTo>
                      <a:pt x="55409" y="3695"/>
                      <a:pt x="55002" y="3243"/>
                      <a:pt x="54640" y="2835"/>
                    </a:cubicBezTo>
                    <a:cubicBezTo>
                      <a:pt x="54368" y="2564"/>
                      <a:pt x="54051" y="2247"/>
                      <a:pt x="53780" y="1975"/>
                    </a:cubicBezTo>
                    <a:cubicBezTo>
                      <a:pt x="53734" y="1975"/>
                      <a:pt x="53689" y="1975"/>
                      <a:pt x="53644" y="1930"/>
                    </a:cubicBezTo>
                    <a:cubicBezTo>
                      <a:pt x="53553" y="1885"/>
                      <a:pt x="53508" y="1839"/>
                      <a:pt x="53508" y="1749"/>
                    </a:cubicBezTo>
                    <a:cubicBezTo>
                      <a:pt x="52693" y="1025"/>
                      <a:pt x="51878" y="617"/>
                      <a:pt x="50792" y="572"/>
                    </a:cubicBezTo>
                    <a:lnTo>
                      <a:pt x="50520" y="572"/>
                    </a:lnTo>
                    <a:cubicBezTo>
                      <a:pt x="50520" y="572"/>
                      <a:pt x="50520" y="617"/>
                      <a:pt x="50566" y="617"/>
                    </a:cubicBezTo>
                    <a:cubicBezTo>
                      <a:pt x="50611" y="662"/>
                      <a:pt x="50656" y="708"/>
                      <a:pt x="50701" y="708"/>
                    </a:cubicBezTo>
                    <a:cubicBezTo>
                      <a:pt x="50701" y="753"/>
                      <a:pt x="50747" y="753"/>
                      <a:pt x="50747" y="798"/>
                    </a:cubicBezTo>
                    <a:cubicBezTo>
                      <a:pt x="50747" y="798"/>
                      <a:pt x="50792" y="798"/>
                      <a:pt x="50792" y="844"/>
                    </a:cubicBezTo>
                    <a:cubicBezTo>
                      <a:pt x="50837" y="934"/>
                      <a:pt x="50882" y="1025"/>
                      <a:pt x="50837" y="1115"/>
                    </a:cubicBezTo>
                    <a:cubicBezTo>
                      <a:pt x="50804" y="1181"/>
                      <a:pt x="50722" y="1223"/>
                      <a:pt x="50645" y="1223"/>
                    </a:cubicBezTo>
                    <a:cubicBezTo>
                      <a:pt x="50617" y="1223"/>
                      <a:pt x="50590" y="1218"/>
                      <a:pt x="50566" y="1206"/>
                    </a:cubicBezTo>
                    <a:cubicBezTo>
                      <a:pt x="50520" y="1206"/>
                      <a:pt x="50430" y="1160"/>
                      <a:pt x="50384" y="1115"/>
                    </a:cubicBezTo>
                    <a:cubicBezTo>
                      <a:pt x="50294" y="1115"/>
                      <a:pt x="50249" y="1025"/>
                      <a:pt x="50203" y="979"/>
                    </a:cubicBezTo>
                    <a:cubicBezTo>
                      <a:pt x="50113" y="934"/>
                      <a:pt x="50022" y="844"/>
                      <a:pt x="49932" y="753"/>
                    </a:cubicBezTo>
                    <a:cubicBezTo>
                      <a:pt x="49886" y="708"/>
                      <a:pt x="49841" y="662"/>
                      <a:pt x="49796" y="572"/>
                    </a:cubicBezTo>
                    <a:cubicBezTo>
                      <a:pt x="49479" y="617"/>
                      <a:pt x="49207" y="617"/>
                      <a:pt x="48891" y="617"/>
                    </a:cubicBezTo>
                    <a:cubicBezTo>
                      <a:pt x="48936" y="708"/>
                      <a:pt x="48981" y="753"/>
                      <a:pt x="49026" y="844"/>
                    </a:cubicBezTo>
                    <a:cubicBezTo>
                      <a:pt x="49072" y="889"/>
                      <a:pt x="49117" y="934"/>
                      <a:pt x="49162" y="979"/>
                    </a:cubicBezTo>
                    <a:cubicBezTo>
                      <a:pt x="49162" y="1070"/>
                      <a:pt x="49207" y="1115"/>
                      <a:pt x="49253" y="1206"/>
                    </a:cubicBezTo>
                    <a:cubicBezTo>
                      <a:pt x="49253" y="1251"/>
                      <a:pt x="49298" y="1341"/>
                      <a:pt x="49343" y="1387"/>
                    </a:cubicBezTo>
                    <a:cubicBezTo>
                      <a:pt x="49343" y="1477"/>
                      <a:pt x="49389" y="1568"/>
                      <a:pt x="49389" y="1613"/>
                    </a:cubicBezTo>
                    <a:cubicBezTo>
                      <a:pt x="49389" y="1746"/>
                      <a:pt x="49291" y="1830"/>
                      <a:pt x="49186" y="1830"/>
                    </a:cubicBezTo>
                    <a:cubicBezTo>
                      <a:pt x="49148" y="1830"/>
                      <a:pt x="49108" y="1818"/>
                      <a:pt x="49072" y="1794"/>
                    </a:cubicBezTo>
                    <a:cubicBezTo>
                      <a:pt x="49026" y="1749"/>
                      <a:pt x="48936" y="1704"/>
                      <a:pt x="48891" y="1658"/>
                    </a:cubicBezTo>
                    <a:cubicBezTo>
                      <a:pt x="48845" y="1613"/>
                      <a:pt x="48800" y="1523"/>
                      <a:pt x="48755" y="1477"/>
                    </a:cubicBezTo>
                    <a:cubicBezTo>
                      <a:pt x="48709" y="1477"/>
                      <a:pt x="48709" y="1432"/>
                      <a:pt x="48709" y="1432"/>
                    </a:cubicBezTo>
                    <a:cubicBezTo>
                      <a:pt x="48664" y="1387"/>
                      <a:pt x="48664" y="1341"/>
                      <a:pt x="48619" y="1296"/>
                    </a:cubicBezTo>
                    <a:cubicBezTo>
                      <a:pt x="48574" y="1251"/>
                      <a:pt x="48574" y="1206"/>
                      <a:pt x="48528" y="1115"/>
                    </a:cubicBezTo>
                    <a:cubicBezTo>
                      <a:pt x="48438" y="979"/>
                      <a:pt x="48347" y="798"/>
                      <a:pt x="48257" y="617"/>
                    </a:cubicBezTo>
                    <a:cubicBezTo>
                      <a:pt x="47578" y="617"/>
                      <a:pt x="46944" y="527"/>
                      <a:pt x="46401" y="255"/>
                    </a:cubicBezTo>
                    <a:cubicBezTo>
                      <a:pt x="46165" y="324"/>
                      <a:pt x="45912" y="351"/>
                      <a:pt x="45653" y="351"/>
                    </a:cubicBezTo>
                    <a:cubicBezTo>
                      <a:pt x="45066" y="351"/>
                      <a:pt x="44445" y="213"/>
                      <a:pt x="43911" y="119"/>
                    </a:cubicBezTo>
                    <a:cubicBezTo>
                      <a:pt x="43480" y="44"/>
                      <a:pt x="43041" y="0"/>
                      <a:pt x="426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0" name="Google Shape;6780;p20"/>
              <p:cNvSpPr/>
              <p:nvPr/>
            </p:nvSpPr>
            <p:spPr>
              <a:xfrm>
                <a:off x="4275700" y="1894950"/>
                <a:ext cx="1150" cy="25"/>
              </a:xfrm>
              <a:custGeom>
                <a:rect b="b" l="l" r="r" t="t"/>
                <a:pathLst>
                  <a:path extrusionOk="0" h="1" w="46">
                    <a:moveTo>
                      <a:pt x="45" y="1"/>
                    </a:moveTo>
                    <a:cubicBezTo>
                      <a:pt x="45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45" y="1"/>
                      <a:pt x="45" y="1"/>
                    </a:cubicBezTo>
                    <a:close/>
                  </a:path>
                </a:pathLst>
              </a:custGeom>
              <a:solidFill>
                <a:srgbClr val="FCDEA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1" name="Google Shape;6781;p20"/>
              <p:cNvSpPr/>
              <p:nvPr/>
            </p:nvSpPr>
            <p:spPr>
              <a:xfrm>
                <a:off x="2254450" y="748525"/>
                <a:ext cx="874825" cy="908900"/>
              </a:xfrm>
              <a:custGeom>
                <a:rect b="b" l="l" r="r" t="t"/>
                <a:pathLst>
                  <a:path extrusionOk="0" h="36356" w="34993">
                    <a:moveTo>
                      <a:pt x="12268" y="0"/>
                    </a:moveTo>
                    <a:cubicBezTo>
                      <a:pt x="11861" y="91"/>
                      <a:pt x="11453" y="181"/>
                      <a:pt x="11046" y="272"/>
                    </a:cubicBezTo>
                    <a:cubicBezTo>
                      <a:pt x="9823" y="544"/>
                      <a:pt x="8646" y="951"/>
                      <a:pt x="7560" y="1585"/>
                    </a:cubicBezTo>
                    <a:cubicBezTo>
                      <a:pt x="6519" y="2173"/>
                      <a:pt x="5568" y="2898"/>
                      <a:pt x="4663" y="3667"/>
                    </a:cubicBezTo>
                    <a:cubicBezTo>
                      <a:pt x="3124" y="4980"/>
                      <a:pt x="1720" y="6474"/>
                      <a:pt x="905" y="8330"/>
                    </a:cubicBezTo>
                    <a:cubicBezTo>
                      <a:pt x="770" y="8601"/>
                      <a:pt x="679" y="8873"/>
                      <a:pt x="589" y="9190"/>
                    </a:cubicBezTo>
                    <a:cubicBezTo>
                      <a:pt x="0" y="11001"/>
                      <a:pt x="91" y="12766"/>
                      <a:pt x="453" y="14532"/>
                    </a:cubicBezTo>
                    <a:cubicBezTo>
                      <a:pt x="453" y="14260"/>
                      <a:pt x="453" y="13988"/>
                      <a:pt x="498" y="13717"/>
                    </a:cubicBezTo>
                    <a:cubicBezTo>
                      <a:pt x="543" y="12766"/>
                      <a:pt x="815" y="11861"/>
                      <a:pt x="1087" y="10955"/>
                    </a:cubicBezTo>
                    <a:cubicBezTo>
                      <a:pt x="1127" y="10835"/>
                      <a:pt x="1246" y="10777"/>
                      <a:pt x="1364" y="10777"/>
                    </a:cubicBezTo>
                    <a:cubicBezTo>
                      <a:pt x="1511" y="10777"/>
                      <a:pt x="1655" y="10869"/>
                      <a:pt x="1630" y="11046"/>
                    </a:cubicBezTo>
                    <a:cubicBezTo>
                      <a:pt x="1403" y="12721"/>
                      <a:pt x="1494" y="14532"/>
                      <a:pt x="1766" y="16252"/>
                    </a:cubicBezTo>
                    <a:cubicBezTo>
                      <a:pt x="1992" y="17882"/>
                      <a:pt x="2535" y="19511"/>
                      <a:pt x="3259" y="21005"/>
                    </a:cubicBezTo>
                    <a:cubicBezTo>
                      <a:pt x="3938" y="22408"/>
                      <a:pt x="4799" y="23721"/>
                      <a:pt x="5840" y="24898"/>
                    </a:cubicBezTo>
                    <a:cubicBezTo>
                      <a:pt x="5930" y="25034"/>
                      <a:pt x="6021" y="25125"/>
                      <a:pt x="6111" y="25260"/>
                    </a:cubicBezTo>
                    <a:cubicBezTo>
                      <a:pt x="5840" y="24446"/>
                      <a:pt x="5613" y="23631"/>
                      <a:pt x="5432" y="22771"/>
                    </a:cubicBezTo>
                    <a:cubicBezTo>
                      <a:pt x="5251" y="21956"/>
                      <a:pt x="5161" y="21096"/>
                      <a:pt x="5070" y="20236"/>
                    </a:cubicBezTo>
                    <a:cubicBezTo>
                      <a:pt x="5070" y="20190"/>
                      <a:pt x="5070" y="20145"/>
                      <a:pt x="5070" y="20100"/>
                    </a:cubicBezTo>
                    <a:cubicBezTo>
                      <a:pt x="4980" y="19149"/>
                      <a:pt x="4934" y="18108"/>
                      <a:pt x="4618" y="17203"/>
                    </a:cubicBezTo>
                    <a:cubicBezTo>
                      <a:pt x="4527" y="16961"/>
                      <a:pt x="4778" y="16760"/>
                      <a:pt x="4996" y="16760"/>
                    </a:cubicBezTo>
                    <a:cubicBezTo>
                      <a:pt x="5105" y="16760"/>
                      <a:pt x="5206" y="16810"/>
                      <a:pt x="5251" y="16931"/>
                    </a:cubicBezTo>
                    <a:cubicBezTo>
                      <a:pt x="5659" y="17882"/>
                      <a:pt x="6066" y="18832"/>
                      <a:pt x="6292" y="19873"/>
                    </a:cubicBezTo>
                    <a:cubicBezTo>
                      <a:pt x="6338" y="20100"/>
                      <a:pt x="6383" y="20371"/>
                      <a:pt x="6428" y="20598"/>
                    </a:cubicBezTo>
                    <a:cubicBezTo>
                      <a:pt x="6564" y="21277"/>
                      <a:pt x="6700" y="21956"/>
                      <a:pt x="6881" y="22590"/>
                    </a:cubicBezTo>
                    <a:cubicBezTo>
                      <a:pt x="7605" y="25487"/>
                      <a:pt x="9009" y="28203"/>
                      <a:pt x="10955" y="30421"/>
                    </a:cubicBezTo>
                    <a:cubicBezTo>
                      <a:pt x="11906" y="31553"/>
                      <a:pt x="13038" y="32549"/>
                      <a:pt x="14260" y="33364"/>
                    </a:cubicBezTo>
                    <a:cubicBezTo>
                      <a:pt x="14622" y="33635"/>
                      <a:pt x="15029" y="33907"/>
                      <a:pt x="15437" y="34133"/>
                    </a:cubicBezTo>
                    <a:cubicBezTo>
                      <a:pt x="14486" y="33047"/>
                      <a:pt x="13807" y="31779"/>
                      <a:pt x="13264" y="30466"/>
                    </a:cubicBezTo>
                    <a:cubicBezTo>
                      <a:pt x="13038" y="29923"/>
                      <a:pt x="12856" y="29380"/>
                      <a:pt x="12675" y="28791"/>
                    </a:cubicBezTo>
                    <a:cubicBezTo>
                      <a:pt x="12313" y="27660"/>
                      <a:pt x="12087" y="26483"/>
                      <a:pt x="11815" y="25306"/>
                    </a:cubicBezTo>
                    <a:cubicBezTo>
                      <a:pt x="11761" y="25061"/>
                      <a:pt x="11935" y="24915"/>
                      <a:pt x="12112" y="24915"/>
                    </a:cubicBezTo>
                    <a:cubicBezTo>
                      <a:pt x="12230" y="24915"/>
                      <a:pt x="12349" y="24980"/>
                      <a:pt x="12404" y="25125"/>
                    </a:cubicBezTo>
                    <a:cubicBezTo>
                      <a:pt x="13038" y="26800"/>
                      <a:pt x="13671" y="28474"/>
                      <a:pt x="14531" y="30059"/>
                    </a:cubicBezTo>
                    <a:cubicBezTo>
                      <a:pt x="15210" y="31281"/>
                      <a:pt x="15980" y="32413"/>
                      <a:pt x="16931" y="33364"/>
                    </a:cubicBezTo>
                    <a:cubicBezTo>
                      <a:pt x="17927" y="34405"/>
                      <a:pt x="19194" y="35174"/>
                      <a:pt x="20597" y="35536"/>
                    </a:cubicBezTo>
                    <a:cubicBezTo>
                      <a:pt x="21141" y="35718"/>
                      <a:pt x="21729" y="35808"/>
                      <a:pt x="22318" y="35899"/>
                    </a:cubicBezTo>
                    <a:cubicBezTo>
                      <a:pt x="20869" y="34314"/>
                      <a:pt x="19964" y="32141"/>
                      <a:pt x="19058" y="30240"/>
                    </a:cubicBezTo>
                    <a:cubicBezTo>
                      <a:pt x="18933" y="29958"/>
                      <a:pt x="19155" y="29719"/>
                      <a:pt x="19378" y="29719"/>
                    </a:cubicBezTo>
                    <a:cubicBezTo>
                      <a:pt x="19477" y="29719"/>
                      <a:pt x="19577" y="29766"/>
                      <a:pt x="19647" y="29878"/>
                    </a:cubicBezTo>
                    <a:cubicBezTo>
                      <a:pt x="20869" y="31915"/>
                      <a:pt x="22272" y="33907"/>
                      <a:pt x="24083" y="35446"/>
                    </a:cubicBezTo>
                    <a:cubicBezTo>
                      <a:pt x="24536" y="35808"/>
                      <a:pt x="25034" y="36170"/>
                      <a:pt x="25577" y="36306"/>
                    </a:cubicBezTo>
                    <a:cubicBezTo>
                      <a:pt x="25802" y="36341"/>
                      <a:pt x="26027" y="36355"/>
                      <a:pt x="26251" y="36355"/>
                    </a:cubicBezTo>
                    <a:cubicBezTo>
                      <a:pt x="26615" y="36355"/>
                      <a:pt x="26979" y="36317"/>
                      <a:pt x="27342" y="36261"/>
                    </a:cubicBezTo>
                    <a:cubicBezTo>
                      <a:pt x="27976" y="36170"/>
                      <a:pt x="28655" y="36080"/>
                      <a:pt x="29334" y="35944"/>
                    </a:cubicBezTo>
                    <a:cubicBezTo>
                      <a:pt x="29651" y="35899"/>
                      <a:pt x="30149" y="35853"/>
                      <a:pt x="30466" y="35672"/>
                    </a:cubicBezTo>
                    <a:cubicBezTo>
                      <a:pt x="30557" y="35627"/>
                      <a:pt x="30647" y="35582"/>
                      <a:pt x="30692" y="35536"/>
                    </a:cubicBezTo>
                    <a:cubicBezTo>
                      <a:pt x="30783" y="35401"/>
                      <a:pt x="30919" y="35355"/>
                      <a:pt x="31054" y="35310"/>
                    </a:cubicBezTo>
                    <a:cubicBezTo>
                      <a:pt x="31054" y="35174"/>
                      <a:pt x="31054" y="35038"/>
                      <a:pt x="31054" y="34903"/>
                    </a:cubicBezTo>
                    <a:cubicBezTo>
                      <a:pt x="31054" y="34767"/>
                      <a:pt x="31054" y="34676"/>
                      <a:pt x="31054" y="34586"/>
                    </a:cubicBezTo>
                    <a:cubicBezTo>
                      <a:pt x="31190" y="32911"/>
                      <a:pt x="31688" y="31417"/>
                      <a:pt x="32503" y="29968"/>
                    </a:cubicBezTo>
                    <a:cubicBezTo>
                      <a:pt x="33092" y="28927"/>
                      <a:pt x="33816" y="27931"/>
                      <a:pt x="34495" y="26935"/>
                    </a:cubicBezTo>
                    <a:lnTo>
                      <a:pt x="34585" y="26754"/>
                    </a:lnTo>
                    <a:lnTo>
                      <a:pt x="34585" y="26754"/>
                    </a:lnTo>
                    <a:cubicBezTo>
                      <a:pt x="34540" y="26800"/>
                      <a:pt x="34495" y="26800"/>
                      <a:pt x="34450" y="26800"/>
                    </a:cubicBezTo>
                    <a:cubicBezTo>
                      <a:pt x="34404" y="26800"/>
                      <a:pt x="34314" y="26800"/>
                      <a:pt x="34269" y="26754"/>
                    </a:cubicBezTo>
                    <a:cubicBezTo>
                      <a:pt x="33725" y="26483"/>
                      <a:pt x="33227" y="26166"/>
                      <a:pt x="32820" y="25713"/>
                    </a:cubicBezTo>
                    <a:cubicBezTo>
                      <a:pt x="31462" y="24446"/>
                      <a:pt x="30602" y="22544"/>
                      <a:pt x="30104" y="20779"/>
                    </a:cubicBezTo>
                    <a:cubicBezTo>
                      <a:pt x="29742" y="19330"/>
                      <a:pt x="29561" y="17791"/>
                      <a:pt x="29561" y="16297"/>
                    </a:cubicBezTo>
                    <a:cubicBezTo>
                      <a:pt x="29561" y="15528"/>
                      <a:pt x="29561" y="14713"/>
                      <a:pt x="29651" y="13943"/>
                    </a:cubicBezTo>
                    <a:cubicBezTo>
                      <a:pt x="29742" y="13264"/>
                      <a:pt x="29787" y="12404"/>
                      <a:pt x="30149" y="11815"/>
                    </a:cubicBezTo>
                    <a:cubicBezTo>
                      <a:pt x="30225" y="11702"/>
                      <a:pt x="30333" y="11651"/>
                      <a:pt x="30439" y="11651"/>
                    </a:cubicBezTo>
                    <a:cubicBezTo>
                      <a:pt x="30586" y="11651"/>
                      <a:pt x="30730" y="11748"/>
                      <a:pt x="30783" y="11906"/>
                    </a:cubicBezTo>
                    <a:cubicBezTo>
                      <a:pt x="31009" y="12540"/>
                      <a:pt x="30919" y="13355"/>
                      <a:pt x="30873" y="14034"/>
                    </a:cubicBezTo>
                    <a:cubicBezTo>
                      <a:pt x="30873" y="14758"/>
                      <a:pt x="30828" y="15437"/>
                      <a:pt x="30828" y="16116"/>
                    </a:cubicBezTo>
                    <a:cubicBezTo>
                      <a:pt x="30828" y="17519"/>
                      <a:pt x="30919" y="18923"/>
                      <a:pt x="31281" y="20281"/>
                    </a:cubicBezTo>
                    <a:cubicBezTo>
                      <a:pt x="31824" y="22635"/>
                      <a:pt x="33001" y="24536"/>
                      <a:pt x="34676" y="26256"/>
                    </a:cubicBezTo>
                    <a:cubicBezTo>
                      <a:pt x="34721" y="26347"/>
                      <a:pt x="34767" y="26437"/>
                      <a:pt x="34721" y="26528"/>
                    </a:cubicBezTo>
                    <a:cubicBezTo>
                      <a:pt x="34812" y="26392"/>
                      <a:pt x="34902" y="26302"/>
                      <a:pt x="34993" y="26166"/>
                    </a:cubicBezTo>
                    <a:lnTo>
                      <a:pt x="34993" y="26120"/>
                    </a:lnTo>
                    <a:cubicBezTo>
                      <a:pt x="34857" y="25985"/>
                      <a:pt x="34721" y="25849"/>
                      <a:pt x="34631" y="25758"/>
                    </a:cubicBezTo>
                    <a:cubicBezTo>
                      <a:pt x="32594" y="23721"/>
                      <a:pt x="31326" y="20960"/>
                      <a:pt x="31145" y="18108"/>
                    </a:cubicBezTo>
                    <a:cubicBezTo>
                      <a:pt x="30964" y="14849"/>
                      <a:pt x="32141" y="11544"/>
                      <a:pt x="31462" y="8330"/>
                    </a:cubicBezTo>
                    <a:lnTo>
                      <a:pt x="31462" y="8330"/>
                    </a:lnTo>
                    <a:cubicBezTo>
                      <a:pt x="30285" y="8466"/>
                      <a:pt x="29425" y="9643"/>
                      <a:pt x="29198" y="10820"/>
                    </a:cubicBezTo>
                    <a:cubicBezTo>
                      <a:pt x="28972" y="11951"/>
                      <a:pt x="29198" y="13174"/>
                      <a:pt x="29198" y="14351"/>
                    </a:cubicBezTo>
                    <a:cubicBezTo>
                      <a:pt x="29198" y="15165"/>
                      <a:pt x="29063" y="16071"/>
                      <a:pt x="28655" y="16795"/>
                    </a:cubicBezTo>
                    <a:cubicBezTo>
                      <a:pt x="28519" y="14441"/>
                      <a:pt x="28655" y="12042"/>
                      <a:pt x="29470" y="9778"/>
                    </a:cubicBezTo>
                    <a:cubicBezTo>
                      <a:pt x="29559" y="9513"/>
                      <a:pt x="29301" y="9305"/>
                      <a:pt x="29061" y="9305"/>
                    </a:cubicBezTo>
                    <a:cubicBezTo>
                      <a:pt x="28933" y="9305"/>
                      <a:pt x="28809" y="9365"/>
                      <a:pt x="28746" y="9507"/>
                    </a:cubicBezTo>
                    <a:cubicBezTo>
                      <a:pt x="28112" y="10910"/>
                      <a:pt x="27659" y="12313"/>
                      <a:pt x="27388" y="13807"/>
                    </a:cubicBezTo>
                    <a:cubicBezTo>
                      <a:pt x="27161" y="12947"/>
                      <a:pt x="26935" y="12042"/>
                      <a:pt x="26618" y="11182"/>
                    </a:cubicBezTo>
                    <a:cubicBezTo>
                      <a:pt x="27026" y="10503"/>
                      <a:pt x="27388" y="9778"/>
                      <a:pt x="27840" y="9099"/>
                    </a:cubicBezTo>
                    <a:cubicBezTo>
                      <a:pt x="28203" y="8511"/>
                      <a:pt x="28565" y="7922"/>
                      <a:pt x="28927" y="7334"/>
                    </a:cubicBezTo>
                    <a:cubicBezTo>
                      <a:pt x="29289" y="6745"/>
                      <a:pt x="29787" y="6021"/>
                      <a:pt x="29787" y="5342"/>
                    </a:cubicBezTo>
                    <a:cubicBezTo>
                      <a:pt x="29787" y="5025"/>
                      <a:pt x="29512" y="4845"/>
                      <a:pt x="29241" y="4845"/>
                    </a:cubicBezTo>
                    <a:cubicBezTo>
                      <a:pt x="29164" y="4845"/>
                      <a:pt x="29087" y="4859"/>
                      <a:pt x="29017" y="4889"/>
                    </a:cubicBezTo>
                    <a:cubicBezTo>
                      <a:pt x="28384" y="5161"/>
                      <a:pt x="27931" y="5976"/>
                      <a:pt x="27524" y="6519"/>
                    </a:cubicBezTo>
                    <a:cubicBezTo>
                      <a:pt x="27116" y="7153"/>
                      <a:pt x="26709" y="7787"/>
                      <a:pt x="26347" y="8466"/>
                    </a:cubicBezTo>
                    <a:cubicBezTo>
                      <a:pt x="25532" y="9778"/>
                      <a:pt x="24807" y="11136"/>
                      <a:pt x="24174" y="12540"/>
                    </a:cubicBezTo>
                    <a:cubicBezTo>
                      <a:pt x="23766" y="13445"/>
                      <a:pt x="23404" y="14396"/>
                      <a:pt x="23132" y="15346"/>
                    </a:cubicBezTo>
                    <a:cubicBezTo>
                      <a:pt x="23585" y="12630"/>
                      <a:pt x="24626" y="10005"/>
                      <a:pt x="25486" y="7470"/>
                    </a:cubicBezTo>
                    <a:cubicBezTo>
                      <a:pt x="25578" y="7196"/>
                      <a:pt x="25321" y="6983"/>
                      <a:pt x="25089" y="6983"/>
                    </a:cubicBezTo>
                    <a:cubicBezTo>
                      <a:pt x="24975" y="6983"/>
                      <a:pt x="24867" y="7034"/>
                      <a:pt x="24807" y="7153"/>
                    </a:cubicBezTo>
                    <a:cubicBezTo>
                      <a:pt x="23268" y="9959"/>
                      <a:pt x="21910" y="12857"/>
                      <a:pt x="21503" y="16071"/>
                    </a:cubicBezTo>
                    <a:cubicBezTo>
                      <a:pt x="21367" y="17157"/>
                      <a:pt x="21322" y="18244"/>
                      <a:pt x="21457" y="19330"/>
                    </a:cubicBezTo>
                    <a:cubicBezTo>
                      <a:pt x="20778" y="18877"/>
                      <a:pt x="20371" y="18017"/>
                      <a:pt x="20235" y="17157"/>
                    </a:cubicBezTo>
                    <a:cubicBezTo>
                      <a:pt x="20054" y="16161"/>
                      <a:pt x="20190" y="15075"/>
                      <a:pt x="20145" y="14034"/>
                    </a:cubicBezTo>
                    <a:cubicBezTo>
                      <a:pt x="20099" y="13355"/>
                      <a:pt x="20009" y="12630"/>
                      <a:pt x="19828" y="11951"/>
                    </a:cubicBezTo>
                    <a:cubicBezTo>
                      <a:pt x="19918" y="11634"/>
                      <a:pt x="20009" y="11318"/>
                      <a:pt x="20145" y="11001"/>
                    </a:cubicBezTo>
                    <a:cubicBezTo>
                      <a:pt x="20643" y="9914"/>
                      <a:pt x="21457" y="9009"/>
                      <a:pt x="22182" y="8103"/>
                    </a:cubicBezTo>
                    <a:cubicBezTo>
                      <a:pt x="22589" y="7651"/>
                      <a:pt x="22951" y="7198"/>
                      <a:pt x="23268" y="6745"/>
                    </a:cubicBezTo>
                    <a:cubicBezTo>
                      <a:pt x="23585" y="6293"/>
                      <a:pt x="24038" y="5614"/>
                      <a:pt x="23993" y="5070"/>
                    </a:cubicBezTo>
                    <a:cubicBezTo>
                      <a:pt x="23959" y="4835"/>
                      <a:pt x="23776" y="4625"/>
                      <a:pt x="23572" y="4625"/>
                    </a:cubicBezTo>
                    <a:cubicBezTo>
                      <a:pt x="23502" y="4625"/>
                      <a:pt x="23429" y="4650"/>
                      <a:pt x="23359" y="4708"/>
                    </a:cubicBezTo>
                    <a:cubicBezTo>
                      <a:pt x="22906" y="5025"/>
                      <a:pt x="22589" y="5659"/>
                      <a:pt x="22227" y="6112"/>
                    </a:cubicBezTo>
                    <a:cubicBezTo>
                      <a:pt x="21865" y="6610"/>
                      <a:pt x="21457" y="7062"/>
                      <a:pt x="21050" y="7560"/>
                    </a:cubicBezTo>
                    <a:cubicBezTo>
                      <a:pt x="20371" y="8420"/>
                      <a:pt x="19692" y="9280"/>
                      <a:pt x="19194" y="10276"/>
                    </a:cubicBezTo>
                    <a:cubicBezTo>
                      <a:pt x="19194" y="10276"/>
                      <a:pt x="19194" y="10231"/>
                      <a:pt x="19149" y="10186"/>
                    </a:cubicBezTo>
                    <a:cubicBezTo>
                      <a:pt x="16840" y="13038"/>
                      <a:pt x="17293" y="17157"/>
                      <a:pt x="16387" y="20688"/>
                    </a:cubicBezTo>
                    <a:cubicBezTo>
                      <a:pt x="16297" y="21005"/>
                      <a:pt x="16206" y="21277"/>
                      <a:pt x="15935" y="21458"/>
                    </a:cubicBezTo>
                    <a:cubicBezTo>
                      <a:pt x="15823" y="21536"/>
                      <a:pt x="15700" y="21570"/>
                      <a:pt x="15573" y="21570"/>
                    </a:cubicBezTo>
                    <a:cubicBezTo>
                      <a:pt x="15188" y="21570"/>
                      <a:pt x="14770" y="21255"/>
                      <a:pt x="14531" y="20915"/>
                    </a:cubicBezTo>
                    <a:cubicBezTo>
                      <a:pt x="12902" y="18696"/>
                      <a:pt x="14079" y="15573"/>
                      <a:pt x="13400" y="12902"/>
                    </a:cubicBezTo>
                    <a:cubicBezTo>
                      <a:pt x="13359" y="12899"/>
                      <a:pt x="13319" y="12898"/>
                      <a:pt x="13278" y="12898"/>
                    </a:cubicBezTo>
                    <a:cubicBezTo>
                      <a:pt x="12686" y="12898"/>
                      <a:pt x="12103" y="13202"/>
                      <a:pt x="11679" y="13626"/>
                    </a:cubicBezTo>
                    <a:cubicBezTo>
                      <a:pt x="12404" y="11499"/>
                      <a:pt x="13626" y="9371"/>
                      <a:pt x="15391" y="8013"/>
                    </a:cubicBezTo>
                    <a:cubicBezTo>
                      <a:pt x="15697" y="7784"/>
                      <a:pt x="15390" y="7328"/>
                      <a:pt x="15069" y="7328"/>
                    </a:cubicBezTo>
                    <a:cubicBezTo>
                      <a:pt x="15010" y="7328"/>
                      <a:pt x="14950" y="7344"/>
                      <a:pt x="14894" y="7379"/>
                    </a:cubicBezTo>
                    <a:cubicBezTo>
                      <a:pt x="13762" y="8013"/>
                      <a:pt x="12721" y="8782"/>
                      <a:pt x="11906" y="9824"/>
                    </a:cubicBezTo>
                    <a:cubicBezTo>
                      <a:pt x="11046" y="10910"/>
                      <a:pt x="10457" y="12178"/>
                      <a:pt x="10005" y="13490"/>
                    </a:cubicBezTo>
                    <a:cubicBezTo>
                      <a:pt x="9597" y="14622"/>
                      <a:pt x="9371" y="15844"/>
                      <a:pt x="9235" y="17021"/>
                    </a:cubicBezTo>
                    <a:cubicBezTo>
                      <a:pt x="9235" y="16614"/>
                      <a:pt x="9235" y="16207"/>
                      <a:pt x="9235" y="15799"/>
                    </a:cubicBezTo>
                    <a:cubicBezTo>
                      <a:pt x="9235" y="15211"/>
                      <a:pt x="9280" y="14577"/>
                      <a:pt x="9325" y="13943"/>
                    </a:cubicBezTo>
                    <a:cubicBezTo>
                      <a:pt x="9416" y="12721"/>
                      <a:pt x="9642" y="11499"/>
                      <a:pt x="10005" y="10322"/>
                    </a:cubicBezTo>
                    <a:cubicBezTo>
                      <a:pt x="10087" y="9965"/>
                      <a:pt x="9803" y="9741"/>
                      <a:pt x="9537" y="9741"/>
                    </a:cubicBezTo>
                    <a:cubicBezTo>
                      <a:pt x="9364" y="9741"/>
                      <a:pt x="9198" y="9836"/>
                      <a:pt x="9144" y="10050"/>
                    </a:cubicBezTo>
                    <a:cubicBezTo>
                      <a:pt x="8782" y="11318"/>
                      <a:pt x="8556" y="12585"/>
                      <a:pt x="8420" y="13853"/>
                    </a:cubicBezTo>
                    <a:cubicBezTo>
                      <a:pt x="8330" y="15120"/>
                      <a:pt x="8375" y="16478"/>
                      <a:pt x="8692" y="17700"/>
                    </a:cubicBezTo>
                    <a:cubicBezTo>
                      <a:pt x="8717" y="17850"/>
                      <a:pt x="8824" y="17917"/>
                      <a:pt x="8938" y="17917"/>
                    </a:cubicBezTo>
                    <a:cubicBezTo>
                      <a:pt x="9031" y="17917"/>
                      <a:pt x="9129" y="17872"/>
                      <a:pt x="9190" y="17791"/>
                    </a:cubicBezTo>
                    <a:lnTo>
                      <a:pt x="9190" y="17791"/>
                    </a:lnTo>
                    <a:cubicBezTo>
                      <a:pt x="9190" y="17882"/>
                      <a:pt x="9144" y="17972"/>
                      <a:pt x="9144" y="18063"/>
                    </a:cubicBezTo>
                    <a:cubicBezTo>
                      <a:pt x="9144" y="18198"/>
                      <a:pt x="9144" y="18289"/>
                      <a:pt x="9144" y="18379"/>
                    </a:cubicBezTo>
                    <a:cubicBezTo>
                      <a:pt x="9111" y="18385"/>
                      <a:pt x="9078" y="18388"/>
                      <a:pt x="9046" y="18388"/>
                    </a:cubicBezTo>
                    <a:cubicBezTo>
                      <a:pt x="8542" y="18388"/>
                      <a:pt x="8092" y="17755"/>
                      <a:pt x="7922" y="17203"/>
                    </a:cubicBezTo>
                    <a:cubicBezTo>
                      <a:pt x="6247" y="12359"/>
                      <a:pt x="8103" y="6519"/>
                      <a:pt x="12268" y="3531"/>
                    </a:cubicBezTo>
                    <a:cubicBezTo>
                      <a:pt x="13128" y="2898"/>
                      <a:pt x="14214" y="2083"/>
                      <a:pt x="13943" y="1041"/>
                    </a:cubicBezTo>
                    <a:cubicBezTo>
                      <a:pt x="13762" y="362"/>
                      <a:pt x="13038" y="46"/>
                      <a:pt x="122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2" name="Google Shape;6782;p20"/>
              <p:cNvSpPr/>
              <p:nvPr/>
            </p:nvSpPr>
            <p:spPr>
              <a:xfrm>
                <a:off x="2415150" y="1244225"/>
                <a:ext cx="225225" cy="357650"/>
              </a:xfrm>
              <a:custGeom>
                <a:rect b="b" l="l" r="r" t="t"/>
                <a:pathLst>
                  <a:path extrusionOk="0" h="14306" w="9009">
                    <a:moveTo>
                      <a:pt x="1087" y="0"/>
                    </a:moveTo>
                    <a:cubicBezTo>
                      <a:pt x="634" y="0"/>
                      <a:pt x="362" y="498"/>
                      <a:pt x="0" y="770"/>
                    </a:cubicBezTo>
                    <a:cubicBezTo>
                      <a:pt x="136" y="1449"/>
                      <a:pt x="272" y="2128"/>
                      <a:pt x="453" y="2762"/>
                    </a:cubicBezTo>
                    <a:cubicBezTo>
                      <a:pt x="1223" y="5659"/>
                      <a:pt x="2581" y="8375"/>
                      <a:pt x="4527" y="10593"/>
                    </a:cubicBezTo>
                    <a:cubicBezTo>
                      <a:pt x="5478" y="11725"/>
                      <a:pt x="6610" y="12721"/>
                      <a:pt x="7832" y="13536"/>
                    </a:cubicBezTo>
                    <a:cubicBezTo>
                      <a:pt x="8194" y="13807"/>
                      <a:pt x="8601" y="14079"/>
                      <a:pt x="9009" y="14305"/>
                    </a:cubicBezTo>
                    <a:cubicBezTo>
                      <a:pt x="8103" y="13219"/>
                      <a:pt x="7379" y="11951"/>
                      <a:pt x="6836" y="10638"/>
                    </a:cubicBezTo>
                    <a:cubicBezTo>
                      <a:pt x="6610" y="10095"/>
                      <a:pt x="6428" y="9507"/>
                      <a:pt x="6247" y="8963"/>
                    </a:cubicBezTo>
                    <a:cubicBezTo>
                      <a:pt x="5433" y="8239"/>
                      <a:pt x="4753" y="7288"/>
                      <a:pt x="4120" y="6428"/>
                    </a:cubicBezTo>
                    <a:cubicBezTo>
                      <a:pt x="3079" y="4934"/>
                      <a:pt x="2083" y="3350"/>
                      <a:pt x="1947" y="1585"/>
                    </a:cubicBezTo>
                    <a:cubicBezTo>
                      <a:pt x="1902" y="905"/>
                      <a:pt x="1766" y="0"/>
                      <a:pt x="1087" y="0"/>
                    </a:cubicBez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3" name="Google Shape;6783;p20"/>
              <p:cNvSpPr/>
              <p:nvPr/>
            </p:nvSpPr>
            <p:spPr>
              <a:xfrm>
                <a:off x="2617725" y="1388300"/>
                <a:ext cx="499100" cy="269125"/>
              </a:xfrm>
              <a:custGeom>
                <a:rect b="b" l="l" r="r" t="t"/>
                <a:pathLst>
                  <a:path extrusionOk="0" h="10765" w="19964">
                    <a:moveTo>
                      <a:pt x="18809" y="0"/>
                    </a:moveTo>
                    <a:cubicBezTo>
                      <a:pt x="18697" y="0"/>
                      <a:pt x="18583" y="24"/>
                      <a:pt x="18470" y="77"/>
                    </a:cubicBezTo>
                    <a:cubicBezTo>
                      <a:pt x="18379" y="77"/>
                      <a:pt x="18334" y="122"/>
                      <a:pt x="18289" y="167"/>
                    </a:cubicBezTo>
                    <a:cubicBezTo>
                      <a:pt x="18063" y="348"/>
                      <a:pt x="17882" y="620"/>
                      <a:pt x="17746" y="892"/>
                    </a:cubicBezTo>
                    <a:cubicBezTo>
                      <a:pt x="16569" y="2929"/>
                      <a:pt x="14894" y="4740"/>
                      <a:pt x="12676" y="5554"/>
                    </a:cubicBezTo>
                    <a:cubicBezTo>
                      <a:pt x="12042" y="5779"/>
                      <a:pt x="11358" y="5892"/>
                      <a:pt x="10674" y="5892"/>
                    </a:cubicBezTo>
                    <a:cubicBezTo>
                      <a:pt x="9011" y="5892"/>
                      <a:pt x="7345" y="5226"/>
                      <a:pt x="6383" y="3879"/>
                    </a:cubicBezTo>
                    <a:cubicBezTo>
                      <a:pt x="5942" y="3217"/>
                      <a:pt x="5500" y="2339"/>
                      <a:pt x="4722" y="2339"/>
                    </a:cubicBezTo>
                    <a:cubicBezTo>
                      <a:pt x="4702" y="2339"/>
                      <a:pt x="4683" y="2339"/>
                      <a:pt x="4663" y="2340"/>
                    </a:cubicBezTo>
                    <a:cubicBezTo>
                      <a:pt x="3531" y="2340"/>
                      <a:pt x="3305" y="4106"/>
                      <a:pt x="2309" y="4649"/>
                    </a:cubicBezTo>
                    <a:cubicBezTo>
                      <a:pt x="2068" y="4783"/>
                      <a:pt x="1811" y="4822"/>
                      <a:pt x="1548" y="4822"/>
                    </a:cubicBezTo>
                    <a:cubicBezTo>
                      <a:pt x="1366" y="4822"/>
                      <a:pt x="1181" y="4803"/>
                      <a:pt x="996" y="4785"/>
                    </a:cubicBezTo>
                    <a:cubicBezTo>
                      <a:pt x="679" y="4694"/>
                      <a:pt x="317" y="4604"/>
                      <a:pt x="0" y="4468"/>
                    </a:cubicBezTo>
                    <a:lnTo>
                      <a:pt x="0" y="4468"/>
                    </a:lnTo>
                    <a:cubicBezTo>
                      <a:pt x="679" y="5690"/>
                      <a:pt x="1449" y="6822"/>
                      <a:pt x="2400" y="7773"/>
                    </a:cubicBezTo>
                    <a:cubicBezTo>
                      <a:pt x="3441" y="8814"/>
                      <a:pt x="4663" y="9583"/>
                      <a:pt x="6066" y="9945"/>
                    </a:cubicBezTo>
                    <a:cubicBezTo>
                      <a:pt x="6655" y="10127"/>
                      <a:pt x="7198" y="10217"/>
                      <a:pt x="7787" y="10308"/>
                    </a:cubicBezTo>
                    <a:cubicBezTo>
                      <a:pt x="6338" y="8723"/>
                      <a:pt x="5433" y="6550"/>
                      <a:pt x="4573" y="4649"/>
                    </a:cubicBezTo>
                    <a:cubicBezTo>
                      <a:pt x="4447" y="4367"/>
                      <a:pt x="4647" y="4128"/>
                      <a:pt x="4857" y="4128"/>
                    </a:cubicBezTo>
                    <a:cubicBezTo>
                      <a:pt x="4951" y="4128"/>
                      <a:pt x="5046" y="4175"/>
                      <a:pt x="5116" y="4287"/>
                    </a:cubicBezTo>
                    <a:cubicBezTo>
                      <a:pt x="6338" y="6324"/>
                      <a:pt x="7741" y="8316"/>
                      <a:pt x="9552" y="9855"/>
                    </a:cubicBezTo>
                    <a:cubicBezTo>
                      <a:pt x="10005" y="10217"/>
                      <a:pt x="10503" y="10579"/>
                      <a:pt x="11046" y="10715"/>
                    </a:cubicBezTo>
                    <a:cubicBezTo>
                      <a:pt x="11271" y="10750"/>
                      <a:pt x="11496" y="10764"/>
                      <a:pt x="11720" y="10764"/>
                    </a:cubicBezTo>
                    <a:cubicBezTo>
                      <a:pt x="12084" y="10764"/>
                      <a:pt x="12448" y="10726"/>
                      <a:pt x="12811" y="10670"/>
                    </a:cubicBezTo>
                    <a:cubicBezTo>
                      <a:pt x="13490" y="10579"/>
                      <a:pt x="14169" y="10489"/>
                      <a:pt x="14803" y="10353"/>
                    </a:cubicBezTo>
                    <a:cubicBezTo>
                      <a:pt x="15120" y="10308"/>
                      <a:pt x="15618" y="10262"/>
                      <a:pt x="15935" y="10081"/>
                    </a:cubicBezTo>
                    <a:cubicBezTo>
                      <a:pt x="16252" y="9764"/>
                      <a:pt x="16433" y="9402"/>
                      <a:pt x="16569" y="8995"/>
                    </a:cubicBezTo>
                    <a:cubicBezTo>
                      <a:pt x="16705" y="8452"/>
                      <a:pt x="16795" y="7908"/>
                      <a:pt x="16886" y="7365"/>
                    </a:cubicBezTo>
                    <a:cubicBezTo>
                      <a:pt x="17203" y="6052"/>
                      <a:pt x="17791" y="4830"/>
                      <a:pt x="18606" y="3744"/>
                    </a:cubicBezTo>
                    <a:cubicBezTo>
                      <a:pt x="19149" y="3065"/>
                      <a:pt x="19828" y="2431"/>
                      <a:pt x="19964" y="1571"/>
                    </a:cubicBezTo>
                    <a:cubicBezTo>
                      <a:pt x="19964" y="1480"/>
                      <a:pt x="19964" y="1390"/>
                      <a:pt x="19964" y="1344"/>
                    </a:cubicBezTo>
                    <a:cubicBezTo>
                      <a:pt x="19964" y="1299"/>
                      <a:pt x="19964" y="1254"/>
                      <a:pt x="19964" y="1209"/>
                    </a:cubicBezTo>
                    <a:cubicBezTo>
                      <a:pt x="19888" y="604"/>
                      <a:pt x="19372" y="0"/>
                      <a:pt x="188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4" name="Google Shape;6784;p20"/>
              <p:cNvSpPr/>
              <p:nvPr/>
            </p:nvSpPr>
            <p:spPr>
              <a:xfrm>
                <a:off x="3205075" y="792500"/>
                <a:ext cx="458375" cy="323875"/>
              </a:xfrm>
              <a:custGeom>
                <a:rect b="b" l="l" r="r" t="t"/>
                <a:pathLst>
                  <a:path extrusionOk="0" h="12955" w="18335">
                    <a:moveTo>
                      <a:pt x="7851" y="1"/>
                    </a:moveTo>
                    <a:cubicBezTo>
                      <a:pt x="6088" y="1"/>
                      <a:pt x="4344" y="501"/>
                      <a:pt x="2853" y="1636"/>
                    </a:cubicBezTo>
                    <a:cubicBezTo>
                      <a:pt x="1449" y="2678"/>
                      <a:pt x="454" y="4217"/>
                      <a:pt x="137" y="5937"/>
                    </a:cubicBezTo>
                    <a:cubicBezTo>
                      <a:pt x="1" y="6797"/>
                      <a:pt x="1" y="7657"/>
                      <a:pt x="182" y="8517"/>
                    </a:cubicBezTo>
                    <a:cubicBezTo>
                      <a:pt x="272" y="8880"/>
                      <a:pt x="363" y="9287"/>
                      <a:pt x="680" y="9559"/>
                    </a:cubicBezTo>
                    <a:cubicBezTo>
                      <a:pt x="952" y="9800"/>
                      <a:pt x="1263" y="9860"/>
                      <a:pt x="1575" y="9860"/>
                    </a:cubicBezTo>
                    <a:cubicBezTo>
                      <a:pt x="1731" y="9860"/>
                      <a:pt x="1887" y="9845"/>
                      <a:pt x="2038" y="9830"/>
                    </a:cubicBezTo>
                    <a:cubicBezTo>
                      <a:pt x="2581" y="9785"/>
                      <a:pt x="3079" y="9740"/>
                      <a:pt x="3577" y="9694"/>
                    </a:cubicBezTo>
                    <a:cubicBezTo>
                      <a:pt x="3697" y="9677"/>
                      <a:pt x="3843" y="9660"/>
                      <a:pt x="3990" y="9660"/>
                    </a:cubicBezTo>
                    <a:cubicBezTo>
                      <a:pt x="4232" y="9660"/>
                      <a:pt x="4477" y="9706"/>
                      <a:pt x="4618" y="9875"/>
                    </a:cubicBezTo>
                    <a:cubicBezTo>
                      <a:pt x="4799" y="10102"/>
                      <a:pt x="4799" y="10419"/>
                      <a:pt x="4890" y="10690"/>
                    </a:cubicBezTo>
                    <a:cubicBezTo>
                      <a:pt x="4980" y="11052"/>
                      <a:pt x="5071" y="11415"/>
                      <a:pt x="5252" y="11777"/>
                    </a:cubicBezTo>
                    <a:cubicBezTo>
                      <a:pt x="5714" y="12678"/>
                      <a:pt x="6472" y="12954"/>
                      <a:pt x="7301" y="12954"/>
                    </a:cubicBezTo>
                    <a:cubicBezTo>
                      <a:pt x="8096" y="12954"/>
                      <a:pt x="8957" y="12700"/>
                      <a:pt x="9688" y="12501"/>
                    </a:cubicBezTo>
                    <a:cubicBezTo>
                      <a:pt x="10820" y="12184"/>
                      <a:pt x="11997" y="11913"/>
                      <a:pt x="13129" y="11731"/>
                    </a:cubicBezTo>
                    <a:cubicBezTo>
                      <a:pt x="14215" y="11550"/>
                      <a:pt x="15392" y="11596"/>
                      <a:pt x="16433" y="11188"/>
                    </a:cubicBezTo>
                    <a:cubicBezTo>
                      <a:pt x="16931" y="10962"/>
                      <a:pt x="17384" y="10690"/>
                      <a:pt x="17701" y="10283"/>
                    </a:cubicBezTo>
                    <a:cubicBezTo>
                      <a:pt x="17732" y="10291"/>
                      <a:pt x="17764" y="10294"/>
                      <a:pt x="17797" y="10294"/>
                    </a:cubicBezTo>
                    <a:cubicBezTo>
                      <a:pt x="17954" y="10294"/>
                      <a:pt x="18116" y="10207"/>
                      <a:pt x="18154" y="10056"/>
                    </a:cubicBezTo>
                    <a:cubicBezTo>
                      <a:pt x="18199" y="9785"/>
                      <a:pt x="18244" y="9513"/>
                      <a:pt x="18244" y="9242"/>
                    </a:cubicBezTo>
                    <a:cubicBezTo>
                      <a:pt x="18244" y="9196"/>
                      <a:pt x="18289" y="9151"/>
                      <a:pt x="18289" y="9106"/>
                    </a:cubicBezTo>
                    <a:cubicBezTo>
                      <a:pt x="18335" y="8789"/>
                      <a:pt x="18289" y="8517"/>
                      <a:pt x="18244" y="8246"/>
                    </a:cubicBezTo>
                    <a:cubicBezTo>
                      <a:pt x="17973" y="5394"/>
                      <a:pt x="15528" y="2859"/>
                      <a:pt x="13129" y="1455"/>
                    </a:cubicBezTo>
                    <a:cubicBezTo>
                      <a:pt x="11518" y="535"/>
                      <a:pt x="9674" y="1"/>
                      <a:pt x="78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5" name="Google Shape;6785;p20"/>
              <p:cNvSpPr/>
              <p:nvPr/>
            </p:nvSpPr>
            <p:spPr>
              <a:xfrm>
                <a:off x="4052225" y="848475"/>
                <a:ext cx="353625" cy="215375"/>
              </a:xfrm>
              <a:custGeom>
                <a:rect b="b" l="l" r="r" t="t"/>
                <a:pathLst>
                  <a:path extrusionOk="0" h="8615" w="14145">
                    <a:moveTo>
                      <a:pt x="8458" y="1"/>
                    </a:moveTo>
                    <a:cubicBezTo>
                      <a:pt x="6964" y="1"/>
                      <a:pt x="5490" y="424"/>
                      <a:pt x="4095" y="982"/>
                    </a:cubicBezTo>
                    <a:cubicBezTo>
                      <a:pt x="3145" y="1344"/>
                      <a:pt x="2330" y="1842"/>
                      <a:pt x="1696" y="2612"/>
                    </a:cubicBezTo>
                    <a:cubicBezTo>
                      <a:pt x="1017" y="3381"/>
                      <a:pt x="610" y="4241"/>
                      <a:pt x="157" y="5147"/>
                    </a:cubicBezTo>
                    <a:cubicBezTo>
                      <a:pt x="1" y="5428"/>
                      <a:pt x="233" y="5687"/>
                      <a:pt x="481" y="5687"/>
                    </a:cubicBezTo>
                    <a:cubicBezTo>
                      <a:pt x="592" y="5687"/>
                      <a:pt x="707" y="5635"/>
                      <a:pt x="791" y="5509"/>
                    </a:cubicBezTo>
                    <a:cubicBezTo>
                      <a:pt x="836" y="5464"/>
                      <a:pt x="881" y="5373"/>
                      <a:pt x="927" y="5328"/>
                    </a:cubicBezTo>
                    <a:cubicBezTo>
                      <a:pt x="1062" y="6188"/>
                      <a:pt x="1877" y="6550"/>
                      <a:pt x="2647" y="6867"/>
                    </a:cubicBezTo>
                    <a:cubicBezTo>
                      <a:pt x="4503" y="7636"/>
                      <a:pt x="6404" y="8180"/>
                      <a:pt x="8396" y="8587"/>
                    </a:cubicBezTo>
                    <a:cubicBezTo>
                      <a:pt x="8461" y="8606"/>
                      <a:pt x="8531" y="8615"/>
                      <a:pt x="8603" y="8615"/>
                    </a:cubicBezTo>
                    <a:cubicBezTo>
                      <a:pt x="8884" y="8615"/>
                      <a:pt x="9193" y="8477"/>
                      <a:pt x="9301" y="8225"/>
                    </a:cubicBezTo>
                    <a:cubicBezTo>
                      <a:pt x="9437" y="7863"/>
                      <a:pt x="9528" y="7546"/>
                      <a:pt x="9618" y="7138"/>
                    </a:cubicBezTo>
                    <a:cubicBezTo>
                      <a:pt x="9663" y="6822"/>
                      <a:pt x="9709" y="6414"/>
                      <a:pt x="9844" y="6097"/>
                    </a:cubicBezTo>
                    <a:cubicBezTo>
                      <a:pt x="9998" y="5765"/>
                      <a:pt x="10325" y="5692"/>
                      <a:pt x="10679" y="5692"/>
                    </a:cubicBezTo>
                    <a:cubicBezTo>
                      <a:pt x="10950" y="5692"/>
                      <a:pt x="11238" y="5735"/>
                      <a:pt x="11474" y="5735"/>
                    </a:cubicBezTo>
                    <a:cubicBezTo>
                      <a:pt x="11626" y="5745"/>
                      <a:pt x="11790" y="5753"/>
                      <a:pt x="11957" y="5753"/>
                    </a:cubicBezTo>
                    <a:cubicBezTo>
                      <a:pt x="12538" y="5753"/>
                      <a:pt x="13170" y="5659"/>
                      <a:pt x="13557" y="5237"/>
                    </a:cubicBezTo>
                    <a:cubicBezTo>
                      <a:pt x="14145" y="4694"/>
                      <a:pt x="13738" y="3426"/>
                      <a:pt x="13421" y="2838"/>
                    </a:cubicBezTo>
                    <a:lnTo>
                      <a:pt x="13466" y="2838"/>
                    </a:lnTo>
                    <a:cubicBezTo>
                      <a:pt x="12787" y="1389"/>
                      <a:pt x="11338" y="393"/>
                      <a:pt x="9799" y="122"/>
                    </a:cubicBezTo>
                    <a:cubicBezTo>
                      <a:pt x="9351" y="38"/>
                      <a:pt x="8904" y="1"/>
                      <a:pt x="84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6" name="Google Shape;6786;p20"/>
              <p:cNvSpPr/>
              <p:nvPr/>
            </p:nvSpPr>
            <p:spPr>
              <a:xfrm>
                <a:off x="3186100" y="733875"/>
                <a:ext cx="452450" cy="177025"/>
              </a:xfrm>
              <a:custGeom>
                <a:rect b="b" l="l" r="r" t="t"/>
                <a:pathLst>
                  <a:path extrusionOk="0" h="7081" w="18098">
                    <a:moveTo>
                      <a:pt x="6415" y="1"/>
                    </a:moveTo>
                    <a:cubicBezTo>
                      <a:pt x="5681" y="1"/>
                      <a:pt x="4950" y="63"/>
                      <a:pt x="4246" y="224"/>
                    </a:cubicBezTo>
                    <a:cubicBezTo>
                      <a:pt x="3974" y="315"/>
                      <a:pt x="4019" y="767"/>
                      <a:pt x="4336" y="767"/>
                    </a:cubicBezTo>
                    <a:lnTo>
                      <a:pt x="4427" y="767"/>
                    </a:lnTo>
                    <a:cubicBezTo>
                      <a:pt x="3974" y="903"/>
                      <a:pt x="3567" y="1039"/>
                      <a:pt x="3159" y="1220"/>
                    </a:cubicBezTo>
                    <a:cubicBezTo>
                      <a:pt x="1937" y="1809"/>
                      <a:pt x="262" y="2895"/>
                      <a:pt x="36" y="4389"/>
                    </a:cubicBezTo>
                    <a:cubicBezTo>
                      <a:pt x="0" y="4673"/>
                      <a:pt x="215" y="4957"/>
                      <a:pt x="485" y="4957"/>
                    </a:cubicBezTo>
                    <a:cubicBezTo>
                      <a:pt x="558" y="4957"/>
                      <a:pt x="637" y="4936"/>
                      <a:pt x="715" y="4887"/>
                    </a:cubicBezTo>
                    <a:cubicBezTo>
                      <a:pt x="1348" y="4570"/>
                      <a:pt x="1846" y="4027"/>
                      <a:pt x="2390" y="3574"/>
                    </a:cubicBezTo>
                    <a:cubicBezTo>
                      <a:pt x="2978" y="3167"/>
                      <a:pt x="3612" y="2759"/>
                      <a:pt x="4291" y="2488"/>
                    </a:cubicBezTo>
                    <a:cubicBezTo>
                      <a:pt x="5298" y="2098"/>
                      <a:pt x="6375" y="1894"/>
                      <a:pt x="7472" y="1894"/>
                    </a:cubicBezTo>
                    <a:cubicBezTo>
                      <a:pt x="7904" y="1894"/>
                      <a:pt x="8338" y="1926"/>
                      <a:pt x="8772" y="1990"/>
                    </a:cubicBezTo>
                    <a:cubicBezTo>
                      <a:pt x="12032" y="2488"/>
                      <a:pt x="15155" y="4479"/>
                      <a:pt x="17283" y="6969"/>
                    </a:cubicBezTo>
                    <a:cubicBezTo>
                      <a:pt x="17361" y="7047"/>
                      <a:pt x="17451" y="7081"/>
                      <a:pt x="17540" y="7081"/>
                    </a:cubicBezTo>
                    <a:cubicBezTo>
                      <a:pt x="17759" y="7081"/>
                      <a:pt x="17975" y="6878"/>
                      <a:pt x="18007" y="6652"/>
                    </a:cubicBezTo>
                    <a:cubicBezTo>
                      <a:pt x="18098" y="5204"/>
                      <a:pt x="16649" y="4072"/>
                      <a:pt x="15653" y="3302"/>
                    </a:cubicBezTo>
                    <a:cubicBezTo>
                      <a:pt x="15110" y="2895"/>
                      <a:pt x="14522" y="2533"/>
                      <a:pt x="13933" y="2171"/>
                    </a:cubicBezTo>
                    <a:cubicBezTo>
                      <a:pt x="13978" y="2035"/>
                      <a:pt x="13933" y="1899"/>
                      <a:pt x="13797" y="1809"/>
                    </a:cubicBezTo>
                    <a:cubicBezTo>
                      <a:pt x="12349" y="1039"/>
                      <a:pt x="10764" y="541"/>
                      <a:pt x="9135" y="224"/>
                    </a:cubicBezTo>
                    <a:cubicBezTo>
                      <a:pt x="8254" y="98"/>
                      <a:pt x="7332" y="1"/>
                      <a:pt x="64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7" name="Google Shape;6787;p20"/>
              <p:cNvSpPr/>
              <p:nvPr/>
            </p:nvSpPr>
            <p:spPr>
              <a:xfrm>
                <a:off x="4045425" y="794925"/>
                <a:ext cx="306125" cy="136850"/>
              </a:xfrm>
              <a:custGeom>
                <a:rect b="b" l="l" r="r" t="t"/>
                <a:pathLst>
                  <a:path extrusionOk="0" h="5474" w="12245">
                    <a:moveTo>
                      <a:pt x="9573" y="0"/>
                    </a:moveTo>
                    <a:cubicBezTo>
                      <a:pt x="8577" y="0"/>
                      <a:pt x="7581" y="136"/>
                      <a:pt x="6631" y="362"/>
                    </a:cubicBezTo>
                    <a:cubicBezTo>
                      <a:pt x="6631" y="272"/>
                      <a:pt x="6586" y="181"/>
                      <a:pt x="6495" y="136"/>
                    </a:cubicBezTo>
                    <a:cubicBezTo>
                      <a:pt x="6270" y="36"/>
                      <a:pt x="6017" y="5"/>
                      <a:pt x="5759" y="5"/>
                    </a:cubicBezTo>
                    <a:cubicBezTo>
                      <a:pt x="5551" y="5"/>
                      <a:pt x="5339" y="25"/>
                      <a:pt x="5137" y="46"/>
                    </a:cubicBezTo>
                    <a:cubicBezTo>
                      <a:pt x="4729" y="91"/>
                      <a:pt x="4277" y="181"/>
                      <a:pt x="3869" y="272"/>
                    </a:cubicBezTo>
                    <a:cubicBezTo>
                      <a:pt x="2964" y="453"/>
                      <a:pt x="2149" y="770"/>
                      <a:pt x="1289" y="1087"/>
                    </a:cubicBezTo>
                    <a:cubicBezTo>
                      <a:pt x="1108" y="1177"/>
                      <a:pt x="1017" y="1358"/>
                      <a:pt x="1063" y="1539"/>
                    </a:cubicBezTo>
                    <a:cubicBezTo>
                      <a:pt x="1102" y="1697"/>
                      <a:pt x="1278" y="1820"/>
                      <a:pt x="1442" y="1820"/>
                    </a:cubicBezTo>
                    <a:cubicBezTo>
                      <a:pt x="1467" y="1820"/>
                      <a:pt x="1492" y="1817"/>
                      <a:pt x="1515" y="1811"/>
                    </a:cubicBezTo>
                    <a:cubicBezTo>
                      <a:pt x="2330" y="1494"/>
                      <a:pt x="3145" y="1268"/>
                      <a:pt x="4005" y="1132"/>
                    </a:cubicBezTo>
                    <a:cubicBezTo>
                      <a:pt x="4232" y="1087"/>
                      <a:pt x="4458" y="1042"/>
                      <a:pt x="4684" y="1042"/>
                    </a:cubicBezTo>
                    <a:cubicBezTo>
                      <a:pt x="3960" y="1313"/>
                      <a:pt x="3281" y="1675"/>
                      <a:pt x="2647" y="2128"/>
                    </a:cubicBezTo>
                    <a:cubicBezTo>
                      <a:pt x="1606" y="2852"/>
                      <a:pt x="927" y="3758"/>
                      <a:pt x="203" y="4799"/>
                    </a:cubicBezTo>
                    <a:cubicBezTo>
                      <a:pt x="0" y="5136"/>
                      <a:pt x="301" y="5474"/>
                      <a:pt x="617" y="5474"/>
                    </a:cubicBezTo>
                    <a:cubicBezTo>
                      <a:pt x="725" y="5474"/>
                      <a:pt x="835" y="5434"/>
                      <a:pt x="927" y="5342"/>
                    </a:cubicBezTo>
                    <a:cubicBezTo>
                      <a:pt x="1651" y="4663"/>
                      <a:pt x="2511" y="4120"/>
                      <a:pt x="3326" y="3577"/>
                    </a:cubicBezTo>
                    <a:cubicBezTo>
                      <a:pt x="4141" y="3033"/>
                      <a:pt x="5046" y="2581"/>
                      <a:pt x="5952" y="2264"/>
                    </a:cubicBezTo>
                    <a:cubicBezTo>
                      <a:pt x="6857" y="1947"/>
                      <a:pt x="7808" y="1721"/>
                      <a:pt x="8758" y="1630"/>
                    </a:cubicBezTo>
                    <a:cubicBezTo>
                      <a:pt x="8862" y="1625"/>
                      <a:pt x="8966" y="1623"/>
                      <a:pt x="9069" y="1623"/>
                    </a:cubicBezTo>
                    <a:cubicBezTo>
                      <a:pt x="9685" y="1623"/>
                      <a:pt x="10298" y="1701"/>
                      <a:pt x="10894" y="1701"/>
                    </a:cubicBezTo>
                    <a:cubicBezTo>
                      <a:pt x="11074" y="1701"/>
                      <a:pt x="11253" y="1694"/>
                      <a:pt x="11429" y="1675"/>
                    </a:cubicBezTo>
                    <a:cubicBezTo>
                      <a:pt x="11460" y="1683"/>
                      <a:pt x="11491" y="1687"/>
                      <a:pt x="11522" y="1687"/>
                    </a:cubicBezTo>
                    <a:cubicBezTo>
                      <a:pt x="11671" y="1687"/>
                      <a:pt x="11815" y="1599"/>
                      <a:pt x="11927" y="1449"/>
                    </a:cubicBezTo>
                    <a:cubicBezTo>
                      <a:pt x="12244" y="906"/>
                      <a:pt x="11837" y="362"/>
                      <a:pt x="11293" y="181"/>
                    </a:cubicBezTo>
                    <a:cubicBezTo>
                      <a:pt x="10750" y="0"/>
                      <a:pt x="10116" y="0"/>
                      <a:pt x="95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8" name="Google Shape;6788;p20"/>
              <p:cNvSpPr/>
              <p:nvPr/>
            </p:nvSpPr>
            <p:spPr>
              <a:xfrm>
                <a:off x="3051175" y="266050"/>
                <a:ext cx="622475" cy="338700"/>
              </a:xfrm>
              <a:custGeom>
                <a:rect b="b" l="l" r="r" t="t"/>
                <a:pathLst>
                  <a:path extrusionOk="0" h="13548" w="24899">
                    <a:moveTo>
                      <a:pt x="17746" y="2505"/>
                    </a:moveTo>
                    <a:lnTo>
                      <a:pt x="17746" y="2505"/>
                    </a:lnTo>
                    <a:cubicBezTo>
                      <a:pt x="19240" y="3319"/>
                      <a:pt x="20598" y="4315"/>
                      <a:pt x="21594" y="5673"/>
                    </a:cubicBezTo>
                    <a:cubicBezTo>
                      <a:pt x="22363" y="6669"/>
                      <a:pt x="22906" y="7801"/>
                      <a:pt x="23133" y="9023"/>
                    </a:cubicBezTo>
                    <a:cubicBezTo>
                      <a:pt x="23133" y="9159"/>
                      <a:pt x="23133" y="9295"/>
                      <a:pt x="23178" y="9431"/>
                    </a:cubicBezTo>
                    <a:cubicBezTo>
                      <a:pt x="22725" y="8118"/>
                      <a:pt x="21865" y="6896"/>
                      <a:pt x="21096" y="5854"/>
                    </a:cubicBezTo>
                    <a:cubicBezTo>
                      <a:pt x="20417" y="4949"/>
                      <a:pt x="19692" y="4134"/>
                      <a:pt x="18877" y="3365"/>
                    </a:cubicBezTo>
                    <a:cubicBezTo>
                      <a:pt x="18515" y="3093"/>
                      <a:pt x="18153" y="2776"/>
                      <a:pt x="17746" y="2505"/>
                    </a:cubicBezTo>
                    <a:close/>
                    <a:moveTo>
                      <a:pt x="5620" y="1"/>
                    </a:moveTo>
                    <a:cubicBezTo>
                      <a:pt x="5226" y="1"/>
                      <a:pt x="4831" y="6"/>
                      <a:pt x="4437" y="15"/>
                    </a:cubicBezTo>
                    <a:cubicBezTo>
                      <a:pt x="3577" y="60"/>
                      <a:pt x="2626" y="105"/>
                      <a:pt x="1811" y="422"/>
                    </a:cubicBezTo>
                    <a:cubicBezTo>
                      <a:pt x="996" y="784"/>
                      <a:pt x="0" y="1463"/>
                      <a:pt x="362" y="2459"/>
                    </a:cubicBezTo>
                    <a:cubicBezTo>
                      <a:pt x="481" y="2814"/>
                      <a:pt x="804" y="3065"/>
                      <a:pt x="1184" y="3065"/>
                    </a:cubicBezTo>
                    <a:cubicBezTo>
                      <a:pt x="1241" y="3065"/>
                      <a:pt x="1299" y="3060"/>
                      <a:pt x="1358" y="3048"/>
                    </a:cubicBezTo>
                    <a:cubicBezTo>
                      <a:pt x="2943" y="2595"/>
                      <a:pt x="4527" y="2323"/>
                      <a:pt x="6202" y="2323"/>
                    </a:cubicBezTo>
                    <a:cubicBezTo>
                      <a:pt x="6298" y="2321"/>
                      <a:pt x="6394" y="2320"/>
                      <a:pt x="6490" y="2320"/>
                    </a:cubicBezTo>
                    <a:cubicBezTo>
                      <a:pt x="8024" y="2320"/>
                      <a:pt x="9557" y="2640"/>
                      <a:pt x="11091" y="2640"/>
                    </a:cubicBezTo>
                    <a:cubicBezTo>
                      <a:pt x="11272" y="2640"/>
                      <a:pt x="11408" y="2505"/>
                      <a:pt x="11499" y="2369"/>
                    </a:cubicBezTo>
                    <a:cubicBezTo>
                      <a:pt x="12585" y="2731"/>
                      <a:pt x="13626" y="3274"/>
                      <a:pt x="14577" y="3953"/>
                    </a:cubicBezTo>
                    <a:cubicBezTo>
                      <a:pt x="15618" y="4677"/>
                      <a:pt x="16659" y="5719"/>
                      <a:pt x="17157" y="6896"/>
                    </a:cubicBezTo>
                    <a:cubicBezTo>
                      <a:pt x="17217" y="7014"/>
                      <a:pt x="17320" y="7065"/>
                      <a:pt x="17428" y="7065"/>
                    </a:cubicBezTo>
                    <a:cubicBezTo>
                      <a:pt x="17651" y="7065"/>
                      <a:pt x="17897" y="6853"/>
                      <a:pt x="17836" y="6579"/>
                    </a:cubicBezTo>
                    <a:cubicBezTo>
                      <a:pt x="17610" y="5809"/>
                      <a:pt x="17429" y="5085"/>
                      <a:pt x="16976" y="4406"/>
                    </a:cubicBezTo>
                    <a:cubicBezTo>
                      <a:pt x="16750" y="4089"/>
                      <a:pt x="16523" y="3772"/>
                      <a:pt x="16297" y="3500"/>
                    </a:cubicBezTo>
                    <a:lnTo>
                      <a:pt x="16297" y="3500"/>
                    </a:lnTo>
                    <a:cubicBezTo>
                      <a:pt x="16433" y="3591"/>
                      <a:pt x="16614" y="3682"/>
                      <a:pt x="16750" y="3772"/>
                    </a:cubicBezTo>
                    <a:cubicBezTo>
                      <a:pt x="17112" y="3998"/>
                      <a:pt x="17474" y="4270"/>
                      <a:pt x="17836" y="4542"/>
                    </a:cubicBezTo>
                    <a:cubicBezTo>
                      <a:pt x="18560" y="5175"/>
                      <a:pt x="19240" y="5900"/>
                      <a:pt x="19873" y="6624"/>
                    </a:cubicBezTo>
                    <a:cubicBezTo>
                      <a:pt x="20462" y="7348"/>
                      <a:pt x="21005" y="8118"/>
                      <a:pt x="21548" y="8887"/>
                    </a:cubicBezTo>
                    <a:cubicBezTo>
                      <a:pt x="22182" y="9793"/>
                      <a:pt x="22861" y="10743"/>
                      <a:pt x="22770" y="11875"/>
                    </a:cubicBezTo>
                    <a:cubicBezTo>
                      <a:pt x="22735" y="12053"/>
                      <a:pt x="22895" y="12175"/>
                      <a:pt x="23053" y="12175"/>
                    </a:cubicBezTo>
                    <a:cubicBezTo>
                      <a:pt x="23096" y="12175"/>
                      <a:pt x="23139" y="12166"/>
                      <a:pt x="23178" y="12147"/>
                    </a:cubicBezTo>
                    <a:cubicBezTo>
                      <a:pt x="23223" y="12554"/>
                      <a:pt x="23268" y="12962"/>
                      <a:pt x="23404" y="13324"/>
                    </a:cubicBezTo>
                    <a:cubicBezTo>
                      <a:pt x="23485" y="13485"/>
                      <a:pt x="23628" y="13547"/>
                      <a:pt x="23778" y="13547"/>
                    </a:cubicBezTo>
                    <a:cubicBezTo>
                      <a:pt x="23965" y="13547"/>
                      <a:pt x="24164" y="13450"/>
                      <a:pt x="24264" y="13324"/>
                    </a:cubicBezTo>
                    <a:cubicBezTo>
                      <a:pt x="24717" y="12690"/>
                      <a:pt x="24808" y="11649"/>
                      <a:pt x="24853" y="10925"/>
                    </a:cubicBezTo>
                    <a:cubicBezTo>
                      <a:pt x="24898" y="10110"/>
                      <a:pt x="24808" y="9295"/>
                      <a:pt x="24672" y="8525"/>
                    </a:cubicBezTo>
                    <a:cubicBezTo>
                      <a:pt x="24400" y="7122"/>
                      <a:pt x="23766" y="5809"/>
                      <a:pt x="22906" y="4677"/>
                    </a:cubicBezTo>
                    <a:cubicBezTo>
                      <a:pt x="22001" y="3591"/>
                      <a:pt x="20914" y="2686"/>
                      <a:pt x="19692" y="1961"/>
                    </a:cubicBezTo>
                    <a:cubicBezTo>
                      <a:pt x="18379" y="1237"/>
                      <a:pt x="16976" y="830"/>
                      <a:pt x="15482" y="648"/>
                    </a:cubicBezTo>
                    <a:cubicBezTo>
                      <a:pt x="15471" y="647"/>
                      <a:pt x="15459" y="646"/>
                      <a:pt x="15448" y="646"/>
                    </a:cubicBezTo>
                    <a:cubicBezTo>
                      <a:pt x="15153" y="646"/>
                      <a:pt x="14996" y="1197"/>
                      <a:pt x="15301" y="1328"/>
                    </a:cubicBezTo>
                    <a:cubicBezTo>
                      <a:pt x="15709" y="1509"/>
                      <a:pt x="16161" y="1690"/>
                      <a:pt x="16569" y="1916"/>
                    </a:cubicBezTo>
                    <a:cubicBezTo>
                      <a:pt x="16486" y="1899"/>
                      <a:pt x="16403" y="1889"/>
                      <a:pt x="16320" y="1889"/>
                    </a:cubicBezTo>
                    <a:cubicBezTo>
                      <a:pt x="16177" y="1889"/>
                      <a:pt x="16033" y="1920"/>
                      <a:pt x="15890" y="2007"/>
                    </a:cubicBezTo>
                    <a:cubicBezTo>
                      <a:pt x="15618" y="2142"/>
                      <a:pt x="15573" y="2459"/>
                      <a:pt x="15618" y="2731"/>
                    </a:cubicBezTo>
                    <a:cubicBezTo>
                      <a:pt x="15618" y="2776"/>
                      <a:pt x="15618" y="2821"/>
                      <a:pt x="15663" y="2867"/>
                    </a:cubicBezTo>
                    <a:cubicBezTo>
                      <a:pt x="15573" y="2776"/>
                      <a:pt x="15437" y="2686"/>
                      <a:pt x="15346" y="2595"/>
                    </a:cubicBezTo>
                    <a:cubicBezTo>
                      <a:pt x="13988" y="1463"/>
                      <a:pt x="12223" y="784"/>
                      <a:pt x="10503" y="422"/>
                    </a:cubicBezTo>
                    <a:cubicBezTo>
                      <a:pt x="8897" y="94"/>
                      <a:pt x="7261" y="1"/>
                      <a:pt x="56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9" name="Google Shape;6789;p20"/>
              <p:cNvSpPr/>
              <p:nvPr/>
            </p:nvSpPr>
            <p:spPr>
              <a:xfrm>
                <a:off x="3680400" y="336575"/>
                <a:ext cx="164125" cy="149400"/>
              </a:xfrm>
              <a:custGeom>
                <a:rect b="b" l="l" r="r" t="t"/>
                <a:pathLst>
                  <a:path extrusionOk="0" h="5976" w="6565">
                    <a:moveTo>
                      <a:pt x="5252" y="0"/>
                    </a:moveTo>
                    <a:cubicBezTo>
                      <a:pt x="4935" y="0"/>
                      <a:pt x="4618" y="136"/>
                      <a:pt x="4347" y="227"/>
                    </a:cubicBezTo>
                    <a:cubicBezTo>
                      <a:pt x="3260" y="634"/>
                      <a:pt x="2128" y="1177"/>
                      <a:pt x="1314" y="2038"/>
                    </a:cubicBezTo>
                    <a:cubicBezTo>
                      <a:pt x="453" y="2943"/>
                      <a:pt x="182" y="4346"/>
                      <a:pt x="46" y="5568"/>
                    </a:cubicBezTo>
                    <a:cubicBezTo>
                      <a:pt x="1" y="5750"/>
                      <a:pt x="227" y="5931"/>
                      <a:pt x="408" y="5976"/>
                    </a:cubicBezTo>
                    <a:cubicBezTo>
                      <a:pt x="589" y="5976"/>
                      <a:pt x="770" y="5885"/>
                      <a:pt x="861" y="5659"/>
                    </a:cubicBezTo>
                    <a:cubicBezTo>
                      <a:pt x="1042" y="5161"/>
                      <a:pt x="1359" y="4708"/>
                      <a:pt x="1630" y="4256"/>
                    </a:cubicBezTo>
                    <a:cubicBezTo>
                      <a:pt x="1766" y="4075"/>
                      <a:pt x="1902" y="3848"/>
                      <a:pt x="2083" y="3622"/>
                    </a:cubicBezTo>
                    <a:cubicBezTo>
                      <a:pt x="2219" y="3396"/>
                      <a:pt x="2309" y="3305"/>
                      <a:pt x="2491" y="3124"/>
                    </a:cubicBezTo>
                    <a:cubicBezTo>
                      <a:pt x="3170" y="2445"/>
                      <a:pt x="4256" y="1992"/>
                      <a:pt x="5161" y="1675"/>
                    </a:cubicBezTo>
                    <a:cubicBezTo>
                      <a:pt x="5614" y="1494"/>
                      <a:pt x="6565" y="996"/>
                      <a:pt x="6203" y="363"/>
                    </a:cubicBezTo>
                    <a:cubicBezTo>
                      <a:pt x="6021" y="46"/>
                      <a:pt x="5569" y="0"/>
                      <a:pt x="52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0" name="Google Shape;6790;p20"/>
              <p:cNvSpPr/>
              <p:nvPr/>
            </p:nvSpPr>
            <p:spPr>
              <a:xfrm>
                <a:off x="3904925" y="406950"/>
                <a:ext cx="271200" cy="172350"/>
              </a:xfrm>
              <a:custGeom>
                <a:rect b="b" l="l" r="r" t="t"/>
                <a:pathLst>
                  <a:path extrusionOk="0" h="6894" w="10848">
                    <a:moveTo>
                      <a:pt x="9101" y="0"/>
                    </a:moveTo>
                    <a:cubicBezTo>
                      <a:pt x="8518" y="0"/>
                      <a:pt x="7932" y="185"/>
                      <a:pt x="7362" y="445"/>
                    </a:cubicBezTo>
                    <a:cubicBezTo>
                      <a:pt x="6321" y="943"/>
                      <a:pt x="5325" y="1531"/>
                      <a:pt x="4329" y="2120"/>
                    </a:cubicBezTo>
                    <a:cubicBezTo>
                      <a:pt x="3378" y="2663"/>
                      <a:pt x="2337" y="3161"/>
                      <a:pt x="1567" y="3976"/>
                    </a:cubicBezTo>
                    <a:cubicBezTo>
                      <a:pt x="843" y="4700"/>
                      <a:pt x="481" y="5470"/>
                      <a:pt x="119" y="6420"/>
                    </a:cubicBezTo>
                    <a:cubicBezTo>
                      <a:pt x="1" y="6686"/>
                      <a:pt x="248" y="6893"/>
                      <a:pt x="497" y="6893"/>
                    </a:cubicBezTo>
                    <a:cubicBezTo>
                      <a:pt x="630" y="6893"/>
                      <a:pt x="764" y="6834"/>
                      <a:pt x="843" y="6692"/>
                    </a:cubicBezTo>
                    <a:cubicBezTo>
                      <a:pt x="1703" y="5107"/>
                      <a:pt x="3604" y="4383"/>
                      <a:pt x="5144" y="3523"/>
                    </a:cubicBezTo>
                    <a:cubicBezTo>
                      <a:pt x="6004" y="3025"/>
                      <a:pt x="6864" y="2527"/>
                      <a:pt x="7724" y="2074"/>
                    </a:cubicBezTo>
                    <a:cubicBezTo>
                      <a:pt x="8131" y="1893"/>
                      <a:pt x="8539" y="1712"/>
                      <a:pt x="8946" y="1576"/>
                    </a:cubicBezTo>
                    <a:cubicBezTo>
                      <a:pt x="9173" y="1531"/>
                      <a:pt x="9354" y="1486"/>
                      <a:pt x="9580" y="1441"/>
                    </a:cubicBezTo>
                    <a:cubicBezTo>
                      <a:pt x="9670" y="1395"/>
                      <a:pt x="9670" y="1395"/>
                      <a:pt x="9670" y="1395"/>
                    </a:cubicBezTo>
                    <a:cubicBezTo>
                      <a:pt x="9806" y="1350"/>
                      <a:pt x="9942" y="1350"/>
                      <a:pt x="10078" y="1350"/>
                    </a:cubicBezTo>
                    <a:cubicBezTo>
                      <a:pt x="10621" y="1350"/>
                      <a:pt x="10847" y="626"/>
                      <a:pt x="10349" y="354"/>
                    </a:cubicBezTo>
                    <a:lnTo>
                      <a:pt x="10395" y="354"/>
                    </a:lnTo>
                    <a:cubicBezTo>
                      <a:pt x="9970" y="103"/>
                      <a:pt x="9536" y="0"/>
                      <a:pt x="91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1" name="Google Shape;6791;p20"/>
              <p:cNvSpPr/>
              <p:nvPr/>
            </p:nvSpPr>
            <p:spPr>
              <a:xfrm>
                <a:off x="4064350" y="473075"/>
                <a:ext cx="322250" cy="157300"/>
              </a:xfrm>
              <a:custGeom>
                <a:rect b="b" l="l" r="r" t="t"/>
                <a:pathLst>
                  <a:path extrusionOk="0" h="6292" w="12890">
                    <a:moveTo>
                      <a:pt x="4471" y="0"/>
                    </a:moveTo>
                    <a:cubicBezTo>
                      <a:pt x="4333" y="0"/>
                      <a:pt x="4196" y="6"/>
                      <a:pt x="4063" y="18"/>
                    </a:cubicBezTo>
                    <a:cubicBezTo>
                      <a:pt x="3565" y="63"/>
                      <a:pt x="3022" y="199"/>
                      <a:pt x="2660" y="516"/>
                    </a:cubicBezTo>
                    <a:cubicBezTo>
                      <a:pt x="2433" y="742"/>
                      <a:pt x="2479" y="1150"/>
                      <a:pt x="2750" y="1285"/>
                    </a:cubicBezTo>
                    <a:cubicBezTo>
                      <a:pt x="3022" y="1467"/>
                      <a:pt x="3293" y="1467"/>
                      <a:pt x="3610" y="1512"/>
                    </a:cubicBezTo>
                    <a:cubicBezTo>
                      <a:pt x="2479" y="1874"/>
                      <a:pt x="1437" y="2462"/>
                      <a:pt x="442" y="3051"/>
                    </a:cubicBezTo>
                    <a:cubicBezTo>
                      <a:pt x="1" y="3291"/>
                      <a:pt x="269" y="3851"/>
                      <a:pt x="682" y="3851"/>
                    </a:cubicBezTo>
                    <a:cubicBezTo>
                      <a:pt x="736" y="3851"/>
                      <a:pt x="792" y="3841"/>
                      <a:pt x="849" y="3821"/>
                    </a:cubicBezTo>
                    <a:cubicBezTo>
                      <a:pt x="1890" y="3368"/>
                      <a:pt x="3022" y="3096"/>
                      <a:pt x="4154" y="2915"/>
                    </a:cubicBezTo>
                    <a:cubicBezTo>
                      <a:pt x="4791" y="2832"/>
                      <a:pt x="5446" y="2749"/>
                      <a:pt x="6096" y="2749"/>
                    </a:cubicBezTo>
                    <a:cubicBezTo>
                      <a:pt x="6508" y="2749"/>
                      <a:pt x="6919" y="2782"/>
                      <a:pt x="7322" y="2870"/>
                    </a:cubicBezTo>
                    <a:cubicBezTo>
                      <a:pt x="8182" y="3051"/>
                      <a:pt x="8997" y="3368"/>
                      <a:pt x="9676" y="3911"/>
                    </a:cubicBezTo>
                    <a:cubicBezTo>
                      <a:pt x="9857" y="4002"/>
                      <a:pt x="9948" y="4092"/>
                      <a:pt x="10084" y="4228"/>
                    </a:cubicBezTo>
                    <a:cubicBezTo>
                      <a:pt x="10536" y="4726"/>
                      <a:pt x="10944" y="5269"/>
                      <a:pt x="11261" y="5903"/>
                    </a:cubicBezTo>
                    <a:cubicBezTo>
                      <a:pt x="11382" y="6177"/>
                      <a:pt x="11616" y="6292"/>
                      <a:pt x="11863" y="6292"/>
                    </a:cubicBezTo>
                    <a:cubicBezTo>
                      <a:pt x="12351" y="6292"/>
                      <a:pt x="12890" y="5840"/>
                      <a:pt x="12709" y="5269"/>
                    </a:cubicBezTo>
                    <a:cubicBezTo>
                      <a:pt x="12347" y="4137"/>
                      <a:pt x="11532" y="3187"/>
                      <a:pt x="10536" y="2462"/>
                    </a:cubicBezTo>
                    <a:cubicBezTo>
                      <a:pt x="9903" y="1919"/>
                      <a:pt x="9178" y="1376"/>
                      <a:pt x="8409" y="1014"/>
                    </a:cubicBezTo>
                    <a:cubicBezTo>
                      <a:pt x="7503" y="561"/>
                      <a:pt x="6553" y="244"/>
                      <a:pt x="5602" y="108"/>
                    </a:cubicBezTo>
                    <a:cubicBezTo>
                      <a:pt x="5238" y="42"/>
                      <a:pt x="4849" y="0"/>
                      <a:pt x="44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2" name="Google Shape;6792;p20"/>
              <p:cNvSpPr/>
              <p:nvPr/>
            </p:nvSpPr>
            <p:spPr>
              <a:xfrm>
                <a:off x="2958375" y="375425"/>
                <a:ext cx="337825" cy="129675"/>
              </a:xfrm>
              <a:custGeom>
                <a:rect b="b" l="l" r="r" t="t"/>
                <a:pathLst>
                  <a:path extrusionOk="0" h="5187" w="13513">
                    <a:moveTo>
                      <a:pt x="7434" y="0"/>
                    </a:moveTo>
                    <a:cubicBezTo>
                      <a:pt x="7028" y="0"/>
                      <a:pt x="6617" y="41"/>
                      <a:pt x="6202" y="121"/>
                    </a:cubicBezTo>
                    <a:cubicBezTo>
                      <a:pt x="4799" y="393"/>
                      <a:pt x="3350" y="981"/>
                      <a:pt x="2128" y="1660"/>
                    </a:cubicBezTo>
                    <a:cubicBezTo>
                      <a:pt x="1041" y="2204"/>
                      <a:pt x="46" y="3154"/>
                      <a:pt x="0" y="4422"/>
                    </a:cubicBezTo>
                    <a:cubicBezTo>
                      <a:pt x="0" y="4905"/>
                      <a:pt x="383" y="5186"/>
                      <a:pt x="772" y="5186"/>
                    </a:cubicBezTo>
                    <a:cubicBezTo>
                      <a:pt x="966" y="5186"/>
                      <a:pt x="1162" y="5116"/>
                      <a:pt x="1313" y="4965"/>
                    </a:cubicBezTo>
                    <a:cubicBezTo>
                      <a:pt x="2490" y="3879"/>
                      <a:pt x="3984" y="3200"/>
                      <a:pt x="5523" y="2883"/>
                    </a:cubicBezTo>
                    <a:cubicBezTo>
                      <a:pt x="6242" y="2714"/>
                      <a:pt x="6971" y="2673"/>
                      <a:pt x="7705" y="2673"/>
                    </a:cubicBezTo>
                    <a:cubicBezTo>
                      <a:pt x="8387" y="2673"/>
                      <a:pt x="9074" y="2708"/>
                      <a:pt x="9762" y="2708"/>
                    </a:cubicBezTo>
                    <a:cubicBezTo>
                      <a:pt x="9918" y="2708"/>
                      <a:pt x="10074" y="2706"/>
                      <a:pt x="10231" y="2702"/>
                    </a:cubicBezTo>
                    <a:cubicBezTo>
                      <a:pt x="10322" y="2702"/>
                      <a:pt x="10412" y="2656"/>
                      <a:pt x="10503" y="2566"/>
                    </a:cubicBezTo>
                    <a:cubicBezTo>
                      <a:pt x="11227" y="3019"/>
                      <a:pt x="11996" y="3471"/>
                      <a:pt x="12676" y="3969"/>
                    </a:cubicBezTo>
                    <a:cubicBezTo>
                      <a:pt x="12753" y="4029"/>
                      <a:pt x="12833" y="4055"/>
                      <a:pt x="12911" y="4055"/>
                    </a:cubicBezTo>
                    <a:cubicBezTo>
                      <a:pt x="13241" y="4055"/>
                      <a:pt x="13512" y="3584"/>
                      <a:pt x="13219" y="3290"/>
                    </a:cubicBezTo>
                    <a:cubicBezTo>
                      <a:pt x="12313" y="2294"/>
                      <a:pt x="11453" y="1344"/>
                      <a:pt x="10231" y="710"/>
                    </a:cubicBezTo>
                    <a:cubicBezTo>
                      <a:pt x="9338" y="232"/>
                      <a:pt x="8400" y="0"/>
                      <a:pt x="74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3" name="Google Shape;6793;p20"/>
              <p:cNvSpPr/>
              <p:nvPr/>
            </p:nvSpPr>
            <p:spPr>
              <a:xfrm>
                <a:off x="3634375" y="746750"/>
                <a:ext cx="99250" cy="170975"/>
              </a:xfrm>
              <a:custGeom>
                <a:rect b="b" l="l" r="r" t="t"/>
                <a:pathLst>
                  <a:path extrusionOk="0" h="6839" w="3970">
                    <a:moveTo>
                      <a:pt x="429" y="0"/>
                    </a:moveTo>
                    <a:cubicBezTo>
                      <a:pt x="201" y="0"/>
                      <a:pt x="0" y="267"/>
                      <a:pt x="212" y="479"/>
                    </a:cubicBezTo>
                    <a:cubicBezTo>
                      <a:pt x="982" y="1294"/>
                      <a:pt x="1525" y="2289"/>
                      <a:pt x="1887" y="3285"/>
                    </a:cubicBezTo>
                    <a:cubicBezTo>
                      <a:pt x="2068" y="3829"/>
                      <a:pt x="2204" y="4327"/>
                      <a:pt x="2340" y="4870"/>
                    </a:cubicBezTo>
                    <a:cubicBezTo>
                      <a:pt x="2430" y="5413"/>
                      <a:pt x="2430" y="6092"/>
                      <a:pt x="2747" y="6545"/>
                    </a:cubicBezTo>
                    <a:cubicBezTo>
                      <a:pt x="2867" y="6744"/>
                      <a:pt x="3048" y="6838"/>
                      <a:pt x="3229" y="6838"/>
                    </a:cubicBezTo>
                    <a:cubicBezTo>
                      <a:pt x="3459" y="6838"/>
                      <a:pt x="3687" y="6687"/>
                      <a:pt x="3788" y="6409"/>
                    </a:cubicBezTo>
                    <a:cubicBezTo>
                      <a:pt x="3969" y="5866"/>
                      <a:pt x="3743" y="5096"/>
                      <a:pt x="3607" y="4508"/>
                    </a:cubicBezTo>
                    <a:cubicBezTo>
                      <a:pt x="3426" y="3919"/>
                      <a:pt x="3200" y="3376"/>
                      <a:pt x="2928" y="2787"/>
                    </a:cubicBezTo>
                    <a:cubicBezTo>
                      <a:pt x="2385" y="1701"/>
                      <a:pt x="1570" y="796"/>
                      <a:pt x="619" y="71"/>
                    </a:cubicBezTo>
                    <a:cubicBezTo>
                      <a:pt x="560" y="21"/>
                      <a:pt x="493" y="0"/>
                      <a:pt x="42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4" name="Google Shape;6794;p20"/>
              <p:cNvSpPr/>
              <p:nvPr/>
            </p:nvSpPr>
            <p:spPr>
              <a:xfrm>
                <a:off x="3720025" y="759550"/>
                <a:ext cx="43025" cy="128075"/>
              </a:xfrm>
              <a:custGeom>
                <a:rect b="b" l="l" r="r" t="t"/>
                <a:pathLst>
                  <a:path extrusionOk="0" h="5123" w="1721">
                    <a:moveTo>
                      <a:pt x="368" y="0"/>
                    </a:moveTo>
                    <a:cubicBezTo>
                      <a:pt x="335" y="0"/>
                      <a:pt x="303" y="4"/>
                      <a:pt x="272" y="12"/>
                    </a:cubicBezTo>
                    <a:cubicBezTo>
                      <a:pt x="91" y="57"/>
                      <a:pt x="0" y="238"/>
                      <a:pt x="45" y="465"/>
                    </a:cubicBezTo>
                    <a:cubicBezTo>
                      <a:pt x="136" y="1234"/>
                      <a:pt x="272" y="2004"/>
                      <a:pt x="453" y="2773"/>
                    </a:cubicBezTo>
                    <a:cubicBezTo>
                      <a:pt x="543" y="3136"/>
                      <a:pt x="634" y="3543"/>
                      <a:pt x="724" y="3905"/>
                    </a:cubicBezTo>
                    <a:cubicBezTo>
                      <a:pt x="770" y="4086"/>
                      <a:pt x="860" y="4267"/>
                      <a:pt x="951" y="4494"/>
                    </a:cubicBezTo>
                    <a:cubicBezTo>
                      <a:pt x="1041" y="4675"/>
                      <a:pt x="1087" y="4856"/>
                      <a:pt x="1222" y="4992"/>
                    </a:cubicBezTo>
                    <a:cubicBezTo>
                      <a:pt x="1277" y="5083"/>
                      <a:pt x="1362" y="5123"/>
                      <a:pt x="1443" y="5123"/>
                    </a:cubicBezTo>
                    <a:cubicBezTo>
                      <a:pt x="1562" y="5123"/>
                      <a:pt x="1675" y="5036"/>
                      <a:pt x="1675" y="4901"/>
                    </a:cubicBezTo>
                    <a:cubicBezTo>
                      <a:pt x="1720" y="4675"/>
                      <a:pt x="1675" y="4494"/>
                      <a:pt x="1630" y="4313"/>
                    </a:cubicBezTo>
                    <a:lnTo>
                      <a:pt x="1630" y="4267"/>
                    </a:lnTo>
                    <a:cubicBezTo>
                      <a:pt x="1630" y="4086"/>
                      <a:pt x="1585" y="3860"/>
                      <a:pt x="1539" y="3679"/>
                    </a:cubicBezTo>
                    <a:cubicBezTo>
                      <a:pt x="1449" y="3317"/>
                      <a:pt x="1358" y="2909"/>
                      <a:pt x="1268" y="2547"/>
                    </a:cubicBezTo>
                    <a:cubicBezTo>
                      <a:pt x="1041" y="1777"/>
                      <a:pt x="860" y="1008"/>
                      <a:pt x="724" y="238"/>
                    </a:cubicBezTo>
                    <a:cubicBezTo>
                      <a:pt x="687" y="88"/>
                      <a:pt x="525" y="0"/>
                      <a:pt x="3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5" name="Google Shape;6795;p20"/>
              <p:cNvSpPr/>
              <p:nvPr/>
            </p:nvSpPr>
            <p:spPr>
              <a:xfrm>
                <a:off x="4036900" y="787000"/>
                <a:ext cx="19250" cy="80650"/>
              </a:xfrm>
              <a:custGeom>
                <a:rect b="b" l="l" r="r" t="t"/>
                <a:pathLst>
                  <a:path extrusionOk="0" h="3226" w="770">
                    <a:moveTo>
                      <a:pt x="408" y="0"/>
                    </a:moveTo>
                    <a:cubicBezTo>
                      <a:pt x="227" y="0"/>
                      <a:pt x="136" y="136"/>
                      <a:pt x="91" y="317"/>
                    </a:cubicBezTo>
                    <a:cubicBezTo>
                      <a:pt x="46" y="770"/>
                      <a:pt x="0" y="1223"/>
                      <a:pt x="0" y="1721"/>
                    </a:cubicBezTo>
                    <a:cubicBezTo>
                      <a:pt x="0" y="1947"/>
                      <a:pt x="0" y="2173"/>
                      <a:pt x="46" y="2400"/>
                    </a:cubicBezTo>
                    <a:cubicBezTo>
                      <a:pt x="46" y="2626"/>
                      <a:pt x="46" y="2898"/>
                      <a:pt x="181" y="3124"/>
                    </a:cubicBezTo>
                    <a:cubicBezTo>
                      <a:pt x="227" y="3192"/>
                      <a:pt x="295" y="3226"/>
                      <a:pt x="363" y="3226"/>
                    </a:cubicBezTo>
                    <a:cubicBezTo>
                      <a:pt x="430" y="3226"/>
                      <a:pt x="498" y="3192"/>
                      <a:pt x="544" y="3124"/>
                    </a:cubicBezTo>
                    <a:cubicBezTo>
                      <a:pt x="679" y="2898"/>
                      <a:pt x="679" y="2671"/>
                      <a:pt x="679" y="2445"/>
                    </a:cubicBezTo>
                    <a:cubicBezTo>
                      <a:pt x="679" y="2173"/>
                      <a:pt x="725" y="1947"/>
                      <a:pt x="725" y="1721"/>
                    </a:cubicBezTo>
                    <a:cubicBezTo>
                      <a:pt x="725" y="1223"/>
                      <a:pt x="725" y="770"/>
                      <a:pt x="725" y="317"/>
                    </a:cubicBezTo>
                    <a:cubicBezTo>
                      <a:pt x="770" y="136"/>
                      <a:pt x="589" y="0"/>
                      <a:pt x="408" y="0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6" name="Google Shape;6796;p20"/>
              <p:cNvSpPr/>
              <p:nvPr/>
            </p:nvSpPr>
            <p:spPr>
              <a:xfrm>
                <a:off x="4281350" y="1067675"/>
                <a:ext cx="195800" cy="158350"/>
              </a:xfrm>
              <a:custGeom>
                <a:rect b="b" l="l" r="r" t="t"/>
                <a:pathLst>
                  <a:path extrusionOk="0" h="6334" w="7832">
                    <a:moveTo>
                      <a:pt x="544" y="0"/>
                    </a:moveTo>
                    <a:cubicBezTo>
                      <a:pt x="136" y="0"/>
                      <a:pt x="0" y="634"/>
                      <a:pt x="453" y="724"/>
                    </a:cubicBezTo>
                    <a:cubicBezTo>
                      <a:pt x="906" y="815"/>
                      <a:pt x="1268" y="1268"/>
                      <a:pt x="1630" y="1539"/>
                    </a:cubicBezTo>
                    <a:cubicBezTo>
                      <a:pt x="2038" y="1811"/>
                      <a:pt x="2354" y="2128"/>
                      <a:pt x="2717" y="2445"/>
                    </a:cubicBezTo>
                    <a:cubicBezTo>
                      <a:pt x="3396" y="3078"/>
                      <a:pt x="4120" y="3757"/>
                      <a:pt x="4754" y="4482"/>
                    </a:cubicBezTo>
                    <a:cubicBezTo>
                      <a:pt x="5025" y="4844"/>
                      <a:pt x="5297" y="5206"/>
                      <a:pt x="5568" y="5568"/>
                    </a:cubicBezTo>
                    <a:cubicBezTo>
                      <a:pt x="5836" y="5951"/>
                      <a:pt x="6201" y="6333"/>
                      <a:pt x="6690" y="6333"/>
                    </a:cubicBezTo>
                    <a:cubicBezTo>
                      <a:pt x="6780" y="6333"/>
                      <a:pt x="6874" y="6321"/>
                      <a:pt x="6972" y="6293"/>
                    </a:cubicBezTo>
                    <a:cubicBezTo>
                      <a:pt x="7515" y="6157"/>
                      <a:pt x="7696" y="5613"/>
                      <a:pt x="7741" y="5070"/>
                    </a:cubicBezTo>
                    <a:cubicBezTo>
                      <a:pt x="7741" y="4980"/>
                      <a:pt x="7741" y="4889"/>
                      <a:pt x="7741" y="4799"/>
                    </a:cubicBezTo>
                    <a:cubicBezTo>
                      <a:pt x="7832" y="4663"/>
                      <a:pt x="7832" y="4482"/>
                      <a:pt x="7787" y="4301"/>
                    </a:cubicBezTo>
                    <a:cubicBezTo>
                      <a:pt x="7787" y="4255"/>
                      <a:pt x="7787" y="4210"/>
                      <a:pt x="7741" y="4120"/>
                    </a:cubicBezTo>
                    <a:cubicBezTo>
                      <a:pt x="7696" y="3893"/>
                      <a:pt x="7560" y="3757"/>
                      <a:pt x="7379" y="3531"/>
                    </a:cubicBezTo>
                    <a:cubicBezTo>
                      <a:pt x="7334" y="3486"/>
                      <a:pt x="7289" y="3486"/>
                      <a:pt x="7243" y="3441"/>
                    </a:cubicBezTo>
                    <a:cubicBezTo>
                      <a:pt x="7243" y="3441"/>
                      <a:pt x="7198" y="3441"/>
                      <a:pt x="7198" y="3395"/>
                    </a:cubicBezTo>
                    <a:cubicBezTo>
                      <a:pt x="6972" y="3169"/>
                      <a:pt x="6745" y="2988"/>
                      <a:pt x="6474" y="2852"/>
                    </a:cubicBezTo>
                    <a:cubicBezTo>
                      <a:pt x="6202" y="2716"/>
                      <a:pt x="5931" y="2580"/>
                      <a:pt x="5659" y="2535"/>
                    </a:cubicBezTo>
                    <a:cubicBezTo>
                      <a:pt x="5387" y="2445"/>
                      <a:pt x="5116" y="2354"/>
                      <a:pt x="4844" y="2354"/>
                    </a:cubicBezTo>
                    <a:cubicBezTo>
                      <a:pt x="4256" y="1766"/>
                      <a:pt x="3622" y="1268"/>
                      <a:pt x="2943" y="860"/>
                    </a:cubicBezTo>
                    <a:cubicBezTo>
                      <a:pt x="2581" y="634"/>
                      <a:pt x="2264" y="362"/>
                      <a:pt x="1856" y="226"/>
                    </a:cubicBezTo>
                    <a:cubicBezTo>
                      <a:pt x="1404" y="45"/>
                      <a:pt x="996" y="0"/>
                      <a:pt x="5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7" name="Google Shape;6797;p20"/>
              <p:cNvSpPr/>
              <p:nvPr/>
            </p:nvSpPr>
            <p:spPr>
              <a:xfrm>
                <a:off x="3046650" y="1439150"/>
                <a:ext cx="588875" cy="566075"/>
              </a:xfrm>
              <a:custGeom>
                <a:rect b="b" l="l" r="r" t="t"/>
                <a:pathLst>
                  <a:path extrusionOk="0" h="22643" w="23555">
                    <a:moveTo>
                      <a:pt x="4061" y="1"/>
                    </a:moveTo>
                    <a:cubicBezTo>
                      <a:pt x="4008" y="1"/>
                      <a:pt x="3952" y="11"/>
                      <a:pt x="3893" y="35"/>
                    </a:cubicBezTo>
                    <a:cubicBezTo>
                      <a:pt x="3214" y="352"/>
                      <a:pt x="2671" y="759"/>
                      <a:pt x="2218" y="1347"/>
                    </a:cubicBezTo>
                    <a:cubicBezTo>
                      <a:pt x="1766" y="1936"/>
                      <a:pt x="1449" y="2660"/>
                      <a:pt x="1222" y="3339"/>
                    </a:cubicBezTo>
                    <a:cubicBezTo>
                      <a:pt x="589" y="5014"/>
                      <a:pt x="91" y="6825"/>
                      <a:pt x="91" y="8590"/>
                    </a:cubicBezTo>
                    <a:cubicBezTo>
                      <a:pt x="0" y="12167"/>
                      <a:pt x="1947" y="15381"/>
                      <a:pt x="4391" y="17871"/>
                    </a:cubicBezTo>
                    <a:cubicBezTo>
                      <a:pt x="5116" y="18595"/>
                      <a:pt x="5885" y="19274"/>
                      <a:pt x="6655" y="19953"/>
                    </a:cubicBezTo>
                    <a:cubicBezTo>
                      <a:pt x="7470" y="20632"/>
                      <a:pt x="8239" y="21221"/>
                      <a:pt x="9280" y="21537"/>
                    </a:cubicBezTo>
                    <a:cubicBezTo>
                      <a:pt x="9326" y="21554"/>
                      <a:pt x="9370" y="21562"/>
                      <a:pt x="9413" y="21562"/>
                    </a:cubicBezTo>
                    <a:cubicBezTo>
                      <a:pt x="9714" y="21562"/>
                      <a:pt x="9937" y="21181"/>
                      <a:pt x="9778" y="20904"/>
                    </a:cubicBezTo>
                    <a:cubicBezTo>
                      <a:pt x="9733" y="20858"/>
                      <a:pt x="9688" y="20768"/>
                      <a:pt x="9688" y="20723"/>
                    </a:cubicBezTo>
                    <a:lnTo>
                      <a:pt x="9688" y="20723"/>
                    </a:lnTo>
                    <a:cubicBezTo>
                      <a:pt x="9914" y="20904"/>
                      <a:pt x="10186" y="21039"/>
                      <a:pt x="10412" y="21175"/>
                    </a:cubicBezTo>
                    <a:cubicBezTo>
                      <a:pt x="10539" y="21255"/>
                      <a:pt x="10677" y="21290"/>
                      <a:pt x="10813" y="21290"/>
                    </a:cubicBezTo>
                    <a:cubicBezTo>
                      <a:pt x="11064" y="21290"/>
                      <a:pt x="11306" y="21170"/>
                      <a:pt x="11453" y="20994"/>
                    </a:cubicBezTo>
                    <a:cubicBezTo>
                      <a:pt x="12178" y="21583"/>
                      <a:pt x="12947" y="22035"/>
                      <a:pt x="13852" y="22171"/>
                    </a:cubicBezTo>
                    <a:cubicBezTo>
                      <a:pt x="13910" y="22182"/>
                      <a:pt x="13967" y="22187"/>
                      <a:pt x="14022" y="22187"/>
                    </a:cubicBezTo>
                    <a:cubicBezTo>
                      <a:pt x="14441" y="22187"/>
                      <a:pt x="14768" y="21897"/>
                      <a:pt x="14848" y="21537"/>
                    </a:cubicBezTo>
                    <a:cubicBezTo>
                      <a:pt x="15256" y="21900"/>
                      <a:pt x="15708" y="22216"/>
                      <a:pt x="16206" y="22533"/>
                    </a:cubicBezTo>
                    <a:cubicBezTo>
                      <a:pt x="16333" y="22609"/>
                      <a:pt x="16460" y="22643"/>
                      <a:pt x="16582" y="22643"/>
                    </a:cubicBezTo>
                    <a:cubicBezTo>
                      <a:pt x="17117" y="22643"/>
                      <a:pt x="17542" y="22000"/>
                      <a:pt x="17248" y="21447"/>
                    </a:cubicBezTo>
                    <a:cubicBezTo>
                      <a:pt x="17112" y="21221"/>
                      <a:pt x="16976" y="20994"/>
                      <a:pt x="16840" y="20723"/>
                    </a:cubicBezTo>
                    <a:lnTo>
                      <a:pt x="16840" y="20723"/>
                    </a:lnTo>
                    <a:cubicBezTo>
                      <a:pt x="17519" y="21130"/>
                      <a:pt x="18289" y="21492"/>
                      <a:pt x="19058" y="21718"/>
                    </a:cubicBezTo>
                    <a:cubicBezTo>
                      <a:pt x="19143" y="21743"/>
                      <a:pt x="19225" y="21754"/>
                      <a:pt x="19302" y="21754"/>
                    </a:cubicBezTo>
                    <a:cubicBezTo>
                      <a:pt x="19511" y="21754"/>
                      <a:pt x="19683" y="21670"/>
                      <a:pt x="19783" y="21537"/>
                    </a:cubicBezTo>
                    <a:cubicBezTo>
                      <a:pt x="19918" y="21628"/>
                      <a:pt x="20054" y="21718"/>
                      <a:pt x="20145" y="21809"/>
                    </a:cubicBezTo>
                    <a:cubicBezTo>
                      <a:pt x="20264" y="21888"/>
                      <a:pt x="20383" y="21924"/>
                      <a:pt x="20498" y="21924"/>
                    </a:cubicBezTo>
                    <a:cubicBezTo>
                      <a:pt x="20646" y="21924"/>
                      <a:pt x="20787" y="21865"/>
                      <a:pt x="20914" y="21764"/>
                    </a:cubicBezTo>
                    <a:cubicBezTo>
                      <a:pt x="21005" y="21809"/>
                      <a:pt x="21050" y="21900"/>
                      <a:pt x="21095" y="21945"/>
                    </a:cubicBezTo>
                    <a:cubicBezTo>
                      <a:pt x="21263" y="22096"/>
                      <a:pt x="21449" y="22160"/>
                      <a:pt x="21627" y="22160"/>
                    </a:cubicBezTo>
                    <a:cubicBezTo>
                      <a:pt x="21928" y="22160"/>
                      <a:pt x="22204" y="21975"/>
                      <a:pt x="22318" y="21718"/>
                    </a:cubicBezTo>
                    <a:cubicBezTo>
                      <a:pt x="22351" y="21723"/>
                      <a:pt x="22383" y="21725"/>
                      <a:pt x="22416" y="21725"/>
                    </a:cubicBezTo>
                    <a:cubicBezTo>
                      <a:pt x="23014" y="21725"/>
                      <a:pt x="23555" y="20966"/>
                      <a:pt x="22997" y="20451"/>
                    </a:cubicBezTo>
                    <a:lnTo>
                      <a:pt x="22951" y="20451"/>
                    </a:lnTo>
                    <a:cubicBezTo>
                      <a:pt x="21910" y="19546"/>
                      <a:pt x="21005" y="18504"/>
                      <a:pt x="20281" y="17327"/>
                    </a:cubicBezTo>
                    <a:cubicBezTo>
                      <a:pt x="20129" y="17080"/>
                      <a:pt x="19905" y="16977"/>
                      <a:pt x="19683" y="16977"/>
                    </a:cubicBezTo>
                    <a:cubicBezTo>
                      <a:pt x="19376" y="16977"/>
                      <a:pt x="19073" y="17174"/>
                      <a:pt x="18968" y="17463"/>
                    </a:cubicBezTo>
                    <a:cubicBezTo>
                      <a:pt x="18832" y="17282"/>
                      <a:pt x="18696" y="17146"/>
                      <a:pt x="18560" y="16965"/>
                    </a:cubicBezTo>
                    <a:cubicBezTo>
                      <a:pt x="18437" y="16814"/>
                      <a:pt x="18275" y="16750"/>
                      <a:pt x="18110" y="16750"/>
                    </a:cubicBezTo>
                    <a:cubicBezTo>
                      <a:pt x="17729" y="16750"/>
                      <a:pt x="17324" y="17085"/>
                      <a:pt x="17293" y="17463"/>
                    </a:cubicBezTo>
                    <a:cubicBezTo>
                      <a:pt x="16885" y="17101"/>
                      <a:pt x="16478" y="16694"/>
                      <a:pt x="16116" y="16331"/>
                    </a:cubicBezTo>
                    <a:cubicBezTo>
                      <a:pt x="15956" y="16171"/>
                      <a:pt x="15781" y="16104"/>
                      <a:pt x="15614" y="16104"/>
                    </a:cubicBezTo>
                    <a:cubicBezTo>
                      <a:pt x="15074" y="16104"/>
                      <a:pt x="14625" y="16808"/>
                      <a:pt x="15075" y="17327"/>
                    </a:cubicBezTo>
                    <a:cubicBezTo>
                      <a:pt x="15392" y="17690"/>
                      <a:pt x="15708" y="18052"/>
                      <a:pt x="16025" y="18414"/>
                    </a:cubicBezTo>
                    <a:cubicBezTo>
                      <a:pt x="15075" y="17735"/>
                      <a:pt x="14215" y="16965"/>
                      <a:pt x="13355" y="16196"/>
                    </a:cubicBezTo>
                    <a:cubicBezTo>
                      <a:pt x="13201" y="16053"/>
                      <a:pt x="13032" y="15993"/>
                      <a:pt x="12870" y="15993"/>
                    </a:cubicBezTo>
                    <a:cubicBezTo>
                      <a:pt x="12311" y="15993"/>
                      <a:pt x="11833" y="16701"/>
                      <a:pt x="12359" y="17192"/>
                    </a:cubicBezTo>
                    <a:cubicBezTo>
                      <a:pt x="12412" y="17271"/>
                      <a:pt x="12469" y="17347"/>
                      <a:pt x="12528" y="17420"/>
                    </a:cubicBezTo>
                    <a:lnTo>
                      <a:pt x="12528" y="17420"/>
                    </a:lnTo>
                    <a:cubicBezTo>
                      <a:pt x="11586" y="16385"/>
                      <a:pt x="10745" y="15283"/>
                      <a:pt x="10005" y="14113"/>
                    </a:cubicBezTo>
                    <a:cubicBezTo>
                      <a:pt x="9861" y="13874"/>
                      <a:pt x="9650" y="13775"/>
                      <a:pt x="9441" y="13775"/>
                    </a:cubicBezTo>
                    <a:cubicBezTo>
                      <a:pt x="9057" y="13775"/>
                      <a:pt x="8678" y="14110"/>
                      <a:pt x="8737" y="14521"/>
                    </a:cubicBezTo>
                    <a:cubicBezTo>
                      <a:pt x="8194" y="13434"/>
                      <a:pt x="7741" y="12303"/>
                      <a:pt x="7289" y="11171"/>
                    </a:cubicBezTo>
                    <a:cubicBezTo>
                      <a:pt x="7184" y="10857"/>
                      <a:pt x="6896" y="10698"/>
                      <a:pt x="6616" y="10698"/>
                    </a:cubicBezTo>
                    <a:cubicBezTo>
                      <a:pt x="6290" y="10698"/>
                      <a:pt x="5976" y="10914"/>
                      <a:pt x="5976" y="11352"/>
                    </a:cubicBezTo>
                    <a:cubicBezTo>
                      <a:pt x="5976" y="12257"/>
                      <a:pt x="5976" y="13163"/>
                      <a:pt x="6112" y="14113"/>
                    </a:cubicBezTo>
                    <a:cubicBezTo>
                      <a:pt x="6202" y="14430"/>
                      <a:pt x="6293" y="14747"/>
                      <a:pt x="6383" y="15109"/>
                    </a:cubicBezTo>
                    <a:cubicBezTo>
                      <a:pt x="6157" y="14566"/>
                      <a:pt x="6021" y="14023"/>
                      <a:pt x="5885" y="13480"/>
                    </a:cubicBezTo>
                    <a:cubicBezTo>
                      <a:pt x="5704" y="12936"/>
                      <a:pt x="5614" y="12348"/>
                      <a:pt x="5568" y="11759"/>
                    </a:cubicBezTo>
                    <a:cubicBezTo>
                      <a:pt x="5523" y="11488"/>
                      <a:pt x="5478" y="11171"/>
                      <a:pt x="5432" y="10899"/>
                    </a:cubicBezTo>
                    <a:cubicBezTo>
                      <a:pt x="5432" y="10718"/>
                      <a:pt x="5432" y="10537"/>
                      <a:pt x="5387" y="10401"/>
                    </a:cubicBezTo>
                    <a:cubicBezTo>
                      <a:pt x="5342" y="10220"/>
                      <a:pt x="5297" y="10130"/>
                      <a:pt x="5251" y="9994"/>
                    </a:cubicBezTo>
                    <a:cubicBezTo>
                      <a:pt x="5184" y="9881"/>
                      <a:pt x="5070" y="9824"/>
                      <a:pt x="4957" y="9824"/>
                    </a:cubicBezTo>
                    <a:cubicBezTo>
                      <a:pt x="4844" y="9824"/>
                      <a:pt x="4731" y="9881"/>
                      <a:pt x="4663" y="9994"/>
                    </a:cubicBezTo>
                    <a:cubicBezTo>
                      <a:pt x="4391" y="10492"/>
                      <a:pt x="4437" y="11171"/>
                      <a:pt x="4482" y="11759"/>
                    </a:cubicBezTo>
                    <a:cubicBezTo>
                      <a:pt x="4572" y="12348"/>
                      <a:pt x="4663" y="12936"/>
                      <a:pt x="4799" y="13525"/>
                    </a:cubicBezTo>
                    <a:cubicBezTo>
                      <a:pt x="4844" y="13615"/>
                      <a:pt x="4889" y="13751"/>
                      <a:pt x="4935" y="13887"/>
                    </a:cubicBezTo>
                    <a:cubicBezTo>
                      <a:pt x="3576" y="11759"/>
                      <a:pt x="2626" y="9405"/>
                      <a:pt x="3531" y="6916"/>
                    </a:cubicBezTo>
                    <a:cubicBezTo>
                      <a:pt x="3618" y="6685"/>
                      <a:pt x="3447" y="6546"/>
                      <a:pt x="3265" y="6546"/>
                    </a:cubicBezTo>
                    <a:cubicBezTo>
                      <a:pt x="3161" y="6546"/>
                      <a:pt x="3054" y="6591"/>
                      <a:pt x="2988" y="6689"/>
                    </a:cubicBezTo>
                    <a:cubicBezTo>
                      <a:pt x="1766" y="8228"/>
                      <a:pt x="1766" y="10175"/>
                      <a:pt x="2309" y="11986"/>
                    </a:cubicBezTo>
                    <a:cubicBezTo>
                      <a:pt x="2037" y="11216"/>
                      <a:pt x="1811" y="10446"/>
                      <a:pt x="1766" y="9677"/>
                    </a:cubicBezTo>
                    <a:cubicBezTo>
                      <a:pt x="1585" y="7957"/>
                      <a:pt x="1947" y="6327"/>
                      <a:pt x="2309" y="4652"/>
                    </a:cubicBezTo>
                    <a:cubicBezTo>
                      <a:pt x="2626" y="3339"/>
                      <a:pt x="3079" y="1574"/>
                      <a:pt x="4255" y="714"/>
                    </a:cubicBezTo>
                    <a:cubicBezTo>
                      <a:pt x="4610" y="477"/>
                      <a:pt x="4416" y="1"/>
                      <a:pt x="40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8" name="Google Shape;6798;p20"/>
              <p:cNvSpPr/>
              <p:nvPr/>
            </p:nvSpPr>
            <p:spPr>
              <a:xfrm>
                <a:off x="3323750" y="977625"/>
                <a:ext cx="593200" cy="232650"/>
              </a:xfrm>
              <a:custGeom>
                <a:rect b="b" l="l" r="r" t="t"/>
                <a:pathLst>
                  <a:path extrusionOk="0" h="9306" w="23728">
                    <a:moveTo>
                      <a:pt x="21105" y="0"/>
                    </a:moveTo>
                    <a:cubicBezTo>
                      <a:pt x="20919" y="0"/>
                      <a:pt x="20736" y="9"/>
                      <a:pt x="20559" y="26"/>
                    </a:cubicBezTo>
                    <a:cubicBezTo>
                      <a:pt x="19518" y="162"/>
                      <a:pt x="18477" y="388"/>
                      <a:pt x="17526" y="841"/>
                    </a:cubicBezTo>
                    <a:cubicBezTo>
                      <a:pt x="16621" y="1248"/>
                      <a:pt x="15715" y="1746"/>
                      <a:pt x="14946" y="2335"/>
                    </a:cubicBezTo>
                    <a:cubicBezTo>
                      <a:pt x="14086" y="2923"/>
                      <a:pt x="13407" y="3693"/>
                      <a:pt x="12682" y="4417"/>
                    </a:cubicBezTo>
                    <a:cubicBezTo>
                      <a:pt x="12637" y="4417"/>
                      <a:pt x="12547" y="4462"/>
                      <a:pt x="12501" y="4462"/>
                    </a:cubicBezTo>
                    <a:cubicBezTo>
                      <a:pt x="10962" y="4824"/>
                      <a:pt x="9423" y="4734"/>
                      <a:pt x="7884" y="5005"/>
                    </a:cubicBezTo>
                    <a:cubicBezTo>
                      <a:pt x="6435" y="5232"/>
                      <a:pt x="5032" y="5639"/>
                      <a:pt x="3719" y="6273"/>
                    </a:cubicBezTo>
                    <a:cubicBezTo>
                      <a:pt x="2406" y="6952"/>
                      <a:pt x="1275" y="7767"/>
                      <a:pt x="188" y="8763"/>
                    </a:cubicBezTo>
                    <a:cubicBezTo>
                      <a:pt x="1" y="8988"/>
                      <a:pt x="186" y="9306"/>
                      <a:pt x="435" y="9306"/>
                    </a:cubicBezTo>
                    <a:cubicBezTo>
                      <a:pt x="487" y="9306"/>
                      <a:pt x="541" y="9292"/>
                      <a:pt x="596" y="9261"/>
                    </a:cubicBezTo>
                    <a:cubicBezTo>
                      <a:pt x="1863" y="8582"/>
                      <a:pt x="3266" y="7993"/>
                      <a:pt x="4670" y="7541"/>
                    </a:cubicBezTo>
                    <a:cubicBezTo>
                      <a:pt x="6028" y="7088"/>
                      <a:pt x="7386" y="6680"/>
                      <a:pt x="8834" y="6499"/>
                    </a:cubicBezTo>
                    <a:cubicBezTo>
                      <a:pt x="9514" y="6409"/>
                      <a:pt x="10238" y="6364"/>
                      <a:pt x="10962" y="6318"/>
                    </a:cubicBezTo>
                    <a:lnTo>
                      <a:pt x="10962" y="6318"/>
                    </a:lnTo>
                    <a:cubicBezTo>
                      <a:pt x="10645" y="6409"/>
                      <a:pt x="10374" y="6545"/>
                      <a:pt x="10057" y="6635"/>
                    </a:cubicBezTo>
                    <a:cubicBezTo>
                      <a:pt x="9876" y="6726"/>
                      <a:pt x="9740" y="6907"/>
                      <a:pt x="9785" y="7133"/>
                    </a:cubicBezTo>
                    <a:cubicBezTo>
                      <a:pt x="9822" y="7281"/>
                      <a:pt x="9980" y="7429"/>
                      <a:pt x="10160" y="7429"/>
                    </a:cubicBezTo>
                    <a:cubicBezTo>
                      <a:pt x="10200" y="7429"/>
                      <a:pt x="10242" y="7421"/>
                      <a:pt x="10283" y="7405"/>
                    </a:cubicBezTo>
                    <a:cubicBezTo>
                      <a:pt x="11053" y="7133"/>
                      <a:pt x="11867" y="6862"/>
                      <a:pt x="12637" y="6590"/>
                    </a:cubicBezTo>
                    <a:cubicBezTo>
                      <a:pt x="13044" y="6454"/>
                      <a:pt x="13407" y="6318"/>
                      <a:pt x="13814" y="6137"/>
                    </a:cubicBezTo>
                    <a:cubicBezTo>
                      <a:pt x="13995" y="6047"/>
                      <a:pt x="14176" y="5956"/>
                      <a:pt x="14403" y="5911"/>
                    </a:cubicBezTo>
                    <a:cubicBezTo>
                      <a:pt x="14584" y="5820"/>
                      <a:pt x="14719" y="5685"/>
                      <a:pt x="14900" y="5549"/>
                    </a:cubicBezTo>
                    <a:cubicBezTo>
                      <a:pt x="14946" y="5503"/>
                      <a:pt x="14991" y="5413"/>
                      <a:pt x="14946" y="5322"/>
                    </a:cubicBezTo>
                    <a:cubicBezTo>
                      <a:pt x="15127" y="5277"/>
                      <a:pt x="15308" y="5187"/>
                      <a:pt x="15489" y="5096"/>
                    </a:cubicBezTo>
                    <a:cubicBezTo>
                      <a:pt x="16123" y="4779"/>
                      <a:pt x="16892" y="4326"/>
                      <a:pt x="16983" y="3557"/>
                    </a:cubicBezTo>
                    <a:cubicBezTo>
                      <a:pt x="16983" y="3376"/>
                      <a:pt x="16802" y="3195"/>
                      <a:pt x="16621" y="3149"/>
                    </a:cubicBezTo>
                    <a:cubicBezTo>
                      <a:pt x="16575" y="3104"/>
                      <a:pt x="16485" y="3104"/>
                      <a:pt x="16440" y="3104"/>
                    </a:cubicBezTo>
                    <a:cubicBezTo>
                      <a:pt x="16938" y="2833"/>
                      <a:pt x="17436" y="2561"/>
                      <a:pt x="17979" y="2380"/>
                    </a:cubicBezTo>
                    <a:cubicBezTo>
                      <a:pt x="18794" y="2018"/>
                      <a:pt x="19699" y="1746"/>
                      <a:pt x="20559" y="1656"/>
                    </a:cubicBezTo>
                    <a:cubicBezTo>
                      <a:pt x="21464" y="1565"/>
                      <a:pt x="22415" y="1610"/>
                      <a:pt x="23320" y="1429"/>
                    </a:cubicBezTo>
                    <a:cubicBezTo>
                      <a:pt x="23728" y="1384"/>
                      <a:pt x="23683" y="795"/>
                      <a:pt x="23411" y="614"/>
                    </a:cubicBezTo>
                    <a:cubicBezTo>
                      <a:pt x="22785" y="172"/>
                      <a:pt x="21919" y="0"/>
                      <a:pt x="211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9" name="Google Shape;6799;p20"/>
              <p:cNvSpPr/>
              <p:nvPr/>
            </p:nvSpPr>
            <p:spPr>
              <a:xfrm>
                <a:off x="4096275" y="1007650"/>
                <a:ext cx="256400" cy="236125"/>
              </a:xfrm>
              <a:custGeom>
                <a:rect b="b" l="l" r="r" t="t"/>
                <a:pathLst>
                  <a:path extrusionOk="0" h="9445" w="10256">
                    <a:moveTo>
                      <a:pt x="320" y="1"/>
                    </a:moveTo>
                    <a:cubicBezTo>
                      <a:pt x="155" y="1"/>
                      <a:pt x="1" y="102"/>
                      <a:pt x="25" y="319"/>
                    </a:cubicBezTo>
                    <a:cubicBezTo>
                      <a:pt x="251" y="2809"/>
                      <a:pt x="2424" y="4031"/>
                      <a:pt x="4416" y="5027"/>
                    </a:cubicBezTo>
                    <a:cubicBezTo>
                      <a:pt x="5457" y="5570"/>
                      <a:pt x="6453" y="6158"/>
                      <a:pt x="7313" y="6973"/>
                    </a:cubicBezTo>
                    <a:cubicBezTo>
                      <a:pt x="7720" y="7381"/>
                      <a:pt x="8082" y="7788"/>
                      <a:pt x="8445" y="8196"/>
                    </a:cubicBezTo>
                    <a:cubicBezTo>
                      <a:pt x="8807" y="8603"/>
                      <a:pt x="9124" y="9146"/>
                      <a:pt x="9622" y="9373"/>
                    </a:cubicBezTo>
                    <a:cubicBezTo>
                      <a:pt x="9696" y="9422"/>
                      <a:pt x="9773" y="9445"/>
                      <a:pt x="9847" y="9445"/>
                    </a:cubicBezTo>
                    <a:cubicBezTo>
                      <a:pt x="10043" y="9445"/>
                      <a:pt x="10210" y="9286"/>
                      <a:pt x="10210" y="9056"/>
                    </a:cubicBezTo>
                    <a:cubicBezTo>
                      <a:pt x="10255" y="8512"/>
                      <a:pt x="9938" y="7969"/>
                      <a:pt x="9712" y="7517"/>
                    </a:cubicBezTo>
                    <a:cubicBezTo>
                      <a:pt x="9395" y="7064"/>
                      <a:pt x="9078" y="6611"/>
                      <a:pt x="8716" y="6249"/>
                    </a:cubicBezTo>
                    <a:cubicBezTo>
                      <a:pt x="8535" y="6068"/>
                      <a:pt x="8354" y="5887"/>
                      <a:pt x="8218" y="5751"/>
                    </a:cubicBezTo>
                    <a:cubicBezTo>
                      <a:pt x="8264" y="5661"/>
                      <a:pt x="8264" y="5525"/>
                      <a:pt x="8173" y="5434"/>
                    </a:cubicBezTo>
                    <a:cubicBezTo>
                      <a:pt x="7630" y="4710"/>
                      <a:pt x="7087" y="3986"/>
                      <a:pt x="6543" y="3261"/>
                    </a:cubicBezTo>
                    <a:cubicBezTo>
                      <a:pt x="6477" y="3195"/>
                      <a:pt x="6387" y="3153"/>
                      <a:pt x="6307" y="3153"/>
                    </a:cubicBezTo>
                    <a:cubicBezTo>
                      <a:pt x="6278" y="3153"/>
                      <a:pt x="6251" y="3159"/>
                      <a:pt x="6226" y="3171"/>
                    </a:cubicBezTo>
                    <a:cubicBezTo>
                      <a:pt x="6091" y="3261"/>
                      <a:pt x="6045" y="3397"/>
                      <a:pt x="6136" y="3533"/>
                    </a:cubicBezTo>
                    <a:cubicBezTo>
                      <a:pt x="6453" y="3986"/>
                      <a:pt x="6815" y="4438"/>
                      <a:pt x="7177" y="4936"/>
                    </a:cubicBezTo>
                    <a:cubicBezTo>
                      <a:pt x="6815" y="4665"/>
                      <a:pt x="6408" y="4393"/>
                      <a:pt x="6000" y="4167"/>
                    </a:cubicBezTo>
                    <a:cubicBezTo>
                      <a:pt x="4189" y="3171"/>
                      <a:pt x="1564" y="2356"/>
                      <a:pt x="658" y="228"/>
                    </a:cubicBezTo>
                    <a:cubicBezTo>
                      <a:pt x="616" y="80"/>
                      <a:pt x="464" y="1"/>
                      <a:pt x="3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0" name="Google Shape;6800;p20"/>
              <p:cNvSpPr/>
              <p:nvPr/>
            </p:nvSpPr>
            <p:spPr>
              <a:xfrm>
                <a:off x="3828650" y="1909150"/>
                <a:ext cx="193150" cy="209925"/>
              </a:xfrm>
              <a:custGeom>
                <a:rect b="b" l="l" r="r" t="t"/>
                <a:pathLst>
                  <a:path extrusionOk="0" h="8397" w="7726">
                    <a:moveTo>
                      <a:pt x="3649" y="0"/>
                    </a:moveTo>
                    <a:cubicBezTo>
                      <a:pt x="3581" y="0"/>
                      <a:pt x="3511" y="20"/>
                      <a:pt x="3441" y="67"/>
                    </a:cubicBezTo>
                    <a:cubicBezTo>
                      <a:pt x="2762" y="474"/>
                      <a:pt x="2174" y="927"/>
                      <a:pt x="1676" y="1560"/>
                    </a:cubicBezTo>
                    <a:cubicBezTo>
                      <a:pt x="1133" y="2239"/>
                      <a:pt x="725" y="2964"/>
                      <a:pt x="454" y="3779"/>
                    </a:cubicBezTo>
                    <a:cubicBezTo>
                      <a:pt x="182" y="4548"/>
                      <a:pt x="46" y="5363"/>
                      <a:pt x="1" y="6178"/>
                    </a:cubicBezTo>
                    <a:cubicBezTo>
                      <a:pt x="1" y="6993"/>
                      <a:pt x="46" y="8305"/>
                      <a:pt x="1133" y="8396"/>
                    </a:cubicBezTo>
                    <a:cubicBezTo>
                      <a:pt x="1450" y="8396"/>
                      <a:pt x="1766" y="8124"/>
                      <a:pt x="1812" y="7853"/>
                    </a:cubicBezTo>
                    <a:cubicBezTo>
                      <a:pt x="1947" y="7445"/>
                      <a:pt x="1993" y="6857"/>
                      <a:pt x="1631" y="6585"/>
                    </a:cubicBezTo>
                    <a:cubicBezTo>
                      <a:pt x="1585" y="6540"/>
                      <a:pt x="1585" y="6540"/>
                      <a:pt x="1540" y="6540"/>
                    </a:cubicBezTo>
                    <a:cubicBezTo>
                      <a:pt x="1540" y="6404"/>
                      <a:pt x="1540" y="6314"/>
                      <a:pt x="1540" y="6223"/>
                    </a:cubicBezTo>
                    <a:cubicBezTo>
                      <a:pt x="1631" y="6223"/>
                      <a:pt x="1721" y="6133"/>
                      <a:pt x="1766" y="6042"/>
                    </a:cubicBezTo>
                    <a:cubicBezTo>
                      <a:pt x="2038" y="5725"/>
                      <a:pt x="2264" y="5363"/>
                      <a:pt x="2536" y="5001"/>
                    </a:cubicBezTo>
                    <a:cubicBezTo>
                      <a:pt x="2536" y="5227"/>
                      <a:pt x="2581" y="5454"/>
                      <a:pt x="2717" y="5635"/>
                    </a:cubicBezTo>
                    <a:cubicBezTo>
                      <a:pt x="2876" y="5884"/>
                      <a:pt x="3124" y="6008"/>
                      <a:pt x="3373" y="6008"/>
                    </a:cubicBezTo>
                    <a:cubicBezTo>
                      <a:pt x="3622" y="6008"/>
                      <a:pt x="3871" y="5884"/>
                      <a:pt x="4030" y="5635"/>
                    </a:cubicBezTo>
                    <a:cubicBezTo>
                      <a:pt x="4120" y="5499"/>
                      <a:pt x="4211" y="5363"/>
                      <a:pt x="4256" y="5227"/>
                    </a:cubicBezTo>
                    <a:cubicBezTo>
                      <a:pt x="4347" y="5454"/>
                      <a:pt x="4528" y="5680"/>
                      <a:pt x="4890" y="5770"/>
                    </a:cubicBezTo>
                    <a:cubicBezTo>
                      <a:pt x="4945" y="5789"/>
                      <a:pt x="5007" y="5798"/>
                      <a:pt x="5070" y="5798"/>
                    </a:cubicBezTo>
                    <a:cubicBezTo>
                      <a:pt x="5317" y="5798"/>
                      <a:pt x="5597" y="5660"/>
                      <a:pt x="5705" y="5408"/>
                    </a:cubicBezTo>
                    <a:cubicBezTo>
                      <a:pt x="5795" y="5272"/>
                      <a:pt x="5841" y="5182"/>
                      <a:pt x="5931" y="5046"/>
                    </a:cubicBezTo>
                    <a:cubicBezTo>
                      <a:pt x="6053" y="5127"/>
                      <a:pt x="6203" y="5172"/>
                      <a:pt x="6355" y="5172"/>
                    </a:cubicBezTo>
                    <a:cubicBezTo>
                      <a:pt x="6542" y="5172"/>
                      <a:pt x="6732" y="5105"/>
                      <a:pt x="6882" y="4956"/>
                    </a:cubicBezTo>
                    <a:cubicBezTo>
                      <a:pt x="7018" y="4865"/>
                      <a:pt x="7108" y="4593"/>
                      <a:pt x="7018" y="4412"/>
                    </a:cubicBezTo>
                    <a:cubicBezTo>
                      <a:pt x="7018" y="4412"/>
                      <a:pt x="7018" y="4367"/>
                      <a:pt x="6972" y="4367"/>
                    </a:cubicBezTo>
                    <a:cubicBezTo>
                      <a:pt x="7018" y="4322"/>
                      <a:pt x="7018" y="4277"/>
                      <a:pt x="7018" y="4186"/>
                    </a:cubicBezTo>
                    <a:cubicBezTo>
                      <a:pt x="7063" y="3914"/>
                      <a:pt x="7153" y="3643"/>
                      <a:pt x="7199" y="3416"/>
                    </a:cubicBezTo>
                    <a:cubicBezTo>
                      <a:pt x="7334" y="2873"/>
                      <a:pt x="7470" y="2375"/>
                      <a:pt x="7606" y="1877"/>
                    </a:cubicBezTo>
                    <a:cubicBezTo>
                      <a:pt x="7726" y="1338"/>
                      <a:pt x="7271" y="918"/>
                      <a:pt x="6832" y="918"/>
                    </a:cubicBezTo>
                    <a:cubicBezTo>
                      <a:pt x="6607" y="918"/>
                      <a:pt x="6386" y="1028"/>
                      <a:pt x="6248" y="1289"/>
                    </a:cubicBezTo>
                    <a:cubicBezTo>
                      <a:pt x="6248" y="1289"/>
                      <a:pt x="6203" y="1334"/>
                      <a:pt x="6203" y="1379"/>
                    </a:cubicBezTo>
                    <a:cubicBezTo>
                      <a:pt x="6061" y="1124"/>
                      <a:pt x="5795" y="958"/>
                      <a:pt x="5516" y="958"/>
                    </a:cubicBezTo>
                    <a:cubicBezTo>
                      <a:pt x="5350" y="958"/>
                      <a:pt x="5178" y="1017"/>
                      <a:pt x="5026" y="1153"/>
                    </a:cubicBezTo>
                    <a:cubicBezTo>
                      <a:pt x="4935" y="927"/>
                      <a:pt x="4799" y="791"/>
                      <a:pt x="4618" y="700"/>
                    </a:cubicBezTo>
                    <a:cubicBezTo>
                      <a:pt x="4524" y="665"/>
                      <a:pt x="4429" y="648"/>
                      <a:pt x="4337" y="648"/>
                    </a:cubicBezTo>
                    <a:cubicBezTo>
                      <a:pt x="4076" y="648"/>
                      <a:pt x="3835" y="783"/>
                      <a:pt x="3668" y="1017"/>
                    </a:cubicBezTo>
                    <a:cubicBezTo>
                      <a:pt x="3170" y="1741"/>
                      <a:pt x="2672" y="2511"/>
                      <a:pt x="2174" y="3281"/>
                    </a:cubicBezTo>
                    <a:cubicBezTo>
                      <a:pt x="2083" y="3416"/>
                      <a:pt x="1993" y="3598"/>
                      <a:pt x="1902" y="3779"/>
                    </a:cubicBezTo>
                    <a:cubicBezTo>
                      <a:pt x="2310" y="2647"/>
                      <a:pt x="3034" y="1470"/>
                      <a:pt x="3939" y="700"/>
                    </a:cubicBezTo>
                    <a:cubicBezTo>
                      <a:pt x="4240" y="475"/>
                      <a:pt x="3979" y="0"/>
                      <a:pt x="36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1" name="Google Shape;6801;p20"/>
              <p:cNvSpPr/>
              <p:nvPr/>
            </p:nvSpPr>
            <p:spPr>
              <a:xfrm>
                <a:off x="3585350" y="1267800"/>
                <a:ext cx="1015175" cy="768000"/>
              </a:xfrm>
              <a:custGeom>
                <a:rect b="b" l="l" r="r" t="t"/>
                <a:pathLst>
                  <a:path extrusionOk="0" h="30720" w="40607">
                    <a:moveTo>
                      <a:pt x="22137" y="5349"/>
                    </a:moveTo>
                    <a:cubicBezTo>
                      <a:pt x="22997" y="6119"/>
                      <a:pt x="23857" y="6889"/>
                      <a:pt x="24672" y="7703"/>
                    </a:cubicBezTo>
                    <a:cubicBezTo>
                      <a:pt x="24491" y="7568"/>
                      <a:pt x="24309" y="7432"/>
                      <a:pt x="24128" y="7341"/>
                    </a:cubicBezTo>
                    <a:cubicBezTo>
                      <a:pt x="23857" y="7070"/>
                      <a:pt x="23585" y="6843"/>
                      <a:pt x="23314" y="6572"/>
                    </a:cubicBezTo>
                    <a:cubicBezTo>
                      <a:pt x="22861" y="6164"/>
                      <a:pt x="22363" y="5757"/>
                      <a:pt x="21774" y="5531"/>
                    </a:cubicBezTo>
                    <a:cubicBezTo>
                      <a:pt x="21910" y="5440"/>
                      <a:pt x="22046" y="5395"/>
                      <a:pt x="22137" y="5349"/>
                    </a:cubicBezTo>
                    <a:close/>
                    <a:moveTo>
                      <a:pt x="21774" y="6798"/>
                    </a:moveTo>
                    <a:lnTo>
                      <a:pt x="21774" y="6798"/>
                    </a:lnTo>
                    <a:cubicBezTo>
                      <a:pt x="22046" y="6979"/>
                      <a:pt x="22318" y="7160"/>
                      <a:pt x="22635" y="7387"/>
                    </a:cubicBezTo>
                    <a:cubicBezTo>
                      <a:pt x="22861" y="7613"/>
                      <a:pt x="23132" y="7885"/>
                      <a:pt x="23404" y="8156"/>
                    </a:cubicBezTo>
                    <a:cubicBezTo>
                      <a:pt x="23132" y="8066"/>
                      <a:pt x="22861" y="7975"/>
                      <a:pt x="22589" y="7930"/>
                    </a:cubicBezTo>
                    <a:cubicBezTo>
                      <a:pt x="22363" y="7794"/>
                      <a:pt x="22137" y="7658"/>
                      <a:pt x="21910" y="7568"/>
                    </a:cubicBezTo>
                    <a:cubicBezTo>
                      <a:pt x="21910" y="7477"/>
                      <a:pt x="21865" y="7432"/>
                      <a:pt x="21865" y="7387"/>
                    </a:cubicBezTo>
                    <a:cubicBezTo>
                      <a:pt x="21820" y="7206"/>
                      <a:pt x="21774" y="6979"/>
                      <a:pt x="21774" y="6798"/>
                    </a:cubicBezTo>
                    <a:close/>
                    <a:moveTo>
                      <a:pt x="14667" y="7115"/>
                    </a:moveTo>
                    <a:lnTo>
                      <a:pt x="14667" y="7115"/>
                    </a:lnTo>
                    <a:cubicBezTo>
                      <a:pt x="14622" y="7206"/>
                      <a:pt x="14622" y="7251"/>
                      <a:pt x="14622" y="7296"/>
                    </a:cubicBezTo>
                    <a:cubicBezTo>
                      <a:pt x="13943" y="7885"/>
                      <a:pt x="13128" y="8383"/>
                      <a:pt x="12268" y="8745"/>
                    </a:cubicBezTo>
                    <a:lnTo>
                      <a:pt x="12223" y="8745"/>
                    </a:lnTo>
                    <a:cubicBezTo>
                      <a:pt x="13128" y="8337"/>
                      <a:pt x="13943" y="7794"/>
                      <a:pt x="14667" y="7115"/>
                    </a:cubicBezTo>
                    <a:close/>
                    <a:moveTo>
                      <a:pt x="22227" y="8518"/>
                    </a:moveTo>
                    <a:lnTo>
                      <a:pt x="22227" y="8518"/>
                    </a:lnTo>
                    <a:cubicBezTo>
                      <a:pt x="22770" y="8926"/>
                      <a:pt x="23314" y="9333"/>
                      <a:pt x="23857" y="9786"/>
                    </a:cubicBezTo>
                    <a:cubicBezTo>
                      <a:pt x="23721" y="9741"/>
                      <a:pt x="23585" y="9695"/>
                      <a:pt x="23449" y="9650"/>
                    </a:cubicBezTo>
                    <a:cubicBezTo>
                      <a:pt x="23087" y="9424"/>
                      <a:pt x="22725" y="9197"/>
                      <a:pt x="22363" y="8971"/>
                    </a:cubicBezTo>
                    <a:cubicBezTo>
                      <a:pt x="22318" y="8790"/>
                      <a:pt x="22272" y="8654"/>
                      <a:pt x="22227" y="8518"/>
                    </a:cubicBezTo>
                    <a:close/>
                    <a:moveTo>
                      <a:pt x="14615" y="1"/>
                    </a:moveTo>
                    <a:cubicBezTo>
                      <a:pt x="14198" y="1"/>
                      <a:pt x="13762" y="328"/>
                      <a:pt x="13762" y="777"/>
                    </a:cubicBezTo>
                    <a:cubicBezTo>
                      <a:pt x="13400" y="823"/>
                      <a:pt x="13083" y="1004"/>
                      <a:pt x="12902" y="1275"/>
                    </a:cubicBezTo>
                    <a:cubicBezTo>
                      <a:pt x="12313" y="2045"/>
                      <a:pt x="12811" y="2950"/>
                      <a:pt x="13354" y="3584"/>
                    </a:cubicBezTo>
                    <a:cubicBezTo>
                      <a:pt x="13490" y="3720"/>
                      <a:pt x="13626" y="3856"/>
                      <a:pt x="13807" y="3991"/>
                    </a:cubicBezTo>
                    <a:cubicBezTo>
                      <a:pt x="13671" y="4037"/>
                      <a:pt x="13581" y="4082"/>
                      <a:pt x="13490" y="4127"/>
                    </a:cubicBezTo>
                    <a:cubicBezTo>
                      <a:pt x="13445" y="4172"/>
                      <a:pt x="13354" y="4218"/>
                      <a:pt x="13264" y="4263"/>
                    </a:cubicBezTo>
                    <a:cubicBezTo>
                      <a:pt x="13128" y="4354"/>
                      <a:pt x="12992" y="4399"/>
                      <a:pt x="12856" y="4489"/>
                    </a:cubicBezTo>
                    <a:cubicBezTo>
                      <a:pt x="12675" y="4625"/>
                      <a:pt x="12585" y="4806"/>
                      <a:pt x="12585" y="4987"/>
                    </a:cubicBezTo>
                    <a:cubicBezTo>
                      <a:pt x="11996" y="5259"/>
                      <a:pt x="11408" y="5531"/>
                      <a:pt x="10774" y="5847"/>
                    </a:cubicBezTo>
                    <a:cubicBezTo>
                      <a:pt x="10140" y="6119"/>
                      <a:pt x="10503" y="7070"/>
                      <a:pt x="11091" y="7070"/>
                    </a:cubicBezTo>
                    <a:cubicBezTo>
                      <a:pt x="11453" y="7070"/>
                      <a:pt x="11815" y="7070"/>
                      <a:pt x="12177" y="7024"/>
                    </a:cubicBezTo>
                    <a:lnTo>
                      <a:pt x="12177" y="7024"/>
                    </a:lnTo>
                    <a:cubicBezTo>
                      <a:pt x="11861" y="7206"/>
                      <a:pt x="11544" y="7387"/>
                      <a:pt x="11227" y="7568"/>
                    </a:cubicBezTo>
                    <a:cubicBezTo>
                      <a:pt x="10910" y="7749"/>
                      <a:pt x="10774" y="8156"/>
                      <a:pt x="10955" y="8518"/>
                    </a:cubicBezTo>
                    <a:cubicBezTo>
                      <a:pt x="11000" y="8699"/>
                      <a:pt x="11136" y="8835"/>
                      <a:pt x="11317" y="8926"/>
                    </a:cubicBezTo>
                    <a:cubicBezTo>
                      <a:pt x="10910" y="9016"/>
                      <a:pt x="10457" y="9107"/>
                      <a:pt x="10095" y="9197"/>
                    </a:cubicBezTo>
                    <a:cubicBezTo>
                      <a:pt x="9099" y="9424"/>
                      <a:pt x="8149" y="9605"/>
                      <a:pt x="7198" y="9786"/>
                    </a:cubicBezTo>
                    <a:cubicBezTo>
                      <a:pt x="6655" y="9876"/>
                      <a:pt x="6066" y="9967"/>
                      <a:pt x="5478" y="10012"/>
                    </a:cubicBezTo>
                    <a:cubicBezTo>
                      <a:pt x="4980" y="9967"/>
                      <a:pt x="4482" y="9922"/>
                      <a:pt x="3939" y="9876"/>
                    </a:cubicBezTo>
                    <a:cubicBezTo>
                      <a:pt x="3214" y="9831"/>
                      <a:pt x="2445" y="9786"/>
                      <a:pt x="1720" y="9650"/>
                    </a:cubicBezTo>
                    <a:cubicBezTo>
                      <a:pt x="1707" y="9647"/>
                      <a:pt x="1693" y="9645"/>
                      <a:pt x="1680" y="9645"/>
                    </a:cubicBezTo>
                    <a:cubicBezTo>
                      <a:pt x="1520" y="9645"/>
                      <a:pt x="1417" y="9883"/>
                      <a:pt x="1585" y="9967"/>
                    </a:cubicBezTo>
                    <a:cubicBezTo>
                      <a:pt x="1811" y="10057"/>
                      <a:pt x="1992" y="10148"/>
                      <a:pt x="2218" y="10284"/>
                    </a:cubicBezTo>
                    <a:lnTo>
                      <a:pt x="1222" y="10284"/>
                    </a:lnTo>
                    <a:cubicBezTo>
                      <a:pt x="453" y="10329"/>
                      <a:pt x="0" y="11461"/>
                      <a:pt x="815" y="11823"/>
                    </a:cubicBezTo>
                    <a:cubicBezTo>
                      <a:pt x="2429" y="12549"/>
                      <a:pt x="4151" y="12736"/>
                      <a:pt x="5884" y="12736"/>
                    </a:cubicBezTo>
                    <a:cubicBezTo>
                      <a:pt x="6096" y="12736"/>
                      <a:pt x="6307" y="12733"/>
                      <a:pt x="6519" y="12728"/>
                    </a:cubicBezTo>
                    <a:cubicBezTo>
                      <a:pt x="8375" y="12683"/>
                      <a:pt x="10276" y="12457"/>
                      <a:pt x="12042" y="11823"/>
                    </a:cubicBezTo>
                    <a:cubicBezTo>
                      <a:pt x="13445" y="11370"/>
                      <a:pt x="14803" y="10601"/>
                      <a:pt x="15889" y="9560"/>
                    </a:cubicBezTo>
                    <a:cubicBezTo>
                      <a:pt x="16116" y="9424"/>
                      <a:pt x="16297" y="9288"/>
                      <a:pt x="16478" y="9152"/>
                    </a:cubicBezTo>
                    <a:cubicBezTo>
                      <a:pt x="16569" y="9650"/>
                      <a:pt x="16840" y="10148"/>
                      <a:pt x="17338" y="10420"/>
                    </a:cubicBezTo>
                    <a:cubicBezTo>
                      <a:pt x="17440" y="10478"/>
                      <a:pt x="17552" y="10504"/>
                      <a:pt x="17664" y="10504"/>
                    </a:cubicBezTo>
                    <a:cubicBezTo>
                      <a:pt x="17899" y="10504"/>
                      <a:pt x="18135" y="10392"/>
                      <a:pt x="18289" y="10239"/>
                    </a:cubicBezTo>
                    <a:cubicBezTo>
                      <a:pt x="18334" y="10284"/>
                      <a:pt x="18425" y="10329"/>
                      <a:pt x="18470" y="10420"/>
                    </a:cubicBezTo>
                    <a:cubicBezTo>
                      <a:pt x="18572" y="10471"/>
                      <a:pt x="18693" y="10496"/>
                      <a:pt x="18814" y="10496"/>
                    </a:cubicBezTo>
                    <a:cubicBezTo>
                      <a:pt x="19015" y="10496"/>
                      <a:pt x="19217" y="10425"/>
                      <a:pt x="19330" y="10284"/>
                    </a:cubicBezTo>
                    <a:cubicBezTo>
                      <a:pt x="19375" y="10239"/>
                      <a:pt x="19420" y="10148"/>
                      <a:pt x="19466" y="10103"/>
                    </a:cubicBezTo>
                    <a:cubicBezTo>
                      <a:pt x="19602" y="10205"/>
                      <a:pt x="19737" y="10256"/>
                      <a:pt x="19892" y="10256"/>
                    </a:cubicBezTo>
                    <a:cubicBezTo>
                      <a:pt x="19944" y="10256"/>
                      <a:pt x="19998" y="10250"/>
                      <a:pt x="20054" y="10239"/>
                    </a:cubicBezTo>
                    <a:cubicBezTo>
                      <a:pt x="20416" y="10691"/>
                      <a:pt x="20824" y="11099"/>
                      <a:pt x="21276" y="11416"/>
                    </a:cubicBezTo>
                    <a:cubicBezTo>
                      <a:pt x="21276" y="11461"/>
                      <a:pt x="21322" y="11461"/>
                      <a:pt x="21322" y="11506"/>
                    </a:cubicBezTo>
                    <a:cubicBezTo>
                      <a:pt x="21436" y="11773"/>
                      <a:pt x="21679" y="11879"/>
                      <a:pt x="21915" y="11879"/>
                    </a:cubicBezTo>
                    <a:cubicBezTo>
                      <a:pt x="21959" y="11879"/>
                      <a:pt x="22003" y="11875"/>
                      <a:pt x="22046" y="11868"/>
                    </a:cubicBezTo>
                    <a:cubicBezTo>
                      <a:pt x="22227" y="11959"/>
                      <a:pt x="22408" y="12049"/>
                      <a:pt x="22589" y="12140"/>
                    </a:cubicBezTo>
                    <a:cubicBezTo>
                      <a:pt x="23540" y="12502"/>
                      <a:pt x="24491" y="12638"/>
                      <a:pt x="25215" y="13453"/>
                    </a:cubicBezTo>
                    <a:cubicBezTo>
                      <a:pt x="25532" y="13724"/>
                      <a:pt x="25758" y="14132"/>
                      <a:pt x="25894" y="14539"/>
                    </a:cubicBezTo>
                    <a:cubicBezTo>
                      <a:pt x="26120" y="14992"/>
                      <a:pt x="26165" y="15490"/>
                      <a:pt x="26618" y="15852"/>
                    </a:cubicBezTo>
                    <a:cubicBezTo>
                      <a:pt x="26715" y="15925"/>
                      <a:pt x="26825" y="15971"/>
                      <a:pt x="26941" y="15971"/>
                    </a:cubicBezTo>
                    <a:cubicBezTo>
                      <a:pt x="27042" y="15971"/>
                      <a:pt x="27147" y="15936"/>
                      <a:pt x="27252" y="15852"/>
                    </a:cubicBezTo>
                    <a:cubicBezTo>
                      <a:pt x="27478" y="15626"/>
                      <a:pt x="27614" y="15309"/>
                      <a:pt x="27614" y="14992"/>
                    </a:cubicBezTo>
                    <a:cubicBezTo>
                      <a:pt x="27705" y="15173"/>
                      <a:pt x="27750" y="15309"/>
                      <a:pt x="27795" y="15444"/>
                    </a:cubicBezTo>
                    <a:cubicBezTo>
                      <a:pt x="27931" y="15807"/>
                      <a:pt x="28067" y="16395"/>
                      <a:pt x="28338" y="16621"/>
                    </a:cubicBezTo>
                    <a:cubicBezTo>
                      <a:pt x="28424" y="16707"/>
                      <a:pt x="28540" y="16752"/>
                      <a:pt x="28652" y="16752"/>
                    </a:cubicBezTo>
                    <a:cubicBezTo>
                      <a:pt x="28778" y="16752"/>
                      <a:pt x="28900" y="16696"/>
                      <a:pt x="28972" y="16576"/>
                    </a:cubicBezTo>
                    <a:cubicBezTo>
                      <a:pt x="29153" y="16169"/>
                      <a:pt x="29017" y="15580"/>
                      <a:pt x="28882" y="15173"/>
                    </a:cubicBezTo>
                    <a:cubicBezTo>
                      <a:pt x="28746" y="14675"/>
                      <a:pt x="28565" y="14222"/>
                      <a:pt x="28338" y="13770"/>
                    </a:cubicBezTo>
                    <a:cubicBezTo>
                      <a:pt x="28293" y="13724"/>
                      <a:pt x="28248" y="13679"/>
                      <a:pt x="28248" y="13588"/>
                    </a:cubicBezTo>
                    <a:cubicBezTo>
                      <a:pt x="28248" y="13543"/>
                      <a:pt x="28248" y="13453"/>
                      <a:pt x="28248" y="13362"/>
                    </a:cubicBezTo>
                    <a:cubicBezTo>
                      <a:pt x="28248" y="13317"/>
                      <a:pt x="28203" y="13226"/>
                      <a:pt x="28203" y="13181"/>
                    </a:cubicBezTo>
                    <a:lnTo>
                      <a:pt x="28203" y="13181"/>
                    </a:lnTo>
                    <a:cubicBezTo>
                      <a:pt x="28241" y="13200"/>
                      <a:pt x="28282" y="13209"/>
                      <a:pt x="28322" y="13209"/>
                    </a:cubicBezTo>
                    <a:cubicBezTo>
                      <a:pt x="28468" y="13209"/>
                      <a:pt x="28600" y="13087"/>
                      <a:pt x="28565" y="12909"/>
                    </a:cubicBezTo>
                    <a:cubicBezTo>
                      <a:pt x="28474" y="12502"/>
                      <a:pt x="28203" y="12185"/>
                      <a:pt x="27976" y="11868"/>
                    </a:cubicBezTo>
                    <a:cubicBezTo>
                      <a:pt x="27750" y="11551"/>
                      <a:pt x="27524" y="11280"/>
                      <a:pt x="27252" y="10963"/>
                    </a:cubicBezTo>
                    <a:cubicBezTo>
                      <a:pt x="27207" y="10872"/>
                      <a:pt x="27116" y="10827"/>
                      <a:pt x="27071" y="10736"/>
                    </a:cubicBezTo>
                    <a:lnTo>
                      <a:pt x="27071" y="10736"/>
                    </a:lnTo>
                    <a:cubicBezTo>
                      <a:pt x="27342" y="11008"/>
                      <a:pt x="27659" y="11280"/>
                      <a:pt x="27931" y="11551"/>
                    </a:cubicBezTo>
                    <a:cubicBezTo>
                      <a:pt x="28293" y="12095"/>
                      <a:pt x="28701" y="12638"/>
                      <a:pt x="29063" y="13226"/>
                    </a:cubicBezTo>
                    <a:cubicBezTo>
                      <a:pt x="29131" y="13328"/>
                      <a:pt x="29249" y="13379"/>
                      <a:pt x="29362" y="13379"/>
                    </a:cubicBezTo>
                    <a:cubicBezTo>
                      <a:pt x="29399" y="13379"/>
                      <a:pt x="29436" y="13373"/>
                      <a:pt x="29470" y="13362"/>
                    </a:cubicBezTo>
                    <a:cubicBezTo>
                      <a:pt x="29515" y="13407"/>
                      <a:pt x="29561" y="13498"/>
                      <a:pt x="29606" y="13543"/>
                    </a:cubicBezTo>
                    <a:cubicBezTo>
                      <a:pt x="30194" y="14449"/>
                      <a:pt x="30511" y="15444"/>
                      <a:pt x="30873" y="16440"/>
                    </a:cubicBezTo>
                    <a:cubicBezTo>
                      <a:pt x="30692" y="17436"/>
                      <a:pt x="30511" y="18432"/>
                      <a:pt x="30240" y="19383"/>
                    </a:cubicBezTo>
                    <a:cubicBezTo>
                      <a:pt x="30194" y="18840"/>
                      <a:pt x="30194" y="18251"/>
                      <a:pt x="30240" y="17708"/>
                    </a:cubicBezTo>
                    <a:cubicBezTo>
                      <a:pt x="30240" y="17482"/>
                      <a:pt x="30058" y="17353"/>
                      <a:pt x="29882" y="17353"/>
                    </a:cubicBezTo>
                    <a:cubicBezTo>
                      <a:pt x="29740" y="17353"/>
                      <a:pt x="29601" y="17436"/>
                      <a:pt x="29561" y="17617"/>
                    </a:cubicBezTo>
                    <a:cubicBezTo>
                      <a:pt x="29515" y="17844"/>
                      <a:pt x="29470" y="18115"/>
                      <a:pt x="29425" y="18387"/>
                    </a:cubicBezTo>
                    <a:cubicBezTo>
                      <a:pt x="29380" y="18387"/>
                      <a:pt x="29289" y="18387"/>
                      <a:pt x="29199" y="18432"/>
                    </a:cubicBezTo>
                    <a:cubicBezTo>
                      <a:pt x="28519" y="18930"/>
                      <a:pt x="28474" y="20062"/>
                      <a:pt x="28248" y="20831"/>
                    </a:cubicBezTo>
                    <a:cubicBezTo>
                      <a:pt x="28067" y="21375"/>
                      <a:pt x="27795" y="21873"/>
                      <a:pt x="27524" y="22371"/>
                    </a:cubicBezTo>
                    <a:cubicBezTo>
                      <a:pt x="27524" y="22280"/>
                      <a:pt x="27569" y="22190"/>
                      <a:pt x="27569" y="22099"/>
                    </a:cubicBezTo>
                    <a:cubicBezTo>
                      <a:pt x="27659" y="20922"/>
                      <a:pt x="27569" y="19745"/>
                      <a:pt x="27297" y="18568"/>
                    </a:cubicBezTo>
                    <a:cubicBezTo>
                      <a:pt x="27262" y="18354"/>
                      <a:pt x="27128" y="18267"/>
                      <a:pt x="26984" y="18267"/>
                    </a:cubicBezTo>
                    <a:cubicBezTo>
                      <a:pt x="26763" y="18267"/>
                      <a:pt x="26518" y="18475"/>
                      <a:pt x="26573" y="18749"/>
                    </a:cubicBezTo>
                    <a:cubicBezTo>
                      <a:pt x="26709" y="19836"/>
                      <a:pt x="26709" y="20967"/>
                      <a:pt x="26618" y="22054"/>
                    </a:cubicBezTo>
                    <a:cubicBezTo>
                      <a:pt x="26528" y="22597"/>
                      <a:pt x="26437" y="23140"/>
                      <a:pt x="26347" y="23638"/>
                    </a:cubicBezTo>
                    <a:cubicBezTo>
                      <a:pt x="26301" y="23819"/>
                      <a:pt x="26256" y="24046"/>
                      <a:pt x="26211" y="24227"/>
                    </a:cubicBezTo>
                    <a:cubicBezTo>
                      <a:pt x="26211" y="24227"/>
                      <a:pt x="26186" y="24227"/>
                      <a:pt x="26173" y="24245"/>
                    </a:cubicBezTo>
                    <a:lnTo>
                      <a:pt x="26173" y="24245"/>
                    </a:lnTo>
                    <a:cubicBezTo>
                      <a:pt x="26349" y="23620"/>
                      <a:pt x="26437" y="22996"/>
                      <a:pt x="26437" y="22416"/>
                    </a:cubicBezTo>
                    <a:cubicBezTo>
                      <a:pt x="26573" y="20334"/>
                      <a:pt x="26120" y="18296"/>
                      <a:pt x="25034" y="16531"/>
                    </a:cubicBezTo>
                    <a:cubicBezTo>
                      <a:pt x="24964" y="16433"/>
                      <a:pt x="24872" y="16391"/>
                      <a:pt x="24784" y="16391"/>
                    </a:cubicBezTo>
                    <a:cubicBezTo>
                      <a:pt x="24588" y="16391"/>
                      <a:pt x="24411" y="16598"/>
                      <a:pt x="24536" y="16848"/>
                    </a:cubicBezTo>
                    <a:cubicBezTo>
                      <a:pt x="25351" y="18749"/>
                      <a:pt x="25532" y="21013"/>
                      <a:pt x="25170" y="23004"/>
                    </a:cubicBezTo>
                    <a:cubicBezTo>
                      <a:pt x="24989" y="24000"/>
                      <a:pt x="24672" y="24951"/>
                      <a:pt x="24219" y="25856"/>
                    </a:cubicBezTo>
                    <a:cubicBezTo>
                      <a:pt x="24174" y="25947"/>
                      <a:pt x="24128" y="25992"/>
                      <a:pt x="24083" y="26083"/>
                    </a:cubicBezTo>
                    <a:cubicBezTo>
                      <a:pt x="24083" y="26083"/>
                      <a:pt x="24038" y="26083"/>
                      <a:pt x="24038" y="26128"/>
                    </a:cubicBezTo>
                    <a:cubicBezTo>
                      <a:pt x="23500" y="26418"/>
                      <a:pt x="23000" y="26632"/>
                      <a:pt x="22399" y="26632"/>
                    </a:cubicBezTo>
                    <a:cubicBezTo>
                      <a:pt x="22343" y="26632"/>
                      <a:pt x="22285" y="26630"/>
                      <a:pt x="22227" y="26626"/>
                    </a:cubicBezTo>
                    <a:cubicBezTo>
                      <a:pt x="21774" y="26626"/>
                      <a:pt x="21322" y="26566"/>
                      <a:pt x="20856" y="26566"/>
                    </a:cubicBezTo>
                    <a:cubicBezTo>
                      <a:pt x="20623" y="26566"/>
                      <a:pt x="20386" y="26581"/>
                      <a:pt x="20145" y="26626"/>
                    </a:cubicBezTo>
                    <a:cubicBezTo>
                      <a:pt x="19556" y="26716"/>
                      <a:pt x="19013" y="26988"/>
                      <a:pt x="18560" y="27350"/>
                    </a:cubicBezTo>
                    <a:cubicBezTo>
                      <a:pt x="18108" y="27712"/>
                      <a:pt x="17700" y="28210"/>
                      <a:pt x="17429" y="28708"/>
                    </a:cubicBezTo>
                    <a:cubicBezTo>
                      <a:pt x="17248" y="28935"/>
                      <a:pt x="17112" y="29252"/>
                      <a:pt x="17021" y="29523"/>
                    </a:cubicBezTo>
                    <a:cubicBezTo>
                      <a:pt x="16885" y="29840"/>
                      <a:pt x="16931" y="30066"/>
                      <a:pt x="16885" y="30338"/>
                    </a:cubicBezTo>
                    <a:cubicBezTo>
                      <a:pt x="16885" y="30542"/>
                      <a:pt x="17089" y="30720"/>
                      <a:pt x="17267" y="30720"/>
                    </a:cubicBezTo>
                    <a:cubicBezTo>
                      <a:pt x="17327" y="30720"/>
                      <a:pt x="17383" y="30700"/>
                      <a:pt x="17429" y="30655"/>
                    </a:cubicBezTo>
                    <a:cubicBezTo>
                      <a:pt x="17655" y="30474"/>
                      <a:pt x="17881" y="30383"/>
                      <a:pt x="18108" y="30157"/>
                    </a:cubicBezTo>
                    <a:cubicBezTo>
                      <a:pt x="18289" y="29931"/>
                      <a:pt x="18470" y="29704"/>
                      <a:pt x="18651" y="29478"/>
                    </a:cubicBezTo>
                    <a:cubicBezTo>
                      <a:pt x="19013" y="29025"/>
                      <a:pt x="19375" y="28618"/>
                      <a:pt x="19918" y="28346"/>
                    </a:cubicBezTo>
                    <a:cubicBezTo>
                      <a:pt x="20193" y="28220"/>
                      <a:pt x="20477" y="28181"/>
                      <a:pt x="20766" y="28181"/>
                    </a:cubicBezTo>
                    <a:cubicBezTo>
                      <a:pt x="21098" y="28181"/>
                      <a:pt x="21436" y="28231"/>
                      <a:pt x="21774" y="28256"/>
                    </a:cubicBezTo>
                    <a:cubicBezTo>
                      <a:pt x="21924" y="28266"/>
                      <a:pt x="22069" y="28272"/>
                      <a:pt x="22210" y="28272"/>
                    </a:cubicBezTo>
                    <a:cubicBezTo>
                      <a:pt x="22667" y="28272"/>
                      <a:pt x="23090" y="28213"/>
                      <a:pt x="23540" y="28075"/>
                    </a:cubicBezTo>
                    <a:cubicBezTo>
                      <a:pt x="23585" y="28120"/>
                      <a:pt x="23630" y="28165"/>
                      <a:pt x="23721" y="28165"/>
                    </a:cubicBezTo>
                    <a:cubicBezTo>
                      <a:pt x="23761" y="28192"/>
                      <a:pt x="23804" y="28203"/>
                      <a:pt x="23850" y="28203"/>
                    </a:cubicBezTo>
                    <a:cubicBezTo>
                      <a:pt x="23959" y="28203"/>
                      <a:pt x="24078" y="28139"/>
                      <a:pt x="24174" y="28075"/>
                    </a:cubicBezTo>
                    <a:cubicBezTo>
                      <a:pt x="24309" y="27939"/>
                      <a:pt x="24400" y="27848"/>
                      <a:pt x="24491" y="27712"/>
                    </a:cubicBezTo>
                    <a:cubicBezTo>
                      <a:pt x="25124" y="27441"/>
                      <a:pt x="25713" y="27079"/>
                      <a:pt x="26301" y="26716"/>
                    </a:cubicBezTo>
                    <a:cubicBezTo>
                      <a:pt x="26301" y="26876"/>
                      <a:pt x="26482" y="27037"/>
                      <a:pt x="26652" y="27037"/>
                    </a:cubicBezTo>
                    <a:cubicBezTo>
                      <a:pt x="26723" y="27037"/>
                      <a:pt x="26791" y="27009"/>
                      <a:pt x="26845" y="26943"/>
                    </a:cubicBezTo>
                    <a:cubicBezTo>
                      <a:pt x="27161" y="26581"/>
                      <a:pt x="27478" y="26173"/>
                      <a:pt x="27750" y="25766"/>
                    </a:cubicBezTo>
                    <a:lnTo>
                      <a:pt x="27795" y="25766"/>
                    </a:lnTo>
                    <a:cubicBezTo>
                      <a:pt x="28338" y="25404"/>
                      <a:pt x="28927" y="25087"/>
                      <a:pt x="29425" y="24634"/>
                    </a:cubicBezTo>
                    <a:cubicBezTo>
                      <a:pt x="29923" y="24136"/>
                      <a:pt x="30104" y="23593"/>
                      <a:pt x="29878" y="22914"/>
                    </a:cubicBezTo>
                    <a:cubicBezTo>
                      <a:pt x="29878" y="22823"/>
                      <a:pt x="29787" y="22733"/>
                      <a:pt x="29742" y="22688"/>
                    </a:cubicBezTo>
                    <a:cubicBezTo>
                      <a:pt x="29787" y="22597"/>
                      <a:pt x="29832" y="22506"/>
                      <a:pt x="29878" y="22416"/>
                    </a:cubicBezTo>
                    <a:cubicBezTo>
                      <a:pt x="30059" y="22416"/>
                      <a:pt x="30240" y="22325"/>
                      <a:pt x="30375" y="22099"/>
                    </a:cubicBezTo>
                    <a:cubicBezTo>
                      <a:pt x="30692" y="21556"/>
                      <a:pt x="30964" y="20967"/>
                      <a:pt x="31190" y="20334"/>
                    </a:cubicBezTo>
                    <a:lnTo>
                      <a:pt x="31236" y="20967"/>
                    </a:lnTo>
                    <a:cubicBezTo>
                      <a:pt x="31236" y="21314"/>
                      <a:pt x="31605" y="21606"/>
                      <a:pt x="31931" y="21606"/>
                    </a:cubicBezTo>
                    <a:cubicBezTo>
                      <a:pt x="32115" y="21606"/>
                      <a:pt x="32286" y="21513"/>
                      <a:pt x="32367" y="21284"/>
                    </a:cubicBezTo>
                    <a:cubicBezTo>
                      <a:pt x="32594" y="20741"/>
                      <a:pt x="32775" y="20152"/>
                      <a:pt x="32911" y="19609"/>
                    </a:cubicBezTo>
                    <a:cubicBezTo>
                      <a:pt x="33023" y="19852"/>
                      <a:pt x="33250" y="19964"/>
                      <a:pt x="33482" y="19964"/>
                    </a:cubicBezTo>
                    <a:cubicBezTo>
                      <a:pt x="33812" y="19964"/>
                      <a:pt x="34151" y="19737"/>
                      <a:pt x="34178" y="19338"/>
                    </a:cubicBezTo>
                    <a:cubicBezTo>
                      <a:pt x="34178" y="18885"/>
                      <a:pt x="34178" y="18432"/>
                      <a:pt x="34178" y="18025"/>
                    </a:cubicBezTo>
                    <a:cubicBezTo>
                      <a:pt x="34217" y="18033"/>
                      <a:pt x="34258" y="18036"/>
                      <a:pt x="34301" y="18036"/>
                    </a:cubicBezTo>
                    <a:cubicBezTo>
                      <a:pt x="34509" y="18036"/>
                      <a:pt x="34752" y="17948"/>
                      <a:pt x="34902" y="17798"/>
                    </a:cubicBezTo>
                    <a:cubicBezTo>
                      <a:pt x="34948" y="17798"/>
                      <a:pt x="34993" y="17844"/>
                      <a:pt x="35038" y="17844"/>
                    </a:cubicBezTo>
                    <a:cubicBezTo>
                      <a:pt x="35073" y="18153"/>
                      <a:pt x="35367" y="18436"/>
                      <a:pt x="35686" y="18436"/>
                    </a:cubicBezTo>
                    <a:cubicBezTo>
                      <a:pt x="35787" y="18436"/>
                      <a:pt x="35890" y="18407"/>
                      <a:pt x="35989" y="18342"/>
                    </a:cubicBezTo>
                    <a:cubicBezTo>
                      <a:pt x="36804" y="17798"/>
                      <a:pt x="37483" y="17210"/>
                      <a:pt x="38162" y="16531"/>
                    </a:cubicBezTo>
                    <a:cubicBezTo>
                      <a:pt x="38795" y="15897"/>
                      <a:pt x="39384" y="15218"/>
                      <a:pt x="39701" y="14403"/>
                    </a:cubicBezTo>
                    <a:cubicBezTo>
                      <a:pt x="40063" y="13588"/>
                      <a:pt x="40154" y="12728"/>
                      <a:pt x="40289" y="11823"/>
                    </a:cubicBezTo>
                    <a:cubicBezTo>
                      <a:pt x="40425" y="10963"/>
                      <a:pt x="40561" y="10057"/>
                      <a:pt x="40561" y="9152"/>
                    </a:cubicBezTo>
                    <a:cubicBezTo>
                      <a:pt x="40606" y="7387"/>
                      <a:pt x="40199" y="5712"/>
                      <a:pt x="39158" y="4308"/>
                    </a:cubicBezTo>
                    <a:cubicBezTo>
                      <a:pt x="38207" y="2996"/>
                      <a:pt x="36985" y="1909"/>
                      <a:pt x="36306" y="506"/>
                    </a:cubicBezTo>
                    <a:cubicBezTo>
                      <a:pt x="36198" y="246"/>
                      <a:pt x="35955" y="131"/>
                      <a:pt x="35707" y="131"/>
                    </a:cubicBezTo>
                    <a:cubicBezTo>
                      <a:pt x="35435" y="131"/>
                      <a:pt x="35156" y="269"/>
                      <a:pt x="35038" y="506"/>
                    </a:cubicBezTo>
                    <a:cubicBezTo>
                      <a:pt x="34540" y="1366"/>
                      <a:pt x="34993" y="2226"/>
                      <a:pt x="35717" y="2769"/>
                    </a:cubicBezTo>
                    <a:lnTo>
                      <a:pt x="35853" y="2860"/>
                    </a:lnTo>
                    <a:cubicBezTo>
                      <a:pt x="35853" y="2996"/>
                      <a:pt x="35898" y="3131"/>
                      <a:pt x="36034" y="3222"/>
                    </a:cubicBezTo>
                    <a:cubicBezTo>
                      <a:pt x="36260" y="3493"/>
                      <a:pt x="36487" y="3765"/>
                      <a:pt x="36713" y="4082"/>
                    </a:cubicBezTo>
                    <a:cubicBezTo>
                      <a:pt x="36758" y="4263"/>
                      <a:pt x="36804" y="4444"/>
                      <a:pt x="36804" y="4670"/>
                    </a:cubicBezTo>
                    <a:cubicBezTo>
                      <a:pt x="36804" y="4942"/>
                      <a:pt x="36849" y="5259"/>
                      <a:pt x="36849" y="5576"/>
                    </a:cubicBezTo>
                    <a:cubicBezTo>
                      <a:pt x="36623" y="5757"/>
                      <a:pt x="36532" y="6119"/>
                      <a:pt x="36713" y="6481"/>
                    </a:cubicBezTo>
                    <a:cubicBezTo>
                      <a:pt x="36758" y="6526"/>
                      <a:pt x="36758" y="6617"/>
                      <a:pt x="36804" y="6662"/>
                    </a:cubicBezTo>
                    <a:cubicBezTo>
                      <a:pt x="36804" y="6843"/>
                      <a:pt x="36804" y="6979"/>
                      <a:pt x="36804" y="7115"/>
                    </a:cubicBezTo>
                    <a:cubicBezTo>
                      <a:pt x="36804" y="7251"/>
                      <a:pt x="36758" y="7341"/>
                      <a:pt x="36758" y="7432"/>
                    </a:cubicBezTo>
                    <a:cubicBezTo>
                      <a:pt x="36713" y="7477"/>
                      <a:pt x="36668" y="7477"/>
                      <a:pt x="36577" y="7522"/>
                    </a:cubicBezTo>
                    <a:cubicBezTo>
                      <a:pt x="36215" y="7749"/>
                      <a:pt x="36170" y="8201"/>
                      <a:pt x="36306" y="8564"/>
                    </a:cubicBezTo>
                    <a:cubicBezTo>
                      <a:pt x="36351" y="8609"/>
                      <a:pt x="36351" y="8654"/>
                      <a:pt x="36396" y="8745"/>
                    </a:cubicBezTo>
                    <a:cubicBezTo>
                      <a:pt x="36079" y="8835"/>
                      <a:pt x="35898" y="9152"/>
                      <a:pt x="36034" y="9560"/>
                    </a:cubicBezTo>
                    <a:cubicBezTo>
                      <a:pt x="36034" y="9560"/>
                      <a:pt x="36034" y="9605"/>
                      <a:pt x="36034" y="9605"/>
                    </a:cubicBezTo>
                    <a:cubicBezTo>
                      <a:pt x="36034" y="9605"/>
                      <a:pt x="36034" y="9605"/>
                      <a:pt x="36034" y="9650"/>
                    </a:cubicBezTo>
                    <a:cubicBezTo>
                      <a:pt x="35989" y="9650"/>
                      <a:pt x="35989" y="9695"/>
                      <a:pt x="35989" y="9741"/>
                    </a:cubicBezTo>
                    <a:cubicBezTo>
                      <a:pt x="35672" y="9786"/>
                      <a:pt x="35355" y="9967"/>
                      <a:pt x="35265" y="10284"/>
                    </a:cubicBezTo>
                    <a:cubicBezTo>
                      <a:pt x="35219" y="10284"/>
                      <a:pt x="35219" y="10284"/>
                      <a:pt x="35219" y="10239"/>
                    </a:cubicBezTo>
                    <a:cubicBezTo>
                      <a:pt x="35129" y="10103"/>
                      <a:pt x="35083" y="10012"/>
                      <a:pt x="34993" y="9876"/>
                    </a:cubicBezTo>
                    <a:cubicBezTo>
                      <a:pt x="34902" y="9695"/>
                      <a:pt x="34812" y="9605"/>
                      <a:pt x="34676" y="9560"/>
                    </a:cubicBezTo>
                    <a:cubicBezTo>
                      <a:pt x="34585" y="9424"/>
                      <a:pt x="34495" y="9333"/>
                      <a:pt x="34404" y="9197"/>
                    </a:cubicBezTo>
                    <a:cubicBezTo>
                      <a:pt x="34088" y="8790"/>
                      <a:pt x="33771" y="8428"/>
                      <a:pt x="33408" y="8020"/>
                    </a:cubicBezTo>
                    <a:cubicBezTo>
                      <a:pt x="33273" y="7839"/>
                      <a:pt x="33092" y="7703"/>
                      <a:pt x="32956" y="7522"/>
                    </a:cubicBezTo>
                    <a:cubicBezTo>
                      <a:pt x="32775" y="7341"/>
                      <a:pt x="32594" y="7206"/>
                      <a:pt x="32413" y="7070"/>
                    </a:cubicBezTo>
                    <a:cubicBezTo>
                      <a:pt x="32322" y="6934"/>
                      <a:pt x="32175" y="6855"/>
                      <a:pt x="32033" y="6855"/>
                    </a:cubicBezTo>
                    <a:cubicBezTo>
                      <a:pt x="31892" y="6855"/>
                      <a:pt x="31756" y="6934"/>
                      <a:pt x="31688" y="7115"/>
                    </a:cubicBezTo>
                    <a:cubicBezTo>
                      <a:pt x="31643" y="7387"/>
                      <a:pt x="31734" y="7658"/>
                      <a:pt x="31869" y="7930"/>
                    </a:cubicBezTo>
                    <a:cubicBezTo>
                      <a:pt x="31643" y="8020"/>
                      <a:pt x="31462" y="8247"/>
                      <a:pt x="31462" y="8564"/>
                    </a:cubicBezTo>
                    <a:cubicBezTo>
                      <a:pt x="31552" y="9922"/>
                      <a:pt x="31915" y="11234"/>
                      <a:pt x="32322" y="12502"/>
                    </a:cubicBezTo>
                    <a:cubicBezTo>
                      <a:pt x="32141" y="12638"/>
                      <a:pt x="32005" y="12909"/>
                      <a:pt x="32096" y="13226"/>
                    </a:cubicBezTo>
                    <a:cubicBezTo>
                      <a:pt x="32186" y="13588"/>
                      <a:pt x="32232" y="13951"/>
                      <a:pt x="32322" y="14267"/>
                    </a:cubicBezTo>
                    <a:cubicBezTo>
                      <a:pt x="32096" y="14358"/>
                      <a:pt x="31960" y="14539"/>
                      <a:pt x="31960" y="14856"/>
                    </a:cubicBezTo>
                    <a:cubicBezTo>
                      <a:pt x="31960" y="15037"/>
                      <a:pt x="31960" y="15218"/>
                      <a:pt x="31960" y="15399"/>
                    </a:cubicBezTo>
                    <a:cubicBezTo>
                      <a:pt x="31869" y="15309"/>
                      <a:pt x="31734" y="15263"/>
                      <a:pt x="31598" y="15263"/>
                    </a:cubicBezTo>
                    <a:cubicBezTo>
                      <a:pt x="31462" y="14539"/>
                      <a:pt x="31145" y="13905"/>
                      <a:pt x="30828" y="13317"/>
                    </a:cubicBezTo>
                    <a:cubicBezTo>
                      <a:pt x="30149" y="12230"/>
                      <a:pt x="29289" y="11280"/>
                      <a:pt x="28338" y="10420"/>
                    </a:cubicBezTo>
                    <a:cubicBezTo>
                      <a:pt x="27795" y="9650"/>
                      <a:pt x="27207" y="8926"/>
                      <a:pt x="26528" y="8247"/>
                    </a:cubicBezTo>
                    <a:cubicBezTo>
                      <a:pt x="25441" y="7024"/>
                      <a:pt x="24219" y="5938"/>
                      <a:pt x="22997" y="4852"/>
                    </a:cubicBezTo>
                    <a:lnTo>
                      <a:pt x="23178" y="4761"/>
                    </a:lnTo>
                    <a:cubicBezTo>
                      <a:pt x="23721" y="4444"/>
                      <a:pt x="24219" y="4082"/>
                      <a:pt x="24400" y="3493"/>
                    </a:cubicBezTo>
                    <a:cubicBezTo>
                      <a:pt x="24792" y="2474"/>
                      <a:pt x="24098" y="1422"/>
                      <a:pt x="23082" y="1422"/>
                    </a:cubicBezTo>
                    <a:cubicBezTo>
                      <a:pt x="22925" y="1422"/>
                      <a:pt x="22759" y="1447"/>
                      <a:pt x="22589" y="1502"/>
                    </a:cubicBezTo>
                    <a:cubicBezTo>
                      <a:pt x="22046" y="1728"/>
                      <a:pt x="21639" y="2135"/>
                      <a:pt x="21141" y="2407"/>
                    </a:cubicBezTo>
                    <a:cubicBezTo>
                      <a:pt x="20688" y="2679"/>
                      <a:pt x="20190" y="2860"/>
                      <a:pt x="19647" y="2950"/>
                    </a:cubicBezTo>
                    <a:cubicBezTo>
                      <a:pt x="19408" y="3003"/>
                      <a:pt x="19169" y="3025"/>
                      <a:pt x="18940" y="3025"/>
                    </a:cubicBezTo>
                    <a:cubicBezTo>
                      <a:pt x="18778" y="3025"/>
                      <a:pt x="18620" y="3014"/>
                      <a:pt x="18470" y="2996"/>
                    </a:cubicBezTo>
                    <a:cubicBezTo>
                      <a:pt x="18379" y="2950"/>
                      <a:pt x="18289" y="2905"/>
                      <a:pt x="18198" y="2905"/>
                    </a:cubicBezTo>
                    <a:lnTo>
                      <a:pt x="18017" y="2905"/>
                    </a:lnTo>
                    <a:cubicBezTo>
                      <a:pt x="17700" y="2860"/>
                      <a:pt x="17429" y="2724"/>
                      <a:pt x="17112" y="2588"/>
                    </a:cubicBezTo>
                    <a:cubicBezTo>
                      <a:pt x="16976" y="2452"/>
                      <a:pt x="16840" y="2271"/>
                      <a:pt x="16659" y="2135"/>
                    </a:cubicBezTo>
                    <a:cubicBezTo>
                      <a:pt x="16161" y="1592"/>
                      <a:pt x="15573" y="1094"/>
                      <a:pt x="15256" y="415"/>
                    </a:cubicBezTo>
                    <a:cubicBezTo>
                      <a:pt x="15118" y="123"/>
                      <a:pt x="14870" y="1"/>
                      <a:pt x="146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2" name="Google Shape;6802;p20"/>
              <p:cNvSpPr/>
              <p:nvPr/>
            </p:nvSpPr>
            <p:spPr>
              <a:xfrm>
                <a:off x="3316000" y="1646350"/>
                <a:ext cx="124500" cy="268750"/>
              </a:xfrm>
              <a:custGeom>
                <a:rect b="b" l="l" r="r" t="t"/>
                <a:pathLst>
                  <a:path extrusionOk="0" h="10750" w="4980">
                    <a:moveTo>
                      <a:pt x="1208" y="0"/>
                    </a:moveTo>
                    <a:cubicBezTo>
                      <a:pt x="1079" y="0"/>
                      <a:pt x="946" y="69"/>
                      <a:pt x="906" y="212"/>
                    </a:cubicBezTo>
                    <a:cubicBezTo>
                      <a:pt x="227" y="2385"/>
                      <a:pt x="0" y="4648"/>
                      <a:pt x="815" y="6866"/>
                    </a:cubicBezTo>
                    <a:cubicBezTo>
                      <a:pt x="1132" y="7772"/>
                      <a:pt x="1585" y="8632"/>
                      <a:pt x="2218" y="9356"/>
                    </a:cubicBezTo>
                    <a:cubicBezTo>
                      <a:pt x="2704" y="9963"/>
                      <a:pt x="3478" y="10750"/>
                      <a:pt x="4315" y="10750"/>
                    </a:cubicBezTo>
                    <a:cubicBezTo>
                      <a:pt x="4415" y="10750"/>
                      <a:pt x="4516" y="10739"/>
                      <a:pt x="4618" y="10714"/>
                    </a:cubicBezTo>
                    <a:cubicBezTo>
                      <a:pt x="4844" y="10669"/>
                      <a:pt x="4980" y="10397"/>
                      <a:pt x="4934" y="10171"/>
                    </a:cubicBezTo>
                    <a:cubicBezTo>
                      <a:pt x="4889" y="9945"/>
                      <a:pt x="4753" y="9854"/>
                      <a:pt x="4663" y="9673"/>
                    </a:cubicBezTo>
                    <a:lnTo>
                      <a:pt x="4663" y="9673"/>
                    </a:lnTo>
                    <a:cubicBezTo>
                      <a:pt x="4687" y="9709"/>
                      <a:pt x="4698" y="9723"/>
                      <a:pt x="4701" y="9723"/>
                    </a:cubicBezTo>
                    <a:cubicBezTo>
                      <a:pt x="4709" y="9723"/>
                      <a:pt x="4651" y="9616"/>
                      <a:pt x="4618" y="9583"/>
                    </a:cubicBezTo>
                    <a:cubicBezTo>
                      <a:pt x="4527" y="9447"/>
                      <a:pt x="4437" y="9356"/>
                      <a:pt x="4346" y="9266"/>
                    </a:cubicBezTo>
                    <a:lnTo>
                      <a:pt x="4346" y="9266"/>
                    </a:lnTo>
                    <a:cubicBezTo>
                      <a:pt x="4371" y="9282"/>
                      <a:pt x="4399" y="9290"/>
                      <a:pt x="4428" y="9290"/>
                    </a:cubicBezTo>
                    <a:cubicBezTo>
                      <a:pt x="4557" y="9290"/>
                      <a:pt x="4708" y="9142"/>
                      <a:pt x="4708" y="8994"/>
                    </a:cubicBezTo>
                    <a:cubicBezTo>
                      <a:pt x="4708" y="8858"/>
                      <a:pt x="4708" y="8677"/>
                      <a:pt x="4618" y="8541"/>
                    </a:cubicBezTo>
                    <a:cubicBezTo>
                      <a:pt x="4572" y="8360"/>
                      <a:pt x="4527" y="8225"/>
                      <a:pt x="4482" y="8089"/>
                    </a:cubicBezTo>
                    <a:cubicBezTo>
                      <a:pt x="4391" y="7772"/>
                      <a:pt x="4255" y="7500"/>
                      <a:pt x="4120" y="7229"/>
                    </a:cubicBezTo>
                    <a:cubicBezTo>
                      <a:pt x="3939" y="6640"/>
                      <a:pt x="3712" y="6052"/>
                      <a:pt x="3576" y="5418"/>
                    </a:cubicBezTo>
                    <a:cubicBezTo>
                      <a:pt x="3523" y="5223"/>
                      <a:pt x="3366" y="5139"/>
                      <a:pt x="3202" y="5139"/>
                    </a:cubicBezTo>
                    <a:cubicBezTo>
                      <a:pt x="2948" y="5139"/>
                      <a:pt x="2679" y="5341"/>
                      <a:pt x="2762" y="5644"/>
                    </a:cubicBezTo>
                    <a:cubicBezTo>
                      <a:pt x="2897" y="6278"/>
                      <a:pt x="3124" y="6912"/>
                      <a:pt x="3350" y="7500"/>
                    </a:cubicBezTo>
                    <a:cubicBezTo>
                      <a:pt x="3441" y="7817"/>
                      <a:pt x="3576" y="8179"/>
                      <a:pt x="3712" y="8451"/>
                    </a:cubicBezTo>
                    <a:cubicBezTo>
                      <a:pt x="3803" y="8587"/>
                      <a:pt x="3848" y="8722"/>
                      <a:pt x="3939" y="8858"/>
                    </a:cubicBezTo>
                    <a:cubicBezTo>
                      <a:pt x="3803" y="8722"/>
                      <a:pt x="3622" y="8587"/>
                      <a:pt x="3486" y="8406"/>
                    </a:cubicBezTo>
                    <a:cubicBezTo>
                      <a:pt x="2988" y="7817"/>
                      <a:pt x="2535" y="7048"/>
                      <a:pt x="2218" y="6278"/>
                    </a:cubicBezTo>
                    <a:cubicBezTo>
                      <a:pt x="1494" y="4422"/>
                      <a:pt x="1358" y="2294"/>
                      <a:pt x="1494" y="302"/>
                    </a:cubicBezTo>
                    <a:cubicBezTo>
                      <a:pt x="1519" y="103"/>
                      <a:pt x="1366" y="0"/>
                      <a:pt x="12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3" name="Google Shape;6803;p20"/>
              <p:cNvSpPr/>
              <p:nvPr/>
            </p:nvSpPr>
            <p:spPr>
              <a:xfrm>
                <a:off x="3176800" y="1516550"/>
                <a:ext cx="23775" cy="138550"/>
              </a:xfrm>
              <a:custGeom>
                <a:rect b="b" l="l" r="r" t="t"/>
                <a:pathLst>
                  <a:path extrusionOk="0" h="5542" w="951">
                    <a:moveTo>
                      <a:pt x="520" y="1"/>
                    </a:moveTo>
                    <a:cubicBezTo>
                      <a:pt x="403" y="1"/>
                      <a:pt x="291" y="62"/>
                      <a:pt x="272" y="198"/>
                    </a:cubicBezTo>
                    <a:cubicBezTo>
                      <a:pt x="91" y="1103"/>
                      <a:pt x="0" y="1963"/>
                      <a:pt x="0" y="2869"/>
                    </a:cubicBezTo>
                    <a:cubicBezTo>
                      <a:pt x="0" y="3276"/>
                      <a:pt x="45" y="3729"/>
                      <a:pt x="91" y="4182"/>
                    </a:cubicBezTo>
                    <a:cubicBezTo>
                      <a:pt x="136" y="4589"/>
                      <a:pt x="181" y="5087"/>
                      <a:pt x="453" y="5449"/>
                    </a:cubicBezTo>
                    <a:cubicBezTo>
                      <a:pt x="492" y="5508"/>
                      <a:pt x="566" y="5542"/>
                      <a:pt x="641" y="5542"/>
                    </a:cubicBezTo>
                    <a:cubicBezTo>
                      <a:pt x="737" y="5542"/>
                      <a:pt x="835" y="5486"/>
                      <a:pt x="860" y="5359"/>
                    </a:cubicBezTo>
                    <a:cubicBezTo>
                      <a:pt x="951" y="4997"/>
                      <a:pt x="906" y="4544"/>
                      <a:pt x="860" y="4182"/>
                    </a:cubicBezTo>
                    <a:lnTo>
                      <a:pt x="860" y="4136"/>
                    </a:lnTo>
                    <a:cubicBezTo>
                      <a:pt x="815" y="3729"/>
                      <a:pt x="770" y="3276"/>
                      <a:pt x="724" y="2869"/>
                    </a:cubicBezTo>
                    <a:cubicBezTo>
                      <a:pt x="679" y="2009"/>
                      <a:pt x="724" y="1149"/>
                      <a:pt x="815" y="289"/>
                    </a:cubicBezTo>
                    <a:cubicBezTo>
                      <a:pt x="841" y="108"/>
                      <a:pt x="675" y="1"/>
                      <a:pt x="5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4" name="Google Shape;6804;p20"/>
              <p:cNvSpPr/>
              <p:nvPr/>
            </p:nvSpPr>
            <p:spPr>
              <a:xfrm>
                <a:off x="3201700" y="1443475"/>
                <a:ext cx="36050" cy="111475"/>
              </a:xfrm>
              <a:custGeom>
                <a:rect b="b" l="l" r="r" t="t"/>
                <a:pathLst>
                  <a:path extrusionOk="0" h="4459" w="1442">
                    <a:moveTo>
                      <a:pt x="1093" y="1"/>
                    </a:moveTo>
                    <a:cubicBezTo>
                      <a:pt x="981" y="1"/>
                      <a:pt x="868" y="56"/>
                      <a:pt x="815" y="179"/>
                    </a:cubicBezTo>
                    <a:lnTo>
                      <a:pt x="860" y="224"/>
                    </a:lnTo>
                    <a:cubicBezTo>
                      <a:pt x="589" y="858"/>
                      <a:pt x="362" y="1537"/>
                      <a:pt x="226" y="2216"/>
                    </a:cubicBezTo>
                    <a:cubicBezTo>
                      <a:pt x="136" y="2578"/>
                      <a:pt x="45" y="2940"/>
                      <a:pt x="45" y="3257"/>
                    </a:cubicBezTo>
                    <a:cubicBezTo>
                      <a:pt x="0" y="3619"/>
                      <a:pt x="0" y="3981"/>
                      <a:pt x="91" y="4298"/>
                    </a:cubicBezTo>
                    <a:cubicBezTo>
                      <a:pt x="116" y="4400"/>
                      <a:pt x="213" y="4459"/>
                      <a:pt x="301" y="4459"/>
                    </a:cubicBezTo>
                    <a:cubicBezTo>
                      <a:pt x="370" y="4459"/>
                      <a:pt x="433" y="4423"/>
                      <a:pt x="453" y="4343"/>
                    </a:cubicBezTo>
                    <a:cubicBezTo>
                      <a:pt x="589" y="4072"/>
                      <a:pt x="679" y="3709"/>
                      <a:pt x="724" y="3347"/>
                    </a:cubicBezTo>
                    <a:cubicBezTo>
                      <a:pt x="815" y="3030"/>
                      <a:pt x="815" y="2714"/>
                      <a:pt x="905" y="2351"/>
                    </a:cubicBezTo>
                    <a:cubicBezTo>
                      <a:pt x="996" y="1672"/>
                      <a:pt x="1177" y="993"/>
                      <a:pt x="1358" y="360"/>
                    </a:cubicBezTo>
                    <a:cubicBezTo>
                      <a:pt x="1441" y="138"/>
                      <a:pt x="1270" y="1"/>
                      <a:pt x="10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5" name="Google Shape;6805;p20"/>
              <p:cNvSpPr/>
              <p:nvPr/>
            </p:nvSpPr>
            <p:spPr>
              <a:xfrm>
                <a:off x="4141025" y="5130625"/>
                <a:ext cx="21525" cy="88875"/>
              </a:xfrm>
              <a:custGeom>
                <a:rect b="b" l="l" r="r" t="t"/>
                <a:pathLst>
                  <a:path extrusionOk="0" h="3555" w="861">
                    <a:moveTo>
                      <a:pt x="326" y="0"/>
                    </a:moveTo>
                    <a:cubicBezTo>
                      <a:pt x="186" y="0"/>
                      <a:pt x="45" y="93"/>
                      <a:pt x="45" y="269"/>
                    </a:cubicBezTo>
                    <a:cubicBezTo>
                      <a:pt x="45" y="767"/>
                      <a:pt x="45" y="1265"/>
                      <a:pt x="45" y="1808"/>
                    </a:cubicBezTo>
                    <a:cubicBezTo>
                      <a:pt x="45" y="1899"/>
                      <a:pt x="45" y="2035"/>
                      <a:pt x="45" y="2171"/>
                    </a:cubicBezTo>
                    <a:cubicBezTo>
                      <a:pt x="45" y="2216"/>
                      <a:pt x="0" y="2306"/>
                      <a:pt x="0" y="2352"/>
                    </a:cubicBezTo>
                    <a:cubicBezTo>
                      <a:pt x="0" y="2442"/>
                      <a:pt x="45" y="2487"/>
                      <a:pt x="45" y="2578"/>
                    </a:cubicBezTo>
                    <a:cubicBezTo>
                      <a:pt x="45" y="2669"/>
                      <a:pt x="45" y="2804"/>
                      <a:pt x="45" y="2940"/>
                    </a:cubicBezTo>
                    <a:cubicBezTo>
                      <a:pt x="45" y="3076"/>
                      <a:pt x="45" y="3212"/>
                      <a:pt x="45" y="3302"/>
                    </a:cubicBezTo>
                    <a:cubicBezTo>
                      <a:pt x="74" y="3447"/>
                      <a:pt x="195" y="3554"/>
                      <a:pt x="315" y="3554"/>
                    </a:cubicBezTo>
                    <a:cubicBezTo>
                      <a:pt x="382" y="3554"/>
                      <a:pt x="449" y="3520"/>
                      <a:pt x="498" y="3438"/>
                    </a:cubicBezTo>
                    <a:cubicBezTo>
                      <a:pt x="634" y="3212"/>
                      <a:pt x="724" y="2940"/>
                      <a:pt x="770" y="2669"/>
                    </a:cubicBezTo>
                    <a:cubicBezTo>
                      <a:pt x="815" y="2623"/>
                      <a:pt x="815" y="2533"/>
                      <a:pt x="860" y="2442"/>
                    </a:cubicBezTo>
                    <a:cubicBezTo>
                      <a:pt x="860" y="2397"/>
                      <a:pt x="860" y="2306"/>
                      <a:pt x="860" y="2216"/>
                    </a:cubicBezTo>
                    <a:cubicBezTo>
                      <a:pt x="860" y="2080"/>
                      <a:pt x="860" y="1944"/>
                      <a:pt x="860" y="1808"/>
                    </a:cubicBezTo>
                    <a:cubicBezTo>
                      <a:pt x="860" y="1265"/>
                      <a:pt x="770" y="722"/>
                      <a:pt x="589" y="179"/>
                    </a:cubicBezTo>
                    <a:cubicBezTo>
                      <a:pt x="549" y="59"/>
                      <a:pt x="438" y="0"/>
                      <a:pt x="326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6" name="Google Shape;6806;p20"/>
              <p:cNvSpPr/>
              <p:nvPr/>
            </p:nvSpPr>
            <p:spPr>
              <a:xfrm>
                <a:off x="3965600" y="5195075"/>
                <a:ext cx="17000" cy="45850"/>
              </a:xfrm>
              <a:custGeom>
                <a:rect b="b" l="l" r="r" t="t"/>
                <a:pathLst>
                  <a:path extrusionOk="0" h="1834" w="680">
                    <a:moveTo>
                      <a:pt x="363" y="0"/>
                    </a:moveTo>
                    <a:cubicBezTo>
                      <a:pt x="182" y="0"/>
                      <a:pt x="0" y="136"/>
                      <a:pt x="0" y="317"/>
                    </a:cubicBezTo>
                    <a:lnTo>
                      <a:pt x="46" y="951"/>
                    </a:lnTo>
                    <a:cubicBezTo>
                      <a:pt x="46" y="1086"/>
                      <a:pt x="46" y="1177"/>
                      <a:pt x="46" y="1268"/>
                    </a:cubicBezTo>
                    <a:cubicBezTo>
                      <a:pt x="46" y="1403"/>
                      <a:pt x="91" y="1539"/>
                      <a:pt x="91" y="1630"/>
                    </a:cubicBezTo>
                    <a:cubicBezTo>
                      <a:pt x="136" y="1766"/>
                      <a:pt x="249" y="1833"/>
                      <a:pt x="357" y="1833"/>
                    </a:cubicBezTo>
                    <a:cubicBezTo>
                      <a:pt x="464" y="1833"/>
                      <a:pt x="566" y="1766"/>
                      <a:pt x="589" y="1630"/>
                    </a:cubicBezTo>
                    <a:cubicBezTo>
                      <a:pt x="634" y="1539"/>
                      <a:pt x="634" y="1403"/>
                      <a:pt x="634" y="1268"/>
                    </a:cubicBezTo>
                    <a:cubicBezTo>
                      <a:pt x="634" y="1177"/>
                      <a:pt x="634" y="1086"/>
                      <a:pt x="634" y="951"/>
                    </a:cubicBezTo>
                    <a:cubicBezTo>
                      <a:pt x="679" y="770"/>
                      <a:pt x="679" y="543"/>
                      <a:pt x="679" y="317"/>
                    </a:cubicBezTo>
                    <a:cubicBezTo>
                      <a:pt x="679" y="136"/>
                      <a:pt x="544" y="0"/>
                      <a:pt x="363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7" name="Google Shape;6807;p20"/>
              <p:cNvSpPr/>
              <p:nvPr/>
            </p:nvSpPr>
            <p:spPr>
              <a:xfrm>
                <a:off x="3427327" y="917700"/>
                <a:ext cx="96225" cy="136500"/>
              </a:xfrm>
              <a:custGeom>
                <a:rect b="b" l="l" r="r" t="t"/>
                <a:pathLst>
                  <a:path extrusionOk="0" h="5460" w="3849">
                    <a:moveTo>
                      <a:pt x="1470" y="0"/>
                    </a:moveTo>
                    <a:cubicBezTo>
                      <a:pt x="1037" y="0"/>
                      <a:pt x="599" y="195"/>
                      <a:pt x="363" y="567"/>
                    </a:cubicBezTo>
                    <a:cubicBezTo>
                      <a:pt x="46" y="974"/>
                      <a:pt x="1" y="1608"/>
                      <a:pt x="1" y="2061"/>
                    </a:cubicBezTo>
                    <a:cubicBezTo>
                      <a:pt x="1" y="3102"/>
                      <a:pt x="318" y="4234"/>
                      <a:pt x="1042" y="5003"/>
                    </a:cubicBezTo>
                    <a:cubicBezTo>
                      <a:pt x="1319" y="5308"/>
                      <a:pt x="1697" y="5460"/>
                      <a:pt x="2073" y="5460"/>
                    </a:cubicBezTo>
                    <a:cubicBezTo>
                      <a:pt x="2312" y="5460"/>
                      <a:pt x="2551" y="5398"/>
                      <a:pt x="2762" y="5275"/>
                    </a:cubicBezTo>
                    <a:cubicBezTo>
                      <a:pt x="3260" y="4958"/>
                      <a:pt x="3532" y="4415"/>
                      <a:pt x="3668" y="3872"/>
                    </a:cubicBezTo>
                    <a:cubicBezTo>
                      <a:pt x="3849" y="2830"/>
                      <a:pt x="3803" y="1472"/>
                      <a:pt x="2943" y="748"/>
                    </a:cubicBezTo>
                    <a:cubicBezTo>
                      <a:pt x="2672" y="431"/>
                      <a:pt x="2355" y="159"/>
                      <a:pt x="1902" y="69"/>
                    </a:cubicBezTo>
                    <a:cubicBezTo>
                      <a:pt x="1764" y="23"/>
                      <a:pt x="1617" y="0"/>
                      <a:pt x="14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8" name="Google Shape;6808;p20"/>
              <p:cNvSpPr/>
              <p:nvPr/>
            </p:nvSpPr>
            <p:spPr>
              <a:xfrm>
                <a:off x="3302852" y="845600"/>
                <a:ext cx="298800" cy="122900"/>
              </a:xfrm>
              <a:custGeom>
                <a:rect b="b" l="l" r="r" t="t"/>
                <a:pathLst>
                  <a:path extrusionOk="0" h="4916" w="11952">
                    <a:moveTo>
                      <a:pt x="5761" y="1"/>
                    </a:moveTo>
                    <a:cubicBezTo>
                      <a:pt x="4461" y="1"/>
                      <a:pt x="3181" y="529"/>
                      <a:pt x="2173" y="1369"/>
                    </a:cubicBezTo>
                    <a:cubicBezTo>
                      <a:pt x="1223" y="2093"/>
                      <a:pt x="227" y="3315"/>
                      <a:pt x="0" y="4492"/>
                    </a:cubicBezTo>
                    <a:cubicBezTo>
                      <a:pt x="0" y="4672"/>
                      <a:pt x="143" y="4908"/>
                      <a:pt x="314" y="4908"/>
                    </a:cubicBezTo>
                    <a:cubicBezTo>
                      <a:pt x="359" y="4908"/>
                      <a:pt x="406" y="4892"/>
                      <a:pt x="453" y="4854"/>
                    </a:cubicBezTo>
                    <a:cubicBezTo>
                      <a:pt x="1313" y="4220"/>
                      <a:pt x="1947" y="3315"/>
                      <a:pt x="2807" y="2681"/>
                    </a:cubicBezTo>
                    <a:cubicBezTo>
                      <a:pt x="3712" y="2048"/>
                      <a:pt x="4754" y="1595"/>
                      <a:pt x="5885" y="1595"/>
                    </a:cubicBezTo>
                    <a:cubicBezTo>
                      <a:pt x="6972" y="1640"/>
                      <a:pt x="8013" y="2183"/>
                      <a:pt x="8828" y="2817"/>
                    </a:cubicBezTo>
                    <a:cubicBezTo>
                      <a:pt x="9235" y="3134"/>
                      <a:pt x="9597" y="3496"/>
                      <a:pt x="9959" y="3904"/>
                    </a:cubicBezTo>
                    <a:cubicBezTo>
                      <a:pt x="10276" y="4311"/>
                      <a:pt x="10548" y="4809"/>
                      <a:pt x="11091" y="4899"/>
                    </a:cubicBezTo>
                    <a:cubicBezTo>
                      <a:pt x="11123" y="4910"/>
                      <a:pt x="11160" y="4916"/>
                      <a:pt x="11199" y="4916"/>
                    </a:cubicBezTo>
                    <a:cubicBezTo>
                      <a:pt x="11324" y="4916"/>
                      <a:pt x="11464" y="4857"/>
                      <a:pt x="11499" y="4718"/>
                    </a:cubicBezTo>
                    <a:cubicBezTo>
                      <a:pt x="11951" y="3632"/>
                      <a:pt x="10593" y="2319"/>
                      <a:pt x="9824" y="1685"/>
                    </a:cubicBezTo>
                    <a:cubicBezTo>
                      <a:pt x="8782" y="825"/>
                      <a:pt x="7470" y="146"/>
                      <a:pt x="6066" y="10"/>
                    </a:cubicBezTo>
                    <a:cubicBezTo>
                      <a:pt x="5965" y="4"/>
                      <a:pt x="5863" y="1"/>
                      <a:pt x="57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9" name="Google Shape;6809;p20"/>
              <p:cNvSpPr/>
              <p:nvPr/>
            </p:nvSpPr>
            <p:spPr>
              <a:xfrm>
                <a:off x="3308502" y="816625"/>
                <a:ext cx="93950" cy="39975"/>
              </a:xfrm>
              <a:custGeom>
                <a:rect b="b" l="l" r="r" t="t"/>
                <a:pathLst>
                  <a:path extrusionOk="0" h="1599" w="3758">
                    <a:moveTo>
                      <a:pt x="3034" y="0"/>
                    </a:moveTo>
                    <a:cubicBezTo>
                      <a:pt x="2017" y="0"/>
                      <a:pt x="1005" y="450"/>
                      <a:pt x="227" y="1034"/>
                    </a:cubicBezTo>
                    <a:cubicBezTo>
                      <a:pt x="91" y="1124"/>
                      <a:pt x="1" y="1305"/>
                      <a:pt x="91" y="1441"/>
                    </a:cubicBezTo>
                    <a:cubicBezTo>
                      <a:pt x="150" y="1530"/>
                      <a:pt x="267" y="1599"/>
                      <a:pt x="378" y="1599"/>
                    </a:cubicBezTo>
                    <a:cubicBezTo>
                      <a:pt x="438" y="1599"/>
                      <a:pt x="497" y="1579"/>
                      <a:pt x="544" y="1532"/>
                    </a:cubicBezTo>
                    <a:cubicBezTo>
                      <a:pt x="951" y="1260"/>
                      <a:pt x="1449" y="1034"/>
                      <a:pt x="1947" y="853"/>
                    </a:cubicBezTo>
                    <a:cubicBezTo>
                      <a:pt x="2445" y="717"/>
                      <a:pt x="2988" y="581"/>
                      <a:pt x="3532" y="490"/>
                    </a:cubicBezTo>
                    <a:cubicBezTo>
                      <a:pt x="3713" y="400"/>
                      <a:pt x="3758" y="83"/>
                      <a:pt x="3532" y="38"/>
                    </a:cubicBezTo>
                    <a:cubicBezTo>
                      <a:pt x="3366" y="12"/>
                      <a:pt x="3200" y="0"/>
                      <a:pt x="30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0" name="Google Shape;6810;p20"/>
              <p:cNvSpPr/>
              <p:nvPr/>
            </p:nvSpPr>
            <p:spPr>
              <a:xfrm>
                <a:off x="3513352" y="805100"/>
                <a:ext cx="53200" cy="41075"/>
              </a:xfrm>
              <a:custGeom>
                <a:rect b="b" l="l" r="r" t="t"/>
                <a:pathLst>
                  <a:path extrusionOk="0" h="1643" w="2128">
                    <a:moveTo>
                      <a:pt x="419" y="1"/>
                    </a:moveTo>
                    <a:cubicBezTo>
                      <a:pt x="292" y="1"/>
                      <a:pt x="151" y="61"/>
                      <a:pt x="91" y="182"/>
                    </a:cubicBezTo>
                    <a:cubicBezTo>
                      <a:pt x="0" y="363"/>
                      <a:pt x="46" y="589"/>
                      <a:pt x="227" y="680"/>
                    </a:cubicBezTo>
                    <a:cubicBezTo>
                      <a:pt x="453" y="861"/>
                      <a:pt x="679" y="997"/>
                      <a:pt x="951" y="1178"/>
                    </a:cubicBezTo>
                    <a:cubicBezTo>
                      <a:pt x="1041" y="1268"/>
                      <a:pt x="1177" y="1314"/>
                      <a:pt x="1268" y="1404"/>
                    </a:cubicBezTo>
                    <a:cubicBezTo>
                      <a:pt x="1358" y="1449"/>
                      <a:pt x="1404" y="1495"/>
                      <a:pt x="1449" y="1540"/>
                    </a:cubicBezTo>
                    <a:cubicBezTo>
                      <a:pt x="1539" y="1585"/>
                      <a:pt x="1630" y="1585"/>
                      <a:pt x="1721" y="1630"/>
                    </a:cubicBezTo>
                    <a:cubicBezTo>
                      <a:pt x="1745" y="1639"/>
                      <a:pt x="1770" y="1642"/>
                      <a:pt x="1795" y="1642"/>
                    </a:cubicBezTo>
                    <a:cubicBezTo>
                      <a:pt x="1903" y="1642"/>
                      <a:pt x="2000" y="1569"/>
                      <a:pt x="2037" y="1495"/>
                    </a:cubicBezTo>
                    <a:cubicBezTo>
                      <a:pt x="2128" y="1359"/>
                      <a:pt x="2083" y="1223"/>
                      <a:pt x="1992" y="1132"/>
                    </a:cubicBezTo>
                    <a:cubicBezTo>
                      <a:pt x="1947" y="1042"/>
                      <a:pt x="1902" y="997"/>
                      <a:pt x="1811" y="951"/>
                    </a:cubicBezTo>
                    <a:cubicBezTo>
                      <a:pt x="1766" y="906"/>
                      <a:pt x="1675" y="861"/>
                      <a:pt x="1630" y="816"/>
                    </a:cubicBezTo>
                    <a:cubicBezTo>
                      <a:pt x="1539" y="725"/>
                      <a:pt x="1404" y="635"/>
                      <a:pt x="1313" y="544"/>
                    </a:cubicBezTo>
                    <a:cubicBezTo>
                      <a:pt x="1041" y="363"/>
                      <a:pt x="815" y="227"/>
                      <a:pt x="589" y="46"/>
                    </a:cubicBezTo>
                    <a:cubicBezTo>
                      <a:pt x="544" y="16"/>
                      <a:pt x="483" y="1"/>
                      <a:pt x="4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1" name="Google Shape;6811;p20"/>
              <p:cNvSpPr/>
              <p:nvPr/>
            </p:nvSpPr>
            <p:spPr>
              <a:xfrm>
                <a:off x="4092477" y="849125"/>
                <a:ext cx="142325" cy="39575"/>
              </a:xfrm>
              <a:custGeom>
                <a:rect b="b" l="l" r="r" t="t"/>
                <a:pathLst>
                  <a:path extrusionOk="0" h="1583" w="5693">
                    <a:moveTo>
                      <a:pt x="3111" y="0"/>
                    </a:moveTo>
                    <a:cubicBezTo>
                      <a:pt x="3044" y="0"/>
                      <a:pt x="2977" y="2"/>
                      <a:pt x="2910" y="5"/>
                    </a:cubicBezTo>
                    <a:cubicBezTo>
                      <a:pt x="1914" y="5"/>
                      <a:pt x="1009" y="413"/>
                      <a:pt x="285" y="1046"/>
                    </a:cubicBezTo>
                    <a:cubicBezTo>
                      <a:pt x="1" y="1259"/>
                      <a:pt x="245" y="1583"/>
                      <a:pt x="516" y="1583"/>
                    </a:cubicBezTo>
                    <a:cubicBezTo>
                      <a:pt x="591" y="1583"/>
                      <a:pt x="668" y="1558"/>
                      <a:pt x="737" y="1499"/>
                    </a:cubicBezTo>
                    <a:cubicBezTo>
                      <a:pt x="1371" y="1001"/>
                      <a:pt x="2141" y="775"/>
                      <a:pt x="2955" y="775"/>
                    </a:cubicBezTo>
                    <a:cubicBezTo>
                      <a:pt x="3770" y="775"/>
                      <a:pt x="4495" y="1001"/>
                      <a:pt x="5219" y="1363"/>
                    </a:cubicBezTo>
                    <a:cubicBezTo>
                      <a:pt x="5249" y="1376"/>
                      <a:pt x="5281" y="1381"/>
                      <a:pt x="5312" y="1381"/>
                    </a:cubicBezTo>
                    <a:cubicBezTo>
                      <a:pt x="5510" y="1381"/>
                      <a:pt x="5692" y="1152"/>
                      <a:pt x="5536" y="956"/>
                    </a:cubicBezTo>
                    <a:cubicBezTo>
                      <a:pt x="4904" y="283"/>
                      <a:pt x="3999" y="0"/>
                      <a:pt x="31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2" name="Google Shape;6812;p20"/>
              <p:cNvSpPr/>
              <p:nvPr/>
            </p:nvSpPr>
            <p:spPr>
              <a:xfrm>
                <a:off x="3090077" y="1753350"/>
                <a:ext cx="93475" cy="143125"/>
              </a:xfrm>
              <a:custGeom>
                <a:rect b="b" l="l" r="r" t="t"/>
                <a:pathLst>
                  <a:path extrusionOk="0" h="5725" w="3739">
                    <a:moveTo>
                      <a:pt x="310" y="0"/>
                    </a:moveTo>
                    <a:cubicBezTo>
                      <a:pt x="151" y="0"/>
                      <a:pt x="1" y="103"/>
                      <a:pt x="1" y="323"/>
                    </a:cubicBezTo>
                    <a:cubicBezTo>
                      <a:pt x="91" y="1409"/>
                      <a:pt x="408" y="2496"/>
                      <a:pt x="997" y="3447"/>
                    </a:cubicBezTo>
                    <a:cubicBezTo>
                      <a:pt x="1268" y="3945"/>
                      <a:pt x="1585" y="4352"/>
                      <a:pt x="1947" y="4759"/>
                    </a:cubicBezTo>
                    <a:cubicBezTo>
                      <a:pt x="2355" y="5167"/>
                      <a:pt x="2807" y="5484"/>
                      <a:pt x="3351" y="5710"/>
                    </a:cubicBezTo>
                    <a:cubicBezTo>
                      <a:pt x="3375" y="5720"/>
                      <a:pt x="3399" y="5724"/>
                      <a:pt x="3422" y="5724"/>
                    </a:cubicBezTo>
                    <a:cubicBezTo>
                      <a:pt x="3612" y="5724"/>
                      <a:pt x="3739" y="5419"/>
                      <a:pt x="3577" y="5257"/>
                    </a:cubicBezTo>
                    <a:cubicBezTo>
                      <a:pt x="2898" y="4578"/>
                      <a:pt x="2174" y="3899"/>
                      <a:pt x="1676" y="3084"/>
                    </a:cubicBezTo>
                    <a:cubicBezTo>
                      <a:pt x="1133" y="2224"/>
                      <a:pt x="770" y="1274"/>
                      <a:pt x="680" y="323"/>
                    </a:cubicBezTo>
                    <a:cubicBezTo>
                      <a:pt x="657" y="114"/>
                      <a:pt x="478" y="0"/>
                      <a:pt x="3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3" name="Google Shape;6813;p20"/>
              <p:cNvSpPr/>
              <p:nvPr/>
            </p:nvSpPr>
            <p:spPr>
              <a:xfrm>
                <a:off x="4421677" y="1362550"/>
                <a:ext cx="99600" cy="151025"/>
              </a:xfrm>
              <a:custGeom>
                <a:rect b="b" l="l" r="r" t="t"/>
                <a:pathLst>
                  <a:path extrusionOk="0" h="6041" w="3984">
                    <a:moveTo>
                      <a:pt x="465" y="0"/>
                    </a:moveTo>
                    <a:cubicBezTo>
                      <a:pt x="205" y="0"/>
                      <a:pt x="0" y="204"/>
                      <a:pt x="154" y="473"/>
                    </a:cubicBezTo>
                    <a:cubicBezTo>
                      <a:pt x="426" y="926"/>
                      <a:pt x="833" y="1288"/>
                      <a:pt x="1150" y="1695"/>
                    </a:cubicBezTo>
                    <a:lnTo>
                      <a:pt x="1150" y="1741"/>
                    </a:lnTo>
                    <a:cubicBezTo>
                      <a:pt x="1512" y="2103"/>
                      <a:pt x="1784" y="2555"/>
                      <a:pt x="2100" y="3008"/>
                    </a:cubicBezTo>
                    <a:cubicBezTo>
                      <a:pt x="2644" y="3868"/>
                      <a:pt x="3142" y="4819"/>
                      <a:pt x="3413" y="5860"/>
                    </a:cubicBezTo>
                    <a:cubicBezTo>
                      <a:pt x="3449" y="5986"/>
                      <a:pt x="3550" y="6040"/>
                      <a:pt x="3655" y="6040"/>
                    </a:cubicBezTo>
                    <a:cubicBezTo>
                      <a:pt x="3814" y="6040"/>
                      <a:pt x="3984" y="5915"/>
                      <a:pt x="3956" y="5724"/>
                    </a:cubicBezTo>
                    <a:cubicBezTo>
                      <a:pt x="3685" y="4638"/>
                      <a:pt x="3368" y="3551"/>
                      <a:pt x="2780" y="2555"/>
                    </a:cubicBezTo>
                    <a:cubicBezTo>
                      <a:pt x="2508" y="2103"/>
                      <a:pt x="2191" y="1650"/>
                      <a:pt x="1874" y="1197"/>
                    </a:cubicBezTo>
                    <a:cubicBezTo>
                      <a:pt x="1512" y="745"/>
                      <a:pt x="1105" y="292"/>
                      <a:pt x="607" y="20"/>
                    </a:cubicBezTo>
                    <a:cubicBezTo>
                      <a:pt x="559" y="7"/>
                      <a:pt x="511" y="0"/>
                      <a:pt x="4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4" name="Google Shape;6814;p20"/>
              <p:cNvSpPr/>
              <p:nvPr/>
            </p:nvSpPr>
            <p:spPr>
              <a:xfrm>
                <a:off x="4312352" y="1220725"/>
                <a:ext cx="50950" cy="42800"/>
              </a:xfrm>
              <a:custGeom>
                <a:rect b="b" l="l" r="r" t="t"/>
                <a:pathLst>
                  <a:path extrusionOk="0" h="1712" w="2038">
                    <a:moveTo>
                      <a:pt x="187" y="1"/>
                    </a:moveTo>
                    <a:cubicBezTo>
                      <a:pt x="147" y="1"/>
                      <a:pt x="113" y="12"/>
                      <a:pt x="91" y="35"/>
                    </a:cubicBezTo>
                    <a:cubicBezTo>
                      <a:pt x="0" y="80"/>
                      <a:pt x="0" y="171"/>
                      <a:pt x="45" y="261"/>
                    </a:cubicBezTo>
                    <a:cubicBezTo>
                      <a:pt x="136" y="397"/>
                      <a:pt x="226" y="533"/>
                      <a:pt x="317" y="668"/>
                    </a:cubicBezTo>
                    <a:cubicBezTo>
                      <a:pt x="407" y="804"/>
                      <a:pt x="543" y="940"/>
                      <a:pt x="679" y="1076"/>
                    </a:cubicBezTo>
                    <a:cubicBezTo>
                      <a:pt x="951" y="1302"/>
                      <a:pt x="1268" y="1529"/>
                      <a:pt x="1584" y="1664"/>
                    </a:cubicBezTo>
                    <a:cubicBezTo>
                      <a:pt x="1633" y="1696"/>
                      <a:pt x="1686" y="1712"/>
                      <a:pt x="1740" y="1712"/>
                    </a:cubicBezTo>
                    <a:cubicBezTo>
                      <a:pt x="1837" y="1712"/>
                      <a:pt x="1933" y="1662"/>
                      <a:pt x="1992" y="1574"/>
                    </a:cubicBezTo>
                    <a:cubicBezTo>
                      <a:pt x="2037" y="1438"/>
                      <a:pt x="2037" y="1257"/>
                      <a:pt x="1856" y="1166"/>
                    </a:cubicBezTo>
                    <a:cubicBezTo>
                      <a:pt x="1584" y="985"/>
                      <a:pt x="1313" y="804"/>
                      <a:pt x="1041" y="623"/>
                    </a:cubicBezTo>
                    <a:cubicBezTo>
                      <a:pt x="1041" y="623"/>
                      <a:pt x="996" y="578"/>
                      <a:pt x="951" y="578"/>
                    </a:cubicBezTo>
                    <a:cubicBezTo>
                      <a:pt x="951" y="578"/>
                      <a:pt x="951" y="578"/>
                      <a:pt x="951" y="533"/>
                    </a:cubicBezTo>
                    <a:lnTo>
                      <a:pt x="905" y="533"/>
                    </a:lnTo>
                    <a:cubicBezTo>
                      <a:pt x="815" y="442"/>
                      <a:pt x="770" y="397"/>
                      <a:pt x="679" y="352"/>
                    </a:cubicBezTo>
                    <a:cubicBezTo>
                      <a:pt x="589" y="261"/>
                      <a:pt x="589" y="261"/>
                      <a:pt x="498" y="216"/>
                    </a:cubicBezTo>
                    <a:cubicBezTo>
                      <a:pt x="453" y="171"/>
                      <a:pt x="362" y="80"/>
                      <a:pt x="317" y="35"/>
                    </a:cubicBezTo>
                    <a:cubicBezTo>
                      <a:pt x="272" y="12"/>
                      <a:pt x="226" y="1"/>
                      <a:pt x="1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5" name="Google Shape;6815;p20"/>
              <p:cNvSpPr/>
              <p:nvPr/>
            </p:nvSpPr>
            <p:spPr>
              <a:xfrm>
                <a:off x="3164777" y="720650"/>
                <a:ext cx="259200" cy="268925"/>
              </a:xfrm>
              <a:custGeom>
                <a:rect b="b" l="l" r="r" t="t"/>
                <a:pathLst>
                  <a:path extrusionOk="0" h="10757" w="10368">
                    <a:moveTo>
                      <a:pt x="8858" y="0"/>
                    </a:moveTo>
                    <a:cubicBezTo>
                      <a:pt x="8639" y="0"/>
                      <a:pt x="8426" y="15"/>
                      <a:pt x="8239" y="29"/>
                    </a:cubicBezTo>
                    <a:cubicBezTo>
                      <a:pt x="7515" y="74"/>
                      <a:pt x="6791" y="255"/>
                      <a:pt x="6157" y="482"/>
                    </a:cubicBezTo>
                    <a:cubicBezTo>
                      <a:pt x="4844" y="934"/>
                      <a:pt x="3622" y="1749"/>
                      <a:pt x="2717" y="2790"/>
                    </a:cubicBezTo>
                    <a:cubicBezTo>
                      <a:pt x="906" y="4873"/>
                      <a:pt x="1" y="8041"/>
                      <a:pt x="1313" y="10577"/>
                    </a:cubicBezTo>
                    <a:cubicBezTo>
                      <a:pt x="1367" y="10702"/>
                      <a:pt x="1478" y="10757"/>
                      <a:pt x="1590" y="10757"/>
                    </a:cubicBezTo>
                    <a:cubicBezTo>
                      <a:pt x="1759" y="10757"/>
                      <a:pt x="1929" y="10632"/>
                      <a:pt x="1902" y="10441"/>
                    </a:cubicBezTo>
                    <a:cubicBezTo>
                      <a:pt x="1766" y="8041"/>
                      <a:pt x="2038" y="5552"/>
                      <a:pt x="3667" y="3650"/>
                    </a:cubicBezTo>
                    <a:cubicBezTo>
                      <a:pt x="4482" y="2745"/>
                      <a:pt x="5478" y="2066"/>
                      <a:pt x="6610" y="1659"/>
                    </a:cubicBezTo>
                    <a:cubicBezTo>
                      <a:pt x="7198" y="1432"/>
                      <a:pt x="7741" y="1296"/>
                      <a:pt x="8330" y="1206"/>
                    </a:cubicBezTo>
                    <a:cubicBezTo>
                      <a:pt x="8873" y="1115"/>
                      <a:pt x="9598" y="1251"/>
                      <a:pt x="10095" y="979"/>
                    </a:cubicBezTo>
                    <a:cubicBezTo>
                      <a:pt x="10277" y="844"/>
                      <a:pt x="10367" y="527"/>
                      <a:pt x="10141" y="346"/>
                    </a:cubicBezTo>
                    <a:cubicBezTo>
                      <a:pt x="9831" y="67"/>
                      <a:pt x="9331" y="0"/>
                      <a:pt x="88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6" name="Google Shape;6816;p20"/>
              <p:cNvSpPr/>
              <p:nvPr/>
            </p:nvSpPr>
            <p:spPr>
              <a:xfrm>
                <a:off x="3127427" y="735475"/>
                <a:ext cx="85725" cy="345100"/>
              </a:xfrm>
              <a:custGeom>
                <a:rect b="b" l="l" r="r" t="t"/>
                <a:pathLst>
                  <a:path extrusionOk="0" h="13804" w="3429">
                    <a:moveTo>
                      <a:pt x="2972" y="0"/>
                    </a:moveTo>
                    <a:cubicBezTo>
                      <a:pt x="2895" y="0"/>
                      <a:pt x="2820" y="34"/>
                      <a:pt x="2762" y="115"/>
                    </a:cubicBezTo>
                    <a:cubicBezTo>
                      <a:pt x="1087" y="2197"/>
                      <a:pt x="318" y="4642"/>
                      <a:pt x="91" y="7267"/>
                    </a:cubicBezTo>
                    <a:lnTo>
                      <a:pt x="136" y="7267"/>
                    </a:lnTo>
                    <a:cubicBezTo>
                      <a:pt x="46" y="8490"/>
                      <a:pt x="1" y="9802"/>
                      <a:pt x="272" y="10979"/>
                    </a:cubicBezTo>
                    <a:cubicBezTo>
                      <a:pt x="544" y="12021"/>
                      <a:pt x="1132" y="13424"/>
                      <a:pt x="2264" y="13786"/>
                    </a:cubicBezTo>
                    <a:cubicBezTo>
                      <a:pt x="2294" y="13798"/>
                      <a:pt x="2326" y="13804"/>
                      <a:pt x="2357" y="13804"/>
                    </a:cubicBezTo>
                    <a:cubicBezTo>
                      <a:pt x="2557" y="13804"/>
                      <a:pt x="2750" y="13569"/>
                      <a:pt x="2672" y="13333"/>
                    </a:cubicBezTo>
                    <a:cubicBezTo>
                      <a:pt x="2581" y="12881"/>
                      <a:pt x="2309" y="12473"/>
                      <a:pt x="2128" y="12021"/>
                    </a:cubicBezTo>
                    <a:cubicBezTo>
                      <a:pt x="1947" y="11477"/>
                      <a:pt x="1766" y="10979"/>
                      <a:pt x="1630" y="10436"/>
                    </a:cubicBezTo>
                    <a:cubicBezTo>
                      <a:pt x="1449" y="9395"/>
                      <a:pt x="1404" y="8263"/>
                      <a:pt x="1449" y="7177"/>
                    </a:cubicBezTo>
                    <a:cubicBezTo>
                      <a:pt x="1585" y="4913"/>
                      <a:pt x="1992" y="2424"/>
                      <a:pt x="3260" y="522"/>
                    </a:cubicBezTo>
                    <a:cubicBezTo>
                      <a:pt x="3429" y="286"/>
                      <a:pt x="3196" y="0"/>
                      <a:pt x="29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7" name="Google Shape;6817;p20"/>
              <p:cNvSpPr/>
              <p:nvPr/>
            </p:nvSpPr>
            <p:spPr>
              <a:xfrm>
                <a:off x="3057252" y="905550"/>
                <a:ext cx="13625" cy="65950"/>
              </a:xfrm>
              <a:custGeom>
                <a:rect b="b" l="l" r="r" t="t"/>
                <a:pathLst>
                  <a:path extrusionOk="0" h="2638" w="545">
                    <a:moveTo>
                      <a:pt x="295" y="0"/>
                    </a:moveTo>
                    <a:cubicBezTo>
                      <a:pt x="171" y="0"/>
                      <a:pt x="46" y="80"/>
                      <a:pt x="46" y="238"/>
                    </a:cubicBezTo>
                    <a:lnTo>
                      <a:pt x="1" y="238"/>
                    </a:lnTo>
                    <a:cubicBezTo>
                      <a:pt x="1" y="645"/>
                      <a:pt x="1" y="1008"/>
                      <a:pt x="1" y="1370"/>
                    </a:cubicBezTo>
                    <a:cubicBezTo>
                      <a:pt x="1" y="1551"/>
                      <a:pt x="46" y="1777"/>
                      <a:pt x="46" y="1958"/>
                    </a:cubicBezTo>
                    <a:cubicBezTo>
                      <a:pt x="46" y="2139"/>
                      <a:pt x="92" y="2320"/>
                      <a:pt x="92" y="2501"/>
                    </a:cubicBezTo>
                    <a:cubicBezTo>
                      <a:pt x="114" y="2592"/>
                      <a:pt x="193" y="2637"/>
                      <a:pt x="273" y="2637"/>
                    </a:cubicBezTo>
                    <a:cubicBezTo>
                      <a:pt x="352" y="2637"/>
                      <a:pt x="431" y="2592"/>
                      <a:pt x="454" y="2501"/>
                    </a:cubicBezTo>
                    <a:cubicBezTo>
                      <a:pt x="499" y="2320"/>
                      <a:pt x="499" y="2139"/>
                      <a:pt x="499" y="1958"/>
                    </a:cubicBezTo>
                    <a:cubicBezTo>
                      <a:pt x="499" y="1777"/>
                      <a:pt x="544" y="1551"/>
                      <a:pt x="544" y="1370"/>
                    </a:cubicBezTo>
                    <a:cubicBezTo>
                      <a:pt x="544" y="1008"/>
                      <a:pt x="544" y="600"/>
                      <a:pt x="544" y="238"/>
                    </a:cubicBezTo>
                    <a:cubicBezTo>
                      <a:pt x="544" y="80"/>
                      <a:pt x="420" y="0"/>
                      <a:pt x="29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8" name="Google Shape;6818;p20"/>
              <p:cNvSpPr/>
              <p:nvPr/>
            </p:nvSpPr>
            <p:spPr>
              <a:xfrm>
                <a:off x="3634727" y="756125"/>
                <a:ext cx="99325" cy="158650"/>
              </a:xfrm>
              <a:custGeom>
                <a:rect b="b" l="l" r="r" t="t"/>
                <a:pathLst>
                  <a:path extrusionOk="0" h="6346" w="3973">
                    <a:moveTo>
                      <a:pt x="370" y="1"/>
                    </a:moveTo>
                    <a:cubicBezTo>
                      <a:pt x="137" y="1"/>
                      <a:pt x="0" y="370"/>
                      <a:pt x="261" y="556"/>
                    </a:cubicBezTo>
                    <a:cubicBezTo>
                      <a:pt x="1166" y="1190"/>
                      <a:pt x="1755" y="2050"/>
                      <a:pt x="2207" y="3046"/>
                    </a:cubicBezTo>
                    <a:lnTo>
                      <a:pt x="2207" y="3001"/>
                    </a:lnTo>
                    <a:cubicBezTo>
                      <a:pt x="2434" y="3499"/>
                      <a:pt x="2569" y="3997"/>
                      <a:pt x="2660" y="4495"/>
                    </a:cubicBezTo>
                    <a:cubicBezTo>
                      <a:pt x="2705" y="4721"/>
                      <a:pt x="2750" y="4948"/>
                      <a:pt x="2750" y="5174"/>
                    </a:cubicBezTo>
                    <a:cubicBezTo>
                      <a:pt x="2796" y="5491"/>
                      <a:pt x="2750" y="5853"/>
                      <a:pt x="2932" y="6124"/>
                    </a:cubicBezTo>
                    <a:cubicBezTo>
                      <a:pt x="3040" y="6277"/>
                      <a:pt x="3181" y="6346"/>
                      <a:pt x="3322" y="6346"/>
                    </a:cubicBezTo>
                    <a:cubicBezTo>
                      <a:pt x="3475" y="6346"/>
                      <a:pt x="3629" y="6266"/>
                      <a:pt x="3746" y="6124"/>
                    </a:cubicBezTo>
                    <a:cubicBezTo>
                      <a:pt x="3973" y="5853"/>
                      <a:pt x="3882" y="5445"/>
                      <a:pt x="3882" y="5129"/>
                    </a:cubicBezTo>
                    <a:cubicBezTo>
                      <a:pt x="3837" y="4812"/>
                      <a:pt x="3792" y="4495"/>
                      <a:pt x="3701" y="4178"/>
                    </a:cubicBezTo>
                    <a:cubicBezTo>
                      <a:pt x="3565" y="3635"/>
                      <a:pt x="3339" y="3046"/>
                      <a:pt x="3022" y="2548"/>
                    </a:cubicBezTo>
                    <a:cubicBezTo>
                      <a:pt x="2434" y="1507"/>
                      <a:pt x="1528" y="647"/>
                      <a:pt x="532" y="58"/>
                    </a:cubicBezTo>
                    <a:cubicBezTo>
                      <a:pt x="476" y="18"/>
                      <a:pt x="421" y="1"/>
                      <a:pt x="3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9" name="Google Shape;6819;p20"/>
              <p:cNvSpPr/>
              <p:nvPr/>
            </p:nvSpPr>
            <p:spPr>
              <a:xfrm>
                <a:off x="3728377" y="798025"/>
                <a:ext cx="33975" cy="77325"/>
              </a:xfrm>
              <a:custGeom>
                <a:rect b="b" l="l" r="r" t="t"/>
                <a:pathLst>
                  <a:path extrusionOk="0" h="3093" w="1359">
                    <a:moveTo>
                      <a:pt x="456" y="1"/>
                    </a:moveTo>
                    <a:cubicBezTo>
                      <a:pt x="424" y="1"/>
                      <a:pt x="393" y="5"/>
                      <a:pt x="363" y="12"/>
                    </a:cubicBezTo>
                    <a:cubicBezTo>
                      <a:pt x="136" y="57"/>
                      <a:pt x="0" y="284"/>
                      <a:pt x="91" y="465"/>
                    </a:cubicBezTo>
                    <a:lnTo>
                      <a:pt x="408" y="1778"/>
                    </a:lnTo>
                    <a:cubicBezTo>
                      <a:pt x="453" y="2004"/>
                      <a:pt x="544" y="2230"/>
                      <a:pt x="634" y="2457"/>
                    </a:cubicBezTo>
                    <a:cubicBezTo>
                      <a:pt x="725" y="2638"/>
                      <a:pt x="815" y="2864"/>
                      <a:pt x="951" y="3045"/>
                    </a:cubicBezTo>
                    <a:cubicBezTo>
                      <a:pt x="999" y="3077"/>
                      <a:pt x="1053" y="3092"/>
                      <a:pt x="1104" y="3092"/>
                    </a:cubicBezTo>
                    <a:cubicBezTo>
                      <a:pt x="1198" y="3092"/>
                      <a:pt x="1284" y="3042"/>
                      <a:pt x="1313" y="2955"/>
                    </a:cubicBezTo>
                    <a:cubicBezTo>
                      <a:pt x="1358" y="2728"/>
                      <a:pt x="1313" y="2502"/>
                      <a:pt x="1313" y="2276"/>
                    </a:cubicBezTo>
                    <a:cubicBezTo>
                      <a:pt x="1268" y="2004"/>
                      <a:pt x="1223" y="1778"/>
                      <a:pt x="1177" y="1551"/>
                    </a:cubicBezTo>
                    <a:cubicBezTo>
                      <a:pt x="1042" y="1144"/>
                      <a:pt x="906" y="691"/>
                      <a:pt x="815" y="284"/>
                    </a:cubicBezTo>
                    <a:cubicBezTo>
                      <a:pt x="777" y="95"/>
                      <a:pt x="614" y="1"/>
                      <a:pt x="4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0" name="Google Shape;6820;p20"/>
              <p:cNvSpPr/>
              <p:nvPr/>
            </p:nvSpPr>
            <p:spPr>
              <a:xfrm>
                <a:off x="4019227" y="787800"/>
                <a:ext cx="47150" cy="123700"/>
              </a:xfrm>
              <a:custGeom>
                <a:rect b="b" l="l" r="r" t="t"/>
                <a:pathLst>
                  <a:path extrusionOk="0" h="4948" w="1886">
                    <a:moveTo>
                      <a:pt x="1133" y="0"/>
                    </a:moveTo>
                    <a:cubicBezTo>
                      <a:pt x="948" y="0"/>
                      <a:pt x="772" y="85"/>
                      <a:pt x="679" y="285"/>
                    </a:cubicBezTo>
                    <a:cubicBezTo>
                      <a:pt x="0" y="1689"/>
                      <a:pt x="136" y="3273"/>
                      <a:pt x="544" y="4767"/>
                    </a:cubicBezTo>
                    <a:cubicBezTo>
                      <a:pt x="580" y="4893"/>
                      <a:pt x="673" y="4947"/>
                      <a:pt x="769" y="4947"/>
                    </a:cubicBezTo>
                    <a:cubicBezTo>
                      <a:pt x="915" y="4947"/>
                      <a:pt x="1069" y="4822"/>
                      <a:pt x="1042" y="4631"/>
                    </a:cubicBezTo>
                    <a:cubicBezTo>
                      <a:pt x="861" y="3273"/>
                      <a:pt x="1313" y="2006"/>
                      <a:pt x="1766" y="738"/>
                    </a:cubicBezTo>
                    <a:cubicBezTo>
                      <a:pt x="1885" y="320"/>
                      <a:pt x="1492" y="0"/>
                      <a:pt x="1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1" name="Google Shape;6821;p20"/>
              <p:cNvSpPr/>
              <p:nvPr/>
            </p:nvSpPr>
            <p:spPr>
              <a:xfrm>
                <a:off x="3976227" y="812800"/>
                <a:ext cx="22650" cy="52300"/>
              </a:xfrm>
              <a:custGeom>
                <a:rect b="b" l="l" r="r" t="t"/>
                <a:pathLst>
                  <a:path extrusionOk="0" h="2092" w="906">
                    <a:moveTo>
                      <a:pt x="562" y="1"/>
                    </a:moveTo>
                    <a:cubicBezTo>
                      <a:pt x="407" y="1"/>
                      <a:pt x="266" y="118"/>
                      <a:pt x="227" y="236"/>
                    </a:cubicBezTo>
                    <a:cubicBezTo>
                      <a:pt x="136" y="462"/>
                      <a:pt x="91" y="689"/>
                      <a:pt x="45" y="915"/>
                    </a:cubicBezTo>
                    <a:cubicBezTo>
                      <a:pt x="0" y="1187"/>
                      <a:pt x="0" y="1458"/>
                      <a:pt x="45" y="1730"/>
                    </a:cubicBezTo>
                    <a:cubicBezTo>
                      <a:pt x="45" y="1820"/>
                      <a:pt x="91" y="1911"/>
                      <a:pt x="136" y="1956"/>
                    </a:cubicBezTo>
                    <a:lnTo>
                      <a:pt x="136" y="2001"/>
                    </a:lnTo>
                    <a:cubicBezTo>
                      <a:pt x="227" y="2047"/>
                      <a:pt x="317" y="2092"/>
                      <a:pt x="408" y="2092"/>
                    </a:cubicBezTo>
                    <a:cubicBezTo>
                      <a:pt x="589" y="2092"/>
                      <a:pt x="770" y="1911"/>
                      <a:pt x="770" y="1730"/>
                    </a:cubicBezTo>
                    <a:cubicBezTo>
                      <a:pt x="725" y="1504"/>
                      <a:pt x="770" y="1277"/>
                      <a:pt x="770" y="1051"/>
                    </a:cubicBezTo>
                    <a:cubicBezTo>
                      <a:pt x="770" y="960"/>
                      <a:pt x="770" y="915"/>
                      <a:pt x="770" y="870"/>
                    </a:cubicBezTo>
                    <a:cubicBezTo>
                      <a:pt x="770" y="824"/>
                      <a:pt x="770" y="824"/>
                      <a:pt x="770" y="779"/>
                    </a:cubicBezTo>
                    <a:cubicBezTo>
                      <a:pt x="815" y="643"/>
                      <a:pt x="815" y="508"/>
                      <a:pt x="860" y="417"/>
                    </a:cubicBezTo>
                    <a:cubicBezTo>
                      <a:pt x="906" y="236"/>
                      <a:pt x="815" y="55"/>
                      <a:pt x="634" y="10"/>
                    </a:cubicBezTo>
                    <a:cubicBezTo>
                      <a:pt x="610" y="4"/>
                      <a:pt x="585" y="1"/>
                      <a:pt x="5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2" name="Google Shape;6822;p20"/>
              <p:cNvSpPr/>
              <p:nvPr/>
            </p:nvSpPr>
            <p:spPr>
              <a:xfrm>
                <a:off x="3356025" y="643525"/>
                <a:ext cx="170200" cy="36075"/>
              </a:xfrm>
              <a:custGeom>
                <a:rect b="b" l="l" r="r" t="t"/>
                <a:pathLst>
                  <a:path extrusionOk="0" h="1443" w="6808">
                    <a:moveTo>
                      <a:pt x="4140" y="1"/>
                    </a:moveTo>
                    <a:cubicBezTo>
                      <a:pt x="3871" y="1"/>
                      <a:pt x="3602" y="12"/>
                      <a:pt x="3333" y="36"/>
                    </a:cubicBezTo>
                    <a:cubicBezTo>
                      <a:pt x="2338" y="126"/>
                      <a:pt x="1206" y="352"/>
                      <a:pt x="346" y="850"/>
                    </a:cubicBezTo>
                    <a:cubicBezTo>
                      <a:pt x="1" y="1023"/>
                      <a:pt x="231" y="1442"/>
                      <a:pt x="528" y="1442"/>
                    </a:cubicBezTo>
                    <a:cubicBezTo>
                      <a:pt x="542" y="1442"/>
                      <a:pt x="557" y="1441"/>
                      <a:pt x="572" y="1439"/>
                    </a:cubicBezTo>
                    <a:cubicBezTo>
                      <a:pt x="1070" y="1348"/>
                      <a:pt x="1568" y="1213"/>
                      <a:pt x="2021" y="1122"/>
                    </a:cubicBezTo>
                    <a:cubicBezTo>
                      <a:pt x="2473" y="1031"/>
                      <a:pt x="2971" y="941"/>
                      <a:pt x="3424" y="896"/>
                    </a:cubicBezTo>
                    <a:cubicBezTo>
                      <a:pt x="3789" y="879"/>
                      <a:pt x="4147" y="869"/>
                      <a:pt x="4502" y="869"/>
                    </a:cubicBezTo>
                    <a:cubicBezTo>
                      <a:pt x="5116" y="869"/>
                      <a:pt x="5719" y="900"/>
                      <a:pt x="6321" y="986"/>
                    </a:cubicBezTo>
                    <a:cubicBezTo>
                      <a:pt x="6334" y="988"/>
                      <a:pt x="6347" y="988"/>
                      <a:pt x="6360" y="988"/>
                    </a:cubicBezTo>
                    <a:cubicBezTo>
                      <a:pt x="6734" y="988"/>
                      <a:pt x="6808" y="350"/>
                      <a:pt x="6457" y="262"/>
                    </a:cubicBezTo>
                    <a:cubicBezTo>
                      <a:pt x="5685" y="94"/>
                      <a:pt x="4913" y="1"/>
                      <a:pt x="41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3" name="Google Shape;6823;p20"/>
              <p:cNvSpPr/>
              <p:nvPr/>
            </p:nvSpPr>
            <p:spPr>
              <a:xfrm>
                <a:off x="3115277" y="666200"/>
                <a:ext cx="67650" cy="79025"/>
              </a:xfrm>
              <a:custGeom>
                <a:rect b="b" l="l" r="r" t="t"/>
                <a:pathLst>
                  <a:path extrusionOk="0" h="3161" w="2706">
                    <a:moveTo>
                      <a:pt x="2401" y="1"/>
                    </a:moveTo>
                    <a:cubicBezTo>
                      <a:pt x="2350" y="1"/>
                      <a:pt x="2297" y="23"/>
                      <a:pt x="2252" y="79"/>
                    </a:cubicBezTo>
                    <a:cubicBezTo>
                      <a:pt x="1845" y="487"/>
                      <a:pt x="1437" y="985"/>
                      <a:pt x="1075" y="1437"/>
                    </a:cubicBezTo>
                    <a:cubicBezTo>
                      <a:pt x="894" y="1664"/>
                      <a:pt x="713" y="1890"/>
                      <a:pt x="532" y="2162"/>
                    </a:cubicBezTo>
                    <a:cubicBezTo>
                      <a:pt x="351" y="2388"/>
                      <a:pt x="215" y="2660"/>
                      <a:pt x="34" y="2931"/>
                    </a:cubicBezTo>
                    <a:cubicBezTo>
                      <a:pt x="0" y="3033"/>
                      <a:pt x="93" y="3160"/>
                      <a:pt x="199" y="3160"/>
                    </a:cubicBezTo>
                    <a:cubicBezTo>
                      <a:pt x="235" y="3160"/>
                      <a:pt x="272" y="3146"/>
                      <a:pt x="306" y="3112"/>
                    </a:cubicBezTo>
                    <a:cubicBezTo>
                      <a:pt x="487" y="2886"/>
                      <a:pt x="668" y="2660"/>
                      <a:pt x="849" y="2433"/>
                    </a:cubicBezTo>
                    <a:cubicBezTo>
                      <a:pt x="1030" y="2207"/>
                      <a:pt x="1211" y="1935"/>
                      <a:pt x="1392" y="1709"/>
                    </a:cubicBezTo>
                    <a:cubicBezTo>
                      <a:pt x="1754" y="1256"/>
                      <a:pt x="2162" y="804"/>
                      <a:pt x="2569" y="351"/>
                    </a:cubicBezTo>
                    <a:cubicBezTo>
                      <a:pt x="2706" y="214"/>
                      <a:pt x="2559" y="1"/>
                      <a:pt x="24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4" name="Google Shape;6824;p20"/>
              <p:cNvSpPr/>
              <p:nvPr/>
            </p:nvSpPr>
            <p:spPr>
              <a:xfrm>
                <a:off x="4012427" y="1151700"/>
                <a:ext cx="64550" cy="18975"/>
              </a:xfrm>
              <a:custGeom>
                <a:rect b="b" l="l" r="r" t="t"/>
                <a:pathLst>
                  <a:path extrusionOk="0" h="759" w="2582">
                    <a:moveTo>
                      <a:pt x="838" y="0"/>
                    </a:moveTo>
                    <a:cubicBezTo>
                      <a:pt x="669" y="0"/>
                      <a:pt x="499" y="12"/>
                      <a:pt x="318" y="34"/>
                    </a:cubicBezTo>
                    <a:cubicBezTo>
                      <a:pt x="137" y="80"/>
                      <a:pt x="1" y="170"/>
                      <a:pt x="1" y="351"/>
                    </a:cubicBezTo>
                    <a:cubicBezTo>
                      <a:pt x="1" y="487"/>
                      <a:pt x="137" y="623"/>
                      <a:pt x="318" y="623"/>
                    </a:cubicBezTo>
                    <a:cubicBezTo>
                      <a:pt x="635" y="623"/>
                      <a:pt x="997" y="623"/>
                      <a:pt x="1314" y="668"/>
                    </a:cubicBezTo>
                    <a:cubicBezTo>
                      <a:pt x="1495" y="668"/>
                      <a:pt x="1630" y="713"/>
                      <a:pt x="1857" y="713"/>
                    </a:cubicBezTo>
                    <a:cubicBezTo>
                      <a:pt x="1902" y="759"/>
                      <a:pt x="1993" y="759"/>
                      <a:pt x="2083" y="759"/>
                    </a:cubicBezTo>
                    <a:lnTo>
                      <a:pt x="2355" y="759"/>
                    </a:lnTo>
                    <a:cubicBezTo>
                      <a:pt x="2536" y="713"/>
                      <a:pt x="2581" y="487"/>
                      <a:pt x="2445" y="396"/>
                    </a:cubicBezTo>
                    <a:cubicBezTo>
                      <a:pt x="2174" y="125"/>
                      <a:pt x="1721" y="34"/>
                      <a:pt x="1359" y="34"/>
                    </a:cubicBezTo>
                    <a:cubicBezTo>
                      <a:pt x="1178" y="12"/>
                      <a:pt x="1008" y="0"/>
                      <a:pt x="8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5" name="Google Shape;6825;p20"/>
              <p:cNvSpPr/>
              <p:nvPr/>
            </p:nvSpPr>
            <p:spPr>
              <a:xfrm>
                <a:off x="3715927" y="1025800"/>
                <a:ext cx="50950" cy="48725"/>
              </a:xfrm>
              <a:custGeom>
                <a:rect b="b" l="l" r="r" t="t"/>
                <a:pathLst>
                  <a:path extrusionOk="0" h="1949" w="2038">
                    <a:moveTo>
                      <a:pt x="1721" y="0"/>
                    </a:moveTo>
                    <a:cubicBezTo>
                      <a:pt x="1675" y="0"/>
                      <a:pt x="1630" y="0"/>
                      <a:pt x="1585" y="45"/>
                    </a:cubicBezTo>
                    <a:cubicBezTo>
                      <a:pt x="1494" y="45"/>
                      <a:pt x="1449" y="91"/>
                      <a:pt x="1404" y="136"/>
                    </a:cubicBezTo>
                    <a:cubicBezTo>
                      <a:pt x="1313" y="181"/>
                      <a:pt x="1268" y="227"/>
                      <a:pt x="1177" y="272"/>
                    </a:cubicBezTo>
                    <a:cubicBezTo>
                      <a:pt x="1087" y="317"/>
                      <a:pt x="996" y="362"/>
                      <a:pt x="906" y="453"/>
                    </a:cubicBezTo>
                    <a:cubicBezTo>
                      <a:pt x="861" y="498"/>
                      <a:pt x="770" y="589"/>
                      <a:pt x="725" y="634"/>
                    </a:cubicBezTo>
                    <a:cubicBezTo>
                      <a:pt x="453" y="951"/>
                      <a:pt x="227" y="1268"/>
                      <a:pt x="91" y="1585"/>
                    </a:cubicBezTo>
                    <a:cubicBezTo>
                      <a:pt x="0" y="1720"/>
                      <a:pt x="46" y="1856"/>
                      <a:pt x="181" y="1901"/>
                    </a:cubicBezTo>
                    <a:cubicBezTo>
                      <a:pt x="214" y="1934"/>
                      <a:pt x="251" y="1949"/>
                      <a:pt x="291" y="1949"/>
                    </a:cubicBezTo>
                    <a:cubicBezTo>
                      <a:pt x="363" y="1949"/>
                      <a:pt x="440" y="1899"/>
                      <a:pt x="498" y="1811"/>
                    </a:cubicBezTo>
                    <a:cubicBezTo>
                      <a:pt x="544" y="1766"/>
                      <a:pt x="589" y="1675"/>
                      <a:pt x="634" y="1630"/>
                    </a:cubicBezTo>
                    <a:cubicBezTo>
                      <a:pt x="634" y="1630"/>
                      <a:pt x="679" y="1585"/>
                      <a:pt x="679" y="1585"/>
                    </a:cubicBezTo>
                    <a:cubicBezTo>
                      <a:pt x="679" y="1585"/>
                      <a:pt x="679" y="1585"/>
                      <a:pt x="679" y="1539"/>
                    </a:cubicBezTo>
                    <a:cubicBezTo>
                      <a:pt x="725" y="1494"/>
                      <a:pt x="770" y="1494"/>
                      <a:pt x="770" y="1449"/>
                    </a:cubicBezTo>
                    <a:cubicBezTo>
                      <a:pt x="906" y="1313"/>
                      <a:pt x="1042" y="1177"/>
                      <a:pt x="1132" y="1087"/>
                    </a:cubicBezTo>
                    <a:cubicBezTo>
                      <a:pt x="1223" y="1041"/>
                      <a:pt x="1268" y="951"/>
                      <a:pt x="1358" y="906"/>
                    </a:cubicBezTo>
                    <a:cubicBezTo>
                      <a:pt x="1404" y="860"/>
                      <a:pt x="1494" y="815"/>
                      <a:pt x="1540" y="724"/>
                    </a:cubicBezTo>
                    <a:cubicBezTo>
                      <a:pt x="1585" y="724"/>
                      <a:pt x="1585" y="679"/>
                      <a:pt x="1630" y="679"/>
                    </a:cubicBezTo>
                    <a:lnTo>
                      <a:pt x="1630" y="634"/>
                    </a:lnTo>
                    <a:lnTo>
                      <a:pt x="1675" y="634"/>
                    </a:lnTo>
                    <a:cubicBezTo>
                      <a:pt x="1721" y="589"/>
                      <a:pt x="1811" y="543"/>
                      <a:pt x="1856" y="498"/>
                    </a:cubicBezTo>
                    <a:cubicBezTo>
                      <a:pt x="1902" y="453"/>
                      <a:pt x="1902" y="408"/>
                      <a:pt x="1947" y="362"/>
                    </a:cubicBezTo>
                    <a:cubicBezTo>
                      <a:pt x="2038" y="227"/>
                      <a:pt x="1902" y="0"/>
                      <a:pt x="17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6" name="Google Shape;6826;p20"/>
              <p:cNvSpPr/>
              <p:nvPr/>
            </p:nvSpPr>
            <p:spPr>
              <a:xfrm>
                <a:off x="3824125" y="1039375"/>
                <a:ext cx="1175" cy="1150"/>
              </a:xfrm>
              <a:custGeom>
                <a:rect b="b" l="l" r="r" t="t"/>
                <a:pathLst>
                  <a:path extrusionOk="0" h="46" w="47">
                    <a:moveTo>
                      <a:pt x="1" y="0"/>
                    </a:moveTo>
                    <a:cubicBezTo>
                      <a:pt x="1" y="0"/>
                      <a:pt x="1" y="46"/>
                      <a:pt x="1" y="46"/>
                    </a:cubicBezTo>
                    <a:cubicBezTo>
                      <a:pt x="46" y="46"/>
                      <a:pt x="46" y="0"/>
                      <a:pt x="1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7" name="Google Shape;6827;p20"/>
              <p:cNvSpPr/>
              <p:nvPr/>
            </p:nvSpPr>
            <p:spPr>
              <a:xfrm>
                <a:off x="3230427" y="1379125"/>
                <a:ext cx="102475" cy="317500"/>
              </a:xfrm>
              <a:custGeom>
                <a:rect b="b" l="l" r="r" t="t"/>
                <a:pathLst>
                  <a:path extrusionOk="0" h="12700" w="4099">
                    <a:moveTo>
                      <a:pt x="3487" y="1"/>
                    </a:moveTo>
                    <a:cubicBezTo>
                      <a:pt x="3389" y="1"/>
                      <a:pt x="3292" y="38"/>
                      <a:pt x="3214" y="127"/>
                    </a:cubicBezTo>
                    <a:cubicBezTo>
                      <a:pt x="1766" y="1847"/>
                      <a:pt x="770" y="3839"/>
                      <a:pt x="317" y="6057"/>
                    </a:cubicBezTo>
                    <a:cubicBezTo>
                      <a:pt x="91" y="7144"/>
                      <a:pt x="0" y="8230"/>
                      <a:pt x="45" y="9362"/>
                    </a:cubicBezTo>
                    <a:cubicBezTo>
                      <a:pt x="45" y="9905"/>
                      <a:pt x="136" y="10448"/>
                      <a:pt x="226" y="10991"/>
                    </a:cubicBezTo>
                    <a:cubicBezTo>
                      <a:pt x="317" y="11535"/>
                      <a:pt x="453" y="12214"/>
                      <a:pt x="860" y="12576"/>
                    </a:cubicBezTo>
                    <a:cubicBezTo>
                      <a:pt x="976" y="12659"/>
                      <a:pt x="1099" y="12699"/>
                      <a:pt x="1214" y="12699"/>
                    </a:cubicBezTo>
                    <a:cubicBezTo>
                      <a:pt x="1412" y="12699"/>
                      <a:pt x="1589" y="12579"/>
                      <a:pt x="1675" y="12350"/>
                    </a:cubicBezTo>
                    <a:cubicBezTo>
                      <a:pt x="1856" y="11897"/>
                      <a:pt x="1675" y="11308"/>
                      <a:pt x="1630" y="10856"/>
                    </a:cubicBezTo>
                    <a:cubicBezTo>
                      <a:pt x="1539" y="10358"/>
                      <a:pt x="1494" y="9860"/>
                      <a:pt x="1449" y="9362"/>
                    </a:cubicBezTo>
                    <a:cubicBezTo>
                      <a:pt x="1403" y="8366"/>
                      <a:pt x="1449" y="7325"/>
                      <a:pt x="1585" y="6329"/>
                    </a:cubicBezTo>
                    <a:cubicBezTo>
                      <a:pt x="1947" y="4292"/>
                      <a:pt x="2716" y="2345"/>
                      <a:pt x="3893" y="625"/>
                    </a:cubicBezTo>
                    <a:cubicBezTo>
                      <a:pt x="4098" y="352"/>
                      <a:pt x="3788" y="1"/>
                      <a:pt x="34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8" name="Google Shape;6828;p20"/>
              <p:cNvSpPr/>
              <p:nvPr/>
            </p:nvSpPr>
            <p:spPr>
              <a:xfrm>
                <a:off x="3283827" y="1448025"/>
                <a:ext cx="80800" cy="116075"/>
              </a:xfrm>
              <a:custGeom>
                <a:rect b="b" l="l" r="r" t="t"/>
                <a:pathLst>
                  <a:path extrusionOk="0" h="4643" w="3232">
                    <a:moveTo>
                      <a:pt x="3002" y="0"/>
                    </a:moveTo>
                    <a:cubicBezTo>
                      <a:pt x="2966" y="0"/>
                      <a:pt x="2928" y="13"/>
                      <a:pt x="2889" y="42"/>
                    </a:cubicBezTo>
                    <a:cubicBezTo>
                      <a:pt x="2527" y="268"/>
                      <a:pt x="2255" y="540"/>
                      <a:pt x="1984" y="857"/>
                    </a:cubicBezTo>
                    <a:cubicBezTo>
                      <a:pt x="1712" y="1219"/>
                      <a:pt x="1395" y="1536"/>
                      <a:pt x="1169" y="1898"/>
                    </a:cubicBezTo>
                    <a:cubicBezTo>
                      <a:pt x="716" y="2622"/>
                      <a:pt x="354" y="3437"/>
                      <a:pt x="82" y="4252"/>
                    </a:cubicBezTo>
                    <a:cubicBezTo>
                      <a:pt x="1" y="4496"/>
                      <a:pt x="196" y="4643"/>
                      <a:pt x="395" y="4643"/>
                    </a:cubicBezTo>
                    <a:cubicBezTo>
                      <a:pt x="528" y="4643"/>
                      <a:pt x="662" y="4578"/>
                      <a:pt x="716" y="4433"/>
                    </a:cubicBezTo>
                    <a:cubicBezTo>
                      <a:pt x="988" y="3663"/>
                      <a:pt x="1350" y="2939"/>
                      <a:pt x="1802" y="2260"/>
                    </a:cubicBezTo>
                    <a:cubicBezTo>
                      <a:pt x="2029" y="1943"/>
                      <a:pt x="2210" y="1581"/>
                      <a:pt x="2436" y="1264"/>
                    </a:cubicBezTo>
                    <a:cubicBezTo>
                      <a:pt x="2708" y="947"/>
                      <a:pt x="2934" y="630"/>
                      <a:pt x="3161" y="313"/>
                    </a:cubicBezTo>
                    <a:cubicBezTo>
                      <a:pt x="3232" y="171"/>
                      <a:pt x="3135" y="0"/>
                      <a:pt x="30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9" name="Google Shape;6829;p20"/>
              <p:cNvSpPr/>
              <p:nvPr/>
            </p:nvSpPr>
            <p:spPr>
              <a:xfrm>
                <a:off x="3352652" y="1493125"/>
                <a:ext cx="46975" cy="73950"/>
              </a:xfrm>
              <a:custGeom>
                <a:rect b="b" l="l" r="r" t="t"/>
                <a:pathLst>
                  <a:path extrusionOk="0" h="2958" w="1879">
                    <a:moveTo>
                      <a:pt x="1652" y="0"/>
                    </a:moveTo>
                    <a:cubicBezTo>
                      <a:pt x="1613" y="0"/>
                      <a:pt x="1573" y="15"/>
                      <a:pt x="1539" y="49"/>
                    </a:cubicBezTo>
                    <a:cubicBezTo>
                      <a:pt x="1177" y="411"/>
                      <a:pt x="860" y="818"/>
                      <a:pt x="634" y="1271"/>
                    </a:cubicBezTo>
                    <a:cubicBezTo>
                      <a:pt x="408" y="1723"/>
                      <a:pt x="181" y="2176"/>
                      <a:pt x="0" y="2674"/>
                    </a:cubicBezTo>
                    <a:cubicBezTo>
                      <a:pt x="0" y="2810"/>
                      <a:pt x="45" y="2946"/>
                      <a:pt x="181" y="2946"/>
                    </a:cubicBezTo>
                    <a:cubicBezTo>
                      <a:pt x="206" y="2954"/>
                      <a:pt x="230" y="2958"/>
                      <a:pt x="251" y="2958"/>
                    </a:cubicBezTo>
                    <a:cubicBezTo>
                      <a:pt x="349" y="2958"/>
                      <a:pt x="416" y="2884"/>
                      <a:pt x="453" y="2810"/>
                    </a:cubicBezTo>
                    <a:cubicBezTo>
                      <a:pt x="634" y="2357"/>
                      <a:pt x="860" y="1905"/>
                      <a:pt x="1087" y="1497"/>
                    </a:cubicBezTo>
                    <a:cubicBezTo>
                      <a:pt x="1313" y="1090"/>
                      <a:pt x="1585" y="637"/>
                      <a:pt x="1811" y="230"/>
                    </a:cubicBezTo>
                    <a:cubicBezTo>
                      <a:pt x="1879" y="128"/>
                      <a:pt x="1768" y="0"/>
                      <a:pt x="16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0" name="Google Shape;6830;p20"/>
              <p:cNvSpPr/>
              <p:nvPr/>
            </p:nvSpPr>
            <p:spPr>
              <a:xfrm>
                <a:off x="3850252" y="1526700"/>
                <a:ext cx="58750" cy="36250"/>
              </a:xfrm>
              <a:custGeom>
                <a:rect b="b" l="l" r="r" t="t"/>
                <a:pathLst>
                  <a:path extrusionOk="0" h="1450" w="2350">
                    <a:moveTo>
                      <a:pt x="2124" y="0"/>
                    </a:moveTo>
                    <a:cubicBezTo>
                      <a:pt x="2101" y="0"/>
                      <a:pt x="2077" y="6"/>
                      <a:pt x="2051" y="18"/>
                    </a:cubicBezTo>
                    <a:cubicBezTo>
                      <a:pt x="1916" y="64"/>
                      <a:pt x="1735" y="109"/>
                      <a:pt x="1554" y="199"/>
                    </a:cubicBezTo>
                    <a:cubicBezTo>
                      <a:pt x="1418" y="290"/>
                      <a:pt x="1237" y="380"/>
                      <a:pt x="1101" y="471"/>
                    </a:cubicBezTo>
                    <a:cubicBezTo>
                      <a:pt x="784" y="607"/>
                      <a:pt x="512" y="833"/>
                      <a:pt x="195" y="1014"/>
                    </a:cubicBezTo>
                    <a:cubicBezTo>
                      <a:pt x="1" y="1131"/>
                      <a:pt x="141" y="1449"/>
                      <a:pt x="357" y="1449"/>
                    </a:cubicBezTo>
                    <a:cubicBezTo>
                      <a:pt x="392" y="1449"/>
                      <a:pt x="429" y="1441"/>
                      <a:pt x="467" y="1422"/>
                    </a:cubicBezTo>
                    <a:cubicBezTo>
                      <a:pt x="784" y="1241"/>
                      <a:pt x="1056" y="1105"/>
                      <a:pt x="1372" y="924"/>
                    </a:cubicBezTo>
                    <a:cubicBezTo>
                      <a:pt x="1508" y="833"/>
                      <a:pt x="1689" y="743"/>
                      <a:pt x="1825" y="652"/>
                    </a:cubicBezTo>
                    <a:cubicBezTo>
                      <a:pt x="1961" y="562"/>
                      <a:pt x="2097" y="426"/>
                      <a:pt x="2233" y="290"/>
                    </a:cubicBezTo>
                    <a:cubicBezTo>
                      <a:pt x="2349" y="212"/>
                      <a:pt x="2265" y="0"/>
                      <a:pt x="21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1" name="Google Shape;6831;p20"/>
              <p:cNvSpPr/>
              <p:nvPr/>
            </p:nvSpPr>
            <p:spPr>
              <a:xfrm>
                <a:off x="3601627" y="1479525"/>
                <a:ext cx="674525" cy="208675"/>
              </a:xfrm>
              <a:custGeom>
                <a:rect b="b" l="l" r="r" t="t"/>
                <a:pathLst>
                  <a:path extrusionOk="0" h="8347" w="26981">
                    <a:moveTo>
                      <a:pt x="16478" y="0"/>
                    </a:moveTo>
                    <a:cubicBezTo>
                      <a:pt x="15994" y="0"/>
                      <a:pt x="15736" y="342"/>
                      <a:pt x="15437" y="683"/>
                    </a:cubicBezTo>
                    <a:cubicBezTo>
                      <a:pt x="15392" y="683"/>
                      <a:pt x="15392" y="683"/>
                      <a:pt x="15392" y="728"/>
                    </a:cubicBezTo>
                    <a:cubicBezTo>
                      <a:pt x="14486" y="1362"/>
                      <a:pt x="13626" y="2086"/>
                      <a:pt x="12676" y="2630"/>
                    </a:cubicBezTo>
                    <a:cubicBezTo>
                      <a:pt x="11499" y="3309"/>
                      <a:pt x="10231" y="3626"/>
                      <a:pt x="8918" y="3761"/>
                    </a:cubicBezTo>
                    <a:cubicBezTo>
                      <a:pt x="8435" y="3792"/>
                      <a:pt x="7958" y="3802"/>
                      <a:pt x="7481" y="3802"/>
                    </a:cubicBezTo>
                    <a:cubicBezTo>
                      <a:pt x="6529" y="3802"/>
                      <a:pt x="5583" y="3761"/>
                      <a:pt x="4618" y="3761"/>
                    </a:cubicBezTo>
                    <a:cubicBezTo>
                      <a:pt x="3169" y="3761"/>
                      <a:pt x="1720" y="3852"/>
                      <a:pt x="272" y="3942"/>
                    </a:cubicBezTo>
                    <a:cubicBezTo>
                      <a:pt x="0" y="3988"/>
                      <a:pt x="0" y="4350"/>
                      <a:pt x="272" y="4395"/>
                    </a:cubicBezTo>
                    <a:cubicBezTo>
                      <a:pt x="1811" y="4531"/>
                      <a:pt x="3350" y="4667"/>
                      <a:pt x="4935" y="4712"/>
                    </a:cubicBezTo>
                    <a:cubicBezTo>
                      <a:pt x="5831" y="4712"/>
                      <a:pt x="6744" y="4761"/>
                      <a:pt x="7663" y="4761"/>
                    </a:cubicBezTo>
                    <a:cubicBezTo>
                      <a:pt x="8275" y="4761"/>
                      <a:pt x="8891" y="4739"/>
                      <a:pt x="9507" y="4667"/>
                    </a:cubicBezTo>
                    <a:cubicBezTo>
                      <a:pt x="10231" y="4576"/>
                      <a:pt x="11046" y="4395"/>
                      <a:pt x="11815" y="4078"/>
                    </a:cubicBezTo>
                    <a:lnTo>
                      <a:pt x="11815" y="4078"/>
                    </a:lnTo>
                    <a:cubicBezTo>
                      <a:pt x="11745" y="4326"/>
                      <a:pt x="11923" y="4602"/>
                      <a:pt x="12177" y="4602"/>
                    </a:cubicBezTo>
                    <a:cubicBezTo>
                      <a:pt x="12248" y="4602"/>
                      <a:pt x="12325" y="4580"/>
                      <a:pt x="12404" y="4531"/>
                    </a:cubicBezTo>
                    <a:cubicBezTo>
                      <a:pt x="12676" y="4395"/>
                      <a:pt x="12902" y="4259"/>
                      <a:pt x="13173" y="4078"/>
                    </a:cubicBezTo>
                    <a:cubicBezTo>
                      <a:pt x="13298" y="4265"/>
                      <a:pt x="13486" y="4387"/>
                      <a:pt x="13680" y="4387"/>
                    </a:cubicBezTo>
                    <a:cubicBezTo>
                      <a:pt x="13768" y="4387"/>
                      <a:pt x="13858" y="4361"/>
                      <a:pt x="13943" y="4305"/>
                    </a:cubicBezTo>
                    <a:cubicBezTo>
                      <a:pt x="14441" y="3942"/>
                      <a:pt x="15029" y="3807"/>
                      <a:pt x="15618" y="3761"/>
                    </a:cubicBezTo>
                    <a:cubicBezTo>
                      <a:pt x="15799" y="3988"/>
                      <a:pt x="15980" y="4214"/>
                      <a:pt x="16161" y="4395"/>
                    </a:cubicBezTo>
                    <a:cubicBezTo>
                      <a:pt x="16478" y="4712"/>
                      <a:pt x="16840" y="5029"/>
                      <a:pt x="17202" y="5210"/>
                    </a:cubicBezTo>
                    <a:cubicBezTo>
                      <a:pt x="17429" y="5301"/>
                      <a:pt x="17655" y="5436"/>
                      <a:pt x="17881" y="5482"/>
                    </a:cubicBezTo>
                    <a:lnTo>
                      <a:pt x="18017" y="5482"/>
                    </a:lnTo>
                    <a:cubicBezTo>
                      <a:pt x="18108" y="5482"/>
                      <a:pt x="18198" y="5527"/>
                      <a:pt x="18289" y="5527"/>
                    </a:cubicBezTo>
                    <a:cubicBezTo>
                      <a:pt x="18379" y="5527"/>
                      <a:pt x="18515" y="5527"/>
                      <a:pt x="18651" y="5482"/>
                    </a:cubicBezTo>
                    <a:cubicBezTo>
                      <a:pt x="18923" y="5436"/>
                      <a:pt x="19058" y="4984"/>
                      <a:pt x="18832" y="4803"/>
                    </a:cubicBezTo>
                    <a:lnTo>
                      <a:pt x="18832" y="4757"/>
                    </a:lnTo>
                    <a:cubicBezTo>
                      <a:pt x="18742" y="4712"/>
                      <a:pt x="18651" y="4621"/>
                      <a:pt x="18560" y="4576"/>
                    </a:cubicBezTo>
                    <a:cubicBezTo>
                      <a:pt x="18515" y="4531"/>
                      <a:pt x="18470" y="4531"/>
                      <a:pt x="18425" y="4486"/>
                    </a:cubicBezTo>
                    <a:cubicBezTo>
                      <a:pt x="18379" y="4440"/>
                      <a:pt x="18334" y="4440"/>
                      <a:pt x="18289" y="4395"/>
                    </a:cubicBezTo>
                    <a:cubicBezTo>
                      <a:pt x="18153" y="4305"/>
                      <a:pt x="17972" y="4214"/>
                      <a:pt x="17836" y="4124"/>
                    </a:cubicBezTo>
                    <a:cubicBezTo>
                      <a:pt x="17700" y="4033"/>
                      <a:pt x="17565" y="3942"/>
                      <a:pt x="17429" y="3852"/>
                    </a:cubicBezTo>
                    <a:cubicBezTo>
                      <a:pt x="17746" y="3852"/>
                      <a:pt x="18108" y="3897"/>
                      <a:pt x="18425" y="3897"/>
                    </a:cubicBezTo>
                    <a:cubicBezTo>
                      <a:pt x="18651" y="4033"/>
                      <a:pt x="18877" y="4124"/>
                      <a:pt x="19104" y="4214"/>
                    </a:cubicBezTo>
                    <a:cubicBezTo>
                      <a:pt x="19131" y="4225"/>
                      <a:pt x="19157" y="4230"/>
                      <a:pt x="19182" y="4230"/>
                    </a:cubicBezTo>
                    <a:cubicBezTo>
                      <a:pt x="19359" y="4230"/>
                      <a:pt x="19449" y="3971"/>
                      <a:pt x="19330" y="3852"/>
                    </a:cubicBezTo>
                    <a:cubicBezTo>
                      <a:pt x="19285" y="3807"/>
                      <a:pt x="19194" y="3761"/>
                      <a:pt x="19149" y="3716"/>
                    </a:cubicBezTo>
                    <a:cubicBezTo>
                      <a:pt x="19194" y="3716"/>
                      <a:pt x="19194" y="3716"/>
                      <a:pt x="19239" y="3671"/>
                    </a:cubicBezTo>
                    <a:cubicBezTo>
                      <a:pt x="19645" y="3914"/>
                      <a:pt x="20124" y="4085"/>
                      <a:pt x="20578" y="4085"/>
                    </a:cubicBezTo>
                    <a:cubicBezTo>
                      <a:pt x="20630" y="4085"/>
                      <a:pt x="20682" y="4083"/>
                      <a:pt x="20733" y="4078"/>
                    </a:cubicBezTo>
                    <a:lnTo>
                      <a:pt x="20779" y="4078"/>
                    </a:lnTo>
                    <a:cubicBezTo>
                      <a:pt x="21322" y="4440"/>
                      <a:pt x="21910" y="4667"/>
                      <a:pt x="22544" y="4893"/>
                    </a:cubicBezTo>
                    <a:cubicBezTo>
                      <a:pt x="23268" y="5165"/>
                      <a:pt x="24038" y="5391"/>
                      <a:pt x="24626" y="5934"/>
                    </a:cubicBezTo>
                    <a:cubicBezTo>
                      <a:pt x="24943" y="6251"/>
                      <a:pt x="25170" y="6613"/>
                      <a:pt x="25351" y="7021"/>
                    </a:cubicBezTo>
                    <a:cubicBezTo>
                      <a:pt x="25441" y="7247"/>
                      <a:pt x="25532" y="7428"/>
                      <a:pt x="25622" y="7609"/>
                    </a:cubicBezTo>
                    <a:cubicBezTo>
                      <a:pt x="25758" y="7881"/>
                      <a:pt x="25894" y="8017"/>
                      <a:pt x="26120" y="8198"/>
                    </a:cubicBezTo>
                    <a:cubicBezTo>
                      <a:pt x="26239" y="8301"/>
                      <a:pt x="26362" y="8347"/>
                      <a:pt x="26476" y="8347"/>
                    </a:cubicBezTo>
                    <a:cubicBezTo>
                      <a:pt x="26710" y="8347"/>
                      <a:pt x="26905" y="8155"/>
                      <a:pt x="26935" y="7881"/>
                    </a:cubicBezTo>
                    <a:cubicBezTo>
                      <a:pt x="26980" y="7609"/>
                      <a:pt x="26980" y="7428"/>
                      <a:pt x="26890" y="7157"/>
                    </a:cubicBezTo>
                    <a:cubicBezTo>
                      <a:pt x="26845" y="6885"/>
                      <a:pt x="26709" y="6659"/>
                      <a:pt x="26618" y="6432"/>
                    </a:cubicBezTo>
                    <a:cubicBezTo>
                      <a:pt x="26437" y="5980"/>
                      <a:pt x="26166" y="5617"/>
                      <a:pt x="25894" y="5255"/>
                    </a:cubicBezTo>
                    <a:cubicBezTo>
                      <a:pt x="25305" y="4576"/>
                      <a:pt x="24491" y="4124"/>
                      <a:pt x="23631" y="3852"/>
                    </a:cubicBezTo>
                    <a:cubicBezTo>
                      <a:pt x="22861" y="3580"/>
                      <a:pt x="22046" y="3399"/>
                      <a:pt x="21277" y="3173"/>
                    </a:cubicBezTo>
                    <a:cubicBezTo>
                      <a:pt x="20416" y="2856"/>
                      <a:pt x="19737" y="2177"/>
                      <a:pt x="19421" y="1317"/>
                    </a:cubicBezTo>
                    <a:cubicBezTo>
                      <a:pt x="19368" y="1194"/>
                      <a:pt x="19261" y="1139"/>
                      <a:pt x="19155" y="1139"/>
                    </a:cubicBezTo>
                    <a:cubicBezTo>
                      <a:pt x="18987" y="1139"/>
                      <a:pt x="18822" y="1276"/>
                      <a:pt x="18877" y="1498"/>
                    </a:cubicBezTo>
                    <a:cubicBezTo>
                      <a:pt x="18923" y="1679"/>
                      <a:pt x="18968" y="1860"/>
                      <a:pt x="19058" y="1996"/>
                    </a:cubicBezTo>
                    <a:cubicBezTo>
                      <a:pt x="18923" y="1951"/>
                      <a:pt x="18832" y="1860"/>
                      <a:pt x="18696" y="1770"/>
                    </a:cubicBezTo>
                    <a:cubicBezTo>
                      <a:pt x="18334" y="1453"/>
                      <a:pt x="18017" y="1181"/>
                      <a:pt x="17700" y="819"/>
                    </a:cubicBezTo>
                    <a:cubicBezTo>
                      <a:pt x="17383" y="457"/>
                      <a:pt x="17112" y="49"/>
                      <a:pt x="16569" y="4"/>
                    </a:cubicBezTo>
                    <a:cubicBezTo>
                      <a:pt x="16538" y="1"/>
                      <a:pt x="16507" y="0"/>
                      <a:pt x="164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2" name="Google Shape;6832;p20"/>
              <p:cNvSpPr/>
              <p:nvPr/>
            </p:nvSpPr>
            <p:spPr>
              <a:xfrm>
                <a:off x="4242177" y="1544350"/>
                <a:ext cx="59375" cy="66350"/>
              </a:xfrm>
              <a:custGeom>
                <a:rect b="b" l="l" r="r" t="t"/>
                <a:pathLst>
                  <a:path extrusionOk="0" h="2654" w="2375">
                    <a:moveTo>
                      <a:pt x="386" y="0"/>
                    </a:moveTo>
                    <a:cubicBezTo>
                      <a:pt x="331" y="0"/>
                      <a:pt x="277" y="11"/>
                      <a:pt x="227" y="37"/>
                    </a:cubicBezTo>
                    <a:cubicBezTo>
                      <a:pt x="46" y="172"/>
                      <a:pt x="0" y="399"/>
                      <a:pt x="91" y="580"/>
                    </a:cubicBezTo>
                    <a:cubicBezTo>
                      <a:pt x="317" y="942"/>
                      <a:pt x="544" y="1304"/>
                      <a:pt x="815" y="1666"/>
                    </a:cubicBezTo>
                    <a:cubicBezTo>
                      <a:pt x="951" y="1847"/>
                      <a:pt x="1087" y="2028"/>
                      <a:pt x="1268" y="2210"/>
                    </a:cubicBezTo>
                    <a:cubicBezTo>
                      <a:pt x="1449" y="2391"/>
                      <a:pt x="1630" y="2526"/>
                      <a:pt x="1856" y="2617"/>
                    </a:cubicBezTo>
                    <a:cubicBezTo>
                      <a:pt x="1906" y="2642"/>
                      <a:pt x="1956" y="2653"/>
                      <a:pt x="2003" y="2653"/>
                    </a:cubicBezTo>
                    <a:cubicBezTo>
                      <a:pt x="2214" y="2653"/>
                      <a:pt x="2375" y="2431"/>
                      <a:pt x="2264" y="2210"/>
                    </a:cubicBezTo>
                    <a:cubicBezTo>
                      <a:pt x="2219" y="2119"/>
                      <a:pt x="2173" y="2028"/>
                      <a:pt x="2128" y="1938"/>
                    </a:cubicBezTo>
                    <a:lnTo>
                      <a:pt x="2083" y="1938"/>
                    </a:lnTo>
                    <a:cubicBezTo>
                      <a:pt x="2037" y="1847"/>
                      <a:pt x="1947" y="1757"/>
                      <a:pt x="1902" y="1621"/>
                    </a:cubicBezTo>
                    <a:cubicBezTo>
                      <a:pt x="1721" y="1485"/>
                      <a:pt x="1585" y="1304"/>
                      <a:pt x="1449" y="1168"/>
                    </a:cubicBezTo>
                    <a:cubicBezTo>
                      <a:pt x="1404" y="1078"/>
                      <a:pt x="1358" y="987"/>
                      <a:pt x="1268" y="897"/>
                    </a:cubicBezTo>
                    <a:cubicBezTo>
                      <a:pt x="1268" y="897"/>
                      <a:pt x="1223" y="851"/>
                      <a:pt x="1223" y="851"/>
                    </a:cubicBezTo>
                    <a:cubicBezTo>
                      <a:pt x="1223" y="851"/>
                      <a:pt x="1223" y="806"/>
                      <a:pt x="1177" y="806"/>
                    </a:cubicBezTo>
                    <a:cubicBezTo>
                      <a:pt x="1177" y="761"/>
                      <a:pt x="1132" y="761"/>
                      <a:pt x="1132" y="716"/>
                    </a:cubicBezTo>
                    <a:cubicBezTo>
                      <a:pt x="996" y="535"/>
                      <a:pt x="860" y="354"/>
                      <a:pt x="770" y="172"/>
                    </a:cubicBezTo>
                    <a:cubicBezTo>
                      <a:pt x="672" y="75"/>
                      <a:pt x="527" y="0"/>
                      <a:pt x="3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3" name="Google Shape;6833;p20"/>
              <p:cNvSpPr/>
              <p:nvPr/>
            </p:nvSpPr>
            <p:spPr>
              <a:xfrm>
                <a:off x="3932077" y="1177725"/>
                <a:ext cx="285225" cy="284375"/>
              </a:xfrm>
              <a:custGeom>
                <a:rect b="b" l="l" r="r" t="t"/>
                <a:pathLst>
                  <a:path extrusionOk="0" h="11375" w="11409">
                    <a:moveTo>
                      <a:pt x="3696" y="1"/>
                    </a:moveTo>
                    <a:cubicBezTo>
                      <a:pt x="3181" y="1"/>
                      <a:pt x="2672" y="35"/>
                      <a:pt x="2174" y="125"/>
                    </a:cubicBezTo>
                    <a:cubicBezTo>
                      <a:pt x="1950" y="93"/>
                      <a:pt x="1726" y="61"/>
                      <a:pt x="1485" y="61"/>
                    </a:cubicBezTo>
                    <a:cubicBezTo>
                      <a:pt x="1386" y="61"/>
                      <a:pt x="1284" y="67"/>
                      <a:pt x="1178" y="80"/>
                    </a:cubicBezTo>
                    <a:cubicBezTo>
                      <a:pt x="680" y="216"/>
                      <a:pt x="272" y="578"/>
                      <a:pt x="137" y="1121"/>
                    </a:cubicBezTo>
                    <a:cubicBezTo>
                      <a:pt x="46" y="1347"/>
                      <a:pt x="137" y="1574"/>
                      <a:pt x="272" y="1755"/>
                    </a:cubicBezTo>
                    <a:cubicBezTo>
                      <a:pt x="272" y="1981"/>
                      <a:pt x="363" y="2207"/>
                      <a:pt x="589" y="2388"/>
                    </a:cubicBezTo>
                    <a:cubicBezTo>
                      <a:pt x="770" y="2479"/>
                      <a:pt x="951" y="2615"/>
                      <a:pt x="1087" y="2751"/>
                    </a:cubicBezTo>
                    <a:cubicBezTo>
                      <a:pt x="1087" y="2751"/>
                      <a:pt x="1087" y="2796"/>
                      <a:pt x="1087" y="2796"/>
                    </a:cubicBezTo>
                    <a:cubicBezTo>
                      <a:pt x="951" y="2977"/>
                      <a:pt x="816" y="3158"/>
                      <a:pt x="906" y="3430"/>
                    </a:cubicBezTo>
                    <a:cubicBezTo>
                      <a:pt x="1087" y="3837"/>
                      <a:pt x="1223" y="4290"/>
                      <a:pt x="1359" y="4697"/>
                    </a:cubicBezTo>
                    <a:cubicBezTo>
                      <a:pt x="1449" y="4924"/>
                      <a:pt x="1495" y="5105"/>
                      <a:pt x="1585" y="5331"/>
                    </a:cubicBezTo>
                    <a:cubicBezTo>
                      <a:pt x="1630" y="5422"/>
                      <a:pt x="1676" y="5467"/>
                      <a:pt x="1721" y="5557"/>
                    </a:cubicBezTo>
                    <a:cubicBezTo>
                      <a:pt x="1359" y="5738"/>
                      <a:pt x="861" y="5829"/>
                      <a:pt x="499" y="5919"/>
                    </a:cubicBezTo>
                    <a:cubicBezTo>
                      <a:pt x="46" y="6055"/>
                      <a:pt x="182" y="6689"/>
                      <a:pt x="589" y="6689"/>
                    </a:cubicBezTo>
                    <a:cubicBezTo>
                      <a:pt x="725" y="6689"/>
                      <a:pt x="816" y="6734"/>
                      <a:pt x="951" y="6734"/>
                    </a:cubicBezTo>
                    <a:cubicBezTo>
                      <a:pt x="951" y="6915"/>
                      <a:pt x="1087" y="7096"/>
                      <a:pt x="1268" y="7278"/>
                    </a:cubicBezTo>
                    <a:cubicBezTo>
                      <a:pt x="1495" y="7413"/>
                      <a:pt x="1721" y="7594"/>
                      <a:pt x="1947" y="7730"/>
                    </a:cubicBezTo>
                    <a:cubicBezTo>
                      <a:pt x="1766" y="7866"/>
                      <a:pt x="1630" y="8047"/>
                      <a:pt x="1495" y="8228"/>
                    </a:cubicBezTo>
                    <a:cubicBezTo>
                      <a:pt x="1359" y="8409"/>
                      <a:pt x="1178" y="8545"/>
                      <a:pt x="1042" y="8726"/>
                    </a:cubicBezTo>
                    <a:cubicBezTo>
                      <a:pt x="725" y="9043"/>
                      <a:pt x="453" y="9360"/>
                      <a:pt x="91" y="9632"/>
                    </a:cubicBezTo>
                    <a:cubicBezTo>
                      <a:pt x="1" y="9722"/>
                      <a:pt x="1" y="9948"/>
                      <a:pt x="91" y="10039"/>
                    </a:cubicBezTo>
                    <a:cubicBezTo>
                      <a:pt x="150" y="10127"/>
                      <a:pt x="246" y="10177"/>
                      <a:pt x="343" y="10177"/>
                    </a:cubicBezTo>
                    <a:cubicBezTo>
                      <a:pt x="397" y="10177"/>
                      <a:pt x="451" y="10162"/>
                      <a:pt x="499" y="10129"/>
                    </a:cubicBezTo>
                    <a:cubicBezTo>
                      <a:pt x="861" y="9903"/>
                      <a:pt x="1268" y="9586"/>
                      <a:pt x="1585" y="9269"/>
                    </a:cubicBezTo>
                    <a:cubicBezTo>
                      <a:pt x="1766" y="9088"/>
                      <a:pt x="1902" y="8952"/>
                      <a:pt x="2083" y="8771"/>
                    </a:cubicBezTo>
                    <a:cubicBezTo>
                      <a:pt x="2128" y="8636"/>
                      <a:pt x="2219" y="8545"/>
                      <a:pt x="2309" y="8455"/>
                    </a:cubicBezTo>
                    <a:cubicBezTo>
                      <a:pt x="2355" y="8319"/>
                      <a:pt x="2445" y="8183"/>
                      <a:pt x="2491" y="8092"/>
                    </a:cubicBezTo>
                    <a:lnTo>
                      <a:pt x="2491" y="8047"/>
                    </a:lnTo>
                    <a:cubicBezTo>
                      <a:pt x="2807" y="8228"/>
                      <a:pt x="3124" y="8409"/>
                      <a:pt x="3486" y="8545"/>
                    </a:cubicBezTo>
                    <a:cubicBezTo>
                      <a:pt x="3713" y="8590"/>
                      <a:pt x="3984" y="8636"/>
                      <a:pt x="4211" y="8681"/>
                    </a:cubicBezTo>
                    <a:cubicBezTo>
                      <a:pt x="4165" y="9043"/>
                      <a:pt x="4075" y="9450"/>
                      <a:pt x="4030" y="9813"/>
                    </a:cubicBezTo>
                    <a:cubicBezTo>
                      <a:pt x="3984" y="10084"/>
                      <a:pt x="3984" y="10311"/>
                      <a:pt x="3984" y="10582"/>
                    </a:cubicBezTo>
                    <a:cubicBezTo>
                      <a:pt x="4030" y="10809"/>
                      <a:pt x="4030" y="11125"/>
                      <a:pt x="4211" y="11306"/>
                    </a:cubicBezTo>
                    <a:cubicBezTo>
                      <a:pt x="4256" y="11352"/>
                      <a:pt x="4313" y="11374"/>
                      <a:pt x="4369" y="11374"/>
                    </a:cubicBezTo>
                    <a:cubicBezTo>
                      <a:pt x="4426" y="11374"/>
                      <a:pt x="4482" y="11352"/>
                      <a:pt x="4528" y="11306"/>
                    </a:cubicBezTo>
                    <a:cubicBezTo>
                      <a:pt x="4663" y="11125"/>
                      <a:pt x="4663" y="10809"/>
                      <a:pt x="4709" y="10582"/>
                    </a:cubicBezTo>
                    <a:cubicBezTo>
                      <a:pt x="4754" y="10356"/>
                      <a:pt x="4754" y="10084"/>
                      <a:pt x="4754" y="9858"/>
                    </a:cubicBezTo>
                    <a:cubicBezTo>
                      <a:pt x="4754" y="9450"/>
                      <a:pt x="4799" y="9088"/>
                      <a:pt x="4799" y="8681"/>
                    </a:cubicBezTo>
                    <a:cubicBezTo>
                      <a:pt x="4980" y="8681"/>
                      <a:pt x="5161" y="8681"/>
                      <a:pt x="5297" y="8636"/>
                    </a:cubicBezTo>
                    <a:cubicBezTo>
                      <a:pt x="5297" y="8862"/>
                      <a:pt x="5297" y="9088"/>
                      <a:pt x="5297" y="9315"/>
                    </a:cubicBezTo>
                    <a:cubicBezTo>
                      <a:pt x="5297" y="9722"/>
                      <a:pt x="5342" y="10129"/>
                      <a:pt x="5388" y="10537"/>
                    </a:cubicBezTo>
                    <a:cubicBezTo>
                      <a:pt x="5388" y="10695"/>
                      <a:pt x="5501" y="10775"/>
                      <a:pt x="5620" y="10775"/>
                    </a:cubicBezTo>
                    <a:cubicBezTo>
                      <a:pt x="5739" y="10775"/>
                      <a:pt x="5863" y="10695"/>
                      <a:pt x="5886" y="10537"/>
                    </a:cubicBezTo>
                    <a:cubicBezTo>
                      <a:pt x="5886" y="10129"/>
                      <a:pt x="5931" y="9722"/>
                      <a:pt x="5931" y="9315"/>
                    </a:cubicBezTo>
                    <a:cubicBezTo>
                      <a:pt x="5931" y="9043"/>
                      <a:pt x="5931" y="8817"/>
                      <a:pt x="5931" y="8545"/>
                    </a:cubicBezTo>
                    <a:lnTo>
                      <a:pt x="6021" y="8545"/>
                    </a:lnTo>
                    <a:cubicBezTo>
                      <a:pt x="6067" y="8500"/>
                      <a:pt x="6157" y="8500"/>
                      <a:pt x="6203" y="8500"/>
                    </a:cubicBezTo>
                    <a:cubicBezTo>
                      <a:pt x="6248" y="8636"/>
                      <a:pt x="6248" y="8817"/>
                      <a:pt x="6293" y="8952"/>
                    </a:cubicBezTo>
                    <a:cubicBezTo>
                      <a:pt x="6338" y="9088"/>
                      <a:pt x="6338" y="9224"/>
                      <a:pt x="6384" y="9360"/>
                    </a:cubicBezTo>
                    <a:cubicBezTo>
                      <a:pt x="6384" y="9496"/>
                      <a:pt x="6429" y="9632"/>
                      <a:pt x="6474" y="9767"/>
                    </a:cubicBezTo>
                    <a:cubicBezTo>
                      <a:pt x="6511" y="9879"/>
                      <a:pt x="6610" y="9960"/>
                      <a:pt x="6719" y="9960"/>
                    </a:cubicBezTo>
                    <a:cubicBezTo>
                      <a:pt x="6743" y="9960"/>
                      <a:pt x="6767" y="9956"/>
                      <a:pt x="6791" y="9948"/>
                    </a:cubicBezTo>
                    <a:cubicBezTo>
                      <a:pt x="6882" y="9948"/>
                      <a:pt x="6972" y="9858"/>
                      <a:pt x="6972" y="9722"/>
                    </a:cubicBezTo>
                    <a:cubicBezTo>
                      <a:pt x="6972" y="9541"/>
                      <a:pt x="6972" y="9405"/>
                      <a:pt x="6972" y="9224"/>
                    </a:cubicBezTo>
                    <a:cubicBezTo>
                      <a:pt x="6927" y="9088"/>
                      <a:pt x="6927" y="8952"/>
                      <a:pt x="6882" y="8817"/>
                    </a:cubicBezTo>
                    <a:cubicBezTo>
                      <a:pt x="6836" y="8636"/>
                      <a:pt x="6836" y="8500"/>
                      <a:pt x="6791" y="8319"/>
                    </a:cubicBezTo>
                    <a:cubicBezTo>
                      <a:pt x="6972" y="8228"/>
                      <a:pt x="7153" y="8183"/>
                      <a:pt x="7334" y="8047"/>
                    </a:cubicBezTo>
                    <a:cubicBezTo>
                      <a:pt x="7470" y="8364"/>
                      <a:pt x="7651" y="8636"/>
                      <a:pt x="7832" y="8907"/>
                    </a:cubicBezTo>
                    <a:cubicBezTo>
                      <a:pt x="8149" y="9360"/>
                      <a:pt x="8557" y="9903"/>
                      <a:pt x="9100" y="10129"/>
                    </a:cubicBezTo>
                    <a:cubicBezTo>
                      <a:pt x="9131" y="10142"/>
                      <a:pt x="9161" y="10148"/>
                      <a:pt x="9188" y="10148"/>
                    </a:cubicBezTo>
                    <a:cubicBezTo>
                      <a:pt x="9359" y="10148"/>
                      <a:pt x="9449" y="9930"/>
                      <a:pt x="9371" y="9813"/>
                    </a:cubicBezTo>
                    <a:cubicBezTo>
                      <a:pt x="9236" y="9541"/>
                      <a:pt x="9054" y="9360"/>
                      <a:pt x="8919" y="9179"/>
                    </a:cubicBezTo>
                    <a:cubicBezTo>
                      <a:pt x="8738" y="8952"/>
                      <a:pt x="8557" y="8771"/>
                      <a:pt x="8375" y="8545"/>
                    </a:cubicBezTo>
                    <a:cubicBezTo>
                      <a:pt x="8194" y="8273"/>
                      <a:pt x="8013" y="8002"/>
                      <a:pt x="7832" y="7730"/>
                    </a:cubicBezTo>
                    <a:cubicBezTo>
                      <a:pt x="7832" y="7685"/>
                      <a:pt x="7832" y="7685"/>
                      <a:pt x="7878" y="7685"/>
                    </a:cubicBezTo>
                    <a:cubicBezTo>
                      <a:pt x="8059" y="7504"/>
                      <a:pt x="8194" y="7323"/>
                      <a:pt x="8285" y="7096"/>
                    </a:cubicBezTo>
                    <a:cubicBezTo>
                      <a:pt x="8602" y="6734"/>
                      <a:pt x="8873" y="6327"/>
                      <a:pt x="9145" y="6010"/>
                    </a:cubicBezTo>
                    <a:cubicBezTo>
                      <a:pt x="9688" y="5376"/>
                      <a:pt x="10231" y="4788"/>
                      <a:pt x="10684" y="4109"/>
                    </a:cubicBezTo>
                    <a:cubicBezTo>
                      <a:pt x="11137" y="3565"/>
                      <a:pt x="11408" y="2886"/>
                      <a:pt x="11182" y="2162"/>
                    </a:cubicBezTo>
                    <a:cubicBezTo>
                      <a:pt x="10956" y="1574"/>
                      <a:pt x="10413" y="1166"/>
                      <a:pt x="9824" y="940"/>
                    </a:cubicBezTo>
                    <a:cubicBezTo>
                      <a:pt x="9190" y="714"/>
                      <a:pt x="8466" y="623"/>
                      <a:pt x="7787" y="487"/>
                    </a:cubicBezTo>
                    <a:cubicBezTo>
                      <a:pt x="6972" y="306"/>
                      <a:pt x="6112" y="170"/>
                      <a:pt x="5252" y="80"/>
                    </a:cubicBezTo>
                    <a:cubicBezTo>
                      <a:pt x="4731" y="35"/>
                      <a:pt x="4211" y="1"/>
                      <a:pt x="36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4" name="Google Shape;6834;p20"/>
              <p:cNvSpPr/>
              <p:nvPr/>
            </p:nvSpPr>
            <p:spPr>
              <a:xfrm>
                <a:off x="4148925" y="1369650"/>
                <a:ext cx="37075" cy="40725"/>
              </a:xfrm>
              <a:custGeom>
                <a:rect b="b" l="l" r="r" t="t"/>
                <a:pathLst>
                  <a:path extrusionOk="0" h="1629" w="1483">
                    <a:moveTo>
                      <a:pt x="206" y="1"/>
                    </a:moveTo>
                    <a:cubicBezTo>
                      <a:pt x="159" y="1"/>
                      <a:pt x="118" y="27"/>
                      <a:pt x="92" y="53"/>
                    </a:cubicBezTo>
                    <a:cubicBezTo>
                      <a:pt x="1" y="98"/>
                      <a:pt x="1" y="189"/>
                      <a:pt x="92" y="280"/>
                    </a:cubicBezTo>
                    <a:cubicBezTo>
                      <a:pt x="273" y="506"/>
                      <a:pt x="454" y="732"/>
                      <a:pt x="635" y="959"/>
                    </a:cubicBezTo>
                    <a:lnTo>
                      <a:pt x="906" y="1275"/>
                    </a:lnTo>
                    <a:cubicBezTo>
                      <a:pt x="997" y="1411"/>
                      <a:pt x="1133" y="1502"/>
                      <a:pt x="1269" y="1592"/>
                    </a:cubicBezTo>
                    <a:cubicBezTo>
                      <a:pt x="1294" y="1618"/>
                      <a:pt x="1323" y="1629"/>
                      <a:pt x="1350" y="1629"/>
                    </a:cubicBezTo>
                    <a:cubicBezTo>
                      <a:pt x="1421" y="1629"/>
                      <a:pt x="1482" y="1554"/>
                      <a:pt x="1450" y="1457"/>
                    </a:cubicBezTo>
                    <a:cubicBezTo>
                      <a:pt x="1359" y="1321"/>
                      <a:pt x="1269" y="1185"/>
                      <a:pt x="1178" y="1094"/>
                    </a:cubicBezTo>
                    <a:cubicBezTo>
                      <a:pt x="1087" y="959"/>
                      <a:pt x="997" y="868"/>
                      <a:pt x="906" y="732"/>
                    </a:cubicBezTo>
                    <a:cubicBezTo>
                      <a:pt x="680" y="506"/>
                      <a:pt x="499" y="280"/>
                      <a:pt x="318" y="53"/>
                    </a:cubicBezTo>
                    <a:cubicBezTo>
                      <a:pt x="280" y="15"/>
                      <a:pt x="241" y="1"/>
                      <a:pt x="206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5" name="Google Shape;6835;p20"/>
              <p:cNvSpPr/>
              <p:nvPr/>
            </p:nvSpPr>
            <p:spPr>
              <a:xfrm>
                <a:off x="3459977" y="1266625"/>
                <a:ext cx="98675" cy="40550"/>
              </a:xfrm>
              <a:custGeom>
                <a:rect b="b" l="l" r="r" t="t"/>
                <a:pathLst>
                  <a:path extrusionOk="0" h="1622" w="3947">
                    <a:moveTo>
                      <a:pt x="3490" y="1"/>
                    </a:moveTo>
                    <a:cubicBezTo>
                      <a:pt x="2968" y="1"/>
                      <a:pt x="2421" y="129"/>
                      <a:pt x="1909" y="326"/>
                    </a:cubicBezTo>
                    <a:cubicBezTo>
                      <a:pt x="1320" y="553"/>
                      <a:pt x="777" y="824"/>
                      <a:pt x="234" y="1141"/>
                    </a:cubicBezTo>
                    <a:cubicBezTo>
                      <a:pt x="0" y="1297"/>
                      <a:pt x="169" y="1621"/>
                      <a:pt x="394" y="1621"/>
                    </a:cubicBezTo>
                    <a:cubicBezTo>
                      <a:pt x="430" y="1621"/>
                      <a:pt x="468" y="1613"/>
                      <a:pt x="506" y="1594"/>
                    </a:cubicBezTo>
                    <a:cubicBezTo>
                      <a:pt x="1004" y="1277"/>
                      <a:pt x="1547" y="1051"/>
                      <a:pt x="2090" y="870"/>
                    </a:cubicBezTo>
                    <a:cubicBezTo>
                      <a:pt x="2679" y="689"/>
                      <a:pt x="3222" y="553"/>
                      <a:pt x="3765" y="326"/>
                    </a:cubicBezTo>
                    <a:cubicBezTo>
                      <a:pt x="3946" y="281"/>
                      <a:pt x="3946" y="9"/>
                      <a:pt x="3720" y="9"/>
                    </a:cubicBezTo>
                    <a:cubicBezTo>
                      <a:pt x="3644" y="4"/>
                      <a:pt x="3567" y="1"/>
                      <a:pt x="34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6" name="Google Shape;6836;p20"/>
              <p:cNvSpPr/>
              <p:nvPr/>
            </p:nvSpPr>
            <p:spPr>
              <a:xfrm>
                <a:off x="3223627" y="1783750"/>
                <a:ext cx="187800" cy="205825"/>
              </a:xfrm>
              <a:custGeom>
                <a:rect b="b" l="l" r="r" t="t"/>
                <a:pathLst>
                  <a:path extrusionOk="0" h="8233" w="7512">
                    <a:moveTo>
                      <a:pt x="428" y="0"/>
                    </a:moveTo>
                    <a:cubicBezTo>
                      <a:pt x="264" y="0"/>
                      <a:pt x="91" y="116"/>
                      <a:pt x="91" y="284"/>
                    </a:cubicBezTo>
                    <a:cubicBezTo>
                      <a:pt x="136" y="1235"/>
                      <a:pt x="1" y="2140"/>
                      <a:pt x="317" y="3045"/>
                    </a:cubicBezTo>
                    <a:cubicBezTo>
                      <a:pt x="589" y="3860"/>
                      <a:pt x="1132" y="4585"/>
                      <a:pt x="1766" y="5173"/>
                    </a:cubicBezTo>
                    <a:cubicBezTo>
                      <a:pt x="2445" y="5762"/>
                      <a:pt x="3260" y="6260"/>
                      <a:pt x="4075" y="6667"/>
                    </a:cubicBezTo>
                    <a:cubicBezTo>
                      <a:pt x="4754" y="6984"/>
                      <a:pt x="5569" y="7301"/>
                      <a:pt x="6021" y="7934"/>
                    </a:cubicBezTo>
                    <a:cubicBezTo>
                      <a:pt x="6189" y="8144"/>
                      <a:pt x="6408" y="8233"/>
                      <a:pt x="6618" y="8233"/>
                    </a:cubicBezTo>
                    <a:cubicBezTo>
                      <a:pt x="7089" y="8233"/>
                      <a:pt x="7511" y="7787"/>
                      <a:pt x="7198" y="7255"/>
                    </a:cubicBezTo>
                    <a:cubicBezTo>
                      <a:pt x="6791" y="6531"/>
                      <a:pt x="6067" y="6124"/>
                      <a:pt x="5342" y="5762"/>
                    </a:cubicBezTo>
                    <a:cubicBezTo>
                      <a:pt x="4527" y="5354"/>
                      <a:pt x="3713" y="4947"/>
                      <a:pt x="2943" y="4449"/>
                    </a:cubicBezTo>
                    <a:cubicBezTo>
                      <a:pt x="2309" y="3996"/>
                      <a:pt x="1766" y="3408"/>
                      <a:pt x="1449" y="2729"/>
                    </a:cubicBezTo>
                    <a:cubicBezTo>
                      <a:pt x="1042" y="1914"/>
                      <a:pt x="1087" y="963"/>
                      <a:pt x="680" y="148"/>
                    </a:cubicBezTo>
                    <a:cubicBezTo>
                      <a:pt x="628" y="44"/>
                      <a:pt x="530" y="0"/>
                      <a:pt x="4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7" name="Google Shape;6837;p20"/>
              <p:cNvSpPr/>
              <p:nvPr/>
            </p:nvSpPr>
            <p:spPr>
              <a:xfrm>
                <a:off x="3382077" y="1893325"/>
                <a:ext cx="63400" cy="80975"/>
              </a:xfrm>
              <a:custGeom>
                <a:rect b="b" l="l" r="r" t="t"/>
                <a:pathLst>
                  <a:path extrusionOk="0" h="3239" w="2536">
                    <a:moveTo>
                      <a:pt x="463" y="0"/>
                    </a:moveTo>
                    <a:cubicBezTo>
                      <a:pt x="397" y="0"/>
                      <a:pt x="332" y="20"/>
                      <a:pt x="272" y="66"/>
                    </a:cubicBezTo>
                    <a:cubicBezTo>
                      <a:pt x="91" y="156"/>
                      <a:pt x="0" y="428"/>
                      <a:pt x="136" y="609"/>
                    </a:cubicBezTo>
                    <a:cubicBezTo>
                      <a:pt x="408" y="1062"/>
                      <a:pt x="679" y="1469"/>
                      <a:pt x="951" y="1922"/>
                    </a:cubicBezTo>
                    <a:cubicBezTo>
                      <a:pt x="1222" y="2329"/>
                      <a:pt x="1494" y="2827"/>
                      <a:pt x="1901" y="3144"/>
                    </a:cubicBezTo>
                    <a:cubicBezTo>
                      <a:pt x="1985" y="3200"/>
                      <a:pt x="2069" y="3239"/>
                      <a:pt x="2153" y="3239"/>
                    </a:cubicBezTo>
                    <a:cubicBezTo>
                      <a:pt x="2205" y="3239"/>
                      <a:pt x="2257" y="3224"/>
                      <a:pt x="2309" y="3189"/>
                    </a:cubicBezTo>
                    <a:cubicBezTo>
                      <a:pt x="2445" y="3144"/>
                      <a:pt x="2535" y="2963"/>
                      <a:pt x="2490" y="2827"/>
                    </a:cubicBezTo>
                    <a:cubicBezTo>
                      <a:pt x="2309" y="2329"/>
                      <a:pt x="1992" y="1877"/>
                      <a:pt x="1720" y="1469"/>
                    </a:cubicBezTo>
                    <a:lnTo>
                      <a:pt x="815" y="202"/>
                    </a:lnTo>
                    <a:cubicBezTo>
                      <a:pt x="724" y="81"/>
                      <a:pt x="594" y="0"/>
                      <a:pt x="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8" name="Google Shape;6838;p20"/>
              <p:cNvSpPr/>
              <p:nvPr/>
            </p:nvSpPr>
            <p:spPr>
              <a:xfrm>
                <a:off x="3472102" y="1872075"/>
                <a:ext cx="115975" cy="136975"/>
              </a:xfrm>
              <a:custGeom>
                <a:rect b="b" l="l" r="r" t="t"/>
                <a:pathLst>
                  <a:path extrusionOk="0" h="5479" w="4639">
                    <a:moveTo>
                      <a:pt x="561" y="0"/>
                    </a:moveTo>
                    <a:cubicBezTo>
                      <a:pt x="247" y="0"/>
                      <a:pt x="0" y="372"/>
                      <a:pt x="247" y="689"/>
                    </a:cubicBezTo>
                    <a:cubicBezTo>
                      <a:pt x="971" y="1504"/>
                      <a:pt x="1696" y="2319"/>
                      <a:pt x="2239" y="3270"/>
                    </a:cubicBezTo>
                    <a:cubicBezTo>
                      <a:pt x="2510" y="3722"/>
                      <a:pt x="2601" y="4085"/>
                      <a:pt x="2827" y="4537"/>
                    </a:cubicBezTo>
                    <a:cubicBezTo>
                      <a:pt x="2918" y="4854"/>
                      <a:pt x="3099" y="5216"/>
                      <a:pt x="3416" y="5352"/>
                    </a:cubicBezTo>
                    <a:cubicBezTo>
                      <a:pt x="3558" y="5434"/>
                      <a:pt x="3719" y="5478"/>
                      <a:pt x="3877" y="5478"/>
                    </a:cubicBezTo>
                    <a:cubicBezTo>
                      <a:pt x="4071" y="5478"/>
                      <a:pt x="4262" y="5411"/>
                      <a:pt x="4412" y="5262"/>
                    </a:cubicBezTo>
                    <a:cubicBezTo>
                      <a:pt x="4548" y="5171"/>
                      <a:pt x="4638" y="4945"/>
                      <a:pt x="4548" y="4764"/>
                    </a:cubicBezTo>
                    <a:cubicBezTo>
                      <a:pt x="4548" y="4673"/>
                      <a:pt x="4502" y="4628"/>
                      <a:pt x="4457" y="4583"/>
                    </a:cubicBezTo>
                    <a:lnTo>
                      <a:pt x="4502" y="4583"/>
                    </a:lnTo>
                    <a:cubicBezTo>
                      <a:pt x="4502" y="4583"/>
                      <a:pt x="4412" y="4401"/>
                      <a:pt x="4366" y="4356"/>
                    </a:cubicBezTo>
                    <a:cubicBezTo>
                      <a:pt x="4321" y="4311"/>
                      <a:pt x="4231" y="4175"/>
                      <a:pt x="4231" y="4130"/>
                    </a:cubicBezTo>
                    <a:lnTo>
                      <a:pt x="4185" y="4130"/>
                    </a:lnTo>
                    <a:cubicBezTo>
                      <a:pt x="4140" y="4085"/>
                      <a:pt x="4140" y="4039"/>
                      <a:pt x="4095" y="3994"/>
                    </a:cubicBezTo>
                    <a:cubicBezTo>
                      <a:pt x="4050" y="3858"/>
                      <a:pt x="4004" y="3768"/>
                      <a:pt x="3959" y="3677"/>
                    </a:cubicBezTo>
                    <a:cubicBezTo>
                      <a:pt x="3733" y="3224"/>
                      <a:pt x="3461" y="2772"/>
                      <a:pt x="3144" y="2364"/>
                    </a:cubicBezTo>
                    <a:cubicBezTo>
                      <a:pt x="2465" y="1504"/>
                      <a:pt x="1650" y="825"/>
                      <a:pt x="835" y="101"/>
                    </a:cubicBezTo>
                    <a:cubicBezTo>
                      <a:pt x="745" y="31"/>
                      <a:pt x="650" y="0"/>
                      <a:pt x="5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9" name="Google Shape;6839;p20"/>
              <p:cNvSpPr/>
              <p:nvPr/>
            </p:nvSpPr>
            <p:spPr>
              <a:xfrm>
                <a:off x="3589177" y="1921400"/>
                <a:ext cx="27175" cy="68650"/>
              </a:xfrm>
              <a:custGeom>
                <a:rect b="b" l="l" r="r" t="t"/>
                <a:pathLst>
                  <a:path extrusionOk="0" h="2746" w="1087">
                    <a:moveTo>
                      <a:pt x="729" y="0"/>
                    </a:moveTo>
                    <a:cubicBezTo>
                      <a:pt x="646" y="0"/>
                      <a:pt x="563" y="26"/>
                      <a:pt x="498" y="74"/>
                    </a:cubicBezTo>
                    <a:cubicBezTo>
                      <a:pt x="317" y="210"/>
                      <a:pt x="272" y="437"/>
                      <a:pt x="227" y="663"/>
                    </a:cubicBezTo>
                    <a:cubicBezTo>
                      <a:pt x="136" y="799"/>
                      <a:pt x="91" y="980"/>
                      <a:pt x="91" y="1161"/>
                    </a:cubicBezTo>
                    <a:cubicBezTo>
                      <a:pt x="0" y="1523"/>
                      <a:pt x="0" y="1931"/>
                      <a:pt x="0" y="2293"/>
                    </a:cubicBezTo>
                    <a:cubicBezTo>
                      <a:pt x="0" y="2564"/>
                      <a:pt x="181" y="2745"/>
                      <a:pt x="453" y="2745"/>
                    </a:cubicBezTo>
                    <a:cubicBezTo>
                      <a:pt x="679" y="2745"/>
                      <a:pt x="860" y="2564"/>
                      <a:pt x="860" y="2338"/>
                    </a:cubicBezTo>
                    <a:cubicBezTo>
                      <a:pt x="860" y="2157"/>
                      <a:pt x="860" y="1976"/>
                      <a:pt x="906" y="1795"/>
                    </a:cubicBezTo>
                    <a:cubicBezTo>
                      <a:pt x="906" y="1704"/>
                      <a:pt x="906" y="1614"/>
                      <a:pt x="906" y="1568"/>
                    </a:cubicBezTo>
                    <a:cubicBezTo>
                      <a:pt x="906" y="1523"/>
                      <a:pt x="906" y="1523"/>
                      <a:pt x="951" y="1523"/>
                    </a:cubicBezTo>
                    <a:cubicBezTo>
                      <a:pt x="951" y="1478"/>
                      <a:pt x="951" y="1433"/>
                      <a:pt x="951" y="1387"/>
                    </a:cubicBezTo>
                    <a:cubicBezTo>
                      <a:pt x="951" y="1251"/>
                      <a:pt x="996" y="1161"/>
                      <a:pt x="996" y="1070"/>
                    </a:cubicBezTo>
                    <a:cubicBezTo>
                      <a:pt x="996" y="1025"/>
                      <a:pt x="996" y="1025"/>
                      <a:pt x="996" y="980"/>
                    </a:cubicBezTo>
                    <a:cubicBezTo>
                      <a:pt x="996" y="935"/>
                      <a:pt x="996" y="889"/>
                      <a:pt x="1041" y="889"/>
                    </a:cubicBezTo>
                    <a:lnTo>
                      <a:pt x="1087" y="618"/>
                    </a:lnTo>
                    <a:cubicBezTo>
                      <a:pt x="1087" y="572"/>
                      <a:pt x="1087" y="482"/>
                      <a:pt x="1087" y="437"/>
                    </a:cubicBezTo>
                    <a:cubicBezTo>
                      <a:pt x="1087" y="346"/>
                      <a:pt x="1087" y="301"/>
                      <a:pt x="1087" y="256"/>
                    </a:cubicBezTo>
                    <a:cubicBezTo>
                      <a:pt x="1029" y="81"/>
                      <a:pt x="878" y="0"/>
                      <a:pt x="7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0" name="Google Shape;6840;p20"/>
              <p:cNvSpPr/>
              <p:nvPr/>
            </p:nvSpPr>
            <p:spPr>
              <a:xfrm>
                <a:off x="3806452" y="1876675"/>
                <a:ext cx="125650" cy="133750"/>
              </a:xfrm>
              <a:custGeom>
                <a:rect b="b" l="l" r="r" t="t"/>
                <a:pathLst>
                  <a:path extrusionOk="0" h="5350" w="5026">
                    <a:moveTo>
                      <a:pt x="4520" y="1"/>
                    </a:moveTo>
                    <a:cubicBezTo>
                      <a:pt x="4493" y="1"/>
                      <a:pt x="4465" y="3"/>
                      <a:pt x="4437" y="7"/>
                    </a:cubicBezTo>
                    <a:cubicBezTo>
                      <a:pt x="3849" y="143"/>
                      <a:pt x="3441" y="732"/>
                      <a:pt x="3034" y="1094"/>
                    </a:cubicBezTo>
                    <a:lnTo>
                      <a:pt x="2989" y="1094"/>
                    </a:lnTo>
                    <a:cubicBezTo>
                      <a:pt x="2989" y="1094"/>
                      <a:pt x="2943" y="1139"/>
                      <a:pt x="2898" y="1139"/>
                    </a:cubicBezTo>
                    <a:lnTo>
                      <a:pt x="2943" y="1139"/>
                    </a:lnTo>
                    <a:cubicBezTo>
                      <a:pt x="2853" y="1184"/>
                      <a:pt x="2808" y="1230"/>
                      <a:pt x="2762" y="1275"/>
                    </a:cubicBezTo>
                    <a:cubicBezTo>
                      <a:pt x="2626" y="1320"/>
                      <a:pt x="2536" y="1411"/>
                      <a:pt x="2400" y="1501"/>
                    </a:cubicBezTo>
                    <a:cubicBezTo>
                      <a:pt x="2310" y="1547"/>
                      <a:pt x="2174" y="1637"/>
                      <a:pt x="2038" y="1682"/>
                    </a:cubicBezTo>
                    <a:cubicBezTo>
                      <a:pt x="1947" y="1728"/>
                      <a:pt x="1812" y="1818"/>
                      <a:pt x="1721" y="1818"/>
                    </a:cubicBezTo>
                    <a:cubicBezTo>
                      <a:pt x="1450" y="1954"/>
                      <a:pt x="1178" y="1999"/>
                      <a:pt x="906" y="2180"/>
                    </a:cubicBezTo>
                    <a:cubicBezTo>
                      <a:pt x="589" y="2361"/>
                      <a:pt x="408" y="2678"/>
                      <a:pt x="273" y="2995"/>
                    </a:cubicBezTo>
                    <a:cubicBezTo>
                      <a:pt x="46" y="3584"/>
                      <a:pt x="1" y="4308"/>
                      <a:pt x="46" y="4942"/>
                    </a:cubicBezTo>
                    <a:cubicBezTo>
                      <a:pt x="46" y="5168"/>
                      <a:pt x="182" y="5349"/>
                      <a:pt x="408" y="5349"/>
                    </a:cubicBezTo>
                    <a:cubicBezTo>
                      <a:pt x="680" y="5349"/>
                      <a:pt x="770" y="5168"/>
                      <a:pt x="816" y="4942"/>
                    </a:cubicBezTo>
                    <a:cubicBezTo>
                      <a:pt x="906" y="4399"/>
                      <a:pt x="1087" y="3855"/>
                      <a:pt x="1359" y="3357"/>
                    </a:cubicBezTo>
                    <a:cubicBezTo>
                      <a:pt x="1495" y="3176"/>
                      <a:pt x="1540" y="3176"/>
                      <a:pt x="1766" y="3086"/>
                    </a:cubicBezTo>
                    <a:cubicBezTo>
                      <a:pt x="2083" y="2995"/>
                      <a:pt x="2355" y="2905"/>
                      <a:pt x="2626" y="2769"/>
                    </a:cubicBezTo>
                    <a:cubicBezTo>
                      <a:pt x="3170" y="2543"/>
                      <a:pt x="3622" y="2271"/>
                      <a:pt x="4030" y="1909"/>
                    </a:cubicBezTo>
                    <a:cubicBezTo>
                      <a:pt x="4483" y="1547"/>
                      <a:pt x="5026" y="1049"/>
                      <a:pt x="4935" y="415"/>
                    </a:cubicBezTo>
                    <a:cubicBezTo>
                      <a:pt x="4935" y="171"/>
                      <a:pt x="4753" y="1"/>
                      <a:pt x="45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1" name="Google Shape;6841;p20"/>
              <p:cNvSpPr/>
              <p:nvPr/>
            </p:nvSpPr>
            <p:spPr>
              <a:xfrm>
                <a:off x="3952452" y="1906775"/>
                <a:ext cx="74725" cy="50450"/>
              </a:xfrm>
              <a:custGeom>
                <a:rect b="b" l="l" r="r" t="t"/>
                <a:pathLst>
                  <a:path extrusionOk="0" h="2018" w="2989">
                    <a:moveTo>
                      <a:pt x="2636" y="1"/>
                    </a:moveTo>
                    <a:cubicBezTo>
                      <a:pt x="2586" y="1"/>
                      <a:pt x="2536" y="11"/>
                      <a:pt x="2490" y="26"/>
                    </a:cubicBezTo>
                    <a:lnTo>
                      <a:pt x="2445" y="26"/>
                    </a:lnTo>
                    <a:cubicBezTo>
                      <a:pt x="2264" y="162"/>
                      <a:pt x="2083" y="252"/>
                      <a:pt x="1902" y="343"/>
                    </a:cubicBezTo>
                    <a:cubicBezTo>
                      <a:pt x="1811" y="388"/>
                      <a:pt x="1676" y="433"/>
                      <a:pt x="1585" y="478"/>
                    </a:cubicBezTo>
                    <a:cubicBezTo>
                      <a:pt x="1494" y="524"/>
                      <a:pt x="1404" y="569"/>
                      <a:pt x="1313" y="659"/>
                    </a:cubicBezTo>
                    <a:cubicBezTo>
                      <a:pt x="951" y="886"/>
                      <a:pt x="589" y="1112"/>
                      <a:pt x="227" y="1339"/>
                    </a:cubicBezTo>
                    <a:cubicBezTo>
                      <a:pt x="91" y="1429"/>
                      <a:pt x="1" y="1655"/>
                      <a:pt x="91" y="1836"/>
                    </a:cubicBezTo>
                    <a:cubicBezTo>
                      <a:pt x="182" y="1957"/>
                      <a:pt x="292" y="2018"/>
                      <a:pt x="410" y="2018"/>
                    </a:cubicBezTo>
                    <a:cubicBezTo>
                      <a:pt x="468" y="2018"/>
                      <a:pt x="529" y="2002"/>
                      <a:pt x="589" y="1972"/>
                    </a:cubicBezTo>
                    <a:cubicBezTo>
                      <a:pt x="996" y="1746"/>
                      <a:pt x="1359" y="1565"/>
                      <a:pt x="1721" y="1339"/>
                    </a:cubicBezTo>
                    <a:cubicBezTo>
                      <a:pt x="1811" y="1293"/>
                      <a:pt x="1902" y="1203"/>
                      <a:pt x="1992" y="1157"/>
                    </a:cubicBezTo>
                    <a:cubicBezTo>
                      <a:pt x="2083" y="1112"/>
                      <a:pt x="2173" y="1022"/>
                      <a:pt x="2264" y="976"/>
                    </a:cubicBezTo>
                    <a:cubicBezTo>
                      <a:pt x="2445" y="841"/>
                      <a:pt x="2626" y="705"/>
                      <a:pt x="2807" y="569"/>
                    </a:cubicBezTo>
                    <a:cubicBezTo>
                      <a:pt x="2943" y="478"/>
                      <a:pt x="2988" y="297"/>
                      <a:pt x="2898" y="162"/>
                    </a:cubicBezTo>
                    <a:cubicBezTo>
                      <a:pt x="2837" y="41"/>
                      <a:pt x="2737" y="1"/>
                      <a:pt x="26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2" name="Google Shape;6842;p20"/>
              <p:cNvSpPr/>
              <p:nvPr/>
            </p:nvSpPr>
            <p:spPr>
              <a:xfrm>
                <a:off x="4066752" y="1894250"/>
                <a:ext cx="77800" cy="72650"/>
              </a:xfrm>
              <a:custGeom>
                <a:rect b="b" l="l" r="r" t="t"/>
                <a:pathLst>
                  <a:path extrusionOk="0" h="2906" w="3112">
                    <a:moveTo>
                      <a:pt x="2803" y="0"/>
                    </a:moveTo>
                    <a:cubicBezTo>
                      <a:pt x="2741" y="0"/>
                      <a:pt x="2678" y="22"/>
                      <a:pt x="2626" y="74"/>
                    </a:cubicBezTo>
                    <a:cubicBezTo>
                      <a:pt x="2445" y="255"/>
                      <a:pt x="2264" y="527"/>
                      <a:pt x="2083" y="753"/>
                    </a:cubicBezTo>
                    <a:cubicBezTo>
                      <a:pt x="1902" y="934"/>
                      <a:pt x="1721" y="1160"/>
                      <a:pt x="1495" y="1342"/>
                    </a:cubicBezTo>
                    <a:cubicBezTo>
                      <a:pt x="1087" y="1749"/>
                      <a:pt x="680" y="2066"/>
                      <a:pt x="182" y="2337"/>
                    </a:cubicBezTo>
                    <a:cubicBezTo>
                      <a:pt x="46" y="2428"/>
                      <a:pt x="1" y="2609"/>
                      <a:pt x="91" y="2745"/>
                    </a:cubicBezTo>
                    <a:cubicBezTo>
                      <a:pt x="152" y="2866"/>
                      <a:pt x="252" y="2906"/>
                      <a:pt x="353" y="2906"/>
                    </a:cubicBezTo>
                    <a:cubicBezTo>
                      <a:pt x="403" y="2906"/>
                      <a:pt x="453" y="2896"/>
                      <a:pt x="499" y="2881"/>
                    </a:cubicBezTo>
                    <a:cubicBezTo>
                      <a:pt x="1042" y="2609"/>
                      <a:pt x="1585" y="2247"/>
                      <a:pt x="1993" y="1840"/>
                    </a:cubicBezTo>
                    <a:cubicBezTo>
                      <a:pt x="2219" y="1613"/>
                      <a:pt x="2445" y="1387"/>
                      <a:pt x="2626" y="1115"/>
                    </a:cubicBezTo>
                    <a:cubicBezTo>
                      <a:pt x="2807" y="889"/>
                      <a:pt x="2988" y="617"/>
                      <a:pt x="3079" y="300"/>
                    </a:cubicBezTo>
                    <a:cubicBezTo>
                      <a:pt x="3111" y="139"/>
                      <a:pt x="2959" y="0"/>
                      <a:pt x="28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3" name="Google Shape;6843;p20"/>
              <p:cNvSpPr/>
              <p:nvPr/>
            </p:nvSpPr>
            <p:spPr>
              <a:xfrm>
                <a:off x="4169102" y="1732600"/>
                <a:ext cx="44800" cy="100750"/>
              </a:xfrm>
              <a:custGeom>
                <a:rect b="b" l="l" r="r" t="t"/>
                <a:pathLst>
                  <a:path extrusionOk="0" h="4030" w="1792">
                    <a:moveTo>
                      <a:pt x="421" y="0"/>
                    </a:moveTo>
                    <a:cubicBezTo>
                      <a:pt x="207" y="0"/>
                      <a:pt x="1" y="203"/>
                      <a:pt x="162" y="429"/>
                    </a:cubicBezTo>
                    <a:cubicBezTo>
                      <a:pt x="479" y="927"/>
                      <a:pt x="750" y="1470"/>
                      <a:pt x="886" y="2058"/>
                    </a:cubicBezTo>
                    <a:cubicBezTo>
                      <a:pt x="977" y="2375"/>
                      <a:pt x="1022" y="2647"/>
                      <a:pt x="1022" y="2964"/>
                    </a:cubicBezTo>
                    <a:cubicBezTo>
                      <a:pt x="1067" y="3281"/>
                      <a:pt x="1067" y="3552"/>
                      <a:pt x="1158" y="3869"/>
                    </a:cubicBezTo>
                    <a:cubicBezTo>
                      <a:pt x="1183" y="3971"/>
                      <a:pt x="1266" y="4030"/>
                      <a:pt x="1349" y="4030"/>
                    </a:cubicBezTo>
                    <a:cubicBezTo>
                      <a:pt x="1415" y="4030"/>
                      <a:pt x="1480" y="3994"/>
                      <a:pt x="1520" y="3914"/>
                    </a:cubicBezTo>
                    <a:cubicBezTo>
                      <a:pt x="1792" y="3326"/>
                      <a:pt x="1656" y="2556"/>
                      <a:pt x="1520" y="1923"/>
                    </a:cubicBezTo>
                    <a:cubicBezTo>
                      <a:pt x="1339" y="1289"/>
                      <a:pt x="1067" y="655"/>
                      <a:pt x="660" y="112"/>
                    </a:cubicBezTo>
                    <a:cubicBezTo>
                      <a:pt x="595" y="34"/>
                      <a:pt x="507" y="0"/>
                      <a:pt x="4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4" name="Google Shape;6844;p20"/>
              <p:cNvSpPr/>
              <p:nvPr/>
            </p:nvSpPr>
            <p:spPr>
              <a:xfrm>
                <a:off x="3632177" y="1819150"/>
                <a:ext cx="22275" cy="92775"/>
              </a:xfrm>
              <a:custGeom>
                <a:rect b="b" l="l" r="r" t="t"/>
                <a:pathLst>
                  <a:path extrusionOk="0" h="3711" w="891">
                    <a:moveTo>
                      <a:pt x="465" y="0"/>
                    </a:moveTo>
                    <a:cubicBezTo>
                      <a:pt x="363" y="0"/>
                      <a:pt x="263" y="55"/>
                      <a:pt x="227" y="181"/>
                    </a:cubicBezTo>
                    <a:cubicBezTo>
                      <a:pt x="46" y="724"/>
                      <a:pt x="1" y="1313"/>
                      <a:pt x="1" y="1901"/>
                    </a:cubicBezTo>
                    <a:cubicBezTo>
                      <a:pt x="1" y="2490"/>
                      <a:pt x="136" y="3123"/>
                      <a:pt x="408" y="3576"/>
                    </a:cubicBezTo>
                    <a:cubicBezTo>
                      <a:pt x="471" y="3671"/>
                      <a:pt x="551" y="3710"/>
                      <a:pt x="626" y="3710"/>
                    </a:cubicBezTo>
                    <a:cubicBezTo>
                      <a:pt x="766" y="3710"/>
                      <a:pt x="890" y="3572"/>
                      <a:pt x="861" y="3395"/>
                    </a:cubicBezTo>
                    <a:cubicBezTo>
                      <a:pt x="815" y="3123"/>
                      <a:pt x="770" y="2897"/>
                      <a:pt x="725" y="2625"/>
                    </a:cubicBezTo>
                    <a:cubicBezTo>
                      <a:pt x="680" y="2354"/>
                      <a:pt x="634" y="2127"/>
                      <a:pt x="634" y="1856"/>
                    </a:cubicBezTo>
                    <a:cubicBezTo>
                      <a:pt x="589" y="1358"/>
                      <a:pt x="634" y="815"/>
                      <a:pt x="725" y="317"/>
                    </a:cubicBezTo>
                    <a:cubicBezTo>
                      <a:pt x="779" y="126"/>
                      <a:pt x="620" y="0"/>
                      <a:pt x="4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5" name="Google Shape;6845;p20"/>
              <p:cNvSpPr/>
              <p:nvPr/>
            </p:nvSpPr>
            <p:spPr>
              <a:xfrm>
                <a:off x="3103677" y="1572125"/>
                <a:ext cx="23775" cy="89675"/>
              </a:xfrm>
              <a:custGeom>
                <a:rect b="b" l="l" r="r" t="t"/>
                <a:pathLst>
                  <a:path extrusionOk="0" h="3587" w="951">
                    <a:moveTo>
                      <a:pt x="606" y="1"/>
                    </a:moveTo>
                    <a:cubicBezTo>
                      <a:pt x="485" y="1"/>
                      <a:pt x="354" y="88"/>
                      <a:pt x="317" y="238"/>
                    </a:cubicBezTo>
                    <a:cubicBezTo>
                      <a:pt x="181" y="782"/>
                      <a:pt x="91" y="1325"/>
                      <a:pt x="45" y="1868"/>
                    </a:cubicBezTo>
                    <a:cubicBezTo>
                      <a:pt x="0" y="2140"/>
                      <a:pt x="45" y="2366"/>
                      <a:pt x="45" y="2638"/>
                    </a:cubicBezTo>
                    <a:cubicBezTo>
                      <a:pt x="91" y="2955"/>
                      <a:pt x="136" y="3181"/>
                      <a:pt x="226" y="3453"/>
                    </a:cubicBezTo>
                    <a:cubicBezTo>
                      <a:pt x="264" y="3548"/>
                      <a:pt x="342" y="3587"/>
                      <a:pt x="423" y="3587"/>
                    </a:cubicBezTo>
                    <a:cubicBezTo>
                      <a:pt x="535" y="3587"/>
                      <a:pt x="653" y="3512"/>
                      <a:pt x="679" y="3407"/>
                    </a:cubicBezTo>
                    <a:cubicBezTo>
                      <a:pt x="724" y="3136"/>
                      <a:pt x="770" y="2909"/>
                      <a:pt x="770" y="2638"/>
                    </a:cubicBezTo>
                    <a:cubicBezTo>
                      <a:pt x="770" y="2411"/>
                      <a:pt x="770" y="2140"/>
                      <a:pt x="770" y="1868"/>
                    </a:cubicBezTo>
                    <a:cubicBezTo>
                      <a:pt x="770" y="1370"/>
                      <a:pt x="815" y="872"/>
                      <a:pt x="905" y="374"/>
                    </a:cubicBezTo>
                    <a:cubicBezTo>
                      <a:pt x="951" y="238"/>
                      <a:pt x="860" y="57"/>
                      <a:pt x="679" y="12"/>
                    </a:cubicBezTo>
                    <a:cubicBezTo>
                      <a:pt x="656" y="4"/>
                      <a:pt x="631" y="1"/>
                      <a:pt x="6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6" name="Google Shape;6846;p20"/>
              <p:cNvSpPr/>
              <p:nvPr/>
            </p:nvSpPr>
            <p:spPr>
              <a:xfrm>
                <a:off x="2554777" y="528650"/>
                <a:ext cx="404750" cy="364500"/>
              </a:xfrm>
              <a:custGeom>
                <a:rect b="b" l="l" r="r" t="t"/>
                <a:pathLst>
                  <a:path extrusionOk="0" h="14580" w="16190">
                    <a:moveTo>
                      <a:pt x="15908" y="1"/>
                    </a:moveTo>
                    <a:cubicBezTo>
                      <a:pt x="15824" y="1"/>
                      <a:pt x="15744" y="45"/>
                      <a:pt x="15709" y="149"/>
                    </a:cubicBezTo>
                    <a:cubicBezTo>
                      <a:pt x="14758" y="2910"/>
                      <a:pt x="12812" y="5264"/>
                      <a:pt x="10277" y="6668"/>
                    </a:cubicBezTo>
                    <a:cubicBezTo>
                      <a:pt x="7696" y="8116"/>
                      <a:pt x="4709" y="8886"/>
                      <a:pt x="2355" y="10787"/>
                    </a:cubicBezTo>
                    <a:cubicBezTo>
                      <a:pt x="1811" y="11240"/>
                      <a:pt x="1268" y="11783"/>
                      <a:pt x="816" y="12417"/>
                    </a:cubicBezTo>
                    <a:cubicBezTo>
                      <a:pt x="499" y="12915"/>
                      <a:pt x="1" y="13730"/>
                      <a:pt x="136" y="14363"/>
                    </a:cubicBezTo>
                    <a:cubicBezTo>
                      <a:pt x="170" y="14496"/>
                      <a:pt x="300" y="14580"/>
                      <a:pt x="420" y="14580"/>
                    </a:cubicBezTo>
                    <a:cubicBezTo>
                      <a:pt x="465" y="14580"/>
                      <a:pt x="508" y="14569"/>
                      <a:pt x="544" y="14544"/>
                    </a:cubicBezTo>
                    <a:cubicBezTo>
                      <a:pt x="816" y="14363"/>
                      <a:pt x="951" y="14137"/>
                      <a:pt x="1132" y="13911"/>
                    </a:cubicBezTo>
                    <a:cubicBezTo>
                      <a:pt x="1313" y="13639"/>
                      <a:pt x="1540" y="13367"/>
                      <a:pt x="1766" y="13141"/>
                    </a:cubicBezTo>
                    <a:cubicBezTo>
                      <a:pt x="2264" y="12643"/>
                      <a:pt x="2762" y="12190"/>
                      <a:pt x="3305" y="11738"/>
                    </a:cubicBezTo>
                    <a:cubicBezTo>
                      <a:pt x="4482" y="10923"/>
                      <a:pt x="5705" y="10289"/>
                      <a:pt x="7017" y="9701"/>
                    </a:cubicBezTo>
                    <a:cubicBezTo>
                      <a:pt x="8466" y="9067"/>
                      <a:pt x="9915" y="8478"/>
                      <a:pt x="11273" y="7618"/>
                    </a:cubicBezTo>
                    <a:cubicBezTo>
                      <a:pt x="12495" y="6849"/>
                      <a:pt x="13536" y="5898"/>
                      <a:pt x="14396" y="4721"/>
                    </a:cubicBezTo>
                    <a:cubicBezTo>
                      <a:pt x="15392" y="3408"/>
                      <a:pt x="15935" y="1914"/>
                      <a:pt x="16162" y="285"/>
                    </a:cubicBezTo>
                    <a:cubicBezTo>
                      <a:pt x="16190" y="117"/>
                      <a:pt x="16045" y="1"/>
                      <a:pt x="159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7" name="Google Shape;6847;p20"/>
              <p:cNvSpPr/>
              <p:nvPr/>
            </p:nvSpPr>
            <p:spPr>
              <a:xfrm>
                <a:off x="3039902" y="789850"/>
                <a:ext cx="51050" cy="85775"/>
              </a:xfrm>
              <a:custGeom>
                <a:rect b="b" l="l" r="r" t="t"/>
                <a:pathLst>
                  <a:path extrusionOk="0" h="3431" w="2042">
                    <a:moveTo>
                      <a:pt x="1849" y="0"/>
                    </a:moveTo>
                    <a:cubicBezTo>
                      <a:pt x="1811" y="0"/>
                      <a:pt x="1772" y="19"/>
                      <a:pt x="1736" y="68"/>
                    </a:cubicBezTo>
                    <a:cubicBezTo>
                      <a:pt x="967" y="928"/>
                      <a:pt x="469" y="2059"/>
                      <a:pt x="61" y="3146"/>
                    </a:cubicBezTo>
                    <a:cubicBezTo>
                      <a:pt x="0" y="3299"/>
                      <a:pt x="166" y="3431"/>
                      <a:pt x="308" y="3431"/>
                    </a:cubicBezTo>
                    <a:cubicBezTo>
                      <a:pt x="376" y="3431"/>
                      <a:pt x="439" y="3400"/>
                      <a:pt x="469" y="3327"/>
                    </a:cubicBezTo>
                    <a:cubicBezTo>
                      <a:pt x="695" y="2784"/>
                      <a:pt x="967" y="2286"/>
                      <a:pt x="1238" y="1788"/>
                    </a:cubicBezTo>
                    <a:cubicBezTo>
                      <a:pt x="1465" y="1290"/>
                      <a:pt x="1781" y="792"/>
                      <a:pt x="2008" y="249"/>
                    </a:cubicBezTo>
                    <a:cubicBezTo>
                      <a:pt x="2041" y="149"/>
                      <a:pt x="1952" y="0"/>
                      <a:pt x="18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8" name="Google Shape;6848;p20"/>
              <p:cNvSpPr/>
              <p:nvPr/>
            </p:nvSpPr>
            <p:spPr>
              <a:xfrm>
                <a:off x="2927127" y="1240225"/>
                <a:ext cx="102225" cy="252200"/>
              </a:xfrm>
              <a:custGeom>
                <a:rect b="b" l="l" r="r" t="t"/>
                <a:pathLst>
                  <a:path extrusionOk="0" h="10088" w="4089">
                    <a:moveTo>
                      <a:pt x="756" y="0"/>
                    </a:moveTo>
                    <a:cubicBezTo>
                      <a:pt x="622" y="0"/>
                      <a:pt x="491" y="60"/>
                      <a:pt x="408" y="205"/>
                    </a:cubicBezTo>
                    <a:cubicBezTo>
                      <a:pt x="0" y="975"/>
                      <a:pt x="272" y="2107"/>
                      <a:pt x="408" y="2922"/>
                    </a:cubicBezTo>
                    <a:cubicBezTo>
                      <a:pt x="543" y="3827"/>
                      <a:pt x="770" y="4778"/>
                      <a:pt x="1087" y="5683"/>
                    </a:cubicBezTo>
                    <a:cubicBezTo>
                      <a:pt x="1675" y="7267"/>
                      <a:pt x="2445" y="8716"/>
                      <a:pt x="3576" y="10029"/>
                    </a:cubicBezTo>
                    <a:cubicBezTo>
                      <a:pt x="3618" y="10070"/>
                      <a:pt x="3669" y="10088"/>
                      <a:pt x="3721" y="10088"/>
                    </a:cubicBezTo>
                    <a:cubicBezTo>
                      <a:pt x="3897" y="10088"/>
                      <a:pt x="4088" y="9886"/>
                      <a:pt x="3984" y="9712"/>
                    </a:cubicBezTo>
                    <a:cubicBezTo>
                      <a:pt x="3033" y="8399"/>
                      <a:pt x="2264" y="6905"/>
                      <a:pt x="1947" y="5366"/>
                    </a:cubicBezTo>
                    <a:cubicBezTo>
                      <a:pt x="1766" y="4506"/>
                      <a:pt x="1675" y="3646"/>
                      <a:pt x="1584" y="2740"/>
                    </a:cubicBezTo>
                    <a:cubicBezTo>
                      <a:pt x="1584" y="2333"/>
                      <a:pt x="1539" y="1926"/>
                      <a:pt x="1494" y="1518"/>
                    </a:cubicBezTo>
                    <a:cubicBezTo>
                      <a:pt x="1449" y="1065"/>
                      <a:pt x="1449" y="568"/>
                      <a:pt x="1177" y="205"/>
                    </a:cubicBezTo>
                    <a:cubicBezTo>
                      <a:pt x="1079" y="83"/>
                      <a:pt x="915" y="0"/>
                      <a:pt x="7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9" name="Google Shape;6849;p20"/>
              <p:cNvSpPr/>
              <p:nvPr/>
            </p:nvSpPr>
            <p:spPr>
              <a:xfrm>
                <a:off x="2933475" y="1145750"/>
                <a:ext cx="17000" cy="12475"/>
              </a:xfrm>
              <a:custGeom>
                <a:rect b="b" l="l" r="r" t="t"/>
                <a:pathLst>
                  <a:path extrusionOk="0" h="499" w="680">
                    <a:moveTo>
                      <a:pt x="363" y="1"/>
                    </a:moveTo>
                    <a:cubicBezTo>
                      <a:pt x="0" y="1"/>
                      <a:pt x="0" y="499"/>
                      <a:pt x="363" y="499"/>
                    </a:cubicBezTo>
                    <a:cubicBezTo>
                      <a:pt x="679" y="499"/>
                      <a:pt x="679" y="1"/>
                      <a:pt x="363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0" name="Google Shape;6850;p20"/>
              <p:cNvSpPr/>
              <p:nvPr/>
            </p:nvSpPr>
            <p:spPr>
              <a:xfrm>
                <a:off x="2903352" y="1060400"/>
                <a:ext cx="28325" cy="49450"/>
              </a:xfrm>
              <a:custGeom>
                <a:rect b="b" l="l" r="r" t="t"/>
                <a:pathLst>
                  <a:path extrusionOk="0" h="1978" w="1133">
                    <a:moveTo>
                      <a:pt x="918" y="1"/>
                    </a:moveTo>
                    <a:cubicBezTo>
                      <a:pt x="857" y="1"/>
                      <a:pt x="802" y="33"/>
                      <a:pt x="770" y="65"/>
                    </a:cubicBezTo>
                    <a:cubicBezTo>
                      <a:pt x="725" y="110"/>
                      <a:pt x="679" y="155"/>
                      <a:pt x="634" y="246"/>
                    </a:cubicBezTo>
                    <a:cubicBezTo>
                      <a:pt x="589" y="291"/>
                      <a:pt x="544" y="382"/>
                      <a:pt x="498" y="472"/>
                    </a:cubicBezTo>
                    <a:lnTo>
                      <a:pt x="363" y="834"/>
                    </a:lnTo>
                    <a:cubicBezTo>
                      <a:pt x="272" y="1061"/>
                      <a:pt x="182" y="1332"/>
                      <a:pt x="91" y="1559"/>
                    </a:cubicBezTo>
                    <a:cubicBezTo>
                      <a:pt x="0" y="1740"/>
                      <a:pt x="136" y="1966"/>
                      <a:pt x="317" y="1966"/>
                    </a:cubicBezTo>
                    <a:cubicBezTo>
                      <a:pt x="348" y="1974"/>
                      <a:pt x="378" y="1978"/>
                      <a:pt x="407" y="1978"/>
                    </a:cubicBezTo>
                    <a:cubicBezTo>
                      <a:pt x="544" y="1978"/>
                      <a:pt x="650" y="1890"/>
                      <a:pt x="725" y="1740"/>
                    </a:cubicBezTo>
                    <a:cubicBezTo>
                      <a:pt x="815" y="1513"/>
                      <a:pt x="906" y="1242"/>
                      <a:pt x="951" y="1015"/>
                    </a:cubicBezTo>
                    <a:lnTo>
                      <a:pt x="1087" y="653"/>
                    </a:lnTo>
                    <a:cubicBezTo>
                      <a:pt x="1132" y="517"/>
                      <a:pt x="1132" y="382"/>
                      <a:pt x="1132" y="201"/>
                    </a:cubicBezTo>
                    <a:cubicBezTo>
                      <a:pt x="1132" y="110"/>
                      <a:pt x="1087" y="65"/>
                      <a:pt x="996" y="20"/>
                    </a:cubicBezTo>
                    <a:cubicBezTo>
                      <a:pt x="970" y="6"/>
                      <a:pt x="943" y="1"/>
                      <a:pt x="9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1" name="Google Shape;6851;p20"/>
              <p:cNvSpPr/>
              <p:nvPr/>
            </p:nvSpPr>
            <p:spPr>
              <a:xfrm>
                <a:off x="3130827" y="550475"/>
                <a:ext cx="56600" cy="42325"/>
              </a:xfrm>
              <a:custGeom>
                <a:rect b="b" l="l" r="r" t="t"/>
                <a:pathLst>
                  <a:path extrusionOk="0" h="1693" w="2264">
                    <a:moveTo>
                      <a:pt x="386" y="0"/>
                    </a:moveTo>
                    <a:cubicBezTo>
                      <a:pt x="272" y="0"/>
                      <a:pt x="151" y="61"/>
                      <a:pt x="91" y="181"/>
                    </a:cubicBezTo>
                    <a:cubicBezTo>
                      <a:pt x="0" y="362"/>
                      <a:pt x="46" y="543"/>
                      <a:pt x="227" y="634"/>
                    </a:cubicBezTo>
                    <a:cubicBezTo>
                      <a:pt x="453" y="815"/>
                      <a:pt x="725" y="1041"/>
                      <a:pt x="996" y="1222"/>
                    </a:cubicBezTo>
                    <a:cubicBezTo>
                      <a:pt x="1042" y="1268"/>
                      <a:pt x="1132" y="1313"/>
                      <a:pt x="1177" y="1358"/>
                    </a:cubicBezTo>
                    <a:cubicBezTo>
                      <a:pt x="1268" y="1404"/>
                      <a:pt x="1313" y="1449"/>
                      <a:pt x="1404" y="1449"/>
                    </a:cubicBezTo>
                    <a:cubicBezTo>
                      <a:pt x="1449" y="1494"/>
                      <a:pt x="1540" y="1539"/>
                      <a:pt x="1585" y="1585"/>
                    </a:cubicBezTo>
                    <a:cubicBezTo>
                      <a:pt x="1675" y="1630"/>
                      <a:pt x="1766" y="1675"/>
                      <a:pt x="1856" y="1675"/>
                    </a:cubicBezTo>
                    <a:cubicBezTo>
                      <a:pt x="1893" y="1687"/>
                      <a:pt x="1926" y="1693"/>
                      <a:pt x="1957" y="1693"/>
                    </a:cubicBezTo>
                    <a:cubicBezTo>
                      <a:pt x="2041" y="1693"/>
                      <a:pt x="2107" y="1651"/>
                      <a:pt x="2173" y="1585"/>
                    </a:cubicBezTo>
                    <a:cubicBezTo>
                      <a:pt x="2219" y="1494"/>
                      <a:pt x="2264" y="1358"/>
                      <a:pt x="2173" y="1268"/>
                    </a:cubicBezTo>
                    <a:cubicBezTo>
                      <a:pt x="2128" y="1222"/>
                      <a:pt x="2083" y="1132"/>
                      <a:pt x="1992" y="1041"/>
                    </a:cubicBezTo>
                    <a:cubicBezTo>
                      <a:pt x="1947" y="996"/>
                      <a:pt x="1856" y="951"/>
                      <a:pt x="1811" y="906"/>
                    </a:cubicBezTo>
                    <a:cubicBezTo>
                      <a:pt x="1721" y="815"/>
                      <a:pt x="1675" y="770"/>
                      <a:pt x="1585" y="725"/>
                    </a:cubicBezTo>
                    <a:cubicBezTo>
                      <a:pt x="1494" y="679"/>
                      <a:pt x="1449" y="634"/>
                      <a:pt x="1404" y="589"/>
                    </a:cubicBezTo>
                    <a:lnTo>
                      <a:pt x="544" y="46"/>
                    </a:lnTo>
                    <a:cubicBezTo>
                      <a:pt x="498" y="15"/>
                      <a:pt x="443" y="0"/>
                      <a:pt x="3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2" name="Google Shape;6852;p20"/>
              <p:cNvSpPr/>
              <p:nvPr/>
            </p:nvSpPr>
            <p:spPr>
              <a:xfrm>
                <a:off x="2571752" y="1090750"/>
                <a:ext cx="35125" cy="177875"/>
              </a:xfrm>
              <a:custGeom>
                <a:rect b="b" l="l" r="r" t="t"/>
                <a:pathLst>
                  <a:path extrusionOk="0" h="7115" w="1405">
                    <a:moveTo>
                      <a:pt x="1053" y="1"/>
                    </a:moveTo>
                    <a:cubicBezTo>
                      <a:pt x="1005" y="1"/>
                      <a:pt x="956" y="11"/>
                      <a:pt x="906" y="28"/>
                    </a:cubicBezTo>
                    <a:cubicBezTo>
                      <a:pt x="634" y="164"/>
                      <a:pt x="544" y="480"/>
                      <a:pt x="499" y="752"/>
                    </a:cubicBezTo>
                    <a:cubicBezTo>
                      <a:pt x="408" y="1024"/>
                      <a:pt x="318" y="1295"/>
                      <a:pt x="272" y="1567"/>
                    </a:cubicBezTo>
                    <a:cubicBezTo>
                      <a:pt x="137" y="2155"/>
                      <a:pt x="91" y="2789"/>
                      <a:pt x="46" y="3378"/>
                    </a:cubicBezTo>
                    <a:cubicBezTo>
                      <a:pt x="1" y="4555"/>
                      <a:pt x="46" y="5777"/>
                      <a:pt x="227" y="6999"/>
                    </a:cubicBezTo>
                    <a:cubicBezTo>
                      <a:pt x="247" y="7079"/>
                      <a:pt x="328" y="7114"/>
                      <a:pt x="408" y="7114"/>
                    </a:cubicBezTo>
                    <a:cubicBezTo>
                      <a:pt x="512" y="7114"/>
                      <a:pt x="615" y="7056"/>
                      <a:pt x="589" y="6954"/>
                    </a:cubicBezTo>
                    <a:cubicBezTo>
                      <a:pt x="453" y="5732"/>
                      <a:pt x="453" y="4555"/>
                      <a:pt x="680" y="3378"/>
                    </a:cubicBezTo>
                    <a:cubicBezTo>
                      <a:pt x="770" y="2834"/>
                      <a:pt x="906" y="2246"/>
                      <a:pt x="1042" y="1703"/>
                    </a:cubicBezTo>
                    <a:cubicBezTo>
                      <a:pt x="1087" y="1431"/>
                      <a:pt x="1178" y="1160"/>
                      <a:pt x="1223" y="888"/>
                    </a:cubicBezTo>
                    <a:cubicBezTo>
                      <a:pt x="1313" y="616"/>
                      <a:pt x="1404" y="345"/>
                      <a:pt x="1268" y="118"/>
                    </a:cubicBezTo>
                    <a:cubicBezTo>
                      <a:pt x="1211" y="32"/>
                      <a:pt x="1135" y="1"/>
                      <a:pt x="10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3" name="Google Shape;6853;p20"/>
              <p:cNvSpPr/>
              <p:nvPr/>
            </p:nvSpPr>
            <p:spPr>
              <a:xfrm>
                <a:off x="2632877" y="1008825"/>
                <a:ext cx="19250" cy="14725"/>
              </a:xfrm>
              <a:custGeom>
                <a:rect b="b" l="l" r="r" t="t"/>
                <a:pathLst>
                  <a:path extrusionOk="0" h="589" w="770">
                    <a:moveTo>
                      <a:pt x="362" y="0"/>
                    </a:moveTo>
                    <a:cubicBezTo>
                      <a:pt x="0" y="0"/>
                      <a:pt x="0" y="589"/>
                      <a:pt x="362" y="589"/>
                    </a:cubicBezTo>
                    <a:cubicBezTo>
                      <a:pt x="770" y="589"/>
                      <a:pt x="770" y="0"/>
                      <a:pt x="3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4" name="Google Shape;6854;p20"/>
              <p:cNvSpPr/>
              <p:nvPr/>
            </p:nvSpPr>
            <p:spPr>
              <a:xfrm>
                <a:off x="2646452" y="1325425"/>
                <a:ext cx="80375" cy="266400"/>
              </a:xfrm>
              <a:custGeom>
                <a:rect b="b" l="l" r="r" t="t"/>
                <a:pathLst>
                  <a:path extrusionOk="0" h="10656" w="3215">
                    <a:moveTo>
                      <a:pt x="657" y="0"/>
                    </a:moveTo>
                    <a:cubicBezTo>
                      <a:pt x="566" y="0"/>
                      <a:pt x="476" y="34"/>
                      <a:pt x="408" y="102"/>
                    </a:cubicBezTo>
                    <a:cubicBezTo>
                      <a:pt x="91" y="419"/>
                      <a:pt x="46" y="872"/>
                      <a:pt x="46" y="1324"/>
                    </a:cubicBezTo>
                    <a:cubicBezTo>
                      <a:pt x="0" y="1822"/>
                      <a:pt x="46" y="2365"/>
                      <a:pt x="91" y="2863"/>
                    </a:cubicBezTo>
                    <a:cubicBezTo>
                      <a:pt x="136" y="3814"/>
                      <a:pt x="227" y="4855"/>
                      <a:pt x="408" y="5761"/>
                    </a:cubicBezTo>
                    <a:cubicBezTo>
                      <a:pt x="815" y="7481"/>
                      <a:pt x="1540" y="9201"/>
                      <a:pt x="2626" y="10559"/>
                    </a:cubicBezTo>
                    <a:cubicBezTo>
                      <a:pt x="2671" y="10627"/>
                      <a:pt x="2734" y="10655"/>
                      <a:pt x="2799" y="10655"/>
                    </a:cubicBezTo>
                    <a:cubicBezTo>
                      <a:pt x="2994" y="10655"/>
                      <a:pt x="3215" y="10401"/>
                      <a:pt x="3079" y="10197"/>
                    </a:cubicBezTo>
                    <a:cubicBezTo>
                      <a:pt x="2128" y="8703"/>
                      <a:pt x="1721" y="7119"/>
                      <a:pt x="1494" y="5398"/>
                    </a:cubicBezTo>
                    <a:cubicBezTo>
                      <a:pt x="1404" y="4493"/>
                      <a:pt x="1313" y="3588"/>
                      <a:pt x="1313" y="2682"/>
                    </a:cubicBezTo>
                    <a:cubicBezTo>
                      <a:pt x="1268" y="1958"/>
                      <a:pt x="1494" y="600"/>
                      <a:pt x="906" y="102"/>
                    </a:cubicBezTo>
                    <a:cubicBezTo>
                      <a:pt x="838" y="34"/>
                      <a:pt x="747" y="0"/>
                      <a:pt x="6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5" name="Google Shape;6855;p20"/>
              <p:cNvSpPr/>
              <p:nvPr/>
            </p:nvSpPr>
            <p:spPr>
              <a:xfrm>
                <a:off x="2673602" y="1258925"/>
                <a:ext cx="21525" cy="15875"/>
              </a:xfrm>
              <a:custGeom>
                <a:rect b="b" l="l" r="r" t="t"/>
                <a:pathLst>
                  <a:path extrusionOk="0" h="635" w="861">
                    <a:moveTo>
                      <a:pt x="408" y="1"/>
                    </a:moveTo>
                    <a:cubicBezTo>
                      <a:pt x="1" y="1"/>
                      <a:pt x="1" y="634"/>
                      <a:pt x="408" y="634"/>
                    </a:cubicBezTo>
                    <a:cubicBezTo>
                      <a:pt x="861" y="634"/>
                      <a:pt x="861" y="1"/>
                      <a:pt x="4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6" name="Google Shape;6856;p20"/>
              <p:cNvSpPr/>
              <p:nvPr/>
            </p:nvSpPr>
            <p:spPr>
              <a:xfrm>
                <a:off x="2720002" y="1233475"/>
                <a:ext cx="17000" cy="36800"/>
              </a:xfrm>
              <a:custGeom>
                <a:rect b="b" l="l" r="r" t="t"/>
                <a:pathLst>
                  <a:path extrusionOk="0" h="1472" w="680">
                    <a:moveTo>
                      <a:pt x="340" y="0"/>
                    </a:moveTo>
                    <a:cubicBezTo>
                      <a:pt x="273" y="0"/>
                      <a:pt x="205" y="23"/>
                      <a:pt x="182" y="68"/>
                    </a:cubicBezTo>
                    <a:cubicBezTo>
                      <a:pt x="137" y="158"/>
                      <a:pt x="91" y="249"/>
                      <a:pt x="91" y="340"/>
                    </a:cubicBezTo>
                    <a:cubicBezTo>
                      <a:pt x="46" y="430"/>
                      <a:pt x="46" y="521"/>
                      <a:pt x="46" y="611"/>
                    </a:cubicBezTo>
                    <a:lnTo>
                      <a:pt x="1" y="1109"/>
                    </a:lnTo>
                    <a:cubicBezTo>
                      <a:pt x="1" y="1200"/>
                      <a:pt x="46" y="1290"/>
                      <a:pt x="91" y="1335"/>
                    </a:cubicBezTo>
                    <a:cubicBezTo>
                      <a:pt x="137" y="1426"/>
                      <a:pt x="227" y="1471"/>
                      <a:pt x="318" y="1471"/>
                    </a:cubicBezTo>
                    <a:cubicBezTo>
                      <a:pt x="408" y="1471"/>
                      <a:pt x="499" y="1426"/>
                      <a:pt x="544" y="1335"/>
                    </a:cubicBezTo>
                    <a:cubicBezTo>
                      <a:pt x="635" y="1290"/>
                      <a:pt x="680" y="1200"/>
                      <a:pt x="680" y="1109"/>
                    </a:cubicBezTo>
                    <a:cubicBezTo>
                      <a:pt x="635" y="973"/>
                      <a:pt x="635" y="792"/>
                      <a:pt x="635" y="611"/>
                    </a:cubicBezTo>
                    <a:cubicBezTo>
                      <a:pt x="589" y="521"/>
                      <a:pt x="589" y="430"/>
                      <a:pt x="589" y="340"/>
                    </a:cubicBezTo>
                    <a:cubicBezTo>
                      <a:pt x="544" y="249"/>
                      <a:pt x="544" y="158"/>
                      <a:pt x="499" y="68"/>
                    </a:cubicBezTo>
                    <a:cubicBezTo>
                      <a:pt x="476" y="23"/>
                      <a:pt x="408" y="0"/>
                      <a:pt x="3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7" name="Google Shape;6857;p20"/>
              <p:cNvSpPr/>
              <p:nvPr/>
            </p:nvSpPr>
            <p:spPr>
              <a:xfrm>
                <a:off x="3837027" y="773700"/>
                <a:ext cx="23775" cy="128700"/>
              </a:xfrm>
              <a:custGeom>
                <a:rect b="b" l="l" r="r" t="t"/>
                <a:pathLst>
                  <a:path extrusionOk="0" h="5148" w="951">
                    <a:moveTo>
                      <a:pt x="506" y="1"/>
                    </a:moveTo>
                    <a:cubicBezTo>
                      <a:pt x="438" y="1"/>
                      <a:pt x="371" y="26"/>
                      <a:pt x="317" y="80"/>
                    </a:cubicBezTo>
                    <a:cubicBezTo>
                      <a:pt x="181" y="261"/>
                      <a:pt x="136" y="442"/>
                      <a:pt x="91" y="623"/>
                    </a:cubicBezTo>
                    <a:cubicBezTo>
                      <a:pt x="45" y="849"/>
                      <a:pt x="45" y="1076"/>
                      <a:pt x="45" y="1257"/>
                    </a:cubicBezTo>
                    <a:cubicBezTo>
                      <a:pt x="0" y="1709"/>
                      <a:pt x="0" y="2117"/>
                      <a:pt x="45" y="2524"/>
                    </a:cubicBezTo>
                    <a:cubicBezTo>
                      <a:pt x="45" y="2932"/>
                      <a:pt x="91" y="3339"/>
                      <a:pt x="136" y="3747"/>
                    </a:cubicBezTo>
                    <a:cubicBezTo>
                      <a:pt x="227" y="4154"/>
                      <a:pt x="362" y="4561"/>
                      <a:pt x="453" y="4969"/>
                    </a:cubicBezTo>
                    <a:cubicBezTo>
                      <a:pt x="473" y="5089"/>
                      <a:pt x="573" y="5147"/>
                      <a:pt x="678" y="5147"/>
                    </a:cubicBezTo>
                    <a:cubicBezTo>
                      <a:pt x="810" y="5147"/>
                      <a:pt x="951" y="5055"/>
                      <a:pt x="951" y="4878"/>
                    </a:cubicBezTo>
                    <a:cubicBezTo>
                      <a:pt x="860" y="4109"/>
                      <a:pt x="860" y="3294"/>
                      <a:pt x="860" y="2524"/>
                    </a:cubicBezTo>
                    <a:lnTo>
                      <a:pt x="860" y="1347"/>
                    </a:lnTo>
                    <a:cubicBezTo>
                      <a:pt x="860" y="1166"/>
                      <a:pt x="860" y="940"/>
                      <a:pt x="860" y="759"/>
                    </a:cubicBezTo>
                    <a:cubicBezTo>
                      <a:pt x="860" y="532"/>
                      <a:pt x="860" y="351"/>
                      <a:pt x="770" y="170"/>
                    </a:cubicBezTo>
                    <a:cubicBezTo>
                      <a:pt x="715" y="61"/>
                      <a:pt x="610" y="1"/>
                      <a:pt x="5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8" name="Google Shape;6858;p20"/>
              <p:cNvSpPr/>
              <p:nvPr/>
            </p:nvSpPr>
            <p:spPr>
              <a:xfrm>
                <a:off x="3885677" y="794225"/>
                <a:ext cx="17000" cy="71175"/>
              </a:xfrm>
              <a:custGeom>
                <a:rect b="b" l="l" r="r" t="t"/>
                <a:pathLst>
                  <a:path extrusionOk="0" h="2847" w="680">
                    <a:moveTo>
                      <a:pt x="471" y="0"/>
                    </a:moveTo>
                    <a:cubicBezTo>
                      <a:pt x="411" y="0"/>
                      <a:pt x="351" y="34"/>
                      <a:pt x="318" y="119"/>
                    </a:cubicBezTo>
                    <a:cubicBezTo>
                      <a:pt x="137" y="481"/>
                      <a:pt x="46" y="934"/>
                      <a:pt x="46" y="1341"/>
                    </a:cubicBezTo>
                    <a:cubicBezTo>
                      <a:pt x="1" y="1794"/>
                      <a:pt x="1" y="2201"/>
                      <a:pt x="46" y="2609"/>
                    </a:cubicBezTo>
                    <a:cubicBezTo>
                      <a:pt x="46" y="2767"/>
                      <a:pt x="159" y="2846"/>
                      <a:pt x="272" y="2846"/>
                    </a:cubicBezTo>
                    <a:cubicBezTo>
                      <a:pt x="386" y="2846"/>
                      <a:pt x="499" y="2767"/>
                      <a:pt x="499" y="2609"/>
                    </a:cubicBezTo>
                    <a:cubicBezTo>
                      <a:pt x="499" y="2201"/>
                      <a:pt x="544" y="1794"/>
                      <a:pt x="589" y="1386"/>
                    </a:cubicBezTo>
                    <a:cubicBezTo>
                      <a:pt x="589" y="1205"/>
                      <a:pt x="589" y="1024"/>
                      <a:pt x="634" y="798"/>
                    </a:cubicBezTo>
                    <a:cubicBezTo>
                      <a:pt x="634" y="617"/>
                      <a:pt x="680" y="390"/>
                      <a:pt x="680" y="209"/>
                    </a:cubicBezTo>
                    <a:cubicBezTo>
                      <a:pt x="680" y="96"/>
                      <a:pt x="573" y="0"/>
                      <a:pt x="4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9" name="Google Shape;6859;p20"/>
              <p:cNvSpPr/>
              <p:nvPr/>
            </p:nvSpPr>
            <p:spPr>
              <a:xfrm>
                <a:off x="3078277" y="449750"/>
                <a:ext cx="125000" cy="35375"/>
              </a:xfrm>
              <a:custGeom>
                <a:rect b="b" l="l" r="r" t="t"/>
                <a:pathLst>
                  <a:path extrusionOk="0" h="1415" w="5000">
                    <a:moveTo>
                      <a:pt x="3219" y="1"/>
                    </a:moveTo>
                    <a:cubicBezTo>
                      <a:pt x="2990" y="1"/>
                      <a:pt x="2765" y="19"/>
                      <a:pt x="2555" y="46"/>
                    </a:cubicBezTo>
                    <a:cubicBezTo>
                      <a:pt x="1740" y="181"/>
                      <a:pt x="1016" y="544"/>
                      <a:pt x="292" y="860"/>
                    </a:cubicBezTo>
                    <a:cubicBezTo>
                      <a:pt x="1" y="985"/>
                      <a:pt x="168" y="1415"/>
                      <a:pt x="442" y="1415"/>
                    </a:cubicBezTo>
                    <a:cubicBezTo>
                      <a:pt x="466" y="1415"/>
                      <a:pt x="492" y="1411"/>
                      <a:pt x="518" y="1404"/>
                    </a:cubicBezTo>
                    <a:cubicBezTo>
                      <a:pt x="1197" y="1177"/>
                      <a:pt x="1876" y="951"/>
                      <a:pt x="2555" y="860"/>
                    </a:cubicBezTo>
                    <a:cubicBezTo>
                      <a:pt x="2714" y="815"/>
                      <a:pt x="2883" y="804"/>
                      <a:pt x="3053" y="804"/>
                    </a:cubicBezTo>
                    <a:cubicBezTo>
                      <a:pt x="3223" y="804"/>
                      <a:pt x="3393" y="815"/>
                      <a:pt x="3551" y="815"/>
                    </a:cubicBezTo>
                    <a:cubicBezTo>
                      <a:pt x="3642" y="815"/>
                      <a:pt x="3752" y="795"/>
                      <a:pt x="3856" y="795"/>
                    </a:cubicBezTo>
                    <a:cubicBezTo>
                      <a:pt x="3908" y="795"/>
                      <a:pt x="3958" y="800"/>
                      <a:pt x="4004" y="815"/>
                    </a:cubicBezTo>
                    <a:cubicBezTo>
                      <a:pt x="4185" y="860"/>
                      <a:pt x="4366" y="906"/>
                      <a:pt x="4547" y="951"/>
                    </a:cubicBezTo>
                    <a:cubicBezTo>
                      <a:pt x="4773" y="951"/>
                      <a:pt x="5000" y="679"/>
                      <a:pt x="4773" y="498"/>
                    </a:cubicBezTo>
                    <a:cubicBezTo>
                      <a:pt x="4355" y="113"/>
                      <a:pt x="3778" y="1"/>
                      <a:pt x="32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0" name="Google Shape;6860;p20"/>
              <p:cNvSpPr/>
              <p:nvPr/>
            </p:nvSpPr>
            <p:spPr>
              <a:xfrm>
                <a:off x="3298702" y="472300"/>
                <a:ext cx="66425" cy="52600"/>
              </a:xfrm>
              <a:custGeom>
                <a:rect b="b" l="l" r="r" t="t"/>
                <a:pathLst>
                  <a:path extrusionOk="0" h="2104" w="2657">
                    <a:moveTo>
                      <a:pt x="310" y="1"/>
                    </a:moveTo>
                    <a:cubicBezTo>
                      <a:pt x="68" y="1"/>
                      <a:pt x="0" y="415"/>
                      <a:pt x="302" y="502"/>
                    </a:cubicBezTo>
                    <a:cubicBezTo>
                      <a:pt x="393" y="547"/>
                      <a:pt x="528" y="547"/>
                      <a:pt x="619" y="592"/>
                    </a:cubicBezTo>
                    <a:cubicBezTo>
                      <a:pt x="664" y="592"/>
                      <a:pt x="664" y="637"/>
                      <a:pt x="710" y="637"/>
                    </a:cubicBezTo>
                    <a:lnTo>
                      <a:pt x="755" y="637"/>
                    </a:lnTo>
                    <a:cubicBezTo>
                      <a:pt x="800" y="683"/>
                      <a:pt x="845" y="683"/>
                      <a:pt x="891" y="728"/>
                    </a:cubicBezTo>
                    <a:cubicBezTo>
                      <a:pt x="981" y="773"/>
                      <a:pt x="1072" y="819"/>
                      <a:pt x="1162" y="909"/>
                    </a:cubicBezTo>
                    <a:cubicBezTo>
                      <a:pt x="1162" y="909"/>
                      <a:pt x="1207" y="909"/>
                      <a:pt x="1207" y="954"/>
                    </a:cubicBezTo>
                    <a:cubicBezTo>
                      <a:pt x="1253" y="954"/>
                      <a:pt x="1253" y="954"/>
                      <a:pt x="1253" y="1000"/>
                    </a:cubicBezTo>
                    <a:cubicBezTo>
                      <a:pt x="1298" y="1000"/>
                      <a:pt x="1343" y="1045"/>
                      <a:pt x="1389" y="1090"/>
                    </a:cubicBezTo>
                    <a:cubicBezTo>
                      <a:pt x="1479" y="1181"/>
                      <a:pt x="1570" y="1226"/>
                      <a:pt x="1615" y="1316"/>
                    </a:cubicBezTo>
                    <a:lnTo>
                      <a:pt x="1751" y="1452"/>
                    </a:lnTo>
                    <a:cubicBezTo>
                      <a:pt x="1751" y="1452"/>
                      <a:pt x="1796" y="1498"/>
                      <a:pt x="1796" y="1498"/>
                    </a:cubicBezTo>
                    <a:cubicBezTo>
                      <a:pt x="1841" y="1543"/>
                      <a:pt x="1841" y="1543"/>
                      <a:pt x="1887" y="1588"/>
                    </a:cubicBezTo>
                    <a:cubicBezTo>
                      <a:pt x="1887" y="1588"/>
                      <a:pt x="1887" y="1633"/>
                      <a:pt x="1932" y="1633"/>
                    </a:cubicBezTo>
                    <a:cubicBezTo>
                      <a:pt x="1977" y="1679"/>
                      <a:pt x="1977" y="1724"/>
                      <a:pt x="2022" y="1769"/>
                    </a:cubicBezTo>
                    <a:cubicBezTo>
                      <a:pt x="2113" y="1905"/>
                      <a:pt x="2158" y="2041"/>
                      <a:pt x="2294" y="2086"/>
                    </a:cubicBezTo>
                    <a:cubicBezTo>
                      <a:pt x="2328" y="2097"/>
                      <a:pt x="2359" y="2103"/>
                      <a:pt x="2388" y="2103"/>
                    </a:cubicBezTo>
                    <a:cubicBezTo>
                      <a:pt x="2475" y="2103"/>
                      <a:pt x="2543" y="2052"/>
                      <a:pt x="2611" y="1950"/>
                    </a:cubicBezTo>
                    <a:cubicBezTo>
                      <a:pt x="2656" y="1814"/>
                      <a:pt x="2611" y="1679"/>
                      <a:pt x="2566" y="1543"/>
                    </a:cubicBezTo>
                    <a:cubicBezTo>
                      <a:pt x="2520" y="1498"/>
                      <a:pt x="2475" y="1407"/>
                      <a:pt x="2475" y="1316"/>
                    </a:cubicBezTo>
                    <a:cubicBezTo>
                      <a:pt x="2430" y="1316"/>
                      <a:pt x="2430" y="1271"/>
                      <a:pt x="2430" y="1271"/>
                    </a:cubicBezTo>
                    <a:cubicBezTo>
                      <a:pt x="2430" y="1239"/>
                      <a:pt x="2407" y="1207"/>
                      <a:pt x="2394" y="1207"/>
                    </a:cubicBezTo>
                    <a:cubicBezTo>
                      <a:pt x="2388" y="1207"/>
                      <a:pt x="2384" y="1213"/>
                      <a:pt x="2384" y="1226"/>
                    </a:cubicBezTo>
                    <a:cubicBezTo>
                      <a:pt x="2339" y="1135"/>
                      <a:pt x="2339" y="1045"/>
                      <a:pt x="2249" y="954"/>
                    </a:cubicBezTo>
                    <a:lnTo>
                      <a:pt x="2113" y="819"/>
                    </a:lnTo>
                    <a:cubicBezTo>
                      <a:pt x="2022" y="728"/>
                      <a:pt x="1932" y="637"/>
                      <a:pt x="1796" y="547"/>
                    </a:cubicBezTo>
                    <a:cubicBezTo>
                      <a:pt x="1389" y="230"/>
                      <a:pt x="891" y="49"/>
                      <a:pt x="347" y="4"/>
                    </a:cubicBezTo>
                    <a:cubicBezTo>
                      <a:pt x="335" y="2"/>
                      <a:pt x="322" y="1"/>
                      <a:pt x="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1" name="Google Shape;6861;p20"/>
              <p:cNvSpPr/>
              <p:nvPr/>
            </p:nvSpPr>
            <p:spPr>
              <a:xfrm>
                <a:off x="3402427" y="497050"/>
                <a:ext cx="35125" cy="69800"/>
              </a:xfrm>
              <a:custGeom>
                <a:rect b="b" l="l" r="r" t="t"/>
                <a:pathLst>
                  <a:path extrusionOk="0" h="2792" w="1405">
                    <a:moveTo>
                      <a:pt x="329" y="1"/>
                    </a:moveTo>
                    <a:cubicBezTo>
                      <a:pt x="310" y="1"/>
                      <a:pt x="291" y="4"/>
                      <a:pt x="273" y="10"/>
                    </a:cubicBezTo>
                    <a:cubicBezTo>
                      <a:pt x="92" y="55"/>
                      <a:pt x="1" y="236"/>
                      <a:pt x="46" y="417"/>
                    </a:cubicBezTo>
                    <a:cubicBezTo>
                      <a:pt x="182" y="779"/>
                      <a:pt x="273" y="1187"/>
                      <a:pt x="408" y="1594"/>
                    </a:cubicBezTo>
                    <a:cubicBezTo>
                      <a:pt x="454" y="1820"/>
                      <a:pt x="544" y="2001"/>
                      <a:pt x="680" y="2228"/>
                    </a:cubicBezTo>
                    <a:cubicBezTo>
                      <a:pt x="725" y="2318"/>
                      <a:pt x="725" y="2409"/>
                      <a:pt x="771" y="2499"/>
                    </a:cubicBezTo>
                    <a:cubicBezTo>
                      <a:pt x="861" y="2590"/>
                      <a:pt x="906" y="2635"/>
                      <a:pt x="997" y="2726"/>
                    </a:cubicBezTo>
                    <a:cubicBezTo>
                      <a:pt x="1042" y="2771"/>
                      <a:pt x="1097" y="2791"/>
                      <a:pt x="1151" y="2791"/>
                    </a:cubicBezTo>
                    <a:cubicBezTo>
                      <a:pt x="1258" y="2791"/>
                      <a:pt x="1359" y="2711"/>
                      <a:pt x="1359" y="2590"/>
                    </a:cubicBezTo>
                    <a:cubicBezTo>
                      <a:pt x="1404" y="2364"/>
                      <a:pt x="1314" y="2183"/>
                      <a:pt x="1268" y="1956"/>
                    </a:cubicBezTo>
                    <a:cubicBezTo>
                      <a:pt x="1223" y="1730"/>
                      <a:pt x="1178" y="1549"/>
                      <a:pt x="1087" y="1368"/>
                    </a:cubicBezTo>
                    <a:cubicBezTo>
                      <a:pt x="952" y="1006"/>
                      <a:pt x="771" y="598"/>
                      <a:pt x="635" y="236"/>
                    </a:cubicBezTo>
                    <a:cubicBezTo>
                      <a:pt x="596" y="118"/>
                      <a:pt x="454" y="1"/>
                      <a:pt x="3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2" name="Google Shape;6862;p20"/>
              <p:cNvSpPr/>
              <p:nvPr/>
            </p:nvSpPr>
            <p:spPr>
              <a:xfrm>
                <a:off x="3661602" y="528975"/>
                <a:ext cx="36250" cy="122250"/>
              </a:xfrm>
              <a:custGeom>
                <a:rect b="b" l="l" r="r" t="t"/>
                <a:pathLst>
                  <a:path extrusionOk="0" h="4890" w="1450">
                    <a:moveTo>
                      <a:pt x="368" y="0"/>
                    </a:moveTo>
                    <a:cubicBezTo>
                      <a:pt x="227" y="0"/>
                      <a:pt x="91" y="91"/>
                      <a:pt x="91" y="272"/>
                    </a:cubicBezTo>
                    <a:cubicBezTo>
                      <a:pt x="46" y="996"/>
                      <a:pt x="1" y="1720"/>
                      <a:pt x="46" y="2445"/>
                    </a:cubicBezTo>
                    <a:cubicBezTo>
                      <a:pt x="91" y="2807"/>
                      <a:pt x="136" y="3169"/>
                      <a:pt x="182" y="3531"/>
                    </a:cubicBezTo>
                    <a:cubicBezTo>
                      <a:pt x="227" y="3893"/>
                      <a:pt x="272" y="4346"/>
                      <a:pt x="453" y="4618"/>
                    </a:cubicBezTo>
                    <a:cubicBezTo>
                      <a:pt x="589" y="4799"/>
                      <a:pt x="770" y="4889"/>
                      <a:pt x="951" y="4889"/>
                    </a:cubicBezTo>
                    <a:cubicBezTo>
                      <a:pt x="1132" y="4844"/>
                      <a:pt x="1359" y="4708"/>
                      <a:pt x="1359" y="4527"/>
                    </a:cubicBezTo>
                    <a:cubicBezTo>
                      <a:pt x="1449" y="4120"/>
                      <a:pt x="1313" y="3757"/>
                      <a:pt x="1223" y="3350"/>
                    </a:cubicBezTo>
                    <a:cubicBezTo>
                      <a:pt x="1177" y="3033"/>
                      <a:pt x="1087" y="2671"/>
                      <a:pt x="1042" y="2354"/>
                    </a:cubicBezTo>
                    <a:cubicBezTo>
                      <a:pt x="906" y="1630"/>
                      <a:pt x="725" y="951"/>
                      <a:pt x="680" y="272"/>
                    </a:cubicBezTo>
                    <a:cubicBezTo>
                      <a:pt x="657" y="91"/>
                      <a:pt x="510" y="0"/>
                      <a:pt x="3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3" name="Google Shape;6863;p20"/>
              <p:cNvSpPr/>
              <p:nvPr/>
            </p:nvSpPr>
            <p:spPr>
              <a:xfrm>
                <a:off x="3697827" y="527700"/>
                <a:ext cx="24925" cy="106750"/>
              </a:xfrm>
              <a:custGeom>
                <a:rect b="b" l="l" r="r" t="t"/>
                <a:pathLst>
                  <a:path extrusionOk="0" h="4270" w="997">
                    <a:moveTo>
                      <a:pt x="773" y="0"/>
                    </a:moveTo>
                    <a:cubicBezTo>
                      <a:pt x="707" y="0"/>
                      <a:pt x="638" y="30"/>
                      <a:pt x="589" y="96"/>
                    </a:cubicBezTo>
                    <a:cubicBezTo>
                      <a:pt x="408" y="413"/>
                      <a:pt x="317" y="685"/>
                      <a:pt x="226" y="1002"/>
                    </a:cubicBezTo>
                    <a:cubicBezTo>
                      <a:pt x="181" y="1364"/>
                      <a:pt x="91" y="1726"/>
                      <a:pt x="45" y="2043"/>
                    </a:cubicBezTo>
                    <a:cubicBezTo>
                      <a:pt x="0" y="2722"/>
                      <a:pt x="45" y="3401"/>
                      <a:pt x="181" y="4035"/>
                    </a:cubicBezTo>
                    <a:cubicBezTo>
                      <a:pt x="202" y="4198"/>
                      <a:pt x="323" y="4269"/>
                      <a:pt x="451" y="4269"/>
                    </a:cubicBezTo>
                    <a:cubicBezTo>
                      <a:pt x="606" y="4269"/>
                      <a:pt x="770" y="4164"/>
                      <a:pt x="770" y="3990"/>
                    </a:cubicBezTo>
                    <a:cubicBezTo>
                      <a:pt x="679" y="3356"/>
                      <a:pt x="724" y="2722"/>
                      <a:pt x="770" y="2088"/>
                    </a:cubicBezTo>
                    <a:cubicBezTo>
                      <a:pt x="815" y="1771"/>
                      <a:pt x="815" y="1500"/>
                      <a:pt x="860" y="1183"/>
                    </a:cubicBezTo>
                    <a:cubicBezTo>
                      <a:pt x="951" y="866"/>
                      <a:pt x="996" y="549"/>
                      <a:pt x="996" y="232"/>
                    </a:cubicBezTo>
                    <a:cubicBezTo>
                      <a:pt x="996" y="89"/>
                      <a:pt x="887" y="0"/>
                      <a:pt x="7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4" name="Google Shape;6864;p20"/>
              <p:cNvSpPr/>
              <p:nvPr/>
            </p:nvSpPr>
            <p:spPr>
              <a:xfrm>
                <a:off x="3826827" y="460625"/>
                <a:ext cx="72150" cy="101600"/>
              </a:xfrm>
              <a:custGeom>
                <a:rect b="b" l="l" r="r" t="t"/>
                <a:pathLst>
                  <a:path extrusionOk="0" h="4064" w="2886">
                    <a:moveTo>
                      <a:pt x="2492" y="0"/>
                    </a:moveTo>
                    <a:cubicBezTo>
                      <a:pt x="2461" y="0"/>
                      <a:pt x="2430" y="6"/>
                      <a:pt x="2400" y="18"/>
                    </a:cubicBezTo>
                    <a:cubicBezTo>
                      <a:pt x="2264" y="63"/>
                      <a:pt x="2174" y="109"/>
                      <a:pt x="2083" y="154"/>
                    </a:cubicBezTo>
                    <a:cubicBezTo>
                      <a:pt x="2038" y="199"/>
                      <a:pt x="1947" y="290"/>
                      <a:pt x="1902" y="335"/>
                    </a:cubicBezTo>
                    <a:cubicBezTo>
                      <a:pt x="1766" y="471"/>
                      <a:pt x="1630" y="606"/>
                      <a:pt x="1495" y="742"/>
                    </a:cubicBezTo>
                    <a:cubicBezTo>
                      <a:pt x="1268" y="1014"/>
                      <a:pt x="1042" y="1331"/>
                      <a:pt x="861" y="1648"/>
                    </a:cubicBezTo>
                    <a:cubicBezTo>
                      <a:pt x="499" y="2281"/>
                      <a:pt x="227" y="2960"/>
                      <a:pt x="46" y="3685"/>
                    </a:cubicBezTo>
                    <a:cubicBezTo>
                      <a:pt x="1" y="3821"/>
                      <a:pt x="91" y="4002"/>
                      <a:pt x="227" y="4047"/>
                    </a:cubicBezTo>
                    <a:cubicBezTo>
                      <a:pt x="261" y="4058"/>
                      <a:pt x="301" y="4064"/>
                      <a:pt x="342" y="4064"/>
                    </a:cubicBezTo>
                    <a:cubicBezTo>
                      <a:pt x="465" y="4064"/>
                      <a:pt x="601" y="4013"/>
                      <a:pt x="635" y="3911"/>
                    </a:cubicBezTo>
                    <a:cubicBezTo>
                      <a:pt x="906" y="3277"/>
                      <a:pt x="1268" y="2689"/>
                      <a:pt x="1630" y="2146"/>
                    </a:cubicBezTo>
                    <a:cubicBezTo>
                      <a:pt x="1811" y="1829"/>
                      <a:pt x="2038" y="1602"/>
                      <a:pt x="2219" y="1331"/>
                    </a:cubicBezTo>
                    <a:cubicBezTo>
                      <a:pt x="2309" y="1195"/>
                      <a:pt x="2400" y="1104"/>
                      <a:pt x="2491" y="969"/>
                    </a:cubicBezTo>
                    <a:cubicBezTo>
                      <a:pt x="2536" y="923"/>
                      <a:pt x="2581" y="833"/>
                      <a:pt x="2626" y="788"/>
                    </a:cubicBezTo>
                    <a:cubicBezTo>
                      <a:pt x="2717" y="697"/>
                      <a:pt x="2762" y="561"/>
                      <a:pt x="2807" y="471"/>
                    </a:cubicBezTo>
                    <a:cubicBezTo>
                      <a:pt x="2886" y="235"/>
                      <a:pt x="2693" y="0"/>
                      <a:pt x="24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5" name="Google Shape;6865;p20"/>
              <p:cNvSpPr/>
              <p:nvPr/>
            </p:nvSpPr>
            <p:spPr>
              <a:xfrm>
                <a:off x="3772877" y="1357825"/>
                <a:ext cx="119625" cy="77200"/>
              </a:xfrm>
              <a:custGeom>
                <a:rect b="b" l="l" r="r" t="t"/>
                <a:pathLst>
                  <a:path extrusionOk="0" h="3088" w="4785">
                    <a:moveTo>
                      <a:pt x="4371" y="1"/>
                    </a:moveTo>
                    <a:cubicBezTo>
                      <a:pt x="4032" y="1"/>
                      <a:pt x="3625" y="240"/>
                      <a:pt x="3381" y="345"/>
                    </a:cubicBezTo>
                    <a:cubicBezTo>
                      <a:pt x="2974" y="526"/>
                      <a:pt x="2566" y="707"/>
                      <a:pt x="2204" y="934"/>
                    </a:cubicBezTo>
                    <a:cubicBezTo>
                      <a:pt x="1480" y="1386"/>
                      <a:pt x="801" y="2020"/>
                      <a:pt x="212" y="2609"/>
                    </a:cubicBezTo>
                    <a:cubicBezTo>
                      <a:pt x="0" y="2820"/>
                      <a:pt x="174" y="3087"/>
                      <a:pt x="389" y="3087"/>
                    </a:cubicBezTo>
                    <a:cubicBezTo>
                      <a:pt x="450" y="3087"/>
                      <a:pt x="515" y="3066"/>
                      <a:pt x="574" y="3016"/>
                    </a:cubicBezTo>
                    <a:cubicBezTo>
                      <a:pt x="1208" y="2428"/>
                      <a:pt x="1887" y="2020"/>
                      <a:pt x="2611" y="1613"/>
                    </a:cubicBezTo>
                    <a:cubicBezTo>
                      <a:pt x="2974" y="1386"/>
                      <a:pt x="3336" y="1205"/>
                      <a:pt x="3698" y="1069"/>
                    </a:cubicBezTo>
                    <a:cubicBezTo>
                      <a:pt x="4015" y="888"/>
                      <a:pt x="4649" y="798"/>
                      <a:pt x="4739" y="390"/>
                    </a:cubicBezTo>
                    <a:cubicBezTo>
                      <a:pt x="4784" y="255"/>
                      <a:pt x="4739" y="164"/>
                      <a:pt x="4649" y="74"/>
                    </a:cubicBezTo>
                    <a:cubicBezTo>
                      <a:pt x="4566" y="22"/>
                      <a:pt x="4471" y="1"/>
                      <a:pt x="43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6" name="Google Shape;6866;p20"/>
              <p:cNvSpPr/>
              <p:nvPr/>
            </p:nvSpPr>
            <p:spPr>
              <a:xfrm>
                <a:off x="3819877" y="1322300"/>
                <a:ext cx="82800" cy="37075"/>
              </a:xfrm>
              <a:custGeom>
                <a:rect b="b" l="l" r="r" t="t"/>
                <a:pathLst>
                  <a:path extrusionOk="0" h="1483" w="3312">
                    <a:moveTo>
                      <a:pt x="3085" y="1"/>
                    </a:moveTo>
                    <a:cubicBezTo>
                      <a:pt x="2044" y="46"/>
                      <a:pt x="1048" y="589"/>
                      <a:pt x="188" y="1132"/>
                    </a:cubicBezTo>
                    <a:cubicBezTo>
                      <a:pt x="0" y="1245"/>
                      <a:pt x="93" y="1482"/>
                      <a:pt x="259" y="1482"/>
                    </a:cubicBezTo>
                    <a:cubicBezTo>
                      <a:pt x="294" y="1482"/>
                      <a:pt x="331" y="1472"/>
                      <a:pt x="369" y="1449"/>
                    </a:cubicBezTo>
                    <a:cubicBezTo>
                      <a:pt x="1275" y="1042"/>
                      <a:pt x="2271" y="725"/>
                      <a:pt x="3176" y="272"/>
                    </a:cubicBezTo>
                    <a:cubicBezTo>
                      <a:pt x="3312" y="227"/>
                      <a:pt x="3266" y="1"/>
                      <a:pt x="3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7" name="Google Shape;6867;p20"/>
              <p:cNvSpPr/>
              <p:nvPr/>
            </p:nvSpPr>
            <p:spPr>
              <a:xfrm>
                <a:off x="4199752" y="1355725"/>
                <a:ext cx="110350" cy="142775"/>
              </a:xfrm>
              <a:custGeom>
                <a:rect b="b" l="l" r="r" t="t"/>
                <a:pathLst>
                  <a:path extrusionOk="0" h="5711" w="4414">
                    <a:moveTo>
                      <a:pt x="528" y="1"/>
                    </a:moveTo>
                    <a:cubicBezTo>
                      <a:pt x="193" y="1"/>
                      <a:pt x="1" y="483"/>
                      <a:pt x="339" y="746"/>
                    </a:cubicBezTo>
                    <a:cubicBezTo>
                      <a:pt x="1154" y="1335"/>
                      <a:pt x="1788" y="2149"/>
                      <a:pt x="2331" y="3009"/>
                    </a:cubicBezTo>
                    <a:cubicBezTo>
                      <a:pt x="2603" y="3417"/>
                      <a:pt x="2829" y="3915"/>
                      <a:pt x="3010" y="4368"/>
                    </a:cubicBezTo>
                    <a:cubicBezTo>
                      <a:pt x="3101" y="4594"/>
                      <a:pt x="3191" y="4820"/>
                      <a:pt x="3327" y="5047"/>
                    </a:cubicBezTo>
                    <a:cubicBezTo>
                      <a:pt x="3463" y="5273"/>
                      <a:pt x="3553" y="5545"/>
                      <a:pt x="3780" y="5680"/>
                    </a:cubicBezTo>
                    <a:cubicBezTo>
                      <a:pt x="3817" y="5699"/>
                      <a:pt x="3863" y="5710"/>
                      <a:pt x="3909" y="5710"/>
                    </a:cubicBezTo>
                    <a:cubicBezTo>
                      <a:pt x="3975" y="5710"/>
                      <a:pt x="4044" y="5688"/>
                      <a:pt x="4097" y="5635"/>
                    </a:cubicBezTo>
                    <a:cubicBezTo>
                      <a:pt x="4414" y="5182"/>
                      <a:pt x="4278" y="4413"/>
                      <a:pt x="4097" y="3960"/>
                    </a:cubicBezTo>
                    <a:cubicBezTo>
                      <a:pt x="3916" y="3417"/>
                      <a:pt x="3644" y="2874"/>
                      <a:pt x="3327" y="2376"/>
                    </a:cubicBezTo>
                    <a:cubicBezTo>
                      <a:pt x="2693" y="1380"/>
                      <a:pt x="1788" y="610"/>
                      <a:pt x="747" y="67"/>
                    </a:cubicBezTo>
                    <a:cubicBezTo>
                      <a:pt x="670" y="21"/>
                      <a:pt x="596" y="1"/>
                      <a:pt x="5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8" name="Google Shape;6868;p20"/>
              <p:cNvSpPr/>
              <p:nvPr/>
            </p:nvSpPr>
            <p:spPr>
              <a:xfrm>
                <a:off x="4312352" y="1416425"/>
                <a:ext cx="51450" cy="66825"/>
              </a:xfrm>
              <a:custGeom>
                <a:rect b="b" l="l" r="r" t="t"/>
                <a:pathLst>
                  <a:path extrusionOk="0" h="2673" w="2058">
                    <a:moveTo>
                      <a:pt x="308" y="1"/>
                    </a:moveTo>
                    <a:cubicBezTo>
                      <a:pt x="265" y="1"/>
                      <a:pt x="221" y="12"/>
                      <a:pt x="181" y="38"/>
                    </a:cubicBezTo>
                    <a:cubicBezTo>
                      <a:pt x="91" y="129"/>
                      <a:pt x="0" y="265"/>
                      <a:pt x="91" y="400"/>
                    </a:cubicBezTo>
                    <a:lnTo>
                      <a:pt x="815" y="1532"/>
                    </a:lnTo>
                    <a:cubicBezTo>
                      <a:pt x="951" y="1713"/>
                      <a:pt x="1086" y="1894"/>
                      <a:pt x="1222" y="2075"/>
                    </a:cubicBezTo>
                    <a:cubicBezTo>
                      <a:pt x="1358" y="2256"/>
                      <a:pt x="1494" y="2438"/>
                      <a:pt x="1675" y="2619"/>
                    </a:cubicBezTo>
                    <a:cubicBezTo>
                      <a:pt x="1712" y="2656"/>
                      <a:pt x="1760" y="2673"/>
                      <a:pt x="1808" y="2673"/>
                    </a:cubicBezTo>
                    <a:cubicBezTo>
                      <a:pt x="1933" y="2673"/>
                      <a:pt x="2057" y="2556"/>
                      <a:pt x="1992" y="2392"/>
                    </a:cubicBezTo>
                    <a:cubicBezTo>
                      <a:pt x="1947" y="2302"/>
                      <a:pt x="1901" y="2166"/>
                      <a:pt x="1856" y="2075"/>
                    </a:cubicBezTo>
                    <a:cubicBezTo>
                      <a:pt x="1811" y="1985"/>
                      <a:pt x="1720" y="1894"/>
                      <a:pt x="1675" y="1804"/>
                    </a:cubicBezTo>
                    <a:cubicBezTo>
                      <a:pt x="1584" y="1577"/>
                      <a:pt x="1449" y="1396"/>
                      <a:pt x="1358" y="1215"/>
                    </a:cubicBezTo>
                    <a:cubicBezTo>
                      <a:pt x="1086" y="853"/>
                      <a:pt x="815" y="491"/>
                      <a:pt x="543" y="129"/>
                    </a:cubicBezTo>
                    <a:cubicBezTo>
                      <a:pt x="511" y="65"/>
                      <a:pt x="411" y="1"/>
                      <a:pt x="3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9" name="Google Shape;6869;p20"/>
              <p:cNvSpPr/>
              <p:nvPr/>
            </p:nvSpPr>
            <p:spPr>
              <a:xfrm>
                <a:off x="3776627" y="2067525"/>
                <a:ext cx="152075" cy="112775"/>
              </a:xfrm>
              <a:custGeom>
                <a:rect b="b" l="l" r="r" t="t"/>
                <a:pathLst>
                  <a:path extrusionOk="0" h="4511" w="6083">
                    <a:moveTo>
                      <a:pt x="5331" y="0"/>
                    </a:moveTo>
                    <a:cubicBezTo>
                      <a:pt x="5278" y="0"/>
                      <a:pt x="5227" y="8"/>
                      <a:pt x="5178" y="24"/>
                    </a:cubicBezTo>
                    <a:cubicBezTo>
                      <a:pt x="4861" y="160"/>
                      <a:pt x="4544" y="341"/>
                      <a:pt x="4272" y="522"/>
                    </a:cubicBezTo>
                    <a:cubicBezTo>
                      <a:pt x="4001" y="658"/>
                      <a:pt x="3819" y="748"/>
                      <a:pt x="3548" y="839"/>
                    </a:cubicBezTo>
                    <a:cubicBezTo>
                      <a:pt x="3231" y="929"/>
                      <a:pt x="2869" y="975"/>
                      <a:pt x="2552" y="1020"/>
                    </a:cubicBezTo>
                    <a:cubicBezTo>
                      <a:pt x="2235" y="1110"/>
                      <a:pt x="1963" y="1201"/>
                      <a:pt x="1692" y="1382"/>
                    </a:cubicBezTo>
                    <a:cubicBezTo>
                      <a:pt x="741" y="1970"/>
                      <a:pt x="289" y="3057"/>
                      <a:pt x="62" y="4098"/>
                    </a:cubicBezTo>
                    <a:cubicBezTo>
                      <a:pt x="0" y="4315"/>
                      <a:pt x="214" y="4511"/>
                      <a:pt x="399" y="4511"/>
                    </a:cubicBezTo>
                    <a:cubicBezTo>
                      <a:pt x="484" y="4511"/>
                      <a:pt x="563" y="4470"/>
                      <a:pt x="605" y="4370"/>
                    </a:cubicBezTo>
                    <a:cubicBezTo>
                      <a:pt x="968" y="3555"/>
                      <a:pt x="1556" y="2695"/>
                      <a:pt x="2416" y="2468"/>
                    </a:cubicBezTo>
                    <a:cubicBezTo>
                      <a:pt x="2643" y="2378"/>
                      <a:pt x="2959" y="2423"/>
                      <a:pt x="3231" y="2378"/>
                    </a:cubicBezTo>
                    <a:cubicBezTo>
                      <a:pt x="3548" y="2333"/>
                      <a:pt x="3865" y="2287"/>
                      <a:pt x="4136" y="2197"/>
                    </a:cubicBezTo>
                    <a:cubicBezTo>
                      <a:pt x="4770" y="1970"/>
                      <a:pt x="5404" y="1608"/>
                      <a:pt x="5857" y="1156"/>
                    </a:cubicBezTo>
                    <a:cubicBezTo>
                      <a:pt x="6038" y="929"/>
                      <a:pt x="6083" y="612"/>
                      <a:pt x="5947" y="341"/>
                    </a:cubicBezTo>
                    <a:cubicBezTo>
                      <a:pt x="5836" y="155"/>
                      <a:pt x="5572" y="0"/>
                      <a:pt x="53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0" name="Google Shape;6870;p20"/>
              <p:cNvSpPr/>
              <p:nvPr/>
            </p:nvSpPr>
            <p:spPr>
              <a:xfrm>
                <a:off x="3909452" y="2089150"/>
                <a:ext cx="76350" cy="56875"/>
              </a:xfrm>
              <a:custGeom>
                <a:rect b="b" l="l" r="r" t="t"/>
                <a:pathLst>
                  <a:path extrusionOk="0" h="2275" w="3054">
                    <a:moveTo>
                      <a:pt x="2748" y="1"/>
                    </a:moveTo>
                    <a:cubicBezTo>
                      <a:pt x="2722" y="1"/>
                      <a:pt x="2696" y="7"/>
                      <a:pt x="2671" y="19"/>
                    </a:cubicBezTo>
                    <a:cubicBezTo>
                      <a:pt x="2219" y="245"/>
                      <a:pt x="1811" y="562"/>
                      <a:pt x="1404" y="834"/>
                    </a:cubicBezTo>
                    <a:cubicBezTo>
                      <a:pt x="996" y="1151"/>
                      <a:pt x="634" y="1422"/>
                      <a:pt x="227" y="1739"/>
                    </a:cubicBezTo>
                    <a:cubicBezTo>
                      <a:pt x="91" y="1830"/>
                      <a:pt x="0" y="1966"/>
                      <a:pt x="91" y="2147"/>
                    </a:cubicBezTo>
                    <a:cubicBezTo>
                      <a:pt x="155" y="2211"/>
                      <a:pt x="264" y="2275"/>
                      <a:pt x="371" y="2275"/>
                    </a:cubicBezTo>
                    <a:cubicBezTo>
                      <a:pt x="415" y="2275"/>
                      <a:pt x="459" y="2264"/>
                      <a:pt x="498" y="2237"/>
                    </a:cubicBezTo>
                    <a:cubicBezTo>
                      <a:pt x="906" y="1920"/>
                      <a:pt x="1313" y="1649"/>
                      <a:pt x="1721" y="1332"/>
                    </a:cubicBezTo>
                    <a:cubicBezTo>
                      <a:pt x="1947" y="1151"/>
                      <a:pt x="2128" y="1015"/>
                      <a:pt x="2354" y="834"/>
                    </a:cubicBezTo>
                    <a:cubicBezTo>
                      <a:pt x="2535" y="698"/>
                      <a:pt x="2716" y="517"/>
                      <a:pt x="2898" y="336"/>
                    </a:cubicBezTo>
                    <a:cubicBezTo>
                      <a:pt x="3054" y="219"/>
                      <a:pt x="2907" y="1"/>
                      <a:pt x="27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1" name="Google Shape;6871;p20"/>
              <p:cNvSpPr/>
              <p:nvPr/>
            </p:nvSpPr>
            <p:spPr>
              <a:xfrm>
                <a:off x="4107502" y="1992000"/>
                <a:ext cx="54350" cy="68500"/>
              </a:xfrm>
              <a:custGeom>
                <a:rect b="b" l="l" r="r" t="t"/>
                <a:pathLst>
                  <a:path extrusionOk="0" h="2740" w="2174">
                    <a:moveTo>
                      <a:pt x="758" y="1536"/>
                    </a:moveTo>
                    <a:lnTo>
                      <a:pt x="758" y="1536"/>
                    </a:lnTo>
                    <a:cubicBezTo>
                      <a:pt x="742" y="1542"/>
                      <a:pt x="725" y="1551"/>
                      <a:pt x="725" y="1551"/>
                    </a:cubicBezTo>
                    <a:cubicBezTo>
                      <a:pt x="736" y="1551"/>
                      <a:pt x="747" y="1545"/>
                      <a:pt x="758" y="1536"/>
                    </a:cubicBezTo>
                    <a:close/>
                    <a:moveTo>
                      <a:pt x="1764" y="0"/>
                    </a:moveTo>
                    <a:cubicBezTo>
                      <a:pt x="1617" y="0"/>
                      <a:pt x="1486" y="88"/>
                      <a:pt x="1449" y="238"/>
                    </a:cubicBezTo>
                    <a:cubicBezTo>
                      <a:pt x="1404" y="329"/>
                      <a:pt x="1404" y="465"/>
                      <a:pt x="1358" y="555"/>
                    </a:cubicBezTo>
                    <a:cubicBezTo>
                      <a:pt x="1358" y="555"/>
                      <a:pt x="1313" y="600"/>
                      <a:pt x="1313" y="600"/>
                    </a:cubicBezTo>
                    <a:cubicBezTo>
                      <a:pt x="1313" y="600"/>
                      <a:pt x="1313" y="646"/>
                      <a:pt x="1313" y="646"/>
                    </a:cubicBezTo>
                    <a:cubicBezTo>
                      <a:pt x="1313" y="691"/>
                      <a:pt x="1268" y="736"/>
                      <a:pt x="1268" y="781"/>
                    </a:cubicBezTo>
                    <a:cubicBezTo>
                      <a:pt x="1132" y="963"/>
                      <a:pt x="1042" y="1144"/>
                      <a:pt x="906" y="1279"/>
                    </a:cubicBezTo>
                    <a:cubicBezTo>
                      <a:pt x="906" y="1325"/>
                      <a:pt x="906" y="1325"/>
                      <a:pt x="906" y="1325"/>
                    </a:cubicBezTo>
                    <a:cubicBezTo>
                      <a:pt x="861" y="1370"/>
                      <a:pt x="861" y="1370"/>
                      <a:pt x="815" y="1415"/>
                    </a:cubicBezTo>
                    <a:cubicBezTo>
                      <a:pt x="815" y="1449"/>
                      <a:pt x="790" y="1509"/>
                      <a:pt x="758" y="1536"/>
                    </a:cubicBezTo>
                    <a:lnTo>
                      <a:pt x="758" y="1536"/>
                    </a:lnTo>
                    <a:cubicBezTo>
                      <a:pt x="766" y="1533"/>
                      <a:pt x="774" y="1531"/>
                      <a:pt x="778" y="1531"/>
                    </a:cubicBezTo>
                    <a:cubicBezTo>
                      <a:pt x="785" y="1531"/>
                      <a:pt x="785" y="1536"/>
                      <a:pt x="770" y="1551"/>
                    </a:cubicBezTo>
                    <a:lnTo>
                      <a:pt x="725" y="1551"/>
                    </a:lnTo>
                    <a:cubicBezTo>
                      <a:pt x="725" y="1551"/>
                      <a:pt x="679" y="1596"/>
                      <a:pt x="679" y="1596"/>
                    </a:cubicBezTo>
                    <a:cubicBezTo>
                      <a:pt x="634" y="1642"/>
                      <a:pt x="589" y="1687"/>
                      <a:pt x="589" y="1687"/>
                    </a:cubicBezTo>
                    <a:cubicBezTo>
                      <a:pt x="498" y="1777"/>
                      <a:pt x="408" y="1823"/>
                      <a:pt x="363" y="1913"/>
                    </a:cubicBezTo>
                    <a:cubicBezTo>
                      <a:pt x="272" y="2004"/>
                      <a:pt x="181" y="2094"/>
                      <a:pt x="136" y="2140"/>
                    </a:cubicBezTo>
                    <a:cubicBezTo>
                      <a:pt x="0" y="2230"/>
                      <a:pt x="0" y="2456"/>
                      <a:pt x="91" y="2547"/>
                    </a:cubicBezTo>
                    <a:cubicBezTo>
                      <a:pt x="128" y="2659"/>
                      <a:pt x="257" y="2740"/>
                      <a:pt x="378" y="2740"/>
                    </a:cubicBezTo>
                    <a:cubicBezTo>
                      <a:pt x="404" y="2740"/>
                      <a:pt x="429" y="2736"/>
                      <a:pt x="453" y="2728"/>
                    </a:cubicBezTo>
                    <a:cubicBezTo>
                      <a:pt x="589" y="2683"/>
                      <a:pt x="725" y="2637"/>
                      <a:pt x="815" y="2547"/>
                    </a:cubicBezTo>
                    <a:cubicBezTo>
                      <a:pt x="951" y="2502"/>
                      <a:pt x="1042" y="2411"/>
                      <a:pt x="1132" y="2321"/>
                    </a:cubicBezTo>
                    <a:cubicBezTo>
                      <a:pt x="1358" y="2140"/>
                      <a:pt x="1540" y="1958"/>
                      <a:pt x="1675" y="1732"/>
                    </a:cubicBezTo>
                    <a:cubicBezTo>
                      <a:pt x="1947" y="1325"/>
                      <a:pt x="2083" y="827"/>
                      <a:pt x="2128" y="329"/>
                    </a:cubicBezTo>
                    <a:cubicBezTo>
                      <a:pt x="2173" y="148"/>
                      <a:pt x="1992" y="12"/>
                      <a:pt x="1856" y="12"/>
                    </a:cubicBezTo>
                    <a:cubicBezTo>
                      <a:pt x="1825" y="4"/>
                      <a:pt x="1794" y="0"/>
                      <a:pt x="17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2" name="Google Shape;6872;p20"/>
              <p:cNvSpPr/>
              <p:nvPr/>
            </p:nvSpPr>
            <p:spPr>
              <a:xfrm>
                <a:off x="3301102" y="2039725"/>
                <a:ext cx="120600" cy="128475"/>
              </a:xfrm>
              <a:custGeom>
                <a:rect b="b" l="l" r="r" t="t"/>
                <a:pathLst>
                  <a:path extrusionOk="0" h="5139" w="4824">
                    <a:moveTo>
                      <a:pt x="397" y="1"/>
                    </a:moveTo>
                    <a:cubicBezTo>
                      <a:pt x="194" y="1"/>
                      <a:pt x="0" y="138"/>
                      <a:pt x="25" y="412"/>
                    </a:cubicBezTo>
                    <a:cubicBezTo>
                      <a:pt x="70" y="1589"/>
                      <a:pt x="387" y="2720"/>
                      <a:pt x="1157" y="3671"/>
                    </a:cubicBezTo>
                    <a:cubicBezTo>
                      <a:pt x="1519" y="4078"/>
                      <a:pt x="1972" y="4441"/>
                      <a:pt x="2424" y="4712"/>
                    </a:cubicBezTo>
                    <a:lnTo>
                      <a:pt x="2424" y="4667"/>
                    </a:lnTo>
                    <a:cubicBezTo>
                      <a:pt x="2696" y="4803"/>
                      <a:pt x="2968" y="4938"/>
                      <a:pt x="3239" y="5029"/>
                    </a:cubicBezTo>
                    <a:cubicBezTo>
                      <a:pt x="3375" y="5074"/>
                      <a:pt x="3465" y="5120"/>
                      <a:pt x="3601" y="5120"/>
                    </a:cubicBezTo>
                    <a:cubicBezTo>
                      <a:pt x="3668" y="5133"/>
                      <a:pt x="3730" y="5138"/>
                      <a:pt x="3791" y="5138"/>
                    </a:cubicBezTo>
                    <a:cubicBezTo>
                      <a:pt x="3938" y="5138"/>
                      <a:pt x="4075" y="5106"/>
                      <a:pt x="4235" y="5074"/>
                    </a:cubicBezTo>
                    <a:cubicBezTo>
                      <a:pt x="4733" y="4893"/>
                      <a:pt x="4824" y="4259"/>
                      <a:pt x="4371" y="3943"/>
                    </a:cubicBezTo>
                    <a:lnTo>
                      <a:pt x="4326" y="3943"/>
                    </a:lnTo>
                    <a:cubicBezTo>
                      <a:pt x="4190" y="3852"/>
                      <a:pt x="4099" y="3762"/>
                      <a:pt x="3963" y="3716"/>
                    </a:cubicBezTo>
                    <a:cubicBezTo>
                      <a:pt x="3873" y="3716"/>
                      <a:pt x="3737" y="3671"/>
                      <a:pt x="3647" y="3626"/>
                    </a:cubicBezTo>
                    <a:cubicBezTo>
                      <a:pt x="3556" y="3626"/>
                      <a:pt x="3465" y="3580"/>
                      <a:pt x="3375" y="3535"/>
                    </a:cubicBezTo>
                    <a:lnTo>
                      <a:pt x="3284" y="3535"/>
                    </a:lnTo>
                    <a:cubicBezTo>
                      <a:pt x="3239" y="3490"/>
                      <a:pt x="3194" y="3490"/>
                      <a:pt x="3149" y="3445"/>
                    </a:cubicBezTo>
                    <a:cubicBezTo>
                      <a:pt x="3058" y="3399"/>
                      <a:pt x="2968" y="3309"/>
                      <a:pt x="2832" y="3264"/>
                    </a:cubicBezTo>
                    <a:cubicBezTo>
                      <a:pt x="2786" y="3218"/>
                      <a:pt x="2741" y="3218"/>
                      <a:pt x="2696" y="3173"/>
                    </a:cubicBezTo>
                    <a:cubicBezTo>
                      <a:pt x="2696" y="3173"/>
                      <a:pt x="2651" y="3128"/>
                      <a:pt x="2651" y="3128"/>
                    </a:cubicBezTo>
                    <a:cubicBezTo>
                      <a:pt x="2470" y="2992"/>
                      <a:pt x="2288" y="2811"/>
                      <a:pt x="2153" y="2675"/>
                    </a:cubicBezTo>
                    <a:lnTo>
                      <a:pt x="1926" y="2403"/>
                    </a:lnTo>
                    <a:cubicBezTo>
                      <a:pt x="1889" y="2366"/>
                      <a:pt x="1852" y="2329"/>
                      <a:pt x="1840" y="2292"/>
                    </a:cubicBezTo>
                    <a:lnTo>
                      <a:pt x="1840" y="2292"/>
                    </a:lnTo>
                    <a:cubicBezTo>
                      <a:pt x="1841" y="2293"/>
                      <a:pt x="1843" y="2293"/>
                      <a:pt x="1844" y="2293"/>
                    </a:cubicBezTo>
                    <a:cubicBezTo>
                      <a:pt x="1847" y="2293"/>
                      <a:pt x="1845" y="2286"/>
                      <a:pt x="1836" y="2268"/>
                    </a:cubicBezTo>
                    <a:lnTo>
                      <a:pt x="1836" y="2268"/>
                    </a:lnTo>
                    <a:cubicBezTo>
                      <a:pt x="1836" y="2276"/>
                      <a:pt x="1837" y="2284"/>
                      <a:pt x="1840" y="2292"/>
                    </a:cubicBezTo>
                    <a:lnTo>
                      <a:pt x="1840" y="2292"/>
                    </a:lnTo>
                    <a:cubicBezTo>
                      <a:pt x="1823" y="2281"/>
                      <a:pt x="1767" y="2215"/>
                      <a:pt x="1750" y="2215"/>
                    </a:cubicBezTo>
                    <a:cubicBezTo>
                      <a:pt x="1747" y="2215"/>
                      <a:pt x="1745" y="2217"/>
                      <a:pt x="1745" y="2222"/>
                    </a:cubicBezTo>
                    <a:cubicBezTo>
                      <a:pt x="1609" y="1996"/>
                      <a:pt x="1519" y="1815"/>
                      <a:pt x="1383" y="1589"/>
                    </a:cubicBezTo>
                    <a:cubicBezTo>
                      <a:pt x="1157" y="1181"/>
                      <a:pt x="930" y="728"/>
                      <a:pt x="795" y="276"/>
                    </a:cubicBezTo>
                    <a:cubicBezTo>
                      <a:pt x="734" y="92"/>
                      <a:pt x="562" y="1"/>
                      <a:pt x="3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3" name="Google Shape;6873;p20"/>
              <p:cNvSpPr/>
              <p:nvPr/>
            </p:nvSpPr>
            <p:spPr>
              <a:xfrm>
                <a:off x="3414877" y="2108750"/>
                <a:ext cx="71325" cy="102375"/>
              </a:xfrm>
              <a:custGeom>
                <a:rect b="b" l="l" r="r" t="t"/>
                <a:pathLst>
                  <a:path extrusionOk="0" h="4095" w="2853">
                    <a:moveTo>
                      <a:pt x="446" y="0"/>
                    </a:moveTo>
                    <a:cubicBezTo>
                      <a:pt x="199" y="0"/>
                      <a:pt x="1" y="291"/>
                      <a:pt x="1" y="503"/>
                    </a:cubicBezTo>
                    <a:cubicBezTo>
                      <a:pt x="1" y="819"/>
                      <a:pt x="227" y="1001"/>
                      <a:pt x="499" y="1046"/>
                    </a:cubicBezTo>
                    <a:cubicBezTo>
                      <a:pt x="469" y="1031"/>
                      <a:pt x="459" y="1026"/>
                      <a:pt x="460" y="1026"/>
                    </a:cubicBezTo>
                    <a:lnTo>
                      <a:pt x="460" y="1026"/>
                    </a:lnTo>
                    <a:cubicBezTo>
                      <a:pt x="464" y="1026"/>
                      <a:pt x="514" y="1046"/>
                      <a:pt x="544" y="1046"/>
                    </a:cubicBezTo>
                    <a:cubicBezTo>
                      <a:pt x="589" y="1046"/>
                      <a:pt x="589" y="1046"/>
                      <a:pt x="635" y="1091"/>
                    </a:cubicBezTo>
                    <a:lnTo>
                      <a:pt x="770" y="1091"/>
                    </a:lnTo>
                    <a:cubicBezTo>
                      <a:pt x="816" y="1136"/>
                      <a:pt x="861" y="1182"/>
                      <a:pt x="952" y="1227"/>
                    </a:cubicBezTo>
                    <a:cubicBezTo>
                      <a:pt x="952" y="1227"/>
                      <a:pt x="997" y="1227"/>
                      <a:pt x="997" y="1272"/>
                    </a:cubicBezTo>
                    <a:lnTo>
                      <a:pt x="1042" y="1272"/>
                    </a:lnTo>
                    <a:cubicBezTo>
                      <a:pt x="1087" y="1363"/>
                      <a:pt x="1178" y="1408"/>
                      <a:pt x="1223" y="1453"/>
                    </a:cubicBezTo>
                    <a:cubicBezTo>
                      <a:pt x="1223" y="1453"/>
                      <a:pt x="1268" y="1498"/>
                      <a:pt x="1268" y="1544"/>
                    </a:cubicBezTo>
                    <a:lnTo>
                      <a:pt x="1314" y="1544"/>
                    </a:lnTo>
                    <a:cubicBezTo>
                      <a:pt x="1404" y="1680"/>
                      <a:pt x="1450" y="1815"/>
                      <a:pt x="1540" y="1951"/>
                    </a:cubicBezTo>
                    <a:cubicBezTo>
                      <a:pt x="1540" y="1951"/>
                      <a:pt x="1540" y="1996"/>
                      <a:pt x="1585" y="2042"/>
                    </a:cubicBezTo>
                    <a:cubicBezTo>
                      <a:pt x="1585" y="2042"/>
                      <a:pt x="1585" y="2087"/>
                      <a:pt x="1585" y="2087"/>
                    </a:cubicBezTo>
                    <a:cubicBezTo>
                      <a:pt x="1631" y="2177"/>
                      <a:pt x="1631" y="2223"/>
                      <a:pt x="1676" y="2313"/>
                    </a:cubicBezTo>
                    <a:cubicBezTo>
                      <a:pt x="1721" y="2404"/>
                      <a:pt x="1721" y="2494"/>
                      <a:pt x="1721" y="2585"/>
                    </a:cubicBezTo>
                    <a:cubicBezTo>
                      <a:pt x="1766" y="2675"/>
                      <a:pt x="1812" y="2766"/>
                      <a:pt x="1857" y="2811"/>
                    </a:cubicBezTo>
                    <a:cubicBezTo>
                      <a:pt x="1857" y="2992"/>
                      <a:pt x="1902" y="3173"/>
                      <a:pt x="1947" y="3309"/>
                    </a:cubicBezTo>
                    <a:cubicBezTo>
                      <a:pt x="1947" y="3400"/>
                      <a:pt x="1947" y="3536"/>
                      <a:pt x="1993" y="3626"/>
                    </a:cubicBezTo>
                    <a:cubicBezTo>
                      <a:pt x="1993" y="3717"/>
                      <a:pt x="2083" y="3807"/>
                      <a:pt x="2129" y="3898"/>
                    </a:cubicBezTo>
                    <a:cubicBezTo>
                      <a:pt x="2187" y="4034"/>
                      <a:pt x="2304" y="4095"/>
                      <a:pt x="2426" y="4095"/>
                    </a:cubicBezTo>
                    <a:cubicBezTo>
                      <a:pt x="2587" y="4095"/>
                      <a:pt x="2756" y="3988"/>
                      <a:pt x="2808" y="3807"/>
                    </a:cubicBezTo>
                    <a:cubicBezTo>
                      <a:pt x="2853" y="3581"/>
                      <a:pt x="2853" y="3354"/>
                      <a:pt x="2853" y="3128"/>
                    </a:cubicBezTo>
                    <a:cubicBezTo>
                      <a:pt x="2853" y="2947"/>
                      <a:pt x="2808" y="2766"/>
                      <a:pt x="2808" y="2540"/>
                    </a:cubicBezTo>
                    <a:lnTo>
                      <a:pt x="2808" y="2585"/>
                    </a:lnTo>
                    <a:cubicBezTo>
                      <a:pt x="2808" y="2132"/>
                      <a:pt x="2627" y="1680"/>
                      <a:pt x="2400" y="1272"/>
                    </a:cubicBezTo>
                    <a:cubicBezTo>
                      <a:pt x="1993" y="593"/>
                      <a:pt x="1314" y="95"/>
                      <a:pt x="499" y="5"/>
                    </a:cubicBezTo>
                    <a:cubicBezTo>
                      <a:pt x="481" y="2"/>
                      <a:pt x="464" y="0"/>
                      <a:pt x="4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4" name="Google Shape;6874;p20"/>
              <p:cNvSpPr/>
              <p:nvPr/>
            </p:nvSpPr>
            <p:spPr>
              <a:xfrm>
                <a:off x="3073800" y="1982650"/>
                <a:ext cx="72450" cy="171500"/>
              </a:xfrm>
              <a:custGeom>
                <a:rect b="b" l="l" r="r" t="t"/>
                <a:pathLst>
                  <a:path extrusionOk="0" h="6860" w="2898">
                    <a:moveTo>
                      <a:pt x="1447" y="0"/>
                    </a:moveTo>
                    <a:cubicBezTo>
                      <a:pt x="1213" y="0"/>
                      <a:pt x="986" y="296"/>
                      <a:pt x="1087" y="567"/>
                    </a:cubicBezTo>
                    <a:lnTo>
                      <a:pt x="1132" y="567"/>
                    </a:lnTo>
                    <a:cubicBezTo>
                      <a:pt x="1495" y="1337"/>
                      <a:pt x="1721" y="2332"/>
                      <a:pt x="1495" y="3147"/>
                    </a:cubicBezTo>
                    <a:cubicBezTo>
                      <a:pt x="1404" y="3600"/>
                      <a:pt x="1132" y="3917"/>
                      <a:pt x="816" y="4279"/>
                    </a:cubicBezTo>
                    <a:cubicBezTo>
                      <a:pt x="499" y="4686"/>
                      <a:pt x="136" y="5139"/>
                      <a:pt x="46" y="5682"/>
                    </a:cubicBezTo>
                    <a:cubicBezTo>
                      <a:pt x="1" y="5818"/>
                      <a:pt x="46" y="5954"/>
                      <a:pt x="1" y="6090"/>
                    </a:cubicBezTo>
                    <a:cubicBezTo>
                      <a:pt x="1" y="6226"/>
                      <a:pt x="1" y="6361"/>
                      <a:pt x="1" y="6497"/>
                    </a:cubicBezTo>
                    <a:cubicBezTo>
                      <a:pt x="46" y="6678"/>
                      <a:pt x="227" y="6859"/>
                      <a:pt x="453" y="6859"/>
                    </a:cubicBezTo>
                    <a:cubicBezTo>
                      <a:pt x="680" y="6859"/>
                      <a:pt x="816" y="6633"/>
                      <a:pt x="906" y="6452"/>
                    </a:cubicBezTo>
                    <a:cubicBezTo>
                      <a:pt x="1042" y="6226"/>
                      <a:pt x="1223" y="6045"/>
                      <a:pt x="1359" y="5818"/>
                    </a:cubicBezTo>
                    <a:cubicBezTo>
                      <a:pt x="1630" y="5365"/>
                      <a:pt x="1947" y="5003"/>
                      <a:pt x="2219" y="4596"/>
                    </a:cubicBezTo>
                    <a:cubicBezTo>
                      <a:pt x="2536" y="4143"/>
                      <a:pt x="2717" y="3645"/>
                      <a:pt x="2762" y="3147"/>
                    </a:cubicBezTo>
                    <a:cubicBezTo>
                      <a:pt x="2898" y="2016"/>
                      <a:pt x="2400" y="974"/>
                      <a:pt x="1676" y="114"/>
                    </a:cubicBezTo>
                    <a:cubicBezTo>
                      <a:pt x="1607" y="34"/>
                      <a:pt x="1527" y="0"/>
                      <a:pt x="14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5" name="Google Shape;6875;p20"/>
              <p:cNvSpPr/>
              <p:nvPr/>
            </p:nvSpPr>
            <p:spPr>
              <a:xfrm>
                <a:off x="3009727" y="2105800"/>
                <a:ext cx="37850" cy="103375"/>
              </a:xfrm>
              <a:custGeom>
                <a:rect b="b" l="l" r="r" t="t"/>
                <a:pathLst>
                  <a:path extrusionOk="0" h="4135" w="1514">
                    <a:moveTo>
                      <a:pt x="556" y="0"/>
                    </a:moveTo>
                    <a:cubicBezTo>
                      <a:pt x="444" y="0"/>
                      <a:pt x="328" y="65"/>
                      <a:pt x="272" y="213"/>
                    </a:cubicBezTo>
                    <a:cubicBezTo>
                      <a:pt x="46" y="892"/>
                      <a:pt x="1" y="1571"/>
                      <a:pt x="137" y="2295"/>
                    </a:cubicBezTo>
                    <a:cubicBezTo>
                      <a:pt x="182" y="2612"/>
                      <a:pt x="272" y="2975"/>
                      <a:pt x="453" y="3246"/>
                    </a:cubicBezTo>
                    <a:cubicBezTo>
                      <a:pt x="634" y="3563"/>
                      <a:pt x="816" y="3835"/>
                      <a:pt x="1087" y="4061"/>
                    </a:cubicBezTo>
                    <a:cubicBezTo>
                      <a:pt x="1152" y="4113"/>
                      <a:pt x="1216" y="4135"/>
                      <a:pt x="1274" y="4135"/>
                    </a:cubicBezTo>
                    <a:cubicBezTo>
                      <a:pt x="1417" y="4135"/>
                      <a:pt x="1514" y="3996"/>
                      <a:pt x="1449" y="3835"/>
                    </a:cubicBezTo>
                    <a:cubicBezTo>
                      <a:pt x="1314" y="3563"/>
                      <a:pt x="1132" y="3246"/>
                      <a:pt x="1087" y="2975"/>
                    </a:cubicBezTo>
                    <a:cubicBezTo>
                      <a:pt x="997" y="2703"/>
                      <a:pt x="906" y="2431"/>
                      <a:pt x="861" y="2114"/>
                    </a:cubicBezTo>
                    <a:cubicBezTo>
                      <a:pt x="725" y="1526"/>
                      <a:pt x="725" y="937"/>
                      <a:pt x="816" y="349"/>
                    </a:cubicBezTo>
                    <a:cubicBezTo>
                      <a:pt x="869" y="135"/>
                      <a:pt x="717" y="0"/>
                      <a:pt x="5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6" name="Google Shape;6876;p20"/>
              <p:cNvSpPr/>
              <p:nvPr/>
            </p:nvSpPr>
            <p:spPr>
              <a:xfrm>
                <a:off x="2965602" y="1761975"/>
                <a:ext cx="47275" cy="109275"/>
              </a:xfrm>
              <a:custGeom>
                <a:rect b="b" l="l" r="r" t="t"/>
                <a:pathLst>
                  <a:path extrusionOk="0" h="4371" w="1891">
                    <a:moveTo>
                      <a:pt x="408" y="1"/>
                    </a:moveTo>
                    <a:cubicBezTo>
                      <a:pt x="238" y="1"/>
                      <a:pt x="68" y="114"/>
                      <a:pt x="45" y="340"/>
                    </a:cubicBezTo>
                    <a:cubicBezTo>
                      <a:pt x="0" y="1064"/>
                      <a:pt x="45" y="1789"/>
                      <a:pt x="272" y="2513"/>
                    </a:cubicBezTo>
                    <a:cubicBezTo>
                      <a:pt x="362" y="2875"/>
                      <a:pt x="498" y="3192"/>
                      <a:pt x="679" y="3509"/>
                    </a:cubicBezTo>
                    <a:cubicBezTo>
                      <a:pt x="770" y="3690"/>
                      <a:pt x="860" y="3826"/>
                      <a:pt x="951" y="3962"/>
                    </a:cubicBezTo>
                    <a:cubicBezTo>
                      <a:pt x="1087" y="4143"/>
                      <a:pt x="1222" y="4233"/>
                      <a:pt x="1449" y="4324"/>
                    </a:cubicBezTo>
                    <a:cubicBezTo>
                      <a:pt x="1502" y="4356"/>
                      <a:pt x="1555" y="4370"/>
                      <a:pt x="1604" y="4370"/>
                    </a:cubicBezTo>
                    <a:cubicBezTo>
                      <a:pt x="1766" y="4370"/>
                      <a:pt x="1891" y="4215"/>
                      <a:pt x="1856" y="4007"/>
                    </a:cubicBezTo>
                    <a:cubicBezTo>
                      <a:pt x="1856" y="3826"/>
                      <a:pt x="1811" y="3690"/>
                      <a:pt x="1720" y="3509"/>
                    </a:cubicBezTo>
                    <a:cubicBezTo>
                      <a:pt x="1630" y="3373"/>
                      <a:pt x="1585" y="3237"/>
                      <a:pt x="1494" y="3102"/>
                    </a:cubicBezTo>
                    <a:cubicBezTo>
                      <a:pt x="1404" y="2830"/>
                      <a:pt x="1268" y="2513"/>
                      <a:pt x="1132" y="2241"/>
                    </a:cubicBezTo>
                    <a:cubicBezTo>
                      <a:pt x="951" y="1608"/>
                      <a:pt x="815" y="974"/>
                      <a:pt x="770" y="340"/>
                    </a:cubicBezTo>
                    <a:cubicBezTo>
                      <a:pt x="747" y="114"/>
                      <a:pt x="577" y="1"/>
                      <a:pt x="4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7" name="Google Shape;6877;p20"/>
              <p:cNvSpPr/>
              <p:nvPr/>
            </p:nvSpPr>
            <p:spPr>
              <a:xfrm>
                <a:off x="3683577" y="2338200"/>
                <a:ext cx="150075" cy="102625"/>
              </a:xfrm>
              <a:custGeom>
                <a:rect b="b" l="l" r="r" t="t"/>
                <a:pathLst>
                  <a:path extrusionOk="0" h="4105" w="6003">
                    <a:moveTo>
                      <a:pt x="627" y="0"/>
                    </a:moveTo>
                    <a:cubicBezTo>
                      <a:pt x="322" y="0"/>
                      <a:pt x="0" y="338"/>
                      <a:pt x="208" y="650"/>
                    </a:cubicBezTo>
                    <a:cubicBezTo>
                      <a:pt x="570" y="1148"/>
                      <a:pt x="932" y="1691"/>
                      <a:pt x="1340" y="2144"/>
                    </a:cubicBezTo>
                    <a:cubicBezTo>
                      <a:pt x="1747" y="2642"/>
                      <a:pt x="2200" y="3049"/>
                      <a:pt x="2743" y="3411"/>
                    </a:cubicBezTo>
                    <a:cubicBezTo>
                      <a:pt x="3229" y="3776"/>
                      <a:pt x="3824" y="4104"/>
                      <a:pt x="4431" y="4104"/>
                    </a:cubicBezTo>
                    <a:cubicBezTo>
                      <a:pt x="4502" y="4104"/>
                      <a:pt x="4573" y="4100"/>
                      <a:pt x="4644" y="4090"/>
                    </a:cubicBezTo>
                    <a:cubicBezTo>
                      <a:pt x="5006" y="4090"/>
                      <a:pt x="5369" y="3955"/>
                      <a:pt x="5595" y="3683"/>
                    </a:cubicBezTo>
                    <a:cubicBezTo>
                      <a:pt x="5867" y="3411"/>
                      <a:pt x="6002" y="2913"/>
                      <a:pt x="5776" y="2597"/>
                    </a:cubicBezTo>
                    <a:cubicBezTo>
                      <a:pt x="5705" y="2455"/>
                      <a:pt x="5552" y="2341"/>
                      <a:pt x="5380" y="2341"/>
                    </a:cubicBezTo>
                    <a:cubicBezTo>
                      <a:pt x="5332" y="2341"/>
                      <a:pt x="5282" y="2350"/>
                      <a:pt x="5233" y="2370"/>
                    </a:cubicBezTo>
                    <a:cubicBezTo>
                      <a:pt x="5188" y="2370"/>
                      <a:pt x="5142" y="2370"/>
                      <a:pt x="5097" y="2415"/>
                    </a:cubicBezTo>
                    <a:cubicBezTo>
                      <a:pt x="5058" y="2415"/>
                      <a:pt x="4886" y="2515"/>
                      <a:pt x="4895" y="2515"/>
                    </a:cubicBezTo>
                    <a:cubicBezTo>
                      <a:pt x="4897" y="2515"/>
                      <a:pt x="4903" y="2512"/>
                      <a:pt x="4916" y="2506"/>
                    </a:cubicBezTo>
                    <a:lnTo>
                      <a:pt x="4916" y="2506"/>
                    </a:lnTo>
                    <a:cubicBezTo>
                      <a:pt x="4825" y="2551"/>
                      <a:pt x="4780" y="2597"/>
                      <a:pt x="4690" y="2642"/>
                    </a:cubicBezTo>
                    <a:cubicBezTo>
                      <a:pt x="4644" y="2687"/>
                      <a:pt x="4599" y="2732"/>
                      <a:pt x="4554" y="2732"/>
                    </a:cubicBezTo>
                    <a:lnTo>
                      <a:pt x="4508" y="2732"/>
                    </a:lnTo>
                    <a:cubicBezTo>
                      <a:pt x="4478" y="2732"/>
                      <a:pt x="4448" y="2752"/>
                      <a:pt x="4405" y="2752"/>
                    </a:cubicBezTo>
                    <a:cubicBezTo>
                      <a:pt x="4383" y="2752"/>
                      <a:pt x="4358" y="2747"/>
                      <a:pt x="4327" y="2732"/>
                    </a:cubicBezTo>
                    <a:cubicBezTo>
                      <a:pt x="3920" y="2687"/>
                      <a:pt x="3422" y="2325"/>
                      <a:pt x="3060" y="2099"/>
                    </a:cubicBezTo>
                    <a:cubicBezTo>
                      <a:pt x="2290" y="1510"/>
                      <a:pt x="1566" y="786"/>
                      <a:pt x="887" y="107"/>
                    </a:cubicBezTo>
                    <a:cubicBezTo>
                      <a:pt x="812" y="32"/>
                      <a:pt x="720" y="0"/>
                      <a:pt x="6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8" name="Google Shape;6878;p20"/>
              <p:cNvSpPr/>
              <p:nvPr/>
            </p:nvSpPr>
            <p:spPr>
              <a:xfrm>
                <a:off x="3802625" y="2317875"/>
                <a:ext cx="109550" cy="93200"/>
              </a:xfrm>
              <a:custGeom>
                <a:rect b="b" l="l" r="r" t="t"/>
                <a:pathLst>
                  <a:path extrusionOk="0" h="3728" w="4382">
                    <a:moveTo>
                      <a:pt x="842" y="1"/>
                    </a:moveTo>
                    <a:cubicBezTo>
                      <a:pt x="684" y="1"/>
                      <a:pt x="523" y="20"/>
                      <a:pt x="363" y="60"/>
                    </a:cubicBezTo>
                    <a:cubicBezTo>
                      <a:pt x="137" y="105"/>
                      <a:pt x="1" y="376"/>
                      <a:pt x="46" y="603"/>
                    </a:cubicBezTo>
                    <a:cubicBezTo>
                      <a:pt x="121" y="791"/>
                      <a:pt x="291" y="886"/>
                      <a:pt x="477" y="886"/>
                    </a:cubicBezTo>
                    <a:cubicBezTo>
                      <a:pt x="514" y="886"/>
                      <a:pt x="552" y="882"/>
                      <a:pt x="589" y="874"/>
                    </a:cubicBezTo>
                    <a:cubicBezTo>
                      <a:pt x="633" y="868"/>
                      <a:pt x="677" y="865"/>
                      <a:pt x="721" y="865"/>
                    </a:cubicBezTo>
                    <a:cubicBezTo>
                      <a:pt x="1310" y="865"/>
                      <a:pt x="1882" y="1407"/>
                      <a:pt x="2219" y="1870"/>
                    </a:cubicBezTo>
                    <a:cubicBezTo>
                      <a:pt x="2762" y="2504"/>
                      <a:pt x="3260" y="3228"/>
                      <a:pt x="3984" y="3681"/>
                    </a:cubicBezTo>
                    <a:cubicBezTo>
                      <a:pt x="4028" y="3714"/>
                      <a:pt x="4073" y="3728"/>
                      <a:pt x="4118" y="3728"/>
                    </a:cubicBezTo>
                    <a:cubicBezTo>
                      <a:pt x="4258" y="3728"/>
                      <a:pt x="4381" y="3582"/>
                      <a:pt x="4347" y="3410"/>
                    </a:cubicBezTo>
                    <a:cubicBezTo>
                      <a:pt x="4165" y="2957"/>
                      <a:pt x="3939" y="2504"/>
                      <a:pt x="3668" y="2097"/>
                    </a:cubicBezTo>
                    <a:cubicBezTo>
                      <a:pt x="3441" y="1689"/>
                      <a:pt x="3124" y="1282"/>
                      <a:pt x="2807" y="965"/>
                    </a:cubicBezTo>
                    <a:cubicBezTo>
                      <a:pt x="2286" y="406"/>
                      <a:pt x="1580" y="1"/>
                      <a:pt x="842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9" name="Google Shape;6879;p20"/>
              <p:cNvSpPr/>
              <p:nvPr/>
            </p:nvSpPr>
            <p:spPr>
              <a:xfrm>
                <a:off x="3933400" y="2348850"/>
                <a:ext cx="48075" cy="105575"/>
              </a:xfrm>
              <a:custGeom>
                <a:rect b="b" l="l" r="r" t="t"/>
                <a:pathLst>
                  <a:path extrusionOk="0" h="4223" w="1923">
                    <a:moveTo>
                      <a:pt x="480" y="0"/>
                    </a:moveTo>
                    <a:cubicBezTo>
                      <a:pt x="232" y="0"/>
                      <a:pt x="1" y="260"/>
                      <a:pt x="157" y="541"/>
                    </a:cubicBezTo>
                    <a:cubicBezTo>
                      <a:pt x="428" y="1084"/>
                      <a:pt x="609" y="1673"/>
                      <a:pt x="745" y="2261"/>
                    </a:cubicBezTo>
                    <a:cubicBezTo>
                      <a:pt x="836" y="2533"/>
                      <a:pt x="881" y="2850"/>
                      <a:pt x="972" y="3166"/>
                    </a:cubicBezTo>
                    <a:cubicBezTo>
                      <a:pt x="972" y="3302"/>
                      <a:pt x="972" y="3393"/>
                      <a:pt x="1017" y="3529"/>
                    </a:cubicBezTo>
                    <a:cubicBezTo>
                      <a:pt x="1017" y="3755"/>
                      <a:pt x="1107" y="3891"/>
                      <a:pt x="1198" y="4072"/>
                    </a:cubicBezTo>
                    <a:cubicBezTo>
                      <a:pt x="1251" y="4179"/>
                      <a:pt x="1340" y="4223"/>
                      <a:pt x="1433" y="4223"/>
                    </a:cubicBezTo>
                    <a:cubicBezTo>
                      <a:pt x="1577" y="4223"/>
                      <a:pt x="1732" y="4119"/>
                      <a:pt x="1786" y="3981"/>
                    </a:cubicBezTo>
                    <a:cubicBezTo>
                      <a:pt x="1832" y="3845"/>
                      <a:pt x="1922" y="3664"/>
                      <a:pt x="1877" y="3483"/>
                    </a:cubicBezTo>
                    <a:cubicBezTo>
                      <a:pt x="1877" y="3302"/>
                      <a:pt x="1877" y="3121"/>
                      <a:pt x="1832" y="2985"/>
                    </a:cubicBezTo>
                    <a:cubicBezTo>
                      <a:pt x="1786" y="2623"/>
                      <a:pt x="1741" y="2306"/>
                      <a:pt x="1651" y="1989"/>
                    </a:cubicBezTo>
                    <a:cubicBezTo>
                      <a:pt x="1470" y="1356"/>
                      <a:pt x="1153" y="722"/>
                      <a:pt x="791" y="179"/>
                    </a:cubicBezTo>
                    <a:cubicBezTo>
                      <a:pt x="706" y="52"/>
                      <a:pt x="592" y="0"/>
                      <a:pt x="480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80" name="Google Shape;6880;p20"/>
              <p:cNvSpPr/>
              <p:nvPr/>
            </p:nvSpPr>
            <p:spPr>
              <a:xfrm>
                <a:off x="3317552" y="2404900"/>
                <a:ext cx="108675" cy="181225"/>
              </a:xfrm>
              <a:custGeom>
                <a:rect b="b" l="l" r="r" t="t"/>
                <a:pathLst>
                  <a:path extrusionOk="0" h="7249" w="4347">
                    <a:moveTo>
                      <a:pt x="1646" y="1"/>
                    </a:moveTo>
                    <a:cubicBezTo>
                      <a:pt x="1534" y="1"/>
                      <a:pt x="1417" y="36"/>
                      <a:pt x="1314" y="110"/>
                    </a:cubicBezTo>
                    <a:cubicBezTo>
                      <a:pt x="770" y="562"/>
                      <a:pt x="453" y="1332"/>
                      <a:pt x="272" y="1966"/>
                    </a:cubicBezTo>
                    <a:cubicBezTo>
                      <a:pt x="91" y="2599"/>
                      <a:pt x="1" y="3324"/>
                      <a:pt x="182" y="3957"/>
                    </a:cubicBezTo>
                    <a:cubicBezTo>
                      <a:pt x="363" y="4591"/>
                      <a:pt x="725" y="5134"/>
                      <a:pt x="1223" y="5542"/>
                    </a:cubicBezTo>
                    <a:lnTo>
                      <a:pt x="1223" y="5497"/>
                    </a:lnTo>
                    <a:cubicBezTo>
                      <a:pt x="1489" y="5709"/>
                      <a:pt x="1910" y="5875"/>
                      <a:pt x="2296" y="5875"/>
                    </a:cubicBezTo>
                    <a:cubicBezTo>
                      <a:pt x="2567" y="5875"/>
                      <a:pt x="2820" y="5793"/>
                      <a:pt x="2989" y="5587"/>
                    </a:cubicBezTo>
                    <a:cubicBezTo>
                      <a:pt x="3034" y="5587"/>
                      <a:pt x="3079" y="5542"/>
                      <a:pt x="3079" y="5497"/>
                    </a:cubicBezTo>
                    <a:cubicBezTo>
                      <a:pt x="3124" y="5542"/>
                      <a:pt x="3124" y="5632"/>
                      <a:pt x="3124" y="5723"/>
                    </a:cubicBezTo>
                    <a:cubicBezTo>
                      <a:pt x="3170" y="5949"/>
                      <a:pt x="3260" y="6176"/>
                      <a:pt x="3351" y="6402"/>
                    </a:cubicBezTo>
                    <a:cubicBezTo>
                      <a:pt x="3396" y="6538"/>
                      <a:pt x="3441" y="6674"/>
                      <a:pt x="3487" y="6764"/>
                    </a:cubicBezTo>
                    <a:cubicBezTo>
                      <a:pt x="3577" y="6900"/>
                      <a:pt x="3668" y="7036"/>
                      <a:pt x="3758" y="7126"/>
                    </a:cubicBezTo>
                    <a:cubicBezTo>
                      <a:pt x="3816" y="7213"/>
                      <a:pt x="3897" y="7249"/>
                      <a:pt x="3980" y="7249"/>
                    </a:cubicBezTo>
                    <a:cubicBezTo>
                      <a:pt x="4158" y="7249"/>
                      <a:pt x="4347" y="7085"/>
                      <a:pt x="4347" y="6900"/>
                    </a:cubicBezTo>
                    <a:cubicBezTo>
                      <a:pt x="4347" y="6628"/>
                      <a:pt x="4301" y="6402"/>
                      <a:pt x="4256" y="6130"/>
                    </a:cubicBezTo>
                    <a:cubicBezTo>
                      <a:pt x="4211" y="6085"/>
                      <a:pt x="4211" y="6040"/>
                      <a:pt x="4211" y="5995"/>
                    </a:cubicBezTo>
                    <a:cubicBezTo>
                      <a:pt x="4211" y="5995"/>
                      <a:pt x="4211" y="5904"/>
                      <a:pt x="4166" y="5859"/>
                    </a:cubicBezTo>
                    <a:cubicBezTo>
                      <a:pt x="4166" y="5768"/>
                      <a:pt x="4166" y="5678"/>
                      <a:pt x="4166" y="5587"/>
                    </a:cubicBezTo>
                    <a:cubicBezTo>
                      <a:pt x="4166" y="5497"/>
                      <a:pt x="4166" y="5451"/>
                      <a:pt x="4120" y="5406"/>
                    </a:cubicBezTo>
                    <a:lnTo>
                      <a:pt x="4120" y="5361"/>
                    </a:lnTo>
                    <a:cubicBezTo>
                      <a:pt x="4120" y="5316"/>
                      <a:pt x="4120" y="5270"/>
                      <a:pt x="4120" y="5225"/>
                    </a:cubicBezTo>
                    <a:cubicBezTo>
                      <a:pt x="4120" y="5134"/>
                      <a:pt x="4075" y="4999"/>
                      <a:pt x="4075" y="4908"/>
                    </a:cubicBezTo>
                    <a:cubicBezTo>
                      <a:pt x="4075" y="4682"/>
                      <a:pt x="4075" y="4410"/>
                      <a:pt x="4075" y="4184"/>
                    </a:cubicBezTo>
                    <a:cubicBezTo>
                      <a:pt x="4120" y="3912"/>
                      <a:pt x="3849" y="3641"/>
                      <a:pt x="3577" y="3641"/>
                    </a:cubicBezTo>
                    <a:cubicBezTo>
                      <a:pt x="3260" y="3686"/>
                      <a:pt x="3034" y="3912"/>
                      <a:pt x="3034" y="4184"/>
                    </a:cubicBezTo>
                    <a:cubicBezTo>
                      <a:pt x="3034" y="4455"/>
                      <a:pt x="3034" y="4727"/>
                      <a:pt x="3034" y="5044"/>
                    </a:cubicBezTo>
                    <a:cubicBezTo>
                      <a:pt x="3034" y="4999"/>
                      <a:pt x="3034" y="4999"/>
                      <a:pt x="2989" y="4999"/>
                    </a:cubicBezTo>
                    <a:cubicBezTo>
                      <a:pt x="2898" y="4908"/>
                      <a:pt x="2762" y="4818"/>
                      <a:pt x="2717" y="4772"/>
                    </a:cubicBezTo>
                    <a:cubicBezTo>
                      <a:pt x="2536" y="4727"/>
                      <a:pt x="2536" y="4727"/>
                      <a:pt x="2445" y="4682"/>
                    </a:cubicBezTo>
                    <a:cubicBezTo>
                      <a:pt x="2445" y="4682"/>
                      <a:pt x="2445" y="4636"/>
                      <a:pt x="2445" y="4636"/>
                    </a:cubicBezTo>
                    <a:lnTo>
                      <a:pt x="2400" y="4636"/>
                    </a:lnTo>
                    <a:cubicBezTo>
                      <a:pt x="2355" y="4591"/>
                      <a:pt x="2310" y="4546"/>
                      <a:pt x="2264" y="4501"/>
                    </a:cubicBezTo>
                    <a:cubicBezTo>
                      <a:pt x="2264" y="4501"/>
                      <a:pt x="2174" y="4455"/>
                      <a:pt x="2174" y="4455"/>
                    </a:cubicBezTo>
                    <a:cubicBezTo>
                      <a:pt x="2128" y="4410"/>
                      <a:pt x="2083" y="4365"/>
                      <a:pt x="2038" y="4365"/>
                    </a:cubicBezTo>
                    <a:cubicBezTo>
                      <a:pt x="1993" y="4274"/>
                      <a:pt x="1902" y="4184"/>
                      <a:pt x="1857" y="4139"/>
                    </a:cubicBezTo>
                    <a:lnTo>
                      <a:pt x="1857" y="4093"/>
                    </a:lnTo>
                    <a:lnTo>
                      <a:pt x="1812" y="4093"/>
                    </a:lnTo>
                    <a:cubicBezTo>
                      <a:pt x="1812" y="4003"/>
                      <a:pt x="1766" y="3957"/>
                      <a:pt x="1721" y="3912"/>
                    </a:cubicBezTo>
                    <a:cubicBezTo>
                      <a:pt x="1721" y="3867"/>
                      <a:pt x="1676" y="3822"/>
                      <a:pt x="1676" y="3776"/>
                    </a:cubicBezTo>
                    <a:cubicBezTo>
                      <a:pt x="1676" y="3776"/>
                      <a:pt x="1630" y="3776"/>
                      <a:pt x="1630" y="3731"/>
                    </a:cubicBezTo>
                    <a:cubicBezTo>
                      <a:pt x="1585" y="3641"/>
                      <a:pt x="1585" y="3550"/>
                      <a:pt x="1540" y="3414"/>
                    </a:cubicBezTo>
                    <a:lnTo>
                      <a:pt x="1540" y="3324"/>
                    </a:lnTo>
                    <a:cubicBezTo>
                      <a:pt x="1540" y="3324"/>
                      <a:pt x="1540" y="3233"/>
                      <a:pt x="1540" y="3233"/>
                    </a:cubicBezTo>
                    <a:cubicBezTo>
                      <a:pt x="1540" y="3097"/>
                      <a:pt x="1540" y="2962"/>
                      <a:pt x="1540" y="2826"/>
                    </a:cubicBezTo>
                    <a:cubicBezTo>
                      <a:pt x="1540" y="2554"/>
                      <a:pt x="1585" y="2373"/>
                      <a:pt x="1676" y="2101"/>
                    </a:cubicBezTo>
                    <a:cubicBezTo>
                      <a:pt x="1812" y="1558"/>
                      <a:pt x="2083" y="1015"/>
                      <a:pt x="2083" y="426"/>
                    </a:cubicBezTo>
                    <a:cubicBezTo>
                      <a:pt x="2083" y="152"/>
                      <a:pt x="1877" y="1"/>
                      <a:pt x="16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81" name="Google Shape;6881;p20"/>
              <p:cNvSpPr/>
              <p:nvPr/>
            </p:nvSpPr>
            <p:spPr>
              <a:xfrm>
                <a:off x="2922602" y="2628975"/>
                <a:ext cx="68025" cy="185850"/>
              </a:xfrm>
              <a:custGeom>
                <a:rect b="b" l="l" r="r" t="t"/>
                <a:pathLst>
                  <a:path extrusionOk="0" h="7434" w="2721">
                    <a:moveTo>
                      <a:pt x="2113" y="0"/>
                    </a:moveTo>
                    <a:cubicBezTo>
                      <a:pt x="1968" y="0"/>
                      <a:pt x="1821" y="72"/>
                      <a:pt x="1720" y="246"/>
                    </a:cubicBezTo>
                    <a:cubicBezTo>
                      <a:pt x="1041" y="1332"/>
                      <a:pt x="362" y="2464"/>
                      <a:pt x="136" y="3777"/>
                    </a:cubicBezTo>
                    <a:cubicBezTo>
                      <a:pt x="0" y="4954"/>
                      <a:pt x="226" y="6357"/>
                      <a:pt x="1132" y="7217"/>
                    </a:cubicBezTo>
                    <a:cubicBezTo>
                      <a:pt x="1231" y="7350"/>
                      <a:pt x="1428" y="7434"/>
                      <a:pt x="1615" y="7434"/>
                    </a:cubicBezTo>
                    <a:cubicBezTo>
                      <a:pt x="1683" y="7434"/>
                      <a:pt x="1750" y="7422"/>
                      <a:pt x="1811" y="7398"/>
                    </a:cubicBezTo>
                    <a:cubicBezTo>
                      <a:pt x="2309" y="7217"/>
                      <a:pt x="2580" y="6674"/>
                      <a:pt x="2309" y="6221"/>
                    </a:cubicBezTo>
                    <a:cubicBezTo>
                      <a:pt x="2399" y="6085"/>
                      <a:pt x="2445" y="5950"/>
                      <a:pt x="2445" y="5814"/>
                    </a:cubicBezTo>
                    <a:cubicBezTo>
                      <a:pt x="2490" y="5587"/>
                      <a:pt x="2490" y="5406"/>
                      <a:pt x="2535" y="5225"/>
                    </a:cubicBezTo>
                    <a:cubicBezTo>
                      <a:pt x="2580" y="4818"/>
                      <a:pt x="2626" y="4410"/>
                      <a:pt x="2671" y="4003"/>
                    </a:cubicBezTo>
                    <a:cubicBezTo>
                      <a:pt x="2712" y="3755"/>
                      <a:pt x="2489" y="3544"/>
                      <a:pt x="2278" y="3544"/>
                    </a:cubicBezTo>
                    <a:cubicBezTo>
                      <a:pt x="2258" y="3544"/>
                      <a:pt x="2238" y="3546"/>
                      <a:pt x="2218" y="3550"/>
                    </a:cubicBezTo>
                    <a:lnTo>
                      <a:pt x="2263" y="3550"/>
                    </a:lnTo>
                    <a:cubicBezTo>
                      <a:pt x="1992" y="3550"/>
                      <a:pt x="1811" y="3731"/>
                      <a:pt x="1811" y="4003"/>
                    </a:cubicBezTo>
                    <a:cubicBezTo>
                      <a:pt x="1765" y="4184"/>
                      <a:pt x="1765" y="4365"/>
                      <a:pt x="1765" y="4591"/>
                    </a:cubicBezTo>
                    <a:cubicBezTo>
                      <a:pt x="1720" y="4773"/>
                      <a:pt x="1720" y="4954"/>
                      <a:pt x="1720" y="5135"/>
                    </a:cubicBezTo>
                    <a:cubicBezTo>
                      <a:pt x="1720" y="5271"/>
                      <a:pt x="1720" y="5406"/>
                      <a:pt x="1720" y="5497"/>
                    </a:cubicBezTo>
                    <a:cubicBezTo>
                      <a:pt x="1086" y="4003"/>
                      <a:pt x="1856" y="2102"/>
                      <a:pt x="2535" y="698"/>
                    </a:cubicBezTo>
                    <a:cubicBezTo>
                      <a:pt x="2720" y="328"/>
                      <a:pt x="2422" y="0"/>
                      <a:pt x="21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82" name="Google Shape;6882;p20"/>
              <p:cNvSpPr/>
              <p:nvPr/>
            </p:nvSpPr>
            <p:spPr>
              <a:xfrm>
                <a:off x="4417152" y="2364425"/>
                <a:ext cx="148725" cy="142175"/>
              </a:xfrm>
              <a:custGeom>
                <a:rect b="b" l="l" r="r" t="t"/>
                <a:pathLst>
                  <a:path extrusionOk="0" h="5687" w="5949">
                    <a:moveTo>
                      <a:pt x="690" y="0"/>
                    </a:moveTo>
                    <a:cubicBezTo>
                      <a:pt x="214" y="0"/>
                      <a:pt x="1" y="616"/>
                      <a:pt x="425" y="914"/>
                    </a:cubicBezTo>
                    <a:cubicBezTo>
                      <a:pt x="1421" y="1548"/>
                      <a:pt x="2372" y="2181"/>
                      <a:pt x="3232" y="2906"/>
                    </a:cubicBezTo>
                    <a:cubicBezTo>
                      <a:pt x="3413" y="3132"/>
                      <a:pt x="3640" y="3313"/>
                      <a:pt x="3866" y="3539"/>
                    </a:cubicBezTo>
                    <a:cubicBezTo>
                      <a:pt x="4092" y="3766"/>
                      <a:pt x="4183" y="3856"/>
                      <a:pt x="4319" y="4128"/>
                    </a:cubicBezTo>
                    <a:lnTo>
                      <a:pt x="4364" y="4173"/>
                    </a:lnTo>
                    <a:cubicBezTo>
                      <a:pt x="4364" y="4218"/>
                      <a:pt x="4364" y="4264"/>
                      <a:pt x="4364" y="4264"/>
                    </a:cubicBezTo>
                    <a:cubicBezTo>
                      <a:pt x="4364" y="4264"/>
                      <a:pt x="4364" y="4399"/>
                      <a:pt x="4364" y="4399"/>
                    </a:cubicBezTo>
                    <a:cubicBezTo>
                      <a:pt x="4364" y="4535"/>
                      <a:pt x="4319" y="4671"/>
                      <a:pt x="4319" y="4807"/>
                    </a:cubicBezTo>
                    <a:cubicBezTo>
                      <a:pt x="4319" y="4807"/>
                      <a:pt x="4273" y="4897"/>
                      <a:pt x="4273" y="4897"/>
                    </a:cubicBezTo>
                    <a:cubicBezTo>
                      <a:pt x="4273" y="4988"/>
                      <a:pt x="4273" y="5078"/>
                      <a:pt x="4273" y="5169"/>
                    </a:cubicBezTo>
                    <a:cubicBezTo>
                      <a:pt x="4273" y="5395"/>
                      <a:pt x="4409" y="5622"/>
                      <a:pt x="4635" y="5667"/>
                    </a:cubicBezTo>
                    <a:cubicBezTo>
                      <a:pt x="4702" y="5680"/>
                      <a:pt x="4768" y="5687"/>
                      <a:pt x="4832" y="5687"/>
                    </a:cubicBezTo>
                    <a:cubicBezTo>
                      <a:pt x="5204" y="5687"/>
                      <a:pt x="5529" y="5471"/>
                      <a:pt x="5722" y="5124"/>
                    </a:cubicBezTo>
                    <a:cubicBezTo>
                      <a:pt x="5903" y="4762"/>
                      <a:pt x="5948" y="4354"/>
                      <a:pt x="5858" y="3947"/>
                    </a:cubicBezTo>
                    <a:cubicBezTo>
                      <a:pt x="5722" y="3177"/>
                      <a:pt x="5133" y="2634"/>
                      <a:pt x="4590" y="2136"/>
                    </a:cubicBezTo>
                    <a:cubicBezTo>
                      <a:pt x="3504" y="1185"/>
                      <a:pt x="2191" y="325"/>
                      <a:pt x="788" y="8"/>
                    </a:cubicBezTo>
                    <a:cubicBezTo>
                      <a:pt x="754" y="3"/>
                      <a:pt x="722" y="0"/>
                      <a:pt x="6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83" name="Google Shape;6883;p20"/>
              <p:cNvSpPr/>
              <p:nvPr/>
            </p:nvSpPr>
            <p:spPr>
              <a:xfrm>
                <a:off x="4475302" y="2477825"/>
                <a:ext cx="49825" cy="84475"/>
              </a:xfrm>
              <a:custGeom>
                <a:rect b="b" l="l" r="r" t="t"/>
                <a:pathLst>
                  <a:path extrusionOk="0" h="3379" w="1993">
                    <a:moveTo>
                      <a:pt x="430" y="1"/>
                    </a:moveTo>
                    <a:cubicBezTo>
                      <a:pt x="355" y="1"/>
                      <a:pt x="284" y="16"/>
                      <a:pt x="227" y="45"/>
                    </a:cubicBezTo>
                    <a:cubicBezTo>
                      <a:pt x="46" y="180"/>
                      <a:pt x="1" y="452"/>
                      <a:pt x="91" y="633"/>
                    </a:cubicBezTo>
                    <a:cubicBezTo>
                      <a:pt x="499" y="1584"/>
                      <a:pt x="861" y="2534"/>
                      <a:pt x="1540" y="3304"/>
                    </a:cubicBezTo>
                    <a:cubicBezTo>
                      <a:pt x="1593" y="3357"/>
                      <a:pt x="1661" y="3379"/>
                      <a:pt x="1727" y="3379"/>
                    </a:cubicBezTo>
                    <a:cubicBezTo>
                      <a:pt x="1774" y="3379"/>
                      <a:pt x="1819" y="3368"/>
                      <a:pt x="1857" y="3349"/>
                    </a:cubicBezTo>
                    <a:cubicBezTo>
                      <a:pt x="1947" y="3304"/>
                      <a:pt x="1993" y="3168"/>
                      <a:pt x="1947" y="3078"/>
                    </a:cubicBezTo>
                    <a:cubicBezTo>
                      <a:pt x="1902" y="2580"/>
                      <a:pt x="1721" y="2082"/>
                      <a:pt x="1495" y="1584"/>
                    </a:cubicBezTo>
                    <a:cubicBezTo>
                      <a:pt x="1268" y="1131"/>
                      <a:pt x="1042" y="678"/>
                      <a:pt x="861" y="226"/>
                    </a:cubicBezTo>
                    <a:cubicBezTo>
                      <a:pt x="768" y="71"/>
                      <a:pt x="591" y="1"/>
                      <a:pt x="4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84" name="Google Shape;6884;p20"/>
              <p:cNvSpPr/>
              <p:nvPr/>
            </p:nvSpPr>
            <p:spPr>
              <a:xfrm>
                <a:off x="2847743" y="3808775"/>
                <a:ext cx="102725" cy="211125"/>
              </a:xfrm>
              <a:custGeom>
                <a:rect b="b" l="l" r="r" t="t"/>
                <a:pathLst>
                  <a:path extrusionOk="0" h="8445" w="4109">
                    <a:moveTo>
                      <a:pt x="458" y="0"/>
                    </a:moveTo>
                    <a:cubicBezTo>
                      <a:pt x="220" y="0"/>
                      <a:pt x="0" y="260"/>
                      <a:pt x="125" y="541"/>
                    </a:cubicBezTo>
                    <a:cubicBezTo>
                      <a:pt x="397" y="1220"/>
                      <a:pt x="668" y="1854"/>
                      <a:pt x="1030" y="2442"/>
                    </a:cubicBezTo>
                    <a:cubicBezTo>
                      <a:pt x="1393" y="3031"/>
                      <a:pt x="1936" y="3483"/>
                      <a:pt x="2298" y="4072"/>
                    </a:cubicBezTo>
                    <a:cubicBezTo>
                      <a:pt x="2479" y="4343"/>
                      <a:pt x="2479" y="4615"/>
                      <a:pt x="2479" y="4932"/>
                    </a:cubicBezTo>
                    <a:cubicBezTo>
                      <a:pt x="2479" y="5294"/>
                      <a:pt x="2479" y="5701"/>
                      <a:pt x="2434" y="6109"/>
                    </a:cubicBezTo>
                    <a:cubicBezTo>
                      <a:pt x="2389" y="6788"/>
                      <a:pt x="2162" y="7784"/>
                      <a:pt x="2660" y="8327"/>
                    </a:cubicBezTo>
                    <a:cubicBezTo>
                      <a:pt x="2746" y="8413"/>
                      <a:pt x="2869" y="8445"/>
                      <a:pt x="2981" y="8445"/>
                    </a:cubicBezTo>
                    <a:cubicBezTo>
                      <a:pt x="3047" y="8445"/>
                      <a:pt x="3108" y="8434"/>
                      <a:pt x="3158" y="8418"/>
                    </a:cubicBezTo>
                    <a:cubicBezTo>
                      <a:pt x="3566" y="8191"/>
                      <a:pt x="3656" y="7784"/>
                      <a:pt x="3792" y="7422"/>
                    </a:cubicBezTo>
                    <a:cubicBezTo>
                      <a:pt x="3882" y="6969"/>
                      <a:pt x="3928" y="6516"/>
                      <a:pt x="3973" y="6109"/>
                    </a:cubicBezTo>
                    <a:cubicBezTo>
                      <a:pt x="4063" y="5249"/>
                      <a:pt x="4109" y="4343"/>
                      <a:pt x="3701" y="3574"/>
                    </a:cubicBezTo>
                    <a:cubicBezTo>
                      <a:pt x="3384" y="2940"/>
                      <a:pt x="2751" y="2442"/>
                      <a:pt x="2253" y="1944"/>
                    </a:cubicBezTo>
                    <a:lnTo>
                      <a:pt x="2207" y="1944"/>
                    </a:lnTo>
                    <a:cubicBezTo>
                      <a:pt x="1710" y="1401"/>
                      <a:pt x="1121" y="858"/>
                      <a:pt x="759" y="179"/>
                    </a:cubicBezTo>
                    <a:cubicBezTo>
                      <a:pt x="675" y="52"/>
                      <a:pt x="564" y="0"/>
                      <a:pt x="4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85" name="Google Shape;6885;p20"/>
              <p:cNvSpPr/>
              <p:nvPr/>
            </p:nvSpPr>
            <p:spPr>
              <a:xfrm>
                <a:off x="3184725" y="3534275"/>
                <a:ext cx="43025" cy="71925"/>
              </a:xfrm>
              <a:custGeom>
                <a:rect b="b" l="l" r="r" t="t"/>
                <a:pathLst>
                  <a:path extrusionOk="0" h="2877" w="1721">
                    <a:moveTo>
                      <a:pt x="289" y="1"/>
                    </a:moveTo>
                    <a:cubicBezTo>
                      <a:pt x="207" y="1"/>
                      <a:pt x="120" y="70"/>
                      <a:pt x="91" y="158"/>
                    </a:cubicBezTo>
                    <a:cubicBezTo>
                      <a:pt x="0" y="385"/>
                      <a:pt x="91" y="611"/>
                      <a:pt x="136" y="837"/>
                    </a:cubicBezTo>
                    <a:cubicBezTo>
                      <a:pt x="226" y="1109"/>
                      <a:pt x="272" y="1335"/>
                      <a:pt x="407" y="1562"/>
                    </a:cubicBezTo>
                    <a:cubicBezTo>
                      <a:pt x="589" y="1969"/>
                      <a:pt x="815" y="2376"/>
                      <a:pt x="1086" y="2739"/>
                    </a:cubicBezTo>
                    <a:cubicBezTo>
                      <a:pt x="1174" y="2826"/>
                      <a:pt x="1262" y="2876"/>
                      <a:pt x="1362" y="2876"/>
                    </a:cubicBezTo>
                    <a:cubicBezTo>
                      <a:pt x="1417" y="2876"/>
                      <a:pt x="1475" y="2861"/>
                      <a:pt x="1539" y="2829"/>
                    </a:cubicBezTo>
                    <a:cubicBezTo>
                      <a:pt x="1675" y="2739"/>
                      <a:pt x="1720" y="2558"/>
                      <a:pt x="1630" y="2422"/>
                    </a:cubicBezTo>
                    <a:cubicBezTo>
                      <a:pt x="1358" y="2060"/>
                      <a:pt x="1132" y="1652"/>
                      <a:pt x="951" y="1245"/>
                    </a:cubicBezTo>
                    <a:lnTo>
                      <a:pt x="951" y="1290"/>
                    </a:lnTo>
                    <a:cubicBezTo>
                      <a:pt x="905" y="1109"/>
                      <a:pt x="815" y="883"/>
                      <a:pt x="724" y="702"/>
                    </a:cubicBezTo>
                    <a:cubicBezTo>
                      <a:pt x="634" y="475"/>
                      <a:pt x="589" y="249"/>
                      <a:pt x="407" y="68"/>
                    </a:cubicBezTo>
                    <a:cubicBezTo>
                      <a:pt x="376" y="20"/>
                      <a:pt x="333" y="1"/>
                      <a:pt x="2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86" name="Google Shape;6886;p20"/>
              <p:cNvSpPr/>
              <p:nvPr/>
            </p:nvSpPr>
            <p:spPr>
              <a:xfrm>
                <a:off x="3332975" y="3683500"/>
                <a:ext cx="118850" cy="101550"/>
              </a:xfrm>
              <a:custGeom>
                <a:rect b="b" l="l" r="r" t="t"/>
                <a:pathLst>
                  <a:path extrusionOk="0" h="4062" w="4754">
                    <a:moveTo>
                      <a:pt x="404" y="0"/>
                    </a:moveTo>
                    <a:cubicBezTo>
                      <a:pt x="314" y="0"/>
                      <a:pt x="220" y="35"/>
                      <a:pt x="136" y="120"/>
                    </a:cubicBezTo>
                    <a:cubicBezTo>
                      <a:pt x="0" y="255"/>
                      <a:pt x="0" y="482"/>
                      <a:pt x="136" y="663"/>
                    </a:cubicBezTo>
                    <a:cubicBezTo>
                      <a:pt x="725" y="1342"/>
                      <a:pt x="1313" y="2021"/>
                      <a:pt x="1992" y="2609"/>
                    </a:cubicBezTo>
                    <a:cubicBezTo>
                      <a:pt x="2309" y="2926"/>
                      <a:pt x="2671" y="3243"/>
                      <a:pt x="3079" y="3469"/>
                    </a:cubicBezTo>
                    <a:cubicBezTo>
                      <a:pt x="3422" y="3684"/>
                      <a:pt x="3847" y="4061"/>
                      <a:pt x="4276" y="4061"/>
                    </a:cubicBezTo>
                    <a:cubicBezTo>
                      <a:pt x="4299" y="4061"/>
                      <a:pt x="4323" y="4060"/>
                      <a:pt x="4346" y="4058"/>
                    </a:cubicBezTo>
                    <a:cubicBezTo>
                      <a:pt x="4572" y="4013"/>
                      <a:pt x="4753" y="3832"/>
                      <a:pt x="4663" y="3605"/>
                    </a:cubicBezTo>
                    <a:cubicBezTo>
                      <a:pt x="4572" y="3153"/>
                      <a:pt x="4074" y="2926"/>
                      <a:pt x="3758" y="2655"/>
                    </a:cubicBezTo>
                    <a:cubicBezTo>
                      <a:pt x="3441" y="2338"/>
                      <a:pt x="3079" y="2111"/>
                      <a:pt x="2716" y="1840"/>
                    </a:cubicBezTo>
                    <a:cubicBezTo>
                      <a:pt x="2037" y="1297"/>
                      <a:pt x="1358" y="708"/>
                      <a:pt x="679" y="120"/>
                    </a:cubicBezTo>
                    <a:cubicBezTo>
                      <a:pt x="607" y="47"/>
                      <a:pt x="508" y="0"/>
                      <a:pt x="4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87" name="Google Shape;6887;p20"/>
              <p:cNvSpPr/>
              <p:nvPr/>
            </p:nvSpPr>
            <p:spPr>
              <a:xfrm>
                <a:off x="3468775" y="4435400"/>
                <a:ext cx="104150" cy="281400"/>
              </a:xfrm>
              <a:custGeom>
                <a:rect b="b" l="l" r="r" t="t"/>
                <a:pathLst>
                  <a:path extrusionOk="0" h="11256" w="4166">
                    <a:moveTo>
                      <a:pt x="521" y="0"/>
                    </a:moveTo>
                    <a:cubicBezTo>
                      <a:pt x="340" y="0"/>
                      <a:pt x="159" y="125"/>
                      <a:pt x="136" y="374"/>
                    </a:cubicBezTo>
                    <a:cubicBezTo>
                      <a:pt x="91" y="1324"/>
                      <a:pt x="0" y="2230"/>
                      <a:pt x="227" y="3180"/>
                    </a:cubicBezTo>
                    <a:cubicBezTo>
                      <a:pt x="453" y="4176"/>
                      <a:pt x="906" y="5036"/>
                      <a:pt x="1404" y="5897"/>
                    </a:cubicBezTo>
                    <a:cubicBezTo>
                      <a:pt x="1902" y="6711"/>
                      <a:pt x="2309" y="7526"/>
                      <a:pt x="2445" y="8477"/>
                    </a:cubicBezTo>
                    <a:cubicBezTo>
                      <a:pt x="2536" y="9292"/>
                      <a:pt x="2173" y="10469"/>
                      <a:pt x="2762" y="11102"/>
                    </a:cubicBezTo>
                    <a:cubicBezTo>
                      <a:pt x="2864" y="11204"/>
                      <a:pt x="2991" y="11255"/>
                      <a:pt x="3106" y="11255"/>
                    </a:cubicBezTo>
                    <a:cubicBezTo>
                      <a:pt x="3144" y="11255"/>
                      <a:pt x="3181" y="11250"/>
                      <a:pt x="3215" y="11238"/>
                    </a:cubicBezTo>
                    <a:cubicBezTo>
                      <a:pt x="4165" y="10876"/>
                      <a:pt x="4120" y="9609"/>
                      <a:pt x="4075" y="8794"/>
                    </a:cubicBezTo>
                    <a:cubicBezTo>
                      <a:pt x="4029" y="7798"/>
                      <a:pt x="3758" y="6802"/>
                      <a:pt x="3260" y="5897"/>
                    </a:cubicBezTo>
                    <a:cubicBezTo>
                      <a:pt x="2762" y="4991"/>
                      <a:pt x="2128" y="4222"/>
                      <a:pt x="1721" y="3316"/>
                    </a:cubicBezTo>
                    <a:cubicBezTo>
                      <a:pt x="1313" y="2366"/>
                      <a:pt x="906" y="1370"/>
                      <a:pt x="906" y="374"/>
                    </a:cubicBezTo>
                    <a:cubicBezTo>
                      <a:pt x="883" y="125"/>
                      <a:pt x="702" y="0"/>
                      <a:pt x="521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88" name="Google Shape;6888;p20"/>
              <p:cNvSpPr/>
              <p:nvPr/>
            </p:nvSpPr>
            <p:spPr>
              <a:xfrm>
                <a:off x="3512900" y="4731750"/>
                <a:ext cx="20400" cy="25825"/>
              </a:xfrm>
              <a:custGeom>
                <a:rect b="b" l="l" r="r" t="t"/>
                <a:pathLst>
                  <a:path extrusionOk="0" h="1033" w="816">
                    <a:moveTo>
                      <a:pt x="217" y="0"/>
                    </a:moveTo>
                    <a:cubicBezTo>
                      <a:pt x="189" y="0"/>
                      <a:pt x="161" y="6"/>
                      <a:pt x="137" y="18"/>
                    </a:cubicBezTo>
                    <a:cubicBezTo>
                      <a:pt x="46" y="63"/>
                      <a:pt x="1" y="199"/>
                      <a:pt x="46" y="290"/>
                    </a:cubicBezTo>
                    <a:cubicBezTo>
                      <a:pt x="137" y="425"/>
                      <a:pt x="182" y="561"/>
                      <a:pt x="273" y="652"/>
                    </a:cubicBezTo>
                    <a:cubicBezTo>
                      <a:pt x="318" y="742"/>
                      <a:pt x="363" y="788"/>
                      <a:pt x="408" y="833"/>
                    </a:cubicBezTo>
                    <a:cubicBezTo>
                      <a:pt x="454" y="878"/>
                      <a:pt x="499" y="923"/>
                      <a:pt x="544" y="969"/>
                    </a:cubicBezTo>
                    <a:cubicBezTo>
                      <a:pt x="576" y="1001"/>
                      <a:pt x="631" y="1033"/>
                      <a:pt x="676" y="1033"/>
                    </a:cubicBezTo>
                    <a:cubicBezTo>
                      <a:pt x="695" y="1033"/>
                      <a:pt x="712" y="1027"/>
                      <a:pt x="725" y="1014"/>
                    </a:cubicBezTo>
                    <a:cubicBezTo>
                      <a:pt x="771" y="969"/>
                      <a:pt x="816" y="923"/>
                      <a:pt x="771" y="878"/>
                    </a:cubicBezTo>
                    <a:cubicBezTo>
                      <a:pt x="771" y="788"/>
                      <a:pt x="725" y="742"/>
                      <a:pt x="725" y="652"/>
                    </a:cubicBezTo>
                    <a:cubicBezTo>
                      <a:pt x="680" y="607"/>
                      <a:pt x="635" y="516"/>
                      <a:pt x="635" y="471"/>
                    </a:cubicBezTo>
                    <a:cubicBezTo>
                      <a:pt x="544" y="335"/>
                      <a:pt x="454" y="199"/>
                      <a:pt x="408" y="109"/>
                    </a:cubicBezTo>
                    <a:cubicBezTo>
                      <a:pt x="375" y="42"/>
                      <a:pt x="294" y="0"/>
                      <a:pt x="217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89" name="Google Shape;6889;p20"/>
              <p:cNvSpPr/>
              <p:nvPr/>
            </p:nvSpPr>
            <p:spPr>
              <a:xfrm>
                <a:off x="3449525" y="4155050"/>
                <a:ext cx="54350" cy="87175"/>
              </a:xfrm>
              <a:custGeom>
                <a:rect b="b" l="l" r="r" t="t"/>
                <a:pathLst>
                  <a:path extrusionOk="0" h="3487" w="2174">
                    <a:moveTo>
                      <a:pt x="418" y="0"/>
                    </a:moveTo>
                    <a:cubicBezTo>
                      <a:pt x="351" y="0"/>
                      <a:pt x="285" y="15"/>
                      <a:pt x="227" y="44"/>
                    </a:cubicBezTo>
                    <a:lnTo>
                      <a:pt x="227" y="89"/>
                    </a:lnTo>
                    <a:cubicBezTo>
                      <a:pt x="1" y="180"/>
                      <a:pt x="1" y="406"/>
                      <a:pt x="91" y="633"/>
                    </a:cubicBezTo>
                    <a:cubicBezTo>
                      <a:pt x="273" y="1085"/>
                      <a:pt x="454" y="1538"/>
                      <a:pt x="680" y="1991"/>
                    </a:cubicBezTo>
                    <a:cubicBezTo>
                      <a:pt x="770" y="2217"/>
                      <a:pt x="861" y="2443"/>
                      <a:pt x="997" y="2670"/>
                    </a:cubicBezTo>
                    <a:cubicBezTo>
                      <a:pt x="1042" y="2806"/>
                      <a:pt x="1087" y="2941"/>
                      <a:pt x="1133" y="3032"/>
                    </a:cubicBezTo>
                    <a:cubicBezTo>
                      <a:pt x="1223" y="3168"/>
                      <a:pt x="1314" y="3258"/>
                      <a:pt x="1404" y="3349"/>
                    </a:cubicBezTo>
                    <a:cubicBezTo>
                      <a:pt x="1492" y="3436"/>
                      <a:pt x="1599" y="3486"/>
                      <a:pt x="1712" y="3486"/>
                    </a:cubicBezTo>
                    <a:cubicBezTo>
                      <a:pt x="1774" y="3486"/>
                      <a:pt x="1838" y="3471"/>
                      <a:pt x="1902" y="3439"/>
                    </a:cubicBezTo>
                    <a:cubicBezTo>
                      <a:pt x="2038" y="3394"/>
                      <a:pt x="2174" y="3213"/>
                      <a:pt x="2174" y="3032"/>
                    </a:cubicBezTo>
                    <a:cubicBezTo>
                      <a:pt x="2174" y="2851"/>
                      <a:pt x="2174" y="2760"/>
                      <a:pt x="2083" y="2534"/>
                    </a:cubicBezTo>
                    <a:cubicBezTo>
                      <a:pt x="1993" y="2443"/>
                      <a:pt x="1947" y="2308"/>
                      <a:pt x="1902" y="2217"/>
                    </a:cubicBezTo>
                    <a:cubicBezTo>
                      <a:pt x="1766" y="1991"/>
                      <a:pt x="1631" y="1764"/>
                      <a:pt x="1540" y="1538"/>
                    </a:cubicBezTo>
                    <a:cubicBezTo>
                      <a:pt x="1268" y="1085"/>
                      <a:pt x="1042" y="633"/>
                      <a:pt x="770" y="225"/>
                    </a:cubicBezTo>
                    <a:cubicBezTo>
                      <a:pt x="709" y="71"/>
                      <a:pt x="562" y="0"/>
                      <a:pt x="418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0" name="Google Shape;6890;p20"/>
              <p:cNvSpPr/>
              <p:nvPr/>
            </p:nvSpPr>
            <p:spPr>
              <a:xfrm>
                <a:off x="3439350" y="4080325"/>
                <a:ext cx="46425" cy="77475"/>
              </a:xfrm>
              <a:custGeom>
                <a:rect b="b" l="l" r="r" t="t"/>
                <a:pathLst>
                  <a:path extrusionOk="0" h="3099" w="1857">
                    <a:moveTo>
                      <a:pt x="406" y="0"/>
                    </a:moveTo>
                    <a:cubicBezTo>
                      <a:pt x="348" y="0"/>
                      <a:pt x="287" y="15"/>
                      <a:pt x="227" y="45"/>
                    </a:cubicBezTo>
                    <a:cubicBezTo>
                      <a:pt x="46" y="136"/>
                      <a:pt x="0" y="362"/>
                      <a:pt x="91" y="543"/>
                    </a:cubicBezTo>
                    <a:cubicBezTo>
                      <a:pt x="317" y="951"/>
                      <a:pt x="498" y="1358"/>
                      <a:pt x="725" y="1811"/>
                    </a:cubicBezTo>
                    <a:cubicBezTo>
                      <a:pt x="815" y="2037"/>
                      <a:pt x="906" y="2264"/>
                      <a:pt x="1042" y="2445"/>
                    </a:cubicBezTo>
                    <a:cubicBezTo>
                      <a:pt x="1087" y="2535"/>
                      <a:pt x="1132" y="2671"/>
                      <a:pt x="1177" y="2762"/>
                    </a:cubicBezTo>
                    <a:cubicBezTo>
                      <a:pt x="1268" y="2852"/>
                      <a:pt x="1359" y="2943"/>
                      <a:pt x="1449" y="3033"/>
                    </a:cubicBezTo>
                    <a:cubicBezTo>
                      <a:pt x="1494" y="3078"/>
                      <a:pt x="1550" y="3099"/>
                      <a:pt x="1605" y="3099"/>
                    </a:cubicBezTo>
                    <a:cubicBezTo>
                      <a:pt x="1716" y="3099"/>
                      <a:pt x="1826" y="3018"/>
                      <a:pt x="1857" y="2897"/>
                    </a:cubicBezTo>
                    <a:cubicBezTo>
                      <a:pt x="1857" y="2626"/>
                      <a:pt x="1766" y="2399"/>
                      <a:pt x="1721" y="2173"/>
                    </a:cubicBezTo>
                    <a:cubicBezTo>
                      <a:pt x="1630" y="1901"/>
                      <a:pt x="1540" y="1675"/>
                      <a:pt x="1404" y="1449"/>
                    </a:cubicBezTo>
                    <a:cubicBezTo>
                      <a:pt x="1177" y="996"/>
                      <a:pt x="951" y="589"/>
                      <a:pt x="725" y="181"/>
                    </a:cubicBezTo>
                    <a:cubicBezTo>
                      <a:pt x="634" y="60"/>
                      <a:pt x="524" y="0"/>
                      <a:pt x="406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1" name="Google Shape;6891;p20"/>
              <p:cNvSpPr/>
              <p:nvPr/>
            </p:nvSpPr>
            <p:spPr>
              <a:xfrm>
                <a:off x="3573475" y="3892625"/>
                <a:ext cx="114875" cy="50775"/>
              </a:xfrm>
              <a:custGeom>
                <a:rect b="b" l="l" r="r" t="t"/>
                <a:pathLst>
                  <a:path extrusionOk="0" h="2031" w="4595">
                    <a:moveTo>
                      <a:pt x="487" y="1"/>
                    </a:moveTo>
                    <a:cubicBezTo>
                      <a:pt x="226" y="1"/>
                      <a:pt x="0" y="333"/>
                      <a:pt x="249" y="582"/>
                    </a:cubicBezTo>
                    <a:cubicBezTo>
                      <a:pt x="792" y="1125"/>
                      <a:pt x="1471" y="1533"/>
                      <a:pt x="2195" y="1804"/>
                    </a:cubicBezTo>
                    <a:cubicBezTo>
                      <a:pt x="2558" y="1895"/>
                      <a:pt x="2965" y="2031"/>
                      <a:pt x="3327" y="2031"/>
                    </a:cubicBezTo>
                    <a:cubicBezTo>
                      <a:pt x="3735" y="1985"/>
                      <a:pt x="4187" y="2031"/>
                      <a:pt x="4504" y="1759"/>
                    </a:cubicBezTo>
                    <a:cubicBezTo>
                      <a:pt x="4595" y="1668"/>
                      <a:pt x="4595" y="1442"/>
                      <a:pt x="4459" y="1397"/>
                    </a:cubicBezTo>
                    <a:cubicBezTo>
                      <a:pt x="4142" y="1261"/>
                      <a:pt x="3825" y="1352"/>
                      <a:pt x="3463" y="1261"/>
                    </a:cubicBezTo>
                    <a:cubicBezTo>
                      <a:pt x="3146" y="1170"/>
                      <a:pt x="2784" y="1125"/>
                      <a:pt x="2467" y="1035"/>
                    </a:cubicBezTo>
                    <a:cubicBezTo>
                      <a:pt x="1788" y="854"/>
                      <a:pt x="1199" y="537"/>
                      <a:pt x="702" y="84"/>
                    </a:cubicBezTo>
                    <a:cubicBezTo>
                      <a:pt x="633" y="26"/>
                      <a:pt x="559" y="1"/>
                      <a:pt x="487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2" name="Google Shape;6892;p20"/>
              <p:cNvSpPr/>
              <p:nvPr/>
            </p:nvSpPr>
            <p:spPr>
              <a:xfrm>
                <a:off x="3783325" y="3742400"/>
                <a:ext cx="52150" cy="102400"/>
              </a:xfrm>
              <a:custGeom>
                <a:rect b="b" l="l" r="r" t="t"/>
                <a:pathLst>
                  <a:path extrusionOk="0" h="4096" w="2086">
                    <a:moveTo>
                      <a:pt x="516" y="0"/>
                    </a:moveTo>
                    <a:cubicBezTo>
                      <a:pt x="251" y="0"/>
                      <a:pt x="1" y="264"/>
                      <a:pt x="184" y="570"/>
                    </a:cubicBezTo>
                    <a:cubicBezTo>
                      <a:pt x="501" y="1113"/>
                      <a:pt x="727" y="1657"/>
                      <a:pt x="909" y="2245"/>
                    </a:cubicBezTo>
                    <a:cubicBezTo>
                      <a:pt x="1044" y="2517"/>
                      <a:pt x="1090" y="2834"/>
                      <a:pt x="1225" y="3105"/>
                    </a:cubicBezTo>
                    <a:cubicBezTo>
                      <a:pt x="1316" y="3422"/>
                      <a:pt x="1361" y="3739"/>
                      <a:pt x="1542" y="3965"/>
                    </a:cubicBezTo>
                    <a:cubicBezTo>
                      <a:pt x="1606" y="4051"/>
                      <a:pt x="1691" y="4096"/>
                      <a:pt x="1771" y="4096"/>
                    </a:cubicBezTo>
                    <a:cubicBezTo>
                      <a:pt x="1862" y="4096"/>
                      <a:pt x="1947" y="4040"/>
                      <a:pt x="1995" y="3920"/>
                    </a:cubicBezTo>
                    <a:cubicBezTo>
                      <a:pt x="2086" y="3603"/>
                      <a:pt x="2040" y="3241"/>
                      <a:pt x="1995" y="2924"/>
                    </a:cubicBezTo>
                    <a:cubicBezTo>
                      <a:pt x="1950" y="2607"/>
                      <a:pt x="1859" y="2290"/>
                      <a:pt x="1723" y="1974"/>
                    </a:cubicBezTo>
                    <a:cubicBezTo>
                      <a:pt x="1497" y="1340"/>
                      <a:pt x="1225" y="751"/>
                      <a:pt x="863" y="208"/>
                    </a:cubicBezTo>
                    <a:cubicBezTo>
                      <a:pt x="775" y="61"/>
                      <a:pt x="644" y="0"/>
                      <a:pt x="516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3" name="Google Shape;6893;p20"/>
              <p:cNvSpPr/>
              <p:nvPr/>
            </p:nvSpPr>
            <p:spPr>
              <a:xfrm>
                <a:off x="4468075" y="4439750"/>
                <a:ext cx="22675" cy="64150"/>
              </a:xfrm>
              <a:custGeom>
                <a:rect b="b" l="l" r="r" t="t"/>
                <a:pathLst>
                  <a:path extrusionOk="0" h="2566" w="907">
                    <a:moveTo>
                      <a:pt x="653" y="1"/>
                    </a:moveTo>
                    <a:cubicBezTo>
                      <a:pt x="589" y="1"/>
                      <a:pt x="532" y="43"/>
                      <a:pt x="499" y="109"/>
                    </a:cubicBezTo>
                    <a:cubicBezTo>
                      <a:pt x="318" y="426"/>
                      <a:pt x="272" y="788"/>
                      <a:pt x="227" y="1150"/>
                    </a:cubicBezTo>
                    <a:lnTo>
                      <a:pt x="1" y="2192"/>
                    </a:lnTo>
                    <a:cubicBezTo>
                      <a:pt x="1" y="2373"/>
                      <a:pt x="46" y="2508"/>
                      <a:pt x="227" y="2554"/>
                    </a:cubicBezTo>
                    <a:cubicBezTo>
                      <a:pt x="251" y="2562"/>
                      <a:pt x="275" y="2565"/>
                      <a:pt x="299" y="2565"/>
                    </a:cubicBezTo>
                    <a:cubicBezTo>
                      <a:pt x="408" y="2565"/>
                      <a:pt x="507" y="2484"/>
                      <a:pt x="544" y="2373"/>
                    </a:cubicBezTo>
                    <a:cubicBezTo>
                      <a:pt x="635" y="2010"/>
                      <a:pt x="680" y="1648"/>
                      <a:pt x="770" y="1286"/>
                    </a:cubicBezTo>
                    <a:cubicBezTo>
                      <a:pt x="816" y="924"/>
                      <a:pt x="906" y="562"/>
                      <a:pt x="861" y="200"/>
                    </a:cubicBezTo>
                    <a:cubicBezTo>
                      <a:pt x="861" y="109"/>
                      <a:pt x="816" y="19"/>
                      <a:pt x="725" y="19"/>
                    </a:cubicBezTo>
                    <a:cubicBezTo>
                      <a:pt x="701" y="7"/>
                      <a:pt x="677" y="1"/>
                      <a:pt x="6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4" name="Google Shape;6894;p20"/>
              <p:cNvSpPr/>
              <p:nvPr/>
            </p:nvSpPr>
            <p:spPr>
              <a:xfrm>
                <a:off x="4411500" y="4512000"/>
                <a:ext cx="21075" cy="78750"/>
              </a:xfrm>
              <a:custGeom>
                <a:rect b="b" l="l" r="r" t="t"/>
                <a:pathLst>
                  <a:path extrusionOk="0" h="3150" w="843">
                    <a:moveTo>
                      <a:pt x="597" y="1"/>
                    </a:moveTo>
                    <a:cubicBezTo>
                      <a:pt x="510" y="1"/>
                      <a:pt x="418" y="51"/>
                      <a:pt x="362" y="162"/>
                    </a:cubicBezTo>
                    <a:cubicBezTo>
                      <a:pt x="46" y="1022"/>
                      <a:pt x="0" y="1972"/>
                      <a:pt x="46" y="2878"/>
                    </a:cubicBezTo>
                    <a:cubicBezTo>
                      <a:pt x="46" y="3059"/>
                      <a:pt x="181" y="3149"/>
                      <a:pt x="317" y="3149"/>
                    </a:cubicBezTo>
                    <a:cubicBezTo>
                      <a:pt x="453" y="3149"/>
                      <a:pt x="589" y="3059"/>
                      <a:pt x="589" y="2878"/>
                    </a:cubicBezTo>
                    <a:cubicBezTo>
                      <a:pt x="589" y="2018"/>
                      <a:pt x="725" y="1158"/>
                      <a:pt x="815" y="297"/>
                    </a:cubicBezTo>
                    <a:cubicBezTo>
                      <a:pt x="842" y="109"/>
                      <a:pt x="725" y="1"/>
                      <a:pt x="5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5" name="Google Shape;6895;p20"/>
              <p:cNvSpPr/>
              <p:nvPr/>
            </p:nvSpPr>
            <p:spPr>
              <a:xfrm>
                <a:off x="4546493" y="3480950"/>
                <a:ext cx="58050" cy="132250"/>
              </a:xfrm>
              <a:custGeom>
                <a:rect b="b" l="l" r="r" t="t"/>
                <a:pathLst>
                  <a:path extrusionOk="0" h="5290" w="2322">
                    <a:moveTo>
                      <a:pt x="293" y="0"/>
                    </a:moveTo>
                    <a:cubicBezTo>
                      <a:pt x="132" y="0"/>
                      <a:pt x="0" y="149"/>
                      <a:pt x="33" y="345"/>
                    </a:cubicBezTo>
                    <a:cubicBezTo>
                      <a:pt x="124" y="1114"/>
                      <a:pt x="531" y="1884"/>
                      <a:pt x="803" y="2608"/>
                    </a:cubicBezTo>
                    <a:cubicBezTo>
                      <a:pt x="1029" y="3378"/>
                      <a:pt x="1255" y="4147"/>
                      <a:pt x="1391" y="4962"/>
                    </a:cubicBezTo>
                    <a:cubicBezTo>
                      <a:pt x="1431" y="5184"/>
                      <a:pt x="1625" y="5289"/>
                      <a:pt x="1823" y="5289"/>
                    </a:cubicBezTo>
                    <a:cubicBezTo>
                      <a:pt x="2069" y="5289"/>
                      <a:pt x="2321" y="5127"/>
                      <a:pt x="2296" y="4826"/>
                    </a:cubicBezTo>
                    <a:cubicBezTo>
                      <a:pt x="2206" y="3966"/>
                      <a:pt x="2025" y="3106"/>
                      <a:pt x="1753" y="2291"/>
                    </a:cubicBezTo>
                    <a:cubicBezTo>
                      <a:pt x="1482" y="1476"/>
                      <a:pt x="1119" y="616"/>
                      <a:pt x="486" y="73"/>
                    </a:cubicBezTo>
                    <a:cubicBezTo>
                      <a:pt x="422" y="23"/>
                      <a:pt x="356" y="0"/>
                      <a:pt x="2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6" name="Google Shape;6896;p20"/>
              <p:cNvSpPr/>
              <p:nvPr/>
            </p:nvSpPr>
            <p:spPr>
              <a:xfrm>
                <a:off x="4082168" y="3393450"/>
                <a:ext cx="66800" cy="185250"/>
              </a:xfrm>
              <a:custGeom>
                <a:rect b="b" l="l" r="r" t="t"/>
                <a:pathLst>
                  <a:path extrusionOk="0" h="7410" w="2672">
                    <a:moveTo>
                      <a:pt x="704" y="0"/>
                    </a:moveTo>
                    <a:cubicBezTo>
                      <a:pt x="423" y="0"/>
                      <a:pt x="183" y="328"/>
                      <a:pt x="317" y="631"/>
                    </a:cubicBezTo>
                    <a:cubicBezTo>
                      <a:pt x="634" y="1264"/>
                      <a:pt x="770" y="1989"/>
                      <a:pt x="725" y="2668"/>
                    </a:cubicBezTo>
                    <a:cubicBezTo>
                      <a:pt x="725" y="3437"/>
                      <a:pt x="363" y="4116"/>
                      <a:pt x="182" y="4841"/>
                    </a:cubicBezTo>
                    <a:cubicBezTo>
                      <a:pt x="1" y="5655"/>
                      <a:pt x="91" y="6697"/>
                      <a:pt x="861" y="7195"/>
                    </a:cubicBezTo>
                    <a:cubicBezTo>
                      <a:pt x="1048" y="7325"/>
                      <a:pt x="1358" y="7410"/>
                      <a:pt x="1667" y="7410"/>
                    </a:cubicBezTo>
                    <a:cubicBezTo>
                      <a:pt x="2108" y="7410"/>
                      <a:pt x="2546" y="7239"/>
                      <a:pt x="2626" y="6787"/>
                    </a:cubicBezTo>
                    <a:cubicBezTo>
                      <a:pt x="2671" y="6651"/>
                      <a:pt x="2581" y="6425"/>
                      <a:pt x="2400" y="6425"/>
                    </a:cubicBezTo>
                    <a:lnTo>
                      <a:pt x="2445" y="6425"/>
                    </a:lnTo>
                    <a:cubicBezTo>
                      <a:pt x="2309" y="6380"/>
                      <a:pt x="2219" y="6380"/>
                      <a:pt x="2128" y="6380"/>
                    </a:cubicBezTo>
                    <a:cubicBezTo>
                      <a:pt x="2083" y="6380"/>
                      <a:pt x="1992" y="6380"/>
                      <a:pt x="1947" y="6335"/>
                    </a:cubicBezTo>
                    <a:cubicBezTo>
                      <a:pt x="1947" y="6335"/>
                      <a:pt x="1947" y="6335"/>
                      <a:pt x="1902" y="6289"/>
                    </a:cubicBezTo>
                    <a:cubicBezTo>
                      <a:pt x="1766" y="6108"/>
                      <a:pt x="1675" y="6063"/>
                      <a:pt x="1630" y="5837"/>
                    </a:cubicBezTo>
                    <a:cubicBezTo>
                      <a:pt x="1540" y="5520"/>
                      <a:pt x="1675" y="5203"/>
                      <a:pt x="1766" y="4931"/>
                    </a:cubicBezTo>
                    <a:cubicBezTo>
                      <a:pt x="1857" y="4569"/>
                      <a:pt x="1992" y="4207"/>
                      <a:pt x="2083" y="3845"/>
                    </a:cubicBezTo>
                    <a:cubicBezTo>
                      <a:pt x="2219" y="3166"/>
                      <a:pt x="2219" y="2532"/>
                      <a:pt x="2038" y="1853"/>
                    </a:cubicBezTo>
                    <a:cubicBezTo>
                      <a:pt x="1902" y="1174"/>
                      <a:pt x="1494" y="585"/>
                      <a:pt x="996" y="133"/>
                    </a:cubicBezTo>
                    <a:cubicBezTo>
                      <a:pt x="903" y="40"/>
                      <a:pt x="801" y="0"/>
                      <a:pt x="7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7" name="Google Shape;6897;p20"/>
              <p:cNvSpPr/>
              <p:nvPr/>
            </p:nvSpPr>
            <p:spPr>
              <a:xfrm>
                <a:off x="4190818" y="3449425"/>
                <a:ext cx="44150" cy="70950"/>
              </a:xfrm>
              <a:custGeom>
                <a:rect b="b" l="l" r="r" t="t"/>
                <a:pathLst>
                  <a:path extrusionOk="0" h="2838" w="1766">
                    <a:moveTo>
                      <a:pt x="596" y="1"/>
                    </a:moveTo>
                    <a:cubicBezTo>
                      <a:pt x="550" y="1"/>
                      <a:pt x="502" y="7"/>
                      <a:pt x="453" y="21"/>
                    </a:cubicBezTo>
                    <a:cubicBezTo>
                      <a:pt x="227" y="112"/>
                      <a:pt x="0" y="383"/>
                      <a:pt x="91" y="700"/>
                    </a:cubicBezTo>
                    <a:cubicBezTo>
                      <a:pt x="227" y="1017"/>
                      <a:pt x="362" y="1379"/>
                      <a:pt x="498" y="1696"/>
                    </a:cubicBezTo>
                    <a:cubicBezTo>
                      <a:pt x="544" y="1923"/>
                      <a:pt x="634" y="2104"/>
                      <a:pt x="725" y="2285"/>
                    </a:cubicBezTo>
                    <a:cubicBezTo>
                      <a:pt x="815" y="2466"/>
                      <a:pt x="906" y="2692"/>
                      <a:pt x="1132" y="2783"/>
                    </a:cubicBezTo>
                    <a:cubicBezTo>
                      <a:pt x="1196" y="2821"/>
                      <a:pt x="1260" y="2838"/>
                      <a:pt x="1321" y="2838"/>
                    </a:cubicBezTo>
                    <a:cubicBezTo>
                      <a:pt x="1476" y="2838"/>
                      <a:pt x="1610" y="2731"/>
                      <a:pt x="1675" y="2602"/>
                    </a:cubicBezTo>
                    <a:cubicBezTo>
                      <a:pt x="1766" y="2375"/>
                      <a:pt x="1675" y="2149"/>
                      <a:pt x="1630" y="1923"/>
                    </a:cubicBezTo>
                    <a:cubicBezTo>
                      <a:pt x="1585" y="1742"/>
                      <a:pt x="1539" y="1560"/>
                      <a:pt x="1494" y="1425"/>
                    </a:cubicBezTo>
                    <a:lnTo>
                      <a:pt x="1132" y="383"/>
                    </a:lnTo>
                    <a:cubicBezTo>
                      <a:pt x="1056" y="192"/>
                      <a:pt x="850" y="1"/>
                      <a:pt x="5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8" name="Google Shape;6898;p20"/>
              <p:cNvSpPr/>
              <p:nvPr/>
            </p:nvSpPr>
            <p:spPr>
              <a:xfrm>
                <a:off x="3973525" y="3515575"/>
                <a:ext cx="9075" cy="6825"/>
              </a:xfrm>
              <a:custGeom>
                <a:rect b="b" l="l" r="r" t="t"/>
                <a:pathLst>
                  <a:path extrusionOk="0" h="273" w="363">
                    <a:moveTo>
                      <a:pt x="181" y="1"/>
                    </a:moveTo>
                    <a:cubicBezTo>
                      <a:pt x="0" y="1"/>
                      <a:pt x="0" y="273"/>
                      <a:pt x="181" y="273"/>
                    </a:cubicBezTo>
                    <a:cubicBezTo>
                      <a:pt x="362" y="273"/>
                      <a:pt x="362" y="1"/>
                      <a:pt x="181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9" name="Google Shape;6899;p20"/>
              <p:cNvSpPr/>
              <p:nvPr/>
            </p:nvSpPr>
            <p:spPr>
              <a:xfrm>
                <a:off x="4417168" y="2885025"/>
                <a:ext cx="97350" cy="131350"/>
              </a:xfrm>
              <a:custGeom>
                <a:rect b="b" l="l" r="r" t="t"/>
                <a:pathLst>
                  <a:path extrusionOk="0" h="5254" w="3894">
                    <a:moveTo>
                      <a:pt x="1160" y="0"/>
                    </a:moveTo>
                    <a:cubicBezTo>
                      <a:pt x="981" y="0"/>
                      <a:pt x="799" y="101"/>
                      <a:pt x="724" y="325"/>
                    </a:cubicBezTo>
                    <a:cubicBezTo>
                      <a:pt x="0" y="2090"/>
                      <a:pt x="1222" y="3856"/>
                      <a:pt x="2490" y="5033"/>
                    </a:cubicBezTo>
                    <a:cubicBezTo>
                      <a:pt x="2631" y="5174"/>
                      <a:pt x="2821" y="5254"/>
                      <a:pt x="3009" y="5254"/>
                    </a:cubicBezTo>
                    <a:cubicBezTo>
                      <a:pt x="3183" y="5254"/>
                      <a:pt x="3355" y="5185"/>
                      <a:pt x="3486" y="5033"/>
                    </a:cubicBezTo>
                    <a:cubicBezTo>
                      <a:pt x="3712" y="4807"/>
                      <a:pt x="3893" y="4444"/>
                      <a:pt x="3667" y="4128"/>
                    </a:cubicBezTo>
                    <a:cubicBezTo>
                      <a:pt x="3622" y="3992"/>
                      <a:pt x="3486" y="3901"/>
                      <a:pt x="3350" y="3856"/>
                    </a:cubicBezTo>
                    <a:lnTo>
                      <a:pt x="3305" y="3856"/>
                    </a:lnTo>
                    <a:cubicBezTo>
                      <a:pt x="3305" y="3856"/>
                      <a:pt x="3305" y="3856"/>
                      <a:pt x="3305" y="3811"/>
                    </a:cubicBezTo>
                    <a:lnTo>
                      <a:pt x="3078" y="3630"/>
                    </a:lnTo>
                    <a:cubicBezTo>
                      <a:pt x="2943" y="3494"/>
                      <a:pt x="2807" y="3358"/>
                      <a:pt x="2671" y="3222"/>
                    </a:cubicBezTo>
                    <a:cubicBezTo>
                      <a:pt x="2626" y="3132"/>
                      <a:pt x="2580" y="3086"/>
                      <a:pt x="2490" y="2996"/>
                    </a:cubicBezTo>
                    <a:cubicBezTo>
                      <a:pt x="2490" y="2951"/>
                      <a:pt x="2445" y="2905"/>
                      <a:pt x="2399" y="2860"/>
                    </a:cubicBezTo>
                    <a:cubicBezTo>
                      <a:pt x="2264" y="2679"/>
                      <a:pt x="2218" y="2634"/>
                      <a:pt x="2082" y="2407"/>
                    </a:cubicBezTo>
                    <a:cubicBezTo>
                      <a:pt x="1856" y="2090"/>
                      <a:pt x="1766" y="1864"/>
                      <a:pt x="1630" y="1502"/>
                    </a:cubicBezTo>
                    <a:cubicBezTo>
                      <a:pt x="1539" y="1185"/>
                      <a:pt x="1539" y="868"/>
                      <a:pt x="1584" y="551"/>
                    </a:cubicBezTo>
                    <a:cubicBezTo>
                      <a:pt x="1664" y="205"/>
                      <a:pt x="1416" y="0"/>
                      <a:pt x="11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0" name="Google Shape;6900;p20"/>
              <p:cNvSpPr/>
              <p:nvPr/>
            </p:nvSpPr>
            <p:spPr>
              <a:xfrm>
                <a:off x="4480543" y="2862575"/>
                <a:ext cx="62250" cy="57050"/>
              </a:xfrm>
              <a:custGeom>
                <a:rect b="b" l="l" r="r" t="t"/>
                <a:pathLst>
                  <a:path extrusionOk="0" h="2282" w="2490">
                    <a:moveTo>
                      <a:pt x="560" y="1"/>
                    </a:moveTo>
                    <a:cubicBezTo>
                      <a:pt x="430" y="1"/>
                      <a:pt x="294" y="46"/>
                      <a:pt x="181" y="137"/>
                    </a:cubicBezTo>
                    <a:cubicBezTo>
                      <a:pt x="0" y="363"/>
                      <a:pt x="0" y="680"/>
                      <a:pt x="181" y="861"/>
                    </a:cubicBezTo>
                    <a:cubicBezTo>
                      <a:pt x="453" y="1087"/>
                      <a:pt x="724" y="1314"/>
                      <a:pt x="996" y="1540"/>
                    </a:cubicBezTo>
                    <a:cubicBezTo>
                      <a:pt x="1132" y="1676"/>
                      <a:pt x="1222" y="1766"/>
                      <a:pt x="1358" y="1857"/>
                    </a:cubicBezTo>
                    <a:cubicBezTo>
                      <a:pt x="1449" y="1947"/>
                      <a:pt x="1539" y="2038"/>
                      <a:pt x="1630" y="2083"/>
                    </a:cubicBezTo>
                    <a:cubicBezTo>
                      <a:pt x="1720" y="2128"/>
                      <a:pt x="1811" y="2174"/>
                      <a:pt x="1856" y="2219"/>
                    </a:cubicBezTo>
                    <a:cubicBezTo>
                      <a:pt x="1938" y="2260"/>
                      <a:pt x="2019" y="2282"/>
                      <a:pt x="2092" y="2282"/>
                    </a:cubicBezTo>
                    <a:cubicBezTo>
                      <a:pt x="2182" y="2282"/>
                      <a:pt x="2259" y="2248"/>
                      <a:pt x="2309" y="2174"/>
                    </a:cubicBezTo>
                    <a:cubicBezTo>
                      <a:pt x="2445" y="2038"/>
                      <a:pt x="2490" y="1857"/>
                      <a:pt x="2399" y="1721"/>
                    </a:cubicBezTo>
                    <a:cubicBezTo>
                      <a:pt x="2264" y="1540"/>
                      <a:pt x="2173" y="1404"/>
                      <a:pt x="1992" y="1268"/>
                    </a:cubicBezTo>
                    <a:lnTo>
                      <a:pt x="2037" y="1268"/>
                    </a:lnTo>
                    <a:cubicBezTo>
                      <a:pt x="1901" y="1132"/>
                      <a:pt x="1766" y="997"/>
                      <a:pt x="1675" y="861"/>
                    </a:cubicBezTo>
                    <a:cubicBezTo>
                      <a:pt x="1403" y="634"/>
                      <a:pt x="1177" y="408"/>
                      <a:pt x="905" y="137"/>
                    </a:cubicBezTo>
                    <a:cubicBezTo>
                      <a:pt x="815" y="46"/>
                      <a:pt x="690" y="1"/>
                      <a:pt x="5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1" name="Google Shape;6901;p20"/>
              <p:cNvSpPr/>
              <p:nvPr/>
            </p:nvSpPr>
            <p:spPr>
              <a:xfrm>
                <a:off x="4788368" y="3596425"/>
                <a:ext cx="22650" cy="79600"/>
              </a:xfrm>
              <a:custGeom>
                <a:rect b="b" l="l" r="r" t="t"/>
                <a:pathLst>
                  <a:path extrusionOk="0" h="3184" w="906">
                    <a:moveTo>
                      <a:pt x="614" y="0"/>
                    </a:moveTo>
                    <a:cubicBezTo>
                      <a:pt x="548" y="0"/>
                      <a:pt x="486" y="35"/>
                      <a:pt x="453" y="117"/>
                    </a:cubicBezTo>
                    <a:cubicBezTo>
                      <a:pt x="317" y="343"/>
                      <a:pt x="272" y="569"/>
                      <a:pt x="227" y="796"/>
                    </a:cubicBezTo>
                    <a:cubicBezTo>
                      <a:pt x="136" y="1022"/>
                      <a:pt x="91" y="1249"/>
                      <a:pt x="91" y="1520"/>
                    </a:cubicBezTo>
                    <a:cubicBezTo>
                      <a:pt x="45" y="1973"/>
                      <a:pt x="0" y="2426"/>
                      <a:pt x="45" y="2878"/>
                    </a:cubicBezTo>
                    <a:cubicBezTo>
                      <a:pt x="45" y="3082"/>
                      <a:pt x="204" y="3184"/>
                      <a:pt x="362" y="3184"/>
                    </a:cubicBezTo>
                    <a:cubicBezTo>
                      <a:pt x="521" y="3184"/>
                      <a:pt x="679" y="3082"/>
                      <a:pt x="679" y="2878"/>
                    </a:cubicBezTo>
                    <a:cubicBezTo>
                      <a:pt x="679" y="2426"/>
                      <a:pt x="725" y="1973"/>
                      <a:pt x="770" y="1565"/>
                    </a:cubicBezTo>
                    <a:cubicBezTo>
                      <a:pt x="815" y="1339"/>
                      <a:pt x="815" y="1113"/>
                      <a:pt x="860" y="886"/>
                    </a:cubicBezTo>
                    <a:cubicBezTo>
                      <a:pt x="860" y="660"/>
                      <a:pt x="906" y="434"/>
                      <a:pt x="860" y="253"/>
                    </a:cubicBezTo>
                    <a:cubicBezTo>
                      <a:pt x="860" y="108"/>
                      <a:pt x="731" y="0"/>
                      <a:pt x="61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2" name="Google Shape;6902;p20"/>
              <p:cNvSpPr/>
              <p:nvPr/>
            </p:nvSpPr>
            <p:spPr>
              <a:xfrm>
                <a:off x="4878893" y="3610500"/>
                <a:ext cx="27200" cy="80800"/>
              </a:xfrm>
              <a:custGeom>
                <a:rect b="b" l="l" r="r" t="t"/>
                <a:pathLst>
                  <a:path extrusionOk="0" h="3232" w="1088">
                    <a:moveTo>
                      <a:pt x="792" y="0"/>
                    </a:moveTo>
                    <a:cubicBezTo>
                      <a:pt x="712" y="0"/>
                      <a:pt x="631" y="34"/>
                      <a:pt x="589" y="97"/>
                    </a:cubicBezTo>
                    <a:cubicBezTo>
                      <a:pt x="499" y="233"/>
                      <a:pt x="453" y="323"/>
                      <a:pt x="408" y="459"/>
                    </a:cubicBezTo>
                    <a:cubicBezTo>
                      <a:pt x="363" y="550"/>
                      <a:pt x="363" y="640"/>
                      <a:pt x="363" y="776"/>
                    </a:cubicBezTo>
                    <a:cubicBezTo>
                      <a:pt x="318" y="957"/>
                      <a:pt x="227" y="1183"/>
                      <a:pt x="227" y="1410"/>
                    </a:cubicBezTo>
                    <a:cubicBezTo>
                      <a:pt x="137" y="1863"/>
                      <a:pt x="91" y="2315"/>
                      <a:pt x="1" y="2768"/>
                    </a:cubicBezTo>
                    <a:cubicBezTo>
                      <a:pt x="1" y="2949"/>
                      <a:pt x="46" y="3175"/>
                      <a:pt x="272" y="3221"/>
                    </a:cubicBezTo>
                    <a:cubicBezTo>
                      <a:pt x="303" y="3228"/>
                      <a:pt x="334" y="3232"/>
                      <a:pt x="366" y="3232"/>
                    </a:cubicBezTo>
                    <a:cubicBezTo>
                      <a:pt x="524" y="3232"/>
                      <a:pt x="687" y="3138"/>
                      <a:pt x="725" y="2949"/>
                    </a:cubicBezTo>
                    <a:cubicBezTo>
                      <a:pt x="816" y="2496"/>
                      <a:pt x="861" y="2044"/>
                      <a:pt x="951" y="1591"/>
                    </a:cubicBezTo>
                    <a:cubicBezTo>
                      <a:pt x="997" y="1365"/>
                      <a:pt x="997" y="1138"/>
                      <a:pt x="1042" y="867"/>
                    </a:cubicBezTo>
                    <a:cubicBezTo>
                      <a:pt x="1042" y="776"/>
                      <a:pt x="1042" y="640"/>
                      <a:pt x="1087" y="550"/>
                    </a:cubicBezTo>
                    <a:cubicBezTo>
                      <a:pt x="1087" y="414"/>
                      <a:pt x="1042" y="278"/>
                      <a:pt x="997" y="142"/>
                    </a:cubicBezTo>
                    <a:cubicBezTo>
                      <a:pt x="972" y="45"/>
                      <a:pt x="883" y="0"/>
                      <a:pt x="7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3" name="Google Shape;6903;p20"/>
              <p:cNvSpPr/>
              <p:nvPr/>
            </p:nvSpPr>
            <p:spPr>
              <a:xfrm>
                <a:off x="4814393" y="3397400"/>
                <a:ext cx="22650" cy="84250"/>
              </a:xfrm>
              <a:custGeom>
                <a:rect b="b" l="l" r="r" t="t"/>
                <a:pathLst>
                  <a:path extrusionOk="0" h="3370" w="906">
                    <a:moveTo>
                      <a:pt x="314" y="0"/>
                    </a:moveTo>
                    <a:cubicBezTo>
                      <a:pt x="194" y="0"/>
                      <a:pt x="71" y="95"/>
                      <a:pt x="46" y="246"/>
                    </a:cubicBezTo>
                    <a:cubicBezTo>
                      <a:pt x="0" y="473"/>
                      <a:pt x="46" y="744"/>
                      <a:pt x="46" y="971"/>
                    </a:cubicBezTo>
                    <a:cubicBezTo>
                      <a:pt x="46" y="1197"/>
                      <a:pt x="46" y="1423"/>
                      <a:pt x="91" y="1650"/>
                    </a:cubicBezTo>
                    <a:cubicBezTo>
                      <a:pt x="136" y="2102"/>
                      <a:pt x="181" y="2555"/>
                      <a:pt x="227" y="3053"/>
                    </a:cubicBezTo>
                    <a:cubicBezTo>
                      <a:pt x="272" y="3234"/>
                      <a:pt x="363" y="3370"/>
                      <a:pt x="589" y="3370"/>
                    </a:cubicBezTo>
                    <a:cubicBezTo>
                      <a:pt x="725" y="3370"/>
                      <a:pt x="906" y="3234"/>
                      <a:pt x="906" y="3053"/>
                    </a:cubicBezTo>
                    <a:cubicBezTo>
                      <a:pt x="861" y="2555"/>
                      <a:pt x="815" y="2102"/>
                      <a:pt x="770" y="1604"/>
                    </a:cubicBezTo>
                    <a:cubicBezTo>
                      <a:pt x="770" y="1378"/>
                      <a:pt x="725" y="1152"/>
                      <a:pt x="679" y="925"/>
                    </a:cubicBezTo>
                    <a:cubicBezTo>
                      <a:pt x="679" y="654"/>
                      <a:pt x="634" y="427"/>
                      <a:pt x="544" y="201"/>
                    </a:cubicBezTo>
                    <a:cubicBezTo>
                      <a:pt x="503" y="60"/>
                      <a:pt x="410" y="0"/>
                      <a:pt x="31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4" name="Google Shape;6904;p20"/>
              <p:cNvSpPr/>
              <p:nvPr/>
            </p:nvSpPr>
            <p:spPr>
              <a:xfrm>
                <a:off x="2220927" y="238025"/>
                <a:ext cx="3145075" cy="5219050"/>
              </a:xfrm>
              <a:custGeom>
                <a:rect b="b" l="l" r="r" t="t"/>
                <a:pathLst>
                  <a:path extrusionOk="0" h="208762" w="125803">
                    <a:moveTo>
                      <a:pt x="77899" y="7965"/>
                    </a:moveTo>
                    <a:lnTo>
                      <a:pt x="77899" y="7965"/>
                    </a:lnTo>
                    <a:cubicBezTo>
                      <a:pt x="77887" y="7997"/>
                      <a:pt x="77875" y="8029"/>
                      <a:pt x="77863" y="8062"/>
                    </a:cubicBezTo>
                    <a:cubicBezTo>
                      <a:pt x="77863" y="8029"/>
                      <a:pt x="77886" y="7997"/>
                      <a:pt x="77899" y="7965"/>
                    </a:cubicBezTo>
                    <a:close/>
                    <a:moveTo>
                      <a:pt x="87414" y="21145"/>
                    </a:moveTo>
                    <a:cubicBezTo>
                      <a:pt x="87414" y="21145"/>
                      <a:pt x="87442" y="21145"/>
                      <a:pt x="87454" y="21166"/>
                    </a:cubicBezTo>
                    <a:lnTo>
                      <a:pt x="87454" y="21166"/>
                    </a:lnTo>
                    <a:cubicBezTo>
                      <a:pt x="87441" y="21159"/>
                      <a:pt x="87428" y="21152"/>
                      <a:pt x="87414" y="21145"/>
                    </a:cubicBezTo>
                    <a:close/>
                    <a:moveTo>
                      <a:pt x="77908" y="29384"/>
                    </a:moveTo>
                    <a:lnTo>
                      <a:pt x="77908" y="29384"/>
                    </a:lnTo>
                    <a:cubicBezTo>
                      <a:pt x="77884" y="29424"/>
                      <a:pt x="77861" y="29461"/>
                      <a:pt x="77839" y="29497"/>
                    </a:cubicBezTo>
                    <a:lnTo>
                      <a:pt x="77839" y="29497"/>
                    </a:lnTo>
                    <a:cubicBezTo>
                      <a:pt x="77876" y="29459"/>
                      <a:pt x="77908" y="29421"/>
                      <a:pt x="77908" y="29384"/>
                    </a:cubicBezTo>
                    <a:close/>
                    <a:moveTo>
                      <a:pt x="39897" y="1228"/>
                    </a:moveTo>
                    <a:cubicBezTo>
                      <a:pt x="40980" y="1228"/>
                      <a:pt x="42071" y="1358"/>
                      <a:pt x="43142" y="1634"/>
                    </a:cubicBezTo>
                    <a:cubicBezTo>
                      <a:pt x="45993" y="2403"/>
                      <a:pt x="48664" y="4214"/>
                      <a:pt x="50475" y="6568"/>
                    </a:cubicBezTo>
                    <a:cubicBezTo>
                      <a:pt x="50559" y="6679"/>
                      <a:pt x="50672" y="6727"/>
                      <a:pt x="50783" y="6727"/>
                    </a:cubicBezTo>
                    <a:cubicBezTo>
                      <a:pt x="51032" y="6727"/>
                      <a:pt x="51266" y="6488"/>
                      <a:pt x="51109" y="6206"/>
                    </a:cubicBezTo>
                    <a:cubicBezTo>
                      <a:pt x="50792" y="5753"/>
                      <a:pt x="50475" y="5300"/>
                      <a:pt x="50158" y="4893"/>
                    </a:cubicBezTo>
                    <a:cubicBezTo>
                      <a:pt x="50158" y="4803"/>
                      <a:pt x="50158" y="4667"/>
                      <a:pt x="50068" y="4576"/>
                    </a:cubicBezTo>
                    <a:cubicBezTo>
                      <a:pt x="49434" y="3761"/>
                      <a:pt x="48710" y="3037"/>
                      <a:pt x="48347" y="2132"/>
                    </a:cubicBezTo>
                    <a:lnTo>
                      <a:pt x="48347" y="2132"/>
                    </a:lnTo>
                    <a:cubicBezTo>
                      <a:pt x="49887" y="2765"/>
                      <a:pt x="51743" y="2584"/>
                      <a:pt x="53282" y="3354"/>
                    </a:cubicBezTo>
                    <a:cubicBezTo>
                      <a:pt x="54413" y="3897"/>
                      <a:pt x="55092" y="4984"/>
                      <a:pt x="55771" y="6025"/>
                    </a:cubicBezTo>
                    <a:cubicBezTo>
                      <a:pt x="56541" y="7202"/>
                      <a:pt x="57265" y="8605"/>
                      <a:pt x="57446" y="10054"/>
                    </a:cubicBezTo>
                    <a:cubicBezTo>
                      <a:pt x="57470" y="10263"/>
                      <a:pt x="57648" y="10376"/>
                      <a:pt x="57816" y="10376"/>
                    </a:cubicBezTo>
                    <a:cubicBezTo>
                      <a:pt x="57975" y="10376"/>
                      <a:pt x="58125" y="10274"/>
                      <a:pt x="58125" y="10054"/>
                    </a:cubicBezTo>
                    <a:cubicBezTo>
                      <a:pt x="58216" y="9284"/>
                      <a:pt x="58125" y="8560"/>
                      <a:pt x="57990" y="7836"/>
                    </a:cubicBezTo>
                    <a:cubicBezTo>
                      <a:pt x="59593" y="5616"/>
                      <a:pt x="62502" y="4777"/>
                      <a:pt x="65193" y="4777"/>
                    </a:cubicBezTo>
                    <a:cubicBezTo>
                      <a:pt x="65465" y="4777"/>
                      <a:pt x="65736" y="4786"/>
                      <a:pt x="66002" y="4803"/>
                    </a:cubicBezTo>
                    <a:cubicBezTo>
                      <a:pt x="67858" y="4984"/>
                      <a:pt x="69714" y="5436"/>
                      <a:pt x="71525" y="5844"/>
                    </a:cubicBezTo>
                    <a:cubicBezTo>
                      <a:pt x="72521" y="6070"/>
                      <a:pt x="73562" y="6296"/>
                      <a:pt x="74603" y="6296"/>
                    </a:cubicBezTo>
                    <a:cubicBezTo>
                      <a:pt x="74467" y="6432"/>
                      <a:pt x="74332" y="6568"/>
                      <a:pt x="74241" y="6659"/>
                    </a:cubicBezTo>
                    <a:cubicBezTo>
                      <a:pt x="73698" y="7156"/>
                      <a:pt x="73109" y="7564"/>
                      <a:pt x="72566" y="8062"/>
                    </a:cubicBezTo>
                    <a:cubicBezTo>
                      <a:pt x="72385" y="8198"/>
                      <a:pt x="72476" y="8424"/>
                      <a:pt x="72657" y="8515"/>
                    </a:cubicBezTo>
                    <a:cubicBezTo>
                      <a:pt x="72340" y="8696"/>
                      <a:pt x="72023" y="8831"/>
                      <a:pt x="71706" y="9013"/>
                    </a:cubicBezTo>
                    <a:cubicBezTo>
                      <a:pt x="70937" y="9465"/>
                      <a:pt x="70167" y="10008"/>
                      <a:pt x="69624" y="10733"/>
                    </a:cubicBezTo>
                    <a:cubicBezTo>
                      <a:pt x="69126" y="11412"/>
                      <a:pt x="68673" y="12362"/>
                      <a:pt x="68945" y="13223"/>
                    </a:cubicBezTo>
                    <a:cubicBezTo>
                      <a:pt x="68990" y="13381"/>
                      <a:pt x="69126" y="13460"/>
                      <a:pt x="69262" y="13460"/>
                    </a:cubicBezTo>
                    <a:cubicBezTo>
                      <a:pt x="69397" y="13460"/>
                      <a:pt x="69533" y="13381"/>
                      <a:pt x="69578" y="13223"/>
                    </a:cubicBezTo>
                    <a:cubicBezTo>
                      <a:pt x="69669" y="12770"/>
                      <a:pt x="69760" y="12317"/>
                      <a:pt x="70031" y="11910"/>
                    </a:cubicBezTo>
                    <a:cubicBezTo>
                      <a:pt x="70303" y="11457"/>
                      <a:pt x="70620" y="11140"/>
                      <a:pt x="71027" y="10823"/>
                    </a:cubicBezTo>
                    <a:cubicBezTo>
                      <a:pt x="71842" y="10144"/>
                      <a:pt x="72838" y="9737"/>
                      <a:pt x="73788" y="9329"/>
                    </a:cubicBezTo>
                    <a:cubicBezTo>
                      <a:pt x="74739" y="8877"/>
                      <a:pt x="75690" y="8379"/>
                      <a:pt x="76369" y="7564"/>
                    </a:cubicBezTo>
                    <a:cubicBezTo>
                      <a:pt x="76731" y="7156"/>
                      <a:pt x="77048" y="6704"/>
                      <a:pt x="77319" y="6206"/>
                    </a:cubicBezTo>
                    <a:cubicBezTo>
                      <a:pt x="77455" y="5980"/>
                      <a:pt x="77636" y="5753"/>
                      <a:pt x="77772" y="5527"/>
                    </a:cubicBezTo>
                    <a:cubicBezTo>
                      <a:pt x="77817" y="5436"/>
                      <a:pt x="77863" y="5346"/>
                      <a:pt x="77953" y="5255"/>
                    </a:cubicBezTo>
                    <a:cubicBezTo>
                      <a:pt x="78044" y="5436"/>
                      <a:pt x="78089" y="5663"/>
                      <a:pt x="78134" y="5844"/>
                    </a:cubicBezTo>
                    <a:cubicBezTo>
                      <a:pt x="78225" y="6206"/>
                      <a:pt x="78225" y="6568"/>
                      <a:pt x="78180" y="6930"/>
                    </a:cubicBezTo>
                    <a:cubicBezTo>
                      <a:pt x="78139" y="7297"/>
                      <a:pt x="78024" y="7628"/>
                      <a:pt x="77903" y="7955"/>
                    </a:cubicBezTo>
                    <a:lnTo>
                      <a:pt x="77903" y="7955"/>
                    </a:lnTo>
                    <a:cubicBezTo>
                      <a:pt x="77906" y="7945"/>
                      <a:pt x="77908" y="7936"/>
                      <a:pt x="77908" y="7926"/>
                    </a:cubicBezTo>
                    <a:cubicBezTo>
                      <a:pt x="77953" y="7654"/>
                      <a:pt x="77998" y="7383"/>
                      <a:pt x="77953" y="7111"/>
                    </a:cubicBezTo>
                    <a:cubicBezTo>
                      <a:pt x="77953" y="6840"/>
                      <a:pt x="77953" y="6568"/>
                      <a:pt x="77727" y="6387"/>
                    </a:cubicBezTo>
                    <a:cubicBezTo>
                      <a:pt x="77704" y="6364"/>
                      <a:pt x="77659" y="6353"/>
                      <a:pt x="77614" y="6353"/>
                    </a:cubicBezTo>
                    <a:cubicBezTo>
                      <a:pt x="77568" y="6353"/>
                      <a:pt x="77523" y="6364"/>
                      <a:pt x="77500" y="6387"/>
                    </a:cubicBezTo>
                    <a:cubicBezTo>
                      <a:pt x="77319" y="6523"/>
                      <a:pt x="77274" y="6749"/>
                      <a:pt x="77229" y="6975"/>
                    </a:cubicBezTo>
                    <a:cubicBezTo>
                      <a:pt x="77184" y="7202"/>
                      <a:pt x="77138" y="7428"/>
                      <a:pt x="77048" y="7654"/>
                    </a:cubicBezTo>
                    <a:cubicBezTo>
                      <a:pt x="76912" y="8107"/>
                      <a:pt x="76776" y="8515"/>
                      <a:pt x="76595" y="8967"/>
                    </a:cubicBezTo>
                    <a:cubicBezTo>
                      <a:pt x="76369" y="9375"/>
                      <a:pt x="76142" y="9737"/>
                      <a:pt x="75871" y="10099"/>
                    </a:cubicBezTo>
                    <a:cubicBezTo>
                      <a:pt x="75554" y="10461"/>
                      <a:pt x="75192" y="10778"/>
                      <a:pt x="74920" y="11185"/>
                    </a:cubicBezTo>
                    <a:cubicBezTo>
                      <a:pt x="74784" y="11321"/>
                      <a:pt x="74830" y="11638"/>
                      <a:pt x="75056" y="11683"/>
                    </a:cubicBezTo>
                    <a:cubicBezTo>
                      <a:pt x="74603" y="12136"/>
                      <a:pt x="74151" y="12634"/>
                      <a:pt x="73924" y="13223"/>
                    </a:cubicBezTo>
                    <a:cubicBezTo>
                      <a:pt x="73816" y="13439"/>
                      <a:pt x="73966" y="13741"/>
                      <a:pt x="74192" y="13741"/>
                    </a:cubicBezTo>
                    <a:cubicBezTo>
                      <a:pt x="74250" y="13741"/>
                      <a:pt x="74312" y="13721"/>
                      <a:pt x="74377" y="13675"/>
                    </a:cubicBezTo>
                    <a:cubicBezTo>
                      <a:pt x="75101" y="13177"/>
                      <a:pt x="75780" y="12498"/>
                      <a:pt x="76414" y="11864"/>
                    </a:cubicBezTo>
                    <a:cubicBezTo>
                      <a:pt x="76912" y="11367"/>
                      <a:pt x="77410" y="10869"/>
                      <a:pt x="77863" y="10325"/>
                    </a:cubicBezTo>
                    <a:cubicBezTo>
                      <a:pt x="78134" y="10280"/>
                      <a:pt x="78361" y="10280"/>
                      <a:pt x="78632" y="10280"/>
                    </a:cubicBezTo>
                    <a:cubicBezTo>
                      <a:pt x="78793" y="10269"/>
                      <a:pt x="78953" y="10264"/>
                      <a:pt x="79113" y="10264"/>
                    </a:cubicBezTo>
                    <a:cubicBezTo>
                      <a:pt x="79632" y="10264"/>
                      <a:pt x="80151" y="10323"/>
                      <a:pt x="80669" y="10461"/>
                    </a:cubicBezTo>
                    <a:cubicBezTo>
                      <a:pt x="81892" y="10823"/>
                      <a:pt x="82978" y="11548"/>
                      <a:pt x="83793" y="12544"/>
                    </a:cubicBezTo>
                    <a:cubicBezTo>
                      <a:pt x="84562" y="13494"/>
                      <a:pt x="85060" y="14626"/>
                      <a:pt x="85513" y="15758"/>
                    </a:cubicBezTo>
                    <a:cubicBezTo>
                      <a:pt x="84427" y="14852"/>
                      <a:pt x="83431" y="13902"/>
                      <a:pt x="81982" y="13630"/>
                    </a:cubicBezTo>
                    <a:cubicBezTo>
                      <a:pt x="81512" y="13539"/>
                      <a:pt x="81023" y="13496"/>
                      <a:pt x="80529" y="13496"/>
                    </a:cubicBezTo>
                    <a:cubicBezTo>
                      <a:pt x="79308" y="13496"/>
                      <a:pt x="78052" y="13754"/>
                      <a:pt x="76957" y="14173"/>
                    </a:cubicBezTo>
                    <a:cubicBezTo>
                      <a:pt x="75554" y="14716"/>
                      <a:pt x="74467" y="15577"/>
                      <a:pt x="73879" y="16980"/>
                    </a:cubicBezTo>
                    <a:cubicBezTo>
                      <a:pt x="73791" y="17157"/>
                      <a:pt x="73952" y="17295"/>
                      <a:pt x="74112" y="17295"/>
                    </a:cubicBezTo>
                    <a:cubicBezTo>
                      <a:pt x="74198" y="17295"/>
                      <a:pt x="74284" y="17256"/>
                      <a:pt x="74332" y="17161"/>
                    </a:cubicBezTo>
                    <a:cubicBezTo>
                      <a:pt x="75056" y="15939"/>
                      <a:pt x="76459" y="15305"/>
                      <a:pt x="77817" y="14988"/>
                    </a:cubicBezTo>
                    <a:cubicBezTo>
                      <a:pt x="78635" y="14783"/>
                      <a:pt x="79569" y="14608"/>
                      <a:pt x="80488" y="14608"/>
                    </a:cubicBezTo>
                    <a:cubicBezTo>
                      <a:pt x="81196" y="14608"/>
                      <a:pt x="81895" y="14712"/>
                      <a:pt x="82525" y="14988"/>
                    </a:cubicBezTo>
                    <a:cubicBezTo>
                      <a:pt x="83250" y="15305"/>
                      <a:pt x="83838" y="15893"/>
                      <a:pt x="84427" y="16437"/>
                    </a:cubicBezTo>
                    <a:cubicBezTo>
                      <a:pt x="85106" y="16980"/>
                      <a:pt x="85785" y="17523"/>
                      <a:pt x="86509" y="18021"/>
                    </a:cubicBezTo>
                    <a:cubicBezTo>
                      <a:pt x="87188" y="18474"/>
                      <a:pt x="87867" y="18836"/>
                      <a:pt x="88637" y="19198"/>
                    </a:cubicBezTo>
                    <a:cubicBezTo>
                      <a:pt x="88999" y="19379"/>
                      <a:pt x="89361" y="19515"/>
                      <a:pt x="89768" y="19605"/>
                    </a:cubicBezTo>
                    <a:cubicBezTo>
                      <a:pt x="89814" y="19651"/>
                      <a:pt x="89859" y="19651"/>
                      <a:pt x="89904" y="19651"/>
                    </a:cubicBezTo>
                    <a:cubicBezTo>
                      <a:pt x="89497" y="19696"/>
                      <a:pt x="89089" y="19787"/>
                      <a:pt x="88727" y="19832"/>
                    </a:cubicBezTo>
                    <a:cubicBezTo>
                      <a:pt x="88427" y="19879"/>
                      <a:pt x="88133" y="19899"/>
                      <a:pt x="87842" y="19899"/>
                    </a:cubicBezTo>
                    <a:cubicBezTo>
                      <a:pt x="87299" y="19899"/>
                      <a:pt x="86768" y="19830"/>
                      <a:pt x="86237" y="19741"/>
                    </a:cubicBezTo>
                    <a:cubicBezTo>
                      <a:pt x="85332" y="19560"/>
                      <a:pt x="84472" y="19243"/>
                      <a:pt x="83748" y="18655"/>
                    </a:cubicBezTo>
                    <a:cubicBezTo>
                      <a:pt x="83674" y="18609"/>
                      <a:pt x="83598" y="18589"/>
                      <a:pt x="83524" y="18589"/>
                    </a:cubicBezTo>
                    <a:cubicBezTo>
                      <a:pt x="83234" y="18589"/>
                      <a:pt x="82997" y="18900"/>
                      <a:pt x="83250" y="19153"/>
                    </a:cubicBezTo>
                    <a:cubicBezTo>
                      <a:pt x="83340" y="19198"/>
                      <a:pt x="83431" y="19289"/>
                      <a:pt x="83521" y="19334"/>
                    </a:cubicBezTo>
                    <a:cubicBezTo>
                      <a:pt x="83159" y="19198"/>
                      <a:pt x="82797" y="19108"/>
                      <a:pt x="82390" y="19062"/>
                    </a:cubicBezTo>
                    <a:cubicBezTo>
                      <a:pt x="82374" y="19060"/>
                      <a:pt x="82360" y="19059"/>
                      <a:pt x="82346" y="19059"/>
                    </a:cubicBezTo>
                    <a:cubicBezTo>
                      <a:pt x="82061" y="19059"/>
                      <a:pt x="81952" y="19474"/>
                      <a:pt x="82254" y="19560"/>
                    </a:cubicBezTo>
                    <a:cubicBezTo>
                      <a:pt x="83612" y="19922"/>
                      <a:pt x="84789" y="20782"/>
                      <a:pt x="85966" y="21461"/>
                    </a:cubicBezTo>
                    <a:cubicBezTo>
                      <a:pt x="87143" y="22141"/>
                      <a:pt x="88501" y="22729"/>
                      <a:pt x="89270" y="23815"/>
                    </a:cubicBezTo>
                    <a:cubicBezTo>
                      <a:pt x="89995" y="24811"/>
                      <a:pt x="90357" y="25988"/>
                      <a:pt x="90538" y="27165"/>
                    </a:cubicBezTo>
                    <a:cubicBezTo>
                      <a:pt x="90628" y="27754"/>
                      <a:pt x="90628" y="28342"/>
                      <a:pt x="90628" y="28931"/>
                    </a:cubicBezTo>
                    <a:cubicBezTo>
                      <a:pt x="89451" y="26079"/>
                      <a:pt x="87369" y="23997"/>
                      <a:pt x="85106" y="21914"/>
                    </a:cubicBezTo>
                    <a:cubicBezTo>
                      <a:pt x="85056" y="21864"/>
                      <a:pt x="84999" y="21843"/>
                      <a:pt x="84944" y="21843"/>
                    </a:cubicBezTo>
                    <a:cubicBezTo>
                      <a:pt x="84748" y="21843"/>
                      <a:pt x="84567" y="22110"/>
                      <a:pt x="84743" y="22322"/>
                    </a:cubicBezTo>
                    <a:cubicBezTo>
                      <a:pt x="86781" y="24495"/>
                      <a:pt x="88818" y="27030"/>
                      <a:pt x="89633" y="29927"/>
                    </a:cubicBezTo>
                    <a:cubicBezTo>
                      <a:pt x="90085" y="31375"/>
                      <a:pt x="90130" y="32824"/>
                      <a:pt x="89904" y="34363"/>
                    </a:cubicBezTo>
                    <a:cubicBezTo>
                      <a:pt x="89633" y="33910"/>
                      <a:pt x="89316" y="33503"/>
                      <a:pt x="89044" y="33050"/>
                    </a:cubicBezTo>
                    <a:cubicBezTo>
                      <a:pt x="88320" y="32054"/>
                      <a:pt x="87505" y="31104"/>
                      <a:pt x="86781" y="30108"/>
                    </a:cubicBezTo>
                    <a:cubicBezTo>
                      <a:pt x="86728" y="30030"/>
                      <a:pt x="86654" y="29996"/>
                      <a:pt x="86578" y="29996"/>
                    </a:cubicBezTo>
                    <a:cubicBezTo>
                      <a:pt x="86391" y="29996"/>
                      <a:pt x="86199" y="30199"/>
                      <a:pt x="86328" y="30425"/>
                    </a:cubicBezTo>
                    <a:cubicBezTo>
                      <a:pt x="86962" y="31466"/>
                      <a:pt x="87505" y="32552"/>
                      <a:pt x="88139" y="33594"/>
                    </a:cubicBezTo>
                    <a:cubicBezTo>
                      <a:pt x="88637" y="34499"/>
                      <a:pt x="89225" y="35450"/>
                      <a:pt x="89316" y="36491"/>
                    </a:cubicBezTo>
                    <a:cubicBezTo>
                      <a:pt x="89406" y="37528"/>
                      <a:pt x="89226" y="38566"/>
                      <a:pt x="89315" y="39604"/>
                    </a:cubicBezTo>
                    <a:lnTo>
                      <a:pt x="89315" y="39604"/>
                    </a:lnTo>
                    <a:cubicBezTo>
                      <a:pt x="89308" y="39569"/>
                      <a:pt x="89270" y="39565"/>
                      <a:pt x="89270" y="39524"/>
                    </a:cubicBezTo>
                    <a:cubicBezTo>
                      <a:pt x="89180" y="39479"/>
                      <a:pt x="89135" y="39433"/>
                      <a:pt x="89044" y="39343"/>
                    </a:cubicBezTo>
                    <a:cubicBezTo>
                      <a:pt x="89089" y="39297"/>
                      <a:pt x="89089" y="39207"/>
                      <a:pt x="89089" y="39116"/>
                    </a:cubicBezTo>
                    <a:cubicBezTo>
                      <a:pt x="88908" y="38483"/>
                      <a:pt x="88410" y="37894"/>
                      <a:pt x="88003" y="37441"/>
                    </a:cubicBezTo>
                    <a:cubicBezTo>
                      <a:pt x="87550" y="36943"/>
                      <a:pt x="87052" y="36446"/>
                      <a:pt x="86554" y="36038"/>
                    </a:cubicBezTo>
                    <a:cubicBezTo>
                      <a:pt x="85513" y="35178"/>
                      <a:pt x="84291" y="34544"/>
                      <a:pt x="83069" y="34046"/>
                    </a:cubicBezTo>
                    <a:cubicBezTo>
                      <a:pt x="83012" y="34028"/>
                      <a:pt x="82964" y="34017"/>
                      <a:pt x="82920" y="34017"/>
                    </a:cubicBezTo>
                    <a:cubicBezTo>
                      <a:pt x="82858" y="34017"/>
                      <a:pt x="82805" y="34038"/>
                      <a:pt x="82752" y="34092"/>
                    </a:cubicBezTo>
                    <a:cubicBezTo>
                      <a:pt x="82706" y="34001"/>
                      <a:pt x="82616" y="33910"/>
                      <a:pt x="82571" y="33865"/>
                    </a:cubicBezTo>
                    <a:cubicBezTo>
                      <a:pt x="81982" y="33186"/>
                      <a:pt x="81167" y="32643"/>
                      <a:pt x="80398" y="32235"/>
                    </a:cubicBezTo>
                    <a:cubicBezTo>
                      <a:pt x="80217" y="32190"/>
                      <a:pt x="80081" y="32100"/>
                      <a:pt x="79900" y="32009"/>
                    </a:cubicBezTo>
                    <a:cubicBezTo>
                      <a:pt x="79900" y="32009"/>
                      <a:pt x="79945" y="31964"/>
                      <a:pt x="79945" y="31964"/>
                    </a:cubicBezTo>
                    <a:cubicBezTo>
                      <a:pt x="80307" y="31285"/>
                      <a:pt x="80171" y="30470"/>
                      <a:pt x="79719" y="29882"/>
                    </a:cubicBezTo>
                    <a:cubicBezTo>
                      <a:pt x="79538" y="29610"/>
                      <a:pt x="79266" y="29429"/>
                      <a:pt x="78949" y="29338"/>
                    </a:cubicBezTo>
                    <a:cubicBezTo>
                      <a:pt x="78859" y="29293"/>
                      <a:pt x="78813" y="29248"/>
                      <a:pt x="78768" y="29248"/>
                    </a:cubicBezTo>
                    <a:cubicBezTo>
                      <a:pt x="78632" y="29157"/>
                      <a:pt x="78496" y="29157"/>
                      <a:pt x="78361" y="29157"/>
                    </a:cubicBezTo>
                    <a:cubicBezTo>
                      <a:pt x="78225" y="29157"/>
                      <a:pt x="78044" y="29248"/>
                      <a:pt x="77953" y="29338"/>
                    </a:cubicBezTo>
                    <a:cubicBezTo>
                      <a:pt x="77915" y="29414"/>
                      <a:pt x="77877" y="29458"/>
                      <a:pt x="77839" y="29497"/>
                    </a:cubicBezTo>
                    <a:lnTo>
                      <a:pt x="77839" y="29497"/>
                    </a:lnTo>
                    <a:cubicBezTo>
                      <a:pt x="77839" y="29497"/>
                      <a:pt x="77839" y="29497"/>
                      <a:pt x="77839" y="29497"/>
                    </a:cubicBezTo>
                    <a:lnTo>
                      <a:pt x="77839" y="29497"/>
                    </a:lnTo>
                    <a:cubicBezTo>
                      <a:pt x="77833" y="29504"/>
                      <a:pt x="77827" y="29510"/>
                      <a:pt x="77820" y="29516"/>
                    </a:cubicBezTo>
                    <a:lnTo>
                      <a:pt x="77820" y="29516"/>
                    </a:lnTo>
                    <a:cubicBezTo>
                      <a:pt x="77827" y="29510"/>
                      <a:pt x="77833" y="29504"/>
                      <a:pt x="77839" y="29497"/>
                    </a:cubicBezTo>
                    <a:lnTo>
                      <a:pt x="77839" y="29497"/>
                    </a:lnTo>
                    <a:cubicBezTo>
                      <a:pt x="77740" y="29663"/>
                      <a:pt x="77665" y="29794"/>
                      <a:pt x="77591" y="30017"/>
                    </a:cubicBezTo>
                    <a:cubicBezTo>
                      <a:pt x="77546" y="30153"/>
                      <a:pt x="77500" y="30289"/>
                      <a:pt x="77500" y="30425"/>
                    </a:cubicBezTo>
                    <a:cubicBezTo>
                      <a:pt x="77455" y="30470"/>
                      <a:pt x="77455" y="30515"/>
                      <a:pt x="77410" y="30561"/>
                    </a:cubicBezTo>
                    <a:cubicBezTo>
                      <a:pt x="77365" y="30832"/>
                      <a:pt x="77319" y="31104"/>
                      <a:pt x="77365" y="31330"/>
                    </a:cubicBezTo>
                    <a:lnTo>
                      <a:pt x="76550" y="31330"/>
                    </a:lnTo>
                    <a:cubicBezTo>
                      <a:pt x="76414" y="31330"/>
                      <a:pt x="76233" y="31330"/>
                      <a:pt x="76052" y="31375"/>
                    </a:cubicBezTo>
                    <a:cubicBezTo>
                      <a:pt x="76052" y="31375"/>
                      <a:pt x="76007" y="31330"/>
                      <a:pt x="76007" y="31330"/>
                    </a:cubicBezTo>
                    <a:cubicBezTo>
                      <a:pt x="75328" y="30742"/>
                      <a:pt x="74603" y="30198"/>
                      <a:pt x="73743" y="29927"/>
                    </a:cubicBezTo>
                    <a:cubicBezTo>
                      <a:pt x="73788" y="29927"/>
                      <a:pt x="73834" y="29882"/>
                      <a:pt x="73924" y="29791"/>
                    </a:cubicBezTo>
                    <a:cubicBezTo>
                      <a:pt x="74286" y="29293"/>
                      <a:pt x="74875" y="28931"/>
                      <a:pt x="75373" y="28569"/>
                    </a:cubicBezTo>
                    <a:cubicBezTo>
                      <a:pt x="75871" y="28161"/>
                      <a:pt x="76414" y="27844"/>
                      <a:pt x="77048" y="27618"/>
                    </a:cubicBezTo>
                    <a:cubicBezTo>
                      <a:pt x="77636" y="27437"/>
                      <a:pt x="78225" y="27301"/>
                      <a:pt x="78859" y="27301"/>
                    </a:cubicBezTo>
                    <a:lnTo>
                      <a:pt x="79854" y="27301"/>
                    </a:lnTo>
                    <a:cubicBezTo>
                      <a:pt x="80104" y="27332"/>
                      <a:pt x="80354" y="27385"/>
                      <a:pt x="80604" y="27385"/>
                    </a:cubicBezTo>
                    <a:cubicBezTo>
                      <a:pt x="80716" y="27385"/>
                      <a:pt x="80829" y="27375"/>
                      <a:pt x="80941" y="27346"/>
                    </a:cubicBezTo>
                    <a:cubicBezTo>
                      <a:pt x="81303" y="27211"/>
                      <a:pt x="81348" y="26803"/>
                      <a:pt x="81122" y="26532"/>
                    </a:cubicBezTo>
                    <a:cubicBezTo>
                      <a:pt x="80896" y="26215"/>
                      <a:pt x="80398" y="26079"/>
                      <a:pt x="80036" y="25988"/>
                    </a:cubicBezTo>
                    <a:cubicBezTo>
                      <a:pt x="79673" y="25853"/>
                      <a:pt x="79266" y="25853"/>
                      <a:pt x="78859" y="25853"/>
                    </a:cubicBezTo>
                    <a:cubicBezTo>
                      <a:pt x="78089" y="25853"/>
                      <a:pt x="77274" y="26034"/>
                      <a:pt x="76550" y="26305"/>
                    </a:cubicBezTo>
                    <a:cubicBezTo>
                      <a:pt x="75826" y="26577"/>
                      <a:pt x="75101" y="26939"/>
                      <a:pt x="74513" y="27482"/>
                    </a:cubicBezTo>
                    <a:cubicBezTo>
                      <a:pt x="73879" y="27980"/>
                      <a:pt x="73562" y="28705"/>
                      <a:pt x="73245" y="29429"/>
                    </a:cubicBezTo>
                    <a:cubicBezTo>
                      <a:pt x="73155" y="29565"/>
                      <a:pt x="73200" y="29700"/>
                      <a:pt x="73245" y="29836"/>
                    </a:cubicBezTo>
                    <a:cubicBezTo>
                      <a:pt x="72770" y="29746"/>
                      <a:pt x="72283" y="29723"/>
                      <a:pt x="71791" y="29723"/>
                    </a:cubicBezTo>
                    <a:cubicBezTo>
                      <a:pt x="71299" y="29723"/>
                      <a:pt x="70801" y="29746"/>
                      <a:pt x="70303" y="29746"/>
                    </a:cubicBezTo>
                    <a:cubicBezTo>
                      <a:pt x="70144" y="29759"/>
                      <a:pt x="69988" y="29764"/>
                      <a:pt x="69836" y="29764"/>
                    </a:cubicBezTo>
                    <a:cubicBezTo>
                      <a:pt x="69468" y="29764"/>
                      <a:pt x="69116" y="29732"/>
                      <a:pt x="68764" y="29700"/>
                    </a:cubicBezTo>
                    <a:cubicBezTo>
                      <a:pt x="68673" y="29655"/>
                      <a:pt x="68628" y="29610"/>
                      <a:pt x="68537" y="29610"/>
                    </a:cubicBezTo>
                    <a:cubicBezTo>
                      <a:pt x="68401" y="29610"/>
                      <a:pt x="68266" y="29610"/>
                      <a:pt x="68130" y="29565"/>
                    </a:cubicBezTo>
                    <a:cubicBezTo>
                      <a:pt x="67904" y="29519"/>
                      <a:pt x="67677" y="29474"/>
                      <a:pt x="67406" y="29384"/>
                    </a:cubicBezTo>
                    <a:cubicBezTo>
                      <a:pt x="67366" y="29357"/>
                      <a:pt x="67330" y="29346"/>
                      <a:pt x="67298" y="29346"/>
                    </a:cubicBezTo>
                    <a:cubicBezTo>
                      <a:pt x="67221" y="29346"/>
                      <a:pt x="67166" y="29410"/>
                      <a:pt x="67134" y="29474"/>
                    </a:cubicBezTo>
                    <a:cubicBezTo>
                      <a:pt x="66998" y="29429"/>
                      <a:pt x="66862" y="29429"/>
                      <a:pt x="66727" y="29384"/>
                    </a:cubicBezTo>
                    <a:cubicBezTo>
                      <a:pt x="66138" y="29248"/>
                      <a:pt x="65595" y="29112"/>
                      <a:pt x="65006" y="29021"/>
                    </a:cubicBezTo>
                    <a:cubicBezTo>
                      <a:pt x="64669" y="28967"/>
                      <a:pt x="64327" y="28942"/>
                      <a:pt x="63985" y="28942"/>
                    </a:cubicBezTo>
                    <a:cubicBezTo>
                      <a:pt x="63180" y="28942"/>
                      <a:pt x="62373" y="29084"/>
                      <a:pt x="61611" y="29338"/>
                    </a:cubicBezTo>
                    <a:cubicBezTo>
                      <a:pt x="60570" y="29746"/>
                      <a:pt x="59665" y="30289"/>
                      <a:pt x="58804" y="31013"/>
                    </a:cubicBezTo>
                    <a:cubicBezTo>
                      <a:pt x="58125" y="31556"/>
                      <a:pt x="57492" y="32145"/>
                      <a:pt x="57039" y="32869"/>
                    </a:cubicBezTo>
                    <a:cubicBezTo>
                      <a:pt x="56975" y="32773"/>
                      <a:pt x="56866" y="32677"/>
                      <a:pt x="56743" y="32677"/>
                    </a:cubicBezTo>
                    <a:cubicBezTo>
                      <a:pt x="56692" y="32677"/>
                      <a:pt x="56639" y="32694"/>
                      <a:pt x="56586" y="32733"/>
                    </a:cubicBezTo>
                    <a:cubicBezTo>
                      <a:pt x="56043" y="33050"/>
                      <a:pt x="55364" y="33141"/>
                      <a:pt x="54730" y="33231"/>
                    </a:cubicBezTo>
                    <a:cubicBezTo>
                      <a:pt x="53961" y="33322"/>
                      <a:pt x="53191" y="33367"/>
                      <a:pt x="52422" y="33458"/>
                    </a:cubicBezTo>
                    <a:cubicBezTo>
                      <a:pt x="50928" y="33594"/>
                      <a:pt x="49434" y="33729"/>
                      <a:pt x="47985" y="34092"/>
                    </a:cubicBezTo>
                    <a:cubicBezTo>
                      <a:pt x="46808" y="34408"/>
                      <a:pt x="45677" y="34952"/>
                      <a:pt x="44726" y="35721"/>
                    </a:cubicBezTo>
                    <a:cubicBezTo>
                      <a:pt x="44590" y="35812"/>
                      <a:pt x="44454" y="35948"/>
                      <a:pt x="44273" y="36083"/>
                    </a:cubicBezTo>
                    <a:cubicBezTo>
                      <a:pt x="42191" y="36717"/>
                      <a:pt x="40380" y="38075"/>
                      <a:pt x="39294" y="40022"/>
                    </a:cubicBezTo>
                    <a:cubicBezTo>
                      <a:pt x="38977" y="40610"/>
                      <a:pt x="38705" y="41289"/>
                      <a:pt x="38479" y="41923"/>
                    </a:cubicBezTo>
                    <a:cubicBezTo>
                      <a:pt x="38449" y="41916"/>
                      <a:pt x="38417" y="41912"/>
                      <a:pt x="38386" y="41912"/>
                    </a:cubicBezTo>
                    <a:cubicBezTo>
                      <a:pt x="38227" y="41912"/>
                      <a:pt x="38064" y="42006"/>
                      <a:pt x="38026" y="42195"/>
                    </a:cubicBezTo>
                    <a:cubicBezTo>
                      <a:pt x="37755" y="43915"/>
                      <a:pt x="36849" y="45454"/>
                      <a:pt x="35899" y="46948"/>
                    </a:cubicBezTo>
                    <a:cubicBezTo>
                      <a:pt x="35899" y="46857"/>
                      <a:pt x="35853" y="46767"/>
                      <a:pt x="35808" y="46676"/>
                    </a:cubicBezTo>
                    <a:cubicBezTo>
                      <a:pt x="34133" y="44956"/>
                      <a:pt x="32956" y="43055"/>
                      <a:pt x="32413" y="40701"/>
                    </a:cubicBezTo>
                    <a:cubicBezTo>
                      <a:pt x="32096" y="39343"/>
                      <a:pt x="32005" y="37939"/>
                      <a:pt x="32005" y="36536"/>
                    </a:cubicBezTo>
                    <a:cubicBezTo>
                      <a:pt x="32005" y="35812"/>
                      <a:pt x="32005" y="35133"/>
                      <a:pt x="32051" y="34454"/>
                    </a:cubicBezTo>
                    <a:cubicBezTo>
                      <a:pt x="32051" y="33729"/>
                      <a:pt x="32141" y="32960"/>
                      <a:pt x="31915" y="32281"/>
                    </a:cubicBezTo>
                    <a:cubicBezTo>
                      <a:pt x="31863" y="32127"/>
                      <a:pt x="31724" y="32045"/>
                      <a:pt x="31589" y="32045"/>
                    </a:cubicBezTo>
                    <a:cubicBezTo>
                      <a:pt x="31486" y="32045"/>
                      <a:pt x="31385" y="32092"/>
                      <a:pt x="31326" y="32190"/>
                    </a:cubicBezTo>
                    <a:cubicBezTo>
                      <a:pt x="30964" y="32824"/>
                      <a:pt x="30919" y="33639"/>
                      <a:pt x="30828" y="34363"/>
                    </a:cubicBezTo>
                    <a:cubicBezTo>
                      <a:pt x="30738" y="35133"/>
                      <a:pt x="30693" y="35948"/>
                      <a:pt x="30693" y="36717"/>
                    </a:cubicBezTo>
                    <a:cubicBezTo>
                      <a:pt x="30693" y="38211"/>
                      <a:pt x="30874" y="39750"/>
                      <a:pt x="31281" y="41199"/>
                    </a:cubicBezTo>
                    <a:cubicBezTo>
                      <a:pt x="31870" y="43507"/>
                      <a:pt x="33182" y="46043"/>
                      <a:pt x="35401" y="47174"/>
                    </a:cubicBezTo>
                    <a:cubicBezTo>
                      <a:pt x="35458" y="47213"/>
                      <a:pt x="35507" y="47227"/>
                      <a:pt x="35552" y="47227"/>
                    </a:cubicBezTo>
                    <a:cubicBezTo>
                      <a:pt x="35613" y="47227"/>
                      <a:pt x="35665" y="47200"/>
                      <a:pt x="35717" y="47174"/>
                    </a:cubicBezTo>
                    <a:lnTo>
                      <a:pt x="35717" y="47174"/>
                    </a:lnTo>
                    <a:cubicBezTo>
                      <a:pt x="34993" y="48261"/>
                      <a:pt x="34269" y="49302"/>
                      <a:pt x="33680" y="50388"/>
                    </a:cubicBezTo>
                    <a:cubicBezTo>
                      <a:pt x="32820" y="51882"/>
                      <a:pt x="32277" y="53512"/>
                      <a:pt x="32186" y="55277"/>
                    </a:cubicBezTo>
                    <a:cubicBezTo>
                      <a:pt x="32186" y="55413"/>
                      <a:pt x="32186" y="55594"/>
                      <a:pt x="32186" y="55730"/>
                    </a:cubicBezTo>
                    <a:cubicBezTo>
                      <a:pt x="32051" y="55730"/>
                      <a:pt x="31960" y="55821"/>
                      <a:pt x="31824" y="55911"/>
                    </a:cubicBezTo>
                    <a:cubicBezTo>
                      <a:pt x="31553" y="56273"/>
                      <a:pt x="30874" y="56273"/>
                      <a:pt x="30512" y="56364"/>
                    </a:cubicBezTo>
                    <a:cubicBezTo>
                      <a:pt x="29832" y="56454"/>
                      <a:pt x="29153" y="56590"/>
                      <a:pt x="28474" y="56681"/>
                    </a:cubicBezTo>
                    <a:cubicBezTo>
                      <a:pt x="28117" y="56708"/>
                      <a:pt x="27759" y="56752"/>
                      <a:pt x="27412" y="56752"/>
                    </a:cubicBezTo>
                    <a:cubicBezTo>
                      <a:pt x="27187" y="56752"/>
                      <a:pt x="26967" y="56734"/>
                      <a:pt x="26754" y="56681"/>
                    </a:cubicBezTo>
                    <a:cubicBezTo>
                      <a:pt x="26166" y="56545"/>
                      <a:pt x="25668" y="56228"/>
                      <a:pt x="25260" y="55866"/>
                    </a:cubicBezTo>
                    <a:cubicBezTo>
                      <a:pt x="23404" y="54327"/>
                      <a:pt x="22046" y="52335"/>
                      <a:pt x="20779" y="50298"/>
                    </a:cubicBezTo>
                    <a:cubicBezTo>
                      <a:pt x="20708" y="50185"/>
                      <a:pt x="20611" y="50138"/>
                      <a:pt x="20515" y="50138"/>
                    </a:cubicBezTo>
                    <a:cubicBezTo>
                      <a:pt x="20303" y="50138"/>
                      <a:pt x="20097" y="50366"/>
                      <a:pt x="20190" y="50615"/>
                    </a:cubicBezTo>
                    <a:cubicBezTo>
                      <a:pt x="21096" y="52561"/>
                      <a:pt x="22001" y="54689"/>
                      <a:pt x="23450" y="56319"/>
                    </a:cubicBezTo>
                    <a:cubicBezTo>
                      <a:pt x="22861" y="56228"/>
                      <a:pt x="22318" y="56092"/>
                      <a:pt x="21729" y="55956"/>
                    </a:cubicBezTo>
                    <a:cubicBezTo>
                      <a:pt x="20326" y="55549"/>
                      <a:pt x="19104" y="54825"/>
                      <a:pt x="18063" y="53738"/>
                    </a:cubicBezTo>
                    <a:cubicBezTo>
                      <a:pt x="15844" y="51520"/>
                      <a:pt x="14622" y="48442"/>
                      <a:pt x="13536" y="45545"/>
                    </a:cubicBezTo>
                    <a:cubicBezTo>
                      <a:pt x="13481" y="45400"/>
                      <a:pt x="13362" y="45335"/>
                      <a:pt x="13244" y="45335"/>
                    </a:cubicBezTo>
                    <a:cubicBezTo>
                      <a:pt x="13067" y="45335"/>
                      <a:pt x="12893" y="45481"/>
                      <a:pt x="12947" y="45726"/>
                    </a:cubicBezTo>
                    <a:cubicBezTo>
                      <a:pt x="13355" y="47446"/>
                      <a:pt x="13672" y="49211"/>
                      <a:pt x="14396" y="50841"/>
                    </a:cubicBezTo>
                    <a:cubicBezTo>
                      <a:pt x="14939" y="52154"/>
                      <a:pt x="15618" y="53421"/>
                      <a:pt x="16569" y="54508"/>
                    </a:cubicBezTo>
                    <a:cubicBezTo>
                      <a:pt x="16161" y="54281"/>
                      <a:pt x="15754" y="54055"/>
                      <a:pt x="15392" y="53784"/>
                    </a:cubicBezTo>
                    <a:cubicBezTo>
                      <a:pt x="14170" y="52923"/>
                      <a:pt x="13038" y="51927"/>
                      <a:pt x="12087" y="50841"/>
                    </a:cubicBezTo>
                    <a:cubicBezTo>
                      <a:pt x="10141" y="48578"/>
                      <a:pt x="8783" y="45861"/>
                      <a:pt x="8013" y="43010"/>
                    </a:cubicBezTo>
                    <a:cubicBezTo>
                      <a:pt x="7787" y="42104"/>
                      <a:pt x="7606" y="41153"/>
                      <a:pt x="7424" y="40248"/>
                    </a:cubicBezTo>
                    <a:cubicBezTo>
                      <a:pt x="7198" y="39207"/>
                      <a:pt x="6836" y="38302"/>
                      <a:pt x="6383" y="37306"/>
                    </a:cubicBezTo>
                    <a:cubicBezTo>
                      <a:pt x="6338" y="37200"/>
                      <a:pt x="6242" y="37155"/>
                      <a:pt x="6138" y="37155"/>
                    </a:cubicBezTo>
                    <a:cubicBezTo>
                      <a:pt x="5931" y="37155"/>
                      <a:pt x="5689" y="37336"/>
                      <a:pt x="5750" y="37577"/>
                    </a:cubicBezTo>
                    <a:cubicBezTo>
                      <a:pt x="6066" y="38528"/>
                      <a:pt x="6112" y="39524"/>
                      <a:pt x="6202" y="40520"/>
                    </a:cubicBezTo>
                    <a:cubicBezTo>
                      <a:pt x="6293" y="41425"/>
                      <a:pt x="6383" y="42285"/>
                      <a:pt x="6564" y="43191"/>
                    </a:cubicBezTo>
                    <a:cubicBezTo>
                      <a:pt x="6745" y="44005"/>
                      <a:pt x="6972" y="44866"/>
                      <a:pt x="7243" y="45680"/>
                    </a:cubicBezTo>
                    <a:cubicBezTo>
                      <a:pt x="7153" y="45545"/>
                      <a:pt x="7062" y="45454"/>
                      <a:pt x="6972" y="45318"/>
                    </a:cubicBezTo>
                    <a:cubicBezTo>
                      <a:pt x="5976" y="44141"/>
                      <a:pt x="5070" y="42828"/>
                      <a:pt x="4391" y="41425"/>
                    </a:cubicBezTo>
                    <a:cubicBezTo>
                      <a:pt x="3667" y="39931"/>
                      <a:pt x="3169" y="38302"/>
                      <a:pt x="2898" y="36672"/>
                    </a:cubicBezTo>
                    <a:cubicBezTo>
                      <a:pt x="2626" y="34952"/>
                      <a:pt x="2581" y="33141"/>
                      <a:pt x="2762" y="31466"/>
                    </a:cubicBezTo>
                    <a:cubicBezTo>
                      <a:pt x="2787" y="31289"/>
                      <a:pt x="2643" y="31197"/>
                      <a:pt x="2496" y="31197"/>
                    </a:cubicBezTo>
                    <a:cubicBezTo>
                      <a:pt x="2378" y="31197"/>
                      <a:pt x="2259" y="31255"/>
                      <a:pt x="2219" y="31375"/>
                    </a:cubicBezTo>
                    <a:cubicBezTo>
                      <a:pt x="1947" y="32281"/>
                      <a:pt x="1721" y="33186"/>
                      <a:pt x="1630" y="34137"/>
                    </a:cubicBezTo>
                    <a:cubicBezTo>
                      <a:pt x="1630" y="34408"/>
                      <a:pt x="1585" y="34680"/>
                      <a:pt x="1585" y="34952"/>
                    </a:cubicBezTo>
                    <a:cubicBezTo>
                      <a:pt x="1223" y="33186"/>
                      <a:pt x="1132" y="31421"/>
                      <a:pt x="1721" y="29610"/>
                    </a:cubicBezTo>
                    <a:cubicBezTo>
                      <a:pt x="2445" y="27346"/>
                      <a:pt x="4029" y="25581"/>
                      <a:pt x="5795" y="24087"/>
                    </a:cubicBezTo>
                    <a:cubicBezTo>
                      <a:pt x="6700" y="23318"/>
                      <a:pt x="7651" y="22593"/>
                      <a:pt x="8692" y="21959"/>
                    </a:cubicBezTo>
                    <a:cubicBezTo>
                      <a:pt x="9778" y="21371"/>
                      <a:pt x="10955" y="20964"/>
                      <a:pt x="12178" y="20692"/>
                    </a:cubicBezTo>
                    <a:cubicBezTo>
                      <a:pt x="13355" y="20375"/>
                      <a:pt x="14577" y="20194"/>
                      <a:pt x="15799" y="19877"/>
                    </a:cubicBezTo>
                    <a:cubicBezTo>
                      <a:pt x="16886" y="19560"/>
                      <a:pt x="17972" y="19153"/>
                      <a:pt x="19013" y="18655"/>
                    </a:cubicBezTo>
                    <a:cubicBezTo>
                      <a:pt x="20236" y="18157"/>
                      <a:pt x="21413" y="17478"/>
                      <a:pt x="22499" y="16754"/>
                    </a:cubicBezTo>
                    <a:cubicBezTo>
                      <a:pt x="23585" y="16029"/>
                      <a:pt x="24672" y="15260"/>
                      <a:pt x="25351" y="14128"/>
                    </a:cubicBezTo>
                    <a:cubicBezTo>
                      <a:pt x="25536" y="13832"/>
                      <a:pt x="25298" y="13537"/>
                      <a:pt x="25007" y="13537"/>
                    </a:cubicBezTo>
                    <a:cubicBezTo>
                      <a:pt x="24942" y="13537"/>
                      <a:pt x="24874" y="13551"/>
                      <a:pt x="24808" y="13585"/>
                    </a:cubicBezTo>
                    <a:cubicBezTo>
                      <a:pt x="23721" y="14083"/>
                      <a:pt x="22816" y="14897"/>
                      <a:pt x="21820" y="15577"/>
                    </a:cubicBezTo>
                    <a:cubicBezTo>
                      <a:pt x="21277" y="15893"/>
                      <a:pt x="20779" y="16210"/>
                      <a:pt x="20236" y="16527"/>
                    </a:cubicBezTo>
                    <a:cubicBezTo>
                      <a:pt x="21231" y="15803"/>
                      <a:pt x="22182" y="15079"/>
                      <a:pt x="23178" y="14309"/>
                    </a:cubicBezTo>
                    <a:cubicBezTo>
                      <a:pt x="24083" y="13585"/>
                      <a:pt x="24989" y="12770"/>
                      <a:pt x="26075" y="12227"/>
                    </a:cubicBezTo>
                    <a:cubicBezTo>
                      <a:pt x="27162" y="11729"/>
                      <a:pt x="28474" y="11593"/>
                      <a:pt x="29651" y="11502"/>
                    </a:cubicBezTo>
                    <a:lnTo>
                      <a:pt x="31598" y="11502"/>
                    </a:lnTo>
                    <a:cubicBezTo>
                      <a:pt x="31745" y="11491"/>
                      <a:pt x="31895" y="11488"/>
                      <a:pt x="32047" y="11488"/>
                    </a:cubicBezTo>
                    <a:cubicBezTo>
                      <a:pt x="32199" y="11488"/>
                      <a:pt x="32353" y="11491"/>
                      <a:pt x="32509" y="11491"/>
                    </a:cubicBezTo>
                    <a:cubicBezTo>
                      <a:pt x="32820" y="11491"/>
                      <a:pt x="33137" y="11480"/>
                      <a:pt x="33454" y="11412"/>
                    </a:cubicBezTo>
                    <a:cubicBezTo>
                      <a:pt x="33726" y="11367"/>
                      <a:pt x="33726" y="10959"/>
                      <a:pt x="33499" y="10823"/>
                    </a:cubicBezTo>
                    <a:cubicBezTo>
                      <a:pt x="32711" y="10363"/>
                      <a:pt x="31684" y="10237"/>
                      <a:pt x="30713" y="10237"/>
                    </a:cubicBezTo>
                    <a:cubicBezTo>
                      <a:pt x="30346" y="10237"/>
                      <a:pt x="29987" y="10255"/>
                      <a:pt x="29651" y="10280"/>
                    </a:cubicBezTo>
                    <a:lnTo>
                      <a:pt x="29380" y="10280"/>
                    </a:lnTo>
                    <a:cubicBezTo>
                      <a:pt x="29425" y="10235"/>
                      <a:pt x="29470" y="10190"/>
                      <a:pt x="29470" y="10144"/>
                    </a:cubicBezTo>
                    <a:cubicBezTo>
                      <a:pt x="29651" y="9827"/>
                      <a:pt x="29832" y="9510"/>
                      <a:pt x="30104" y="9194"/>
                    </a:cubicBezTo>
                    <a:cubicBezTo>
                      <a:pt x="30783" y="8333"/>
                      <a:pt x="31598" y="7519"/>
                      <a:pt x="32594" y="6975"/>
                    </a:cubicBezTo>
                    <a:cubicBezTo>
                      <a:pt x="33456" y="6508"/>
                      <a:pt x="34432" y="6241"/>
                      <a:pt x="35410" y="6241"/>
                    </a:cubicBezTo>
                    <a:cubicBezTo>
                      <a:pt x="35664" y="6241"/>
                      <a:pt x="35918" y="6259"/>
                      <a:pt x="36170" y="6296"/>
                    </a:cubicBezTo>
                    <a:cubicBezTo>
                      <a:pt x="36532" y="6342"/>
                      <a:pt x="37257" y="6659"/>
                      <a:pt x="37845" y="6704"/>
                    </a:cubicBezTo>
                    <a:cubicBezTo>
                      <a:pt x="38071" y="6840"/>
                      <a:pt x="38252" y="6975"/>
                      <a:pt x="38479" y="7111"/>
                    </a:cubicBezTo>
                    <a:cubicBezTo>
                      <a:pt x="39610" y="7796"/>
                      <a:pt x="41191" y="8382"/>
                      <a:pt x="42656" y="8382"/>
                    </a:cubicBezTo>
                    <a:cubicBezTo>
                      <a:pt x="43419" y="8382"/>
                      <a:pt x="44151" y="8223"/>
                      <a:pt x="44771" y="7836"/>
                    </a:cubicBezTo>
                    <a:cubicBezTo>
                      <a:pt x="44998" y="7700"/>
                      <a:pt x="44998" y="7247"/>
                      <a:pt x="44726" y="7202"/>
                    </a:cubicBezTo>
                    <a:cubicBezTo>
                      <a:pt x="43639" y="7066"/>
                      <a:pt x="42553" y="7156"/>
                      <a:pt x="41512" y="6930"/>
                    </a:cubicBezTo>
                    <a:cubicBezTo>
                      <a:pt x="40335" y="6704"/>
                      <a:pt x="39339" y="6206"/>
                      <a:pt x="38343" y="5527"/>
                    </a:cubicBezTo>
                    <a:cubicBezTo>
                      <a:pt x="36940" y="4531"/>
                      <a:pt x="35355" y="3218"/>
                      <a:pt x="33590" y="2901"/>
                    </a:cubicBezTo>
                    <a:cubicBezTo>
                      <a:pt x="33726" y="2811"/>
                      <a:pt x="33861" y="2675"/>
                      <a:pt x="33952" y="2584"/>
                    </a:cubicBezTo>
                    <a:cubicBezTo>
                      <a:pt x="33997" y="2539"/>
                      <a:pt x="34088" y="2494"/>
                      <a:pt x="34133" y="2449"/>
                    </a:cubicBezTo>
                    <a:cubicBezTo>
                      <a:pt x="34767" y="2313"/>
                      <a:pt x="35355" y="2041"/>
                      <a:pt x="35944" y="1860"/>
                    </a:cubicBezTo>
                    <a:cubicBezTo>
                      <a:pt x="36713" y="1588"/>
                      <a:pt x="37528" y="1407"/>
                      <a:pt x="38343" y="1317"/>
                    </a:cubicBezTo>
                    <a:cubicBezTo>
                      <a:pt x="38857" y="1258"/>
                      <a:pt x="39376" y="1228"/>
                      <a:pt x="39897" y="1228"/>
                    </a:cubicBezTo>
                    <a:close/>
                    <a:moveTo>
                      <a:pt x="82027" y="66232"/>
                    </a:moveTo>
                    <a:cubicBezTo>
                      <a:pt x="82027" y="66232"/>
                      <a:pt x="81982" y="66278"/>
                      <a:pt x="81982" y="66278"/>
                    </a:cubicBezTo>
                    <a:cubicBezTo>
                      <a:pt x="81982" y="66278"/>
                      <a:pt x="81982" y="66232"/>
                      <a:pt x="82027" y="66232"/>
                    </a:cubicBezTo>
                    <a:close/>
                    <a:moveTo>
                      <a:pt x="96242" y="153828"/>
                    </a:moveTo>
                    <a:lnTo>
                      <a:pt x="96242" y="153964"/>
                    </a:lnTo>
                    <a:cubicBezTo>
                      <a:pt x="96242" y="154371"/>
                      <a:pt x="96332" y="154824"/>
                      <a:pt x="96423" y="155277"/>
                    </a:cubicBezTo>
                    <a:cubicBezTo>
                      <a:pt x="96468" y="155458"/>
                      <a:pt x="96513" y="155684"/>
                      <a:pt x="96559" y="155865"/>
                    </a:cubicBezTo>
                    <a:cubicBezTo>
                      <a:pt x="96423" y="156770"/>
                      <a:pt x="96378" y="157631"/>
                      <a:pt x="96604" y="158536"/>
                    </a:cubicBezTo>
                    <a:cubicBezTo>
                      <a:pt x="96740" y="159124"/>
                      <a:pt x="97011" y="159577"/>
                      <a:pt x="97328" y="160075"/>
                    </a:cubicBezTo>
                    <a:cubicBezTo>
                      <a:pt x="97328" y="161071"/>
                      <a:pt x="97192" y="162112"/>
                      <a:pt x="97011" y="163018"/>
                    </a:cubicBezTo>
                    <a:cubicBezTo>
                      <a:pt x="96876" y="163606"/>
                      <a:pt x="96694" y="164240"/>
                      <a:pt x="96694" y="164828"/>
                    </a:cubicBezTo>
                    <a:cubicBezTo>
                      <a:pt x="96740" y="165462"/>
                      <a:pt x="96921" y="166005"/>
                      <a:pt x="97238" y="166548"/>
                    </a:cubicBezTo>
                    <a:cubicBezTo>
                      <a:pt x="97871" y="167590"/>
                      <a:pt x="98596" y="168586"/>
                      <a:pt x="99365" y="169536"/>
                    </a:cubicBezTo>
                    <a:cubicBezTo>
                      <a:pt x="99411" y="169627"/>
                      <a:pt x="99501" y="169717"/>
                      <a:pt x="99546" y="169808"/>
                    </a:cubicBezTo>
                    <a:cubicBezTo>
                      <a:pt x="99456" y="169853"/>
                      <a:pt x="99365" y="169944"/>
                      <a:pt x="99320" y="170079"/>
                    </a:cubicBezTo>
                    <a:cubicBezTo>
                      <a:pt x="99275" y="170487"/>
                      <a:pt x="99275" y="170894"/>
                      <a:pt x="99275" y="171302"/>
                    </a:cubicBezTo>
                    <a:cubicBezTo>
                      <a:pt x="99184" y="171438"/>
                      <a:pt x="99094" y="171619"/>
                      <a:pt x="99003" y="171800"/>
                    </a:cubicBezTo>
                    <a:cubicBezTo>
                      <a:pt x="98732" y="172298"/>
                      <a:pt x="98505" y="172796"/>
                      <a:pt x="98234" y="173248"/>
                    </a:cubicBezTo>
                    <a:cubicBezTo>
                      <a:pt x="97736" y="174018"/>
                      <a:pt x="97102" y="174878"/>
                      <a:pt x="96332" y="175376"/>
                    </a:cubicBezTo>
                    <a:cubicBezTo>
                      <a:pt x="95472" y="175964"/>
                      <a:pt x="94567" y="176100"/>
                      <a:pt x="93571" y="176236"/>
                    </a:cubicBezTo>
                    <a:cubicBezTo>
                      <a:pt x="93028" y="176281"/>
                      <a:pt x="92484" y="176462"/>
                      <a:pt x="92032" y="176779"/>
                    </a:cubicBezTo>
                    <a:cubicBezTo>
                      <a:pt x="91986" y="176327"/>
                      <a:pt x="91805" y="175919"/>
                      <a:pt x="91624" y="175512"/>
                    </a:cubicBezTo>
                    <a:cubicBezTo>
                      <a:pt x="91624" y="175512"/>
                      <a:pt x="91624" y="175466"/>
                      <a:pt x="91579" y="175421"/>
                    </a:cubicBezTo>
                    <a:cubicBezTo>
                      <a:pt x="91715" y="175376"/>
                      <a:pt x="91760" y="175285"/>
                      <a:pt x="91805" y="175150"/>
                    </a:cubicBezTo>
                    <a:cubicBezTo>
                      <a:pt x="92122" y="173746"/>
                      <a:pt x="92892" y="172388"/>
                      <a:pt x="93616" y="171121"/>
                    </a:cubicBezTo>
                    <a:cubicBezTo>
                      <a:pt x="94386" y="169853"/>
                      <a:pt x="95110" y="168586"/>
                      <a:pt x="95653" y="167182"/>
                    </a:cubicBezTo>
                    <a:cubicBezTo>
                      <a:pt x="96196" y="165553"/>
                      <a:pt x="96287" y="163878"/>
                      <a:pt x="95880" y="162203"/>
                    </a:cubicBezTo>
                    <a:cubicBezTo>
                      <a:pt x="95517" y="160482"/>
                      <a:pt x="94838" y="158762"/>
                      <a:pt x="94205" y="157087"/>
                    </a:cubicBezTo>
                    <a:cubicBezTo>
                      <a:pt x="94340" y="157087"/>
                      <a:pt x="94522" y="157042"/>
                      <a:pt x="94612" y="156951"/>
                    </a:cubicBezTo>
                    <a:cubicBezTo>
                      <a:pt x="95065" y="156499"/>
                      <a:pt x="95065" y="155956"/>
                      <a:pt x="95291" y="155412"/>
                    </a:cubicBezTo>
                    <a:cubicBezTo>
                      <a:pt x="95517" y="154869"/>
                      <a:pt x="95880" y="154371"/>
                      <a:pt x="96196" y="153918"/>
                    </a:cubicBezTo>
                    <a:cubicBezTo>
                      <a:pt x="96196" y="153873"/>
                      <a:pt x="96242" y="153873"/>
                      <a:pt x="96242" y="153828"/>
                    </a:cubicBezTo>
                    <a:close/>
                    <a:moveTo>
                      <a:pt x="64264" y="30183"/>
                    </a:moveTo>
                    <a:cubicBezTo>
                      <a:pt x="64674" y="30183"/>
                      <a:pt x="65086" y="30219"/>
                      <a:pt x="65504" y="30289"/>
                    </a:cubicBezTo>
                    <a:cubicBezTo>
                      <a:pt x="66070" y="30389"/>
                      <a:pt x="66709" y="30537"/>
                      <a:pt x="67331" y="30537"/>
                    </a:cubicBezTo>
                    <a:cubicBezTo>
                      <a:pt x="67555" y="30537"/>
                      <a:pt x="67778" y="30518"/>
                      <a:pt x="67994" y="30470"/>
                    </a:cubicBezTo>
                    <a:cubicBezTo>
                      <a:pt x="68537" y="30742"/>
                      <a:pt x="69171" y="30787"/>
                      <a:pt x="69805" y="30832"/>
                    </a:cubicBezTo>
                    <a:cubicBezTo>
                      <a:pt x="69895" y="30968"/>
                      <a:pt x="69986" y="31149"/>
                      <a:pt x="70076" y="31330"/>
                    </a:cubicBezTo>
                    <a:cubicBezTo>
                      <a:pt x="70122" y="31375"/>
                      <a:pt x="70167" y="31421"/>
                      <a:pt x="70212" y="31511"/>
                    </a:cubicBezTo>
                    <a:cubicBezTo>
                      <a:pt x="70212" y="31556"/>
                      <a:pt x="70257" y="31602"/>
                      <a:pt x="70303" y="31602"/>
                    </a:cubicBezTo>
                    <a:cubicBezTo>
                      <a:pt x="70303" y="31647"/>
                      <a:pt x="70303" y="31647"/>
                      <a:pt x="70303" y="31647"/>
                    </a:cubicBezTo>
                    <a:cubicBezTo>
                      <a:pt x="70348" y="31738"/>
                      <a:pt x="70393" y="31783"/>
                      <a:pt x="70484" y="31828"/>
                    </a:cubicBezTo>
                    <a:cubicBezTo>
                      <a:pt x="70529" y="31919"/>
                      <a:pt x="70574" y="31964"/>
                      <a:pt x="70665" y="32009"/>
                    </a:cubicBezTo>
                    <a:cubicBezTo>
                      <a:pt x="70681" y="32017"/>
                      <a:pt x="70701" y="32021"/>
                      <a:pt x="70724" y="32021"/>
                    </a:cubicBezTo>
                    <a:cubicBezTo>
                      <a:pt x="70827" y="32021"/>
                      <a:pt x="70974" y="31940"/>
                      <a:pt x="70937" y="31828"/>
                    </a:cubicBezTo>
                    <a:cubicBezTo>
                      <a:pt x="70937" y="31738"/>
                      <a:pt x="70937" y="31647"/>
                      <a:pt x="70937" y="31602"/>
                    </a:cubicBezTo>
                    <a:cubicBezTo>
                      <a:pt x="70891" y="31511"/>
                      <a:pt x="70846" y="31466"/>
                      <a:pt x="70801" y="31375"/>
                    </a:cubicBezTo>
                    <a:cubicBezTo>
                      <a:pt x="70801" y="31330"/>
                      <a:pt x="70755" y="31240"/>
                      <a:pt x="70710" y="31194"/>
                    </a:cubicBezTo>
                    <a:cubicBezTo>
                      <a:pt x="70710" y="31149"/>
                      <a:pt x="70665" y="31059"/>
                      <a:pt x="70620" y="31013"/>
                    </a:cubicBezTo>
                    <a:cubicBezTo>
                      <a:pt x="70574" y="30968"/>
                      <a:pt x="70529" y="30877"/>
                      <a:pt x="70484" y="30832"/>
                    </a:cubicBezTo>
                    <a:cubicBezTo>
                      <a:pt x="70755" y="30787"/>
                      <a:pt x="71072" y="30787"/>
                      <a:pt x="71344" y="30787"/>
                    </a:cubicBezTo>
                    <a:cubicBezTo>
                      <a:pt x="71434" y="30832"/>
                      <a:pt x="71480" y="30923"/>
                      <a:pt x="71525" y="30968"/>
                    </a:cubicBezTo>
                    <a:cubicBezTo>
                      <a:pt x="71616" y="31059"/>
                      <a:pt x="71661" y="31104"/>
                      <a:pt x="71751" y="31194"/>
                    </a:cubicBezTo>
                    <a:cubicBezTo>
                      <a:pt x="71842" y="31240"/>
                      <a:pt x="71887" y="31285"/>
                      <a:pt x="71932" y="31330"/>
                    </a:cubicBezTo>
                    <a:cubicBezTo>
                      <a:pt x="72023" y="31375"/>
                      <a:pt x="72068" y="31375"/>
                      <a:pt x="72159" y="31421"/>
                    </a:cubicBezTo>
                    <a:cubicBezTo>
                      <a:pt x="72183" y="31433"/>
                      <a:pt x="72211" y="31438"/>
                      <a:pt x="72239" y="31438"/>
                    </a:cubicBezTo>
                    <a:cubicBezTo>
                      <a:pt x="72316" y="31438"/>
                      <a:pt x="72397" y="31396"/>
                      <a:pt x="72430" y="31330"/>
                    </a:cubicBezTo>
                    <a:cubicBezTo>
                      <a:pt x="72476" y="31240"/>
                      <a:pt x="72430" y="31104"/>
                      <a:pt x="72385" y="31059"/>
                    </a:cubicBezTo>
                    <a:cubicBezTo>
                      <a:pt x="72385" y="31013"/>
                      <a:pt x="72340" y="31013"/>
                      <a:pt x="72340" y="30968"/>
                    </a:cubicBezTo>
                    <a:cubicBezTo>
                      <a:pt x="72295" y="30968"/>
                      <a:pt x="72295" y="30923"/>
                      <a:pt x="72295" y="30923"/>
                    </a:cubicBezTo>
                    <a:cubicBezTo>
                      <a:pt x="72249" y="30877"/>
                      <a:pt x="72204" y="30877"/>
                      <a:pt x="72159" y="30832"/>
                    </a:cubicBezTo>
                    <a:cubicBezTo>
                      <a:pt x="72114" y="30787"/>
                      <a:pt x="72114" y="30787"/>
                      <a:pt x="72068" y="30787"/>
                    </a:cubicBezTo>
                    <a:lnTo>
                      <a:pt x="72385" y="30787"/>
                    </a:lnTo>
                    <a:cubicBezTo>
                      <a:pt x="73426" y="30832"/>
                      <a:pt x="74286" y="31240"/>
                      <a:pt x="75056" y="31919"/>
                    </a:cubicBezTo>
                    <a:cubicBezTo>
                      <a:pt x="75101" y="32009"/>
                      <a:pt x="75147" y="32100"/>
                      <a:pt x="75237" y="32145"/>
                    </a:cubicBezTo>
                    <a:cubicBezTo>
                      <a:pt x="75282" y="32145"/>
                      <a:pt x="75328" y="32190"/>
                      <a:pt x="75373" y="32190"/>
                    </a:cubicBezTo>
                    <a:cubicBezTo>
                      <a:pt x="75644" y="32462"/>
                      <a:pt x="75961" y="32733"/>
                      <a:pt x="76233" y="33050"/>
                    </a:cubicBezTo>
                    <a:cubicBezTo>
                      <a:pt x="76595" y="33412"/>
                      <a:pt x="77003" y="33910"/>
                      <a:pt x="77455" y="34137"/>
                    </a:cubicBezTo>
                    <a:cubicBezTo>
                      <a:pt x="77485" y="34144"/>
                      <a:pt x="77518" y="34148"/>
                      <a:pt x="77552" y="34148"/>
                    </a:cubicBezTo>
                    <a:cubicBezTo>
                      <a:pt x="77719" y="34148"/>
                      <a:pt x="77908" y="34054"/>
                      <a:pt x="77908" y="33865"/>
                    </a:cubicBezTo>
                    <a:cubicBezTo>
                      <a:pt x="77817" y="33412"/>
                      <a:pt x="77591" y="32960"/>
                      <a:pt x="77229" y="32507"/>
                    </a:cubicBezTo>
                    <a:lnTo>
                      <a:pt x="77229" y="32507"/>
                    </a:lnTo>
                    <a:cubicBezTo>
                      <a:pt x="77319" y="32552"/>
                      <a:pt x="77410" y="32552"/>
                      <a:pt x="77500" y="32598"/>
                    </a:cubicBezTo>
                    <a:cubicBezTo>
                      <a:pt x="78270" y="32779"/>
                      <a:pt x="79040" y="33005"/>
                      <a:pt x="79719" y="33367"/>
                    </a:cubicBezTo>
                    <a:cubicBezTo>
                      <a:pt x="80398" y="33729"/>
                      <a:pt x="81031" y="34182"/>
                      <a:pt x="81620" y="34680"/>
                    </a:cubicBezTo>
                    <a:cubicBezTo>
                      <a:pt x="81937" y="34952"/>
                      <a:pt x="82208" y="35223"/>
                      <a:pt x="82480" y="35540"/>
                    </a:cubicBezTo>
                    <a:cubicBezTo>
                      <a:pt x="82752" y="35857"/>
                      <a:pt x="82978" y="36219"/>
                      <a:pt x="83340" y="36310"/>
                    </a:cubicBezTo>
                    <a:cubicBezTo>
                      <a:pt x="83380" y="36330"/>
                      <a:pt x="83422" y="36339"/>
                      <a:pt x="83463" y="36339"/>
                    </a:cubicBezTo>
                    <a:cubicBezTo>
                      <a:pt x="83612" y="36339"/>
                      <a:pt x="83758" y="36225"/>
                      <a:pt x="83793" y="36083"/>
                    </a:cubicBezTo>
                    <a:cubicBezTo>
                      <a:pt x="83883" y="35676"/>
                      <a:pt x="83702" y="35269"/>
                      <a:pt x="83431" y="34861"/>
                    </a:cubicBezTo>
                    <a:lnTo>
                      <a:pt x="83431" y="34861"/>
                    </a:lnTo>
                    <a:cubicBezTo>
                      <a:pt x="84291" y="35404"/>
                      <a:pt x="85106" y="36083"/>
                      <a:pt x="85875" y="36762"/>
                    </a:cubicBezTo>
                    <a:cubicBezTo>
                      <a:pt x="86147" y="36989"/>
                      <a:pt x="86373" y="37260"/>
                      <a:pt x="86645" y="37532"/>
                    </a:cubicBezTo>
                    <a:cubicBezTo>
                      <a:pt x="86147" y="37215"/>
                      <a:pt x="85649" y="36943"/>
                      <a:pt x="85151" y="36672"/>
                    </a:cubicBezTo>
                    <a:cubicBezTo>
                      <a:pt x="85097" y="36645"/>
                      <a:pt x="85044" y="36633"/>
                      <a:pt x="84994" y="36633"/>
                    </a:cubicBezTo>
                    <a:cubicBezTo>
                      <a:pt x="84709" y="36633"/>
                      <a:pt x="84526" y="37022"/>
                      <a:pt x="84834" y="37215"/>
                    </a:cubicBezTo>
                    <a:cubicBezTo>
                      <a:pt x="86328" y="38211"/>
                      <a:pt x="87641" y="39479"/>
                      <a:pt x="88908" y="40746"/>
                    </a:cubicBezTo>
                    <a:cubicBezTo>
                      <a:pt x="90085" y="41968"/>
                      <a:pt x="91217" y="43236"/>
                      <a:pt x="92303" y="44503"/>
                    </a:cubicBezTo>
                    <a:cubicBezTo>
                      <a:pt x="93345" y="45726"/>
                      <a:pt x="94250" y="47084"/>
                      <a:pt x="94567" y="48668"/>
                    </a:cubicBezTo>
                    <a:cubicBezTo>
                      <a:pt x="94748" y="49619"/>
                      <a:pt x="94703" y="50569"/>
                      <a:pt x="94567" y="51520"/>
                    </a:cubicBezTo>
                    <a:cubicBezTo>
                      <a:pt x="94476" y="51294"/>
                      <a:pt x="94386" y="51113"/>
                      <a:pt x="94295" y="50886"/>
                    </a:cubicBezTo>
                    <a:cubicBezTo>
                      <a:pt x="93616" y="49302"/>
                      <a:pt x="92801" y="47763"/>
                      <a:pt x="91986" y="46224"/>
                    </a:cubicBezTo>
                    <a:cubicBezTo>
                      <a:pt x="91926" y="46118"/>
                      <a:pt x="91826" y="46073"/>
                      <a:pt x="91723" y="46073"/>
                    </a:cubicBezTo>
                    <a:cubicBezTo>
                      <a:pt x="91519" y="46073"/>
                      <a:pt x="91307" y="46254"/>
                      <a:pt x="91398" y="46495"/>
                    </a:cubicBezTo>
                    <a:cubicBezTo>
                      <a:pt x="91986" y="47944"/>
                      <a:pt x="92484" y="49438"/>
                      <a:pt x="93028" y="50886"/>
                    </a:cubicBezTo>
                    <a:cubicBezTo>
                      <a:pt x="93480" y="52244"/>
                      <a:pt x="94159" y="53693"/>
                      <a:pt x="93571" y="55096"/>
                    </a:cubicBezTo>
                    <a:cubicBezTo>
                      <a:pt x="93299" y="55685"/>
                      <a:pt x="92937" y="56228"/>
                      <a:pt x="92484" y="56726"/>
                    </a:cubicBezTo>
                    <a:cubicBezTo>
                      <a:pt x="92484" y="56500"/>
                      <a:pt x="92484" y="56319"/>
                      <a:pt x="92439" y="56092"/>
                    </a:cubicBezTo>
                    <a:cubicBezTo>
                      <a:pt x="92349" y="55594"/>
                      <a:pt x="92213" y="55096"/>
                      <a:pt x="92032" y="54598"/>
                    </a:cubicBezTo>
                    <a:cubicBezTo>
                      <a:pt x="91993" y="54481"/>
                      <a:pt x="91851" y="54363"/>
                      <a:pt x="91726" y="54363"/>
                    </a:cubicBezTo>
                    <a:cubicBezTo>
                      <a:pt x="91707" y="54363"/>
                      <a:pt x="91688" y="54366"/>
                      <a:pt x="91670" y="54372"/>
                    </a:cubicBezTo>
                    <a:cubicBezTo>
                      <a:pt x="91489" y="54417"/>
                      <a:pt x="91398" y="54598"/>
                      <a:pt x="91443" y="54779"/>
                    </a:cubicBezTo>
                    <a:cubicBezTo>
                      <a:pt x="91579" y="55232"/>
                      <a:pt x="91670" y="55730"/>
                      <a:pt x="91760" y="56183"/>
                    </a:cubicBezTo>
                    <a:lnTo>
                      <a:pt x="91805" y="56907"/>
                    </a:lnTo>
                    <a:cubicBezTo>
                      <a:pt x="91851" y="57088"/>
                      <a:pt x="91851" y="57269"/>
                      <a:pt x="91896" y="57450"/>
                    </a:cubicBezTo>
                    <a:cubicBezTo>
                      <a:pt x="91715" y="57677"/>
                      <a:pt x="91489" y="57858"/>
                      <a:pt x="91307" y="58084"/>
                    </a:cubicBezTo>
                    <a:cubicBezTo>
                      <a:pt x="91217" y="57450"/>
                      <a:pt x="91081" y="56862"/>
                      <a:pt x="90900" y="56228"/>
                    </a:cubicBezTo>
                    <a:cubicBezTo>
                      <a:pt x="90266" y="54191"/>
                      <a:pt x="88863" y="52652"/>
                      <a:pt x="87595" y="50977"/>
                    </a:cubicBezTo>
                    <a:cubicBezTo>
                      <a:pt x="87538" y="50905"/>
                      <a:pt x="87467" y="50874"/>
                      <a:pt x="87401" y="50874"/>
                    </a:cubicBezTo>
                    <a:cubicBezTo>
                      <a:pt x="87259" y="50874"/>
                      <a:pt x="87140" y="51018"/>
                      <a:pt x="87233" y="51203"/>
                    </a:cubicBezTo>
                    <a:cubicBezTo>
                      <a:pt x="88139" y="52742"/>
                      <a:pt x="89135" y="54281"/>
                      <a:pt x="89587" y="56047"/>
                    </a:cubicBezTo>
                    <a:cubicBezTo>
                      <a:pt x="89723" y="56635"/>
                      <a:pt x="89859" y="57224"/>
                      <a:pt x="89949" y="57812"/>
                    </a:cubicBezTo>
                    <a:cubicBezTo>
                      <a:pt x="89723" y="58537"/>
                      <a:pt x="89270" y="59216"/>
                      <a:pt x="88727" y="59714"/>
                    </a:cubicBezTo>
                    <a:cubicBezTo>
                      <a:pt x="87867" y="60529"/>
                      <a:pt x="86826" y="61072"/>
                      <a:pt x="85785" y="61706"/>
                    </a:cubicBezTo>
                    <a:cubicBezTo>
                      <a:pt x="86102" y="60936"/>
                      <a:pt x="86283" y="60166"/>
                      <a:pt x="86192" y="59352"/>
                    </a:cubicBezTo>
                    <a:cubicBezTo>
                      <a:pt x="86167" y="59175"/>
                      <a:pt x="86029" y="59083"/>
                      <a:pt x="85896" y="59083"/>
                    </a:cubicBezTo>
                    <a:cubicBezTo>
                      <a:pt x="85791" y="59083"/>
                      <a:pt x="85689" y="59141"/>
                      <a:pt x="85649" y="59261"/>
                    </a:cubicBezTo>
                    <a:cubicBezTo>
                      <a:pt x="85604" y="59487"/>
                      <a:pt x="85558" y="59668"/>
                      <a:pt x="85513" y="59850"/>
                    </a:cubicBezTo>
                    <a:cubicBezTo>
                      <a:pt x="85468" y="60031"/>
                      <a:pt x="85377" y="60212"/>
                      <a:pt x="85332" y="60393"/>
                    </a:cubicBezTo>
                    <a:cubicBezTo>
                      <a:pt x="85196" y="60755"/>
                      <a:pt x="85060" y="61162"/>
                      <a:pt x="84925" y="61525"/>
                    </a:cubicBezTo>
                    <a:cubicBezTo>
                      <a:pt x="84743" y="61932"/>
                      <a:pt x="84517" y="62339"/>
                      <a:pt x="84246" y="62747"/>
                    </a:cubicBezTo>
                    <a:lnTo>
                      <a:pt x="84110" y="62883"/>
                    </a:lnTo>
                    <a:cubicBezTo>
                      <a:pt x="84336" y="62294"/>
                      <a:pt x="84517" y="61660"/>
                      <a:pt x="84608" y="61072"/>
                    </a:cubicBezTo>
                    <a:cubicBezTo>
                      <a:pt x="84789" y="60076"/>
                      <a:pt x="84834" y="58944"/>
                      <a:pt x="84472" y="57994"/>
                    </a:cubicBezTo>
                    <a:cubicBezTo>
                      <a:pt x="84423" y="57821"/>
                      <a:pt x="84213" y="57703"/>
                      <a:pt x="84025" y="57703"/>
                    </a:cubicBezTo>
                    <a:cubicBezTo>
                      <a:pt x="83867" y="57703"/>
                      <a:pt x="83723" y="57787"/>
                      <a:pt x="83702" y="57994"/>
                    </a:cubicBezTo>
                    <a:cubicBezTo>
                      <a:pt x="83567" y="58808"/>
                      <a:pt x="83567" y="59623"/>
                      <a:pt x="83431" y="60438"/>
                    </a:cubicBezTo>
                    <a:cubicBezTo>
                      <a:pt x="83340" y="61298"/>
                      <a:pt x="83114" y="62113"/>
                      <a:pt x="82797" y="62883"/>
                    </a:cubicBezTo>
                    <a:cubicBezTo>
                      <a:pt x="82525" y="63607"/>
                      <a:pt x="82118" y="64331"/>
                      <a:pt x="81665" y="65010"/>
                    </a:cubicBezTo>
                    <a:cubicBezTo>
                      <a:pt x="81439" y="65327"/>
                      <a:pt x="81122" y="65644"/>
                      <a:pt x="80805" y="65870"/>
                    </a:cubicBezTo>
                    <a:cubicBezTo>
                      <a:pt x="80531" y="66066"/>
                      <a:pt x="80122" y="66296"/>
                      <a:pt x="79753" y="66296"/>
                    </a:cubicBezTo>
                    <a:cubicBezTo>
                      <a:pt x="79695" y="66296"/>
                      <a:pt x="79638" y="66290"/>
                      <a:pt x="79583" y="66278"/>
                    </a:cubicBezTo>
                    <a:cubicBezTo>
                      <a:pt x="79571" y="66275"/>
                      <a:pt x="79559" y="66273"/>
                      <a:pt x="79547" y="66273"/>
                    </a:cubicBezTo>
                    <a:cubicBezTo>
                      <a:pt x="79380" y="66273"/>
                      <a:pt x="79236" y="66558"/>
                      <a:pt x="79447" y="66685"/>
                    </a:cubicBezTo>
                    <a:cubicBezTo>
                      <a:pt x="79801" y="66842"/>
                      <a:pt x="80086" y="66966"/>
                      <a:pt x="80452" y="66966"/>
                    </a:cubicBezTo>
                    <a:cubicBezTo>
                      <a:pt x="80507" y="66966"/>
                      <a:pt x="80565" y="66963"/>
                      <a:pt x="80624" y="66957"/>
                    </a:cubicBezTo>
                    <a:cubicBezTo>
                      <a:pt x="80941" y="66912"/>
                      <a:pt x="81258" y="66776"/>
                      <a:pt x="81529" y="66595"/>
                    </a:cubicBezTo>
                    <a:lnTo>
                      <a:pt x="81529" y="66595"/>
                    </a:lnTo>
                    <a:cubicBezTo>
                      <a:pt x="81439" y="66776"/>
                      <a:pt x="81348" y="66957"/>
                      <a:pt x="81258" y="67138"/>
                    </a:cubicBezTo>
                    <a:cubicBezTo>
                      <a:pt x="80941" y="67726"/>
                      <a:pt x="80715" y="68405"/>
                      <a:pt x="80624" y="69039"/>
                    </a:cubicBezTo>
                    <a:cubicBezTo>
                      <a:pt x="80533" y="69763"/>
                      <a:pt x="80533" y="70578"/>
                      <a:pt x="80850" y="71212"/>
                    </a:cubicBezTo>
                    <a:lnTo>
                      <a:pt x="80896" y="71212"/>
                    </a:lnTo>
                    <a:cubicBezTo>
                      <a:pt x="81031" y="72027"/>
                      <a:pt x="81348" y="72796"/>
                      <a:pt x="81756" y="73476"/>
                    </a:cubicBezTo>
                    <a:cubicBezTo>
                      <a:pt x="82390" y="74607"/>
                      <a:pt x="83295" y="75603"/>
                      <a:pt x="84019" y="76644"/>
                    </a:cubicBezTo>
                    <a:cubicBezTo>
                      <a:pt x="84789" y="77731"/>
                      <a:pt x="85468" y="78908"/>
                      <a:pt x="86373" y="79949"/>
                    </a:cubicBezTo>
                    <a:cubicBezTo>
                      <a:pt x="86459" y="80060"/>
                      <a:pt x="86572" y="80107"/>
                      <a:pt x="86688" y="80107"/>
                    </a:cubicBezTo>
                    <a:cubicBezTo>
                      <a:pt x="86999" y="80107"/>
                      <a:pt x="87332" y="79768"/>
                      <a:pt x="87233" y="79406"/>
                    </a:cubicBezTo>
                    <a:cubicBezTo>
                      <a:pt x="86962" y="78319"/>
                      <a:pt x="86464" y="77369"/>
                      <a:pt x="85830" y="76463"/>
                    </a:cubicBezTo>
                    <a:lnTo>
                      <a:pt x="85830" y="76463"/>
                    </a:lnTo>
                    <a:cubicBezTo>
                      <a:pt x="86600" y="76644"/>
                      <a:pt x="87414" y="76690"/>
                      <a:pt x="88139" y="77006"/>
                    </a:cubicBezTo>
                    <a:cubicBezTo>
                      <a:pt x="88953" y="77369"/>
                      <a:pt x="89361" y="78183"/>
                      <a:pt x="89633" y="78953"/>
                    </a:cubicBezTo>
                    <a:cubicBezTo>
                      <a:pt x="89814" y="79406"/>
                      <a:pt x="89949" y="79858"/>
                      <a:pt x="90130" y="80311"/>
                    </a:cubicBezTo>
                    <a:cubicBezTo>
                      <a:pt x="90312" y="80764"/>
                      <a:pt x="90628" y="81352"/>
                      <a:pt x="91172" y="81488"/>
                    </a:cubicBezTo>
                    <a:cubicBezTo>
                      <a:pt x="91207" y="81494"/>
                      <a:pt x="91240" y="81497"/>
                      <a:pt x="91272" y="81497"/>
                    </a:cubicBezTo>
                    <a:cubicBezTo>
                      <a:pt x="91489" y="81497"/>
                      <a:pt x="91636" y="81368"/>
                      <a:pt x="91715" y="81171"/>
                    </a:cubicBezTo>
                    <a:cubicBezTo>
                      <a:pt x="91760" y="81035"/>
                      <a:pt x="91760" y="80945"/>
                      <a:pt x="91760" y="80809"/>
                    </a:cubicBezTo>
                    <a:cubicBezTo>
                      <a:pt x="92122" y="81171"/>
                      <a:pt x="92484" y="81533"/>
                      <a:pt x="92892" y="81896"/>
                    </a:cubicBezTo>
                    <a:cubicBezTo>
                      <a:pt x="93299" y="82212"/>
                      <a:pt x="93707" y="82575"/>
                      <a:pt x="94205" y="82801"/>
                    </a:cubicBezTo>
                    <a:cubicBezTo>
                      <a:pt x="94748" y="83073"/>
                      <a:pt x="95291" y="83208"/>
                      <a:pt x="95880" y="83389"/>
                    </a:cubicBezTo>
                    <a:cubicBezTo>
                      <a:pt x="96423" y="83570"/>
                      <a:pt x="96785" y="83797"/>
                      <a:pt x="97147" y="84204"/>
                    </a:cubicBezTo>
                    <a:cubicBezTo>
                      <a:pt x="97509" y="84702"/>
                      <a:pt x="97826" y="85245"/>
                      <a:pt x="98188" y="85743"/>
                    </a:cubicBezTo>
                    <a:cubicBezTo>
                      <a:pt x="98867" y="86604"/>
                      <a:pt x="99954" y="87781"/>
                      <a:pt x="101176" y="87826"/>
                    </a:cubicBezTo>
                    <a:cubicBezTo>
                      <a:pt x="101402" y="87826"/>
                      <a:pt x="101538" y="87599"/>
                      <a:pt x="101538" y="87418"/>
                    </a:cubicBezTo>
                    <a:cubicBezTo>
                      <a:pt x="101765" y="87554"/>
                      <a:pt x="101991" y="87735"/>
                      <a:pt x="102172" y="87916"/>
                    </a:cubicBezTo>
                    <a:cubicBezTo>
                      <a:pt x="103258" y="88686"/>
                      <a:pt x="104435" y="89365"/>
                      <a:pt x="105386" y="90270"/>
                    </a:cubicBezTo>
                    <a:cubicBezTo>
                      <a:pt x="106291" y="91085"/>
                      <a:pt x="106608" y="92126"/>
                      <a:pt x="106880" y="93303"/>
                    </a:cubicBezTo>
                    <a:cubicBezTo>
                      <a:pt x="107152" y="94661"/>
                      <a:pt x="107378" y="96065"/>
                      <a:pt x="107740" y="97423"/>
                    </a:cubicBezTo>
                    <a:cubicBezTo>
                      <a:pt x="107799" y="97699"/>
                      <a:pt x="107997" y="97821"/>
                      <a:pt x="108204" y="97821"/>
                    </a:cubicBezTo>
                    <a:cubicBezTo>
                      <a:pt x="108471" y="97821"/>
                      <a:pt x="108756" y="97619"/>
                      <a:pt x="108781" y="97287"/>
                    </a:cubicBezTo>
                    <a:cubicBezTo>
                      <a:pt x="108826" y="96834"/>
                      <a:pt x="108826" y="96382"/>
                      <a:pt x="108826" y="95884"/>
                    </a:cubicBezTo>
                    <a:cubicBezTo>
                      <a:pt x="108872" y="95974"/>
                      <a:pt x="108917" y="96110"/>
                      <a:pt x="109008" y="96201"/>
                    </a:cubicBezTo>
                    <a:cubicBezTo>
                      <a:pt x="109551" y="97061"/>
                      <a:pt x="110185" y="97921"/>
                      <a:pt x="110682" y="98826"/>
                    </a:cubicBezTo>
                    <a:cubicBezTo>
                      <a:pt x="111135" y="99686"/>
                      <a:pt x="111362" y="100637"/>
                      <a:pt x="111407" y="101588"/>
                    </a:cubicBezTo>
                    <a:cubicBezTo>
                      <a:pt x="111452" y="102086"/>
                      <a:pt x="111407" y="102583"/>
                      <a:pt x="111452" y="103081"/>
                    </a:cubicBezTo>
                    <a:cubicBezTo>
                      <a:pt x="111497" y="103579"/>
                      <a:pt x="111543" y="104077"/>
                      <a:pt x="111859" y="104485"/>
                    </a:cubicBezTo>
                    <a:cubicBezTo>
                      <a:pt x="111944" y="104569"/>
                      <a:pt x="112047" y="104604"/>
                      <a:pt x="112148" y="104604"/>
                    </a:cubicBezTo>
                    <a:cubicBezTo>
                      <a:pt x="112264" y="104604"/>
                      <a:pt x="112375" y="104557"/>
                      <a:pt x="112448" y="104485"/>
                    </a:cubicBezTo>
                    <a:cubicBezTo>
                      <a:pt x="112810" y="104123"/>
                      <a:pt x="112946" y="103534"/>
                      <a:pt x="112991" y="103081"/>
                    </a:cubicBezTo>
                    <a:cubicBezTo>
                      <a:pt x="113036" y="102991"/>
                      <a:pt x="113036" y="102900"/>
                      <a:pt x="113036" y="102810"/>
                    </a:cubicBezTo>
                    <a:cubicBezTo>
                      <a:pt x="113127" y="102991"/>
                      <a:pt x="113263" y="103172"/>
                      <a:pt x="113353" y="103353"/>
                    </a:cubicBezTo>
                    <a:cubicBezTo>
                      <a:pt x="114032" y="104349"/>
                      <a:pt x="114802" y="105345"/>
                      <a:pt x="115119" y="106477"/>
                    </a:cubicBezTo>
                    <a:cubicBezTo>
                      <a:pt x="115662" y="108514"/>
                      <a:pt x="114032" y="110279"/>
                      <a:pt x="113263" y="111999"/>
                    </a:cubicBezTo>
                    <a:cubicBezTo>
                      <a:pt x="113082" y="112452"/>
                      <a:pt x="112312" y="114353"/>
                      <a:pt x="113263" y="114399"/>
                    </a:cubicBezTo>
                    <a:cubicBezTo>
                      <a:pt x="113278" y="114400"/>
                      <a:pt x="113293" y="114401"/>
                      <a:pt x="113308" y="114401"/>
                    </a:cubicBezTo>
                    <a:cubicBezTo>
                      <a:pt x="113728" y="114401"/>
                      <a:pt x="113903" y="113801"/>
                      <a:pt x="114078" y="113539"/>
                    </a:cubicBezTo>
                    <a:cubicBezTo>
                      <a:pt x="114213" y="113267"/>
                      <a:pt x="114349" y="113041"/>
                      <a:pt x="114485" y="112769"/>
                    </a:cubicBezTo>
                    <a:cubicBezTo>
                      <a:pt x="114757" y="113674"/>
                      <a:pt x="115074" y="114580"/>
                      <a:pt x="115481" y="115485"/>
                    </a:cubicBezTo>
                    <a:cubicBezTo>
                      <a:pt x="116069" y="116798"/>
                      <a:pt x="116839" y="118020"/>
                      <a:pt x="117473" y="119378"/>
                    </a:cubicBezTo>
                    <a:cubicBezTo>
                      <a:pt x="118016" y="120510"/>
                      <a:pt x="118197" y="121732"/>
                      <a:pt x="118152" y="123000"/>
                    </a:cubicBezTo>
                    <a:cubicBezTo>
                      <a:pt x="118061" y="124267"/>
                      <a:pt x="117654" y="125444"/>
                      <a:pt x="117292" y="126667"/>
                    </a:cubicBezTo>
                    <a:cubicBezTo>
                      <a:pt x="117194" y="126992"/>
                      <a:pt x="117471" y="127247"/>
                      <a:pt x="117752" y="127247"/>
                    </a:cubicBezTo>
                    <a:cubicBezTo>
                      <a:pt x="117862" y="127247"/>
                      <a:pt x="117972" y="127208"/>
                      <a:pt x="118061" y="127119"/>
                    </a:cubicBezTo>
                    <a:cubicBezTo>
                      <a:pt x="118152" y="127029"/>
                      <a:pt x="118242" y="126938"/>
                      <a:pt x="118333" y="126848"/>
                    </a:cubicBezTo>
                    <a:cubicBezTo>
                      <a:pt x="118378" y="126893"/>
                      <a:pt x="118378" y="126938"/>
                      <a:pt x="118378" y="126938"/>
                    </a:cubicBezTo>
                    <a:cubicBezTo>
                      <a:pt x="118740" y="127798"/>
                      <a:pt x="119284" y="128568"/>
                      <a:pt x="119646" y="129428"/>
                    </a:cubicBezTo>
                    <a:cubicBezTo>
                      <a:pt x="120415" y="131329"/>
                      <a:pt x="118650" y="132914"/>
                      <a:pt x="118605" y="134815"/>
                    </a:cubicBezTo>
                    <a:cubicBezTo>
                      <a:pt x="118605" y="135130"/>
                      <a:pt x="118934" y="135380"/>
                      <a:pt x="119241" y="135380"/>
                    </a:cubicBezTo>
                    <a:cubicBezTo>
                      <a:pt x="119375" y="135380"/>
                      <a:pt x="119504" y="135332"/>
                      <a:pt x="119600" y="135222"/>
                    </a:cubicBezTo>
                    <a:cubicBezTo>
                      <a:pt x="119736" y="135041"/>
                      <a:pt x="119872" y="134860"/>
                      <a:pt x="120008" y="134679"/>
                    </a:cubicBezTo>
                    <a:cubicBezTo>
                      <a:pt x="120098" y="134905"/>
                      <a:pt x="120234" y="135132"/>
                      <a:pt x="120370" y="135358"/>
                    </a:cubicBezTo>
                    <a:cubicBezTo>
                      <a:pt x="120777" y="136037"/>
                      <a:pt x="121230" y="136716"/>
                      <a:pt x="121502" y="137441"/>
                    </a:cubicBezTo>
                    <a:cubicBezTo>
                      <a:pt x="121819" y="138391"/>
                      <a:pt x="121547" y="139297"/>
                      <a:pt x="121366" y="140202"/>
                    </a:cubicBezTo>
                    <a:cubicBezTo>
                      <a:pt x="121140" y="141198"/>
                      <a:pt x="120868" y="142375"/>
                      <a:pt x="121049" y="143416"/>
                    </a:cubicBezTo>
                    <a:cubicBezTo>
                      <a:pt x="121079" y="143537"/>
                      <a:pt x="121250" y="143637"/>
                      <a:pt x="121401" y="143637"/>
                    </a:cubicBezTo>
                    <a:cubicBezTo>
                      <a:pt x="121477" y="143637"/>
                      <a:pt x="121547" y="143612"/>
                      <a:pt x="121592" y="143552"/>
                    </a:cubicBezTo>
                    <a:cubicBezTo>
                      <a:pt x="121864" y="143190"/>
                      <a:pt x="122045" y="142782"/>
                      <a:pt x="122226" y="142375"/>
                    </a:cubicBezTo>
                    <a:cubicBezTo>
                      <a:pt x="122815" y="143733"/>
                      <a:pt x="124082" y="144910"/>
                      <a:pt x="124218" y="146404"/>
                    </a:cubicBezTo>
                    <a:cubicBezTo>
                      <a:pt x="124263" y="147264"/>
                      <a:pt x="124037" y="148079"/>
                      <a:pt x="123675" y="148803"/>
                    </a:cubicBezTo>
                    <a:lnTo>
                      <a:pt x="123629" y="148848"/>
                    </a:lnTo>
                    <a:cubicBezTo>
                      <a:pt x="123448" y="149210"/>
                      <a:pt x="123267" y="149573"/>
                      <a:pt x="123041" y="149935"/>
                    </a:cubicBezTo>
                    <a:cubicBezTo>
                      <a:pt x="122860" y="150252"/>
                      <a:pt x="122588" y="150569"/>
                      <a:pt x="122498" y="150931"/>
                    </a:cubicBezTo>
                    <a:cubicBezTo>
                      <a:pt x="122452" y="151202"/>
                      <a:pt x="122633" y="151474"/>
                      <a:pt x="122905" y="151474"/>
                    </a:cubicBezTo>
                    <a:cubicBezTo>
                      <a:pt x="123086" y="151474"/>
                      <a:pt x="123267" y="151383"/>
                      <a:pt x="123448" y="151338"/>
                    </a:cubicBezTo>
                    <a:cubicBezTo>
                      <a:pt x="123494" y="153647"/>
                      <a:pt x="123946" y="155956"/>
                      <a:pt x="123584" y="158310"/>
                    </a:cubicBezTo>
                    <a:cubicBezTo>
                      <a:pt x="123358" y="159668"/>
                      <a:pt x="122905" y="160935"/>
                      <a:pt x="122362" y="162157"/>
                    </a:cubicBezTo>
                    <a:cubicBezTo>
                      <a:pt x="122090" y="162836"/>
                      <a:pt x="121773" y="163470"/>
                      <a:pt x="121502" y="164104"/>
                    </a:cubicBezTo>
                    <a:cubicBezTo>
                      <a:pt x="121502" y="164195"/>
                      <a:pt x="121456" y="164240"/>
                      <a:pt x="121456" y="164285"/>
                    </a:cubicBezTo>
                    <a:cubicBezTo>
                      <a:pt x="121411" y="164195"/>
                      <a:pt x="121366" y="164104"/>
                      <a:pt x="121321" y="164013"/>
                    </a:cubicBezTo>
                    <a:cubicBezTo>
                      <a:pt x="121253" y="163900"/>
                      <a:pt x="121128" y="163844"/>
                      <a:pt x="121004" y="163844"/>
                    </a:cubicBezTo>
                    <a:cubicBezTo>
                      <a:pt x="120879" y="163844"/>
                      <a:pt x="120755" y="163900"/>
                      <a:pt x="120687" y="164013"/>
                    </a:cubicBezTo>
                    <a:cubicBezTo>
                      <a:pt x="120415" y="164511"/>
                      <a:pt x="120415" y="165145"/>
                      <a:pt x="120325" y="165688"/>
                    </a:cubicBezTo>
                    <a:cubicBezTo>
                      <a:pt x="120279" y="166277"/>
                      <a:pt x="120234" y="166911"/>
                      <a:pt x="120189" y="167499"/>
                    </a:cubicBezTo>
                    <a:cubicBezTo>
                      <a:pt x="120053" y="168586"/>
                      <a:pt x="119782" y="169627"/>
                      <a:pt x="119238" y="170577"/>
                    </a:cubicBezTo>
                    <a:cubicBezTo>
                      <a:pt x="118559" y="171754"/>
                      <a:pt x="117065" y="172615"/>
                      <a:pt x="116386" y="173746"/>
                    </a:cubicBezTo>
                    <a:lnTo>
                      <a:pt x="116296" y="173701"/>
                    </a:lnTo>
                    <a:cubicBezTo>
                      <a:pt x="116202" y="173626"/>
                      <a:pt x="116077" y="173582"/>
                      <a:pt x="115960" y="173582"/>
                    </a:cubicBezTo>
                    <a:cubicBezTo>
                      <a:pt x="115794" y="173582"/>
                      <a:pt x="115643" y="173670"/>
                      <a:pt x="115617" y="173882"/>
                    </a:cubicBezTo>
                    <a:cubicBezTo>
                      <a:pt x="115481" y="174471"/>
                      <a:pt x="115707" y="175104"/>
                      <a:pt x="115843" y="175738"/>
                    </a:cubicBezTo>
                    <a:cubicBezTo>
                      <a:pt x="115934" y="176372"/>
                      <a:pt x="115979" y="177006"/>
                      <a:pt x="116024" y="177639"/>
                    </a:cubicBezTo>
                    <a:cubicBezTo>
                      <a:pt x="116024" y="178771"/>
                      <a:pt x="116115" y="180174"/>
                      <a:pt x="115436" y="181125"/>
                    </a:cubicBezTo>
                    <a:cubicBezTo>
                      <a:pt x="115119" y="181578"/>
                      <a:pt x="114666" y="181895"/>
                      <a:pt x="114213" y="182212"/>
                    </a:cubicBezTo>
                    <a:cubicBezTo>
                      <a:pt x="113806" y="182528"/>
                      <a:pt x="113399" y="182891"/>
                      <a:pt x="113036" y="183343"/>
                    </a:cubicBezTo>
                    <a:cubicBezTo>
                      <a:pt x="113036" y="183253"/>
                      <a:pt x="113036" y="183162"/>
                      <a:pt x="112991" y="183072"/>
                    </a:cubicBezTo>
                    <a:cubicBezTo>
                      <a:pt x="112969" y="182913"/>
                      <a:pt x="112833" y="182834"/>
                      <a:pt x="112691" y="182834"/>
                    </a:cubicBezTo>
                    <a:cubicBezTo>
                      <a:pt x="112550" y="182834"/>
                      <a:pt x="112403" y="182913"/>
                      <a:pt x="112357" y="183072"/>
                    </a:cubicBezTo>
                    <a:cubicBezTo>
                      <a:pt x="112176" y="183796"/>
                      <a:pt x="112041" y="184566"/>
                      <a:pt x="111995" y="185380"/>
                    </a:cubicBezTo>
                    <a:cubicBezTo>
                      <a:pt x="111905" y="185561"/>
                      <a:pt x="111859" y="185788"/>
                      <a:pt x="111950" y="186014"/>
                    </a:cubicBezTo>
                    <a:cubicBezTo>
                      <a:pt x="111859" y="186829"/>
                      <a:pt x="111814" y="187644"/>
                      <a:pt x="111678" y="188459"/>
                    </a:cubicBezTo>
                    <a:cubicBezTo>
                      <a:pt x="111588" y="189274"/>
                      <a:pt x="111362" y="190088"/>
                      <a:pt x="110864" y="190767"/>
                    </a:cubicBezTo>
                    <a:cubicBezTo>
                      <a:pt x="110411" y="191401"/>
                      <a:pt x="109732" y="191854"/>
                      <a:pt x="109053" y="192261"/>
                    </a:cubicBezTo>
                    <a:cubicBezTo>
                      <a:pt x="107649" y="193121"/>
                      <a:pt x="105929" y="193755"/>
                      <a:pt x="104300" y="193800"/>
                    </a:cubicBezTo>
                    <a:cubicBezTo>
                      <a:pt x="103983" y="193800"/>
                      <a:pt x="103666" y="193800"/>
                      <a:pt x="103394" y="193665"/>
                    </a:cubicBezTo>
                    <a:cubicBezTo>
                      <a:pt x="103123" y="193484"/>
                      <a:pt x="103123" y="193121"/>
                      <a:pt x="103123" y="192804"/>
                    </a:cubicBezTo>
                    <a:cubicBezTo>
                      <a:pt x="103123" y="192035"/>
                      <a:pt x="103349" y="191311"/>
                      <a:pt x="103621" y="190541"/>
                    </a:cubicBezTo>
                    <a:cubicBezTo>
                      <a:pt x="104164" y="188911"/>
                      <a:pt x="104843" y="187327"/>
                      <a:pt x="104526" y="185561"/>
                    </a:cubicBezTo>
                    <a:cubicBezTo>
                      <a:pt x="104506" y="185364"/>
                      <a:pt x="104366" y="185279"/>
                      <a:pt x="104214" y="185279"/>
                    </a:cubicBezTo>
                    <a:cubicBezTo>
                      <a:pt x="104018" y="185279"/>
                      <a:pt x="103802" y="185422"/>
                      <a:pt x="103802" y="185652"/>
                    </a:cubicBezTo>
                    <a:cubicBezTo>
                      <a:pt x="103756" y="187508"/>
                      <a:pt x="102579" y="189092"/>
                      <a:pt x="101991" y="190767"/>
                    </a:cubicBezTo>
                    <a:cubicBezTo>
                      <a:pt x="101765" y="191446"/>
                      <a:pt x="101583" y="192261"/>
                      <a:pt x="101583" y="193031"/>
                    </a:cubicBezTo>
                    <a:cubicBezTo>
                      <a:pt x="101357" y="193076"/>
                      <a:pt x="101086" y="193076"/>
                      <a:pt x="100859" y="193076"/>
                    </a:cubicBezTo>
                    <a:cubicBezTo>
                      <a:pt x="100316" y="193031"/>
                      <a:pt x="99727" y="192850"/>
                      <a:pt x="99229" y="192578"/>
                    </a:cubicBezTo>
                    <a:cubicBezTo>
                      <a:pt x="98641" y="192307"/>
                      <a:pt x="98098" y="191899"/>
                      <a:pt x="97555" y="191537"/>
                    </a:cubicBezTo>
                    <a:cubicBezTo>
                      <a:pt x="97147" y="191265"/>
                      <a:pt x="96694" y="190948"/>
                      <a:pt x="96378" y="190496"/>
                    </a:cubicBezTo>
                    <a:cubicBezTo>
                      <a:pt x="96468" y="190360"/>
                      <a:pt x="96513" y="190224"/>
                      <a:pt x="96468" y="190043"/>
                    </a:cubicBezTo>
                    <a:cubicBezTo>
                      <a:pt x="96378" y="189817"/>
                      <a:pt x="96196" y="189590"/>
                      <a:pt x="96061" y="189409"/>
                    </a:cubicBezTo>
                    <a:cubicBezTo>
                      <a:pt x="96106" y="188730"/>
                      <a:pt x="96423" y="188097"/>
                      <a:pt x="96694" y="187463"/>
                    </a:cubicBezTo>
                    <a:cubicBezTo>
                      <a:pt x="96921" y="186874"/>
                      <a:pt x="97102" y="186240"/>
                      <a:pt x="97192" y="185607"/>
                    </a:cubicBezTo>
                    <a:cubicBezTo>
                      <a:pt x="97328" y="185109"/>
                      <a:pt x="97509" y="184384"/>
                      <a:pt x="97102" y="183932"/>
                    </a:cubicBezTo>
                    <a:cubicBezTo>
                      <a:pt x="97057" y="183909"/>
                      <a:pt x="97011" y="183898"/>
                      <a:pt x="96966" y="183898"/>
                    </a:cubicBezTo>
                    <a:cubicBezTo>
                      <a:pt x="96921" y="183898"/>
                      <a:pt x="96876" y="183909"/>
                      <a:pt x="96830" y="183932"/>
                    </a:cubicBezTo>
                    <a:cubicBezTo>
                      <a:pt x="96242" y="184203"/>
                      <a:pt x="96106" y="185245"/>
                      <a:pt x="95880" y="185788"/>
                    </a:cubicBezTo>
                    <a:cubicBezTo>
                      <a:pt x="95653" y="186422"/>
                      <a:pt x="95336" y="187010"/>
                      <a:pt x="95065" y="187644"/>
                    </a:cubicBezTo>
                    <a:cubicBezTo>
                      <a:pt x="95019" y="187599"/>
                      <a:pt x="95019" y="187553"/>
                      <a:pt x="95019" y="187508"/>
                    </a:cubicBezTo>
                    <a:cubicBezTo>
                      <a:pt x="94703" y="186512"/>
                      <a:pt x="94522" y="185154"/>
                      <a:pt x="95065" y="184249"/>
                    </a:cubicBezTo>
                    <a:cubicBezTo>
                      <a:pt x="95336" y="183751"/>
                      <a:pt x="95789" y="183343"/>
                      <a:pt x="96196" y="182891"/>
                    </a:cubicBezTo>
                    <a:cubicBezTo>
                      <a:pt x="96649" y="182347"/>
                      <a:pt x="97102" y="181849"/>
                      <a:pt x="97600" y="181306"/>
                    </a:cubicBezTo>
                    <a:cubicBezTo>
                      <a:pt x="98550" y="180220"/>
                      <a:pt x="99411" y="179088"/>
                      <a:pt x="100271" y="177956"/>
                    </a:cubicBezTo>
                    <a:cubicBezTo>
                      <a:pt x="100497" y="178092"/>
                      <a:pt x="100678" y="178228"/>
                      <a:pt x="100904" y="178364"/>
                    </a:cubicBezTo>
                    <a:cubicBezTo>
                      <a:pt x="101176" y="178590"/>
                      <a:pt x="101448" y="178816"/>
                      <a:pt x="101765" y="178952"/>
                    </a:cubicBezTo>
                    <a:cubicBezTo>
                      <a:pt x="101864" y="179007"/>
                      <a:pt x="101971" y="179033"/>
                      <a:pt x="102076" y="179033"/>
                    </a:cubicBezTo>
                    <a:cubicBezTo>
                      <a:pt x="102404" y="179033"/>
                      <a:pt x="102715" y="178786"/>
                      <a:pt x="102715" y="178409"/>
                    </a:cubicBezTo>
                    <a:cubicBezTo>
                      <a:pt x="102670" y="177549"/>
                      <a:pt x="101946" y="177096"/>
                      <a:pt x="101312" y="176689"/>
                    </a:cubicBezTo>
                    <a:cubicBezTo>
                      <a:pt x="100769" y="176372"/>
                      <a:pt x="100271" y="176055"/>
                      <a:pt x="100225" y="175331"/>
                    </a:cubicBezTo>
                    <a:cubicBezTo>
                      <a:pt x="100225" y="174516"/>
                      <a:pt x="100542" y="173701"/>
                      <a:pt x="100588" y="172841"/>
                    </a:cubicBezTo>
                    <a:cubicBezTo>
                      <a:pt x="100588" y="172162"/>
                      <a:pt x="100588" y="171302"/>
                      <a:pt x="100316" y="170577"/>
                    </a:cubicBezTo>
                    <a:lnTo>
                      <a:pt x="100316" y="170577"/>
                    </a:lnTo>
                    <a:cubicBezTo>
                      <a:pt x="100614" y="170786"/>
                      <a:pt x="100952" y="170936"/>
                      <a:pt x="101304" y="170936"/>
                    </a:cubicBezTo>
                    <a:cubicBezTo>
                      <a:pt x="101485" y="170936"/>
                      <a:pt x="101670" y="170896"/>
                      <a:pt x="101855" y="170804"/>
                    </a:cubicBezTo>
                    <a:cubicBezTo>
                      <a:pt x="102081" y="170713"/>
                      <a:pt x="102127" y="170351"/>
                      <a:pt x="101946" y="170215"/>
                    </a:cubicBezTo>
                    <a:cubicBezTo>
                      <a:pt x="101629" y="169898"/>
                      <a:pt x="101267" y="169672"/>
                      <a:pt x="100950" y="169400"/>
                    </a:cubicBezTo>
                    <a:cubicBezTo>
                      <a:pt x="100633" y="169084"/>
                      <a:pt x="100361" y="168676"/>
                      <a:pt x="100090" y="168314"/>
                    </a:cubicBezTo>
                    <a:cubicBezTo>
                      <a:pt x="99456" y="167454"/>
                      <a:pt x="98686" y="166548"/>
                      <a:pt x="98188" y="165598"/>
                    </a:cubicBezTo>
                    <a:cubicBezTo>
                      <a:pt x="97736" y="164602"/>
                      <a:pt x="98279" y="163470"/>
                      <a:pt x="98324" y="162429"/>
                    </a:cubicBezTo>
                    <a:cubicBezTo>
                      <a:pt x="98369" y="162112"/>
                      <a:pt x="98324" y="161841"/>
                      <a:pt x="98324" y="161524"/>
                    </a:cubicBezTo>
                    <a:lnTo>
                      <a:pt x="98324" y="161524"/>
                    </a:lnTo>
                    <a:cubicBezTo>
                      <a:pt x="98415" y="161705"/>
                      <a:pt x="98550" y="161841"/>
                      <a:pt x="98641" y="162022"/>
                    </a:cubicBezTo>
                    <a:cubicBezTo>
                      <a:pt x="98822" y="162429"/>
                      <a:pt x="98958" y="162836"/>
                      <a:pt x="99275" y="163199"/>
                    </a:cubicBezTo>
                    <a:cubicBezTo>
                      <a:pt x="99319" y="163257"/>
                      <a:pt x="99381" y="163283"/>
                      <a:pt x="99449" y="163283"/>
                    </a:cubicBezTo>
                    <a:cubicBezTo>
                      <a:pt x="99592" y="163283"/>
                      <a:pt x="99757" y="163171"/>
                      <a:pt x="99818" y="163018"/>
                    </a:cubicBezTo>
                    <a:cubicBezTo>
                      <a:pt x="99999" y="162293"/>
                      <a:pt x="99637" y="161252"/>
                      <a:pt x="99275" y="160573"/>
                    </a:cubicBezTo>
                    <a:cubicBezTo>
                      <a:pt x="98867" y="159849"/>
                      <a:pt x="98279" y="159260"/>
                      <a:pt x="97962" y="158491"/>
                    </a:cubicBezTo>
                    <a:cubicBezTo>
                      <a:pt x="97917" y="158400"/>
                      <a:pt x="97871" y="158310"/>
                      <a:pt x="97871" y="158264"/>
                    </a:cubicBezTo>
                    <a:lnTo>
                      <a:pt x="97871" y="158219"/>
                    </a:lnTo>
                    <a:cubicBezTo>
                      <a:pt x="97871" y="158219"/>
                      <a:pt x="97871" y="158174"/>
                      <a:pt x="97871" y="158174"/>
                    </a:cubicBezTo>
                    <a:cubicBezTo>
                      <a:pt x="97871" y="158128"/>
                      <a:pt x="97871" y="158128"/>
                      <a:pt x="97871" y="158083"/>
                    </a:cubicBezTo>
                    <a:cubicBezTo>
                      <a:pt x="97871" y="158038"/>
                      <a:pt x="97871" y="157993"/>
                      <a:pt x="97871" y="157947"/>
                    </a:cubicBezTo>
                    <a:cubicBezTo>
                      <a:pt x="97917" y="157857"/>
                      <a:pt x="97917" y="157766"/>
                      <a:pt x="97917" y="157676"/>
                    </a:cubicBezTo>
                    <a:cubicBezTo>
                      <a:pt x="97917" y="157585"/>
                      <a:pt x="97826" y="157540"/>
                      <a:pt x="97781" y="157540"/>
                    </a:cubicBezTo>
                    <a:cubicBezTo>
                      <a:pt x="97736" y="157540"/>
                      <a:pt x="97690" y="157540"/>
                      <a:pt x="97690" y="157585"/>
                    </a:cubicBezTo>
                    <a:cubicBezTo>
                      <a:pt x="97464" y="156272"/>
                      <a:pt x="97690" y="154824"/>
                      <a:pt x="98007" y="153602"/>
                    </a:cubicBezTo>
                    <a:cubicBezTo>
                      <a:pt x="98048" y="153317"/>
                      <a:pt x="97833" y="153142"/>
                      <a:pt x="97625" y="153142"/>
                    </a:cubicBezTo>
                    <a:cubicBezTo>
                      <a:pt x="97601" y="153142"/>
                      <a:pt x="97578" y="153144"/>
                      <a:pt x="97555" y="153149"/>
                    </a:cubicBezTo>
                    <a:cubicBezTo>
                      <a:pt x="97600" y="152696"/>
                      <a:pt x="97645" y="152198"/>
                      <a:pt x="97736" y="151746"/>
                    </a:cubicBezTo>
                    <a:cubicBezTo>
                      <a:pt x="97917" y="151021"/>
                      <a:pt x="98143" y="150252"/>
                      <a:pt x="98460" y="149573"/>
                    </a:cubicBezTo>
                    <a:cubicBezTo>
                      <a:pt x="98505" y="149482"/>
                      <a:pt x="98550" y="149437"/>
                      <a:pt x="98550" y="149346"/>
                    </a:cubicBezTo>
                    <a:cubicBezTo>
                      <a:pt x="98867" y="148713"/>
                      <a:pt x="99229" y="148124"/>
                      <a:pt x="99637" y="147581"/>
                    </a:cubicBezTo>
                    <a:cubicBezTo>
                      <a:pt x="99682" y="147490"/>
                      <a:pt x="99682" y="147445"/>
                      <a:pt x="99682" y="147354"/>
                    </a:cubicBezTo>
                    <a:cubicBezTo>
                      <a:pt x="99682" y="147309"/>
                      <a:pt x="99727" y="147309"/>
                      <a:pt x="99773" y="147264"/>
                    </a:cubicBezTo>
                    <a:cubicBezTo>
                      <a:pt x="100588" y="146449"/>
                      <a:pt x="101765" y="146177"/>
                      <a:pt x="102625" y="145453"/>
                    </a:cubicBezTo>
                    <a:cubicBezTo>
                      <a:pt x="103485" y="144729"/>
                      <a:pt x="104164" y="143733"/>
                      <a:pt x="104798" y="142828"/>
                    </a:cubicBezTo>
                    <a:cubicBezTo>
                      <a:pt x="105477" y="141922"/>
                      <a:pt x="106110" y="140790"/>
                      <a:pt x="105703" y="139613"/>
                    </a:cubicBezTo>
                    <a:cubicBezTo>
                      <a:pt x="105674" y="139469"/>
                      <a:pt x="105516" y="139361"/>
                      <a:pt x="105358" y="139361"/>
                    </a:cubicBezTo>
                    <a:cubicBezTo>
                      <a:pt x="105269" y="139361"/>
                      <a:pt x="105180" y="139396"/>
                      <a:pt x="105114" y="139478"/>
                    </a:cubicBezTo>
                    <a:cubicBezTo>
                      <a:pt x="104435" y="140338"/>
                      <a:pt x="103937" y="141334"/>
                      <a:pt x="103258" y="142239"/>
                    </a:cubicBezTo>
                    <a:cubicBezTo>
                      <a:pt x="102579" y="143099"/>
                      <a:pt x="101900" y="144140"/>
                      <a:pt x="100904" y="144729"/>
                    </a:cubicBezTo>
                    <a:cubicBezTo>
                      <a:pt x="100406" y="145000"/>
                      <a:pt x="99863" y="145227"/>
                      <a:pt x="99365" y="145634"/>
                    </a:cubicBezTo>
                    <a:cubicBezTo>
                      <a:pt x="98958" y="145951"/>
                      <a:pt x="98596" y="146359"/>
                      <a:pt x="98324" y="146811"/>
                    </a:cubicBezTo>
                    <a:cubicBezTo>
                      <a:pt x="98007" y="147354"/>
                      <a:pt x="97555" y="148215"/>
                      <a:pt x="97555" y="148984"/>
                    </a:cubicBezTo>
                    <a:cubicBezTo>
                      <a:pt x="97555" y="149029"/>
                      <a:pt x="97509" y="149029"/>
                      <a:pt x="97509" y="149075"/>
                    </a:cubicBezTo>
                    <a:cubicBezTo>
                      <a:pt x="97283" y="148350"/>
                      <a:pt x="96830" y="147671"/>
                      <a:pt x="96378" y="147038"/>
                    </a:cubicBezTo>
                    <a:cubicBezTo>
                      <a:pt x="96287" y="146902"/>
                      <a:pt x="96151" y="146721"/>
                      <a:pt x="96015" y="146540"/>
                    </a:cubicBezTo>
                    <a:cubicBezTo>
                      <a:pt x="96061" y="146494"/>
                      <a:pt x="96106" y="146449"/>
                      <a:pt x="96151" y="146359"/>
                    </a:cubicBezTo>
                    <a:cubicBezTo>
                      <a:pt x="96332" y="145363"/>
                      <a:pt x="96468" y="144412"/>
                      <a:pt x="96559" y="143416"/>
                    </a:cubicBezTo>
                    <a:cubicBezTo>
                      <a:pt x="96604" y="142963"/>
                      <a:pt x="96649" y="142465"/>
                      <a:pt x="96649" y="142013"/>
                    </a:cubicBezTo>
                    <a:cubicBezTo>
                      <a:pt x="96649" y="141741"/>
                      <a:pt x="96604" y="141469"/>
                      <a:pt x="96604" y="141243"/>
                    </a:cubicBezTo>
                    <a:cubicBezTo>
                      <a:pt x="96559" y="140972"/>
                      <a:pt x="96513" y="140745"/>
                      <a:pt x="96378" y="140519"/>
                    </a:cubicBezTo>
                    <a:cubicBezTo>
                      <a:pt x="96306" y="140423"/>
                      <a:pt x="96196" y="140366"/>
                      <a:pt x="96089" y="140366"/>
                    </a:cubicBezTo>
                    <a:cubicBezTo>
                      <a:pt x="95993" y="140366"/>
                      <a:pt x="95898" y="140412"/>
                      <a:pt x="95834" y="140519"/>
                    </a:cubicBezTo>
                    <a:cubicBezTo>
                      <a:pt x="95653" y="140745"/>
                      <a:pt x="95653" y="140972"/>
                      <a:pt x="95608" y="141243"/>
                    </a:cubicBezTo>
                    <a:cubicBezTo>
                      <a:pt x="95608" y="141469"/>
                      <a:pt x="95563" y="141651"/>
                      <a:pt x="95563" y="141877"/>
                    </a:cubicBezTo>
                    <a:cubicBezTo>
                      <a:pt x="95517" y="142375"/>
                      <a:pt x="95563" y="142873"/>
                      <a:pt x="95517" y="143371"/>
                    </a:cubicBezTo>
                    <a:cubicBezTo>
                      <a:pt x="95517" y="144140"/>
                      <a:pt x="95472" y="144955"/>
                      <a:pt x="95427" y="145725"/>
                    </a:cubicBezTo>
                    <a:cubicBezTo>
                      <a:pt x="94838" y="144865"/>
                      <a:pt x="94386" y="144005"/>
                      <a:pt x="94250" y="142918"/>
                    </a:cubicBezTo>
                    <a:cubicBezTo>
                      <a:pt x="94227" y="142669"/>
                      <a:pt x="94024" y="142545"/>
                      <a:pt x="93831" y="142545"/>
                    </a:cubicBezTo>
                    <a:cubicBezTo>
                      <a:pt x="93639" y="142545"/>
                      <a:pt x="93458" y="142669"/>
                      <a:pt x="93480" y="142918"/>
                    </a:cubicBezTo>
                    <a:cubicBezTo>
                      <a:pt x="93480" y="144503"/>
                      <a:pt x="93933" y="145906"/>
                      <a:pt x="94793" y="147264"/>
                    </a:cubicBezTo>
                    <a:cubicBezTo>
                      <a:pt x="95472" y="148260"/>
                      <a:pt x="96378" y="149392"/>
                      <a:pt x="96151" y="150614"/>
                    </a:cubicBezTo>
                    <a:cubicBezTo>
                      <a:pt x="95925" y="151746"/>
                      <a:pt x="95110" y="152651"/>
                      <a:pt x="94522" y="153556"/>
                    </a:cubicBezTo>
                    <a:cubicBezTo>
                      <a:pt x="94205" y="154009"/>
                      <a:pt x="93752" y="154688"/>
                      <a:pt x="93571" y="155367"/>
                    </a:cubicBezTo>
                    <a:cubicBezTo>
                      <a:pt x="93390" y="154824"/>
                      <a:pt x="93163" y="154281"/>
                      <a:pt x="92937" y="153737"/>
                    </a:cubicBezTo>
                    <a:cubicBezTo>
                      <a:pt x="92575" y="152741"/>
                      <a:pt x="92168" y="151700"/>
                      <a:pt x="91624" y="150795"/>
                    </a:cubicBezTo>
                    <a:cubicBezTo>
                      <a:pt x="91551" y="150704"/>
                      <a:pt x="91434" y="150657"/>
                      <a:pt x="91320" y="150657"/>
                    </a:cubicBezTo>
                    <a:cubicBezTo>
                      <a:pt x="91152" y="150657"/>
                      <a:pt x="90991" y="150760"/>
                      <a:pt x="90991" y="150976"/>
                    </a:cubicBezTo>
                    <a:cubicBezTo>
                      <a:pt x="91172" y="152787"/>
                      <a:pt x="91851" y="154552"/>
                      <a:pt x="92394" y="156318"/>
                    </a:cubicBezTo>
                    <a:cubicBezTo>
                      <a:pt x="92937" y="158128"/>
                      <a:pt x="93616" y="159894"/>
                      <a:pt x="94114" y="161705"/>
                    </a:cubicBezTo>
                    <a:cubicBezTo>
                      <a:pt x="94567" y="163334"/>
                      <a:pt x="94703" y="164874"/>
                      <a:pt x="94205" y="166503"/>
                    </a:cubicBezTo>
                    <a:cubicBezTo>
                      <a:pt x="93797" y="167861"/>
                      <a:pt x="93028" y="169129"/>
                      <a:pt x="92439" y="170442"/>
                    </a:cubicBezTo>
                    <a:cubicBezTo>
                      <a:pt x="91805" y="171664"/>
                      <a:pt x="91307" y="172931"/>
                      <a:pt x="91081" y="174289"/>
                    </a:cubicBezTo>
                    <a:cubicBezTo>
                      <a:pt x="91036" y="174154"/>
                      <a:pt x="90991" y="173973"/>
                      <a:pt x="90945" y="173837"/>
                    </a:cubicBezTo>
                    <a:cubicBezTo>
                      <a:pt x="90764" y="173203"/>
                      <a:pt x="90764" y="172524"/>
                      <a:pt x="90583" y="171936"/>
                    </a:cubicBezTo>
                    <a:cubicBezTo>
                      <a:pt x="90533" y="171811"/>
                      <a:pt x="90415" y="171741"/>
                      <a:pt x="90296" y="171741"/>
                    </a:cubicBezTo>
                    <a:cubicBezTo>
                      <a:pt x="90199" y="171741"/>
                      <a:pt x="90101" y="171788"/>
                      <a:pt x="90040" y="171890"/>
                    </a:cubicBezTo>
                    <a:cubicBezTo>
                      <a:pt x="89361" y="172796"/>
                      <a:pt x="89678" y="174380"/>
                      <a:pt x="89995" y="175376"/>
                    </a:cubicBezTo>
                    <a:cubicBezTo>
                      <a:pt x="90357" y="176327"/>
                      <a:pt x="90855" y="177277"/>
                      <a:pt x="90402" y="178318"/>
                    </a:cubicBezTo>
                    <a:cubicBezTo>
                      <a:pt x="90085" y="179088"/>
                      <a:pt x="89497" y="179722"/>
                      <a:pt x="89044" y="180446"/>
                    </a:cubicBezTo>
                    <a:cubicBezTo>
                      <a:pt x="88772" y="180853"/>
                      <a:pt x="88546" y="181306"/>
                      <a:pt x="88410" y="181714"/>
                    </a:cubicBezTo>
                    <a:cubicBezTo>
                      <a:pt x="88003" y="180899"/>
                      <a:pt x="87505" y="180129"/>
                      <a:pt x="86962" y="179450"/>
                    </a:cubicBezTo>
                    <a:cubicBezTo>
                      <a:pt x="86875" y="179352"/>
                      <a:pt x="86769" y="179310"/>
                      <a:pt x="86661" y="179310"/>
                    </a:cubicBezTo>
                    <a:cubicBezTo>
                      <a:pt x="86375" y="179310"/>
                      <a:pt x="86081" y="179606"/>
                      <a:pt x="86147" y="179903"/>
                    </a:cubicBezTo>
                    <a:cubicBezTo>
                      <a:pt x="86373" y="180763"/>
                      <a:pt x="86781" y="181578"/>
                      <a:pt x="87097" y="182438"/>
                    </a:cubicBezTo>
                    <a:cubicBezTo>
                      <a:pt x="87414" y="183253"/>
                      <a:pt x="87731" y="184068"/>
                      <a:pt x="87958" y="184973"/>
                    </a:cubicBezTo>
                    <a:cubicBezTo>
                      <a:pt x="88365" y="186512"/>
                      <a:pt x="88410" y="188187"/>
                      <a:pt x="87822" y="189726"/>
                    </a:cubicBezTo>
                    <a:cubicBezTo>
                      <a:pt x="87324" y="190994"/>
                      <a:pt x="86328" y="192035"/>
                      <a:pt x="85558" y="193121"/>
                    </a:cubicBezTo>
                    <a:cubicBezTo>
                      <a:pt x="85106" y="193710"/>
                      <a:pt x="84743" y="194344"/>
                      <a:pt x="84472" y="195023"/>
                    </a:cubicBezTo>
                    <a:cubicBezTo>
                      <a:pt x="84381" y="194842"/>
                      <a:pt x="84336" y="194661"/>
                      <a:pt x="84246" y="194525"/>
                    </a:cubicBezTo>
                    <a:cubicBezTo>
                      <a:pt x="84019" y="193936"/>
                      <a:pt x="83702" y="193212"/>
                      <a:pt x="83250" y="192804"/>
                    </a:cubicBezTo>
                    <a:cubicBezTo>
                      <a:pt x="83159" y="192729"/>
                      <a:pt x="83058" y="192694"/>
                      <a:pt x="82963" y="192694"/>
                    </a:cubicBezTo>
                    <a:cubicBezTo>
                      <a:pt x="82772" y="192694"/>
                      <a:pt x="82601" y="192835"/>
                      <a:pt x="82571" y="193076"/>
                    </a:cubicBezTo>
                    <a:cubicBezTo>
                      <a:pt x="82571" y="193619"/>
                      <a:pt x="82797" y="194208"/>
                      <a:pt x="82978" y="194751"/>
                    </a:cubicBezTo>
                    <a:cubicBezTo>
                      <a:pt x="83159" y="195294"/>
                      <a:pt x="83340" y="195883"/>
                      <a:pt x="83476" y="196471"/>
                    </a:cubicBezTo>
                    <a:cubicBezTo>
                      <a:pt x="83702" y="197558"/>
                      <a:pt x="83838" y="198689"/>
                      <a:pt x="83612" y="199776"/>
                    </a:cubicBezTo>
                    <a:cubicBezTo>
                      <a:pt x="83521" y="200274"/>
                      <a:pt x="83340" y="200727"/>
                      <a:pt x="83114" y="201179"/>
                    </a:cubicBezTo>
                    <a:cubicBezTo>
                      <a:pt x="82797" y="201632"/>
                      <a:pt x="82390" y="201813"/>
                      <a:pt x="81937" y="202039"/>
                    </a:cubicBezTo>
                    <a:cubicBezTo>
                      <a:pt x="81665" y="202220"/>
                      <a:pt x="81394" y="202356"/>
                      <a:pt x="81077" y="202583"/>
                    </a:cubicBezTo>
                    <a:cubicBezTo>
                      <a:pt x="81077" y="202356"/>
                      <a:pt x="81031" y="202175"/>
                      <a:pt x="80941" y="201994"/>
                    </a:cubicBezTo>
                    <a:cubicBezTo>
                      <a:pt x="80887" y="201833"/>
                      <a:pt x="80707" y="201720"/>
                      <a:pt x="80541" y="201720"/>
                    </a:cubicBezTo>
                    <a:cubicBezTo>
                      <a:pt x="80426" y="201720"/>
                      <a:pt x="80317" y="201774"/>
                      <a:pt x="80262" y="201904"/>
                    </a:cubicBezTo>
                    <a:cubicBezTo>
                      <a:pt x="79990" y="202492"/>
                      <a:pt x="79900" y="203171"/>
                      <a:pt x="79764" y="203805"/>
                    </a:cubicBezTo>
                    <a:cubicBezTo>
                      <a:pt x="79719" y="203850"/>
                      <a:pt x="79719" y="203941"/>
                      <a:pt x="79719" y="203986"/>
                    </a:cubicBezTo>
                    <a:cubicBezTo>
                      <a:pt x="79673" y="204076"/>
                      <a:pt x="79628" y="204122"/>
                      <a:pt x="79583" y="204212"/>
                    </a:cubicBezTo>
                    <a:cubicBezTo>
                      <a:pt x="79538" y="204303"/>
                      <a:pt x="79538" y="204393"/>
                      <a:pt x="79583" y="204484"/>
                    </a:cubicBezTo>
                    <a:cubicBezTo>
                      <a:pt x="79447" y="204891"/>
                      <a:pt x="79311" y="205299"/>
                      <a:pt x="79085" y="205570"/>
                    </a:cubicBezTo>
                    <a:cubicBezTo>
                      <a:pt x="78768" y="205978"/>
                      <a:pt x="78089" y="206159"/>
                      <a:pt x="77636" y="206340"/>
                    </a:cubicBezTo>
                    <a:cubicBezTo>
                      <a:pt x="77003" y="206612"/>
                      <a:pt x="76369" y="206793"/>
                      <a:pt x="75735" y="206928"/>
                    </a:cubicBezTo>
                    <a:cubicBezTo>
                      <a:pt x="75124" y="207069"/>
                      <a:pt x="74476" y="207149"/>
                      <a:pt x="73830" y="207149"/>
                    </a:cubicBezTo>
                    <a:cubicBezTo>
                      <a:pt x="73232" y="207149"/>
                      <a:pt x="72634" y="207081"/>
                      <a:pt x="72068" y="206928"/>
                    </a:cubicBezTo>
                    <a:cubicBezTo>
                      <a:pt x="71797" y="206838"/>
                      <a:pt x="71751" y="206883"/>
                      <a:pt x="71616" y="206612"/>
                    </a:cubicBezTo>
                    <a:cubicBezTo>
                      <a:pt x="71616" y="206521"/>
                      <a:pt x="71570" y="206430"/>
                      <a:pt x="71525" y="206340"/>
                    </a:cubicBezTo>
                    <a:cubicBezTo>
                      <a:pt x="71661" y="206114"/>
                      <a:pt x="71570" y="205797"/>
                      <a:pt x="71344" y="205706"/>
                    </a:cubicBezTo>
                    <a:cubicBezTo>
                      <a:pt x="71344" y="205616"/>
                      <a:pt x="71299" y="205570"/>
                      <a:pt x="71299" y="205480"/>
                    </a:cubicBezTo>
                    <a:cubicBezTo>
                      <a:pt x="71072" y="204755"/>
                      <a:pt x="70801" y="204076"/>
                      <a:pt x="70620" y="203397"/>
                    </a:cubicBezTo>
                    <a:cubicBezTo>
                      <a:pt x="70564" y="203192"/>
                      <a:pt x="70408" y="203102"/>
                      <a:pt x="70250" y="203102"/>
                    </a:cubicBezTo>
                    <a:cubicBezTo>
                      <a:pt x="70025" y="203102"/>
                      <a:pt x="69797" y="203286"/>
                      <a:pt x="69850" y="203579"/>
                    </a:cubicBezTo>
                    <a:cubicBezTo>
                      <a:pt x="69986" y="204348"/>
                      <a:pt x="70076" y="205118"/>
                      <a:pt x="70167" y="205842"/>
                    </a:cubicBezTo>
                    <a:cubicBezTo>
                      <a:pt x="70122" y="205842"/>
                      <a:pt x="70076" y="205887"/>
                      <a:pt x="70076" y="205887"/>
                    </a:cubicBezTo>
                    <a:cubicBezTo>
                      <a:pt x="69714" y="205932"/>
                      <a:pt x="69352" y="205978"/>
                      <a:pt x="68990" y="206068"/>
                    </a:cubicBezTo>
                    <a:cubicBezTo>
                      <a:pt x="68220" y="206249"/>
                      <a:pt x="67496" y="206340"/>
                      <a:pt x="66727" y="206340"/>
                    </a:cubicBezTo>
                    <a:cubicBezTo>
                      <a:pt x="66590" y="206350"/>
                      <a:pt x="66449" y="206355"/>
                      <a:pt x="66307" y="206355"/>
                    </a:cubicBezTo>
                    <a:cubicBezTo>
                      <a:pt x="65787" y="206355"/>
                      <a:pt x="65242" y="206281"/>
                      <a:pt x="64780" y="206068"/>
                    </a:cubicBezTo>
                    <a:cubicBezTo>
                      <a:pt x="64146" y="205797"/>
                      <a:pt x="63784" y="205118"/>
                      <a:pt x="63377" y="204620"/>
                    </a:cubicBezTo>
                    <a:cubicBezTo>
                      <a:pt x="62879" y="203941"/>
                      <a:pt x="62381" y="203307"/>
                      <a:pt x="61883" y="202628"/>
                    </a:cubicBezTo>
                    <a:cubicBezTo>
                      <a:pt x="61430" y="202085"/>
                      <a:pt x="61068" y="201587"/>
                      <a:pt x="61023" y="200862"/>
                    </a:cubicBezTo>
                    <a:cubicBezTo>
                      <a:pt x="60977" y="200048"/>
                      <a:pt x="61023" y="199278"/>
                      <a:pt x="61068" y="198508"/>
                    </a:cubicBezTo>
                    <a:cubicBezTo>
                      <a:pt x="61113" y="198101"/>
                      <a:pt x="61113" y="197694"/>
                      <a:pt x="61158" y="197331"/>
                    </a:cubicBezTo>
                    <a:cubicBezTo>
                      <a:pt x="61204" y="196879"/>
                      <a:pt x="61113" y="196381"/>
                      <a:pt x="61158" y="195928"/>
                    </a:cubicBezTo>
                    <a:cubicBezTo>
                      <a:pt x="61183" y="195758"/>
                      <a:pt x="61051" y="195667"/>
                      <a:pt x="60903" y="195667"/>
                    </a:cubicBezTo>
                    <a:cubicBezTo>
                      <a:pt x="60774" y="195667"/>
                      <a:pt x="60633" y="195736"/>
                      <a:pt x="60570" y="195883"/>
                    </a:cubicBezTo>
                    <a:cubicBezTo>
                      <a:pt x="60570" y="195928"/>
                      <a:pt x="60525" y="196019"/>
                      <a:pt x="60525" y="196064"/>
                    </a:cubicBezTo>
                    <a:cubicBezTo>
                      <a:pt x="60344" y="195475"/>
                      <a:pt x="60072" y="194887"/>
                      <a:pt x="59981" y="194298"/>
                    </a:cubicBezTo>
                    <a:cubicBezTo>
                      <a:pt x="59891" y="193302"/>
                      <a:pt x="60117" y="192488"/>
                      <a:pt x="60661" y="191673"/>
                    </a:cubicBezTo>
                    <a:cubicBezTo>
                      <a:pt x="61113" y="190994"/>
                      <a:pt x="61656" y="190360"/>
                      <a:pt x="62064" y="189636"/>
                    </a:cubicBezTo>
                    <a:cubicBezTo>
                      <a:pt x="62154" y="189500"/>
                      <a:pt x="62200" y="189364"/>
                      <a:pt x="62290" y="189183"/>
                    </a:cubicBezTo>
                    <a:cubicBezTo>
                      <a:pt x="62607" y="189636"/>
                      <a:pt x="63014" y="189998"/>
                      <a:pt x="63467" y="190269"/>
                    </a:cubicBezTo>
                    <a:cubicBezTo>
                      <a:pt x="63531" y="190306"/>
                      <a:pt x="63598" y="190322"/>
                      <a:pt x="63663" y="190322"/>
                    </a:cubicBezTo>
                    <a:cubicBezTo>
                      <a:pt x="63925" y="190322"/>
                      <a:pt x="64164" y="190061"/>
                      <a:pt x="64056" y="189771"/>
                    </a:cubicBezTo>
                    <a:cubicBezTo>
                      <a:pt x="63829" y="188957"/>
                      <a:pt x="63286" y="188232"/>
                      <a:pt x="62924" y="187417"/>
                    </a:cubicBezTo>
                    <a:cubicBezTo>
                      <a:pt x="62607" y="186603"/>
                      <a:pt x="62335" y="185743"/>
                      <a:pt x="62200" y="184882"/>
                    </a:cubicBezTo>
                    <a:cubicBezTo>
                      <a:pt x="61838" y="183026"/>
                      <a:pt x="62154" y="181261"/>
                      <a:pt x="62562" y="179450"/>
                    </a:cubicBezTo>
                    <a:cubicBezTo>
                      <a:pt x="63014" y="177504"/>
                      <a:pt x="63286" y="175512"/>
                      <a:pt x="63196" y="173565"/>
                    </a:cubicBezTo>
                    <a:cubicBezTo>
                      <a:pt x="63150" y="172433"/>
                      <a:pt x="62969" y="171302"/>
                      <a:pt x="62743" y="170215"/>
                    </a:cubicBezTo>
                    <a:cubicBezTo>
                      <a:pt x="62833" y="170170"/>
                      <a:pt x="62924" y="170125"/>
                      <a:pt x="62969" y="170034"/>
                    </a:cubicBezTo>
                    <a:cubicBezTo>
                      <a:pt x="63241" y="169582"/>
                      <a:pt x="63105" y="169038"/>
                      <a:pt x="63014" y="168540"/>
                    </a:cubicBezTo>
                    <a:cubicBezTo>
                      <a:pt x="62924" y="168042"/>
                      <a:pt x="62833" y="167590"/>
                      <a:pt x="62788" y="167092"/>
                    </a:cubicBezTo>
                    <a:cubicBezTo>
                      <a:pt x="62698" y="166005"/>
                      <a:pt x="62698" y="164919"/>
                      <a:pt x="62833" y="163878"/>
                    </a:cubicBezTo>
                    <a:cubicBezTo>
                      <a:pt x="63014" y="162836"/>
                      <a:pt x="63286" y="161841"/>
                      <a:pt x="63648" y="160845"/>
                    </a:cubicBezTo>
                    <a:cubicBezTo>
                      <a:pt x="64010" y="159803"/>
                      <a:pt x="64191" y="158808"/>
                      <a:pt x="63784" y="157812"/>
                    </a:cubicBezTo>
                    <a:cubicBezTo>
                      <a:pt x="63691" y="157588"/>
                      <a:pt x="63498" y="157487"/>
                      <a:pt x="63312" y="157487"/>
                    </a:cubicBezTo>
                    <a:cubicBezTo>
                      <a:pt x="63048" y="157487"/>
                      <a:pt x="62799" y="157692"/>
                      <a:pt x="62879" y="158038"/>
                    </a:cubicBezTo>
                    <a:cubicBezTo>
                      <a:pt x="63014" y="158672"/>
                      <a:pt x="62833" y="159305"/>
                      <a:pt x="62562" y="159894"/>
                    </a:cubicBezTo>
                    <a:cubicBezTo>
                      <a:pt x="62562" y="159894"/>
                      <a:pt x="62517" y="159849"/>
                      <a:pt x="62517" y="159849"/>
                    </a:cubicBezTo>
                    <a:cubicBezTo>
                      <a:pt x="62335" y="159124"/>
                      <a:pt x="62154" y="158400"/>
                      <a:pt x="62064" y="157631"/>
                    </a:cubicBezTo>
                    <a:cubicBezTo>
                      <a:pt x="61928" y="156091"/>
                      <a:pt x="62381" y="154688"/>
                      <a:pt x="62833" y="153194"/>
                    </a:cubicBezTo>
                    <a:cubicBezTo>
                      <a:pt x="63331" y="151429"/>
                      <a:pt x="63784" y="149482"/>
                      <a:pt x="63331" y="147671"/>
                    </a:cubicBezTo>
                    <a:cubicBezTo>
                      <a:pt x="63512" y="147445"/>
                      <a:pt x="63512" y="147219"/>
                      <a:pt x="63558" y="146947"/>
                    </a:cubicBezTo>
                    <a:cubicBezTo>
                      <a:pt x="63694" y="146585"/>
                      <a:pt x="63739" y="146268"/>
                      <a:pt x="63694" y="145861"/>
                    </a:cubicBezTo>
                    <a:cubicBezTo>
                      <a:pt x="63603" y="145227"/>
                      <a:pt x="63377" y="144593"/>
                      <a:pt x="63060" y="144050"/>
                    </a:cubicBezTo>
                    <a:cubicBezTo>
                      <a:pt x="62788" y="143461"/>
                      <a:pt x="62335" y="142918"/>
                      <a:pt x="61883" y="142465"/>
                    </a:cubicBezTo>
                    <a:cubicBezTo>
                      <a:pt x="61340" y="141967"/>
                      <a:pt x="60751" y="141651"/>
                      <a:pt x="60208" y="141198"/>
                    </a:cubicBezTo>
                    <a:cubicBezTo>
                      <a:pt x="58080" y="139297"/>
                      <a:pt x="58714" y="135766"/>
                      <a:pt x="59619" y="133457"/>
                    </a:cubicBezTo>
                    <a:cubicBezTo>
                      <a:pt x="59737" y="133192"/>
                      <a:pt x="59509" y="132984"/>
                      <a:pt x="59274" y="132984"/>
                    </a:cubicBezTo>
                    <a:cubicBezTo>
                      <a:pt x="59148" y="132984"/>
                      <a:pt x="59019" y="133043"/>
                      <a:pt x="58940" y="133185"/>
                    </a:cubicBezTo>
                    <a:cubicBezTo>
                      <a:pt x="58216" y="134543"/>
                      <a:pt x="57537" y="135856"/>
                      <a:pt x="57356" y="137395"/>
                    </a:cubicBezTo>
                    <a:cubicBezTo>
                      <a:pt x="57175" y="138799"/>
                      <a:pt x="57446" y="140247"/>
                      <a:pt x="58261" y="141424"/>
                    </a:cubicBezTo>
                    <a:cubicBezTo>
                      <a:pt x="59076" y="142556"/>
                      <a:pt x="60434" y="143099"/>
                      <a:pt x="61294" y="144231"/>
                    </a:cubicBezTo>
                    <a:cubicBezTo>
                      <a:pt x="61566" y="144638"/>
                      <a:pt x="61792" y="145046"/>
                      <a:pt x="61928" y="145544"/>
                    </a:cubicBezTo>
                    <a:cubicBezTo>
                      <a:pt x="61702" y="145634"/>
                      <a:pt x="61521" y="145906"/>
                      <a:pt x="61702" y="146132"/>
                    </a:cubicBezTo>
                    <a:cubicBezTo>
                      <a:pt x="63196" y="148486"/>
                      <a:pt x="61702" y="151429"/>
                      <a:pt x="60977" y="153783"/>
                    </a:cubicBezTo>
                    <a:cubicBezTo>
                      <a:pt x="60570" y="155141"/>
                      <a:pt x="60298" y="156544"/>
                      <a:pt x="60479" y="157993"/>
                    </a:cubicBezTo>
                    <a:cubicBezTo>
                      <a:pt x="60570" y="158762"/>
                      <a:pt x="60751" y="159532"/>
                      <a:pt x="60977" y="160256"/>
                    </a:cubicBezTo>
                    <a:cubicBezTo>
                      <a:pt x="61158" y="160754"/>
                      <a:pt x="61385" y="161388"/>
                      <a:pt x="61747" y="161841"/>
                    </a:cubicBezTo>
                    <a:cubicBezTo>
                      <a:pt x="61475" y="162610"/>
                      <a:pt x="61294" y="163380"/>
                      <a:pt x="61204" y="164195"/>
                    </a:cubicBezTo>
                    <a:cubicBezTo>
                      <a:pt x="61068" y="165236"/>
                      <a:pt x="61068" y="166277"/>
                      <a:pt x="61204" y="167318"/>
                    </a:cubicBezTo>
                    <a:cubicBezTo>
                      <a:pt x="61294" y="167816"/>
                      <a:pt x="61340" y="168540"/>
                      <a:pt x="61566" y="169129"/>
                    </a:cubicBezTo>
                    <a:cubicBezTo>
                      <a:pt x="61702" y="170306"/>
                      <a:pt x="61747" y="171438"/>
                      <a:pt x="61792" y="172615"/>
                    </a:cubicBezTo>
                    <a:cubicBezTo>
                      <a:pt x="61792" y="174154"/>
                      <a:pt x="61702" y="175738"/>
                      <a:pt x="61430" y="177323"/>
                    </a:cubicBezTo>
                    <a:cubicBezTo>
                      <a:pt x="61340" y="177866"/>
                      <a:pt x="61204" y="178409"/>
                      <a:pt x="61068" y="178997"/>
                    </a:cubicBezTo>
                    <a:lnTo>
                      <a:pt x="60887" y="178997"/>
                    </a:lnTo>
                    <a:cubicBezTo>
                      <a:pt x="60661" y="179133"/>
                      <a:pt x="60434" y="179224"/>
                      <a:pt x="60163" y="179269"/>
                    </a:cubicBezTo>
                    <a:cubicBezTo>
                      <a:pt x="60027" y="179314"/>
                      <a:pt x="59891" y="179360"/>
                      <a:pt x="59755" y="179405"/>
                    </a:cubicBezTo>
                    <a:lnTo>
                      <a:pt x="59484" y="179405"/>
                    </a:lnTo>
                    <a:cubicBezTo>
                      <a:pt x="59212" y="179450"/>
                      <a:pt x="58940" y="179450"/>
                      <a:pt x="58714" y="179450"/>
                    </a:cubicBezTo>
                    <a:cubicBezTo>
                      <a:pt x="58578" y="179450"/>
                      <a:pt x="58442" y="179450"/>
                      <a:pt x="58307" y="179405"/>
                    </a:cubicBezTo>
                    <a:lnTo>
                      <a:pt x="58171" y="179405"/>
                    </a:lnTo>
                    <a:cubicBezTo>
                      <a:pt x="58080" y="179405"/>
                      <a:pt x="57990" y="179360"/>
                      <a:pt x="57899" y="179360"/>
                    </a:cubicBezTo>
                    <a:cubicBezTo>
                      <a:pt x="57809" y="179360"/>
                      <a:pt x="57673" y="179405"/>
                      <a:pt x="57582" y="179450"/>
                    </a:cubicBezTo>
                    <a:cubicBezTo>
                      <a:pt x="57537" y="179269"/>
                      <a:pt x="57492" y="179133"/>
                      <a:pt x="57492" y="178997"/>
                    </a:cubicBezTo>
                    <a:cubicBezTo>
                      <a:pt x="57175" y="178137"/>
                      <a:pt x="56948" y="177277"/>
                      <a:pt x="56767" y="176417"/>
                    </a:cubicBezTo>
                    <a:cubicBezTo>
                      <a:pt x="56632" y="175512"/>
                      <a:pt x="56541" y="174652"/>
                      <a:pt x="56451" y="173746"/>
                    </a:cubicBezTo>
                    <a:cubicBezTo>
                      <a:pt x="56405" y="173384"/>
                      <a:pt x="56405" y="173022"/>
                      <a:pt x="56360" y="172660"/>
                    </a:cubicBezTo>
                    <a:cubicBezTo>
                      <a:pt x="56722" y="171392"/>
                      <a:pt x="57130" y="170125"/>
                      <a:pt x="57446" y="168812"/>
                    </a:cubicBezTo>
                    <a:cubicBezTo>
                      <a:pt x="57763" y="167590"/>
                      <a:pt x="57718" y="166458"/>
                      <a:pt x="57220" y="165281"/>
                    </a:cubicBezTo>
                    <a:cubicBezTo>
                      <a:pt x="56767" y="164195"/>
                      <a:pt x="56224" y="163108"/>
                      <a:pt x="55726" y="162022"/>
                    </a:cubicBezTo>
                    <a:cubicBezTo>
                      <a:pt x="55817" y="160347"/>
                      <a:pt x="55907" y="158672"/>
                      <a:pt x="55953" y="156997"/>
                    </a:cubicBezTo>
                    <a:cubicBezTo>
                      <a:pt x="55998" y="156091"/>
                      <a:pt x="55862" y="155367"/>
                      <a:pt x="55409" y="154597"/>
                    </a:cubicBezTo>
                    <a:cubicBezTo>
                      <a:pt x="54911" y="153828"/>
                      <a:pt x="54368" y="153058"/>
                      <a:pt x="53870" y="152334"/>
                    </a:cubicBezTo>
                    <a:cubicBezTo>
                      <a:pt x="52829" y="150750"/>
                      <a:pt x="51788" y="149210"/>
                      <a:pt x="50701" y="147626"/>
                    </a:cubicBezTo>
                    <a:cubicBezTo>
                      <a:pt x="50158" y="146857"/>
                      <a:pt x="49660" y="146087"/>
                      <a:pt x="49072" y="145363"/>
                    </a:cubicBezTo>
                    <a:lnTo>
                      <a:pt x="49072" y="145363"/>
                    </a:lnTo>
                    <a:cubicBezTo>
                      <a:pt x="49736" y="145604"/>
                      <a:pt x="50500" y="145825"/>
                      <a:pt x="51218" y="145825"/>
                    </a:cubicBezTo>
                    <a:cubicBezTo>
                      <a:pt x="51577" y="145825"/>
                      <a:pt x="51924" y="145770"/>
                      <a:pt x="52241" y="145634"/>
                    </a:cubicBezTo>
                    <a:cubicBezTo>
                      <a:pt x="52557" y="145453"/>
                      <a:pt x="52512" y="145000"/>
                      <a:pt x="52241" y="144819"/>
                    </a:cubicBezTo>
                    <a:cubicBezTo>
                      <a:pt x="51788" y="144503"/>
                      <a:pt x="51199" y="144412"/>
                      <a:pt x="50701" y="144276"/>
                    </a:cubicBezTo>
                    <a:cubicBezTo>
                      <a:pt x="50203" y="144095"/>
                      <a:pt x="49660" y="143914"/>
                      <a:pt x="49208" y="143688"/>
                    </a:cubicBezTo>
                    <a:cubicBezTo>
                      <a:pt x="48166" y="143190"/>
                      <a:pt x="47170" y="142601"/>
                      <a:pt x="46310" y="141877"/>
                    </a:cubicBezTo>
                    <a:cubicBezTo>
                      <a:pt x="45405" y="141107"/>
                      <a:pt x="44545" y="140247"/>
                      <a:pt x="43775" y="139297"/>
                    </a:cubicBezTo>
                    <a:cubicBezTo>
                      <a:pt x="43413" y="138844"/>
                      <a:pt x="43006" y="138391"/>
                      <a:pt x="42644" y="137939"/>
                    </a:cubicBezTo>
                    <a:cubicBezTo>
                      <a:pt x="42462" y="137667"/>
                      <a:pt x="42281" y="137441"/>
                      <a:pt x="42055" y="137214"/>
                    </a:cubicBezTo>
                    <a:cubicBezTo>
                      <a:pt x="41829" y="136943"/>
                      <a:pt x="41602" y="136807"/>
                      <a:pt x="41285" y="136580"/>
                    </a:cubicBezTo>
                    <a:cubicBezTo>
                      <a:pt x="41188" y="136483"/>
                      <a:pt x="41066" y="136408"/>
                      <a:pt x="40921" y="136408"/>
                    </a:cubicBezTo>
                    <a:cubicBezTo>
                      <a:pt x="40865" y="136408"/>
                      <a:pt x="40805" y="136419"/>
                      <a:pt x="40742" y="136445"/>
                    </a:cubicBezTo>
                    <a:cubicBezTo>
                      <a:pt x="40606" y="136490"/>
                      <a:pt x="40516" y="136580"/>
                      <a:pt x="40425" y="136716"/>
                    </a:cubicBezTo>
                    <a:cubicBezTo>
                      <a:pt x="40290" y="136852"/>
                      <a:pt x="40335" y="137078"/>
                      <a:pt x="40425" y="137259"/>
                    </a:cubicBezTo>
                    <a:cubicBezTo>
                      <a:pt x="40561" y="137576"/>
                      <a:pt x="40606" y="137893"/>
                      <a:pt x="40833" y="138165"/>
                    </a:cubicBezTo>
                    <a:cubicBezTo>
                      <a:pt x="41014" y="138436"/>
                      <a:pt x="41195" y="138708"/>
                      <a:pt x="41421" y="138980"/>
                    </a:cubicBezTo>
                    <a:cubicBezTo>
                      <a:pt x="41829" y="139523"/>
                      <a:pt x="42236" y="140021"/>
                      <a:pt x="42689" y="140519"/>
                    </a:cubicBezTo>
                    <a:cubicBezTo>
                      <a:pt x="43549" y="141515"/>
                      <a:pt x="44454" y="142465"/>
                      <a:pt x="45495" y="143280"/>
                    </a:cubicBezTo>
                    <a:cubicBezTo>
                      <a:pt x="45858" y="143552"/>
                      <a:pt x="46265" y="143869"/>
                      <a:pt x="46672" y="144140"/>
                    </a:cubicBezTo>
                    <a:cubicBezTo>
                      <a:pt x="46944" y="144819"/>
                      <a:pt x="47397" y="145453"/>
                      <a:pt x="47804" y="146087"/>
                    </a:cubicBezTo>
                    <a:cubicBezTo>
                      <a:pt x="48257" y="146811"/>
                      <a:pt x="48755" y="147536"/>
                      <a:pt x="49208" y="148260"/>
                    </a:cubicBezTo>
                    <a:cubicBezTo>
                      <a:pt x="50249" y="149799"/>
                      <a:pt x="51290" y="151338"/>
                      <a:pt x="52376" y="152832"/>
                    </a:cubicBezTo>
                    <a:cubicBezTo>
                      <a:pt x="52874" y="153602"/>
                      <a:pt x="53372" y="154326"/>
                      <a:pt x="53915" y="155095"/>
                    </a:cubicBezTo>
                    <a:cubicBezTo>
                      <a:pt x="54142" y="155412"/>
                      <a:pt x="54368" y="155684"/>
                      <a:pt x="54549" y="156046"/>
                    </a:cubicBezTo>
                    <a:cubicBezTo>
                      <a:pt x="54685" y="156454"/>
                      <a:pt x="54685" y="156861"/>
                      <a:pt x="54685" y="157268"/>
                    </a:cubicBezTo>
                    <a:cubicBezTo>
                      <a:pt x="54730" y="158083"/>
                      <a:pt x="54730" y="158898"/>
                      <a:pt x="54776" y="159713"/>
                    </a:cubicBezTo>
                    <a:cubicBezTo>
                      <a:pt x="54549" y="159170"/>
                      <a:pt x="54278" y="158626"/>
                      <a:pt x="53961" y="158174"/>
                    </a:cubicBezTo>
                    <a:cubicBezTo>
                      <a:pt x="53872" y="158032"/>
                      <a:pt x="53728" y="157966"/>
                      <a:pt x="53585" y="157966"/>
                    </a:cubicBezTo>
                    <a:cubicBezTo>
                      <a:pt x="53364" y="157966"/>
                      <a:pt x="53146" y="158125"/>
                      <a:pt x="53146" y="158400"/>
                    </a:cubicBezTo>
                    <a:cubicBezTo>
                      <a:pt x="53146" y="159622"/>
                      <a:pt x="53599" y="160890"/>
                      <a:pt x="54051" y="162022"/>
                    </a:cubicBezTo>
                    <a:cubicBezTo>
                      <a:pt x="54504" y="163153"/>
                      <a:pt x="55047" y="164285"/>
                      <a:pt x="55590" y="165372"/>
                    </a:cubicBezTo>
                    <a:cubicBezTo>
                      <a:pt x="55817" y="165869"/>
                      <a:pt x="56088" y="166367"/>
                      <a:pt x="56224" y="166911"/>
                    </a:cubicBezTo>
                    <a:cubicBezTo>
                      <a:pt x="56405" y="167499"/>
                      <a:pt x="56360" y="168042"/>
                      <a:pt x="56269" y="168676"/>
                    </a:cubicBezTo>
                    <a:cubicBezTo>
                      <a:pt x="56134" y="169310"/>
                      <a:pt x="56043" y="169989"/>
                      <a:pt x="55953" y="170623"/>
                    </a:cubicBezTo>
                    <a:cubicBezTo>
                      <a:pt x="55916" y="170615"/>
                      <a:pt x="55880" y="170612"/>
                      <a:pt x="55846" y="170612"/>
                    </a:cubicBezTo>
                    <a:cubicBezTo>
                      <a:pt x="55671" y="170612"/>
                      <a:pt x="55538" y="170712"/>
                      <a:pt x="55500" y="170940"/>
                    </a:cubicBezTo>
                    <a:cubicBezTo>
                      <a:pt x="55319" y="171800"/>
                      <a:pt x="55092" y="172660"/>
                      <a:pt x="55047" y="173565"/>
                    </a:cubicBezTo>
                    <a:cubicBezTo>
                      <a:pt x="55002" y="174471"/>
                      <a:pt x="55092" y="175376"/>
                      <a:pt x="55183" y="176281"/>
                    </a:cubicBezTo>
                    <a:cubicBezTo>
                      <a:pt x="55319" y="177187"/>
                      <a:pt x="55500" y="178092"/>
                      <a:pt x="55771" y="178952"/>
                    </a:cubicBezTo>
                    <a:cubicBezTo>
                      <a:pt x="55817" y="179133"/>
                      <a:pt x="55907" y="179450"/>
                      <a:pt x="56043" y="179767"/>
                    </a:cubicBezTo>
                    <a:cubicBezTo>
                      <a:pt x="56043" y="180174"/>
                      <a:pt x="56088" y="180582"/>
                      <a:pt x="56134" y="180989"/>
                    </a:cubicBezTo>
                    <a:cubicBezTo>
                      <a:pt x="56179" y="181940"/>
                      <a:pt x="56179" y="182936"/>
                      <a:pt x="56043" y="183932"/>
                    </a:cubicBezTo>
                    <a:cubicBezTo>
                      <a:pt x="55817" y="185471"/>
                      <a:pt x="55092" y="186965"/>
                      <a:pt x="53780" y="187870"/>
                    </a:cubicBezTo>
                    <a:cubicBezTo>
                      <a:pt x="52557" y="188730"/>
                      <a:pt x="51199" y="189183"/>
                      <a:pt x="49932" y="189862"/>
                    </a:cubicBezTo>
                    <a:cubicBezTo>
                      <a:pt x="49615" y="190043"/>
                      <a:pt x="49343" y="190179"/>
                      <a:pt x="49026" y="190405"/>
                    </a:cubicBezTo>
                    <a:cubicBezTo>
                      <a:pt x="49117" y="189636"/>
                      <a:pt x="49162" y="188911"/>
                      <a:pt x="49117" y="188187"/>
                    </a:cubicBezTo>
                    <a:cubicBezTo>
                      <a:pt x="49117" y="187909"/>
                      <a:pt x="48895" y="187734"/>
                      <a:pt x="48672" y="187734"/>
                    </a:cubicBezTo>
                    <a:cubicBezTo>
                      <a:pt x="48531" y="187734"/>
                      <a:pt x="48390" y="187803"/>
                      <a:pt x="48302" y="187961"/>
                    </a:cubicBezTo>
                    <a:cubicBezTo>
                      <a:pt x="47533" y="189183"/>
                      <a:pt x="47397" y="190722"/>
                      <a:pt x="47261" y="192171"/>
                    </a:cubicBezTo>
                    <a:cubicBezTo>
                      <a:pt x="47170" y="192397"/>
                      <a:pt x="47125" y="192623"/>
                      <a:pt x="47170" y="192804"/>
                    </a:cubicBezTo>
                    <a:cubicBezTo>
                      <a:pt x="47125" y="193167"/>
                      <a:pt x="47080" y="193529"/>
                      <a:pt x="46989" y="193891"/>
                    </a:cubicBezTo>
                    <a:cubicBezTo>
                      <a:pt x="46718" y="195294"/>
                      <a:pt x="46129" y="196924"/>
                      <a:pt x="44816" y="197784"/>
                    </a:cubicBezTo>
                    <a:cubicBezTo>
                      <a:pt x="44047" y="198282"/>
                      <a:pt x="43142" y="198373"/>
                      <a:pt x="42236" y="198373"/>
                    </a:cubicBezTo>
                    <a:cubicBezTo>
                      <a:pt x="41957" y="198385"/>
                      <a:pt x="41678" y="198390"/>
                      <a:pt x="41400" y="198390"/>
                    </a:cubicBezTo>
                    <a:cubicBezTo>
                      <a:pt x="40640" y="198390"/>
                      <a:pt x="39887" y="198348"/>
                      <a:pt x="39158" y="198282"/>
                    </a:cubicBezTo>
                    <a:cubicBezTo>
                      <a:pt x="38071" y="198191"/>
                      <a:pt x="37030" y="198010"/>
                      <a:pt x="35989" y="197784"/>
                    </a:cubicBezTo>
                    <a:cubicBezTo>
                      <a:pt x="35491" y="197648"/>
                      <a:pt x="34812" y="197512"/>
                      <a:pt x="34495" y="197105"/>
                    </a:cubicBezTo>
                    <a:cubicBezTo>
                      <a:pt x="34767" y="196833"/>
                      <a:pt x="34676" y="196381"/>
                      <a:pt x="34359" y="196200"/>
                    </a:cubicBezTo>
                    <a:cubicBezTo>
                      <a:pt x="34540" y="195385"/>
                      <a:pt x="34993" y="194570"/>
                      <a:pt x="35219" y="193800"/>
                    </a:cubicBezTo>
                    <a:cubicBezTo>
                      <a:pt x="35582" y="192669"/>
                      <a:pt x="35763" y="191537"/>
                      <a:pt x="35808" y="190405"/>
                    </a:cubicBezTo>
                    <a:cubicBezTo>
                      <a:pt x="35834" y="190172"/>
                      <a:pt x="35637" y="190043"/>
                      <a:pt x="35447" y="190043"/>
                    </a:cubicBezTo>
                    <a:cubicBezTo>
                      <a:pt x="35306" y="190043"/>
                      <a:pt x="35168" y="190115"/>
                      <a:pt x="35129" y="190269"/>
                    </a:cubicBezTo>
                    <a:cubicBezTo>
                      <a:pt x="34857" y="191446"/>
                      <a:pt x="34450" y="192578"/>
                      <a:pt x="33952" y="193619"/>
                    </a:cubicBezTo>
                    <a:cubicBezTo>
                      <a:pt x="33545" y="194525"/>
                      <a:pt x="32956" y="195430"/>
                      <a:pt x="32820" y="196426"/>
                    </a:cubicBezTo>
                    <a:lnTo>
                      <a:pt x="32820" y="196517"/>
                    </a:lnTo>
                    <a:cubicBezTo>
                      <a:pt x="32458" y="196652"/>
                      <a:pt x="32096" y="196743"/>
                      <a:pt x="31689" y="196788"/>
                    </a:cubicBezTo>
                    <a:cubicBezTo>
                      <a:pt x="31352" y="196851"/>
                      <a:pt x="31006" y="196885"/>
                      <a:pt x="30660" y="196885"/>
                    </a:cubicBezTo>
                    <a:cubicBezTo>
                      <a:pt x="30260" y="196885"/>
                      <a:pt x="29858" y="196840"/>
                      <a:pt x="29470" y="196743"/>
                    </a:cubicBezTo>
                    <a:cubicBezTo>
                      <a:pt x="27976" y="196471"/>
                      <a:pt x="26483" y="195611"/>
                      <a:pt x="25804" y="194163"/>
                    </a:cubicBezTo>
                    <a:cubicBezTo>
                      <a:pt x="25532" y="193484"/>
                      <a:pt x="25487" y="192759"/>
                      <a:pt x="25849" y="192125"/>
                    </a:cubicBezTo>
                    <a:cubicBezTo>
                      <a:pt x="26302" y="191356"/>
                      <a:pt x="27026" y="190813"/>
                      <a:pt x="27660" y="190269"/>
                    </a:cubicBezTo>
                    <a:cubicBezTo>
                      <a:pt x="29063" y="189002"/>
                      <a:pt x="30557" y="187825"/>
                      <a:pt x="31236" y="186059"/>
                    </a:cubicBezTo>
                    <a:cubicBezTo>
                      <a:pt x="31356" y="185730"/>
                      <a:pt x="31079" y="185499"/>
                      <a:pt x="30812" y="185499"/>
                    </a:cubicBezTo>
                    <a:cubicBezTo>
                      <a:pt x="30676" y="185499"/>
                      <a:pt x="30543" y="185560"/>
                      <a:pt x="30466" y="185697"/>
                    </a:cubicBezTo>
                    <a:cubicBezTo>
                      <a:pt x="30104" y="186422"/>
                      <a:pt x="29470" y="186829"/>
                      <a:pt x="28837" y="187327"/>
                    </a:cubicBezTo>
                    <a:cubicBezTo>
                      <a:pt x="28112" y="187915"/>
                      <a:pt x="27388" y="188504"/>
                      <a:pt x="26664" y="189092"/>
                    </a:cubicBezTo>
                    <a:cubicBezTo>
                      <a:pt x="25804" y="189771"/>
                      <a:pt x="24943" y="190496"/>
                      <a:pt x="24446" y="191401"/>
                    </a:cubicBezTo>
                    <a:cubicBezTo>
                      <a:pt x="24129" y="190813"/>
                      <a:pt x="23902" y="190224"/>
                      <a:pt x="23766" y="189590"/>
                    </a:cubicBezTo>
                    <a:cubicBezTo>
                      <a:pt x="23585" y="188957"/>
                      <a:pt x="23540" y="188278"/>
                      <a:pt x="23812" y="187644"/>
                    </a:cubicBezTo>
                    <a:cubicBezTo>
                      <a:pt x="24083" y="187010"/>
                      <a:pt x="24672" y="186603"/>
                      <a:pt x="25215" y="186195"/>
                    </a:cubicBezTo>
                    <a:cubicBezTo>
                      <a:pt x="26528" y="185380"/>
                      <a:pt x="27886" y="184656"/>
                      <a:pt x="29018" y="183615"/>
                    </a:cubicBezTo>
                    <a:cubicBezTo>
                      <a:pt x="29108" y="183524"/>
                      <a:pt x="29244" y="183434"/>
                      <a:pt x="29335" y="183298"/>
                    </a:cubicBezTo>
                    <a:cubicBezTo>
                      <a:pt x="29439" y="183324"/>
                      <a:pt x="29544" y="183350"/>
                      <a:pt x="29639" y="183350"/>
                    </a:cubicBezTo>
                    <a:cubicBezTo>
                      <a:pt x="29710" y="183350"/>
                      <a:pt x="29775" y="183336"/>
                      <a:pt x="29832" y="183298"/>
                    </a:cubicBezTo>
                    <a:cubicBezTo>
                      <a:pt x="30376" y="182981"/>
                      <a:pt x="30738" y="182393"/>
                      <a:pt x="31009" y="181849"/>
                    </a:cubicBezTo>
                    <a:cubicBezTo>
                      <a:pt x="31326" y="181351"/>
                      <a:pt x="31553" y="180763"/>
                      <a:pt x="31689" y="180174"/>
                    </a:cubicBezTo>
                    <a:cubicBezTo>
                      <a:pt x="31915" y="179450"/>
                      <a:pt x="31915" y="178771"/>
                      <a:pt x="31824" y="178047"/>
                    </a:cubicBezTo>
                    <a:cubicBezTo>
                      <a:pt x="31960" y="177685"/>
                      <a:pt x="32005" y="177277"/>
                      <a:pt x="32096" y="176915"/>
                    </a:cubicBezTo>
                    <a:cubicBezTo>
                      <a:pt x="32277" y="176281"/>
                      <a:pt x="32458" y="175648"/>
                      <a:pt x="32503" y="174969"/>
                    </a:cubicBezTo>
                    <a:cubicBezTo>
                      <a:pt x="32549" y="174833"/>
                      <a:pt x="32549" y="174697"/>
                      <a:pt x="32549" y="174561"/>
                    </a:cubicBezTo>
                    <a:cubicBezTo>
                      <a:pt x="32639" y="174652"/>
                      <a:pt x="32730" y="174787"/>
                      <a:pt x="32820" y="174923"/>
                    </a:cubicBezTo>
                    <a:cubicBezTo>
                      <a:pt x="32885" y="174988"/>
                      <a:pt x="32961" y="175016"/>
                      <a:pt x="33037" y="175016"/>
                    </a:cubicBezTo>
                    <a:cubicBezTo>
                      <a:pt x="33225" y="175016"/>
                      <a:pt x="33409" y="174845"/>
                      <a:pt x="33409" y="174652"/>
                    </a:cubicBezTo>
                    <a:cubicBezTo>
                      <a:pt x="33454" y="173882"/>
                      <a:pt x="33363" y="173248"/>
                      <a:pt x="33047" y="172524"/>
                    </a:cubicBezTo>
                    <a:cubicBezTo>
                      <a:pt x="32730" y="171890"/>
                      <a:pt x="32322" y="171256"/>
                      <a:pt x="31870" y="170713"/>
                    </a:cubicBezTo>
                    <a:cubicBezTo>
                      <a:pt x="31100" y="169763"/>
                      <a:pt x="29878" y="168857"/>
                      <a:pt x="30149" y="167499"/>
                    </a:cubicBezTo>
                    <a:cubicBezTo>
                      <a:pt x="30421" y="166051"/>
                      <a:pt x="30693" y="164692"/>
                      <a:pt x="30602" y="163244"/>
                    </a:cubicBezTo>
                    <a:lnTo>
                      <a:pt x="30602" y="163244"/>
                    </a:lnTo>
                    <a:cubicBezTo>
                      <a:pt x="30688" y="163329"/>
                      <a:pt x="30799" y="163370"/>
                      <a:pt x="30909" y="163370"/>
                    </a:cubicBezTo>
                    <a:cubicBezTo>
                      <a:pt x="31091" y="163370"/>
                      <a:pt x="31270" y="163260"/>
                      <a:pt x="31326" y="163063"/>
                    </a:cubicBezTo>
                    <a:cubicBezTo>
                      <a:pt x="31462" y="162338"/>
                      <a:pt x="31236" y="161569"/>
                      <a:pt x="30964" y="160890"/>
                    </a:cubicBezTo>
                    <a:cubicBezTo>
                      <a:pt x="30738" y="160166"/>
                      <a:pt x="30376" y="159532"/>
                      <a:pt x="29968" y="158943"/>
                    </a:cubicBezTo>
                    <a:cubicBezTo>
                      <a:pt x="29561" y="158310"/>
                      <a:pt x="29063" y="157676"/>
                      <a:pt x="28565" y="157133"/>
                    </a:cubicBezTo>
                    <a:cubicBezTo>
                      <a:pt x="28067" y="156680"/>
                      <a:pt x="27433" y="156227"/>
                      <a:pt x="27343" y="155503"/>
                    </a:cubicBezTo>
                    <a:cubicBezTo>
                      <a:pt x="27207" y="154779"/>
                      <a:pt x="27479" y="154009"/>
                      <a:pt x="27569" y="153285"/>
                    </a:cubicBezTo>
                    <a:cubicBezTo>
                      <a:pt x="27660" y="152470"/>
                      <a:pt x="27569" y="151655"/>
                      <a:pt x="27343" y="150885"/>
                    </a:cubicBezTo>
                    <a:cubicBezTo>
                      <a:pt x="27071" y="150161"/>
                      <a:pt x="26709" y="149482"/>
                      <a:pt x="26256" y="148848"/>
                    </a:cubicBezTo>
                    <a:cubicBezTo>
                      <a:pt x="26030" y="148441"/>
                      <a:pt x="25758" y="148033"/>
                      <a:pt x="25532" y="147626"/>
                    </a:cubicBezTo>
                    <a:cubicBezTo>
                      <a:pt x="25260" y="147173"/>
                      <a:pt x="25079" y="146721"/>
                      <a:pt x="24943" y="146223"/>
                    </a:cubicBezTo>
                    <a:cubicBezTo>
                      <a:pt x="24581" y="145227"/>
                      <a:pt x="24446" y="144231"/>
                      <a:pt x="24491" y="143144"/>
                    </a:cubicBezTo>
                    <a:cubicBezTo>
                      <a:pt x="24581" y="142330"/>
                      <a:pt x="24717" y="141515"/>
                      <a:pt x="24762" y="140700"/>
                    </a:cubicBezTo>
                    <a:cubicBezTo>
                      <a:pt x="24810" y="140719"/>
                      <a:pt x="24859" y="140728"/>
                      <a:pt x="24908" y="140728"/>
                    </a:cubicBezTo>
                    <a:cubicBezTo>
                      <a:pt x="25096" y="140728"/>
                      <a:pt x="25289" y="140598"/>
                      <a:pt x="25396" y="140383"/>
                    </a:cubicBezTo>
                    <a:cubicBezTo>
                      <a:pt x="25577" y="139795"/>
                      <a:pt x="25351" y="139025"/>
                      <a:pt x="25079" y="138482"/>
                    </a:cubicBezTo>
                    <a:cubicBezTo>
                      <a:pt x="24853" y="137939"/>
                      <a:pt x="24491" y="137395"/>
                      <a:pt x="24083" y="136897"/>
                    </a:cubicBezTo>
                    <a:cubicBezTo>
                      <a:pt x="23359" y="135856"/>
                      <a:pt x="22499" y="134815"/>
                      <a:pt x="22137" y="133547"/>
                    </a:cubicBezTo>
                    <a:cubicBezTo>
                      <a:pt x="21865" y="132778"/>
                      <a:pt x="22001" y="132054"/>
                      <a:pt x="22182" y="131329"/>
                    </a:cubicBezTo>
                    <a:cubicBezTo>
                      <a:pt x="22408" y="131329"/>
                      <a:pt x="22589" y="131148"/>
                      <a:pt x="22635" y="130877"/>
                    </a:cubicBezTo>
                    <a:cubicBezTo>
                      <a:pt x="22680" y="130560"/>
                      <a:pt x="22589" y="130198"/>
                      <a:pt x="22454" y="129835"/>
                    </a:cubicBezTo>
                    <a:cubicBezTo>
                      <a:pt x="22454" y="129835"/>
                      <a:pt x="22454" y="129790"/>
                      <a:pt x="22454" y="129745"/>
                    </a:cubicBezTo>
                    <a:cubicBezTo>
                      <a:pt x="22635" y="128296"/>
                      <a:pt x="22318" y="126938"/>
                      <a:pt x="21775" y="125580"/>
                    </a:cubicBezTo>
                    <a:cubicBezTo>
                      <a:pt x="21729" y="125490"/>
                      <a:pt x="21684" y="125444"/>
                      <a:pt x="21594" y="125399"/>
                    </a:cubicBezTo>
                    <a:cubicBezTo>
                      <a:pt x="21594" y="125082"/>
                      <a:pt x="21594" y="124720"/>
                      <a:pt x="21594" y="124403"/>
                    </a:cubicBezTo>
                    <a:cubicBezTo>
                      <a:pt x="21684" y="123317"/>
                      <a:pt x="21956" y="122275"/>
                      <a:pt x="22318" y="121234"/>
                    </a:cubicBezTo>
                    <a:cubicBezTo>
                      <a:pt x="22363" y="121098"/>
                      <a:pt x="22408" y="120963"/>
                      <a:pt x="22454" y="120827"/>
                    </a:cubicBezTo>
                    <a:cubicBezTo>
                      <a:pt x="22635" y="120736"/>
                      <a:pt x="22771" y="120510"/>
                      <a:pt x="22725" y="120284"/>
                    </a:cubicBezTo>
                    <a:cubicBezTo>
                      <a:pt x="22680" y="120238"/>
                      <a:pt x="22680" y="120193"/>
                      <a:pt x="22680" y="120103"/>
                    </a:cubicBezTo>
                    <a:cubicBezTo>
                      <a:pt x="22861" y="119333"/>
                      <a:pt x="22952" y="118563"/>
                      <a:pt x="22454" y="117884"/>
                    </a:cubicBezTo>
                    <a:cubicBezTo>
                      <a:pt x="22363" y="117794"/>
                      <a:pt x="22227" y="117703"/>
                      <a:pt x="22137" y="117703"/>
                    </a:cubicBezTo>
                    <a:cubicBezTo>
                      <a:pt x="22046" y="117160"/>
                      <a:pt x="21956" y="116572"/>
                      <a:pt x="21910" y="116028"/>
                    </a:cubicBezTo>
                    <a:cubicBezTo>
                      <a:pt x="21820" y="114534"/>
                      <a:pt x="21910" y="113086"/>
                      <a:pt x="22182" y="111592"/>
                    </a:cubicBezTo>
                    <a:cubicBezTo>
                      <a:pt x="22363" y="110551"/>
                      <a:pt x="22635" y="109510"/>
                      <a:pt x="22906" y="108468"/>
                    </a:cubicBezTo>
                    <a:cubicBezTo>
                      <a:pt x="22952" y="108559"/>
                      <a:pt x="22997" y="108695"/>
                      <a:pt x="23087" y="108785"/>
                    </a:cubicBezTo>
                    <a:cubicBezTo>
                      <a:pt x="23160" y="108877"/>
                      <a:pt x="23278" y="108924"/>
                      <a:pt x="23391" y="108924"/>
                    </a:cubicBezTo>
                    <a:cubicBezTo>
                      <a:pt x="23560" y="108924"/>
                      <a:pt x="23721" y="108820"/>
                      <a:pt x="23721" y="108604"/>
                    </a:cubicBezTo>
                    <a:cubicBezTo>
                      <a:pt x="23721" y="107789"/>
                      <a:pt x="23495" y="106975"/>
                      <a:pt x="23359" y="106205"/>
                    </a:cubicBezTo>
                    <a:cubicBezTo>
                      <a:pt x="23450" y="105345"/>
                      <a:pt x="23450" y="104439"/>
                      <a:pt x="23133" y="103760"/>
                    </a:cubicBezTo>
                    <a:lnTo>
                      <a:pt x="23133" y="103625"/>
                    </a:lnTo>
                    <a:cubicBezTo>
                      <a:pt x="23087" y="101904"/>
                      <a:pt x="23178" y="100229"/>
                      <a:pt x="23495" y="98555"/>
                    </a:cubicBezTo>
                    <a:cubicBezTo>
                      <a:pt x="23812" y="96880"/>
                      <a:pt x="24400" y="95295"/>
                      <a:pt x="25034" y="93711"/>
                    </a:cubicBezTo>
                    <a:cubicBezTo>
                      <a:pt x="25351" y="92941"/>
                      <a:pt x="25668" y="92126"/>
                      <a:pt x="25849" y="91311"/>
                    </a:cubicBezTo>
                    <a:cubicBezTo>
                      <a:pt x="25905" y="91334"/>
                      <a:pt x="25968" y="91345"/>
                      <a:pt x="26030" y="91345"/>
                    </a:cubicBezTo>
                    <a:cubicBezTo>
                      <a:pt x="26217" y="91345"/>
                      <a:pt x="26403" y="91244"/>
                      <a:pt x="26437" y="91040"/>
                    </a:cubicBezTo>
                    <a:cubicBezTo>
                      <a:pt x="26528" y="90497"/>
                      <a:pt x="26347" y="90044"/>
                      <a:pt x="26166" y="89546"/>
                    </a:cubicBezTo>
                    <a:cubicBezTo>
                      <a:pt x="26166" y="89320"/>
                      <a:pt x="26166" y="89048"/>
                      <a:pt x="26166" y="88776"/>
                    </a:cubicBezTo>
                    <a:cubicBezTo>
                      <a:pt x="26120" y="88188"/>
                      <a:pt x="26075" y="86920"/>
                      <a:pt x="25306" y="86694"/>
                    </a:cubicBezTo>
                    <a:cubicBezTo>
                      <a:pt x="25260" y="86649"/>
                      <a:pt x="25215" y="86649"/>
                      <a:pt x="25170" y="86649"/>
                    </a:cubicBezTo>
                    <a:cubicBezTo>
                      <a:pt x="24943" y="85789"/>
                      <a:pt x="24853" y="84883"/>
                      <a:pt x="24898" y="83978"/>
                    </a:cubicBezTo>
                    <a:cubicBezTo>
                      <a:pt x="25034" y="82756"/>
                      <a:pt x="25487" y="81624"/>
                      <a:pt x="25713" y="80402"/>
                    </a:cubicBezTo>
                    <a:cubicBezTo>
                      <a:pt x="25804" y="79813"/>
                      <a:pt x="25894" y="79179"/>
                      <a:pt x="25894" y="78546"/>
                    </a:cubicBezTo>
                    <a:cubicBezTo>
                      <a:pt x="25849" y="77867"/>
                      <a:pt x="25713" y="77278"/>
                      <a:pt x="25577" y="76644"/>
                    </a:cubicBezTo>
                    <a:cubicBezTo>
                      <a:pt x="25537" y="76463"/>
                      <a:pt x="25389" y="76380"/>
                      <a:pt x="25241" y="76380"/>
                    </a:cubicBezTo>
                    <a:cubicBezTo>
                      <a:pt x="25057" y="76380"/>
                      <a:pt x="24873" y="76509"/>
                      <a:pt x="24898" y="76735"/>
                    </a:cubicBezTo>
                    <a:cubicBezTo>
                      <a:pt x="24898" y="77142"/>
                      <a:pt x="24898" y="77595"/>
                      <a:pt x="24853" y="78002"/>
                    </a:cubicBezTo>
                    <a:cubicBezTo>
                      <a:pt x="24762" y="77097"/>
                      <a:pt x="24717" y="76192"/>
                      <a:pt x="24762" y="75286"/>
                    </a:cubicBezTo>
                    <a:cubicBezTo>
                      <a:pt x="24808" y="74698"/>
                      <a:pt x="24853" y="74109"/>
                      <a:pt x="24943" y="73521"/>
                    </a:cubicBezTo>
                    <a:cubicBezTo>
                      <a:pt x="24989" y="73068"/>
                      <a:pt x="24989" y="72661"/>
                      <a:pt x="25079" y="72208"/>
                    </a:cubicBezTo>
                    <a:cubicBezTo>
                      <a:pt x="25306" y="71755"/>
                      <a:pt x="25577" y="71348"/>
                      <a:pt x="25849" y="70940"/>
                    </a:cubicBezTo>
                    <a:cubicBezTo>
                      <a:pt x="26483" y="69854"/>
                      <a:pt x="26573" y="68722"/>
                      <a:pt x="26211" y="67545"/>
                    </a:cubicBezTo>
                    <a:cubicBezTo>
                      <a:pt x="26149" y="67380"/>
                      <a:pt x="25984" y="67300"/>
                      <a:pt x="25826" y="67300"/>
                    </a:cubicBezTo>
                    <a:cubicBezTo>
                      <a:pt x="25638" y="67300"/>
                      <a:pt x="25462" y="67414"/>
                      <a:pt x="25487" y="67636"/>
                    </a:cubicBezTo>
                    <a:cubicBezTo>
                      <a:pt x="25668" y="68949"/>
                      <a:pt x="24853" y="69854"/>
                      <a:pt x="24129" y="70850"/>
                    </a:cubicBezTo>
                    <a:cubicBezTo>
                      <a:pt x="23948" y="70261"/>
                      <a:pt x="23857" y="69673"/>
                      <a:pt x="23812" y="69084"/>
                    </a:cubicBezTo>
                    <a:cubicBezTo>
                      <a:pt x="23812" y="67591"/>
                      <a:pt x="24400" y="66142"/>
                      <a:pt x="24898" y="64739"/>
                    </a:cubicBezTo>
                    <a:cubicBezTo>
                      <a:pt x="25623" y="62702"/>
                      <a:pt x="26256" y="59804"/>
                      <a:pt x="24672" y="58039"/>
                    </a:cubicBezTo>
                    <a:cubicBezTo>
                      <a:pt x="24989" y="58039"/>
                      <a:pt x="25351" y="58039"/>
                      <a:pt x="25713" y="57994"/>
                    </a:cubicBezTo>
                    <a:cubicBezTo>
                      <a:pt x="26279" y="58220"/>
                      <a:pt x="26856" y="58299"/>
                      <a:pt x="27450" y="58299"/>
                    </a:cubicBezTo>
                    <a:cubicBezTo>
                      <a:pt x="28044" y="58299"/>
                      <a:pt x="28656" y="58220"/>
                      <a:pt x="29289" y="58129"/>
                    </a:cubicBezTo>
                    <a:cubicBezTo>
                      <a:pt x="30014" y="58039"/>
                      <a:pt x="30783" y="57948"/>
                      <a:pt x="31553" y="57767"/>
                    </a:cubicBezTo>
                    <a:cubicBezTo>
                      <a:pt x="31824" y="57722"/>
                      <a:pt x="32051" y="57631"/>
                      <a:pt x="32277" y="57496"/>
                    </a:cubicBezTo>
                    <a:cubicBezTo>
                      <a:pt x="32413" y="58718"/>
                      <a:pt x="32684" y="59895"/>
                      <a:pt x="33001" y="61072"/>
                    </a:cubicBezTo>
                    <a:cubicBezTo>
                      <a:pt x="33545" y="63064"/>
                      <a:pt x="34359" y="65237"/>
                      <a:pt x="35808" y="66730"/>
                    </a:cubicBezTo>
                    <a:cubicBezTo>
                      <a:pt x="35872" y="66794"/>
                      <a:pt x="35953" y="66822"/>
                      <a:pt x="36036" y="66822"/>
                    </a:cubicBezTo>
                    <a:cubicBezTo>
                      <a:pt x="36246" y="66822"/>
                      <a:pt x="36461" y="66641"/>
                      <a:pt x="36396" y="66414"/>
                    </a:cubicBezTo>
                    <a:cubicBezTo>
                      <a:pt x="35899" y="64648"/>
                      <a:pt x="35038" y="63018"/>
                      <a:pt x="34495" y="61298"/>
                    </a:cubicBezTo>
                    <a:cubicBezTo>
                      <a:pt x="33952" y="59487"/>
                      <a:pt x="33590" y="57631"/>
                      <a:pt x="33590" y="55730"/>
                    </a:cubicBezTo>
                    <a:cubicBezTo>
                      <a:pt x="33590" y="53965"/>
                      <a:pt x="34088" y="52425"/>
                      <a:pt x="34903" y="50886"/>
                    </a:cubicBezTo>
                    <a:cubicBezTo>
                      <a:pt x="35627" y="49574"/>
                      <a:pt x="36487" y="48397"/>
                      <a:pt x="37211" y="47129"/>
                    </a:cubicBezTo>
                    <a:lnTo>
                      <a:pt x="37211" y="47129"/>
                    </a:lnTo>
                    <a:cubicBezTo>
                      <a:pt x="37121" y="47763"/>
                      <a:pt x="37121" y="48397"/>
                      <a:pt x="37302" y="48985"/>
                    </a:cubicBezTo>
                    <a:cubicBezTo>
                      <a:pt x="37357" y="49122"/>
                      <a:pt x="37528" y="49226"/>
                      <a:pt x="37685" y="49226"/>
                    </a:cubicBezTo>
                    <a:cubicBezTo>
                      <a:pt x="37787" y="49226"/>
                      <a:pt x="37882" y="49182"/>
                      <a:pt x="37936" y="49076"/>
                    </a:cubicBezTo>
                    <a:cubicBezTo>
                      <a:pt x="38207" y="48397"/>
                      <a:pt x="38298" y="47672"/>
                      <a:pt x="38434" y="46948"/>
                    </a:cubicBezTo>
                    <a:cubicBezTo>
                      <a:pt x="38524" y="46224"/>
                      <a:pt x="38705" y="45545"/>
                      <a:pt x="38841" y="44866"/>
                    </a:cubicBezTo>
                    <a:cubicBezTo>
                      <a:pt x="39203" y="43507"/>
                      <a:pt x="39520" y="42104"/>
                      <a:pt x="40154" y="40837"/>
                    </a:cubicBezTo>
                    <a:cubicBezTo>
                      <a:pt x="40878" y="39388"/>
                      <a:pt x="41965" y="38166"/>
                      <a:pt x="43323" y="37351"/>
                    </a:cubicBezTo>
                    <a:lnTo>
                      <a:pt x="43323" y="37351"/>
                    </a:lnTo>
                    <a:cubicBezTo>
                      <a:pt x="43096" y="37758"/>
                      <a:pt x="42960" y="38166"/>
                      <a:pt x="43006" y="38618"/>
                    </a:cubicBezTo>
                    <a:cubicBezTo>
                      <a:pt x="43006" y="38804"/>
                      <a:pt x="43175" y="38947"/>
                      <a:pt x="43354" y="38947"/>
                    </a:cubicBezTo>
                    <a:cubicBezTo>
                      <a:pt x="43437" y="38947"/>
                      <a:pt x="43522" y="38916"/>
                      <a:pt x="43594" y="38845"/>
                    </a:cubicBezTo>
                    <a:cubicBezTo>
                      <a:pt x="44002" y="38483"/>
                      <a:pt x="44273" y="37985"/>
                      <a:pt x="44681" y="37577"/>
                    </a:cubicBezTo>
                    <a:cubicBezTo>
                      <a:pt x="45088" y="37215"/>
                      <a:pt x="45495" y="36808"/>
                      <a:pt x="45993" y="36536"/>
                    </a:cubicBezTo>
                    <a:cubicBezTo>
                      <a:pt x="46265" y="36355"/>
                      <a:pt x="46582" y="36174"/>
                      <a:pt x="46854" y="36038"/>
                    </a:cubicBezTo>
                    <a:lnTo>
                      <a:pt x="46854" y="36038"/>
                    </a:lnTo>
                    <a:cubicBezTo>
                      <a:pt x="46491" y="36627"/>
                      <a:pt x="46220" y="37260"/>
                      <a:pt x="45903" y="37894"/>
                    </a:cubicBezTo>
                    <a:cubicBezTo>
                      <a:pt x="45810" y="38079"/>
                      <a:pt x="45970" y="38243"/>
                      <a:pt x="46124" y="38243"/>
                    </a:cubicBezTo>
                    <a:cubicBezTo>
                      <a:pt x="46196" y="38243"/>
                      <a:pt x="46267" y="38207"/>
                      <a:pt x="46310" y="38120"/>
                    </a:cubicBezTo>
                    <a:cubicBezTo>
                      <a:pt x="46808" y="37396"/>
                      <a:pt x="47306" y="36672"/>
                      <a:pt x="48031" y="36083"/>
                    </a:cubicBezTo>
                    <a:cubicBezTo>
                      <a:pt x="48302" y="35857"/>
                      <a:pt x="48710" y="35631"/>
                      <a:pt x="49026" y="35540"/>
                    </a:cubicBezTo>
                    <a:cubicBezTo>
                      <a:pt x="49117" y="35495"/>
                      <a:pt x="49208" y="35495"/>
                      <a:pt x="49343" y="35450"/>
                    </a:cubicBezTo>
                    <a:cubicBezTo>
                      <a:pt x="49479" y="35404"/>
                      <a:pt x="49434" y="35404"/>
                      <a:pt x="49570" y="35404"/>
                    </a:cubicBezTo>
                    <a:lnTo>
                      <a:pt x="49887" y="35404"/>
                    </a:lnTo>
                    <a:cubicBezTo>
                      <a:pt x="50068" y="35404"/>
                      <a:pt x="50203" y="35359"/>
                      <a:pt x="50385" y="35223"/>
                    </a:cubicBezTo>
                    <a:cubicBezTo>
                      <a:pt x="50430" y="35178"/>
                      <a:pt x="50475" y="35087"/>
                      <a:pt x="50475" y="35042"/>
                    </a:cubicBezTo>
                    <a:cubicBezTo>
                      <a:pt x="51516" y="34861"/>
                      <a:pt x="52557" y="34771"/>
                      <a:pt x="53553" y="34589"/>
                    </a:cubicBezTo>
                    <a:cubicBezTo>
                      <a:pt x="54730" y="34363"/>
                      <a:pt x="55862" y="34137"/>
                      <a:pt x="56722" y="33367"/>
                    </a:cubicBezTo>
                    <a:lnTo>
                      <a:pt x="56722" y="33367"/>
                    </a:lnTo>
                    <a:cubicBezTo>
                      <a:pt x="56722" y="33412"/>
                      <a:pt x="56677" y="33458"/>
                      <a:pt x="56632" y="33548"/>
                    </a:cubicBezTo>
                    <a:cubicBezTo>
                      <a:pt x="56521" y="33806"/>
                      <a:pt x="56710" y="34153"/>
                      <a:pt x="56978" y="34153"/>
                    </a:cubicBezTo>
                    <a:cubicBezTo>
                      <a:pt x="57040" y="34153"/>
                      <a:pt x="57107" y="34134"/>
                      <a:pt x="57175" y="34092"/>
                    </a:cubicBezTo>
                    <a:cubicBezTo>
                      <a:pt x="58035" y="33503"/>
                      <a:pt x="58714" y="32688"/>
                      <a:pt x="59529" y="32054"/>
                    </a:cubicBezTo>
                    <a:cubicBezTo>
                      <a:pt x="60344" y="31375"/>
                      <a:pt x="61294" y="30787"/>
                      <a:pt x="62290" y="30470"/>
                    </a:cubicBezTo>
                    <a:cubicBezTo>
                      <a:pt x="62958" y="30275"/>
                      <a:pt x="63609" y="30183"/>
                      <a:pt x="64264" y="30183"/>
                    </a:cubicBezTo>
                    <a:close/>
                    <a:moveTo>
                      <a:pt x="40007" y="0"/>
                    </a:moveTo>
                    <a:cubicBezTo>
                      <a:pt x="39392" y="0"/>
                      <a:pt x="38774" y="46"/>
                      <a:pt x="38162" y="140"/>
                    </a:cubicBezTo>
                    <a:cubicBezTo>
                      <a:pt x="37302" y="230"/>
                      <a:pt x="36442" y="411"/>
                      <a:pt x="35627" y="683"/>
                    </a:cubicBezTo>
                    <a:cubicBezTo>
                      <a:pt x="34857" y="955"/>
                      <a:pt x="33952" y="1317"/>
                      <a:pt x="33409" y="1905"/>
                    </a:cubicBezTo>
                    <a:cubicBezTo>
                      <a:pt x="32956" y="2222"/>
                      <a:pt x="32639" y="2675"/>
                      <a:pt x="32186" y="2946"/>
                    </a:cubicBezTo>
                    <a:cubicBezTo>
                      <a:pt x="31689" y="3263"/>
                      <a:pt x="31915" y="3897"/>
                      <a:pt x="32458" y="3988"/>
                    </a:cubicBezTo>
                    <a:cubicBezTo>
                      <a:pt x="33499" y="4078"/>
                      <a:pt x="34359" y="4395"/>
                      <a:pt x="35219" y="4893"/>
                    </a:cubicBezTo>
                    <a:cubicBezTo>
                      <a:pt x="35155" y="4891"/>
                      <a:pt x="35091" y="4890"/>
                      <a:pt x="35027" y="4890"/>
                    </a:cubicBezTo>
                    <a:cubicBezTo>
                      <a:pt x="33824" y="4890"/>
                      <a:pt x="32629" y="5287"/>
                      <a:pt x="31598" y="5889"/>
                    </a:cubicBezTo>
                    <a:cubicBezTo>
                      <a:pt x="30512" y="6523"/>
                      <a:pt x="29561" y="7428"/>
                      <a:pt x="28837" y="8424"/>
                    </a:cubicBezTo>
                    <a:cubicBezTo>
                      <a:pt x="28474" y="8922"/>
                      <a:pt x="27750" y="9782"/>
                      <a:pt x="27931" y="10416"/>
                    </a:cubicBezTo>
                    <a:cubicBezTo>
                      <a:pt x="27207" y="10552"/>
                      <a:pt x="26437" y="10733"/>
                      <a:pt x="25758" y="11050"/>
                    </a:cubicBezTo>
                    <a:cubicBezTo>
                      <a:pt x="24627" y="11548"/>
                      <a:pt x="23721" y="12408"/>
                      <a:pt x="22771" y="13223"/>
                    </a:cubicBezTo>
                    <a:cubicBezTo>
                      <a:pt x="21729" y="14173"/>
                      <a:pt x="20643" y="15169"/>
                      <a:pt x="19602" y="16165"/>
                    </a:cubicBezTo>
                    <a:cubicBezTo>
                      <a:pt x="19375" y="16346"/>
                      <a:pt x="19602" y="16708"/>
                      <a:pt x="19828" y="16708"/>
                    </a:cubicBezTo>
                    <a:cubicBezTo>
                      <a:pt x="19421" y="16935"/>
                      <a:pt x="19013" y="17116"/>
                      <a:pt x="18606" y="17342"/>
                    </a:cubicBezTo>
                    <a:cubicBezTo>
                      <a:pt x="17519" y="17840"/>
                      <a:pt x="16388" y="18247"/>
                      <a:pt x="15211" y="18564"/>
                    </a:cubicBezTo>
                    <a:cubicBezTo>
                      <a:pt x="13988" y="18926"/>
                      <a:pt x="12676" y="19153"/>
                      <a:pt x="11408" y="19515"/>
                    </a:cubicBezTo>
                    <a:cubicBezTo>
                      <a:pt x="8918" y="20149"/>
                      <a:pt x="6836" y="21507"/>
                      <a:pt x="4889" y="23182"/>
                    </a:cubicBezTo>
                    <a:cubicBezTo>
                      <a:pt x="3079" y="24766"/>
                      <a:pt x="1449" y="26622"/>
                      <a:pt x="770" y="28976"/>
                    </a:cubicBezTo>
                    <a:cubicBezTo>
                      <a:pt x="0" y="31375"/>
                      <a:pt x="0" y="34454"/>
                      <a:pt x="1449" y="36627"/>
                    </a:cubicBezTo>
                    <a:cubicBezTo>
                      <a:pt x="1494" y="36717"/>
                      <a:pt x="1585" y="36717"/>
                      <a:pt x="1675" y="36762"/>
                    </a:cubicBezTo>
                    <a:lnTo>
                      <a:pt x="1675" y="36808"/>
                    </a:lnTo>
                    <a:cubicBezTo>
                      <a:pt x="1856" y="38573"/>
                      <a:pt x="2354" y="40339"/>
                      <a:pt x="3079" y="41968"/>
                    </a:cubicBezTo>
                    <a:cubicBezTo>
                      <a:pt x="3758" y="43507"/>
                      <a:pt x="4663" y="44956"/>
                      <a:pt x="5750" y="46269"/>
                    </a:cubicBezTo>
                    <a:cubicBezTo>
                      <a:pt x="6293" y="46903"/>
                      <a:pt x="6881" y="47536"/>
                      <a:pt x="7515" y="48080"/>
                    </a:cubicBezTo>
                    <a:cubicBezTo>
                      <a:pt x="7877" y="48442"/>
                      <a:pt x="8330" y="48804"/>
                      <a:pt x="8828" y="49076"/>
                    </a:cubicBezTo>
                    <a:cubicBezTo>
                      <a:pt x="10141" y="51339"/>
                      <a:pt x="11951" y="53331"/>
                      <a:pt x="14079" y="54825"/>
                    </a:cubicBezTo>
                    <a:cubicBezTo>
                      <a:pt x="15482" y="55821"/>
                      <a:pt x="17157" y="56635"/>
                      <a:pt x="18923" y="56681"/>
                    </a:cubicBezTo>
                    <a:cubicBezTo>
                      <a:pt x="19013" y="56681"/>
                      <a:pt x="19104" y="56681"/>
                      <a:pt x="19149" y="56635"/>
                    </a:cubicBezTo>
                    <a:cubicBezTo>
                      <a:pt x="19783" y="56998"/>
                      <a:pt x="20507" y="57269"/>
                      <a:pt x="21231" y="57496"/>
                    </a:cubicBezTo>
                    <a:cubicBezTo>
                      <a:pt x="22001" y="57722"/>
                      <a:pt x="22861" y="57858"/>
                      <a:pt x="23676" y="57948"/>
                    </a:cubicBezTo>
                    <a:cubicBezTo>
                      <a:pt x="23676" y="57994"/>
                      <a:pt x="23676" y="58039"/>
                      <a:pt x="23721" y="58039"/>
                    </a:cubicBezTo>
                    <a:cubicBezTo>
                      <a:pt x="25215" y="60393"/>
                      <a:pt x="24038" y="63109"/>
                      <a:pt x="23223" y="65463"/>
                    </a:cubicBezTo>
                    <a:cubicBezTo>
                      <a:pt x="22725" y="66821"/>
                      <a:pt x="22318" y="68270"/>
                      <a:pt x="22544" y="69718"/>
                    </a:cubicBezTo>
                    <a:cubicBezTo>
                      <a:pt x="22635" y="70488"/>
                      <a:pt x="22906" y="71348"/>
                      <a:pt x="23314" y="72117"/>
                    </a:cubicBezTo>
                    <a:cubicBezTo>
                      <a:pt x="23042" y="72706"/>
                      <a:pt x="22816" y="73340"/>
                      <a:pt x="22680" y="73973"/>
                    </a:cubicBezTo>
                    <a:cubicBezTo>
                      <a:pt x="22408" y="75558"/>
                      <a:pt x="22454" y="77867"/>
                      <a:pt x="23585" y="79179"/>
                    </a:cubicBezTo>
                    <a:cubicBezTo>
                      <a:pt x="23631" y="79360"/>
                      <a:pt x="23766" y="79496"/>
                      <a:pt x="23948" y="79542"/>
                    </a:cubicBezTo>
                    <a:cubicBezTo>
                      <a:pt x="24083" y="79677"/>
                      <a:pt x="24219" y="79768"/>
                      <a:pt x="24400" y="79858"/>
                    </a:cubicBezTo>
                    <a:cubicBezTo>
                      <a:pt x="23993" y="81352"/>
                      <a:pt x="23404" y="82801"/>
                      <a:pt x="23314" y="84385"/>
                    </a:cubicBezTo>
                    <a:cubicBezTo>
                      <a:pt x="23269" y="85608"/>
                      <a:pt x="23540" y="86875"/>
                      <a:pt x="23948" y="88007"/>
                    </a:cubicBezTo>
                    <a:cubicBezTo>
                      <a:pt x="24174" y="88641"/>
                      <a:pt x="24400" y="89274"/>
                      <a:pt x="24717" y="89863"/>
                    </a:cubicBezTo>
                    <a:cubicBezTo>
                      <a:pt x="24536" y="90768"/>
                      <a:pt x="24219" y="91628"/>
                      <a:pt x="23902" y="92488"/>
                    </a:cubicBezTo>
                    <a:cubicBezTo>
                      <a:pt x="23223" y="94254"/>
                      <a:pt x="22454" y="95974"/>
                      <a:pt x="22001" y="97830"/>
                    </a:cubicBezTo>
                    <a:cubicBezTo>
                      <a:pt x="21594" y="99641"/>
                      <a:pt x="21413" y="101588"/>
                      <a:pt x="21594" y="103444"/>
                    </a:cubicBezTo>
                    <a:cubicBezTo>
                      <a:pt x="21684" y="104349"/>
                      <a:pt x="21820" y="105209"/>
                      <a:pt x="22046" y="106069"/>
                    </a:cubicBezTo>
                    <a:cubicBezTo>
                      <a:pt x="21910" y="106658"/>
                      <a:pt x="21729" y="107246"/>
                      <a:pt x="21594" y="107789"/>
                    </a:cubicBezTo>
                    <a:cubicBezTo>
                      <a:pt x="21141" y="109238"/>
                      <a:pt x="20733" y="110687"/>
                      <a:pt x="20552" y="112180"/>
                    </a:cubicBezTo>
                    <a:cubicBezTo>
                      <a:pt x="20326" y="113674"/>
                      <a:pt x="20190" y="115168"/>
                      <a:pt x="20371" y="116662"/>
                    </a:cubicBezTo>
                    <a:cubicBezTo>
                      <a:pt x="20507" y="117658"/>
                      <a:pt x="20779" y="118744"/>
                      <a:pt x="21231" y="119695"/>
                    </a:cubicBezTo>
                    <a:cubicBezTo>
                      <a:pt x="21005" y="120284"/>
                      <a:pt x="20733" y="120872"/>
                      <a:pt x="20507" y="121461"/>
                    </a:cubicBezTo>
                    <a:cubicBezTo>
                      <a:pt x="20145" y="122592"/>
                      <a:pt x="19964" y="123724"/>
                      <a:pt x="19919" y="124901"/>
                    </a:cubicBezTo>
                    <a:cubicBezTo>
                      <a:pt x="19873" y="126033"/>
                      <a:pt x="20009" y="127210"/>
                      <a:pt x="20281" y="128296"/>
                    </a:cubicBezTo>
                    <a:cubicBezTo>
                      <a:pt x="20417" y="128885"/>
                      <a:pt x="20598" y="129473"/>
                      <a:pt x="20915" y="129971"/>
                    </a:cubicBezTo>
                    <a:cubicBezTo>
                      <a:pt x="20915" y="130016"/>
                      <a:pt x="20915" y="130062"/>
                      <a:pt x="20960" y="130062"/>
                    </a:cubicBezTo>
                    <a:cubicBezTo>
                      <a:pt x="20779" y="130741"/>
                      <a:pt x="20552" y="131375"/>
                      <a:pt x="20462" y="132054"/>
                    </a:cubicBezTo>
                    <a:cubicBezTo>
                      <a:pt x="20371" y="132687"/>
                      <a:pt x="20417" y="133366"/>
                      <a:pt x="20552" y="134000"/>
                    </a:cubicBezTo>
                    <a:cubicBezTo>
                      <a:pt x="20915" y="135268"/>
                      <a:pt x="21639" y="136309"/>
                      <a:pt x="22408" y="137350"/>
                    </a:cubicBezTo>
                    <a:cubicBezTo>
                      <a:pt x="22454" y="137395"/>
                      <a:pt x="22454" y="137441"/>
                      <a:pt x="22499" y="137486"/>
                    </a:cubicBezTo>
                    <a:cubicBezTo>
                      <a:pt x="22454" y="137576"/>
                      <a:pt x="22499" y="137712"/>
                      <a:pt x="22635" y="137848"/>
                    </a:cubicBezTo>
                    <a:cubicBezTo>
                      <a:pt x="23269" y="138527"/>
                      <a:pt x="23269" y="139795"/>
                      <a:pt x="23223" y="140700"/>
                    </a:cubicBezTo>
                    <a:cubicBezTo>
                      <a:pt x="23133" y="141877"/>
                      <a:pt x="22861" y="143054"/>
                      <a:pt x="22906" y="144231"/>
                    </a:cubicBezTo>
                    <a:cubicBezTo>
                      <a:pt x="22952" y="145272"/>
                      <a:pt x="23223" y="146268"/>
                      <a:pt x="23721" y="147173"/>
                    </a:cubicBezTo>
                    <a:cubicBezTo>
                      <a:pt x="23812" y="147400"/>
                      <a:pt x="23948" y="147626"/>
                      <a:pt x="24083" y="147852"/>
                    </a:cubicBezTo>
                    <a:cubicBezTo>
                      <a:pt x="24627" y="149165"/>
                      <a:pt x="25532" y="150252"/>
                      <a:pt x="25849" y="151655"/>
                    </a:cubicBezTo>
                    <a:cubicBezTo>
                      <a:pt x="26211" y="153149"/>
                      <a:pt x="25351" y="154688"/>
                      <a:pt x="25804" y="156182"/>
                    </a:cubicBezTo>
                    <a:cubicBezTo>
                      <a:pt x="26030" y="156906"/>
                      <a:pt x="26528" y="157449"/>
                      <a:pt x="27026" y="157947"/>
                    </a:cubicBezTo>
                    <a:cubicBezTo>
                      <a:pt x="27524" y="158445"/>
                      <a:pt x="28022" y="158989"/>
                      <a:pt x="28429" y="159532"/>
                    </a:cubicBezTo>
                    <a:cubicBezTo>
                      <a:pt x="28429" y="159577"/>
                      <a:pt x="28474" y="159622"/>
                      <a:pt x="28474" y="159668"/>
                    </a:cubicBezTo>
                    <a:cubicBezTo>
                      <a:pt x="28520" y="159758"/>
                      <a:pt x="28520" y="159849"/>
                      <a:pt x="28520" y="159939"/>
                    </a:cubicBezTo>
                    <a:cubicBezTo>
                      <a:pt x="28610" y="160301"/>
                      <a:pt x="28701" y="160664"/>
                      <a:pt x="28791" y="161026"/>
                    </a:cubicBezTo>
                    <a:cubicBezTo>
                      <a:pt x="28927" y="161795"/>
                      <a:pt x="29018" y="162565"/>
                      <a:pt x="29018" y="163334"/>
                    </a:cubicBezTo>
                    <a:cubicBezTo>
                      <a:pt x="29063" y="164104"/>
                      <a:pt x="29018" y="164874"/>
                      <a:pt x="28882" y="165643"/>
                    </a:cubicBezTo>
                    <a:cubicBezTo>
                      <a:pt x="28746" y="166413"/>
                      <a:pt x="28429" y="167228"/>
                      <a:pt x="28474" y="168042"/>
                    </a:cubicBezTo>
                    <a:cubicBezTo>
                      <a:pt x="28520" y="169491"/>
                      <a:pt x="29561" y="170487"/>
                      <a:pt x="30466" y="171528"/>
                    </a:cubicBezTo>
                    <a:cubicBezTo>
                      <a:pt x="30647" y="171800"/>
                      <a:pt x="30874" y="172071"/>
                      <a:pt x="31055" y="172343"/>
                    </a:cubicBezTo>
                    <a:cubicBezTo>
                      <a:pt x="31417" y="173203"/>
                      <a:pt x="31326" y="174154"/>
                      <a:pt x="31145" y="175014"/>
                    </a:cubicBezTo>
                    <a:cubicBezTo>
                      <a:pt x="31055" y="175421"/>
                      <a:pt x="30964" y="175829"/>
                      <a:pt x="30874" y="176191"/>
                    </a:cubicBezTo>
                    <a:cubicBezTo>
                      <a:pt x="30783" y="176281"/>
                      <a:pt x="30738" y="176372"/>
                      <a:pt x="30738" y="176462"/>
                    </a:cubicBezTo>
                    <a:lnTo>
                      <a:pt x="30738" y="176643"/>
                    </a:lnTo>
                    <a:cubicBezTo>
                      <a:pt x="30738" y="176689"/>
                      <a:pt x="30738" y="176689"/>
                      <a:pt x="30738" y="176689"/>
                    </a:cubicBezTo>
                    <a:cubicBezTo>
                      <a:pt x="30557" y="177277"/>
                      <a:pt x="30285" y="178047"/>
                      <a:pt x="30512" y="178590"/>
                    </a:cubicBezTo>
                    <a:cubicBezTo>
                      <a:pt x="30512" y="178635"/>
                      <a:pt x="30557" y="178726"/>
                      <a:pt x="30602" y="178771"/>
                    </a:cubicBezTo>
                    <a:cubicBezTo>
                      <a:pt x="30557" y="179133"/>
                      <a:pt x="30466" y="179541"/>
                      <a:pt x="30376" y="179903"/>
                    </a:cubicBezTo>
                    <a:cubicBezTo>
                      <a:pt x="30330" y="180039"/>
                      <a:pt x="30240" y="180174"/>
                      <a:pt x="30195" y="180310"/>
                    </a:cubicBezTo>
                    <a:cubicBezTo>
                      <a:pt x="29697" y="180718"/>
                      <a:pt x="29380" y="181351"/>
                      <a:pt x="28972" y="181804"/>
                    </a:cubicBezTo>
                    <a:cubicBezTo>
                      <a:pt x="28474" y="182302"/>
                      <a:pt x="27931" y="182755"/>
                      <a:pt x="27343" y="183162"/>
                    </a:cubicBezTo>
                    <a:cubicBezTo>
                      <a:pt x="25985" y="184068"/>
                      <a:pt x="24310" y="184792"/>
                      <a:pt x="23133" y="185969"/>
                    </a:cubicBezTo>
                    <a:cubicBezTo>
                      <a:pt x="22001" y="187101"/>
                      <a:pt x="21865" y="188776"/>
                      <a:pt x="22273" y="190269"/>
                    </a:cubicBezTo>
                    <a:cubicBezTo>
                      <a:pt x="22589" y="191356"/>
                      <a:pt x="23087" y="192578"/>
                      <a:pt x="23948" y="193393"/>
                    </a:cubicBezTo>
                    <a:cubicBezTo>
                      <a:pt x="24038" y="194706"/>
                      <a:pt x="24853" y="195973"/>
                      <a:pt x="25849" y="196833"/>
                    </a:cubicBezTo>
                    <a:cubicBezTo>
                      <a:pt x="26981" y="197784"/>
                      <a:pt x="28384" y="198327"/>
                      <a:pt x="29878" y="198508"/>
                    </a:cubicBezTo>
                    <a:cubicBezTo>
                      <a:pt x="30078" y="198526"/>
                      <a:pt x="30286" y="198535"/>
                      <a:pt x="30497" y="198535"/>
                    </a:cubicBezTo>
                    <a:cubicBezTo>
                      <a:pt x="31381" y="198535"/>
                      <a:pt x="32333" y="198376"/>
                      <a:pt x="33137" y="198010"/>
                    </a:cubicBezTo>
                    <a:cubicBezTo>
                      <a:pt x="33997" y="199233"/>
                      <a:pt x="36034" y="199504"/>
                      <a:pt x="37438" y="199731"/>
                    </a:cubicBezTo>
                    <a:cubicBezTo>
                      <a:pt x="38660" y="199912"/>
                      <a:pt x="39882" y="200002"/>
                      <a:pt x="41059" y="200048"/>
                    </a:cubicBezTo>
                    <a:cubicBezTo>
                      <a:pt x="41295" y="200048"/>
                      <a:pt x="41532" y="200049"/>
                      <a:pt x="41769" y="200049"/>
                    </a:cubicBezTo>
                    <a:cubicBezTo>
                      <a:pt x="42720" y="200049"/>
                      <a:pt x="43676" y="200020"/>
                      <a:pt x="44545" y="199731"/>
                    </a:cubicBezTo>
                    <a:cubicBezTo>
                      <a:pt x="46401" y="199052"/>
                      <a:pt x="47578" y="197422"/>
                      <a:pt x="48212" y="195611"/>
                    </a:cubicBezTo>
                    <a:cubicBezTo>
                      <a:pt x="48574" y="194570"/>
                      <a:pt x="48755" y="193393"/>
                      <a:pt x="48845" y="192261"/>
                    </a:cubicBezTo>
                    <a:cubicBezTo>
                      <a:pt x="48891" y="192261"/>
                      <a:pt x="48936" y="192216"/>
                      <a:pt x="48981" y="192171"/>
                    </a:cubicBezTo>
                    <a:cubicBezTo>
                      <a:pt x="49389" y="191854"/>
                      <a:pt x="49887" y="191537"/>
                      <a:pt x="50385" y="191311"/>
                    </a:cubicBezTo>
                    <a:cubicBezTo>
                      <a:pt x="51426" y="190767"/>
                      <a:pt x="52557" y="190405"/>
                      <a:pt x="53599" y="189817"/>
                    </a:cubicBezTo>
                    <a:cubicBezTo>
                      <a:pt x="54730" y="189274"/>
                      <a:pt x="55726" y="188459"/>
                      <a:pt x="56405" y="187417"/>
                    </a:cubicBezTo>
                    <a:cubicBezTo>
                      <a:pt x="57175" y="186240"/>
                      <a:pt x="57582" y="184792"/>
                      <a:pt x="57673" y="183389"/>
                    </a:cubicBezTo>
                    <a:cubicBezTo>
                      <a:pt x="57718" y="182528"/>
                      <a:pt x="57673" y="181623"/>
                      <a:pt x="57537" y="180763"/>
                    </a:cubicBezTo>
                    <a:cubicBezTo>
                      <a:pt x="57582" y="180718"/>
                      <a:pt x="57628" y="180627"/>
                      <a:pt x="57673" y="180537"/>
                    </a:cubicBezTo>
                    <a:lnTo>
                      <a:pt x="57718" y="180537"/>
                    </a:lnTo>
                    <a:cubicBezTo>
                      <a:pt x="57919" y="180623"/>
                      <a:pt x="58138" y="180654"/>
                      <a:pt x="58352" y="180654"/>
                    </a:cubicBezTo>
                    <a:cubicBezTo>
                      <a:pt x="58476" y="180654"/>
                      <a:pt x="58598" y="180644"/>
                      <a:pt x="58714" y="180627"/>
                    </a:cubicBezTo>
                    <a:cubicBezTo>
                      <a:pt x="59031" y="180627"/>
                      <a:pt x="59348" y="180582"/>
                      <a:pt x="59665" y="180446"/>
                    </a:cubicBezTo>
                    <a:cubicBezTo>
                      <a:pt x="60117" y="180356"/>
                      <a:pt x="60479" y="180129"/>
                      <a:pt x="60842" y="179903"/>
                    </a:cubicBezTo>
                    <a:lnTo>
                      <a:pt x="60842" y="179903"/>
                    </a:lnTo>
                    <a:cubicBezTo>
                      <a:pt x="60706" y="180627"/>
                      <a:pt x="60570" y="181397"/>
                      <a:pt x="60479" y="182121"/>
                    </a:cubicBezTo>
                    <a:cubicBezTo>
                      <a:pt x="60344" y="183524"/>
                      <a:pt x="60479" y="184973"/>
                      <a:pt x="60932" y="186331"/>
                    </a:cubicBezTo>
                    <a:cubicBezTo>
                      <a:pt x="61068" y="186784"/>
                      <a:pt x="61249" y="187236"/>
                      <a:pt x="61430" y="187734"/>
                    </a:cubicBezTo>
                    <a:cubicBezTo>
                      <a:pt x="61385" y="187915"/>
                      <a:pt x="61340" y="188142"/>
                      <a:pt x="61204" y="188323"/>
                    </a:cubicBezTo>
                    <a:cubicBezTo>
                      <a:pt x="61068" y="188685"/>
                      <a:pt x="60796" y="189047"/>
                      <a:pt x="60570" y="189364"/>
                    </a:cubicBezTo>
                    <a:cubicBezTo>
                      <a:pt x="60027" y="190088"/>
                      <a:pt x="59393" y="190767"/>
                      <a:pt x="58986" y="191582"/>
                    </a:cubicBezTo>
                    <a:cubicBezTo>
                      <a:pt x="58442" y="192578"/>
                      <a:pt x="58352" y="193619"/>
                      <a:pt x="58533" y="194706"/>
                    </a:cubicBezTo>
                    <a:cubicBezTo>
                      <a:pt x="58578" y="195249"/>
                      <a:pt x="58759" y="195747"/>
                      <a:pt x="58940" y="196290"/>
                    </a:cubicBezTo>
                    <a:cubicBezTo>
                      <a:pt x="59167" y="196833"/>
                      <a:pt x="59438" y="197196"/>
                      <a:pt x="60027" y="197422"/>
                    </a:cubicBezTo>
                    <a:cubicBezTo>
                      <a:pt x="59936" y="197875"/>
                      <a:pt x="59846" y="198282"/>
                      <a:pt x="59800" y="198689"/>
                    </a:cubicBezTo>
                    <a:cubicBezTo>
                      <a:pt x="59665" y="199550"/>
                      <a:pt x="59529" y="200500"/>
                      <a:pt x="59619" y="201360"/>
                    </a:cubicBezTo>
                    <a:cubicBezTo>
                      <a:pt x="59665" y="202220"/>
                      <a:pt x="60163" y="202854"/>
                      <a:pt x="60661" y="203579"/>
                    </a:cubicBezTo>
                    <a:cubicBezTo>
                      <a:pt x="61204" y="204348"/>
                      <a:pt x="61747" y="205118"/>
                      <a:pt x="62335" y="205887"/>
                    </a:cubicBezTo>
                    <a:cubicBezTo>
                      <a:pt x="62833" y="206521"/>
                      <a:pt x="63331" y="207155"/>
                      <a:pt x="64101" y="207517"/>
                    </a:cubicBezTo>
                    <a:cubicBezTo>
                      <a:pt x="64871" y="207879"/>
                      <a:pt x="65731" y="207970"/>
                      <a:pt x="66545" y="207970"/>
                    </a:cubicBezTo>
                    <a:cubicBezTo>
                      <a:pt x="67406" y="207970"/>
                      <a:pt x="68266" y="207879"/>
                      <a:pt x="69126" y="207653"/>
                    </a:cubicBezTo>
                    <a:cubicBezTo>
                      <a:pt x="69533" y="207562"/>
                      <a:pt x="69941" y="207426"/>
                      <a:pt x="70348" y="207200"/>
                    </a:cubicBezTo>
                    <a:cubicBezTo>
                      <a:pt x="70348" y="207200"/>
                      <a:pt x="70348" y="207200"/>
                      <a:pt x="70393" y="207155"/>
                    </a:cubicBezTo>
                    <a:cubicBezTo>
                      <a:pt x="70484" y="207607"/>
                      <a:pt x="70710" y="207970"/>
                      <a:pt x="71163" y="208241"/>
                    </a:cubicBezTo>
                    <a:cubicBezTo>
                      <a:pt x="71951" y="208623"/>
                      <a:pt x="72883" y="208761"/>
                      <a:pt x="73813" y="208761"/>
                    </a:cubicBezTo>
                    <a:cubicBezTo>
                      <a:pt x="74538" y="208761"/>
                      <a:pt x="75262" y="208677"/>
                      <a:pt x="75916" y="208558"/>
                    </a:cubicBezTo>
                    <a:cubicBezTo>
                      <a:pt x="76686" y="208377"/>
                      <a:pt x="77410" y="208151"/>
                      <a:pt x="78134" y="207879"/>
                    </a:cubicBezTo>
                    <a:cubicBezTo>
                      <a:pt x="78859" y="207562"/>
                      <a:pt x="79719" y="207245"/>
                      <a:pt x="80217" y="206612"/>
                    </a:cubicBezTo>
                    <a:cubicBezTo>
                      <a:pt x="80715" y="206068"/>
                      <a:pt x="80850" y="205253"/>
                      <a:pt x="80986" y="204529"/>
                    </a:cubicBezTo>
                    <a:cubicBezTo>
                      <a:pt x="80986" y="204348"/>
                      <a:pt x="81031" y="204212"/>
                      <a:pt x="81031" y="204076"/>
                    </a:cubicBezTo>
                    <a:cubicBezTo>
                      <a:pt x="81258" y="203941"/>
                      <a:pt x="81439" y="203805"/>
                      <a:pt x="81620" y="203669"/>
                    </a:cubicBezTo>
                    <a:cubicBezTo>
                      <a:pt x="82118" y="203397"/>
                      <a:pt x="82661" y="203216"/>
                      <a:pt x="83159" y="202990"/>
                    </a:cubicBezTo>
                    <a:cubicBezTo>
                      <a:pt x="84246" y="202447"/>
                      <a:pt x="84834" y="201225"/>
                      <a:pt x="85060" y="200048"/>
                    </a:cubicBezTo>
                    <a:cubicBezTo>
                      <a:pt x="85287" y="198916"/>
                      <a:pt x="85241" y="197694"/>
                      <a:pt x="84970" y="196562"/>
                    </a:cubicBezTo>
                    <a:cubicBezTo>
                      <a:pt x="85287" y="195294"/>
                      <a:pt x="86192" y="194344"/>
                      <a:pt x="87097" y="193393"/>
                    </a:cubicBezTo>
                    <a:cubicBezTo>
                      <a:pt x="88139" y="192261"/>
                      <a:pt x="89089" y="190994"/>
                      <a:pt x="89497" y="189500"/>
                    </a:cubicBezTo>
                    <a:cubicBezTo>
                      <a:pt x="89949" y="187825"/>
                      <a:pt x="89814" y="186014"/>
                      <a:pt x="89361" y="184339"/>
                    </a:cubicBezTo>
                    <a:cubicBezTo>
                      <a:pt x="89225" y="183932"/>
                      <a:pt x="89089" y="183479"/>
                      <a:pt x="88953" y="183026"/>
                    </a:cubicBezTo>
                    <a:cubicBezTo>
                      <a:pt x="89225" y="182212"/>
                      <a:pt x="89949" y="181623"/>
                      <a:pt x="90493" y="180989"/>
                    </a:cubicBezTo>
                    <a:cubicBezTo>
                      <a:pt x="91081" y="180265"/>
                      <a:pt x="91624" y="179495"/>
                      <a:pt x="91941" y="178590"/>
                    </a:cubicBezTo>
                    <a:cubicBezTo>
                      <a:pt x="92032" y="178364"/>
                      <a:pt x="92077" y="178137"/>
                      <a:pt x="92122" y="177911"/>
                    </a:cubicBezTo>
                    <a:cubicBezTo>
                      <a:pt x="92482" y="177671"/>
                      <a:pt x="92969" y="177622"/>
                      <a:pt x="93462" y="177622"/>
                    </a:cubicBezTo>
                    <a:cubicBezTo>
                      <a:pt x="93805" y="177622"/>
                      <a:pt x="94151" y="177646"/>
                      <a:pt x="94458" y="177646"/>
                    </a:cubicBezTo>
                    <a:cubicBezTo>
                      <a:pt x="94543" y="177646"/>
                      <a:pt x="94625" y="177644"/>
                      <a:pt x="94703" y="177639"/>
                    </a:cubicBezTo>
                    <a:cubicBezTo>
                      <a:pt x="95789" y="177549"/>
                      <a:pt x="96785" y="177096"/>
                      <a:pt x="97600" y="176417"/>
                    </a:cubicBezTo>
                    <a:cubicBezTo>
                      <a:pt x="98007" y="176146"/>
                      <a:pt x="98324" y="175783"/>
                      <a:pt x="98641" y="175421"/>
                    </a:cubicBezTo>
                    <a:cubicBezTo>
                      <a:pt x="98641" y="175512"/>
                      <a:pt x="98641" y="175602"/>
                      <a:pt x="98641" y="175738"/>
                    </a:cubicBezTo>
                    <a:cubicBezTo>
                      <a:pt x="98732" y="176372"/>
                      <a:pt x="99048" y="176915"/>
                      <a:pt x="99501" y="177368"/>
                    </a:cubicBezTo>
                    <a:cubicBezTo>
                      <a:pt x="98279" y="178454"/>
                      <a:pt x="97147" y="179541"/>
                      <a:pt x="96015" y="180763"/>
                    </a:cubicBezTo>
                    <a:cubicBezTo>
                      <a:pt x="95065" y="181804"/>
                      <a:pt x="93752" y="182891"/>
                      <a:pt x="93299" y="184294"/>
                    </a:cubicBezTo>
                    <a:cubicBezTo>
                      <a:pt x="92892" y="185516"/>
                      <a:pt x="93073" y="187010"/>
                      <a:pt x="93526" y="188187"/>
                    </a:cubicBezTo>
                    <a:cubicBezTo>
                      <a:pt x="93752" y="188776"/>
                      <a:pt x="94024" y="189274"/>
                      <a:pt x="94431" y="189726"/>
                    </a:cubicBezTo>
                    <a:cubicBezTo>
                      <a:pt x="94431" y="189817"/>
                      <a:pt x="94431" y="189953"/>
                      <a:pt x="94431" y="190088"/>
                    </a:cubicBezTo>
                    <a:cubicBezTo>
                      <a:pt x="94567" y="190767"/>
                      <a:pt x="94929" y="191356"/>
                      <a:pt x="95382" y="191854"/>
                    </a:cubicBezTo>
                    <a:cubicBezTo>
                      <a:pt x="95880" y="192352"/>
                      <a:pt x="96423" y="192759"/>
                      <a:pt x="97011" y="193121"/>
                    </a:cubicBezTo>
                    <a:cubicBezTo>
                      <a:pt x="97645" y="193574"/>
                      <a:pt x="98279" y="193981"/>
                      <a:pt x="99048" y="194298"/>
                    </a:cubicBezTo>
                    <a:cubicBezTo>
                      <a:pt x="99548" y="194486"/>
                      <a:pt x="100027" y="194587"/>
                      <a:pt x="100529" y="194587"/>
                    </a:cubicBezTo>
                    <a:cubicBezTo>
                      <a:pt x="100753" y="194587"/>
                      <a:pt x="100983" y="194567"/>
                      <a:pt x="101221" y="194525"/>
                    </a:cubicBezTo>
                    <a:cubicBezTo>
                      <a:pt x="101448" y="194525"/>
                      <a:pt x="101674" y="194434"/>
                      <a:pt x="101900" y="194344"/>
                    </a:cubicBezTo>
                    <a:cubicBezTo>
                      <a:pt x="102172" y="194796"/>
                      <a:pt x="102579" y="195204"/>
                      <a:pt x="103304" y="195340"/>
                    </a:cubicBezTo>
                    <a:cubicBezTo>
                      <a:pt x="103569" y="195393"/>
                      <a:pt x="103842" y="195415"/>
                      <a:pt x="104117" y="195415"/>
                    </a:cubicBezTo>
                    <a:cubicBezTo>
                      <a:pt x="104781" y="195415"/>
                      <a:pt x="105457" y="195287"/>
                      <a:pt x="106065" y="195158"/>
                    </a:cubicBezTo>
                    <a:cubicBezTo>
                      <a:pt x="107106" y="194932"/>
                      <a:pt x="108057" y="194615"/>
                      <a:pt x="108962" y="194163"/>
                    </a:cubicBezTo>
                    <a:cubicBezTo>
                      <a:pt x="110728" y="193257"/>
                      <a:pt x="112403" y="191990"/>
                      <a:pt x="112901" y="189998"/>
                    </a:cubicBezTo>
                    <a:cubicBezTo>
                      <a:pt x="113127" y="188957"/>
                      <a:pt x="113127" y="187870"/>
                      <a:pt x="113127" y="186784"/>
                    </a:cubicBezTo>
                    <a:cubicBezTo>
                      <a:pt x="113127" y="186331"/>
                      <a:pt x="113127" y="185878"/>
                      <a:pt x="113127" y="185380"/>
                    </a:cubicBezTo>
                    <a:cubicBezTo>
                      <a:pt x="113218" y="185335"/>
                      <a:pt x="113263" y="185245"/>
                      <a:pt x="113308" y="185199"/>
                    </a:cubicBezTo>
                    <a:cubicBezTo>
                      <a:pt x="113670" y="184747"/>
                      <a:pt x="114078" y="184294"/>
                      <a:pt x="114530" y="183932"/>
                    </a:cubicBezTo>
                    <a:cubicBezTo>
                      <a:pt x="115481" y="183117"/>
                      <a:pt x="116567" y="182528"/>
                      <a:pt x="117111" y="181351"/>
                    </a:cubicBezTo>
                    <a:cubicBezTo>
                      <a:pt x="117609" y="180174"/>
                      <a:pt x="117654" y="178816"/>
                      <a:pt x="117563" y="177549"/>
                    </a:cubicBezTo>
                    <a:cubicBezTo>
                      <a:pt x="117518" y="176870"/>
                      <a:pt x="117382" y="176191"/>
                      <a:pt x="117201" y="175512"/>
                    </a:cubicBezTo>
                    <a:cubicBezTo>
                      <a:pt x="117111" y="175331"/>
                      <a:pt x="117065" y="175104"/>
                      <a:pt x="116975" y="174878"/>
                    </a:cubicBezTo>
                    <a:cubicBezTo>
                      <a:pt x="117246" y="174063"/>
                      <a:pt x="118197" y="173610"/>
                      <a:pt x="118876" y="173112"/>
                    </a:cubicBezTo>
                    <a:cubicBezTo>
                      <a:pt x="119736" y="172479"/>
                      <a:pt x="120415" y="171619"/>
                      <a:pt x="120868" y="170668"/>
                    </a:cubicBezTo>
                    <a:cubicBezTo>
                      <a:pt x="121321" y="169672"/>
                      <a:pt x="121547" y="168586"/>
                      <a:pt x="121683" y="167499"/>
                    </a:cubicBezTo>
                    <a:cubicBezTo>
                      <a:pt x="121728" y="167228"/>
                      <a:pt x="121728" y="166911"/>
                      <a:pt x="121728" y="166594"/>
                    </a:cubicBezTo>
                    <a:cubicBezTo>
                      <a:pt x="122271" y="166141"/>
                      <a:pt x="122588" y="165553"/>
                      <a:pt x="122905" y="164919"/>
                    </a:cubicBezTo>
                    <a:cubicBezTo>
                      <a:pt x="123222" y="164240"/>
                      <a:pt x="123494" y="163515"/>
                      <a:pt x="123810" y="162791"/>
                    </a:cubicBezTo>
                    <a:cubicBezTo>
                      <a:pt x="124399" y="161433"/>
                      <a:pt x="124942" y="160030"/>
                      <a:pt x="125168" y="158536"/>
                    </a:cubicBezTo>
                    <a:cubicBezTo>
                      <a:pt x="125395" y="156997"/>
                      <a:pt x="125350" y="155503"/>
                      <a:pt x="125168" y="153964"/>
                    </a:cubicBezTo>
                    <a:cubicBezTo>
                      <a:pt x="125123" y="153239"/>
                      <a:pt x="124987" y="152515"/>
                      <a:pt x="124852" y="151791"/>
                    </a:cubicBezTo>
                    <a:cubicBezTo>
                      <a:pt x="124761" y="151338"/>
                      <a:pt x="124625" y="150885"/>
                      <a:pt x="124489" y="150478"/>
                    </a:cubicBezTo>
                    <a:cubicBezTo>
                      <a:pt x="124671" y="150206"/>
                      <a:pt x="124852" y="149980"/>
                      <a:pt x="124987" y="149708"/>
                    </a:cubicBezTo>
                    <a:cubicBezTo>
                      <a:pt x="125531" y="148803"/>
                      <a:pt x="125802" y="147671"/>
                      <a:pt x="125802" y="146630"/>
                    </a:cubicBezTo>
                    <a:cubicBezTo>
                      <a:pt x="125712" y="145453"/>
                      <a:pt x="125259" y="144503"/>
                      <a:pt x="124671" y="143552"/>
                    </a:cubicBezTo>
                    <a:cubicBezTo>
                      <a:pt x="124082" y="142646"/>
                      <a:pt x="123494" y="141605"/>
                      <a:pt x="122633" y="140972"/>
                    </a:cubicBezTo>
                    <a:cubicBezTo>
                      <a:pt x="122679" y="140836"/>
                      <a:pt x="122679" y="140700"/>
                      <a:pt x="122724" y="140519"/>
                    </a:cubicBezTo>
                    <a:cubicBezTo>
                      <a:pt x="123041" y="139523"/>
                      <a:pt x="123222" y="138391"/>
                      <a:pt x="122950" y="137350"/>
                    </a:cubicBezTo>
                    <a:cubicBezTo>
                      <a:pt x="122724" y="136580"/>
                      <a:pt x="122317" y="135811"/>
                      <a:pt x="121819" y="135132"/>
                    </a:cubicBezTo>
                    <a:cubicBezTo>
                      <a:pt x="121411" y="134589"/>
                      <a:pt x="120958" y="134045"/>
                      <a:pt x="120596" y="133457"/>
                    </a:cubicBezTo>
                    <a:cubicBezTo>
                      <a:pt x="120732" y="133140"/>
                      <a:pt x="120823" y="132823"/>
                      <a:pt x="120958" y="132506"/>
                    </a:cubicBezTo>
                    <a:cubicBezTo>
                      <a:pt x="121321" y="131601"/>
                      <a:pt x="121547" y="130695"/>
                      <a:pt x="121366" y="129700"/>
                    </a:cubicBezTo>
                    <a:cubicBezTo>
                      <a:pt x="121140" y="128749"/>
                      <a:pt x="120642" y="127979"/>
                      <a:pt x="120189" y="127165"/>
                    </a:cubicBezTo>
                    <a:cubicBezTo>
                      <a:pt x="119963" y="126757"/>
                      <a:pt x="119782" y="126350"/>
                      <a:pt x="119600" y="125897"/>
                    </a:cubicBezTo>
                    <a:cubicBezTo>
                      <a:pt x="119510" y="125671"/>
                      <a:pt x="119374" y="125399"/>
                      <a:pt x="119329" y="125082"/>
                    </a:cubicBezTo>
                    <a:cubicBezTo>
                      <a:pt x="119963" y="123271"/>
                      <a:pt x="119827" y="121053"/>
                      <a:pt x="119148" y="119333"/>
                    </a:cubicBezTo>
                    <a:cubicBezTo>
                      <a:pt x="118605" y="117884"/>
                      <a:pt x="117699" y="116572"/>
                      <a:pt x="117020" y="115213"/>
                    </a:cubicBezTo>
                    <a:cubicBezTo>
                      <a:pt x="116432" y="113946"/>
                      <a:pt x="115798" y="112678"/>
                      <a:pt x="115209" y="111411"/>
                    </a:cubicBezTo>
                    <a:cubicBezTo>
                      <a:pt x="116024" y="109917"/>
                      <a:pt x="116839" y="108333"/>
                      <a:pt x="116477" y="106567"/>
                    </a:cubicBezTo>
                    <a:cubicBezTo>
                      <a:pt x="116251" y="105209"/>
                      <a:pt x="115345" y="104077"/>
                      <a:pt x="114576" y="102991"/>
                    </a:cubicBezTo>
                    <a:cubicBezTo>
                      <a:pt x="114032" y="102267"/>
                      <a:pt x="113489" y="101588"/>
                      <a:pt x="112946" y="100863"/>
                    </a:cubicBezTo>
                    <a:cubicBezTo>
                      <a:pt x="112810" y="100003"/>
                      <a:pt x="112584" y="99143"/>
                      <a:pt x="112176" y="98328"/>
                    </a:cubicBezTo>
                    <a:cubicBezTo>
                      <a:pt x="111724" y="97378"/>
                      <a:pt x="111090" y="96517"/>
                      <a:pt x="110456" y="95657"/>
                    </a:cubicBezTo>
                    <a:cubicBezTo>
                      <a:pt x="110139" y="95205"/>
                      <a:pt x="109777" y="94752"/>
                      <a:pt x="109415" y="94254"/>
                    </a:cubicBezTo>
                    <a:cubicBezTo>
                      <a:pt x="109143" y="93892"/>
                      <a:pt x="108826" y="93394"/>
                      <a:pt x="108419" y="93122"/>
                    </a:cubicBezTo>
                    <a:cubicBezTo>
                      <a:pt x="108419" y="93032"/>
                      <a:pt x="108374" y="92941"/>
                      <a:pt x="108374" y="92896"/>
                    </a:cubicBezTo>
                    <a:cubicBezTo>
                      <a:pt x="108102" y="91583"/>
                      <a:pt x="107695" y="90316"/>
                      <a:pt x="106744" y="89365"/>
                    </a:cubicBezTo>
                    <a:cubicBezTo>
                      <a:pt x="105748" y="88369"/>
                      <a:pt x="104481" y="87645"/>
                      <a:pt x="103349" y="86830"/>
                    </a:cubicBezTo>
                    <a:cubicBezTo>
                      <a:pt x="102760" y="86422"/>
                      <a:pt x="102172" y="86015"/>
                      <a:pt x="101538" y="85653"/>
                    </a:cubicBezTo>
                    <a:cubicBezTo>
                      <a:pt x="100950" y="85291"/>
                      <a:pt x="100271" y="84793"/>
                      <a:pt x="99546" y="84793"/>
                    </a:cubicBezTo>
                    <a:lnTo>
                      <a:pt x="99456" y="84793"/>
                    </a:lnTo>
                    <a:cubicBezTo>
                      <a:pt x="99320" y="84657"/>
                      <a:pt x="99229" y="84521"/>
                      <a:pt x="99139" y="84340"/>
                    </a:cubicBezTo>
                    <a:cubicBezTo>
                      <a:pt x="98369" y="83299"/>
                      <a:pt x="97781" y="82348"/>
                      <a:pt x="96468" y="81941"/>
                    </a:cubicBezTo>
                    <a:cubicBezTo>
                      <a:pt x="95970" y="81760"/>
                      <a:pt x="95382" y="81669"/>
                      <a:pt x="94884" y="81398"/>
                    </a:cubicBezTo>
                    <a:cubicBezTo>
                      <a:pt x="94431" y="81126"/>
                      <a:pt x="94024" y="80809"/>
                      <a:pt x="93616" y="80492"/>
                    </a:cubicBezTo>
                    <a:cubicBezTo>
                      <a:pt x="93209" y="80130"/>
                      <a:pt x="92801" y="79768"/>
                      <a:pt x="92349" y="79451"/>
                    </a:cubicBezTo>
                    <a:cubicBezTo>
                      <a:pt x="91986" y="79225"/>
                      <a:pt x="91579" y="79089"/>
                      <a:pt x="91172" y="78953"/>
                    </a:cubicBezTo>
                    <a:cubicBezTo>
                      <a:pt x="91036" y="78591"/>
                      <a:pt x="90900" y="78274"/>
                      <a:pt x="90764" y="77957"/>
                    </a:cubicBezTo>
                    <a:cubicBezTo>
                      <a:pt x="90402" y="77052"/>
                      <a:pt x="89768" y="76237"/>
                      <a:pt x="88908" y="75830"/>
                    </a:cubicBezTo>
                    <a:cubicBezTo>
                      <a:pt x="87912" y="75332"/>
                      <a:pt x="86826" y="75332"/>
                      <a:pt x="85739" y="75105"/>
                    </a:cubicBezTo>
                    <a:cubicBezTo>
                      <a:pt x="85332" y="75015"/>
                      <a:pt x="84925" y="74834"/>
                      <a:pt x="84562" y="74607"/>
                    </a:cubicBezTo>
                    <a:cubicBezTo>
                      <a:pt x="84472" y="74517"/>
                      <a:pt x="84291" y="74336"/>
                      <a:pt x="84155" y="74200"/>
                    </a:cubicBezTo>
                    <a:cubicBezTo>
                      <a:pt x="83883" y="73883"/>
                      <a:pt x="83657" y="73566"/>
                      <a:pt x="83431" y="73204"/>
                    </a:cubicBezTo>
                    <a:cubicBezTo>
                      <a:pt x="82480" y="71846"/>
                      <a:pt x="82073" y="70307"/>
                      <a:pt x="82073" y="68722"/>
                    </a:cubicBezTo>
                    <a:cubicBezTo>
                      <a:pt x="83069" y="67817"/>
                      <a:pt x="83431" y="66278"/>
                      <a:pt x="84110" y="65146"/>
                    </a:cubicBezTo>
                    <a:cubicBezTo>
                      <a:pt x="84879" y="63924"/>
                      <a:pt x="86192" y="63199"/>
                      <a:pt x="87324" y="62475"/>
                    </a:cubicBezTo>
                    <a:cubicBezTo>
                      <a:pt x="87686" y="62249"/>
                      <a:pt x="88048" y="62022"/>
                      <a:pt x="88410" y="61751"/>
                    </a:cubicBezTo>
                    <a:lnTo>
                      <a:pt x="88410" y="61751"/>
                    </a:lnTo>
                    <a:cubicBezTo>
                      <a:pt x="88229" y="62068"/>
                      <a:pt x="88048" y="62339"/>
                      <a:pt x="87912" y="62611"/>
                    </a:cubicBezTo>
                    <a:cubicBezTo>
                      <a:pt x="87765" y="62905"/>
                      <a:pt x="88006" y="63318"/>
                      <a:pt x="88296" y="63318"/>
                    </a:cubicBezTo>
                    <a:cubicBezTo>
                      <a:pt x="88363" y="63318"/>
                      <a:pt x="88433" y="63296"/>
                      <a:pt x="88501" y="63245"/>
                    </a:cubicBezTo>
                    <a:cubicBezTo>
                      <a:pt x="89180" y="62747"/>
                      <a:pt x="89814" y="62113"/>
                      <a:pt x="90402" y="61479"/>
                    </a:cubicBezTo>
                    <a:cubicBezTo>
                      <a:pt x="90538" y="61343"/>
                      <a:pt x="90674" y="61208"/>
                      <a:pt x="90810" y="61072"/>
                    </a:cubicBezTo>
                    <a:cubicBezTo>
                      <a:pt x="91307" y="60483"/>
                      <a:pt x="91760" y="59895"/>
                      <a:pt x="92258" y="59352"/>
                    </a:cubicBezTo>
                    <a:cubicBezTo>
                      <a:pt x="93254" y="58175"/>
                      <a:pt x="94431" y="56952"/>
                      <a:pt x="94974" y="55458"/>
                    </a:cubicBezTo>
                    <a:cubicBezTo>
                      <a:pt x="95155" y="54961"/>
                      <a:pt x="95246" y="54463"/>
                      <a:pt x="95201" y="54010"/>
                    </a:cubicBezTo>
                    <a:cubicBezTo>
                      <a:pt x="95834" y="52878"/>
                      <a:pt x="96061" y="51430"/>
                      <a:pt x="96106" y="50207"/>
                    </a:cubicBezTo>
                    <a:cubicBezTo>
                      <a:pt x="96151" y="48713"/>
                      <a:pt x="95744" y="47265"/>
                      <a:pt x="95019" y="45997"/>
                    </a:cubicBezTo>
                    <a:cubicBezTo>
                      <a:pt x="94295" y="44730"/>
                      <a:pt x="93345" y="43643"/>
                      <a:pt x="92349" y="42602"/>
                    </a:cubicBezTo>
                    <a:cubicBezTo>
                      <a:pt x="92122" y="42330"/>
                      <a:pt x="91851" y="42059"/>
                      <a:pt x="91579" y="41833"/>
                    </a:cubicBezTo>
                    <a:cubicBezTo>
                      <a:pt x="91534" y="41335"/>
                      <a:pt x="91307" y="40882"/>
                      <a:pt x="91081" y="40474"/>
                    </a:cubicBezTo>
                    <a:cubicBezTo>
                      <a:pt x="90810" y="40022"/>
                      <a:pt x="90674" y="39569"/>
                      <a:pt x="90674" y="39026"/>
                    </a:cubicBezTo>
                    <a:cubicBezTo>
                      <a:pt x="90628" y="38799"/>
                      <a:pt x="90628" y="38573"/>
                      <a:pt x="90628" y="38347"/>
                    </a:cubicBezTo>
                    <a:cubicBezTo>
                      <a:pt x="90855" y="38347"/>
                      <a:pt x="91081" y="38120"/>
                      <a:pt x="91081" y="37894"/>
                    </a:cubicBezTo>
                    <a:cubicBezTo>
                      <a:pt x="91081" y="37170"/>
                      <a:pt x="90991" y="36491"/>
                      <a:pt x="91081" y="35766"/>
                    </a:cubicBezTo>
                    <a:cubicBezTo>
                      <a:pt x="91172" y="35042"/>
                      <a:pt x="91307" y="34318"/>
                      <a:pt x="91398" y="33548"/>
                    </a:cubicBezTo>
                    <a:cubicBezTo>
                      <a:pt x="91443" y="32915"/>
                      <a:pt x="91398" y="32235"/>
                      <a:pt x="91307" y="31556"/>
                    </a:cubicBezTo>
                    <a:cubicBezTo>
                      <a:pt x="91398" y="31511"/>
                      <a:pt x="91489" y="31466"/>
                      <a:pt x="91534" y="31375"/>
                    </a:cubicBezTo>
                    <a:cubicBezTo>
                      <a:pt x="91941" y="30742"/>
                      <a:pt x="91896" y="29836"/>
                      <a:pt x="91896" y="29112"/>
                    </a:cubicBezTo>
                    <a:cubicBezTo>
                      <a:pt x="91941" y="28297"/>
                      <a:pt x="91896" y="27528"/>
                      <a:pt x="91760" y="26713"/>
                    </a:cubicBezTo>
                    <a:cubicBezTo>
                      <a:pt x="91534" y="25400"/>
                      <a:pt x="90991" y="24132"/>
                      <a:pt x="90130" y="23136"/>
                    </a:cubicBezTo>
                    <a:cubicBezTo>
                      <a:pt x="89427" y="22257"/>
                      <a:pt x="88468" y="21720"/>
                      <a:pt x="87501" y="21192"/>
                    </a:cubicBezTo>
                    <a:lnTo>
                      <a:pt x="87501" y="21192"/>
                    </a:lnTo>
                    <a:cubicBezTo>
                      <a:pt x="87561" y="21195"/>
                      <a:pt x="87622" y="21196"/>
                      <a:pt x="87682" y="21196"/>
                    </a:cubicBezTo>
                    <a:cubicBezTo>
                      <a:pt x="88423" y="21196"/>
                      <a:pt x="89163" y="21009"/>
                      <a:pt x="89904" y="21009"/>
                    </a:cubicBezTo>
                    <a:cubicBezTo>
                      <a:pt x="89929" y="21007"/>
                      <a:pt x="89954" y="21006"/>
                      <a:pt x="89978" y="21006"/>
                    </a:cubicBezTo>
                    <a:cubicBezTo>
                      <a:pt x="90476" y="21006"/>
                      <a:pt x="90758" y="21441"/>
                      <a:pt x="90628" y="21959"/>
                    </a:cubicBezTo>
                    <a:cubicBezTo>
                      <a:pt x="90508" y="22410"/>
                      <a:pt x="90886" y="22741"/>
                      <a:pt x="91260" y="22741"/>
                    </a:cubicBezTo>
                    <a:cubicBezTo>
                      <a:pt x="91450" y="22741"/>
                      <a:pt x="91638" y="22656"/>
                      <a:pt x="91760" y="22457"/>
                    </a:cubicBezTo>
                    <a:cubicBezTo>
                      <a:pt x="92258" y="21733"/>
                      <a:pt x="92032" y="20737"/>
                      <a:pt x="91443" y="20149"/>
                    </a:cubicBezTo>
                    <a:cubicBezTo>
                      <a:pt x="91262" y="19968"/>
                      <a:pt x="91036" y="19877"/>
                      <a:pt x="90855" y="19787"/>
                    </a:cubicBezTo>
                    <a:cubicBezTo>
                      <a:pt x="90855" y="19787"/>
                      <a:pt x="90900" y="19741"/>
                      <a:pt x="90945" y="19741"/>
                    </a:cubicBezTo>
                    <a:cubicBezTo>
                      <a:pt x="91126" y="19696"/>
                      <a:pt x="91217" y="19470"/>
                      <a:pt x="91126" y="19289"/>
                    </a:cubicBezTo>
                    <a:cubicBezTo>
                      <a:pt x="90900" y="18926"/>
                      <a:pt x="90493" y="18836"/>
                      <a:pt x="90130" y="18655"/>
                    </a:cubicBezTo>
                    <a:cubicBezTo>
                      <a:pt x="89723" y="18428"/>
                      <a:pt x="89316" y="18247"/>
                      <a:pt x="88863" y="18021"/>
                    </a:cubicBezTo>
                    <a:cubicBezTo>
                      <a:pt x="88274" y="17704"/>
                      <a:pt x="87731" y="17387"/>
                      <a:pt x="87143" y="17025"/>
                    </a:cubicBezTo>
                    <a:cubicBezTo>
                      <a:pt x="87007" y="16799"/>
                      <a:pt x="86871" y="16572"/>
                      <a:pt x="86781" y="16346"/>
                    </a:cubicBezTo>
                    <a:cubicBezTo>
                      <a:pt x="86509" y="15712"/>
                      <a:pt x="86373" y="15079"/>
                      <a:pt x="86192" y="14445"/>
                    </a:cubicBezTo>
                    <a:cubicBezTo>
                      <a:pt x="85830" y="13132"/>
                      <a:pt x="85151" y="11955"/>
                      <a:pt x="84200" y="11004"/>
                    </a:cubicBezTo>
                    <a:cubicBezTo>
                      <a:pt x="83159" y="10008"/>
                      <a:pt x="81892" y="9284"/>
                      <a:pt x="80488" y="9013"/>
                    </a:cubicBezTo>
                    <a:cubicBezTo>
                      <a:pt x="80057" y="8946"/>
                      <a:pt x="79627" y="8904"/>
                      <a:pt x="79196" y="8904"/>
                    </a:cubicBezTo>
                    <a:cubicBezTo>
                      <a:pt x="79038" y="8904"/>
                      <a:pt x="78880" y="8910"/>
                      <a:pt x="78723" y="8922"/>
                    </a:cubicBezTo>
                    <a:cubicBezTo>
                      <a:pt x="79357" y="7745"/>
                      <a:pt x="79628" y="6296"/>
                      <a:pt x="79175" y="5029"/>
                    </a:cubicBezTo>
                    <a:cubicBezTo>
                      <a:pt x="79000" y="4469"/>
                      <a:pt x="78527" y="3664"/>
                      <a:pt x="77903" y="3664"/>
                    </a:cubicBezTo>
                    <a:cubicBezTo>
                      <a:pt x="77720" y="3664"/>
                      <a:pt x="77524" y="3733"/>
                      <a:pt x="77319" y="3897"/>
                    </a:cubicBezTo>
                    <a:cubicBezTo>
                      <a:pt x="77093" y="4078"/>
                      <a:pt x="76867" y="4350"/>
                      <a:pt x="76686" y="4576"/>
                    </a:cubicBezTo>
                    <a:cubicBezTo>
                      <a:pt x="76586" y="4526"/>
                      <a:pt x="76460" y="4490"/>
                      <a:pt x="76328" y="4490"/>
                    </a:cubicBezTo>
                    <a:cubicBezTo>
                      <a:pt x="76220" y="4490"/>
                      <a:pt x="76109" y="4515"/>
                      <a:pt x="76007" y="4576"/>
                    </a:cubicBezTo>
                    <a:cubicBezTo>
                      <a:pt x="75599" y="4757"/>
                      <a:pt x="75158" y="4825"/>
                      <a:pt x="74711" y="4825"/>
                    </a:cubicBezTo>
                    <a:cubicBezTo>
                      <a:pt x="74264" y="4825"/>
                      <a:pt x="73811" y="4757"/>
                      <a:pt x="73381" y="4667"/>
                    </a:cubicBezTo>
                    <a:cubicBezTo>
                      <a:pt x="72430" y="4531"/>
                      <a:pt x="71525" y="4305"/>
                      <a:pt x="70574" y="4123"/>
                    </a:cubicBezTo>
                    <a:cubicBezTo>
                      <a:pt x="68921" y="3769"/>
                      <a:pt x="67267" y="3518"/>
                      <a:pt x="65584" y="3518"/>
                    </a:cubicBezTo>
                    <a:cubicBezTo>
                      <a:pt x="65332" y="3518"/>
                      <a:pt x="65079" y="3523"/>
                      <a:pt x="64825" y="3535"/>
                    </a:cubicBezTo>
                    <a:cubicBezTo>
                      <a:pt x="62109" y="3671"/>
                      <a:pt x="59257" y="4757"/>
                      <a:pt x="57718" y="7066"/>
                    </a:cubicBezTo>
                    <a:cubicBezTo>
                      <a:pt x="57582" y="6659"/>
                      <a:pt x="57401" y="6206"/>
                      <a:pt x="57175" y="5798"/>
                    </a:cubicBezTo>
                    <a:cubicBezTo>
                      <a:pt x="56586" y="4576"/>
                      <a:pt x="55771" y="3309"/>
                      <a:pt x="54595" y="2494"/>
                    </a:cubicBezTo>
                    <a:cubicBezTo>
                      <a:pt x="53553" y="1769"/>
                      <a:pt x="52286" y="1634"/>
                      <a:pt x="51064" y="1498"/>
                    </a:cubicBezTo>
                    <a:cubicBezTo>
                      <a:pt x="49932" y="1362"/>
                      <a:pt x="48710" y="1226"/>
                      <a:pt x="47804" y="457"/>
                    </a:cubicBezTo>
                    <a:cubicBezTo>
                      <a:pt x="47676" y="341"/>
                      <a:pt x="47540" y="291"/>
                      <a:pt x="47413" y="291"/>
                    </a:cubicBezTo>
                    <a:cubicBezTo>
                      <a:pt x="47091" y="291"/>
                      <a:pt x="46821" y="611"/>
                      <a:pt x="46854" y="1000"/>
                    </a:cubicBezTo>
                    <a:cubicBezTo>
                      <a:pt x="46899" y="1362"/>
                      <a:pt x="46989" y="1724"/>
                      <a:pt x="47125" y="2132"/>
                    </a:cubicBezTo>
                    <a:cubicBezTo>
                      <a:pt x="45993" y="1362"/>
                      <a:pt x="44771" y="819"/>
                      <a:pt x="43413" y="457"/>
                    </a:cubicBezTo>
                    <a:cubicBezTo>
                      <a:pt x="42319" y="161"/>
                      <a:pt x="41167" y="0"/>
                      <a:pt x="400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5" name="Google Shape;6905;p20"/>
              <p:cNvSpPr/>
              <p:nvPr/>
            </p:nvSpPr>
            <p:spPr>
              <a:xfrm>
                <a:off x="5112025" y="4205925"/>
                <a:ext cx="110950" cy="160300"/>
              </a:xfrm>
              <a:custGeom>
                <a:rect b="b" l="l" r="r" t="t"/>
                <a:pathLst>
                  <a:path extrusionOk="0" h="6412" w="4438">
                    <a:moveTo>
                      <a:pt x="3817" y="1"/>
                    </a:moveTo>
                    <a:cubicBezTo>
                      <a:pt x="3683" y="1"/>
                      <a:pt x="3562" y="61"/>
                      <a:pt x="3441" y="182"/>
                    </a:cubicBezTo>
                    <a:cubicBezTo>
                      <a:pt x="3396" y="227"/>
                      <a:pt x="3351" y="318"/>
                      <a:pt x="3305" y="408"/>
                    </a:cubicBezTo>
                    <a:cubicBezTo>
                      <a:pt x="3260" y="544"/>
                      <a:pt x="3215" y="635"/>
                      <a:pt x="3124" y="725"/>
                    </a:cubicBezTo>
                    <a:cubicBezTo>
                      <a:pt x="2898" y="1133"/>
                      <a:pt x="2717" y="1585"/>
                      <a:pt x="2445" y="1993"/>
                    </a:cubicBezTo>
                    <a:cubicBezTo>
                      <a:pt x="2174" y="2355"/>
                      <a:pt x="1902" y="2672"/>
                      <a:pt x="1630" y="2989"/>
                    </a:cubicBezTo>
                    <a:cubicBezTo>
                      <a:pt x="906" y="3849"/>
                      <a:pt x="182" y="4709"/>
                      <a:pt x="46" y="5841"/>
                    </a:cubicBezTo>
                    <a:cubicBezTo>
                      <a:pt x="1" y="6067"/>
                      <a:pt x="91" y="6339"/>
                      <a:pt x="363" y="6384"/>
                    </a:cubicBezTo>
                    <a:cubicBezTo>
                      <a:pt x="410" y="6403"/>
                      <a:pt x="459" y="6412"/>
                      <a:pt x="508" y="6412"/>
                    </a:cubicBezTo>
                    <a:cubicBezTo>
                      <a:pt x="695" y="6412"/>
                      <a:pt x="880" y="6282"/>
                      <a:pt x="951" y="6067"/>
                    </a:cubicBezTo>
                    <a:cubicBezTo>
                      <a:pt x="1178" y="5207"/>
                      <a:pt x="1857" y="4573"/>
                      <a:pt x="2490" y="3985"/>
                    </a:cubicBezTo>
                    <a:cubicBezTo>
                      <a:pt x="3215" y="3351"/>
                      <a:pt x="4075" y="2536"/>
                      <a:pt x="4301" y="1585"/>
                    </a:cubicBezTo>
                    <a:cubicBezTo>
                      <a:pt x="4437" y="1133"/>
                      <a:pt x="4437" y="363"/>
                      <a:pt x="4030" y="46"/>
                    </a:cubicBezTo>
                    <a:cubicBezTo>
                      <a:pt x="3954" y="16"/>
                      <a:pt x="3884" y="1"/>
                      <a:pt x="3817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6" name="Google Shape;6906;p20"/>
              <p:cNvSpPr/>
              <p:nvPr/>
            </p:nvSpPr>
            <p:spPr>
              <a:xfrm>
                <a:off x="5208225" y="4062200"/>
                <a:ext cx="23800" cy="93975"/>
              </a:xfrm>
              <a:custGeom>
                <a:rect b="b" l="l" r="r" t="t"/>
                <a:pathLst>
                  <a:path extrusionOk="0" h="3759" w="952">
                    <a:moveTo>
                      <a:pt x="476" y="1"/>
                    </a:moveTo>
                    <a:cubicBezTo>
                      <a:pt x="385" y="1"/>
                      <a:pt x="295" y="46"/>
                      <a:pt x="227" y="137"/>
                    </a:cubicBezTo>
                    <a:cubicBezTo>
                      <a:pt x="91" y="363"/>
                      <a:pt x="91" y="635"/>
                      <a:pt x="46" y="906"/>
                    </a:cubicBezTo>
                    <a:cubicBezTo>
                      <a:pt x="46" y="1178"/>
                      <a:pt x="1" y="1449"/>
                      <a:pt x="1" y="1721"/>
                    </a:cubicBezTo>
                    <a:cubicBezTo>
                      <a:pt x="1" y="2264"/>
                      <a:pt x="1" y="2807"/>
                      <a:pt x="46" y="3305"/>
                    </a:cubicBezTo>
                    <a:cubicBezTo>
                      <a:pt x="46" y="3577"/>
                      <a:pt x="227" y="3758"/>
                      <a:pt x="499" y="3758"/>
                    </a:cubicBezTo>
                    <a:cubicBezTo>
                      <a:pt x="725" y="3758"/>
                      <a:pt x="906" y="3577"/>
                      <a:pt x="951" y="3305"/>
                    </a:cubicBezTo>
                    <a:cubicBezTo>
                      <a:pt x="951" y="2807"/>
                      <a:pt x="951" y="2264"/>
                      <a:pt x="951" y="1721"/>
                    </a:cubicBezTo>
                    <a:cubicBezTo>
                      <a:pt x="951" y="1449"/>
                      <a:pt x="951" y="1223"/>
                      <a:pt x="906" y="951"/>
                    </a:cubicBezTo>
                    <a:cubicBezTo>
                      <a:pt x="906" y="680"/>
                      <a:pt x="861" y="363"/>
                      <a:pt x="725" y="137"/>
                    </a:cubicBezTo>
                    <a:cubicBezTo>
                      <a:pt x="657" y="46"/>
                      <a:pt x="566" y="1"/>
                      <a:pt x="476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7" name="Google Shape;6907;p20"/>
              <p:cNvSpPr/>
              <p:nvPr/>
            </p:nvSpPr>
            <p:spPr>
              <a:xfrm>
                <a:off x="5155025" y="4039600"/>
                <a:ext cx="14750" cy="42100"/>
              </a:xfrm>
              <a:custGeom>
                <a:rect b="b" l="l" r="r" t="t"/>
                <a:pathLst>
                  <a:path extrusionOk="0" h="1684" w="590">
                    <a:moveTo>
                      <a:pt x="367" y="1"/>
                    </a:moveTo>
                    <a:cubicBezTo>
                      <a:pt x="305" y="1"/>
                      <a:pt x="246" y="40"/>
                      <a:pt x="227" y="135"/>
                    </a:cubicBezTo>
                    <a:cubicBezTo>
                      <a:pt x="182" y="226"/>
                      <a:pt x="137" y="362"/>
                      <a:pt x="137" y="452"/>
                    </a:cubicBezTo>
                    <a:cubicBezTo>
                      <a:pt x="137" y="543"/>
                      <a:pt x="91" y="633"/>
                      <a:pt x="91" y="769"/>
                    </a:cubicBezTo>
                    <a:cubicBezTo>
                      <a:pt x="46" y="950"/>
                      <a:pt x="46" y="1176"/>
                      <a:pt x="1" y="1358"/>
                    </a:cubicBezTo>
                    <a:cubicBezTo>
                      <a:pt x="1" y="1539"/>
                      <a:pt x="46" y="1674"/>
                      <a:pt x="227" y="1674"/>
                    </a:cubicBezTo>
                    <a:cubicBezTo>
                      <a:pt x="245" y="1680"/>
                      <a:pt x="264" y="1683"/>
                      <a:pt x="282" y="1683"/>
                    </a:cubicBezTo>
                    <a:cubicBezTo>
                      <a:pt x="397" y="1683"/>
                      <a:pt x="499" y="1566"/>
                      <a:pt x="499" y="1448"/>
                    </a:cubicBezTo>
                    <a:lnTo>
                      <a:pt x="544" y="814"/>
                    </a:lnTo>
                    <a:cubicBezTo>
                      <a:pt x="544" y="724"/>
                      <a:pt x="544" y="588"/>
                      <a:pt x="544" y="497"/>
                    </a:cubicBezTo>
                    <a:cubicBezTo>
                      <a:pt x="589" y="407"/>
                      <a:pt x="544" y="271"/>
                      <a:pt x="544" y="181"/>
                    </a:cubicBezTo>
                    <a:cubicBezTo>
                      <a:pt x="544" y="76"/>
                      <a:pt x="453" y="1"/>
                      <a:pt x="367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8" name="Google Shape;6908;p20"/>
              <p:cNvSpPr/>
              <p:nvPr/>
            </p:nvSpPr>
            <p:spPr>
              <a:xfrm>
                <a:off x="4630352" y="2721800"/>
                <a:ext cx="65675" cy="83950"/>
              </a:xfrm>
              <a:custGeom>
                <a:rect b="b" l="l" r="r" t="t"/>
                <a:pathLst>
                  <a:path extrusionOk="0" h="3358" w="2627">
                    <a:moveTo>
                      <a:pt x="441" y="1"/>
                    </a:moveTo>
                    <a:cubicBezTo>
                      <a:pt x="354" y="1"/>
                      <a:pt x="263" y="23"/>
                      <a:pt x="182" y="64"/>
                    </a:cubicBezTo>
                    <a:cubicBezTo>
                      <a:pt x="46" y="199"/>
                      <a:pt x="1" y="426"/>
                      <a:pt x="91" y="607"/>
                    </a:cubicBezTo>
                    <a:cubicBezTo>
                      <a:pt x="227" y="788"/>
                      <a:pt x="317" y="1014"/>
                      <a:pt x="453" y="1241"/>
                    </a:cubicBezTo>
                    <a:cubicBezTo>
                      <a:pt x="589" y="1422"/>
                      <a:pt x="680" y="1648"/>
                      <a:pt x="815" y="1874"/>
                    </a:cubicBezTo>
                    <a:cubicBezTo>
                      <a:pt x="951" y="2055"/>
                      <a:pt x="1042" y="2282"/>
                      <a:pt x="1178" y="2508"/>
                    </a:cubicBezTo>
                    <a:cubicBezTo>
                      <a:pt x="1223" y="2644"/>
                      <a:pt x="1313" y="2780"/>
                      <a:pt x="1404" y="2916"/>
                    </a:cubicBezTo>
                    <a:cubicBezTo>
                      <a:pt x="1449" y="2916"/>
                      <a:pt x="1449" y="2961"/>
                      <a:pt x="1494" y="2961"/>
                    </a:cubicBezTo>
                    <a:cubicBezTo>
                      <a:pt x="1494" y="3006"/>
                      <a:pt x="1540" y="3051"/>
                      <a:pt x="1585" y="3097"/>
                    </a:cubicBezTo>
                    <a:cubicBezTo>
                      <a:pt x="1686" y="3265"/>
                      <a:pt x="1861" y="3358"/>
                      <a:pt x="2037" y="3358"/>
                    </a:cubicBezTo>
                    <a:cubicBezTo>
                      <a:pt x="2099" y="3358"/>
                      <a:pt x="2160" y="3346"/>
                      <a:pt x="2219" y="3323"/>
                    </a:cubicBezTo>
                    <a:cubicBezTo>
                      <a:pt x="2490" y="3232"/>
                      <a:pt x="2626" y="2961"/>
                      <a:pt x="2536" y="2689"/>
                    </a:cubicBezTo>
                    <a:cubicBezTo>
                      <a:pt x="2490" y="2599"/>
                      <a:pt x="2490" y="2463"/>
                      <a:pt x="2445" y="2327"/>
                    </a:cubicBezTo>
                    <a:lnTo>
                      <a:pt x="2445" y="2372"/>
                    </a:lnTo>
                    <a:cubicBezTo>
                      <a:pt x="2400" y="2191"/>
                      <a:pt x="2309" y="2055"/>
                      <a:pt x="2219" y="1920"/>
                    </a:cubicBezTo>
                    <a:cubicBezTo>
                      <a:pt x="2083" y="1693"/>
                      <a:pt x="1947" y="1467"/>
                      <a:pt x="1811" y="1286"/>
                    </a:cubicBezTo>
                    <a:cubicBezTo>
                      <a:pt x="1630" y="1060"/>
                      <a:pt x="1449" y="833"/>
                      <a:pt x="1268" y="652"/>
                    </a:cubicBezTo>
                    <a:cubicBezTo>
                      <a:pt x="1087" y="471"/>
                      <a:pt x="906" y="290"/>
                      <a:pt x="725" y="109"/>
                    </a:cubicBezTo>
                    <a:cubicBezTo>
                      <a:pt x="650" y="34"/>
                      <a:pt x="548" y="1"/>
                      <a:pt x="4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9" name="Google Shape;6909;p20"/>
              <p:cNvSpPr/>
              <p:nvPr/>
            </p:nvSpPr>
            <p:spPr>
              <a:xfrm>
                <a:off x="4765027" y="2748275"/>
                <a:ext cx="37375" cy="50300"/>
              </a:xfrm>
              <a:custGeom>
                <a:rect b="b" l="l" r="r" t="t"/>
                <a:pathLst>
                  <a:path extrusionOk="0" h="2012" w="1495">
                    <a:moveTo>
                      <a:pt x="453" y="1"/>
                    </a:moveTo>
                    <a:cubicBezTo>
                      <a:pt x="363" y="1"/>
                      <a:pt x="227" y="46"/>
                      <a:pt x="136" y="136"/>
                    </a:cubicBezTo>
                    <a:cubicBezTo>
                      <a:pt x="46" y="227"/>
                      <a:pt x="1" y="363"/>
                      <a:pt x="1" y="453"/>
                    </a:cubicBezTo>
                    <a:cubicBezTo>
                      <a:pt x="1" y="499"/>
                      <a:pt x="1" y="544"/>
                      <a:pt x="1" y="589"/>
                    </a:cubicBezTo>
                    <a:cubicBezTo>
                      <a:pt x="1" y="680"/>
                      <a:pt x="46" y="725"/>
                      <a:pt x="91" y="770"/>
                    </a:cubicBezTo>
                    <a:cubicBezTo>
                      <a:pt x="182" y="861"/>
                      <a:pt x="227" y="951"/>
                      <a:pt x="272" y="1042"/>
                    </a:cubicBezTo>
                    <a:cubicBezTo>
                      <a:pt x="363" y="1132"/>
                      <a:pt x="408" y="1223"/>
                      <a:pt x="498" y="1313"/>
                    </a:cubicBezTo>
                    <a:cubicBezTo>
                      <a:pt x="589" y="1449"/>
                      <a:pt x="634" y="1585"/>
                      <a:pt x="725" y="1676"/>
                    </a:cubicBezTo>
                    <a:cubicBezTo>
                      <a:pt x="770" y="1766"/>
                      <a:pt x="861" y="1857"/>
                      <a:pt x="951" y="1947"/>
                    </a:cubicBezTo>
                    <a:cubicBezTo>
                      <a:pt x="1015" y="1979"/>
                      <a:pt x="1102" y="2011"/>
                      <a:pt x="1179" y="2011"/>
                    </a:cubicBezTo>
                    <a:cubicBezTo>
                      <a:pt x="1211" y="2011"/>
                      <a:pt x="1242" y="2006"/>
                      <a:pt x="1268" y="1992"/>
                    </a:cubicBezTo>
                    <a:cubicBezTo>
                      <a:pt x="1404" y="1947"/>
                      <a:pt x="1449" y="1857"/>
                      <a:pt x="1449" y="1721"/>
                    </a:cubicBezTo>
                    <a:cubicBezTo>
                      <a:pt x="1494" y="1585"/>
                      <a:pt x="1494" y="1404"/>
                      <a:pt x="1449" y="1268"/>
                    </a:cubicBezTo>
                    <a:cubicBezTo>
                      <a:pt x="1404" y="1132"/>
                      <a:pt x="1313" y="951"/>
                      <a:pt x="1268" y="815"/>
                    </a:cubicBezTo>
                    <a:lnTo>
                      <a:pt x="1268" y="861"/>
                    </a:lnTo>
                    <a:cubicBezTo>
                      <a:pt x="1223" y="725"/>
                      <a:pt x="1178" y="634"/>
                      <a:pt x="1087" y="499"/>
                    </a:cubicBezTo>
                    <a:cubicBezTo>
                      <a:pt x="996" y="363"/>
                      <a:pt x="906" y="227"/>
                      <a:pt x="815" y="136"/>
                    </a:cubicBezTo>
                    <a:cubicBezTo>
                      <a:pt x="725" y="46"/>
                      <a:pt x="589" y="1"/>
                      <a:pt x="4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0" name="Google Shape;6910;p20"/>
              <p:cNvSpPr/>
              <p:nvPr/>
            </p:nvSpPr>
            <p:spPr>
              <a:xfrm>
                <a:off x="3354875" y="2087075"/>
                <a:ext cx="162600" cy="269175"/>
              </a:xfrm>
              <a:custGeom>
                <a:rect b="b" l="l" r="r" t="t"/>
                <a:pathLst>
                  <a:path extrusionOk="0" h="10767" w="6504">
                    <a:moveTo>
                      <a:pt x="867" y="1"/>
                    </a:moveTo>
                    <a:cubicBezTo>
                      <a:pt x="448" y="1"/>
                      <a:pt x="1" y="413"/>
                      <a:pt x="301" y="826"/>
                    </a:cubicBezTo>
                    <a:cubicBezTo>
                      <a:pt x="935" y="1686"/>
                      <a:pt x="1795" y="2365"/>
                      <a:pt x="2610" y="3044"/>
                    </a:cubicBezTo>
                    <a:cubicBezTo>
                      <a:pt x="3289" y="3633"/>
                      <a:pt x="4013" y="4221"/>
                      <a:pt x="4421" y="4991"/>
                    </a:cubicBezTo>
                    <a:cubicBezTo>
                      <a:pt x="4783" y="5715"/>
                      <a:pt x="4873" y="6530"/>
                      <a:pt x="4783" y="7300"/>
                    </a:cubicBezTo>
                    <a:cubicBezTo>
                      <a:pt x="4692" y="8205"/>
                      <a:pt x="4285" y="8975"/>
                      <a:pt x="3968" y="9790"/>
                    </a:cubicBezTo>
                    <a:cubicBezTo>
                      <a:pt x="3832" y="10152"/>
                      <a:pt x="4104" y="10604"/>
                      <a:pt x="4421" y="10695"/>
                    </a:cubicBezTo>
                    <a:cubicBezTo>
                      <a:pt x="4520" y="10744"/>
                      <a:pt x="4619" y="10767"/>
                      <a:pt x="4715" y="10767"/>
                    </a:cubicBezTo>
                    <a:cubicBezTo>
                      <a:pt x="4971" y="10767"/>
                      <a:pt x="5207" y="10608"/>
                      <a:pt x="5371" y="10378"/>
                    </a:cubicBezTo>
                    <a:cubicBezTo>
                      <a:pt x="6005" y="9608"/>
                      <a:pt x="6277" y="8432"/>
                      <a:pt x="6412" y="7436"/>
                    </a:cubicBezTo>
                    <a:cubicBezTo>
                      <a:pt x="6503" y="6440"/>
                      <a:pt x="6367" y="5444"/>
                      <a:pt x="5960" y="4538"/>
                    </a:cubicBezTo>
                    <a:cubicBezTo>
                      <a:pt x="5552" y="3588"/>
                      <a:pt x="4828" y="2863"/>
                      <a:pt x="4059" y="2184"/>
                    </a:cubicBezTo>
                    <a:cubicBezTo>
                      <a:pt x="3153" y="1415"/>
                      <a:pt x="2203" y="555"/>
                      <a:pt x="1116" y="57"/>
                    </a:cubicBezTo>
                    <a:cubicBezTo>
                      <a:pt x="1039" y="18"/>
                      <a:pt x="953" y="1"/>
                      <a:pt x="8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1" name="Google Shape;6911;p20"/>
              <p:cNvSpPr/>
              <p:nvPr/>
            </p:nvSpPr>
            <p:spPr>
              <a:xfrm>
                <a:off x="3511775" y="2155150"/>
                <a:ext cx="82650" cy="141600"/>
              </a:xfrm>
              <a:custGeom>
                <a:rect b="b" l="l" r="r" t="t"/>
                <a:pathLst>
                  <a:path extrusionOk="0" h="5664" w="3306">
                    <a:moveTo>
                      <a:pt x="643" y="1"/>
                    </a:moveTo>
                    <a:cubicBezTo>
                      <a:pt x="452" y="1"/>
                      <a:pt x="269" y="101"/>
                      <a:pt x="182" y="276"/>
                    </a:cubicBezTo>
                    <a:cubicBezTo>
                      <a:pt x="1" y="593"/>
                      <a:pt x="91" y="910"/>
                      <a:pt x="363" y="1091"/>
                    </a:cubicBezTo>
                    <a:cubicBezTo>
                      <a:pt x="544" y="1227"/>
                      <a:pt x="634" y="1317"/>
                      <a:pt x="816" y="1453"/>
                    </a:cubicBezTo>
                    <a:cubicBezTo>
                      <a:pt x="951" y="1589"/>
                      <a:pt x="1132" y="1815"/>
                      <a:pt x="1178" y="1906"/>
                    </a:cubicBezTo>
                    <a:cubicBezTo>
                      <a:pt x="1449" y="2268"/>
                      <a:pt x="1630" y="2630"/>
                      <a:pt x="1721" y="2947"/>
                    </a:cubicBezTo>
                    <a:cubicBezTo>
                      <a:pt x="1811" y="3173"/>
                      <a:pt x="1857" y="3355"/>
                      <a:pt x="1902" y="3581"/>
                    </a:cubicBezTo>
                    <a:cubicBezTo>
                      <a:pt x="1902" y="3671"/>
                      <a:pt x="1947" y="3807"/>
                      <a:pt x="1947" y="3898"/>
                    </a:cubicBezTo>
                    <a:cubicBezTo>
                      <a:pt x="1947" y="3943"/>
                      <a:pt x="1947" y="3943"/>
                      <a:pt x="1947" y="3943"/>
                    </a:cubicBezTo>
                    <a:cubicBezTo>
                      <a:pt x="1947" y="3988"/>
                      <a:pt x="1993" y="4079"/>
                      <a:pt x="1993" y="4124"/>
                    </a:cubicBezTo>
                    <a:cubicBezTo>
                      <a:pt x="1993" y="4169"/>
                      <a:pt x="1993" y="4215"/>
                      <a:pt x="1993" y="4260"/>
                    </a:cubicBezTo>
                    <a:cubicBezTo>
                      <a:pt x="2038" y="4350"/>
                      <a:pt x="2038" y="4396"/>
                      <a:pt x="2038" y="4441"/>
                    </a:cubicBezTo>
                    <a:cubicBezTo>
                      <a:pt x="2038" y="4532"/>
                      <a:pt x="2038" y="4667"/>
                      <a:pt x="2038" y="4758"/>
                    </a:cubicBezTo>
                    <a:cubicBezTo>
                      <a:pt x="2038" y="5029"/>
                      <a:pt x="2083" y="5256"/>
                      <a:pt x="2174" y="5482"/>
                    </a:cubicBezTo>
                    <a:cubicBezTo>
                      <a:pt x="2234" y="5603"/>
                      <a:pt x="2375" y="5663"/>
                      <a:pt x="2502" y="5663"/>
                    </a:cubicBezTo>
                    <a:cubicBezTo>
                      <a:pt x="2566" y="5663"/>
                      <a:pt x="2626" y="5648"/>
                      <a:pt x="2672" y="5618"/>
                    </a:cubicBezTo>
                    <a:cubicBezTo>
                      <a:pt x="2943" y="5437"/>
                      <a:pt x="3079" y="5211"/>
                      <a:pt x="3124" y="4939"/>
                    </a:cubicBezTo>
                    <a:cubicBezTo>
                      <a:pt x="3215" y="4667"/>
                      <a:pt x="3260" y="4396"/>
                      <a:pt x="3260" y="4124"/>
                    </a:cubicBezTo>
                    <a:cubicBezTo>
                      <a:pt x="3305" y="3581"/>
                      <a:pt x="3170" y="3038"/>
                      <a:pt x="2988" y="2540"/>
                    </a:cubicBezTo>
                    <a:cubicBezTo>
                      <a:pt x="2626" y="1544"/>
                      <a:pt x="1902" y="638"/>
                      <a:pt x="951" y="95"/>
                    </a:cubicBezTo>
                    <a:cubicBezTo>
                      <a:pt x="855" y="31"/>
                      <a:pt x="748" y="1"/>
                      <a:pt x="6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2" name="Google Shape;6912;p20"/>
              <p:cNvSpPr/>
              <p:nvPr/>
            </p:nvSpPr>
            <p:spPr>
              <a:xfrm>
                <a:off x="3617025" y="2204450"/>
                <a:ext cx="35125" cy="76725"/>
              </a:xfrm>
              <a:custGeom>
                <a:rect b="b" l="l" r="r" t="t"/>
                <a:pathLst>
                  <a:path extrusionOk="0" h="3069" w="1405">
                    <a:moveTo>
                      <a:pt x="785" y="1"/>
                    </a:moveTo>
                    <a:cubicBezTo>
                      <a:pt x="734" y="1"/>
                      <a:pt x="683" y="8"/>
                      <a:pt x="634" y="24"/>
                    </a:cubicBezTo>
                    <a:cubicBezTo>
                      <a:pt x="318" y="115"/>
                      <a:pt x="227" y="387"/>
                      <a:pt x="272" y="703"/>
                    </a:cubicBezTo>
                    <a:cubicBezTo>
                      <a:pt x="272" y="703"/>
                      <a:pt x="272" y="749"/>
                      <a:pt x="272" y="749"/>
                    </a:cubicBezTo>
                    <a:cubicBezTo>
                      <a:pt x="272" y="794"/>
                      <a:pt x="272" y="839"/>
                      <a:pt x="272" y="885"/>
                    </a:cubicBezTo>
                    <a:cubicBezTo>
                      <a:pt x="272" y="975"/>
                      <a:pt x="272" y="1066"/>
                      <a:pt x="272" y="1156"/>
                    </a:cubicBezTo>
                    <a:cubicBezTo>
                      <a:pt x="272" y="1247"/>
                      <a:pt x="272" y="1337"/>
                      <a:pt x="272" y="1473"/>
                    </a:cubicBezTo>
                    <a:cubicBezTo>
                      <a:pt x="272" y="1518"/>
                      <a:pt x="272" y="1564"/>
                      <a:pt x="227" y="1609"/>
                    </a:cubicBezTo>
                    <a:cubicBezTo>
                      <a:pt x="227" y="1745"/>
                      <a:pt x="182" y="1880"/>
                      <a:pt x="182" y="2016"/>
                    </a:cubicBezTo>
                    <a:cubicBezTo>
                      <a:pt x="182" y="2034"/>
                      <a:pt x="182" y="2051"/>
                      <a:pt x="182" y="2062"/>
                    </a:cubicBezTo>
                    <a:cubicBezTo>
                      <a:pt x="182" y="2107"/>
                      <a:pt x="136" y="2152"/>
                      <a:pt x="136" y="2197"/>
                    </a:cubicBezTo>
                    <a:cubicBezTo>
                      <a:pt x="91" y="2378"/>
                      <a:pt x="1" y="2605"/>
                      <a:pt x="91" y="2831"/>
                    </a:cubicBezTo>
                    <a:cubicBezTo>
                      <a:pt x="166" y="2981"/>
                      <a:pt x="272" y="3069"/>
                      <a:pt x="384" y="3069"/>
                    </a:cubicBezTo>
                    <a:cubicBezTo>
                      <a:pt x="407" y="3069"/>
                      <a:pt x="430" y="3065"/>
                      <a:pt x="453" y="3057"/>
                    </a:cubicBezTo>
                    <a:cubicBezTo>
                      <a:pt x="725" y="3012"/>
                      <a:pt x="906" y="2786"/>
                      <a:pt x="1042" y="2560"/>
                    </a:cubicBezTo>
                    <a:cubicBezTo>
                      <a:pt x="1178" y="2333"/>
                      <a:pt x="1268" y="2107"/>
                      <a:pt x="1313" y="1880"/>
                    </a:cubicBezTo>
                    <a:cubicBezTo>
                      <a:pt x="1404" y="1383"/>
                      <a:pt x="1404" y="885"/>
                      <a:pt x="1313" y="387"/>
                    </a:cubicBezTo>
                    <a:cubicBezTo>
                      <a:pt x="1276" y="163"/>
                      <a:pt x="1024" y="1"/>
                      <a:pt x="78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3" name="Google Shape;6913;p20"/>
              <p:cNvSpPr/>
              <p:nvPr/>
            </p:nvSpPr>
            <p:spPr>
              <a:xfrm>
                <a:off x="3675875" y="2189075"/>
                <a:ext cx="27200" cy="98950"/>
              </a:xfrm>
              <a:custGeom>
                <a:rect b="b" l="l" r="r" t="t"/>
                <a:pathLst>
                  <a:path extrusionOk="0" h="3958" w="1088">
                    <a:moveTo>
                      <a:pt x="603" y="1"/>
                    </a:moveTo>
                    <a:cubicBezTo>
                      <a:pt x="584" y="1"/>
                      <a:pt x="564" y="2"/>
                      <a:pt x="544" y="6"/>
                    </a:cubicBezTo>
                    <a:cubicBezTo>
                      <a:pt x="272" y="6"/>
                      <a:pt x="46" y="187"/>
                      <a:pt x="46" y="458"/>
                    </a:cubicBezTo>
                    <a:cubicBezTo>
                      <a:pt x="91" y="1002"/>
                      <a:pt x="46" y="1545"/>
                      <a:pt x="46" y="2088"/>
                    </a:cubicBezTo>
                    <a:cubicBezTo>
                      <a:pt x="46" y="2224"/>
                      <a:pt x="1" y="2360"/>
                      <a:pt x="46" y="2495"/>
                    </a:cubicBezTo>
                    <a:cubicBezTo>
                      <a:pt x="46" y="2541"/>
                      <a:pt x="91" y="2631"/>
                      <a:pt x="91" y="2722"/>
                    </a:cubicBezTo>
                    <a:lnTo>
                      <a:pt x="91" y="2903"/>
                    </a:lnTo>
                    <a:cubicBezTo>
                      <a:pt x="91" y="3220"/>
                      <a:pt x="91" y="3446"/>
                      <a:pt x="136" y="3763"/>
                    </a:cubicBezTo>
                    <a:cubicBezTo>
                      <a:pt x="136" y="3887"/>
                      <a:pt x="259" y="3957"/>
                      <a:pt x="385" y="3957"/>
                    </a:cubicBezTo>
                    <a:cubicBezTo>
                      <a:pt x="489" y="3957"/>
                      <a:pt x="594" y="3910"/>
                      <a:pt x="634" y="3808"/>
                    </a:cubicBezTo>
                    <a:cubicBezTo>
                      <a:pt x="770" y="3537"/>
                      <a:pt x="861" y="3310"/>
                      <a:pt x="906" y="3039"/>
                    </a:cubicBezTo>
                    <a:cubicBezTo>
                      <a:pt x="906" y="2948"/>
                      <a:pt x="906" y="2858"/>
                      <a:pt x="951" y="2767"/>
                    </a:cubicBezTo>
                    <a:cubicBezTo>
                      <a:pt x="951" y="2767"/>
                      <a:pt x="1042" y="2586"/>
                      <a:pt x="997" y="2586"/>
                    </a:cubicBezTo>
                    <a:cubicBezTo>
                      <a:pt x="1042" y="2450"/>
                      <a:pt x="1042" y="2269"/>
                      <a:pt x="1042" y="2133"/>
                    </a:cubicBezTo>
                    <a:cubicBezTo>
                      <a:pt x="1087" y="1590"/>
                      <a:pt x="1042" y="1002"/>
                      <a:pt x="997" y="458"/>
                    </a:cubicBezTo>
                    <a:cubicBezTo>
                      <a:pt x="997" y="249"/>
                      <a:pt x="842" y="1"/>
                      <a:pt x="6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4" name="Google Shape;6914;p20"/>
              <p:cNvSpPr/>
              <p:nvPr/>
            </p:nvSpPr>
            <p:spPr>
              <a:xfrm>
                <a:off x="3405400" y="2357225"/>
                <a:ext cx="117600" cy="203275"/>
              </a:xfrm>
              <a:custGeom>
                <a:rect b="b" l="l" r="r" t="t"/>
                <a:pathLst>
                  <a:path extrusionOk="0" h="8131" w="4704">
                    <a:moveTo>
                      <a:pt x="1544" y="1"/>
                    </a:moveTo>
                    <a:cubicBezTo>
                      <a:pt x="1334" y="1"/>
                      <a:pt x="1123" y="90"/>
                      <a:pt x="996" y="296"/>
                    </a:cubicBezTo>
                    <a:cubicBezTo>
                      <a:pt x="0" y="1836"/>
                      <a:pt x="46" y="3737"/>
                      <a:pt x="770" y="5412"/>
                    </a:cubicBezTo>
                    <a:cubicBezTo>
                      <a:pt x="1087" y="6227"/>
                      <a:pt x="1585" y="6996"/>
                      <a:pt x="2264" y="7539"/>
                    </a:cubicBezTo>
                    <a:cubicBezTo>
                      <a:pt x="2626" y="7856"/>
                      <a:pt x="3033" y="8128"/>
                      <a:pt x="3531" y="8128"/>
                    </a:cubicBezTo>
                    <a:cubicBezTo>
                      <a:pt x="3558" y="8130"/>
                      <a:pt x="3584" y="8131"/>
                      <a:pt x="3610" y="8131"/>
                    </a:cubicBezTo>
                    <a:cubicBezTo>
                      <a:pt x="4248" y="8131"/>
                      <a:pt x="4703" y="7605"/>
                      <a:pt x="4573" y="6996"/>
                    </a:cubicBezTo>
                    <a:lnTo>
                      <a:pt x="4573" y="6951"/>
                    </a:lnTo>
                    <a:cubicBezTo>
                      <a:pt x="4533" y="6633"/>
                      <a:pt x="4180" y="6490"/>
                      <a:pt x="3880" y="6490"/>
                    </a:cubicBezTo>
                    <a:cubicBezTo>
                      <a:pt x="3838" y="6490"/>
                      <a:pt x="3797" y="6493"/>
                      <a:pt x="3758" y="6498"/>
                    </a:cubicBezTo>
                    <a:lnTo>
                      <a:pt x="3577" y="6498"/>
                    </a:lnTo>
                    <a:cubicBezTo>
                      <a:pt x="3531" y="6498"/>
                      <a:pt x="3441" y="6453"/>
                      <a:pt x="3441" y="6453"/>
                    </a:cubicBezTo>
                    <a:lnTo>
                      <a:pt x="3441" y="6453"/>
                    </a:lnTo>
                    <a:cubicBezTo>
                      <a:pt x="3481" y="6466"/>
                      <a:pt x="3497" y="6472"/>
                      <a:pt x="3499" y="6472"/>
                    </a:cubicBezTo>
                    <a:cubicBezTo>
                      <a:pt x="3505" y="6472"/>
                      <a:pt x="3428" y="6440"/>
                      <a:pt x="3396" y="6408"/>
                    </a:cubicBezTo>
                    <a:lnTo>
                      <a:pt x="3215" y="6227"/>
                    </a:lnTo>
                    <a:cubicBezTo>
                      <a:pt x="3124" y="6136"/>
                      <a:pt x="2988" y="6000"/>
                      <a:pt x="2898" y="5864"/>
                    </a:cubicBezTo>
                    <a:cubicBezTo>
                      <a:pt x="2535" y="5502"/>
                      <a:pt x="2219" y="4914"/>
                      <a:pt x="2083" y="4371"/>
                    </a:cubicBezTo>
                    <a:cubicBezTo>
                      <a:pt x="1856" y="3737"/>
                      <a:pt x="1811" y="3284"/>
                      <a:pt x="1811" y="2605"/>
                    </a:cubicBezTo>
                    <a:cubicBezTo>
                      <a:pt x="1856" y="2017"/>
                      <a:pt x="1947" y="1383"/>
                      <a:pt x="2173" y="749"/>
                    </a:cubicBezTo>
                    <a:cubicBezTo>
                      <a:pt x="2320" y="308"/>
                      <a:pt x="1933" y="1"/>
                      <a:pt x="154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5" name="Google Shape;6915;p20"/>
              <p:cNvSpPr/>
              <p:nvPr/>
            </p:nvSpPr>
            <p:spPr>
              <a:xfrm>
                <a:off x="3477825" y="2402600"/>
                <a:ext cx="64525" cy="126225"/>
              </a:xfrm>
              <a:custGeom>
                <a:rect b="b" l="l" r="r" t="t"/>
                <a:pathLst>
                  <a:path extrusionOk="0" h="5049" w="2581">
                    <a:moveTo>
                      <a:pt x="858" y="0"/>
                    </a:moveTo>
                    <a:cubicBezTo>
                      <a:pt x="613" y="0"/>
                      <a:pt x="433" y="198"/>
                      <a:pt x="318" y="428"/>
                    </a:cubicBezTo>
                    <a:cubicBezTo>
                      <a:pt x="1" y="1288"/>
                      <a:pt x="1" y="2239"/>
                      <a:pt x="272" y="3099"/>
                    </a:cubicBezTo>
                    <a:cubicBezTo>
                      <a:pt x="408" y="3551"/>
                      <a:pt x="634" y="4049"/>
                      <a:pt x="997" y="4412"/>
                    </a:cubicBezTo>
                    <a:cubicBezTo>
                      <a:pt x="1254" y="4669"/>
                      <a:pt x="1674" y="5049"/>
                      <a:pt x="2103" y="5049"/>
                    </a:cubicBezTo>
                    <a:cubicBezTo>
                      <a:pt x="2127" y="5049"/>
                      <a:pt x="2150" y="5048"/>
                      <a:pt x="2174" y="5045"/>
                    </a:cubicBezTo>
                    <a:cubicBezTo>
                      <a:pt x="2400" y="5045"/>
                      <a:pt x="2581" y="4864"/>
                      <a:pt x="2490" y="4638"/>
                    </a:cubicBezTo>
                    <a:cubicBezTo>
                      <a:pt x="2400" y="4276"/>
                      <a:pt x="2083" y="4004"/>
                      <a:pt x="1902" y="3687"/>
                    </a:cubicBezTo>
                    <a:cubicBezTo>
                      <a:pt x="1811" y="3506"/>
                      <a:pt x="1721" y="3370"/>
                      <a:pt x="1630" y="3189"/>
                    </a:cubicBezTo>
                    <a:cubicBezTo>
                      <a:pt x="1630" y="3144"/>
                      <a:pt x="1585" y="3099"/>
                      <a:pt x="1585" y="3054"/>
                    </a:cubicBezTo>
                    <a:cubicBezTo>
                      <a:pt x="1585" y="3054"/>
                      <a:pt x="1540" y="3008"/>
                      <a:pt x="1540" y="3008"/>
                    </a:cubicBezTo>
                    <a:cubicBezTo>
                      <a:pt x="1540" y="2963"/>
                      <a:pt x="1494" y="2918"/>
                      <a:pt x="1494" y="2918"/>
                    </a:cubicBezTo>
                    <a:lnTo>
                      <a:pt x="1449" y="2782"/>
                    </a:lnTo>
                    <a:cubicBezTo>
                      <a:pt x="1404" y="2601"/>
                      <a:pt x="1313" y="2420"/>
                      <a:pt x="1313" y="2239"/>
                    </a:cubicBezTo>
                    <a:cubicBezTo>
                      <a:pt x="1268" y="2193"/>
                      <a:pt x="1268" y="2148"/>
                      <a:pt x="1268" y="2103"/>
                    </a:cubicBezTo>
                    <a:lnTo>
                      <a:pt x="1268" y="2058"/>
                    </a:lnTo>
                    <a:cubicBezTo>
                      <a:pt x="1268" y="1967"/>
                      <a:pt x="1268" y="1877"/>
                      <a:pt x="1268" y="1741"/>
                    </a:cubicBezTo>
                    <a:lnTo>
                      <a:pt x="1268" y="1469"/>
                    </a:lnTo>
                    <a:cubicBezTo>
                      <a:pt x="1268" y="1424"/>
                      <a:pt x="1268" y="1379"/>
                      <a:pt x="1268" y="1379"/>
                    </a:cubicBezTo>
                    <a:lnTo>
                      <a:pt x="1268" y="1333"/>
                    </a:lnTo>
                    <a:cubicBezTo>
                      <a:pt x="1268" y="1288"/>
                      <a:pt x="1268" y="1288"/>
                      <a:pt x="1268" y="1288"/>
                    </a:cubicBezTo>
                    <a:cubicBezTo>
                      <a:pt x="1313" y="1107"/>
                      <a:pt x="1359" y="926"/>
                      <a:pt x="1404" y="700"/>
                    </a:cubicBezTo>
                    <a:cubicBezTo>
                      <a:pt x="1494" y="428"/>
                      <a:pt x="1313" y="111"/>
                      <a:pt x="997" y="21"/>
                    </a:cubicBezTo>
                    <a:cubicBezTo>
                      <a:pt x="948" y="7"/>
                      <a:pt x="902" y="0"/>
                      <a:pt x="8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6" name="Google Shape;6916;p20"/>
              <p:cNvSpPr/>
              <p:nvPr/>
            </p:nvSpPr>
            <p:spPr>
              <a:xfrm>
                <a:off x="3749450" y="2270075"/>
                <a:ext cx="125625" cy="327700"/>
              </a:xfrm>
              <a:custGeom>
                <a:rect b="b" l="l" r="r" t="t"/>
                <a:pathLst>
                  <a:path extrusionOk="0" h="13108" w="5025">
                    <a:moveTo>
                      <a:pt x="1509" y="1"/>
                    </a:moveTo>
                    <a:cubicBezTo>
                      <a:pt x="1360" y="1"/>
                      <a:pt x="1209" y="49"/>
                      <a:pt x="1087" y="161"/>
                    </a:cubicBezTo>
                    <a:cubicBezTo>
                      <a:pt x="226" y="840"/>
                      <a:pt x="0" y="1926"/>
                      <a:pt x="181" y="2968"/>
                    </a:cubicBezTo>
                    <a:cubicBezTo>
                      <a:pt x="317" y="4054"/>
                      <a:pt x="996" y="5005"/>
                      <a:pt x="1630" y="5865"/>
                    </a:cubicBezTo>
                    <a:cubicBezTo>
                      <a:pt x="2264" y="6725"/>
                      <a:pt x="3078" y="7630"/>
                      <a:pt x="3214" y="8671"/>
                    </a:cubicBezTo>
                    <a:cubicBezTo>
                      <a:pt x="3259" y="9260"/>
                      <a:pt x="3124" y="9803"/>
                      <a:pt x="2897" y="10301"/>
                    </a:cubicBezTo>
                    <a:cubicBezTo>
                      <a:pt x="2807" y="10573"/>
                      <a:pt x="2671" y="10799"/>
                      <a:pt x="2535" y="11025"/>
                    </a:cubicBezTo>
                    <a:cubicBezTo>
                      <a:pt x="2445" y="11161"/>
                      <a:pt x="2309" y="11523"/>
                      <a:pt x="2173" y="11614"/>
                    </a:cubicBezTo>
                    <a:cubicBezTo>
                      <a:pt x="1856" y="11795"/>
                      <a:pt x="1630" y="12112"/>
                      <a:pt x="1766" y="12474"/>
                    </a:cubicBezTo>
                    <a:cubicBezTo>
                      <a:pt x="1766" y="12474"/>
                      <a:pt x="1766" y="12519"/>
                      <a:pt x="1766" y="12519"/>
                    </a:cubicBezTo>
                    <a:cubicBezTo>
                      <a:pt x="1901" y="12881"/>
                      <a:pt x="2173" y="13108"/>
                      <a:pt x="2535" y="13108"/>
                    </a:cubicBezTo>
                    <a:cubicBezTo>
                      <a:pt x="3214" y="13108"/>
                      <a:pt x="3531" y="12519"/>
                      <a:pt x="3848" y="12021"/>
                    </a:cubicBezTo>
                    <a:cubicBezTo>
                      <a:pt x="4165" y="11478"/>
                      <a:pt x="4436" y="10890"/>
                      <a:pt x="4663" y="10301"/>
                    </a:cubicBezTo>
                    <a:cubicBezTo>
                      <a:pt x="5025" y="9034"/>
                      <a:pt x="4799" y="7811"/>
                      <a:pt x="4165" y="6680"/>
                    </a:cubicBezTo>
                    <a:cubicBezTo>
                      <a:pt x="3259" y="5050"/>
                      <a:pt x="634" y="2968"/>
                      <a:pt x="2082" y="930"/>
                    </a:cubicBezTo>
                    <a:cubicBezTo>
                      <a:pt x="2424" y="453"/>
                      <a:pt x="1968" y="1"/>
                      <a:pt x="15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7" name="Google Shape;6917;p20"/>
              <p:cNvSpPr/>
              <p:nvPr/>
            </p:nvSpPr>
            <p:spPr>
              <a:xfrm>
                <a:off x="3802950" y="2303525"/>
                <a:ext cx="126450" cy="222550"/>
              </a:xfrm>
              <a:custGeom>
                <a:rect b="b" l="l" r="r" t="t"/>
                <a:pathLst>
                  <a:path extrusionOk="0" h="8902" w="5058">
                    <a:moveTo>
                      <a:pt x="934" y="1"/>
                    </a:moveTo>
                    <a:cubicBezTo>
                      <a:pt x="368" y="1"/>
                      <a:pt x="1" y="845"/>
                      <a:pt x="576" y="1267"/>
                    </a:cubicBezTo>
                    <a:cubicBezTo>
                      <a:pt x="1663" y="1992"/>
                      <a:pt x="2523" y="3123"/>
                      <a:pt x="2975" y="4300"/>
                    </a:cubicBezTo>
                    <a:cubicBezTo>
                      <a:pt x="3202" y="4889"/>
                      <a:pt x="3383" y="5568"/>
                      <a:pt x="3428" y="6202"/>
                    </a:cubicBezTo>
                    <a:cubicBezTo>
                      <a:pt x="3428" y="6519"/>
                      <a:pt x="3428" y="6881"/>
                      <a:pt x="3428" y="7243"/>
                    </a:cubicBezTo>
                    <a:cubicBezTo>
                      <a:pt x="3383" y="7605"/>
                      <a:pt x="3247" y="8012"/>
                      <a:pt x="3383" y="8375"/>
                    </a:cubicBezTo>
                    <a:cubicBezTo>
                      <a:pt x="3499" y="8694"/>
                      <a:pt x="3783" y="8902"/>
                      <a:pt x="4080" y="8902"/>
                    </a:cubicBezTo>
                    <a:cubicBezTo>
                      <a:pt x="4245" y="8902"/>
                      <a:pt x="4414" y="8837"/>
                      <a:pt x="4560" y="8691"/>
                    </a:cubicBezTo>
                    <a:cubicBezTo>
                      <a:pt x="4922" y="8329"/>
                      <a:pt x="4967" y="7831"/>
                      <a:pt x="5013" y="7333"/>
                    </a:cubicBezTo>
                    <a:cubicBezTo>
                      <a:pt x="5058" y="6926"/>
                      <a:pt x="5058" y="6564"/>
                      <a:pt x="5013" y="6156"/>
                    </a:cubicBezTo>
                    <a:cubicBezTo>
                      <a:pt x="4967" y="5342"/>
                      <a:pt x="4786" y="4527"/>
                      <a:pt x="4469" y="3802"/>
                    </a:cubicBezTo>
                    <a:cubicBezTo>
                      <a:pt x="3836" y="2218"/>
                      <a:pt x="2749" y="950"/>
                      <a:pt x="1255" y="90"/>
                    </a:cubicBezTo>
                    <a:cubicBezTo>
                      <a:pt x="1145" y="28"/>
                      <a:pt x="1036" y="1"/>
                      <a:pt x="9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8" name="Google Shape;6918;p20"/>
              <p:cNvSpPr/>
              <p:nvPr/>
            </p:nvSpPr>
            <p:spPr>
              <a:xfrm>
                <a:off x="3909200" y="2319625"/>
                <a:ext cx="79050" cy="154675"/>
              </a:xfrm>
              <a:custGeom>
                <a:rect b="b" l="l" r="r" t="t"/>
                <a:pathLst>
                  <a:path extrusionOk="0" h="6187" w="3162">
                    <a:moveTo>
                      <a:pt x="723" y="0"/>
                    </a:moveTo>
                    <a:cubicBezTo>
                      <a:pt x="341" y="0"/>
                      <a:pt x="0" y="495"/>
                      <a:pt x="355" y="850"/>
                    </a:cubicBezTo>
                    <a:cubicBezTo>
                      <a:pt x="1034" y="1483"/>
                      <a:pt x="1442" y="2298"/>
                      <a:pt x="1713" y="3204"/>
                    </a:cubicBezTo>
                    <a:cubicBezTo>
                      <a:pt x="1849" y="3656"/>
                      <a:pt x="1894" y="4109"/>
                      <a:pt x="1940" y="4607"/>
                    </a:cubicBezTo>
                    <a:cubicBezTo>
                      <a:pt x="2030" y="5060"/>
                      <a:pt x="1849" y="5558"/>
                      <a:pt x="2121" y="6010"/>
                    </a:cubicBezTo>
                    <a:cubicBezTo>
                      <a:pt x="2168" y="6130"/>
                      <a:pt x="2279" y="6186"/>
                      <a:pt x="2400" y="6186"/>
                    </a:cubicBezTo>
                    <a:cubicBezTo>
                      <a:pt x="2508" y="6186"/>
                      <a:pt x="2624" y="6141"/>
                      <a:pt x="2709" y="6056"/>
                    </a:cubicBezTo>
                    <a:cubicBezTo>
                      <a:pt x="3117" y="5694"/>
                      <a:pt x="3117" y="5014"/>
                      <a:pt x="3117" y="4471"/>
                    </a:cubicBezTo>
                    <a:cubicBezTo>
                      <a:pt x="3162" y="3928"/>
                      <a:pt x="3026" y="3340"/>
                      <a:pt x="2845" y="2842"/>
                    </a:cubicBezTo>
                    <a:cubicBezTo>
                      <a:pt x="2528" y="1800"/>
                      <a:pt x="1849" y="850"/>
                      <a:pt x="1034" y="125"/>
                    </a:cubicBezTo>
                    <a:cubicBezTo>
                      <a:pt x="937" y="38"/>
                      <a:pt x="829" y="0"/>
                      <a:pt x="72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9" name="Google Shape;6919;p20"/>
              <p:cNvSpPr/>
              <p:nvPr/>
            </p:nvSpPr>
            <p:spPr>
              <a:xfrm>
                <a:off x="4081025" y="2361050"/>
                <a:ext cx="33975" cy="98725"/>
              </a:xfrm>
              <a:custGeom>
                <a:rect b="b" l="l" r="r" t="t"/>
                <a:pathLst>
                  <a:path extrusionOk="0" h="3949" w="1359">
                    <a:moveTo>
                      <a:pt x="743" y="1"/>
                    </a:moveTo>
                    <a:cubicBezTo>
                      <a:pt x="527" y="1"/>
                      <a:pt x="268" y="171"/>
                      <a:pt x="227" y="415"/>
                    </a:cubicBezTo>
                    <a:cubicBezTo>
                      <a:pt x="137" y="958"/>
                      <a:pt x="91" y="1547"/>
                      <a:pt x="46" y="2090"/>
                    </a:cubicBezTo>
                    <a:cubicBezTo>
                      <a:pt x="1" y="2271"/>
                      <a:pt x="46" y="2407"/>
                      <a:pt x="91" y="2588"/>
                    </a:cubicBezTo>
                    <a:cubicBezTo>
                      <a:pt x="91" y="2633"/>
                      <a:pt x="91" y="2678"/>
                      <a:pt x="91" y="2678"/>
                    </a:cubicBezTo>
                    <a:cubicBezTo>
                      <a:pt x="91" y="2769"/>
                      <a:pt x="91" y="2814"/>
                      <a:pt x="91" y="2860"/>
                    </a:cubicBezTo>
                    <a:cubicBezTo>
                      <a:pt x="91" y="3222"/>
                      <a:pt x="182" y="3493"/>
                      <a:pt x="318" y="3765"/>
                    </a:cubicBezTo>
                    <a:cubicBezTo>
                      <a:pt x="373" y="3894"/>
                      <a:pt x="474" y="3948"/>
                      <a:pt x="580" y="3948"/>
                    </a:cubicBezTo>
                    <a:cubicBezTo>
                      <a:pt x="733" y="3948"/>
                      <a:pt x="898" y="3835"/>
                      <a:pt x="952" y="3674"/>
                    </a:cubicBezTo>
                    <a:cubicBezTo>
                      <a:pt x="1042" y="3448"/>
                      <a:pt x="1087" y="3176"/>
                      <a:pt x="1133" y="2860"/>
                    </a:cubicBezTo>
                    <a:cubicBezTo>
                      <a:pt x="1133" y="2814"/>
                      <a:pt x="1133" y="2769"/>
                      <a:pt x="1133" y="2678"/>
                    </a:cubicBezTo>
                    <a:cubicBezTo>
                      <a:pt x="1133" y="2678"/>
                      <a:pt x="1133" y="2633"/>
                      <a:pt x="1133" y="2588"/>
                    </a:cubicBezTo>
                    <a:cubicBezTo>
                      <a:pt x="1178" y="2407"/>
                      <a:pt x="1178" y="2271"/>
                      <a:pt x="1178" y="2090"/>
                    </a:cubicBezTo>
                    <a:cubicBezTo>
                      <a:pt x="1223" y="1592"/>
                      <a:pt x="1223" y="1049"/>
                      <a:pt x="1314" y="551"/>
                    </a:cubicBezTo>
                    <a:cubicBezTo>
                      <a:pt x="1359" y="279"/>
                      <a:pt x="1087" y="53"/>
                      <a:pt x="816" y="8"/>
                    </a:cubicBezTo>
                    <a:cubicBezTo>
                      <a:pt x="792" y="3"/>
                      <a:pt x="768" y="1"/>
                      <a:pt x="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0" name="Google Shape;6920;p20"/>
              <p:cNvSpPr/>
              <p:nvPr/>
            </p:nvSpPr>
            <p:spPr>
              <a:xfrm>
                <a:off x="2945925" y="5089825"/>
                <a:ext cx="121125" cy="71475"/>
              </a:xfrm>
              <a:custGeom>
                <a:rect b="b" l="l" r="r" t="t"/>
                <a:pathLst>
                  <a:path extrusionOk="0" h="2859" w="4845">
                    <a:moveTo>
                      <a:pt x="4844" y="181"/>
                    </a:moveTo>
                    <a:lnTo>
                      <a:pt x="4844" y="181"/>
                    </a:lnTo>
                    <a:cubicBezTo>
                      <a:pt x="3214" y="272"/>
                      <a:pt x="1223" y="0"/>
                      <a:pt x="362" y="1358"/>
                    </a:cubicBezTo>
                    <a:cubicBezTo>
                      <a:pt x="91" y="1720"/>
                      <a:pt x="0" y="2128"/>
                      <a:pt x="46" y="2580"/>
                    </a:cubicBezTo>
                    <a:cubicBezTo>
                      <a:pt x="227" y="2626"/>
                      <a:pt x="453" y="2671"/>
                      <a:pt x="634" y="2716"/>
                    </a:cubicBezTo>
                    <a:cubicBezTo>
                      <a:pt x="1022" y="2813"/>
                      <a:pt x="1436" y="2858"/>
                      <a:pt x="1849" y="2858"/>
                    </a:cubicBezTo>
                    <a:cubicBezTo>
                      <a:pt x="2206" y="2858"/>
                      <a:pt x="2561" y="2824"/>
                      <a:pt x="2898" y="2761"/>
                    </a:cubicBezTo>
                    <a:cubicBezTo>
                      <a:pt x="3305" y="2716"/>
                      <a:pt x="3667" y="2626"/>
                      <a:pt x="4029" y="2490"/>
                    </a:cubicBezTo>
                    <a:lnTo>
                      <a:pt x="4029" y="2399"/>
                    </a:lnTo>
                    <a:cubicBezTo>
                      <a:pt x="4120" y="1584"/>
                      <a:pt x="4527" y="905"/>
                      <a:pt x="4844" y="18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1" name="Google Shape;6921;p20"/>
              <p:cNvSpPr/>
              <p:nvPr/>
            </p:nvSpPr>
            <p:spPr>
              <a:xfrm>
                <a:off x="3085125" y="3684200"/>
                <a:ext cx="551175" cy="1514725"/>
              </a:xfrm>
              <a:custGeom>
                <a:rect b="b" l="l" r="r" t="t"/>
                <a:pathLst>
                  <a:path extrusionOk="0" h="60589" w="22047">
                    <a:moveTo>
                      <a:pt x="6293" y="1"/>
                    </a:moveTo>
                    <a:cubicBezTo>
                      <a:pt x="6247" y="680"/>
                      <a:pt x="6293" y="1359"/>
                      <a:pt x="6383" y="1948"/>
                    </a:cubicBezTo>
                    <a:cubicBezTo>
                      <a:pt x="6881" y="4845"/>
                      <a:pt x="13490" y="11273"/>
                      <a:pt x="9099" y="13672"/>
                    </a:cubicBezTo>
                    <a:cubicBezTo>
                      <a:pt x="10457" y="15755"/>
                      <a:pt x="11861" y="17882"/>
                      <a:pt x="12223" y="20327"/>
                    </a:cubicBezTo>
                    <a:cubicBezTo>
                      <a:pt x="12585" y="22771"/>
                      <a:pt x="11589" y="25623"/>
                      <a:pt x="9280" y="26574"/>
                    </a:cubicBezTo>
                    <a:cubicBezTo>
                      <a:pt x="10684" y="28883"/>
                      <a:pt x="12087" y="31282"/>
                      <a:pt x="12268" y="33998"/>
                    </a:cubicBezTo>
                    <a:cubicBezTo>
                      <a:pt x="12449" y="36669"/>
                      <a:pt x="11001" y="39657"/>
                      <a:pt x="8375" y="40245"/>
                    </a:cubicBezTo>
                    <a:cubicBezTo>
                      <a:pt x="10005" y="41648"/>
                      <a:pt x="10503" y="44183"/>
                      <a:pt x="9552" y="46130"/>
                    </a:cubicBezTo>
                    <a:cubicBezTo>
                      <a:pt x="8743" y="47749"/>
                      <a:pt x="6916" y="48810"/>
                      <a:pt x="5105" y="48810"/>
                    </a:cubicBezTo>
                    <a:cubicBezTo>
                      <a:pt x="4790" y="48810"/>
                      <a:pt x="4474" y="48778"/>
                      <a:pt x="4165" y="48710"/>
                    </a:cubicBezTo>
                    <a:lnTo>
                      <a:pt x="4165" y="48710"/>
                    </a:lnTo>
                    <a:cubicBezTo>
                      <a:pt x="5387" y="51517"/>
                      <a:pt x="3622" y="55093"/>
                      <a:pt x="815" y="56134"/>
                    </a:cubicBezTo>
                    <a:cubicBezTo>
                      <a:pt x="589" y="56859"/>
                      <a:pt x="136" y="57628"/>
                      <a:pt x="0" y="58398"/>
                    </a:cubicBezTo>
                    <a:cubicBezTo>
                      <a:pt x="272" y="58579"/>
                      <a:pt x="408" y="59032"/>
                      <a:pt x="136" y="59303"/>
                    </a:cubicBezTo>
                    <a:cubicBezTo>
                      <a:pt x="408" y="59711"/>
                      <a:pt x="1087" y="59847"/>
                      <a:pt x="1630" y="59982"/>
                    </a:cubicBezTo>
                    <a:cubicBezTo>
                      <a:pt x="2671" y="60209"/>
                      <a:pt x="3712" y="60390"/>
                      <a:pt x="4754" y="60480"/>
                    </a:cubicBezTo>
                    <a:cubicBezTo>
                      <a:pt x="5516" y="60547"/>
                      <a:pt x="6278" y="60589"/>
                      <a:pt x="7022" y="60589"/>
                    </a:cubicBezTo>
                    <a:cubicBezTo>
                      <a:pt x="7295" y="60589"/>
                      <a:pt x="7565" y="60583"/>
                      <a:pt x="7832" y="60571"/>
                    </a:cubicBezTo>
                    <a:cubicBezTo>
                      <a:pt x="8783" y="60571"/>
                      <a:pt x="9688" y="60480"/>
                      <a:pt x="10457" y="59982"/>
                    </a:cubicBezTo>
                    <a:cubicBezTo>
                      <a:pt x="11725" y="59122"/>
                      <a:pt x="12359" y="57493"/>
                      <a:pt x="12630" y="56089"/>
                    </a:cubicBezTo>
                    <a:cubicBezTo>
                      <a:pt x="12721" y="55727"/>
                      <a:pt x="12766" y="55365"/>
                      <a:pt x="12811" y="55003"/>
                    </a:cubicBezTo>
                    <a:cubicBezTo>
                      <a:pt x="12766" y="54822"/>
                      <a:pt x="12811" y="54595"/>
                      <a:pt x="12902" y="54369"/>
                    </a:cubicBezTo>
                    <a:cubicBezTo>
                      <a:pt x="13038" y="52920"/>
                      <a:pt x="13174" y="51381"/>
                      <a:pt x="13943" y="50159"/>
                    </a:cubicBezTo>
                    <a:cubicBezTo>
                      <a:pt x="14031" y="50002"/>
                      <a:pt x="14172" y="49932"/>
                      <a:pt x="14313" y="49932"/>
                    </a:cubicBezTo>
                    <a:cubicBezTo>
                      <a:pt x="14536" y="49932"/>
                      <a:pt x="14758" y="50108"/>
                      <a:pt x="14758" y="50385"/>
                    </a:cubicBezTo>
                    <a:cubicBezTo>
                      <a:pt x="14803" y="51110"/>
                      <a:pt x="14713" y="51834"/>
                      <a:pt x="14667" y="52604"/>
                    </a:cubicBezTo>
                    <a:cubicBezTo>
                      <a:pt x="14984" y="52377"/>
                      <a:pt x="15256" y="52241"/>
                      <a:pt x="15573" y="52060"/>
                    </a:cubicBezTo>
                    <a:cubicBezTo>
                      <a:pt x="16840" y="51381"/>
                      <a:pt x="18198" y="50929"/>
                      <a:pt x="19375" y="50068"/>
                    </a:cubicBezTo>
                    <a:cubicBezTo>
                      <a:pt x="20733" y="49163"/>
                      <a:pt x="21412" y="47669"/>
                      <a:pt x="21684" y="46130"/>
                    </a:cubicBezTo>
                    <a:cubicBezTo>
                      <a:pt x="21820" y="45134"/>
                      <a:pt x="21820" y="44138"/>
                      <a:pt x="21775" y="43188"/>
                    </a:cubicBezTo>
                    <a:cubicBezTo>
                      <a:pt x="21729" y="42780"/>
                      <a:pt x="21684" y="42373"/>
                      <a:pt x="21684" y="41920"/>
                    </a:cubicBezTo>
                    <a:cubicBezTo>
                      <a:pt x="21548" y="41648"/>
                      <a:pt x="21458" y="41332"/>
                      <a:pt x="21412" y="41105"/>
                    </a:cubicBezTo>
                    <a:cubicBezTo>
                      <a:pt x="21141" y="40245"/>
                      <a:pt x="20960" y="39385"/>
                      <a:pt x="20824" y="38480"/>
                    </a:cubicBezTo>
                    <a:cubicBezTo>
                      <a:pt x="20688" y="37574"/>
                      <a:pt x="20643" y="36669"/>
                      <a:pt x="20688" y="35763"/>
                    </a:cubicBezTo>
                    <a:cubicBezTo>
                      <a:pt x="20733" y="34858"/>
                      <a:pt x="20915" y="33998"/>
                      <a:pt x="21096" y="33093"/>
                    </a:cubicBezTo>
                    <a:cubicBezTo>
                      <a:pt x="21171" y="32904"/>
                      <a:pt x="21309" y="32810"/>
                      <a:pt x="21484" y="32810"/>
                    </a:cubicBezTo>
                    <a:cubicBezTo>
                      <a:pt x="21519" y="32810"/>
                      <a:pt x="21556" y="32813"/>
                      <a:pt x="21594" y="32821"/>
                    </a:cubicBezTo>
                    <a:cubicBezTo>
                      <a:pt x="21684" y="32142"/>
                      <a:pt x="21775" y="31508"/>
                      <a:pt x="21910" y="30874"/>
                    </a:cubicBezTo>
                    <a:cubicBezTo>
                      <a:pt x="22001" y="30241"/>
                      <a:pt x="22046" y="29697"/>
                      <a:pt x="21865" y="29064"/>
                    </a:cubicBezTo>
                    <a:cubicBezTo>
                      <a:pt x="21729" y="28520"/>
                      <a:pt x="21458" y="28022"/>
                      <a:pt x="21231" y="27570"/>
                    </a:cubicBezTo>
                    <a:cubicBezTo>
                      <a:pt x="20688" y="26438"/>
                      <a:pt x="20145" y="25352"/>
                      <a:pt x="19692" y="24175"/>
                    </a:cubicBezTo>
                    <a:cubicBezTo>
                      <a:pt x="19240" y="23043"/>
                      <a:pt x="18787" y="21821"/>
                      <a:pt x="18787" y="20553"/>
                    </a:cubicBezTo>
                    <a:cubicBezTo>
                      <a:pt x="18787" y="20280"/>
                      <a:pt x="19000" y="20139"/>
                      <a:pt x="19220" y="20139"/>
                    </a:cubicBezTo>
                    <a:cubicBezTo>
                      <a:pt x="19364" y="20139"/>
                      <a:pt x="19512" y="20201"/>
                      <a:pt x="19602" y="20327"/>
                    </a:cubicBezTo>
                    <a:cubicBezTo>
                      <a:pt x="19919" y="20825"/>
                      <a:pt x="20190" y="21368"/>
                      <a:pt x="20417" y="21866"/>
                    </a:cubicBezTo>
                    <a:cubicBezTo>
                      <a:pt x="20371" y="21051"/>
                      <a:pt x="20371" y="20236"/>
                      <a:pt x="20326" y="19421"/>
                    </a:cubicBezTo>
                    <a:cubicBezTo>
                      <a:pt x="20326" y="19014"/>
                      <a:pt x="20326" y="18607"/>
                      <a:pt x="20190" y="18244"/>
                    </a:cubicBezTo>
                    <a:cubicBezTo>
                      <a:pt x="20054" y="17882"/>
                      <a:pt x="19783" y="17565"/>
                      <a:pt x="19556" y="17248"/>
                    </a:cubicBezTo>
                    <a:cubicBezTo>
                      <a:pt x="19013" y="16524"/>
                      <a:pt x="18515" y="15755"/>
                      <a:pt x="18017" y="15030"/>
                    </a:cubicBezTo>
                    <a:cubicBezTo>
                      <a:pt x="16931" y="13491"/>
                      <a:pt x="15890" y="11952"/>
                      <a:pt x="14849" y="10458"/>
                    </a:cubicBezTo>
                    <a:cubicBezTo>
                      <a:pt x="14396" y="9734"/>
                      <a:pt x="13898" y="9010"/>
                      <a:pt x="13445" y="8240"/>
                    </a:cubicBezTo>
                    <a:cubicBezTo>
                      <a:pt x="13038" y="7651"/>
                      <a:pt x="12585" y="6972"/>
                      <a:pt x="12313" y="6293"/>
                    </a:cubicBezTo>
                    <a:cubicBezTo>
                      <a:pt x="11906" y="6022"/>
                      <a:pt x="11499" y="5750"/>
                      <a:pt x="11136" y="5433"/>
                    </a:cubicBezTo>
                    <a:cubicBezTo>
                      <a:pt x="10095" y="4618"/>
                      <a:pt x="9190" y="3668"/>
                      <a:pt x="8330" y="2717"/>
                    </a:cubicBezTo>
                    <a:cubicBezTo>
                      <a:pt x="7877" y="2219"/>
                      <a:pt x="7470" y="1676"/>
                      <a:pt x="7062" y="1178"/>
                    </a:cubicBezTo>
                    <a:cubicBezTo>
                      <a:pt x="6881" y="906"/>
                      <a:pt x="6655" y="635"/>
                      <a:pt x="6474" y="363"/>
                    </a:cubicBezTo>
                    <a:cubicBezTo>
                      <a:pt x="6383" y="227"/>
                      <a:pt x="6338" y="92"/>
                      <a:pt x="62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2" name="Google Shape;6922;p20"/>
              <p:cNvSpPr/>
              <p:nvPr/>
            </p:nvSpPr>
            <p:spPr>
              <a:xfrm>
                <a:off x="3244700" y="3549525"/>
                <a:ext cx="561350" cy="1175275"/>
              </a:xfrm>
              <a:custGeom>
                <a:rect b="b" l="l" r="r" t="t"/>
                <a:pathLst>
                  <a:path extrusionOk="0" h="47011" w="22454">
                    <a:moveTo>
                      <a:pt x="1539" y="1"/>
                    </a:moveTo>
                    <a:lnTo>
                      <a:pt x="1539" y="1"/>
                    </a:lnTo>
                    <a:cubicBezTo>
                      <a:pt x="770" y="952"/>
                      <a:pt x="227" y="2445"/>
                      <a:pt x="0" y="3985"/>
                    </a:cubicBezTo>
                    <a:cubicBezTo>
                      <a:pt x="63" y="3959"/>
                      <a:pt x="123" y="3948"/>
                      <a:pt x="179" y="3948"/>
                    </a:cubicBezTo>
                    <a:cubicBezTo>
                      <a:pt x="324" y="3948"/>
                      <a:pt x="446" y="4023"/>
                      <a:pt x="543" y="4120"/>
                    </a:cubicBezTo>
                    <a:cubicBezTo>
                      <a:pt x="815" y="4347"/>
                      <a:pt x="1087" y="4483"/>
                      <a:pt x="1313" y="4754"/>
                    </a:cubicBezTo>
                    <a:cubicBezTo>
                      <a:pt x="1494" y="4981"/>
                      <a:pt x="1675" y="5207"/>
                      <a:pt x="1902" y="5433"/>
                    </a:cubicBezTo>
                    <a:cubicBezTo>
                      <a:pt x="2264" y="5931"/>
                      <a:pt x="2626" y="6384"/>
                      <a:pt x="3033" y="6837"/>
                    </a:cubicBezTo>
                    <a:cubicBezTo>
                      <a:pt x="3803" y="7742"/>
                      <a:pt x="4618" y="8647"/>
                      <a:pt x="5568" y="9372"/>
                    </a:cubicBezTo>
                    <a:cubicBezTo>
                      <a:pt x="6428" y="10096"/>
                      <a:pt x="7379" y="10730"/>
                      <a:pt x="8420" y="11228"/>
                    </a:cubicBezTo>
                    <a:cubicBezTo>
                      <a:pt x="8918" y="11454"/>
                      <a:pt x="9461" y="11635"/>
                      <a:pt x="9959" y="11816"/>
                    </a:cubicBezTo>
                    <a:cubicBezTo>
                      <a:pt x="10457" y="11952"/>
                      <a:pt x="11046" y="12043"/>
                      <a:pt x="11499" y="12359"/>
                    </a:cubicBezTo>
                    <a:cubicBezTo>
                      <a:pt x="11725" y="12540"/>
                      <a:pt x="11815" y="12993"/>
                      <a:pt x="11499" y="13174"/>
                    </a:cubicBezTo>
                    <a:cubicBezTo>
                      <a:pt x="11182" y="13310"/>
                      <a:pt x="10835" y="13365"/>
                      <a:pt x="10476" y="13365"/>
                    </a:cubicBezTo>
                    <a:cubicBezTo>
                      <a:pt x="9758" y="13365"/>
                      <a:pt x="8994" y="13144"/>
                      <a:pt x="8330" y="12903"/>
                    </a:cubicBezTo>
                    <a:lnTo>
                      <a:pt x="8330" y="12903"/>
                    </a:lnTo>
                    <a:cubicBezTo>
                      <a:pt x="8873" y="13627"/>
                      <a:pt x="9416" y="14397"/>
                      <a:pt x="9959" y="15166"/>
                    </a:cubicBezTo>
                    <a:cubicBezTo>
                      <a:pt x="11001" y="16750"/>
                      <a:pt x="12087" y="18290"/>
                      <a:pt x="13128" y="19829"/>
                    </a:cubicBezTo>
                    <a:cubicBezTo>
                      <a:pt x="13626" y="20598"/>
                      <a:pt x="14169" y="21368"/>
                      <a:pt x="14667" y="22137"/>
                    </a:cubicBezTo>
                    <a:cubicBezTo>
                      <a:pt x="15120" y="22907"/>
                      <a:pt x="15256" y="23631"/>
                      <a:pt x="15211" y="24537"/>
                    </a:cubicBezTo>
                    <a:cubicBezTo>
                      <a:pt x="15165" y="26212"/>
                      <a:pt x="15075" y="27887"/>
                      <a:pt x="14984" y="29562"/>
                    </a:cubicBezTo>
                    <a:cubicBezTo>
                      <a:pt x="15482" y="30648"/>
                      <a:pt x="16025" y="31689"/>
                      <a:pt x="16478" y="32821"/>
                    </a:cubicBezTo>
                    <a:cubicBezTo>
                      <a:pt x="16976" y="33998"/>
                      <a:pt x="17021" y="35130"/>
                      <a:pt x="16704" y="36352"/>
                    </a:cubicBezTo>
                    <a:cubicBezTo>
                      <a:pt x="16388" y="37665"/>
                      <a:pt x="15980" y="38887"/>
                      <a:pt x="15618" y="40200"/>
                    </a:cubicBezTo>
                    <a:cubicBezTo>
                      <a:pt x="15663" y="40562"/>
                      <a:pt x="15709" y="40924"/>
                      <a:pt x="15709" y="41286"/>
                    </a:cubicBezTo>
                    <a:cubicBezTo>
                      <a:pt x="15799" y="42192"/>
                      <a:pt x="15890" y="43052"/>
                      <a:pt x="16071" y="43957"/>
                    </a:cubicBezTo>
                    <a:cubicBezTo>
                      <a:pt x="16206" y="44817"/>
                      <a:pt x="16478" y="45677"/>
                      <a:pt x="16750" y="46583"/>
                    </a:cubicBezTo>
                    <a:cubicBezTo>
                      <a:pt x="16750" y="46673"/>
                      <a:pt x="16840" y="46809"/>
                      <a:pt x="16886" y="46990"/>
                    </a:cubicBezTo>
                    <a:cubicBezTo>
                      <a:pt x="16976" y="46945"/>
                      <a:pt x="17067" y="46900"/>
                      <a:pt x="17157" y="46900"/>
                    </a:cubicBezTo>
                    <a:cubicBezTo>
                      <a:pt x="17248" y="46945"/>
                      <a:pt x="17338" y="46945"/>
                      <a:pt x="17429" y="46945"/>
                    </a:cubicBezTo>
                    <a:cubicBezTo>
                      <a:pt x="17429" y="46945"/>
                      <a:pt x="17565" y="46990"/>
                      <a:pt x="17565" y="46990"/>
                    </a:cubicBezTo>
                    <a:lnTo>
                      <a:pt x="17972" y="46990"/>
                    </a:lnTo>
                    <a:cubicBezTo>
                      <a:pt x="18047" y="47005"/>
                      <a:pt x="18128" y="47010"/>
                      <a:pt x="18212" y="47010"/>
                    </a:cubicBezTo>
                    <a:cubicBezTo>
                      <a:pt x="18379" y="47010"/>
                      <a:pt x="18560" y="46990"/>
                      <a:pt x="18742" y="46990"/>
                    </a:cubicBezTo>
                    <a:lnTo>
                      <a:pt x="18877" y="46990"/>
                    </a:lnTo>
                    <a:cubicBezTo>
                      <a:pt x="18923" y="46945"/>
                      <a:pt x="18968" y="46945"/>
                      <a:pt x="19013" y="46945"/>
                    </a:cubicBezTo>
                    <a:cubicBezTo>
                      <a:pt x="19194" y="46900"/>
                      <a:pt x="19285" y="46854"/>
                      <a:pt x="19466" y="46854"/>
                    </a:cubicBezTo>
                    <a:lnTo>
                      <a:pt x="19466" y="46809"/>
                    </a:lnTo>
                    <a:cubicBezTo>
                      <a:pt x="19692" y="46764"/>
                      <a:pt x="19919" y="46673"/>
                      <a:pt x="20145" y="46537"/>
                    </a:cubicBezTo>
                    <a:cubicBezTo>
                      <a:pt x="20190" y="46492"/>
                      <a:pt x="20281" y="46492"/>
                      <a:pt x="20326" y="46492"/>
                    </a:cubicBezTo>
                    <a:cubicBezTo>
                      <a:pt x="20462" y="45949"/>
                      <a:pt x="20598" y="45406"/>
                      <a:pt x="20688" y="44817"/>
                    </a:cubicBezTo>
                    <a:cubicBezTo>
                      <a:pt x="20960" y="43278"/>
                      <a:pt x="21050" y="41694"/>
                      <a:pt x="21050" y="40109"/>
                    </a:cubicBezTo>
                    <a:cubicBezTo>
                      <a:pt x="21005" y="38978"/>
                      <a:pt x="20960" y="37801"/>
                      <a:pt x="20824" y="36669"/>
                    </a:cubicBezTo>
                    <a:cubicBezTo>
                      <a:pt x="20598" y="36035"/>
                      <a:pt x="20507" y="35356"/>
                      <a:pt x="20462" y="34858"/>
                    </a:cubicBezTo>
                    <a:cubicBezTo>
                      <a:pt x="20326" y="33817"/>
                      <a:pt x="20326" y="32776"/>
                      <a:pt x="20462" y="31689"/>
                    </a:cubicBezTo>
                    <a:cubicBezTo>
                      <a:pt x="20552" y="30920"/>
                      <a:pt x="20733" y="30105"/>
                      <a:pt x="21005" y="29381"/>
                    </a:cubicBezTo>
                    <a:cubicBezTo>
                      <a:pt x="20643" y="28928"/>
                      <a:pt x="20416" y="28249"/>
                      <a:pt x="20235" y="27796"/>
                    </a:cubicBezTo>
                    <a:cubicBezTo>
                      <a:pt x="20009" y="27072"/>
                      <a:pt x="19828" y="26302"/>
                      <a:pt x="19737" y="25533"/>
                    </a:cubicBezTo>
                    <a:cubicBezTo>
                      <a:pt x="19556" y="24084"/>
                      <a:pt x="19828" y="22681"/>
                      <a:pt x="20235" y="21277"/>
                    </a:cubicBezTo>
                    <a:cubicBezTo>
                      <a:pt x="20960" y="18923"/>
                      <a:pt x="22454" y="16026"/>
                      <a:pt x="20960" y="13672"/>
                    </a:cubicBezTo>
                    <a:cubicBezTo>
                      <a:pt x="20779" y="13401"/>
                      <a:pt x="20960" y="13129"/>
                      <a:pt x="21186" y="13038"/>
                    </a:cubicBezTo>
                    <a:cubicBezTo>
                      <a:pt x="21050" y="12586"/>
                      <a:pt x="20824" y="12133"/>
                      <a:pt x="20507" y="11726"/>
                    </a:cubicBezTo>
                    <a:cubicBezTo>
                      <a:pt x="19692" y="10594"/>
                      <a:pt x="18334" y="10096"/>
                      <a:pt x="17519" y="8919"/>
                    </a:cubicBezTo>
                    <a:cubicBezTo>
                      <a:pt x="16976" y="8149"/>
                      <a:pt x="16659" y="7244"/>
                      <a:pt x="16569" y="6339"/>
                    </a:cubicBezTo>
                    <a:cubicBezTo>
                      <a:pt x="16388" y="6293"/>
                      <a:pt x="16206" y="6293"/>
                      <a:pt x="16071" y="6248"/>
                    </a:cubicBezTo>
                    <a:cubicBezTo>
                      <a:pt x="15844" y="7923"/>
                      <a:pt x="14305" y="9281"/>
                      <a:pt x="12630" y="9326"/>
                    </a:cubicBezTo>
                    <a:cubicBezTo>
                      <a:pt x="12602" y="9327"/>
                      <a:pt x="12574" y="9328"/>
                      <a:pt x="12546" y="9328"/>
                    </a:cubicBezTo>
                    <a:cubicBezTo>
                      <a:pt x="10901" y="9328"/>
                      <a:pt x="9320" y="8032"/>
                      <a:pt x="9009" y="6429"/>
                    </a:cubicBezTo>
                    <a:lnTo>
                      <a:pt x="9009" y="6429"/>
                    </a:lnTo>
                    <a:cubicBezTo>
                      <a:pt x="9198" y="7410"/>
                      <a:pt x="8466" y="7749"/>
                      <a:pt x="7445" y="7749"/>
                    </a:cubicBezTo>
                    <a:cubicBezTo>
                      <a:pt x="5780" y="7749"/>
                      <a:pt x="3347" y="6844"/>
                      <a:pt x="2897" y="6339"/>
                    </a:cubicBezTo>
                    <a:cubicBezTo>
                      <a:pt x="1268" y="4618"/>
                      <a:pt x="1585" y="2129"/>
                      <a:pt x="15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3" name="Google Shape;6923;p20"/>
              <p:cNvSpPr/>
              <p:nvPr/>
            </p:nvSpPr>
            <p:spPr>
              <a:xfrm>
                <a:off x="3697375" y="3659325"/>
                <a:ext cx="159600" cy="230875"/>
              </a:xfrm>
              <a:custGeom>
                <a:rect b="b" l="l" r="r" t="t"/>
                <a:pathLst>
                  <a:path extrusionOk="0" h="9235" w="6384">
                    <a:moveTo>
                      <a:pt x="1993" y="0"/>
                    </a:moveTo>
                    <a:cubicBezTo>
                      <a:pt x="1586" y="813"/>
                      <a:pt x="864" y="1446"/>
                      <a:pt x="7" y="1763"/>
                    </a:cubicBezTo>
                    <a:lnTo>
                      <a:pt x="7" y="1763"/>
                    </a:lnTo>
                    <a:cubicBezTo>
                      <a:pt x="5" y="1749"/>
                      <a:pt x="3" y="1735"/>
                      <a:pt x="1" y="1720"/>
                    </a:cubicBezTo>
                    <a:lnTo>
                      <a:pt x="1" y="1766"/>
                    </a:lnTo>
                    <a:cubicBezTo>
                      <a:pt x="3" y="1765"/>
                      <a:pt x="5" y="1764"/>
                      <a:pt x="7" y="1763"/>
                    </a:cubicBezTo>
                    <a:lnTo>
                      <a:pt x="7" y="1763"/>
                    </a:lnTo>
                    <a:cubicBezTo>
                      <a:pt x="149" y="2786"/>
                      <a:pt x="600" y="3676"/>
                      <a:pt x="1359" y="4346"/>
                    </a:cubicBezTo>
                    <a:cubicBezTo>
                      <a:pt x="1902" y="4799"/>
                      <a:pt x="2491" y="5115"/>
                      <a:pt x="3034" y="5613"/>
                    </a:cubicBezTo>
                    <a:cubicBezTo>
                      <a:pt x="3486" y="6021"/>
                      <a:pt x="3939" y="6609"/>
                      <a:pt x="4211" y="7198"/>
                    </a:cubicBezTo>
                    <a:cubicBezTo>
                      <a:pt x="4528" y="7741"/>
                      <a:pt x="4754" y="8375"/>
                      <a:pt x="4799" y="9009"/>
                    </a:cubicBezTo>
                    <a:cubicBezTo>
                      <a:pt x="4845" y="9099"/>
                      <a:pt x="4845" y="9144"/>
                      <a:pt x="4845" y="9235"/>
                    </a:cubicBezTo>
                    <a:cubicBezTo>
                      <a:pt x="4935" y="8103"/>
                      <a:pt x="5478" y="7017"/>
                      <a:pt x="6384" y="6383"/>
                    </a:cubicBezTo>
                    <a:cubicBezTo>
                      <a:pt x="5071" y="5613"/>
                      <a:pt x="4709" y="3667"/>
                      <a:pt x="5659" y="2490"/>
                    </a:cubicBezTo>
                    <a:cubicBezTo>
                      <a:pt x="4301" y="1901"/>
                      <a:pt x="3079" y="1041"/>
                      <a:pt x="19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4" name="Google Shape;6924;p20"/>
              <p:cNvSpPr/>
              <p:nvPr/>
            </p:nvSpPr>
            <p:spPr>
              <a:xfrm>
                <a:off x="3722275" y="3900375"/>
                <a:ext cx="599850" cy="1516525"/>
              </a:xfrm>
              <a:custGeom>
                <a:rect b="b" l="l" r="r" t="t"/>
                <a:pathLst>
                  <a:path extrusionOk="0" h="60661" w="23994">
                    <a:moveTo>
                      <a:pt x="3803" y="0"/>
                    </a:moveTo>
                    <a:cubicBezTo>
                      <a:pt x="3803" y="136"/>
                      <a:pt x="3758" y="317"/>
                      <a:pt x="3713" y="453"/>
                    </a:cubicBezTo>
                    <a:cubicBezTo>
                      <a:pt x="3667" y="725"/>
                      <a:pt x="3622" y="996"/>
                      <a:pt x="3486" y="1177"/>
                    </a:cubicBezTo>
                    <a:cubicBezTo>
                      <a:pt x="3939" y="2988"/>
                      <a:pt x="3486" y="4935"/>
                      <a:pt x="2943" y="6745"/>
                    </a:cubicBezTo>
                    <a:cubicBezTo>
                      <a:pt x="2536" y="8194"/>
                      <a:pt x="2083" y="9597"/>
                      <a:pt x="2219" y="11182"/>
                    </a:cubicBezTo>
                    <a:cubicBezTo>
                      <a:pt x="2264" y="11906"/>
                      <a:pt x="2445" y="12630"/>
                      <a:pt x="2672" y="13355"/>
                    </a:cubicBezTo>
                    <a:cubicBezTo>
                      <a:pt x="2672" y="13355"/>
                      <a:pt x="2672" y="13400"/>
                      <a:pt x="2672" y="13445"/>
                    </a:cubicBezTo>
                    <a:cubicBezTo>
                      <a:pt x="2943" y="12811"/>
                      <a:pt x="3169" y="12178"/>
                      <a:pt x="3034" y="11544"/>
                    </a:cubicBezTo>
                    <a:cubicBezTo>
                      <a:pt x="2927" y="11198"/>
                      <a:pt x="3165" y="10993"/>
                      <a:pt x="3425" y="10993"/>
                    </a:cubicBezTo>
                    <a:cubicBezTo>
                      <a:pt x="3607" y="10993"/>
                      <a:pt x="3801" y="11094"/>
                      <a:pt x="3894" y="11318"/>
                    </a:cubicBezTo>
                    <a:cubicBezTo>
                      <a:pt x="4346" y="12359"/>
                      <a:pt x="4120" y="13355"/>
                      <a:pt x="3803" y="14351"/>
                    </a:cubicBezTo>
                    <a:cubicBezTo>
                      <a:pt x="3441" y="15347"/>
                      <a:pt x="3124" y="16342"/>
                      <a:pt x="2988" y="17384"/>
                    </a:cubicBezTo>
                    <a:cubicBezTo>
                      <a:pt x="2807" y="18425"/>
                      <a:pt x="2807" y="19511"/>
                      <a:pt x="2943" y="20598"/>
                    </a:cubicBezTo>
                    <a:cubicBezTo>
                      <a:pt x="2988" y="21096"/>
                      <a:pt x="3079" y="21594"/>
                      <a:pt x="3169" y="22092"/>
                    </a:cubicBezTo>
                    <a:cubicBezTo>
                      <a:pt x="3260" y="22590"/>
                      <a:pt x="3351" y="23088"/>
                      <a:pt x="3124" y="23540"/>
                    </a:cubicBezTo>
                    <a:cubicBezTo>
                      <a:pt x="3034" y="23631"/>
                      <a:pt x="2943" y="23721"/>
                      <a:pt x="2853" y="23721"/>
                    </a:cubicBezTo>
                    <a:cubicBezTo>
                      <a:pt x="3124" y="24808"/>
                      <a:pt x="3260" y="25939"/>
                      <a:pt x="3305" y="27071"/>
                    </a:cubicBezTo>
                    <a:cubicBezTo>
                      <a:pt x="3396" y="29063"/>
                      <a:pt x="3124" y="31010"/>
                      <a:pt x="2717" y="32956"/>
                    </a:cubicBezTo>
                    <a:cubicBezTo>
                      <a:pt x="2309" y="34767"/>
                      <a:pt x="1947" y="36578"/>
                      <a:pt x="2309" y="38434"/>
                    </a:cubicBezTo>
                    <a:cubicBezTo>
                      <a:pt x="2490" y="39294"/>
                      <a:pt x="2717" y="40154"/>
                      <a:pt x="3079" y="40923"/>
                    </a:cubicBezTo>
                    <a:cubicBezTo>
                      <a:pt x="3396" y="41738"/>
                      <a:pt x="3939" y="42463"/>
                      <a:pt x="4211" y="43323"/>
                    </a:cubicBezTo>
                    <a:cubicBezTo>
                      <a:pt x="4317" y="43606"/>
                      <a:pt x="4064" y="43833"/>
                      <a:pt x="3797" y="43833"/>
                    </a:cubicBezTo>
                    <a:cubicBezTo>
                      <a:pt x="3722" y="43833"/>
                      <a:pt x="3646" y="43815"/>
                      <a:pt x="3577" y="43775"/>
                    </a:cubicBezTo>
                    <a:cubicBezTo>
                      <a:pt x="3124" y="43549"/>
                      <a:pt x="2762" y="43142"/>
                      <a:pt x="2445" y="42734"/>
                    </a:cubicBezTo>
                    <a:cubicBezTo>
                      <a:pt x="2355" y="42870"/>
                      <a:pt x="2264" y="43006"/>
                      <a:pt x="2219" y="43187"/>
                    </a:cubicBezTo>
                    <a:cubicBezTo>
                      <a:pt x="1811" y="43866"/>
                      <a:pt x="1223" y="44500"/>
                      <a:pt x="770" y="45224"/>
                    </a:cubicBezTo>
                    <a:cubicBezTo>
                      <a:pt x="272" y="45994"/>
                      <a:pt x="1" y="46854"/>
                      <a:pt x="136" y="47804"/>
                    </a:cubicBezTo>
                    <a:cubicBezTo>
                      <a:pt x="182" y="48393"/>
                      <a:pt x="499" y="48981"/>
                      <a:pt x="634" y="49615"/>
                    </a:cubicBezTo>
                    <a:cubicBezTo>
                      <a:pt x="680" y="49525"/>
                      <a:pt x="725" y="49479"/>
                      <a:pt x="725" y="49389"/>
                    </a:cubicBezTo>
                    <a:cubicBezTo>
                      <a:pt x="767" y="49263"/>
                      <a:pt x="907" y="49195"/>
                      <a:pt x="1039" y="49195"/>
                    </a:cubicBezTo>
                    <a:cubicBezTo>
                      <a:pt x="1193" y="49195"/>
                      <a:pt x="1338" y="49285"/>
                      <a:pt x="1313" y="49479"/>
                    </a:cubicBezTo>
                    <a:cubicBezTo>
                      <a:pt x="1268" y="49932"/>
                      <a:pt x="1359" y="50385"/>
                      <a:pt x="1313" y="50837"/>
                    </a:cubicBezTo>
                    <a:cubicBezTo>
                      <a:pt x="1268" y="51245"/>
                      <a:pt x="1223" y="51652"/>
                      <a:pt x="1223" y="52014"/>
                    </a:cubicBezTo>
                    <a:cubicBezTo>
                      <a:pt x="1178" y="52784"/>
                      <a:pt x="1132" y="53599"/>
                      <a:pt x="1178" y="54368"/>
                    </a:cubicBezTo>
                    <a:cubicBezTo>
                      <a:pt x="1178" y="55093"/>
                      <a:pt x="1585" y="55591"/>
                      <a:pt x="2038" y="56179"/>
                    </a:cubicBezTo>
                    <a:cubicBezTo>
                      <a:pt x="2536" y="56813"/>
                      <a:pt x="3034" y="57492"/>
                      <a:pt x="3532" y="58126"/>
                    </a:cubicBezTo>
                    <a:cubicBezTo>
                      <a:pt x="3939" y="58669"/>
                      <a:pt x="4301" y="59303"/>
                      <a:pt x="4935" y="59574"/>
                    </a:cubicBezTo>
                    <a:cubicBezTo>
                      <a:pt x="5523" y="59891"/>
                      <a:pt x="6248" y="59891"/>
                      <a:pt x="6882" y="59891"/>
                    </a:cubicBezTo>
                    <a:cubicBezTo>
                      <a:pt x="7651" y="59891"/>
                      <a:pt x="8375" y="59755"/>
                      <a:pt x="9145" y="59620"/>
                    </a:cubicBezTo>
                    <a:cubicBezTo>
                      <a:pt x="9507" y="59529"/>
                      <a:pt x="9869" y="59484"/>
                      <a:pt x="10231" y="59393"/>
                    </a:cubicBezTo>
                    <a:lnTo>
                      <a:pt x="10322" y="59393"/>
                    </a:lnTo>
                    <a:cubicBezTo>
                      <a:pt x="10231" y="58624"/>
                      <a:pt x="10141" y="57854"/>
                      <a:pt x="10005" y="57130"/>
                    </a:cubicBezTo>
                    <a:cubicBezTo>
                      <a:pt x="9950" y="56827"/>
                      <a:pt x="10196" y="56624"/>
                      <a:pt x="10429" y="56624"/>
                    </a:cubicBezTo>
                    <a:cubicBezTo>
                      <a:pt x="10578" y="56624"/>
                      <a:pt x="10721" y="56708"/>
                      <a:pt x="10775" y="56903"/>
                    </a:cubicBezTo>
                    <a:cubicBezTo>
                      <a:pt x="10956" y="57628"/>
                      <a:pt x="11227" y="58307"/>
                      <a:pt x="11454" y="58986"/>
                    </a:cubicBezTo>
                    <a:cubicBezTo>
                      <a:pt x="11454" y="59076"/>
                      <a:pt x="11499" y="59167"/>
                      <a:pt x="11499" y="59257"/>
                    </a:cubicBezTo>
                    <a:cubicBezTo>
                      <a:pt x="11725" y="59348"/>
                      <a:pt x="11771" y="59620"/>
                      <a:pt x="11680" y="59846"/>
                    </a:cubicBezTo>
                    <a:cubicBezTo>
                      <a:pt x="11725" y="59936"/>
                      <a:pt x="11725" y="60072"/>
                      <a:pt x="11771" y="60163"/>
                    </a:cubicBezTo>
                    <a:cubicBezTo>
                      <a:pt x="11861" y="60389"/>
                      <a:pt x="11952" y="60389"/>
                      <a:pt x="12223" y="60434"/>
                    </a:cubicBezTo>
                    <a:cubicBezTo>
                      <a:pt x="12812" y="60593"/>
                      <a:pt x="13434" y="60661"/>
                      <a:pt x="14057" y="60661"/>
                    </a:cubicBezTo>
                    <a:cubicBezTo>
                      <a:pt x="14679" y="60661"/>
                      <a:pt x="15302" y="60593"/>
                      <a:pt x="15890" y="60480"/>
                    </a:cubicBezTo>
                    <a:cubicBezTo>
                      <a:pt x="16524" y="60344"/>
                      <a:pt x="17158" y="60118"/>
                      <a:pt x="17746" y="59891"/>
                    </a:cubicBezTo>
                    <a:cubicBezTo>
                      <a:pt x="18244" y="59710"/>
                      <a:pt x="18923" y="59484"/>
                      <a:pt x="19240" y="59076"/>
                    </a:cubicBezTo>
                    <a:cubicBezTo>
                      <a:pt x="19466" y="58805"/>
                      <a:pt x="19602" y="58397"/>
                      <a:pt x="19738" y="58035"/>
                    </a:cubicBezTo>
                    <a:cubicBezTo>
                      <a:pt x="19693" y="57945"/>
                      <a:pt x="19693" y="57809"/>
                      <a:pt x="19738" y="57718"/>
                    </a:cubicBezTo>
                    <a:cubicBezTo>
                      <a:pt x="19783" y="57673"/>
                      <a:pt x="19783" y="57582"/>
                      <a:pt x="19828" y="57492"/>
                    </a:cubicBezTo>
                    <a:cubicBezTo>
                      <a:pt x="19874" y="57447"/>
                      <a:pt x="19874" y="57356"/>
                      <a:pt x="19874" y="57311"/>
                    </a:cubicBezTo>
                    <a:cubicBezTo>
                      <a:pt x="20055" y="56677"/>
                      <a:pt x="20145" y="55998"/>
                      <a:pt x="20417" y="55410"/>
                    </a:cubicBezTo>
                    <a:cubicBezTo>
                      <a:pt x="20469" y="55287"/>
                      <a:pt x="20562" y="55239"/>
                      <a:pt x="20664" y="55239"/>
                    </a:cubicBezTo>
                    <a:cubicBezTo>
                      <a:pt x="20827" y="55239"/>
                      <a:pt x="21013" y="55361"/>
                      <a:pt x="21096" y="55500"/>
                    </a:cubicBezTo>
                    <a:cubicBezTo>
                      <a:pt x="21141" y="55681"/>
                      <a:pt x="21232" y="55862"/>
                      <a:pt x="21232" y="56089"/>
                    </a:cubicBezTo>
                    <a:cubicBezTo>
                      <a:pt x="21503" y="55908"/>
                      <a:pt x="21820" y="55726"/>
                      <a:pt x="22092" y="55591"/>
                    </a:cubicBezTo>
                    <a:cubicBezTo>
                      <a:pt x="22545" y="55364"/>
                      <a:pt x="22997" y="55138"/>
                      <a:pt x="23224" y="54685"/>
                    </a:cubicBezTo>
                    <a:cubicBezTo>
                      <a:pt x="23495" y="54278"/>
                      <a:pt x="23676" y="53780"/>
                      <a:pt x="23767" y="53282"/>
                    </a:cubicBezTo>
                    <a:cubicBezTo>
                      <a:pt x="23993" y="52195"/>
                      <a:pt x="23857" y="51064"/>
                      <a:pt x="23631" y="49977"/>
                    </a:cubicBezTo>
                    <a:cubicBezTo>
                      <a:pt x="23495" y="49389"/>
                      <a:pt x="23314" y="48846"/>
                      <a:pt x="23133" y="48257"/>
                    </a:cubicBezTo>
                    <a:cubicBezTo>
                      <a:pt x="23042" y="48076"/>
                      <a:pt x="22997" y="47895"/>
                      <a:pt x="22907" y="47669"/>
                    </a:cubicBezTo>
                    <a:cubicBezTo>
                      <a:pt x="21946" y="48313"/>
                      <a:pt x="20807" y="48610"/>
                      <a:pt x="19649" y="48610"/>
                    </a:cubicBezTo>
                    <a:cubicBezTo>
                      <a:pt x="16824" y="48610"/>
                      <a:pt x="13894" y="46841"/>
                      <a:pt x="13219" y="44047"/>
                    </a:cubicBezTo>
                    <a:cubicBezTo>
                      <a:pt x="12301" y="44892"/>
                      <a:pt x="10997" y="45377"/>
                      <a:pt x="9739" y="45377"/>
                    </a:cubicBezTo>
                    <a:cubicBezTo>
                      <a:pt x="8640" y="45377"/>
                      <a:pt x="7575" y="45006"/>
                      <a:pt x="6836" y="44183"/>
                    </a:cubicBezTo>
                    <a:cubicBezTo>
                      <a:pt x="5281" y="42450"/>
                      <a:pt x="6517" y="38973"/>
                      <a:pt x="8789" y="38973"/>
                    </a:cubicBezTo>
                    <a:cubicBezTo>
                      <a:pt x="8832" y="38973"/>
                      <a:pt x="8875" y="38974"/>
                      <a:pt x="8919" y="38977"/>
                    </a:cubicBezTo>
                    <a:cubicBezTo>
                      <a:pt x="7108" y="38026"/>
                      <a:pt x="6700" y="35446"/>
                      <a:pt x="7470" y="33545"/>
                    </a:cubicBezTo>
                    <a:cubicBezTo>
                      <a:pt x="8194" y="31643"/>
                      <a:pt x="9824" y="30195"/>
                      <a:pt x="11408" y="28882"/>
                    </a:cubicBezTo>
                    <a:cubicBezTo>
                      <a:pt x="9552" y="28746"/>
                      <a:pt x="7877" y="27298"/>
                      <a:pt x="7515" y="25487"/>
                    </a:cubicBezTo>
                    <a:cubicBezTo>
                      <a:pt x="7108" y="23676"/>
                      <a:pt x="8059" y="21639"/>
                      <a:pt x="9688" y="20779"/>
                    </a:cubicBezTo>
                    <a:cubicBezTo>
                      <a:pt x="6700" y="19511"/>
                      <a:pt x="5569" y="15211"/>
                      <a:pt x="7561" y="12721"/>
                    </a:cubicBezTo>
                    <a:cubicBezTo>
                      <a:pt x="5116" y="12087"/>
                      <a:pt x="3849" y="8873"/>
                      <a:pt x="5116" y="6745"/>
                    </a:cubicBezTo>
                    <a:cubicBezTo>
                      <a:pt x="5614" y="5976"/>
                      <a:pt x="6384" y="5206"/>
                      <a:pt x="6202" y="4301"/>
                    </a:cubicBezTo>
                    <a:cubicBezTo>
                      <a:pt x="6067" y="3622"/>
                      <a:pt x="5342" y="3169"/>
                      <a:pt x="4844" y="2671"/>
                    </a:cubicBezTo>
                    <a:cubicBezTo>
                      <a:pt x="4165" y="1947"/>
                      <a:pt x="3803" y="951"/>
                      <a:pt x="38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5" name="Google Shape;6925;p20"/>
              <p:cNvSpPr/>
              <p:nvPr/>
            </p:nvSpPr>
            <p:spPr>
              <a:xfrm>
                <a:off x="4662750" y="3959225"/>
                <a:ext cx="2275" cy="6800"/>
              </a:xfrm>
              <a:custGeom>
                <a:rect b="b" l="l" r="r" t="t"/>
                <a:pathLst>
                  <a:path extrusionOk="0" h="272" w="91">
                    <a:moveTo>
                      <a:pt x="91" y="0"/>
                    </a:moveTo>
                    <a:lnTo>
                      <a:pt x="0" y="136"/>
                    </a:lnTo>
                    <a:cubicBezTo>
                      <a:pt x="45" y="181"/>
                      <a:pt x="45" y="227"/>
                      <a:pt x="45" y="272"/>
                    </a:cubicBezTo>
                    <a:lnTo>
                      <a:pt x="45" y="227"/>
                    </a:lnTo>
                    <a:cubicBezTo>
                      <a:pt x="91" y="227"/>
                      <a:pt x="91" y="181"/>
                      <a:pt x="91" y="181"/>
                    </a:cubicBezTo>
                    <a:cubicBezTo>
                      <a:pt x="91" y="91"/>
                      <a:pt x="91" y="46"/>
                      <a:pt x="91" y="0"/>
                    </a:cubicBez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6" name="Google Shape;6926;p20"/>
              <p:cNvSpPr/>
              <p:nvPr/>
            </p:nvSpPr>
            <p:spPr>
              <a:xfrm>
                <a:off x="4846075" y="3735150"/>
                <a:ext cx="24925" cy="27175"/>
              </a:xfrm>
              <a:custGeom>
                <a:rect b="b" l="l" r="r" t="t"/>
                <a:pathLst>
                  <a:path extrusionOk="0" h="1087" w="997">
                    <a:moveTo>
                      <a:pt x="996" y="0"/>
                    </a:moveTo>
                    <a:lnTo>
                      <a:pt x="996" y="0"/>
                    </a:lnTo>
                    <a:cubicBezTo>
                      <a:pt x="634" y="317"/>
                      <a:pt x="317" y="724"/>
                      <a:pt x="1" y="1087"/>
                    </a:cubicBezTo>
                    <a:lnTo>
                      <a:pt x="996" y="0"/>
                    </a:ln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7" name="Google Shape;6927;p20"/>
              <p:cNvSpPr/>
              <p:nvPr/>
            </p:nvSpPr>
            <p:spPr>
              <a:xfrm>
                <a:off x="4589175" y="3859625"/>
                <a:ext cx="537600" cy="1224550"/>
              </a:xfrm>
              <a:custGeom>
                <a:rect b="b" l="l" r="r" t="t"/>
                <a:pathLst>
                  <a:path extrusionOk="0" h="48982" w="21504">
                    <a:moveTo>
                      <a:pt x="8737" y="1"/>
                    </a:moveTo>
                    <a:cubicBezTo>
                      <a:pt x="8556" y="227"/>
                      <a:pt x="8330" y="408"/>
                      <a:pt x="8104" y="589"/>
                    </a:cubicBezTo>
                    <a:cubicBezTo>
                      <a:pt x="7244" y="1359"/>
                      <a:pt x="6067" y="1630"/>
                      <a:pt x="5252" y="2445"/>
                    </a:cubicBezTo>
                    <a:cubicBezTo>
                      <a:pt x="5206" y="2445"/>
                      <a:pt x="5206" y="2490"/>
                      <a:pt x="5161" y="2536"/>
                    </a:cubicBezTo>
                    <a:cubicBezTo>
                      <a:pt x="5161" y="2581"/>
                      <a:pt x="5161" y="2672"/>
                      <a:pt x="5116" y="2717"/>
                    </a:cubicBezTo>
                    <a:cubicBezTo>
                      <a:pt x="4708" y="3260"/>
                      <a:pt x="4346" y="3849"/>
                      <a:pt x="4029" y="4482"/>
                    </a:cubicBezTo>
                    <a:cubicBezTo>
                      <a:pt x="4029" y="4573"/>
                      <a:pt x="3984" y="4663"/>
                      <a:pt x="3939" y="4754"/>
                    </a:cubicBezTo>
                    <a:cubicBezTo>
                      <a:pt x="3622" y="5433"/>
                      <a:pt x="3396" y="6157"/>
                      <a:pt x="3215" y="6882"/>
                    </a:cubicBezTo>
                    <a:cubicBezTo>
                      <a:pt x="3124" y="7380"/>
                      <a:pt x="3079" y="7832"/>
                      <a:pt x="3034" y="8330"/>
                    </a:cubicBezTo>
                    <a:cubicBezTo>
                      <a:pt x="3073" y="8314"/>
                      <a:pt x="3114" y="8307"/>
                      <a:pt x="3154" y="8307"/>
                    </a:cubicBezTo>
                    <a:cubicBezTo>
                      <a:pt x="3345" y="8307"/>
                      <a:pt x="3524" y="8476"/>
                      <a:pt x="3486" y="8738"/>
                    </a:cubicBezTo>
                    <a:cubicBezTo>
                      <a:pt x="3215" y="10005"/>
                      <a:pt x="2943" y="11408"/>
                      <a:pt x="3169" y="12721"/>
                    </a:cubicBezTo>
                    <a:cubicBezTo>
                      <a:pt x="3169" y="12721"/>
                      <a:pt x="3215" y="12676"/>
                      <a:pt x="3260" y="12676"/>
                    </a:cubicBezTo>
                    <a:cubicBezTo>
                      <a:pt x="3305" y="12676"/>
                      <a:pt x="3396" y="12767"/>
                      <a:pt x="3396" y="12812"/>
                    </a:cubicBezTo>
                    <a:cubicBezTo>
                      <a:pt x="3396" y="12948"/>
                      <a:pt x="3396" y="13038"/>
                      <a:pt x="3396" y="13129"/>
                    </a:cubicBezTo>
                    <a:cubicBezTo>
                      <a:pt x="3350" y="13174"/>
                      <a:pt x="3350" y="13219"/>
                      <a:pt x="3350" y="13264"/>
                    </a:cubicBezTo>
                    <a:lnTo>
                      <a:pt x="3350" y="13355"/>
                    </a:lnTo>
                    <a:cubicBezTo>
                      <a:pt x="3350" y="13355"/>
                      <a:pt x="3350" y="13355"/>
                      <a:pt x="3350" y="13400"/>
                    </a:cubicBezTo>
                    <a:cubicBezTo>
                      <a:pt x="3396" y="13491"/>
                      <a:pt x="3396" y="13581"/>
                      <a:pt x="3441" y="13627"/>
                    </a:cubicBezTo>
                    <a:cubicBezTo>
                      <a:pt x="3758" y="14441"/>
                      <a:pt x="4346" y="15030"/>
                      <a:pt x="4754" y="15754"/>
                    </a:cubicBezTo>
                    <a:cubicBezTo>
                      <a:pt x="5116" y="16388"/>
                      <a:pt x="5523" y="17474"/>
                      <a:pt x="5297" y="18199"/>
                    </a:cubicBezTo>
                    <a:cubicBezTo>
                      <a:pt x="5240" y="18342"/>
                      <a:pt x="5092" y="18431"/>
                      <a:pt x="4956" y="18431"/>
                    </a:cubicBezTo>
                    <a:cubicBezTo>
                      <a:pt x="4878" y="18431"/>
                      <a:pt x="4804" y="18401"/>
                      <a:pt x="4754" y="18335"/>
                    </a:cubicBezTo>
                    <a:cubicBezTo>
                      <a:pt x="4437" y="18018"/>
                      <a:pt x="4346" y="17565"/>
                      <a:pt x="4120" y="17203"/>
                    </a:cubicBezTo>
                    <a:cubicBezTo>
                      <a:pt x="4029" y="17022"/>
                      <a:pt x="3939" y="16841"/>
                      <a:pt x="3803" y="16705"/>
                    </a:cubicBezTo>
                    <a:lnTo>
                      <a:pt x="3803" y="16705"/>
                    </a:lnTo>
                    <a:cubicBezTo>
                      <a:pt x="3848" y="16977"/>
                      <a:pt x="3848" y="17293"/>
                      <a:pt x="3803" y="17610"/>
                    </a:cubicBezTo>
                    <a:cubicBezTo>
                      <a:pt x="3758" y="18606"/>
                      <a:pt x="3215" y="19783"/>
                      <a:pt x="3713" y="20734"/>
                    </a:cubicBezTo>
                    <a:cubicBezTo>
                      <a:pt x="4165" y="21730"/>
                      <a:pt x="4935" y="22635"/>
                      <a:pt x="5569" y="23495"/>
                    </a:cubicBezTo>
                    <a:cubicBezTo>
                      <a:pt x="5840" y="23857"/>
                      <a:pt x="6112" y="24220"/>
                      <a:pt x="6474" y="24536"/>
                    </a:cubicBezTo>
                    <a:cubicBezTo>
                      <a:pt x="6746" y="24853"/>
                      <a:pt x="7153" y="25080"/>
                      <a:pt x="7425" y="25397"/>
                    </a:cubicBezTo>
                    <a:cubicBezTo>
                      <a:pt x="7606" y="25532"/>
                      <a:pt x="7606" y="25895"/>
                      <a:pt x="7334" y="25985"/>
                    </a:cubicBezTo>
                    <a:cubicBezTo>
                      <a:pt x="7153" y="26060"/>
                      <a:pt x="6972" y="26096"/>
                      <a:pt x="6794" y="26096"/>
                    </a:cubicBezTo>
                    <a:cubicBezTo>
                      <a:pt x="6439" y="26096"/>
                      <a:pt x="6097" y="25955"/>
                      <a:pt x="5795" y="25713"/>
                    </a:cubicBezTo>
                    <a:lnTo>
                      <a:pt x="5795" y="25713"/>
                    </a:lnTo>
                    <a:cubicBezTo>
                      <a:pt x="6067" y="26438"/>
                      <a:pt x="6112" y="27298"/>
                      <a:pt x="6067" y="27977"/>
                    </a:cubicBezTo>
                    <a:cubicBezTo>
                      <a:pt x="6021" y="28837"/>
                      <a:pt x="5704" y="29652"/>
                      <a:pt x="5704" y="30512"/>
                    </a:cubicBezTo>
                    <a:cubicBezTo>
                      <a:pt x="5750" y="31191"/>
                      <a:pt x="6248" y="31508"/>
                      <a:pt x="6791" y="31870"/>
                    </a:cubicBezTo>
                    <a:cubicBezTo>
                      <a:pt x="7425" y="32277"/>
                      <a:pt x="8149" y="32730"/>
                      <a:pt x="8194" y="33590"/>
                    </a:cubicBezTo>
                    <a:cubicBezTo>
                      <a:pt x="8194" y="33973"/>
                      <a:pt x="7873" y="34195"/>
                      <a:pt x="7539" y="34195"/>
                    </a:cubicBezTo>
                    <a:cubicBezTo>
                      <a:pt x="7439" y="34195"/>
                      <a:pt x="7338" y="34175"/>
                      <a:pt x="7244" y="34133"/>
                    </a:cubicBezTo>
                    <a:cubicBezTo>
                      <a:pt x="6927" y="33952"/>
                      <a:pt x="6655" y="33726"/>
                      <a:pt x="6383" y="33500"/>
                    </a:cubicBezTo>
                    <a:cubicBezTo>
                      <a:pt x="6157" y="33364"/>
                      <a:pt x="5976" y="33228"/>
                      <a:pt x="5750" y="33092"/>
                    </a:cubicBezTo>
                    <a:cubicBezTo>
                      <a:pt x="4890" y="34269"/>
                      <a:pt x="4029" y="35356"/>
                      <a:pt x="3079" y="36442"/>
                    </a:cubicBezTo>
                    <a:cubicBezTo>
                      <a:pt x="2581" y="36985"/>
                      <a:pt x="2128" y="37529"/>
                      <a:pt x="1675" y="38027"/>
                    </a:cubicBezTo>
                    <a:cubicBezTo>
                      <a:pt x="1268" y="38479"/>
                      <a:pt x="815" y="38887"/>
                      <a:pt x="544" y="39430"/>
                    </a:cubicBezTo>
                    <a:cubicBezTo>
                      <a:pt x="1" y="40335"/>
                      <a:pt x="182" y="41693"/>
                      <a:pt x="453" y="42644"/>
                    </a:cubicBezTo>
                    <a:lnTo>
                      <a:pt x="544" y="42780"/>
                    </a:lnTo>
                    <a:cubicBezTo>
                      <a:pt x="815" y="42191"/>
                      <a:pt x="1132" y="41603"/>
                      <a:pt x="1359" y="40969"/>
                    </a:cubicBezTo>
                    <a:cubicBezTo>
                      <a:pt x="1585" y="40381"/>
                      <a:pt x="1721" y="39385"/>
                      <a:pt x="2309" y="39068"/>
                    </a:cubicBezTo>
                    <a:cubicBezTo>
                      <a:pt x="2347" y="39049"/>
                      <a:pt x="2384" y="39038"/>
                      <a:pt x="2422" y="39038"/>
                    </a:cubicBezTo>
                    <a:cubicBezTo>
                      <a:pt x="2475" y="39038"/>
                      <a:pt x="2528" y="39060"/>
                      <a:pt x="2581" y="39113"/>
                    </a:cubicBezTo>
                    <a:cubicBezTo>
                      <a:pt x="2988" y="39520"/>
                      <a:pt x="2807" y="40245"/>
                      <a:pt x="2671" y="40788"/>
                    </a:cubicBezTo>
                    <a:cubicBezTo>
                      <a:pt x="2581" y="41422"/>
                      <a:pt x="2400" y="42010"/>
                      <a:pt x="2173" y="42644"/>
                    </a:cubicBezTo>
                    <a:cubicBezTo>
                      <a:pt x="1902" y="43233"/>
                      <a:pt x="1540" y="43912"/>
                      <a:pt x="1540" y="44545"/>
                    </a:cubicBezTo>
                    <a:cubicBezTo>
                      <a:pt x="1675" y="44772"/>
                      <a:pt x="1857" y="44953"/>
                      <a:pt x="1947" y="45224"/>
                    </a:cubicBezTo>
                    <a:cubicBezTo>
                      <a:pt x="1992" y="45360"/>
                      <a:pt x="1947" y="45541"/>
                      <a:pt x="1857" y="45632"/>
                    </a:cubicBezTo>
                    <a:cubicBezTo>
                      <a:pt x="1857" y="45677"/>
                      <a:pt x="1857" y="45677"/>
                      <a:pt x="1857" y="45677"/>
                    </a:cubicBezTo>
                    <a:cubicBezTo>
                      <a:pt x="2173" y="46084"/>
                      <a:pt x="2626" y="46401"/>
                      <a:pt x="3034" y="46718"/>
                    </a:cubicBezTo>
                    <a:cubicBezTo>
                      <a:pt x="3577" y="47080"/>
                      <a:pt x="4120" y="47443"/>
                      <a:pt x="4708" y="47759"/>
                    </a:cubicBezTo>
                    <a:cubicBezTo>
                      <a:pt x="5206" y="47986"/>
                      <a:pt x="5795" y="48167"/>
                      <a:pt x="6338" y="48212"/>
                    </a:cubicBezTo>
                    <a:cubicBezTo>
                      <a:pt x="6451" y="48235"/>
                      <a:pt x="6576" y="48246"/>
                      <a:pt x="6700" y="48246"/>
                    </a:cubicBezTo>
                    <a:cubicBezTo>
                      <a:pt x="6825" y="48246"/>
                      <a:pt x="6949" y="48235"/>
                      <a:pt x="7062" y="48212"/>
                    </a:cubicBezTo>
                    <a:cubicBezTo>
                      <a:pt x="7062" y="47443"/>
                      <a:pt x="7244" y="46628"/>
                      <a:pt x="7470" y="45949"/>
                    </a:cubicBezTo>
                    <a:cubicBezTo>
                      <a:pt x="8058" y="44228"/>
                      <a:pt x="9235" y="42644"/>
                      <a:pt x="9281" y="40833"/>
                    </a:cubicBezTo>
                    <a:cubicBezTo>
                      <a:pt x="9281" y="40577"/>
                      <a:pt x="9497" y="40437"/>
                      <a:pt x="9694" y="40437"/>
                    </a:cubicBezTo>
                    <a:cubicBezTo>
                      <a:pt x="9846" y="40437"/>
                      <a:pt x="9985" y="40520"/>
                      <a:pt x="10005" y="40697"/>
                    </a:cubicBezTo>
                    <a:cubicBezTo>
                      <a:pt x="10322" y="42508"/>
                      <a:pt x="9643" y="44047"/>
                      <a:pt x="9100" y="45722"/>
                    </a:cubicBezTo>
                    <a:cubicBezTo>
                      <a:pt x="8828" y="46447"/>
                      <a:pt x="8602" y="47171"/>
                      <a:pt x="8602" y="47986"/>
                    </a:cubicBezTo>
                    <a:cubicBezTo>
                      <a:pt x="8602" y="48257"/>
                      <a:pt x="8602" y="48620"/>
                      <a:pt x="8873" y="48801"/>
                    </a:cubicBezTo>
                    <a:cubicBezTo>
                      <a:pt x="9145" y="48982"/>
                      <a:pt x="9462" y="48982"/>
                      <a:pt x="9779" y="48982"/>
                    </a:cubicBezTo>
                    <a:cubicBezTo>
                      <a:pt x="11408" y="48891"/>
                      <a:pt x="13128" y="48303"/>
                      <a:pt x="14532" y="47443"/>
                    </a:cubicBezTo>
                    <a:cubicBezTo>
                      <a:pt x="15211" y="47035"/>
                      <a:pt x="15890" y="46582"/>
                      <a:pt x="16343" y="45949"/>
                    </a:cubicBezTo>
                    <a:cubicBezTo>
                      <a:pt x="16841" y="45270"/>
                      <a:pt x="17067" y="44410"/>
                      <a:pt x="17157" y="43595"/>
                    </a:cubicBezTo>
                    <a:cubicBezTo>
                      <a:pt x="17293" y="42825"/>
                      <a:pt x="17338" y="42010"/>
                      <a:pt x="17429" y="41195"/>
                    </a:cubicBezTo>
                    <a:cubicBezTo>
                      <a:pt x="17384" y="40969"/>
                      <a:pt x="17384" y="40743"/>
                      <a:pt x="17474" y="40516"/>
                    </a:cubicBezTo>
                    <a:cubicBezTo>
                      <a:pt x="17565" y="39747"/>
                      <a:pt x="17655" y="38977"/>
                      <a:pt x="17882" y="38208"/>
                    </a:cubicBezTo>
                    <a:cubicBezTo>
                      <a:pt x="17905" y="38067"/>
                      <a:pt x="18051" y="37987"/>
                      <a:pt x="18192" y="37987"/>
                    </a:cubicBezTo>
                    <a:cubicBezTo>
                      <a:pt x="18322" y="37987"/>
                      <a:pt x="18448" y="38055"/>
                      <a:pt x="18470" y="38208"/>
                    </a:cubicBezTo>
                    <a:cubicBezTo>
                      <a:pt x="18515" y="38298"/>
                      <a:pt x="18515" y="38389"/>
                      <a:pt x="18515" y="38479"/>
                    </a:cubicBezTo>
                    <a:cubicBezTo>
                      <a:pt x="18878" y="38072"/>
                      <a:pt x="19285" y="37710"/>
                      <a:pt x="19738" y="37348"/>
                    </a:cubicBezTo>
                    <a:cubicBezTo>
                      <a:pt x="20145" y="37031"/>
                      <a:pt x="20598" y="36714"/>
                      <a:pt x="20915" y="36306"/>
                    </a:cubicBezTo>
                    <a:cubicBezTo>
                      <a:pt x="21413" y="35582"/>
                      <a:pt x="21503" y="34586"/>
                      <a:pt x="21503" y="33681"/>
                    </a:cubicBezTo>
                    <a:lnTo>
                      <a:pt x="21503" y="33681"/>
                    </a:lnTo>
                    <a:cubicBezTo>
                      <a:pt x="20145" y="34767"/>
                      <a:pt x="18651" y="35763"/>
                      <a:pt x="16931" y="35808"/>
                    </a:cubicBezTo>
                    <a:cubicBezTo>
                      <a:pt x="16886" y="35810"/>
                      <a:pt x="16841" y="35812"/>
                      <a:pt x="16797" y="35812"/>
                    </a:cubicBezTo>
                    <a:cubicBezTo>
                      <a:pt x="14892" y="35812"/>
                      <a:pt x="12963" y="33956"/>
                      <a:pt x="13626" y="32187"/>
                    </a:cubicBezTo>
                    <a:lnTo>
                      <a:pt x="13626" y="32187"/>
                    </a:lnTo>
                    <a:cubicBezTo>
                      <a:pt x="13148" y="32861"/>
                      <a:pt x="12336" y="33190"/>
                      <a:pt x="11516" y="33190"/>
                    </a:cubicBezTo>
                    <a:cubicBezTo>
                      <a:pt x="10627" y="33190"/>
                      <a:pt x="9730" y="32804"/>
                      <a:pt x="9235" y="32051"/>
                    </a:cubicBezTo>
                    <a:cubicBezTo>
                      <a:pt x="8285" y="30602"/>
                      <a:pt x="9054" y="28384"/>
                      <a:pt x="10639" y="27705"/>
                    </a:cubicBezTo>
                    <a:cubicBezTo>
                      <a:pt x="8783" y="27253"/>
                      <a:pt x="7787" y="24853"/>
                      <a:pt x="8737" y="23224"/>
                    </a:cubicBezTo>
                    <a:cubicBezTo>
                      <a:pt x="8918" y="22907"/>
                      <a:pt x="9145" y="22635"/>
                      <a:pt x="9100" y="22273"/>
                    </a:cubicBezTo>
                    <a:cubicBezTo>
                      <a:pt x="9100" y="21684"/>
                      <a:pt x="8421" y="21413"/>
                      <a:pt x="7968" y="21096"/>
                    </a:cubicBezTo>
                    <a:cubicBezTo>
                      <a:pt x="6746" y="20236"/>
                      <a:pt x="6565" y="18380"/>
                      <a:pt x="7153" y="17022"/>
                    </a:cubicBezTo>
                    <a:cubicBezTo>
                      <a:pt x="7787" y="15664"/>
                      <a:pt x="8964" y="14668"/>
                      <a:pt x="10095" y="13672"/>
                    </a:cubicBezTo>
                    <a:cubicBezTo>
                      <a:pt x="8285" y="12676"/>
                      <a:pt x="7515" y="10367"/>
                      <a:pt x="7832" y="8330"/>
                    </a:cubicBezTo>
                    <a:cubicBezTo>
                      <a:pt x="8194" y="6248"/>
                      <a:pt x="9416" y="4482"/>
                      <a:pt x="10775" y="2943"/>
                    </a:cubicBezTo>
                    <a:cubicBezTo>
                      <a:pt x="9552" y="2536"/>
                      <a:pt x="8828" y="1313"/>
                      <a:pt x="873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8" name="Google Shape;6928;p20"/>
              <p:cNvSpPr/>
              <p:nvPr/>
            </p:nvSpPr>
            <p:spPr>
              <a:xfrm>
                <a:off x="3236775" y="4245925"/>
                <a:ext cx="55100" cy="164875"/>
              </a:xfrm>
              <a:custGeom>
                <a:rect b="b" l="l" r="r" t="t"/>
                <a:pathLst>
                  <a:path extrusionOk="0" h="6595" w="2204">
                    <a:moveTo>
                      <a:pt x="1743" y="1"/>
                    </a:moveTo>
                    <a:cubicBezTo>
                      <a:pt x="1648" y="1"/>
                      <a:pt x="1545" y="37"/>
                      <a:pt x="1449" y="121"/>
                    </a:cubicBezTo>
                    <a:cubicBezTo>
                      <a:pt x="1223" y="302"/>
                      <a:pt x="996" y="483"/>
                      <a:pt x="860" y="755"/>
                    </a:cubicBezTo>
                    <a:cubicBezTo>
                      <a:pt x="679" y="1027"/>
                      <a:pt x="544" y="1298"/>
                      <a:pt x="408" y="1570"/>
                    </a:cubicBezTo>
                    <a:cubicBezTo>
                      <a:pt x="181" y="2113"/>
                      <a:pt x="46" y="2747"/>
                      <a:pt x="46" y="3335"/>
                    </a:cubicBezTo>
                    <a:cubicBezTo>
                      <a:pt x="0" y="3924"/>
                      <a:pt x="91" y="4512"/>
                      <a:pt x="272" y="5101"/>
                    </a:cubicBezTo>
                    <a:cubicBezTo>
                      <a:pt x="453" y="5644"/>
                      <a:pt x="815" y="6595"/>
                      <a:pt x="1540" y="6595"/>
                    </a:cubicBezTo>
                    <a:cubicBezTo>
                      <a:pt x="1675" y="6595"/>
                      <a:pt x="1902" y="6504"/>
                      <a:pt x="1947" y="6323"/>
                    </a:cubicBezTo>
                    <a:cubicBezTo>
                      <a:pt x="2173" y="5825"/>
                      <a:pt x="1856" y="5237"/>
                      <a:pt x="1675" y="4784"/>
                    </a:cubicBezTo>
                    <a:cubicBezTo>
                      <a:pt x="1540" y="4286"/>
                      <a:pt x="1449" y="3833"/>
                      <a:pt x="1449" y="3381"/>
                    </a:cubicBezTo>
                    <a:cubicBezTo>
                      <a:pt x="1449" y="2883"/>
                      <a:pt x="1494" y="2475"/>
                      <a:pt x="1585" y="1977"/>
                    </a:cubicBezTo>
                    <a:cubicBezTo>
                      <a:pt x="1630" y="1751"/>
                      <a:pt x="1721" y="1525"/>
                      <a:pt x="1811" y="1298"/>
                    </a:cubicBezTo>
                    <a:cubicBezTo>
                      <a:pt x="1902" y="1027"/>
                      <a:pt x="1947" y="800"/>
                      <a:pt x="2037" y="574"/>
                    </a:cubicBezTo>
                    <a:cubicBezTo>
                      <a:pt x="2204" y="275"/>
                      <a:pt x="2004" y="1"/>
                      <a:pt x="1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9" name="Google Shape;6929;p20"/>
              <p:cNvSpPr/>
              <p:nvPr/>
            </p:nvSpPr>
            <p:spPr>
              <a:xfrm>
                <a:off x="3246325" y="4438525"/>
                <a:ext cx="28950" cy="100875"/>
              </a:xfrm>
              <a:custGeom>
                <a:rect b="b" l="l" r="r" t="t"/>
                <a:pathLst>
                  <a:path extrusionOk="0" h="4035" w="1158">
                    <a:moveTo>
                      <a:pt x="479" y="0"/>
                    </a:moveTo>
                    <a:cubicBezTo>
                      <a:pt x="244" y="0"/>
                      <a:pt x="0" y="151"/>
                      <a:pt x="26" y="430"/>
                    </a:cubicBezTo>
                    <a:cubicBezTo>
                      <a:pt x="71" y="1018"/>
                      <a:pt x="71" y="1562"/>
                      <a:pt x="116" y="2150"/>
                    </a:cubicBezTo>
                    <a:cubicBezTo>
                      <a:pt x="116" y="2467"/>
                      <a:pt x="162" y="2739"/>
                      <a:pt x="162" y="3010"/>
                    </a:cubicBezTo>
                    <a:cubicBezTo>
                      <a:pt x="207" y="3327"/>
                      <a:pt x="207" y="3644"/>
                      <a:pt x="343" y="3916"/>
                    </a:cubicBezTo>
                    <a:cubicBezTo>
                      <a:pt x="385" y="4000"/>
                      <a:pt x="466" y="4035"/>
                      <a:pt x="554" y="4035"/>
                    </a:cubicBezTo>
                    <a:cubicBezTo>
                      <a:pt x="656" y="4035"/>
                      <a:pt x="768" y="3988"/>
                      <a:pt x="841" y="3916"/>
                    </a:cubicBezTo>
                    <a:cubicBezTo>
                      <a:pt x="1022" y="3644"/>
                      <a:pt x="1022" y="3282"/>
                      <a:pt x="1067" y="2965"/>
                    </a:cubicBezTo>
                    <a:cubicBezTo>
                      <a:pt x="1067" y="2874"/>
                      <a:pt x="1067" y="2739"/>
                      <a:pt x="1112" y="2648"/>
                    </a:cubicBezTo>
                    <a:cubicBezTo>
                      <a:pt x="1158" y="2467"/>
                      <a:pt x="1112" y="2286"/>
                      <a:pt x="1112" y="2105"/>
                    </a:cubicBezTo>
                    <a:cubicBezTo>
                      <a:pt x="1112" y="1516"/>
                      <a:pt x="1022" y="928"/>
                      <a:pt x="886" y="294"/>
                    </a:cubicBezTo>
                    <a:cubicBezTo>
                      <a:pt x="846" y="94"/>
                      <a:pt x="665" y="0"/>
                      <a:pt x="4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30" name="Google Shape;6930;p20"/>
              <p:cNvSpPr/>
              <p:nvPr/>
            </p:nvSpPr>
            <p:spPr>
              <a:xfrm>
                <a:off x="3153025" y="4401500"/>
                <a:ext cx="28325" cy="67450"/>
              </a:xfrm>
              <a:custGeom>
                <a:rect b="b" l="l" r="r" t="t"/>
                <a:pathLst>
                  <a:path extrusionOk="0" h="2698" w="1133">
                    <a:moveTo>
                      <a:pt x="393" y="1"/>
                    </a:moveTo>
                    <a:cubicBezTo>
                      <a:pt x="367" y="1"/>
                      <a:pt x="341" y="4"/>
                      <a:pt x="317" y="9"/>
                    </a:cubicBezTo>
                    <a:cubicBezTo>
                      <a:pt x="91" y="55"/>
                      <a:pt x="0" y="281"/>
                      <a:pt x="46" y="462"/>
                    </a:cubicBezTo>
                    <a:cubicBezTo>
                      <a:pt x="136" y="824"/>
                      <a:pt x="182" y="1186"/>
                      <a:pt x="272" y="1549"/>
                    </a:cubicBezTo>
                    <a:cubicBezTo>
                      <a:pt x="317" y="1730"/>
                      <a:pt x="363" y="1866"/>
                      <a:pt x="408" y="2047"/>
                    </a:cubicBezTo>
                    <a:cubicBezTo>
                      <a:pt x="453" y="2273"/>
                      <a:pt x="498" y="2409"/>
                      <a:pt x="634" y="2590"/>
                    </a:cubicBezTo>
                    <a:cubicBezTo>
                      <a:pt x="677" y="2654"/>
                      <a:pt x="770" y="2698"/>
                      <a:pt x="861" y="2698"/>
                    </a:cubicBezTo>
                    <a:cubicBezTo>
                      <a:pt x="963" y="2698"/>
                      <a:pt x="1063" y="2643"/>
                      <a:pt x="1087" y="2499"/>
                    </a:cubicBezTo>
                    <a:cubicBezTo>
                      <a:pt x="1087" y="2409"/>
                      <a:pt x="1132" y="2318"/>
                      <a:pt x="1132" y="2228"/>
                    </a:cubicBezTo>
                    <a:cubicBezTo>
                      <a:pt x="1132" y="2092"/>
                      <a:pt x="1132" y="2001"/>
                      <a:pt x="1087" y="1911"/>
                    </a:cubicBezTo>
                    <a:cubicBezTo>
                      <a:pt x="1087" y="1730"/>
                      <a:pt x="1042" y="1549"/>
                      <a:pt x="996" y="1368"/>
                    </a:cubicBezTo>
                    <a:cubicBezTo>
                      <a:pt x="951" y="1005"/>
                      <a:pt x="861" y="643"/>
                      <a:pt x="815" y="281"/>
                    </a:cubicBezTo>
                    <a:cubicBezTo>
                      <a:pt x="776" y="124"/>
                      <a:pt x="566" y="1"/>
                      <a:pt x="3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31" name="Google Shape;6931;p20"/>
              <p:cNvSpPr/>
              <p:nvPr/>
            </p:nvSpPr>
            <p:spPr>
              <a:xfrm>
                <a:off x="3166925" y="4591850"/>
                <a:ext cx="29125" cy="65225"/>
              </a:xfrm>
              <a:custGeom>
                <a:rect b="b" l="l" r="r" t="t"/>
                <a:pathLst>
                  <a:path extrusionOk="0" h="2609" w="1165">
                    <a:moveTo>
                      <a:pt x="712" y="1"/>
                    </a:moveTo>
                    <a:cubicBezTo>
                      <a:pt x="531" y="46"/>
                      <a:pt x="305" y="182"/>
                      <a:pt x="305" y="408"/>
                    </a:cubicBezTo>
                    <a:cubicBezTo>
                      <a:pt x="305" y="589"/>
                      <a:pt x="305" y="770"/>
                      <a:pt x="305" y="906"/>
                    </a:cubicBezTo>
                    <a:cubicBezTo>
                      <a:pt x="305" y="951"/>
                      <a:pt x="305" y="997"/>
                      <a:pt x="305" y="1042"/>
                    </a:cubicBezTo>
                    <a:cubicBezTo>
                      <a:pt x="305" y="1042"/>
                      <a:pt x="305" y="1087"/>
                      <a:pt x="305" y="1087"/>
                    </a:cubicBezTo>
                    <a:cubicBezTo>
                      <a:pt x="259" y="1178"/>
                      <a:pt x="259" y="1313"/>
                      <a:pt x="259" y="1404"/>
                    </a:cubicBezTo>
                    <a:lnTo>
                      <a:pt x="259" y="1449"/>
                    </a:lnTo>
                    <a:cubicBezTo>
                      <a:pt x="214" y="1495"/>
                      <a:pt x="214" y="1540"/>
                      <a:pt x="214" y="1585"/>
                    </a:cubicBezTo>
                    <a:cubicBezTo>
                      <a:pt x="214" y="1630"/>
                      <a:pt x="169" y="1721"/>
                      <a:pt x="169" y="1811"/>
                    </a:cubicBezTo>
                    <a:cubicBezTo>
                      <a:pt x="124" y="1857"/>
                      <a:pt x="124" y="1947"/>
                      <a:pt x="78" y="2038"/>
                    </a:cubicBezTo>
                    <a:cubicBezTo>
                      <a:pt x="33" y="2083"/>
                      <a:pt x="33" y="2174"/>
                      <a:pt x="33" y="2264"/>
                    </a:cubicBezTo>
                    <a:cubicBezTo>
                      <a:pt x="0" y="2460"/>
                      <a:pt x="132" y="2609"/>
                      <a:pt x="293" y="2609"/>
                    </a:cubicBezTo>
                    <a:cubicBezTo>
                      <a:pt x="356" y="2609"/>
                      <a:pt x="422" y="2586"/>
                      <a:pt x="486" y="2536"/>
                    </a:cubicBezTo>
                    <a:cubicBezTo>
                      <a:pt x="621" y="2400"/>
                      <a:pt x="712" y="2264"/>
                      <a:pt x="803" y="2083"/>
                    </a:cubicBezTo>
                    <a:lnTo>
                      <a:pt x="893" y="1811"/>
                    </a:lnTo>
                    <a:cubicBezTo>
                      <a:pt x="938" y="1766"/>
                      <a:pt x="938" y="1721"/>
                      <a:pt x="984" y="1676"/>
                    </a:cubicBezTo>
                    <a:cubicBezTo>
                      <a:pt x="984" y="1630"/>
                      <a:pt x="984" y="1630"/>
                      <a:pt x="984" y="1585"/>
                    </a:cubicBezTo>
                    <a:cubicBezTo>
                      <a:pt x="1165" y="1268"/>
                      <a:pt x="1165" y="816"/>
                      <a:pt x="1119" y="408"/>
                    </a:cubicBezTo>
                    <a:cubicBezTo>
                      <a:pt x="1119" y="227"/>
                      <a:pt x="938" y="1"/>
                      <a:pt x="71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32" name="Google Shape;6932;p20"/>
              <p:cNvSpPr/>
              <p:nvPr/>
            </p:nvSpPr>
            <p:spPr>
              <a:xfrm>
                <a:off x="3067025" y="4677650"/>
                <a:ext cx="33975" cy="72775"/>
              </a:xfrm>
              <a:custGeom>
                <a:rect b="b" l="l" r="r" t="t"/>
                <a:pathLst>
                  <a:path extrusionOk="0" h="2911" w="1359">
                    <a:moveTo>
                      <a:pt x="588" y="0"/>
                    </a:moveTo>
                    <a:cubicBezTo>
                      <a:pt x="375" y="0"/>
                      <a:pt x="130" y="129"/>
                      <a:pt x="91" y="326"/>
                    </a:cubicBezTo>
                    <a:cubicBezTo>
                      <a:pt x="0" y="779"/>
                      <a:pt x="0" y="1231"/>
                      <a:pt x="91" y="1684"/>
                    </a:cubicBezTo>
                    <a:cubicBezTo>
                      <a:pt x="181" y="2091"/>
                      <a:pt x="407" y="2499"/>
                      <a:pt x="679" y="2816"/>
                    </a:cubicBezTo>
                    <a:cubicBezTo>
                      <a:pt x="763" y="2872"/>
                      <a:pt x="864" y="2910"/>
                      <a:pt x="961" y="2910"/>
                    </a:cubicBezTo>
                    <a:cubicBezTo>
                      <a:pt x="1021" y="2910"/>
                      <a:pt x="1080" y="2896"/>
                      <a:pt x="1132" y="2861"/>
                    </a:cubicBezTo>
                    <a:cubicBezTo>
                      <a:pt x="1268" y="2771"/>
                      <a:pt x="1358" y="2589"/>
                      <a:pt x="1268" y="2454"/>
                    </a:cubicBezTo>
                    <a:cubicBezTo>
                      <a:pt x="1177" y="2137"/>
                      <a:pt x="1087" y="1820"/>
                      <a:pt x="1041" y="1458"/>
                    </a:cubicBezTo>
                    <a:cubicBezTo>
                      <a:pt x="996" y="1412"/>
                      <a:pt x="996" y="1367"/>
                      <a:pt x="996" y="1322"/>
                    </a:cubicBezTo>
                    <a:cubicBezTo>
                      <a:pt x="996" y="1322"/>
                      <a:pt x="996" y="1322"/>
                      <a:pt x="996" y="1277"/>
                    </a:cubicBezTo>
                    <a:cubicBezTo>
                      <a:pt x="996" y="1186"/>
                      <a:pt x="996" y="1141"/>
                      <a:pt x="996" y="1050"/>
                    </a:cubicBezTo>
                    <a:lnTo>
                      <a:pt x="996" y="779"/>
                    </a:lnTo>
                    <a:cubicBezTo>
                      <a:pt x="996" y="733"/>
                      <a:pt x="996" y="688"/>
                      <a:pt x="996" y="643"/>
                    </a:cubicBezTo>
                    <a:lnTo>
                      <a:pt x="996" y="598"/>
                    </a:lnTo>
                    <a:cubicBezTo>
                      <a:pt x="996" y="462"/>
                      <a:pt x="996" y="326"/>
                      <a:pt x="951" y="235"/>
                    </a:cubicBezTo>
                    <a:cubicBezTo>
                      <a:pt x="905" y="145"/>
                      <a:pt x="770" y="54"/>
                      <a:pt x="679" y="9"/>
                    </a:cubicBezTo>
                    <a:cubicBezTo>
                      <a:pt x="650" y="3"/>
                      <a:pt x="619" y="0"/>
                      <a:pt x="58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33" name="Google Shape;6933;p20"/>
              <p:cNvSpPr/>
              <p:nvPr/>
            </p:nvSpPr>
            <p:spPr>
              <a:xfrm>
                <a:off x="3183575" y="4786500"/>
                <a:ext cx="30600" cy="35125"/>
              </a:xfrm>
              <a:custGeom>
                <a:rect b="b" l="l" r="r" t="t"/>
                <a:pathLst>
                  <a:path extrusionOk="0" h="1405" w="1224">
                    <a:moveTo>
                      <a:pt x="453" y="1"/>
                    </a:moveTo>
                    <a:cubicBezTo>
                      <a:pt x="363" y="1"/>
                      <a:pt x="272" y="1"/>
                      <a:pt x="227" y="46"/>
                    </a:cubicBezTo>
                    <a:cubicBezTo>
                      <a:pt x="182" y="91"/>
                      <a:pt x="137" y="91"/>
                      <a:pt x="91" y="182"/>
                    </a:cubicBezTo>
                    <a:cubicBezTo>
                      <a:pt x="46" y="227"/>
                      <a:pt x="46" y="273"/>
                      <a:pt x="1" y="318"/>
                    </a:cubicBezTo>
                    <a:cubicBezTo>
                      <a:pt x="1" y="363"/>
                      <a:pt x="1" y="408"/>
                      <a:pt x="1" y="499"/>
                    </a:cubicBezTo>
                    <a:cubicBezTo>
                      <a:pt x="1" y="544"/>
                      <a:pt x="46" y="589"/>
                      <a:pt x="46" y="680"/>
                    </a:cubicBezTo>
                    <a:cubicBezTo>
                      <a:pt x="91" y="725"/>
                      <a:pt x="182" y="771"/>
                      <a:pt x="227" y="816"/>
                    </a:cubicBezTo>
                    <a:cubicBezTo>
                      <a:pt x="227" y="816"/>
                      <a:pt x="227" y="861"/>
                      <a:pt x="272" y="861"/>
                    </a:cubicBezTo>
                    <a:cubicBezTo>
                      <a:pt x="318" y="906"/>
                      <a:pt x="363" y="952"/>
                      <a:pt x="408" y="997"/>
                    </a:cubicBezTo>
                    <a:lnTo>
                      <a:pt x="499" y="1133"/>
                    </a:lnTo>
                    <a:cubicBezTo>
                      <a:pt x="544" y="1223"/>
                      <a:pt x="635" y="1268"/>
                      <a:pt x="725" y="1314"/>
                    </a:cubicBezTo>
                    <a:cubicBezTo>
                      <a:pt x="770" y="1359"/>
                      <a:pt x="861" y="1404"/>
                      <a:pt x="951" y="1404"/>
                    </a:cubicBezTo>
                    <a:cubicBezTo>
                      <a:pt x="997" y="1404"/>
                      <a:pt x="1087" y="1359"/>
                      <a:pt x="1132" y="1268"/>
                    </a:cubicBezTo>
                    <a:cubicBezTo>
                      <a:pt x="1178" y="1223"/>
                      <a:pt x="1178" y="1178"/>
                      <a:pt x="1178" y="1133"/>
                    </a:cubicBezTo>
                    <a:cubicBezTo>
                      <a:pt x="1223" y="1042"/>
                      <a:pt x="1223" y="997"/>
                      <a:pt x="1223" y="952"/>
                    </a:cubicBezTo>
                    <a:cubicBezTo>
                      <a:pt x="1223" y="861"/>
                      <a:pt x="1223" y="816"/>
                      <a:pt x="1178" y="725"/>
                    </a:cubicBezTo>
                    <a:cubicBezTo>
                      <a:pt x="1132" y="680"/>
                      <a:pt x="1132" y="589"/>
                      <a:pt x="1087" y="544"/>
                    </a:cubicBezTo>
                    <a:cubicBezTo>
                      <a:pt x="1087" y="499"/>
                      <a:pt x="1042" y="408"/>
                      <a:pt x="997" y="363"/>
                    </a:cubicBezTo>
                    <a:cubicBezTo>
                      <a:pt x="906" y="273"/>
                      <a:pt x="861" y="182"/>
                      <a:pt x="770" y="91"/>
                    </a:cubicBezTo>
                    <a:cubicBezTo>
                      <a:pt x="680" y="46"/>
                      <a:pt x="589" y="1"/>
                      <a:pt x="45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34" name="Google Shape;6934;p20"/>
              <p:cNvSpPr/>
              <p:nvPr/>
            </p:nvSpPr>
            <p:spPr>
              <a:xfrm>
                <a:off x="3199450" y="4818200"/>
                <a:ext cx="2275" cy="1150"/>
              </a:xfrm>
              <a:custGeom>
                <a:rect b="b" l="l" r="r" t="t"/>
                <a:pathLst>
                  <a:path extrusionOk="0" h="46" w="91">
                    <a:moveTo>
                      <a:pt x="0" y="0"/>
                    </a:moveTo>
                    <a:cubicBezTo>
                      <a:pt x="45" y="1"/>
                      <a:pt x="45" y="46"/>
                      <a:pt x="45" y="46"/>
                    </a:cubicBezTo>
                    <a:lnTo>
                      <a:pt x="90" y="46"/>
                    </a:lnTo>
                    <a:cubicBezTo>
                      <a:pt x="45" y="46"/>
                      <a:pt x="45" y="1"/>
                      <a:pt x="0" y="0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35" name="Google Shape;6935;p20"/>
              <p:cNvSpPr/>
              <p:nvPr/>
            </p:nvSpPr>
            <p:spPr>
              <a:xfrm>
                <a:off x="3201700" y="48193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36" name="Google Shape;6936;p20"/>
              <p:cNvSpPr/>
              <p:nvPr/>
            </p:nvSpPr>
            <p:spPr>
              <a:xfrm>
                <a:off x="3997275" y="4760475"/>
                <a:ext cx="2300" cy="1175"/>
              </a:xfrm>
              <a:custGeom>
                <a:rect b="b" l="l" r="r" t="t"/>
                <a:pathLst>
                  <a:path extrusionOk="0" h="47" w="92">
                    <a:moveTo>
                      <a:pt x="1" y="46"/>
                    </a:moveTo>
                    <a:lnTo>
                      <a:pt x="1" y="46"/>
                    </a:lnTo>
                    <a:cubicBezTo>
                      <a:pt x="46" y="46"/>
                      <a:pt x="46" y="1"/>
                      <a:pt x="92" y="1"/>
                    </a:cubicBezTo>
                    <a:cubicBezTo>
                      <a:pt x="46" y="1"/>
                      <a:pt x="46" y="46"/>
                      <a:pt x="1" y="46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37" name="Google Shape;6937;p20"/>
              <p:cNvSpPr/>
              <p:nvPr/>
            </p:nvSpPr>
            <p:spPr>
              <a:xfrm>
                <a:off x="3971250" y="4758225"/>
                <a:ext cx="67925" cy="127425"/>
              </a:xfrm>
              <a:custGeom>
                <a:rect b="b" l="l" r="r" t="t"/>
                <a:pathLst>
                  <a:path extrusionOk="0" h="5097" w="2717">
                    <a:moveTo>
                      <a:pt x="1268" y="0"/>
                    </a:moveTo>
                    <a:cubicBezTo>
                      <a:pt x="1223" y="45"/>
                      <a:pt x="1133" y="91"/>
                      <a:pt x="1042" y="136"/>
                    </a:cubicBezTo>
                    <a:cubicBezTo>
                      <a:pt x="997" y="136"/>
                      <a:pt x="906" y="181"/>
                      <a:pt x="861" y="227"/>
                    </a:cubicBezTo>
                    <a:cubicBezTo>
                      <a:pt x="680" y="408"/>
                      <a:pt x="499" y="589"/>
                      <a:pt x="408" y="815"/>
                    </a:cubicBezTo>
                    <a:cubicBezTo>
                      <a:pt x="182" y="1313"/>
                      <a:pt x="91" y="1811"/>
                      <a:pt x="46" y="2309"/>
                    </a:cubicBezTo>
                    <a:cubicBezTo>
                      <a:pt x="1" y="2716"/>
                      <a:pt x="1" y="3124"/>
                      <a:pt x="46" y="3531"/>
                    </a:cubicBezTo>
                    <a:cubicBezTo>
                      <a:pt x="137" y="4074"/>
                      <a:pt x="272" y="4708"/>
                      <a:pt x="770" y="5025"/>
                    </a:cubicBezTo>
                    <a:cubicBezTo>
                      <a:pt x="855" y="5074"/>
                      <a:pt x="953" y="5096"/>
                      <a:pt x="1052" y="5096"/>
                    </a:cubicBezTo>
                    <a:cubicBezTo>
                      <a:pt x="1322" y="5096"/>
                      <a:pt x="1597" y="4928"/>
                      <a:pt x="1630" y="4663"/>
                    </a:cubicBezTo>
                    <a:cubicBezTo>
                      <a:pt x="1721" y="4391"/>
                      <a:pt x="1721" y="4210"/>
                      <a:pt x="1630" y="3939"/>
                    </a:cubicBezTo>
                    <a:cubicBezTo>
                      <a:pt x="1630" y="3893"/>
                      <a:pt x="1630" y="3893"/>
                      <a:pt x="1630" y="3893"/>
                    </a:cubicBezTo>
                    <a:cubicBezTo>
                      <a:pt x="1630" y="3848"/>
                      <a:pt x="1630" y="3848"/>
                      <a:pt x="1630" y="3803"/>
                    </a:cubicBezTo>
                    <a:cubicBezTo>
                      <a:pt x="1630" y="3712"/>
                      <a:pt x="1630" y="3622"/>
                      <a:pt x="1630" y="3576"/>
                    </a:cubicBezTo>
                    <a:cubicBezTo>
                      <a:pt x="1585" y="3214"/>
                      <a:pt x="1630" y="2852"/>
                      <a:pt x="1630" y="2490"/>
                    </a:cubicBezTo>
                    <a:cubicBezTo>
                      <a:pt x="1676" y="2399"/>
                      <a:pt x="1676" y="2309"/>
                      <a:pt x="1676" y="2218"/>
                    </a:cubicBezTo>
                    <a:cubicBezTo>
                      <a:pt x="1676" y="2173"/>
                      <a:pt x="1676" y="2128"/>
                      <a:pt x="1676" y="2128"/>
                    </a:cubicBezTo>
                    <a:cubicBezTo>
                      <a:pt x="1721" y="1947"/>
                      <a:pt x="1766" y="1766"/>
                      <a:pt x="1812" y="1630"/>
                    </a:cubicBezTo>
                    <a:cubicBezTo>
                      <a:pt x="1812" y="1585"/>
                      <a:pt x="1857" y="1539"/>
                      <a:pt x="1857" y="1494"/>
                    </a:cubicBezTo>
                    <a:cubicBezTo>
                      <a:pt x="1902" y="1494"/>
                      <a:pt x="1902" y="1449"/>
                      <a:pt x="1902" y="1449"/>
                    </a:cubicBezTo>
                    <a:cubicBezTo>
                      <a:pt x="1947" y="1404"/>
                      <a:pt x="1993" y="1358"/>
                      <a:pt x="1993" y="1358"/>
                    </a:cubicBezTo>
                    <a:cubicBezTo>
                      <a:pt x="2038" y="1313"/>
                      <a:pt x="2083" y="1268"/>
                      <a:pt x="2083" y="1222"/>
                    </a:cubicBezTo>
                    <a:cubicBezTo>
                      <a:pt x="2128" y="1222"/>
                      <a:pt x="2174" y="1177"/>
                      <a:pt x="2219" y="1177"/>
                    </a:cubicBezTo>
                    <a:cubicBezTo>
                      <a:pt x="2581" y="1041"/>
                      <a:pt x="2717" y="589"/>
                      <a:pt x="2445" y="317"/>
                    </a:cubicBezTo>
                    <a:lnTo>
                      <a:pt x="2445" y="272"/>
                    </a:lnTo>
                    <a:cubicBezTo>
                      <a:pt x="2219" y="45"/>
                      <a:pt x="1947" y="0"/>
                      <a:pt x="16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38" name="Google Shape;6938;p20"/>
              <p:cNvSpPr/>
              <p:nvPr/>
            </p:nvSpPr>
            <p:spPr>
              <a:xfrm>
                <a:off x="4082175" y="4838175"/>
                <a:ext cx="48275" cy="63400"/>
              </a:xfrm>
              <a:custGeom>
                <a:rect b="b" l="l" r="r" t="t"/>
                <a:pathLst>
                  <a:path extrusionOk="0" h="2536" w="1931">
                    <a:moveTo>
                      <a:pt x="1412" y="1"/>
                    </a:moveTo>
                    <a:cubicBezTo>
                      <a:pt x="1378" y="1"/>
                      <a:pt x="1345" y="6"/>
                      <a:pt x="1313" y="16"/>
                    </a:cubicBezTo>
                    <a:cubicBezTo>
                      <a:pt x="1177" y="62"/>
                      <a:pt x="1087" y="107"/>
                      <a:pt x="996" y="152"/>
                    </a:cubicBezTo>
                    <a:cubicBezTo>
                      <a:pt x="906" y="197"/>
                      <a:pt x="815" y="288"/>
                      <a:pt x="770" y="378"/>
                    </a:cubicBezTo>
                    <a:cubicBezTo>
                      <a:pt x="634" y="514"/>
                      <a:pt x="498" y="650"/>
                      <a:pt x="408" y="831"/>
                    </a:cubicBezTo>
                    <a:cubicBezTo>
                      <a:pt x="226" y="1148"/>
                      <a:pt x="91" y="1465"/>
                      <a:pt x="45" y="1827"/>
                    </a:cubicBezTo>
                    <a:cubicBezTo>
                      <a:pt x="0" y="1963"/>
                      <a:pt x="0" y="2144"/>
                      <a:pt x="91" y="2280"/>
                    </a:cubicBezTo>
                    <a:cubicBezTo>
                      <a:pt x="181" y="2370"/>
                      <a:pt x="317" y="2506"/>
                      <a:pt x="408" y="2506"/>
                    </a:cubicBezTo>
                    <a:cubicBezTo>
                      <a:pt x="483" y="2525"/>
                      <a:pt x="550" y="2536"/>
                      <a:pt x="612" y="2536"/>
                    </a:cubicBezTo>
                    <a:cubicBezTo>
                      <a:pt x="701" y="2536"/>
                      <a:pt x="781" y="2514"/>
                      <a:pt x="860" y="2461"/>
                    </a:cubicBezTo>
                    <a:cubicBezTo>
                      <a:pt x="996" y="2370"/>
                      <a:pt x="1087" y="2280"/>
                      <a:pt x="1132" y="2144"/>
                    </a:cubicBezTo>
                    <a:cubicBezTo>
                      <a:pt x="1177" y="1963"/>
                      <a:pt x="1222" y="1782"/>
                      <a:pt x="1268" y="1601"/>
                    </a:cubicBezTo>
                    <a:cubicBezTo>
                      <a:pt x="1358" y="1465"/>
                      <a:pt x="1449" y="1329"/>
                      <a:pt x="1539" y="1148"/>
                    </a:cubicBezTo>
                    <a:cubicBezTo>
                      <a:pt x="1585" y="1058"/>
                      <a:pt x="1630" y="967"/>
                      <a:pt x="1675" y="922"/>
                    </a:cubicBezTo>
                    <a:cubicBezTo>
                      <a:pt x="1766" y="786"/>
                      <a:pt x="1766" y="695"/>
                      <a:pt x="1811" y="560"/>
                    </a:cubicBezTo>
                    <a:cubicBezTo>
                      <a:pt x="1931" y="280"/>
                      <a:pt x="1663" y="1"/>
                      <a:pt x="141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39" name="Google Shape;6939;p20"/>
              <p:cNvSpPr/>
              <p:nvPr/>
            </p:nvSpPr>
            <p:spPr>
              <a:xfrm>
                <a:off x="4176100" y="4877250"/>
                <a:ext cx="74725" cy="99000"/>
              </a:xfrm>
              <a:custGeom>
                <a:rect b="b" l="l" r="r" t="t"/>
                <a:pathLst>
                  <a:path extrusionOk="0" h="3960" w="2989">
                    <a:moveTo>
                      <a:pt x="2197" y="1"/>
                    </a:moveTo>
                    <a:cubicBezTo>
                      <a:pt x="2045" y="1"/>
                      <a:pt x="1890" y="49"/>
                      <a:pt x="1811" y="128"/>
                    </a:cubicBezTo>
                    <a:cubicBezTo>
                      <a:pt x="1721" y="264"/>
                      <a:pt x="1630" y="355"/>
                      <a:pt x="1585" y="490"/>
                    </a:cubicBezTo>
                    <a:cubicBezTo>
                      <a:pt x="1585" y="536"/>
                      <a:pt x="1540" y="626"/>
                      <a:pt x="1540" y="717"/>
                    </a:cubicBezTo>
                    <a:cubicBezTo>
                      <a:pt x="1494" y="853"/>
                      <a:pt x="1494" y="988"/>
                      <a:pt x="1449" y="1124"/>
                    </a:cubicBezTo>
                    <a:cubicBezTo>
                      <a:pt x="1449" y="1215"/>
                      <a:pt x="1404" y="1351"/>
                      <a:pt x="1404" y="1441"/>
                    </a:cubicBezTo>
                    <a:cubicBezTo>
                      <a:pt x="1404" y="1441"/>
                      <a:pt x="1404" y="1486"/>
                      <a:pt x="1404" y="1532"/>
                    </a:cubicBezTo>
                    <a:cubicBezTo>
                      <a:pt x="1359" y="1667"/>
                      <a:pt x="1313" y="1803"/>
                      <a:pt x="1268" y="1939"/>
                    </a:cubicBezTo>
                    <a:cubicBezTo>
                      <a:pt x="1268" y="1939"/>
                      <a:pt x="1268" y="1984"/>
                      <a:pt x="1223" y="1984"/>
                    </a:cubicBezTo>
                    <a:cubicBezTo>
                      <a:pt x="1223" y="2075"/>
                      <a:pt x="1177" y="2120"/>
                      <a:pt x="1132" y="2165"/>
                    </a:cubicBezTo>
                    <a:lnTo>
                      <a:pt x="1042" y="2346"/>
                    </a:lnTo>
                    <a:cubicBezTo>
                      <a:pt x="996" y="2392"/>
                      <a:pt x="996" y="2392"/>
                      <a:pt x="951" y="2437"/>
                    </a:cubicBezTo>
                    <a:cubicBezTo>
                      <a:pt x="861" y="2528"/>
                      <a:pt x="770" y="2618"/>
                      <a:pt x="679" y="2709"/>
                    </a:cubicBezTo>
                    <a:cubicBezTo>
                      <a:pt x="634" y="2709"/>
                      <a:pt x="634" y="2754"/>
                      <a:pt x="634" y="2754"/>
                    </a:cubicBezTo>
                    <a:cubicBezTo>
                      <a:pt x="589" y="2754"/>
                      <a:pt x="589" y="2799"/>
                      <a:pt x="589" y="2799"/>
                    </a:cubicBezTo>
                    <a:cubicBezTo>
                      <a:pt x="498" y="2844"/>
                      <a:pt x="453" y="2890"/>
                      <a:pt x="408" y="2890"/>
                    </a:cubicBezTo>
                    <a:cubicBezTo>
                      <a:pt x="136" y="3071"/>
                      <a:pt x="0" y="3433"/>
                      <a:pt x="182" y="3705"/>
                    </a:cubicBezTo>
                    <a:cubicBezTo>
                      <a:pt x="298" y="3879"/>
                      <a:pt x="470" y="3960"/>
                      <a:pt x="650" y="3960"/>
                    </a:cubicBezTo>
                    <a:cubicBezTo>
                      <a:pt x="750" y="3960"/>
                      <a:pt x="854" y="3934"/>
                      <a:pt x="951" y="3886"/>
                    </a:cubicBezTo>
                    <a:cubicBezTo>
                      <a:pt x="1630" y="3614"/>
                      <a:pt x="2173" y="3071"/>
                      <a:pt x="2490" y="2482"/>
                    </a:cubicBezTo>
                    <a:cubicBezTo>
                      <a:pt x="2717" y="2120"/>
                      <a:pt x="2898" y="1713"/>
                      <a:pt x="2943" y="1305"/>
                    </a:cubicBezTo>
                    <a:cubicBezTo>
                      <a:pt x="2988" y="1124"/>
                      <a:pt x="2943" y="898"/>
                      <a:pt x="2898" y="717"/>
                    </a:cubicBezTo>
                    <a:cubicBezTo>
                      <a:pt x="2852" y="626"/>
                      <a:pt x="2852" y="490"/>
                      <a:pt x="2762" y="355"/>
                    </a:cubicBezTo>
                    <a:cubicBezTo>
                      <a:pt x="2717" y="219"/>
                      <a:pt x="2581" y="174"/>
                      <a:pt x="2490" y="83"/>
                    </a:cubicBezTo>
                    <a:cubicBezTo>
                      <a:pt x="2414" y="26"/>
                      <a:pt x="2307" y="1"/>
                      <a:pt x="21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0" name="Google Shape;6940;p20"/>
              <p:cNvSpPr/>
              <p:nvPr/>
            </p:nvSpPr>
            <p:spPr>
              <a:xfrm>
                <a:off x="4108200" y="4694800"/>
                <a:ext cx="38500" cy="79275"/>
              </a:xfrm>
              <a:custGeom>
                <a:rect b="b" l="l" r="r" t="t"/>
                <a:pathLst>
                  <a:path extrusionOk="0" h="3171" w="1540">
                    <a:moveTo>
                      <a:pt x="1182" y="1"/>
                    </a:moveTo>
                    <a:cubicBezTo>
                      <a:pt x="1133" y="1"/>
                      <a:pt x="1085" y="15"/>
                      <a:pt x="1042" y="47"/>
                    </a:cubicBezTo>
                    <a:cubicBezTo>
                      <a:pt x="951" y="93"/>
                      <a:pt x="906" y="138"/>
                      <a:pt x="860" y="183"/>
                    </a:cubicBezTo>
                    <a:cubicBezTo>
                      <a:pt x="815" y="229"/>
                      <a:pt x="770" y="274"/>
                      <a:pt x="725" y="364"/>
                    </a:cubicBezTo>
                    <a:cubicBezTo>
                      <a:pt x="679" y="455"/>
                      <a:pt x="634" y="545"/>
                      <a:pt x="589" y="636"/>
                    </a:cubicBezTo>
                    <a:cubicBezTo>
                      <a:pt x="453" y="862"/>
                      <a:pt x="362" y="1089"/>
                      <a:pt x="272" y="1315"/>
                    </a:cubicBezTo>
                    <a:cubicBezTo>
                      <a:pt x="136" y="1768"/>
                      <a:pt x="91" y="2220"/>
                      <a:pt x="46" y="2718"/>
                    </a:cubicBezTo>
                    <a:cubicBezTo>
                      <a:pt x="0" y="2945"/>
                      <a:pt x="272" y="3171"/>
                      <a:pt x="498" y="3171"/>
                    </a:cubicBezTo>
                    <a:cubicBezTo>
                      <a:pt x="770" y="3171"/>
                      <a:pt x="951" y="2945"/>
                      <a:pt x="996" y="2718"/>
                    </a:cubicBezTo>
                    <a:cubicBezTo>
                      <a:pt x="996" y="2673"/>
                      <a:pt x="996" y="2582"/>
                      <a:pt x="996" y="2582"/>
                    </a:cubicBezTo>
                    <a:cubicBezTo>
                      <a:pt x="996" y="2537"/>
                      <a:pt x="996" y="2492"/>
                      <a:pt x="996" y="2492"/>
                    </a:cubicBezTo>
                    <a:cubicBezTo>
                      <a:pt x="1042" y="2356"/>
                      <a:pt x="1042" y="2266"/>
                      <a:pt x="1087" y="2175"/>
                    </a:cubicBezTo>
                    <a:cubicBezTo>
                      <a:pt x="1132" y="1949"/>
                      <a:pt x="1177" y="1768"/>
                      <a:pt x="1223" y="1587"/>
                    </a:cubicBezTo>
                    <a:cubicBezTo>
                      <a:pt x="1268" y="1360"/>
                      <a:pt x="1313" y="1179"/>
                      <a:pt x="1358" y="998"/>
                    </a:cubicBezTo>
                    <a:cubicBezTo>
                      <a:pt x="1449" y="772"/>
                      <a:pt x="1539" y="545"/>
                      <a:pt x="1539" y="319"/>
                    </a:cubicBezTo>
                    <a:cubicBezTo>
                      <a:pt x="1505" y="147"/>
                      <a:pt x="1339" y="1"/>
                      <a:pt x="11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1" name="Google Shape;6941;p20"/>
              <p:cNvSpPr/>
              <p:nvPr/>
            </p:nvSpPr>
            <p:spPr>
              <a:xfrm>
                <a:off x="4033500" y="4363875"/>
                <a:ext cx="74725" cy="125925"/>
              </a:xfrm>
              <a:custGeom>
                <a:rect b="b" l="l" r="r" t="t"/>
                <a:pathLst>
                  <a:path extrusionOk="0" h="5037" w="2989">
                    <a:moveTo>
                      <a:pt x="728" y="1"/>
                    </a:moveTo>
                    <a:cubicBezTo>
                      <a:pt x="537" y="1"/>
                      <a:pt x="348" y="90"/>
                      <a:pt x="272" y="292"/>
                    </a:cubicBezTo>
                    <a:cubicBezTo>
                      <a:pt x="182" y="428"/>
                      <a:pt x="182" y="564"/>
                      <a:pt x="136" y="700"/>
                    </a:cubicBezTo>
                    <a:cubicBezTo>
                      <a:pt x="1" y="1107"/>
                      <a:pt x="136" y="1560"/>
                      <a:pt x="272" y="1967"/>
                    </a:cubicBezTo>
                    <a:cubicBezTo>
                      <a:pt x="408" y="2375"/>
                      <a:pt x="544" y="2737"/>
                      <a:pt x="725" y="3144"/>
                    </a:cubicBezTo>
                    <a:cubicBezTo>
                      <a:pt x="861" y="3461"/>
                      <a:pt x="1042" y="3778"/>
                      <a:pt x="1268" y="4050"/>
                    </a:cubicBezTo>
                    <a:cubicBezTo>
                      <a:pt x="1359" y="4231"/>
                      <a:pt x="1494" y="4412"/>
                      <a:pt x="1676" y="4593"/>
                    </a:cubicBezTo>
                    <a:cubicBezTo>
                      <a:pt x="1811" y="4729"/>
                      <a:pt x="1992" y="4819"/>
                      <a:pt x="2128" y="4955"/>
                    </a:cubicBezTo>
                    <a:cubicBezTo>
                      <a:pt x="2204" y="5012"/>
                      <a:pt x="2296" y="5037"/>
                      <a:pt x="2387" y="5037"/>
                    </a:cubicBezTo>
                    <a:cubicBezTo>
                      <a:pt x="2513" y="5037"/>
                      <a:pt x="2638" y="4989"/>
                      <a:pt x="2717" y="4910"/>
                    </a:cubicBezTo>
                    <a:cubicBezTo>
                      <a:pt x="2898" y="4819"/>
                      <a:pt x="2988" y="4593"/>
                      <a:pt x="2943" y="4366"/>
                    </a:cubicBezTo>
                    <a:lnTo>
                      <a:pt x="2943" y="4366"/>
                    </a:lnTo>
                    <a:cubicBezTo>
                      <a:pt x="2943" y="4378"/>
                      <a:pt x="2942" y="4383"/>
                      <a:pt x="2941" y="4383"/>
                    </a:cubicBezTo>
                    <a:cubicBezTo>
                      <a:pt x="2932" y="4383"/>
                      <a:pt x="2892" y="4134"/>
                      <a:pt x="2853" y="4095"/>
                    </a:cubicBezTo>
                    <a:cubicBezTo>
                      <a:pt x="2853" y="4004"/>
                      <a:pt x="2762" y="3868"/>
                      <a:pt x="2717" y="3733"/>
                    </a:cubicBezTo>
                    <a:cubicBezTo>
                      <a:pt x="2671" y="3642"/>
                      <a:pt x="2626" y="3597"/>
                      <a:pt x="2626" y="3552"/>
                    </a:cubicBezTo>
                    <a:lnTo>
                      <a:pt x="2536" y="3325"/>
                    </a:lnTo>
                    <a:cubicBezTo>
                      <a:pt x="2445" y="3144"/>
                      <a:pt x="2355" y="2963"/>
                      <a:pt x="2309" y="2782"/>
                    </a:cubicBezTo>
                    <a:cubicBezTo>
                      <a:pt x="2264" y="2737"/>
                      <a:pt x="2264" y="2691"/>
                      <a:pt x="2219" y="2646"/>
                    </a:cubicBezTo>
                    <a:cubicBezTo>
                      <a:pt x="2219" y="2646"/>
                      <a:pt x="2219" y="2601"/>
                      <a:pt x="2219" y="2601"/>
                    </a:cubicBezTo>
                    <a:cubicBezTo>
                      <a:pt x="2174" y="2512"/>
                      <a:pt x="2130" y="2423"/>
                      <a:pt x="2085" y="2334"/>
                    </a:cubicBezTo>
                    <a:lnTo>
                      <a:pt x="2085" y="2334"/>
                    </a:lnTo>
                    <a:cubicBezTo>
                      <a:pt x="2106" y="2375"/>
                      <a:pt x="2114" y="2391"/>
                      <a:pt x="2114" y="2391"/>
                    </a:cubicBezTo>
                    <a:cubicBezTo>
                      <a:pt x="2115" y="2391"/>
                      <a:pt x="2038" y="2228"/>
                      <a:pt x="2038" y="2194"/>
                    </a:cubicBezTo>
                    <a:cubicBezTo>
                      <a:pt x="2038" y="2148"/>
                      <a:pt x="1992" y="2103"/>
                      <a:pt x="1947" y="2012"/>
                    </a:cubicBezTo>
                    <a:cubicBezTo>
                      <a:pt x="1902" y="1831"/>
                      <a:pt x="1857" y="1650"/>
                      <a:pt x="1811" y="1469"/>
                    </a:cubicBezTo>
                    <a:cubicBezTo>
                      <a:pt x="1766" y="1333"/>
                      <a:pt x="1721" y="1152"/>
                      <a:pt x="1676" y="1017"/>
                    </a:cubicBezTo>
                    <a:cubicBezTo>
                      <a:pt x="1630" y="926"/>
                      <a:pt x="1585" y="835"/>
                      <a:pt x="1540" y="745"/>
                    </a:cubicBezTo>
                    <a:lnTo>
                      <a:pt x="1540" y="745"/>
                    </a:lnTo>
                    <a:cubicBezTo>
                      <a:pt x="1542" y="752"/>
                      <a:pt x="1544" y="759"/>
                      <a:pt x="1547" y="765"/>
                    </a:cubicBezTo>
                    <a:lnTo>
                      <a:pt x="1547" y="765"/>
                    </a:lnTo>
                    <a:cubicBezTo>
                      <a:pt x="1535" y="737"/>
                      <a:pt x="1517" y="700"/>
                      <a:pt x="1494" y="654"/>
                    </a:cubicBezTo>
                    <a:cubicBezTo>
                      <a:pt x="1449" y="564"/>
                      <a:pt x="1404" y="519"/>
                      <a:pt x="1313" y="428"/>
                    </a:cubicBezTo>
                    <a:cubicBezTo>
                      <a:pt x="1268" y="338"/>
                      <a:pt x="1223" y="247"/>
                      <a:pt x="1132" y="156"/>
                    </a:cubicBezTo>
                    <a:cubicBezTo>
                      <a:pt x="1032" y="56"/>
                      <a:pt x="879" y="1"/>
                      <a:pt x="72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2" name="Google Shape;6942;p20"/>
              <p:cNvSpPr/>
              <p:nvPr/>
            </p:nvSpPr>
            <p:spPr>
              <a:xfrm>
                <a:off x="4009725" y="4250075"/>
                <a:ext cx="26075" cy="59000"/>
              </a:xfrm>
              <a:custGeom>
                <a:rect b="b" l="l" r="r" t="t"/>
                <a:pathLst>
                  <a:path extrusionOk="0" h="2360" w="1043">
                    <a:moveTo>
                      <a:pt x="544" y="0"/>
                    </a:moveTo>
                    <a:cubicBezTo>
                      <a:pt x="363" y="0"/>
                      <a:pt x="182" y="136"/>
                      <a:pt x="137" y="317"/>
                    </a:cubicBezTo>
                    <a:cubicBezTo>
                      <a:pt x="91" y="498"/>
                      <a:pt x="91" y="679"/>
                      <a:pt x="46" y="815"/>
                    </a:cubicBezTo>
                    <a:cubicBezTo>
                      <a:pt x="46" y="906"/>
                      <a:pt x="1" y="1042"/>
                      <a:pt x="1" y="1132"/>
                    </a:cubicBezTo>
                    <a:lnTo>
                      <a:pt x="1" y="1359"/>
                    </a:lnTo>
                    <a:cubicBezTo>
                      <a:pt x="1" y="1540"/>
                      <a:pt x="1" y="1675"/>
                      <a:pt x="1" y="1856"/>
                    </a:cubicBezTo>
                    <a:cubicBezTo>
                      <a:pt x="43" y="2108"/>
                      <a:pt x="240" y="2359"/>
                      <a:pt x="485" y="2359"/>
                    </a:cubicBezTo>
                    <a:cubicBezTo>
                      <a:pt x="504" y="2359"/>
                      <a:pt x="524" y="2358"/>
                      <a:pt x="544" y="2354"/>
                    </a:cubicBezTo>
                    <a:cubicBezTo>
                      <a:pt x="816" y="2354"/>
                      <a:pt x="1042" y="2128"/>
                      <a:pt x="1042" y="1856"/>
                    </a:cubicBezTo>
                    <a:cubicBezTo>
                      <a:pt x="1042" y="1675"/>
                      <a:pt x="1042" y="1540"/>
                      <a:pt x="1042" y="1359"/>
                    </a:cubicBezTo>
                    <a:lnTo>
                      <a:pt x="1042" y="1132"/>
                    </a:lnTo>
                    <a:cubicBezTo>
                      <a:pt x="1042" y="1042"/>
                      <a:pt x="1042" y="951"/>
                      <a:pt x="997" y="815"/>
                    </a:cubicBezTo>
                    <a:lnTo>
                      <a:pt x="1042" y="815"/>
                    </a:lnTo>
                    <a:cubicBezTo>
                      <a:pt x="1042" y="679"/>
                      <a:pt x="997" y="498"/>
                      <a:pt x="952" y="317"/>
                    </a:cubicBezTo>
                    <a:cubicBezTo>
                      <a:pt x="952" y="136"/>
                      <a:pt x="725" y="0"/>
                      <a:pt x="5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3" name="Google Shape;6943;p20"/>
              <p:cNvSpPr/>
              <p:nvPr/>
            </p:nvSpPr>
            <p:spPr>
              <a:xfrm>
                <a:off x="3947500" y="4139325"/>
                <a:ext cx="31700" cy="50800"/>
              </a:xfrm>
              <a:custGeom>
                <a:rect b="b" l="l" r="r" t="t"/>
                <a:pathLst>
                  <a:path extrusionOk="0" h="2032" w="1268">
                    <a:moveTo>
                      <a:pt x="972" y="1"/>
                    </a:moveTo>
                    <a:cubicBezTo>
                      <a:pt x="901" y="1"/>
                      <a:pt x="828" y="26"/>
                      <a:pt x="770" y="85"/>
                    </a:cubicBezTo>
                    <a:cubicBezTo>
                      <a:pt x="724" y="130"/>
                      <a:pt x="634" y="220"/>
                      <a:pt x="634" y="266"/>
                    </a:cubicBezTo>
                    <a:cubicBezTo>
                      <a:pt x="589" y="311"/>
                      <a:pt x="543" y="402"/>
                      <a:pt x="543" y="447"/>
                    </a:cubicBezTo>
                    <a:lnTo>
                      <a:pt x="362" y="809"/>
                    </a:lnTo>
                    <a:cubicBezTo>
                      <a:pt x="227" y="1035"/>
                      <a:pt x="136" y="1307"/>
                      <a:pt x="45" y="1579"/>
                    </a:cubicBezTo>
                    <a:cubicBezTo>
                      <a:pt x="0" y="1669"/>
                      <a:pt x="45" y="1805"/>
                      <a:pt x="91" y="1850"/>
                    </a:cubicBezTo>
                    <a:cubicBezTo>
                      <a:pt x="136" y="1941"/>
                      <a:pt x="227" y="1986"/>
                      <a:pt x="317" y="2031"/>
                    </a:cubicBezTo>
                    <a:cubicBezTo>
                      <a:pt x="408" y="2031"/>
                      <a:pt x="498" y="2031"/>
                      <a:pt x="589" y="1986"/>
                    </a:cubicBezTo>
                    <a:cubicBezTo>
                      <a:pt x="679" y="1941"/>
                      <a:pt x="724" y="1850"/>
                      <a:pt x="770" y="1760"/>
                    </a:cubicBezTo>
                    <a:cubicBezTo>
                      <a:pt x="860" y="1533"/>
                      <a:pt x="951" y="1307"/>
                      <a:pt x="1041" y="1081"/>
                    </a:cubicBezTo>
                    <a:cubicBezTo>
                      <a:pt x="1087" y="945"/>
                      <a:pt x="1132" y="809"/>
                      <a:pt x="1177" y="718"/>
                    </a:cubicBezTo>
                    <a:cubicBezTo>
                      <a:pt x="1177" y="628"/>
                      <a:pt x="1222" y="583"/>
                      <a:pt x="1222" y="537"/>
                    </a:cubicBezTo>
                    <a:cubicBezTo>
                      <a:pt x="1268" y="447"/>
                      <a:pt x="1268" y="356"/>
                      <a:pt x="1268" y="266"/>
                    </a:cubicBezTo>
                    <a:cubicBezTo>
                      <a:pt x="1268" y="112"/>
                      <a:pt x="1122" y="1"/>
                      <a:pt x="9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4" name="Google Shape;6944;p20"/>
              <p:cNvSpPr/>
              <p:nvPr/>
            </p:nvSpPr>
            <p:spPr>
              <a:xfrm>
                <a:off x="4099150" y="4306450"/>
                <a:ext cx="28300" cy="76050"/>
              </a:xfrm>
              <a:custGeom>
                <a:rect b="b" l="l" r="r" t="t"/>
                <a:pathLst>
                  <a:path extrusionOk="0" h="3042" w="1132">
                    <a:moveTo>
                      <a:pt x="701" y="0"/>
                    </a:moveTo>
                    <a:cubicBezTo>
                      <a:pt x="554" y="0"/>
                      <a:pt x="441" y="123"/>
                      <a:pt x="362" y="281"/>
                    </a:cubicBezTo>
                    <a:cubicBezTo>
                      <a:pt x="317" y="371"/>
                      <a:pt x="317" y="507"/>
                      <a:pt x="272" y="597"/>
                    </a:cubicBezTo>
                    <a:cubicBezTo>
                      <a:pt x="227" y="733"/>
                      <a:pt x="227" y="869"/>
                      <a:pt x="181" y="1005"/>
                    </a:cubicBezTo>
                    <a:lnTo>
                      <a:pt x="181" y="1322"/>
                    </a:lnTo>
                    <a:lnTo>
                      <a:pt x="0" y="2635"/>
                    </a:lnTo>
                    <a:cubicBezTo>
                      <a:pt x="0" y="2816"/>
                      <a:pt x="181" y="2997"/>
                      <a:pt x="362" y="3042"/>
                    </a:cubicBezTo>
                    <a:cubicBezTo>
                      <a:pt x="543" y="3042"/>
                      <a:pt x="770" y="2951"/>
                      <a:pt x="815" y="2725"/>
                    </a:cubicBezTo>
                    <a:cubicBezTo>
                      <a:pt x="906" y="2318"/>
                      <a:pt x="951" y="1865"/>
                      <a:pt x="1041" y="1458"/>
                    </a:cubicBezTo>
                    <a:cubicBezTo>
                      <a:pt x="1087" y="1231"/>
                      <a:pt x="1132" y="1005"/>
                      <a:pt x="1132" y="733"/>
                    </a:cubicBezTo>
                    <a:cubicBezTo>
                      <a:pt x="1132" y="643"/>
                      <a:pt x="1132" y="507"/>
                      <a:pt x="1132" y="416"/>
                    </a:cubicBezTo>
                    <a:cubicBezTo>
                      <a:pt x="1132" y="235"/>
                      <a:pt x="996" y="9"/>
                      <a:pt x="770" y="9"/>
                    </a:cubicBezTo>
                    <a:cubicBezTo>
                      <a:pt x="746" y="3"/>
                      <a:pt x="723" y="0"/>
                      <a:pt x="7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5" name="Google Shape;6945;p20"/>
              <p:cNvSpPr/>
              <p:nvPr/>
            </p:nvSpPr>
            <p:spPr>
              <a:xfrm>
                <a:off x="4082175" y="4080325"/>
                <a:ext cx="23775" cy="35100"/>
              </a:xfrm>
              <a:custGeom>
                <a:rect b="b" l="l" r="r" t="t"/>
                <a:pathLst>
                  <a:path extrusionOk="0" h="1404" w="951">
                    <a:moveTo>
                      <a:pt x="634" y="0"/>
                    </a:moveTo>
                    <a:cubicBezTo>
                      <a:pt x="543" y="0"/>
                      <a:pt x="498" y="0"/>
                      <a:pt x="453" y="45"/>
                    </a:cubicBezTo>
                    <a:cubicBezTo>
                      <a:pt x="362" y="45"/>
                      <a:pt x="317" y="136"/>
                      <a:pt x="272" y="181"/>
                    </a:cubicBezTo>
                    <a:cubicBezTo>
                      <a:pt x="181" y="272"/>
                      <a:pt x="136" y="362"/>
                      <a:pt x="136" y="498"/>
                    </a:cubicBezTo>
                    <a:cubicBezTo>
                      <a:pt x="91" y="634"/>
                      <a:pt x="45" y="724"/>
                      <a:pt x="45" y="860"/>
                    </a:cubicBezTo>
                    <a:cubicBezTo>
                      <a:pt x="0" y="951"/>
                      <a:pt x="0" y="1087"/>
                      <a:pt x="91" y="1177"/>
                    </a:cubicBezTo>
                    <a:cubicBezTo>
                      <a:pt x="136" y="1268"/>
                      <a:pt x="226" y="1358"/>
                      <a:pt x="317" y="1403"/>
                    </a:cubicBezTo>
                    <a:cubicBezTo>
                      <a:pt x="453" y="1403"/>
                      <a:pt x="543" y="1403"/>
                      <a:pt x="679" y="1358"/>
                    </a:cubicBezTo>
                    <a:cubicBezTo>
                      <a:pt x="724" y="1268"/>
                      <a:pt x="860" y="1177"/>
                      <a:pt x="860" y="1087"/>
                    </a:cubicBezTo>
                    <a:cubicBezTo>
                      <a:pt x="860" y="951"/>
                      <a:pt x="906" y="815"/>
                      <a:pt x="906" y="724"/>
                    </a:cubicBezTo>
                    <a:cubicBezTo>
                      <a:pt x="906" y="679"/>
                      <a:pt x="906" y="634"/>
                      <a:pt x="906" y="634"/>
                    </a:cubicBezTo>
                    <a:cubicBezTo>
                      <a:pt x="951" y="498"/>
                      <a:pt x="951" y="408"/>
                      <a:pt x="906" y="317"/>
                    </a:cubicBezTo>
                    <a:cubicBezTo>
                      <a:pt x="906" y="272"/>
                      <a:pt x="860" y="226"/>
                      <a:pt x="860" y="181"/>
                    </a:cubicBezTo>
                    <a:cubicBezTo>
                      <a:pt x="815" y="136"/>
                      <a:pt x="815" y="91"/>
                      <a:pt x="770" y="91"/>
                    </a:cubicBezTo>
                    <a:lnTo>
                      <a:pt x="724" y="45"/>
                    </a:lnTo>
                    <a:cubicBezTo>
                      <a:pt x="679" y="0"/>
                      <a:pt x="634" y="0"/>
                      <a:pt x="6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6" name="Google Shape;6946;p20"/>
              <p:cNvSpPr/>
              <p:nvPr/>
            </p:nvSpPr>
            <p:spPr>
              <a:xfrm>
                <a:off x="3979175" y="3936575"/>
                <a:ext cx="31725" cy="50975"/>
              </a:xfrm>
              <a:custGeom>
                <a:rect b="b" l="l" r="r" t="t"/>
                <a:pathLst>
                  <a:path extrusionOk="0" h="2039" w="1269">
                    <a:moveTo>
                      <a:pt x="363" y="1"/>
                    </a:moveTo>
                    <a:cubicBezTo>
                      <a:pt x="227" y="1"/>
                      <a:pt x="91" y="91"/>
                      <a:pt x="46" y="227"/>
                    </a:cubicBezTo>
                    <a:cubicBezTo>
                      <a:pt x="46" y="273"/>
                      <a:pt x="1" y="318"/>
                      <a:pt x="1" y="363"/>
                    </a:cubicBezTo>
                    <a:cubicBezTo>
                      <a:pt x="1" y="454"/>
                      <a:pt x="46" y="544"/>
                      <a:pt x="91" y="635"/>
                    </a:cubicBezTo>
                    <a:lnTo>
                      <a:pt x="91" y="635"/>
                    </a:lnTo>
                    <a:lnTo>
                      <a:pt x="46" y="544"/>
                    </a:lnTo>
                    <a:lnTo>
                      <a:pt x="46" y="544"/>
                    </a:lnTo>
                    <a:cubicBezTo>
                      <a:pt x="91" y="680"/>
                      <a:pt x="136" y="771"/>
                      <a:pt x="182" y="952"/>
                    </a:cubicBezTo>
                    <a:cubicBezTo>
                      <a:pt x="182" y="963"/>
                      <a:pt x="182" y="974"/>
                      <a:pt x="182" y="997"/>
                    </a:cubicBezTo>
                    <a:cubicBezTo>
                      <a:pt x="182" y="997"/>
                      <a:pt x="227" y="1042"/>
                      <a:pt x="227" y="1087"/>
                    </a:cubicBezTo>
                    <a:cubicBezTo>
                      <a:pt x="227" y="1133"/>
                      <a:pt x="227" y="1178"/>
                      <a:pt x="272" y="1223"/>
                    </a:cubicBezTo>
                    <a:cubicBezTo>
                      <a:pt x="272" y="1314"/>
                      <a:pt x="318" y="1404"/>
                      <a:pt x="318" y="1495"/>
                    </a:cubicBezTo>
                    <a:cubicBezTo>
                      <a:pt x="318" y="1495"/>
                      <a:pt x="318" y="1540"/>
                      <a:pt x="318" y="1540"/>
                    </a:cubicBezTo>
                    <a:cubicBezTo>
                      <a:pt x="318" y="1676"/>
                      <a:pt x="363" y="1812"/>
                      <a:pt x="453" y="1902"/>
                    </a:cubicBezTo>
                    <a:cubicBezTo>
                      <a:pt x="544" y="1948"/>
                      <a:pt x="680" y="2038"/>
                      <a:pt x="816" y="2038"/>
                    </a:cubicBezTo>
                    <a:cubicBezTo>
                      <a:pt x="1042" y="1993"/>
                      <a:pt x="1268" y="1812"/>
                      <a:pt x="1268" y="1540"/>
                    </a:cubicBezTo>
                    <a:cubicBezTo>
                      <a:pt x="1268" y="1268"/>
                      <a:pt x="1223" y="997"/>
                      <a:pt x="1132" y="725"/>
                    </a:cubicBezTo>
                    <a:lnTo>
                      <a:pt x="1132" y="771"/>
                    </a:lnTo>
                    <a:cubicBezTo>
                      <a:pt x="1087" y="635"/>
                      <a:pt x="1042" y="589"/>
                      <a:pt x="997" y="499"/>
                    </a:cubicBezTo>
                    <a:cubicBezTo>
                      <a:pt x="951" y="454"/>
                      <a:pt x="906" y="408"/>
                      <a:pt x="861" y="363"/>
                    </a:cubicBezTo>
                    <a:cubicBezTo>
                      <a:pt x="816" y="273"/>
                      <a:pt x="770" y="227"/>
                      <a:pt x="725" y="137"/>
                    </a:cubicBezTo>
                    <a:cubicBezTo>
                      <a:pt x="634" y="46"/>
                      <a:pt x="499" y="1"/>
                      <a:pt x="3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7" name="Google Shape;6947;p20"/>
              <p:cNvSpPr/>
              <p:nvPr/>
            </p:nvSpPr>
            <p:spPr>
              <a:xfrm>
                <a:off x="4374875" y="3958425"/>
                <a:ext cx="71725" cy="159975"/>
              </a:xfrm>
              <a:custGeom>
                <a:rect b="b" l="l" r="r" t="t"/>
                <a:pathLst>
                  <a:path extrusionOk="0" h="6399" w="2869">
                    <a:moveTo>
                      <a:pt x="2001" y="0"/>
                    </a:moveTo>
                    <a:cubicBezTo>
                      <a:pt x="1742" y="0"/>
                      <a:pt x="1492" y="122"/>
                      <a:pt x="1375" y="394"/>
                    </a:cubicBezTo>
                    <a:cubicBezTo>
                      <a:pt x="1148" y="847"/>
                      <a:pt x="1148" y="1345"/>
                      <a:pt x="1103" y="1798"/>
                    </a:cubicBezTo>
                    <a:cubicBezTo>
                      <a:pt x="1013" y="2251"/>
                      <a:pt x="967" y="2703"/>
                      <a:pt x="832" y="3111"/>
                    </a:cubicBezTo>
                    <a:cubicBezTo>
                      <a:pt x="651" y="3971"/>
                      <a:pt x="424" y="4831"/>
                      <a:pt x="153" y="5691"/>
                    </a:cubicBezTo>
                    <a:cubicBezTo>
                      <a:pt x="1" y="6085"/>
                      <a:pt x="378" y="6399"/>
                      <a:pt x="739" y="6399"/>
                    </a:cubicBezTo>
                    <a:cubicBezTo>
                      <a:pt x="916" y="6399"/>
                      <a:pt x="1089" y="6323"/>
                      <a:pt x="1194" y="6144"/>
                    </a:cubicBezTo>
                    <a:cubicBezTo>
                      <a:pt x="1646" y="5284"/>
                      <a:pt x="2009" y="4423"/>
                      <a:pt x="2280" y="3518"/>
                    </a:cubicBezTo>
                    <a:cubicBezTo>
                      <a:pt x="2416" y="3111"/>
                      <a:pt x="2507" y="2658"/>
                      <a:pt x="2597" y="2205"/>
                    </a:cubicBezTo>
                    <a:cubicBezTo>
                      <a:pt x="2733" y="1707"/>
                      <a:pt x="2869" y="1074"/>
                      <a:pt x="2778" y="576"/>
                    </a:cubicBezTo>
                    <a:cubicBezTo>
                      <a:pt x="2701" y="214"/>
                      <a:pt x="2344" y="0"/>
                      <a:pt x="20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8" name="Google Shape;6948;p20"/>
              <p:cNvSpPr/>
              <p:nvPr/>
            </p:nvSpPr>
            <p:spPr>
              <a:xfrm>
                <a:off x="4479400" y="3929650"/>
                <a:ext cx="63400" cy="93400"/>
              </a:xfrm>
              <a:custGeom>
                <a:rect b="b" l="l" r="r" t="t"/>
                <a:pathLst>
                  <a:path extrusionOk="0" h="3736" w="2536">
                    <a:moveTo>
                      <a:pt x="2059" y="1"/>
                    </a:moveTo>
                    <a:cubicBezTo>
                      <a:pt x="1981" y="1"/>
                      <a:pt x="1906" y="30"/>
                      <a:pt x="1856" y="97"/>
                    </a:cubicBezTo>
                    <a:cubicBezTo>
                      <a:pt x="1766" y="187"/>
                      <a:pt x="1630" y="323"/>
                      <a:pt x="1585" y="414"/>
                    </a:cubicBezTo>
                    <a:cubicBezTo>
                      <a:pt x="1494" y="550"/>
                      <a:pt x="1449" y="685"/>
                      <a:pt x="1404" y="776"/>
                    </a:cubicBezTo>
                    <a:cubicBezTo>
                      <a:pt x="1359" y="957"/>
                      <a:pt x="1268" y="1093"/>
                      <a:pt x="1177" y="1229"/>
                    </a:cubicBezTo>
                    <a:cubicBezTo>
                      <a:pt x="1184" y="1222"/>
                      <a:pt x="1187" y="1219"/>
                      <a:pt x="1189" y="1219"/>
                    </a:cubicBezTo>
                    <a:cubicBezTo>
                      <a:pt x="1199" y="1219"/>
                      <a:pt x="1132" y="1325"/>
                      <a:pt x="1132" y="1364"/>
                    </a:cubicBezTo>
                    <a:cubicBezTo>
                      <a:pt x="1087" y="1410"/>
                      <a:pt x="1087" y="1500"/>
                      <a:pt x="1042" y="1545"/>
                    </a:cubicBezTo>
                    <a:cubicBezTo>
                      <a:pt x="906" y="1817"/>
                      <a:pt x="770" y="2043"/>
                      <a:pt x="634" y="2270"/>
                    </a:cubicBezTo>
                    <a:cubicBezTo>
                      <a:pt x="544" y="2360"/>
                      <a:pt x="498" y="2496"/>
                      <a:pt x="408" y="2587"/>
                    </a:cubicBezTo>
                    <a:cubicBezTo>
                      <a:pt x="408" y="2632"/>
                      <a:pt x="363" y="2677"/>
                      <a:pt x="363" y="2677"/>
                    </a:cubicBezTo>
                    <a:cubicBezTo>
                      <a:pt x="363" y="2677"/>
                      <a:pt x="317" y="2722"/>
                      <a:pt x="317" y="2722"/>
                    </a:cubicBezTo>
                    <a:cubicBezTo>
                      <a:pt x="317" y="2768"/>
                      <a:pt x="272" y="2768"/>
                      <a:pt x="272" y="2768"/>
                    </a:cubicBezTo>
                    <a:cubicBezTo>
                      <a:pt x="227" y="2813"/>
                      <a:pt x="227" y="2858"/>
                      <a:pt x="182" y="2858"/>
                    </a:cubicBezTo>
                    <a:cubicBezTo>
                      <a:pt x="46" y="3085"/>
                      <a:pt x="0" y="3402"/>
                      <a:pt x="182" y="3583"/>
                    </a:cubicBezTo>
                    <a:cubicBezTo>
                      <a:pt x="301" y="3678"/>
                      <a:pt x="446" y="3736"/>
                      <a:pt x="582" y="3736"/>
                    </a:cubicBezTo>
                    <a:cubicBezTo>
                      <a:pt x="704" y="3736"/>
                      <a:pt x="820" y="3690"/>
                      <a:pt x="906" y="3583"/>
                    </a:cubicBezTo>
                    <a:cubicBezTo>
                      <a:pt x="1313" y="3130"/>
                      <a:pt x="1675" y="2632"/>
                      <a:pt x="1947" y="2089"/>
                    </a:cubicBezTo>
                    <a:cubicBezTo>
                      <a:pt x="2264" y="1545"/>
                      <a:pt x="2536" y="866"/>
                      <a:pt x="2400" y="233"/>
                    </a:cubicBezTo>
                    <a:cubicBezTo>
                      <a:pt x="2342" y="89"/>
                      <a:pt x="2194" y="1"/>
                      <a:pt x="20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9" name="Google Shape;6949;p20"/>
              <p:cNvSpPr/>
              <p:nvPr/>
            </p:nvSpPr>
            <p:spPr>
              <a:xfrm>
                <a:off x="2941400" y="3549575"/>
                <a:ext cx="82450" cy="171050"/>
              </a:xfrm>
              <a:custGeom>
                <a:rect b="b" l="l" r="r" t="t"/>
                <a:pathLst>
                  <a:path extrusionOk="0" h="6842" w="3298">
                    <a:moveTo>
                      <a:pt x="1903" y="0"/>
                    </a:moveTo>
                    <a:cubicBezTo>
                      <a:pt x="1772" y="0"/>
                      <a:pt x="1643" y="54"/>
                      <a:pt x="1539" y="180"/>
                    </a:cubicBezTo>
                    <a:cubicBezTo>
                      <a:pt x="679" y="1176"/>
                      <a:pt x="0" y="2398"/>
                      <a:pt x="136" y="3756"/>
                    </a:cubicBezTo>
                    <a:cubicBezTo>
                      <a:pt x="181" y="4390"/>
                      <a:pt x="362" y="4979"/>
                      <a:pt x="679" y="5522"/>
                    </a:cubicBezTo>
                    <a:cubicBezTo>
                      <a:pt x="860" y="5793"/>
                      <a:pt x="1041" y="6020"/>
                      <a:pt x="1268" y="6246"/>
                    </a:cubicBezTo>
                    <a:cubicBezTo>
                      <a:pt x="1494" y="6472"/>
                      <a:pt x="1811" y="6744"/>
                      <a:pt x="2173" y="6835"/>
                    </a:cubicBezTo>
                    <a:cubicBezTo>
                      <a:pt x="2214" y="6839"/>
                      <a:pt x="2255" y="6841"/>
                      <a:pt x="2296" y="6841"/>
                    </a:cubicBezTo>
                    <a:cubicBezTo>
                      <a:pt x="2667" y="6841"/>
                      <a:pt x="3042" y="6658"/>
                      <a:pt x="3124" y="6291"/>
                    </a:cubicBezTo>
                    <a:cubicBezTo>
                      <a:pt x="3124" y="6201"/>
                      <a:pt x="3169" y="6110"/>
                      <a:pt x="3169" y="6020"/>
                    </a:cubicBezTo>
                    <a:cubicBezTo>
                      <a:pt x="3298" y="5590"/>
                      <a:pt x="2978" y="5201"/>
                      <a:pt x="2559" y="5201"/>
                    </a:cubicBezTo>
                    <a:cubicBezTo>
                      <a:pt x="2536" y="5201"/>
                      <a:pt x="2513" y="5203"/>
                      <a:pt x="2490" y="5205"/>
                    </a:cubicBezTo>
                    <a:cubicBezTo>
                      <a:pt x="2445" y="5160"/>
                      <a:pt x="2445" y="5160"/>
                      <a:pt x="2399" y="5114"/>
                    </a:cubicBezTo>
                    <a:cubicBezTo>
                      <a:pt x="2309" y="5024"/>
                      <a:pt x="2264" y="4979"/>
                      <a:pt x="2173" y="4888"/>
                    </a:cubicBezTo>
                    <a:cubicBezTo>
                      <a:pt x="2173" y="4888"/>
                      <a:pt x="2173" y="4888"/>
                      <a:pt x="2173" y="4843"/>
                    </a:cubicBezTo>
                    <a:cubicBezTo>
                      <a:pt x="2173" y="4843"/>
                      <a:pt x="2173" y="4843"/>
                      <a:pt x="2128" y="4797"/>
                    </a:cubicBezTo>
                    <a:lnTo>
                      <a:pt x="2037" y="4662"/>
                    </a:lnTo>
                    <a:cubicBezTo>
                      <a:pt x="1992" y="4571"/>
                      <a:pt x="1947" y="4481"/>
                      <a:pt x="1902" y="4390"/>
                    </a:cubicBezTo>
                    <a:cubicBezTo>
                      <a:pt x="1902" y="4390"/>
                      <a:pt x="1902" y="4390"/>
                      <a:pt x="1902" y="4345"/>
                    </a:cubicBezTo>
                    <a:cubicBezTo>
                      <a:pt x="1856" y="4300"/>
                      <a:pt x="1856" y="4254"/>
                      <a:pt x="1811" y="4164"/>
                    </a:cubicBezTo>
                    <a:cubicBezTo>
                      <a:pt x="1766" y="4073"/>
                      <a:pt x="1766" y="3983"/>
                      <a:pt x="1720" y="3847"/>
                    </a:cubicBezTo>
                    <a:cubicBezTo>
                      <a:pt x="1720" y="3802"/>
                      <a:pt x="1720" y="3756"/>
                      <a:pt x="1720" y="3711"/>
                    </a:cubicBezTo>
                    <a:lnTo>
                      <a:pt x="1720" y="3666"/>
                    </a:lnTo>
                    <a:cubicBezTo>
                      <a:pt x="1675" y="2670"/>
                      <a:pt x="1902" y="1764"/>
                      <a:pt x="2445" y="904"/>
                    </a:cubicBezTo>
                    <a:cubicBezTo>
                      <a:pt x="2681" y="465"/>
                      <a:pt x="2287" y="0"/>
                      <a:pt x="19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0" name="Google Shape;6950;p20"/>
              <p:cNvSpPr/>
              <p:nvPr/>
            </p:nvSpPr>
            <p:spPr>
              <a:xfrm>
                <a:off x="3030800" y="3666775"/>
                <a:ext cx="37375" cy="55225"/>
              </a:xfrm>
              <a:custGeom>
                <a:rect b="b" l="l" r="r" t="t"/>
                <a:pathLst>
                  <a:path extrusionOk="0" h="2209" w="1495">
                    <a:moveTo>
                      <a:pt x="535" y="0"/>
                    </a:moveTo>
                    <a:cubicBezTo>
                      <a:pt x="491" y="0"/>
                      <a:pt x="448" y="6"/>
                      <a:pt x="408" y="19"/>
                    </a:cubicBezTo>
                    <a:cubicBezTo>
                      <a:pt x="272" y="64"/>
                      <a:pt x="136" y="155"/>
                      <a:pt x="91" y="291"/>
                    </a:cubicBezTo>
                    <a:cubicBezTo>
                      <a:pt x="46" y="381"/>
                      <a:pt x="0" y="562"/>
                      <a:pt x="46" y="698"/>
                    </a:cubicBezTo>
                    <a:cubicBezTo>
                      <a:pt x="136" y="924"/>
                      <a:pt x="227" y="1151"/>
                      <a:pt x="317" y="1377"/>
                    </a:cubicBezTo>
                    <a:cubicBezTo>
                      <a:pt x="363" y="1558"/>
                      <a:pt x="453" y="1694"/>
                      <a:pt x="498" y="1830"/>
                    </a:cubicBezTo>
                    <a:cubicBezTo>
                      <a:pt x="589" y="2011"/>
                      <a:pt x="770" y="2147"/>
                      <a:pt x="996" y="2192"/>
                    </a:cubicBezTo>
                    <a:cubicBezTo>
                      <a:pt x="1030" y="2203"/>
                      <a:pt x="1067" y="2209"/>
                      <a:pt x="1105" y="2209"/>
                    </a:cubicBezTo>
                    <a:cubicBezTo>
                      <a:pt x="1217" y="2209"/>
                      <a:pt x="1336" y="2158"/>
                      <a:pt x="1404" y="2056"/>
                    </a:cubicBezTo>
                    <a:cubicBezTo>
                      <a:pt x="1494" y="1875"/>
                      <a:pt x="1494" y="1649"/>
                      <a:pt x="1449" y="1422"/>
                    </a:cubicBezTo>
                    <a:cubicBezTo>
                      <a:pt x="1449" y="1286"/>
                      <a:pt x="1404" y="1196"/>
                      <a:pt x="1359" y="1105"/>
                    </a:cubicBezTo>
                    <a:cubicBezTo>
                      <a:pt x="1268" y="879"/>
                      <a:pt x="1177" y="607"/>
                      <a:pt x="1087" y="381"/>
                    </a:cubicBezTo>
                    <a:cubicBezTo>
                      <a:pt x="996" y="245"/>
                      <a:pt x="951" y="155"/>
                      <a:pt x="815" y="64"/>
                    </a:cubicBezTo>
                    <a:cubicBezTo>
                      <a:pt x="751" y="32"/>
                      <a:pt x="642" y="0"/>
                      <a:pt x="5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1" name="Google Shape;6951;p20"/>
              <p:cNvSpPr/>
              <p:nvPr/>
            </p:nvSpPr>
            <p:spPr>
              <a:xfrm>
                <a:off x="2861050" y="3454000"/>
                <a:ext cx="22650" cy="47200"/>
              </a:xfrm>
              <a:custGeom>
                <a:rect b="b" l="l" r="r" t="t"/>
                <a:pathLst>
                  <a:path extrusionOk="0" h="1888" w="906">
                    <a:moveTo>
                      <a:pt x="373" y="1"/>
                    </a:moveTo>
                    <a:cubicBezTo>
                      <a:pt x="309" y="1"/>
                      <a:pt x="245" y="33"/>
                      <a:pt x="181" y="65"/>
                    </a:cubicBezTo>
                    <a:cubicBezTo>
                      <a:pt x="91" y="155"/>
                      <a:pt x="45" y="246"/>
                      <a:pt x="0" y="382"/>
                    </a:cubicBezTo>
                    <a:cubicBezTo>
                      <a:pt x="0" y="517"/>
                      <a:pt x="0" y="653"/>
                      <a:pt x="0" y="744"/>
                    </a:cubicBezTo>
                    <a:cubicBezTo>
                      <a:pt x="0" y="879"/>
                      <a:pt x="45" y="1061"/>
                      <a:pt x="91" y="1196"/>
                    </a:cubicBezTo>
                    <a:cubicBezTo>
                      <a:pt x="136" y="1332"/>
                      <a:pt x="181" y="1423"/>
                      <a:pt x="272" y="1559"/>
                    </a:cubicBezTo>
                    <a:cubicBezTo>
                      <a:pt x="317" y="1604"/>
                      <a:pt x="362" y="1694"/>
                      <a:pt x="408" y="1740"/>
                    </a:cubicBezTo>
                    <a:cubicBezTo>
                      <a:pt x="453" y="1785"/>
                      <a:pt x="453" y="1785"/>
                      <a:pt x="498" y="1830"/>
                    </a:cubicBezTo>
                    <a:cubicBezTo>
                      <a:pt x="543" y="1830"/>
                      <a:pt x="589" y="1875"/>
                      <a:pt x="634" y="1875"/>
                    </a:cubicBezTo>
                    <a:cubicBezTo>
                      <a:pt x="650" y="1883"/>
                      <a:pt x="667" y="1887"/>
                      <a:pt x="686" y="1887"/>
                    </a:cubicBezTo>
                    <a:cubicBezTo>
                      <a:pt x="770" y="1887"/>
                      <a:pt x="868" y="1806"/>
                      <a:pt x="906" y="1694"/>
                    </a:cubicBezTo>
                    <a:cubicBezTo>
                      <a:pt x="906" y="1604"/>
                      <a:pt x="906" y="1468"/>
                      <a:pt x="860" y="1377"/>
                    </a:cubicBezTo>
                    <a:cubicBezTo>
                      <a:pt x="860" y="1287"/>
                      <a:pt x="860" y="1242"/>
                      <a:pt x="860" y="1151"/>
                    </a:cubicBezTo>
                    <a:cubicBezTo>
                      <a:pt x="815" y="1061"/>
                      <a:pt x="815" y="925"/>
                      <a:pt x="815" y="834"/>
                    </a:cubicBezTo>
                    <a:cubicBezTo>
                      <a:pt x="815" y="695"/>
                      <a:pt x="815" y="576"/>
                      <a:pt x="815" y="427"/>
                    </a:cubicBezTo>
                    <a:cubicBezTo>
                      <a:pt x="815" y="382"/>
                      <a:pt x="815" y="336"/>
                      <a:pt x="815" y="291"/>
                    </a:cubicBezTo>
                    <a:cubicBezTo>
                      <a:pt x="815" y="246"/>
                      <a:pt x="770" y="246"/>
                      <a:pt x="770" y="200"/>
                    </a:cubicBezTo>
                    <a:cubicBezTo>
                      <a:pt x="724" y="110"/>
                      <a:pt x="589" y="19"/>
                      <a:pt x="453" y="19"/>
                    </a:cubicBezTo>
                    <a:cubicBezTo>
                      <a:pt x="426" y="6"/>
                      <a:pt x="400" y="1"/>
                      <a:pt x="37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2" name="Google Shape;6952;p20"/>
              <p:cNvSpPr/>
              <p:nvPr/>
            </p:nvSpPr>
            <p:spPr>
              <a:xfrm>
                <a:off x="4658200" y="3595375"/>
                <a:ext cx="58875" cy="120925"/>
              </a:xfrm>
              <a:custGeom>
                <a:rect b="b" l="l" r="r" t="t"/>
                <a:pathLst>
                  <a:path extrusionOk="0" h="4837" w="2355">
                    <a:moveTo>
                      <a:pt x="1616" y="0"/>
                    </a:moveTo>
                    <a:cubicBezTo>
                      <a:pt x="1280" y="0"/>
                      <a:pt x="899" y="182"/>
                      <a:pt x="861" y="521"/>
                    </a:cubicBezTo>
                    <a:cubicBezTo>
                      <a:pt x="816" y="747"/>
                      <a:pt x="771" y="974"/>
                      <a:pt x="771" y="1155"/>
                    </a:cubicBezTo>
                    <a:lnTo>
                      <a:pt x="725" y="1336"/>
                    </a:lnTo>
                    <a:lnTo>
                      <a:pt x="725" y="1562"/>
                    </a:lnTo>
                    <a:cubicBezTo>
                      <a:pt x="680" y="1924"/>
                      <a:pt x="589" y="2241"/>
                      <a:pt x="544" y="2603"/>
                    </a:cubicBezTo>
                    <a:cubicBezTo>
                      <a:pt x="499" y="2920"/>
                      <a:pt x="408" y="3237"/>
                      <a:pt x="363" y="3554"/>
                    </a:cubicBezTo>
                    <a:cubicBezTo>
                      <a:pt x="363" y="3690"/>
                      <a:pt x="318" y="3780"/>
                      <a:pt x="273" y="3916"/>
                    </a:cubicBezTo>
                    <a:cubicBezTo>
                      <a:pt x="273" y="3916"/>
                      <a:pt x="273" y="3961"/>
                      <a:pt x="273" y="3961"/>
                    </a:cubicBezTo>
                    <a:lnTo>
                      <a:pt x="273" y="4007"/>
                    </a:lnTo>
                    <a:cubicBezTo>
                      <a:pt x="91" y="4097"/>
                      <a:pt x="1" y="4369"/>
                      <a:pt x="91" y="4550"/>
                    </a:cubicBezTo>
                    <a:cubicBezTo>
                      <a:pt x="163" y="4763"/>
                      <a:pt x="317" y="4837"/>
                      <a:pt x="490" y="4837"/>
                    </a:cubicBezTo>
                    <a:cubicBezTo>
                      <a:pt x="537" y="4837"/>
                      <a:pt x="586" y="4831"/>
                      <a:pt x="635" y="4822"/>
                    </a:cubicBezTo>
                    <a:cubicBezTo>
                      <a:pt x="816" y="4822"/>
                      <a:pt x="952" y="4731"/>
                      <a:pt x="1133" y="4595"/>
                    </a:cubicBezTo>
                    <a:cubicBezTo>
                      <a:pt x="1178" y="4550"/>
                      <a:pt x="1223" y="4550"/>
                      <a:pt x="1268" y="4459"/>
                    </a:cubicBezTo>
                    <a:cubicBezTo>
                      <a:pt x="1359" y="4414"/>
                      <a:pt x="1404" y="4324"/>
                      <a:pt x="1450" y="4233"/>
                    </a:cubicBezTo>
                    <a:cubicBezTo>
                      <a:pt x="1631" y="3916"/>
                      <a:pt x="1721" y="3554"/>
                      <a:pt x="1812" y="3192"/>
                    </a:cubicBezTo>
                    <a:cubicBezTo>
                      <a:pt x="2038" y="2468"/>
                      <a:pt x="2219" y="1698"/>
                      <a:pt x="2310" y="928"/>
                    </a:cubicBezTo>
                    <a:cubicBezTo>
                      <a:pt x="2355" y="702"/>
                      <a:pt x="2355" y="521"/>
                      <a:pt x="2219" y="340"/>
                    </a:cubicBezTo>
                    <a:lnTo>
                      <a:pt x="2264" y="340"/>
                    </a:lnTo>
                    <a:cubicBezTo>
                      <a:pt x="2174" y="204"/>
                      <a:pt x="1993" y="23"/>
                      <a:pt x="1812" y="23"/>
                    </a:cubicBezTo>
                    <a:cubicBezTo>
                      <a:pt x="1750" y="8"/>
                      <a:pt x="1684" y="0"/>
                      <a:pt x="161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3" name="Google Shape;6953;p20"/>
              <p:cNvSpPr/>
              <p:nvPr/>
            </p:nvSpPr>
            <p:spPr>
              <a:xfrm>
                <a:off x="4743100" y="3646650"/>
                <a:ext cx="48675" cy="80800"/>
              </a:xfrm>
              <a:custGeom>
                <a:rect b="b" l="l" r="r" t="t"/>
                <a:pathLst>
                  <a:path extrusionOk="0" h="3232" w="1947">
                    <a:moveTo>
                      <a:pt x="1547" y="0"/>
                    </a:moveTo>
                    <a:cubicBezTo>
                      <a:pt x="1492" y="0"/>
                      <a:pt x="1441" y="17"/>
                      <a:pt x="1403" y="54"/>
                    </a:cubicBezTo>
                    <a:cubicBezTo>
                      <a:pt x="1268" y="145"/>
                      <a:pt x="1177" y="235"/>
                      <a:pt x="1087" y="371"/>
                    </a:cubicBezTo>
                    <a:cubicBezTo>
                      <a:pt x="1041" y="462"/>
                      <a:pt x="951" y="598"/>
                      <a:pt x="905" y="688"/>
                    </a:cubicBezTo>
                    <a:cubicBezTo>
                      <a:pt x="815" y="914"/>
                      <a:pt x="724" y="1141"/>
                      <a:pt x="634" y="1367"/>
                    </a:cubicBezTo>
                    <a:cubicBezTo>
                      <a:pt x="453" y="1775"/>
                      <a:pt x="272" y="2182"/>
                      <a:pt x="91" y="2589"/>
                    </a:cubicBezTo>
                    <a:cubicBezTo>
                      <a:pt x="0" y="2861"/>
                      <a:pt x="226" y="3178"/>
                      <a:pt x="453" y="3223"/>
                    </a:cubicBezTo>
                    <a:cubicBezTo>
                      <a:pt x="493" y="3229"/>
                      <a:pt x="531" y="3232"/>
                      <a:pt x="567" y="3232"/>
                    </a:cubicBezTo>
                    <a:cubicBezTo>
                      <a:pt x="815" y="3232"/>
                      <a:pt x="968" y="3098"/>
                      <a:pt x="1087" y="2861"/>
                    </a:cubicBezTo>
                    <a:cubicBezTo>
                      <a:pt x="1222" y="2454"/>
                      <a:pt x="1403" y="2046"/>
                      <a:pt x="1584" y="1639"/>
                    </a:cubicBezTo>
                    <a:cubicBezTo>
                      <a:pt x="1675" y="1412"/>
                      <a:pt x="1720" y="1231"/>
                      <a:pt x="1811" y="1005"/>
                    </a:cubicBezTo>
                    <a:cubicBezTo>
                      <a:pt x="1856" y="914"/>
                      <a:pt x="1856" y="824"/>
                      <a:pt x="1901" y="733"/>
                    </a:cubicBezTo>
                    <a:cubicBezTo>
                      <a:pt x="1947" y="552"/>
                      <a:pt x="1947" y="417"/>
                      <a:pt x="1901" y="281"/>
                    </a:cubicBezTo>
                    <a:cubicBezTo>
                      <a:pt x="1869" y="117"/>
                      <a:pt x="1693" y="0"/>
                      <a:pt x="15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4" name="Google Shape;6954;p20"/>
              <p:cNvSpPr/>
              <p:nvPr/>
            </p:nvSpPr>
            <p:spPr>
              <a:xfrm>
                <a:off x="4596700" y="3622275"/>
                <a:ext cx="302725" cy="281575"/>
              </a:xfrm>
              <a:custGeom>
                <a:rect b="b" l="l" r="r" t="t"/>
                <a:pathLst>
                  <a:path extrusionOk="0" h="11263" w="12109">
                    <a:moveTo>
                      <a:pt x="11206" y="0"/>
                    </a:moveTo>
                    <a:cubicBezTo>
                      <a:pt x="10862" y="0"/>
                      <a:pt x="10533" y="180"/>
                      <a:pt x="10474" y="577"/>
                    </a:cubicBezTo>
                    <a:cubicBezTo>
                      <a:pt x="10157" y="2795"/>
                      <a:pt x="8844" y="4696"/>
                      <a:pt x="7124" y="6099"/>
                    </a:cubicBezTo>
                    <a:cubicBezTo>
                      <a:pt x="6218" y="6869"/>
                      <a:pt x="5177" y="7503"/>
                      <a:pt x="4091" y="8091"/>
                    </a:cubicBezTo>
                    <a:cubicBezTo>
                      <a:pt x="3276" y="8499"/>
                      <a:pt x="2416" y="8861"/>
                      <a:pt x="1556" y="9268"/>
                    </a:cubicBezTo>
                    <a:cubicBezTo>
                      <a:pt x="1498" y="9240"/>
                      <a:pt x="1436" y="9225"/>
                      <a:pt x="1376" y="9225"/>
                    </a:cubicBezTo>
                    <a:cubicBezTo>
                      <a:pt x="1245" y="9225"/>
                      <a:pt x="1119" y="9295"/>
                      <a:pt x="1058" y="9449"/>
                    </a:cubicBezTo>
                    <a:cubicBezTo>
                      <a:pt x="1012" y="9495"/>
                      <a:pt x="967" y="9540"/>
                      <a:pt x="967" y="9585"/>
                    </a:cubicBezTo>
                    <a:cubicBezTo>
                      <a:pt x="831" y="9630"/>
                      <a:pt x="741" y="9676"/>
                      <a:pt x="605" y="9766"/>
                    </a:cubicBezTo>
                    <a:lnTo>
                      <a:pt x="650" y="9766"/>
                    </a:lnTo>
                    <a:cubicBezTo>
                      <a:pt x="0" y="10132"/>
                      <a:pt x="261" y="11262"/>
                      <a:pt x="976" y="11262"/>
                    </a:cubicBezTo>
                    <a:cubicBezTo>
                      <a:pt x="1058" y="11262"/>
                      <a:pt x="1146" y="11247"/>
                      <a:pt x="1239" y="11215"/>
                    </a:cubicBezTo>
                    <a:cubicBezTo>
                      <a:pt x="1782" y="11034"/>
                      <a:pt x="2325" y="10762"/>
                      <a:pt x="2868" y="10536"/>
                    </a:cubicBezTo>
                    <a:cubicBezTo>
                      <a:pt x="3062" y="10582"/>
                      <a:pt x="3271" y="10602"/>
                      <a:pt x="3487" y="10602"/>
                    </a:cubicBezTo>
                    <a:cubicBezTo>
                      <a:pt x="4331" y="10602"/>
                      <a:pt x="5289" y="10299"/>
                      <a:pt x="5901" y="10083"/>
                    </a:cubicBezTo>
                    <a:cubicBezTo>
                      <a:pt x="7124" y="9540"/>
                      <a:pt x="8165" y="8725"/>
                      <a:pt x="9070" y="7774"/>
                    </a:cubicBezTo>
                    <a:cubicBezTo>
                      <a:pt x="10836" y="5828"/>
                      <a:pt x="11877" y="3383"/>
                      <a:pt x="12058" y="803"/>
                    </a:cubicBezTo>
                    <a:cubicBezTo>
                      <a:pt x="12109" y="295"/>
                      <a:pt x="11646" y="0"/>
                      <a:pt x="112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5" name="Google Shape;6955;p20"/>
              <p:cNvSpPr/>
              <p:nvPr/>
            </p:nvSpPr>
            <p:spPr>
              <a:xfrm>
                <a:off x="4907200" y="3448700"/>
                <a:ext cx="31700" cy="126900"/>
              </a:xfrm>
              <a:custGeom>
                <a:rect b="b" l="l" r="r" t="t"/>
                <a:pathLst>
                  <a:path extrusionOk="0" h="5076" w="1268">
                    <a:moveTo>
                      <a:pt x="714" y="1"/>
                    </a:moveTo>
                    <a:cubicBezTo>
                      <a:pt x="654" y="1"/>
                      <a:pt x="595" y="16"/>
                      <a:pt x="543" y="50"/>
                    </a:cubicBezTo>
                    <a:cubicBezTo>
                      <a:pt x="181" y="277"/>
                      <a:pt x="181" y="775"/>
                      <a:pt x="136" y="1137"/>
                    </a:cubicBezTo>
                    <a:cubicBezTo>
                      <a:pt x="91" y="1544"/>
                      <a:pt x="91" y="1906"/>
                      <a:pt x="45" y="2268"/>
                    </a:cubicBezTo>
                    <a:cubicBezTo>
                      <a:pt x="0" y="2993"/>
                      <a:pt x="0" y="3762"/>
                      <a:pt x="0" y="4532"/>
                    </a:cubicBezTo>
                    <a:cubicBezTo>
                      <a:pt x="0" y="4804"/>
                      <a:pt x="272" y="5075"/>
                      <a:pt x="543" y="5075"/>
                    </a:cubicBezTo>
                    <a:cubicBezTo>
                      <a:pt x="860" y="5075"/>
                      <a:pt x="1087" y="4804"/>
                      <a:pt x="1087" y="4532"/>
                    </a:cubicBezTo>
                    <a:cubicBezTo>
                      <a:pt x="1132" y="3762"/>
                      <a:pt x="1222" y="3038"/>
                      <a:pt x="1222" y="2314"/>
                    </a:cubicBezTo>
                    <a:cubicBezTo>
                      <a:pt x="1268" y="1952"/>
                      <a:pt x="1268" y="1589"/>
                      <a:pt x="1268" y="1227"/>
                    </a:cubicBezTo>
                    <a:cubicBezTo>
                      <a:pt x="1222" y="865"/>
                      <a:pt x="1268" y="367"/>
                      <a:pt x="996" y="96"/>
                    </a:cubicBezTo>
                    <a:cubicBezTo>
                      <a:pt x="912" y="40"/>
                      <a:pt x="811" y="1"/>
                      <a:pt x="71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6" name="Google Shape;6956;p20"/>
              <p:cNvSpPr/>
              <p:nvPr/>
            </p:nvSpPr>
            <p:spPr>
              <a:xfrm>
                <a:off x="4916250" y="3358825"/>
                <a:ext cx="28300" cy="72050"/>
              </a:xfrm>
              <a:custGeom>
                <a:rect b="b" l="l" r="r" t="t"/>
                <a:pathLst>
                  <a:path extrusionOk="0" h="2882" w="1132">
                    <a:moveTo>
                      <a:pt x="338" y="0"/>
                    </a:moveTo>
                    <a:cubicBezTo>
                      <a:pt x="186" y="0"/>
                      <a:pt x="45" y="103"/>
                      <a:pt x="45" y="295"/>
                    </a:cubicBezTo>
                    <a:cubicBezTo>
                      <a:pt x="0" y="658"/>
                      <a:pt x="0" y="1020"/>
                      <a:pt x="45" y="1382"/>
                    </a:cubicBezTo>
                    <a:cubicBezTo>
                      <a:pt x="45" y="1699"/>
                      <a:pt x="91" y="2061"/>
                      <a:pt x="136" y="2423"/>
                    </a:cubicBezTo>
                    <a:cubicBezTo>
                      <a:pt x="177" y="2671"/>
                      <a:pt x="332" y="2882"/>
                      <a:pt x="600" y="2882"/>
                    </a:cubicBezTo>
                    <a:cubicBezTo>
                      <a:pt x="625" y="2882"/>
                      <a:pt x="652" y="2880"/>
                      <a:pt x="679" y="2876"/>
                    </a:cubicBezTo>
                    <a:cubicBezTo>
                      <a:pt x="815" y="2876"/>
                      <a:pt x="906" y="2785"/>
                      <a:pt x="996" y="2695"/>
                    </a:cubicBezTo>
                    <a:cubicBezTo>
                      <a:pt x="1132" y="2559"/>
                      <a:pt x="1132" y="2423"/>
                      <a:pt x="1087" y="2287"/>
                    </a:cubicBezTo>
                    <a:cubicBezTo>
                      <a:pt x="1041" y="1925"/>
                      <a:pt x="996" y="1563"/>
                      <a:pt x="951" y="1246"/>
                    </a:cubicBezTo>
                    <a:cubicBezTo>
                      <a:pt x="860" y="884"/>
                      <a:pt x="770" y="567"/>
                      <a:pt x="679" y="250"/>
                    </a:cubicBezTo>
                    <a:cubicBezTo>
                      <a:pt x="616" y="80"/>
                      <a:pt x="472" y="0"/>
                      <a:pt x="3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7" name="Google Shape;6957;p20"/>
              <p:cNvSpPr/>
              <p:nvPr/>
            </p:nvSpPr>
            <p:spPr>
              <a:xfrm>
                <a:off x="3048900" y="2368475"/>
                <a:ext cx="86000" cy="155125"/>
              </a:xfrm>
              <a:custGeom>
                <a:rect b="b" l="l" r="r" t="t"/>
                <a:pathLst>
                  <a:path extrusionOk="0" h="6205" w="3440">
                    <a:moveTo>
                      <a:pt x="2654" y="0"/>
                    </a:moveTo>
                    <a:cubicBezTo>
                      <a:pt x="2601" y="0"/>
                      <a:pt x="2546" y="9"/>
                      <a:pt x="2491" y="27"/>
                    </a:cubicBezTo>
                    <a:lnTo>
                      <a:pt x="2536" y="27"/>
                    </a:lnTo>
                    <a:cubicBezTo>
                      <a:pt x="1993" y="209"/>
                      <a:pt x="1495" y="480"/>
                      <a:pt x="1132" y="933"/>
                    </a:cubicBezTo>
                    <a:cubicBezTo>
                      <a:pt x="725" y="1386"/>
                      <a:pt x="453" y="1929"/>
                      <a:pt x="318" y="2472"/>
                    </a:cubicBezTo>
                    <a:cubicBezTo>
                      <a:pt x="1" y="3604"/>
                      <a:pt x="137" y="4826"/>
                      <a:pt x="725" y="5822"/>
                    </a:cubicBezTo>
                    <a:cubicBezTo>
                      <a:pt x="876" y="6063"/>
                      <a:pt x="1148" y="6204"/>
                      <a:pt x="1419" y="6204"/>
                    </a:cubicBezTo>
                    <a:cubicBezTo>
                      <a:pt x="1555" y="6204"/>
                      <a:pt x="1691" y="6169"/>
                      <a:pt x="1812" y="6093"/>
                    </a:cubicBezTo>
                    <a:cubicBezTo>
                      <a:pt x="2309" y="5867"/>
                      <a:pt x="2445" y="5369"/>
                      <a:pt x="2355" y="4871"/>
                    </a:cubicBezTo>
                    <a:cubicBezTo>
                      <a:pt x="2309" y="4645"/>
                      <a:pt x="2083" y="4509"/>
                      <a:pt x="1857" y="4464"/>
                    </a:cubicBezTo>
                    <a:cubicBezTo>
                      <a:pt x="1857" y="4373"/>
                      <a:pt x="1812" y="4283"/>
                      <a:pt x="1812" y="4237"/>
                    </a:cubicBezTo>
                    <a:cubicBezTo>
                      <a:pt x="1812" y="4192"/>
                      <a:pt x="1766" y="4102"/>
                      <a:pt x="1766" y="4056"/>
                    </a:cubicBezTo>
                    <a:cubicBezTo>
                      <a:pt x="1766" y="3830"/>
                      <a:pt x="1766" y="3604"/>
                      <a:pt x="1766" y="3423"/>
                    </a:cubicBezTo>
                    <a:cubicBezTo>
                      <a:pt x="1766" y="3377"/>
                      <a:pt x="1766" y="3287"/>
                      <a:pt x="1766" y="3242"/>
                    </a:cubicBezTo>
                    <a:cubicBezTo>
                      <a:pt x="1812" y="3151"/>
                      <a:pt x="1812" y="3015"/>
                      <a:pt x="1857" y="2925"/>
                    </a:cubicBezTo>
                    <a:cubicBezTo>
                      <a:pt x="1857" y="2834"/>
                      <a:pt x="1902" y="2698"/>
                      <a:pt x="1947" y="2608"/>
                    </a:cubicBezTo>
                    <a:cubicBezTo>
                      <a:pt x="1947" y="2563"/>
                      <a:pt x="1947" y="2517"/>
                      <a:pt x="1993" y="2472"/>
                    </a:cubicBezTo>
                    <a:cubicBezTo>
                      <a:pt x="1993" y="2441"/>
                      <a:pt x="2034" y="2348"/>
                      <a:pt x="2033" y="2348"/>
                    </a:cubicBezTo>
                    <a:lnTo>
                      <a:pt x="2033" y="2348"/>
                    </a:lnTo>
                    <a:cubicBezTo>
                      <a:pt x="2032" y="2348"/>
                      <a:pt x="2028" y="2357"/>
                      <a:pt x="2016" y="2380"/>
                    </a:cubicBezTo>
                    <a:lnTo>
                      <a:pt x="2016" y="2380"/>
                    </a:lnTo>
                    <a:cubicBezTo>
                      <a:pt x="2099" y="2214"/>
                      <a:pt x="2185" y="2049"/>
                      <a:pt x="2309" y="1883"/>
                    </a:cubicBezTo>
                    <a:cubicBezTo>
                      <a:pt x="2355" y="1793"/>
                      <a:pt x="2400" y="1702"/>
                      <a:pt x="2445" y="1612"/>
                    </a:cubicBezTo>
                    <a:cubicBezTo>
                      <a:pt x="2445" y="1612"/>
                      <a:pt x="2445" y="1612"/>
                      <a:pt x="2491" y="1567"/>
                    </a:cubicBezTo>
                    <a:cubicBezTo>
                      <a:pt x="2491" y="1612"/>
                      <a:pt x="2491" y="1612"/>
                      <a:pt x="2491" y="1612"/>
                    </a:cubicBezTo>
                    <a:cubicBezTo>
                      <a:pt x="2491" y="1576"/>
                      <a:pt x="2637" y="1393"/>
                      <a:pt x="2624" y="1393"/>
                    </a:cubicBezTo>
                    <a:cubicBezTo>
                      <a:pt x="2621" y="1393"/>
                      <a:pt x="2608" y="1404"/>
                      <a:pt x="2581" y="1431"/>
                    </a:cubicBezTo>
                    <a:cubicBezTo>
                      <a:pt x="2717" y="1250"/>
                      <a:pt x="2898" y="1114"/>
                      <a:pt x="3034" y="978"/>
                    </a:cubicBezTo>
                    <a:cubicBezTo>
                      <a:pt x="3440" y="653"/>
                      <a:pt x="3117" y="0"/>
                      <a:pt x="265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8" name="Google Shape;6958;p20"/>
              <p:cNvSpPr/>
              <p:nvPr/>
            </p:nvSpPr>
            <p:spPr>
              <a:xfrm>
                <a:off x="3120200" y="2434575"/>
                <a:ext cx="32850" cy="91275"/>
              </a:xfrm>
              <a:custGeom>
                <a:rect b="b" l="l" r="r" t="t"/>
                <a:pathLst>
                  <a:path extrusionOk="0" h="3651" w="1314">
                    <a:moveTo>
                      <a:pt x="801" y="0"/>
                    </a:moveTo>
                    <a:cubicBezTo>
                      <a:pt x="558" y="0"/>
                      <a:pt x="312" y="134"/>
                      <a:pt x="272" y="371"/>
                    </a:cubicBezTo>
                    <a:cubicBezTo>
                      <a:pt x="91" y="914"/>
                      <a:pt x="1" y="1458"/>
                      <a:pt x="1" y="1956"/>
                    </a:cubicBezTo>
                    <a:cubicBezTo>
                      <a:pt x="1" y="2272"/>
                      <a:pt x="1" y="2544"/>
                      <a:pt x="91" y="2816"/>
                    </a:cubicBezTo>
                    <a:cubicBezTo>
                      <a:pt x="137" y="2952"/>
                      <a:pt x="182" y="3042"/>
                      <a:pt x="227" y="3178"/>
                    </a:cubicBezTo>
                    <a:cubicBezTo>
                      <a:pt x="272" y="3359"/>
                      <a:pt x="363" y="3495"/>
                      <a:pt x="544" y="3585"/>
                    </a:cubicBezTo>
                    <a:cubicBezTo>
                      <a:pt x="604" y="3631"/>
                      <a:pt x="670" y="3651"/>
                      <a:pt x="735" y="3651"/>
                    </a:cubicBezTo>
                    <a:cubicBezTo>
                      <a:pt x="866" y="3651"/>
                      <a:pt x="997" y="3570"/>
                      <a:pt x="1087" y="3449"/>
                    </a:cubicBezTo>
                    <a:cubicBezTo>
                      <a:pt x="1223" y="3223"/>
                      <a:pt x="1178" y="2952"/>
                      <a:pt x="1223" y="2680"/>
                    </a:cubicBezTo>
                    <a:cubicBezTo>
                      <a:pt x="1223" y="2454"/>
                      <a:pt x="1178" y="2227"/>
                      <a:pt x="1178" y="1956"/>
                    </a:cubicBezTo>
                    <a:cubicBezTo>
                      <a:pt x="1178" y="1729"/>
                      <a:pt x="1178" y="1503"/>
                      <a:pt x="1223" y="1277"/>
                    </a:cubicBezTo>
                    <a:cubicBezTo>
                      <a:pt x="1223" y="1186"/>
                      <a:pt x="1223" y="1050"/>
                      <a:pt x="1223" y="960"/>
                    </a:cubicBezTo>
                    <a:lnTo>
                      <a:pt x="1223" y="914"/>
                    </a:lnTo>
                    <a:cubicBezTo>
                      <a:pt x="1223" y="914"/>
                      <a:pt x="1223" y="914"/>
                      <a:pt x="1268" y="869"/>
                    </a:cubicBezTo>
                    <a:cubicBezTo>
                      <a:pt x="1268" y="824"/>
                      <a:pt x="1268" y="733"/>
                      <a:pt x="1268" y="688"/>
                    </a:cubicBezTo>
                    <a:cubicBezTo>
                      <a:pt x="1313" y="371"/>
                      <a:pt x="1223" y="54"/>
                      <a:pt x="906" y="9"/>
                    </a:cubicBezTo>
                    <a:cubicBezTo>
                      <a:pt x="872" y="3"/>
                      <a:pt x="836" y="0"/>
                      <a:pt x="8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9" name="Google Shape;6959;p20"/>
              <p:cNvSpPr/>
              <p:nvPr/>
            </p:nvSpPr>
            <p:spPr>
              <a:xfrm>
                <a:off x="2923275" y="2278100"/>
                <a:ext cx="32850" cy="83125"/>
              </a:xfrm>
              <a:custGeom>
                <a:rect b="b" l="l" r="r" t="t"/>
                <a:pathLst>
                  <a:path extrusionOk="0" h="3325" w="1314">
                    <a:moveTo>
                      <a:pt x="886" y="1"/>
                    </a:moveTo>
                    <a:cubicBezTo>
                      <a:pt x="745" y="1"/>
                      <a:pt x="605" y="81"/>
                      <a:pt x="544" y="202"/>
                    </a:cubicBezTo>
                    <a:cubicBezTo>
                      <a:pt x="273" y="655"/>
                      <a:pt x="91" y="1198"/>
                      <a:pt x="46" y="1696"/>
                    </a:cubicBezTo>
                    <a:cubicBezTo>
                      <a:pt x="1" y="1967"/>
                      <a:pt x="46" y="2239"/>
                      <a:pt x="91" y="2511"/>
                    </a:cubicBezTo>
                    <a:cubicBezTo>
                      <a:pt x="137" y="2647"/>
                      <a:pt x="137" y="2737"/>
                      <a:pt x="182" y="2873"/>
                    </a:cubicBezTo>
                    <a:cubicBezTo>
                      <a:pt x="227" y="3009"/>
                      <a:pt x="363" y="3144"/>
                      <a:pt x="499" y="3235"/>
                    </a:cubicBezTo>
                    <a:cubicBezTo>
                      <a:pt x="555" y="3291"/>
                      <a:pt x="642" y="3324"/>
                      <a:pt x="729" y="3324"/>
                    </a:cubicBezTo>
                    <a:cubicBezTo>
                      <a:pt x="851" y="3324"/>
                      <a:pt x="970" y="3258"/>
                      <a:pt x="997" y="3099"/>
                    </a:cubicBezTo>
                    <a:cubicBezTo>
                      <a:pt x="1042" y="2918"/>
                      <a:pt x="1042" y="2873"/>
                      <a:pt x="1042" y="2647"/>
                    </a:cubicBezTo>
                    <a:cubicBezTo>
                      <a:pt x="997" y="2556"/>
                      <a:pt x="997" y="2465"/>
                      <a:pt x="997" y="2375"/>
                    </a:cubicBezTo>
                    <a:cubicBezTo>
                      <a:pt x="997" y="2375"/>
                      <a:pt x="952" y="2284"/>
                      <a:pt x="952" y="2239"/>
                    </a:cubicBezTo>
                    <a:cubicBezTo>
                      <a:pt x="952" y="2194"/>
                      <a:pt x="952" y="2149"/>
                      <a:pt x="952" y="2058"/>
                    </a:cubicBezTo>
                    <a:lnTo>
                      <a:pt x="952" y="1741"/>
                    </a:lnTo>
                    <a:cubicBezTo>
                      <a:pt x="952" y="1651"/>
                      <a:pt x="952" y="1515"/>
                      <a:pt x="952" y="1424"/>
                    </a:cubicBezTo>
                    <a:cubicBezTo>
                      <a:pt x="952" y="1379"/>
                      <a:pt x="997" y="1379"/>
                      <a:pt x="997" y="1334"/>
                    </a:cubicBezTo>
                    <a:cubicBezTo>
                      <a:pt x="997" y="1288"/>
                      <a:pt x="997" y="1243"/>
                      <a:pt x="1042" y="1198"/>
                    </a:cubicBezTo>
                    <a:cubicBezTo>
                      <a:pt x="1087" y="972"/>
                      <a:pt x="1133" y="745"/>
                      <a:pt x="1223" y="609"/>
                    </a:cubicBezTo>
                    <a:cubicBezTo>
                      <a:pt x="1314" y="383"/>
                      <a:pt x="1268" y="157"/>
                      <a:pt x="1087" y="66"/>
                    </a:cubicBezTo>
                    <a:cubicBezTo>
                      <a:pt x="1027" y="21"/>
                      <a:pt x="957" y="1"/>
                      <a:pt x="88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0" name="Google Shape;6960;p20"/>
              <p:cNvSpPr/>
              <p:nvPr/>
            </p:nvSpPr>
            <p:spPr>
              <a:xfrm>
                <a:off x="4095925" y="2284675"/>
                <a:ext cx="88125" cy="116350"/>
              </a:xfrm>
              <a:custGeom>
                <a:rect b="b" l="l" r="r" t="t"/>
                <a:pathLst>
                  <a:path extrusionOk="0" h="4654" w="3525">
                    <a:moveTo>
                      <a:pt x="474" y="0"/>
                    </a:moveTo>
                    <a:cubicBezTo>
                      <a:pt x="192" y="0"/>
                      <a:pt x="0" y="309"/>
                      <a:pt x="39" y="618"/>
                    </a:cubicBezTo>
                    <a:cubicBezTo>
                      <a:pt x="84" y="709"/>
                      <a:pt x="129" y="799"/>
                      <a:pt x="174" y="890"/>
                    </a:cubicBezTo>
                    <a:lnTo>
                      <a:pt x="220" y="980"/>
                    </a:lnTo>
                    <a:cubicBezTo>
                      <a:pt x="220" y="1025"/>
                      <a:pt x="265" y="1071"/>
                      <a:pt x="265" y="1071"/>
                    </a:cubicBezTo>
                    <a:cubicBezTo>
                      <a:pt x="265" y="1071"/>
                      <a:pt x="265" y="1071"/>
                      <a:pt x="310" y="1116"/>
                    </a:cubicBezTo>
                    <a:cubicBezTo>
                      <a:pt x="310" y="1161"/>
                      <a:pt x="310" y="1207"/>
                      <a:pt x="356" y="1252"/>
                    </a:cubicBezTo>
                    <a:cubicBezTo>
                      <a:pt x="356" y="1252"/>
                      <a:pt x="401" y="1297"/>
                      <a:pt x="401" y="1342"/>
                    </a:cubicBezTo>
                    <a:cubicBezTo>
                      <a:pt x="446" y="1388"/>
                      <a:pt x="491" y="1478"/>
                      <a:pt x="537" y="1523"/>
                    </a:cubicBezTo>
                    <a:cubicBezTo>
                      <a:pt x="672" y="1840"/>
                      <a:pt x="853" y="2112"/>
                      <a:pt x="1035" y="2429"/>
                    </a:cubicBezTo>
                    <a:cubicBezTo>
                      <a:pt x="1170" y="2700"/>
                      <a:pt x="1351" y="3017"/>
                      <a:pt x="1487" y="3289"/>
                    </a:cubicBezTo>
                    <a:cubicBezTo>
                      <a:pt x="1578" y="3470"/>
                      <a:pt x="1668" y="3606"/>
                      <a:pt x="1714" y="3787"/>
                    </a:cubicBezTo>
                    <a:cubicBezTo>
                      <a:pt x="1759" y="3832"/>
                      <a:pt x="1759" y="3923"/>
                      <a:pt x="1804" y="3968"/>
                    </a:cubicBezTo>
                    <a:cubicBezTo>
                      <a:pt x="1804" y="4013"/>
                      <a:pt x="1804" y="4013"/>
                      <a:pt x="1849" y="4058"/>
                    </a:cubicBezTo>
                    <a:cubicBezTo>
                      <a:pt x="1849" y="4104"/>
                      <a:pt x="1895" y="4194"/>
                      <a:pt x="1940" y="4240"/>
                    </a:cubicBezTo>
                    <a:cubicBezTo>
                      <a:pt x="2075" y="4509"/>
                      <a:pt x="2360" y="4653"/>
                      <a:pt x="2647" y="4653"/>
                    </a:cubicBezTo>
                    <a:cubicBezTo>
                      <a:pt x="2745" y="4653"/>
                      <a:pt x="2843" y="4636"/>
                      <a:pt x="2936" y="4602"/>
                    </a:cubicBezTo>
                    <a:cubicBezTo>
                      <a:pt x="3253" y="4421"/>
                      <a:pt x="3524" y="4013"/>
                      <a:pt x="3389" y="3651"/>
                    </a:cubicBezTo>
                    <a:cubicBezTo>
                      <a:pt x="3298" y="3244"/>
                      <a:pt x="3072" y="2881"/>
                      <a:pt x="2891" y="2565"/>
                    </a:cubicBezTo>
                    <a:cubicBezTo>
                      <a:pt x="2709" y="2248"/>
                      <a:pt x="2528" y="1931"/>
                      <a:pt x="2347" y="1659"/>
                    </a:cubicBezTo>
                    <a:cubicBezTo>
                      <a:pt x="2121" y="1342"/>
                      <a:pt x="1895" y="1025"/>
                      <a:pt x="1623" y="754"/>
                    </a:cubicBezTo>
                    <a:cubicBezTo>
                      <a:pt x="1533" y="663"/>
                      <a:pt x="1487" y="618"/>
                      <a:pt x="1442" y="573"/>
                    </a:cubicBezTo>
                    <a:cubicBezTo>
                      <a:pt x="1397" y="528"/>
                      <a:pt x="1351" y="482"/>
                      <a:pt x="1261" y="437"/>
                    </a:cubicBezTo>
                    <a:cubicBezTo>
                      <a:pt x="1300" y="437"/>
                      <a:pt x="1172" y="337"/>
                      <a:pt x="1163" y="337"/>
                    </a:cubicBezTo>
                    <a:lnTo>
                      <a:pt x="1163" y="337"/>
                    </a:lnTo>
                    <a:cubicBezTo>
                      <a:pt x="1162" y="337"/>
                      <a:pt x="1164" y="340"/>
                      <a:pt x="1170" y="346"/>
                    </a:cubicBezTo>
                    <a:cubicBezTo>
                      <a:pt x="1125" y="301"/>
                      <a:pt x="1080" y="301"/>
                      <a:pt x="1035" y="256"/>
                    </a:cubicBezTo>
                    <a:cubicBezTo>
                      <a:pt x="1035" y="256"/>
                      <a:pt x="989" y="211"/>
                      <a:pt x="989" y="211"/>
                    </a:cubicBezTo>
                    <a:cubicBezTo>
                      <a:pt x="899" y="120"/>
                      <a:pt x="808" y="75"/>
                      <a:pt x="627" y="30"/>
                    </a:cubicBezTo>
                    <a:cubicBezTo>
                      <a:pt x="574" y="10"/>
                      <a:pt x="522" y="0"/>
                      <a:pt x="4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1" name="Google Shape;6961;p20"/>
              <p:cNvSpPr/>
              <p:nvPr/>
            </p:nvSpPr>
            <p:spPr>
              <a:xfrm>
                <a:off x="4222500" y="2237375"/>
                <a:ext cx="61125" cy="89025"/>
              </a:xfrm>
              <a:custGeom>
                <a:rect b="b" l="l" r="r" t="t"/>
                <a:pathLst>
                  <a:path extrusionOk="0" h="3561" w="2445">
                    <a:moveTo>
                      <a:pt x="535" y="0"/>
                    </a:moveTo>
                    <a:cubicBezTo>
                      <a:pt x="378" y="0"/>
                      <a:pt x="227" y="81"/>
                      <a:pt x="136" y="201"/>
                    </a:cubicBezTo>
                    <a:cubicBezTo>
                      <a:pt x="0" y="382"/>
                      <a:pt x="0" y="654"/>
                      <a:pt x="182" y="835"/>
                    </a:cubicBezTo>
                    <a:cubicBezTo>
                      <a:pt x="363" y="1016"/>
                      <a:pt x="544" y="1197"/>
                      <a:pt x="725" y="1424"/>
                    </a:cubicBezTo>
                    <a:lnTo>
                      <a:pt x="770" y="1514"/>
                    </a:lnTo>
                    <a:cubicBezTo>
                      <a:pt x="815" y="1559"/>
                      <a:pt x="861" y="1605"/>
                      <a:pt x="906" y="1650"/>
                    </a:cubicBezTo>
                    <a:cubicBezTo>
                      <a:pt x="951" y="1786"/>
                      <a:pt x="1042" y="1876"/>
                      <a:pt x="1087" y="2012"/>
                    </a:cubicBezTo>
                    <a:cubicBezTo>
                      <a:pt x="1177" y="2148"/>
                      <a:pt x="1223" y="2238"/>
                      <a:pt x="1268" y="2374"/>
                    </a:cubicBezTo>
                    <a:lnTo>
                      <a:pt x="1313" y="2465"/>
                    </a:lnTo>
                    <a:cubicBezTo>
                      <a:pt x="1359" y="2555"/>
                      <a:pt x="1359" y="2646"/>
                      <a:pt x="1404" y="2736"/>
                    </a:cubicBezTo>
                    <a:cubicBezTo>
                      <a:pt x="1449" y="2782"/>
                      <a:pt x="1494" y="2827"/>
                      <a:pt x="1540" y="2872"/>
                    </a:cubicBezTo>
                    <a:lnTo>
                      <a:pt x="1585" y="2872"/>
                    </a:lnTo>
                    <a:cubicBezTo>
                      <a:pt x="1585" y="2963"/>
                      <a:pt x="1630" y="3008"/>
                      <a:pt x="1630" y="3053"/>
                    </a:cubicBezTo>
                    <a:cubicBezTo>
                      <a:pt x="1675" y="3189"/>
                      <a:pt x="1766" y="3280"/>
                      <a:pt x="1811" y="3415"/>
                    </a:cubicBezTo>
                    <a:cubicBezTo>
                      <a:pt x="1870" y="3513"/>
                      <a:pt x="1971" y="3560"/>
                      <a:pt x="2070" y="3560"/>
                    </a:cubicBezTo>
                    <a:cubicBezTo>
                      <a:pt x="2201" y="3560"/>
                      <a:pt x="2329" y="3479"/>
                      <a:pt x="2354" y="3325"/>
                    </a:cubicBezTo>
                    <a:cubicBezTo>
                      <a:pt x="2400" y="3189"/>
                      <a:pt x="2400" y="3008"/>
                      <a:pt x="2400" y="2872"/>
                    </a:cubicBezTo>
                    <a:cubicBezTo>
                      <a:pt x="2400" y="2782"/>
                      <a:pt x="2400" y="2736"/>
                      <a:pt x="2400" y="2646"/>
                    </a:cubicBezTo>
                    <a:lnTo>
                      <a:pt x="2400" y="2601"/>
                    </a:lnTo>
                    <a:cubicBezTo>
                      <a:pt x="2400" y="2555"/>
                      <a:pt x="2400" y="2510"/>
                      <a:pt x="2400" y="2465"/>
                    </a:cubicBezTo>
                    <a:cubicBezTo>
                      <a:pt x="2445" y="2238"/>
                      <a:pt x="2309" y="2057"/>
                      <a:pt x="2219" y="1876"/>
                    </a:cubicBezTo>
                    <a:cubicBezTo>
                      <a:pt x="2173" y="1740"/>
                      <a:pt x="2128" y="1605"/>
                      <a:pt x="2038" y="1469"/>
                    </a:cubicBezTo>
                    <a:cubicBezTo>
                      <a:pt x="1721" y="926"/>
                      <a:pt x="1268" y="473"/>
                      <a:pt x="770" y="66"/>
                    </a:cubicBezTo>
                    <a:cubicBezTo>
                      <a:pt x="695" y="20"/>
                      <a:pt x="614" y="0"/>
                      <a:pt x="5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2" name="Google Shape;6962;p20"/>
              <p:cNvSpPr/>
              <p:nvPr/>
            </p:nvSpPr>
            <p:spPr>
              <a:xfrm>
                <a:off x="2956100" y="1959175"/>
                <a:ext cx="55475" cy="154500"/>
              </a:xfrm>
              <a:custGeom>
                <a:rect b="b" l="l" r="r" t="t"/>
                <a:pathLst>
                  <a:path extrusionOk="0" h="6180" w="2219">
                    <a:moveTo>
                      <a:pt x="1582" y="0"/>
                    </a:moveTo>
                    <a:cubicBezTo>
                      <a:pt x="1438" y="0"/>
                      <a:pt x="1299" y="70"/>
                      <a:pt x="1223" y="238"/>
                    </a:cubicBezTo>
                    <a:cubicBezTo>
                      <a:pt x="453" y="1778"/>
                      <a:pt x="1" y="3498"/>
                      <a:pt x="227" y="5218"/>
                    </a:cubicBezTo>
                    <a:cubicBezTo>
                      <a:pt x="269" y="5718"/>
                      <a:pt x="617" y="6179"/>
                      <a:pt x="1131" y="6179"/>
                    </a:cubicBezTo>
                    <a:cubicBezTo>
                      <a:pt x="1175" y="6179"/>
                      <a:pt x="1221" y="6176"/>
                      <a:pt x="1268" y="6169"/>
                    </a:cubicBezTo>
                    <a:cubicBezTo>
                      <a:pt x="1811" y="6078"/>
                      <a:pt x="2219" y="5309"/>
                      <a:pt x="1676" y="4992"/>
                    </a:cubicBezTo>
                    <a:cubicBezTo>
                      <a:pt x="1676" y="4946"/>
                      <a:pt x="1676" y="4946"/>
                      <a:pt x="1676" y="4901"/>
                    </a:cubicBezTo>
                    <a:cubicBezTo>
                      <a:pt x="1630" y="4811"/>
                      <a:pt x="1630" y="4675"/>
                      <a:pt x="1630" y="4539"/>
                    </a:cubicBezTo>
                    <a:cubicBezTo>
                      <a:pt x="1585" y="4132"/>
                      <a:pt x="1585" y="3724"/>
                      <a:pt x="1585" y="3317"/>
                    </a:cubicBezTo>
                    <a:cubicBezTo>
                      <a:pt x="1630" y="2366"/>
                      <a:pt x="1766" y="1461"/>
                      <a:pt x="2083" y="601"/>
                    </a:cubicBezTo>
                    <a:cubicBezTo>
                      <a:pt x="2173" y="271"/>
                      <a:pt x="1866" y="0"/>
                      <a:pt x="158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3" name="Google Shape;6963;p20"/>
              <p:cNvSpPr/>
              <p:nvPr/>
            </p:nvSpPr>
            <p:spPr>
              <a:xfrm>
                <a:off x="3057252" y="2012450"/>
                <a:ext cx="34000" cy="67700"/>
              </a:xfrm>
              <a:custGeom>
                <a:rect b="b" l="l" r="r" t="t"/>
                <a:pathLst>
                  <a:path extrusionOk="0" h="2708" w="1360">
                    <a:moveTo>
                      <a:pt x="743" y="0"/>
                    </a:moveTo>
                    <a:cubicBezTo>
                      <a:pt x="469" y="0"/>
                      <a:pt x="216" y="139"/>
                      <a:pt x="137" y="416"/>
                    </a:cubicBezTo>
                    <a:cubicBezTo>
                      <a:pt x="137" y="552"/>
                      <a:pt x="92" y="733"/>
                      <a:pt x="46" y="869"/>
                    </a:cubicBezTo>
                    <a:cubicBezTo>
                      <a:pt x="46" y="1005"/>
                      <a:pt x="1" y="1140"/>
                      <a:pt x="1" y="1231"/>
                    </a:cubicBezTo>
                    <a:lnTo>
                      <a:pt x="1" y="1457"/>
                    </a:lnTo>
                    <a:cubicBezTo>
                      <a:pt x="1" y="1638"/>
                      <a:pt x="1" y="1865"/>
                      <a:pt x="46" y="2046"/>
                    </a:cubicBezTo>
                    <a:cubicBezTo>
                      <a:pt x="92" y="2227"/>
                      <a:pt x="182" y="2363"/>
                      <a:pt x="273" y="2544"/>
                    </a:cubicBezTo>
                    <a:cubicBezTo>
                      <a:pt x="329" y="2658"/>
                      <a:pt x="434" y="2708"/>
                      <a:pt x="543" y="2708"/>
                    </a:cubicBezTo>
                    <a:cubicBezTo>
                      <a:pt x="694" y="2708"/>
                      <a:pt x="854" y="2611"/>
                      <a:pt x="906" y="2453"/>
                    </a:cubicBezTo>
                    <a:cubicBezTo>
                      <a:pt x="952" y="2317"/>
                      <a:pt x="997" y="2182"/>
                      <a:pt x="1042" y="2001"/>
                    </a:cubicBezTo>
                    <a:cubicBezTo>
                      <a:pt x="1087" y="1865"/>
                      <a:pt x="1087" y="1684"/>
                      <a:pt x="1087" y="1503"/>
                    </a:cubicBezTo>
                    <a:cubicBezTo>
                      <a:pt x="1133" y="1412"/>
                      <a:pt x="1178" y="1276"/>
                      <a:pt x="1178" y="1140"/>
                    </a:cubicBezTo>
                    <a:cubicBezTo>
                      <a:pt x="1178" y="1005"/>
                      <a:pt x="1223" y="869"/>
                      <a:pt x="1269" y="688"/>
                    </a:cubicBezTo>
                    <a:cubicBezTo>
                      <a:pt x="1359" y="416"/>
                      <a:pt x="1178" y="54"/>
                      <a:pt x="861" y="9"/>
                    </a:cubicBezTo>
                    <a:cubicBezTo>
                      <a:pt x="821" y="3"/>
                      <a:pt x="782" y="0"/>
                      <a:pt x="7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4" name="Google Shape;6964;p20"/>
              <p:cNvSpPr/>
              <p:nvPr/>
            </p:nvSpPr>
            <p:spPr>
              <a:xfrm>
                <a:off x="4423250" y="2550250"/>
                <a:ext cx="69750" cy="166075"/>
              </a:xfrm>
              <a:custGeom>
                <a:rect b="b" l="l" r="r" t="t"/>
                <a:pathLst>
                  <a:path extrusionOk="0" h="6643" w="2790">
                    <a:moveTo>
                      <a:pt x="502" y="1"/>
                    </a:moveTo>
                    <a:cubicBezTo>
                      <a:pt x="251" y="1"/>
                      <a:pt x="0" y="201"/>
                      <a:pt x="119" y="497"/>
                    </a:cubicBezTo>
                    <a:cubicBezTo>
                      <a:pt x="300" y="995"/>
                      <a:pt x="390" y="1493"/>
                      <a:pt x="572" y="1946"/>
                    </a:cubicBezTo>
                    <a:cubicBezTo>
                      <a:pt x="707" y="2399"/>
                      <a:pt x="843" y="2897"/>
                      <a:pt x="979" y="3349"/>
                    </a:cubicBezTo>
                    <a:cubicBezTo>
                      <a:pt x="1069" y="3757"/>
                      <a:pt x="1205" y="4164"/>
                      <a:pt x="1205" y="4526"/>
                    </a:cubicBezTo>
                    <a:cubicBezTo>
                      <a:pt x="1205" y="4662"/>
                      <a:pt x="1205" y="4798"/>
                      <a:pt x="1205" y="4889"/>
                    </a:cubicBezTo>
                    <a:cubicBezTo>
                      <a:pt x="1205" y="5070"/>
                      <a:pt x="1205" y="4934"/>
                      <a:pt x="1205" y="5070"/>
                    </a:cubicBezTo>
                    <a:cubicBezTo>
                      <a:pt x="1115" y="5386"/>
                      <a:pt x="979" y="5522"/>
                      <a:pt x="1024" y="5884"/>
                    </a:cubicBezTo>
                    <a:cubicBezTo>
                      <a:pt x="1024" y="6263"/>
                      <a:pt x="1391" y="6642"/>
                      <a:pt x="1786" y="6642"/>
                    </a:cubicBezTo>
                    <a:cubicBezTo>
                      <a:pt x="1910" y="6642"/>
                      <a:pt x="2037" y="6605"/>
                      <a:pt x="2156" y="6518"/>
                    </a:cubicBezTo>
                    <a:cubicBezTo>
                      <a:pt x="2473" y="6292"/>
                      <a:pt x="2609" y="6020"/>
                      <a:pt x="2699" y="5658"/>
                    </a:cubicBezTo>
                    <a:cubicBezTo>
                      <a:pt x="2790" y="5386"/>
                      <a:pt x="2790" y="5115"/>
                      <a:pt x="2790" y="4798"/>
                    </a:cubicBezTo>
                    <a:cubicBezTo>
                      <a:pt x="2744" y="4255"/>
                      <a:pt x="2609" y="3712"/>
                      <a:pt x="2428" y="3214"/>
                    </a:cubicBezTo>
                    <a:cubicBezTo>
                      <a:pt x="2246" y="2670"/>
                      <a:pt x="2020" y="2127"/>
                      <a:pt x="1794" y="1629"/>
                    </a:cubicBezTo>
                    <a:cubicBezTo>
                      <a:pt x="1522" y="1086"/>
                      <a:pt x="1160" y="633"/>
                      <a:pt x="843" y="181"/>
                    </a:cubicBezTo>
                    <a:cubicBezTo>
                      <a:pt x="765" y="56"/>
                      <a:pt x="634" y="1"/>
                      <a:pt x="50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5" name="Google Shape;6965;p20"/>
              <p:cNvSpPr/>
              <p:nvPr/>
            </p:nvSpPr>
            <p:spPr>
              <a:xfrm>
                <a:off x="4584650" y="2642925"/>
                <a:ext cx="50950" cy="75950"/>
              </a:xfrm>
              <a:custGeom>
                <a:rect b="b" l="l" r="r" t="t"/>
                <a:pathLst>
                  <a:path extrusionOk="0" h="3038" w="2038">
                    <a:moveTo>
                      <a:pt x="651" y="1"/>
                    </a:moveTo>
                    <a:cubicBezTo>
                      <a:pt x="546" y="1"/>
                      <a:pt x="443" y="31"/>
                      <a:pt x="363" y="95"/>
                    </a:cubicBezTo>
                    <a:cubicBezTo>
                      <a:pt x="91" y="276"/>
                      <a:pt x="0" y="548"/>
                      <a:pt x="182" y="819"/>
                    </a:cubicBezTo>
                    <a:cubicBezTo>
                      <a:pt x="317" y="1227"/>
                      <a:pt x="498" y="1634"/>
                      <a:pt x="725" y="1951"/>
                    </a:cubicBezTo>
                    <a:cubicBezTo>
                      <a:pt x="815" y="2132"/>
                      <a:pt x="951" y="2313"/>
                      <a:pt x="1042" y="2494"/>
                    </a:cubicBezTo>
                    <a:cubicBezTo>
                      <a:pt x="1177" y="2675"/>
                      <a:pt x="1313" y="2902"/>
                      <a:pt x="1540" y="2992"/>
                    </a:cubicBezTo>
                    <a:cubicBezTo>
                      <a:pt x="1585" y="3022"/>
                      <a:pt x="1645" y="3038"/>
                      <a:pt x="1707" y="3038"/>
                    </a:cubicBezTo>
                    <a:cubicBezTo>
                      <a:pt x="1831" y="3038"/>
                      <a:pt x="1962" y="2977"/>
                      <a:pt x="1992" y="2856"/>
                    </a:cubicBezTo>
                    <a:cubicBezTo>
                      <a:pt x="2038" y="2404"/>
                      <a:pt x="1856" y="1951"/>
                      <a:pt x="1675" y="1544"/>
                    </a:cubicBezTo>
                    <a:cubicBezTo>
                      <a:pt x="1540" y="1091"/>
                      <a:pt x="1313" y="684"/>
                      <a:pt x="1132" y="276"/>
                    </a:cubicBezTo>
                    <a:cubicBezTo>
                      <a:pt x="1044" y="101"/>
                      <a:pt x="844" y="1"/>
                      <a:pt x="6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6" name="Google Shape;6966;p20"/>
              <p:cNvSpPr/>
              <p:nvPr/>
            </p:nvSpPr>
            <p:spPr>
              <a:xfrm>
                <a:off x="3519700" y="3448525"/>
                <a:ext cx="66800" cy="166475"/>
              </a:xfrm>
              <a:custGeom>
                <a:rect b="b" l="l" r="r" t="t"/>
                <a:pathLst>
                  <a:path extrusionOk="0" h="6659" w="2672">
                    <a:moveTo>
                      <a:pt x="2105" y="1"/>
                    </a:moveTo>
                    <a:cubicBezTo>
                      <a:pt x="2068" y="1"/>
                      <a:pt x="2030" y="4"/>
                      <a:pt x="1992" y="12"/>
                    </a:cubicBezTo>
                    <a:cubicBezTo>
                      <a:pt x="1676" y="103"/>
                      <a:pt x="1449" y="419"/>
                      <a:pt x="1223" y="691"/>
                    </a:cubicBezTo>
                    <a:cubicBezTo>
                      <a:pt x="1042" y="963"/>
                      <a:pt x="906" y="1280"/>
                      <a:pt x="725" y="1642"/>
                    </a:cubicBezTo>
                    <a:cubicBezTo>
                      <a:pt x="453" y="2275"/>
                      <a:pt x="272" y="2909"/>
                      <a:pt x="182" y="3588"/>
                    </a:cubicBezTo>
                    <a:cubicBezTo>
                      <a:pt x="91" y="4222"/>
                      <a:pt x="1" y="4901"/>
                      <a:pt x="182" y="5535"/>
                    </a:cubicBezTo>
                    <a:cubicBezTo>
                      <a:pt x="359" y="6138"/>
                      <a:pt x="815" y="6658"/>
                      <a:pt x="1396" y="6658"/>
                    </a:cubicBezTo>
                    <a:cubicBezTo>
                      <a:pt x="1556" y="6658"/>
                      <a:pt x="1726" y="6619"/>
                      <a:pt x="1902" y="6531"/>
                    </a:cubicBezTo>
                    <a:cubicBezTo>
                      <a:pt x="2309" y="6304"/>
                      <a:pt x="2309" y="5761"/>
                      <a:pt x="2038" y="5444"/>
                    </a:cubicBezTo>
                    <a:lnTo>
                      <a:pt x="2038" y="5444"/>
                    </a:lnTo>
                    <a:cubicBezTo>
                      <a:pt x="2069" y="5476"/>
                      <a:pt x="2100" y="5528"/>
                      <a:pt x="2102" y="5528"/>
                    </a:cubicBezTo>
                    <a:cubicBezTo>
                      <a:pt x="2102" y="5528"/>
                      <a:pt x="2097" y="5518"/>
                      <a:pt x="2083" y="5490"/>
                    </a:cubicBezTo>
                    <a:cubicBezTo>
                      <a:pt x="1992" y="5354"/>
                      <a:pt x="1902" y="5309"/>
                      <a:pt x="1811" y="5218"/>
                    </a:cubicBezTo>
                    <a:lnTo>
                      <a:pt x="1811" y="5173"/>
                    </a:lnTo>
                    <a:lnTo>
                      <a:pt x="1766" y="5173"/>
                    </a:lnTo>
                    <a:cubicBezTo>
                      <a:pt x="1766" y="5127"/>
                      <a:pt x="1766" y="5082"/>
                      <a:pt x="1766" y="5082"/>
                    </a:cubicBezTo>
                    <a:lnTo>
                      <a:pt x="1721" y="4946"/>
                    </a:lnTo>
                    <a:cubicBezTo>
                      <a:pt x="1676" y="4448"/>
                      <a:pt x="1721" y="3905"/>
                      <a:pt x="1811" y="3498"/>
                    </a:cubicBezTo>
                    <a:cubicBezTo>
                      <a:pt x="1902" y="2955"/>
                      <a:pt x="2038" y="2411"/>
                      <a:pt x="2173" y="1913"/>
                    </a:cubicBezTo>
                    <a:cubicBezTo>
                      <a:pt x="2309" y="1415"/>
                      <a:pt x="2671" y="782"/>
                      <a:pt x="2490" y="284"/>
                    </a:cubicBezTo>
                    <a:cubicBezTo>
                      <a:pt x="2453" y="95"/>
                      <a:pt x="2289" y="1"/>
                      <a:pt x="210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7" name="Google Shape;6967;p20"/>
              <p:cNvSpPr/>
              <p:nvPr/>
            </p:nvSpPr>
            <p:spPr>
              <a:xfrm>
                <a:off x="3564975" y="35789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8" name="Google Shape;6968;p20"/>
              <p:cNvSpPr/>
              <p:nvPr/>
            </p:nvSpPr>
            <p:spPr>
              <a:xfrm>
                <a:off x="3583075" y="3497475"/>
                <a:ext cx="45300" cy="83775"/>
              </a:xfrm>
              <a:custGeom>
                <a:rect b="b" l="l" r="r" t="t"/>
                <a:pathLst>
                  <a:path extrusionOk="0" h="3351" w="1812">
                    <a:moveTo>
                      <a:pt x="1359" y="1"/>
                    </a:moveTo>
                    <a:cubicBezTo>
                      <a:pt x="1132" y="1"/>
                      <a:pt x="906" y="136"/>
                      <a:pt x="861" y="363"/>
                    </a:cubicBezTo>
                    <a:cubicBezTo>
                      <a:pt x="815" y="589"/>
                      <a:pt x="725" y="815"/>
                      <a:pt x="680" y="1042"/>
                    </a:cubicBezTo>
                    <a:cubicBezTo>
                      <a:pt x="634" y="1132"/>
                      <a:pt x="634" y="1268"/>
                      <a:pt x="589" y="1359"/>
                    </a:cubicBezTo>
                    <a:cubicBezTo>
                      <a:pt x="544" y="1404"/>
                      <a:pt x="544" y="1449"/>
                      <a:pt x="499" y="1494"/>
                    </a:cubicBezTo>
                    <a:cubicBezTo>
                      <a:pt x="499" y="1528"/>
                      <a:pt x="450" y="1635"/>
                      <a:pt x="460" y="1635"/>
                    </a:cubicBezTo>
                    <a:cubicBezTo>
                      <a:pt x="463" y="1635"/>
                      <a:pt x="475" y="1621"/>
                      <a:pt x="499" y="1585"/>
                    </a:cubicBezTo>
                    <a:lnTo>
                      <a:pt x="499" y="1585"/>
                    </a:lnTo>
                    <a:cubicBezTo>
                      <a:pt x="453" y="1676"/>
                      <a:pt x="408" y="1766"/>
                      <a:pt x="363" y="1857"/>
                    </a:cubicBezTo>
                    <a:cubicBezTo>
                      <a:pt x="363" y="1857"/>
                      <a:pt x="363" y="1947"/>
                      <a:pt x="318" y="1947"/>
                    </a:cubicBezTo>
                    <a:cubicBezTo>
                      <a:pt x="272" y="2083"/>
                      <a:pt x="227" y="2174"/>
                      <a:pt x="182" y="2309"/>
                    </a:cubicBezTo>
                    <a:cubicBezTo>
                      <a:pt x="136" y="2400"/>
                      <a:pt x="91" y="2536"/>
                      <a:pt x="46" y="2626"/>
                    </a:cubicBezTo>
                    <a:cubicBezTo>
                      <a:pt x="46" y="2626"/>
                      <a:pt x="46" y="2671"/>
                      <a:pt x="1" y="2717"/>
                    </a:cubicBezTo>
                    <a:cubicBezTo>
                      <a:pt x="1" y="2762"/>
                      <a:pt x="1" y="2807"/>
                      <a:pt x="1" y="2898"/>
                    </a:cubicBezTo>
                    <a:cubicBezTo>
                      <a:pt x="1" y="2988"/>
                      <a:pt x="46" y="3079"/>
                      <a:pt x="91" y="3169"/>
                    </a:cubicBezTo>
                    <a:cubicBezTo>
                      <a:pt x="136" y="3305"/>
                      <a:pt x="272" y="3351"/>
                      <a:pt x="408" y="3351"/>
                    </a:cubicBezTo>
                    <a:cubicBezTo>
                      <a:pt x="680" y="3351"/>
                      <a:pt x="815" y="3260"/>
                      <a:pt x="951" y="3079"/>
                    </a:cubicBezTo>
                    <a:cubicBezTo>
                      <a:pt x="1042" y="2943"/>
                      <a:pt x="1087" y="2853"/>
                      <a:pt x="1178" y="2762"/>
                    </a:cubicBezTo>
                    <a:cubicBezTo>
                      <a:pt x="1313" y="2536"/>
                      <a:pt x="1404" y="2264"/>
                      <a:pt x="1494" y="1992"/>
                    </a:cubicBezTo>
                    <a:cubicBezTo>
                      <a:pt x="1630" y="1494"/>
                      <a:pt x="1721" y="997"/>
                      <a:pt x="1766" y="453"/>
                    </a:cubicBezTo>
                    <a:cubicBezTo>
                      <a:pt x="1811" y="227"/>
                      <a:pt x="1585" y="46"/>
                      <a:pt x="13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9" name="Google Shape;6969;p20"/>
              <p:cNvSpPr/>
              <p:nvPr/>
            </p:nvSpPr>
            <p:spPr>
              <a:xfrm>
                <a:off x="3416725" y="3516575"/>
                <a:ext cx="37350" cy="87350"/>
              </a:xfrm>
              <a:custGeom>
                <a:rect b="b" l="l" r="r" t="t"/>
                <a:pathLst>
                  <a:path extrusionOk="0" h="3494" w="1494">
                    <a:moveTo>
                      <a:pt x="511" y="0"/>
                    </a:moveTo>
                    <a:cubicBezTo>
                      <a:pt x="492" y="0"/>
                      <a:pt x="473" y="2"/>
                      <a:pt x="453" y="6"/>
                    </a:cubicBezTo>
                    <a:cubicBezTo>
                      <a:pt x="226" y="6"/>
                      <a:pt x="45" y="187"/>
                      <a:pt x="45" y="414"/>
                    </a:cubicBezTo>
                    <a:cubicBezTo>
                      <a:pt x="0" y="957"/>
                      <a:pt x="91" y="1500"/>
                      <a:pt x="226" y="1998"/>
                    </a:cubicBezTo>
                    <a:cubicBezTo>
                      <a:pt x="272" y="2270"/>
                      <a:pt x="362" y="2541"/>
                      <a:pt x="498" y="2768"/>
                    </a:cubicBezTo>
                    <a:cubicBezTo>
                      <a:pt x="543" y="2903"/>
                      <a:pt x="634" y="3039"/>
                      <a:pt x="679" y="3130"/>
                    </a:cubicBezTo>
                    <a:cubicBezTo>
                      <a:pt x="724" y="3175"/>
                      <a:pt x="770" y="3266"/>
                      <a:pt x="860" y="3311"/>
                    </a:cubicBezTo>
                    <a:cubicBezTo>
                      <a:pt x="905" y="3356"/>
                      <a:pt x="951" y="3401"/>
                      <a:pt x="996" y="3447"/>
                    </a:cubicBezTo>
                    <a:cubicBezTo>
                      <a:pt x="1050" y="3479"/>
                      <a:pt x="1107" y="3493"/>
                      <a:pt x="1162" y="3493"/>
                    </a:cubicBezTo>
                    <a:cubicBezTo>
                      <a:pt x="1337" y="3493"/>
                      <a:pt x="1494" y="3347"/>
                      <a:pt x="1494" y="3175"/>
                    </a:cubicBezTo>
                    <a:cubicBezTo>
                      <a:pt x="1494" y="2903"/>
                      <a:pt x="1358" y="2677"/>
                      <a:pt x="1313" y="2451"/>
                    </a:cubicBezTo>
                    <a:cubicBezTo>
                      <a:pt x="1222" y="2224"/>
                      <a:pt x="1177" y="1998"/>
                      <a:pt x="1087" y="1772"/>
                    </a:cubicBezTo>
                    <a:cubicBezTo>
                      <a:pt x="951" y="1274"/>
                      <a:pt x="905" y="912"/>
                      <a:pt x="860" y="414"/>
                    </a:cubicBezTo>
                    <a:cubicBezTo>
                      <a:pt x="860" y="207"/>
                      <a:pt x="709" y="0"/>
                      <a:pt x="5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0" name="Google Shape;6970;p20"/>
              <p:cNvSpPr/>
              <p:nvPr/>
            </p:nvSpPr>
            <p:spPr>
              <a:xfrm>
                <a:off x="3452925" y="3418550"/>
                <a:ext cx="47550" cy="88300"/>
              </a:xfrm>
              <a:custGeom>
                <a:rect b="b" l="l" r="r" t="t"/>
                <a:pathLst>
                  <a:path extrusionOk="0" h="3532" w="1902">
                    <a:moveTo>
                      <a:pt x="1364" y="0"/>
                    </a:moveTo>
                    <a:cubicBezTo>
                      <a:pt x="1257" y="0"/>
                      <a:pt x="1155" y="34"/>
                      <a:pt x="1087" y="125"/>
                    </a:cubicBezTo>
                    <a:cubicBezTo>
                      <a:pt x="680" y="577"/>
                      <a:pt x="408" y="1075"/>
                      <a:pt x="227" y="1618"/>
                    </a:cubicBezTo>
                    <a:cubicBezTo>
                      <a:pt x="137" y="1890"/>
                      <a:pt x="46" y="2207"/>
                      <a:pt x="46" y="2479"/>
                    </a:cubicBezTo>
                    <a:cubicBezTo>
                      <a:pt x="1" y="2795"/>
                      <a:pt x="46" y="3248"/>
                      <a:pt x="272" y="3429"/>
                    </a:cubicBezTo>
                    <a:cubicBezTo>
                      <a:pt x="340" y="3497"/>
                      <a:pt x="431" y="3531"/>
                      <a:pt x="527" y="3531"/>
                    </a:cubicBezTo>
                    <a:cubicBezTo>
                      <a:pt x="623" y="3531"/>
                      <a:pt x="725" y="3497"/>
                      <a:pt x="816" y="3429"/>
                    </a:cubicBezTo>
                    <a:cubicBezTo>
                      <a:pt x="951" y="3293"/>
                      <a:pt x="997" y="3112"/>
                      <a:pt x="997" y="2931"/>
                    </a:cubicBezTo>
                    <a:cubicBezTo>
                      <a:pt x="997" y="2949"/>
                      <a:pt x="997" y="2957"/>
                      <a:pt x="997" y="2957"/>
                    </a:cubicBezTo>
                    <a:cubicBezTo>
                      <a:pt x="998" y="2957"/>
                      <a:pt x="1006" y="2841"/>
                      <a:pt x="1042" y="2841"/>
                    </a:cubicBezTo>
                    <a:cubicBezTo>
                      <a:pt x="1042" y="2750"/>
                      <a:pt x="1042" y="2705"/>
                      <a:pt x="1042" y="2660"/>
                    </a:cubicBezTo>
                    <a:cubicBezTo>
                      <a:pt x="1087" y="2569"/>
                      <a:pt x="1087" y="2479"/>
                      <a:pt x="1087" y="2388"/>
                    </a:cubicBezTo>
                    <a:cubicBezTo>
                      <a:pt x="1087" y="2406"/>
                      <a:pt x="1087" y="2413"/>
                      <a:pt x="1088" y="2413"/>
                    </a:cubicBezTo>
                    <a:cubicBezTo>
                      <a:pt x="1089" y="2413"/>
                      <a:pt x="1096" y="2297"/>
                      <a:pt x="1132" y="2297"/>
                    </a:cubicBezTo>
                    <a:cubicBezTo>
                      <a:pt x="1132" y="2162"/>
                      <a:pt x="1178" y="2026"/>
                      <a:pt x="1178" y="1935"/>
                    </a:cubicBezTo>
                    <a:cubicBezTo>
                      <a:pt x="1223" y="1800"/>
                      <a:pt x="1268" y="1664"/>
                      <a:pt x="1314" y="1573"/>
                    </a:cubicBezTo>
                    <a:cubicBezTo>
                      <a:pt x="1314" y="1528"/>
                      <a:pt x="1314" y="1437"/>
                      <a:pt x="1359" y="1392"/>
                    </a:cubicBezTo>
                    <a:cubicBezTo>
                      <a:pt x="1359" y="1392"/>
                      <a:pt x="1359" y="1392"/>
                      <a:pt x="1359" y="1347"/>
                    </a:cubicBezTo>
                    <a:cubicBezTo>
                      <a:pt x="1359" y="1347"/>
                      <a:pt x="1404" y="1302"/>
                      <a:pt x="1404" y="1302"/>
                    </a:cubicBezTo>
                    <a:cubicBezTo>
                      <a:pt x="1495" y="1075"/>
                      <a:pt x="1630" y="849"/>
                      <a:pt x="1766" y="668"/>
                    </a:cubicBezTo>
                    <a:cubicBezTo>
                      <a:pt x="1902" y="487"/>
                      <a:pt x="1811" y="215"/>
                      <a:pt x="1676" y="79"/>
                    </a:cubicBezTo>
                    <a:cubicBezTo>
                      <a:pt x="1585" y="34"/>
                      <a:pt x="1472" y="0"/>
                      <a:pt x="13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1" name="Google Shape;6971;p20"/>
              <p:cNvSpPr/>
              <p:nvPr/>
            </p:nvSpPr>
            <p:spPr>
              <a:xfrm>
                <a:off x="3316000" y="3466350"/>
                <a:ext cx="65025" cy="123425"/>
              </a:xfrm>
              <a:custGeom>
                <a:rect b="b" l="l" r="r" t="t"/>
                <a:pathLst>
                  <a:path extrusionOk="0" h="4937" w="2601">
                    <a:moveTo>
                      <a:pt x="447" y="1"/>
                    </a:moveTo>
                    <a:cubicBezTo>
                      <a:pt x="283" y="1"/>
                      <a:pt x="113" y="114"/>
                      <a:pt x="91" y="340"/>
                    </a:cubicBezTo>
                    <a:cubicBezTo>
                      <a:pt x="0" y="1246"/>
                      <a:pt x="136" y="2106"/>
                      <a:pt x="498" y="2966"/>
                    </a:cubicBezTo>
                    <a:cubicBezTo>
                      <a:pt x="815" y="3690"/>
                      <a:pt x="1404" y="4596"/>
                      <a:pt x="2173" y="4912"/>
                    </a:cubicBezTo>
                    <a:cubicBezTo>
                      <a:pt x="2215" y="4929"/>
                      <a:pt x="2256" y="4936"/>
                      <a:pt x="2295" y="4936"/>
                    </a:cubicBezTo>
                    <a:cubicBezTo>
                      <a:pt x="2470" y="4936"/>
                      <a:pt x="2601" y="4789"/>
                      <a:pt x="2490" y="4641"/>
                    </a:cubicBezTo>
                    <a:cubicBezTo>
                      <a:pt x="2264" y="4279"/>
                      <a:pt x="2037" y="4007"/>
                      <a:pt x="1811" y="3690"/>
                    </a:cubicBezTo>
                    <a:cubicBezTo>
                      <a:pt x="1585" y="3328"/>
                      <a:pt x="1404" y="2966"/>
                      <a:pt x="1222" y="2604"/>
                    </a:cubicBezTo>
                    <a:cubicBezTo>
                      <a:pt x="906" y="1879"/>
                      <a:pt x="770" y="1110"/>
                      <a:pt x="770" y="340"/>
                    </a:cubicBezTo>
                    <a:cubicBezTo>
                      <a:pt x="770" y="114"/>
                      <a:pt x="611" y="1"/>
                      <a:pt x="4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2" name="Google Shape;6972;p20"/>
              <p:cNvSpPr/>
              <p:nvPr/>
            </p:nvSpPr>
            <p:spPr>
              <a:xfrm>
                <a:off x="3521975" y="3661575"/>
                <a:ext cx="37275" cy="37525"/>
              </a:xfrm>
              <a:custGeom>
                <a:rect b="b" l="l" r="r" t="t"/>
                <a:pathLst>
                  <a:path extrusionOk="0" h="1501" w="1491">
                    <a:moveTo>
                      <a:pt x="543" y="1"/>
                    </a:moveTo>
                    <a:cubicBezTo>
                      <a:pt x="498" y="46"/>
                      <a:pt x="453" y="46"/>
                      <a:pt x="408" y="46"/>
                    </a:cubicBezTo>
                    <a:cubicBezTo>
                      <a:pt x="317" y="91"/>
                      <a:pt x="226" y="136"/>
                      <a:pt x="181" y="182"/>
                    </a:cubicBezTo>
                    <a:cubicBezTo>
                      <a:pt x="91" y="227"/>
                      <a:pt x="45" y="317"/>
                      <a:pt x="45" y="363"/>
                    </a:cubicBezTo>
                    <a:cubicBezTo>
                      <a:pt x="0" y="453"/>
                      <a:pt x="0" y="499"/>
                      <a:pt x="0" y="589"/>
                    </a:cubicBezTo>
                    <a:cubicBezTo>
                      <a:pt x="0" y="815"/>
                      <a:pt x="91" y="997"/>
                      <a:pt x="272" y="1087"/>
                    </a:cubicBezTo>
                    <a:lnTo>
                      <a:pt x="589" y="1268"/>
                    </a:lnTo>
                    <a:cubicBezTo>
                      <a:pt x="679" y="1313"/>
                      <a:pt x="724" y="1359"/>
                      <a:pt x="770" y="1359"/>
                    </a:cubicBezTo>
                    <a:cubicBezTo>
                      <a:pt x="860" y="1404"/>
                      <a:pt x="951" y="1449"/>
                      <a:pt x="1041" y="1494"/>
                    </a:cubicBezTo>
                    <a:cubicBezTo>
                      <a:pt x="1061" y="1498"/>
                      <a:pt x="1080" y="1500"/>
                      <a:pt x="1100" y="1500"/>
                    </a:cubicBezTo>
                    <a:cubicBezTo>
                      <a:pt x="1305" y="1500"/>
                      <a:pt x="1490" y="1290"/>
                      <a:pt x="1449" y="1042"/>
                    </a:cubicBezTo>
                    <a:cubicBezTo>
                      <a:pt x="1403" y="997"/>
                      <a:pt x="1403" y="906"/>
                      <a:pt x="1358" y="815"/>
                    </a:cubicBezTo>
                    <a:cubicBezTo>
                      <a:pt x="1313" y="770"/>
                      <a:pt x="1268" y="680"/>
                      <a:pt x="1268" y="634"/>
                    </a:cubicBezTo>
                    <a:lnTo>
                      <a:pt x="1041" y="317"/>
                    </a:lnTo>
                    <a:cubicBezTo>
                      <a:pt x="951" y="136"/>
                      <a:pt x="770" y="1"/>
                      <a:pt x="5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3" name="Google Shape;6973;p20"/>
              <p:cNvSpPr/>
              <p:nvPr/>
            </p:nvSpPr>
            <p:spPr>
              <a:xfrm>
                <a:off x="3095300" y="3402925"/>
                <a:ext cx="110950" cy="74425"/>
              </a:xfrm>
              <a:custGeom>
                <a:rect b="b" l="l" r="r" t="t"/>
                <a:pathLst>
                  <a:path extrusionOk="0" h="2977" w="4438">
                    <a:moveTo>
                      <a:pt x="775" y="0"/>
                    </a:moveTo>
                    <a:cubicBezTo>
                      <a:pt x="524" y="0"/>
                      <a:pt x="272" y="101"/>
                      <a:pt x="182" y="342"/>
                    </a:cubicBezTo>
                    <a:cubicBezTo>
                      <a:pt x="46" y="569"/>
                      <a:pt x="1" y="795"/>
                      <a:pt x="91" y="1066"/>
                    </a:cubicBezTo>
                    <a:cubicBezTo>
                      <a:pt x="137" y="1202"/>
                      <a:pt x="227" y="1338"/>
                      <a:pt x="272" y="1429"/>
                    </a:cubicBezTo>
                    <a:cubicBezTo>
                      <a:pt x="408" y="1655"/>
                      <a:pt x="544" y="1836"/>
                      <a:pt x="680" y="1972"/>
                    </a:cubicBezTo>
                    <a:cubicBezTo>
                      <a:pt x="951" y="2289"/>
                      <a:pt x="1314" y="2560"/>
                      <a:pt x="1676" y="2696"/>
                    </a:cubicBezTo>
                    <a:cubicBezTo>
                      <a:pt x="2030" y="2853"/>
                      <a:pt x="2418" y="2977"/>
                      <a:pt x="2810" y="2977"/>
                    </a:cubicBezTo>
                    <a:cubicBezTo>
                      <a:pt x="2869" y="2977"/>
                      <a:pt x="2929" y="2974"/>
                      <a:pt x="2989" y="2968"/>
                    </a:cubicBezTo>
                    <a:cubicBezTo>
                      <a:pt x="3396" y="2968"/>
                      <a:pt x="3803" y="2832"/>
                      <a:pt x="4211" y="2696"/>
                    </a:cubicBezTo>
                    <a:cubicBezTo>
                      <a:pt x="4392" y="2606"/>
                      <a:pt x="4437" y="2334"/>
                      <a:pt x="4392" y="2153"/>
                    </a:cubicBezTo>
                    <a:cubicBezTo>
                      <a:pt x="4317" y="2003"/>
                      <a:pt x="4149" y="1915"/>
                      <a:pt x="3990" y="1915"/>
                    </a:cubicBezTo>
                    <a:cubicBezTo>
                      <a:pt x="3957" y="1915"/>
                      <a:pt x="3925" y="1919"/>
                      <a:pt x="3894" y="1927"/>
                    </a:cubicBezTo>
                    <a:lnTo>
                      <a:pt x="3803" y="1927"/>
                    </a:lnTo>
                    <a:cubicBezTo>
                      <a:pt x="3758" y="1927"/>
                      <a:pt x="3758" y="1927"/>
                      <a:pt x="3713" y="1972"/>
                    </a:cubicBezTo>
                    <a:cubicBezTo>
                      <a:pt x="3622" y="1972"/>
                      <a:pt x="3577" y="1972"/>
                      <a:pt x="3486" y="1927"/>
                    </a:cubicBezTo>
                    <a:lnTo>
                      <a:pt x="3305" y="1927"/>
                    </a:lnTo>
                    <a:lnTo>
                      <a:pt x="3124" y="1881"/>
                    </a:lnTo>
                    <a:cubicBezTo>
                      <a:pt x="3124" y="1881"/>
                      <a:pt x="3079" y="1881"/>
                      <a:pt x="3034" y="1836"/>
                    </a:cubicBezTo>
                    <a:cubicBezTo>
                      <a:pt x="2989" y="1836"/>
                      <a:pt x="2943" y="1791"/>
                      <a:pt x="2898" y="1791"/>
                    </a:cubicBezTo>
                    <a:cubicBezTo>
                      <a:pt x="2853" y="1791"/>
                      <a:pt x="2807" y="1745"/>
                      <a:pt x="2762" y="1745"/>
                    </a:cubicBezTo>
                    <a:cubicBezTo>
                      <a:pt x="2626" y="1700"/>
                      <a:pt x="2491" y="1610"/>
                      <a:pt x="2355" y="1519"/>
                    </a:cubicBezTo>
                    <a:cubicBezTo>
                      <a:pt x="2314" y="1479"/>
                      <a:pt x="2273" y="1438"/>
                      <a:pt x="2200" y="1430"/>
                    </a:cubicBezTo>
                    <a:lnTo>
                      <a:pt x="2200" y="1430"/>
                    </a:lnTo>
                    <a:cubicBezTo>
                      <a:pt x="2194" y="1422"/>
                      <a:pt x="2186" y="1407"/>
                      <a:pt x="2174" y="1383"/>
                    </a:cubicBezTo>
                    <a:cubicBezTo>
                      <a:pt x="2128" y="1383"/>
                      <a:pt x="2128" y="1338"/>
                      <a:pt x="2083" y="1293"/>
                    </a:cubicBezTo>
                    <a:cubicBezTo>
                      <a:pt x="1993" y="1202"/>
                      <a:pt x="1857" y="1112"/>
                      <a:pt x="1766" y="976"/>
                    </a:cubicBezTo>
                    <a:cubicBezTo>
                      <a:pt x="1766" y="931"/>
                      <a:pt x="1721" y="931"/>
                      <a:pt x="1721" y="885"/>
                    </a:cubicBezTo>
                    <a:cubicBezTo>
                      <a:pt x="1676" y="840"/>
                      <a:pt x="1630" y="750"/>
                      <a:pt x="1585" y="704"/>
                    </a:cubicBezTo>
                    <a:cubicBezTo>
                      <a:pt x="1495" y="433"/>
                      <a:pt x="1359" y="206"/>
                      <a:pt x="1133" y="71"/>
                    </a:cubicBezTo>
                    <a:cubicBezTo>
                      <a:pt x="1027" y="25"/>
                      <a:pt x="901" y="0"/>
                      <a:pt x="7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4" name="Google Shape;6974;p20"/>
              <p:cNvSpPr/>
              <p:nvPr/>
            </p:nvSpPr>
            <p:spPr>
              <a:xfrm>
                <a:off x="3149625" y="34375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5" name="Google Shape;6975;p20"/>
              <p:cNvSpPr/>
              <p:nvPr/>
            </p:nvSpPr>
            <p:spPr>
              <a:xfrm>
                <a:off x="3070400" y="3576700"/>
                <a:ext cx="63400" cy="104375"/>
              </a:xfrm>
              <a:custGeom>
                <a:rect b="b" l="l" r="r" t="t"/>
                <a:pathLst>
                  <a:path extrusionOk="0" h="4175" w="2536">
                    <a:moveTo>
                      <a:pt x="544" y="0"/>
                    </a:moveTo>
                    <a:cubicBezTo>
                      <a:pt x="408" y="0"/>
                      <a:pt x="272" y="46"/>
                      <a:pt x="182" y="136"/>
                    </a:cubicBezTo>
                    <a:cubicBezTo>
                      <a:pt x="1" y="363"/>
                      <a:pt x="1" y="634"/>
                      <a:pt x="182" y="861"/>
                    </a:cubicBezTo>
                    <a:cubicBezTo>
                      <a:pt x="363" y="1087"/>
                      <a:pt x="544" y="1268"/>
                      <a:pt x="680" y="1540"/>
                    </a:cubicBezTo>
                    <a:cubicBezTo>
                      <a:pt x="861" y="1811"/>
                      <a:pt x="997" y="2083"/>
                      <a:pt x="1133" y="2354"/>
                    </a:cubicBezTo>
                    <a:cubicBezTo>
                      <a:pt x="1314" y="2626"/>
                      <a:pt x="1449" y="2852"/>
                      <a:pt x="1585" y="3169"/>
                    </a:cubicBezTo>
                    <a:cubicBezTo>
                      <a:pt x="1676" y="3441"/>
                      <a:pt x="1812" y="3712"/>
                      <a:pt x="1947" y="4029"/>
                    </a:cubicBezTo>
                    <a:cubicBezTo>
                      <a:pt x="1998" y="4130"/>
                      <a:pt x="2092" y="4175"/>
                      <a:pt x="2191" y="4175"/>
                    </a:cubicBezTo>
                    <a:cubicBezTo>
                      <a:pt x="2357" y="4175"/>
                      <a:pt x="2536" y="4047"/>
                      <a:pt x="2536" y="3848"/>
                    </a:cubicBezTo>
                    <a:cubicBezTo>
                      <a:pt x="2536" y="3486"/>
                      <a:pt x="2491" y="3169"/>
                      <a:pt x="2400" y="2852"/>
                    </a:cubicBezTo>
                    <a:cubicBezTo>
                      <a:pt x="2264" y="2490"/>
                      <a:pt x="2219" y="2128"/>
                      <a:pt x="2038" y="1811"/>
                    </a:cubicBezTo>
                    <a:cubicBezTo>
                      <a:pt x="1766" y="1223"/>
                      <a:pt x="1359" y="634"/>
                      <a:pt x="906" y="136"/>
                    </a:cubicBezTo>
                    <a:cubicBezTo>
                      <a:pt x="816" y="46"/>
                      <a:pt x="680" y="0"/>
                      <a:pt x="5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6" name="Google Shape;6976;p20"/>
              <p:cNvSpPr/>
              <p:nvPr/>
            </p:nvSpPr>
            <p:spPr>
              <a:xfrm>
                <a:off x="3131525" y="3751525"/>
                <a:ext cx="62275" cy="116475"/>
              </a:xfrm>
              <a:custGeom>
                <a:rect b="b" l="l" r="r" t="t"/>
                <a:pathLst>
                  <a:path extrusionOk="0" h="4659" w="2491">
                    <a:moveTo>
                      <a:pt x="578" y="1"/>
                    </a:moveTo>
                    <a:cubicBezTo>
                      <a:pt x="348" y="1"/>
                      <a:pt x="120" y="163"/>
                      <a:pt x="46" y="386"/>
                    </a:cubicBezTo>
                    <a:cubicBezTo>
                      <a:pt x="0" y="658"/>
                      <a:pt x="136" y="929"/>
                      <a:pt x="453" y="1020"/>
                    </a:cubicBezTo>
                    <a:lnTo>
                      <a:pt x="544" y="1065"/>
                    </a:lnTo>
                    <a:cubicBezTo>
                      <a:pt x="634" y="1111"/>
                      <a:pt x="679" y="1156"/>
                      <a:pt x="770" y="1201"/>
                    </a:cubicBezTo>
                    <a:cubicBezTo>
                      <a:pt x="815" y="1246"/>
                      <a:pt x="815" y="1246"/>
                      <a:pt x="860" y="1292"/>
                    </a:cubicBezTo>
                    <a:cubicBezTo>
                      <a:pt x="860" y="1292"/>
                      <a:pt x="906" y="1337"/>
                      <a:pt x="906" y="1382"/>
                    </a:cubicBezTo>
                    <a:cubicBezTo>
                      <a:pt x="906" y="1382"/>
                      <a:pt x="951" y="1382"/>
                      <a:pt x="951" y="1427"/>
                    </a:cubicBezTo>
                    <a:cubicBezTo>
                      <a:pt x="951" y="1427"/>
                      <a:pt x="996" y="1473"/>
                      <a:pt x="996" y="1473"/>
                    </a:cubicBezTo>
                    <a:cubicBezTo>
                      <a:pt x="1042" y="1518"/>
                      <a:pt x="1042" y="1563"/>
                      <a:pt x="1087" y="1609"/>
                    </a:cubicBezTo>
                    <a:cubicBezTo>
                      <a:pt x="1087" y="1609"/>
                      <a:pt x="1115" y="1665"/>
                      <a:pt x="1132" y="1699"/>
                    </a:cubicBezTo>
                    <a:lnTo>
                      <a:pt x="1132" y="1699"/>
                    </a:lnTo>
                    <a:cubicBezTo>
                      <a:pt x="1177" y="1835"/>
                      <a:pt x="1223" y="2016"/>
                      <a:pt x="1268" y="2152"/>
                    </a:cubicBezTo>
                    <a:cubicBezTo>
                      <a:pt x="1268" y="2197"/>
                      <a:pt x="1268" y="2242"/>
                      <a:pt x="1268" y="2288"/>
                    </a:cubicBezTo>
                    <a:cubicBezTo>
                      <a:pt x="1268" y="2423"/>
                      <a:pt x="1268" y="2514"/>
                      <a:pt x="1268" y="2604"/>
                    </a:cubicBezTo>
                    <a:cubicBezTo>
                      <a:pt x="1268" y="2786"/>
                      <a:pt x="1268" y="3012"/>
                      <a:pt x="1223" y="3193"/>
                    </a:cubicBezTo>
                    <a:cubicBezTo>
                      <a:pt x="1177" y="3600"/>
                      <a:pt x="1087" y="3963"/>
                      <a:pt x="1042" y="4370"/>
                    </a:cubicBezTo>
                    <a:cubicBezTo>
                      <a:pt x="1042" y="4506"/>
                      <a:pt x="1132" y="4642"/>
                      <a:pt x="1268" y="4642"/>
                    </a:cubicBezTo>
                    <a:cubicBezTo>
                      <a:pt x="1302" y="4653"/>
                      <a:pt x="1336" y="4659"/>
                      <a:pt x="1369" y="4659"/>
                    </a:cubicBezTo>
                    <a:cubicBezTo>
                      <a:pt x="1469" y="4659"/>
                      <a:pt x="1562" y="4608"/>
                      <a:pt x="1630" y="4506"/>
                    </a:cubicBezTo>
                    <a:cubicBezTo>
                      <a:pt x="2173" y="3736"/>
                      <a:pt x="2490" y="2695"/>
                      <a:pt x="2264" y="1744"/>
                    </a:cubicBezTo>
                    <a:lnTo>
                      <a:pt x="2309" y="1744"/>
                    </a:lnTo>
                    <a:cubicBezTo>
                      <a:pt x="2083" y="975"/>
                      <a:pt x="1540" y="250"/>
                      <a:pt x="725" y="24"/>
                    </a:cubicBezTo>
                    <a:cubicBezTo>
                      <a:pt x="677" y="8"/>
                      <a:pt x="627" y="1"/>
                      <a:pt x="57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7" name="Google Shape;6977;p20"/>
              <p:cNvSpPr/>
              <p:nvPr/>
            </p:nvSpPr>
            <p:spPr>
              <a:xfrm>
                <a:off x="3119075" y="3942250"/>
                <a:ext cx="14725" cy="14725"/>
              </a:xfrm>
              <a:custGeom>
                <a:rect b="b" l="l" r="r" t="t"/>
                <a:pathLst>
                  <a:path extrusionOk="0" h="589" w="589">
                    <a:moveTo>
                      <a:pt x="182" y="0"/>
                    </a:moveTo>
                    <a:cubicBezTo>
                      <a:pt x="136" y="0"/>
                      <a:pt x="91" y="46"/>
                      <a:pt x="91" y="46"/>
                    </a:cubicBezTo>
                    <a:cubicBezTo>
                      <a:pt x="46" y="91"/>
                      <a:pt x="46" y="91"/>
                      <a:pt x="0" y="136"/>
                    </a:cubicBezTo>
                    <a:cubicBezTo>
                      <a:pt x="0" y="181"/>
                      <a:pt x="0" y="181"/>
                      <a:pt x="0" y="227"/>
                    </a:cubicBezTo>
                    <a:cubicBezTo>
                      <a:pt x="0" y="272"/>
                      <a:pt x="0" y="317"/>
                      <a:pt x="46" y="362"/>
                    </a:cubicBezTo>
                    <a:cubicBezTo>
                      <a:pt x="46" y="408"/>
                      <a:pt x="91" y="408"/>
                      <a:pt x="136" y="453"/>
                    </a:cubicBezTo>
                    <a:cubicBezTo>
                      <a:pt x="182" y="498"/>
                      <a:pt x="227" y="498"/>
                      <a:pt x="272" y="544"/>
                    </a:cubicBezTo>
                    <a:cubicBezTo>
                      <a:pt x="317" y="544"/>
                      <a:pt x="317" y="589"/>
                      <a:pt x="317" y="589"/>
                    </a:cubicBezTo>
                    <a:lnTo>
                      <a:pt x="408" y="589"/>
                    </a:lnTo>
                    <a:cubicBezTo>
                      <a:pt x="453" y="589"/>
                      <a:pt x="453" y="589"/>
                      <a:pt x="453" y="544"/>
                    </a:cubicBezTo>
                    <a:cubicBezTo>
                      <a:pt x="498" y="544"/>
                      <a:pt x="498" y="544"/>
                      <a:pt x="544" y="498"/>
                    </a:cubicBezTo>
                    <a:cubicBezTo>
                      <a:pt x="544" y="498"/>
                      <a:pt x="544" y="498"/>
                      <a:pt x="589" y="453"/>
                    </a:cubicBezTo>
                    <a:cubicBezTo>
                      <a:pt x="589" y="453"/>
                      <a:pt x="589" y="453"/>
                      <a:pt x="589" y="408"/>
                    </a:cubicBezTo>
                    <a:cubicBezTo>
                      <a:pt x="589" y="408"/>
                      <a:pt x="589" y="362"/>
                      <a:pt x="589" y="317"/>
                    </a:cubicBezTo>
                    <a:cubicBezTo>
                      <a:pt x="589" y="317"/>
                      <a:pt x="589" y="272"/>
                      <a:pt x="589" y="272"/>
                    </a:cubicBezTo>
                    <a:cubicBezTo>
                      <a:pt x="544" y="227"/>
                      <a:pt x="498" y="136"/>
                      <a:pt x="453" y="91"/>
                    </a:cubicBezTo>
                    <a:cubicBezTo>
                      <a:pt x="453" y="46"/>
                      <a:pt x="408" y="46"/>
                      <a:pt x="3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978" name="Google Shape;6978;p20"/>
          <p:cNvSpPr txBox="1"/>
          <p:nvPr/>
        </p:nvSpPr>
        <p:spPr>
          <a:xfrm>
            <a:off x="718974" y="1757984"/>
            <a:ext cx="5317313" cy="2839183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Email értesítések küldése (státuszváltozás)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Felületi értesítések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Részletesebb statisztikák, diagramok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Admin képfeltöltés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Kereső 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Mobilalkalmazás készítése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Többnyelvű támogatás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Adományozási rendszer</a:t>
            </a:r>
            <a:endParaRPr/>
          </a:p>
        </p:txBody>
      </p:sp>
      <p:grpSp>
        <p:nvGrpSpPr>
          <p:cNvPr id="6979" name="Google Shape;6979;p20"/>
          <p:cNvGrpSpPr/>
          <p:nvPr/>
        </p:nvGrpSpPr>
        <p:grpSpPr>
          <a:xfrm rot="395887">
            <a:off x="5316670" y="3726326"/>
            <a:ext cx="1417629" cy="1072445"/>
            <a:chOff x="1572675" y="854575"/>
            <a:chExt cx="778575" cy="569450"/>
          </a:xfrm>
        </p:grpSpPr>
        <p:sp>
          <p:nvSpPr>
            <p:cNvPr id="6980" name="Google Shape;6980;p20"/>
            <p:cNvSpPr/>
            <p:nvPr/>
          </p:nvSpPr>
          <p:spPr>
            <a:xfrm>
              <a:off x="1580250" y="854575"/>
              <a:ext cx="716650" cy="569425"/>
            </a:xfrm>
            <a:custGeom>
              <a:rect b="b" l="l" r="r" t="t"/>
              <a:pathLst>
                <a:path extrusionOk="0" h="22777" w="28666">
                  <a:moveTo>
                    <a:pt x="14613" y="18857"/>
                  </a:moveTo>
                  <a:lnTo>
                    <a:pt x="14663" y="18863"/>
                  </a:lnTo>
                  <a:lnTo>
                    <a:pt x="14663" y="18876"/>
                  </a:lnTo>
                  <a:lnTo>
                    <a:pt x="14613" y="18857"/>
                  </a:lnTo>
                  <a:close/>
                  <a:moveTo>
                    <a:pt x="14814" y="18885"/>
                  </a:moveTo>
                  <a:cubicBezTo>
                    <a:pt x="16191" y="19076"/>
                    <a:pt x="17518" y="19133"/>
                    <a:pt x="18609" y="19133"/>
                  </a:cubicBezTo>
                  <a:cubicBezTo>
                    <a:pt x="20206" y="19133"/>
                    <a:pt x="21297" y="19011"/>
                    <a:pt x="21297" y="19011"/>
                  </a:cubicBezTo>
                  <a:lnTo>
                    <a:pt x="21297" y="19011"/>
                  </a:lnTo>
                  <a:cubicBezTo>
                    <a:pt x="20482" y="19679"/>
                    <a:pt x="19636" y="19947"/>
                    <a:pt x="18715" y="19947"/>
                  </a:cubicBezTo>
                  <a:cubicBezTo>
                    <a:pt x="18674" y="19947"/>
                    <a:pt x="18633" y="19947"/>
                    <a:pt x="18592" y="19946"/>
                  </a:cubicBezTo>
                  <a:lnTo>
                    <a:pt x="18595" y="19946"/>
                  </a:lnTo>
                  <a:cubicBezTo>
                    <a:pt x="18595" y="19933"/>
                    <a:pt x="18595" y="19924"/>
                    <a:pt x="18589" y="19924"/>
                  </a:cubicBezTo>
                  <a:cubicBezTo>
                    <a:pt x="18531" y="19909"/>
                    <a:pt x="18188" y="19903"/>
                    <a:pt x="17883" y="19881"/>
                  </a:cubicBezTo>
                  <a:cubicBezTo>
                    <a:pt x="17670" y="19847"/>
                    <a:pt x="17451" y="19804"/>
                    <a:pt x="17229" y="19748"/>
                  </a:cubicBezTo>
                  <a:cubicBezTo>
                    <a:pt x="17081" y="19671"/>
                    <a:pt x="16692" y="19582"/>
                    <a:pt x="16461" y="19536"/>
                  </a:cubicBezTo>
                  <a:cubicBezTo>
                    <a:pt x="16223" y="19462"/>
                    <a:pt x="15983" y="19378"/>
                    <a:pt x="15736" y="19289"/>
                  </a:cubicBezTo>
                  <a:lnTo>
                    <a:pt x="14814" y="18885"/>
                  </a:lnTo>
                  <a:close/>
                  <a:moveTo>
                    <a:pt x="7961" y="0"/>
                  </a:moveTo>
                  <a:cubicBezTo>
                    <a:pt x="7419" y="0"/>
                    <a:pt x="8011" y="2774"/>
                    <a:pt x="7899" y="3331"/>
                  </a:cubicBezTo>
                  <a:lnTo>
                    <a:pt x="7029" y="3938"/>
                  </a:lnTo>
                  <a:cubicBezTo>
                    <a:pt x="7029" y="3938"/>
                    <a:pt x="7035" y="3945"/>
                    <a:pt x="7045" y="3954"/>
                  </a:cubicBezTo>
                  <a:cubicBezTo>
                    <a:pt x="6940" y="4022"/>
                    <a:pt x="6832" y="4093"/>
                    <a:pt x="6718" y="4164"/>
                  </a:cubicBezTo>
                  <a:cubicBezTo>
                    <a:pt x="6428" y="4312"/>
                    <a:pt x="6150" y="4481"/>
                    <a:pt x="5888" y="4672"/>
                  </a:cubicBezTo>
                  <a:cubicBezTo>
                    <a:pt x="5731" y="4765"/>
                    <a:pt x="5573" y="4854"/>
                    <a:pt x="5425" y="4935"/>
                  </a:cubicBezTo>
                  <a:cubicBezTo>
                    <a:pt x="5393" y="4894"/>
                    <a:pt x="5372" y="4870"/>
                    <a:pt x="5360" y="4870"/>
                  </a:cubicBezTo>
                  <a:cubicBezTo>
                    <a:pt x="5359" y="4870"/>
                    <a:pt x="5358" y="4870"/>
                    <a:pt x="5358" y="4870"/>
                  </a:cubicBezTo>
                  <a:cubicBezTo>
                    <a:pt x="5234" y="4895"/>
                    <a:pt x="4213" y="5379"/>
                    <a:pt x="4213" y="5379"/>
                  </a:cubicBezTo>
                  <a:lnTo>
                    <a:pt x="4216" y="5385"/>
                  </a:lnTo>
                  <a:cubicBezTo>
                    <a:pt x="3418" y="5255"/>
                    <a:pt x="1724" y="3587"/>
                    <a:pt x="1135" y="3420"/>
                  </a:cubicBezTo>
                  <a:cubicBezTo>
                    <a:pt x="1127" y="3418"/>
                    <a:pt x="1119" y="3417"/>
                    <a:pt x="1111" y="3417"/>
                  </a:cubicBezTo>
                  <a:cubicBezTo>
                    <a:pt x="498" y="3417"/>
                    <a:pt x="62" y="10227"/>
                    <a:pt x="62" y="10227"/>
                  </a:cubicBezTo>
                  <a:cubicBezTo>
                    <a:pt x="62" y="10227"/>
                    <a:pt x="0" y="11082"/>
                    <a:pt x="228" y="12158"/>
                  </a:cubicBezTo>
                  <a:cubicBezTo>
                    <a:pt x="225" y="12343"/>
                    <a:pt x="299" y="12695"/>
                    <a:pt x="401" y="12824"/>
                  </a:cubicBezTo>
                  <a:cubicBezTo>
                    <a:pt x="623" y="13527"/>
                    <a:pt x="981" y="14271"/>
                    <a:pt x="1561" y="14909"/>
                  </a:cubicBezTo>
                  <a:cubicBezTo>
                    <a:pt x="1743" y="15140"/>
                    <a:pt x="2033" y="15421"/>
                    <a:pt x="2094" y="15421"/>
                  </a:cubicBezTo>
                  <a:cubicBezTo>
                    <a:pt x="2097" y="15421"/>
                    <a:pt x="2101" y="15418"/>
                    <a:pt x="2104" y="15418"/>
                  </a:cubicBezTo>
                  <a:cubicBezTo>
                    <a:pt x="2585" y="15804"/>
                    <a:pt x="3177" y="16118"/>
                    <a:pt x="3908" y="16319"/>
                  </a:cubicBezTo>
                  <a:cubicBezTo>
                    <a:pt x="4426" y="16457"/>
                    <a:pt x="4957" y="16547"/>
                    <a:pt x="5490" y="16590"/>
                  </a:cubicBezTo>
                  <a:cubicBezTo>
                    <a:pt x="4784" y="16750"/>
                    <a:pt x="4404" y="16957"/>
                    <a:pt x="4395" y="16963"/>
                  </a:cubicBezTo>
                  <a:cubicBezTo>
                    <a:pt x="4367" y="16979"/>
                    <a:pt x="4355" y="17006"/>
                    <a:pt x="4358" y="17037"/>
                  </a:cubicBezTo>
                  <a:cubicBezTo>
                    <a:pt x="4025" y="17161"/>
                    <a:pt x="3664" y="17358"/>
                    <a:pt x="3609" y="17531"/>
                  </a:cubicBezTo>
                  <a:cubicBezTo>
                    <a:pt x="1868" y="18788"/>
                    <a:pt x="1471" y="20663"/>
                    <a:pt x="3681" y="20663"/>
                  </a:cubicBezTo>
                  <a:cubicBezTo>
                    <a:pt x="4176" y="20663"/>
                    <a:pt x="4802" y="20569"/>
                    <a:pt x="5573" y="20353"/>
                  </a:cubicBezTo>
                  <a:cubicBezTo>
                    <a:pt x="6753" y="20023"/>
                    <a:pt x="7865" y="19887"/>
                    <a:pt x="8921" y="19887"/>
                  </a:cubicBezTo>
                  <a:cubicBezTo>
                    <a:pt x="13791" y="19887"/>
                    <a:pt x="17437" y="22777"/>
                    <a:pt x="20714" y="22777"/>
                  </a:cubicBezTo>
                  <a:cubicBezTo>
                    <a:pt x="20774" y="22777"/>
                    <a:pt x="20834" y="22776"/>
                    <a:pt x="20893" y="22774"/>
                  </a:cubicBezTo>
                  <a:cubicBezTo>
                    <a:pt x="21544" y="22746"/>
                    <a:pt x="22188" y="22629"/>
                    <a:pt x="22808" y="22422"/>
                  </a:cubicBezTo>
                  <a:cubicBezTo>
                    <a:pt x="23330" y="22293"/>
                    <a:pt x="23675" y="22129"/>
                    <a:pt x="23854" y="21994"/>
                  </a:cubicBezTo>
                  <a:cubicBezTo>
                    <a:pt x="24033" y="21907"/>
                    <a:pt x="24212" y="21809"/>
                    <a:pt x="24388" y="21704"/>
                  </a:cubicBezTo>
                  <a:lnTo>
                    <a:pt x="24400" y="21729"/>
                  </a:lnTo>
                  <a:cubicBezTo>
                    <a:pt x="24400" y="21729"/>
                    <a:pt x="25180" y="21275"/>
                    <a:pt x="25526" y="20893"/>
                  </a:cubicBezTo>
                  <a:cubicBezTo>
                    <a:pt x="25671" y="20769"/>
                    <a:pt x="25813" y="20640"/>
                    <a:pt x="25948" y="20504"/>
                  </a:cubicBezTo>
                  <a:lnTo>
                    <a:pt x="25954" y="20510"/>
                  </a:lnTo>
                  <a:cubicBezTo>
                    <a:pt x="26146" y="20381"/>
                    <a:pt x="26411" y="20078"/>
                    <a:pt x="26571" y="19822"/>
                  </a:cubicBezTo>
                  <a:cubicBezTo>
                    <a:pt x="27216" y="19027"/>
                    <a:pt x="27712" y="18126"/>
                    <a:pt x="28042" y="17158"/>
                  </a:cubicBezTo>
                  <a:cubicBezTo>
                    <a:pt x="28187" y="17019"/>
                    <a:pt x="28283" y="16454"/>
                    <a:pt x="28323" y="16180"/>
                  </a:cubicBezTo>
                  <a:cubicBezTo>
                    <a:pt x="28360" y="16026"/>
                    <a:pt x="28391" y="15868"/>
                    <a:pt x="28422" y="15708"/>
                  </a:cubicBezTo>
                  <a:cubicBezTo>
                    <a:pt x="28468" y="15492"/>
                    <a:pt x="28644" y="14666"/>
                    <a:pt x="28576" y="14474"/>
                  </a:cubicBezTo>
                  <a:cubicBezTo>
                    <a:pt x="28591" y="14271"/>
                    <a:pt x="28601" y="14064"/>
                    <a:pt x="28607" y="13851"/>
                  </a:cubicBezTo>
                  <a:lnTo>
                    <a:pt x="28622" y="13851"/>
                  </a:lnTo>
                  <a:cubicBezTo>
                    <a:pt x="28622" y="13851"/>
                    <a:pt x="28665" y="13093"/>
                    <a:pt x="28588" y="12796"/>
                  </a:cubicBezTo>
                  <a:cubicBezTo>
                    <a:pt x="28524" y="11680"/>
                    <a:pt x="28326" y="10459"/>
                    <a:pt x="27962" y="9135"/>
                  </a:cubicBezTo>
                  <a:cubicBezTo>
                    <a:pt x="27968" y="9123"/>
                    <a:pt x="27968" y="9111"/>
                    <a:pt x="27968" y="9101"/>
                  </a:cubicBezTo>
                  <a:cubicBezTo>
                    <a:pt x="27931" y="8784"/>
                    <a:pt x="27614" y="7988"/>
                    <a:pt x="27614" y="7988"/>
                  </a:cubicBezTo>
                  <a:cubicBezTo>
                    <a:pt x="27518" y="7707"/>
                    <a:pt x="27413" y="7436"/>
                    <a:pt x="27305" y="7180"/>
                  </a:cubicBezTo>
                  <a:cubicBezTo>
                    <a:pt x="27225" y="6964"/>
                    <a:pt x="27126" y="6751"/>
                    <a:pt x="27015" y="6548"/>
                  </a:cubicBezTo>
                  <a:cubicBezTo>
                    <a:pt x="26824" y="6162"/>
                    <a:pt x="26608" y="5789"/>
                    <a:pt x="26368" y="5431"/>
                  </a:cubicBezTo>
                  <a:cubicBezTo>
                    <a:pt x="26368" y="5416"/>
                    <a:pt x="26365" y="5400"/>
                    <a:pt x="26362" y="5388"/>
                  </a:cubicBezTo>
                  <a:cubicBezTo>
                    <a:pt x="26220" y="5070"/>
                    <a:pt x="25566" y="4416"/>
                    <a:pt x="25566" y="4416"/>
                  </a:cubicBezTo>
                  <a:lnTo>
                    <a:pt x="25563" y="4420"/>
                  </a:lnTo>
                  <a:cubicBezTo>
                    <a:pt x="24224" y="2992"/>
                    <a:pt x="22602" y="2365"/>
                    <a:pt x="21013" y="2171"/>
                  </a:cubicBezTo>
                  <a:cubicBezTo>
                    <a:pt x="21020" y="2150"/>
                    <a:pt x="21026" y="2137"/>
                    <a:pt x="21026" y="2137"/>
                  </a:cubicBezTo>
                  <a:cubicBezTo>
                    <a:pt x="20756" y="2071"/>
                    <a:pt x="20481" y="2037"/>
                    <a:pt x="20206" y="2037"/>
                  </a:cubicBezTo>
                  <a:cubicBezTo>
                    <a:pt x="19984" y="2037"/>
                    <a:pt x="19761" y="2059"/>
                    <a:pt x="19542" y="2103"/>
                  </a:cubicBezTo>
                  <a:cubicBezTo>
                    <a:pt x="19422" y="2106"/>
                    <a:pt x="19305" y="2109"/>
                    <a:pt x="19187" y="2116"/>
                  </a:cubicBezTo>
                  <a:cubicBezTo>
                    <a:pt x="19178" y="2094"/>
                    <a:pt x="19166" y="2085"/>
                    <a:pt x="19150" y="2085"/>
                  </a:cubicBezTo>
                  <a:cubicBezTo>
                    <a:pt x="18373" y="2100"/>
                    <a:pt x="18145" y="2137"/>
                    <a:pt x="17473" y="2331"/>
                  </a:cubicBezTo>
                  <a:lnTo>
                    <a:pt x="17473" y="2338"/>
                  </a:lnTo>
                  <a:cubicBezTo>
                    <a:pt x="17331" y="2365"/>
                    <a:pt x="17192" y="2393"/>
                    <a:pt x="17056" y="2424"/>
                  </a:cubicBezTo>
                  <a:cubicBezTo>
                    <a:pt x="17050" y="2409"/>
                    <a:pt x="17047" y="2399"/>
                    <a:pt x="17047" y="2399"/>
                  </a:cubicBezTo>
                  <a:cubicBezTo>
                    <a:pt x="16973" y="2430"/>
                    <a:pt x="16227" y="2575"/>
                    <a:pt x="15937" y="2726"/>
                  </a:cubicBezTo>
                  <a:cubicBezTo>
                    <a:pt x="15455" y="2871"/>
                    <a:pt x="14984" y="3047"/>
                    <a:pt x="14521" y="3251"/>
                  </a:cubicBezTo>
                  <a:cubicBezTo>
                    <a:pt x="12091" y="999"/>
                    <a:pt x="8488" y="185"/>
                    <a:pt x="8035" y="15"/>
                  </a:cubicBezTo>
                  <a:cubicBezTo>
                    <a:pt x="8008" y="5"/>
                    <a:pt x="7983" y="0"/>
                    <a:pt x="7961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1070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80272" rotWithShape="0" algn="bl" dir="5400000" dist="26757">
                <a:srgbClr val="000000">
                  <a:alpha val="50196"/>
                </a:srgbClr>
              </a:outerShdw>
            </a:effectLst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1" name="Google Shape;6981;p20"/>
            <p:cNvSpPr/>
            <p:nvPr/>
          </p:nvSpPr>
          <p:spPr>
            <a:xfrm>
              <a:off x="1572675" y="854575"/>
              <a:ext cx="778575" cy="569450"/>
            </a:xfrm>
            <a:custGeom>
              <a:rect b="b" l="l" r="r" t="t"/>
              <a:pathLst>
                <a:path extrusionOk="0" h="22778" w="31143">
                  <a:moveTo>
                    <a:pt x="8699" y="16464"/>
                  </a:moveTo>
                  <a:cubicBezTo>
                    <a:pt x="8748" y="16504"/>
                    <a:pt x="8797" y="16544"/>
                    <a:pt x="8847" y="16584"/>
                  </a:cubicBezTo>
                  <a:cubicBezTo>
                    <a:pt x="8711" y="16553"/>
                    <a:pt x="8578" y="16525"/>
                    <a:pt x="8446" y="16504"/>
                  </a:cubicBezTo>
                  <a:cubicBezTo>
                    <a:pt x="8529" y="16491"/>
                    <a:pt x="8615" y="16479"/>
                    <a:pt x="8699" y="16464"/>
                  </a:cubicBezTo>
                  <a:close/>
                  <a:moveTo>
                    <a:pt x="14907" y="18854"/>
                  </a:moveTo>
                  <a:lnTo>
                    <a:pt x="14907" y="18854"/>
                  </a:lnTo>
                  <a:cubicBezTo>
                    <a:pt x="16359" y="19071"/>
                    <a:pt x="17766" y="19134"/>
                    <a:pt x="18912" y="19134"/>
                  </a:cubicBezTo>
                  <a:cubicBezTo>
                    <a:pt x="20509" y="19134"/>
                    <a:pt x="21600" y="19011"/>
                    <a:pt x="21600" y="19011"/>
                  </a:cubicBezTo>
                  <a:lnTo>
                    <a:pt x="21600" y="19011"/>
                  </a:lnTo>
                  <a:cubicBezTo>
                    <a:pt x="20784" y="19678"/>
                    <a:pt x="19939" y="19946"/>
                    <a:pt x="19018" y="19946"/>
                  </a:cubicBezTo>
                  <a:cubicBezTo>
                    <a:pt x="17812" y="19946"/>
                    <a:pt x="16476" y="19485"/>
                    <a:pt x="14907" y="18854"/>
                  </a:cubicBezTo>
                  <a:close/>
                  <a:moveTo>
                    <a:pt x="8264" y="0"/>
                  </a:moveTo>
                  <a:cubicBezTo>
                    <a:pt x="7680" y="0"/>
                    <a:pt x="8417" y="3248"/>
                    <a:pt x="8159" y="3420"/>
                  </a:cubicBezTo>
                  <a:cubicBezTo>
                    <a:pt x="7890" y="3599"/>
                    <a:pt x="5383" y="5302"/>
                    <a:pt x="4664" y="5391"/>
                  </a:cubicBezTo>
                  <a:cubicBezTo>
                    <a:pt x="4648" y="5393"/>
                    <a:pt x="4630" y="5394"/>
                    <a:pt x="4612" y="5394"/>
                  </a:cubicBezTo>
                  <a:cubicBezTo>
                    <a:pt x="3859" y="5394"/>
                    <a:pt x="2053" y="3595"/>
                    <a:pt x="1438" y="3420"/>
                  </a:cubicBezTo>
                  <a:cubicBezTo>
                    <a:pt x="1430" y="3418"/>
                    <a:pt x="1422" y="3417"/>
                    <a:pt x="1414" y="3417"/>
                  </a:cubicBezTo>
                  <a:cubicBezTo>
                    <a:pt x="801" y="3417"/>
                    <a:pt x="365" y="10230"/>
                    <a:pt x="365" y="10230"/>
                  </a:cubicBezTo>
                  <a:cubicBezTo>
                    <a:pt x="365" y="10230"/>
                    <a:pt x="1" y="15156"/>
                    <a:pt x="4211" y="16319"/>
                  </a:cubicBezTo>
                  <a:cubicBezTo>
                    <a:pt x="4772" y="16470"/>
                    <a:pt x="5346" y="16562"/>
                    <a:pt x="5926" y="16599"/>
                  </a:cubicBezTo>
                  <a:cubicBezTo>
                    <a:pt x="2680" y="17417"/>
                    <a:pt x="1073" y="20665"/>
                    <a:pt x="3984" y="20665"/>
                  </a:cubicBezTo>
                  <a:cubicBezTo>
                    <a:pt x="4479" y="20665"/>
                    <a:pt x="5104" y="20571"/>
                    <a:pt x="5873" y="20356"/>
                  </a:cubicBezTo>
                  <a:cubicBezTo>
                    <a:pt x="7053" y="20026"/>
                    <a:pt x="8166" y="19890"/>
                    <a:pt x="9221" y="19890"/>
                  </a:cubicBezTo>
                  <a:cubicBezTo>
                    <a:pt x="14090" y="19890"/>
                    <a:pt x="17736" y="22777"/>
                    <a:pt x="21013" y="22777"/>
                  </a:cubicBezTo>
                  <a:cubicBezTo>
                    <a:pt x="21074" y="22777"/>
                    <a:pt x="21135" y="22776"/>
                    <a:pt x="21196" y="22774"/>
                  </a:cubicBezTo>
                  <a:cubicBezTo>
                    <a:pt x="25227" y="22638"/>
                    <a:pt x="31143" y="18339"/>
                    <a:pt x="28049" y="8395"/>
                  </a:cubicBezTo>
                  <a:cubicBezTo>
                    <a:pt x="26480" y="3343"/>
                    <a:pt x="23085" y="2099"/>
                    <a:pt x="20123" y="2099"/>
                  </a:cubicBezTo>
                  <a:cubicBezTo>
                    <a:pt x="17456" y="2099"/>
                    <a:pt x="15141" y="3107"/>
                    <a:pt x="14827" y="3251"/>
                  </a:cubicBezTo>
                  <a:cubicBezTo>
                    <a:pt x="12394" y="1002"/>
                    <a:pt x="8791" y="188"/>
                    <a:pt x="8338" y="15"/>
                  </a:cubicBezTo>
                  <a:cubicBezTo>
                    <a:pt x="8311" y="5"/>
                    <a:pt x="8287" y="0"/>
                    <a:pt x="8264" y="0"/>
                  </a:cubicBezTo>
                  <a:close/>
                </a:path>
              </a:pathLst>
            </a:custGeom>
            <a:solidFill>
              <a:srgbClr val="DFB29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2" name="Google Shape;6982;p20"/>
            <p:cNvSpPr/>
            <p:nvPr/>
          </p:nvSpPr>
          <p:spPr>
            <a:xfrm>
              <a:off x="1792575" y="1214225"/>
              <a:ext cx="159575" cy="90425"/>
            </a:xfrm>
            <a:custGeom>
              <a:rect b="b" l="l" r="r" t="t"/>
              <a:pathLst>
                <a:path extrusionOk="0" h="3617" w="6383">
                  <a:moveTo>
                    <a:pt x="3176" y="0"/>
                  </a:moveTo>
                  <a:cubicBezTo>
                    <a:pt x="1028" y="0"/>
                    <a:pt x="40" y="1583"/>
                    <a:pt x="29" y="1603"/>
                  </a:cubicBezTo>
                  <a:cubicBezTo>
                    <a:pt x="1" y="1657"/>
                    <a:pt x="47" y="1707"/>
                    <a:pt x="95" y="1707"/>
                  </a:cubicBezTo>
                  <a:cubicBezTo>
                    <a:pt x="115" y="1707"/>
                    <a:pt x="135" y="1698"/>
                    <a:pt x="149" y="1677"/>
                  </a:cubicBezTo>
                  <a:cubicBezTo>
                    <a:pt x="152" y="1671"/>
                    <a:pt x="448" y="1189"/>
                    <a:pt x="1065" y="773"/>
                  </a:cubicBezTo>
                  <a:cubicBezTo>
                    <a:pt x="1516" y="465"/>
                    <a:pt x="2219" y="141"/>
                    <a:pt x="3178" y="141"/>
                  </a:cubicBezTo>
                  <a:cubicBezTo>
                    <a:pt x="3420" y="141"/>
                    <a:pt x="3678" y="162"/>
                    <a:pt x="3952" y="209"/>
                  </a:cubicBezTo>
                  <a:cubicBezTo>
                    <a:pt x="4581" y="317"/>
                    <a:pt x="5275" y="853"/>
                    <a:pt x="5720" y="1575"/>
                  </a:cubicBezTo>
                  <a:cubicBezTo>
                    <a:pt x="6105" y="2204"/>
                    <a:pt x="6238" y="2858"/>
                    <a:pt x="6077" y="3364"/>
                  </a:cubicBezTo>
                  <a:cubicBezTo>
                    <a:pt x="6059" y="3425"/>
                    <a:pt x="6034" y="3466"/>
                    <a:pt x="6013" y="3472"/>
                  </a:cubicBezTo>
                  <a:cubicBezTo>
                    <a:pt x="6009" y="3473"/>
                    <a:pt x="6006" y="3473"/>
                    <a:pt x="6002" y="3473"/>
                  </a:cubicBezTo>
                  <a:cubicBezTo>
                    <a:pt x="5927" y="3473"/>
                    <a:pt x="5751" y="3300"/>
                    <a:pt x="5581" y="3129"/>
                  </a:cubicBezTo>
                  <a:cubicBezTo>
                    <a:pt x="5164" y="2715"/>
                    <a:pt x="4489" y="2041"/>
                    <a:pt x="3510" y="2041"/>
                  </a:cubicBezTo>
                  <a:cubicBezTo>
                    <a:pt x="3113" y="2041"/>
                    <a:pt x="2667" y="2152"/>
                    <a:pt x="2166" y="2435"/>
                  </a:cubicBezTo>
                  <a:cubicBezTo>
                    <a:pt x="2096" y="2477"/>
                    <a:pt x="2136" y="2569"/>
                    <a:pt x="2200" y="2569"/>
                  </a:cubicBezTo>
                  <a:cubicBezTo>
                    <a:pt x="2212" y="2569"/>
                    <a:pt x="2224" y="2566"/>
                    <a:pt x="2237" y="2559"/>
                  </a:cubicBezTo>
                  <a:cubicBezTo>
                    <a:pt x="2716" y="2287"/>
                    <a:pt x="3140" y="2180"/>
                    <a:pt x="3516" y="2180"/>
                  </a:cubicBezTo>
                  <a:cubicBezTo>
                    <a:pt x="4428" y="2180"/>
                    <a:pt x="5056" y="2808"/>
                    <a:pt x="5482" y="3234"/>
                  </a:cubicBezTo>
                  <a:cubicBezTo>
                    <a:pt x="5707" y="3459"/>
                    <a:pt x="5864" y="3617"/>
                    <a:pt x="6003" y="3617"/>
                  </a:cubicBezTo>
                  <a:cubicBezTo>
                    <a:pt x="6019" y="3614"/>
                    <a:pt x="6031" y="3614"/>
                    <a:pt x="6046" y="3607"/>
                  </a:cubicBezTo>
                  <a:cubicBezTo>
                    <a:pt x="6124" y="3589"/>
                    <a:pt x="6176" y="3521"/>
                    <a:pt x="6213" y="3407"/>
                  </a:cubicBezTo>
                  <a:cubicBezTo>
                    <a:pt x="6383" y="2861"/>
                    <a:pt x="6247" y="2164"/>
                    <a:pt x="5840" y="1501"/>
                  </a:cubicBezTo>
                  <a:cubicBezTo>
                    <a:pt x="5368" y="733"/>
                    <a:pt x="4652" y="184"/>
                    <a:pt x="3974" y="70"/>
                  </a:cubicBezTo>
                  <a:cubicBezTo>
                    <a:pt x="3692" y="22"/>
                    <a:pt x="3426" y="0"/>
                    <a:pt x="31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3" name="Google Shape;6983;p20"/>
            <p:cNvSpPr/>
            <p:nvPr/>
          </p:nvSpPr>
          <p:spPr>
            <a:xfrm>
              <a:off x="1907875" y="1128725"/>
              <a:ext cx="82225" cy="154800"/>
            </a:xfrm>
            <a:custGeom>
              <a:rect b="b" l="l" r="r" t="t"/>
              <a:pathLst>
                <a:path extrusionOk="0" h="6192" w="3289">
                  <a:moveTo>
                    <a:pt x="2365" y="1"/>
                  </a:moveTo>
                  <a:cubicBezTo>
                    <a:pt x="2362" y="1"/>
                    <a:pt x="2358" y="1"/>
                    <a:pt x="2354" y="1"/>
                  </a:cubicBezTo>
                  <a:cubicBezTo>
                    <a:pt x="2289" y="14"/>
                    <a:pt x="793" y="335"/>
                    <a:pt x="340" y="1531"/>
                  </a:cubicBezTo>
                  <a:cubicBezTo>
                    <a:pt x="0" y="2420"/>
                    <a:pt x="333" y="3539"/>
                    <a:pt x="1326" y="4862"/>
                  </a:cubicBezTo>
                  <a:cubicBezTo>
                    <a:pt x="1999" y="5763"/>
                    <a:pt x="2474" y="6192"/>
                    <a:pt x="2792" y="6192"/>
                  </a:cubicBezTo>
                  <a:cubicBezTo>
                    <a:pt x="2838" y="6192"/>
                    <a:pt x="2884" y="6179"/>
                    <a:pt x="2927" y="6161"/>
                  </a:cubicBezTo>
                  <a:cubicBezTo>
                    <a:pt x="3226" y="6016"/>
                    <a:pt x="3273" y="5359"/>
                    <a:pt x="3072" y="4165"/>
                  </a:cubicBezTo>
                  <a:cubicBezTo>
                    <a:pt x="2930" y="3308"/>
                    <a:pt x="2705" y="2478"/>
                    <a:pt x="2705" y="2469"/>
                  </a:cubicBezTo>
                  <a:cubicBezTo>
                    <a:pt x="2694" y="2433"/>
                    <a:pt x="2666" y="2418"/>
                    <a:pt x="2638" y="2418"/>
                  </a:cubicBezTo>
                  <a:cubicBezTo>
                    <a:pt x="2595" y="2418"/>
                    <a:pt x="2552" y="2453"/>
                    <a:pt x="2566" y="2509"/>
                  </a:cubicBezTo>
                  <a:cubicBezTo>
                    <a:pt x="2909" y="3761"/>
                    <a:pt x="3288" y="5828"/>
                    <a:pt x="2866" y="6034"/>
                  </a:cubicBezTo>
                  <a:cubicBezTo>
                    <a:pt x="2846" y="6044"/>
                    <a:pt x="2821" y="6050"/>
                    <a:pt x="2790" y="6050"/>
                  </a:cubicBezTo>
                  <a:cubicBezTo>
                    <a:pt x="2613" y="6050"/>
                    <a:pt x="2233" y="5837"/>
                    <a:pt x="1438" y="4776"/>
                  </a:cubicBezTo>
                  <a:cubicBezTo>
                    <a:pt x="478" y="3496"/>
                    <a:pt x="151" y="2423"/>
                    <a:pt x="469" y="1584"/>
                  </a:cubicBezTo>
                  <a:cubicBezTo>
                    <a:pt x="898" y="458"/>
                    <a:pt x="2366" y="143"/>
                    <a:pt x="2381" y="140"/>
                  </a:cubicBezTo>
                  <a:cubicBezTo>
                    <a:pt x="2464" y="120"/>
                    <a:pt x="2445" y="1"/>
                    <a:pt x="236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4" name="Google Shape;6984;p20"/>
            <p:cNvSpPr/>
            <p:nvPr/>
          </p:nvSpPr>
          <p:spPr>
            <a:xfrm>
              <a:off x="1768025" y="1056550"/>
              <a:ext cx="140800" cy="151275"/>
            </a:xfrm>
            <a:custGeom>
              <a:rect b="b" l="l" r="r" t="t"/>
              <a:pathLst>
                <a:path extrusionOk="0" h="6051" w="5632">
                  <a:moveTo>
                    <a:pt x="1127" y="1"/>
                  </a:moveTo>
                  <a:cubicBezTo>
                    <a:pt x="0" y="1"/>
                    <a:pt x="885" y="5825"/>
                    <a:pt x="885" y="5825"/>
                  </a:cubicBezTo>
                  <a:cubicBezTo>
                    <a:pt x="984" y="5982"/>
                    <a:pt x="1159" y="6051"/>
                    <a:pt x="1384" y="6051"/>
                  </a:cubicBezTo>
                  <a:cubicBezTo>
                    <a:pt x="2569" y="6051"/>
                    <a:pt x="5137" y="4147"/>
                    <a:pt x="5363" y="3317"/>
                  </a:cubicBezTo>
                  <a:cubicBezTo>
                    <a:pt x="5631" y="2330"/>
                    <a:pt x="2319" y="91"/>
                    <a:pt x="1153" y="2"/>
                  </a:cubicBezTo>
                  <a:cubicBezTo>
                    <a:pt x="1144" y="1"/>
                    <a:pt x="1135" y="1"/>
                    <a:pt x="1127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5" name="Google Shape;6985;p20"/>
            <p:cNvSpPr/>
            <p:nvPr/>
          </p:nvSpPr>
          <p:spPr>
            <a:xfrm>
              <a:off x="1807225" y="1119500"/>
              <a:ext cx="52625" cy="42200"/>
            </a:xfrm>
            <a:custGeom>
              <a:rect b="b" l="l" r="r" t="t"/>
              <a:pathLst>
                <a:path extrusionOk="0" h="1688" w="2105">
                  <a:moveTo>
                    <a:pt x="1799" y="1"/>
                  </a:moveTo>
                  <a:cubicBezTo>
                    <a:pt x="1759" y="1"/>
                    <a:pt x="1718" y="31"/>
                    <a:pt x="1728" y="84"/>
                  </a:cubicBezTo>
                  <a:cubicBezTo>
                    <a:pt x="1793" y="444"/>
                    <a:pt x="1880" y="1404"/>
                    <a:pt x="1519" y="1530"/>
                  </a:cubicBezTo>
                  <a:cubicBezTo>
                    <a:pt x="1485" y="1541"/>
                    <a:pt x="1449" y="1547"/>
                    <a:pt x="1410" y="1547"/>
                  </a:cubicBezTo>
                  <a:cubicBezTo>
                    <a:pt x="1015" y="1547"/>
                    <a:pt x="383" y="998"/>
                    <a:pt x="152" y="765"/>
                  </a:cubicBezTo>
                  <a:cubicBezTo>
                    <a:pt x="137" y="750"/>
                    <a:pt x="120" y="744"/>
                    <a:pt x="103" y="744"/>
                  </a:cubicBezTo>
                  <a:cubicBezTo>
                    <a:pt x="48" y="744"/>
                    <a:pt x="1" y="815"/>
                    <a:pt x="51" y="867"/>
                  </a:cubicBezTo>
                  <a:cubicBezTo>
                    <a:pt x="88" y="901"/>
                    <a:pt x="868" y="1687"/>
                    <a:pt x="1414" y="1687"/>
                  </a:cubicBezTo>
                  <a:cubicBezTo>
                    <a:pt x="1463" y="1687"/>
                    <a:pt x="1516" y="1678"/>
                    <a:pt x="1562" y="1663"/>
                  </a:cubicBezTo>
                  <a:cubicBezTo>
                    <a:pt x="2105" y="1478"/>
                    <a:pt x="1895" y="204"/>
                    <a:pt x="1867" y="59"/>
                  </a:cubicBezTo>
                  <a:cubicBezTo>
                    <a:pt x="1861" y="19"/>
                    <a:pt x="1830" y="1"/>
                    <a:pt x="179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6" name="Google Shape;6986;p20"/>
            <p:cNvSpPr/>
            <p:nvPr/>
          </p:nvSpPr>
          <p:spPr>
            <a:xfrm>
              <a:off x="1820750" y="1114450"/>
              <a:ext cx="27000" cy="46700"/>
            </a:xfrm>
            <a:custGeom>
              <a:rect b="b" l="l" r="r" t="t"/>
              <a:pathLst>
                <a:path extrusionOk="0" h="1868" w="1080">
                  <a:moveTo>
                    <a:pt x="79" y="0"/>
                  </a:moveTo>
                  <a:cubicBezTo>
                    <a:pt x="68" y="0"/>
                    <a:pt x="57" y="3"/>
                    <a:pt x="46" y="8"/>
                  </a:cubicBezTo>
                  <a:cubicBezTo>
                    <a:pt x="12" y="27"/>
                    <a:pt x="0" y="70"/>
                    <a:pt x="19" y="104"/>
                  </a:cubicBezTo>
                  <a:lnTo>
                    <a:pt x="938" y="1831"/>
                  </a:lnTo>
                  <a:cubicBezTo>
                    <a:pt x="950" y="1852"/>
                    <a:pt x="975" y="1868"/>
                    <a:pt x="999" y="1868"/>
                  </a:cubicBezTo>
                  <a:cubicBezTo>
                    <a:pt x="1012" y="1868"/>
                    <a:pt x="1024" y="1865"/>
                    <a:pt x="1033" y="1859"/>
                  </a:cubicBezTo>
                  <a:cubicBezTo>
                    <a:pt x="1067" y="1840"/>
                    <a:pt x="1080" y="1797"/>
                    <a:pt x="1061" y="1763"/>
                  </a:cubicBezTo>
                  <a:lnTo>
                    <a:pt x="145" y="39"/>
                  </a:lnTo>
                  <a:cubicBezTo>
                    <a:pt x="130" y="1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7" name="Google Shape;6987;p20"/>
            <p:cNvSpPr/>
            <p:nvPr/>
          </p:nvSpPr>
          <p:spPr>
            <a:xfrm>
              <a:off x="1805850" y="1100800"/>
              <a:ext cx="24100" cy="14850"/>
            </a:xfrm>
            <a:custGeom>
              <a:rect b="b" l="l" r="r" t="t"/>
              <a:pathLst>
                <a:path extrusionOk="0" h="594" w="964">
                  <a:moveTo>
                    <a:pt x="917" y="1"/>
                  </a:moveTo>
                  <a:cubicBezTo>
                    <a:pt x="397" y="1"/>
                    <a:pt x="1" y="551"/>
                    <a:pt x="1" y="551"/>
                  </a:cubicBezTo>
                  <a:cubicBezTo>
                    <a:pt x="1" y="551"/>
                    <a:pt x="440" y="594"/>
                    <a:pt x="627" y="594"/>
                  </a:cubicBezTo>
                  <a:cubicBezTo>
                    <a:pt x="665" y="594"/>
                    <a:pt x="692" y="592"/>
                    <a:pt x="704" y="588"/>
                  </a:cubicBezTo>
                  <a:cubicBezTo>
                    <a:pt x="778" y="566"/>
                    <a:pt x="963" y="2"/>
                    <a:pt x="963" y="2"/>
                  </a:cubicBezTo>
                  <a:cubicBezTo>
                    <a:pt x="948" y="1"/>
                    <a:pt x="932" y="1"/>
                    <a:pt x="917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8" name="Google Shape;6988;p20"/>
            <p:cNvSpPr/>
            <p:nvPr/>
          </p:nvSpPr>
          <p:spPr>
            <a:xfrm>
              <a:off x="1608450" y="965950"/>
              <a:ext cx="51325" cy="62500"/>
            </a:xfrm>
            <a:custGeom>
              <a:rect b="b" l="l" r="r" t="t"/>
              <a:pathLst>
                <a:path extrusionOk="0" h="2500" w="2053">
                  <a:moveTo>
                    <a:pt x="418" y="1"/>
                  </a:moveTo>
                  <a:cubicBezTo>
                    <a:pt x="406" y="1"/>
                    <a:pt x="396" y="5"/>
                    <a:pt x="390" y="14"/>
                  </a:cubicBezTo>
                  <a:cubicBezTo>
                    <a:pt x="248" y="205"/>
                    <a:pt x="1" y="2426"/>
                    <a:pt x="214" y="2491"/>
                  </a:cubicBezTo>
                  <a:cubicBezTo>
                    <a:pt x="235" y="2497"/>
                    <a:pt x="267" y="2500"/>
                    <a:pt x="307" y="2500"/>
                  </a:cubicBezTo>
                  <a:cubicBezTo>
                    <a:pt x="681" y="2500"/>
                    <a:pt x="1796" y="2246"/>
                    <a:pt x="2052" y="1760"/>
                  </a:cubicBezTo>
                  <a:cubicBezTo>
                    <a:pt x="2052" y="1760"/>
                    <a:pt x="671" y="1"/>
                    <a:pt x="418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9" name="Google Shape;6989;p20"/>
            <p:cNvSpPr/>
            <p:nvPr/>
          </p:nvSpPr>
          <p:spPr>
            <a:xfrm>
              <a:off x="1788950" y="871750"/>
              <a:ext cx="64275" cy="50375"/>
            </a:xfrm>
            <a:custGeom>
              <a:rect b="b" l="l" r="r" t="t"/>
              <a:pathLst>
                <a:path extrusionOk="0" h="2015" w="2571">
                  <a:moveTo>
                    <a:pt x="127" y="0"/>
                  </a:moveTo>
                  <a:cubicBezTo>
                    <a:pt x="1" y="0"/>
                    <a:pt x="698" y="2015"/>
                    <a:pt x="698" y="2015"/>
                  </a:cubicBezTo>
                  <a:lnTo>
                    <a:pt x="2570" y="1274"/>
                  </a:lnTo>
                  <a:cubicBezTo>
                    <a:pt x="2570" y="1274"/>
                    <a:pt x="273" y="38"/>
                    <a:pt x="131" y="1"/>
                  </a:cubicBezTo>
                  <a:cubicBezTo>
                    <a:pt x="130" y="0"/>
                    <a:pt x="129" y="0"/>
                    <a:pt x="127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0" name="Google Shape;6990;p20"/>
            <p:cNvSpPr/>
            <p:nvPr/>
          </p:nvSpPr>
          <p:spPr>
            <a:xfrm>
              <a:off x="1685575" y="976300"/>
              <a:ext cx="59850" cy="63650"/>
            </a:xfrm>
            <a:custGeom>
              <a:rect b="b" l="l" r="r" t="t"/>
              <a:pathLst>
                <a:path extrusionOk="0" h="2546" w="2394">
                  <a:moveTo>
                    <a:pt x="1146" y="1"/>
                  </a:moveTo>
                  <a:cubicBezTo>
                    <a:pt x="1146" y="1"/>
                    <a:pt x="1145" y="1"/>
                    <a:pt x="1145" y="1"/>
                  </a:cubicBezTo>
                  <a:cubicBezTo>
                    <a:pt x="1021" y="26"/>
                    <a:pt x="0" y="513"/>
                    <a:pt x="0" y="513"/>
                  </a:cubicBezTo>
                  <a:cubicBezTo>
                    <a:pt x="0" y="513"/>
                    <a:pt x="1747" y="2545"/>
                    <a:pt x="2229" y="2545"/>
                  </a:cubicBezTo>
                  <a:cubicBezTo>
                    <a:pt x="2270" y="2545"/>
                    <a:pt x="2302" y="2531"/>
                    <a:pt x="2323" y="2499"/>
                  </a:cubicBezTo>
                  <a:cubicBezTo>
                    <a:pt x="2393" y="2392"/>
                    <a:pt x="1276" y="1"/>
                    <a:pt x="1146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1" name="Google Shape;6991;p20"/>
            <p:cNvSpPr/>
            <p:nvPr/>
          </p:nvSpPr>
          <p:spPr>
            <a:xfrm>
              <a:off x="1969500" y="1235675"/>
              <a:ext cx="12875" cy="37750"/>
            </a:xfrm>
            <a:custGeom>
              <a:rect b="b" l="l" r="r" t="t"/>
              <a:pathLst>
                <a:path extrusionOk="0" h="1510" w="515">
                  <a:moveTo>
                    <a:pt x="79" y="1"/>
                  </a:moveTo>
                  <a:cubicBezTo>
                    <a:pt x="40" y="1"/>
                    <a:pt x="0" y="30"/>
                    <a:pt x="9" y="82"/>
                  </a:cubicBezTo>
                  <a:cubicBezTo>
                    <a:pt x="15" y="122"/>
                    <a:pt x="148" y="1053"/>
                    <a:pt x="370" y="1469"/>
                  </a:cubicBezTo>
                  <a:cubicBezTo>
                    <a:pt x="382" y="1494"/>
                    <a:pt x="407" y="1506"/>
                    <a:pt x="434" y="1510"/>
                  </a:cubicBezTo>
                  <a:cubicBezTo>
                    <a:pt x="444" y="1506"/>
                    <a:pt x="456" y="1503"/>
                    <a:pt x="465" y="1497"/>
                  </a:cubicBezTo>
                  <a:cubicBezTo>
                    <a:pt x="499" y="1479"/>
                    <a:pt x="515" y="1436"/>
                    <a:pt x="496" y="1402"/>
                  </a:cubicBezTo>
                  <a:cubicBezTo>
                    <a:pt x="286" y="1010"/>
                    <a:pt x="148" y="72"/>
                    <a:pt x="148" y="63"/>
                  </a:cubicBezTo>
                  <a:cubicBezTo>
                    <a:pt x="142" y="20"/>
                    <a:pt x="111" y="1"/>
                    <a:pt x="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2" name="Google Shape;6992;p20"/>
            <p:cNvSpPr/>
            <p:nvPr/>
          </p:nvSpPr>
          <p:spPr>
            <a:xfrm>
              <a:off x="1959375" y="1243250"/>
              <a:ext cx="17450" cy="36950"/>
            </a:xfrm>
            <a:custGeom>
              <a:rect b="b" l="l" r="r" t="t"/>
              <a:pathLst>
                <a:path extrusionOk="0" h="1478" w="698">
                  <a:moveTo>
                    <a:pt x="77" y="0"/>
                  </a:moveTo>
                  <a:cubicBezTo>
                    <a:pt x="75" y="0"/>
                    <a:pt x="73" y="0"/>
                    <a:pt x="71" y="1"/>
                  </a:cubicBezTo>
                  <a:cubicBezTo>
                    <a:pt x="31" y="1"/>
                    <a:pt x="1" y="35"/>
                    <a:pt x="4" y="72"/>
                  </a:cubicBezTo>
                  <a:cubicBezTo>
                    <a:pt x="4" y="105"/>
                    <a:pt x="38" y="898"/>
                    <a:pt x="568" y="1456"/>
                  </a:cubicBezTo>
                  <a:cubicBezTo>
                    <a:pt x="580" y="1469"/>
                    <a:pt x="599" y="1478"/>
                    <a:pt x="620" y="1478"/>
                  </a:cubicBezTo>
                  <a:cubicBezTo>
                    <a:pt x="639" y="1478"/>
                    <a:pt x="654" y="1472"/>
                    <a:pt x="670" y="1459"/>
                  </a:cubicBezTo>
                  <a:cubicBezTo>
                    <a:pt x="698" y="1432"/>
                    <a:pt x="698" y="1385"/>
                    <a:pt x="670" y="1358"/>
                  </a:cubicBezTo>
                  <a:cubicBezTo>
                    <a:pt x="179" y="840"/>
                    <a:pt x="146" y="75"/>
                    <a:pt x="146" y="68"/>
                  </a:cubicBezTo>
                  <a:cubicBezTo>
                    <a:pt x="143" y="30"/>
                    <a:pt x="114" y="0"/>
                    <a:pt x="7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3" name="Google Shape;6993;p20"/>
            <p:cNvSpPr/>
            <p:nvPr/>
          </p:nvSpPr>
          <p:spPr>
            <a:xfrm>
              <a:off x="1915050" y="1266400"/>
              <a:ext cx="27625" cy="37025"/>
            </a:xfrm>
            <a:custGeom>
              <a:rect b="b" l="l" r="r" t="t"/>
              <a:pathLst>
                <a:path extrusionOk="0" h="1481" w="1105">
                  <a:moveTo>
                    <a:pt x="102" y="0"/>
                  </a:moveTo>
                  <a:cubicBezTo>
                    <a:pt x="47" y="0"/>
                    <a:pt x="0" y="71"/>
                    <a:pt x="53" y="123"/>
                  </a:cubicBezTo>
                  <a:cubicBezTo>
                    <a:pt x="59" y="129"/>
                    <a:pt x="882" y="959"/>
                    <a:pt x="959" y="1422"/>
                  </a:cubicBezTo>
                  <a:cubicBezTo>
                    <a:pt x="965" y="1456"/>
                    <a:pt x="993" y="1480"/>
                    <a:pt x="1027" y="1480"/>
                  </a:cubicBezTo>
                  <a:cubicBezTo>
                    <a:pt x="1033" y="1480"/>
                    <a:pt x="1036" y="1480"/>
                    <a:pt x="1039" y="1477"/>
                  </a:cubicBezTo>
                  <a:cubicBezTo>
                    <a:pt x="1080" y="1471"/>
                    <a:pt x="1104" y="1434"/>
                    <a:pt x="1098" y="1397"/>
                  </a:cubicBezTo>
                  <a:cubicBezTo>
                    <a:pt x="1015" y="888"/>
                    <a:pt x="185" y="58"/>
                    <a:pt x="151" y="21"/>
                  </a:cubicBezTo>
                  <a:cubicBezTo>
                    <a:pt x="136" y="7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4" name="Google Shape;6994;p20"/>
            <p:cNvSpPr/>
            <p:nvPr/>
          </p:nvSpPr>
          <p:spPr>
            <a:xfrm>
              <a:off x="1923450" y="1257550"/>
              <a:ext cx="23450" cy="39000"/>
            </a:xfrm>
            <a:custGeom>
              <a:rect b="b" l="l" r="r" t="t"/>
              <a:pathLst>
                <a:path extrusionOk="0" h="1560" w="938">
                  <a:moveTo>
                    <a:pt x="94" y="1"/>
                  </a:moveTo>
                  <a:cubicBezTo>
                    <a:pt x="47" y="1"/>
                    <a:pt x="0" y="48"/>
                    <a:pt x="31" y="104"/>
                  </a:cubicBezTo>
                  <a:cubicBezTo>
                    <a:pt x="56" y="150"/>
                    <a:pt x="633" y="1258"/>
                    <a:pt x="796" y="1526"/>
                  </a:cubicBezTo>
                  <a:cubicBezTo>
                    <a:pt x="808" y="1548"/>
                    <a:pt x="830" y="1560"/>
                    <a:pt x="858" y="1560"/>
                  </a:cubicBezTo>
                  <a:cubicBezTo>
                    <a:pt x="870" y="1560"/>
                    <a:pt x="882" y="1557"/>
                    <a:pt x="892" y="1551"/>
                  </a:cubicBezTo>
                  <a:cubicBezTo>
                    <a:pt x="926" y="1532"/>
                    <a:pt x="938" y="1486"/>
                    <a:pt x="916" y="1455"/>
                  </a:cubicBezTo>
                  <a:cubicBezTo>
                    <a:pt x="756" y="1187"/>
                    <a:pt x="161" y="52"/>
                    <a:pt x="154" y="39"/>
                  </a:cubicBezTo>
                  <a:cubicBezTo>
                    <a:pt x="140" y="12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5" name="Google Shape;6995;p20"/>
            <p:cNvSpPr/>
            <p:nvPr/>
          </p:nvSpPr>
          <p:spPr>
            <a:xfrm>
              <a:off x="1668700" y="1163325"/>
              <a:ext cx="72175" cy="17650"/>
            </a:xfrm>
            <a:custGeom>
              <a:rect b="b" l="l" r="r" t="t"/>
              <a:pathLst>
                <a:path extrusionOk="0" h="706" w="2887">
                  <a:moveTo>
                    <a:pt x="2791" y="0"/>
                  </a:moveTo>
                  <a:cubicBezTo>
                    <a:pt x="2786" y="0"/>
                    <a:pt x="2779" y="1"/>
                    <a:pt x="2773" y="2"/>
                  </a:cubicBezTo>
                  <a:lnTo>
                    <a:pt x="86" y="567"/>
                  </a:lnTo>
                  <a:cubicBezTo>
                    <a:pt x="1" y="582"/>
                    <a:pt x="12" y="706"/>
                    <a:pt x="98" y="706"/>
                  </a:cubicBezTo>
                  <a:cubicBezTo>
                    <a:pt x="99" y="706"/>
                    <a:pt x="100" y="706"/>
                    <a:pt x="102" y="706"/>
                  </a:cubicBezTo>
                  <a:lnTo>
                    <a:pt x="114" y="706"/>
                  </a:lnTo>
                  <a:lnTo>
                    <a:pt x="2800" y="141"/>
                  </a:lnTo>
                  <a:cubicBezTo>
                    <a:pt x="2886" y="121"/>
                    <a:pt x="2868" y="0"/>
                    <a:pt x="279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6" name="Google Shape;6996;p20"/>
            <p:cNvSpPr/>
            <p:nvPr/>
          </p:nvSpPr>
          <p:spPr>
            <a:xfrm>
              <a:off x="1674075" y="1166825"/>
              <a:ext cx="73050" cy="53925"/>
            </a:xfrm>
            <a:custGeom>
              <a:rect b="b" l="l" r="r" t="t"/>
              <a:pathLst>
                <a:path extrusionOk="0" h="2157" w="2922">
                  <a:moveTo>
                    <a:pt x="2820" y="0"/>
                  </a:moveTo>
                  <a:cubicBezTo>
                    <a:pt x="2806" y="0"/>
                    <a:pt x="2791" y="5"/>
                    <a:pt x="2777" y="17"/>
                  </a:cubicBezTo>
                  <a:lnTo>
                    <a:pt x="56" y="2031"/>
                  </a:lnTo>
                  <a:cubicBezTo>
                    <a:pt x="1" y="2071"/>
                    <a:pt x="28" y="2157"/>
                    <a:pt x="96" y="2157"/>
                  </a:cubicBezTo>
                  <a:cubicBezTo>
                    <a:pt x="112" y="2157"/>
                    <a:pt x="127" y="2151"/>
                    <a:pt x="139" y="2142"/>
                  </a:cubicBezTo>
                  <a:lnTo>
                    <a:pt x="2860" y="128"/>
                  </a:lnTo>
                  <a:cubicBezTo>
                    <a:pt x="2922" y="83"/>
                    <a:pt x="2878" y="0"/>
                    <a:pt x="282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7" name="Google Shape;6997;p20"/>
            <p:cNvSpPr/>
            <p:nvPr/>
          </p:nvSpPr>
          <p:spPr>
            <a:xfrm>
              <a:off x="1711325" y="1175025"/>
              <a:ext cx="42300" cy="59850"/>
            </a:xfrm>
            <a:custGeom>
              <a:rect b="b" l="l" r="r" t="t"/>
              <a:pathLst>
                <a:path extrusionOk="0" h="2394" w="1692">
                  <a:moveTo>
                    <a:pt x="1602" y="0"/>
                  </a:moveTo>
                  <a:cubicBezTo>
                    <a:pt x="1585" y="0"/>
                    <a:pt x="1567" y="7"/>
                    <a:pt x="1552" y="22"/>
                  </a:cubicBezTo>
                  <a:lnTo>
                    <a:pt x="34" y="2285"/>
                  </a:lnTo>
                  <a:cubicBezTo>
                    <a:pt x="0" y="2332"/>
                    <a:pt x="34" y="2393"/>
                    <a:pt x="93" y="2393"/>
                  </a:cubicBezTo>
                  <a:cubicBezTo>
                    <a:pt x="115" y="2393"/>
                    <a:pt x="136" y="2381"/>
                    <a:pt x="148" y="2363"/>
                  </a:cubicBezTo>
                  <a:lnTo>
                    <a:pt x="1669" y="99"/>
                  </a:lnTo>
                  <a:cubicBezTo>
                    <a:pt x="1692" y="47"/>
                    <a:pt x="1648" y="0"/>
                    <a:pt x="16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8" name="Google Shape;6998;p20"/>
            <p:cNvSpPr/>
            <p:nvPr/>
          </p:nvSpPr>
          <p:spPr>
            <a:xfrm>
              <a:off x="1879100" y="1032500"/>
              <a:ext cx="50825" cy="54875"/>
            </a:xfrm>
            <a:custGeom>
              <a:rect b="b" l="l" r="r" t="t"/>
              <a:pathLst>
                <a:path extrusionOk="0" h="2195" w="2033">
                  <a:moveTo>
                    <a:pt x="1932" y="1"/>
                  </a:moveTo>
                  <a:cubicBezTo>
                    <a:pt x="1914" y="1"/>
                    <a:pt x="1895" y="8"/>
                    <a:pt x="1879" y="26"/>
                  </a:cubicBezTo>
                  <a:lnTo>
                    <a:pt x="41" y="2077"/>
                  </a:lnTo>
                  <a:cubicBezTo>
                    <a:pt x="1" y="2120"/>
                    <a:pt x="35" y="2194"/>
                    <a:pt x="96" y="2194"/>
                  </a:cubicBezTo>
                  <a:cubicBezTo>
                    <a:pt x="115" y="2194"/>
                    <a:pt x="133" y="2185"/>
                    <a:pt x="149" y="2170"/>
                  </a:cubicBezTo>
                  <a:lnTo>
                    <a:pt x="1984" y="122"/>
                  </a:lnTo>
                  <a:cubicBezTo>
                    <a:pt x="2033" y="68"/>
                    <a:pt x="1986" y="1"/>
                    <a:pt x="193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9" name="Google Shape;6999;p20"/>
            <p:cNvSpPr/>
            <p:nvPr/>
          </p:nvSpPr>
          <p:spPr>
            <a:xfrm>
              <a:off x="1896225" y="1062550"/>
              <a:ext cx="69125" cy="34525"/>
            </a:xfrm>
            <a:custGeom>
              <a:rect b="b" l="l" r="r" t="t"/>
              <a:pathLst>
                <a:path extrusionOk="0" h="1381" w="2765">
                  <a:moveTo>
                    <a:pt x="2663" y="1"/>
                  </a:moveTo>
                  <a:cubicBezTo>
                    <a:pt x="2653" y="1"/>
                    <a:pt x="2643" y="3"/>
                    <a:pt x="2631" y="8"/>
                  </a:cubicBezTo>
                  <a:lnTo>
                    <a:pt x="50" y="1248"/>
                  </a:lnTo>
                  <a:cubicBezTo>
                    <a:pt x="16" y="1264"/>
                    <a:pt x="1" y="1307"/>
                    <a:pt x="16" y="1341"/>
                  </a:cubicBezTo>
                  <a:cubicBezTo>
                    <a:pt x="28" y="1365"/>
                    <a:pt x="53" y="1381"/>
                    <a:pt x="81" y="1381"/>
                  </a:cubicBezTo>
                  <a:cubicBezTo>
                    <a:pt x="90" y="1381"/>
                    <a:pt x="102" y="1378"/>
                    <a:pt x="112" y="1372"/>
                  </a:cubicBezTo>
                  <a:lnTo>
                    <a:pt x="2690" y="135"/>
                  </a:lnTo>
                  <a:cubicBezTo>
                    <a:pt x="2765" y="100"/>
                    <a:pt x="2729" y="1"/>
                    <a:pt x="266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0" name="Google Shape;7000;p20"/>
            <p:cNvSpPr/>
            <p:nvPr/>
          </p:nvSpPr>
          <p:spPr>
            <a:xfrm>
              <a:off x="1722425" y="958250"/>
              <a:ext cx="54175" cy="68425"/>
            </a:xfrm>
            <a:custGeom>
              <a:rect b="b" l="l" r="r" t="t"/>
              <a:pathLst>
                <a:path extrusionOk="0" h="2737" w="2167">
                  <a:moveTo>
                    <a:pt x="1078" y="1"/>
                  </a:moveTo>
                  <a:cubicBezTo>
                    <a:pt x="1072" y="1"/>
                    <a:pt x="1067" y="2"/>
                    <a:pt x="1062" y="4"/>
                  </a:cubicBezTo>
                  <a:cubicBezTo>
                    <a:pt x="565" y="236"/>
                    <a:pt x="1" y="677"/>
                    <a:pt x="1" y="677"/>
                  </a:cubicBezTo>
                  <a:cubicBezTo>
                    <a:pt x="1" y="677"/>
                    <a:pt x="1830" y="2736"/>
                    <a:pt x="2121" y="2736"/>
                  </a:cubicBezTo>
                  <a:cubicBezTo>
                    <a:pt x="2154" y="2736"/>
                    <a:pt x="2167" y="2711"/>
                    <a:pt x="2156" y="2654"/>
                  </a:cubicBezTo>
                  <a:cubicBezTo>
                    <a:pt x="2054" y="2102"/>
                    <a:pt x="1322" y="1"/>
                    <a:pt x="1078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1" name="Google Shape;7001;p20"/>
            <p:cNvSpPr/>
            <p:nvPr/>
          </p:nvSpPr>
          <p:spPr>
            <a:xfrm>
              <a:off x="1756050" y="937600"/>
              <a:ext cx="53000" cy="63200"/>
            </a:xfrm>
            <a:custGeom>
              <a:rect b="b" l="l" r="r" t="t"/>
              <a:pathLst>
                <a:path extrusionOk="0" h="2528" w="2120">
                  <a:moveTo>
                    <a:pt x="882" y="1"/>
                  </a:moveTo>
                  <a:lnTo>
                    <a:pt x="0" y="617"/>
                  </a:lnTo>
                  <a:cubicBezTo>
                    <a:pt x="0" y="617"/>
                    <a:pt x="1589" y="2456"/>
                    <a:pt x="1872" y="2527"/>
                  </a:cubicBezTo>
                  <a:cubicBezTo>
                    <a:pt x="1876" y="2528"/>
                    <a:pt x="1880" y="2528"/>
                    <a:pt x="1883" y="2528"/>
                  </a:cubicBezTo>
                  <a:cubicBezTo>
                    <a:pt x="2119" y="2528"/>
                    <a:pt x="882" y="1"/>
                    <a:pt x="882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2" name="Google Shape;7002;p20"/>
            <p:cNvSpPr/>
            <p:nvPr/>
          </p:nvSpPr>
          <p:spPr>
            <a:xfrm>
              <a:off x="1601125" y="1064225"/>
              <a:ext cx="178550" cy="88825"/>
            </a:xfrm>
            <a:custGeom>
              <a:rect b="b" l="l" r="r" t="t"/>
              <a:pathLst>
                <a:path extrusionOk="0" h="3553" w="7142">
                  <a:moveTo>
                    <a:pt x="4352" y="1"/>
                  </a:moveTo>
                  <a:cubicBezTo>
                    <a:pt x="3532" y="1"/>
                    <a:pt x="2805" y="271"/>
                    <a:pt x="2805" y="271"/>
                  </a:cubicBezTo>
                  <a:cubicBezTo>
                    <a:pt x="1173" y="774"/>
                    <a:pt x="1" y="3371"/>
                    <a:pt x="3434" y="3538"/>
                  </a:cubicBezTo>
                  <a:cubicBezTo>
                    <a:pt x="3640" y="3548"/>
                    <a:pt x="3835" y="3552"/>
                    <a:pt x="4019" y="3552"/>
                  </a:cubicBezTo>
                  <a:cubicBezTo>
                    <a:pt x="6902" y="3552"/>
                    <a:pt x="7142" y="2356"/>
                    <a:pt x="6237" y="901"/>
                  </a:cubicBezTo>
                  <a:cubicBezTo>
                    <a:pt x="5797" y="193"/>
                    <a:pt x="5042" y="1"/>
                    <a:pt x="4352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3" name="Google Shape;7003;p20"/>
            <p:cNvSpPr/>
            <p:nvPr/>
          </p:nvSpPr>
          <p:spPr>
            <a:xfrm>
              <a:off x="1685575" y="1106525"/>
              <a:ext cx="66250" cy="16150"/>
            </a:xfrm>
            <a:custGeom>
              <a:rect b="b" l="l" r="r" t="t"/>
              <a:pathLst>
                <a:path extrusionOk="0" h="646" w="2650">
                  <a:moveTo>
                    <a:pt x="1394" y="1"/>
                  </a:moveTo>
                  <a:cubicBezTo>
                    <a:pt x="978" y="1"/>
                    <a:pt x="502" y="125"/>
                    <a:pt x="50" y="522"/>
                  </a:cubicBezTo>
                  <a:cubicBezTo>
                    <a:pt x="0" y="566"/>
                    <a:pt x="31" y="646"/>
                    <a:pt x="96" y="646"/>
                  </a:cubicBezTo>
                  <a:cubicBezTo>
                    <a:pt x="114" y="646"/>
                    <a:pt x="130" y="640"/>
                    <a:pt x="142" y="627"/>
                  </a:cubicBezTo>
                  <a:cubicBezTo>
                    <a:pt x="570" y="253"/>
                    <a:pt x="1014" y="136"/>
                    <a:pt x="1401" y="136"/>
                  </a:cubicBezTo>
                  <a:cubicBezTo>
                    <a:pt x="2023" y="136"/>
                    <a:pt x="2500" y="437"/>
                    <a:pt x="2532" y="458"/>
                  </a:cubicBezTo>
                  <a:cubicBezTo>
                    <a:pt x="2544" y="465"/>
                    <a:pt x="2557" y="469"/>
                    <a:pt x="2570" y="469"/>
                  </a:cubicBezTo>
                  <a:cubicBezTo>
                    <a:pt x="2594" y="469"/>
                    <a:pt x="2617" y="458"/>
                    <a:pt x="2631" y="436"/>
                  </a:cubicBezTo>
                  <a:cubicBezTo>
                    <a:pt x="2650" y="405"/>
                    <a:pt x="2640" y="362"/>
                    <a:pt x="2610" y="340"/>
                  </a:cubicBezTo>
                  <a:cubicBezTo>
                    <a:pt x="2600" y="333"/>
                    <a:pt x="2076" y="1"/>
                    <a:pt x="139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4" name="Google Shape;7004;p20"/>
            <p:cNvSpPr/>
            <p:nvPr/>
          </p:nvSpPr>
          <p:spPr>
            <a:xfrm>
              <a:off x="1824400" y="958700"/>
              <a:ext cx="96400" cy="113525"/>
            </a:xfrm>
            <a:custGeom>
              <a:rect b="b" l="l" r="r" t="t"/>
              <a:pathLst>
                <a:path extrusionOk="0" h="4541" w="3856">
                  <a:moveTo>
                    <a:pt x="2281" y="0"/>
                  </a:moveTo>
                  <a:cubicBezTo>
                    <a:pt x="2242" y="0"/>
                    <a:pt x="2203" y="5"/>
                    <a:pt x="2164" y="14"/>
                  </a:cubicBezTo>
                  <a:cubicBezTo>
                    <a:pt x="2164" y="14"/>
                    <a:pt x="730" y="69"/>
                    <a:pt x="363" y="1562"/>
                  </a:cubicBezTo>
                  <a:cubicBezTo>
                    <a:pt x="0" y="3047"/>
                    <a:pt x="452" y="4540"/>
                    <a:pt x="1303" y="4540"/>
                  </a:cubicBezTo>
                  <a:cubicBezTo>
                    <a:pt x="1624" y="4540"/>
                    <a:pt x="2002" y="4328"/>
                    <a:pt x="2414" y="3823"/>
                  </a:cubicBezTo>
                  <a:cubicBezTo>
                    <a:pt x="3855" y="2064"/>
                    <a:pt x="3117" y="0"/>
                    <a:pt x="2281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5" name="Google Shape;7005;p20"/>
            <p:cNvSpPr/>
            <p:nvPr/>
          </p:nvSpPr>
          <p:spPr>
            <a:xfrm>
              <a:off x="1846025" y="998050"/>
              <a:ext cx="24750" cy="61025"/>
            </a:xfrm>
            <a:custGeom>
              <a:rect b="b" l="l" r="r" t="t"/>
              <a:pathLst>
                <a:path extrusionOk="0" h="2441" w="990">
                  <a:moveTo>
                    <a:pt x="888" y="1"/>
                  </a:moveTo>
                  <a:cubicBezTo>
                    <a:pt x="867" y="1"/>
                    <a:pt x="846" y="10"/>
                    <a:pt x="830" y="35"/>
                  </a:cubicBezTo>
                  <a:cubicBezTo>
                    <a:pt x="796" y="81"/>
                    <a:pt x="1" y="1237"/>
                    <a:pt x="254" y="2385"/>
                  </a:cubicBezTo>
                  <a:cubicBezTo>
                    <a:pt x="260" y="2419"/>
                    <a:pt x="287" y="2440"/>
                    <a:pt x="321" y="2440"/>
                  </a:cubicBezTo>
                  <a:lnTo>
                    <a:pt x="337" y="2440"/>
                  </a:lnTo>
                  <a:cubicBezTo>
                    <a:pt x="377" y="2431"/>
                    <a:pt x="402" y="2394"/>
                    <a:pt x="392" y="2357"/>
                  </a:cubicBezTo>
                  <a:cubicBezTo>
                    <a:pt x="155" y="1271"/>
                    <a:pt x="938" y="127"/>
                    <a:pt x="948" y="115"/>
                  </a:cubicBezTo>
                  <a:cubicBezTo>
                    <a:pt x="989" y="60"/>
                    <a:pt x="939" y="1"/>
                    <a:pt x="88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6" name="Google Shape;7006;p20"/>
            <p:cNvSpPr/>
            <p:nvPr/>
          </p:nvSpPr>
          <p:spPr>
            <a:xfrm>
              <a:off x="1718025" y="1264925"/>
              <a:ext cx="45975" cy="64200"/>
            </a:xfrm>
            <a:custGeom>
              <a:rect b="b" l="l" r="r" t="t"/>
              <a:pathLst>
                <a:path extrusionOk="0" h="2568" w="1839">
                  <a:moveTo>
                    <a:pt x="1555" y="0"/>
                  </a:moveTo>
                  <a:cubicBezTo>
                    <a:pt x="1271" y="0"/>
                    <a:pt x="214" y="71"/>
                    <a:pt x="1" y="352"/>
                  </a:cubicBezTo>
                  <a:cubicBezTo>
                    <a:pt x="1" y="352"/>
                    <a:pt x="824" y="2567"/>
                    <a:pt x="1150" y="2567"/>
                  </a:cubicBezTo>
                  <a:cubicBezTo>
                    <a:pt x="1169" y="2567"/>
                    <a:pt x="1185" y="2560"/>
                    <a:pt x="1201" y="2545"/>
                  </a:cubicBezTo>
                  <a:cubicBezTo>
                    <a:pt x="1484" y="2261"/>
                    <a:pt x="1839" y="0"/>
                    <a:pt x="1555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7" name="Google Shape;7007;p20"/>
            <p:cNvSpPr/>
            <p:nvPr/>
          </p:nvSpPr>
          <p:spPr>
            <a:xfrm>
              <a:off x="1668525" y="1277250"/>
              <a:ext cx="52500" cy="56600"/>
            </a:xfrm>
            <a:custGeom>
              <a:rect b="b" l="l" r="r" t="t"/>
              <a:pathLst>
                <a:path extrusionOk="0" h="2264" w="2100">
                  <a:moveTo>
                    <a:pt x="1345" y="1"/>
                  </a:moveTo>
                  <a:cubicBezTo>
                    <a:pt x="1062" y="1"/>
                    <a:pt x="143" y="355"/>
                    <a:pt x="72" y="636"/>
                  </a:cubicBezTo>
                  <a:cubicBezTo>
                    <a:pt x="1" y="920"/>
                    <a:pt x="1697" y="2194"/>
                    <a:pt x="1910" y="2262"/>
                  </a:cubicBezTo>
                  <a:cubicBezTo>
                    <a:pt x="1913" y="2263"/>
                    <a:pt x="1916" y="2263"/>
                    <a:pt x="1919" y="2263"/>
                  </a:cubicBezTo>
                  <a:cubicBezTo>
                    <a:pt x="2099" y="2263"/>
                    <a:pt x="1345" y="1"/>
                    <a:pt x="1345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8" name="Google Shape;7008;p20"/>
            <p:cNvSpPr/>
            <p:nvPr/>
          </p:nvSpPr>
          <p:spPr>
            <a:xfrm>
              <a:off x="1776325" y="1267025"/>
              <a:ext cx="42425" cy="56550"/>
            </a:xfrm>
            <a:custGeom>
              <a:rect b="b" l="l" r="r" t="t"/>
              <a:pathLst>
                <a:path extrusionOk="0" h="2262" w="1697">
                  <a:moveTo>
                    <a:pt x="494" y="1"/>
                  </a:moveTo>
                  <a:cubicBezTo>
                    <a:pt x="327" y="1"/>
                    <a:pt x="158" y="18"/>
                    <a:pt x="0" y="58"/>
                  </a:cubicBezTo>
                  <a:cubicBezTo>
                    <a:pt x="0" y="58"/>
                    <a:pt x="131" y="2261"/>
                    <a:pt x="328" y="2261"/>
                  </a:cubicBezTo>
                  <a:cubicBezTo>
                    <a:pt x="337" y="2261"/>
                    <a:pt x="346" y="2257"/>
                    <a:pt x="355" y="2248"/>
                  </a:cubicBezTo>
                  <a:cubicBezTo>
                    <a:pt x="565" y="2035"/>
                    <a:pt x="1697" y="481"/>
                    <a:pt x="1484" y="268"/>
                  </a:cubicBezTo>
                  <a:cubicBezTo>
                    <a:pt x="1331" y="117"/>
                    <a:pt x="921" y="1"/>
                    <a:pt x="49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9" name="Google Shape;7009;p20"/>
            <p:cNvSpPr/>
            <p:nvPr/>
          </p:nvSpPr>
          <p:spPr>
            <a:xfrm>
              <a:off x="2017050" y="906750"/>
              <a:ext cx="47575" cy="76200"/>
            </a:xfrm>
            <a:custGeom>
              <a:rect b="b" l="l" r="r" t="t"/>
              <a:pathLst>
                <a:path extrusionOk="0" h="3048" w="1903">
                  <a:moveTo>
                    <a:pt x="1679" y="1"/>
                  </a:moveTo>
                  <a:cubicBezTo>
                    <a:pt x="1679" y="1"/>
                    <a:pt x="1679" y="1"/>
                    <a:pt x="1678" y="1"/>
                  </a:cubicBezTo>
                  <a:cubicBezTo>
                    <a:pt x="901" y="16"/>
                    <a:pt x="673" y="50"/>
                    <a:pt x="1" y="244"/>
                  </a:cubicBezTo>
                  <a:cubicBezTo>
                    <a:pt x="1" y="244"/>
                    <a:pt x="935" y="3048"/>
                    <a:pt x="1215" y="3048"/>
                  </a:cubicBezTo>
                  <a:cubicBezTo>
                    <a:pt x="1231" y="3048"/>
                    <a:pt x="1245" y="3039"/>
                    <a:pt x="1256" y="3020"/>
                  </a:cubicBezTo>
                  <a:cubicBezTo>
                    <a:pt x="1468" y="2669"/>
                    <a:pt x="1903" y="1"/>
                    <a:pt x="1679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0" name="Google Shape;7010;p20"/>
            <p:cNvSpPr/>
            <p:nvPr/>
          </p:nvSpPr>
          <p:spPr>
            <a:xfrm>
              <a:off x="1597750" y="1180150"/>
              <a:ext cx="44725" cy="33025"/>
            </a:xfrm>
            <a:custGeom>
              <a:rect b="b" l="l" r="r" t="t"/>
              <a:pathLst>
                <a:path extrusionOk="0" h="1321" w="1789">
                  <a:moveTo>
                    <a:pt x="1525" y="0"/>
                  </a:moveTo>
                  <a:cubicBezTo>
                    <a:pt x="1102" y="0"/>
                    <a:pt x="0" y="279"/>
                    <a:pt x="0" y="279"/>
                  </a:cubicBezTo>
                  <a:cubicBezTo>
                    <a:pt x="0" y="696"/>
                    <a:pt x="377" y="1229"/>
                    <a:pt x="466" y="1316"/>
                  </a:cubicBezTo>
                  <a:cubicBezTo>
                    <a:pt x="469" y="1319"/>
                    <a:pt x="474" y="1320"/>
                    <a:pt x="479" y="1320"/>
                  </a:cubicBezTo>
                  <a:cubicBezTo>
                    <a:pt x="638" y="1320"/>
                    <a:pt x="1788" y="184"/>
                    <a:pt x="1681" y="36"/>
                  </a:cubicBezTo>
                  <a:cubicBezTo>
                    <a:pt x="1663" y="11"/>
                    <a:pt x="1607" y="0"/>
                    <a:pt x="1525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1" name="Google Shape;7011;p20"/>
            <p:cNvSpPr/>
            <p:nvPr/>
          </p:nvSpPr>
          <p:spPr>
            <a:xfrm>
              <a:off x="1584475" y="1155450"/>
              <a:ext cx="42600" cy="20600"/>
            </a:xfrm>
            <a:custGeom>
              <a:rect b="b" l="l" r="r" t="t"/>
              <a:pathLst>
                <a:path extrusionOk="0" h="824" w="1704">
                  <a:moveTo>
                    <a:pt x="130" y="1"/>
                  </a:moveTo>
                  <a:cubicBezTo>
                    <a:pt x="110" y="1"/>
                    <a:pt x="97" y="2"/>
                    <a:pt x="90" y="6"/>
                  </a:cubicBezTo>
                  <a:cubicBezTo>
                    <a:pt x="1" y="49"/>
                    <a:pt x="112" y="712"/>
                    <a:pt x="266" y="823"/>
                  </a:cubicBezTo>
                  <a:cubicBezTo>
                    <a:pt x="266" y="823"/>
                    <a:pt x="1703" y="515"/>
                    <a:pt x="1639" y="379"/>
                  </a:cubicBezTo>
                  <a:cubicBezTo>
                    <a:pt x="1576" y="256"/>
                    <a:pt x="377" y="1"/>
                    <a:pt x="130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2" name="Google Shape;7012;p20"/>
            <p:cNvSpPr/>
            <p:nvPr/>
          </p:nvSpPr>
          <p:spPr>
            <a:xfrm>
              <a:off x="1615475" y="1205025"/>
              <a:ext cx="31500" cy="35100"/>
            </a:xfrm>
            <a:custGeom>
              <a:rect b="b" l="l" r="r" t="t"/>
              <a:pathLst>
                <a:path extrusionOk="0" h="1404" w="1260">
                  <a:moveTo>
                    <a:pt x="1190" y="1"/>
                  </a:moveTo>
                  <a:cubicBezTo>
                    <a:pt x="1010" y="1"/>
                    <a:pt x="1" y="632"/>
                    <a:pt x="1" y="632"/>
                  </a:cubicBezTo>
                  <a:cubicBezTo>
                    <a:pt x="22" y="808"/>
                    <a:pt x="596" y="1403"/>
                    <a:pt x="685" y="1403"/>
                  </a:cubicBezTo>
                  <a:cubicBezTo>
                    <a:pt x="772" y="1403"/>
                    <a:pt x="1259" y="123"/>
                    <a:pt x="1216" y="12"/>
                  </a:cubicBezTo>
                  <a:cubicBezTo>
                    <a:pt x="1213" y="4"/>
                    <a:pt x="1204" y="1"/>
                    <a:pt x="1190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3" name="Google Shape;7013;p20"/>
            <p:cNvSpPr/>
            <p:nvPr/>
          </p:nvSpPr>
          <p:spPr>
            <a:xfrm>
              <a:off x="1925175" y="947775"/>
              <a:ext cx="42850" cy="42550"/>
            </a:xfrm>
            <a:custGeom>
              <a:rect b="b" l="l" r="r" t="t"/>
              <a:pathLst>
                <a:path extrusionOk="0" h="1702" w="1714">
                  <a:moveTo>
                    <a:pt x="903" y="1"/>
                  </a:moveTo>
                  <a:cubicBezTo>
                    <a:pt x="903" y="1"/>
                    <a:pt x="0" y="1701"/>
                    <a:pt x="144" y="1701"/>
                  </a:cubicBezTo>
                  <a:cubicBezTo>
                    <a:pt x="148" y="1701"/>
                    <a:pt x="153" y="1700"/>
                    <a:pt x="160" y="1697"/>
                  </a:cubicBezTo>
                  <a:cubicBezTo>
                    <a:pt x="372" y="1589"/>
                    <a:pt x="1714" y="1062"/>
                    <a:pt x="1680" y="812"/>
                  </a:cubicBezTo>
                  <a:cubicBezTo>
                    <a:pt x="1643" y="565"/>
                    <a:pt x="903" y="1"/>
                    <a:pt x="903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4" name="Google Shape;7014;p20"/>
            <p:cNvSpPr/>
            <p:nvPr/>
          </p:nvSpPr>
          <p:spPr>
            <a:xfrm>
              <a:off x="1935325" y="979550"/>
              <a:ext cx="48600" cy="35325"/>
            </a:xfrm>
            <a:custGeom>
              <a:rect b="b" l="l" r="r" t="t"/>
              <a:pathLst>
                <a:path extrusionOk="0" h="1413" w="1944">
                  <a:moveTo>
                    <a:pt x="1416" y="0"/>
                  </a:moveTo>
                  <a:cubicBezTo>
                    <a:pt x="1416" y="0"/>
                    <a:pt x="0" y="1413"/>
                    <a:pt x="247" y="1413"/>
                  </a:cubicBezTo>
                  <a:cubicBezTo>
                    <a:pt x="497" y="1413"/>
                    <a:pt x="1943" y="1308"/>
                    <a:pt x="1838" y="990"/>
                  </a:cubicBezTo>
                  <a:cubicBezTo>
                    <a:pt x="1734" y="673"/>
                    <a:pt x="1416" y="0"/>
                    <a:pt x="1416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5" name="Google Shape;7015;p20"/>
            <p:cNvSpPr/>
            <p:nvPr/>
          </p:nvSpPr>
          <p:spPr>
            <a:xfrm>
              <a:off x="1939800" y="1022875"/>
              <a:ext cx="47675" cy="25175"/>
            </a:xfrm>
            <a:custGeom>
              <a:rect b="b" l="l" r="r" t="t"/>
              <a:pathLst>
                <a:path extrusionOk="0" h="1007" w="1907">
                  <a:moveTo>
                    <a:pt x="1801" y="1"/>
                  </a:moveTo>
                  <a:cubicBezTo>
                    <a:pt x="1801" y="1"/>
                    <a:pt x="0" y="636"/>
                    <a:pt x="389" y="670"/>
                  </a:cubicBezTo>
                  <a:cubicBezTo>
                    <a:pt x="731" y="700"/>
                    <a:pt x="1645" y="1006"/>
                    <a:pt x="1860" y="1006"/>
                  </a:cubicBezTo>
                  <a:cubicBezTo>
                    <a:pt x="1890" y="1006"/>
                    <a:pt x="1906" y="1001"/>
                    <a:pt x="1906" y="988"/>
                  </a:cubicBezTo>
                  <a:cubicBezTo>
                    <a:pt x="1906" y="883"/>
                    <a:pt x="1801" y="1"/>
                    <a:pt x="180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6" name="Google Shape;7016;p20"/>
            <p:cNvSpPr/>
            <p:nvPr/>
          </p:nvSpPr>
          <p:spPr>
            <a:xfrm>
              <a:off x="1932300" y="954025"/>
              <a:ext cx="103275" cy="192550"/>
            </a:xfrm>
            <a:custGeom>
              <a:rect b="b" l="l" r="r" t="t"/>
              <a:pathLst>
                <a:path extrusionOk="0" h="7702" w="4131">
                  <a:moveTo>
                    <a:pt x="1104" y="1"/>
                  </a:moveTo>
                  <a:cubicBezTo>
                    <a:pt x="1056" y="1"/>
                    <a:pt x="1009" y="53"/>
                    <a:pt x="1040" y="108"/>
                  </a:cubicBezTo>
                  <a:cubicBezTo>
                    <a:pt x="1071" y="158"/>
                    <a:pt x="3943" y="5099"/>
                    <a:pt x="60" y="7569"/>
                  </a:cubicBezTo>
                  <a:cubicBezTo>
                    <a:pt x="1" y="7609"/>
                    <a:pt x="26" y="7702"/>
                    <a:pt x="100" y="7702"/>
                  </a:cubicBezTo>
                  <a:cubicBezTo>
                    <a:pt x="112" y="7702"/>
                    <a:pt x="124" y="7696"/>
                    <a:pt x="137" y="7690"/>
                  </a:cubicBezTo>
                  <a:cubicBezTo>
                    <a:pt x="4131" y="5145"/>
                    <a:pt x="1195" y="87"/>
                    <a:pt x="1164" y="37"/>
                  </a:cubicBezTo>
                  <a:cubicBezTo>
                    <a:pt x="1148" y="12"/>
                    <a:pt x="1126" y="1"/>
                    <a:pt x="11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7" name="Google Shape;7017;p20"/>
            <p:cNvSpPr/>
            <p:nvPr/>
          </p:nvSpPr>
          <p:spPr>
            <a:xfrm>
              <a:off x="1886975" y="1038700"/>
              <a:ext cx="74850" cy="53050"/>
            </a:xfrm>
            <a:custGeom>
              <a:rect b="b" l="l" r="r" t="t"/>
              <a:pathLst>
                <a:path extrusionOk="0" h="2122" w="2994">
                  <a:moveTo>
                    <a:pt x="2889" y="1"/>
                  </a:moveTo>
                  <a:cubicBezTo>
                    <a:pt x="2876" y="1"/>
                    <a:pt x="2861" y="5"/>
                    <a:pt x="2847" y="15"/>
                  </a:cubicBezTo>
                  <a:lnTo>
                    <a:pt x="56" y="1996"/>
                  </a:lnTo>
                  <a:cubicBezTo>
                    <a:pt x="0" y="2033"/>
                    <a:pt x="28" y="2122"/>
                    <a:pt x="99" y="2122"/>
                  </a:cubicBezTo>
                  <a:cubicBezTo>
                    <a:pt x="111" y="2122"/>
                    <a:pt x="127" y="2119"/>
                    <a:pt x="139" y="2110"/>
                  </a:cubicBezTo>
                  <a:lnTo>
                    <a:pt x="2930" y="130"/>
                  </a:lnTo>
                  <a:cubicBezTo>
                    <a:pt x="2993" y="87"/>
                    <a:pt x="2950" y="1"/>
                    <a:pt x="28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8" name="Google Shape;7018;p20"/>
            <p:cNvSpPr/>
            <p:nvPr/>
          </p:nvSpPr>
          <p:spPr>
            <a:xfrm>
              <a:off x="2068725" y="905500"/>
              <a:ext cx="37100" cy="71650"/>
            </a:xfrm>
            <a:custGeom>
              <a:rect b="b" l="l" r="r" t="t"/>
              <a:pathLst>
                <a:path extrusionOk="0" h="2866" w="1484">
                  <a:moveTo>
                    <a:pt x="667" y="0"/>
                  </a:moveTo>
                  <a:cubicBezTo>
                    <a:pt x="444" y="0"/>
                    <a:pt x="221" y="22"/>
                    <a:pt x="0" y="66"/>
                  </a:cubicBezTo>
                  <a:cubicBezTo>
                    <a:pt x="0" y="66"/>
                    <a:pt x="300" y="2865"/>
                    <a:pt x="481" y="2865"/>
                  </a:cubicBezTo>
                  <a:cubicBezTo>
                    <a:pt x="486" y="2865"/>
                    <a:pt x="492" y="2863"/>
                    <a:pt x="497" y="2858"/>
                  </a:cubicBezTo>
                  <a:cubicBezTo>
                    <a:pt x="672" y="2679"/>
                    <a:pt x="1484" y="100"/>
                    <a:pt x="1484" y="100"/>
                  </a:cubicBezTo>
                  <a:cubicBezTo>
                    <a:pt x="1216" y="34"/>
                    <a:pt x="942" y="0"/>
                    <a:pt x="66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9" name="Google Shape;7019;p20"/>
            <p:cNvSpPr/>
            <p:nvPr/>
          </p:nvSpPr>
          <p:spPr>
            <a:xfrm>
              <a:off x="1973325" y="914625"/>
              <a:ext cx="57200" cy="70275"/>
            </a:xfrm>
            <a:custGeom>
              <a:rect b="b" l="l" r="r" t="t"/>
              <a:pathLst>
                <a:path extrusionOk="0" h="2811" w="2288">
                  <a:moveTo>
                    <a:pt x="1327" y="0"/>
                  </a:moveTo>
                  <a:cubicBezTo>
                    <a:pt x="1238" y="37"/>
                    <a:pt x="214" y="232"/>
                    <a:pt x="106" y="408"/>
                  </a:cubicBezTo>
                  <a:cubicBezTo>
                    <a:pt x="1" y="583"/>
                    <a:pt x="1873" y="2776"/>
                    <a:pt x="2086" y="2810"/>
                  </a:cubicBezTo>
                  <a:cubicBezTo>
                    <a:pt x="2087" y="2810"/>
                    <a:pt x="2088" y="2810"/>
                    <a:pt x="2089" y="2810"/>
                  </a:cubicBezTo>
                  <a:cubicBezTo>
                    <a:pt x="2287" y="2810"/>
                    <a:pt x="1327" y="0"/>
                    <a:pt x="132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0" name="Google Shape;7020;p20"/>
            <p:cNvSpPr/>
            <p:nvPr/>
          </p:nvSpPr>
          <p:spPr>
            <a:xfrm>
              <a:off x="2183325" y="964975"/>
              <a:ext cx="59450" cy="59700"/>
            </a:xfrm>
            <a:custGeom>
              <a:rect b="b" l="l" r="r" t="t"/>
              <a:pathLst>
                <a:path extrusionOk="0" h="2388" w="2378">
                  <a:moveTo>
                    <a:pt x="1443" y="0"/>
                  </a:moveTo>
                  <a:cubicBezTo>
                    <a:pt x="1443" y="0"/>
                    <a:pt x="1" y="2388"/>
                    <a:pt x="272" y="2388"/>
                  </a:cubicBezTo>
                  <a:cubicBezTo>
                    <a:pt x="278" y="2388"/>
                    <a:pt x="285" y="2387"/>
                    <a:pt x="292" y="2385"/>
                  </a:cubicBezTo>
                  <a:cubicBezTo>
                    <a:pt x="647" y="2280"/>
                    <a:pt x="2377" y="1290"/>
                    <a:pt x="2235" y="972"/>
                  </a:cubicBezTo>
                  <a:cubicBezTo>
                    <a:pt x="2097" y="654"/>
                    <a:pt x="1443" y="0"/>
                    <a:pt x="1443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1" name="Google Shape;7021;p20"/>
            <p:cNvSpPr/>
            <p:nvPr/>
          </p:nvSpPr>
          <p:spPr>
            <a:xfrm>
              <a:off x="2196875" y="1006925"/>
              <a:ext cx="68575" cy="44650"/>
            </a:xfrm>
            <a:custGeom>
              <a:rect b="b" l="l" r="r" t="t"/>
              <a:pathLst>
                <a:path extrusionOk="0" h="1786" w="2743">
                  <a:moveTo>
                    <a:pt x="2101" y="0"/>
                  </a:moveTo>
                  <a:cubicBezTo>
                    <a:pt x="2101" y="0"/>
                    <a:pt x="0" y="1663"/>
                    <a:pt x="318" y="1768"/>
                  </a:cubicBezTo>
                  <a:cubicBezTo>
                    <a:pt x="353" y="1780"/>
                    <a:pt x="411" y="1785"/>
                    <a:pt x="486" y="1785"/>
                  </a:cubicBezTo>
                  <a:cubicBezTo>
                    <a:pt x="1081" y="1785"/>
                    <a:pt x="2743" y="1429"/>
                    <a:pt x="2650" y="1114"/>
                  </a:cubicBezTo>
                  <a:cubicBezTo>
                    <a:pt x="2542" y="759"/>
                    <a:pt x="2101" y="0"/>
                    <a:pt x="210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2" name="Google Shape;7022;p20"/>
            <p:cNvSpPr/>
            <p:nvPr/>
          </p:nvSpPr>
          <p:spPr>
            <a:xfrm>
              <a:off x="2216300" y="1054175"/>
              <a:ext cx="63400" cy="31000"/>
            </a:xfrm>
            <a:custGeom>
              <a:rect b="b" l="l" r="r" t="t"/>
              <a:pathLst>
                <a:path extrusionOk="0" h="1240" w="2536">
                  <a:moveTo>
                    <a:pt x="2172" y="1"/>
                  </a:moveTo>
                  <a:cubicBezTo>
                    <a:pt x="2172" y="1"/>
                    <a:pt x="0" y="513"/>
                    <a:pt x="318" y="797"/>
                  </a:cubicBezTo>
                  <a:cubicBezTo>
                    <a:pt x="547" y="1001"/>
                    <a:pt x="1606" y="1240"/>
                    <a:pt x="2171" y="1240"/>
                  </a:cubicBezTo>
                  <a:cubicBezTo>
                    <a:pt x="2391" y="1240"/>
                    <a:pt x="2536" y="1204"/>
                    <a:pt x="2526" y="1114"/>
                  </a:cubicBezTo>
                  <a:cubicBezTo>
                    <a:pt x="2489" y="797"/>
                    <a:pt x="2172" y="1"/>
                    <a:pt x="2172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3" name="Google Shape;7023;p20"/>
            <p:cNvSpPr/>
            <p:nvPr/>
          </p:nvSpPr>
          <p:spPr>
            <a:xfrm>
              <a:off x="2028075" y="1027275"/>
              <a:ext cx="72525" cy="48625"/>
            </a:xfrm>
            <a:custGeom>
              <a:rect b="b" l="l" r="r" t="t"/>
              <a:pathLst>
                <a:path extrusionOk="0" h="1945" w="2901">
                  <a:moveTo>
                    <a:pt x="991" y="1"/>
                  </a:moveTo>
                  <a:cubicBezTo>
                    <a:pt x="991" y="1"/>
                    <a:pt x="355" y="636"/>
                    <a:pt x="180" y="988"/>
                  </a:cubicBezTo>
                  <a:cubicBezTo>
                    <a:pt x="1" y="1342"/>
                    <a:pt x="2298" y="1907"/>
                    <a:pt x="2616" y="1944"/>
                  </a:cubicBezTo>
                  <a:cubicBezTo>
                    <a:pt x="2619" y="1944"/>
                    <a:pt x="2621" y="1944"/>
                    <a:pt x="2624" y="1944"/>
                  </a:cubicBezTo>
                  <a:cubicBezTo>
                    <a:pt x="2901" y="1944"/>
                    <a:pt x="991" y="1"/>
                    <a:pt x="99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4" name="Google Shape;7024;p20"/>
            <p:cNvSpPr/>
            <p:nvPr/>
          </p:nvSpPr>
          <p:spPr>
            <a:xfrm>
              <a:off x="2004475" y="1061750"/>
              <a:ext cx="89950" cy="47050"/>
            </a:xfrm>
            <a:custGeom>
              <a:rect b="b" l="l" r="r" t="t"/>
              <a:pathLst>
                <a:path extrusionOk="0" h="1882" w="3598">
                  <a:moveTo>
                    <a:pt x="803" y="0"/>
                  </a:moveTo>
                  <a:cubicBezTo>
                    <a:pt x="803" y="0"/>
                    <a:pt x="204" y="953"/>
                    <a:pt x="96" y="1271"/>
                  </a:cubicBezTo>
                  <a:cubicBezTo>
                    <a:pt x="1" y="1561"/>
                    <a:pt x="2581" y="1882"/>
                    <a:pt x="3221" y="1882"/>
                  </a:cubicBezTo>
                  <a:cubicBezTo>
                    <a:pt x="3282" y="1882"/>
                    <a:pt x="3326" y="1879"/>
                    <a:pt x="3347" y="1872"/>
                  </a:cubicBezTo>
                  <a:cubicBezTo>
                    <a:pt x="3597" y="1801"/>
                    <a:pt x="803" y="0"/>
                    <a:pt x="803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5" name="Google Shape;7025;p20"/>
            <p:cNvSpPr/>
            <p:nvPr/>
          </p:nvSpPr>
          <p:spPr>
            <a:xfrm>
              <a:off x="1988375" y="1105475"/>
              <a:ext cx="68950" cy="31625"/>
            </a:xfrm>
            <a:custGeom>
              <a:rect b="b" l="l" r="r" t="t"/>
              <a:pathLst>
                <a:path extrusionOk="0" h="1265" w="2758">
                  <a:moveTo>
                    <a:pt x="404" y="0"/>
                  </a:moveTo>
                  <a:cubicBezTo>
                    <a:pt x="404" y="0"/>
                    <a:pt x="0" y="867"/>
                    <a:pt x="0" y="1113"/>
                  </a:cubicBezTo>
                  <a:cubicBezTo>
                    <a:pt x="0" y="1225"/>
                    <a:pt x="477" y="1265"/>
                    <a:pt x="1018" y="1265"/>
                  </a:cubicBezTo>
                  <a:cubicBezTo>
                    <a:pt x="1674" y="1265"/>
                    <a:pt x="2427" y="1206"/>
                    <a:pt x="2545" y="1147"/>
                  </a:cubicBezTo>
                  <a:cubicBezTo>
                    <a:pt x="2758" y="1039"/>
                    <a:pt x="404" y="0"/>
                    <a:pt x="404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6" name="Google Shape;7026;p20"/>
            <p:cNvSpPr/>
            <p:nvPr/>
          </p:nvSpPr>
          <p:spPr>
            <a:xfrm>
              <a:off x="2023675" y="1229075"/>
              <a:ext cx="42425" cy="59725"/>
            </a:xfrm>
            <a:custGeom>
              <a:rect b="b" l="l" r="r" t="t"/>
              <a:pathLst>
                <a:path extrusionOk="0" h="2389" w="1697">
                  <a:moveTo>
                    <a:pt x="1638" y="0"/>
                  </a:moveTo>
                  <a:cubicBezTo>
                    <a:pt x="1439" y="0"/>
                    <a:pt x="1" y="1468"/>
                    <a:pt x="1" y="1468"/>
                  </a:cubicBezTo>
                  <a:cubicBezTo>
                    <a:pt x="1" y="1468"/>
                    <a:pt x="849" y="2316"/>
                    <a:pt x="1167" y="2387"/>
                  </a:cubicBezTo>
                  <a:cubicBezTo>
                    <a:pt x="1172" y="2388"/>
                    <a:pt x="1177" y="2389"/>
                    <a:pt x="1182" y="2389"/>
                  </a:cubicBezTo>
                  <a:cubicBezTo>
                    <a:pt x="1491" y="2389"/>
                    <a:pt x="1697" y="228"/>
                    <a:pt x="1660" y="19"/>
                  </a:cubicBezTo>
                  <a:cubicBezTo>
                    <a:pt x="1658" y="6"/>
                    <a:pt x="1651" y="0"/>
                    <a:pt x="1638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7" name="Google Shape;7027;p20"/>
            <p:cNvSpPr/>
            <p:nvPr/>
          </p:nvSpPr>
          <p:spPr>
            <a:xfrm>
              <a:off x="2064325" y="1227100"/>
              <a:ext cx="42425" cy="76875"/>
            </a:xfrm>
            <a:custGeom>
              <a:rect b="b" l="l" r="r" t="t"/>
              <a:pathLst>
                <a:path extrusionOk="0" h="3075" w="1697">
                  <a:moveTo>
                    <a:pt x="1292" y="0"/>
                  </a:moveTo>
                  <a:cubicBezTo>
                    <a:pt x="975" y="0"/>
                    <a:pt x="0" y="2642"/>
                    <a:pt x="0" y="2642"/>
                  </a:cubicBezTo>
                  <a:cubicBezTo>
                    <a:pt x="0" y="2642"/>
                    <a:pt x="1175" y="3074"/>
                    <a:pt x="1473" y="3074"/>
                  </a:cubicBezTo>
                  <a:cubicBezTo>
                    <a:pt x="1493" y="3074"/>
                    <a:pt x="1509" y="3072"/>
                    <a:pt x="1521" y="3068"/>
                  </a:cubicBezTo>
                  <a:cubicBezTo>
                    <a:pt x="1697" y="2997"/>
                    <a:pt x="1589" y="381"/>
                    <a:pt x="1342" y="30"/>
                  </a:cubicBezTo>
                  <a:cubicBezTo>
                    <a:pt x="1328" y="10"/>
                    <a:pt x="1311" y="0"/>
                    <a:pt x="1292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8" name="Google Shape;7028;p20"/>
            <p:cNvSpPr/>
            <p:nvPr/>
          </p:nvSpPr>
          <p:spPr>
            <a:xfrm>
              <a:off x="2111125" y="1251175"/>
              <a:ext cx="27400" cy="59575"/>
            </a:xfrm>
            <a:custGeom>
              <a:rect b="b" l="l" r="r" t="t"/>
              <a:pathLst>
                <a:path extrusionOk="0" h="2383" w="1096">
                  <a:moveTo>
                    <a:pt x="784" y="1"/>
                  </a:moveTo>
                  <a:cubicBezTo>
                    <a:pt x="511" y="1"/>
                    <a:pt x="0" y="2281"/>
                    <a:pt x="0" y="2281"/>
                  </a:cubicBezTo>
                  <a:cubicBezTo>
                    <a:pt x="97" y="2361"/>
                    <a:pt x="305" y="2383"/>
                    <a:pt x="502" y="2383"/>
                  </a:cubicBezTo>
                  <a:cubicBezTo>
                    <a:pt x="737" y="2383"/>
                    <a:pt x="957" y="2352"/>
                    <a:pt x="957" y="2352"/>
                  </a:cubicBezTo>
                  <a:cubicBezTo>
                    <a:pt x="957" y="2352"/>
                    <a:pt x="1095" y="513"/>
                    <a:pt x="849" y="54"/>
                  </a:cubicBezTo>
                  <a:cubicBezTo>
                    <a:pt x="829" y="18"/>
                    <a:pt x="808" y="1"/>
                    <a:pt x="78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9" name="Google Shape;7029;p20"/>
            <p:cNvSpPr/>
            <p:nvPr/>
          </p:nvSpPr>
          <p:spPr>
            <a:xfrm>
              <a:off x="1967250" y="997225"/>
              <a:ext cx="181550" cy="317600"/>
            </a:xfrm>
            <a:custGeom>
              <a:rect b="b" l="l" r="r" t="t"/>
              <a:pathLst>
                <a:path extrusionOk="0" h="12704" w="7262">
                  <a:moveTo>
                    <a:pt x="5755" y="0"/>
                  </a:moveTo>
                  <a:cubicBezTo>
                    <a:pt x="5585" y="0"/>
                    <a:pt x="5403" y="17"/>
                    <a:pt x="5210" y="58"/>
                  </a:cubicBezTo>
                  <a:cubicBezTo>
                    <a:pt x="3689" y="382"/>
                    <a:pt x="2242" y="1980"/>
                    <a:pt x="913" y="4808"/>
                  </a:cubicBezTo>
                  <a:cubicBezTo>
                    <a:pt x="65" y="6612"/>
                    <a:pt x="0" y="8176"/>
                    <a:pt x="725" y="9453"/>
                  </a:cubicBezTo>
                  <a:cubicBezTo>
                    <a:pt x="1536" y="10887"/>
                    <a:pt x="3205" y="11695"/>
                    <a:pt x="4463" y="12121"/>
                  </a:cubicBezTo>
                  <a:cubicBezTo>
                    <a:pt x="5293" y="12398"/>
                    <a:pt x="6147" y="12596"/>
                    <a:pt x="7017" y="12704"/>
                  </a:cubicBezTo>
                  <a:lnTo>
                    <a:pt x="7023" y="12704"/>
                  </a:lnTo>
                  <a:cubicBezTo>
                    <a:pt x="7024" y="12704"/>
                    <a:pt x="7025" y="12704"/>
                    <a:pt x="7026" y="12704"/>
                  </a:cubicBezTo>
                  <a:cubicBezTo>
                    <a:pt x="7119" y="12704"/>
                    <a:pt x="7124" y="12568"/>
                    <a:pt x="7032" y="12562"/>
                  </a:cubicBezTo>
                  <a:cubicBezTo>
                    <a:pt x="6172" y="12454"/>
                    <a:pt x="5327" y="12260"/>
                    <a:pt x="4506" y="11985"/>
                  </a:cubicBezTo>
                  <a:cubicBezTo>
                    <a:pt x="3273" y="11569"/>
                    <a:pt x="1635" y="10776"/>
                    <a:pt x="848" y="9382"/>
                  </a:cubicBezTo>
                  <a:cubicBezTo>
                    <a:pt x="148" y="8145"/>
                    <a:pt x="213" y="6628"/>
                    <a:pt x="1040" y="4867"/>
                  </a:cubicBezTo>
                  <a:cubicBezTo>
                    <a:pt x="2671" y="1400"/>
                    <a:pt x="4223" y="413"/>
                    <a:pt x="5234" y="197"/>
                  </a:cubicBezTo>
                  <a:cubicBezTo>
                    <a:pt x="5415" y="158"/>
                    <a:pt x="5586" y="142"/>
                    <a:pt x="5745" y="142"/>
                  </a:cubicBezTo>
                  <a:cubicBezTo>
                    <a:pt x="6580" y="142"/>
                    <a:pt x="7107" y="587"/>
                    <a:pt x="7113" y="592"/>
                  </a:cubicBezTo>
                  <a:cubicBezTo>
                    <a:pt x="7127" y="605"/>
                    <a:pt x="7143" y="610"/>
                    <a:pt x="7158" y="610"/>
                  </a:cubicBezTo>
                  <a:cubicBezTo>
                    <a:pt x="7215" y="610"/>
                    <a:pt x="7261" y="533"/>
                    <a:pt x="7205" y="484"/>
                  </a:cubicBezTo>
                  <a:cubicBezTo>
                    <a:pt x="7177" y="461"/>
                    <a:pt x="6633" y="0"/>
                    <a:pt x="575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0" name="Google Shape;7030;p20"/>
            <p:cNvSpPr/>
            <p:nvPr/>
          </p:nvSpPr>
          <p:spPr>
            <a:xfrm>
              <a:off x="1688350" y="1264425"/>
              <a:ext cx="247700" cy="56425"/>
            </a:xfrm>
            <a:custGeom>
              <a:rect b="b" l="l" r="r" t="t"/>
              <a:pathLst>
                <a:path extrusionOk="0" h="2257" w="9908">
                  <a:moveTo>
                    <a:pt x="2979" y="1"/>
                  </a:moveTo>
                  <a:cubicBezTo>
                    <a:pt x="1116" y="1"/>
                    <a:pt x="88" y="560"/>
                    <a:pt x="68" y="569"/>
                  </a:cubicBezTo>
                  <a:cubicBezTo>
                    <a:pt x="0" y="608"/>
                    <a:pt x="38" y="703"/>
                    <a:pt x="102" y="703"/>
                  </a:cubicBezTo>
                  <a:cubicBezTo>
                    <a:pt x="114" y="703"/>
                    <a:pt x="126" y="700"/>
                    <a:pt x="139" y="693"/>
                  </a:cubicBezTo>
                  <a:cubicBezTo>
                    <a:pt x="148" y="690"/>
                    <a:pt x="1046" y="193"/>
                    <a:pt x="2671" y="137"/>
                  </a:cubicBezTo>
                  <a:cubicBezTo>
                    <a:pt x="2767" y="134"/>
                    <a:pt x="2866" y="132"/>
                    <a:pt x="2970" y="132"/>
                  </a:cubicBezTo>
                  <a:cubicBezTo>
                    <a:pt x="4491" y="132"/>
                    <a:pt x="6828" y="526"/>
                    <a:pt x="9774" y="2247"/>
                  </a:cubicBezTo>
                  <a:cubicBezTo>
                    <a:pt x="9784" y="2253"/>
                    <a:pt x="9796" y="2256"/>
                    <a:pt x="9808" y="2256"/>
                  </a:cubicBezTo>
                  <a:cubicBezTo>
                    <a:pt x="9882" y="2256"/>
                    <a:pt x="9907" y="2161"/>
                    <a:pt x="9845" y="2127"/>
                  </a:cubicBezTo>
                  <a:cubicBezTo>
                    <a:pt x="6973" y="446"/>
                    <a:pt x="4643" y="1"/>
                    <a:pt x="29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1" name="Google Shape;7031;p20"/>
            <p:cNvSpPr/>
            <p:nvPr/>
          </p:nvSpPr>
          <p:spPr>
            <a:xfrm>
              <a:off x="1944050" y="1325075"/>
              <a:ext cx="34850" cy="45350"/>
            </a:xfrm>
            <a:custGeom>
              <a:rect b="b" l="l" r="r" t="t"/>
              <a:pathLst>
                <a:path extrusionOk="0" h="1814" w="1394">
                  <a:moveTo>
                    <a:pt x="114" y="0"/>
                  </a:moveTo>
                  <a:lnTo>
                    <a:pt x="114" y="0"/>
                  </a:lnTo>
                  <a:cubicBezTo>
                    <a:pt x="114" y="0"/>
                    <a:pt x="0" y="1814"/>
                    <a:pt x="220" y="1814"/>
                  </a:cubicBezTo>
                  <a:cubicBezTo>
                    <a:pt x="230" y="1814"/>
                    <a:pt x="239" y="1811"/>
                    <a:pt x="250" y="1804"/>
                  </a:cubicBezTo>
                  <a:cubicBezTo>
                    <a:pt x="509" y="1638"/>
                    <a:pt x="1394" y="561"/>
                    <a:pt x="1394" y="561"/>
                  </a:cubicBezTo>
                  <a:lnTo>
                    <a:pt x="114" y="0"/>
                  </a:ln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2" name="Google Shape;7032;p20"/>
            <p:cNvSpPr/>
            <p:nvPr/>
          </p:nvSpPr>
          <p:spPr>
            <a:xfrm>
              <a:off x="1980300" y="1342025"/>
              <a:ext cx="35700" cy="42600"/>
            </a:xfrm>
            <a:custGeom>
              <a:rect b="b" l="l" r="r" t="t"/>
              <a:pathLst>
                <a:path extrusionOk="0" h="1704" w="1428">
                  <a:moveTo>
                    <a:pt x="274" y="1"/>
                  </a:moveTo>
                  <a:cubicBezTo>
                    <a:pt x="274" y="1"/>
                    <a:pt x="0" y="1703"/>
                    <a:pt x="156" y="1703"/>
                  </a:cubicBezTo>
                  <a:cubicBezTo>
                    <a:pt x="157" y="1703"/>
                    <a:pt x="159" y="1703"/>
                    <a:pt x="160" y="1703"/>
                  </a:cubicBezTo>
                  <a:cubicBezTo>
                    <a:pt x="323" y="1682"/>
                    <a:pt x="1427" y="380"/>
                    <a:pt x="1239" y="260"/>
                  </a:cubicBezTo>
                  <a:cubicBezTo>
                    <a:pt x="1048" y="142"/>
                    <a:pt x="274" y="1"/>
                    <a:pt x="27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3" name="Google Shape;7033;p20"/>
            <p:cNvSpPr/>
            <p:nvPr/>
          </p:nvSpPr>
          <p:spPr>
            <a:xfrm>
              <a:off x="2016050" y="1349750"/>
              <a:ext cx="31225" cy="42975"/>
            </a:xfrm>
            <a:custGeom>
              <a:rect b="b" l="l" r="r" t="t"/>
              <a:pathLst>
                <a:path extrusionOk="0" h="1719" w="1249">
                  <a:moveTo>
                    <a:pt x="1" y="0"/>
                  </a:moveTo>
                  <a:cubicBezTo>
                    <a:pt x="1" y="0"/>
                    <a:pt x="1" y="1672"/>
                    <a:pt x="210" y="1718"/>
                  </a:cubicBezTo>
                  <a:cubicBezTo>
                    <a:pt x="213" y="1719"/>
                    <a:pt x="216" y="1719"/>
                    <a:pt x="220" y="1719"/>
                  </a:cubicBezTo>
                  <a:cubicBezTo>
                    <a:pt x="446" y="1719"/>
                    <a:pt x="1248" y="138"/>
                    <a:pt x="1154" y="117"/>
                  </a:cubicBezTo>
                  <a:cubicBezTo>
                    <a:pt x="1058" y="93"/>
                    <a:pt x="210" y="93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4" name="Google Shape;7034;p20"/>
            <p:cNvSpPr/>
            <p:nvPr/>
          </p:nvSpPr>
          <p:spPr>
            <a:xfrm>
              <a:off x="2136825" y="1354750"/>
              <a:ext cx="45350" cy="62100"/>
            </a:xfrm>
            <a:custGeom>
              <a:rect b="b" l="l" r="r" t="t"/>
              <a:pathLst>
                <a:path extrusionOk="0" h="2484" w="1814">
                  <a:moveTo>
                    <a:pt x="87" y="1"/>
                  </a:moveTo>
                  <a:cubicBezTo>
                    <a:pt x="0" y="1"/>
                    <a:pt x="246" y="2483"/>
                    <a:pt x="246" y="2483"/>
                  </a:cubicBezTo>
                  <a:cubicBezTo>
                    <a:pt x="1128" y="2308"/>
                    <a:pt x="1606" y="2036"/>
                    <a:pt x="1711" y="1866"/>
                  </a:cubicBezTo>
                  <a:cubicBezTo>
                    <a:pt x="1813" y="1697"/>
                    <a:pt x="194" y="105"/>
                    <a:pt x="92" y="4"/>
                  </a:cubicBezTo>
                  <a:cubicBezTo>
                    <a:pt x="90" y="2"/>
                    <a:pt x="88" y="1"/>
                    <a:pt x="87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5" name="Google Shape;7035;p20"/>
            <p:cNvSpPr/>
            <p:nvPr/>
          </p:nvSpPr>
          <p:spPr>
            <a:xfrm>
              <a:off x="2160325" y="1332350"/>
              <a:ext cx="63950" cy="65525"/>
            </a:xfrm>
            <a:custGeom>
              <a:rect b="b" l="l" r="r" t="t"/>
              <a:pathLst>
                <a:path extrusionOk="0" h="2621" w="2558">
                  <a:moveTo>
                    <a:pt x="297" y="0"/>
                  </a:moveTo>
                  <a:cubicBezTo>
                    <a:pt x="0" y="0"/>
                    <a:pt x="1197" y="2621"/>
                    <a:pt x="1197" y="2621"/>
                  </a:cubicBezTo>
                  <a:cubicBezTo>
                    <a:pt x="1197" y="2621"/>
                    <a:pt x="2045" y="2127"/>
                    <a:pt x="2363" y="1735"/>
                  </a:cubicBezTo>
                  <a:cubicBezTo>
                    <a:pt x="2557" y="1501"/>
                    <a:pt x="784" y="252"/>
                    <a:pt x="343" y="14"/>
                  </a:cubicBezTo>
                  <a:cubicBezTo>
                    <a:pt x="325" y="5"/>
                    <a:pt x="310" y="0"/>
                    <a:pt x="29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6" name="Google Shape;7036;p20"/>
            <p:cNvSpPr/>
            <p:nvPr/>
          </p:nvSpPr>
          <p:spPr>
            <a:xfrm>
              <a:off x="2185375" y="1315650"/>
              <a:ext cx="63475" cy="51775"/>
            </a:xfrm>
            <a:custGeom>
              <a:rect b="b" l="l" r="r" t="t"/>
              <a:pathLst>
                <a:path extrusionOk="0" h="2071" w="2539">
                  <a:moveTo>
                    <a:pt x="271" y="0"/>
                  </a:moveTo>
                  <a:cubicBezTo>
                    <a:pt x="0" y="0"/>
                    <a:pt x="1749" y="2070"/>
                    <a:pt x="1749" y="2070"/>
                  </a:cubicBezTo>
                  <a:cubicBezTo>
                    <a:pt x="2055" y="1867"/>
                    <a:pt x="2539" y="1228"/>
                    <a:pt x="2505" y="1025"/>
                  </a:cubicBezTo>
                  <a:cubicBezTo>
                    <a:pt x="2471" y="818"/>
                    <a:pt x="667" y="106"/>
                    <a:pt x="294" y="4"/>
                  </a:cubicBezTo>
                  <a:cubicBezTo>
                    <a:pt x="285" y="1"/>
                    <a:pt x="278" y="0"/>
                    <a:pt x="27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7" name="Google Shape;7037;p20"/>
            <p:cNvSpPr/>
            <p:nvPr/>
          </p:nvSpPr>
          <p:spPr>
            <a:xfrm>
              <a:off x="2239425" y="1212925"/>
              <a:ext cx="57550" cy="35675"/>
            </a:xfrm>
            <a:custGeom>
              <a:rect b="b" l="l" r="r" t="t"/>
              <a:pathLst>
                <a:path extrusionOk="0" h="1427" w="2302">
                  <a:moveTo>
                    <a:pt x="1195" y="1"/>
                  </a:moveTo>
                  <a:cubicBezTo>
                    <a:pt x="728" y="1"/>
                    <a:pt x="257" y="30"/>
                    <a:pt x="173" y="63"/>
                  </a:cubicBezTo>
                  <a:cubicBezTo>
                    <a:pt x="1" y="131"/>
                    <a:pt x="2042" y="1426"/>
                    <a:pt x="2042" y="1426"/>
                  </a:cubicBezTo>
                  <a:cubicBezTo>
                    <a:pt x="2042" y="1426"/>
                    <a:pt x="2302" y="288"/>
                    <a:pt x="2203" y="119"/>
                  </a:cubicBezTo>
                  <a:cubicBezTo>
                    <a:pt x="2151" y="31"/>
                    <a:pt x="1675" y="1"/>
                    <a:pt x="1195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8" name="Google Shape;7038;p20"/>
            <p:cNvSpPr/>
            <p:nvPr/>
          </p:nvSpPr>
          <p:spPr>
            <a:xfrm>
              <a:off x="2236025" y="1172125"/>
              <a:ext cx="61025" cy="28750"/>
            </a:xfrm>
            <a:custGeom>
              <a:rect b="b" l="l" r="r" t="t"/>
              <a:pathLst>
                <a:path extrusionOk="0" h="1150" w="2441">
                  <a:moveTo>
                    <a:pt x="2241" y="1"/>
                  </a:moveTo>
                  <a:cubicBezTo>
                    <a:pt x="1821" y="1"/>
                    <a:pt x="257" y="760"/>
                    <a:pt x="137" y="881"/>
                  </a:cubicBezTo>
                  <a:cubicBezTo>
                    <a:pt x="1" y="1014"/>
                    <a:pt x="2391" y="1149"/>
                    <a:pt x="2391" y="1149"/>
                  </a:cubicBezTo>
                  <a:cubicBezTo>
                    <a:pt x="2391" y="1149"/>
                    <a:pt x="2441" y="273"/>
                    <a:pt x="2339" y="39"/>
                  </a:cubicBezTo>
                  <a:cubicBezTo>
                    <a:pt x="2327" y="13"/>
                    <a:pt x="2293" y="1"/>
                    <a:pt x="224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9" name="Google Shape;7039;p20"/>
            <p:cNvSpPr/>
            <p:nvPr/>
          </p:nvSpPr>
          <p:spPr>
            <a:xfrm>
              <a:off x="2242450" y="1242450"/>
              <a:ext cx="46350" cy="41875"/>
            </a:xfrm>
            <a:custGeom>
              <a:rect b="b" l="l" r="r" t="t"/>
              <a:pathLst>
                <a:path extrusionOk="0" h="1675" w="1854">
                  <a:moveTo>
                    <a:pt x="63" y="1"/>
                  </a:moveTo>
                  <a:cubicBezTo>
                    <a:pt x="18" y="1"/>
                    <a:pt x="0" y="12"/>
                    <a:pt x="18" y="39"/>
                  </a:cubicBezTo>
                  <a:cubicBezTo>
                    <a:pt x="154" y="242"/>
                    <a:pt x="1243" y="1640"/>
                    <a:pt x="1480" y="1673"/>
                  </a:cubicBezTo>
                  <a:cubicBezTo>
                    <a:pt x="1484" y="1674"/>
                    <a:pt x="1487" y="1674"/>
                    <a:pt x="1490" y="1674"/>
                  </a:cubicBezTo>
                  <a:cubicBezTo>
                    <a:pt x="1722" y="1674"/>
                    <a:pt x="1854" y="514"/>
                    <a:pt x="1854" y="514"/>
                  </a:cubicBezTo>
                  <a:cubicBezTo>
                    <a:pt x="1854" y="514"/>
                    <a:pt x="361" y="1"/>
                    <a:pt x="63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0" name="Google Shape;7040;p20"/>
            <p:cNvSpPr/>
            <p:nvPr/>
          </p:nvSpPr>
          <p:spPr>
            <a:xfrm>
              <a:off x="1621000" y="992850"/>
              <a:ext cx="27275" cy="30050"/>
            </a:xfrm>
            <a:custGeom>
              <a:rect b="b" l="l" r="r" t="t"/>
              <a:pathLst>
                <a:path extrusionOk="0" h="1202" w="1091">
                  <a:moveTo>
                    <a:pt x="635" y="0"/>
                  </a:moveTo>
                  <a:cubicBezTo>
                    <a:pt x="590" y="0"/>
                    <a:pt x="545" y="41"/>
                    <a:pt x="566" y="98"/>
                  </a:cubicBezTo>
                  <a:cubicBezTo>
                    <a:pt x="702" y="446"/>
                    <a:pt x="838" y="853"/>
                    <a:pt x="865" y="1026"/>
                  </a:cubicBezTo>
                  <a:cubicBezTo>
                    <a:pt x="804" y="977"/>
                    <a:pt x="714" y="896"/>
                    <a:pt x="643" y="832"/>
                  </a:cubicBezTo>
                  <a:cubicBezTo>
                    <a:pt x="452" y="659"/>
                    <a:pt x="255" y="483"/>
                    <a:pt x="113" y="458"/>
                  </a:cubicBezTo>
                  <a:cubicBezTo>
                    <a:pt x="108" y="458"/>
                    <a:pt x="103" y="457"/>
                    <a:pt x="99" y="457"/>
                  </a:cubicBezTo>
                  <a:cubicBezTo>
                    <a:pt x="18" y="457"/>
                    <a:pt x="1" y="583"/>
                    <a:pt x="91" y="597"/>
                  </a:cubicBezTo>
                  <a:cubicBezTo>
                    <a:pt x="190" y="616"/>
                    <a:pt x="396" y="801"/>
                    <a:pt x="548" y="936"/>
                  </a:cubicBezTo>
                  <a:cubicBezTo>
                    <a:pt x="720" y="1091"/>
                    <a:pt x="822" y="1180"/>
                    <a:pt x="896" y="1199"/>
                  </a:cubicBezTo>
                  <a:cubicBezTo>
                    <a:pt x="902" y="1199"/>
                    <a:pt x="912" y="1202"/>
                    <a:pt x="921" y="1202"/>
                  </a:cubicBezTo>
                  <a:cubicBezTo>
                    <a:pt x="945" y="1202"/>
                    <a:pt x="970" y="1192"/>
                    <a:pt x="986" y="1174"/>
                  </a:cubicBezTo>
                  <a:cubicBezTo>
                    <a:pt x="1013" y="1140"/>
                    <a:pt x="1090" y="1057"/>
                    <a:pt x="699" y="45"/>
                  </a:cubicBezTo>
                  <a:cubicBezTo>
                    <a:pt x="686" y="14"/>
                    <a:pt x="661" y="0"/>
                    <a:pt x="6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1" name="Google Shape;7041;p20"/>
            <p:cNvSpPr/>
            <p:nvPr/>
          </p:nvSpPr>
          <p:spPr>
            <a:xfrm>
              <a:off x="1806700" y="885925"/>
              <a:ext cx="20925" cy="24950"/>
            </a:xfrm>
            <a:custGeom>
              <a:rect b="b" l="l" r="r" t="t"/>
              <a:pathLst>
                <a:path extrusionOk="0" h="998" w="837">
                  <a:moveTo>
                    <a:pt x="94" y="0"/>
                  </a:moveTo>
                  <a:cubicBezTo>
                    <a:pt x="47" y="0"/>
                    <a:pt x="0" y="49"/>
                    <a:pt x="32" y="106"/>
                  </a:cubicBezTo>
                  <a:cubicBezTo>
                    <a:pt x="133" y="291"/>
                    <a:pt x="473" y="902"/>
                    <a:pt x="584" y="979"/>
                  </a:cubicBezTo>
                  <a:cubicBezTo>
                    <a:pt x="602" y="991"/>
                    <a:pt x="624" y="997"/>
                    <a:pt x="645" y="997"/>
                  </a:cubicBezTo>
                  <a:cubicBezTo>
                    <a:pt x="664" y="997"/>
                    <a:pt x="679" y="994"/>
                    <a:pt x="695" y="985"/>
                  </a:cubicBezTo>
                  <a:cubicBezTo>
                    <a:pt x="818" y="920"/>
                    <a:pt x="837" y="538"/>
                    <a:pt x="837" y="319"/>
                  </a:cubicBezTo>
                  <a:cubicBezTo>
                    <a:pt x="832" y="274"/>
                    <a:pt x="798" y="252"/>
                    <a:pt x="764" y="252"/>
                  </a:cubicBezTo>
                  <a:cubicBezTo>
                    <a:pt x="731" y="252"/>
                    <a:pt x="698" y="274"/>
                    <a:pt x="695" y="319"/>
                  </a:cubicBezTo>
                  <a:cubicBezTo>
                    <a:pt x="695" y="553"/>
                    <a:pt x="667" y="757"/>
                    <a:pt x="639" y="834"/>
                  </a:cubicBezTo>
                  <a:cubicBezTo>
                    <a:pt x="553" y="732"/>
                    <a:pt x="337" y="368"/>
                    <a:pt x="155" y="38"/>
                  </a:cubicBezTo>
                  <a:cubicBezTo>
                    <a:pt x="140" y="11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045" name="Shape 7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46" name="Google Shape;7046;p21"/>
          <p:cNvGrpSpPr/>
          <p:nvPr/>
        </p:nvGrpSpPr>
        <p:grpSpPr>
          <a:xfrm>
            <a:off x="297081" y="2628900"/>
            <a:ext cx="1588407" cy="2225995"/>
            <a:chOff x="827241" y="463168"/>
            <a:chExt cx="2604925" cy="3993032"/>
          </a:xfrm>
        </p:grpSpPr>
        <p:sp>
          <p:nvSpPr>
            <p:cNvPr id="7047" name="Google Shape;7047;p21"/>
            <p:cNvSpPr/>
            <p:nvPr/>
          </p:nvSpPr>
          <p:spPr>
            <a:xfrm>
              <a:off x="827275" y="3575400"/>
              <a:ext cx="2508600" cy="8808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79000" lIns="79000" spcFirstLastPara="1" rIns="79000" wrap="square" tIns="790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048" name="Google Shape;7048;p21"/>
            <p:cNvGrpSpPr/>
            <p:nvPr/>
          </p:nvGrpSpPr>
          <p:grpSpPr>
            <a:xfrm>
              <a:off x="827241" y="463168"/>
              <a:ext cx="2604925" cy="3916798"/>
              <a:chOff x="5774900" y="3879000"/>
              <a:chExt cx="525950" cy="790825"/>
            </a:xfrm>
          </p:grpSpPr>
          <p:sp>
            <p:nvSpPr>
              <p:cNvPr id="7049" name="Google Shape;7049;p21"/>
              <p:cNvSpPr/>
              <p:nvPr/>
            </p:nvSpPr>
            <p:spPr>
              <a:xfrm>
                <a:off x="6173425" y="3883025"/>
                <a:ext cx="112500" cy="163050"/>
              </a:xfrm>
              <a:custGeom>
                <a:rect b="b" l="l" r="r" t="t"/>
                <a:pathLst>
                  <a:path extrusionOk="0" h="6522" w="4500">
                    <a:moveTo>
                      <a:pt x="2219" y="0"/>
                    </a:moveTo>
                    <a:cubicBezTo>
                      <a:pt x="1839" y="0"/>
                      <a:pt x="1563" y="254"/>
                      <a:pt x="1359" y="547"/>
                    </a:cubicBezTo>
                    <a:cubicBezTo>
                      <a:pt x="1136" y="887"/>
                      <a:pt x="953" y="1252"/>
                      <a:pt x="788" y="1624"/>
                    </a:cubicBezTo>
                    <a:cubicBezTo>
                      <a:pt x="614" y="2014"/>
                      <a:pt x="464" y="2420"/>
                      <a:pt x="340" y="2826"/>
                    </a:cubicBezTo>
                    <a:cubicBezTo>
                      <a:pt x="274" y="3025"/>
                      <a:pt x="216" y="3223"/>
                      <a:pt x="158" y="3422"/>
                    </a:cubicBezTo>
                    <a:cubicBezTo>
                      <a:pt x="116" y="3571"/>
                      <a:pt x="67" y="3729"/>
                      <a:pt x="0" y="3870"/>
                    </a:cubicBezTo>
                    <a:cubicBezTo>
                      <a:pt x="68" y="3865"/>
                      <a:pt x="135" y="3862"/>
                      <a:pt x="201" y="3862"/>
                    </a:cubicBezTo>
                    <a:cubicBezTo>
                      <a:pt x="362" y="3862"/>
                      <a:pt x="519" y="3878"/>
                      <a:pt x="672" y="3919"/>
                    </a:cubicBezTo>
                    <a:cubicBezTo>
                      <a:pt x="622" y="3878"/>
                      <a:pt x="597" y="3795"/>
                      <a:pt x="580" y="3737"/>
                    </a:cubicBezTo>
                    <a:cubicBezTo>
                      <a:pt x="556" y="3638"/>
                      <a:pt x="556" y="3530"/>
                      <a:pt x="556" y="3431"/>
                    </a:cubicBezTo>
                    <a:cubicBezTo>
                      <a:pt x="564" y="3298"/>
                      <a:pt x="572" y="3174"/>
                      <a:pt x="597" y="3049"/>
                    </a:cubicBezTo>
                    <a:cubicBezTo>
                      <a:pt x="605" y="2991"/>
                      <a:pt x="614" y="2925"/>
                      <a:pt x="630" y="2867"/>
                    </a:cubicBezTo>
                    <a:cubicBezTo>
                      <a:pt x="647" y="2826"/>
                      <a:pt x="663" y="2759"/>
                      <a:pt x="705" y="2735"/>
                    </a:cubicBezTo>
                    <a:cubicBezTo>
                      <a:pt x="711" y="2732"/>
                      <a:pt x="718" y="2731"/>
                      <a:pt x="724" y="2731"/>
                    </a:cubicBezTo>
                    <a:cubicBezTo>
                      <a:pt x="742" y="2731"/>
                      <a:pt x="757" y="2739"/>
                      <a:pt x="763" y="2751"/>
                    </a:cubicBezTo>
                    <a:cubicBezTo>
                      <a:pt x="788" y="2793"/>
                      <a:pt x="779" y="2851"/>
                      <a:pt x="763" y="2892"/>
                    </a:cubicBezTo>
                    <a:cubicBezTo>
                      <a:pt x="754" y="2950"/>
                      <a:pt x="738" y="3000"/>
                      <a:pt x="730" y="3058"/>
                    </a:cubicBezTo>
                    <a:cubicBezTo>
                      <a:pt x="705" y="3165"/>
                      <a:pt x="696" y="3273"/>
                      <a:pt x="688" y="3381"/>
                    </a:cubicBezTo>
                    <a:cubicBezTo>
                      <a:pt x="680" y="3480"/>
                      <a:pt x="680" y="3580"/>
                      <a:pt x="696" y="3679"/>
                    </a:cubicBezTo>
                    <a:cubicBezTo>
                      <a:pt x="705" y="3712"/>
                      <a:pt x="713" y="3754"/>
                      <a:pt x="730" y="3795"/>
                    </a:cubicBezTo>
                    <a:cubicBezTo>
                      <a:pt x="730" y="3803"/>
                      <a:pt x="738" y="3812"/>
                      <a:pt x="738" y="3820"/>
                    </a:cubicBezTo>
                    <a:cubicBezTo>
                      <a:pt x="754" y="3845"/>
                      <a:pt x="771" y="3878"/>
                      <a:pt x="788" y="3911"/>
                    </a:cubicBezTo>
                    <a:cubicBezTo>
                      <a:pt x="788" y="3928"/>
                      <a:pt x="779" y="3944"/>
                      <a:pt x="771" y="3953"/>
                    </a:cubicBezTo>
                    <a:lnTo>
                      <a:pt x="779" y="3953"/>
                    </a:lnTo>
                    <a:cubicBezTo>
                      <a:pt x="804" y="3961"/>
                      <a:pt x="821" y="3986"/>
                      <a:pt x="829" y="4011"/>
                    </a:cubicBezTo>
                    <a:cubicBezTo>
                      <a:pt x="1044" y="4060"/>
                      <a:pt x="1243" y="4160"/>
                      <a:pt x="1442" y="4243"/>
                    </a:cubicBezTo>
                    <a:cubicBezTo>
                      <a:pt x="1740" y="4383"/>
                      <a:pt x="2039" y="4516"/>
                      <a:pt x="2337" y="4649"/>
                    </a:cubicBezTo>
                    <a:cubicBezTo>
                      <a:pt x="2486" y="4715"/>
                      <a:pt x="2635" y="4781"/>
                      <a:pt x="2784" y="4847"/>
                    </a:cubicBezTo>
                    <a:cubicBezTo>
                      <a:pt x="2909" y="4905"/>
                      <a:pt x="3041" y="4955"/>
                      <a:pt x="3149" y="5046"/>
                    </a:cubicBezTo>
                    <a:cubicBezTo>
                      <a:pt x="3356" y="5204"/>
                      <a:pt x="3456" y="5461"/>
                      <a:pt x="3514" y="5709"/>
                    </a:cubicBezTo>
                    <a:cubicBezTo>
                      <a:pt x="3547" y="5817"/>
                      <a:pt x="3572" y="5933"/>
                      <a:pt x="3588" y="6041"/>
                    </a:cubicBezTo>
                    <a:cubicBezTo>
                      <a:pt x="3588" y="6032"/>
                      <a:pt x="3596" y="6032"/>
                      <a:pt x="3596" y="6024"/>
                    </a:cubicBezTo>
                    <a:cubicBezTo>
                      <a:pt x="3613" y="6007"/>
                      <a:pt x="3621" y="5983"/>
                      <a:pt x="3630" y="5958"/>
                    </a:cubicBezTo>
                    <a:cubicBezTo>
                      <a:pt x="3679" y="5875"/>
                      <a:pt x="3712" y="5792"/>
                      <a:pt x="3754" y="5709"/>
                    </a:cubicBezTo>
                    <a:cubicBezTo>
                      <a:pt x="3779" y="5659"/>
                      <a:pt x="3803" y="5601"/>
                      <a:pt x="3820" y="5552"/>
                    </a:cubicBezTo>
                    <a:cubicBezTo>
                      <a:pt x="3837" y="5519"/>
                      <a:pt x="3845" y="5485"/>
                      <a:pt x="3861" y="5461"/>
                    </a:cubicBezTo>
                    <a:cubicBezTo>
                      <a:pt x="3878" y="5427"/>
                      <a:pt x="3886" y="5411"/>
                      <a:pt x="3919" y="5394"/>
                    </a:cubicBezTo>
                    <a:cubicBezTo>
                      <a:pt x="3925" y="5388"/>
                      <a:pt x="3933" y="5386"/>
                      <a:pt x="3942" y="5386"/>
                    </a:cubicBezTo>
                    <a:cubicBezTo>
                      <a:pt x="3956" y="5386"/>
                      <a:pt x="3972" y="5395"/>
                      <a:pt x="3977" y="5411"/>
                    </a:cubicBezTo>
                    <a:cubicBezTo>
                      <a:pt x="3986" y="5427"/>
                      <a:pt x="4002" y="5444"/>
                      <a:pt x="4002" y="5461"/>
                    </a:cubicBezTo>
                    <a:cubicBezTo>
                      <a:pt x="4002" y="5477"/>
                      <a:pt x="3994" y="5502"/>
                      <a:pt x="3994" y="5510"/>
                    </a:cubicBezTo>
                    <a:cubicBezTo>
                      <a:pt x="3986" y="5543"/>
                      <a:pt x="3977" y="5577"/>
                      <a:pt x="3969" y="5601"/>
                    </a:cubicBezTo>
                    <a:cubicBezTo>
                      <a:pt x="3944" y="5659"/>
                      <a:pt x="3919" y="5726"/>
                      <a:pt x="3895" y="5775"/>
                    </a:cubicBezTo>
                    <a:cubicBezTo>
                      <a:pt x="3837" y="5891"/>
                      <a:pt x="3754" y="5991"/>
                      <a:pt x="3671" y="6082"/>
                    </a:cubicBezTo>
                    <a:cubicBezTo>
                      <a:pt x="3663" y="6093"/>
                      <a:pt x="3653" y="6098"/>
                      <a:pt x="3641" y="6098"/>
                    </a:cubicBezTo>
                    <a:cubicBezTo>
                      <a:pt x="3628" y="6098"/>
                      <a:pt x="3614" y="6091"/>
                      <a:pt x="3605" y="6082"/>
                    </a:cubicBezTo>
                    <a:cubicBezTo>
                      <a:pt x="3605" y="6082"/>
                      <a:pt x="3605" y="6074"/>
                      <a:pt x="3596" y="6074"/>
                    </a:cubicBezTo>
                    <a:cubicBezTo>
                      <a:pt x="3596" y="6082"/>
                      <a:pt x="3605" y="6090"/>
                      <a:pt x="3605" y="6099"/>
                    </a:cubicBezTo>
                    <a:cubicBezTo>
                      <a:pt x="3605" y="6123"/>
                      <a:pt x="3613" y="6140"/>
                      <a:pt x="3613" y="6165"/>
                    </a:cubicBezTo>
                    <a:cubicBezTo>
                      <a:pt x="3621" y="6173"/>
                      <a:pt x="3621" y="6181"/>
                      <a:pt x="3621" y="6190"/>
                    </a:cubicBezTo>
                    <a:cubicBezTo>
                      <a:pt x="3671" y="6297"/>
                      <a:pt x="3721" y="6405"/>
                      <a:pt x="3762" y="6521"/>
                    </a:cubicBezTo>
                    <a:cubicBezTo>
                      <a:pt x="3770" y="6505"/>
                      <a:pt x="3779" y="6496"/>
                      <a:pt x="3787" y="6488"/>
                    </a:cubicBezTo>
                    <a:cubicBezTo>
                      <a:pt x="3961" y="6339"/>
                      <a:pt x="4110" y="6173"/>
                      <a:pt x="4234" y="5983"/>
                    </a:cubicBezTo>
                    <a:cubicBezTo>
                      <a:pt x="4350" y="5809"/>
                      <a:pt x="4499" y="5585"/>
                      <a:pt x="4450" y="5369"/>
                    </a:cubicBezTo>
                    <a:cubicBezTo>
                      <a:pt x="4433" y="5262"/>
                      <a:pt x="4367" y="5171"/>
                      <a:pt x="4309" y="5079"/>
                    </a:cubicBezTo>
                    <a:cubicBezTo>
                      <a:pt x="4251" y="4988"/>
                      <a:pt x="4201" y="4889"/>
                      <a:pt x="4160" y="4789"/>
                    </a:cubicBezTo>
                    <a:cubicBezTo>
                      <a:pt x="4069" y="4591"/>
                      <a:pt x="3994" y="4383"/>
                      <a:pt x="3944" y="4168"/>
                    </a:cubicBezTo>
                    <a:cubicBezTo>
                      <a:pt x="3729" y="3356"/>
                      <a:pt x="3679" y="2511"/>
                      <a:pt x="3547" y="1682"/>
                    </a:cubicBezTo>
                    <a:cubicBezTo>
                      <a:pt x="3480" y="1285"/>
                      <a:pt x="3381" y="887"/>
                      <a:pt x="3157" y="556"/>
                    </a:cubicBezTo>
                    <a:cubicBezTo>
                      <a:pt x="2950" y="249"/>
                      <a:pt x="2619" y="9"/>
                      <a:pt x="2238" y="0"/>
                    </a:cubicBezTo>
                    <a:cubicBezTo>
                      <a:pt x="2231" y="0"/>
                      <a:pt x="2225" y="0"/>
                      <a:pt x="22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50" name="Google Shape;7050;p21"/>
              <p:cNvSpPr/>
              <p:nvPr/>
            </p:nvSpPr>
            <p:spPr>
              <a:xfrm>
                <a:off x="5969175" y="3940825"/>
                <a:ext cx="103800" cy="147900"/>
              </a:xfrm>
              <a:custGeom>
                <a:rect b="b" l="l" r="r" t="t"/>
                <a:pathLst>
                  <a:path extrusionOk="0" h="5916" w="4152">
                    <a:moveTo>
                      <a:pt x="747" y="0"/>
                    </a:moveTo>
                    <a:cubicBezTo>
                      <a:pt x="622" y="0"/>
                      <a:pt x="482" y="0"/>
                      <a:pt x="366" y="33"/>
                    </a:cubicBezTo>
                    <a:cubicBezTo>
                      <a:pt x="225" y="66"/>
                      <a:pt x="167" y="149"/>
                      <a:pt x="142" y="290"/>
                    </a:cubicBezTo>
                    <a:cubicBezTo>
                      <a:pt x="117" y="431"/>
                      <a:pt x="100" y="572"/>
                      <a:pt x="84" y="713"/>
                    </a:cubicBezTo>
                    <a:cubicBezTo>
                      <a:pt x="51" y="994"/>
                      <a:pt x="18" y="1276"/>
                      <a:pt x="9" y="1558"/>
                    </a:cubicBezTo>
                    <a:cubicBezTo>
                      <a:pt x="1" y="1906"/>
                      <a:pt x="18" y="2254"/>
                      <a:pt x="84" y="2602"/>
                    </a:cubicBezTo>
                    <a:cubicBezTo>
                      <a:pt x="92" y="2602"/>
                      <a:pt x="100" y="2610"/>
                      <a:pt x="100" y="2618"/>
                    </a:cubicBezTo>
                    <a:cubicBezTo>
                      <a:pt x="142" y="2701"/>
                      <a:pt x="167" y="2801"/>
                      <a:pt x="200" y="2883"/>
                    </a:cubicBezTo>
                    <a:cubicBezTo>
                      <a:pt x="225" y="2975"/>
                      <a:pt x="258" y="3066"/>
                      <a:pt x="299" y="3157"/>
                    </a:cubicBezTo>
                    <a:cubicBezTo>
                      <a:pt x="374" y="3339"/>
                      <a:pt x="465" y="3513"/>
                      <a:pt x="556" y="3687"/>
                    </a:cubicBezTo>
                    <a:cubicBezTo>
                      <a:pt x="730" y="4027"/>
                      <a:pt x="879" y="4383"/>
                      <a:pt x="863" y="4772"/>
                    </a:cubicBezTo>
                    <a:cubicBezTo>
                      <a:pt x="854" y="4806"/>
                      <a:pt x="830" y="4814"/>
                      <a:pt x="805" y="4814"/>
                    </a:cubicBezTo>
                    <a:cubicBezTo>
                      <a:pt x="805" y="4822"/>
                      <a:pt x="805" y="4830"/>
                      <a:pt x="813" y="4839"/>
                    </a:cubicBezTo>
                    <a:cubicBezTo>
                      <a:pt x="821" y="4922"/>
                      <a:pt x="838" y="5004"/>
                      <a:pt x="863" y="5087"/>
                    </a:cubicBezTo>
                    <a:cubicBezTo>
                      <a:pt x="904" y="5245"/>
                      <a:pt x="979" y="5386"/>
                      <a:pt x="1070" y="5526"/>
                    </a:cubicBezTo>
                    <a:cubicBezTo>
                      <a:pt x="1153" y="5651"/>
                      <a:pt x="1260" y="5783"/>
                      <a:pt x="1401" y="5850"/>
                    </a:cubicBezTo>
                    <a:cubicBezTo>
                      <a:pt x="1426" y="5866"/>
                      <a:pt x="1451" y="5874"/>
                      <a:pt x="1467" y="5883"/>
                    </a:cubicBezTo>
                    <a:cubicBezTo>
                      <a:pt x="1492" y="5891"/>
                      <a:pt x="1509" y="5899"/>
                      <a:pt x="1525" y="5916"/>
                    </a:cubicBezTo>
                    <a:cubicBezTo>
                      <a:pt x="1525" y="5899"/>
                      <a:pt x="1542" y="5891"/>
                      <a:pt x="1559" y="5883"/>
                    </a:cubicBezTo>
                    <a:cubicBezTo>
                      <a:pt x="1559" y="5866"/>
                      <a:pt x="1559" y="5850"/>
                      <a:pt x="1559" y="5833"/>
                    </a:cubicBezTo>
                    <a:cubicBezTo>
                      <a:pt x="1567" y="5734"/>
                      <a:pt x="1600" y="5634"/>
                      <a:pt x="1641" y="5535"/>
                    </a:cubicBezTo>
                    <a:cubicBezTo>
                      <a:pt x="1650" y="5526"/>
                      <a:pt x="1658" y="5510"/>
                      <a:pt x="1658" y="5502"/>
                    </a:cubicBezTo>
                    <a:cubicBezTo>
                      <a:pt x="1815" y="5195"/>
                      <a:pt x="2064" y="4946"/>
                      <a:pt x="2221" y="4648"/>
                    </a:cubicBezTo>
                    <a:cubicBezTo>
                      <a:pt x="2313" y="4466"/>
                      <a:pt x="2412" y="4292"/>
                      <a:pt x="2511" y="4118"/>
                    </a:cubicBezTo>
                    <a:cubicBezTo>
                      <a:pt x="2669" y="3853"/>
                      <a:pt x="2859" y="3604"/>
                      <a:pt x="3042" y="3364"/>
                    </a:cubicBezTo>
                    <a:cubicBezTo>
                      <a:pt x="3125" y="3248"/>
                      <a:pt x="3216" y="3140"/>
                      <a:pt x="3315" y="3033"/>
                    </a:cubicBezTo>
                    <a:cubicBezTo>
                      <a:pt x="3539" y="2784"/>
                      <a:pt x="3796" y="2569"/>
                      <a:pt x="4119" y="2453"/>
                    </a:cubicBezTo>
                    <a:cubicBezTo>
                      <a:pt x="4127" y="2445"/>
                      <a:pt x="4142" y="2444"/>
                      <a:pt x="4151" y="2437"/>
                    </a:cubicBezTo>
                    <a:lnTo>
                      <a:pt x="4151" y="2437"/>
                    </a:lnTo>
                    <a:cubicBezTo>
                      <a:pt x="4151" y="2440"/>
                      <a:pt x="4152" y="2442"/>
                      <a:pt x="4152" y="2444"/>
                    </a:cubicBezTo>
                    <a:lnTo>
                      <a:pt x="4152" y="2436"/>
                    </a:lnTo>
                    <a:cubicBezTo>
                      <a:pt x="4152" y="2436"/>
                      <a:pt x="4151" y="2437"/>
                      <a:pt x="4151" y="2437"/>
                    </a:cubicBezTo>
                    <a:lnTo>
                      <a:pt x="4151" y="2437"/>
                    </a:lnTo>
                    <a:cubicBezTo>
                      <a:pt x="4126" y="2315"/>
                      <a:pt x="4101" y="2194"/>
                      <a:pt x="4053" y="2080"/>
                    </a:cubicBezTo>
                    <a:cubicBezTo>
                      <a:pt x="4003" y="1947"/>
                      <a:pt x="3937" y="1823"/>
                      <a:pt x="3854" y="1707"/>
                    </a:cubicBezTo>
                    <a:cubicBezTo>
                      <a:pt x="3696" y="1467"/>
                      <a:pt x="3489" y="1259"/>
                      <a:pt x="3282" y="1077"/>
                    </a:cubicBezTo>
                    <a:cubicBezTo>
                      <a:pt x="2876" y="721"/>
                      <a:pt x="2404" y="431"/>
                      <a:pt x="1898" y="232"/>
                    </a:cubicBezTo>
                    <a:cubicBezTo>
                      <a:pt x="1658" y="141"/>
                      <a:pt x="1401" y="75"/>
                      <a:pt x="1144" y="33"/>
                    </a:cubicBezTo>
                    <a:cubicBezTo>
                      <a:pt x="1012" y="17"/>
                      <a:pt x="879" y="8"/>
                      <a:pt x="7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51" name="Google Shape;7051;p21"/>
              <p:cNvSpPr/>
              <p:nvPr/>
            </p:nvSpPr>
            <p:spPr>
              <a:xfrm>
                <a:off x="5880525" y="4461775"/>
                <a:ext cx="101125" cy="75000"/>
              </a:xfrm>
              <a:custGeom>
                <a:rect b="b" l="l" r="r" t="t"/>
                <a:pathLst>
                  <a:path extrusionOk="0" h="3000" w="4045">
                    <a:moveTo>
                      <a:pt x="208" y="0"/>
                    </a:moveTo>
                    <a:lnTo>
                      <a:pt x="208" y="0"/>
                    </a:lnTo>
                    <a:cubicBezTo>
                      <a:pt x="299" y="108"/>
                      <a:pt x="390" y="215"/>
                      <a:pt x="481" y="323"/>
                    </a:cubicBezTo>
                    <a:cubicBezTo>
                      <a:pt x="589" y="464"/>
                      <a:pt x="688" y="605"/>
                      <a:pt x="738" y="779"/>
                    </a:cubicBezTo>
                    <a:cubicBezTo>
                      <a:pt x="788" y="953"/>
                      <a:pt x="788" y="1143"/>
                      <a:pt x="780" y="1317"/>
                    </a:cubicBezTo>
                    <a:cubicBezTo>
                      <a:pt x="771" y="1674"/>
                      <a:pt x="722" y="2038"/>
                      <a:pt x="556" y="2353"/>
                    </a:cubicBezTo>
                    <a:cubicBezTo>
                      <a:pt x="415" y="2610"/>
                      <a:pt x="224" y="2825"/>
                      <a:pt x="1" y="2999"/>
                    </a:cubicBezTo>
                    <a:cubicBezTo>
                      <a:pt x="200" y="2950"/>
                      <a:pt x="390" y="2917"/>
                      <a:pt x="589" y="2875"/>
                    </a:cubicBezTo>
                    <a:cubicBezTo>
                      <a:pt x="846" y="2834"/>
                      <a:pt x="1103" y="2792"/>
                      <a:pt x="1360" y="2743"/>
                    </a:cubicBezTo>
                    <a:cubicBezTo>
                      <a:pt x="1592" y="2701"/>
                      <a:pt x="1832" y="2643"/>
                      <a:pt x="2047" y="2527"/>
                    </a:cubicBezTo>
                    <a:cubicBezTo>
                      <a:pt x="2138" y="2486"/>
                      <a:pt x="2221" y="2428"/>
                      <a:pt x="2304" y="2370"/>
                    </a:cubicBezTo>
                    <a:cubicBezTo>
                      <a:pt x="2379" y="2295"/>
                      <a:pt x="2445" y="2221"/>
                      <a:pt x="2536" y="2163"/>
                    </a:cubicBezTo>
                    <a:cubicBezTo>
                      <a:pt x="2547" y="2155"/>
                      <a:pt x="2558" y="2152"/>
                      <a:pt x="2568" y="2152"/>
                    </a:cubicBezTo>
                    <a:cubicBezTo>
                      <a:pt x="2602" y="2152"/>
                      <a:pt x="2625" y="2190"/>
                      <a:pt x="2619" y="2229"/>
                    </a:cubicBezTo>
                    <a:cubicBezTo>
                      <a:pt x="2619" y="2229"/>
                      <a:pt x="2619" y="2229"/>
                      <a:pt x="2619" y="2237"/>
                    </a:cubicBezTo>
                    <a:lnTo>
                      <a:pt x="2636" y="2237"/>
                    </a:lnTo>
                    <a:cubicBezTo>
                      <a:pt x="2677" y="2196"/>
                      <a:pt x="2718" y="2154"/>
                      <a:pt x="2776" y="2146"/>
                    </a:cubicBezTo>
                    <a:cubicBezTo>
                      <a:pt x="2781" y="2144"/>
                      <a:pt x="2786" y="2143"/>
                      <a:pt x="2791" y="2143"/>
                    </a:cubicBezTo>
                    <a:cubicBezTo>
                      <a:pt x="2806" y="2143"/>
                      <a:pt x="2822" y="2150"/>
                      <a:pt x="2834" y="2163"/>
                    </a:cubicBezTo>
                    <a:cubicBezTo>
                      <a:pt x="2843" y="2179"/>
                      <a:pt x="2843" y="2204"/>
                      <a:pt x="2834" y="2221"/>
                    </a:cubicBezTo>
                    <a:cubicBezTo>
                      <a:pt x="2826" y="2245"/>
                      <a:pt x="2810" y="2262"/>
                      <a:pt x="2801" y="2270"/>
                    </a:cubicBezTo>
                    <a:cubicBezTo>
                      <a:pt x="2785" y="2287"/>
                      <a:pt x="2776" y="2295"/>
                      <a:pt x="2760" y="2303"/>
                    </a:cubicBezTo>
                    <a:lnTo>
                      <a:pt x="2727" y="2345"/>
                    </a:lnTo>
                    <a:cubicBezTo>
                      <a:pt x="2718" y="2345"/>
                      <a:pt x="2718" y="2353"/>
                      <a:pt x="2710" y="2361"/>
                    </a:cubicBezTo>
                    <a:cubicBezTo>
                      <a:pt x="2710" y="2361"/>
                      <a:pt x="2702" y="2370"/>
                      <a:pt x="2702" y="2370"/>
                    </a:cubicBezTo>
                    <a:cubicBezTo>
                      <a:pt x="2694" y="2378"/>
                      <a:pt x="2694" y="2386"/>
                      <a:pt x="2685" y="2386"/>
                    </a:cubicBezTo>
                    <a:cubicBezTo>
                      <a:pt x="2694" y="2477"/>
                      <a:pt x="2694" y="2560"/>
                      <a:pt x="2768" y="2618"/>
                    </a:cubicBezTo>
                    <a:cubicBezTo>
                      <a:pt x="2851" y="2676"/>
                      <a:pt x="2967" y="2685"/>
                      <a:pt x="3075" y="2693"/>
                    </a:cubicBezTo>
                    <a:cubicBezTo>
                      <a:pt x="3232" y="2709"/>
                      <a:pt x="3390" y="2726"/>
                      <a:pt x="3547" y="2734"/>
                    </a:cubicBezTo>
                    <a:cubicBezTo>
                      <a:pt x="3622" y="2734"/>
                      <a:pt x="3696" y="2743"/>
                      <a:pt x="3779" y="2743"/>
                    </a:cubicBezTo>
                    <a:cubicBezTo>
                      <a:pt x="3854" y="2751"/>
                      <a:pt x="3936" y="2743"/>
                      <a:pt x="4011" y="2759"/>
                    </a:cubicBezTo>
                    <a:cubicBezTo>
                      <a:pt x="4028" y="2767"/>
                      <a:pt x="4036" y="2767"/>
                      <a:pt x="4044" y="2776"/>
                    </a:cubicBezTo>
                    <a:cubicBezTo>
                      <a:pt x="4019" y="2577"/>
                      <a:pt x="4028" y="2378"/>
                      <a:pt x="4019" y="2179"/>
                    </a:cubicBezTo>
                    <a:cubicBezTo>
                      <a:pt x="4019" y="1964"/>
                      <a:pt x="4019" y="1740"/>
                      <a:pt x="4011" y="1525"/>
                    </a:cubicBezTo>
                    <a:cubicBezTo>
                      <a:pt x="4003" y="1326"/>
                      <a:pt x="3994" y="1119"/>
                      <a:pt x="3986" y="920"/>
                    </a:cubicBezTo>
                    <a:cubicBezTo>
                      <a:pt x="3833" y="810"/>
                      <a:pt x="3663" y="777"/>
                      <a:pt x="3490" y="777"/>
                    </a:cubicBezTo>
                    <a:cubicBezTo>
                      <a:pt x="3363" y="777"/>
                      <a:pt x="3234" y="795"/>
                      <a:pt x="3108" y="812"/>
                    </a:cubicBezTo>
                    <a:cubicBezTo>
                      <a:pt x="2919" y="837"/>
                      <a:pt x="2732" y="849"/>
                      <a:pt x="2545" y="849"/>
                    </a:cubicBezTo>
                    <a:cubicBezTo>
                      <a:pt x="2166" y="849"/>
                      <a:pt x="1790" y="796"/>
                      <a:pt x="1418" y="679"/>
                    </a:cubicBezTo>
                    <a:cubicBezTo>
                      <a:pt x="1144" y="588"/>
                      <a:pt x="887" y="472"/>
                      <a:pt x="639" y="323"/>
                    </a:cubicBezTo>
                    <a:cubicBezTo>
                      <a:pt x="490" y="232"/>
                      <a:pt x="340" y="124"/>
                      <a:pt x="20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52" name="Google Shape;7052;p21"/>
              <p:cNvSpPr/>
              <p:nvPr/>
            </p:nvSpPr>
            <p:spPr>
              <a:xfrm>
                <a:off x="6046450" y="4511275"/>
                <a:ext cx="6650" cy="17425"/>
              </a:xfrm>
              <a:custGeom>
                <a:rect b="b" l="l" r="r" t="t"/>
                <a:pathLst>
                  <a:path extrusionOk="0" h="697" w="266">
                    <a:moveTo>
                      <a:pt x="42" y="0"/>
                    </a:moveTo>
                    <a:cubicBezTo>
                      <a:pt x="17" y="232"/>
                      <a:pt x="9" y="464"/>
                      <a:pt x="0" y="696"/>
                    </a:cubicBezTo>
                    <a:cubicBezTo>
                      <a:pt x="42" y="680"/>
                      <a:pt x="92" y="663"/>
                      <a:pt x="133" y="638"/>
                    </a:cubicBezTo>
                    <a:cubicBezTo>
                      <a:pt x="208" y="597"/>
                      <a:pt x="257" y="547"/>
                      <a:pt x="266" y="464"/>
                    </a:cubicBezTo>
                    <a:cubicBezTo>
                      <a:pt x="266" y="431"/>
                      <a:pt x="266" y="390"/>
                      <a:pt x="257" y="357"/>
                    </a:cubicBezTo>
                    <a:cubicBezTo>
                      <a:pt x="241" y="307"/>
                      <a:pt x="224" y="274"/>
                      <a:pt x="208" y="232"/>
                    </a:cubicBezTo>
                    <a:cubicBezTo>
                      <a:pt x="158" y="149"/>
                      <a:pt x="100" y="75"/>
                      <a:pt x="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53" name="Google Shape;7053;p21"/>
              <p:cNvSpPr/>
              <p:nvPr/>
            </p:nvSpPr>
            <p:spPr>
              <a:xfrm>
                <a:off x="6047700" y="4503800"/>
                <a:ext cx="18450" cy="16825"/>
              </a:xfrm>
              <a:custGeom>
                <a:rect b="b" l="l" r="r" t="t"/>
                <a:pathLst>
                  <a:path extrusionOk="0" h="673" w="738">
                    <a:moveTo>
                      <a:pt x="17" y="1"/>
                    </a:moveTo>
                    <a:cubicBezTo>
                      <a:pt x="8" y="59"/>
                      <a:pt x="8" y="109"/>
                      <a:pt x="0" y="158"/>
                    </a:cubicBezTo>
                    <a:cubicBezTo>
                      <a:pt x="9" y="155"/>
                      <a:pt x="19" y="153"/>
                      <a:pt x="30" y="153"/>
                    </a:cubicBezTo>
                    <a:cubicBezTo>
                      <a:pt x="49" y="153"/>
                      <a:pt x="70" y="159"/>
                      <a:pt x="91" y="175"/>
                    </a:cubicBezTo>
                    <a:cubicBezTo>
                      <a:pt x="191" y="258"/>
                      <a:pt x="290" y="341"/>
                      <a:pt x="356" y="457"/>
                    </a:cubicBezTo>
                    <a:cubicBezTo>
                      <a:pt x="398" y="523"/>
                      <a:pt x="423" y="598"/>
                      <a:pt x="431" y="672"/>
                    </a:cubicBezTo>
                    <a:lnTo>
                      <a:pt x="439" y="672"/>
                    </a:lnTo>
                    <a:cubicBezTo>
                      <a:pt x="489" y="631"/>
                      <a:pt x="530" y="589"/>
                      <a:pt x="572" y="540"/>
                    </a:cubicBezTo>
                    <a:cubicBezTo>
                      <a:pt x="613" y="490"/>
                      <a:pt x="646" y="448"/>
                      <a:pt x="671" y="399"/>
                    </a:cubicBezTo>
                    <a:cubicBezTo>
                      <a:pt x="680" y="382"/>
                      <a:pt x="688" y="374"/>
                      <a:pt x="696" y="357"/>
                    </a:cubicBezTo>
                    <a:cubicBezTo>
                      <a:pt x="696" y="341"/>
                      <a:pt x="696" y="332"/>
                      <a:pt x="696" y="316"/>
                    </a:cubicBezTo>
                    <a:cubicBezTo>
                      <a:pt x="704" y="291"/>
                      <a:pt x="721" y="266"/>
                      <a:pt x="738" y="241"/>
                    </a:cubicBezTo>
                    <a:cubicBezTo>
                      <a:pt x="738" y="241"/>
                      <a:pt x="738" y="241"/>
                      <a:pt x="738" y="233"/>
                    </a:cubicBezTo>
                    <a:cubicBezTo>
                      <a:pt x="738" y="216"/>
                      <a:pt x="729" y="208"/>
                      <a:pt x="721" y="192"/>
                    </a:cubicBezTo>
                    <a:cubicBezTo>
                      <a:pt x="704" y="175"/>
                      <a:pt x="688" y="158"/>
                      <a:pt x="663" y="150"/>
                    </a:cubicBezTo>
                    <a:cubicBezTo>
                      <a:pt x="613" y="117"/>
                      <a:pt x="555" y="92"/>
                      <a:pt x="497" y="76"/>
                    </a:cubicBezTo>
                    <a:cubicBezTo>
                      <a:pt x="392" y="38"/>
                      <a:pt x="286" y="20"/>
                      <a:pt x="177" y="20"/>
                    </a:cubicBezTo>
                    <a:cubicBezTo>
                      <a:pt x="140" y="20"/>
                      <a:pt x="104" y="22"/>
                      <a:pt x="66" y="26"/>
                    </a:cubicBezTo>
                    <a:cubicBezTo>
                      <a:pt x="50" y="26"/>
                      <a:pt x="25" y="18"/>
                      <a:pt x="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54" name="Google Shape;7054;p21"/>
              <p:cNvSpPr/>
              <p:nvPr/>
            </p:nvSpPr>
            <p:spPr>
              <a:xfrm>
                <a:off x="6048325" y="4495525"/>
                <a:ext cx="19700" cy="7900"/>
              </a:xfrm>
              <a:custGeom>
                <a:rect b="b" l="l" r="r" t="t"/>
                <a:pathLst>
                  <a:path extrusionOk="0" h="316" w="788">
                    <a:moveTo>
                      <a:pt x="33" y="1"/>
                    </a:moveTo>
                    <a:cubicBezTo>
                      <a:pt x="25" y="75"/>
                      <a:pt x="8" y="150"/>
                      <a:pt x="0" y="224"/>
                    </a:cubicBezTo>
                    <a:cubicBezTo>
                      <a:pt x="8" y="224"/>
                      <a:pt x="17" y="216"/>
                      <a:pt x="25" y="216"/>
                    </a:cubicBezTo>
                    <a:cubicBezTo>
                      <a:pt x="113" y="197"/>
                      <a:pt x="204" y="187"/>
                      <a:pt x="295" y="187"/>
                    </a:cubicBezTo>
                    <a:cubicBezTo>
                      <a:pt x="366" y="187"/>
                      <a:pt x="436" y="193"/>
                      <a:pt x="505" y="208"/>
                    </a:cubicBezTo>
                    <a:cubicBezTo>
                      <a:pt x="597" y="224"/>
                      <a:pt x="704" y="257"/>
                      <a:pt x="787" y="315"/>
                    </a:cubicBezTo>
                    <a:cubicBezTo>
                      <a:pt x="779" y="307"/>
                      <a:pt x="779" y="299"/>
                      <a:pt x="779" y="291"/>
                    </a:cubicBezTo>
                    <a:cubicBezTo>
                      <a:pt x="771" y="249"/>
                      <a:pt x="754" y="224"/>
                      <a:pt x="729" y="183"/>
                    </a:cubicBezTo>
                    <a:cubicBezTo>
                      <a:pt x="721" y="166"/>
                      <a:pt x="721" y="175"/>
                      <a:pt x="713" y="158"/>
                    </a:cubicBezTo>
                    <a:cubicBezTo>
                      <a:pt x="704" y="150"/>
                      <a:pt x="696" y="141"/>
                      <a:pt x="688" y="141"/>
                    </a:cubicBezTo>
                    <a:cubicBezTo>
                      <a:pt x="688" y="133"/>
                      <a:pt x="679" y="125"/>
                      <a:pt x="671" y="117"/>
                    </a:cubicBezTo>
                    <a:cubicBezTo>
                      <a:pt x="655" y="108"/>
                      <a:pt x="663" y="108"/>
                      <a:pt x="646" y="100"/>
                    </a:cubicBezTo>
                    <a:cubicBezTo>
                      <a:pt x="605" y="75"/>
                      <a:pt x="563" y="50"/>
                      <a:pt x="522" y="42"/>
                    </a:cubicBezTo>
                    <a:cubicBezTo>
                      <a:pt x="459" y="26"/>
                      <a:pt x="393" y="20"/>
                      <a:pt x="327" y="20"/>
                    </a:cubicBezTo>
                    <a:cubicBezTo>
                      <a:pt x="289" y="20"/>
                      <a:pt x="252" y="22"/>
                      <a:pt x="215" y="25"/>
                    </a:cubicBezTo>
                    <a:cubicBezTo>
                      <a:pt x="211" y="27"/>
                      <a:pt x="206" y="28"/>
                      <a:pt x="202" y="28"/>
                    </a:cubicBezTo>
                    <a:cubicBezTo>
                      <a:pt x="182" y="28"/>
                      <a:pt x="164" y="14"/>
                      <a:pt x="1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55" name="Google Shape;7055;p21"/>
              <p:cNvSpPr/>
              <p:nvPr/>
            </p:nvSpPr>
            <p:spPr>
              <a:xfrm>
                <a:off x="5780075" y="3984175"/>
                <a:ext cx="516000" cy="679725"/>
              </a:xfrm>
              <a:custGeom>
                <a:rect b="b" l="l" r="r" t="t"/>
                <a:pathLst>
                  <a:path extrusionOk="0" h="27189" w="20640">
                    <a:moveTo>
                      <a:pt x="13555" y="652"/>
                    </a:moveTo>
                    <a:cubicBezTo>
                      <a:pt x="13552" y="655"/>
                      <a:pt x="13548" y="658"/>
                      <a:pt x="13543" y="661"/>
                    </a:cubicBezTo>
                    <a:lnTo>
                      <a:pt x="13543" y="661"/>
                    </a:lnTo>
                    <a:cubicBezTo>
                      <a:pt x="13553" y="658"/>
                      <a:pt x="13562" y="655"/>
                      <a:pt x="13572" y="652"/>
                    </a:cubicBezTo>
                    <a:close/>
                    <a:moveTo>
                      <a:pt x="15869" y="0"/>
                    </a:moveTo>
                    <a:cubicBezTo>
                      <a:pt x="15459" y="0"/>
                      <a:pt x="15058" y="81"/>
                      <a:pt x="14657" y="221"/>
                    </a:cubicBezTo>
                    <a:cubicBezTo>
                      <a:pt x="14293" y="346"/>
                      <a:pt x="13937" y="511"/>
                      <a:pt x="13580" y="644"/>
                    </a:cubicBezTo>
                    <a:lnTo>
                      <a:pt x="13622" y="644"/>
                    </a:lnTo>
                    <a:cubicBezTo>
                      <a:pt x="13630" y="644"/>
                      <a:pt x="13638" y="652"/>
                      <a:pt x="13647" y="661"/>
                    </a:cubicBezTo>
                    <a:cubicBezTo>
                      <a:pt x="13647" y="669"/>
                      <a:pt x="13647" y="677"/>
                      <a:pt x="13638" y="685"/>
                    </a:cubicBezTo>
                    <a:cubicBezTo>
                      <a:pt x="13630" y="694"/>
                      <a:pt x="13622" y="702"/>
                      <a:pt x="13622" y="710"/>
                    </a:cubicBezTo>
                    <a:cubicBezTo>
                      <a:pt x="13613" y="719"/>
                      <a:pt x="13605" y="719"/>
                      <a:pt x="13597" y="727"/>
                    </a:cubicBezTo>
                    <a:cubicBezTo>
                      <a:pt x="13580" y="735"/>
                      <a:pt x="13564" y="743"/>
                      <a:pt x="13547" y="752"/>
                    </a:cubicBezTo>
                    <a:cubicBezTo>
                      <a:pt x="13522" y="768"/>
                      <a:pt x="13489" y="785"/>
                      <a:pt x="13456" y="793"/>
                    </a:cubicBezTo>
                    <a:cubicBezTo>
                      <a:pt x="13450" y="799"/>
                      <a:pt x="13442" y="802"/>
                      <a:pt x="13435" y="802"/>
                    </a:cubicBezTo>
                    <a:cubicBezTo>
                      <a:pt x="13423" y="802"/>
                      <a:pt x="13411" y="795"/>
                      <a:pt x="13406" y="785"/>
                    </a:cubicBezTo>
                    <a:cubicBezTo>
                      <a:pt x="13390" y="760"/>
                      <a:pt x="13398" y="735"/>
                      <a:pt x="13415" y="727"/>
                    </a:cubicBezTo>
                    <a:cubicBezTo>
                      <a:pt x="13448" y="710"/>
                      <a:pt x="13481" y="694"/>
                      <a:pt x="13514" y="677"/>
                    </a:cubicBezTo>
                    <a:cubicBezTo>
                      <a:pt x="13524" y="672"/>
                      <a:pt x="13535" y="667"/>
                      <a:pt x="13543" y="661"/>
                    </a:cubicBezTo>
                    <a:lnTo>
                      <a:pt x="13543" y="661"/>
                    </a:lnTo>
                    <a:cubicBezTo>
                      <a:pt x="13396" y="709"/>
                      <a:pt x="13256" y="763"/>
                      <a:pt x="13108" y="801"/>
                    </a:cubicBezTo>
                    <a:cubicBezTo>
                      <a:pt x="12984" y="835"/>
                      <a:pt x="12851" y="859"/>
                      <a:pt x="12727" y="859"/>
                    </a:cubicBezTo>
                    <a:cubicBezTo>
                      <a:pt x="12707" y="861"/>
                      <a:pt x="12687" y="861"/>
                      <a:pt x="12668" y="861"/>
                    </a:cubicBezTo>
                    <a:cubicBezTo>
                      <a:pt x="12547" y="861"/>
                      <a:pt x="12425" y="842"/>
                      <a:pt x="12304" y="835"/>
                    </a:cubicBezTo>
                    <a:cubicBezTo>
                      <a:pt x="12259" y="830"/>
                      <a:pt x="12215" y="828"/>
                      <a:pt x="12171" y="828"/>
                    </a:cubicBezTo>
                    <a:cubicBezTo>
                      <a:pt x="11980" y="828"/>
                      <a:pt x="11798" y="871"/>
                      <a:pt x="11617" y="959"/>
                    </a:cubicBezTo>
                    <a:cubicBezTo>
                      <a:pt x="11194" y="1158"/>
                      <a:pt x="10854" y="1539"/>
                      <a:pt x="10556" y="1895"/>
                    </a:cubicBezTo>
                    <a:cubicBezTo>
                      <a:pt x="10307" y="2210"/>
                      <a:pt x="10075" y="2541"/>
                      <a:pt x="9868" y="2881"/>
                    </a:cubicBezTo>
                    <a:cubicBezTo>
                      <a:pt x="9877" y="2889"/>
                      <a:pt x="9885" y="2906"/>
                      <a:pt x="9877" y="2914"/>
                    </a:cubicBezTo>
                    <a:cubicBezTo>
                      <a:pt x="9810" y="3072"/>
                      <a:pt x="9744" y="3221"/>
                      <a:pt x="9653" y="3353"/>
                    </a:cubicBezTo>
                    <a:cubicBezTo>
                      <a:pt x="9562" y="3486"/>
                      <a:pt x="9462" y="3602"/>
                      <a:pt x="9388" y="3743"/>
                    </a:cubicBezTo>
                    <a:cubicBezTo>
                      <a:pt x="9321" y="3867"/>
                      <a:pt x="9280" y="4008"/>
                      <a:pt x="9280" y="4149"/>
                    </a:cubicBezTo>
                    <a:cubicBezTo>
                      <a:pt x="9280" y="4174"/>
                      <a:pt x="9288" y="4190"/>
                      <a:pt x="9288" y="4215"/>
                    </a:cubicBezTo>
                    <a:cubicBezTo>
                      <a:pt x="9330" y="4240"/>
                      <a:pt x="9355" y="4306"/>
                      <a:pt x="9371" y="4331"/>
                    </a:cubicBezTo>
                    <a:cubicBezTo>
                      <a:pt x="9396" y="4381"/>
                      <a:pt x="9413" y="4430"/>
                      <a:pt x="9429" y="4480"/>
                    </a:cubicBezTo>
                    <a:cubicBezTo>
                      <a:pt x="9437" y="4497"/>
                      <a:pt x="9437" y="4513"/>
                      <a:pt x="9437" y="4538"/>
                    </a:cubicBezTo>
                    <a:cubicBezTo>
                      <a:pt x="9446" y="4588"/>
                      <a:pt x="9446" y="4646"/>
                      <a:pt x="9454" y="4696"/>
                    </a:cubicBezTo>
                    <a:cubicBezTo>
                      <a:pt x="9578" y="4961"/>
                      <a:pt x="9686" y="5242"/>
                      <a:pt x="9752" y="5532"/>
                    </a:cubicBezTo>
                    <a:cubicBezTo>
                      <a:pt x="9802" y="5764"/>
                      <a:pt x="9827" y="6013"/>
                      <a:pt x="9810" y="6253"/>
                    </a:cubicBezTo>
                    <a:cubicBezTo>
                      <a:pt x="9802" y="6378"/>
                      <a:pt x="9785" y="6494"/>
                      <a:pt x="9761" y="6610"/>
                    </a:cubicBezTo>
                    <a:cubicBezTo>
                      <a:pt x="9736" y="6717"/>
                      <a:pt x="9703" y="6842"/>
                      <a:pt x="9620" y="6924"/>
                    </a:cubicBezTo>
                    <a:cubicBezTo>
                      <a:pt x="9609" y="6935"/>
                      <a:pt x="9597" y="6939"/>
                      <a:pt x="9584" y="6939"/>
                    </a:cubicBezTo>
                    <a:cubicBezTo>
                      <a:pt x="9556" y="6939"/>
                      <a:pt x="9529" y="6917"/>
                      <a:pt x="9529" y="6883"/>
                    </a:cubicBezTo>
                    <a:cubicBezTo>
                      <a:pt x="9520" y="6775"/>
                      <a:pt x="9570" y="6659"/>
                      <a:pt x="9595" y="6552"/>
                    </a:cubicBezTo>
                    <a:cubicBezTo>
                      <a:pt x="9611" y="6469"/>
                      <a:pt x="9620" y="6386"/>
                      <a:pt x="9628" y="6303"/>
                    </a:cubicBezTo>
                    <a:lnTo>
                      <a:pt x="9628" y="6303"/>
                    </a:lnTo>
                    <a:cubicBezTo>
                      <a:pt x="9570" y="6427"/>
                      <a:pt x="9479" y="6552"/>
                      <a:pt x="9396" y="6668"/>
                    </a:cubicBezTo>
                    <a:cubicBezTo>
                      <a:pt x="9255" y="6891"/>
                      <a:pt x="9139" y="7132"/>
                      <a:pt x="9048" y="7380"/>
                    </a:cubicBezTo>
                    <a:cubicBezTo>
                      <a:pt x="8965" y="7629"/>
                      <a:pt x="8915" y="7894"/>
                      <a:pt x="8899" y="8159"/>
                    </a:cubicBezTo>
                    <a:cubicBezTo>
                      <a:pt x="8891" y="8291"/>
                      <a:pt x="8891" y="8424"/>
                      <a:pt x="8891" y="8548"/>
                    </a:cubicBezTo>
                    <a:cubicBezTo>
                      <a:pt x="8899" y="8689"/>
                      <a:pt x="8915" y="8830"/>
                      <a:pt x="8907" y="8971"/>
                    </a:cubicBezTo>
                    <a:cubicBezTo>
                      <a:pt x="8907" y="8992"/>
                      <a:pt x="8884" y="9009"/>
                      <a:pt x="8863" y="9009"/>
                    </a:cubicBezTo>
                    <a:cubicBezTo>
                      <a:pt x="8851" y="9009"/>
                      <a:pt x="8839" y="9003"/>
                      <a:pt x="8833" y="8987"/>
                    </a:cubicBezTo>
                    <a:cubicBezTo>
                      <a:pt x="8775" y="8871"/>
                      <a:pt x="8758" y="8731"/>
                      <a:pt x="8742" y="8606"/>
                    </a:cubicBezTo>
                    <a:cubicBezTo>
                      <a:pt x="8725" y="8465"/>
                      <a:pt x="8717" y="8333"/>
                      <a:pt x="8725" y="8200"/>
                    </a:cubicBezTo>
                    <a:cubicBezTo>
                      <a:pt x="8725" y="8167"/>
                      <a:pt x="8733" y="8134"/>
                      <a:pt x="8733" y="8093"/>
                    </a:cubicBezTo>
                    <a:lnTo>
                      <a:pt x="8733" y="8093"/>
                    </a:lnTo>
                    <a:cubicBezTo>
                      <a:pt x="8708" y="8159"/>
                      <a:pt x="8675" y="8225"/>
                      <a:pt x="8642" y="8291"/>
                    </a:cubicBezTo>
                    <a:cubicBezTo>
                      <a:pt x="8659" y="8308"/>
                      <a:pt x="8667" y="8333"/>
                      <a:pt x="8659" y="8358"/>
                    </a:cubicBezTo>
                    <a:cubicBezTo>
                      <a:pt x="8626" y="8482"/>
                      <a:pt x="8559" y="8590"/>
                      <a:pt x="8476" y="8689"/>
                    </a:cubicBezTo>
                    <a:cubicBezTo>
                      <a:pt x="8460" y="8764"/>
                      <a:pt x="8435" y="8830"/>
                      <a:pt x="8435" y="8896"/>
                    </a:cubicBezTo>
                    <a:cubicBezTo>
                      <a:pt x="8410" y="9095"/>
                      <a:pt x="8476" y="9311"/>
                      <a:pt x="8534" y="9493"/>
                    </a:cubicBezTo>
                    <a:cubicBezTo>
                      <a:pt x="8568" y="9592"/>
                      <a:pt x="8609" y="9692"/>
                      <a:pt x="8650" y="9783"/>
                    </a:cubicBezTo>
                    <a:cubicBezTo>
                      <a:pt x="8684" y="9866"/>
                      <a:pt x="8742" y="9957"/>
                      <a:pt x="8750" y="10040"/>
                    </a:cubicBezTo>
                    <a:cubicBezTo>
                      <a:pt x="8756" y="10082"/>
                      <a:pt x="8727" y="10111"/>
                      <a:pt x="8695" y="10111"/>
                    </a:cubicBezTo>
                    <a:cubicBezTo>
                      <a:pt x="8683" y="10111"/>
                      <a:pt x="8670" y="10107"/>
                      <a:pt x="8659" y="10098"/>
                    </a:cubicBezTo>
                    <a:cubicBezTo>
                      <a:pt x="8576" y="10031"/>
                      <a:pt x="8518" y="9907"/>
                      <a:pt x="8476" y="9816"/>
                    </a:cubicBezTo>
                    <a:cubicBezTo>
                      <a:pt x="8435" y="9725"/>
                      <a:pt x="8402" y="9625"/>
                      <a:pt x="8369" y="9526"/>
                    </a:cubicBezTo>
                    <a:cubicBezTo>
                      <a:pt x="8319" y="9369"/>
                      <a:pt x="8269" y="9203"/>
                      <a:pt x="8269" y="9037"/>
                    </a:cubicBezTo>
                    <a:lnTo>
                      <a:pt x="8162" y="9211"/>
                    </a:lnTo>
                    <a:cubicBezTo>
                      <a:pt x="8062" y="9377"/>
                      <a:pt x="7946" y="9551"/>
                      <a:pt x="7888" y="9741"/>
                    </a:cubicBezTo>
                    <a:cubicBezTo>
                      <a:pt x="7830" y="9940"/>
                      <a:pt x="7847" y="10164"/>
                      <a:pt x="7847" y="10371"/>
                    </a:cubicBezTo>
                    <a:cubicBezTo>
                      <a:pt x="7855" y="10479"/>
                      <a:pt x="7855" y="10587"/>
                      <a:pt x="7863" y="10694"/>
                    </a:cubicBezTo>
                    <a:cubicBezTo>
                      <a:pt x="7863" y="10802"/>
                      <a:pt x="7863" y="10910"/>
                      <a:pt x="7822" y="11001"/>
                    </a:cubicBezTo>
                    <a:cubicBezTo>
                      <a:pt x="7814" y="11022"/>
                      <a:pt x="7793" y="11032"/>
                      <a:pt x="7771" y="11032"/>
                    </a:cubicBezTo>
                    <a:cubicBezTo>
                      <a:pt x="7749" y="11032"/>
                      <a:pt x="7727" y="11022"/>
                      <a:pt x="7714" y="11001"/>
                    </a:cubicBezTo>
                    <a:cubicBezTo>
                      <a:pt x="7656" y="10901"/>
                      <a:pt x="7664" y="10777"/>
                      <a:pt x="7656" y="10661"/>
                    </a:cubicBezTo>
                    <a:cubicBezTo>
                      <a:pt x="7648" y="10553"/>
                      <a:pt x="7648" y="10437"/>
                      <a:pt x="7648" y="10330"/>
                    </a:cubicBezTo>
                    <a:cubicBezTo>
                      <a:pt x="7640" y="10106"/>
                      <a:pt x="7640" y="9882"/>
                      <a:pt x="7714" y="9675"/>
                    </a:cubicBezTo>
                    <a:cubicBezTo>
                      <a:pt x="7756" y="9526"/>
                      <a:pt x="7838" y="9393"/>
                      <a:pt x="7921" y="9261"/>
                    </a:cubicBezTo>
                    <a:lnTo>
                      <a:pt x="7921" y="9261"/>
                    </a:lnTo>
                    <a:cubicBezTo>
                      <a:pt x="7756" y="9393"/>
                      <a:pt x="7582" y="9518"/>
                      <a:pt x="7408" y="9634"/>
                    </a:cubicBezTo>
                    <a:cubicBezTo>
                      <a:pt x="6902" y="9965"/>
                      <a:pt x="6372" y="10263"/>
                      <a:pt x="5891" y="10628"/>
                    </a:cubicBezTo>
                    <a:cubicBezTo>
                      <a:pt x="5386" y="11017"/>
                      <a:pt x="4880" y="11399"/>
                      <a:pt x="4375" y="11788"/>
                    </a:cubicBezTo>
                    <a:cubicBezTo>
                      <a:pt x="3911" y="12153"/>
                      <a:pt x="3455" y="12534"/>
                      <a:pt x="3041" y="12956"/>
                    </a:cubicBezTo>
                    <a:cubicBezTo>
                      <a:pt x="2958" y="13039"/>
                      <a:pt x="2884" y="13114"/>
                      <a:pt x="2809" y="13196"/>
                    </a:cubicBezTo>
                    <a:cubicBezTo>
                      <a:pt x="2809" y="13196"/>
                      <a:pt x="2809" y="13196"/>
                      <a:pt x="2809" y="13205"/>
                    </a:cubicBezTo>
                    <a:cubicBezTo>
                      <a:pt x="2718" y="13437"/>
                      <a:pt x="2569" y="13627"/>
                      <a:pt x="2387" y="13793"/>
                    </a:cubicBezTo>
                    <a:cubicBezTo>
                      <a:pt x="2279" y="13892"/>
                      <a:pt x="2163" y="13975"/>
                      <a:pt x="2047" y="14075"/>
                    </a:cubicBezTo>
                    <a:cubicBezTo>
                      <a:pt x="2005" y="14133"/>
                      <a:pt x="1956" y="14191"/>
                      <a:pt x="1906" y="14257"/>
                    </a:cubicBezTo>
                    <a:cubicBezTo>
                      <a:pt x="1901" y="14262"/>
                      <a:pt x="1896" y="14264"/>
                      <a:pt x="1890" y="14264"/>
                    </a:cubicBezTo>
                    <a:cubicBezTo>
                      <a:pt x="1876" y="14264"/>
                      <a:pt x="1862" y="14252"/>
                      <a:pt x="1856" y="14240"/>
                    </a:cubicBezTo>
                    <a:cubicBezTo>
                      <a:pt x="1682" y="14406"/>
                      <a:pt x="1533" y="14580"/>
                      <a:pt x="1417" y="14787"/>
                    </a:cubicBezTo>
                    <a:cubicBezTo>
                      <a:pt x="1301" y="14970"/>
                      <a:pt x="1210" y="15160"/>
                      <a:pt x="1144" y="15359"/>
                    </a:cubicBezTo>
                    <a:cubicBezTo>
                      <a:pt x="1144" y="15367"/>
                      <a:pt x="1144" y="15384"/>
                      <a:pt x="1135" y="15392"/>
                    </a:cubicBezTo>
                    <a:cubicBezTo>
                      <a:pt x="1135" y="15400"/>
                      <a:pt x="1127" y="15409"/>
                      <a:pt x="1127" y="15425"/>
                    </a:cubicBezTo>
                    <a:cubicBezTo>
                      <a:pt x="1094" y="15533"/>
                      <a:pt x="1069" y="15649"/>
                      <a:pt x="1036" y="15765"/>
                    </a:cubicBezTo>
                    <a:cubicBezTo>
                      <a:pt x="1011" y="15881"/>
                      <a:pt x="1003" y="16005"/>
                      <a:pt x="970" y="16113"/>
                    </a:cubicBezTo>
                    <a:cubicBezTo>
                      <a:pt x="957" y="16139"/>
                      <a:pt x="931" y="16153"/>
                      <a:pt x="907" y="16153"/>
                    </a:cubicBezTo>
                    <a:cubicBezTo>
                      <a:pt x="885" y="16153"/>
                      <a:pt x="866" y="16141"/>
                      <a:pt x="862" y="16113"/>
                    </a:cubicBezTo>
                    <a:cubicBezTo>
                      <a:pt x="837" y="16014"/>
                      <a:pt x="837" y="15914"/>
                      <a:pt x="845" y="15815"/>
                    </a:cubicBezTo>
                    <a:lnTo>
                      <a:pt x="845" y="15815"/>
                    </a:lnTo>
                    <a:cubicBezTo>
                      <a:pt x="647" y="16088"/>
                      <a:pt x="456" y="16370"/>
                      <a:pt x="307" y="16676"/>
                    </a:cubicBezTo>
                    <a:cubicBezTo>
                      <a:pt x="100" y="17091"/>
                      <a:pt x="0" y="17538"/>
                      <a:pt x="50" y="18010"/>
                    </a:cubicBezTo>
                    <a:cubicBezTo>
                      <a:pt x="100" y="18516"/>
                      <a:pt x="265" y="18996"/>
                      <a:pt x="340" y="19502"/>
                    </a:cubicBezTo>
                    <a:cubicBezTo>
                      <a:pt x="415" y="20015"/>
                      <a:pt x="423" y="20537"/>
                      <a:pt x="365" y="21059"/>
                    </a:cubicBezTo>
                    <a:cubicBezTo>
                      <a:pt x="340" y="21300"/>
                      <a:pt x="274" y="21573"/>
                      <a:pt x="348" y="21813"/>
                    </a:cubicBezTo>
                    <a:cubicBezTo>
                      <a:pt x="390" y="21979"/>
                      <a:pt x="522" y="22137"/>
                      <a:pt x="705" y="22137"/>
                    </a:cubicBezTo>
                    <a:cubicBezTo>
                      <a:pt x="854" y="22145"/>
                      <a:pt x="854" y="22369"/>
                      <a:pt x="705" y="22369"/>
                    </a:cubicBezTo>
                    <a:cubicBezTo>
                      <a:pt x="671" y="22369"/>
                      <a:pt x="630" y="22360"/>
                      <a:pt x="597" y="22352"/>
                    </a:cubicBezTo>
                    <a:cubicBezTo>
                      <a:pt x="564" y="22468"/>
                      <a:pt x="522" y="22584"/>
                      <a:pt x="497" y="22700"/>
                    </a:cubicBezTo>
                    <a:cubicBezTo>
                      <a:pt x="464" y="22841"/>
                      <a:pt x="439" y="22990"/>
                      <a:pt x="456" y="23139"/>
                    </a:cubicBezTo>
                    <a:cubicBezTo>
                      <a:pt x="481" y="23396"/>
                      <a:pt x="622" y="23595"/>
                      <a:pt x="837" y="23744"/>
                    </a:cubicBezTo>
                    <a:cubicBezTo>
                      <a:pt x="1061" y="23893"/>
                      <a:pt x="1309" y="24009"/>
                      <a:pt x="1550" y="24125"/>
                    </a:cubicBezTo>
                    <a:cubicBezTo>
                      <a:pt x="1807" y="24249"/>
                      <a:pt x="2072" y="24365"/>
                      <a:pt x="2337" y="24465"/>
                    </a:cubicBezTo>
                    <a:cubicBezTo>
                      <a:pt x="2602" y="24572"/>
                      <a:pt x="2875" y="24655"/>
                      <a:pt x="3132" y="24771"/>
                    </a:cubicBezTo>
                    <a:cubicBezTo>
                      <a:pt x="3141" y="24771"/>
                      <a:pt x="3141" y="24780"/>
                      <a:pt x="3149" y="24780"/>
                    </a:cubicBezTo>
                    <a:lnTo>
                      <a:pt x="3157" y="24780"/>
                    </a:lnTo>
                    <a:cubicBezTo>
                      <a:pt x="3196" y="24777"/>
                      <a:pt x="3235" y="24776"/>
                      <a:pt x="3274" y="24776"/>
                    </a:cubicBezTo>
                    <a:cubicBezTo>
                      <a:pt x="3367" y="24776"/>
                      <a:pt x="3461" y="24782"/>
                      <a:pt x="3555" y="24788"/>
                    </a:cubicBezTo>
                    <a:lnTo>
                      <a:pt x="3795" y="24788"/>
                    </a:lnTo>
                    <a:cubicBezTo>
                      <a:pt x="3836" y="24771"/>
                      <a:pt x="3878" y="24763"/>
                      <a:pt x="3919" y="24763"/>
                    </a:cubicBezTo>
                    <a:cubicBezTo>
                      <a:pt x="3944" y="24713"/>
                      <a:pt x="3944" y="24639"/>
                      <a:pt x="3952" y="24597"/>
                    </a:cubicBezTo>
                    <a:cubicBezTo>
                      <a:pt x="3952" y="24572"/>
                      <a:pt x="3952" y="24539"/>
                      <a:pt x="3961" y="24506"/>
                    </a:cubicBezTo>
                    <a:cubicBezTo>
                      <a:pt x="3969" y="24473"/>
                      <a:pt x="3986" y="24456"/>
                      <a:pt x="4010" y="24432"/>
                    </a:cubicBezTo>
                    <a:cubicBezTo>
                      <a:pt x="4022" y="24416"/>
                      <a:pt x="4037" y="24410"/>
                      <a:pt x="4053" y="24410"/>
                    </a:cubicBezTo>
                    <a:cubicBezTo>
                      <a:pt x="4070" y="24410"/>
                      <a:pt x="4088" y="24418"/>
                      <a:pt x="4102" y="24432"/>
                    </a:cubicBezTo>
                    <a:cubicBezTo>
                      <a:pt x="4168" y="24481"/>
                      <a:pt x="4160" y="24564"/>
                      <a:pt x="4151" y="24647"/>
                    </a:cubicBezTo>
                    <a:cubicBezTo>
                      <a:pt x="4143" y="24697"/>
                      <a:pt x="4135" y="24738"/>
                      <a:pt x="4126" y="24788"/>
                    </a:cubicBezTo>
                    <a:cubicBezTo>
                      <a:pt x="4201" y="24813"/>
                      <a:pt x="4267" y="24879"/>
                      <a:pt x="4325" y="24937"/>
                    </a:cubicBezTo>
                    <a:cubicBezTo>
                      <a:pt x="4350" y="24970"/>
                      <a:pt x="4383" y="24995"/>
                      <a:pt x="4408" y="25012"/>
                    </a:cubicBezTo>
                    <a:cubicBezTo>
                      <a:pt x="4428" y="25021"/>
                      <a:pt x="4444" y="25025"/>
                      <a:pt x="4461" y="25025"/>
                    </a:cubicBezTo>
                    <a:cubicBezTo>
                      <a:pt x="4473" y="25025"/>
                      <a:pt x="4486" y="25023"/>
                      <a:pt x="4499" y="25020"/>
                    </a:cubicBezTo>
                    <a:cubicBezTo>
                      <a:pt x="4532" y="25012"/>
                      <a:pt x="4574" y="24987"/>
                      <a:pt x="4599" y="24962"/>
                    </a:cubicBezTo>
                    <a:cubicBezTo>
                      <a:pt x="4624" y="24945"/>
                      <a:pt x="4640" y="24929"/>
                      <a:pt x="4657" y="24912"/>
                    </a:cubicBezTo>
                    <a:cubicBezTo>
                      <a:pt x="4682" y="24904"/>
                      <a:pt x="4698" y="24896"/>
                      <a:pt x="4715" y="24887"/>
                    </a:cubicBezTo>
                    <a:cubicBezTo>
                      <a:pt x="4740" y="24871"/>
                      <a:pt x="4764" y="24854"/>
                      <a:pt x="4789" y="24838"/>
                    </a:cubicBezTo>
                    <a:cubicBezTo>
                      <a:pt x="4839" y="24804"/>
                      <a:pt x="4880" y="24763"/>
                      <a:pt x="4889" y="24705"/>
                    </a:cubicBezTo>
                    <a:cubicBezTo>
                      <a:pt x="4905" y="24639"/>
                      <a:pt x="4864" y="24564"/>
                      <a:pt x="4822" y="24514"/>
                    </a:cubicBezTo>
                    <a:cubicBezTo>
                      <a:pt x="4773" y="24456"/>
                      <a:pt x="4715" y="24407"/>
                      <a:pt x="4648" y="24357"/>
                    </a:cubicBezTo>
                    <a:cubicBezTo>
                      <a:pt x="4582" y="24307"/>
                      <a:pt x="4516" y="24249"/>
                      <a:pt x="4450" y="24191"/>
                    </a:cubicBezTo>
                    <a:cubicBezTo>
                      <a:pt x="4300" y="24067"/>
                      <a:pt x="4168" y="23934"/>
                      <a:pt x="4027" y="23802"/>
                    </a:cubicBezTo>
                    <a:cubicBezTo>
                      <a:pt x="3986" y="23760"/>
                      <a:pt x="4025" y="23684"/>
                      <a:pt x="4078" y="23684"/>
                    </a:cubicBezTo>
                    <a:cubicBezTo>
                      <a:pt x="4088" y="23684"/>
                      <a:pt x="4099" y="23687"/>
                      <a:pt x="4110" y="23694"/>
                    </a:cubicBezTo>
                    <a:cubicBezTo>
                      <a:pt x="4209" y="23760"/>
                      <a:pt x="4309" y="23810"/>
                      <a:pt x="4400" y="23876"/>
                    </a:cubicBezTo>
                    <a:cubicBezTo>
                      <a:pt x="4499" y="23943"/>
                      <a:pt x="4590" y="24009"/>
                      <a:pt x="4682" y="24075"/>
                    </a:cubicBezTo>
                    <a:cubicBezTo>
                      <a:pt x="4831" y="24183"/>
                      <a:pt x="5013" y="24299"/>
                      <a:pt x="5096" y="24481"/>
                    </a:cubicBezTo>
                    <a:cubicBezTo>
                      <a:pt x="5112" y="24506"/>
                      <a:pt x="5121" y="24531"/>
                      <a:pt x="5129" y="24556"/>
                    </a:cubicBezTo>
                    <a:cubicBezTo>
                      <a:pt x="5154" y="24523"/>
                      <a:pt x="5179" y="24481"/>
                      <a:pt x="5195" y="24440"/>
                    </a:cubicBezTo>
                    <a:cubicBezTo>
                      <a:pt x="5237" y="24316"/>
                      <a:pt x="5212" y="24166"/>
                      <a:pt x="5137" y="24059"/>
                    </a:cubicBezTo>
                    <a:cubicBezTo>
                      <a:pt x="5046" y="23934"/>
                      <a:pt x="4889" y="23868"/>
                      <a:pt x="4756" y="23794"/>
                    </a:cubicBezTo>
                    <a:cubicBezTo>
                      <a:pt x="4607" y="23694"/>
                      <a:pt x="4450" y="23595"/>
                      <a:pt x="4300" y="23504"/>
                    </a:cubicBezTo>
                    <a:cubicBezTo>
                      <a:pt x="4236" y="23460"/>
                      <a:pt x="4271" y="23373"/>
                      <a:pt x="4336" y="23373"/>
                    </a:cubicBezTo>
                    <a:cubicBezTo>
                      <a:pt x="4346" y="23373"/>
                      <a:pt x="4356" y="23375"/>
                      <a:pt x="4367" y="23379"/>
                    </a:cubicBezTo>
                    <a:cubicBezTo>
                      <a:pt x="4566" y="23470"/>
                      <a:pt x="4764" y="23562"/>
                      <a:pt x="4955" y="23661"/>
                    </a:cubicBezTo>
                    <a:cubicBezTo>
                      <a:pt x="5121" y="23752"/>
                      <a:pt x="5295" y="23852"/>
                      <a:pt x="5378" y="24026"/>
                    </a:cubicBezTo>
                    <a:cubicBezTo>
                      <a:pt x="5378" y="24026"/>
                      <a:pt x="5378" y="24034"/>
                      <a:pt x="5386" y="24034"/>
                    </a:cubicBezTo>
                    <a:cubicBezTo>
                      <a:pt x="5402" y="23934"/>
                      <a:pt x="5402" y="23835"/>
                      <a:pt x="5386" y="23744"/>
                    </a:cubicBezTo>
                    <a:cubicBezTo>
                      <a:pt x="5336" y="23479"/>
                      <a:pt x="5170" y="23313"/>
                      <a:pt x="4938" y="23205"/>
                    </a:cubicBezTo>
                    <a:cubicBezTo>
                      <a:pt x="4682" y="23089"/>
                      <a:pt x="4408" y="22998"/>
                      <a:pt x="4135" y="22924"/>
                    </a:cubicBezTo>
                    <a:cubicBezTo>
                      <a:pt x="3861" y="22841"/>
                      <a:pt x="3580" y="22808"/>
                      <a:pt x="3298" y="22766"/>
                    </a:cubicBezTo>
                    <a:cubicBezTo>
                      <a:pt x="3281" y="22783"/>
                      <a:pt x="3265" y="22808"/>
                      <a:pt x="3248" y="22824"/>
                    </a:cubicBezTo>
                    <a:cubicBezTo>
                      <a:pt x="3199" y="22874"/>
                      <a:pt x="3141" y="22932"/>
                      <a:pt x="3074" y="22957"/>
                    </a:cubicBezTo>
                    <a:cubicBezTo>
                      <a:pt x="3067" y="22960"/>
                      <a:pt x="3059" y="22961"/>
                      <a:pt x="3051" y="22961"/>
                    </a:cubicBezTo>
                    <a:cubicBezTo>
                      <a:pt x="2994" y="22961"/>
                      <a:pt x="2946" y="22884"/>
                      <a:pt x="2983" y="22832"/>
                    </a:cubicBezTo>
                    <a:cubicBezTo>
                      <a:pt x="3000" y="22808"/>
                      <a:pt x="3033" y="22783"/>
                      <a:pt x="3058" y="22766"/>
                    </a:cubicBezTo>
                    <a:cubicBezTo>
                      <a:pt x="3083" y="22741"/>
                      <a:pt x="3107" y="22725"/>
                      <a:pt x="3132" y="22700"/>
                    </a:cubicBezTo>
                    <a:cubicBezTo>
                      <a:pt x="3174" y="22659"/>
                      <a:pt x="3215" y="22617"/>
                      <a:pt x="3257" y="22567"/>
                    </a:cubicBezTo>
                    <a:cubicBezTo>
                      <a:pt x="3265" y="22567"/>
                      <a:pt x="3273" y="22559"/>
                      <a:pt x="3273" y="22551"/>
                    </a:cubicBezTo>
                    <a:lnTo>
                      <a:pt x="3273" y="22551"/>
                    </a:lnTo>
                    <a:cubicBezTo>
                      <a:pt x="3223" y="22576"/>
                      <a:pt x="3174" y="22601"/>
                      <a:pt x="3124" y="22617"/>
                    </a:cubicBezTo>
                    <a:cubicBezTo>
                      <a:pt x="3114" y="22622"/>
                      <a:pt x="3104" y="22624"/>
                      <a:pt x="3094" y="22624"/>
                    </a:cubicBezTo>
                    <a:cubicBezTo>
                      <a:pt x="3036" y="22624"/>
                      <a:pt x="3002" y="22545"/>
                      <a:pt x="3066" y="22509"/>
                    </a:cubicBezTo>
                    <a:cubicBezTo>
                      <a:pt x="3356" y="22352"/>
                      <a:pt x="3638" y="22170"/>
                      <a:pt x="3894" y="21954"/>
                    </a:cubicBezTo>
                    <a:cubicBezTo>
                      <a:pt x="4110" y="21772"/>
                      <a:pt x="4300" y="21557"/>
                      <a:pt x="4425" y="21291"/>
                    </a:cubicBezTo>
                    <a:cubicBezTo>
                      <a:pt x="4574" y="20985"/>
                      <a:pt x="4590" y="20637"/>
                      <a:pt x="4590" y="20305"/>
                    </a:cubicBezTo>
                    <a:cubicBezTo>
                      <a:pt x="4590" y="20140"/>
                      <a:pt x="4582" y="19966"/>
                      <a:pt x="4508" y="19817"/>
                    </a:cubicBezTo>
                    <a:cubicBezTo>
                      <a:pt x="4433" y="19659"/>
                      <a:pt x="4300" y="19543"/>
                      <a:pt x="4184" y="19411"/>
                    </a:cubicBezTo>
                    <a:cubicBezTo>
                      <a:pt x="4060" y="19270"/>
                      <a:pt x="3936" y="19129"/>
                      <a:pt x="3812" y="18988"/>
                    </a:cubicBezTo>
                    <a:cubicBezTo>
                      <a:pt x="3754" y="18913"/>
                      <a:pt x="3696" y="18847"/>
                      <a:pt x="3638" y="18773"/>
                    </a:cubicBezTo>
                    <a:cubicBezTo>
                      <a:pt x="3580" y="18698"/>
                      <a:pt x="3530" y="18632"/>
                      <a:pt x="3505" y="18541"/>
                    </a:cubicBezTo>
                    <a:cubicBezTo>
                      <a:pt x="3498" y="18505"/>
                      <a:pt x="3528" y="18463"/>
                      <a:pt x="3568" y="18463"/>
                    </a:cubicBezTo>
                    <a:cubicBezTo>
                      <a:pt x="3575" y="18463"/>
                      <a:pt x="3581" y="18464"/>
                      <a:pt x="3588" y="18466"/>
                    </a:cubicBezTo>
                    <a:cubicBezTo>
                      <a:pt x="3679" y="18507"/>
                      <a:pt x="3762" y="18582"/>
                      <a:pt x="3828" y="18665"/>
                    </a:cubicBezTo>
                    <a:cubicBezTo>
                      <a:pt x="3886" y="18715"/>
                      <a:pt x="3944" y="18781"/>
                      <a:pt x="3994" y="18839"/>
                    </a:cubicBezTo>
                    <a:cubicBezTo>
                      <a:pt x="4000" y="18811"/>
                      <a:pt x="4028" y="18790"/>
                      <a:pt x="4059" y="18790"/>
                    </a:cubicBezTo>
                    <a:cubicBezTo>
                      <a:pt x="4073" y="18790"/>
                      <a:pt x="4088" y="18795"/>
                      <a:pt x="4102" y="18806"/>
                    </a:cubicBezTo>
                    <a:cubicBezTo>
                      <a:pt x="4342" y="19021"/>
                      <a:pt x="4624" y="19195"/>
                      <a:pt x="4905" y="19344"/>
                    </a:cubicBezTo>
                    <a:cubicBezTo>
                      <a:pt x="5411" y="19601"/>
                      <a:pt x="5958" y="19750"/>
                      <a:pt x="6521" y="19759"/>
                    </a:cubicBezTo>
                    <a:cubicBezTo>
                      <a:pt x="6542" y="19759"/>
                      <a:pt x="6564" y="19760"/>
                      <a:pt x="6585" y="19760"/>
                    </a:cubicBezTo>
                    <a:cubicBezTo>
                      <a:pt x="6845" y="19760"/>
                      <a:pt x="7106" y="19715"/>
                      <a:pt x="7366" y="19692"/>
                    </a:cubicBezTo>
                    <a:cubicBezTo>
                      <a:pt x="7418" y="19688"/>
                      <a:pt x="7471" y="19686"/>
                      <a:pt x="7525" y="19686"/>
                    </a:cubicBezTo>
                    <a:cubicBezTo>
                      <a:pt x="7687" y="19686"/>
                      <a:pt x="7853" y="19709"/>
                      <a:pt x="7996" y="19783"/>
                    </a:cubicBezTo>
                    <a:cubicBezTo>
                      <a:pt x="7963" y="19187"/>
                      <a:pt x="7921" y="18599"/>
                      <a:pt x="7880" y="18002"/>
                    </a:cubicBezTo>
                    <a:cubicBezTo>
                      <a:pt x="7875" y="17975"/>
                      <a:pt x="7898" y="17960"/>
                      <a:pt x="7920" y="17960"/>
                    </a:cubicBezTo>
                    <a:cubicBezTo>
                      <a:pt x="7939" y="17960"/>
                      <a:pt x="7959" y="17971"/>
                      <a:pt x="7963" y="17994"/>
                    </a:cubicBezTo>
                    <a:cubicBezTo>
                      <a:pt x="8054" y="18483"/>
                      <a:pt x="8128" y="18980"/>
                      <a:pt x="8170" y="19477"/>
                    </a:cubicBezTo>
                    <a:cubicBezTo>
                      <a:pt x="8211" y="19916"/>
                      <a:pt x="8236" y="20355"/>
                      <a:pt x="8244" y="20794"/>
                    </a:cubicBezTo>
                    <a:cubicBezTo>
                      <a:pt x="8253" y="21018"/>
                      <a:pt x="8253" y="21233"/>
                      <a:pt x="8253" y="21457"/>
                    </a:cubicBezTo>
                    <a:cubicBezTo>
                      <a:pt x="8253" y="21664"/>
                      <a:pt x="8253" y="21871"/>
                      <a:pt x="8311" y="22070"/>
                    </a:cubicBezTo>
                    <a:cubicBezTo>
                      <a:pt x="8369" y="22253"/>
                      <a:pt x="8468" y="22418"/>
                      <a:pt x="8551" y="22584"/>
                    </a:cubicBezTo>
                    <a:cubicBezTo>
                      <a:pt x="8634" y="22766"/>
                      <a:pt x="8708" y="22948"/>
                      <a:pt x="8733" y="23147"/>
                    </a:cubicBezTo>
                    <a:cubicBezTo>
                      <a:pt x="8766" y="23354"/>
                      <a:pt x="8758" y="23562"/>
                      <a:pt x="8742" y="23777"/>
                    </a:cubicBezTo>
                    <a:cubicBezTo>
                      <a:pt x="8733" y="23992"/>
                      <a:pt x="8725" y="24216"/>
                      <a:pt x="8708" y="24432"/>
                    </a:cubicBezTo>
                    <a:cubicBezTo>
                      <a:pt x="8708" y="24481"/>
                      <a:pt x="8675" y="24514"/>
                      <a:pt x="8634" y="24523"/>
                    </a:cubicBezTo>
                    <a:cubicBezTo>
                      <a:pt x="8617" y="24688"/>
                      <a:pt x="8609" y="24862"/>
                      <a:pt x="8601" y="25028"/>
                    </a:cubicBezTo>
                    <a:cubicBezTo>
                      <a:pt x="8584" y="25285"/>
                      <a:pt x="8576" y="25534"/>
                      <a:pt x="8584" y="25790"/>
                    </a:cubicBezTo>
                    <a:cubicBezTo>
                      <a:pt x="8592" y="25989"/>
                      <a:pt x="8568" y="26271"/>
                      <a:pt x="8742" y="26404"/>
                    </a:cubicBezTo>
                    <a:cubicBezTo>
                      <a:pt x="8882" y="26520"/>
                      <a:pt x="9081" y="26553"/>
                      <a:pt x="9247" y="26627"/>
                    </a:cubicBezTo>
                    <a:cubicBezTo>
                      <a:pt x="9346" y="26669"/>
                      <a:pt x="9437" y="26727"/>
                      <a:pt x="9537" y="26760"/>
                    </a:cubicBezTo>
                    <a:cubicBezTo>
                      <a:pt x="9577" y="26773"/>
                      <a:pt x="9618" y="26787"/>
                      <a:pt x="9654" y="26787"/>
                    </a:cubicBezTo>
                    <a:cubicBezTo>
                      <a:pt x="9662" y="26787"/>
                      <a:pt x="9670" y="26786"/>
                      <a:pt x="9678" y="26785"/>
                    </a:cubicBezTo>
                    <a:cubicBezTo>
                      <a:pt x="9718" y="26779"/>
                      <a:pt x="9746" y="26769"/>
                      <a:pt x="9779" y="26769"/>
                    </a:cubicBezTo>
                    <a:cubicBezTo>
                      <a:pt x="9793" y="26769"/>
                      <a:pt x="9809" y="26771"/>
                      <a:pt x="9827" y="26776"/>
                    </a:cubicBezTo>
                    <a:cubicBezTo>
                      <a:pt x="9827" y="26776"/>
                      <a:pt x="9835" y="26785"/>
                      <a:pt x="9843" y="26785"/>
                    </a:cubicBezTo>
                    <a:cubicBezTo>
                      <a:pt x="9910" y="26660"/>
                      <a:pt x="9901" y="26478"/>
                      <a:pt x="9868" y="26346"/>
                    </a:cubicBezTo>
                    <a:cubicBezTo>
                      <a:pt x="9835" y="26213"/>
                      <a:pt x="9769" y="26089"/>
                      <a:pt x="9694" y="25973"/>
                    </a:cubicBezTo>
                    <a:cubicBezTo>
                      <a:pt x="9620" y="25865"/>
                      <a:pt x="9553" y="25749"/>
                      <a:pt x="9512" y="25625"/>
                    </a:cubicBezTo>
                    <a:cubicBezTo>
                      <a:pt x="9502" y="25576"/>
                      <a:pt x="9539" y="25547"/>
                      <a:pt x="9575" y="25547"/>
                    </a:cubicBezTo>
                    <a:cubicBezTo>
                      <a:pt x="9601" y="25547"/>
                      <a:pt x="9626" y="25561"/>
                      <a:pt x="9636" y="25592"/>
                    </a:cubicBezTo>
                    <a:cubicBezTo>
                      <a:pt x="9694" y="25741"/>
                      <a:pt x="9827" y="25848"/>
                      <a:pt x="9918" y="25973"/>
                    </a:cubicBezTo>
                    <a:cubicBezTo>
                      <a:pt x="10001" y="26105"/>
                      <a:pt x="10067" y="26254"/>
                      <a:pt x="10092" y="26412"/>
                    </a:cubicBezTo>
                    <a:cubicBezTo>
                      <a:pt x="10125" y="26611"/>
                      <a:pt x="10100" y="26843"/>
                      <a:pt x="9959" y="27000"/>
                    </a:cubicBezTo>
                    <a:cubicBezTo>
                      <a:pt x="9976" y="27017"/>
                      <a:pt x="9993" y="27042"/>
                      <a:pt x="10009" y="27058"/>
                    </a:cubicBezTo>
                    <a:cubicBezTo>
                      <a:pt x="10051" y="27091"/>
                      <a:pt x="10092" y="27124"/>
                      <a:pt x="10133" y="27141"/>
                    </a:cubicBezTo>
                    <a:cubicBezTo>
                      <a:pt x="10207" y="27172"/>
                      <a:pt x="10286" y="27189"/>
                      <a:pt x="10362" y="27189"/>
                    </a:cubicBezTo>
                    <a:cubicBezTo>
                      <a:pt x="10388" y="27189"/>
                      <a:pt x="10414" y="27187"/>
                      <a:pt x="10440" y="27182"/>
                    </a:cubicBezTo>
                    <a:cubicBezTo>
                      <a:pt x="10573" y="27166"/>
                      <a:pt x="10697" y="27116"/>
                      <a:pt x="10805" y="27050"/>
                    </a:cubicBezTo>
                    <a:cubicBezTo>
                      <a:pt x="10904" y="26992"/>
                      <a:pt x="11053" y="26909"/>
                      <a:pt x="11103" y="26801"/>
                    </a:cubicBezTo>
                    <a:cubicBezTo>
                      <a:pt x="11161" y="26694"/>
                      <a:pt x="11037" y="26511"/>
                      <a:pt x="10995" y="26412"/>
                    </a:cubicBezTo>
                    <a:cubicBezTo>
                      <a:pt x="10929" y="26279"/>
                      <a:pt x="10863" y="26147"/>
                      <a:pt x="10796" y="26022"/>
                    </a:cubicBezTo>
                    <a:cubicBezTo>
                      <a:pt x="10655" y="25774"/>
                      <a:pt x="10506" y="25517"/>
                      <a:pt x="10349" y="25277"/>
                    </a:cubicBezTo>
                    <a:cubicBezTo>
                      <a:pt x="10324" y="25239"/>
                      <a:pt x="10364" y="25193"/>
                      <a:pt x="10404" y="25193"/>
                    </a:cubicBezTo>
                    <a:cubicBezTo>
                      <a:pt x="10417" y="25193"/>
                      <a:pt x="10430" y="25198"/>
                      <a:pt x="10440" y="25210"/>
                    </a:cubicBezTo>
                    <a:cubicBezTo>
                      <a:pt x="10647" y="25442"/>
                      <a:pt x="10838" y="25691"/>
                      <a:pt x="10995" y="25956"/>
                    </a:cubicBezTo>
                    <a:cubicBezTo>
                      <a:pt x="11061" y="26072"/>
                      <a:pt x="11128" y="26188"/>
                      <a:pt x="11186" y="26312"/>
                    </a:cubicBezTo>
                    <a:cubicBezTo>
                      <a:pt x="11227" y="26387"/>
                      <a:pt x="11269" y="26470"/>
                      <a:pt x="11302" y="26553"/>
                    </a:cubicBezTo>
                    <a:cubicBezTo>
                      <a:pt x="11343" y="26495"/>
                      <a:pt x="11368" y="26420"/>
                      <a:pt x="11393" y="26354"/>
                    </a:cubicBezTo>
                    <a:cubicBezTo>
                      <a:pt x="11426" y="26279"/>
                      <a:pt x="11459" y="26196"/>
                      <a:pt x="11459" y="26122"/>
                    </a:cubicBezTo>
                    <a:cubicBezTo>
                      <a:pt x="11459" y="26039"/>
                      <a:pt x="11409" y="25964"/>
                      <a:pt x="11368" y="25906"/>
                    </a:cubicBezTo>
                    <a:cubicBezTo>
                      <a:pt x="11161" y="25616"/>
                      <a:pt x="10912" y="25343"/>
                      <a:pt x="10672" y="25086"/>
                    </a:cubicBezTo>
                    <a:cubicBezTo>
                      <a:pt x="10626" y="25041"/>
                      <a:pt x="10668" y="24980"/>
                      <a:pt x="10716" y="24980"/>
                    </a:cubicBezTo>
                    <a:cubicBezTo>
                      <a:pt x="10729" y="24980"/>
                      <a:pt x="10742" y="24984"/>
                      <a:pt x="10755" y="24995"/>
                    </a:cubicBezTo>
                    <a:cubicBezTo>
                      <a:pt x="10929" y="25136"/>
                      <a:pt x="11086" y="25277"/>
                      <a:pt x="11235" y="25434"/>
                    </a:cubicBezTo>
                    <a:cubicBezTo>
                      <a:pt x="11310" y="25509"/>
                      <a:pt x="11385" y="25592"/>
                      <a:pt x="11451" y="25674"/>
                    </a:cubicBezTo>
                    <a:cubicBezTo>
                      <a:pt x="11484" y="25716"/>
                      <a:pt x="11517" y="25749"/>
                      <a:pt x="11542" y="25790"/>
                    </a:cubicBezTo>
                    <a:cubicBezTo>
                      <a:pt x="11542" y="25550"/>
                      <a:pt x="11401" y="25310"/>
                      <a:pt x="11260" y="25119"/>
                    </a:cubicBezTo>
                    <a:cubicBezTo>
                      <a:pt x="11111" y="24912"/>
                      <a:pt x="10921" y="24730"/>
                      <a:pt x="10780" y="24514"/>
                    </a:cubicBezTo>
                    <a:cubicBezTo>
                      <a:pt x="10647" y="24316"/>
                      <a:pt x="10589" y="24092"/>
                      <a:pt x="10556" y="23860"/>
                    </a:cubicBezTo>
                    <a:cubicBezTo>
                      <a:pt x="10515" y="23611"/>
                      <a:pt x="10490" y="23354"/>
                      <a:pt x="10473" y="23106"/>
                    </a:cubicBezTo>
                    <a:cubicBezTo>
                      <a:pt x="10448" y="22733"/>
                      <a:pt x="10440" y="22360"/>
                      <a:pt x="10448" y="21987"/>
                    </a:cubicBezTo>
                    <a:cubicBezTo>
                      <a:pt x="10440" y="21971"/>
                      <a:pt x="10440" y="21946"/>
                      <a:pt x="10440" y="21929"/>
                    </a:cubicBezTo>
                    <a:lnTo>
                      <a:pt x="10440" y="21921"/>
                    </a:lnTo>
                    <a:cubicBezTo>
                      <a:pt x="10440" y="21905"/>
                      <a:pt x="10440" y="21888"/>
                      <a:pt x="10457" y="21871"/>
                    </a:cubicBezTo>
                    <a:cubicBezTo>
                      <a:pt x="10457" y="21764"/>
                      <a:pt x="10465" y="21648"/>
                      <a:pt x="10465" y="21540"/>
                    </a:cubicBezTo>
                    <a:cubicBezTo>
                      <a:pt x="10490" y="21167"/>
                      <a:pt x="10523" y="20803"/>
                      <a:pt x="10573" y="20430"/>
                    </a:cubicBezTo>
                    <a:cubicBezTo>
                      <a:pt x="10564" y="20405"/>
                      <a:pt x="10564" y="20380"/>
                      <a:pt x="10589" y="20363"/>
                    </a:cubicBezTo>
                    <a:cubicBezTo>
                      <a:pt x="10606" y="20247"/>
                      <a:pt x="10622" y="20131"/>
                      <a:pt x="10639" y="20007"/>
                    </a:cubicBezTo>
                    <a:cubicBezTo>
                      <a:pt x="10680" y="19750"/>
                      <a:pt x="10738" y="19493"/>
                      <a:pt x="10796" y="19237"/>
                    </a:cubicBezTo>
                    <a:cubicBezTo>
                      <a:pt x="10821" y="19112"/>
                      <a:pt x="10854" y="18988"/>
                      <a:pt x="10887" y="18872"/>
                    </a:cubicBezTo>
                    <a:cubicBezTo>
                      <a:pt x="10921" y="18748"/>
                      <a:pt x="10945" y="18615"/>
                      <a:pt x="11012" y="18507"/>
                    </a:cubicBezTo>
                    <a:cubicBezTo>
                      <a:pt x="11025" y="18485"/>
                      <a:pt x="11046" y="18475"/>
                      <a:pt x="11068" y="18475"/>
                    </a:cubicBezTo>
                    <a:cubicBezTo>
                      <a:pt x="11102" y="18475"/>
                      <a:pt x="11136" y="18500"/>
                      <a:pt x="11136" y="18541"/>
                    </a:cubicBezTo>
                    <a:cubicBezTo>
                      <a:pt x="11136" y="18690"/>
                      <a:pt x="11086" y="18831"/>
                      <a:pt x="11045" y="18980"/>
                    </a:cubicBezTo>
                    <a:cubicBezTo>
                      <a:pt x="11012" y="19112"/>
                      <a:pt x="10979" y="19253"/>
                      <a:pt x="10954" y="19394"/>
                    </a:cubicBezTo>
                    <a:cubicBezTo>
                      <a:pt x="10887" y="19676"/>
                      <a:pt x="10838" y="19966"/>
                      <a:pt x="10796" y="20256"/>
                    </a:cubicBezTo>
                    <a:cubicBezTo>
                      <a:pt x="10788" y="20272"/>
                      <a:pt x="10788" y="20289"/>
                      <a:pt x="10788" y="20314"/>
                    </a:cubicBezTo>
                    <a:cubicBezTo>
                      <a:pt x="10987" y="20272"/>
                      <a:pt x="11186" y="20256"/>
                      <a:pt x="11385" y="20231"/>
                    </a:cubicBezTo>
                    <a:cubicBezTo>
                      <a:pt x="11641" y="20189"/>
                      <a:pt x="11898" y="20148"/>
                      <a:pt x="12155" y="20098"/>
                    </a:cubicBezTo>
                    <a:cubicBezTo>
                      <a:pt x="12603" y="20007"/>
                      <a:pt x="13050" y="19883"/>
                      <a:pt x="13473" y="19701"/>
                    </a:cubicBezTo>
                    <a:cubicBezTo>
                      <a:pt x="13912" y="19502"/>
                      <a:pt x="14293" y="19228"/>
                      <a:pt x="14649" y="18897"/>
                    </a:cubicBezTo>
                    <a:cubicBezTo>
                      <a:pt x="14997" y="18574"/>
                      <a:pt x="15328" y="18234"/>
                      <a:pt x="15618" y="17853"/>
                    </a:cubicBezTo>
                    <a:cubicBezTo>
                      <a:pt x="15759" y="17671"/>
                      <a:pt x="15892" y="17472"/>
                      <a:pt x="16008" y="17265"/>
                    </a:cubicBezTo>
                    <a:cubicBezTo>
                      <a:pt x="16124" y="17066"/>
                      <a:pt x="16223" y="16850"/>
                      <a:pt x="16331" y="16643"/>
                    </a:cubicBezTo>
                    <a:cubicBezTo>
                      <a:pt x="16342" y="16618"/>
                      <a:pt x="16364" y="16607"/>
                      <a:pt x="16386" y="16607"/>
                    </a:cubicBezTo>
                    <a:cubicBezTo>
                      <a:pt x="16428" y="16607"/>
                      <a:pt x="16474" y="16647"/>
                      <a:pt x="16464" y="16701"/>
                    </a:cubicBezTo>
                    <a:cubicBezTo>
                      <a:pt x="16389" y="16958"/>
                      <a:pt x="16248" y="17207"/>
                      <a:pt x="16107" y="17439"/>
                    </a:cubicBezTo>
                    <a:cubicBezTo>
                      <a:pt x="15966" y="17671"/>
                      <a:pt x="15809" y="17886"/>
                      <a:pt x="15643" y="18101"/>
                    </a:cubicBezTo>
                    <a:cubicBezTo>
                      <a:pt x="15337" y="18483"/>
                      <a:pt x="15005" y="18855"/>
                      <a:pt x="14632" y="19179"/>
                    </a:cubicBezTo>
                    <a:cubicBezTo>
                      <a:pt x="14583" y="19220"/>
                      <a:pt x="14533" y="19270"/>
                      <a:pt x="14475" y="19311"/>
                    </a:cubicBezTo>
                    <a:cubicBezTo>
                      <a:pt x="14492" y="19469"/>
                      <a:pt x="14458" y="19626"/>
                      <a:pt x="14425" y="19783"/>
                    </a:cubicBezTo>
                    <a:cubicBezTo>
                      <a:pt x="14409" y="19875"/>
                      <a:pt x="14384" y="19974"/>
                      <a:pt x="14409" y="20073"/>
                    </a:cubicBezTo>
                    <a:cubicBezTo>
                      <a:pt x="14425" y="20173"/>
                      <a:pt x="14492" y="20247"/>
                      <a:pt x="14558" y="20330"/>
                    </a:cubicBezTo>
                    <a:cubicBezTo>
                      <a:pt x="14624" y="20421"/>
                      <a:pt x="14674" y="20513"/>
                      <a:pt x="14682" y="20629"/>
                    </a:cubicBezTo>
                    <a:cubicBezTo>
                      <a:pt x="14690" y="20761"/>
                      <a:pt x="14641" y="20885"/>
                      <a:pt x="14616" y="21010"/>
                    </a:cubicBezTo>
                    <a:cubicBezTo>
                      <a:pt x="14591" y="21134"/>
                      <a:pt x="14566" y="21267"/>
                      <a:pt x="14550" y="21399"/>
                    </a:cubicBezTo>
                    <a:cubicBezTo>
                      <a:pt x="14550" y="21431"/>
                      <a:pt x="14503" y="21715"/>
                      <a:pt x="14569" y="21715"/>
                    </a:cubicBezTo>
                    <a:cubicBezTo>
                      <a:pt x="14571" y="21715"/>
                      <a:pt x="14572" y="21714"/>
                      <a:pt x="14574" y="21714"/>
                    </a:cubicBezTo>
                    <a:cubicBezTo>
                      <a:pt x="14580" y="21684"/>
                      <a:pt x="14606" y="21666"/>
                      <a:pt x="14630" y="21666"/>
                    </a:cubicBezTo>
                    <a:cubicBezTo>
                      <a:pt x="14645" y="21666"/>
                      <a:pt x="14659" y="21673"/>
                      <a:pt x="14666" y="21689"/>
                    </a:cubicBezTo>
                    <a:cubicBezTo>
                      <a:pt x="14773" y="21896"/>
                      <a:pt x="14823" y="22137"/>
                      <a:pt x="14889" y="22360"/>
                    </a:cubicBezTo>
                    <a:cubicBezTo>
                      <a:pt x="14939" y="22543"/>
                      <a:pt x="14980" y="22733"/>
                      <a:pt x="15113" y="22874"/>
                    </a:cubicBezTo>
                    <a:cubicBezTo>
                      <a:pt x="15237" y="23006"/>
                      <a:pt x="15403" y="23073"/>
                      <a:pt x="15577" y="23098"/>
                    </a:cubicBezTo>
                    <a:cubicBezTo>
                      <a:pt x="15631" y="23106"/>
                      <a:pt x="15685" y="23110"/>
                      <a:pt x="15738" y="23110"/>
                    </a:cubicBezTo>
                    <a:cubicBezTo>
                      <a:pt x="15790" y="23110"/>
                      <a:pt x="15842" y="23106"/>
                      <a:pt x="15892" y="23098"/>
                    </a:cubicBezTo>
                    <a:cubicBezTo>
                      <a:pt x="15975" y="23089"/>
                      <a:pt x="16074" y="23048"/>
                      <a:pt x="16165" y="23048"/>
                    </a:cubicBezTo>
                    <a:cubicBezTo>
                      <a:pt x="16174" y="23023"/>
                      <a:pt x="16174" y="22998"/>
                      <a:pt x="16174" y="22965"/>
                    </a:cubicBezTo>
                    <a:cubicBezTo>
                      <a:pt x="16174" y="22890"/>
                      <a:pt x="16124" y="22808"/>
                      <a:pt x="16074" y="22741"/>
                    </a:cubicBezTo>
                    <a:cubicBezTo>
                      <a:pt x="15958" y="22576"/>
                      <a:pt x="15834" y="22410"/>
                      <a:pt x="15701" y="22253"/>
                    </a:cubicBezTo>
                    <a:cubicBezTo>
                      <a:pt x="15657" y="22202"/>
                      <a:pt x="15700" y="22131"/>
                      <a:pt x="15753" y="22131"/>
                    </a:cubicBezTo>
                    <a:cubicBezTo>
                      <a:pt x="15769" y="22131"/>
                      <a:pt x="15785" y="22138"/>
                      <a:pt x="15801" y="22153"/>
                    </a:cubicBezTo>
                    <a:cubicBezTo>
                      <a:pt x="15900" y="22253"/>
                      <a:pt x="15991" y="22352"/>
                      <a:pt x="16091" y="22451"/>
                    </a:cubicBezTo>
                    <a:cubicBezTo>
                      <a:pt x="16174" y="22543"/>
                      <a:pt x="16265" y="22642"/>
                      <a:pt x="16331" y="22750"/>
                    </a:cubicBezTo>
                    <a:cubicBezTo>
                      <a:pt x="16381" y="22857"/>
                      <a:pt x="16414" y="22990"/>
                      <a:pt x="16381" y="23106"/>
                    </a:cubicBezTo>
                    <a:cubicBezTo>
                      <a:pt x="16372" y="23114"/>
                      <a:pt x="16372" y="23114"/>
                      <a:pt x="16372" y="23122"/>
                    </a:cubicBezTo>
                    <a:cubicBezTo>
                      <a:pt x="16472" y="23114"/>
                      <a:pt x="16571" y="23106"/>
                      <a:pt x="16671" y="23098"/>
                    </a:cubicBezTo>
                    <a:cubicBezTo>
                      <a:pt x="16762" y="23081"/>
                      <a:pt x="16861" y="23073"/>
                      <a:pt x="16936" y="23031"/>
                    </a:cubicBezTo>
                    <a:cubicBezTo>
                      <a:pt x="16977" y="23015"/>
                      <a:pt x="17035" y="22973"/>
                      <a:pt x="17044" y="22924"/>
                    </a:cubicBezTo>
                    <a:cubicBezTo>
                      <a:pt x="17044" y="22924"/>
                      <a:pt x="17035" y="22915"/>
                      <a:pt x="17035" y="22915"/>
                    </a:cubicBezTo>
                    <a:cubicBezTo>
                      <a:pt x="17027" y="22899"/>
                      <a:pt x="17019" y="22874"/>
                      <a:pt x="17019" y="22849"/>
                    </a:cubicBezTo>
                    <a:cubicBezTo>
                      <a:pt x="17002" y="22832"/>
                      <a:pt x="16986" y="22816"/>
                      <a:pt x="16969" y="22808"/>
                    </a:cubicBezTo>
                    <a:cubicBezTo>
                      <a:pt x="16919" y="22766"/>
                      <a:pt x="16878" y="22733"/>
                      <a:pt x="16836" y="22700"/>
                    </a:cubicBezTo>
                    <a:cubicBezTo>
                      <a:pt x="16745" y="22634"/>
                      <a:pt x="16662" y="22559"/>
                      <a:pt x="16571" y="22485"/>
                    </a:cubicBezTo>
                    <a:cubicBezTo>
                      <a:pt x="16397" y="22344"/>
                      <a:pt x="16223" y="22186"/>
                      <a:pt x="16049" y="22037"/>
                    </a:cubicBezTo>
                    <a:cubicBezTo>
                      <a:pt x="16000" y="22002"/>
                      <a:pt x="16047" y="21931"/>
                      <a:pt x="16097" y="21931"/>
                    </a:cubicBezTo>
                    <a:cubicBezTo>
                      <a:pt x="16106" y="21931"/>
                      <a:pt x="16115" y="21933"/>
                      <a:pt x="16124" y="21938"/>
                    </a:cubicBezTo>
                    <a:cubicBezTo>
                      <a:pt x="16314" y="22079"/>
                      <a:pt x="16505" y="22211"/>
                      <a:pt x="16696" y="22344"/>
                    </a:cubicBezTo>
                    <a:cubicBezTo>
                      <a:pt x="16778" y="22410"/>
                      <a:pt x="16861" y="22468"/>
                      <a:pt x="16944" y="22534"/>
                    </a:cubicBezTo>
                    <a:cubicBezTo>
                      <a:pt x="17002" y="22576"/>
                      <a:pt x="17068" y="22617"/>
                      <a:pt x="17118" y="22667"/>
                    </a:cubicBezTo>
                    <a:cubicBezTo>
                      <a:pt x="17126" y="22659"/>
                      <a:pt x="17126" y="22659"/>
                      <a:pt x="17135" y="22650"/>
                    </a:cubicBezTo>
                    <a:cubicBezTo>
                      <a:pt x="17160" y="22592"/>
                      <a:pt x="17168" y="22526"/>
                      <a:pt x="17168" y="22460"/>
                    </a:cubicBezTo>
                    <a:cubicBezTo>
                      <a:pt x="17160" y="22319"/>
                      <a:pt x="17060" y="22211"/>
                      <a:pt x="16961" y="22128"/>
                    </a:cubicBezTo>
                    <a:cubicBezTo>
                      <a:pt x="16836" y="22037"/>
                      <a:pt x="16696" y="21971"/>
                      <a:pt x="16571" y="21888"/>
                    </a:cubicBezTo>
                    <a:cubicBezTo>
                      <a:pt x="16406" y="21780"/>
                      <a:pt x="16256" y="21648"/>
                      <a:pt x="16124" y="21507"/>
                    </a:cubicBezTo>
                    <a:cubicBezTo>
                      <a:pt x="16099" y="21482"/>
                      <a:pt x="16099" y="21465"/>
                      <a:pt x="16107" y="21449"/>
                    </a:cubicBezTo>
                    <a:cubicBezTo>
                      <a:pt x="16058" y="21374"/>
                      <a:pt x="16016" y="21300"/>
                      <a:pt x="15975" y="21225"/>
                    </a:cubicBezTo>
                    <a:cubicBezTo>
                      <a:pt x="15900" y="21076"/>
                      <a:pt x="15850" y="20910"/>
                      <a:pt x="15826" y="20745"/>
                    </a:cubicBezTo>
                    <a:cubicBezTo>
                      <a:pt x="15817" y="20653"/>
                      <a:pt x="15809" y="20571"/>
                      <a:pt x="15817" y="20479"/>
                    </a:cubicBezTo>
                    <a:cubicBezTo>
                      <a:pt x="15826" y="20405"/>
                      <a:pt x="15834" y="20314"/>
                      <a:pt x="15884" y="20256"/>
                    </a:cubicBezTo>
                    <a:cubicBezTo>
                      <a:pt x="15891" y="20248"/>
                      <a:pt x="15904" y="20244"/>
                      <a:pt x="15916" y="20244"/>
                    </a:cubicBezTo>
                    <a:cubicBezTo>
                      <a:pt x="15932" y="20244"/>
                      <a:pt x="15949" y="20250"/>
                      <a:pt x="15958" y="20264"/>
                    </a:cubicBezTo>
                    <a:cubicBezTo>
                      <a:pt x="15966" y="20281"/>
                      <a:pt x="15966" y="20305"/>
                      <a:pt x="15975" y="20322"/>
                    </a:cubicBezTo>
                    <a:cubicBezTo>
                      <a:pt x="16074" y="19991"/>
                      <a:pt x="16223" y="19659"/>
                      <a:pt x="16389" y="19353"/>
                    </a:cubicBezTo>
                    <a:cubicBezTo>
                      <a:pt x="16588" y="18955"/>
                      <a:pt x="16812" y="18574"/>
                      <a:pt x="17002" y="18168"/>
                    </a:cubicBezTo>
                    <a:cubicBezTo>
                      <a:pt x="17193" y="17762"/>
                      <a:pt x="17334" y="17331"/>
                      <a:pt x="17433" y="16892"/>
                    </a:cubicBezTo>
                    <a:cubicBezTo>
                      <a:pt x="17532" y="16444"/>
                      <a:pt x="17599" y="15989"/>
                      <a:pt x="17640" y="15525"/>
                    </a:cubicBezTo>
                    <a:cubicBezTo>
                      <a:pt x="17657" y="15293"/>
                      <a:pt x="17673" y="15061"/>
                      <a:pt x="17690" y="14829"/>
                    </a:cubicBezTo>
                    <a:cubicBezTo>
                      <a:pt x="17698" y="14713"/>
                      <a:pt x="17706" y="14588"/>
                      <a:pt x="17715" y="14472"/>
                    </a:cubicBezTo>
                    <a:cubicBezTo>
                      <a:pt x="17715" y="14414"/>
                      <a:pt x="17723" y="14365"/>
                      <a:pt x="17723" y="14307"/>
                    </a:cubicBezTo>
                    <a:lnTo>
                      <a:pt x="17723" y="14307"/>
                    </a:lnTo>
                    <a:cubicBezTo>
                      <a:pt x="17648" y="14373"/>
                      <a:pt x="17566" y="14431"/>
                      <a:pt x="17491" y="14497"/>
                    </a:cubicBezTo>
                    <a:cubicBezTo>
                      <a:pt x="17481" y="14505"/>
                      <a:pt x="17471" y="14508"/>
                      <a:pt x="17462" y="14508"/>
                    </a:cubicBezTo>
                    <a:cubicBezTo>
                      <a:pt x="17431" y="14508"/>
                      <a:pt x="17408" y="14473"/>
                      <a:pt x="17433" y="14448"/>
                    </a:cubicBezTo>
                    <a:cubicBezTo>
                      <a:pt x="17781" y="14091"/>
                      <a:pt x="18129" y="13727"/>
                      <a:pt x="18212" y="13221"/>
                    </a:cubicBezTo>
                    <a:cubicBezTo>
                      <a:pt x="18262" y="12973"/>
                      <a:pt x="18253" y="12708"/>
                      <a:pt x="18253" y="12459"/>
                    </a:cubicBezTo>
                    <a:cubicBezTo>
                      <a:pt x="18262" y="12310"/>
                      <a:pt x="18262" y="12169"/>
                      <a:pt x="18262" y="12028"/>
                    </a:cubicBezTo>
                    <a:lnTo>
                      <a:pt x="18262" y="11987"/>
                    </a:lnTo>
                    <a:cubicBezTo>
                      <a:pt x="18245" y="11979"/>
                      <a:pt x="18237" y="11970"/>
                      <a:pt x="18228" y="11954"/>
                    </a:cubicBezTo>
                    <a:cubicBezTo>
                      <a:pt x="18179" y="11564"/>
                      <a:pt x="18121" y="11183"/>
                      <a:pt x="18005" y="10802"/>
                    </a:cubicBezTo>
                    <a:cubicBezTo>
                      <a:pt x="17955" y="10636"/>
                      <a:pt x="17897" y="10471"/>
                      <a:pt x="17839" y="10297"/>
                    </a:cubicBezTo>
                    <a:cubicBezTo>
                      <a:pt x="17822" y="10297"/>
                      <a:pt x="17806" y="10297"/>
                      <a:pt x="17798" y="10280"/>
                    </a:cubicBezTo>
                    <a:cubicBezTo>
                      <a:pt x="17773" y="10263"/>
                      <a:pt x="17773" y="10214"/>
                      <a:pt x="17798" y="10197"/>
                    </a:cubicBezTo>
                    <a:lnTo>
                      <a:pt x="17806" y="10189"/>
                    </a:lnTo>
                    <a:cubicBezTo>
                      <a:pt x="17764" y="10065"/>
                      <a:pt x="17715" y="9940"/>
                      <a:pt x="17690" y="9816"/>
                    </a:cubicBezTo>
                    <a:cubicBezTo>
                      <a:pt x="17640" y="9857"/>
                      <a:pt x="17590" y="9891"/>
                      <a:pt x="17549" y="9924"/>
                    </a:cubicBezTo>
                    <a:cubicBezTo>
                      <a:pt x="17358" y="10040"/>
                      <a:pt x="17160" y="10139"/>
                      <a:pt x="16961" y="10239"/>
                    </a:cubicBezTo>
                    <a:cubicBezTo>
                      <a:pt x="16948" y="10245"/>
                      <a:pt x="16936" y="10248"/>
                      <a:pt x="16926" y="10248"/>
                    </a:cubicBezTo>
                    <a:cubicBezTo>
                      <a:pt x="16870" y="10248"/>
                      <a:pt x="16839" y="10172"/>
                      <a:pt x="16894" y="10131"/>
                    </a:cubicBezTo>
                    <a:cubicBezTo>
                      <a:pt x="17068" y="10015"/>
                      <a:pt x="17242" y="9907"/>
                      <a:pt x="17416" y="9783"/>
                    </a:cubicBezTo>
                    <a:cubicBezTo>
                      <a:pt x="17491" y="9733"/>
                      <a:pt x="17557" y="9683"/>
                      <a:pt x="17615" y="9625"/>
                    </a:cubicBezTo>
                    <a:cubicBezTo>
                      <a:pt x="17657" y="9567"/>
                      <a:pt x="17690" y="9509"/>
                      <a:pt x="17723" y="9451"/>
                    </a:cubicBezTo>
                    <a:lnTo>
                      <a:pt x="17723" y="9451"/>
                    </a:lnTo>
                    <a:cubicBezTo>
                      <a:pt x="17707" y="9454"/>
                      <a:pt x="17691" y="9455"/>
                      <a:pt x="17675" y="9455"/>
                    </a:cubicBezTo>
                    <a:cubicBezTo>
                      <a:pt x="17631" y="9455"/>
                      <a:pt x="17585" y="9447"/>
                      <a:pt x="17549" y="9435"/>
                    </a:cubicBezTo>
                    <a:cubicBezTo>
                      <a:pt x="17474" y="9410"/>
                      <a:pt x="17408" y="9369"/>
                      <a:pt x="17358" y="9319"/>
                    </a:cubicBezTo>
                    <a:cubicBezTo>
                      <a:pt x="17317" y="9418"/>
                      <a:pt x="17242" y="9518"/>
                      <a:pt x="17176" y="9601"/>
                    </a:cubicBezTo>
                    <a:cubicBezTo>
                      <a:pt x="17060" y="9733"/>
                      <a:pt x="16919" y="9857"/>
                      <a:pt x="16778" y="9965"/>
                    </a:cubicBezTo>
                    <a:cubicBezTo>
                      <a:pt x="16302" y="10319"/>
                      <a:pt x="15704" y="10516"/>
                      <a:pt x="15110" y="10516"/>
                    </a:cubicBezTo>
                    <a:cubicBezTo>
                      <a:pt x="15064" y="10516"/>
                      <a:pt x="15018" y="10514"/>
                      <a:pt x="14972" y="10512"/>
                    </a:cubicBezTo>
                    <a:cubicBezTo>
                      <a:pt x="14624" y="10495"/>
                      <a:pt x="14293" y="10421"/>
                      <a:pt x="13986" y="10280"/>
                    </a:cubicBezTo>
                    <a:cubicBezTo>
                      <a:pt x="13829" y="10214"/>
                      <a:pt x="13688" y="10123"/>
                      <a:pt x="13539" y="10048"/>
                    </a:cubicBezTo>
                    <a:cubicBezTo>
                      <a:pt x="13406" y="9973"/>
                      <a:pt x="13265" y="9907"/>
                      <a:pt x="13125" y="9891"/>
                    </a:cubicBezTo>
                    <a:cubicBezTo>
                      <a:pt x="13077" y="9904"/>
                      <a:pt x="13023" y="9917"/>
                      <a:pt x="12972" y="9917"/>
                    </a:cubicBezTo>
                    <a:cubicBezTo>
                      <a:pt x="12926" y="9917"/>
                      <a:pt x="12883" y="9906"/>
                      <a:pt x="12851" y="9874"/>
                    </a:cubicBezTo>
                    <a:cubicBezTo>
                      <a:pt x="12843" y="9866"/>
                      <a:pt x="12835" y="9857"/>
                      <a:pt x="12835" y="9849"/>
                    </a:cubicBezTo>
                    <a:cubicBezTo>
                      <a:pt x="12694" y="9932"/>
                      <a:pt x="12536" y="9990"/>
                      <a:pt x="12371" y="9998"/>
                    </a:cubicBezTo>
                    <a:cubicBezTo>
                      <a:pt x="12348" y="10000"/>
                      <a:pt x="12325" y="10001"/>
                      <a:pt x="12302" y="10001"/>
                    </a:cubicBezTo>
                    <a:cubicBezTo>
                      <a:pt x="12099" y="10001"/>
                      <a:pt x="11888" y="9936"/>
                      <a:pt x="11724" y="9824"/>
                    </a:cubicBezTo>
                    <a:cubicBezTo>
                      <a:pt x="11351" y="9559"/>
                      <a:pt x="11202" y="9062"/>
                      <a:pt x="11393" y="8648"/>
                    </a:cubicBezTo>
                    <a:cubicBezTo>
                      <a:pt x="11399" y="8633"/>
                      <a:pt x="11410" y="8626"/>
                      <a:pt x="11422" y="8626"/>
                    </a:cubicBezTo>
                    <a:cubicBezTo>
                      <a:pt x="11443" y="8626"/>
                      <a:pt x="11464" y="8646"/>
                      <a:pt x="11459" y="8673"/>
                    </a:cubicBezTo>
                    <a:cubicBezTo>
                      <a:pt x="11343" y="9153"/>
                      <a:pt x="11600" y="9650"/>
                      <a:pt x="12089" y="9791"/>
                    </a:cubicBezTo>
                    <a:cubicBezTo>
                      <a:pt x="12165" y="9811"/>
                      <a:pt x="12239" y="9821"/>
                      <a:pt x="12311" y="9821"/>
                    </a:cubicBezTo>
                    <a:cubicBezTo>
                      <a:pt x="12682" y="9821"/>
                      <a:pt x="13001" y="9573"/>
                      <a:pt x="13216" y="9261"/>
                    </a:cubicBezTo>
                    <a:cubicBezTo>
                      <a:pt x="13348" y="9062"/>
                      <a:pt x="13448" y="8838"/>
                      <a:pt x="13555" y="8623"/>
                    </a:cubicBezTo>
                    <a:cubicBezTo>
                      <a:pt x="13647" y="8416"/>
                      <a:pt x="13746" y="8209"/>
                      <a:pt x="13845" y="8010"/>
                    </a:cubicBezTo>
                    <a:cubicBezTo>
                      <a:pt x="14036" y="7612"/>
                      <a:pt x="14251" y="7231"/>
                      <a:pt x="14550" y="6900"/>
                    </a:cubicBezTo>
                    <a:cubicBezTo>
                      <a:pt x="14624" y="6817"/>
                      <a:pt x="14699" y="6742"/>
                      <a:pt x="14782" y="6668"/>
                    </a:cubicBezTo>
                    <a:cubicBezTo>
                      <a:pt x="14864" y="6593"/>
                      <a:pt x="14956" y="6527"/>
                      <a:pt x="15030" y="6444"/>
                    </a:cubicBezTo>
                    <a:cubicBezTo>
                      <a:pt x="15080" y="6386"/>
                      <a:pt x="15105" y="6328"/>
                      <a:pt x="15121" y="6262"/>
                    </a:cubicBezTo>
                    <a:cubicBezTo>
                      <a:pt x="15105" y="6245"/>
                      <a:pt x="15105" y="6228"/>
                      <a:pt x="15105" y="6212"/>
                    </a:cubicBezTo>
                    <a:cubicBezTo>
                      <a:pt x="15096" y="6187"/>
                      <a:pt x="15096" y="6170"/>
                      <a:pt x="15088" y="6146"/>
                    </a:cubicBezTo>
                    <a:cubicBezTo>
                      <a:pt x="15088" y="6104"/>
                      <a:pt x="15088" y="6063"/>
                      <a:pt x="15080" y="6021"/>
                    </a:cubicBezTo>
                    <a:cubicBezTo>
                      <a:pt x="15080" y="5947"/>
                      <a:pt x="15072" y="5880"/>
                      <a:pt x="15055" y="5806"/>
                    </a:cubicBezTo>
                    <a:cubicBezTo>
                      <a:pt x="15055" y="5773"/>
                      <a:pt x="15047" y="5748"/>
                      <a:pt x="15047" y="5723"/>
                    </a:cubicBezTo>
                    <a:cubicBezTo>
                      <a:pt x="15038" y="5715"/>
                      <a:pt x="15030" y="5706"/>
                      <a:pt x="15022" y="5690"/>
                    </a:cubicBezTo>
                    <a:cubicBezTo>
                      <a:pt x="14997" y="5640"/>
                      <a:pt x="14980" y="5590"/>
                      <a:pt x="14972" y="5541"/>
                    </a:cubicBezTo>
                    <a:cubicBezTo>
                      <a:pt x="14898" y="5458"/>
                      <a:pt x="14815" y="5392"/>
                      <a:pt x="14732" y="5317"/>
                    </a:cubicBezTo>
                    <a:cubicBezTo>
                      <a:pt x="14666" y="5267"/>
                      <a:pt x="14616" y="5209"/>
                      <a:pt x="14583" y="5135"/>
                    </a:cubicBezTo>
                    <a:cubicBezTo>
                      <a:pt x="14533" y="5102"/>
                      <a:pt x="14475" y="5077"/>
                      <a:pt x="14425" y="5060"/>
                    </a:cubicBezTo>
                    <a:cubicBezTo>
                      <a:pt x="14351" y="5060"/>
                      <a:pt x="14284" y="5052"/>
                      <a:pt x="14218" y="5044"/>
                    </a:cubicBezTo>
                    <a:cubicBezTo>
                      <a:pt x="14177" y="5035"/>
                      <a:pt x="14144" y="5019"/>
                      <a:pt x="14110" y="4994"/>
                    </a:cubicBezTo>
                    <a:cubicBezTo>
                      <a:pt x="14036" y="4986"/>
                      <a:pt x="13970" y="4969"/>
                      <a:pt x="13903" y="4928"/>
                    </a:cubicBezTo>
                    <a:cubicBezTo>
                      <a:pt x="13887" y="4911"/>
                      <a:pt x="13879" y="4894"/>
                      <a:pt x="13887" y="4878"/>
                    </a:cubicBezTo>
                    <a:cubicBezTo>
                      <a:pt x="13845" y="4861"/>
                      <a:pt x="13804" y="4828"/>
                      <a:pt x="13787" y="4778"/>
                    </a:cubicBezTo>
                    <a:cubicBezTo>
                      <a:pt x="13779" y="4762"/>
                      <a:pt x="13771" y="4745"/>
                      <a:pt x="13763" y="4729"/>
                    </a:cubicBezTo>
                    <a:cubicBezTo>
                      <a:pt x="13713" y="4679"/>
                      <a:pt x="13688" y="4613"/>
                      <a:pt x="13671" y="4538"/>
                    </a:cubicBezTo>
                    <a:cubicBezTo>
                      <a:pt x="13655" y="4406"/>
                      <a:pt x="13688" y="4281"/>
                      <a:pt x="13746" y="4174"/>
                    </a:cubicBezTo>
                    <a:cubicBezTo>
                      <a:pt x="13763" y="4140"/>
                      <a:pt x="13787" y="4107"/>
                      <a:pt x="13804" y="4082"/>
                    </a:cubicBezTo>
                    <a:cubicBezTo>
                      <a:pt x="13903" y="3950"/>
                      <a:pt x="14036" y="3842"/>
                      <a:pt x="14168" y="3768"/>
                    </a:cubicBezTo>
                    <a:cubicBezTo>
                      <a:pt x="14334" y="3676"/>
                      <a:pt x="14525" y="3627"/>
                      <a:pt x="14715" y="3602"/>
                    </a:cubicBezTo>
                    <a:cubicBezTo>
                      <a:pt x="14914" y="3569"/>
                      <a:pt x="15121" y="3544"/>
                      <a:pt x="15320" y="3536"/>
                    </a:cubicBezTo>
                    <a:cubicBezTo>
                      <a:pt x="15502" y="3536"/>
                      <a:pt x="15685" y="3569"/>
                      <a:pt x="15842" y="3668"/>
                    </a:cubicBezTo>
                    <a:cubicBezTo>
                      <a:pt x="16000" y="3768"/>
                      <a:pt x="16091" y="3925"/>
                      <a:pt x="16140" y="4099"/>
                    </a:cubicBezTo>
                    <a:cubicBezTo>
                      <a:pt x="16174" y="4240"/>
                      <a:pt x="16232" y="4414"/>
                      <a:pt x="16124" y="4530"/>
                    </a:cubicBezTo>
                    <a:cubicBezTo>
                      <a:pt x="16116" y="4546"/>
                      <a:pt x="16107" y="4571"/>
                      <a:pt x="16099" y="4596"/>
                    </a:cubicBezTo>
                    <a:cubicBezTo>
                      <a:pt x="16066" y="4679"/>
                      <a:pt x="15991" y="4729"/>
                      <a:pt x="15917" y="4778"/>
                    </a:cubicBezTo>
                    <a:cubicBezTo>
                      <a:pt x="15908" y="4787"/>
                      <a:pt x="15900" y="4787"/>
                      <a:pt x="15892" y="4795"/>
                    </a:cubicBezTo>
                    <a:cubicBezTo>
                      <a:pt x="15842" y="4870"/>
                      <a:pt x="15776" y="4944"/>
                      <a:pt x="15701" y="4994"/>
                    </a:cubicBezTo>
                    <a:cubicBezTo>
                      <a:pt x="15635" y="5044"/>
                      <a:pt x="15560" y="5068"/>
                      <a:pt x="15502" y="5118"/>
                    </a:cubicBezTo>
                    <a:cubicBezTo>
                      <a:pt x="15453" y="5160"/>
                      <a:pt x="15411" y="5218"/>
                      <a:pt x="15378" y="5276"/>
                    </a:cubicBezTo>
                    <a:cubicBezTo>
                      <a:pt x="15337" y="5342"/>
                      <a:pt x="15304" y="5416"/>
                      <a:pt x="15279" y="5499"/>
                    </a:cubicBezTo>
                    <a:cubicBezTo>
                      <a:pt x="15287" y="5582"/>
                      <a:pt x="15295" y="5665"/>
                      <a:pt x="15304" y="5748"/>
                    </a:cubicBezTo>
                    <a:lnTo>
                      <a:pt x="15304" y="5756"/>
                    </a:lnTo>
                    <a:cubicBezTo>
                      <a:pt x="15320" y="5773"/>
                      <a:pt x="15328" y="5789"/>
                      <a:pt x="15328" y="5806"/>
                    </a:cubicBezTo>
                    <a:cubicBezTo>
                      <a:pt x="15345" y="5947"/>
                      <a:pt x="15353" y="6104"/>
                      <a:pt x="15328" y="6245"/>
                    </a:cubicBezTo>
                    <a:cubicBezTo>
                      <a:pt x="15403" y="6303"/>
                      <a:pt x="15502" y="6344"/>
                      <a:pt x="15594" y="6378"/>
                    </a:cubicBezTo>
                    <a:cubicBezTo>
                      <a:pt x="15734" y="6436"/>
                      <a:pt x="15875" y="6477"/>
                      <a:pt x="16016" y="6535"/>
                    </a:cubicBezTo>
                    <a:cubicBezTo>
                      <a:pt x="16530" y="6742"/>
                      <a:pt x="17068" y="7040"/>
                      <a:pt x="17367" y="7521"/>
                    </a:cubicBezTo>
                    <a:cubicBezTo>
                      <a:pt x="17508" y="7753"/>
                      <a:pt x="17590" y="8010"/>
                      <a:pt x="17648" y="8267"/>
                    </a:cubicBezTo>
                    <a:cubicBezTo>
                      <a:pt x="17657" y="8300"/>
                      <a:pt x="17665" y="8341"/>
                      <a:pt x="17665" y="8383"/>
                    </a:cubicBezTo>
                    <a:cubicBezTo>
                      <a:pt x="17690" y="8383"/>
                      <a:pt x="17706" y="8391"/>
                      <a:pt x="17715" y="8416"/>
                    </a:cubicBezTo>
                    <a:cubicBezTo>
                      <a:pt x="17740" y="8615"/>
                      <a:pt x="17773" y="8822"/>
                      <a:pt x="17798" y="9021"/>
                    </a:cubicBezTo>
                    <a:cubicBezTo>
                      <a:pt x="17798" y="9079"/>
                      <a:pt x="17806" y="9128"/>
                      <a:pt x="17814" y="9178"/>
                    </a:cubicBezTo>
                    <a:cubicBezTo>
                      <a:pt x="17822" y="9219"/>
                      <a:pt x="17822" y="9228"/>
                      <a:pt x="17864" y="9236"/>
                    </a:cubicBezTo>
                    <a:cubicBezTo>
                      <a:pt x="17930" y="9244"/>
                      <a:pt x="18005" y="9244"/>
                      <a:pt x="18071" y="9244"/>
                    </a:cubicBezTo>
                    <a:cubicBezTo>
                      <a:pt x="18585" y="9236"/>
                      <a:pt x="19082" y="8905"/>
                      <a:pt x="19281" y="8432"/>
                    </a:cubicBezTo>
                    <a:cubicBezTo>
                      <a:pt x="19421" y="8126"/>
                      <a:pt x="19405" y="7753"/>
                      <a:pt x="19322" y="7430"/>
                    </a:cubicBezTo>
                    <a:cubicBezTo>
                      <a:pt x="19281" y="7264"/>
                      <a:pt x="19223" y="7090"/>
                      <a:pt x="19165" y="6933"/>
                    </a:cubicBezTo>
                    <a:cubicBezTo>
                      <a:pt x="19098" y="6775"/>
                      <a:pt x="19032" y="6618"/>
                      <a:pt x="18991" y="6452"/>
                    </a:cubicBezTo>
                    <a:cubicBezTo>
                      <a:pt x="18982" y="6452"/>
                      <a:pt x="18974" y="6444"/>
                      <a:pt x="18974" y="6436"/>
                    </a:cubicBezTo>
                    <a:cubicBezTo>
                      <a:pt x="18891" y="6270"/>
                      <a:pt x="18808" y="6112"/>
                      <a:pt x="18726" y="5947"/>
                    </a:cubicBezTo>
                    <a:cubicBezTo>
                      <a:pt x="18643" y="5781"/>
                      <a:pt x="18560" y="5615"/>
                      <a:pt x="18469" y="5458"/>
                    </a:cubicBezTo>
                    <a:cubicBezTo>
                      <a:pt x="18311" y="5168"/>
                      <a:pt x="18129" y="4894"/>
                      <a:pt x="17897" y="4662"/>
                    </a:cubicBezTo>
                    <a:cubicBezTo>
                      <a:pt x="17665" y="4430"/>
                      <a:pt x="17392" y="4240"/>
                      <a:pt x="17118" y="4058"/>
                    </a:cubicBezTo>
                    <a:cubicBezTo>
                      <a:pt x="16836" y="3875"/>
                      <a:pt x="16546" y="3693"/>
                      <a:pt x="16240" y="3552"/>
                    </a:cubicBezTo>
                    <a:cubicBezTo>
                      <a:pt x="16091" y="3486"/>
                      <a:pt x="15933" y="3428"/>
                      <a:pt x="15776" y="3395"/>
                    </a:cubicBezTo>
                    <a:cubicBezTo>
                      <a:pt x="15674" y="3369"/>
                      <a:pt x="15573" y="3360"/>
                      <a:pt x="15471" y="3360"/>
                    </a:cubicBezTo>
                    <a:cubicBezTo>
                      <a:pt x="15407" y="3360"/>
                      <a:pt x="15343" y="3363"/>
                      <a:pt x="15279" y="3370"/>
                    </a:cubicBezTo>
                    <a:cubicBezTo>
                      <a:pt x="15229" y="3370"/>
                      <a:pt x="15204" y="3295"/>
                      <a:pt x="15254" y="3270"/>
                    </a:cubicBezTo>
                    <a:cubicBezTo>
                      <a:pt x="15377" y="3213"/>
                      <a:pt x="15507" y="3190"/>
                      <a:pt x="15640" y="3190"/>
                    </a:cubicBezTo>
                    <a:cubicBezTo>
                      <a:pt x="15893" y="3190"/>
                      <a:pt x="16153" y="3275"/>
                      <a:pt x="16381" y="3378"/>
                    </a:cubicBezTo>
                    <a:cubicBezTo>
                      <a:pt x="16696" y="3527"/>
                      <a:pt x="17002" y="3726"/>
                      <a:pt x="17292" y="3925"/>
                    </a:cubicBezTo>
                    <a:cubicBezTo>
                      <a:pt x="17590" y="4116"/>
                      <a:pt x="17872" y="4331"/>
                      <a:pt x="18104" y="4596"/>
                    </a:cubicBezTo>
                    <a:cubicBezTo>
                      <a:pt x="18336" y="4845"/>
                      <a:pt x="18518" y="5126"/>
                      <a:pt x="18676" y="5433"/>
                    </a:cubicBezTo>
                    <a:cubicBezTo>
                      <a:pt x="18750" y="5590"/>
                      <a:pt x="18825" y="5748"/>
                      <a:pt x="18883" y="5905"/>
                    </a:cubicBezTo>
                    <a:cubicBezTo>
                      <a:pt x="18941" y="6063"/>
                      <a:pt x="18982" y="6220"/>
                      <a:pt x="19040" y="6369"/>
                    </a:cubicBezTo>
                    <a:cubicBezTo>
                      <a:pt x="19057" y="6369"/>
                      <a:pt x="19074" y="6378"/>
                      <a:pt x="19082" y="6394"/>
                    </a:cubicBezTo>
                    <a:cubicBezTo>
                      <a:pt x="19214" y="6576"/>
                      <a:pt x="19289" y="6800"/>
                      <a:pt x="19364" y="7016"/>
                    </a:cubicBezTo>
                    <a:cubicBezTo>
                      <a:pt x="19413" y="7148"/>
                      <a:pt x="19446" y="7289"/>
                      <a:pt x="19479" y="7422"/>
                    </a:cubicBezTo>
                    <a:cubicBezTo>
                      <a:pt x="19736" y="7082"/>
                      <a:pt x="19968" y="6726"/>
                      <a:pt x="20159" y="6336"/>
                    </a:cubicBezTo>
                    <a:cubicBezTo>
                      <a:pt x="20333" y="5980"/>
                      <a:pt x="20499" y="5599"/>
                      <a:pt x="20581" y="5201"/>
                    </a:cubicBezTo>
                    <a:cubicBezTo>
                      <a:pt x="20631" y="4994"/>
                      <a:pt x="20639" y="4778"/>
                      <a:pt x="20565" y="4571"/>
                    </a:cubicBezTo>
                    <a:lnTo>
                      <a:pt x="20557" y="4571"/>
                    </a:lnTo>
                    <a:cubicBezTo>
                      <a:pt x="20490" y="4397"/>
                      <a:pt x="20374" y="4248"/>
                      <a:pt x="20258" y="4107"/>
                    </a:cubicBezTo>
                    <a:cubicBezTo>
                      <a:pt x="20001" y="3792"/>
                      <a:pt x="19786" y="3461"/>
                      <a:pt x="19620" y="3096"/>
                    </a:cubicBezTo>
                    <a:cubicBezTo>
                      <a:pt x="19537" y="2914"/>
                      <a:pt x="19463" y="2732"/>
                      <a:pt x="19388" y="2550"/>
                    </a:cubicBezTo>
                    <a:cubicBezTo>
                      <a:pt x="19388" y="2558"/>
                      <a:pt x="19388" y="2566"/>
                      <a:pt x="19388" y="2575"/>
                    </a:cubicBezTo>
                    <a:cubicBezTo>
                      <a:pt x="19384" y="2596"/>
                      <a:pt x="19366" y="2607"/>
                      <a:pt x="19346" y="2607"/>
                    </a:cubicBezTo>
                    <a:cubicBezTo>
                      <a:pt x="19328" y="2607"/>
                      <a:pt x="19309" y="2598"/>
                      <a:pt x="19297" y="2583"/>
                    </a:cubicBezTo>
                    <a:cubicBezTo>
                      <a:pt x="19223" y="2434"/>
                      <a:pt x="19206" y="2251"/>
                      <a:pt x="19173" y="2094"/>
                    </a:cubicBezTo>
                    <a:cubicBezTo>
                      <a:pt x="19140" y="1937"/>
                      <a:pt x="19107" y="1787"/>
                      <a:pt x="19065" y="1638"/>
                    </a:cubicBezTo>
                    <a:cubicBezTo>
                      <a:pt x="18999" y="1381"/>
                      <a:pt x="18900" y="1174"/>
                      <a:pt x="18668" y="1042"/>
                    </a:cubicBezTo>
                    <a:cubicBezTo>
                      <a:pt x="18411" y="909"/>
                      <a:pt x="18129" y="793"/>
                      <a:pt x="17864" y="677"/>
                    </a:cubicBezTo>
                    <a:cubicBezTo>
                      <a:pt x="17582" y="545"/>
                      <a:pt x="17309" y="420"/>
                      <a:pt x="17027" y="288"/>
                    </a:cubicBezTo>
                    <a:cubicBezTo>
                      <a:pt x="16762" y="172"/>
                      <a:pt x="16497" y="31"/>
                      <a:pt x="16207" y="31"/>
                    </a:cubicBezTo>
                    <a:cubicBezTo>
                      <a:pt x="16190" y="31"/>
                      <a:pt x="16174" y="23"/>
                      <a:pt x="16165" y="14"/>
                    </a:cubicBezTo>
                    <a:cubicBezTo>
                      <a:pt x="16066" y="5"/>
                      <a:pt x="15967" y="0"/>
                      <a:pt x="158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56" name="Google Shape;7056;p21"/>
              <p:cNvSpPr/>
              <p:nvPr/>
            </p:nvSpPr>
            <p:spPr>
              <a:xfrm>
                <a:off x="6114175" y="4143175"/>
                <a:ext cx="96775" cy="99150"/>
              </a:xfrm>
              <a:custGeom>
                <a:rect b="b" l="l" r="r" t="t"/>
                <a:pathLst>
                  <a:path extrusionOk="0" h="3966" w="3871">
                    <a:moveTo>
                      <a:pt x="1923" y="1"/>
                    </a:moveTo>
                    <a:cubicBezTo>
                      <a:pt x="1898" y="92"/>
                      <a:pt x="1848" y="175"/>
                      <a:pt x="1774" y="241"/>
                    </a:cubicBezTo>
                    <a:cubicBezTo>
                      <a:pt x="1674" y="341"/>
                      <a:pt x="1558" y="415"/>
                      <a:pt x="1459" y="506"/>
                    </a:cubicBezTo>
                    <a:cubicBezTo>
                      <a:pt x="1360" y="598"/>
                      <a:pt x="1277" y="697"/>
                      <a:pt x="1194" y="796"/>
                    </a:cubicBezTo>
                    <a:cubicBezTo>
                      <a:pt x="1186" y="805"/>
                      <a:pt x="1177" y="813"/>
                      <a:pt x="1177" y="821"/>
                    </a:cubicBezTo>
                    <a:cubicBezTo>
                      <a:pt x="1094" y="1062"/>
                      <a:pt x="1078" y="1327"/>
                      <a:pt x="1070" y="1575"/>
                    </a:cubicBezTo>
                    <a:cubicBezTo>
                      <a:pt x="1053" y="1840"/>
                      <a:pt x="1045" y="2105"/>
                      <a:pt x="962" y="2354"/>
                    </a:cubicBezTo>
                    <a:cubicBezTo>
                      <a:pt x="896" y="2569"/>
                      <a:pt x="788" y="2768"/>
                      <a:pt x="639" y="2951"/>
                    </a:cubicBezTo>
                    <a:cubicBezTo>
                      <a:pt x="490" y="3125"/>
                      <a:pt x="316" y="3274"/>
                      <a:pt x="117" y="3381"/>
                    </a:cubicBezTo>
                    <a:cubicBezTo>
                      <a:pt x="75" y="3406"/>
                      <a:pt x="42" y="3423"/>
                      <a:pt x="1" y="3439"/>
                    </a:cubicBezTo>
                    <a:cubicBezTo>
                      <a:pt x="225" y="3489"/>
                      <a:pt x="432" y="3638"/>
                      <a:pt x="639" y="3738"/>
                    </a:cubicBezTo>
                    <a:cubicBezTo>
                      <a:pt x="981" y="3889"/>
                      <a:pt x="1357" y="3966"/>
                      <a:pt x="1732" y="3966"/>
                    </a:cubicBezTo>
                    <a:cubicBezTo>
                      <a:pt x="1994" y="3966"/>
                      <a:pt x="2255" y="3929"/>
                      <a:pt x="2503" y="3854"/>
                    </a:cubicBezTo>
                    <a:cubicBezTo>
                      <a:pt x="2801" y="3763"/>
                      <a:pt x="3075" y="3622"/>
                      <a:pt x="3315" y="3439"/>
                    </a:cubicBezTo>
                    <a:cubicBezTo>
                      <a:pt x="3439" y="3348"/>
                      <a:pt x="3555" y="3249"/>
                      <a:pt x="3655" y="3133"/>
                    </a:cubicBezTo>
                    <a:cubicBezTo>
                      <a:pt x="3754" y="3033"/>
                      <a:pt x="3820" y="2917"/>
                      <a:pt x="3870" y="2793"/>
                    </a:cubicBezTo>
                    <a:cubicBezTo>
                      <a:pt x="3738" y="2545"/>
                      <a:pt x="3696" y="2246"/>
                      <a:pt x="3646" y="1965"/>
                    </a:cubicBezTo>
                    <a:cubicBezTo>
                      <a:pt x="3605" y="1691"/>
                      <a:pt x="3564" y="1409"/>
                      <a:pt x="3456" y="1161"/>
                    </a:cubicBezTo>
                    <a:cubicBezTo>
                      <a:pt x="3356" y="937"/>
                      <a:pt x="3207" y="722"/>
                      <a:pt x="2992" y="606"/>
                    </a:cubicBezTo>
                    <a:cubicBezTo>
                      <a:pt x="2959" y="589"/>
                      <a:pt x="2975" y="540"/>
                      <a:pt x="3000" y="531"/>
                    </a:cubicBezTo>
                    <a:cubicBezTo>
                      <a:pt x="2785" y="415"/>
                      <a:pt x="2553" y="316"/>
                      <a:pt x="2321" y="225"/>
                    </a:cubicBezTo>
                    <a:cubicBezTo>
                      <a:pt x="2180" y="175"/>
                      <a:pt x="2039" y="100"/>
                      <a:pt x="19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57" name="Google Shape;7057;p21"/>
              <p:cNvSpPr/>
              <p:nvPr/>
            </p:nvSpPr>
            <p:spPr>
              <a:xfrm>
                <a:off x="6105700" y="4168875"/>
                <a:ext cx="34200" cy="57600"/>
              </a:xfrm>
              <a:custGeom>
                <a:rect b="b" l="l" r="r" t="t"/>
                <a:pathLst>
                  <a:path extrusionOk="0" h="2304" w="1368">
                    <a:moveTo>
                      <a:pt x="1367" y="0"/>
                    </a:moveTo>
                    <a:cubicBezTo>
                      <a:pt x="1135" y="324"/>
                      <a:pt x="953" y="680"/>
                      <a:pt x="779" y="1036"/>
                    </a:cubicBezTo>
                    <a:cubicBezTo>
                      <a:pt x="564" y="1475"/>
                      <a:pt x="381" y="1981"/>
                      <a:pt x="0" y="2304"/>
                    </a:cubicBezTo>
                    <a:cubicBezTo>
                      <a:pt x="42" y="2295"/>
                      <a:pt x="91" y="2287"/>
                      <a:pt x="133" y="2279"/>
                    </a:cubicBezTo>
                    <a:cubicBezTo>
                      <a:pt x="249" y="2237"/>
                      <a:pt x="356" y="2188"/>
                      <a:pt x="464" y="2121"/>
                    </a:cubicBezTo>
                    <a:cubicBezTo>
                      <a:pt x="854" y="1889"/>
                      <a:pt x="1127" y="1517"/>
                      <a:pt x="1218" y="1061"/>
                    </a:cubicBezTo>
                    <a:lnTo>
                      <a:pt x="1226" y="1069"/>
                    </a:lnTo>
                    <a:cubicBezTo>
                      <a:pt x="1276" y="812"/>
                      <a:pt x="1284" y="555"/>
                      <a:pt x="1309" y="299"/>
                    </a:cubicBezTo>
                    <a:cubicBezTo>
                      <a:pt x="1326" y="191"/>
                      <a:pt x="1342" y="92"/>
                      <a:pt x="13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58" name="Google Shape;7058;p21"/>
              <p:cNvSpPr/>
              <p:nvPr/>
            </p:nvSpPr>
            <p:spPr>
              <a:xfrm>
                <a:off x="6198700" y="4162250"/>
                <a:ext cx="21775" cy="52850"/>
              </a:xfrm>
              <a:custGeom>
                <a:rect b="b" l="l" r="r" t="t"/>
                <a:pathLst>
                  <a:path extrusionOk="0" h="2114" w="871">
                    <a:moveTo>
                      <a:pt x="0" y="0"/>
                    </a:moveTo>
                    <a:cubicBezTo>
                      <a:pt x="50" y="58"/>
                      <a:pt x="100" y="116"/>
                      <a:pt x="141" y="191"/>
                    </a:cubicBezTo>
                    <a:cubicBezTo>
                      <a:pt x="274" y="390"/>
                      <a:pt x="340" y="622"/>
                      <a:pt x="390" y="854"/>
                    </a:cubicBezTo>
                    <a:cubicBezTo>
                      <a:pt x="448" y="1127"/>
                      <a:pt x="473" y="1409"/>
                      <a:pt x="564" y="1682"/>
                    </a:cubicBezTo>
                    <a:cubicBezTo>
                      <a:pt x="605" y="1806"/>
                      <a:pt x="655" y="1947"/>
                      <a:pt x="754" y="2038"/>
                    </a:cubicBezTo>
                    <a:cubicBezTo>
                      <a:pt x="787" y="2072"/>
                      <a:pt x="829" y="2096"/>
                      <a:pt x="870" y="2113"/>
                    </a:cubicBezTo>
                    <a:cubicBezTo>
                      <a:pt x="862" y="2055"/>
                      <a:pt x="862" y="1997"/>
                      <a:pt x="862" y="1947"/>
                    </a:cubicBezTo>
                    <a:cubicBezTo>
                      <a:pt x="862" y="1947"/>
                      <a:pt x="862" y="1939"/>
                      <a:pt x="862" y="1939"/>
                    </a:cubicBezTo>
                    <a:cubicBezTo>
                      <a:pt x="796" y="1815"/>
                      <a:pt x="796" y="1649"/>
                      <a:pt x="779" y="1508"/>
                    </a:cubicBezTo>
                    <a:cubicBezTo>
                      <a:pt x="754" y="1359"/>
                      <a:pt x="721" y="1210"/>
                      <a:pt x="688" y="1069"/>
                    </a:cubicBezTo>
                    <a:cubicBezTo>
                      <a:pt x="622" y="820"/>
                      <a:pt x="531" y="580"/>
                      <a:pt x="381" y="373"/>
                    </a:cubicBezTo>
                    <a:cubicBezTo>
                      <a:pt x="274" y="232"/>
                      <a:pt x="141" y="108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59" name="Google Shape;7059;p21"/>
              <p:cNvSpPr/>
              <p:nvPr/>
            </p:nvSpPr>
            <p:spPr>
              <a:xfrm>
                <a:off x="6095550" y="3997775"/>
                <a:ext cx="2300" cy="1675"/>
              </a:xfrm>
              <a:custGeom>
                <a:rect b="b" l="l" r="r" t="t"/>
                <a:pathLst>
                  <a:path extrusionOk="0" h="67" w="92">
                    <a:moveTo>
                      <a:pt x="42" y="1"/>
                    </a:moveTo>
                    <a:cubicBezTo>
                      <a:pt x="0" y="1"/>
                      <a:pt x="0" y="67"/>
                      <a:pt x="42" y="67"/>
                    </a:cubicBezTo>
                    <a:cubicBezTo>
                      <a:pt x="91" y="67"/>
                      <a:pt x="91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0" name="Google Shape;7060;p21"/>
              <p:cNvSpPr/>
              <p:nvPr/>
            </p:nvSpPr>
            <p:spPr>
              <a:xfrm>
                <a:off x="6035875" y="4060050"/>
                <a:ext cx="77850" cy="72250"/>
              </a:xfrm>
              <a:custGeom>
                <a:rect b="b" l="l" r="r" t="t"/>
                <a:pathLst>
                  <a:path extrusionOk="0" h="2890" w="3114">
                    <a:moveTo>
                      <a:pt x="1749" y="0"/>
                    </a:moveTo>
                    <a:cubicBezTo>
                      <a:pt x="1442" y="0"/>
                      <a:pt x="1148" y="154"/>
                      <a:pt x="904" y="327"/>
                    </a:cubicBezTo>
                    <a:cubicBezTo>
                      <a:pt x="631" y="517"/>
                      <a:pt x="390" y="749"/>
                      <a:pt x="225" y="1031"/>
                    </a:cubicBezTo>
                    <a:cubicBezTo>
                      <a:pt x="125" y="1114"/>
                      <a:pt x="17" y="1205"/>
                      <a:pt x="9" y="1346"/>
                    </a:cubicBezTo>
                    <a:cubicBezTo>
                      <a:pt x="1" y="1495"/>
                      <a:pt x="117" y="1644"/>
                      <a:pt x="191" y="1768"/>
                    </a:cubicBezTo>
                    <a:cubicBezTo>
                      <a:pt x="266" y="1884"/>
                      <a:pt x="357" y="2000"/>
                      <a:pt x="465" y="2091"/>
                    </a:cubicBezTo>
                    <a:cubicBezTo>
                      <a:pt x="615" y="2223"/>
                      <a:pt x="785" y="2284"/>
                      <a:pt x="959" y="2284"/>
                    </a:cubicBezTo>
                    <a:cubicBezTo>
                      <a:pt x="1015" y="2284"/>
                      <a:pt x="1071" y="2277"/>
                      <a:pt x="1128" y="2265"/>
                    </a:cubicBezTo>
                    <a:lnTo>
                      <a:pt x="1128" y="2265"/>
                    </a:lnTo>
                    <a:cubicBezTo>
                      <a:pt x="1103" y="2381"/>
                      <a:pt x="1095" y="2497"/>
                      <a:pt x="1095" y="2622"/>
                    </a:cubicBezTo>
                    <a:cubicBezTo>
                      <a:pt x="1095" y="2655"/>
                      <a:pt x="1111" y="2680"/>
                      <a:pt x="1128" y="2705"/>
                    </a:cubicBezTo>
                    <a:cubicBezTo>
                      <a:pt x="1111" y="2738"/>
                      <a:pt x="1095" y="2771"/>
                      <a:pt x="1061" y="2804"/>
                    </a:cubicBezTo>
                    <a:cubicBezTo>
                      <a:pt x="1018" y="2840"/>
                      <a:pt x="1057" y="2890"/>
                      <a:pt x="1101" y="2890"/>
                    </a:cubicBezTo>
                    <a:cubicBezTo>
                      <a:pt x="1107" y="2890"/>
                      <a:pt x="1113" y="2889"/>
                      <a:pt x="1119" y="2887"/>
                    </a:cubicBezTo>
                    <a:cubicBezTo>
                      <a:pt x="1194" y="2854"/>
                      <a:pt x="1235" y="2796"/>
                      <a:pt x="1277" y="2738"/>
                    </a:cubicBezTo>
                    <a:cubicBezTo>
                      <a:pt x="1310" y="2721"/>
                      <a:pt x="1335" y="2696"/>
                      <a:pt x="1343" y="2655"/>
                    </a:cubicBezTo>
                    <a:cubicBezTo>
                      <a:pt x="1360" y="2597"/>
                      <a:pt x="1368" y="2547"/>
                      <a:pt x="1385" y="2497"/>
                    </a:cubicBezTo>
                    <a:cubicBezTo>
                      <a:pt x="1418" y="2431"/>
                      <a:pt x="1451" y="2357"/>
                      <a:pt x="1492" y="2290"/>
                    </a:cubicBezTo>
                    <a:cubicBezTo>
                      <a:pt x="1542" y="2191"/>
                      <a:pt x="1600" y="2091"/>
                      <a:pt x="1666" y="1992"/>
                    </a:cubicBezTo>
                    <a:cubicBezTo>
                      <a:pt x="1824" y="1876"/>
                      <a:pt x="1956" y="1727"/>
                      <a:pt x="2072" y="1578"/>
                    </a:cubicBezTo>
                    <a:cubicBezTo>
                      <a:pt x="2163" y="1462"/>
                      <a:pt x="2246" y="1329"/>
                      <a:pt x="2313" y="1197"/>
                    </a:cubicBezTo>
                    <a:cubicBezTo>
                      <a:pt x="2520" y="998"/>
                      <a:pt x="2752" y="815"/>
                      <a:pt x="3000" y="658"/>
                    </a:cubicBezTo>
                    <a:cubicBezTo>
                      <a:pt x="3114" y="587"/>
                      <a:pt x="3045" y="437"/>
                      <a:pt x="2934" y="437"/>
                    </a:cubicBezTo>
                    <a:cubicBezTo>
                      <a:pt x="2916" y="437"/>
                      <a:pt x="2896" y="441"/>
                      <a:pt x="2876" y="451"/>
                    </a:cubicBezTo>
                    <a:lnTo>
                      <a:pt x="2876" y="443"/>
                    </a:lnTo>
                    <a:cubicBezTo>
                      <a:pt x="2760" y="501"/>
                      <a:pt x="2652" y="559"/>
                      <a:pt x="2545" y="625"/>
                    </a:cubicBezTo>
                    <a:cubicBezTo>
                      <a:pt x="2511" y="641"/>
                      <a:pt x="2470" y="666"/>
                      <a:pt x="2429" y="691"/>
                    </a:cubicBezTo>
                    <a:lnTo>
                      <a:pt x="2429" y="666"/>
                    </a:lnTo>
                    <a:cubicBezTo>
                      <a:pt x="2412" y="351"/>
                      <a:pt x="2213" y="61"/>
                      <a:pt x="1890" y="12"/>
                    </a:cubicBezTo>
                    <a:cubicBezTo>
                      <a:pt x="1843" y="4"/>
                      <a:pt x="1795" y="0"/>
                      <a:pt x="17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1" name="Google Shape;7061;p21"/>
              <p:cNvSpPr/>
              <p:nvPr/>
            </p:nvSpPr>
            <p:spPr>
              <a:xfrm>
                <a:off x="6185850" y="4035725"/>
                <a:ext cx="70450" cy="66675"/>
              </a:xfrm>
              <a:custGeom>
                <a:rect b="b" l="l" r="r" t="t"/>
                <a:pathLst>
                  <a:path extrusionOk="0" h="2667" w="2818">
                    <a:moveTo>
                      <a:pt x="1410" y="1"/>
                    </a:moveTo>
                    <a:cubicBezTo>
                      <a:pt x="1314" y="1"/>
                      <a:pt x="1219" y="11"/>
                      <a:pt x="1127" y="32"/>
                    </a:cubicBezTo>
                    <a:cubicBezTo>
                      <a:pt x="854" y="90"/>
                      <a:pt x="589" y="256"/>
                      <a:pt x="448" y="496"/>
                    </a:cubicBezTo>
                    <a:cubicBezTo>
                      <a:pt x="373" y="629"/>
                      <a:pt x="340" y="778"/>
                      <a:pt x="340" y="918"/>
                    </a:cubicBezTo>
                    <a:cubicBezTo>
                      <a:pt x="257" y="885"/>
                      <a:pt x="166" y="869"/>
                      <a:pt x="75" y="869"/>
                    </a:cubicBezTo>
                    <a:cubicBezTo>
                      <a:pt x="17" y="869"/>
                      <a:pt x="1" y="960"/>
                      <a:pt x="59" y="968"/>
                    </a:cubicBezTo>
                    <a:cubicBezTo>
                      <a:pt x="175" y="985"/>
                      <a:pt x="274" y="1034"/>
                      <a:pt x="373" y="1101"/>
                    </a:cubicBezTo>
                    <a:cubicBezTo>
                      <a:pt x="398" y="1175"/>
                      <a:pt x="440" y="1250"/>
                      <a:pt x="489" y="1308"/>
                    </a:cubicBezTo>
                    <a:cubicBezTo>
                      <a:pt x="531" y="1366"/>
                      <a:pt x="581" y="1407"/>
                      <a:pt x="639" y="1440"/>
                    </a:cubicBezTo>
                    <a:cubicBezTo>
                      <a:pt x="630" y="1465"/>
                      <a:pt x="630" y="1498"/>
                      <a:pt x="655" y="1523"/>
                    </a:cubicBezTo>
                    <a:cubicBezTo>
                      <a:pt x="796" y="1656"/>
                      <a:pt x="1003" y="1697"/>
                      <a:pt x="1169" y="1764"/>
                    </a:cubicBezTo>
                    <a:cubicBezTo>
                      <a:pt x="1343" y="1830"/>
                      <a:pt x="1517" y="1896"/>
                      <a:pt x="1683" y="1987"/>
                    </a:cubicBezTo>
                    <a:cubicBezTo>
                      <a:pt x="1823" y="2054"/>
                      <a:pt x="1964" y="2136"/>
                      <a:pt x="2089" y="2228"/>
                    </a:cubicBezTo>
                    <a:cubicBezTo>
                      <a:pt x="2238" y="2385"/>
                      <a:pt x="2387" y="2551"/>
                      <a:pt x="2586" y="2650"/>
                    </a:cubicBezTo>
                    <a:cubicBezTo>
                      <a:pt x="2607" y="2661"/>
                      <a:pt x="2628" y="2667"/>
                      <a:pt x="2648" y="2667"/>
                    </a:cubicBezTo>
                    <a:cubicBezTo>
                      <a:pt x="2746" y="2667"/>
                      <a:pt x="2817" y="2548"/>
                      <a:pt x="2735" y="2451"/>
                    </a:cubicBezTo>
                    <a:cubicBezTo>
                      <a:pt x="2627" y="2335"/>
                      <a:pt x="2511" y="2219"/>
                      <a:pt x="2387" y="2120"/>
                    </a:cubicBezTo>
                    <a:cubicBezTo>
                      <a:pt x="2519" y="2054"/>
                      <a:pt x="2602" y="1904"/>
                      <a:pt x="2644" y="1764"/>
                    </a:cubicBezTo>
                    <a:cubicBezTo>
                      <a:pt x="2727" y="1440"/>
                      <a:pt x="2635" y="1092"/>
                      <a:pt x="2495" y="802"/>
                    </a:cubicBezTo>
                    <a:cubicBezTo>
                      <a:pt x="2478" y="769"/>
                      <a:pt x="2461" y="736"/>
                      <a:pt x="2445" y="703"/>
                    </a:cubicBezTo>
                    <a:cubicBezTo>
                      <a:pt x="2470" y="686"/>
                      <a:pt x="2486" y="653"/>
                      <a:pt x="2470" y="620"/>
                    </a:cubicBezTo>
                    <a:cubicBezTo>
                      <a:pt x="2286" y="213"/>
                      <a:pt x="1842" y="1"/>
                      <a:pt x="141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2" name="Google Shape;7062;p21"/>
              <p:cNvSpPr/>
              <p:nvPr/>
            </p:nvSpPr>
            <p:spPr>
              <a:xfrm>
                <a:off x="6063650" y="4065900"/>
                <a:ext cx="201150" cy="177100"/>
              </a:xfrm>
              <a:custGeom>
                <a:rect b="b" l="l" r="r" t="t"/>
                <a:pathLst>
                  <a:path extrusionOk="0" h="7084" w="8046">
                    <a:moveTo>
                      <a:pt x="3635" y="0"/>
                    </a:moveTo>
                    <a:cubicBezTo>
                      <a:pt x="3603" y="0"/>
                      <a:pt x="3571" y="1"/>
                      <a:pt x="3538" y="1"/>
                    </a:cubicBezTo>
                    <a:cubicBezTo>
                      <a:pt x="3339" y="10"/>
                      <a:pt x="3149" y="35"/>
                      <a:pt x="2950" y="68"/>
                    </a:cubicBezTo>
                    <a:cubicBezTo>
                      <a:pt x="2776" y="93"/>
                      <a:pt x="2594" y="134"/>
                      <a:pt x="2428" y="209"/>
                    </a:cubicBezTo>
                    <a:cubicBezTo>
                      <a:pt x="2262" y="283"/>
                      <a:pt x="2171" y="391"/>
                      <a:pt x="2105" y="540"/>
                    </a:cubicBezTo>
                    <a:cubicBezTo>
                      <a:pt x="1624" y="847"/>
                      <a:pt x="1318" y="1410"/>
                      <a:pt x="1152" y="1940"/>
                    </a:cubicBezTo>
                    <a:cubicBezTo>
                      <a:pt x="1019" y="2371"/>
                      <a:pt x="961" y="2819"/>
                      <a:pt x="870" y="3258"/>
                    </a:cubicBezTo>
                    <a:cubicBezTo>
                      <a:pt x="820" y="3481"/>
                      <a:pt x="771" y="3697"/>
                      <a:pt x="696" y="3912"/>
                    </a:cubicBezTo>
                    <a:cubicBezTo>
                      <a:pt x="630" y="4128"/>
                      <a:pt x="539" y="4343"/>
                      <a:pt x="439" y="4550"/>
                    </a:cubicBezTo>
                    <a:cubicBezTo>
                      <a:pt x="340" y="4757"/>
                      <a:pt x="232" y="4964"/>
                      <a:pt x="141" y="5180"/>
                    </a:cubicBezTo>
                    <a:cubicBezTo>
                      <a:pt x="66" y="5379"/>
                      <a:pt x="0" y="5602"/>
                      <a:pt x="25" y="5818"/>
                    </a:cubicBezTo>
                    <a:cubicBezTo>
                      <a:pt x="66" y="6207"/>
                      <a:pt x="381" y="6472"/>
                      <a:pt x="746" y="6564"/>
                    </a:cubicBezTo>
                    <a:cubicBezTo>
                      <a:pt x="863" y="6594"/>
                      <a:pt x="982" y="6606"/>
                      <a:pt x="1102" y="6606"/>
                    </a:cubicBezTo>
                    <a:cubicBezTo>
                      <a:pt x="1212" y="6606"/>
                      <a:pt x="1323" y="6596"/>
                      <a:pt x="1434" y="6580"/>
                    </a:cubicBezTo>
                    <a:cubicBezTo>
                      <a:pt x="1608" y="6555"/>
                      <a:pt x="1782" y="6530"/>
                      <a:pt x="1956" y="6497"/>
                    </a:cubicBezTo>
                    <a:cubicBezTo>
                      <a:pt x="2088" y="6721"/>
                      <a:pt x="2386" y="6845"/>
                      <a:pt x="2618" y="6928"/>
                    </a:cubicBezTo>
                    <a:cubicBezTo>
                      <a:pt x="2915" y="7032"/>
                      <a:pt x="3235" y="7083"/>
                      <a:pt x="3549" y="7083"/>
                    </a:cubicBezTo>
                    <a:cubicBezTo>
                      <a:pt x="3612" y="7083"/>
                      <a:pt x="3675" y="7081"/>
                      <a:pt x="3737" y="7077"/>
                    </a:cubicBezTo>
                    <a:cubicBezTo>
                      <a:pt x="4433" y="7028"/>
                      <a:pt x="5104" y="6729"/>
                      <a:pt x="5601" y="6224"/>
                    </a:cubicBezTo>
                    <a:cubicBezTo>
                      <a:pt x="5692" y="6133"/>
                      <a:pt x="5783" y="6033"/>
                      <a:pt x="5858" y="5926"/>
                    </a:cubicBezTo>
                    <a:cubicBezTo>
                      <a:pt x="5957" y="6000"/>
                      <a:pt x="6065" y="6058"/>
                      <a:pt x="6181" y="6100"/>
                    </a:cubicBezTo>
                    <a:cubicBezTo>
                      <a:pt x="6301" y="6143"/>
                      <a:pt x="6427" y="6163"/>
                      <a:pt x="6553" y="6163"/>
                    </a:cubicBezTo>
                    <a:cubicBezTo>
                      <a:pt x="6812" y="6163"/>
                      <a:pt x="7072" y="6079"/>
                      <a:pt x="7283" y="5934"/>
                    </a:cubicBezTo>
                    <a:cubicBezTo>
                      <a:pt x="7615" y="5710"/>
                      <a:pt x="7830" y="5354"/>
                      <a:pt x="7946" y="4973"/>
                    </a:cubicBezTo>
                    <a:cubicBezTo>
                      <a:pt x="8004" y="4774"/>
                      <a:pt x="8045" y="4550"/>
                      <a:pt x="8045" y="4343"/>
                    </a:cubicBezTo>
                    <a:cubicBezTo>
                      <a:pt x="8037" y="4111"/>
                      <a:pt x="7963" y="3896"/>
                      <a:pt x="7871" y="3689"/>
                    </a:cubicBezTo>
                    <a:cubicBezTo>
                      <a:pt x="7540" y="2893"/>
                      <a:pt x="7184" y="2081"/>
                      <a:pt x="6653" y="1402"/>
                    </a:cubicBezTo>
                    <a:cubicBezTo>
                      <a:pt x="6165" y="764"/>
                      <a:pt x="5485" y="325"/>
                      <a:pt x="4698" y="126"/>
                    </a:cubicBezTo>
                    <a:cubicBezTo>
                      <a:pt x="4349" y="42"/>
                      <a:pt x="3992" y="0"/>
                      <a:pt x="3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3" name="Google Shape;7063;p21"/>
              <p:cNvSpPr/>
              <p:nvPr/>
            </p:nvSpPr>
            <p:spPr>
              <a:xfrm>
                <a:off x="6080525" y="4185225"/>
                <a:ext cx="40725" cy="43575"/>
              </a:xfrm>
              <a:custGeom>
                <a:rect b="b" l="l" r="r" t="t"/>
                <a:pathLst>
                  <a:path extrusionOk="0" h="1743" w="1629">
                    <a:moveTo>
                      <a:pt x="1523" y="0"/>
                    </a:moveTo>
                    <a:cubicBezTo>
                      <a:pt x="1507" y="0"/>
                      <a:pt x="1491" y="6"/>
                      <a:pt x="1479" y="17"/>
                    </a:cubicBezTo>
                    <a:cubicBezTo>
                      <a:pt x="1397" y="84"/>
                      <a:pt x="1372" y="167"/>
                      <a:pt x="1339" y="258"/>
                    </a:cubicBezTo>
                    <a:cubicBezTo>
                      <a:pt x="1305" y="341"/>
                      <a:pt x="1272" y="423"/>
                      <a:pt x="1231" y="506"/>
                    </a:cubicBezTo>
                    <a:cubicBezTo>
                      <a:pt x="1148" y="672"/>
                      <a:pt x="1057" y="829"/>
                      <a:pt x="941" y="979"/>
                    </a:cubicBezTo>
                    <a:cubicBezTo>
                      <a:pt x="841" y="1128"/>
                      <a:pt x="717" y="1260"/>
                      <a:pt x="593" y="1385"/>
                    </a:cubicBezTo>
                    <a:cubicBezTo>
                      <a:pt x="492" y="1492"/>
                      <a:pt x="343" y="1594"/>
                      <a:pt x="193" y="1594"/>
                    </a:cubicBezTo>
                    <a:cubicBezTo>
                      <a:pt x="158" y="1594"/>
                      <a:pt x="122" y="1588"/>
                      <a:pt x="87" y="1575"/>
                    </a:cubicBezTo>
                    <a:cubicBezTo>
                      <a:pt x="82" y="1574"/>
                      <a:pt x="77" y="1573"/>
                      <a:pt x="73" y="1573"/>
                    </a:cubicBezTo>
                    <a:cubicBezTo>
                      <a:pt x="24" y="1573"/>
                      <a:pt x="1" y="1644"/>
                      <a:pt x="46" y="1675"/>
                    </a:cubicBezTo>
                    <a:cubicBezTo>
                      <a:pt x="126" y="1718"/>
                      <a:pt x="199" y="1742"/>
                      <a:pt x="288" y="1742"/>
                    </a:cubicBezTo>
                    <a:cubicBezTo>
                      <a:pt x="301" y="1742"/>
                      <a:pt x="314" y="1742"/>
                      <a:pt x="328" y="1741"/>
                    </a:cubicBezTo>
                    <a:cubicBezTo>
                      <a:pt x="435" y="1724"/>
                      <a:pt x="535" y="1691"/>
                      <a:pt x="618" y="1633"/>
                    </a:cubicBezTo>
                    <a:cubicBezTo>
                      <a:pt x="800" y="1517"/>
                      <a:pt x="941" y="1351"/>
                      <a:pt x="1073" y="1194"/>
                    </a:cubicBezTo>
                    <a:cubicBezTo>
                      <a:pt x="1206" y="1028"/>
                      <a:pt x="1322" y="846"/>
                      <a:pt x="1421" y="655"/>
                    </a:cubicBezTo>
                    <a:cubicBezTo>
                      <a:pt x="1463" y="564"/>
                      <a:pt x="1504" y="465"/>
                      <a:pt x="1546" y="374"/>
                    </a:cubicBezTo>
                    <a:cubicBezTo>
                      <a:pt x="1587" y="266"/>
                      <a:pt x="1629" y="167"/>
                      <a:pt x="1595" y="51"/>
                    </a:cubicBezTo>
                    <a:cubicBezTo>
                      <a:pt x="1585" y="19"/>
                      <a:pt x="1553" y="0"/>
                      <a:pt x="1523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4" name="Google Shape;7064;p21"/>
              <p:cNvSpPr/>
              <p:nvPr/>
            </p:nvSpPr>
            <p:spPr>
              <a:xfrm>
                <a:off x="6118750" y="4170275"/>
                <a:ext cx="7475" cy="10825"/>
              </a:xfrm>
              <a:custGeom>
                <a:rect b="b" l="l" r="r" t="t"/>
                <a:pathLst>
                  <a:path extrusionOk="0" h="433" w="299">
                    <a:moveTo>
                      <a:pt x="256" y="1"/>
                    </a:moveTo>
                    <a:cubicBezTo>
                      <a:pt x="248" y="1"/>
                      <a:pt x="239" y="4"/>
                      <a:pt x="232" y="11"/>
                    </a:cubicBezTo>
                    <a:lnTo>
                      <a:pt x="232" y="19"/>
                    </a:lnTo>
                    <a:cubicBezTo>
                      <a:pt x="207" y="36"/>
                      <a:pt x="191" y="69"/>
                      <a:pt x="174" y="94"/>
                    </a:cubicBezTo>
                    <a:cubicBezTo>
                      <a:pt x="158" y="127"/>
                      <a:pt x="141" y="152"/>
                      <a:pt x="124" y="176"/>
                    </a:cubicBezTo>
                    <a:cubicBezTo>
                      <a:pt x="91" y="234"/>
                      <a:pt x="58" y="284"/>
                      <a:pt x="25" y="334"/>
                    </a:cubicBezTo>
                    <a:cubicBezTo>
                      <a:pt x="0" y="359"/>
                      <a:pt x="17" y="400"/>
                      <a:pt x="42" y="417"/>
                    </a:cubicBezTo>
                    <a:cubicBezTo>
                      <a:pt x="51" y="426"/>
                      <a:pt x="67" y="432"/>
                      <a:pt x="84" y="432"/>
                    </a:cubicBezTo>
                    <a:cubicBezTo>
                      <a:pt x="99" y="432"/>
                      <a:pt x="113" y="428"/>
                      <a:pt x="124" y="417"/>
                    </a:cubicBezTo>
                    <a:cubicBezTo>
                      <a:pt x="166" y="359"/>
                      <a:pt x="207" y="309"/>
                      <a:pt x="240" y="243"/>
                    </a:cubicBezTo>
                    <a:cubicBezTo>
                      <a:pt x="257" y="210"/>
                      <a:pt x="265" y="176"/>
                      <a:pt x="282" y="143"/>
                    </a:cubicBezTo>
                    <a:cubicBezTo>
                      <a:pt x="290" y="110"/>
                      <a:pt x="298" y="77"/>
                      <a:pt x="298" y="44"/>
                    </a:cubicBezTo>
                    <a:cubicBezTo>
                      <a:pt x="298" y="20"/>
                      <a:pt x="277" y="1"/>
                      <a:pt x="2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5" name="Google Shape;7065;p21"/>
              <p:cNvSpPr/>
              <p:nvPr/>
            </p:nvSpPr>
            <p:spPr>
              <a:xfrm>
                <a:off x="6171800" y="4141150"/>
                <a:ext cx="44525" cy="25150"/>
              </a:xfrm>
              <a:custGeom>
                <a:rect b="b" l="l" r="r" t="t"/>
                <a:pathLst>
                  <a:path extrusionOk="0" h="1006" w="1781">
                    <a:moveTo>
                      <a:pt x="87" y="0"/>
                    </a:moveTo>
                    <a:cubicBezTo>
                      <a:pt x="34" y="0"/>
                      <a:pt x="1" y="72"/>
                      <a:pt x="57" y="107"/>
                    </a:cubicBezTo>
                    <a:cubicBezTo>
                      <a:pt x="190" y="190"/>
                      <a:pt x="331" y="264"/>
                      <a:pt x="488" y="297"/>
                    </a:cubicBezTo>
                    <a:cubicBezTo>
                      <a:pt x="670" y="339"/>
                      <a:pt x="836" y="339"/>
                      <a:pt x="993" y="430"/>
                    </a:cubicBezTo>
                    <a:cubicBezTo>
                      <a:pt x="1126" y="505"/>
                      <a:pt x="1259" y="596"/>
                      <a:pt x="1375" y="695"/>
                    </a:cubicBezTo>
                    <a:cubicBezTo>
                      <a:pt x="1424" y="737"/>
                      <a:pt x="1482" y="786"/>
                      <a:pt x="1532" y="836"/>
                    </a:cubicBezTo>
                    <a:cubicBezTo>
                      <a:pt x="1582" y="894"/>
                      <a:pt x="1623" y="952"/>
                      <a:pt x="1681" y="993"/>
                    </a:cubicBezTo>
                    <a:cubicBezTo>
                      <a:pt x="1692" y="1002"/>
                      <a:pt x="1702" y="1005"/>
                      <a:pt x="1712" y="1005"/>
                    </a:cubicBezTo>
                    <a:cubicBezTo>
                      <a:pt x="1741" y="1005"/>
                      <a:pt x="1764" y="975"/>
                      <a:pt x="1764" y="944"/>
                    </a:cubicBezTo>
                    <a:cubicBezTo>
                      <a:pt x="1781" y="803"/>
                      <a:pt x="1648" y="654"/>
                      <a:pt x="1557" y="563"/>
                    </a:cubicBezTo>
                    <a:lnTo>
                      <a:pt x="1549" y="563"/>
                    </a:lnTo>
                    <a:cubicBezTo>
                      <a:pt x="1433" y="455"/>
                      <a:pt x="1292" y="355"/>
                      <a:pt x="1151" y="273"/>
                    </a:cubicBezTo>
                    <a:cubicBezTo>
                      <a:pt x="993" y="181"/>
                      <a:pt x="828" y="140"/>
                      <a:pt x="654" y="123"/>
                    </a:cubicBezTo>
                    <a:cubicBezTo>
                      <a:pt x="471" y="107"/>
                      <a:pt x="281" y="82"/>
                      <a:pt x="115" y="7"/>
                    </a:cubicBezTo>
                    <a:cubicBezTo>
                      <a:pt x="105" y="2"/>
                      <a:pt x="96" y="0"/>
                      <a:pt x="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6" name="Google Shape;7066;p21"/>
              <p:cNvSpPr/>
              <p:nvPr/>
            </p:nvSpPr>
            <p:spPr>
              <a:xfrm>
                <a:off x="6217700" y="4174875"/>
                <a:ext cx="47500" cy="41325"/>
              </a:xfrm>
              <a:custGeom>
                <a:rect b="b" l="l" r="r" t="t"/>
                <a:pathLst>
                  <a:path extrusionOk="0" h="1653" w="1900">
                    <a:moveTo>
                      <a:pt x="81" y="1"/>
                    </a:moveTo>
                    <a:cubicBezTo>
                      <a:pt x="42" y="1"/>
                      <a:pt x="0" y="35"/>
                      <a:pt x="11" y="84"/>
                    </a:cubicBezTo>
                    <a:cubicBezTo>
                      <a:pt x="94" y="398"/>
                      <a:pt x="210" y="713"/>
                      <a:pt x="317" y="1020"/>
                    </a:cubicBezTo>
                    <a:cubicBezTo>
                      <a:pt x="334" y="1053"/>
                      <a:pt x="351" y="1094"/>
                      <a:pt x="359" y="1136"/>
                    </a:cubicBezTo>
                    <a:cubicBezTo>
                      <a:pt x="342" y="1161"/>
                      <a:pt x="334" y="1185"/>
                      <a:pt x="326" y="1219"/>
                    </a:cubicBezTo>
                    <a:cubicBezTo>
                      <a:pt x="309" y="1260"/>
                      <a:pt x="317" y="1301"/>
                      <a:pt x="334" y="1326"/>
                    </a:cubicBezTo>
                    <a:cubicBezTo>
                      <a:pt x="293" y="1359"/>
                      <a:pt x="259" y="1401"/>
                      <a:pt x="235" y="1442"/>
                    </a:cubicBezTo>
                    <a:cubicBezTo>
                      <a:pt x="201" y="1509"/>
                      <a:pt x="235" y="1591"/>
                      <a:pt x="309" y="1608"/>
                    </a:cubicBezTo>
                    <a:cubicBezTo>
                      <a:pt x="419" y="1638"/>
                      <a:pt x="531" y="1652"/>
                      <a:pt x="643" y="1652"/>
                    </a:cubicBezTo>
                    <a:cubicBezTo>
                      <a:pt x="971" y="1652"/>
                      <a:pt x="1295" y="1528"/>
                      <a:pt x="1535" y="1293"/>
                    </a:cubicBezTo>
                    <a:cubicBezTo>
                      <a:pt x="1685" y="1152"/>
                      <a:pt x="1801" y="970"/>
                      <a:pt x="1859" y="779"/>
                    </a:cubicBezTo>
                    <a:cubicBezTo>
                      <a:pt x="1883" y="680"/>
                      <a:pt x="1900" y="572"/>
                      <a:pt x="1900" y="473"/>
                    </a:cubicBezTo>
                    <a:lnTo>
                      <a:pt x="1892" y="473"/>
                    </a:lnTo>
                    <a:cubicBezTo>
                      <a:pt x="1883" y="365"/>
                      <a:pt x="1842" y="274"/>
                      <a:pt x="1784" y="183"/>
                    </a:cubicBezTo>
                    <a:cubicBezTo>
                      <a:pt x="1770" y="155"/>
                      <a:pt x="1747" y="143"/>
                      <a:pt x="1724" y="143"/>
                    </a:cubicBezTo>
                    <a:cubicBezTo>
                      <a:pt x="1691" y="143"/>
                      <a:pt x="1658" y="166"/>
                      <a:pt x="1643" y="199"/>
                    </a:cubicBezTo>
                    <a:cubicBezTo>
                      <a:pt x="1618" y="257"/>
                      <a:pt x="1593" y="315"/>
                      <a:pt x="1585" y="390"/>
                    </a:cubicBezTo>
                    <a:cubicBezTo>
                      <a:pt x="1577" y="440"/>
                      <a:pt x="1577" y="498"/>
                      <a:pt x="1577" y="556"/>
                    </a:cubicBezTo>
                    <a:cubicBezTo>
                      <a:pt x="1560" y="663"/>
                      <a:pt x="1527" y="771"/>
                      <a:pt x="1453" y="854"/>
                    </a:cubicBezTo>
                    <a:cubicBezTo>
                      <a:pt x="1303" y="1036"/>
                      <a:pt x="1071" y="1111"/>
                      <a:pt x="856" y="1169"/>
                    </a:cubicBezTo>
                    <a:cubicBezTo>
                      <a:pt x="811" y="1182"/>
                      <a:pt x="757" y="1199"/>
                      <a:pt x="708" y="1199"/>
                    </a:cubicBezTo>
                    <a:cubicBezTo>
                      <a:pt x="693" y="1199"/>
                      <a:pt x="679" y="1198"/>
                      <a:pt x="665" y="1194"/>
                    </a:cubicBezTo>
                    <a:cubicBezTo>
                      <a:pt x="665" y="1144"/>
                      <a:pt x="632" y="1119"/>
                      <a:pt x="591" y="1111"/>
                    </a:cubicBezTo>
                    <a:cubicBezTo>
                      <a:pt x="549" y="1003"/>
                      <a:pt x="508" y="887"/>
                      <a:pt x="467" y="779"/>
                    </a:cubicBezTo>
                    <a:cubicBezTo>
                      <a:pt x="367" y="523"/>
                      <a:pt x="259" y="274"/>
                      <a:pt x="135" y="34"/>
                    </a:cubicBezTo>
                    <a:cubicBezTo>
                      <a:pt x="124" y="11"/>
                      <a:pt x="103" y="1"/>
                      <a:pt x="81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7" name="Google Shape;7067;p21"/>
              <p:cNvSpPr/>
              <p:nvPr/>
            </p:nvSpPr>
            <p:spPr>
              <a:xfrm>
                <a:off x="6143175" y="4144225"/>
                <a:ext cx="57200" cy="25675"/>
              </a:xfrm>
              <a:custGeom>
                <a:rect b="b" l="l" r="r" t="t"/>
                <a:pathLst>
                  <a:path extrusionOk="0" h="1027" w="2288">
                    <a:moveTo>
                      <a:pt x="859" y="0"/>
                    </a:moveTo>
                    <a:cubicBezTo>
                      <a:pt x="781" y="0"/>
                      <a:pt x="703" y="21"/>
                      <a:pt x="622" y="67"/>
                    </a:cubicBezTo>
                    <a:cubicBezTo>
                      <a:pt x="523" y="125"/>
                      <a:pt x="415" y="208"/>
                      <a:pt x="332" y="299"/>
                    </a:cubicBezTo>
                    <a:cubicBezTo>
                      <a:pt x="241" y="382"/>
                      <a:pt x="166" y="489"/>
                      <a:pt x="108" y="597"/>
                    </a:cubicBezTo>
                    <a:cubicBezTo>
                      <a:pt x="67" y="663"/>
                      <a:pt x="26" y="746"/>
                      <a:pt x="42" y="829"/>
                    </a:cubicBezTo>
                    <a:cubicBezTo>
                      <a:pt x="9" y="854"/>
                      <a:pt x="1" y="895"/>
                      <a:pt x="9" y="937"/>
                    </a:cubicBezTo>
                    <a:cubicBezTo>
                      <a:pt x="23" y="984"/>
                      <a:pt x="75" y="1026"/>
                      <a:pt x="125" y="1026"/>
                    </a:cubicBezTo>
                    <a:cubicBezTo>
                      <a:pt x="137" y="1026"/>
                      <a:pt x="148" y="1024"/>
                      <a:pt x="158" y="1020"/>
                    </a:cubicBezTo>
                    <a:cubicBezTo>
                      <a:pt x="191" y="1011"/>
                      <a:pt x="224" y="995"/>
                      <a:pt x="258" y="986"/>
                    </a:cubicBezTo>
                    <a:cubicBezTo>
                      <a:pt x="265" y="988"/>
                      <a:pt x="271" y="988"/>
                      <a:pt x="278" y="988"/>
                    </a:cubicBezTo>
                    <a:cubicBezTo>
                      <a:pt x="313" y="988"/>
                      <a:pt x="346" y="971"/>
                      <a:pt x="374" y="937"/>
                    </a:cubicBezTo>
                    <a:lnTo>
                      <a:pt x="440" y="912"/>
                    </a:lnTo>
                    <a:lnTo>
                      <a:pt x="448" y="912"/>
                    </a:lnTo>
                    <a:cubicBezTo>
                      <a:pt x="456" y="937"/>
                      <a:pt x="481" y="945"/>
                      <a:pt x="506" y="953"/>
                    </a:cubicBezTo>
                    <a:lnTo>
                      <a:pt x="639" y="953"/>
                    </a:lnTo>
                    <a:cubicBezTo>
                      <a:pt x="664" y="953"/>
                      <a:pt x="680" y="953"/>
                      <a:pt x="705" y="945"/>
                    </a:cubicBezTo>
                    <a:lnTo>
                      <a:pt x="746" y="945"/>
                    </a:lnTo>
                    <a:cubicBezTo>
                      <a:pt x="763" y="945"/>
                      <a:pt x="771" y="928"/>
                      <a:pt x="780" y="928"/>
                    </a:cubicBezTo>
                    <a:cubicBezTo>
                      <a:pt x="804" y="904"/>
                      <a:pt x="804" y="879"/>
                      <a:pt x="780" y="854"/>
                    </a:cubicBezTo>
                    <a:cubicBezTo>
                      <a:pt x="771" y="854"/>
                      <a:pt x="763" y="846"/>
                      <a:pt x="746" y="837"/>
                    </a:cubicBezTo>
                    <a:lnTo>
                      <a:pt x="705" y="837"/>
                    </a:lnTo>
                    <a:cubicBezTo>
                      <a:pt x="705" y="837"/>
                      <a:pt x="697" y="837"/>
                      <a:pt x="688" y="829"/>
                    </a:cubicBezTo>
                    <a:cubicBezTo>
                      <a:pt x="780" y="804"/>
                      <a:pt x="862" y="779"/>
                      <a:pt x="954" y="763"/>
                    </a:cubicBezTo>
                    <a:cubicBezTo>
                      <a:pt x="1003" y="754"/>
                      <a:pt x="1045" y="754"/>
                      <a:pt x="1094" y="754"/>
                    </a:cubicBezTo>
                    <a:cubicBezTo>
                      <a:pt x="1106" y="754"/>
                      <a:pt x="1117" y="754"/>
                      <a:pt x="1128" y="754"/>
                    </a:cubicBezTo>
                    <a:cubicBezTo>
                      <a:pt x="1424" y="754"/>
                      <a:pt x="1725" y="859"/>
                      <a:pt x="1981" y="1011"/>
                    </a:cubicBezTo>
                    <a:cubicBezTo>
                      <a:pt x="1998" y="1022"/>
                      <a:pt x="2017" y="1027"/>
                      <a:pt x="2035" y="1027"/>
                    </a:cubicBezTo>
                    <a:cubicBezTo>
                      <a:pt x="2089" y="1027"/>
                      <a:pt x="2143" y="988"/>
                      <a:pt x="2155" y="945"/>
                    </a:cubicBezTo>
                    <a:cubicBezTo>
                      <a:pt x="2172" y="928"/>
                      <a:pt x="2188" y="912"/>
                      <a:pt x="2196" y="895"/>
                    </a:cubicBezTo>
                    <a:cubicBezTo>
                      <a:pt x="2288" y="605"/>
                      <a:pt x="1989" y="448"/>
                      <a:pt x="1782" y="348"/>
                    </a:cubicBezTo>
                    <a:cubicBezTo>
                      <a:pt x="1534" y="224"/>
                      <a:pt x="1277" y="116"/>
                      <a:pt x="1012" y="25"/>
                    </a:cubicBezTo>
                    <a:cubicBezTo>
                      <a:pt x="960" y="9"/>
                      <a:pt x="909" y="0"/>
                      <a:pt x="85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8" name="Google Shape;7068;p21"/>
              <p:cNvSpPr/>
              <p:nvPr/>
            </p:nvSpPr>
            <p:spPr>
              <a:xfrm>
                <a:off x="6182125" y="4171575"/>
                <a:ext cx="5000" cy="2925"/>
              </a:xfrm>
              <a:custGeom>
                <a:rect b="b" l="l" r="r" t="t"/>
                <a:pathLst>
                  <a:path extrusionOk="0" h="117" w="200">
                    <a:moveTo>
                      <a:pt x="58" y="0"/>
                    </a:moveTo>
                    <a:cubicBezTo>
                      <a:pt x="42" y="0"/>
                      <a:pt x="25" y="8"/>
                      <a:pt x="17" y="17"/>
                    </a:cubicBezTo>
                    <a:cubicBezTo>
                      <a:pt x="9" y="25"/>
                      <a:pt x="0" y="42"/>
                      <a:pt x="0" y="58"/>
                    </a:cubicBezTo>
                    <a:cubicBezTo>
                      <a:pt x="0" y="75"/>
                      <a:pt x="9" y="91"/>
                      <a:pt x="17" y="100"/>
                    </a:cubicBezTo>
                    <a:cubicBezTo>
                      <a:pt x="25" y="108"/>
                      <a:pt x="42" y="116"/>
                      <a:pt x="58" y="116"/>
                    </a:cubicBezTo>
                    <a:cubicBezTo>
                      <a:pt x="75" y="116"/>
                      <a:pt x="92" y="108"/>
                      <a:pt x="108" y="108"/>
                    </a:cubicBezTo>
                    <a:lnTo>
                      <a:pt x="150" y="108"/>
                    </a:lnTo>
                    <a:cubicBezTo>
                      <a:pt x="158" y="108"/>
                      <a:pt x="158" y="100"/>
                      <a:pt x="166" y="100"/>
                    </a:cubicBezTo>
                    <a:cubicBezTo>
                      <a:pt x="166" y="100"/>
                      <a:pt x="174" y="100"/>
                      <a:pt x="174" y="91"/>
                    </a:cubicBezTo>
                    <a:cubicBezTo>
                      <a:pt x="199" y="83"/>
                      <a:pt x="199" y="42"/>
                      <a:pt x="174" y="25"/>
                    </a:cubicBezTo>
                    <a:cubicBezTo>
                      <a:pt x="174" y="25"/>
                      <a:pt x="166" y="17"/>
                      <a:pt x="166" y="17"/>
                    </a:cubicBezTo>
                    <a:cubicBezTo>
                      <a:pt x="158" y="17"/>
                      <a:pt x="158" y="8"/>
                      <a:pt x="150" y="8"/>
                    </a:cubicBezTo>
                    <a:lnTo>
                      <a:pt x="108" y="8"/>
                    </a:lnTo>
                    <a:cubicBezTo>
                      <a:pt x="92" y="8"/>
                      <a:pt x="75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9" name="Google Shape;7069;p21"/>
              <p:cNvSpPr/>
              <p:nvPr/>
            </p:nvSpPr>
            <p:spPr>
              <a:xfrm>
                <a:off x="6104450" y="4168275"/>
                <a:ext cx="36275" cy="60075"/>
              </a:xfrm>
              <a:custGeom>
                <a:rect b="b" l="l" r="r" t="t"/>
                <a:pathLst>
                  <a:path extrusionOk="0" h="2403" w="1451">
                    <a:moveTo>
                      <a:pt x="1281" y="1"/>
                    </a:moveTo>
                    <a:cubicBezTo>
                      <a:pt x="1237" y="1"/>
                      <a:pt x="1196" y="25"/>
                      <a:pt x="1185" y="82"/>
                    </a:cubicBezTo>
                    <a:cubicBezTo>
                      <a:pt x="1169" y="165"/>
                      <a:pt x="1144" y="240"/>
                      <a:pt x="1127" y="314"/>
                    </a:cubicBezTo>
                    <a:cubicBezTo>
                      <a:pt x="1111" y="323"/>
                      <a:pt x="1102" y="331"/>
                      <a:pt x="1094" y="339"/>
                    </a:cubicBezTo>
                    <a:cubicBezTo>
                      <a:pt x="862" y="579"/>
                      <a:pt x="721" y="911"/>
                      <a:pt x="597" y="1217"/>
                    </a:cubicBezTo>
                    <a:cubicBezTo>
                      <a:pt x="464" y="1524"/>
                      <a:pt x="365" y="1847"/>
                      <a:pt x="257" y="2162"/>
                    </a:cubicBezTo>
                    <a:cubicBezTo>
                      <a:pt x="257" y="2170"/>
                      <a:pt x="257" y="2179"/>
                      <a:pt x="257" y="2187"/>
                    </a:cubicBezTo>
                    <a:cubicBezTo>
                      <a:pt x="199" y="2220"/>
                      <a:pt x="141" y="2245"/>
                      <a:pt x="83" y="2261"/>
                    </a:cubicBezTo>
                    <a:cubicBezTo>
                      <a:pt x="0" y="2278"/>
                      <a:pt x="17" y="2402"/>
                      <a:pt x="100" y="2402"/>
                    </a:cubicBezTo>
                    <a:cubicBezTo>
                      <a:pt x="191" y="2394"/>
                      <a:pt x="274" y="2361"/>
                      <a:pt x="357" y="2319"/>
                    </a:cubicBezTo>
                    <a:cubicBezTo>
                      <a:pt x="365" y="2321"/>
                      <a:pt x="373" y="2321"/>
                      <a:pt x="381" y="2321"/>
                    </a:cubicBezTo>
                    <a:cubicBezTo>
                      <a:pt x="422" y="2321"/>
                      <a:pt x="461" y="2303"/>
                      <a:pt x="489" y="2261"/>
                    </a:cubicBezTo>
                    <a:cubicBezTo>
                      <a:pt x="506" y="2245"/>
                      <a:pt x="522" y="2220"/>
                      <a:pt x="531" y="2195"/>
                    </a:cubicBezTo>
                    <a:cubicBezTo>
                      <a:pt x="597" y="2145"/>
                      <a:pt x="647" y="2096"/>
                      <a:pt x="705" y="2046"/>
                    </a:cubicBezTo>
                    <a:cubicBezTo>
                      <a:pt x="870" y="1880"/>
                      <a:pt x="1011" y="1690"/>
                      <a:pt x="1119" y="1483"/>
                    </a:cubicBezTo>
                    <a:cubicBezTo>
                      <a:pt x="1343" y="1068"/>
                      <a:pt x="1450" y="588"/>
                      <a:pt x="1409" y="116"/>
                    </a:cubicBezTo>
                    <a:cubicBezTo>
                      <a:pt x="1404" y="45"/>
                      <a:pt x="1340" y="1"/>
                      <a:pt x="12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0" name="Google Shape;7070;p21"/>
              <p:cNvSpPr/>
              <p:nvPr/>
            </p:nvSpPr>
            <p:spPr>
              <a:xfrm>
                <a:off x="6196750" y="4163500"/>
                <a:ext cx="26200" cy="52600"/>
              </a:xfrm>
              <a:custGeom>
                <a:rect b="b" l="l" r="r" t="t"/>
                <a:pathLst>
                  <a:path extrusionOk="0" h="2104" w="1048">
                    <a:moveTo>
                      <a:pt x="163" y="1"/>
                    </a:moveTo>
                    <a:cubicBezTo>
                      <a:pt x="80" y="1"/>
                      <a:pt x="1" y="83"/>
                      <a:pt x="53" y="182"/>
                    </a:cubicBezTo>
                    <a:cubicBezTo>
                      <a:pt x="153" y="356"/>
                      <a:pt x="252" y="539"/>
                      <a:pt x="335" y="729"/>
                    </a:cubicBezTo>
                    <a:cubicBezTo>
                      <a:pt x="360" y="853"/>
                      <a:pt x="368" y="986"/>
                      <a:pt x="393" y="1110"/>
                    </a:cubicBezTo>
                    <a:cubicBezTo>
                      <a:pt x="443" y="1367"/>
                      <a:pt x="559" y="1607"/>
                      <a:pt x="716" y="1814"/>
                    </a:cubicBezTo>
                    <a:cubicBezTo>
                      <a:pt x="725" y="1872"/>
                      <a:pt x="725" y="1930"/>
                      <a:pt x="725" y="1988"/>
                    </a:cubicBezTo>
                    <a:cubicBezTo>
                      <a:pt x="729" y="2066"/>
                      <a:pt x="783" y="2103"/>
                      <a:pt x="839" y="2103"/>
                    </a:cubicBezTo>
                    <a:cubicBezTo>
                      <a:pt x="897" y="2103"/>
                      <a:pt x="956" y="2064"/>
                      <a:pt x="965" y="1988"/>
                    </a:cubicBezTo>
                    <a:cubicBezTo>
                      <a:pt x="973" y="1964"/>
                      <a:pt x="973" y="1947"/>
                      <a:pt x="973" y="1922"/>
                    </a:cubicBezTo>
                    <a:cubicBezTo>
                      <a:pt x="998" y="1897"/>
                      <a:pt x="1006" y="1872"/>
                      <a:pt x="1015" y="1839"/>
                    </a:cubicBezTo>
                    <a:cubicBezTo>
                      <a:pt x="1048" y="1218"/>
                      <a:pt x="832" y="605"/>
                      <a:pt x="435" y="124"/>
                    </a:cubicBezTo>
                    <a:cubicBezTo>
                      <a:pt x="409" y="98"/>
                      <a:pt x="380" y="85"/>
                      <a:pt x="351" y="85"/>
                    </a:cubicBezTo>
                    <a:cubicBezTo>
                      <a:pt x="334" y="85"/>
                      <a:pt x="318" y="90"/>
                      <a:pt x="302" y="99"/>
                    </a:cubicBezTo>
                    <a:cubicBezTo>
                      <a:pt x="294" y="91"/>
                      <a:pt x="285" y="75"/>
                      <a:pt x="277" y="66"/>
                    </a:cubicBezTo>
                    <a:cubicBezTo>
                      <a:pt x="277" y="58"/>
                      <a:pt x="269" y="58"/>
                      <a:pt x="261" y="50"/>
                    </a:cubicBezTo>
                    <a:cubicBezTo>
                      <a:pt x="234" y="15"/>
                      <a:pt x="198" y="1"/>
                      <a:pt x="1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1" name="Google Shape;7071;p21"/>
              <p:cNvSpPr/>
              <p:nvPr/>
            </p:nvSpPr>
            <p:spPr>
              <a:xfrm>
                <a:off x="6118750" y="4092600"/>
                <a:ext cx="42075" cy="62275"/>
              </a:xfrm>
              <a:custGeom>
                <a:rect b="b" l="l" r="r" t="t"/>
                <a:pathLst>
                  <a:path extrusionOk="0" h="2491" w="1683">
                    <a:moveTo>
                      <a:pt x="176" y="0"/>
                    </a:moveTo>
                    <a:cubicBezTo>
                      <a:pt x="159" y="0"/>
                      <a:pt x="142" y="8"/>
                      <a:pt x="133" y="27"/>
                    </a:cubicBezTo>
                    <a:cubicBezTo>
                      <a:pt x="42" y="226"/>
                      <a:pt x="0" y="466"/>
                      <a:pt x="158" y="649"/>
                    </a:cubicBezTo>
                    <a:cubicBezTo>
                      <a:pt x="265" y="781"/>
                      <a:pt x="423" y="839"/>
                      <a:pt x="580" y="889"/>
                    </a:cubicBezTo>
                    <a:cubicBezTo>
                      <a:pt x="704" y="1129"/>
                      <a:pt x="936" y="1295"/>
                      <a:pt x="1036" y="1552"/>
                    </a:cubicBezTo>
                    <a:cubicBezTo>
                      <a:pt x="1127" y="1809"/>
                      <a:pt x="1127" y="2082"/>
                      <a:pt x="1019" y="2331"/>
                    </a:cubicBezTo>
                    <a:cubicBezTo>
                      <a:pt x="982" y="2421"/>
                      <a:pt x="1073" y="2490"/>
                      <a:pt x="1153" y="2490"/>
                    </a:cubicBezTo>
                    <a:cubicBezTo>
                      <a:pt x="1161" y="2490"/>
                      <a:pt x="1169" y="2490"/>
                      <a:pt x="1177" y="2488"/>
                    </a:cubicBezTo>
                    <a:cubicBezTo>
                      <a:pt x="1433" y="2430"/>
                      <a:pt x="1566" y="2198"/>
                      <a:pt x="1599" y="1949"/>
                    </a:cubicBezTo>
                    <a:cubicBezTo>
                      <a:pt x="1682" y="1742"/>
                      <a:pt x="1665" y="1485"/>
                      <a:pt x="1566" y="1278"/>
                    </a:cubicBezTo>
                    <a:cubicBezTo>
                      <a:pt x="1417" y="947"/>
                      <a:pt x="1061" y="748"/>
                      <a:pt x="713" y="682"/>
                    </a:cubicBezTo>
                    <a:cubicBezTo>
                      <a:pt x="704" y="678"/>
                      <a:pt x="694" y="676"/>
                      <a:pt x="684" y="676"/>
                    </a:cubicBezTo>
                    <a:cubicBezTo>
                      <a:pt x="673" y="676"/>
                      <a:pt x="663" y="678"/>
                      <a:pt x="655" y="682"/>
                    </a:cubicBezTo>
                    <a:cubicBezTo>
                      <a:pt x="580" y="657"/>
                      <a:pt x="514" y="632"/>
                      <a:pt x="439" y="599"/>
                    </a:cubicBezTo>
                    <a:cubicBezTo>
                      <a:pt x="348" y="549"/>
                      <a:pt x="274" y="483"/>
                      <a:pt x="240" y="375"/>
                    </a:cubicBezTo>
                    <a:cubicBezTo>
                      <a:pt x="216" y="276"/>
                      <a:pt x="224" y="160"/>
                      <a:pt x="232" y="52"/>
                    </a:cubicBezTo>
                    <a:cubicBezTo>
                      <a:pt x="232" y="21"/>
                      <a:pt x="204" y="0"/>
                      <a:pt x="17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2" name="Google Shape;7072;p21"/>
              <p:cNvSpPr/>
              <p:nvPr/>
            </p:nvSpPr>
            <p:spPr>
              <a:xfrm>
                <a:off x="6160175" y="4089550"/>
                <a:ext cx="28800" cy="53725"/>
              </a:xfrm>
              <a:custGeom>
                <a:rect b="b" l="l" r="r" t="t"/>
                <a:pathLst>
                  <a:path extrusionOk="0" h="2149" w="1152">
                    <a:moveTo>
                      <a:pt x="873" y="1"/>
                    </a:moveTo>
                    <a:cubicBezTo>
                      <a:pt x="771" y="1"/>
                      <a:pt x="703" y="125"/>
                      <a:pt x="779" y="215"/>
                    </a:cubicBezTo>
                    <a:cubicBezTo>
                      <a:pt x="912" y="365"/>
                      <a:pt x="779" y="514"/>
                      <a:pt x="655" y="588"/>
                    </a:cubicBezTo>
                    <a:cubicBezTo>
                      <a:pt x="497" y="688"/>
                      <a:pt x="332" y="771"/>
                      <a:pt x="207" y="911"/>
                    </a:cubicBezTo>
                    <a:cubicBezTo>
                      <a:pt x="75" y="1061"/>
                      <a:pt x="0" y="1235"/>
                      <a:pt x="8" y="1433"/>
                    </a:cubicBezTo>
                    <a:cubicBezTo>
                      <a:pt x="17" y="1516"/>
                      <a:pt x="33" y="1591"/>
                      <a:pt x="50" y="1665"/>
                    </a:cubicBezTo>
                    <a:cubicBezTo>
                      <a:pt x="58" y="1806"/>
                      <a:pt x="91" y="1939"/>
                      <a:pt x="149" y="2071"/>
                    </a:cubicBezTo>
                    <a:cubicBezTo>
                      <a:pt x="172" y="2125"/>
                      <a:pt x="215" y="2149"/>
                      <a:pt x="256" y="2149"/>
                    </a:cubicBezTo>
                    <a:cubicBezTo>
                      <a:pt x="304" y="2149"/>
                      <a:pt x="351" y="2117"/>
                      <a:pt x="365" y="2063"/>
                    </a:cubicBezTo>
                    <a:cubicBezTo>
                      <a:pt x="374" y="2065"/>
                      <a:pt x="384" y="2066"/>
                      <a:pt x="394" y="2066"/>
                    </a:cubicBezTo>
                    <a:cubicBezTo>
                      <a:pt x="461" y="2066"/>
                      <a:pt x="529" y="2019"/>
                      <a:pt x="522" y="1947"/>
                    </a:cubicBezTo>
                    <a:cubicBezTo>
                      <a:pt x="497" y="1790"/>
                      <a:pt x="497" y="1632"/>
                      <a:pt x="506" y="1467"/>
                    </a:cubicBezTo>
                    <a:cubicBezTo>
                      <a:pt x="506" y="1442"/>
                      <a:pt x="514" y="1417"/>
                      <a:pt x="514" y="1392"/>
                    </a:cubicBezTo>
                    <a:cubicBezTo>
                      <a:pt x="521" y="1393"/>
                      <a:pt x="528" y="1394"/>
                      <a:pt x="534" y="1394"/>
                    </a:cubicBezTo>
                    <a:cubicBezTo>
                      <a:pt x="568" y="1394"/>
                      <a:pt x="600" y="1377"/>
                      <a:pt x="613" y="1342"/>
                    </a:cubicBezTo>
                    <a:cubicBezTo>
                      <a:pt x="630" y="1309"/>
                      <a:pt x="646" y="1276"/>
                      <a:pt x="663" y="1243"/>
                    </a:cubicBezTo>
                    <a:cubicBezTo>
                      <a:pt x="688" y="1235"/>
                      <a:pt x="713" y="1226"/>
                      <a:pt x="738" y="1210"/>
                    </a:cubicBezTo>
                    <a:cubicBezTo>
                      <a:pt x="820" y="1168"/>
                      <a:pt x="895" y="1110"/>
                      <a:pt x="953" y="1036"/>
                    </a:cubicBezTo>
                    <a:cubicBezTo>
                      <a:pt x="1077" y="887"/>
                      <a:pt x="1127" y="696"/>
                      <a:pt x="1144" y="497"/>
                    </a:cubicBezTo>
                    <a:cubicBezTo>
                      <a:pt x="1152" y="323"/>
                      <a:pt x="1110" y="108"/>
                      <a:pt x="936" y="17"/>
                    </a:cubicBezTo>
                    <a:cubicBezTo>
                      <a:pt x="915" y="6"/>
                      <a:pt x="893" y="1"/>
                      <a:pt x="873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3" name="Google Shape;7073;p21"/>
              <p:cNvSpPr/>
              <p:nvPr/>
            </p:nvSpPr>
            <p:spPr>
              <a:xfrm>
                <a:off x="6065100" y="4086825"/>
                <a:ext cx="23425" cy="30500"/>
              </a:xfrm>
              <a:custGeom>
                <a:rect b="b" l="l" r="r" t="t"/>
                <a:pathLst>
                  <a:path extrusionOk="0" h="1220" w="937">
                    <a:moveTo>
                      <a:pt x="808" y="0"/>
                    </a:moveTo>
                    <a:cubicBezTo>
                      <a:pt x="777" y="0"/>
                      <a:pt x="747" y="13"/>
                      <a:pt x="721" y="34"/>
                    </a:cubicBezTo>
                    <a:cubicBezTo>
                      <a:pt x="638" y="101"/>
                      <a:pt x="555" y="175"/>
                      <a:pt x="489" y="250"/>
                    </a:cubicBezTo>
                    <a:cubicBezTo>
                      <a:pt x="398" y="333"/>
                      <a:pt x="315" y="416"/>
                      <a:pt x="240" y="515"/>
                    </a:cubicBezTo>
                    <a:cubicBezTo>
                      <a:pt x="174" y="598"/>
                      <a:pt x="116" y="689"/>
                      <a:pt x="75" y="788"/>
                    </a:cubicBezTo>
                    <a:cubicBezTo>
                      <a:pt x="66" y="805"/>
                      <a:pt x="66" y="813"/>
                      <a:pt x="58" y="830"/>
                    </a:cubicBezTo>
                    <a:cubicBezTo>
                      <a:pt x="42" y="846"/>
                      <a:pt x="33" y="863"/>
                      <a:pt x="25" y="888"/>
                    </a:cubicBezTo>
                    <a:cubicBezTo>
                      <a:pt x="0" y="921"/>
                      <a:pt x="0" y="954"/>
                      <a:pt x="8" y="979"/>
                    </a:cubicBezTo>
                    <a:cubicBezTo>
                      <a:pt x="0" y="1020"/>
                      <a:pt x="0" y="1070"/>
                      <a:pt x="0" y="1112"/>
                    </a:cubicBezTo>
                    <a:cubicBezTo>
                      <a:pt x="9" y="1181"/>
                      <a:pt x="60" y="1220"/>
                      <a:pt x="110" y="1220"/>
                    </a:cubicBezTo>
                    <a:cubicBezTo>
                      <a:pt x="150" y="1220"/>
                      <a:pt x="189" y="1196"/>
                      <a:pt x="207" y="1145"/>
                    </a:cubicBezTo>
                    <a:cubicBezTo>
                      <a:pt x="232" y="1078"/>
                      <a:pt x="240" y="1012"/>
                      <a:pt x="265" y="946"/>
                    </a:cubicBezTo>
                    <a:cubicBezTo>
                      <a:pt x="274" y="938"/>
                      <a:pt x="282" y="921"/>
                      <a:pt x="290" y="904"/>
                    </a:cubicBezTo>
                    <a:cubicBezTo>
                      <a:pt x="423" y="722"/>
                      <a:pt x="588" y="565"/>
                      <a:pt x="746" y="407"/>
                    </a:cubicBezTo>
                    <a:cubicBezTo>
                      <a:pt x="762" y="382"/>
                      <a:pt x="779" y="349"/>
                      <a:pt x="771" y="316"/>
                    </a:cubicBezTo>
                    <a:cubicBezTo>
                      <a:pt x="812" y="275"/>
                      <a:pt x="854" y="242"/>
                      <a:pt x="887" y="208"/>
                    </a:cubicBezTo>
                    <a:cubicBezTo>
                      <a:pt x="936" y="159"/>
                      <a:pt x="936" y="84"/>
                      <a:pt x="887" y="34"/>
                    </a:cubicBezTo>
                    <a:cubicBezTo>
                      <a:pt x="863" y="11"/>
                      <a:pt x="835" y="0"/>
                      <a:pt x="808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4" name="Google Shape;7074;p21"/>
              <p:cNvSpPr/>
              <p:nvPr/>
            </p:nvSpPr>
            <p:spPr>
              <a:xfrm>
                <a:off x="6204075" y="4065625"/>
                <a:ext cx="35250" cy="17125"/>
              </a:xfrm>
              <a:custGeom>
                <a:rect b="b" l="l" r="r" t="t"/>
                <a:pathLst>
                  <a:path extrusionOk="0" h="685" w="1410">
                    <a:moveTo>
                      <a:pt x="441" y="0"/>
                    </a:moveTo>
                    <a:cubicBezTo>
                      <a:pt x="384" y="0"/>
                      <a:pt x="345" y="37"/>
                      <a:pt x="324" y="79"/>
                    </a:cubicBezTo>
                    <a:cubicBezTo>
                      <a:pt x="287" y="75"/>
                      <a:pt x="251" y="73"/>
                      <a:pt x="216" y="73"/>
                    </a:cubicBezTo>
                    <a:cubicBezTo>
                      <a:pt x="181" y="73"/>
                      <a:pt x="146" y="75"/>
                      <a:pt x="108" y="79"/>
                    </a:cubicBezTo>
                    <a:cubicBezTo>
                      <a:pt x="34" y="87"/>
                      <a:pt x="1" y="203"/>
                      <a:pt x="84" y="220"/>
                    </a:cubicBezTo>
                    <a:cubicBezTo>
                      <a:pt x="407" y="286"/>
                      <a:pt x="722" y="385"/>
                      <a:pt x="1012" y="543"/>
                    </a:cubicBezTo>
                    <a:cubicBezTo>
                      <a:pt x="1045" y="576"/>
                      <a:pt x="1086" y="609"/>
                      <a:pt x="1128" y="634"/>
                    </a:cubicBezTo>
                    <a:cubicBezTo>
                      <a:pt x="1144" y="642"/>
                      <a:pt x="1152" y="642"/>
                      <a:pt x="1169" y="642"/>
                    </a:cubicBezTo>
                    <a:cubicBezTo>
                      <a:pt x="1186" y="650"/>
                      <a:pt x="1194" y="659"/>
                      <a:pt x="1210" y="667"/>
                    </a:cubicBezTo>
                    <a:cubicBezTo>
                      <a:pt x="1228" y="679"/>
                      <a:pt x="1249" y="684"/>
                      <a:pt x="1270" y="684"/>
                    </a:cubicBezTo>
                    <a:cubicBezTo>
                      <a:pt x="1308" y="684"/>
                      <a:pt x="1346" y="666"/>
                      <a:pt x="1368" y="634"/>
                    </a:cubicBezTo>
                    <a:cubicBezTo>
                      <a:pt x="1409" y="584"/>
                      <a:pt x="1401" y="518"/>
                      <a:pt x="1360" y="468"/>
                    </a:cubicBezTo>
                    <a:cubicBezTo>
                      <a:pt x="1144" y="195"/>
                      <a:pt x="796" y="87"/>
                      <a:pt x="473" y="4"/>
                    </a:cubicBezTo>
                    <a:cubicBezTo>
                      <a:pt x="462" y="2"/>
                      <a:pt x="451" y="0"/>
                      <a:pt x="44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5" name="Google Shape;7075;p21"/>
              <p:cNvSpPr/>
              <p:nvPr/>
            </p:nvSpPr>
            <p:spPr>
              <a:xfrm>
                <a:off x="6023800" y="4200875"/>
                <a:ext cx="201425" cy="178575"/>
              </a:xfrm>
              <a:custGeom>
                <a:rect b="b" l="l" r="r" t="t"/>
                <a:pathLst>
                  <a:path extrusionOk="0" h="7143" w="8057">
                    <a:moveTo>
                      <a:pt x="165" y="0"/>
                    </a:moveTo>
                    <a:cubicBezTo>
                      <a:pt x="87" y="0"/>
                      <a:pt x="1" y="74"/>
                      <a:pt x="28" y="162"/>
                    </a:cubicBezTo>
                    <a:cubicBezTo>
                      <a:pt x="152" y="601"/>
                      <a:pt x="409" y="999"/>
                      <a:pt x="766" y="1297"/>
                    </a:cubicBezTo>
                    <a:cubicBezTo>
                      <a:pt x="940" y="1446"/>
                      <a:pt x="1130" y="1562"/>
                      <a:pt x="1337" y="1653"/>
                    </a:cubicBezTo>
                    <a:cubicBezTo>
                      <a:pt x="1553" y="1753"/>
                      <a:pt x="1776" y="1803"/>
                      <a:pt x="2008" y="1836"/>
                    </a:cubicBezTo>
                    <a:cubicBezTo>
                      <a:pt x="2075" y="1844"/>
                      <a:pt x="2141" y="1861"/>
                      <a:pt x="2207" y="1869"/>
                    </a:cubicBezTo>
                    <a:cubicBezTo>
                      <a:pt x="2174" y="1919"/>
                      <a:pt x="2174" y="1985"/>
                      <a:pt x="2224" y="2026"/>
                    </a:cubicBezTo>
                    <a:cubicBezTo>
                      <a:pt x="2671" y="2482"/>
                      <a:pt x="3376" y="2291"/>
                      <a:pt x="3898" y="2615"/>
                    </a:cubicBezTo>
                    <a:cubicBezTo>
                      <a:pt x="4179" y="2797"/>
                      <a:pt x="4395" y="3087"/>
                      <a:pt x="4560" y="3377"/>
                    </a:cubicBezTo>
                    <a:cubicBezTo>
                      <a:pt x="4734" y="3667"/>
                      <a:pt x="4850" y="3990"/>
                      <a:pt x="4917" y="4321"/>
                    </a:cubicBezTo>
                    <a:cubicBezTo>
                      <a:pt x="4991" y="4686"/>
                      <a:pt x="4991" y="5067"/>
                      <a:pt x="4933" y="5432"/>
                    </a:cubicBezTo>
                    <a:cubicBezTo>
                      <a:pt x="4915" y="5509"/>
                      <a:pt x="4979" y="5587"/>
                      <a:pt x="5050" y="5587"/>
                    </a:cubicBezTo>
                    <a:cubicBezTo>
                      <a:pt x="5078" y="5587"/>
                      <a:pt x="5107" y="5575"/>
                      <a:pt x="5132" y="5548"/>
                    </a:cubicBezTo>
                    <a:lnTo>
                      <a:pt x="5223" y="5440"/>
                    </a:lnTo>
                    <a:lnTo>
                      <a:pt x="5223" y="5440"/>
                    </a:lnTo>
                    <a:cubicBezTo>
                      <a:pt x="5314" y="5945"/>
                      <a:pt x="5182" y="6467"/>
                      <a:pt x="4875" y="6890"/>
                    </a:cubicBezTo>
                    <a:cubicBezTo>
                      <a:pt x="4813" y="6971"/>
                      <a:pt x="4900" y="7066"/>
                      <a:pt x="4986" y="7066"/>
                    </a:cubicBezTo>
                    <a:cubicBezTo>
                      <a:pt x="5015" y="7066"/>
                      <a:pt x="5043" y="7055"/>
                      <a:pt x="5066" y="7031"/>
                    </a:cubicBezTo>
                    <a:cubicBezTo>
                      <a:pt x="5190" y="6906"/>
                      <a:pt x="5331" y="6807"/>
                      <a:pt x="5488" y="6724"/>
                    </a:cubicBezTo>
                    <a:cubicBezTo>
                      <a:pt x="5546" y="6873"/>
                      <a:pt x="5629" y="7006"/>
                      <a:pt x="5753" y="7105"/>
                    </a:cubicBezTo>
                    <a:cubicBezTo>
                      <a:pt x="5776" y="7128"/>
                      <a:pt x="5810" y="7143"/>
                      <a:pt x="5844" y="7143"/>
                    </a:cubicBezTo>
                    <a:cubicBezTo>
                      <a:pt x="5872" y="7143"/>
                      <a:pt x="5900" y="7132"/>
                      <a:pt x="5919" y="7105"/>
                    </a:cubicBezTo>
                    <a:lnTo>
                      <a:pt x="6325" y="6592"/>
                    </a:lnTo>
                    <a:cubicBezTo>
                      <a:pt x="6358" y="6633"/>
                      <a:pt x="6408" y="6674"/>
                      <a:pt x="6466" y="6699"/>
                    </a:cubicBezTo>
                    <a:cubicBezTo>
                      <a:pt x="6484" y="6710"/>
                      <a:pt x="6507" y="6716"/>
                      <a:pt x="6530" y="6716"/>
                    </a:cubicBezTo>
                    <a:cubicBezTo>
                      <a:pt x="6561" y="6716"/>
                      <a:pt x="6592" y="6706"/>
                      <a:pt x="6615" y="6683"/>
                    </a:cubicBezTo>
                    <a:cubicBezTo>
                      <a:pt x="6880" y="6343"/>
                      <a:pt x="6913" y="5904"/>
                      <a:pt x="6955" y="5490"/>
                    </a:cubicBezTo>
                    <a:cubicBezTo>
                      <a:pt x="6996" y="5017"/>
                      <a:pt x="7005" y="4537"/>
                      <a:pt x="6988" y="4065"/>
                    </a:cubicBezTo>
                    <a:cubicBezTo>
                      <a:pt x="6971" y="3634"/>
                      <a:pt x="6897" y="3211"/>
                      <a:pt x="6905" y="2789"/>
                    </a:cubicBezTo>
                    <a:cubicBezTo>
                      <a:pt x="6905" y="2416"/>
                      <a:pt x="6996" y="2068"/>
                      <a:pt x="7270" y="1803"/>
                    </a:cubicBezTo>
                    <a:cubicBezTo>
                      <a:pt x="7551" y="1537"/>
                      <a:pt x="7891" y="1347"/>
                      <a:pt x="8040" y="966"/>
                    </a:cubicBezTo>
                    <a:cubicBezTo>
                      <a:pt x="8057" y="933"/>
                      <a:pt x="8040" y="883"/>
                      <a:pt x="8015" y="850"/>
                    </a:cubicBezTo>
                    <a:cubicBezTo>
                      <a:pt x="7922" y="749"/>
                      <a:pt x="7803" y="708"/>
                      <a:pt x="7680" y="708"/>
                    </a:cubicBezTo>
                    <a:cubicBezTo>
                      <a:pt x="7518" y="708"/>
                      <a:pt x="7351" y="779"/>
                      <a:pt x="7228" y="883"/>
                    </a:cubicBezTo>
                    <a:cubicBezTo>
                      <a:pt x="7112" y="982"/>
                      <a:pt x="7021" y="1107"/>
                      <a:pt x="6913" y="1214"/>
                    </a:cubicBezTo>
                    <a:cubicBezTo>
                      <a:pt x="6814" y="1314"/>
                      <a:pt x="6706" y="1413"/>
                      <a:pt x="6590" y="1496"/>
                    </a:cubicBezTo>
                    <a:cubicBezTo>
                      <a:pt x="6233" y="1757"/>
                      <a:pt x="5786" y="1944"/>
                      <a:pt x="5336" y="1944"/>
                    </a:cubicBezTo>
                    <a:cubicBezTo>
                      <a:pt x="5243" y="1944"/>
                      <a:pt x="5150" y="1936"/>
                      <a:pt x="5057" y="1919"/>
                    </a:cubicBezTo>
                    <a:cubicBezTo>
                      <a:pt x="4776" y="1861"/>
                      <a:pt x="4535" y="1720"/>
                      <a:pt x="4312" y="1537"/>
                    </a:cubicBezTo>
                    <a:cubicBezTo>
                      <a:pt x="4080" y="1355"/>
                      <a:pt x="3848" y="1156"/>
                      <a:pt x="3558" y="1073"/>
                    </a:cubicBezTo>
                    <a:cubicBezTo>
                      <a:pt x="3448" y="1042"/>
                      <a:pt x="3339" y="1030"/>
                      <a:pt x="3230" y="1030"/>
                    </a:cubicBezTo>
                    <a:cubicBezTo>
                      <a:pt x="2992" y="1030"/>
                      <a:pt x="2755" y="1089"/>
                      <a:pt x="2522" y="1140"/>
                    </a:cubicBezTo>
                    <a:cubicBezTo>
                      <a:pt x="2339" y="1176"/>
                      <a:pt x="2158" y="1203"/>
                      <a:pt x="1975" y="1203"/>
                    </a:cubicBezTo>
                    <a:cubicBezTo>
                      <a:pt x="1869" y="1203"/>
                      <a:pt x="1762" y="1194"/>
                      <a:pt x="1652" y="1173"/>
                    </a:cubicBezTo>
                    <a:cubicBezTo>
                      <a:pt x="1039" y="1049"/>
                      <a:pt x="509" y="634"/>
                      <a:pt x="260" y="63"/>
                    </a:cubicBezTo>
                    <a:cubicBezTo>
                      <a:pt x="241" y="18"/>
                      <a:pt x="204" y="0"/>
                      <a:pt x="16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6" name="Google Shape;7076;p21"/>
              <p:cNvSpPr/>
              <p:nvPr/>
            </p:nvSpPr>
            <p:spPr>
              <a:xfrm>
                <a:off x="6046150" y="4382025"/>
                <a:ext cx="149875" cy="111475"/>
              </a:xfrm>
              <a:custGeom>
                <a:rect b="b" l="l" r="r" t="t"/>
                <a:pathLst>
                  <a:path extrusionOk="0" h="4459" w="5995">
                    <a:moveTo>
                      <a:pt x="5681" y="1"/>
                    </a:moveTo>
                    <a:cubicBezTo>
                      <a:pt x="5652" y="1"/>
                      <a:pt x="5623" y="15"/>
                      <a:pt x="5605" y="50"/>
                    </a:cubicBezTo>
                    <a:cubicBezTo>
                      <a:pt x="5373" y="472"/>
                      <a:pt x="5092" y="910"/>
                      <a:pt x="4761" y="1283"/>
                    </a:cubicBezTo>
                    <a:lnTo>
                      <a:pt x="4761" y="1283"/>
                    </a:lnTo>
                    <a:cubicBezTo>
                      <a:pt x="4768" y="1274"/>
                      <a:pt x="4769" y="1259"/>
                      <a:pt x="4777" y="1251"/>
                    </a:cubicBezTo>
                    <a:cubicBezTo>
                      <a:pt x="4810" y="1168"/>
                      <a:pt x="4851" y="1077"/>
                      <a:pt x="4868" y="986"/>
                    </a:cubicBezTo>
                    <a:cubicBezTo>
                      <a:pt x="4893" y="895"/>
                      <a:pt x="4909" y="787"/>
                      <a:pt x="4893" y="696"/>
                    </a:cubicBezTo>
                    <a:cubicBezTo>
                      <a:pt x="4888" y="671"/>
                      <a:pt x="4872" y="661"/>
                      <a:pt x="4853" y="661"/>
                    </a:cubicBezTo>
                    <a:cubicBezTo>
                      <a:pt x="4835" y="661"/>
                      <a:pt x="4814" y="671"/>
                      <a:pt x="4801" y="688"/>
                    </a:cubicBezTo>
                    <a:cubicBezTo>
                      <a:pt x="4752" y="754"/>
                      <a:pt x="4719" y="845"/>
                      <a:pt x="4694" y="920"/>
                    </a:cubicBezTo>
                    <a:cubicBezTo>
                      <a:pt x="4661" y="1011"/>
                      <a:pt x="4627" y="1094"/>
                      <a:pt x="4594" y="1177"/>
                    </a:cubicBezTo>
                    <a:cubicBezTo>
                      <a:pt x="4528" y="1351"/>
                      <a:pt x="4437" y="1516"/>
                      <a:pt x="4337" y="1666"/>
                    </a:cubicBezTo>
                    <a:lnTo>
                      <a:pt x="4288" y="1740"/>
                    </a:lnTo>
                    <a:cubicBezTo>
                      <a:pt x="3923" y="2030"/>
                      <a:pt x="3501" y="2254"/>
                      <a:pt x="3012" y="2337"/>
                    </a:cubicBezTo>
                    <a:cubicBezTo>
                      <a:pt x="2863" y="2353"/>
                      <a:pt x="2714" y="2361"/>
                      <a:pt x="2573" y="2361"/>
                    </a:cubicBezTo>
                    <a:cubicBezTo>
                      <a:pt x="2440" y="2353"/>
                      <a:pt x="2308" y="2320"/>
                      <a:pt x="2216" y="2221"/>
                    </a:cubicBezTo>
                    <a:cubicBezTo>
                      <a:pt x="2042" y="2047"/>
                      <a:pt x="2009" y="1765"/>
                      <a:pt x="1926" y="1533"/>
                    </a:cubicBezTo>
                    <a:cubicBezTo>
                      <a:pt x="1827" y="1284"/>
                      <a:pt x="1678" y="1036"/>
                      <a:pt x="1396" y="961"/>
                    </a:cubicBezTo>
                    <a:cubicBezTo>
                      <a:pt x="1350" y="948"/>
                      <a:pt x="1301" y="941"/>
                      <a:pt x="1251" y="941"/>
                    </a:cubicBezTo>
                    <a:cubicBezTo>
                      <a:pt x="1177" y="941"/>
                      <a:pt x="1101" y="956"/>
                      <a:pt x="1032" y="986"/>
                    </a:cubicBezTo>
                    <a:cubicBezTo>
                      <a:pt x="907" y="1044"/>
                      <a:pt x="824" y="1168"/>
                      <a:pt x="783" y="1301"/>
                    </a:cubicBezTo>
                    <a:cubicBezTo>
                      <a:pt x="725" y="1467"/>
                      <a:pt x="692" y="1649"/>
                      <a:pt x="650" y="1823"/>
                    </a:cubicBezTo>
                    <a:cubicBezTo>
                      <a:pt x="609" y="2013"/>
                      <a:pt x="559" y="2204"/>
                      <a:pt x="518" y="2395"/>
                    </a:cubicBezTo>
                    <a:cubicBezTo>
                      <a:pt x="501" y="2428"/>
                      <a:pt x="493" y="2469"/>
                      <a:pt x="485" y="2511"/>
                    </a:cubicBezTo>
                    <a:cubicBezTo>
                      <a:pt x="377" y="2734"/>
                      <a:pt x="286" y="2958"/>
                      <a:pt x="203" y="3198"/>
                    </a:cubicBezTo>
                    <a:cubicBezTo>
                      <a:pt x="195" y="3231"/>
                      <a:pt x="211" y="3248"/>
                      <a:pt x="228" y="3265"/>
                    </a:cubicBezTo>
                    <a:cubicBezTo>
                      <a:pt x="153" y="3613"/>
                      <a:pt x="87" y="3969"/>
                      <a:pt x="12" y="4325"/>
                    </a:cubicBezTo>
                    <a:cubicBezTo>
                      <a:pt x="1" y="4396"/>
                      <a:pt x="56" y="4458"/>
                      <a:pt x="119" y="4458"/>
                    </a:cubicBezTo>
                    <a:cubicBezTo>
                      <a:pt x="144" y="4458"/>
                      <a:pt x="171" y="4448"/>
                      <a:pt x="195" y="4425"/>
                    </a:cubicBezTo>
                    <a:cubicBezTo>
                      <a:pt x="244" y="4375"/>
                      <a:pt x="286" y="4317"/>
                      <a:pt x="327" y="4259"/>
                    </a:cubicBezTo>
                    <a:cubicBezTo>
                      <a:pt x="522" y="4300"/>
                      <a:pt x="717" y="4319"/>
                      <a:pt x="913" y="4319"/>
                    </a:cubicBezTo>
                    <a:cubicBezTo>
                      <a:pt x="1699" y="4319"/>
                      <a:pt x="2482" y="4017"/>
                      <a:pt x="3186" y="3679"/>
                    </a:cubicBezTo>
                    <a:cubicBezTo>
                      <a:pt x="3641" y="3455"/>
                      <a:pt x="4105" y="3198"/>
                      <a:pt x="4462" y="2834"/>
                    </a:cubicBezTo>
                    <a:cubicBezTo>
                      <a:pt x="4818" y="2477"/>
                      <a:pt x="5083" y="2055"/>
                      <a:pt x="5340" y="1632"/>
                    </a:cubicBezTo>
                    <a:cubicBezTo>
                      <a:pt x="5613" y="1177"/>
                      <a:pt x="5995" y="613"/>
                      <a:pt x="5779" y="66"/>
                    </a:cubicBezTo>
                    <a:cubicBezTo>
                      <a:pt x="5765" y="28"/>
                      <a:pt x="5722" y="1"/>
                      <a:pt x="568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7" name="Google Shape;7077;p21"/>
              <p:cNvSpPr/>
              <p:nvPr/>
            </p:nvSpPr>
            <p:spPr>
              <a:xfrm>
                <a:off x="6169500" y="4385025"/>
                <a:ext cx="4775" cy="13425"/>
              </a:xfrm>
              <a:custGeom>
                <a:rect b="b" l="l" r="r" t="t"/>
                <a:pathLst>
                  <a:path extrusionOk="0" h="537" w="191">
                    <a:moveTo>
                      <a:pt x="148" y="0"/>
                    </a:moveTo>
                    <a:cubicBezTo>
                      <a:pt x="139" y="0"/>
                      <a:pt x="130" y="4"/>
                      <a:pt x="124" y="13"/>
                    </a:cubicBezTo>
                    <a:cubicBezTo>
                      <a:pt x="91" y="87"/>
                      <a:pt x="66" y="162"/>
                      <a:pt x="50" y="236"/>
                    </a:cubicBezTo>
                    <a:cubicBezTo>
                      <a:pt x="33" y="319"/>
                      <a:pt x="17" y="394"/>
                      <a:pt x="0" y="477"/>
                    </a:cubicBezTo>
                    <a:cubicBezTo>
                      <a:pt x="0" y="502"/>
                      <a:pt x="8" y="526"/>
                      <a:pt x="41" y="535"/>
                    </a:cubicBezTo>
                    <a:cubicBezTo>
                      <a:pt x="46" y="536"/>
                      <a:pt x="50" y="537"/>
                      <a:pt x="55" y="537"/>
                    </a:cubicBezTo>
                    <a:cubicBezTo>
                      <a:pt x="75" y="537"/>
                      <a:pt x="93" y="522"/>
                      <a:pt x="99" y="502"/>
                    </a:cubicBezTo>
                    <a:cubicBezTo>
                      <a:pt x="116" y="419"/>
                      <a:pt x="133" y="344"/>
                      <a:pt x="157" y="270"/>
                    </a:cubicBezTo>
                    <a:cubicBezTo>
                      <a:pt x="174" y="187"/>
                      <a:pt x="191" y="112"/>
                      <a:pt x="182" y="29"/>
                    </a:cubicBezTo>
                    <a:cubicBezTo>
                      <a:pt x="182" y="13"/>
                      <a:pt x="165" y="0"/>
                      <a:pt x="1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8" name="Google Shape;7078;p21"/>
              <p:cNvSpPr/>
              <p:nvPr/>
            </p:nvSpPr>
            <p:spPr>
              <a:xfrm>
                <a:off x="6140700" y="4415050"/>
                <a:ext cx="10175" cy="17850"/>
              </a:xfrm>
              <a:custGeom>
                <a:rect b="b" l="l" r="r" t="t"/>
                <a:pathLst>
                  <a:path extrusionOk="0" h="714" w="407">
                    <a:moveTo>
                      <a:pt x="362" y="1"/>
                    </a:moveTo>
                    <a:cubicBezTo>
                      <a:pt x="354" y="1"/>
                      <a:pt x="346" y="4"/>
                      <a:pt x="340" y="13"/>
                    </a:cubicBezTo>
                    <a:cubicBezTo>
                      <a:pt x="323" y="38"/>
                      <a:pt x="315" y="63"/>
                      <a:pt x="299" y="88"/>
                    </a:cubicBezTo>
                    <a:cubicBezTo>
                      <a:pt x="282" y="113"/>
                      <a:pt x="274" y="137"/>
                      <a:pt x="265" y="171"/>
                    </a:cubicBezTo>
                    <a:cubicBezTo>
                      <a:pt x="249" y="220"/>
                      <a:pt x="232" y="278"/>
                      <a:pt x="207" y="328"/>
                    </a:cubicBezTo>
                    <a:cubicBezTo>
                      <a:pt x="158" y="427"/>
                      <a:pt x="100" y="527"/>
                      <a:pt x="25" y="618"/>
                    </a:cubicBezTo>
                    <a:cubicBezTo>
                      <a:pt x="0" y="643"/>
                      <a:pt x="0" y="676"/>
                      <a:pt x="25" y="701"/>
                    </a:cubicBezTo>
                    <a:cubicBezTo>
                      <a:pt x="33" y="709"/>
                      <a:pt x="48" y="713"/>
                      <a:pt x="64" y="713"/>
                    </a:cubicBezTo>
                    <a:cubicBezTo>
                      <a:pt x="79" y="713"/>
                      <a:pt x="96" y="709"/>
                      <a:pt x="108" y="701"/>
                    </a:cubicBezTo>
                    <a:cubicBezTo>
                      <a:pt x="191" y="601"/>
                      <a:pt x="257" y="502"/>
                      <a:pt x="315" y="386"/>
                    </a:cubicBezTo>
                    <a:cubicBezTo>
                      <a:pt x="340" y="336"/>
                      <a:pt x="365" y="278"/>
                      <a:pt x="381" y="212"/>
                    </a:cubicBezTo>
                    <a:cubicBezTo>
                      <a:pt x="398" y="187"/>
                      <a:pt x="406" y="154"/>
                      <a:pt x="398" y="121"/>
                    </a:cubicBezTo>
                    <a:cubicBezTo>
                      <a:pt x="398" y="88"/>
                      <a:pt x="406" y="55"/>
                      <a:pt x="398" y="30"/>
                    </a:cubicBezTo>
                    <a:cubicBezTo>
                      <a:pt x="393" y="13"/>
                      <a:pt x="377" y="1"/>
                      <a:pt x="3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9" name="Google Shape;7079;p21"/>
              <p:cNvSpPr/>
              <p:nvPr/>
            </p:nvSpPr>
            <p:spPr>
              <a:xfrm>
                <a:off x="6143400" y="4410425"/>
                <a:ext cx="5200" cy="9950"/>
              </a:xfrm>
              <a:custGeom>
                <a:rect b="b" l="l" r="r" t="t"/>
                <a:pathLst>
                  <a:path extrusionOk="0" h="398" w="208">
                    <a:moveTo>
                      <a:pt x="158" y="0"/>
                    </a:moveTo>
                    <a:cubicBezTo>
                      <a:pt x="149" y="0"/>
                      <a:pt x="140" y="5"/>
                      <a:pt x="133" y="16"/>
                    </a:cubicBezTo>
                    <a:cubicBezTo>
                      <a:pt x="99" y="57"/>
                      <a:pt x="91" y="124"/>
                      <a:pt x="75" y="173"/>
                    </a:cubicBezTo>
                    <a:cubicBezTo>
                      <a:pt x="58" y="231"/>
                      <a:pt x="41" y="281"/>
                      <a:pt x="17" y="331"/>
                    </a:cubicBezTo>
                    <a:cubicBezTo>
                      <a:pt x="0" y="347"/>
                      <a:pt x="8" y="380"/>
                      <a:pt x="33" y="389"/>
                    </a:cubicBezTo>
                    <a:cubicBezTo>
                      <a:pt x="39" y="395"/>
                      <a:pt x="47" y="397"/>
                      <a:pt x="55" y="397"/>
                    </a:cubicBezTo>
                    <a:cubicBezTo>
                      <a:pt x="70" y="397"/>
                      <a:pt x="86" y="388"/>
                      <a:pt x="91" y="372"/>
                    </a:cubicBezTo>
                    <a:cubicBezTo>
                      <a:pt x="124" y="322"/>
                      <a:pt x="149" y="264"/>
                      <a:pt x="174" y="206"/>
                    </a:cubicBezTo>
                    <a:cubicBezTo>
                      <a:pt x="191" y="148"/>
                      <a:pt x="207" y="82"/>
                      <a:pt x="182" y="16"/>
                    </a:cubicBezTo>
                    <a:cubicBezTo>
                      <a:pt x="178" y="7"/>
                      <a:pt x="168" y="0"/>
                      <a:pt x="1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0" name="Google Shape;7080;p21"/>
              <p:cNvSpPr/>
              <p:nvPr/>
            </p:nvSpPr>
            <p:spPr>
              <a:xfrm>
                <a:off x="6119575" y="4424750"/>
                <a:ext cx="5600" cy="8775"/>
              </a:xfrm>
              <a:custGeom>
                <a:rect b="b" l="l" r="r" t="t"/>
                <a:pathLst>
                  <a:path extrusionOk="0" h="351" w="224">
                    <a:moveTo>
                      <a:pt x="191" y="1"/>
                    </a:moveTo>
                    <a:cubicBezTo>
                      <a:pt x="181" y="1"/>
                      <a:pt x="171" y="5"/>
                      <a:pt x="166" y="15"/>
                    </a:cubicBezTo>
                    <a:cubicBezTo>
                      <a:pt x="149" y="31"/>
                      <a:pt x="133" y="48"/>
                      <a:pt x="116" y="73"/>
                    </a:cubicBezTo>
                    <a:cubicBezTo>
                      <a:pt x="108" y="97"/>
                      <a:pt x="91" y="114"/>
                      <a:pt x="83" y="139"/>
                    </a:cubicBezTo>
                    <a:cubicBezTo>
                      <a:pt x="58" y="180"/>
                      <a:pt x="33" y="230"/>
                      <a:pt x="17" y="271"/>
                    </a:cubicBezTo>
                    <a:cubicBezTo>
                      <a:pt x="0" y="296"/>
                      <a:pt x="9" y="329"/>
                      <a:pt x="33" y="346"/>
                    </a:cubicBezTo>
                    <a:cubicBezTo>
                      <a:pt x="42" y="349"/>
                      <a:pt x="53" y="351"/>
                      <a:pt x="63" y="351"/>
                    </a:cubicBezTo>
                    <a:cubicBezTo>
                      <a:pt x="80" y="351"/>
                      <a:pt x="97" y="345"/>
                      <a:pt x="108" y="329"/>
                    </a:cubicBezTo>
                    <a:cubicBezTo>
                      <a:pt x="125" y="280"/>
                      <a:pt x="149" y="238"/>
                      <a:pt x="174" y="197"/>
                    </a:cubicBezTo>
                    <a:cubicBezTo>
                      <a:pt x="183" y="172"/>
                      <a:pt x="191" y="147"/>
                      <a:pt x="199" y="130"/>
                    </a:cubicBezTo>
                    <a:cubicBezTo>
                      <a:pt x="216" y="106"/>
                      <a:pt x="224" y="73"/>
                      <a:pt x="224" y="48"/>
                    </a:cubicBezTo>
                    <a:cubicBezTo>
                      <a:pt x="224" y="31"/>
                      <a:pt x="224" y="15"/>
                      <a:pt x="207" y="6"/>
                    </a:cubicBezTo>
                    <a:cubicBezTo>
                      <a:pt x="204" y="3"/>
                      <a:pt x="198" y="1"/>
                      <a:pt x="1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1" name="Google Shape;7081;p21"/>
              <p:cNvSpPr/>
              <p:nvPr/>
            </p:nvSpPr>
            <p:spPr>
              <a:xfrm>
                <a:off x="6117500" y="4416975"/>
                <a:ext cx="3450" cy="7325"/>
              </a:xfrm>
              <a:custGeom>
                <a:rect b="b" l="l" r="r" t="t"/>
                <a:pathLst>
                  <a:path extrusionOk="0" h="293" w="138">
                    <a:moveTo>
                      <a:pt x="112" y="0"/>
                    </a:moveTo>
                    <a:cubicBezTo>
                      <a:pt x="103" y="0"/>
                      <a:pt x="95" y="6"/>
                      <a:pt x="92" y="19"/>
                    </a:cubicBezTo>
                    <a:cubicBezTo>
                      <a:pt x="58" y="94"/>
                      <a:pt x="34" y="168"/>
                      <a:pt x="9" y="243"/>
                    </a:cubicBezTo>
                    <a:cubicBezTo>
                      <a:pt x="0" y="259"/>
                      <a:pt x="17" y="284"/>
                      <a:pt x="34" y="292"/>
                    </a:cubicBezTo>
                    <a:cubicBezTo>
                      <a:pt x="58" y="292"/>
                      <a:pt x="83" y="284"/>
                      <a:pt x="83" y="259"/>
                    </a:cubicBezTo>
                    <a:cubicBezTo>
                      <a:pt x="100" y="185"/>
                      <a:pt x="116" y="110"/>
                      <a:pt x="133" y="27"/>
                    </a:cubicBezTo>
                    <a:cubicBezTo>
                      <a:pt x="138" y="12"/>
                      <a:pt x="125" y="0"/>
                      <a:pt x="1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2" name="Google Shape;7082;p21"/>
              <p:cNvSpPr/>
              <p:nvPr/>
            </p:nvSpPr>
            <p:spPr>
              <a:xfrm>
                <a:off x="6174200" y="4384075"/>
                <a:ext cx="8700" cy="15150"/>
              </a:xfrm>
              <a:custGeom>
                <a:rect b="b" l="l" r="r" t="t"/>
                <a:pathLst>
                  <a:path extrusionOk="0" h="606" w="348">
                    <a:moveTo>
                      <a:pt x="312" y="1"/>
                    </a:moveTo>
                    <a:cubicBezTo>
                      <a:pt x="303" y="1"/>
                      <a:pt x="293" y="4"/>
                      <a:pt x="284" y="9"/>
                    </a:cubicBezTo>
                    <a:cubicBezTo>
                      <a:pt x="251" y="42"/>
                      <a:pt x="226" y="84"/>
                      <a:pt x="201" y="125"/>
                    </a:cubicBezTo>
                    <a:cubicBezTo>
                      <a:pt x="177" y="175"/>
                      <a:pt x="152" y="216"/>
                      <a:pt x="135" y="266"/>
                    </a:cubicBezTo>
                    <a:cubicBezTo>
                      <a:pt x="94" y="357"/>
                      <a:pt x="52" y="448"/>
                      <a:pt x="11" y="548"/>
                    </a:cubicBezTo>
                    <a:cubicBezTo>
                      <a:pt x="0" y="580"/>
                      <a:pt x="31" y="606"/>
                      <a:pt x="62" y="606"/>
                    </a:cubicBezTo>
                    <a:cubicBezTo>
                      <a:pt x="78" y="606"/>
                      <a:pt x="93" y="598"/>
                      <a:pt x="102" y="581"/>
                    </a:cubicBezTo>
                    <a:cubicBezTo>
                      <a:pt x="143" y="490"/>
                      <a:pt x="185" y="399"/>
                      <a:pt x="226" y="308"/>
                    </a:cubicBezTo>
                    <a:cubicBezTo>
                      <a:pt x="251" y="266"/>
                      <a:pt x="276" y="216"/>
                      <a:pt x="293" y="175"/>
                    </a:cubicBezTo>
                    <a:cubicBezTo>
                      <a:pt x="301" y="150"/>
                      <a:pt x="317" y="125"/>
                      <a:pt x="326" y="109"/>
                    </a:cubicBezTo>
                    <a:cubicBezTo>
                      <a:pt x="334" y="84"/>
                      <a:pt x="342" y="59"/>
                      <a:pt x="342" y="34"/>
                    </a:cubicBezTo>
                    <a:cubicBezTo>
                      <a:pt x="348" y="12"/>
                      <a:pt x="331" y="1"/>
                      <a:pt x="3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3" name="Google Shape;7083;p21"/>
              <p:cNvSpPr/>
              <p:nvPr/>
            </p:nvSpPr>
            <p:spPr>
              <a:xfrm>
                <a:off x="6180050" y="4379950"/>
                <a:ext cx="4575" cy="3550"/>
              </a:xfrm>
              <a:custGeom>
                <a:rect b="b" l="l" r="r" t="t"/>
                <a:pathLst>
                  <a:path extrusionOk="0" h="142" w="183">
                    <a:moveTo>
                      <a:pt x="92" y="0"/>
                    </a:moveTo>
                    <a:cubicBezTo>
                      <a:pt x="1" y="0"/>
                      <a:pt x="1" y="141"/>
                      <a:pt x="92" y="141"/>
                    </a:cubicBezTo>
                    <a:cubicBezTo>
                      <a:pt x="183" y="141"/>
                      <a:pt x="183" y="0"/>
                      <a:pt x="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4" name="Google Shape;7084;p21"/>
              <p:cNvSpPr/>
              <p:nvPr/>
            </p:nvSpPr>
            <p:spPr>
              <a:xfrm>
                <a:off x="6102375" y="4414850"/>
                <a:ext cx="5825" cy="14825"/>
              </a:xfrm>
              <a:custGeom>
                <a:rect b="b" l="l" r="r" t="t"/>
                <a:pathLst>
                  <a:path extrusionOk="0" h="593" w="233">
                    <a:moveTo>
                      <a:pt x="194" y="1"/>
                    </a:moveTo>
                    <a:cubicBezTo>
                      <a:pt x="185" y="1"/>
                      <a:pt x="175" y="5"/>
                      <a:pt x="166" y="13"/>
                    </a:cubicBezTo>
                    <a:cubicBezTo>
                      <a:pt x="150" y="29"/>
                      <a:pt x="133" y="54"/>
                      <a:pt x="117" y="71"/>
                    </a:cubicBezTo>
                    <a:cubicBezTo>
                      <a:pt x="108" y="96"/>
                      <a:pt x="100" y="112"/>
                      <a:pt x="92" y="137"/>
                    </a:cubicBezTo>
                    <a:cubicBezTo>
                      <a:pt x="75" y="179"/>
                      <a:pt x="59" y="220"/>
                      <a:pt x="50" y="261"/>
                    </a:cubicBezTo>
                    <a:cubicBezTo>
                      <a:pt x="25" y="353"/>
                      <a:pt x="9" y="444"/>
                      <a:pt x="1" y="535"/>
                    </a:cubicBezTo>
                    <a:cubicBezTo>
                      <a:pt x="1" y="568"/>
                      <a:pt x="34" y="593"/>
                      <a:pt x="67" y="593"/>
                    </a:cubicBezTo>
                    <a:cubicBezTo>
                      <a:pt x="100" y="593"/>
                      <a:pt x="125" y="568"/>
                      <a:pt x="125" y="535"/>
                    </a:cubicBezTo>
                    <a:cubicBezTo>
                      <a:pt x="133" y="452"/>
                      <a:pt x="150" y="369"/>
                      <a:pt x="175" y="286"/>
                    </a:cubicBezTo>
                    <a:cubicBezTo>
                      <a:pt x="183" y="245"/>
                      <a:pt x="191" y="212"/>
                      <a:pt x="208" y="162"/>
                    </a:cubicBezTo>
                    <a:cubicBezTo>
                      <a:pt x="216" y="145"/>
                      <a:pt x="216" y="129"/>
                      <a:pt x="224" y="104"/>
                    </a:cubicBezTo>
                    <a:cubicBezTo>
                      <a:pt x="233" y="87"/>
                      <a:pt x="233" y="63"/>
                      <a:pt x="233" y="38"/>
                    </a:cubicBezTo>
                    <a:cubicBezTo>
                      <a:pt x="233" y="16"/>
                      <a:pt x="214" y="1"/>
                      <a:pt x="1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5" name="Google Shape;7085;p21"/>
              <p:cNvSpPr/>
              <p:nvPr/>
            </p:nvSpPr>
            <p:spPr>
              <a:xfrm>
                <a:off x="6096325" y="4410375"/>
                <a:ext cx="5050" cy="12025"/>
              </a:xfrm>
              <a:custGeom>
                <a:rect b="b" l="l" r="r" t="t"/>
                <a:pathLst>
                  <a:path extrusionOk="0" h="481" w="202">
                    <a:moveTo>
                      <a:pt x="169" y="1"/>
                    </a:moveTo>
                    <a:cubicBezTo>
                      <a:pt x="161" y="1"/>
                      <a:pt x="154" y="4"/>
                      <a:pt x="151" y="10"/>
                    </a:cubicBezTo>
                    <a:lnTo>
                      <a:pt x="151" y="18"/>
                    </a:lnTo>
                    <a:cubicBezTo>
                      <a:pt x="143" y="34"/>
                      <a:pt x="135" y="51"/>
                      <a:pt x="127" y="68"/>
                    </a:cubicBezTo>
                    <a:cubicBezTo>
                      <a:pt x="118" y="84"/>
                      <a:pt x="118" y="101"/>
                      <a:pt x="110" y="117"/>
                    </a:cubicBezTo>
                    <a:cubicBezTo>
                      <a:pt x="93" y="159"/>
                      <a:pt x="85" y="192"/>
                      <a:pt x="77" y="225"/>
                    </a:cubicBezTo>
                    <a:cubicBezTo>
                      <a:pt x="52" y="300"/>
                      <a:pt x="27" y="366"/>
                      <a:pt x="11" y="440"/>
                    </a:cubicBezTo>
                    <a:cubicBezTo>
                      <a:pt x="1" y="465"/>
                      <a:pt x="20" y="481"/>
                      <a:pt x="41" y="481"/>
                    </a:cubicBezTo>
                    <a:cubicBezTo>
                      <a:pt x="55" y="481"/>
                      <a:pt x="70" y="474"/>
                      <a:pt x="77" y="457"/>
                    </a:cubicBezTo>
                    <a:cubicBezTo>
                      <a:pt x="93" y="382"/>
                      <a:pt x="118" y="316"/>
                      <a:pt x="143" y="242"/>
                    </a:cubicBezTo>
                    <a:cubicBezTo>
                      <a:pt x="151" y="208"/>
                      <a:pt x="160" y="175"/>
                      <a:pt x="176" y="142"/>
                    </a:cubicBezTo>
                    <a:cubicBezTo>
                      <a:pt x="176" y="117"/>
                      <a:pt x="185" y="101"/>
                      <a:pt x="193" y="84"/>
                    </a:cubicBezTo>
                    <a:cubicBezTo>
                      <a:pt x="193" y="68"/>
                      <a:pt x="193" y="43"/>
                      <a:pt x="201" y="26"/>
                    </a:cubicBezTo>
                    <a:cubicBezTo>
                      <a:pt x="201" y="10"/>
                      <a:pt x="184" y="1"/>
                      <a:pt x="1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6" name="Google Shape;7086;p21"/>
              <p:cNvSpPr/>
              <p:nvPr/>
            </p:nvSpPr>
            <p:spPr>
              <a:xfrm>
                <a:off x="6090950" y="4412700"/>
                <a:ext cx="6475" cy="19200"/>
              </a:xfrm>
              <a:custGeom>
                <a:rect b="b" l="l" r="r" t="t"/>
                <a:pathLst>
                  <a:path extrusionOk="0" h="768" w="259">
                    <a:moveTo>
                      <a:pt x="226" y="0"/>
                    </a:moveTo>
                    <a:cubicBezTo>
                      <a:pt x="211" y="0"/>
                      <a:pt x="196" y="9"/>
                      <a:pt x="192" y="24"/>
                    </a:cubicBezTo>
                    <a:cubicBezTo>
                      <a:pt x="110" y="240"/>
                      <a:pt x="68" y="472"/>
                      <a:pt x="10" y="704"/>
                    </a:cubicBezTo>
                    <a:cubicBezTo>
                      <a:pt x="0" y="743"/>
                      <a:pt x="34" y="767"/>
                      <a:pt x="65" y="767"/>
                    </a:cubicBezTo>
                    <a:cubicBezTo>
                      <a:pt x="86" y="767"/>
                      <a:pt x="106" y="756"/>
                      <a:pt x="110" y="728"/>
                    </a:cubicBezTo>
                    <a:cubicBezTo>
                      <a:pt x="168" y="497"/>
                      <a:pt x="226" y="265"/>
                      <a:pt x="259" y="33"/>
                    </a:cubicBezTo>
                    <a:cubicBezTo>
                      <a:pt x="259" y="11"/>
                      <a:pt x="243" y="0"/>
                      <a:pt x="2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7" name="Google Shape;7087;p21"/>
              <p:cNvSpPr/>
              <p:nvPr/>
            </p:nvSpPr>
            <p:spPr>
              <a:xfrm>
                <a:off x="5969175" y="3940900"/>
                <a:ext cx="104025" cy="147000"/>
              </a:xfrm>
              <a:custGeom>
                <a:rect b="b" l="l" r="r" t="t"/>
                <a:pathLst>
                  <a:path extrusionOk="0" h="5880" w="4161">
                    <a:moveTo>
                      <a:pt x="620" y="1"/>
                    </a:moveTo>
                    <a:cubicBezTo>
                      <a:pt x="535" y="1"/>
                      <a:pt x="448" y="8"/>
                      <a:pt x="366" y="30"/>
                    </a:cubicBezTo>
                    <a:cubicBezTo>
                      <a:pt x="225" y="63"/>
                      <a:pt x="167" y="146"/>
                      <a:pt x="142" y="287"/>
                    </a:cubicBezTo>
                    <a:cubicBezTo>
                      <a:pt x="117" y="428"/>
                      <a:pt x="100" y="569"/>
                      <a:pt x="84" y="710"/>
                    </a:cubicBezTo>
                    <a:cubicBezTo>
                      <a:pt x="51" y="991"/>
                      <a:pt x="26" y="1273"/>
                      <a:pt x="9" y="1555"/>
                    </a:cubicBezTo>
                    <a:cubicBezTo>
                      <a:pt x="1" y="1903"/>
                      <a:pt x="18" y="2251"/>
                      <a:pt x="84" y="2599"/>
                    </a:cubicBezTo>
                    <a:cubicBezTo>
                      <a:pt x="92" y="2599"/>
                      <a:pt x="100" y="2607"/>
                      <a:pt x="100" y="2615"/>
                    </a:cubicBezTo>
                    <a:cubicBezTo>
                      <a:pt x="150" y="2698"/>
                      <a:pt x="167" y="2798"/>
                      <a:pt x="200" y="2880"/>
                    </a:cubicBezTo>
                    <a:cubicBezTo>
                      <a:pt x="233" y="2980"/>
                      <a:pt x="258" y="3063"/>
                      <a:pt x="299" y="3154"/>
                    </a:cubicBezTo>
                    <a:cubicBezTo>
                      <a:pt x="374" y="3336"/>
                      <a:pt x="465" y="3510"/>
                      <a:pt x="556" y="3684"/>
                    </a:cubicBezTo>
                    <a:cubicBezTo>
                      <a:pt x="730" y="4024"/>
                      <a:pt x="879" y="4380"/>
                      <a:pt x="863" y="4769"/>
                    </a:cubicBezTo>
                    <a:cubicBezTo>
                      <a:pt x="863" y="4797"/>
                      <a:pt x="840" y="4813"/>
                      <a:pt x="818" y="4813"/>
                    </a:cubicBezTo>
                    <a:cubicBezTo>
                      <a:pt x="813" y="4813"/>
                      <a:pt x="809" y="4812"/>
                      <a:pt x="805" y="4811"/>
                    </a:cubicBezTo>
                    <a:lnTo>
                      <a:pt x="805" y="4811"/>
                    </a:lnTo>
                    <a:cubicBezTo>
                      <a:pt x="813" y="4819"/>
                      <a:pt x="813" y="4827"/>
                      <a:pt x="813" y="4836"/>
                    </a:cubicBezTo>
                    <a:cubicBezTo>
                      <a:pt x="821" y="4919"/>
                      <a:pt x="838" y="5001"/>
                      <a:pt x="863" y="5084"/>
                    </a:cubicBezTo>
                    <a:cubicBezTo>
                      <a:pt x="904" y="5242"/>
                      <a:pt x="979" y="5391"/>
                      <a:pt x="1070" y="5523"/>
                    </a:cubicBezTo>
                    <a:cubicBezTo>
                      <a:pt x="1153" y="5656"/>
                      <a:pt x="1260" y="5780"/>
                      <a:pt x="1401" y="5847"/>
                    </a:cubicBezTo>
                    <a:cubicBezTo>
                      <a:pt x="1426" y="5863"/>
                      <a:pt x="1451" y="5871"/>
                      <a:pt x="1467" y="5880"/>
                    </a:cubicBezTo>
                    <a:cubicBezTo>
                      <a:pt x="1476" y="5880"/>
                      <a:pt x="1484" y="5880"/>
                      <a:pt x="1484" y="5871"/>
                    </a:cubicBezTo>
                    <a:cubicBezTo>
                      <a:pt x="1509" y="5863"/>
                      <a:pt x="1534" y="5847"/>
                      <a:pt x="1559" y="5830"/>
                    </a:cubicBezTo>
                    <a:cubicBezTo>
                      <a:pt x="1625" y="5789"/>
                      <a:pt x="1675" y="5731"/>
                      <a:pt x="1724" y="5664"/>
                    </a:cubicBezTo>
                    <a:cubicBezTo>
                      <a:pt x="1774" y="5590"/>
                      <a:pt x="1724" y="5523"/>
                      <a:pt x="1658" y="5499"/>
                    </a:cubicBezTo>
                    <a:cubicBezTo>
                      <a:pt x="1650" y="5490"/>
                      <a:pt x="1633" y="5490"/>
                      <a:pt x="1617" y="5490"/>
                    </a:cubicBezTo>
                    <a:cubicBezTo>
                      <a:pt x="1517" y="5399"/>
                      <a:pt x="1434" y="5291"/>
                      <a:pt x="1376" y="5167"/>
                    </a:cubicBezTo>
                    <a:cubicBezTo>
                      <a:pt x="1302" y="5001"/>
                      <a:pt x="1277" y="4819"/>
                      <a:pt x="1277" y="4637"/>
                    </a:cubicBezTo>
                    <a:cubicBezTo>
                      <a:pt x="1260" y="4306"/>
                      <a:pt x="1235" y="3982"/>
                      <a:pt x="1128" y="3659"/>
                    </a:cubicBezTo>
                    <a:cubicBezTo>
                      <a:pt x="929" y="3046"/>
                      <a:pt x="589" y="2491"/>
                      <a:pt x="399" y="1878"/>
                    </a:cubicBezTo>
                    <a:cubicBezTo>
                      <a:pt x="316" y="1596"/>
                      <a:pt x="250" y="1290"/>
                      <a:pt x="291" y="1000"/>
                    </a:cubicBezTo>
                    <a:cubicBezTo>
                      <a:pt x="308" y="867"/>
                      <a:pt x="349" y="726"/>
                      <a:pt x="432" y="618"/>
                    </a:cubicBezTo>
                    <a:cubicBezTo>
                      <a:pt x="531" y="494"/>
                      <a:pt x="680" y="436"/>
                      <a:pt x="838" y="411"/>
                    </a:cubicBezTo>
                    <a:cubicBezTo>
                      <a:pt x="928" y="398"/>
                      <a:pt x="1020" y="392"/>
                      <a:pt x="1111" y="392"/>
                    </a:cubicBezTo>
                    <a:cubicBezTo>
                      <a:pt x="1648" y="392"/>
                      <a:pt x="2190" y="613"/>
                      <a:pt x="2586" y="966"/>
                    </a:cubicBezTo>
                    <a:cubicBezTo>
                      <a:pt x="3116" y="1455"/>
                      <a:pt x="3390" y="2201"/>
                      <a:pt x="3274" y="2914"/>
                    </a:cubicBezTo>
                    <a:cubicBezTo>
                      <a:pt x="3265" y="2955"/>
                      <a:pt x="3282" y="2996"/>
                      <a:pt x="3315" y="3030"/>
                    </a:cubicBezTo>
                    <a:cubicBezTo>
                      <a:pt x="3539" y="2781"/>
                      <a:pt x="3796" y="2566"/>
                      <a:pt x="4119" y="2450"/>
                    </a:cubicBezTo>
                    <a:cubicBezTo>
                      <a:pt x="4127" y="2441"/>
                      <a:pt x="4144" y="2441"/>
                      <a:pt x="4152" y="2433"/>
                    </a:cubicBezTo>
                    <a:lnTo>
                      <a:pt x="4160" y="2441"/>
                    </a:lnTo>
                    <a:cubicBezTo>
                      <a:pt x="4127" y="2317"/>
                      <a:pt x="4102" y="2193"/>
                      <a:pt x="4053" y="2077"/>
                    </a:cubicBezTo>
                    <a:cubicBezTo>
                      <a:pt x="4003" y="1944"/>
                      <a:pt x="3937" y="1820"/>
                      <a:pt x="3854" y="1704"/>
                    </a:cubicBezTo>
                    <a:cubicBezTo>
                      <a:pt x="3696" y="1464"/>
                      <a:pt x="3497" y="1265"/>
                      <a:pt x="3282" y="1074"/>
                    </a:cubicBezTo>
                    <a:cubicBezTo>
                      <a:pt x="2876" y="718"/>
                      <a:pt x="2404" y="428"/>
                      <a:pt x="1907" y="237"/>
                    </a:cubicBezTo>
                    <a:cubicBezTo>
                      <a:pt x="1658" y="138"/>
                      <a:pt x="1401" y="72"/>
                      <a:pt x="1144" y="30"/>
                    </a:cubicBezTo>
                    <a:cubicBezTo>
                      <a:pt x="1012" y="14"/>
                      <a:pt x="879" y="5"/>
                      <a:pt x="747" y="5"/>
                    </a:cubicBezTo>
                    <a:cubicBezTo>
                      <a:pt x="705" y="3"/>
                      <a:pt x="663" y="1"/>
                      <a:pt x="62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8" name="Google Shape;7088;p21"/>
              <p:cNvSpPr/>
              <p:nvPr/>
            </p:nvSpPr>
            <p:spPr>
              <a:xfrm>
                <a:off x="5990725" y="3995900"/>
                <a:ext cx="106700" cy="84425"/>
              </a:xfrm>
              <a:custGeom>
                <a:rect b="b" l="l" r="r" t="t"/>
                <a:pathLst>
                  <a:path extrusionOk="0" h="3377" w="4268">
                    <a:moveTo>
                      <a:pt x="1094" y="1418"/>
                    </a:moveTo>
                    <a:lnTo>
                      <a:pt x="1094" y="1418"/>
                    </a:lnTo>
                    <a:cubicBezTo>
                      <a:pt x="1136" y="1434"/>
                      <a:pt x="1169" y="1443"/>
                      <a:pt x="1210" y="1459"/>
                    </a:cubicBezTo>
                    <a:cubicBezTo>
                      <a:pt x="1194" y="1476"/>
                      <a:pt x="1185" y="1492"/>
                      <a:pt x="1169" y="1509"/>
                    </a:cubicBezTo>
                    <a:cubicBezTo>
                      <a:pt x="1144" y="1476"/>
                      <a:pt x="1119" y="1443"/>
                      <a:pt x="1094" y="1418"/>
                    </a:cubicBezTo>
                    <a:close/>
                    <a:moveTo>
                      <a:pt x="912" y="1865"/>
                    </a:moveTo>
                    <a:cubicBezTo>
                      <a:pt x="920" y="1882"/>
                      <a:pt x="937" y="1898"/>
                      <a:pt x="953" y="1915"/>
                    </a:cubicBezTo>
                    <a:cubicBezTo>
                      <a:pt x="953" y="1915"/>
                      <a:pt x="962" y="1923"/>
                      <a:pt x="962" y="1923"/>
                    </a:cubicBezTo>
                    <a:cubicBezTo>
                      <a:pt x="978" y="1940"/>
                      <a:pt x="987" y="1965"/>
                      <a:pt x="995" y="1981"/>
                    </a:cubicBezTo>
                    <a:cubicBezTo>
                      <a:pt x="987" y="2023"/>
                      <a:pt x="987" y="2072"/>
                      <a:pt x="987" y="2114"/>
                    </a:cubicBezTo>
                    <a:cubicBezTo>
                      <a:pt x="962" y="2031"/>
                      <a:pt x="937" y="1948"/>
                      <a:pt x="912" y="1865"/>
                    </a:cubicBezTo>
                    <a:close/>
                    <a:moveTo>
                      <a:pt x="1665" y="1"/>
                    </a:moveTo>
                    <a:cubicBezTo>
                      <a:pt x="1647" y="1"/>
                      <a:pt x="1630" y="12"/>
                      <a:pt x="1625" y="34"/>
                    </a:cubicBezTo>
                    <a:cubicBezTo>
                      <a:pt x="1600" y="125"/>
                      <a:pt x="1666" y="241"/>
                      <a:pt x="1699" y="324"/>
                    </a:cubicBezTo>
                    <a:cubicBezTo>
                      <a:pt x="1741" y="424"/>
                      <a:pt x="1774" y="523"/>
                      <a:pt x="1790" y="622"/>
                    </a:cubicBezTo>
                    <a:cubicBezTo>
                      <a:pt x="1832" y="780"/>
                      <a:pt x="1840" y="962"/>
                      <a:pt x="1799" y="1120"/>
                    </a:cubicBezTo>
                    <a:cubicBezTo>
                      <a:pt x="1716" y="1186"/>
                      <a:pt x="1625" y="1227"/>
                      <a:pt x="1517" y="1244"/>
                    </a:cubicBezTo>
                    <a:cubicBezTo>
                      <a:pt x="1451" y="1211"/>
                      <a:pt x="1368" y="1194"/>
                      <a:pt x="1310" y="1169"/>
                    </a:cubicBezTo>
                    <a:cubicBezTo>
                      <a:pt x="1210" y="1120"/>
                      <a:pt x="1111" y="1053"/>
                      <a:pt x="1028" y="979"/>
                    </a:cubicBezTo>
                    <a:cubicBezTo>
                      <a:pt x="937" y="888"/>
                      <a:pt x="862" y="788"/>
                      <a:pt x="779" y="689"/>
                    </a:cubicBezTo>
                    <a:cubicBezTo>
                      <a:pt x="688" y="581"/>
                      <a:pt x="589" y="473"/>
                      <a:pt x="498" y="357"/>
                    </a:cubicBezTo>
                    <a:cubicBezTo>
                      <a:pt x="489" y="346"/>
                      <a:pt x="478" y="342"/>
                      <a:pt x="466" y="342"/>
                    </a:cubicBezTo>
                    <a:cubicBezTo>
                      <a:pt x="433" y="342"/>
                      <a:pt x="399" y="379"/>
                      <a:pt x="423" y="415"/>
                    </a:cubicBezTo>
                    <a:cubicBezTo>
                      <a:pt x="506" y="540"/>
                      <a:pt x="572" y="672"/>
                      <a:pt x="655" y="796"/>
                    </a:cubicBezTo>
                    <a:cubicBezTo>
                      <a:pt x="556" y="697"/>
                      <a:pt x="456" y="589"/>
                      <a:pt x="365" y="473"/>
                    </a:cubicBezTo>
                    <a:cubicBezTo>
                      <a:pt x="324" y="407"/>
                      <a:pt x="274" y="332"/>
                      <a:pt x="241" y="266"/>
                    </a:cubicBezTo>
                    <a:cubicBezTo>
                      <a:pt x="217" y="230"/>
                      <a:pt x="184" y="215"/>
                      <a:pt x="151" y="215"/>
                    </a:cubicBezTo>
                    <a:cubicBezTo>
                      <a:pt x="94" y="215"/>
                      <a:pt x="39" y="261"/>
                      <a:pt x="34" y="324"/>
                    </a:cubicBezTo>
                    <a:cubicBezTo>
                      <a:pt x="9" y="357"/>
                      <a:pt x="1" y="399"/>
                      <a:pt x="26" y="448"/>
                    </a:cubicBezTo>
                    <a:cubicBezTo>
                      <a:pt x="17" y="573"/>
                      <a:pt x="59" y="672"/>
                      <a:pt x="125" y="780"/>
                    </a:cubicBezTo>
                    <a:cubicBezTo>
                      <a:pt x="92" y="813"/>
                      <a:pt x="75" y="879"/>
                      <a:pt x="100" y="921"/>
                    </a:cubicBezTo>
                    <a:cubicBezTo>
                      <a:pt x="224" y="1086"/>
                      <a:pt x="357" y="1252"/>
                      <a:pt x="489" y="1410"/>
                    </a:cubicBezTo>
                    <a:cubicBezTo>
                      <a:pt x="539" y="1526"/>
                      <a:pt x="572" y="1642"/>
                      <a:pt x="614" y="1758"/>
                    </a:cubicBezTo>
                    <a:cubicBezTo>
                      <a:pt x="647" y="1882"/>
                      <a:pt x="647" y="2006"/>
                      <a:pt x="672" y="2130"/>
                    </a:cubicBezTo>
                    <a:cubicBezTo>
                      <a:pt x="688" y="2255"/>
                      <a:pt x="705" y="2379"/>
                      <a:pt x="721" y="2503"/>
                    </a:cubicBezTo>
                    <a:cubicBezTo>
                      <a:pt x="755" y="2752"/>
                      <a:pt x="763" y="3009"/>
                      <a:pt x="763" y="3257"/>
                    </a:cubicBezTo>
                    <a:cubicBezTo>
                      <a:pt x="763" y="3336"/>
                      <a:pt x="824" y="3376"/>
                      <a:pt x="889" y="3376"/>
                    </a:cubicBezTo>
                    <a:cubicBezTo>
                      <a:pt x="920" y="3376"/>
                      <a:pt x="952" y="3367"/>
                      <a:pt x="978" y="3348"/>
                    </a:cubicBezTo>
                    <a:cubicBezTo>
                      <a:pt x="1442" y="2959"/>
                      <a:pt x="1550" y="2321"/>
                      <a:pt x="1865" y="1832"/>
                    </a:cubicBezTo>
                    <a:cubicBezTo>
                      <a:pt x="1923" y="1749"/>
                      <a:pt x="1981" y="1666"/>
                      <a:pt x="2039" y="1592"/>
                    </a:cubicBezTo>
                    <a:cubicBezTo>
                      <a:pt x="2055" y="1575"/>
                      <a:pt x="2072" y="1559"/>
                      <a:pt x="2080" y="1542"/>
                    </a:cubicBezTo>
                    <a:cubicBezTo>
                      <a:pt x="2089" y="1542"/>
                      <a:pt x="2089" y="1534"/>
                      <a:pt x="2097" y="1526"/>
                    </a:cubicBezTo>
                    <a:cubicBezTo>
                      <a:pt x="2379" y="1194"/>
                      <a:pt x="2751" y="929"/>
                      <a:pt x="3166" y="763"/>
                    </a:cubicBezTo>
                    <a:cubicBezTo>
                      <a:pt x="3464" y="639"/>
                      <a:pt x="3779" y="573"/>
                      <a:pt x="4110" y="548"/>
                    </a:cubicBezTo>
                    <a:cubicBezTo>
                      <a:pt x="4268" y="540"/>
                      <a:pt x="4268" y="299"/>
                      <a:pt x="4110" y="299"/>
                    </a:cubicBezTo>
                    <a:cubicBezTo>
                      <a:pt x="3505" y="316"/>
                      <a:pt x="2901" y="540"/>
                      <a:pt x="2420" y="904"/>
                    </a:cubicBezTo>
                    <a:cubicBezTo>
                      <a:pt x="2379" y="929"/>
                      <a:pt x="2337" y="962"/>
                      <a:pt x="2304" y="987"/>
                    </a:cubicBezTo>
                    <a:cubicBezTo>
                      <a:pt x="2370" y="788"/>
                      <a:pt x="2362" y="564"/>
                      <a:pt x="2221" y="390"/>
                    </a:cubicBezTo>
                    <a:cubicBezTo>
                      <a:pt x="2213" y="382"/>
                      <a:pt x="2205" y="374"/>
                      <a:pt x="2196" y="374"/>
                    </a:cubicBezTo>
                    <a:cubicBezTo>
                      <a:pt x="2188" y="341"/>
                      <a:pt x="2180" y="316"/>
                      <a:pt x="2180" y="291"/>
                    </a:cubicBezTo>
                    <a:cubicBezTo>
                      <a:pt x="2173" y="269"/>
                      <a:pt x="2156" y="260"/>
                      <a:pt x="2140" y="260"/>
                    </a:cubicBezTo>
                    <a:cubicBezTo>
                      <a:pt x="2118" y="260"/>
                      <a:pt x="2097" y="276"/>
                      <a:pt x="2097" y="299"/>
                    </a:cubicBezTo>
                    <a:lnTo>
                      <a:pt x="2097" y="374"/>
                    </a:lnTo>
                    <a:cubicBezTo>
                      <a:pt x="2064" y="399"/>
                      <a:pt x="2039" y="432"/>
                      <a:pt x="2031" y="473"/>
                    </a:cubicBezTo>
                    <a:cubicBezTo>
                      <a:pt x="2022" y="573"/>
                      <a:pt x="2006" y="689"/>
                      <a:pt x="1981" y="788"/>
                    </a:cubicBezTo>
                    <a:cubicBezTo>
                      <a:pt x="1973" y="738"/>
                      <a:pt x="1973" y="680"/>
                      <a:pt x="1964" y="631"/>
                    </a:cubicBezTo>
                    <a:cubicBezTo>
                      <a:pt x="1939" y="515"/>
                      <a:pt x="1906" y="407"/>
                      <a:pt x="1865" y="291"/>
                    </a:cubicBezTo>
                    <a:cubicBezTo>
                      <a:pt x="1832" y="200"/>
                      <a:pt x="1782" y="51"/>
                      <a:pt x="1691" y="9"/>
                    </a:cubicBezTo>
                    <a:cubicBezTo>
                      <a:pt x="1683" y="4"/>
                      <a:pt x="1673" y="1"/>
                      <a:pt x="16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9" name="Google Shape;7089;p21"/>
              <p:cNvSpPr/>
              <p:nvPr/>
            </p:nvSpPr>
            <p:spPr>
              <a:xfrm>
                <a:off x="6017300" y="4104325"/>
                <a:ext cx="34775" cy="115650"/>
              </a:xfrm>
              <a:custGeom>
                <a:rect b="b" l="l" r="r" t="t"/>
                <a:pathLst>
                  <a:path extrusionOk="0" h="4626" w="1391">
                    <a:moveTo>
                      <a:pt x="74" y="1"/>
                    </a:moveTo>
                    <a:cubicBezTo>
                      <a:pt x="36" y="1"/>
                      <a:pt x="0" y="41"/>
                      <a:pt x="23" y="80"/>
                    </a:cubicBezTo>
                    <a:cubicBezTo>
                      <a:pt x="31" y="105"/>
                      <a:pt x="48" y="130"/>
                      <a:pt x="56" y="155"/>
                    </a:cubicBezTo>
                    <a:cubicBezTo>
                      <a:pt x="56" y="171"/>
                      <a:pt x="56" y="180"/>
                      <a:pt x="56" y="196"/>
                    </a:cubicBezTo>
                    <a:cubicBezTo>
                      <a:pt x="106" y="528"/>
                      <a:pt x="147" y="867"/>
                      <a:pt x="172" y="1207"/>
                    </a:cubicBezTo>
                    <a:cubicBezTo>
                      <a:pt x="197" y="1538"/>
                      <a:pt x="197" y="1886"/>
                      <a:pt x="255" y="2218"/>
                    </a:cubicBezTo>
                    <a:cubicBezTo>
                      <a:pt x="255" y="2234"/>
                      <a:pt x="263" y="2243"/>
                      <a:pt x="272" y="2251"/>
                    </a:cubicBezTo>
                    <a:cubicBezTo>
                      <a:pt x="172" y="2856"/>
                      <a:pt x="23" y="3519"/>
                      <a:pt x="396" y="4065"/>
                    </a:cubicBezTo>
                    <a:cubicBezTo>
                      <a:pt x="586" y="4339"/>
                      <a:pt x="868" y="4538"/>
                      <a:pt x="1191" y="4621"/>
                    </a:cubicBezTo>
                    <a:cubicBezTo>
                      <a:pt x="1203" y="4624"/>
                      <a:pt x="1215" y="4625"/>
                      <a:pt x="1226" y="4625"/>
                    </a:cubicBezTo>
                    <a:cubicBezTo>
                      <a:pt x="1330" y="4625"/>
                      <a:pt x="1390" y="4495"/>
                      <a:pt x="1316" y="4405"/>
                    </a:cubicBezTo>
                    <a:cubicBezTo>
                      <a:pt x="1117" y="4190"/>
                      <a:pt x="918" y="3966"/>
                      <a:pt x="777" y="3701"/>
                    </a:cubicBezTo>
                    <a:cubicBezTo>
                      <a:pt x="620" y="3403"/>
                      <a:pt x="603" y="3096"/>
                      <a:pt x="636" y="2765"/>
                    </a:cubicBezTo>
                    <a:cubicBezTo>
                      <a:pt x="694" y="2176"/>
                      <a:pt x="760" y="1580"/>
                      <a:pt x="653" y="992"/>
                    </a:cubicBezTo>
                    <a:cubicBezTo>
                      <a:pt x="595" y="677"/>
                      <a:pt x="479" y="362"/>
                      <a:pt x="288" y="97"/>
                    </a:cubicBezTo>
                    <a:cubicBezTo>
                      <a:pt x="259" y="56"/>
                      <a:pt x="218" y="36"/>
                      <a:pt x="179" y="36"/>
                    </a:cubicBezTo>
                    <a:cubicBezTo>
                      <a:pt x="162" y="36"/>
                      <a:pt x="146" y="40"/>
                      <a:pt x="131" y="47"/>
                    </a:cubicBezTo>
                    <a:cubicBezTo>
                      <a:pt x="131" y="39"/>
                      <a:pt x="122" y="30"/>
                      <a:pt x="122" y="30"/>
                    </a:cubicBezTo>
                    <a:cubicBezTo>
                      <a:pt x="109" y="9"/>
                      <a:pt x="91" y="1"/>
                      <a:pt x="7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0" name="Google Shape;7090;p21"/>
              <p:cNvSpPr/>
              <p:nvPr/>
            </p:nvSpPr>
            <p:spPr>
              <a:xfrm>
                <a:off x="6248650" y="4112175"/>
                <a:ext cx="41625" cy="56700"/>
              </a:xfrm>
              <a:custGeom>
                <a:rect b="b" l="l" r="r" t="t"/>
                <a:pathLst>
                  <a:path extrusionOk="0" h="2268" w="1665">
                    <a:moveTo>
                      <a:pt x="612" y="1142"/>
                    </a:moveTo>
                    <a:cubicBezTo>
                      <a:pt x="604" y="1150"/>
                      <a:pt x="596" y="1158"/>
                      <a:pt x="579" y="1158"/>
                    </a:cubicBezTo>
                    <a:cubicBezTo>
                      <a:pt x="563" y="1175"/>
                      <a:pt x="546" y="1191"/>
                      <a:pt x="521" y="1200"/>
                    </a:cubicBezTo>
                    <a:cubicBezTo>
                      <a:pt x="521" y="1191"/>
                      <a:pt x="513" y="1183"/>
                      <a:pt x="513" y="1166"/>
                    </a:cubicBezTo>
                    <a:cubicBezTo>
                      <a:pt x="546" y="1166"/>
                      <a:pt x="579" y="1158"/>
                      <a:pt x="612" y="1142"/>
                    </a:cubicBezTo>
                    <a:close/>
                    <a:moveTo>
                      <a:pt x="1527" y="0"/>
                    </a:moveTo>
                    <a:cubicBezTo>
                      <a:pt x="1490" y="0"/>
                      <a:pt x="1452" y="17"/>
                      <a:pt x="1432" y="48"/>
                    </a:cubicBezTo>
                    <a:cubicBezTo>
                      <a:pt x="1267" y="296"/>
                      <a:pt x="1060" y="520"/>
                      <a:pt x="836" y="711"/>
                    </a:cubicBezTo>
                    <a:cubicBezTo>
                      <a:pt x="778" y="760"/>
                      <a:pt x="728" y="802"/>
                      <a:pt x="670" y="852"/>
                    </a:cubicBezTo>
                    <a:cubicBezTo>
                      <a:pt x="637" y="868"/>
                      <a:pt x="604" y="893"/>
                      <a:pt x="571" y="918"/>
                    </a:cubicBezTo>
                    <a:cubicBezTo>
                      <a:pt x="546" y="934"/>
                      <a:pt x="521" y="968"/>
                      <a:pt x="488" y="976"/>
                    </a:cubicBezTo>
                    <a:cubicBezTo>
                      <a:pt x="484" y="976"/>
                      <a:pt x="480" y="977"/>
                      <a:pt x="476" y="977"/>
                    </a:cubicBezTo>
                    <a:cubicBezTo>
                      <a:pt x="418" y="977"/>
                      <a:pt x="336" y="923"/>
                      <a:pt x="289" y="885"/>
                    </a:cubicBezTo>
                    <a:cubicBezTo>
                      <a:pt x="231" y="843"/>
                      <a:pt x="181" y="777"/>
                      <a:pt x="148" y="711"/>
                    </a:cubicBezTo>
                    <a:cubicBezTo>
                      <a:pt x="133" y="688"/>
                      <a:pt x="112" y="678"/>
                      <a:pt x="92" y="678"/>
                    </a:cubicBezTo>
                    <a:cubicBezTo>
                      <a:pt x="46" y="678"/>
                      <a:pt x="1" y="728"/>
                      <a:pt x="24" y="785"/>
                    </a:cubicBezTo>
                    <a:cubicBezTo>
                      <a:pt x="82" y="910"/>
                      <a:pt x="173" y="1017"/>
                      <a:pt x="289" y="1100"/>
                    </a:cubicBezTo>
                    <a:cubicBezTo>
                      <a:pt x="289" y="1108"/>
                      <a:pt x="289" y="1117"/>
                      <a:pt x="289" y="1133"/>
                    </a:cubicBezTo>
                    <a:cubicBezTo>
                      <a:pt x="297" y="1175"/>
                      <a:pt x="314" y="1208"/>
                      <a:pt x="322" y="1249"/>
                    </a:cubicBezTo>
                    <a:cubicBezTo>
                      <a:pt x="322" y="1258"/>
                      <a:pt x="322" y="1266"/>
                      <a:pt x="322" y="1282"/>
                    </a:cubicBezTo>
                    <a:cubicBezTo>
                      <a:pt x="339" y="1349"/>
                      <a:pt x="355" y="1415"/>
                      <a:pt x="389" y="1481"/>
                    </a:cubicBezTo>
                    <a:cubicBezTo>
                      <a:pt x="389" y="1581"/>
                      <a:pt x="422" y="1680"/>
                      <a:pt x="438" y="1755"/>
                    </a:cubicBezTo>
                    <a:cubicBezTo>
                      <a:pt x="471" y="1920"/>
                      <a:pt x="538" y="2070"/>
                      <a:pt x="612" y="2219"/>
                    </a:cubicBezTo>
                    <a:cubicBezTo>
                      <a:pt x="633" y="2253"/>
                      <a:pt x="664" y="2267"/>
                      <a:pt x="697" y="2267"/>
                    </a:cubicBezTo>
                    <a:cubicBezTo>
                      <a:pt x="743" y="2267"/>
                      <a:pt x="792" y="2238"/>
                      <a:pt x="811" y="2194"/>
                    </a:cubicBezTo>
                    <a:cubicBezTo>
                      <a:pt x="836" y="2111"/>
                      <a:pt x="877" y="2028"/>
                      <a:pt x="919" y="1945"/>
                    </a:cubicBezTo>
                    <a:cubicBezTo>
                      <a:pt x="935" y="1945"/>
                      <a:pt x="944" y="1937"/>
                      <a:pt x="960" y="1920"/>
                    </a:cubicBezTo>
                    <a:cubicBezTo>
                      <a:pt x="1167" y="1672"/>
                      <a:pt x="1358" y="1398"/>
                      <a:pt x="1482" y="1108"/>
                    </a:cubicBezTo>
                    <a:cubicBezTo>
                      <a:pt x="1540" y="1017"/>
                      <a:pt x="1590" y="926"/>
                      <a:pt x="1640" y="827"/>
                    </a:cubicBezTo>
                    <a:cubicBezTo>
                      <a:pt x="1664" y="777"/>
                      <a:pt x="1648" y="727"/>
                      <a:pt x="1606" y="702"/>
                    </a:cubicBezTo>
                    <a:lnTo>
                      <a:pt x="1606" y="694"/>
                    </a:lnTo>
                    <a:cubicBezTo>
                      <a:pt x="1648" y="495"/>
                      <a:pt x="1656" y="288"/>
                      <a:pt x="1615" y="64"/>
                    </a:cubicBezTo>
                    <a:cubicBezTo>
                      <a:pt x="1606" y="21"/>
                      <a:pt x="1567" y="0"/>
                      <a:pt x="152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1" name="Google Shape;7091;p21"/>
              <p:cNvSpPr/>
              <p:nvPr/>
            </p:nvSpPr>
            <p:spPr>
              <a:xfrm>
                <a:off x="6189500" y="3988400"/>
                <a:ext cx="30350" cy="13950"/>
              </a:xfrm>
              <a:custGeom>
                <a:rect b="b" l="l" r="r" t="t"/>
                <a:pathLst>
                  <a:path extrusionOk="0" h="558" w="1214">
                    <a:moveTo>
                      <a:pt x="79" y="1"/>
                    </a:moveTo>
                    <a:cubicBezTo>
                      <a:pt x="17" y="1"/>
                      <a:pt x="0" y="87"/>
                      <a:pt x="62" y="110"/>
                    </a:cubicBezTo>
                    <a:cubicBezTo>
                      <a:pt x="236" y="177"/>
                      <a:pt x="410" y="260"/>
                      <a:pt x="575" y="342"/>
                    </a:cubicBezTo>
                    <a:cubicBezTo>
                      <a:pt x="658" y="376"/>
                      <a:pt x="749" y="417"/>
                      <a:pt x="832" y="450"/>
                    </a:cubicBezTo>
                    <a:cubicBezTo>
                      <a:pt x="915" y="492"/>
                      <a:pt x="1015" y="558"/>
                      <a:pt x="1106" y="558"/>
                    </a:cubicBezTo>
                    <a:cubicBezTo>
                      <a:pt x="1197" y="558"/>
                      <a:pt x="1213" y="458"/>
                      <a:pt x="1172" y="400"/>
                    </a:cubicBezTo>
                    <a:cubicBezTo>
                      <a:pt x="1114" y="326"/>
                      <a:pt x="998" y="293"/>
                      <a:pt x="907" y="260"/>
                    </a:cubicBezTo>
                    <a:cubicBezTo>
                      <a:pt x="824" y="218"/>
                      <a:pt x="741" y="185"/>
                      <a:pt x="650" y="152"/>
                    </a:cubicBezTo>
                    <a:cubicBezTo>
                      <a:pt x="468" y="86"/>
                      <a:pt x="277" y="44"/>
                      <a:pt x="95" y="3"/>
                    </a:cubicBezTo>
                    <a:cubicBezTo>
                      <a:pt x="89" y="1"/>
                      <a:pt x="84" y="1"/>
                      <a:pt x="7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2" name="Google Shape;7092;p21"/>
              <p:cNvSpPr/>
              <p:nvPr/>
            </p:nvSpPr>
            <p:spPr>
              <a:xfrm>
                <a:off x="6206975" y="4001875"/>
                <a:ext cx="8325" cy="3550"/>
              </a:xfrm>
              <a:custGeom>
                <a:rect b="b" l="l" r="r" t="t"/>
                <a:pathLst>
                  <a:path extrusionOk="0" h="142" w="333">
                    <a:moveTo>
                      <a:pt x="54" y="0"/>
                    </a:moveTo>
                    <a:cubicBezTo>
                      <a:pt x="34" y="0"/>
                      <a:pt x="16" y="15"/>
                      <a:pt x="9" y="35"/>
                    </a:cubicBezTo>
                    <a:cubicBezTo>
                      <a:pt x="1" y="60"/>
                      <a:pt x="17" y="85"/>
                      <a:pt x="42" y="93"/>
                    </a:cubicBezTo>
                    <a:cubicBezTo>
                      <a:pt x="84" y="102"/>
                      <a:pt x="125" y="118"/>
                      <a:pt x="166" y="127"/>
                    </a:cubicBezTo>
                    <a:cubicBezTo>
                      <a:pt x="201" y="132"/>
                      <a:pt x="231" y="142"/>
                      <a:pt x="263" y="142"/>
                    </a:cubicBezTo>
                    <a:cubicBezTo>
                      <a:pt x="277" y="142"/>
                      <a:pt x="292" y="140"/>
                      <a:pt x="307" y="135"/>
                    </a:cubicBezTo>
                    <a:cubicBezTo>
                      <a:pt x="324" y="135"/>
                      <a:pt x="332" y="102"/>
                      <a:pt x="316" y="85"/>
                    </a:cubicBezTo>
                    <a:cubicBezTo>
                      <a:pt x="282" y="60"/>
                      <a:pt x="241" y="52"/>
                      <a:pt x="191" y="35"/>
                    </a:cubicBezTo>
                    <a:cubicBezTo>
                      <a:pt x="150" y="19"/>
                      <a:pt x="108" y="11"/>
                      <a:pt x="67" y="2"/>
                    </a:cubicBezTo>
                    <a:cubicBezTo>
                      <a:pt x="63" y="1"/>
                      <a:pt x="58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3" name="Google Shape;7093;p21"/>
              <p:cNvSpPr/>
              <p:nvPr/>
            </p:nvSpPr>
            <p:spPr>
              <a:xfrm>
                <a:off x="6224375" y="4004400"/>
                <a:ext cx="8325" cy="6800"/>
              </a:xfrm>
              <a:custGeom>
                <a:rect b="b" l="l" r="r" t="t"/>
                <a:pathLst>
                  <a:path extrusionOk="0" h="272" w="333">
                    <a:moveTo>
                      <a:pt x="75" y="1"/>
                    </a:moveTo>
                    <a:cubicBezTo>
                      <a:pt x="59" y="1"/>
                      <a:pt x="42" y="1"/>
                      <a:pt x="34" y="17"/>
                    </a:cubicBezTo>
                    <a:cubicBezTo>
                      <a:pt x="9" y="42"/>
                      <a:pt x="1" y="84"/>
                      <a:pt x="34" y="100"/>
                    </a:cubicBezTo>
                    <a:lnTo>
                      <a:pt x="84" y="150"/>
                    </a:lnTo>
                    <a:cubicBezTo>
                      <a:pt x="108" y="166"/>
                      <a:pt x="133" y="175"/>
                      <a:pt x="158" y="191"/>
                    </a:cubicBezTo>
                    <a:cubicBezTo>
                      <a:pt x="175" y="208"/>
                      <a:pt x="191" y="224"/>
                      <a:pt x="208" y="233"/>
                    </a:cubicBezTo>
                    <a:cubicBezTo>
                      <a:pt x="233" y="249"/>
                      <a:pt x="249" y="258"/>
                      <a:pt x="274" y="266"/>
                    </a:cubicBezTo>
                    <a:cubicBezTo>
                      <a:pt x="281" y="269"/>
                      <a:pt x="288" y="271"/>
                      <a:pt x="294" y="271"/>
                    </a:cubicBezTo>
                    <a:cubicBezTo>
                      <a:pt x="303" y="271"/>
                      <a:pt x="311" y="267"/>
                      <a:pt x="316" y="258"/>
                    </a:cubicBezTo>
                    <a:cubicBezTo>
                      <a:pt x="332" y="249"/>
                      <a:pt x="332" y="233"/>
                      <a:pt x="324" y="216"/>
                    </a:cubicBezTo>
                    <a:cubicBezTo>
                      <a:pt x="307" y="191"/>
                      <a:pt x="291" y="175"/>
                      <a:pt x="274" y="158"/>
                    </a:cubicBezTo>
                    <a:cubicBezTo>
                      <a:pt x="266" y="142"/>
                      <a:pt x="241" y="125"/>
                      <a:pt x="224" y="108"/>
                    </a:cubicBezTo>
                    <a:cubicBezTo>
                      <a:pt x="208" y="92"/>
                      <a:pt x="191" y="75"/>
                      <a:pt x="175" y="59"/>
                    </a:cubicBezTo>
                    <a:cubicBezTo>
                      <a:pt x="158" y="50"/>
                      <a:pt x="142" y="34"/>
                      <a:pt x="117" y="17"/>
                    </a:cubicBezTo>
                    <a:cubicBezTo>
                      <a:pt x="108" y="9"/>
                      <a:pt x="92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4" name="Google Shape;7094;p21"/>
              <p:cNvSpPr/>
              <p:nvPr/>
            </p:nvSpPr>
            <p:spPr>
              <a:xfrm>
                <a:off x="6122125" y="3981825"/>
                <a:ext cx="63075" cy="19300"/>
              </a:xfrm>
              <a:custGeom>
                <a:rect b="b" l="l" r="r" t="t"/>
                <a:pathLst>
                  <a:path extrusionOk="0" h="772" w="2523">
                    <a:moveTo>
                      <a:pt x="2383" y="0"/>
                    </a:moveTo>
                    <a:cubicBezTo>
                      <a:pt x="2381" y="0"/>
                      <a:pt x="2378" y="0"/>
                      <a:pt x="2376" y="1"/>
                    </a:cubicBezTo>
                    <a:lnTo>
                      <a:pt x="2384" y="1"/>
                    </a:lnTo>
                    <a:cubicBezTo>
                      <a:pt x="2325" y="6"/>
                      <a:pt x="2266" y="7"/>
                      <a:pt x="2207" y="7"/>
                    </a:cubicBezTo>
                    <a:cubicBezTo>
                      <a:pt x="2144" y="7"/>
                      <a:pt x="2081" y="5"/>
                      <a:pt x="2019" y="5"/>
                    </a:cubicBezTo>
                    <a:cubicBezTo>
                      <a:pt x="1942" y="5"/>
                      <a:pt x="1864" y="8"/>
                      <a:pt x="1787" y="17"/>
                    </a:cubicBezTo>
                    <a:cubicBezTo>
                      <a:pt x="1588" y="42"/>
                      <a:pt x="1398" y="133"/>
                      <a:pt x="1207" y="199"/>
                    </a:cubicBezTo>
                    <a:cubicBezTo>
                      <a:pt x="818" y="357"/>
                      <a:pt x="437" y="506"/>
                      <a:pt x="56" y="672"/>
                    </a:cubicBezTo>
                    <a:cubicBezTo>
                      <a:pt x="0" y="695"/>
                      <a:pt x="35" y="772"/>
                      <a:pt x="82" y="772"/>
                    </a:cubicBezTo>
                    <a:cubicBezTo>
                      <a:pt x="84" y="772"/>
                      <a:pt x="86" y="772"/>
                      <a:pt x="89" y="771"/>
                    </a:cubicBezTo>
                    <a:cubicBezTo>
                      <a:pt x="486" y="647"/>
                      <a:pt x="868" y="514"/>
                      <a:pt x="1257" y="382"/>
                    </a:cubicBezTo>
                    <a:cubicBezTo>
                      <a:pt x="1431" y="315"/>
                      <a:pt x="1622" y="233"/>
                      <a:pt x="1812" y="216"/>
                    </a:cubicBezTo>
                    <a:cubicBezTo>
                      <a:pt x="1832" y="215"/>
                      <a:pt x="1852" y="214"/>
                      <a:pt x="1873" y="214"/>
                    </a:cubicBezTo>
                    <a:cubicBezTo>
                      <a:pt x="1993" y="214"/>
                      <a:pt x="2114" y="233"/>
                      <a:pt x="2235" y="233"/>
                    </a:cubicBezTo>
                    <a:cubicBezTo>
                      <a:pt x="2249" y="237"/>
                      <a:pt x="2263" y="238"/>
                      <a:pt x="2277" y="238"/>
                    </a:cubicBezTo>
                    <a:cubicBezTo>
                      <a:pt x="2321" y="238"/>
                      <a:pt x="2365" y="222"/>
                      <a:pt x="2409" y="216"/>
                    </a:cubicBezTo>
                    <a:cubicBezTo>
                      <a:pt x="2522" y="192"/>
                      <a:pt x="2501" y="0"/>
                      <a:pt x="23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5" name="Google Shape;7095;p21"/>
              <p:cNvSpPr/>
              <p:nvPr/>
            </p:nvSpPr>
            <p:spPr>
              <a:xfrm>
                <a:off x="6050800" y="4024300"/>
                <a:ext cx="11000" cy="11700"/>
              </a:xfrm>
              <a:custGeom>
                <a:rect b="b" l="l" r="r" t="t"/>
                <a:pathLst>
                  <a:path extrusionOk="0" h="468" w="440">
                    <a:moveTo>
                      <a:pt x="390" y="0"/>
                    </a:moveTo>
                    <a:lnTo>
                      <a:pt x="390" y="8"/>
                    </a:lnTo>
                    <a:lnTo>
                      <a:pt x="357" y="8"/>
                    </a:lnTo>
                    <a:cubicBezTo>
                      <a:pt x="340" y="8"/>
                      <a:pt x="332" y="17"/>
                      <a:pt x="315" y="25"/>
                    </a:cubicBezTo>
                    <a:cubicBezTo>
                      <a:pt x="290" y="33"/>
                      <a:pt x="274" y="50"/>
                      <a:pt x="257" y="58"/>
                    </a:cubicBezTo>
                    <a:cubicBezTo>
                      <a:pt x="216" y="83"/>
                      <a:pt x="183" y="116"/>
                      <a:pt x="158" y="158"/>
                    </a:cubicBezTo>
                    <a:cubicBezTo>
                      <a:pt x="92" y="232"/>
                      <a:pt x="42" y="315"/>
                      <a:pt x="9" y="398"/>
                    </a:cubicBezTo>
                    <a:cubicBezTo>
                      <a:pt x="0" y="423"/>
                      <a:pt x="17" y="456"/>
                      <a:pt x="42" y="464"/>
                    </a:cubicBezTo>
                    <a:cubicBezTo>
                      <a:pt x="48" y="466"/>
                      <a:pt x="55" y="467"/>
                      <a:pt x="62" y="467"/>
                    </a:cubicBezTo>
                    <a:cubicBezTo>
                      <a:pt x="82" y="467"/>
                      <a:pt x="102" y="458"/>
                      <a:pt x="108" y="439"/>
                    </a:cubicBezTo>
                    <a:cubicBezTo>
                      <a:pt x="125" y="398"/>
                      <a:pt x="150" y="365"/>
                      <a:pt x="174" y="332"/>
                    </a:cubicBezTo>
                    <a:cubicBezTo>
                      <a:pt x="191" y="290"/>
                      <a:pt x="208" y="274"/>
                      <a:pt x="241" y="240"/>
                    </a:cubicBezTo>
                    <a:cubicBezTo>
                      <a:pt x="274" y="207"/>
                      <a:pt x="299" y="182"/>
                      <a:pt x="332" y="158"/>
                    </a:cubicBezTo>
                    <a:lnTo>
                      <a:pt x="357" y="133"/>
                    </a:lnTo>
                    <a:cubicBezTo>
                      <a:pt x="357" y="133"/>
                      <a:pt x="365" y="133"/>
                      <a:pt x="365" y="124"/>
                    </a:cubicBezTo>
                    <a:lnTo>
                      <a:pt x="373" y="124"/>
                    </a:lnTo>
                    <a:cubicBezTo>
                      <a:pt x="390" y="108"/>
                      <a:pt x="398" y="100"/>
                      <a:pt x="406" y="91"/>
                    </a:cubicBezTo>
                    <a:cubicBezTo>
                      <a:pt x="415" y="83"/>
                      <a:pt x="415" y="75"/>
                      <a:pt x="423" y="66"/>
                    </a:cubicBezTo>
                    <a:cubicBezTo>
                      <a:pt x="440" y="33"/>
                      <a:pt x="423" y="0"/>
                      <a:pt x="3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6" name="Google Shape;7096;p21"/>
              <p:cNvSpPr/>
              <p:nvPr/>
            </p:nvSpPr>
            <p:spPr>
              <a:xfrm>
                <a:off x="6059700" y="4029050"/>
                <a:ext cx="7700" cy="8950"/>
              </a:xfrm>
              <a:custGeom>
                <a:rect b="b" l="l" r="r" t="t"/>
                <a:pathLst>
                  <a:path extrusionOk="0" h="358" w="308">
                    <a:moveTo>
                      <a:pt x="258" y="1"/>
                    </a:moveTo>
                    <a:cubicBezTo>
                      <a:pt x="224" y="17"/>
                      <a:pt x="200" y="34"/>
                      <a:pt x="175" y="59"/>
                    </a:cubicBezTo>
                    <a:cubicBezTo>
                      <a:pt x="150" y="84"/>
                      <a:pt x="133" y="100"/>
                      <a:pt x="117" y="125"/>
                    </a:cubicBezTo>
                    <a:cubicBezTo>
                      <a:pt x="75" y="175"/>
                      <a:pt x="42" y="233"/>
                      <a:pt x="17" y="291"/>
                    </a:cubicBezTo>
                    <a:cubicBezTo>
                      <a:pt x="1" y="307"/>
                      <a:pt x="9" y="340"/>
                      <a:pt x="34" y="349"/>
                    </a:cubicBezTo>
                    <a:cubicBezTo>
                      <a:pt x="40" y="355"/>
                      <a:pt x="48" y="357"/>
                      <a:pt x="56" y="357"/>
                    </a:cubicBezTo>
                    <a:cubicBezTo>
                      <a:pt x="71" y="357"/>
                      <a:pt x="87" y="348"/>
                      <a:pt x="92" y="332"/>
                    </a:cubicBezTo>
                    <a:cubicBezTo>
                      <a:pt x="117" y="282"/>
                      <a:pt x="150" y="233"/>
                      <a:pt x="183" y="183"/>
                    </a:cubicBezTo>
                    <a:cubicBezTo>
                      <a:pt x="183" y="183"/>
                      <a:pt x="191" y="175"/>
                      <a:pt x="191" y="175"/>
                    </a:cubicBezTo>
                    <a:cubicBezTo>
                      <a:pt x="191" y="175"/>
                      <a:pt x="191" y="175"/>
                      <a:pt x="191" y="166"/>
                    </a:cubicBezTo>
                    <a:cubicBezTo>
                      <a:pt x="200" y="166"/>
                      <a:pt x="200" y="158"/>
                      <a:pt x="208" y="150"/>
                    </a:cubicBezTo>
                    <a:cubicBezTo>
                      <a:pt x="216" y="142"/>
                      <a:pt x="224" y="125"/>
                      <a:pt x="241" y="117"/>
                    </a:cubicBezTo>
                    <a:cubicBezTo>
                      <a:pt x="258" y="92"/>
                      <a:pt x="282" y="75"/>
                      <a:pt x="299" y="50"/>
                    </a:cubicBezTo>
                    <a:cubicBezTo>
                      <a:pt x="307" y="34"/>
                      <a:pt x="299" y="17"/>
                      <a:pt x="291" y="9"/>
                    </a:cubicBezTo>
                    <a:cubicBezTo>
                      <a:pt x="282" y="1"/>
                      <a:pt x="266" y="1"/>
                      <a:pt x="2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7" name="Google Shape;7097;p21"/>
              <p:cNvSpPr/>
              <p:nvPr/>
            </p:nvSpPr>
            <p:spPr>
              <a:xfrm>
                <a:off x="6130550" y="4023175"/>
                <a:ext cx="13275" cy="39325"/>
              </a:xfrm>
              <a:custGeom>
                <a:rect b="b" l="l" r="r" t="t"/>
                <a:pathLst>
                  <a:path extrusionOk="0" h="1573" w="531">
                    <a:moveTo>
                      <a:pt x="66" y="0"/>
                    </a:moveTo>
                    <a:cubicBezTo>
                      <a:pt x="34" y="0"/>
                      <a:pt x="1" y="29"/>
                      <a:pt x="17" y="62"/>
                    </a:cubicBezTo>
                    <a:cubicBezTo>
                      <a:pt x="67" y="194"/>
                      <a:pt x="91" y="335"/>
                      <a:pt x="125" y="476"/>
                    </a:cubicBezTo>
                    <a:cubicBezTo>
                      <a:pt x="166" y="609"/>
                      <a:pt x="191" y="733"/>
                      <a:pt x="207" y="865"/>
                    </a:cubicBezTo>
                    <a:cubicBezTo>
                      <a:pt x="232" y="1006"/>
                      <a:pt x="257" y="1147"/>
                      <a:pt x="265" y="1288"/>
                    </a:cubicBezTo>
                    <a:cubicBezTo>
                      <a:pt x="265" y="1373"/>
                      <a:pt x="258" y="1573"/>
                      <a:pt x="378" y="1573"/>
                    </a:cubicBezTo>
                    <a:cubicBezTo>
                      <a:pt x="387" y="1573"/>
                      <a:pt x="396" y="1572"/>
                      <a:pt x="406" y="1570"/>
                    </a:cubicBezTo>
                    <a:cubicBezTo>
                      <a:pt x="531" y="1536"/>
                      <a:pt x="481" y="1304"/>
                      <a:pt x="473" y="1213"/>
                    </a:cubicBezTo>
                    <a:cubicBezTo>
                      <a:pt x="464" y="1073"/>
                      <a:pt x="439" y="932"/>
                      <a:pt x="406" y="799"/>
                    </a:cubicBezTo>
                    <a:cubicBezTo>
                      <a:pt x="381" y="667"/>
                      <a:pt x="340" y="534"/>
                      <a:pt x="290" y="401"/>
                    </a:cubicBezTo>
                    <a:cubicBezTo>
                      <a:pt x="241" y="269"/>
                      <a:pt x="174" y="153"/>
                      <a:pt x="108" y="29"/>
                    </a:cubicBezTo>
                    <a:cubicBezTo>
                      <a:pt x="99" y="8"/>
                      <a:pt x="83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8" name="Google Shape;7098;p21"/>
              <p:cNvSpPr/>
              <p:nvPr/>
            </p:nvSpPr>
            <p:spPr>
              <a:xfrm>
                <a:off x="6144225" y="4033575"/>
                <a:ext cx="5825" cy="14650"/>
              </a:xfrm>
              <a:custGeom>
                <a:rect b="b" l="l" r="r" t="t"/>
                <a:pathLst>
                  <a:path extrusionOk="0" h="586" w="233">
                    <a:moveTo>
                      <a:pt x="63" y="0"/>
                    </a:moveTo>
                    <a:cubicBezTo>
                      <a:pt x="59" y="0"/>
                      <a:pt x="54" y="1"/>
                      <a:pt x="50" y="2"/>
                    </a:cubicBezTo>
                    <a:cubicBezTo>
                      <a:pt x="17" y="10"/>
                      <a:pt x="0" y="52"/>
                      <a:pt x="8" y="85"/>
                    </a:cubicBezTo>
                    <a:cubicBezTo>
                      <a:pt x="25" y="168"/>
                      <a:pt x="42" y="251"/>
                      <a:pt x="58" y="333"/>
                    </a:cubicBezTo>
                    <a:cubicBezTo>
                      <a:pt x="66" y="375"/>
                      <a:pt x="83" y="408"/>
                      <a:pt x="91" y="449"/>
                    </a:cubicBezTo>
                    <a:cubicBezTo>
                      <a:pt x="108" y="491"/>
                      <a:pt x="116" y="541"/>
                      <a:pt x="149" y="574"/>
                    </a:cubicBezTo>
                    <a:cubicBezTo>
                      <a:pt x="158" y="582"/>
                      <a:pt x="168" y="586"/>
                      <a:pt x="177" y="586"/>
                    </a:cubicBezTo>
                    <a:cubicBezTo>
                      <a:pt x="194" y="586"/>
                      <a:pt x="210" y="573"/>
                      <a:pt x="216" y="557"/>
                    </a:cubicBezTo>
                    <a:cubicBezTo>
                      <a:pt x="232" y="507"/>
                      <a:pt x="216" y="466"/>
                      <a:pt x="216" y="416"/>
                    </a:cubicBezTo>
                    <a:cubicBezTo>
                      <a:pt x="207" y="375"/>
                      <a:pt x="199" y="333"/>
                      <a:pt x="191" y="300"/>
                    </a:cubicBezTo>
                    <a:cubicBezTo>
                      <a:pt x="174" y="217"/>
                      <a:pt x="149" y="135"/>
                      <a:pt x="133" y="52"/>
                    </a:cubicBezTo>
                    <a:cubicBezTo>
                      <a:pt x="126" y="23"/>
                      <a:pt x="93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9" name="Google Shape;7099;p21"/>
              <p:cNvSpPr/>
              <p:nvPr/>
            </p:nvSpPr>
            <p:spPr>
              <a:xfrm>
                <a:off x="6149200" y="4035625"/>
                <a:ext cx="5400" cy="13150"/>
              </a:xfrm>
              <a:custGeom>
                <a:rect b="b" l="l" r="r" t="t"/>
                <a:pathLst>
                  <a:path extrusionOk="0" h="526" w="216">
                    <a:moveTo>
                      <a:pt x="63" y="1"/>
                    </a:moveTo>
                    <a:cubicBezTo>
                      <a:pt x="59" y="1"/>
                      <a:pt x="54" y="1"/>
                      <a:pt x="50" y="3"/>
                    </a:cubicBezTo>
                    <a:cubicBezTo>
                      <a:pt x="25" y="11"/>
                      <a:pt x="0" y="36"/>
                      <a:pt x="8" y="61"/>
                    </a:cubicBezTo>
                    <a:cubicBezTo>
                      <a:pt x="41" y="135"/>
                      <a:pt x="58" y="202"/>
                      <a:pt x="75" y="276"/>
                    </a:cubicBezTo>
                    <a:cubicBezTo>
                      <a:pt x="91" y="351"/>
                      <a:pt x="108" y="425"/>
                      <a:pt x="124" y="492"/>
                    </a:cubicBezTo>
                    <a:cubicBezTo>
                      <a:pt x="132" y="514"/>
                      <a:pt x="150" y="525"/>
                      <a:pt x="167" y="525"/>
                    </a:cubicBezTo>
                    <a:cubicBezTo>
                      <a:pt x="188" y="525"/>
                      <a:pt x="207" y="510"/>
                      <a:pt x="207" y="483"/>
                    </a:cubicBezTo>
                    <a:cubicBezTo>
                      <a:pt x="215" y="409"/>
                      <a:pt x="199" y="326"/>
                      <a:pt x="182" y="251"/>
                    </a:cubicBezTo>
                    <a:cubicBezTo>
                      <a:pt x="166" y="177"/>
                      <a:pt x="141" y="111"/>
                      <a:pt x="116" y="36"/>
                    </a:cubicBezTo>
                    <a:cubicBezTo>
                      <a:pt x="102" y="15"/>
                      <a:pt x="83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0" name="Google Shape;7100;p21"/>
              <p:cNvSpPr/>
              <p:nvPr/>
            </p:nvSpPr>
            <p:spPr>
              <a:xfrm>
                <a:off x="6122100" y="4037975"/>
                <a:ext cx="5575" cy="13300"/>
              </a:xfrm>
              <a:custGeom>
                <a:rect b="b" l="l" r="r" t="t"/>
                <a:pathLst>
                  <a:path extrusionOk="0" h="532" w="223">
                    <a:moveTo>
                      <a:pt x="57" y="0"/>
                    </a:moveTo>
                    <a:cubicBezTo>
                      <a:pt x="27" y="0"/>
                      <a:pt x="0" y="23"/>
                      <a:pt x="15" y="58"/>
                    </a:cubicBezTo>
                    <a:cubicBezTo>
                      <a:pt x="57" y="215"/>
                      <a:pt x="90" y="373"/>
                      <a:pt x="164" y="514"/>
                    </a:cubicBezTo>
                    <a:cubicBezTo>
                      <a:pt x="168" y="526"/>
                      <a:pt x="177" y="532"/>
                      <a:pt x="187" y="532"/>
                    </a:cubicBezTo>
                    <a:cubicBezTo>
                      <a:pt x="203" y="532"/>
                      <a:pt x="222" y="518"/>
                      <a:pt x="222" y="497"/>
                    </a:cubicBezTo>
                    <a:cubicBezTo>
                      <a:pt x="206" y="340"/>
                      <a:pt x="148" y="182"/>
                      <a:pt x="106" y="33"/>
                    </a:cubicBezTo>
                    <a:cubicBezTo>
                      <a:pt x="96" y="10"/>
                      <a:pt x="76" y="0"/>
                      <a:pt x="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1" name="Google Shape;7101;p21"/>
              <p:cNvSpPr/>
              <p:nvPr/>
            </p:nvSpPr>
            <p:spPr>
              <a:xfrm>
                <a:off x="6173425" y="3883025"/>
                <a:ext cx="112500" cy="163050"/>
              </a:xfrm>
              <a:custGeom>
                <a:rect b="b" l="l" r="r" t="t"/>
                <a:pathLst>
                  <a:path extrusionOk="0" h="6522" w="4500">
                    <a:moveTo>
                      <a:pt x="2219" y="0"/>
                    </a:moveTo>
                    <a:cubicBezTo>
                      <a:pt x="1839" y="0"/>
                      <a:pt x="1563" y="246"/>
                      <a:pt x="1359" y="547"/>
                    </a:cubicBezTo>
                    <a:cubicBezTo>
                      <a:pt x="1136" y="887"/>
                      <a:pt x="953" y="1252"/>
                      <a:pt x="788" y="1624"/>
                    </a:cubicBezTo>
                    <a:cubicBezTo>
                      <a:pt x="614" y="2014"/>
                      <a:pt x="464" y="2411"/>
                      <a:pt x="340" y="2826"/>
                    </a:cubicBezTo>
                    <a:cubicBezTo>
                      <a:pt x="274" y="3025"/>
                      <a:pt x="216" y="3223"/>
                      <a:pt x="158" y="3422"/>
                    </a:cubicBezTo>
                    <a:cubicBezTo>
                      <a:pt x="116" y="3571"/>
                      <a:pt x="67" y="3729"/>
                      <a:pt x="0" y="3870"/>
                    </a:cubicBezTo>
                    <a:cubicBezTo>
                      <a:pt x="68" y="3865"/>
                      <a:pt x="135" y="3862"/>
                      <a:pt x="201" y="3862"/>
                    </a:cubicBezTo>
                    <a:cubicBezTo>
                      <a:pt x="362" y="3862"/>
                      <a:pt x="519" y="3878"/>
                      <a:pt x="672" y="3919"/>
                    </a:cubicBezTo>
                    <a:cubicBezTo>
                      <a:pt x="622" y="3870"/>
                      <a:pt x="597" y="3795"/>
                      <a:pt x="580" y="3737"/>
                    </a:cubicBezTo>
                    <a:cubicBezTo>
                      <a:pt x="556" y="3638"/>
                      <a:pt x="556" y="3530"/>
                      <a:pt x="556" y="3431"/>
                    </a:cubicBezTo>
                    <a:cubicBezTo>
                      <a:pt x="564" y="3298"/>
                      <a:pt x="572" y="3174"/>
                      <a:pt x="597" y="3049"/>
                    </a:cubicBezTo>
                    <a:cubicBezTo>
                      <a:pt x="605" y="2991"/>
                      <a:pt x="614" y="2925"/>
                      <a:pt x="630" y="2867"/>
                    </a:cubicBezTo>
                    <a:cubicBezTo>
                      <a:pt x="647" y="2817"/>
                      <a:pt x="663" y="2759"/>
                      <a:pt x="713" y="2735"/>
                    </a:cubicBezTo>
                    <a:cubicBezTo>
                      <a:pt x="717" y="2732"/>
                      <a:pt x="722" y="2731"/>
                      <a:pt x="728" y="2731"/>
                    </a:cubicBezTo>
                    <a:cubicBezTo>
                      <a:pt x="742" y="2731"/>
                      <a:pt x="757" y="2739"/>
                      <a:pt x="763" y="2751"/>
                    </a:cubicBezTo>
                    <a:cubicBezTo>
                      <a:pt x="788" y="2793"/>
                      <a:pt x="779" y="2851"/>
                      <a:pt x="771" y="2892"/>
                    </a:cubicBezTo>
                    <a:cubicBezTo>
                      <a:pt x="754" y="2950"/>
                      <a:pt x="738" y="3000"/>
                      <a:pt x="730" y="3058"/>
                    </a:cubicBezTo>
                    <a:cubicBezTo>
                      <a:pt x="713" y="3165"/>
                      <a:pt x="696" y="3273"/>
                      <a:pt x="688" y="3381"/>
                    </a:cubicBezTo>
                    <a:cubicBezTo>
                      <a:pt x="680" y="3480"/>
                      <a:pt x="680" y="3580"/>
                      <a:pt x="696" y="3671"/>
                    </a:cubicBezTo>
                    <a:cubicBezTo>
                      <a:pt x="705" y="3712"/>
                      <a:pt x="713" y="3754"/>
                      <a:pt x="730" y="3795"/>
                    </a:cubicBezTo>
                    <a:cubicBezTo>
                      <a:pt x="730" y="3803"/>
                      <a:pt x="738" y="3803"/>
                      <a:pt x="738" y="3812"/>
                    </a:cubicBezTo>
                    <a:cubicBezTo>
                      <a:pt x="754" y="3605"/>
                      <a:pt x="771" y="3397"/>
                      <a:pt x="796" y="3190"/>
                    </a:cubicBezTo>
                    <a:cubicBezTo>
                      <a:pt x="829" y="2942"/>
                      <a:pt x="862" y="2693"/>
                      <a:pt x="912" y="2453"/>
                    </a:cubicBezTo>
                    <a:cubicBezTo>
                      <a:pt x="1003" y="2014"/>
                      <a:pt x="1111" y="1575"/>
                      <a:pt x="1368" y="1210"/>
                    </a:cubicBezTo>
                    <a:cubicBezTo>
                      <a:pt x="1591" y="879"/>
                      <a:pt x="1964" y="605"/>
                      <a:pt x="2378" y="580"/>
                    </a:cubicBezTo>
                    <a:cubicBezTo>
                      <a:pt x="2403" y="578"/>
                      <a:pt x="2428" y="577"/>
                      <a:pt x="2454" y="577"/>
                    </a:cubicBezTo>
                    <a:cubicBezTo>
                      <a:pt x="2640" y="577"/>
                      <a:pt x="2835" y="633"/>
                      <a:pt x="2967" y="779"/>
                    </a:cubicBezTo>
                    <a:cubicBezTo>
                      <a:pt x="3099" y="928"/>
                      <a:pt x="3132" y="1144"/>
                      <a:pt x="3157" y="1334"/>
                    </a:cubicBezTo>
                    <a:cubicBezTo>
                      <a:pt x="3207" y="1815"/>
                      <a:pt x="3141" y="2287"/>
                      <a:pt x="3149" y="2768"/>
                    </a:cubicBezTo>
                    <a:cubicBezTo>
                      <a:pt x="3157" y="3008"/>
                      <a:pt x="3174" y="3240"/>
                      <a:pt x="3232" y="3472"/>
                    </a:cubicBezTo>
                    <a:cubicBezTo>
                      <a:pt x="3282" y="3679"/>
                      <a:pt x="3364" y="3878"/>
                      <a:pt x="3464" y="4069"/>
                    </a:cubicBezTo>
                    <a:cubicBezTo>
                      <a:pt x="3646" y="4425"/>
                      <a:pt x="3886" y="4806"/>
                      <a:pt x="3845" y="5229"/>
                    </a:cubicBezTo>
                    <a:cubicBezTo>
                      <a:pt x="3820" y="5452"/>
                      <a:pt x="3721" y="5659"/>
                      <a:pt x="3663" y="5875"/>
                    </a:cubicBezTo>
                    <a:cubicBezTo>
                      <a:pt x="3646" y="5900"/>
                      <a:pt x="3638" y="5933"/>
                      <a:pt x="3630" y="5958"/>
                    </a:cubicBezTo>
                    <a:cubicBezTo>
                      <a:pt x="3621" y="5999"/>
                      <a:pt x="3613" y="6041"/>
                      <a:pt x="3605" y="6082"/>
                    </a:cubicBezTo>
                    <a:cubicBezTo>
                      <a:pt x="3605" y="6090"/>
                      <a:pt x="3605" y="6090"/>
                      <a:pt x="3605" y="6099"/>
                    </a:cubicBezTo>
                    <a:cubicBezTo>
                      <a:pt x="3605" y="6123"/>
                      <a:pt x="3613" y="6140"/>
                      <a:pt x="3613" y="6165"/>
                    </a:cubicBezTo>
                    <a:cubicBezTo>
                      <a:pt x="3621" y="6173"/>
                      <a:pt x="3621" y="6181"/>
                      <a:pt x="3621" y="6190"/>
                    </a:cubicBezTo>
                    <a:cubicBezTo>
                      <a:pt x="3671" y="6297"/>
                      <a:pt x="3721" y="6405"/>
                      <a:pt x="3762" y="6521"/>
                    </a:cubicBezTo>
                    <a:cubicBezTo>
                      <a:pt x="3770" y="6505"/>
                      <a:pt x="3779" y="6496"/>
                      <a:pt x="3787" y="6488"/>
                    </a:cubicBezTo>
                    <a:cubicBezTo>
                      <a:pt x="3961" y="6339"/>
                      <a:pt x="4110" y="6173"/>
                      <a:pt x="4234" y="5983"/>
                    </a:cubicBezTo>
                    <a:cubicBezTo>
                      <a:pt x="4350" y="5809"/>
                      <a:pt x="4499" y="5585"/>
                      <a:pt x="4450" y="5369"/>
                    </a:cubicBezTo>
                    <a:cubicBezTo>
                      <a:pt x="4433" y="5262"/>
                      <a:pt x="4367" y="5171"/>
                      <a:pt x="4309" y="5079"/>
                    </a:cubicBezTo>
                    <a:cubicBezTo>
                      <a:pt x="4259" y="4988"/>
                      <a:pt x="4209" y="4889"/>
                      <a:pt x="4160" y="4789"/>
                    </a:cubicBezTo>
                    <a:cubicBezTo>
                      <a:pt x="4069" y="4591"/>
                      <a:pt x="4002" y="4383"/>
                      <a:pt x="3944" y="4168"/>
                    </a:cubicBezTo>
                    <a:cubicBezTo>
                      <a:pt x="3729" y="3356"/>
                      <a:pt x="3679" y="2503"/>
                      <a:pt x="3547" y="1674"/>
                    </a:cubicBezTo>
                    <a:cubicBezTo>
                      <a:pt x="3480" y="1285"/>
                      <a:pt x="3389" y="887"/>
                      <a:pt x="3157" y="556"/>
                    </a:cubicBezTo>
                    <a:cubicBezTo>
                      <a:pt x="2950" y="249"/>
                      <a:pt x="2619" y="9"/>
                      <a:pt x="2238" y="0"/>
                    </a:cubicBezTo>
                    <a:cubicBezTo>
                      <a:pt x="2231" y="0"/>
                      <a:pt x="2225" y="0"/>
                      <a:pt x="221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2" name="Google Shape;7102;p21"/>
              <p:cNvSpPr/>
              <p:nvPr/>
            </p:nvSpPr>
            <p:spPr>
              <a:xfrm>
                <a:off x="6197650" y="3927750"/>
                <a:ext cx="69225" cy="99875"/>
              </a:xfrm>
              <a:custGeom>
                <a:rect b="b" l="l" r="r" t="t"/>
                <a:pathLst>
                  <a:path extrusionOk="0" h="3995" w="2769">
                    <a:moveTo>
                      <a:pt x="615" y="0"/>
                    </a:moveTo>
                    <a:cubicBezTo>
                      <a:pt x="590" y="0"/>
                      <a:pt x="563" y="10"/>
                      <a:pt x="539" y="34"/>
                    </a:cubicBezTo>
                    <a:cubicBezTo>
                      <a:pt x="415" y="150"/>
                      <a:pt x="357" y="316"/>
                      <a:pt x="299" y="473"/>
                    </a:cubicBezTo>
                    <a:cubicBezTo>
                      <a:pt x="241" y="656"/>
                      <a:pt x="183" y="838"/>
                      <a:pt x="142" y="1020"/>
                    </a:cubicBezTo>
                    <a:cubicBezTo>
                      <a:pt x="100" y="1211"/>
                      <a:pt x="67" y="1401"/>
                      <a:pt x="42" y="1592"/>
                    </a:cubicBezTo>
                    <a:cubicBezTo>
                      <a:pt x="17" y="1758"/>
                      <a:pt x="1" y="1932"/>
                      <a:pt x="26" y="2097"/>
                    </a:cubicBezTo>
                    <a:cubicBezTo>
                      <a:pt x="34" y="2147"/>
                      <a:pt x="51" y="2197"/>
                      <a:pt x="75" y="2238"/>
                    </a:cubicBezTo>
                    <a:cubicBezTo>
                      <a:pt x="26" y="2238"/>
                      <a:pt x="1" y="2304"/>
                      <a:pt x="42" y="2329"/>
                    </a:cubicBezTo>
                    <a:cubicBezTo>
                      <a:pt x="84" y="2346"/>
                      <a:pt x="125" y="2362"/>
                      <a:pt x="158" y="2379"/>
                    </a:cubicBezTo>
                    <a:cubicBezTo>
                      <a:pt x="191" y="2420"/>
                      <a:pt x="241" y="2454"/>
                      <a:pt x="283" y="2487"/>
                    </a:cubicBezTo>
                    <a:cubicBezTo>
                      <a:pt x="423" y="2578"/>
                      <a:pt x="597" y="2611"/>
                      <a:pt x="755" y="2652"/>
                    </a:cubicBezTo>
                    <a:cubicBezTo>
                      <a:pt x="887" y="2686"/>
                      <a:pt x="1028" y="2719"/>
                      <a:pt x="1161" y="2752"/>
                    </a:cubicBezTo>
                    <a:cubicBezTo>
                      <a:pt x="1269" y="2793"/>
                      <a:pt x="1385" y="2835"/>
                      <a:pt x="1492" y="2884"/>
                    </a:cubicBezTo>
                    <a:cubicBezTo>
                      <a:pt x="1699" y="2976"/>
                      <a:pt x="1923" y="3075"/>
                      <a:pt x="2056" y="3266"/>
                    </a:cubicBezTo>
                    <a:cubicBezTo>
                      <a:pt x="2130" y="3365"/>
                      <a:pt x="2180" y="3481"/>
                      <a:pt x="2230" y="3597"/>
                    </a:cubicBezTo>
                    <a:cubicBezTo>
                      <a:pt x="2288" y="3713"/>
                      <a:pt x="2337" y="3837"/>
                      <a:pt x="2395" y="3953"/>
                    </a:cubicBezTo>
                    <a:cubicBezTo>
                      <a:pt x="2410" y="3982"/>
                      <a:pt x="2439" y="3995"/>
                      <a:pt x="2468" y="3995"/>
                    </a:cubicBezTo>
                    <a:cubicBezTo>
                      <a:pt x="2508" y="3995"/>
                      <a:pt x="2548" y="3971"/>
                      <a:pt x="2553" y="3928"/>
                    </a:cubicBezTo>
                    <a:cubicBezTo>
                      <a:pt x="2569" y="3846"/>
                      <a:pt x="2586" y="3754"/>
                      <a:pt x="2603" y="3672"/>
                    </a:cubicBezTo>
                    <a:cubicBezTo>
                      <a:pt x="2710" y="3440"/>
                      <a:pt x="2768" y="3216"/>
                      <a:pt x="2652" y="2967"/>
                    </a:cubicBezTo>
                    <a:cubicBezTo>
                      <a:pt x="2594" y="2835"/>
                      <a:pt x="2495" y="2727"/>
                      <a:pt x="2404" y="2628"/>
                    </a:cubicBezTo>
                    <a:cubicBezTo>
                      <a:pt x="2304" y="2520"/>
                      <a:pt x="2197" y="2412"/>
                      <a:pt x="2081" y="2321"/>
                    </a:cubicBezTo>
                    <a:cubicBezTo>
                      <a:pt x="1956" y="2230"/>
                      <a:pt x="1832" y="2139"/>
                      <a:pt x="1699" y="2072"/>
                    </a:cubicBezTo>
                    <a:cubicBezTo>
                      <a:pt x="1567" y="1998"/>
                      <a:pt x="1434" y="1940"/>
                      <a:pt x="1327" y="1840"/>
                    </a:cubicBezTo>
                    <a:cubicBezTo>
                      <a:pt x="1277" y="1799"/>
                      <a:pt x="1227" y="1758"/>
                      <a:pt x="1186" y="1708"/>
                    </a:cubicBezTo>
                    <a:cubicBezTo>
                      <a:pt x="1161" y="1650"/>
                      <a:pt x="1136" y="1584"/>
                      <a:pt x="1119" y="1517"/>
                    </a:cubicBezTo>
                    <a:cubicBezTo>
                      <a:pt x="1045" y="1260"/>
                      <a:pt x="1020" y="995"/>
                      <a:pt x="1045" y="722"/>
                    </a:cubicBezTo>
                    <a:cubicBezTo>
                      <a:pt x="1052" y="694"/>
                      <a:pt x="1030" y="678"/>
                      <a:pt x="1004" y="678"/>
                    </a:cubicBezTo>
                    <a:cubicBezTo>
                      <a:pt x="998" y="678"/>
                      <a:pt x="993" y="679"/>
                      <a:pt x="987" y="680"/>
                    </a:cubicBezTo>
                    <a:cubicBezTo>
                      <a:pt x="995" y="556"/>
                      <a:pt x="1003" y="424"/>
                      <a:pt x="1020" y="299"/>
                    </a:cubicBezTo>
                    <a:cubicBezTo>
                      <a:pt x="1020" y="272"/>
                      <a:pt x="998" y="258"/>
                      <a:pt x="977" y="258"/>
                    </a:cubicBezTo>
                    <a:cubicBezTo>
                      <a:pt x="959" y="258"/>
                      <a:pt x="941" y="268"/>
                      <a:pt x="937" y="291"/>
                    </a:cubicBezTo>
                    <a:cubicBezTo>
                      <a:pt x="887" y="540"/>
                      <a:pt x="863" y="805"/>
                      <a:pt x="863" y="1062"/>
                    </a:cubicBezTo>
                    <a:cubicBezTo>
                      <a:pt x="805" y="763"/>
                      <a:pt x="854" y="465"/>
                      <a:pt x="954" y="183"/>
                    </a:cubicBezTo>
                    <a:cubicBezTo>
                      <a:pt x="970" y="139"/>
                      <a:pt x="932" y="110"/>
                      <a:pt x="894" y="110"/>
                    </a:cubicBezTo>
                    <a:cubicBezTo>
                      <a:pt x="875" y="110"/>
                      <a:pt x="857" y="117"/>
                      <a:pt x="846" y="134"/>
                    </a:cubicBezTo>
                    <a:cubicBezTo>
                      <a:pt x="722" y="324"/>
                      <a:pt x="664" y="548"/>
                      <a:pt x="655" y="780"/>
                    </a:cubicBezTo>
                    <a:cubicBezTo>
                      <a:pt x="655" y="581"/>
                      <a:pt x="689" y="382"/>
                      <a:pt x="713" y="183"/>
                    </a:cubicBezTo>
                    <a:cubicBezTo>
                      <a:pt x="722" y="175"/>
                      <a:pt x="730" y="167"/>
                      <a:pt x="730" y="158"/>
                    </a:cubicBezTo>
                    <a:cubicBezTo>
                      <a:pt x="747" y="134"/>
                      <a:pt x="738" y="117"/>
                      <a:pt x="722" y="109"/>
                    </a:cubicBezTo>
                    <a:cubicBezTo>
                      <a:pt x="716" y="47"/>
                      <a:pt x="668" y="0"/>
                      <a:pt x="61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3" name="Google Shape;7103;p21"/>
              <p:cNvSpPr/>
              <p:nvPr/>
            </p:nvSpPr>
            <p:spPr>
              <a:xfrm>
                <a:off x="6136350" y="4399925"/>
                <a:ext cx="75000" cy="162750"/>
              </a:xfrm>
              <a:custGeom>
                <a:rect b="b" l="l" r="r" t="t"/>
                <a:pathLst>
                  <a:path extrusionOk="0" h="6510" w="3000">
                    <a:moveTo>
                      <a:pt x="2184" y="1"/>
                    </a:moveTo>
                    <a:cubicBezTo>
                      <a:pt x="2131" y="1"/>
                      <a:pt x="2078" y="29"/>
                      <a:pt x="2063" y="88"/>
                    </a:cubicBezTo>
                    <a:cubicBezTo>
                      <a:pt x="1972" y="444"/>
                      <a:pt x="1707" y="742"/>
                      <a:pt x="1492" y="1024"/>
                    </a:cubicBezTo>
                    <a:cubicBezTo>
                      <a:pt x="1260" y="1331"/>
                      <a:pt x="1019" y="1637"/>
                      <a:pt x="771" y="1935"/>
                    </a:cubicBezTo>
                    <a:cubicBezTo>
                      <a:pt x="647" y="2085"/>
                      <a:pt x="522" y="2234"/>
                      <a:pt x="398" y="2383"/>
                    </a:cubicBezTo>
                    <a:cubicBezTo>
                      <a:pt x="274" y="2524"/>
                      <a:pt x="166" y="2673"/>
                      <a:pt x="108" y="2847"/>
                    </a:cubicBezTo>
                    <a:cubicBezTo>
                      <a:pt x="0" y="3195"/>
                      <a:pt x="58" y="3593"/>
                      <a:pt x="199" y="3924"/>
                    </a:cubicBezTo>
                    <a:cubicBezTo>
                      <a:pt x="232" y="4015"/>
                      <a:pt x="282" y="4106"/>
                      <a:pt x="290" y="4206"/>
                    </a:cubicBezTo>
                    <a:cubicBezTo>
                      <a:pt x="299" y="4297"/>
                      <a:pt x="282" y="4388"/>
                      <a:pt x="257" y="4471"/>
                    </a:cubicBezTo>
                    <a:cubicBezTo>
                      <a:pt x="207" y="4653"/>
                      <a:pt x="133" y="4827"/>
                      <a:pt x="149" y="5018"/>
                    </a:cubicBezTo>
                    <a:cubicBezTo>
                      <a:pt x="149" y="5084"/>
                      <a:pt x="199" y="5142"/>
                      <a:pt x="265" y="5142"/>
                    </a:cubicBezTo>
                    <a:cubicBezTo>
                      <a:pt x="290" y="5142"/>
                      <a:pt x="315" y="5142"/>
                      <a:pt x="332" y="5150"/>
                    </a:cubicBezTo>
                    <a:cubicBezTo>
                      <a:pt x="332" y="5167"/>
                      <a:pt x="332" y="5183"/>
                      <a:pt x="332" y="5200"/>
                    </a:cubicBezTo>
                    <a:cubicBezTo>
                      <a:pt x="398" y="5639"/>
                      <a:pt x="597" y="6053"/>
                      <a:pt x="895" y="6385"/>
                    </a:cubicBezTo>
                    <a:cubicBezTo>
                      <a:pt x="917" y="6411"/>
                      <a:pt x="946" y="6422"/>
                      <a:pt x="974" y="6422"/>
                    </a:cubicBezTo>
                    <a:cubicBezTo>
                      <a:pt x="1010" y="6422"/>
                      <a:pt x="1046" y="6404"/>
                      <a:pt x="1069" y="6376"/>
                    </a:cubicBezTo>
                    <a:cubicBezTo>
                      <a:pt x="1152" y="6426"/>
                      <a:pt x="1243" y="6451"/>
                      <a:pt x="1334" y="6476"/>
                    </a:cubicBezTo>
                    <a:cubicBezTo>
                      <a:pt x="1500" y="6509"/>
                      <a:pt x="1674" y="6509"/>
                      <a:pt x="1848" y="6509"/>
                    </a:cubicBezTo>
                    <a:cubicBezTo>
                      <a:pt x="2047" y="6509"/>
                      <a:pt x="2237" y="6501"/>
                      <a:pt x="2436" y="6484"/>
                    </a:cubicBezTo>
                    <a:cubicBezTo>
                      <a:pt x="2569" y="6476"/>
                      <a:pt x="2710" y="6451"/>
                      <a:pt x="2817" y="6376"/>
                    </a:cubicBezTo>
                    <a:cubicBezTo>
                      <a:pt x="2958" y="6269"/>
                      <a:pt x="3000" y="6103"/>
                      <a:pt x="2925" y="5946"/>
                    </a:cubicBezTo>
                    <a:lnTo>
                      <a:pt x="2925" y="5946"/>
                    </a:lnTo>
                    <a:lnTo>
                      <a:pt x="2933" y="5954"/>
                    </a:lnTo>
                    <a:cubicBezTo>
                      <a:pt x="2859" y="5788"/>
                      <a:pt x="2685" y="5714"/>
                      <a:pt x="2527" y="5672"/>
                    </a:cubicBezTo>
                    <a:cubicBezTo>
                      <a:pt x="2329" y="5623"/>
                      <a:pt x="2138" y="5581"/>
                      <a:pt x="1939" y="5540"/>
                    </a:cubicBezTo>
                    <a:cubicBezTo>
                      <a:pt x="1782" y="5507"/>
                      <a:pt x="1616" y="5473"/>
                      <a:pt x="1475" y="5382"/>
                    </a:cubicBezTo>
                    <a:cubicBezTo>
                      <a:pt x="1401" y="5333"/>
                      <a:pt x="1343" y="5266"/>
                      <a:pt x="1293" y="5192"/>
                    </a:cubicBezTo>
                    <a:cubicBezTo>
                      <a:pt x="1301" y="5167"/>
                      <a:pt x="1309" y="5134"/>
                      <a:pt x="1301" y="5101"/>
                    </a:cubicBezTo>
                    <a:cubicBezTo>
                      <a:pt x="1218" y="4728"/>
                      <a:pt x="1135" y="4355"/>
                      <a:pt x="1152" y="3965"/>
                    </a:cubicBezTo>
                    <a:cubicBezTo>
                      <a:pt x="1160" y="3651"/>
                      <a:pt x="1235" y="3336"/>
                      <a:pt x="1326" y="3029"/>
                    </a:cubicBezTo>
                    <a:cubicBezTo>
                      <a:pt x="1517" y="2408"/>
                      <a:pt x="1823" y="1819"/>
                      <a:pt x="2039" y="1198"/>
                    </a:cubicBezTo>
                    <a:cubicBezTo>
                      <a:pt x="2171" y="850"/>
                      <a:pt x="2262" y="494"/>
                      <a:pt x="2304" y="121"/>
                    </a:cubicBezTo>
                    <a:cubicBezTo>
                      <a:pt x="2313" y="43"/>
                      <a:pt x="2249" y="1"/>
                      <a:pt x="218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4" name="Google Shape;7104;p21"/>
              <p:cNvSpPr/>
              <p:nvPr/>
            </p:nvSpPr>
            <p:spPr>
              <a:xfrm>
                <a:off x="6177325" y="4445850"/>
                <a:ext cx="7300" cy="13475"/>
              </a:xfrm>
              <a:custGeom>
                <a:rect b="b" l="l" r="r" t="t"/>
                <a:pathLst>
                  <a:path extrusionOk="0" h="539" w="292">
                    <a:moveTo>
                      <a:pt x="258" y="0"/>
                    </a:moveTo>
                    <a:cubicBezTo>
                      <a:pt x="253" y="0"/>
                      <a:pt x="247" y="2"/>
                      <a:pt x="242" y="7"/>
                    </a:cubicBezTo>
                    <a:cubicBezTo>
                      <a:pt x="226" y="24"/>
                      <a:pt x="217" y="40"/>
                      <a:pt x="209" y="65"/>
                    </a:cubicBezTo>
                    <a:cubicBezTo>
                      <a:pt x="201" y="82"/>
                      <a:pt x="192" y="98"/>
                      <a:pt x="184" y="115"/>
                    </a:cubicBezTo>
                    <a:cubicBezTo>
                      <a:pt x="168" y="156"/>
                      <a:pt x="151" y="198"/>
                      <a:pt x="134" y="239"/>
                    </a:cubicBezTo>
                    <a:cubicBezTo>
                      <a:pt x="101" y="322"/>
                      <a:pt x="60" y="397"/>
                      <a:pt x="18" y="480"/>
                    </a:cubicBezTo>
                    <a:cubicBezTo>
                      <a:pt x="1" y="509"/>
                      <a:pt x="29" y="538"/>
                      <a:pt x="56" y="538"/>
                    </a:cubicBezTo>
                    <a:cubicBezTo>
                      <a:pt x="67" y="538"/>
                      <a:pt x="77" y="533"/>
                      <a:pt x="85" y="521"/>
                    </a:cubicBezTo>
                    <a:cubicBezTo>
                      <a:pt x="134" y="446"/>
                      <a:pt x="176" y="364"/>
                      <a:pt x="217" y="281"/>
                    </a:cubicBezTo>
                    <a:cubicBezTo>
                      <a:pt x="234" y="239"/>
                      <a:pt x="250" y="198"/>
                      <a:pt x="267" y="156"/>
                    </a:cubicBezTo>
                    <a:cubicBezTo>
                      <a:pt x="275" y="115"/>
                      <a:pt x="292" y="65"/>
                      <a:pt x="284" y="24"/>
                    </a:cubicBezTo>
                    <a:cubicBezTo>
                      <a:pt x="284" y="12"/>
                      <a:pt x="271" y="0"/>
                      <a:pt x="2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5" name="Google Shape;7105;p21"/>
              <p:cNvSpPr/>
              <p:nvPr/>
            </p:nvSpPr>
            <p:spPr>
              <a:xfrm>
                <a:off x="6188350" y="4429025"/>
                <a:ext cx="4150" cy="6375"/>
              </a:xfrm>
              <a:custGeom>
                <a:rect b="b" l="l" r="r" t="t"/>
                <a:pathLst>
                  <a:path extrusionOk="0" h="255" w="166">
                    <a:moveTo>
                      <a:pt x="149" y="1"/>
                    </a:moveTo>
                    <a:cubicBezTo>
                      <a:pt x="133" y="1"/>
                      <a:pt x="124" y="1"/>
                      <a:pt x="116" y="9"/>
                    </a:cubicBezTo>
                    <a:cubicBezTo>
                      <a:pt x="99" y="26"/>
                      <a:pt x="91" y="34"/>
                      <a:pt x="83" y="51"/>
                    </a:cubicBezTo>
                    <a:cubicBezTo>
                      <a:pt x="66" y="67"/>
                      <a:pt x="66" y="84"/>
                      <a:pt x="58" y="100"/>
                    </a:cubicBezTo>
                    <a:lnTo>
                      <a:pt x="17" y="191"/>
                    </a:lnTo>
                    <a:cubicBezTo>
                      <a:pt x="0" y="208"/>
                      <a:pt x="8" y="241"/>
                      <a:pt x="33" y="249"/>
                    </a:cubicBezTo>
                    <a:cubicBezTo>
                      <a:pt x="39" y="253"/>
                      <a:pt x="48" y="254"/>
                      <a:pt x="56" y="254"/>
                    </a:cubicBezTo>
                    <a:cubicBezTo>
                      <a:pt x="71" y="254"/>
                      <a:pt x="86" y="249"/>
                      <a:pt x="91" y="233"/>
                    </a:cubicBezTo>
                    <a:cubicBezTo>
                      <a:pt x="108" y="200"/>
                      <a:pt x="124" y="175"/>
                      <a:pt x="133" y="142"/>
                    </a:cubicBezTo>
                    <a:cubicBezTo>
                      <a:pt x="141" y="125"/>
                      <a:pt x="149" y="109"/>
                      <a:pt x="157" y="92"/>
                    </a:cubicBezTo>
                    <a:cubicBezTo>
                      <a:pt x="166" y="67"/>
                      <a:pt x="166" y="51"/>
                      <a:pt x="166" y="34"/>
                    </a:cubicBezTo>
                    <a:cubicBezTo>
                      <a:pt x="166" y="17"/>
                      <a:pt x="157" y="9"/>
                      <a:pt x="1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6" name="Google Shape;7106;p21"/>
              <p:cNvSpPr/>
              <p:nvPr/>
            </p:nvSpPr>
            <p:spPr>
              <a:xfrm>
                <a:off x="6008125" y="4407375"/>
                <a:ext cx="63825" cy="257175"/>
              </a:xfrm>
              <a:custGeom>
                <a:rect b="b" l="l" r="r" t="t"/>
                <a:pathLst>
                  <a:path extrusionOk="0" h="10287" w="2553">
                    <a:moveTo>
                      <a:pt x="1913" y="1"/>
                    </a:moveTo>
                    <a:cubicBezTo>
                      <a:pt x="1868" y="1"/>
                      <a:pt x="1823" y="7"/>
                      <a:pt x="1782" y="14"/>
                    </a:cubicBezTo>
                    <a:cubicBezTo>
                      <a:pt x="1558" y="47"/>
                      <a:pt x="1335" y="163"/>
                      <a:pt x="1185" y="328"/>
                    </a:cubicBezTo>
                    <a:cubicBezTo>
                      <a:pt x="1011" y="519"/>
                      <a:pt x="937" y="759"/>
                      <a:pt x="912" y="1008"/>
                    </a:cubicBezTo>
                    <a:cubicBezTo>
                      <a:pt x="879" y="1281"/>
                      <a:pt x="912" y="1546"/>
                      <a:pt x="920" y="1820"/>
                    </a:cubicBezTo>
                    <a:cubicBezTo>
                      <a:pt x="937" y="2126"/>
                      <a:pt x="937" y="2441"/>
                      <a:pt x="929" y="2756"/>
                    </a:cubicBezTo>
                    <a:cubicBezTo>
                      <a:pt x="929" y="2905"/>
                      <a:pt x="929" y="3054"/>
                      <a:pt x="920" y="3212"/>
                    </a:cubicBezTo>
                    <a:cubicBezTo>
                      <a:pt x="920" y="3245"/>
                      <a:pt x="937" y="3261"/>
                      <a:pt x="953" y="3278"/>
                    </a:cubicBezTo>
                    <a:cubicBezTo>
                      <a:pt x="895" y="3734"/>
                      <a:pt x="829" y="4198"/>
                      <a:pt x="804" y="4653"/>
                    </a:cubicBezTo>
                    <a:cubicBezTo>
                      <a:pt x="771" y="5258"/>
                      <a:pt x="837" y="5855"/>
                      <a:pt x="1003" y="6443"/>
                    </a:cubicBezTo>
                    <a:cubicBezTo>
                      <a:pt x="1078" y="6725"/>
                      <a:pt x="1185" y="7006"/>
                      <a:pt x="1310" y="7280"/>
                    </a:cubicBezTo>
                    <a:cubicBezTo>
                      <a:pt x="1417" y="7537"/>
                      <a:pt x="1567" y="7794"/>
                      <a:pt x="1492" y="8084"/>
                    </a:cubicBezTo>
                    <a:cubicBezTo>
                      <a:pt x="1417" y="8382"/>
                      <a:pt x="1177" y="8606"/>
                      <a:pt x="937" y="8788"/>
                    </a:cubicBezTo>
                    <a:cubicBezTo>
                      <a:pt x="655" y="9003"/>
                      <a:pt x="365" y="9210"/>
                      <a:pt x="83" y="9426"/>
                    </a:cubicBezTo>
                    <a:cubicBezTo>
                      <a:pt x="25" y="9459"/>
                      <a:pt x="1" y="9550"/>
                      <a:pt x="59" y="9600"/>
                    </a:cubicBezTo>
                    <a:cubicBezTo>
                      <a:pt x="274" y="9782"/>
                      <a:pt x="489" y="9998"/>
                      <a:pt x="730" y="10147"/>
                    </a:cubicBezTo>
                    <a:cubicBezTo>
                      <a:pt x="892" y="10241"/>
                      <a:pt x="1070" y="10286"/>
                      <a:pt x="1256" y="10286"/>
                    </a:cubicBezTo>
                    <a:cubicBezTo>
                      <a:pt x="1299" y="10286"/>
                      <a:pt x="1341" y="10284"/>
                      <a:pt x="1384" y="10279"/>
                    </a:cubicBezTo>
                    <a:cubicBezTo>
                      <a:pt x="1848" y="10213"/>
                      <a:pt x="2238" y="9890"/>
                      <a:pt x="2387" y="9451"/>
                    </a:cubicBezTo>
                    <a:cubicBezTo>
                      <a:pt x="2553" y="8954"/>
                      <a:pt x="2420" y="8415"/>
                      <a:pt x="2147" y="7984"/>
                    </a:cubicBezTo>
                    <a:cubicBezTo>
                      <a:pt x="1989" y="7744"/>
                      <a:pt x="1832" y="7520"/>
                      <a:pt x="1716" y="7263"/>
                    </a:cubicBezTo>
                    <a:cubicBezTo>
                      <a:pt x="1608" y="7006"/>
                      <a:pt x="1525" y="6741"/>
                      <a:pt x="1467" y="6476"/>
                    </a:cubicBezTo>
                    <a:cubicBezTo>
                      <a:pt x="1351" y="5913"/>
                      <a:pt x="1326" y="5325"/>
                      <a:pt x="1343" y="4753"/>
                    </a:cubicBezTo>
                    <a:cubicBezTo>
                      <a:pt x="1368" y="4156"/>
                      <a:pt x="1459" y="3560"/>
                      <a:pt x="1608" y="2980"/>
                    </a:cubicBezTo>
                    <a:cubicBezTo>
                      <a:pt x="1757" y="2425"/>
                      <a:pt x="1956" y="1869"/>
                      <a:pt x="2064" y="1306"/>
                    </a:cubicBezTo>
                    <a:cubicBezTo>
                      <a:pt x="2122" y="1024"/>
                      <a:pt x="2155" y="743"/>
                      <a:pt x="2147" y="453"/>
                    </a:cubicBezTo>
                    <a:cubicBezTo>
                      <a:pt x="2147" y="345"/>
                      <a:pt x="2163" y="179"/>
                      <a:pt x="2097" y="80"/>
                    </a:cubicBezTo>
                    <a:cubicBezTo>
                      <a:pt x="2056" y="18"/>
                      <a:pt x="1986" y="1"/>
                      <a:pt x="191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7" name="Google Shape;7107;p21"/>
              <p:cNvSpPr/>
              <p:nvPr/>
            </p:nvSpPr>
            <p:spPr>
              <a:xfrm>
                <a:off x="6023050" y="4453125"/>
                <a:ext cx="4375" cy="19100"/>
              </a:xfrm>
              <a:custGeom>
                <a:rect b="b" l="l" r="r" t="t"/>
                <a:pathLst>
                  <a:path extrusionOk="0" h="764" w="175">
                    <a:moveTo>
                      <a:pt x="43" y="0"/>
                    </a:moveTo>
                    <a:cubicBezTo>
                      <a:pt x="29" y="0"/>
                      <a:pt x="17" y="6"/>
                      <a:pt x="8" y="23"/>
                    </a:cubicBezTo>
                    <a:cubicBezTo>
                      <a:pt x="0" y="48"/>
                      <a:pt x="0" y="73"/>
                      <a:pt x="0" y="106"/>
                    </a:cubicBezTo>
                    <a:cubicBezTo>
                      <a:pt x="0" y="139"/>
                      <a:pt x="0" y="164"/>
                      <a:pt x="0" y="197"/>
                    </a:cubicBezTo>
                    <a:cubicBezTo>
                      <a:pt x="8" y="247"/>
                      <a:pt x="17" y="305"/>
                      <a:pt x="25" y="363"/>
                    </a:cubicBezTo>
                    <a:cubicBezTo>
                      <a:pt x="33" y="479"/>
                      <a:pt x="42" y="595"/>
                      <a:pt x="33" y="711"/>
                    </a:cubicBezTo>
                    <a:cubicBezTo>
                      <a:pt x="33" y="744"/>
                      <a:pt x="66" y="763"/>
                      <a:pt x="95" y="763"/>
                    </a:cubicBezTo>
                    <a:cubicBezTo>
                      <a:pt x="117" y="763"/>
                      <a:pt x="137" y="752"/>
                      <a:pt x="141" y="727"/>
                    </a:cubicBezTo>
                    <a:cubicBezTo>
                      <a:pt x="149" y="677"/>
                      <a:pt x="149" y="619"/>
                      <a:pt x="158" y="570"/>
                    </a:cubicBezTo>
                    <a:cubicBezTo>
                      <a:pt x="166" y="512"/>
                      <a:pt x="174" y="462"/>
                      <a:pt x="174" y="412"/>
                    </a:cubicBezTo>
                    <a:cubicBezTo>
                      <a:pt x="174" y="354"/>
                      <a:pt x="166" y="305"/>
                      <a:pt x="158" y="255"/>
                    </a:cubicBezTo>
                    <a:cubicBezTo>
                      <a:pt x="158" y="205"/>
                      <a:pt x="149" y="155"/>
                      <a:pt x="133" y="106"/>
                    </a:cubicBezTo>
                    <a:cubicBezTo>
                      <a:pt x="116" y="81"/>
                      <a:pt x="108" y="31"/>
                      <a:pt x="83" y="15"/>
                    </a:cubicBezTo>
                    <a:cubicBezTo>
                      <a:pt x="71" y="6"/>
                      <a:pt x="56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8" name="Google Shape;7108;p21"/>
              <p:cNvSpPr/>
              <p:nvPr/>
            </p:nvSpPr>
            <p:spPr>
              <a:xfrm>
                <a:off x="6022000" y="4434050"/>
                <a:ext cx="2300" cy="7450"/>
              </a:xfrm>
              <a:custGeom>
                <a:rect b="b" l="l" r="r" t="t"/>
                <a:pathLst>
                  <a:path extrusionOk="0" h="298" w="92">
                    <a:moveTo>
                      <a:pt x="54" y="0"/>
                    </a:moveTo>
                    <a:cubicBezTo>
                      <a:pt x="45" y="0"/>
                      <a:pt x="37" y="5"/>
                      <a:pt x="34" y="15"/>
                    </a:cubicBezTo>
                    <a:cubicBezTo>
                      <a:pt x="26" y="24"/>
                      <a:pt x="26" y="32"/>
                      <a:pt x="17" y="40"/>
                    </a:cubicBezTo>
                    <a:cubicBezTo>
                      <a:pt x="17" y="48"/>
                      <a:pt x="17" y="65"/>
                      <a:pt x="17" y="73"/>
                    </a:cubicBezTo>
                    <a:cubicBezTo>
                      <a:pt x="9" y="90"/>
                      <a:pt x="9" y="115"/>
                      <a:pt x="9" y="140"/>
                    </a:cubicBezTo>
                    <a:cubicBezTo>
                      <a:pt x="9" y="173"/>
                      <a:pt x="1" y="214"/>
                      <a:pt x="1" y="256"/>
                    </a:cubicBezTo>
                    <a:cubicBezTo>
                      <a:pt x="1" y="280"/>
                      <a:pt x="17" y="297"/>
                      <a:pt x="42" y="297"/>
                    </a:cubicBezTo>
                    <a:cubicBezTo>
                      <a:pt x="67" y="297"/>
                      <a:pt x="84" y="280"/>
                      <a:pt x="84" y="256"/>
                    </a:cubicBezTo>
                    <a:cubicBezTo>
                      <a:pt x="84" y="214"/>
                      <a:pt x="84" y="181"/>
                      <a:pt x="92" y="140"/>
                    </a:cubicBezTo>
                    <a:cubicBezTo>
                      <a:pt x="92" y="123"/>
                      <a:pt x="92" y="98"/>
                      <a:pt x="92" y="82"/>
                    </a:cubicBezTo>
                    <a:lnTo>
                      <a:pt x="92" y="57"/>
                    </a:lnTo>
                    <a:cubicBezTo>
                      <a:pt x="92" y="40"/>
                      <a:pt x="84" y="32"/>
                      <a:pt x="84" y="24"/>
                    </a:cubicBezTo>
                    <a:cubicBezTo>
                      <a:pt x="79" y="9"/>
                      <a:pt x="66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9" name="Google Shape;7109;p21"/>
              <p:cNvSpPr/>
              <p:nvPr/>
            </p:nvSpPr>
            <p:spPr>
              <a:xfrm>
                <a:off x="6026575" y="4437325"/>
                <a:ext cx="1675" cy="4375"/>
              </a:xfrm>
              <a:custGeom>
                <a:rect b="b" l="l" r="r" t="t"/>
                <a:pathLst>
                  <a:path extrusionOk="0" h="175" w="67">
                    <a:moveTo>
                      <a:pt x="33" y="0"/>
                    </a:moveTo>
                    <a:cubicBezTo>
                      <a:pt x="25" y="0"/>
                      <a:pt x="17" y="9"/>
                      <a:pt x="17" y="17"/>
                    </a:cubicBezTo>
                    <a:cubicBezTo>
                      <a:pt x="8" y="25"/>
                      <a:pt x="8" y="25"/>
                      <a:pt x="8" y="33"/>
                    </a:cubicBezTo>
                    <a:cubicBezTo>
                      <a:pt x="8" y="42"/>
                      <a:pt x="8" y="42"/>
                      <a:pt x="8" y="50"/>
                    </a:cubicBezTo>
                    <a:cubicBezTo>
                      <a:pt x="8" y="58"/>
                      <a:pt x="0" y="75"/>
                      <a:pt x="0" y="83"/>
                    </a:cubicBezTo>
                    <a:lnTo>
                      <a:pt x="0" y="141"/>
                    </a:lnTo>
                    <a:cubicBezTo>
                      <a:pt x="0" y="158"/>
                      <a:pt x="17" y="174"/>
                      <a:pt x="33" y="174"/>
                    </a:cubicBezTo>
                    <a:cubicBezTo>
                      <a:pt x="50" y="174"/>
                      <a:pt x="66" y="158"/>
                      <a:pt x="66" y="141"/>
                    </a:cubicBezTo>
                    <a:cubicBezTo>
                      <a:pt x="66" y="116"/>
                      <a:pt x="66" y="100"/>
                      <a:pt x="58" y="83"/>
                    </a:cubicBezTo>
                    <a:cubicBezTo>
                      <a:pt x="58" y="75"/>
                      <a:pt x="58" y="58"/>
                      <a:pt x="58" y="50"/>
                    </a:cubicBezTo>
                    <a:cubicBezTo>
                      <a:pt x="58" y="42"/>
                      <a:pt x="58" y="42"/>
                      <a:pt x="58" y="33"/>
                    </a:cubicBezTo>
                    <a:cubicBezTo>
                      <a:pt x="58" y="25"/>
                      <a:pt x="50" y="25"/>
                      <a:pt x="50" y="17"/>
                    </a:cubicBezTo>
                    <a:cubicBezTo>
                      <a:pt x="50" y="9"/>
                      <a:pt x="41" y="0"/>
                      <a:pt x="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0" name="Google Shape;7110;p21"/>
              <p:cNvSpPr/>
              <p:nvPr/>
            </p:nvSpPr>
            <p:spPr>
              <a:xfrm>
                <a:off x="6025125" y="4466775"/>
                <a:ext cx="2500" cy="15925"/>
              </a:xfrm>
              <a:custGeom>
                <a:rect b="b" l="l" r="r" t="t"/>
                <a:pathLst>
                  <a:path extrusionOk="0" h="637" w="100">
                    <a:moveTo>
                      <a:pt x="61" y="0"/>
                    </a:moveTo>
                    <a:cubicBezTo>
                      <a:pt x="53" y="0"/>
                      <a:pt x="45" y="5"/>
                      <a:pt x="41" y="15"/>
                    </a:cubicBezTo>
                    <a:cubicBezTo>
                      <a:pt x="33" y="65"/>
                      <a:pt x="25" y="115"/>
                      <a:pt x="17" y="165"/>
                    </a:cubicBezTo>
                    <a:cubicBezTo>
                      <a:pt x="8" y="214"/>
                      <a:pt x="8" y="264"/>
                      <a:pt x="8" y="314"/>
                    </a:cubicBezTo>
                    <a:cubicBezTo>
                      <a:pt x="8" y="413"/>
                      <a:pt x="0" y="513"/>
                      <a:pt x="0" y="612"/>
                    </a:cubicBezTo>
                    <a:cubicBezTo>
                      <a:pt x="0" y="629"/>
                      <a:pt x="15" y="637"/>
                      <a:pt x="29" y="637"/>
                    </a:cubicBezTo>
                    <a:cubicBezTo>
                      <a:pt x="44" y="637"/>
                      <a:pt x="58" y="629"/>
                      <a:pt x="58" y="612"/>
                    </a:cubicBezTo>
                    <a:cubicBezTo>
                      <a:pt x="66" y="513"/>
                      <a:pt x="75" y="413"/>
                      <a:pt x="83" y="314"/>
                    </a:cubicBezTo>
                    <a:cubicBezTo>
                      <a:pt x="91" y="272"/>
                      <a:pt x="99" y="223"/>
                      <a:pt x="91" y="173"/>
                    </a:cubicBezTo>
                    <a:cubicBezTo>
                      <a:pt x="83" y="123"/>
                      <a:pt x="91" y="73"/>
                      <a:pt x="83" y="24"/>
                    </a:cubicBezTo>
                    <a:cubicBezTo>
                      <a:pt x="83" y="9"/>
                      <a:pt x="72" y="0"/>
                      <a:pt x="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1" name="Google Shape;7111;p21"/>
              <p:cNvSpPr/>
              <p:nvPr/>
            </p:nvSpPr>
            <p:spPr>
              <a:xfrm>
                <a:off x="6037325" y="4588200"/>
                <a:ext cx="5625" cy="21625"/>
              </a:xfrm>
              <a:custGeom>
                <a:rect b="b" l="l" r="r" t="t"/>
                <a:pathLst>
                  <a:path extrusionOk="0" h="865" w="225">
                    <a:moveTo>
                      <a:pt x="36" y="0"/>
                    </a:moveTo>
                    <a:cubicBezTo>
                      <a:pt x="25" y="0"/>
                      <a:pt x="14" y="4"/>
                      <a:pt x="9" y="14"/>
                    </a:cubicBezTo>
                    <a:cubicBezTo>
                      <a:pt x="1" y="47"/>
                      <a:pt x="1" y="72"/>
                      <a:pt x="9" y="105"/>
                    </a:cubicBezTo>
                    <a:cubicBezTo>
                      <a:pt x="9" y="138"/>
                      <a:pt x="17" y="179"/>
                      <a:pt x="26" y="213"/>
                    </a:cubicBezTo>
                    <a:cubicBezTo>
                      <a:pt x="42" y="279"/>
                      <a:pt x="59" y="345"/>
                      <a:pt x="67" y="411"/>
                    </a:cubicBezTo>
                    <a:cubicBezTo>
                      <a:pt x="92" y="544"/>
                      <a:pt x="117" y="685"/>
                      <a:pt x="133" y="817"/>
                    </a:cubicBezTo>
                    <a:cubicBezTo>
                      <a:pt x="138" y="847"/>
                      <a:pt x="162" y="864"/>
                      <a:pt x="184" y="864"/>
                    </a:cubicBezTo>
                    <a:cubicBezTo>
                      <a:pt x="205" y="864"/>
                      <a:pt x="225" y="849"/>
                      <a:pt x="225" y="817"/>
                    </a:cubicBezTo>
                    <a:cubicBezTo>
                      <a:pt x="216" y="677"/>
                      <a:pt x="208" y="536"/>
                      <a:pt x="183" y="395"/>
                    </a:cubicBezTo>
                    <a:cubicBezTo>
                      <a:pt x="175" y="320"/>
                      <a:pt x="158" y="254"/>
                      <a:pt x="142" y="188"/>
                    </a:cubicBezTo>
                    <a:cubicBezTo>
                      <a:pt x="125" y="130"/>
                      <a:pt x="109" y="39"/>
                      <a:pt x="59" y="5"/>
                    </a:cubicBezTo>
                    <a:cubicBezTo>
                      <a:pt x="52" y="2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2" name="Google Shape;7112;p21"/>
              <p:cNvSpPr/>
              <p:nvPr/>
            </p:nvSpPr>
            <p:spPr>
              <a:xfrm>
                <a:off x="6032975" y="4585850"/>
                <a:ext cx="2625" cy="9850"/>
              </a:xfrm>
              <a:custGeom>
                <a:rect b="b" l="l" r="r" t="t"/>
                <a:pathLst>
                  <a:path extrusionOk="0" h="394" w="105">
                    <a:moveTo>
                      <a:pt x="21" y="1"/>
                    </a:moveTo>
                    <a:cubicBezTo>
                      <a:pt x="11" y="1"/>
                      <a:pt x="1" y="8"/>
                      <a:pt x="1" y="17"/>
                    </a:cubicBezTo>
                    <a:cubicBezTo>
                      <a:pt x="1" y="133"/>
                      <a:pt x="26" y="257"/>
                      <a:pt x="42" y="373"/>
                    </a:cubicBezTo>
                    <a:cubicBezTo>
                      <a:pt x="42" y="387"/>
                      <a:pt x="55" y="394"/>
                      <a:pt x="69" y="394"/>
                    </a:cubicBezTo>
                    <a:cubicBezTo>
                      <a:pt x="86" y="394"/>
                      <a:pt x="105" y="383"/>
                      <a:pt x="100" y="365"/>
                    </a:cubicBezTo>
                    <a:cubicBezTo>
                      <a:pt x="84" y="249"/>
                      <a:pt x="75" y="124"/>
                      <a:pt x="42" y="17"/>
                    </a:cubicBezTo>
                    <a:cubicBezTo>
                      <a:pt x="39" y="5"/>
                      <a:pt x="30" y="1"/>
                      <a:pt x="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3" name="Google Shape;7113;p21"/>
              <p:cNvSpPr/>
              <p:nvPr/>
            </p:nvSpPr>
            <p:spPr>
              <a:xfrm>
                <a:off x="6026150" y="4562650"/>
                <a:ext cx="3750" cy="8550"/>
              </a:xfrm>
              <a:custGeom>
                <a:rect b="b" l="l" r="r" t="t"/>
                <a:pathLst>
                  <a:path extrusionOk="0" h="342" w="150">
                    <a:moveTo>
                      <a:pt x="34" y="0"/>
                    </a:moveTo>
                    <a:cubicBezTo>
                      <a:pt x="17" y="0"/>
                      <a:pt x="9" y="8"/>
                      <a:pt x="9" y="25"/>
                    </a:cubicBezTo>
                    <a:cubicBezTo>
                      <a:pt x="0" y="33"/>
                      <a:pt x="0" y="50"/>
                      <a:pt x="0" y="66"/>
                    </a:cubicBezTo>
                    <a:cubicBezTo>
                      <a:pt x="0" y="75"/>
                      <a:pt x="0" y="91"/>
                      <a:pt x="9" y="108"/>
                    </a:cubicBezTo>
                    <a:cubicBezTo>
                      <a:pt x="9" y="124"/>
                      <a:pt x="17" y="149"/>
                      <a:pt x="17" y="174"/>
                    </a:cubicBezTo>
                    <a:cubicBezTo>
                      <a:pt x="25" y="215"/>
                      <a:pt x="34" y="265"/>
                      <a:pt x="50" y="307"/>
                    </a:cubicBezTo>
                    <a:cubicBezTo>
                      <a:pt x="50" y="327"/>
                      <a:pt x="73" y="342"/>
                      <a:pt x="94" y="342"/>
                    </a:cubicBezTo>
                    <a:cubicBezTo>
                      <a:pt x="99" y="342"/>
                      <a:pt x="104" y="341"/>
                      <a:pt x="108" y="340"/>
                    </a:cubicBezTo>
                    <a:cubicBezTo>
                      <a:pt x="133" y="331"/>
                      <a:pt x="150" y="307"/>
                      <a:pt x="141" y="282"/>
                    </a:cubicBezTo>
                    <a:cubicBezTo>
                      <a:pt x="133" y="240"/>
                      <a:pt x="125" y="191"/>
                      <a:pt x="116" y="149"/>
                    </a:cubicBezTo>
                    <a:cubicBezTo>
                      <a:pt x="108" y="124"/>
                      <a:pt x="100" y="108"/>
                      <a:pt x="100" y="83"/>
                    </a:cubicBezTo>
                    <a:cubicBezTo>
                      <a:pt x="92" y="58"/>
                      <a:pt x="83" y="33"/>
                      <a:pt x="67" y="17"/>
                    </a:cubicBezTo>
                    <a:cubicBezTo>
                      <a:pt x="58" y="0"/>
                      <a:pt x="5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4" name="Google Shape;7114;p21"/>
              <p:cNvSpPr/>
              <p:nvPr/>
            </p:nvSpPr>
            <p:spPr>
              <a:xfrm>
                <a:off x="6026575" y="4518675"/>
                <a:ext cx="850" cy="4900"/>
              </a:xfrm>
              <a:custGeom>
                <a:rect b="b" l="l" r="r" t="t"/>
                <a:pathLst>
                  <a:path extrusionOk="0" h="196" w="34">
                    <a:moveTo>
                      <a:pt x="14" y="0"/>
                    </a:moveTo>
                    <a:cubicBezTo>
                      <a:pt x="6" y="0"/>
                      <a:pt x="0" y="7"/>
                      <a:pt x="0" y="19"/>
                    </a:cubicBezTo>
                    <a:cubicBezTo>
                      <a:pt x="0" y="69"/>
                      <a:pt x="0" y="127"/>
                      <a:pt x="0" y="177"/>
                    </a:cubicBezTo>
                    <a:cubicBezTo>
                      <a:pt x="0" y="189"/>
                      <a:pt x="8" y="195"/>
                      <a:pt x="17" y="195"/>
                    </a:cubicBezTo>
                    <a:cubicBezTo>
                      <a:pt x="25" y="195"/>
                      <a:pt x="33" y="189"/>
                      <a:pt x="33" y="177"/>
                    </a:cubicBezTo>
                    <a:cubicBezTo>
                      <a:pt x="33" y="127"/>
                      <a:pt x="33" y="69"/>
                      <a:pt x="33" y="19"/>
                    </a:cubicBezTo>
                    <a:cubicBezTo>
                      <a:pt x="29" y="7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5" name="Google Shape;7115;p21"/>
              <p:cNvSpPr/>
              <p:nvPr/>
            </p:nvSpPr>
            <p:spPr>
              <a:xfrm>
                <a:off x="5977875" y="4435425"/>
                <a:ext cx="17775" cy="111525"/>
              </a:xfrm>
              <a:custGeom>
                <a:rect b="b" l="l" r="r" t="t"/>
                <a:pathLst>
                  <a:path extrusionOk="0" h="4461" w="711">
                    <a:moveTo>
                      <a:pt x="86" y="0"/>
                    </a:moveTo>
                    <a:cubicBezTo>
                      <a:pt x="57" y="0"/>
                      <a:pt x="30" y="20"/>
                      <a:pt x="34" y="51"/>
                    </a:cubicBezTo>
                    <a:cubicBezTo>
                      <a:pt x="175" y="1203"/>
                      <a:pt x="1" y="2363"/>
                      <a:pt x="200" y="3507"/>
                    </a:cubicBezTo>
                    <a:cubicBezTo>
                      <a:pt x="258" y="3813"/>
                      <a:pt x="349" y="4111"/>
                      <a:pt x="473" y="4401"/>
                    </a:cubicBezTo>
                    <a:cubicBezTo>
                      <a:pt x="489" y="4442"/>
                      <a:pt x="527" y="4461"/>
                      <a:pt x="569" y="4461"/>
                    </a:cubicBezTo>
                    <a:cubicBezTo>
                      <a:pt x="636" y="4461"/>
                      <a:pt x="710" y="4412"/>
                      <a:pt x="705" y="4335"/>
                    </a:cubicBezTo>
                    <a:cubicBezTo>
                      <a:pt x="647" y="3813"/>
                      <a:pt x="598" y="3291"/>
                      <a:pt x="573" y="2761"/>
                    </a:cubicBezTo>
                    <a:cubicBezTo>
                      <a:pt x="556" y="2496"/>
                      <a:pt x="556" y="2231"/>
                      <a:pt x="548" y="1965"/>
                    </a:cubicBezTo>
                    <a:cubicBezTo>
                      <a:pt x="548" y="1841"/>
                      <a:pt x="540" y="1717"/>
                      <a:pt x="540" y="1584"/>
                    </a:cubicBezTo>
                    <a:cubicBezTo>
                      <a:pt x="540" y="1452"/>
                      <a:pt x="523" y="1311"/>
                      <a:pt x="506" y="1178"/>
                    </a:cubicBezTo>
                    <a:cubicBezTo>
                      <a:pt x="502" y="1124"/>
                      <a:pt x="463" y="1098"/>
                      <a:pt x="425" y="1098"/>
                    </a:cubicBezTo>
                    <a:cubicBezTo>
                      <a:pt x="386" y="1098"/>
                      <a:pt x="349" y="1124"/>
                      <a:pt x="349" y="1178"/>
                    </a:cubicBezTo>
                    <a:cubicBezTo>
                      <a:pt x="332" y="1311"/>
                      <a:pt x="324" y="1452"/>
                      <a:pt x="324" y="1584"/>
                    </a:cubicBezTo>
                    <a:cubicBezTo>
                      <a:pt x="324" y="1717"/>
                      <a:pt x="332" y="1841"/>
                      <a:pt x="332" y="1965"/>
                    </a:cubicBezTo>
                    <a:cubicBezTo>
                      <a:pt x="341" y="2231"/>
                      <a:pt x="357" y="2496"/>
                      <a:pt x="366" y="2761"/>
                    </a:cubicBezTo>
                    <a:cubicBezTo>
                      <a:pt x="374" y="2835"/>
                      <a:pt x="374" y="2910"/>
                      <a:pt x="374" y="2985"/>
                    </a:cubicBezTo>
                    <a:cubicBezTo>
                      <a:pt x="308" y="2330"/>
                      <a:pt x="332" y="1659"/>
                      <a:pt x="283" y="1004"/>
                    </a:cubicBezTo>
                    <a:cubicBezTo>
                      <a:pt x="258" y="681"/>
                      <a:pt x="216" y="358"/>
                      <a:pt x="142" y="43"/>
                    </a:cubicBezTo>
                    <a:cubicBezTo>
                      <a:pt x="134" y="13"/>
                      <a:pt x="110" y="0"/>
                      <a:pt x="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6" name="Google Shape;7116;p21"/>
              <p:cNvSpPr/>
              <p:nvPr/>
            </p:nvSpPr>
            <p:spPr>
              <a:xfrm>
                <a:off x="5984300" y="4449750"/>
                <a:ext cx="2300" cy="1675"/>
              </a:xfrm>
              <a:custGeom>
                <a:rect b="b" l="l" r="r" t="t"/>
                <a:pathLst>
                  <a:path extrusionOk="0" h="67" w="92">
                    <a:moveTo>
                      <a:pt x="42" y="0"/>
                    </a:moveTo>
                    <a:cubicBezTo>
                      <a:pt x="1" y="0"/>
                      <a:pt x="1" y="67"/>
                      <a:pt x="42" y="67"/>
                    </a:cubicBezTo>
                    <a:cubicBezTo>
                      <a:pt x="92" y="67"/>
                      <a:pt x="92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7" name="Google Shape;7117;p21"/>
              <p:cNvSpPr/>
              <p:nvPr/>
            </p:nvSpPr>
            <p:spPr>
              <a:xfrm>
                <a:off x="5856275" y="4427150"/>
                <a:ext cx="128675" cy="52775"/>
              </a:xfrm>
              <a:custGeom>
                <a:rect b="b" l="l" r="r" t="t"/>
                <a:pathLst>
                  <a:path extrusionOk="0" h="2111" w="5147">
                    <a:moveTo>
                      <a:pt x="69" y="1"/>
                    </a:moveTo>
                    <a:cubicBezTo>
                      <a:pt x="35" y="1"/>
                      <a:pt x="1" y="38"/>
                      <a:pt x="18" y="84"/>
                    </a:cubicBezTo>
                    <a:cubicBezTo>
                      <a:pt x="167" y="424"/>
                      <a:pt x="399" y="739"/>
                      <a:pt x="697" y="962"/>
                    </a:cubicBezTo>
                    <a:cubicBezTo>
                      <a:pt x="896" y="1120"/>
                      <a:pt x="1120" y="1244"/>
                      <a:pt x="1360" y="1335"/>
                    </a:cubicBezTo>
                    <a:cubicBezTo>
                      <a:pt x="1352" y="1377"/>
                      <a:pt x="1352" y="1418"/>
                      <a:pt x="1385" y="1443"/>
                    </a:cubicBezTo>
                    <a:cubicBezTo>
                      <a:pt x="1741" y="1733"/>
                      <a:pt x="2180" y="1857"/>
                      <a:pt x="2628" y="1907"/>
                    </a:cubicBezTo>
                    <a:cubicBezTo>
                      <a:pt x="2636" y="1932"/>
                      <a:pt x="2661" y="1957"/>
                      <a:pt x="2694" y="1965"/>
                    </a:cubicBezTo>
                    <a:cubicBezTo>
                      <a:pt x="3007" y="2045"/>
                      <a:pt x="3338" y="2075"/>
                      <a:pt x="3664" y="2075"/>
                    </a:cubicBezTo>
                    <a:cubicBezTo>
                      <a:pt x="3778" y="2075"/>
                      <a:pt x="3891" y="2071"/>
                      <a:pt x="4003" y="2064"/>
                    </a:cubicBezTo>
                    <a:cubicBezTo>
                      <a:pt x="4070" y="2056"/>
                      <a:pt x="4128" y="2056"/>
                      <a:pt x="4186" y="2048"/>
                    </a:cubicBezTo>
                    <a:cubicBezTo>
                      <a:pt x="4360" y="2077"/>
                      <a:pt x="4534" y="2110"/>
                      <a:pt x="4709" y="2110"/>
                    </a:cubicBezTo>
                    <a:cubicBezTo>
                      <a:pt x="4783" y="2110"/>
                      <a:pt x="4857" y="2104"/>
                      <a:pt x="4931" y="2089"/>
                    </a:cubicBezTo>
                    <a:cubicBezTo>
                      <a:pt x="4981" y="2081"/>
                      <a:pt x="5006" y="2031"/>
                      <a:pt x="5014" y="1990"/>
                    </a:cubicBezTo>
                    <a:cubicBezTo>
                      <a:pt x="5031" y="1758"/>
                      <a:pt x="5031" y="1534"/>
                      <a:pt x="5014" y="1310"/>
                    </a:cubicBezTo>
                    <a:cubicBezTo>
                      <a:pt x="5089" y="1211"/>
                      <a:pt x="5114" y="1087"/>
                      <a:pt x="5064" y="946"/>
                    </a:cubicBezTo>
                    <a:cubicBezTo>
                      <a:pt x="5056" y="929"/>
                      <a:pt x="5047" y="921"/>
                      <a:pt x="5039" y="904"/>
                    </a:cubicBezTo>
                    <a:cubicBezTo>
                      <a:pt x="5064" y="788"/>
                      <a:pt x="5097" y="664"/>
                      <a:pt x="5130" y="540"/>
                    </a:cubicBezTo>
                    <a:cubicBezTo>
                      <a:pt x="5147" y="474"/>
                      <a:pt x="5079" y="415"/>
                      <a:pt x="5017" y="415"/>
                    </a:cubicBezTo>
                    <a:cubicBezTo>
                      <a:pt x="4986" y="415"/>
                      <a:pt x="4956" y="429"/>
                      <a:pt x="4940" y="465"/>
                    </a:cubicBezTo>
                    <a:lnTo>
                      <a:pt x="4948" y="465"/>
                    </a:lnTo>
                    <a:lnTo>
                      <a:pt x="4931" y="498"/>
                    </a:lnTo>
                    <a:cubicBezTo>
                      <a:pt x="4923" y="507"/>
                      <a:pt x="4915" y="507"/>
                      <a:pt x="4906" y="507"/>
                    </a:cubicBezTo>
                    <a:cubicBezTo>
                      <a:pt x="4915" y="474"/>
                      <a:pt x="4923" y="432"/>
                      <a:pt x="4931" y="391"/>
                    </a:cubicBezTo>
                    <a:cubicBezTo>
                      <a:pt x="4946" y="320"/>
                      <a:pt x="4885" y="271"/>
                      <a:pt x="4829" y="271"/>
                    </a:cubicBezTo>
                    <a:cubicBezTo>
                      <a:pt x="4793" y="271"/>
                      <a:pt x="4759" y="292"/>
                      <a:pt x="4749" y="341"/>
                    </a:cubicBezTo>
                    <a:cubicBezTo>
                      <a:pt x="4691" y="623"/>
                      <a:pt x="4608" y="904"/>
                      <a:pt x="4509" y="1178"/>
                    </a:cubicBezTo>
                    <a:cubicBezTo>
                      <a:pt x="4376" y="1252"/>
                      <a:pt x="4219" y="1286"/>
                      <a:pt x="4078" y="1310"/>
                    </a:cubicBezTo>
                    <a:cubicBezTo>
                      <a:pt x="3713" y="1368"/>
                      <a:pt x="3340" y="1385"/>
                      <a:pt x="2976" y="1385"/>
                    </a:cubicBezTo>
                    <a:cubicBezTo>
                      <a:pt x="2263" y="1385"/>
                      <a:pt x="1534" y="1261"/>
                      <a:pt x="921" y="871"/>
                    </a:cubicBezTo>
                    <a:cubicBezTo>
                      <a:pt x="590" y="656"/>
                      <a:pt x="300" y="382"/>
                      <a:pt x="109" y="26"/>
                    </a:cubicBezTo>
                    <a:cubicBezTo>
                      <a:pt x="99" y="8"/>
                      <a:pt x="84" y="1"/>
                      <a:pt x="6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8" name="Google Shape;7118;p21"/>
              <p:cNvSpPr/>
              <p:nvPr/>
            </p:nvSpPr>
            <p:spPr>
              <a:xfrm>
                <a:off x="5927750" y="4452275"/>
                <a:ext cx="21150" cy="6550"/>
              </a:xfrm>
              <a:custGeom>
                <a:rect b="b" l="l" r="r" t="t"/>
                <a:pathLst>
                  <a:path extrusionOk="0" h="262" w="846">
                    <a:moveTo>
                      <a:pt x="766" y="0"/>
                    </a:moveTo>
                    <a:cubicBezTo>
                      <a:pt x="758" y="0"/>
                      <a:pt x="748" y="2"/>
                      <a:pt x="738" y="7"/>
                    </a:cubicBezTo>
                    <a:lnTo>
                      <a:pt x="747" y="7"/>
                    </a:lnTo>
                    <a:cubicBezTo>
                      <a:pt x="647" y="57"/>
                      <a:pt x="539" y="73"/>
                      <a:pt x="432" y="73"/>
                    </a:cubicBezTo>
                    <a:cubicBezTo>
                      <a:pt x="412" y="76"/>
                      <a:pt x="394" y="77"/>
                      <a:pt x="375" y="77"/>
                    </a:cubicBezTo>
                    <a:cubicBezTo>
                      <a:pt x="331" y="77"/>
                      <a:pt x="288" y="71"/>
                      <a:pt x="241" y="65"/>
                    </a:cubicBezTo>
                    <a:cubicBezTo>
                      <a:pt x="212" y="65"/>
                      <a:pt x="182" y="62"/>
                      <a:pt x="153" y="62"/>
                    </a:cubicBezTo>
                    <a:cubicBezTo>
                      <a:pt x="116" y="62"/>
                      <a:pt x="79" y="67"/>
                      <a:pt x="42" y="90"/>
                    </a:cubicBezTo>
                    <a:cubicBezTo>
                      <a:pt x="9" y="107"/>
                      <a:pt x="1" y="156"/>
                      <a:pt x="26" y="189"/>
                    </a:cubicBezTo>
                    <a:cubicBezTo>
                      <a:pt x="84" y="247"/>
                      <a:pt x="167" y="256"/>
                      <a:pt x="241" y="256"/>
                    </a:cubicBezTo>
                    <a:cubicBezTo>
                      <a:pt x="272" y="259"/>
                      <a:pt x="303" y="261"/>
                      <a:pt x="333" y="261"/>
                    </a:cubicBezTo>
                    <a:cubicBezTo>
                      <a:pt x="376" y="261"/>
                      <a:pt x="418" y="257"/>
                      <a:pt x="457" y="247"/>
                    </a:cubicBezTo>
                    <a:cubicBezTo>
                      <a:pt x="581" y="231"/>
                      <a:pt x="697" y="181"/>
                      <a:pt x="796" y="107"/>
                    </a:cubicBezTo>
                    <a:cubicBezTo>
                      <a:pt x="846" y="71"/>
                      <a:pt x="817" y="0"/>
                      <a:pt x="7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9" name="Google Shape;7119;p21"/>
              <p:cNvSpPr/>
              <p:nvPr/>
            </p:nvSpPr>
            <p:spPr>
              <a:xfrm>
                <a:off x="5908700" y="4450500"/>
                <a:ext cx="10800" cy="3825"/>
              </a:xfrm>
              <a:custGeom>
                <a:rect b="b" l="l" r="r" t="t"/>
                <a:pathLst>
                  <a:path extrusionOk="0" h="153" w="432">
                    <a:moveTo>
                      <a:pt x="78" y="1"/>
                    </a:moveTo>
                    <a:cubicBezTo>
                      <a:pt x="51" y="1"/>
                      <a:pt x="15" y="11"/>
                      <a:pt x="9" y="37"/>
                    </a:cubicBezTo>
                    <a:cubicBezTo>
                      <a:pt x="1" y="70"/>
                      <a:pt x="34" y="103"/>
                      <a:pt x="59" y="120"/>
                    </a:cubicBezTo>
                    <a:cubicBezTo>
                      <a:pt x="108" y="144"/>
                      <a:pt x="166" y="153"/>
                      <a:pt x="216" y="153"/>
                    </a:cubicBezTo>
                    <a:cubicBezTo>
                      <a:pt x="274" y="153"/>
                      <a:pt x="332" y="136"/>
                      <a:pt x="390" y="120"/>
                    </a:cubicBezTo>
                    <a:cubicBezTo>
                      <a:pt x="415" y="111"/>
                      <a:pt x="431" y="86"/>
                      <a:pt x="423" y="62"/>
                    </a:cubicBezTo>
                    <a:cubicBezTo>
                      <a:pt x="415" y="37"/>
                      <a:pt x="390" y="28"/>
                      <a:pt x="365" y="28"/>
                    </a:cubicBezTo>
                    <a:cubicBezTo>
                      <a:pt x="340" y="37"/>
                      <a:pt x="324" y="37"/>
                      <a:pt x="299" y="45"/>
                    </a:cubicBezTo>
                    <a:cubicBezTo>
                      <a:pt x="274" y="45"/>
                      <a:pt x="257" y="45"/>
                      <a:pt x="233" y="37"/>
                    </a:cubicBezTo>
                    <a:lnTo>
                      <a:pt x="208" y="37"/>
                    </a:lnTo>
                    <a:cubicBezTo>
                      <a:pt x="191" y="28"/>
                      <a:pt x="183" y="28"/>
                      <a:pt x="166" y="20"/>
                    </a:cubicBezTo>
                    <a:cubicBezTo>
                      <a:pt x="150" y="20"/>
                      <a:pt x="125" y="4"/>
                      <a:pt x="100" y="4"/>
                    </a:cubicBezTo>
                    <a:cubicBezTo>
                      <a:pt x="94" y="2"/>
                      <a:pt x="86" y="1"/>
                      <a:pt x="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0" name="Google Shape;7120;p21"/>
              <p:cNvSpPr/>
              <p:nvPr/>
            </p:nvSpPr>
            <p:spPr>
              <a:xfrm>
                <a:off x="5940800" y="4446425"/>
                <a:ext cx="3150" cy="3150"/>
              </a:xfrm>
              <a:custGeom>
                <a:rect b="b" l="l" r="r" t="t"/>
                <a:pathLst>
                  <a:path extrusionOk="0" h="126" w="126">
                    <a:moveTo>
                      <a:pt x="59" y="1"/>
                    </a:moveTo>
                    <a:cubicBezTo>
                      <a:pt x="51" y="1"/>
                      <a:pt x="51" y="1"/>
                      <a:pt x="42" y="9"/>
                    </a:cubicBezTo>
                    <a:cubicBezTo>
                      <a:pt x="34" y="9"/>
                      <a:pt x="26" y="17"/>
                      <a:pt x="17" y="26"/>
                    </a:cubicBezTo>
                    <a:cubicBezTo>
                      <a:pt x="17" y="26"/>
                      <a:pt x="17" y="34"/>
                      <a:pt x="9" y="34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1" y="42"/>
                      <a:pt x="1" y="51"/>
                      <a:pt x="1" y="59"/>
                    </a:cubicBezTo>
                    <a:cubicBezTo>
                      <a:pt x="1" y="59"/>
                      <a:pt x="1" y="67"/>
                      <a:pt x="1" y="75"/>
                    </a:cubicBezTo>
                    <a:cubicBezTo>
                      <a:pt x="1" y="84"/>
                      <a:pt x="1" y="84"/>
                      <a:pt x="9" y="92"/>
                    </a:cubicBezTo>
                    <a:cubicBezTo>
                      <a:pt x="9" y="100"/>
                      <a:pt x="9" y="109"/>
                      <a:pt x="17" y="109"/>
                    </a:cubicBezTo>
                    <a:cubicBezTo>
                      <a:pt x="17" y="117"/>
                      <a:pt x="26" y="117"/>
                      <a:pt x="26" y="117"/>
                    </a:cubicBezTo>
                    <a:cubicBezTo>
                      <a:pt x="34" y="125"/>
                      <a:pt x="34" y="125"/>
                      <a:pt x="42" y="125"/>
                    </a:cubicBezTo>
                    <a:lnTo>
                      <a:pt x="67" y="125"/>
                    </a:lnTo>
                    <a:cubicBezTo>
                      <a:pt x="75" y="125"/>
                      <a:pt x="75" y="125"/>
                      <a:pt x="84" y="117"/>
                    </a:cubicBezTo>
                    <a:lnTo>
                      <a:pt x="92" y="117"/>
                    </a:lnTo>
                    <a:cubicBezTo>
                      <a:pt x="92" y="109"/>
                      <a:pt x="100" y="109"/>
                      <a:pt x="109" y="109"/>
                    </a:cubicBezTo>
                    <a:cubicBezTo>
                      <a:pt x="109" y="100"/>
                      <a:pt x="117" y="92"/>
                      <a:pt x="117" y="84"/>
                    </a:cubicBezTo>
                    <a:cubicBezTo>
                      <a:pt x="117" y="84"/>
                      <a:pt x="125" y="75"/>
                      <a:pt x="125" y="75"/>
                    </a:cubicBezTo>
                    <a:cubicBezTo>
                      <a:pt x="125" y="67"/>
                      <a:pt x="125" y="59"/>
                      <a:pt x="125" y="51"/>
                    </a:cubicBezTo>
                    <a:cubicBezTo>
                      <a:pt x="125" y="42"/>
                      <a:pt x="125" y="42"/>
                      <a:pt x="117" y="34"/>
                    </a:cubicBezTo>
                    <a:cubicBezTo>
                      <a:pt x="117" y="26"/>
                      <a:pt x="117" y="17"/>
                      <a:pt x="109" y="17"/>
                    </a:cubicBezTo>
                    <a:lnTo>
                      <a:pt x="100" y="9"/>
                    </a:lnTo>
                    <a:cubicBezTo>
                      <a:pt x="100" y="9"/>
                      <a:pt x="84" y="1"/>
                      <a:pt x="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1" name="Google Shape;7121;p21"/>
              <p:cNvSpPr/>
              <p:nvPr/>
            </p:nvSpPr>
            <p:spPr>
              <a:xfrm>
                <a:off x="5864975" y="4494950"/>
                <a:ext cx="8550" cy="17650"/>
              </a:xfrm>
              <a:custGeom>
                <a:rect b="b" l="l" r="r" t="t"/>
                <a:pathLst>
                  <a:path extrusionOk="0" h="706" w="342">
                    <a:moveTo>
                      <a:pt x="254" y="1"/>
                    </a:moveTo>
                    <a:cubicBezTo>
                      <a:pt x="232" y="1"/>
                      <a:pt x="210" y="12"/>
                      <a:pt x="200" y="32"/>
                    </a:cubicBezTo>
                    <a:cubicBezTo>
                      <a:pt x="167" y="73"/>
                      <a:pt x="175" y="148"/>
                      <a:pt x="167" y="206"/>
                    </a:cubicBezTo>
                    <a:cubicBezTo>
                      <a:pt x="167" y="256"/>
                      <a:pt x="150" y="297"/>
                      <a:pt x="142" y="347"/>
                    </a:cubicBezTo>
                    <a:cubicBezTo>
                      <a:pt x="117" y="454"/>
                      <a:pt x="84" y="546"/>
                      <a:pt x="26" y="637"/>
                    </a:cubicBezTo>
                    <a:cubicBezTo>
                      <a:pt x="1" y="669"/>
                      <a:pt x="34" y="706"/>
                      <a:pt x="66" y="706"/>
                    </a:cubicBezTo>
                    <a:cubicBezTo>
                      <a:pt x="76" y="706"/>
                      <a:pt x="85" y="702"/>
                      <a:pt x="93" y="695"/>
                    </a:cubicBezTo>
                    <a:cubicBezTo>
                      <a:pt x="175" y="604"/>
                      <a:pt x="242" y="504"/>
                      <a:pt x="283" y="388"/>
                    </a:cubicBezTo>
                    <a:cubicBezTo>
                      <a:pt x="308" y="330"/>
                      <a:pt x="316" y="272"/>
                      <a:pt x="324" y="206"/>
                    </a:cubicBezTo>
                    <a:cubicBezTo>
                      <a:pt x="333" y="148"/>
                      <a:pt x="341" y="73"/>
                      <a:pt x="291" y="24"/>
                    </a:cubicBezTo>
                    <a:lnTo>
                      <a:pt x="291" y="15"/>
                    </a:lnTo>
                    <a:cubicBezTo>
                      <a:pt x="282" y="5"/>
                      <a:pt x="268" y="1"/>
                      <a:pt x="2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2" name="Google Shape;7122;p21"/>
              <p:cNvSpPr/>
              <p:nvPr/>
            </p:nvSpPr>
            <p:spPr>
              <a:xfrm>
                <a:off x="5867900" y="4481125"/>
                <a:ext cx="2725" cy="8200"/>
              </a:xfrm>
              <a:custGeom>
                <a:rect b="b" l="l" r="r" t="t"/>
                <a:pathLst>
                  <a:path extrusionOk="0" h="328" w="109">
                    <a:moveTo>
                      <a:pt x="67" y="1"/>
                    </a:moveTo>
                    <a:cubicBezTo>
                      <a:pt x="56" y="1"/>
                      <a:pt x="46" y="5"/>
                      <a:pt x="42" y="13"/>
                    </a:cubicBezTo>
                    <a:cubicBezTo>
                      <a:pt x="33" y="30"/>
                      <a:pt x="25" y="38"/>
                      <a:pt x="17" y="46"/>
                    </a:cubicBezTo>
                    <a:cubicBezTo>
                      <a:pt x="17" y="63"/>
                      <a:pt x="17" y="71"/>
                      <a:pt x="17" y="88"/>
                    </a:cubicBezTo>
                    <a:cubicBezTo>
                      <a:pt x="17" y="104"/>
                      <a:pt x="9" y="129"/>
                      <a:pt x="9" y="154"/>
                    </a:cubicBezTo>
                    <a:cubicBezTo>
                      <a:pt x="9" y="195"/>
                      <a:pt x="9" y="237"/>
                      <a:pt x="0" y="278"/>
                    </a:cubicBezTo>
                    <a:cubicBezTo>
                      <a:pt x="0" y="303"/>
                      <a:pt x="25" y="328"/>
                      <a:pt x="50" y="328"/>
                    </a:cubicBezTo>
                    <a:cubicBezTo>
                      <a:pt x="83" y="328"/>
                      <a:pt x="100" y="303"/>
                      <a:pt x="100" y="278"/>
                    </a:cubicBezTo>
                    <a:cubicBezTo>
                      <a:pt x="100" y="237"/>
                      <a:pt x="108" y="195"/>
                      <a:pt x="108" y="154"/>
                    </a:cubicBezTo>
                    <a:cubicBezTo>
                      <a:pt x="108" y="129"/>
                      <a:pt x="108" y="113"/>
                      <a:pt x="108" y="88"/>
                    </a:cubicBezTo>
                    <a:cubicBezTo>
                      <a:pt x="108" y="79"/>
                      <a:pt x="108" y="63"/>
                      <a:pt x="108" y="55"/>
                    </a:cubicBezTo>
                    <a:lnTo>
                      <a:pt x="108" y="46"/>
                    </a:lnTo>
                    <a:cubicBezTo>
                      <a:pt x="108" y="38"/>
                      <a:pt x="100" y="30"/>
                      <a:pt x="91" y="13"/>
                    </a:cubicBezTo>
                    <a:cubicBezTo>
                      <a:pt x="87" y="5"/>
                      <a:pt x="77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3" name="Google Shape;7123;p21"/>
              <p:cNvSpPr/>
              <p:nvPr/>
            </p:nvSpPr>
            <p:spPr>
              <a:xfrm>
                <a:off x="5864800" y="4474200"/>
                <a:ext cx="3125" cy="2500"/>
              </a:xfrm>
              <a:custGeom>
                <a:rect b="b" l="l" r="r" t="t"/>
                <a:pathLst>
                  <a:path extrusionOk="0" h="100" w="125">
                    <a:moveTo>
                      <a:pt x="66" y="0"/>
                    </a:moveTo>
                    <a:cubicBezTo>
                      <a:pt x="0" y="0"/>
                      <a:pt x="0" y="100"/>
                      <a:pt x="66" y="100"/>
                    </a:cubicBezTo>
                    <a:cubicBezTo>
                      <a:pt x="124" y="10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4" name="Google Shape;7124;p21"/>
              <p:cNvSpPr/>
              <p:nvPr/>
            </p:nvSpPr>
            <p:spPr>
              <a:xfrm>
                <a:off x="5850150" y="4509775"/>
                <a:ext cx="6600" cy="14425"/>
              </a:xfrm>
              <a:custGeom>
                <a:rect b="b" l="l" r="r" t="t"/>
                <a:pathLst>
                  <a:path extrusionOk="0" h="577" w="264">
                    <a:moveTo>
                      <a:pt x="202" y="0"/>
                    </a:moveTo>
                    <a:cubicBezTo>
                      <a:pt x="189" y="0"/>
                      <a:pt x="177" y="6"/>
                      <a:pt x="172" y="19"/>
                    </a:cubicBezTo>
                    <a:cubicBezTo>
                      <a:pt x="130" y="102"/>
                      <a:pt x="89" y="185"/>
                      <a:pt x="64" y="267"/>
                    </a:cubicBezTo>
                    <a:cubicBezTo>
                      <a:pt x="39" y="350"/>
                      <a:pt x="23" y="433"/>
                      <a:pt x="6" y="524"/>
                    </a:cubicBezTo>
                    <a:cubicBezTo>
                      <a:pt x="1" y="555"/>
                      <a:pt x="27" y="576"/>
                      <a:pt x="52" y="576"/>
                    </a:cubicBezTo>
                    <a:cubicBezTo>
                      <a:pt x="68" y="576"/>
                      <a:pt x="83" y="568"/>
                      <a:pt x="89" y="549"/>
                    </a:cubicBezTo>
                    <a:cubicBezTo>
                      <a:pt x="114" y="466"/>
                      <a:pt x="139" y="383"/>
                      <a:pt x="164" y="301"/>
                    </a:cubicBezTo>
                    <a:cubicBezTo>
                      <a:pt x="197" y="218"/>
                      <a:pt x="222" y="135"/>
                      <a:pt x="246" y="60"/>
                    </a:cubicBezTo>
                    <a:cubicBezTo>
                      <a:pt x="263" y="26"/>
                      <a:pt x="230" y="0"/>
                      <a:pt x="2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5" name="Google Shape;7125;p21"/>
              <p:cNvSpPr/>
              <p:nvPr/>
            </p:nvSpPr>
            <p:spPr>
              <a:xfrm>
                <a:off x="5780675" y="4448600"/>
                <a:ext cx="35050" cy="99500"/>
              </a:xfrm>
              <a:custGeom>
                <a:rect b="b" l="l" r="r" t="t"/>
                <a:pathLst>
                  <a:path extrusionOk="0" h="3980" w="1402">
                    <a:moveTo>
                      <a:pt x="74" y="0"/>
                    </a:moveTo>
                    <a:cubicBezTo>
                      <a:pt x="38" y="0"/>
                      <a:pt x="1" y="40"/>
                      <a:pt x="18" y="80"/>
                    </a:cubicBezTo>
                    <a:cubicBezTo>
                      <a:pt x="217" y="519"/>
                      <a:pt x="341" y="974"/>
                      <a:pt x="399" y="1447"/>
                    </a:cubicBezTo>
                    <a:cubicBezTo>
                      <a:pt x="382" y="1455"/>
                      <a:pt x="374" y="1472"/>
                      <a:pt x="366" y="1496"/>
                    </a:cubicBezTo>
                    <a:cubicBezTo>
                      <a:pt x="299" y="1728"/>
                      <a:pt x="299" y="1977"/>
                      <a:pt x="308" y="2217"/>
                    </a:cubicBezTo>
                    <a:cubicBezTo>
                      <a:pt x="308" y="2259"/>
                      <a:pt x="308" y="2300"/>
                      <a:pt x="316" y="2342"/>
                    </a:cubicBezTo>
                    <a:cubicBezTo>
                      <a:pt x="291" y="2400"/>
                      <a:pt x="266" y="2458"/>
                      <a:pt x="258" y="2524"/>
                    </a:cubicBezTo>
                    <a:cubicBezTo>
                      <a:pt x="250" y="2532"/>
                      <a:pt x="250" y="2532"/>
                      <a:pt x="250" y="2540"/>
                    </a:cubicBezTo>
                    <a:cubicBezTo>
                      <a:pt x="225" y="2590"/>
                      <a:pt x="217" y="2648"/>
                      <a:pt x="217" y="2698"/>
                    </a:cubicBezTo>
                    <a:cubicBezTo>
                      <a:pt x="183" y="2963"/>
                      <a:pt x="258" y="3228"/>
                      <a:pt x="440" y="3435"/>
                    </a:cubicBezTo>
                    <a:cubicBezTo>
                      <a:pt x="449" y="3444"/>
                      <a:pt x="457" y="3452"/>
                      <a:pt x="457" y="3460"/>
                    </a:cubicBezTo>
                    <a:cubicBezTo>
                      <a:pt x="507" y="3518"/>
                      <a:pt x="565" y="3568"/>
                      <a:pt x="614" y="3618"/>
                    </a:cubicBezTo>
                    <a:cubicBezTo>
                      <a:pt x="639" y="3651"/>
                      <a:pt x="639" y="3651"/>
                      <a:pt x="614" y="3684"/>
                    </a:cubicBezTo>
                    <a:cubicBezTo>
                      <a:pt x="589" y="3717"/>
                      <a:pt x="548" y="3742"/>
                      <a:pt x="515" y="3758"/>
                    </a:cubicBezTo>
                    <a:cubicBezTo>
                      <a:pt x="418" y="3825"/>
                      <a:pt x="462" y="3980"/>
                      <a:pt x="568" y="3980"/>
                    </a:cubicBezTo>
                    <a:cubicBezTo>
                      <a:pt x="580" y="3980"/>
                      <a:pt x="593" y="3978"/>
                      <a:pt x="606" y="3974"/>
                    </a:cubicBezTo>
                    <a:cubicBezTo>
                      <a:pt x="797" y="3924"/>
                      <a:pt x="987" y="3866"/>
                      <a:pt x="1186" y="3808"/>
                    </a:cubicBezTo>
                    <a:cubicBezTo>
                      <a:pt x="1219" y="3792"/>
                      <a:pt x="1244" y="3767"/>
                      <a:pt x="1261" y="3734"/>
                    </a:cubicBezTo>
                    <a:cubicBezTo>
                      <a:pt x="1277" y="3734"/>
                      <a:pt x="1294" y="3734"/>
                      <a:pt x="1310" y="3725"/>
                    </a:cubicBezTo>
                    <a:cubicBezTo>
                      <a:pt x="1360" y="3717"/>
                      <a:pt x="1401" y="3659"/>
                      <a:pt x="1401" y="3609"/>
                    </a:cubicBezTo>
                    <a:cubicBezTo>
                      <a:pt x="1401" y="3551"/>
                      <a:pt x="1360" y="3510"/>
                      <a:pt x="1310" y="3493"/>
                    </a:cubicBezTo>
                    <a:cubicBezTo>
                      <a:pt x="1095" y="3402"/>
                      <a:pt x="896" y="3303"/>
                      <a:pt x="780" y="3087"/>
                    </a:cubicBezTo>
                    <a:cubicBezTo>
                      <a:pt x="664" y="2864"/>
                      <a:pt x="656" y="2598"/>
                      <a:pt x="656" y="2358"/>
                    </a:cubicBezTo>
                    <a:cubicBezTo>
                      <a:pt x="656" y="1836"/>
                      <a:pt x="606" y="1331"/>
                      <a:pt x="449" y="834"/>
                    </a:cubicBezTo>
                    <a:cubicBezTo>
                      <a:pt x="366" y="552"/>
                      <a:pt x="250" y="287"/>
                      <a:pt x="117" y="30"/>
                    </a:cubicBezTo>
                    <a:cubicBezTo>
                      <a:pt x="107" y="9"/>
                      <a:pt x="90" y="0"/>
                      <a:pt x="7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6" name="Google Shape;7126;p21"/>
              <p:cNvSpPr/>
              <p:nvPr/>
            </p:nvSpPr>
            <p:spPr>
              <a:xfrm>
                <a:off x="5800175" y="4499450"/>
                <a:ext cx="3125" cy="15825"/>
              </a:xfrm>
              <a:custGeom>
                <a:rect b="b" l="l" r="r" t="t"/>
                <a:pathLst>
                  <a:path extrusionOk="0" h="633" w="125">
                    <a:moveTo>
                      <a:pt x="73" y="0"/>
                    </a:moveTo>
                    <a:cubicBezTo>
                      <a:pt x="67" y="0"/>
                      <a:pt x="61" y="3"/>
                      <a:pt x="58" y="9"/>
                    </a:cubicBezTo>
                    <a:cubicBezTo>
                      <a:pt x="33" y="34"/>
                      <a:pt x="33" y="51"/>
                      <a:pt x="25" y="76"/>
                    </a:cubicBezTo>
                    <a:cubicBezTo>
                      <a:pt x="25" y="100"/>
                      <a:pt x="17" y="125"/>
                      <a:pt x="8" y="150"/>
                    </a:cubicBezTo>
                    <a:cubicBezTo>
                      <a:pt x="0" y="200"/>
                      <a:pt x="0" y="250"/>
                      <a:pt x="8" y="299"/>
                    </a:cubicBezTo>
                    <a:cubicBezTo>
                      <a:pt x="8" y="399"/>
                      <a:pt x="8" y="490"/>
                      <a:pt x="17" y="589"/>
                    </a:cubicBezTo>
                    <a:cubicBezTo>
                      <a:pt x="21" y="618"/>
                      <a:pt x="46" y="633"/>
                      <a:pt x="69" y="633"/>
                    </a:cubicBezTo>
                    <a:cubicBezTo>
                      <a:pt x="93" y="633"/>
                      <a:pt x="116" y="618"/>
                      <a:pt x="116" y="589"/>
                    </a:cubicBezTo>
                    <a:cubicBezTo>
                      <a:pt x="116" y="490"/>
                      <a:pt x="116" y="399"/>
                      <a:pt x="116" y="299"/>
                    </a:cubicBezTo>
                    <a:cubicBezTo>
                      <a:pt x="124" y="258"/>
                      <a:pt x="124" y="208"/>
                      <a:pt x="124" y="158"/>
                    </a:cubicBezTo>
                    <a:cubicBezTo>
                      <a:pt x="124" y="134"/>
                      <a:pt x="124" y="117"/>
                      <a:pt x="124" y="92"/>
                    </a:cubicBezTo>
                    <a:cubicBezTo>
                      <a:pt x="124" y="59"/>
                      <a:pt x="116" y="42"/>
                      <a:pt x="108" y="18"/>
                    </a:cubicBezTo>
                    <a:cubicBezTo>
                      <a:pt x="97" y="7"/>
                      <a:pt x="84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7" name="Google Shape;7127;p21"/>
              <p:cNvSpPr/>
              <p:nvPr/>
            </p:nvSpPr>
            <p:spPr>
              <a:xfrm>
                <a:off x="5819425" y="4436325"/>
                <a:ext cx="98200" cy="175850"/>
              </a:xfrm>
              <a:custGeom>
                <a:rect b="b" l="l" r="r" t="t"/>
                <a:pathLst>
                  <a:path extrusionOk="0" h="7034" w="3928">
                    <a:moveTo>
                      <a:pt x="1652" y="0"/>
                    </a:moveTo>
                    <a:cubicBezTo>
                      <a:pt x="1572" y="0"/>
                      <a:pt x="1489" y="72"/>
                      <a:pt x="1525" y="156"/>
                    </a:cubicBezTo>
                    <a:cubicBezTo>
                      <a:pt x="1649" y="504"/>
                      <a:pt x="1832" y="819"/>
                      <a:pt x="2006" y="1142"/>
                    </a:cubicBezTo>
                    <a:cubicBezTo>
                      <a:pt x="2180" y="1457"/>
                      <a:pt x="2345" y="1797"/>
                      <a:pt x="2378" y="2161"/>
                    </a:cubicBezTo>
                    <a:cubicBezTo>
                      <a:pt x="2436" y="2799"/>
                      <a:pt x="2022" y="3338"/>
                      <a:pt x="1525" y="3694"/>
                    </a:cubicBezTo>
                    <a:cubicBezTo>
                      <a:pt x="1235" y="3901"/>
                      <a:pt x="887" y="4042"/>
                      <a:pt x="639" y="4299"/>
                    </a:cubicBezTo>
                    <a:cubicBezTo>
                      <a:pt x="514" y="4357"/>
                      <a:pt x="390" y="4415"/>
                      <a:pt x="266" y="4473"/>
                    </a:cubicBezTo>
                    <a:cubicBezTo>
                      <a:pt x="133" y="4523"/>
                      <a:pt x="1" y="4622"/>
                      <a:pt x="34" y="4788"/>
                    </a:cubicBezTo>
                    <a:cubicBezTo>
                      <a:pt x="75" y="4945"/>
                      <a:pt x="224" y="5003"/>
                      <a:pt x="373" y="5020"/>
                    </a:cubicBezTo>
                    <a:cubicBezTo>
                      <a:pt x="481" y="5036"/>
                      <a:pt x="589" y="5045"/>
                      <a:pt x="697" y="5061"/>
                    </a:cubicBezTo>
                    <a:cubicBezTo>
                      <a:pt x="647" y="5061"/>
                      <a:pt x="639" y="5144"/>
                      <a:pt x="688" y="5161"/>
                    </a:cubicBezTo>
                    <a:cubicBezTo>
                      <a:pt x="1144" y="5252"/>
                      <a:pt x="1575" y="5467"/>
                      <a:pt x="1972" y="5699"/>
                    </a:cubicBezTo>
                    <a:cubicBezTo>
                      <a:pt x="2122" y="5790"/>
                      <a:pt x="2271" y="5882"/>
                      <a:pt x="2412" y="5981"/>
                    </a:cubicBezTo>
                    <a:cubicBezTo>
                      <a:pt x="2382" y="5975"/>
                      <a:pt x="2349" y="5969"/>
                      <a:pt x="2314" y="5969"/>
                    </a:cubicBezTo>
                    <a:cubicBezTo>
                      <a:pt x="2300" y="5969"/>
                      <a:pt x="2285" y="5970"/>
                      <a:pt x="2271" y="5973"/>
                    </a:cubicBezTo>
                    <a:cubicBezTo>
                      <a:pt x="2213" y="5981"/>
                      <a:pt x="2213" y="6064"/>
                      <a:pt x="2271" y="6064"/>
                    </a:cubicBezTo>
                    <a:cubicBezTo>
                      <a:pt x="2354" y="6072"/>
                      <a:pt x="2420" y="6105"/>
                      <a:pt x="2486" y="6147"/>
                    </a:cubicBezTo>
                    <a:cubicBezTo>
                      <a:pt x="2486" y="6155"/>
                      <a:pt x="2478" y="6155"/>
                      <a:pt x="2478" y="6155"/>
                    </a:cubicBezTo>
                    <a:cubicBezTo>
                      <a:pt x="2453" y="6188"/>
                      <a:pt x="2445" y="6230"/>
                      <a:pt x="2453" y="6263"/>
                    </a:cubicBezTo>
                    <a:cubicBezTo>
                      <a:pt x="2445" y="6271"/>
                      <a:pt x="2420" y="6288"/>
                      <a:pt x="2403" y="6304"/>
                    </a:cubicBezTo>
                    <a:cubicBezTo>
                      <a:pt x="2387" y="6312"/>
                      <a:pt x="2378" y="6312"/>
                      <a:pt x="2362" y="6321"/>
                    </a:cubicBezTo>
                    <a:lnTo>
                      <a:pt x="2072" y="6437"/>
                    </a:lnTo>
                    <a:cubicBezTo>
                      <a:pt x="2006" y="6437"/>
                      <a:pt x="1939" y="6445"/>
                      <a:pt x="1881" y="6445"/>
                    </a:cubicBezTo>
                    <a:cubicBezTo>
                      <a:pt x="1741" y="6453"/>
                      <a:pt x="1600" y="6462"/>
                      <a:pt x="1459" y="6470"/>
                    </a:cubicBezTo>
                    <a:cubicBezTo>
                      <a:pt x="1351" y="6478"/>
                      <a:pt x="1285" y="6636"/>
                      <a:pt x="1401" y="6694"/>
                    </a:cubicBezTo>
                    <a:cubicBezTo>
                      <a:pt x="1562" y="6780"/>
                      <a:pt x="1741" y="6825"/>
                      <a:pt x="1922" y="6825"/>
                    </a:cubicBezTo>
                    <a:cubicBezTo>
                      <a:pt x="1983" y="6825"/>
                      <a:pt x="2044" y="6820"/>
                      <a:pt x="2105" y="6810"/>
                    </a:cubicBezTo>
                    <a:cubicBezTo>
                      <a:pt x="2229" y="6785"/>
                      <a:pt x="2354" y="6727"/>
                      <a:pt x="2486" y="6710"/>
                    </a:cubicBezTo>
                    <a:cubicBezTo>
                      <a:pt x="2514" y="6710"/>
                      <a:pt x="2545" y="6706"/>
                      <a:pt x="2575" y="6706"/>
                    </a:cubicBezTo>
                    <a:cubicBezTo>
                      <a:pt x="2590" y="6706"/>
                      <a:pt x="2605" y="6707"/>
                      <a:pt x="2619" y="6710"/>
                    </a:cubicBezTo>
                    <a:cubicBezTo>
                      <a:pt x="2602" y="6884"/>
                      <a:pt x="2644" y="7025"/>
                      <a:pt x="2834" y="7033"/>
                    </a:cubicBezTo>
                    <a:cubicBezTo>
                      <a:pt x="2840" y="7034"/>
                      <a:pt x="2846" y="7034"/>
                      <a:pt x="2853" y="7034"/>
                    </a:cubicBezTo>
                    <a:cubicBezTo>
                      <a:pt x="2978" y="7034"/>
                      <a:pt x="3087" y="6955"/>
                      <a:pt x="3182" y="6876"/>
                    </a:cubicBezTo>
                    <a:cubicBezTo>
                      <a:pt x="3306" y="6785"/>
                      <a:pt x="3422" y="6685"/>
                      <a:pt x="3530" y="6569"/>
                    </a:cubicBezTo>
                    <a:cubicBezTo>
                      <a:pt x="3737" y="6354"/>
                      <a:pt x="3886" y="6089"/>
                      <a:pt x="3903" y="5790"/>
                    </a:cubicBezTo>
                    <a:cubicBezTo>
                      <a:pt x="3928" y="5509"/>
                      <a:pt x="3812" y="5235"/>
                      <a:pt x="3588" y="5070"/>
                    </a:cubicBezTo>
                    <a:lnTo>
                      <a:pt x="3580" y="5070"/>
                    </a:lnTo>
                    <a:cubicBezTo>
                      <a:pt x="3472" y="4987"/>
                      <a:pt x="3331" y="4929"/>
                      <a:pt x="3199" y="4887"/>
                    </a:cubicBezTo>
                    <a:cubicBezTo>
                      <a:pt x="3033" y="4821"/>
                      <a:pt x="2859" y="4771"/>
                      <a:pt x="2685" y="4722"/>
                    </a:cubicBezTo>
                    <a:cubicBezTo>
                      <a:pt x="2511" y="4664"/>
                      <a:pt x="2337" y="4614"/>
                      <a:pt x="2155" y="4564"/>
                    </a:cubicBezTo>
                    <a:lnTo>
                      <a:pt x="1898" y="4490"/>
                    </a:lnTo>
                    <a:cubicBezTo>
                      <a:pt x="1915" y="4465"/>
                      <a:pt x="1931" y="4432"/>
                      <a:pt x="1939" y="4423"/>
                    </a:cubicBezTo>
                    <a:cubicBezTo>
                      <a:pt x="2047" y="4316"/>
                      <a:pt x="2171" y="4241"/>
                      <a:pt x="2287" y="4142"/>
                    </a:cubicBezTo>
                    <a:cubicBezTo>
                      <a:pt x="2395" y="4042"/>
                      <a:pt x="2494" y="3935"/>
                      <a:pt x="2586" y="3819"/>
                    </a:cubicBezTo>
                    <a:cubicBezTo>
                      <a:pt x="2958" y="3338"/>
                      <a:pt x="3157" y="2725"/>
                      <a:pt x="3083" y="2120"/>
                    </a:cubicBezTo>
                    <a:cubicBezTo>
                      <a:pt x="3041" y="1805"/>
                      <a:pt x="2942" y="1507"/>
                      <a:pt x="2776" y="1242"/>
                    </a:cubicBezTo>
                    <a:cubicBezTo>
                      <a:pt x="2586" y="952"/>
                      <a:pt x="2337" y="703"/>
                      <a:pt x="2105" y="446"/>
                    </a:cubicBezTo>
                    <a:cubicBezTo>
                      <a:pt x="1981" y="314"/>
                      <a:pt x="1857" y="173"/>
                      <a:pt x="1732" y="32"/>
                    </a:cubicBezTo>
                    <a:cubicBezTo>
                      <a:pt x="1710" y="10"/>
                      <a:pt x="1681" y="0"/>
                      <a:pt x="165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8" name="Google Shape;7128;p21"/>
              <p:cNvSpPr/>
              <p:nvPr/>
            </p:nvSpPr>
            <p:spPr>
              <a:xfrm>
                <a:off x="5814800" y="4160375"/>
                <a:ext cx="198025" cy="191375"/>
              </a:xfrm>
              <a:custGeom>
                <a:rect b="b" l="l" r="r" t="t"/>
                <a:pathLst>
                  <a:path extrusionOk="0" h="7655" w="7921">
                    <a:moveTo>
                      <a:pt x="5787" y="4094"/>
                    </a:moveTo>
                    <a:cubicBezTo>
                      <a:pt x="5828" y="4127"/>
                      <a:pt x="5878" y="4152"/>
                      <a:pt x="5927" y="4168"/>
                    </a:cubicBezTo>
                    <a:cubicBezTo>
                      <a:pt x="5927" y="4201"/>
                      <a:pt x="5927" y="4243"/>
                      <a:pt x="5927" y="4276"/>
                    </a:cubicBezTo>
                    <a:cubicBezTo>
                      <a:pt x="5927" y="4276"/>
                      <a:pt x="5919" y="4268"/>
                      <a:pt x="5919" y="4268"/>
                    </a:cubicBezTo>
                    <a:cubicBezTo>
                      <a:pt x="5878" y="4210"/>
                      <a:pt x="5828" y="4152"/>
                      <a:pt x="5787" y="4094"/>
                    </a:cubicBezTo>
                    <a:close/>
                    <a:moveTo>
                      <a:pt x="7845" y="1"/>
                    </a:moveTo>
                    <a:cubicBezTo>
                      <a:pt x="7821" y="1"/>
                      <a:pt x="7796" y="9"/>
                      <a:pt x="7783" y="26"/>
                    </a:cubicBezTo>
                    <a:cubicBezTo>
                      <a:pt x="7758" y="59"/>
                      <a:pt x="7742" y="92"/>
                      <a:pt x="7717" y="133"/>
                    </a:cubicBezTo>
                    <a:cubicBezTo>
                      <a:pt x="7702" y="124"/>
                      <a:pt x="7685" y="119"/>
                      <a:pt x="7669" y="119"/>
                    </a:cubicBezTo>
                    <a:cubicBezTo>
                      <a:pt x="7642" y="119"/>
                      <a:pt x="7617" y="132"/>
                      <a:pt x="7601" y="158"/>
                    </a:cubicBezTo>
                    <a:cubicBezTo>
                      <a:pt x="7419" y="390"/>
                      <a:pt x="7361" y="688"/>
                      <a:pt x="7311" y="978"/>
                    </a:cubicBezTo>
                    <a:cubicBezTo>
                      <a:pt x="7303" y="1036"/>
                      <a:pt x="7295" y="1086"/>
                      <a:pt x="7286" y="1144"/>
                    </a:cubicBezTo>
                    <a:cubicBezTo>
                      <a:pt x="6748" y="2014"/>
                      <a:pt x="5869" y="2627"/>
                      <a:pt x="5024" y="3182"/>
                    </a:cubicBezTo>
                    <a:cubicBezTo>
                      <a:pt x="4535" y="3505"/>
                      <a:pt x="4030" y="3820"/>
                      <a:pt x="3566" y="4185"/>
                    </a:cubicBezTo>
                    <a:cubicBezTo>
                      <a:pt x="3077" y="4566"/>
                      <a:pt x="2630" y="4997"/>
                      <a:pt x="2174" y="5419"/>
                    </a:cubicBezTo>
                    <a:cubicBezTo>
                      <a:pt x="1644" y="5900"/>
                      <a:pt x="1105" y="6372"/>
                      <a:pt x="575" y="6869"/>
                    </a:cubicBezTo>
                    <a:cubicBezTo>
                      <a:pt x="534" y="6911"/>
                      <a:pt x="542" y="6969"/>
                      <a:pt x="575" y="7002"/>
                    </a:cubicBezTo>
                    <a:cubicBezTo>
                      <a:pt x="376" y="7176"/>
                      <a:pt x="235" y="7416"/>
                      <a:pt x="28" y="7582"/>
                    </a:cubicBezTo>
                    <a:cubicBezTo>
                      <a:pt x="1" y="7609"/>
                      <a:pt x="25" y="7654"/>
                      <a:pt x="57" y="7654"/>
                    </a:cubicBezTo>
                    <a:cubicBezTo>
                      <a:pt x="64" y="7654"/>
                      <a:pt x="71" y="7652"/>
                      <a:pt x="78" y="7648"/>
                    </a:cubicBezTo>
                    <a:cubicBezTo>
                      <a:pt x="326" y="7458"/>
                      <a:pt x="509" y="7176"/>
                      <a:pt x="782" y="7018"/>
                    </a:cubicBezTo>
                    <a:cubicBezTo>
                      <a:pt x="1022" y="6878"/>
                      <a:pt x="1321" y="6878"/>
                      <a:pt x="1578" y="6745"/>
                    </a:cubicBezTo>
                    <a:cubicBezTo>
                      <a:pt x="1702" y="6687"/>
                      <a:pt x="1801" y="6588"/>
                      <a:pt x="1868" y="6463"/>
                    </a:cubicBezTo>
                    <a:cubicBezTo>
                      <a:pt x="1950" y="6306"/>
                      <a:pt x="2000" y="6148"/>
                      <a:pt x="2108" y="6008"/>
                    </a:cubicBezTo>
                    <a:cubicBezTo>
                      <a:pt x="2323" y="5726"/>
                      <a:pt x="2646" y="5519"/>
                      <a:pt x="2920" y="5303"/>
                    </a:cubicBezTo>
                    <a:cubicBezTo>
                      <a:pt x="3516" y="4839"/>
                      <a:pt x="4146" y="4409"/>
                      <a:pt x="4792" y="4011"/>
                    </a:cubicBezTo>
                    <a:cubicBezTo>
                      <a:pt x="4941" y="3920"/>
                      <a:pt x="5107" y="3820"/>
                      <a:pt x="5281" y="3812"/>
                    </a:cubicBezTo>
                    <a:cubicBezTo>
                      <a:pt x="5356" y="3812"/>
                      <a:pt x="5422" y="3837"/>
                      <a:pt x="5488" y="3870"/>
                    </a:cubicBezTo>
                    <a:cubicBezTo>
                      <a:pt x="5538" y="3994"/>
                      <a:pt x="5596" y="4119"/>
                      <a:pt x="5671" y="4235"/>
                    </a:cubicBezTo>
                    <a:cubicBezTo>
                      <a:pt x="5737" y="4342"/>
                      <a:pt x="5836" y="4500"/>
                      <a:pt x="5952" y="4574"/>
                    </a:cubicBezTo>
                    <a:cubicBezTo>
                      <a:pt x="5969" y="4607"/>
                      <a:pt x="5994" y="4624"/>
                      <a:pt x="6027" y="4632"/>
                    </a:cubicBezTo>
                    <a:cubicBezTo>
                      <a:pt x="6043" y="4632"/>
                      <a:pt x="6068" y="4632"/>
                      <a:pt x="6085" y="4624"/>
                    </a:cubicBezTo>
                    <a:cubicBezTo>
                      <a:pt x="6126" y="4624"/>
                      <a:pt x="6168" y="4616"/>
                      <a:pt x="6217" y="4591"/>
                    </a:cubicBezTo>
                    <a:cubicBezTo>
                      <a:pt x="6416" y="4475"/>
                      <a:pt x="6449" y="4185"/>
                      <a:pt x="6466" y="3961"/>
                    </a:cubicBezTo>
                    <a:cubicBezTo>
                      <a:pt x="6516" y="3878"/>
                      <a:pt x="6549" y="3779"/>
                      <a:pt x="6574" y="3679"/>
                    </a:cubicBezTo>
                    <a:cubicBezTo>
                      <a:pt x="6615" y="3497"/>
                      <a:pt x="6632" y="3307"/>
                      <a:pt x="6681" y="3124"/>
                    </a:cubicBezTo>
                    <a:cubicBezTo>
                      <a:pt x="6706" y="3025"/>
                      <a:pt x="6731" y="2925"/>
                      <a:pt x="6764" y="2818"/>
                    </a:cubicBezTo>
                    <a:cubicBezTo>
                      <a:pt x="6773" y="2768"/>
                      <a:pt x="6797" y="2710"/>
                      <a:pt x="6814" y="2652"/>
                    </a:cubicBezTo>
                    <a:cubicBezTo>
                      <a:pt x="6822" y="2635"/>
                      <a:pt x="6831" y="2594"/>
                      <a:pt x="6847" y="2569"/>
                    </a:cubicBezTo>
                    <a:lnTo>
                      <a:pt x="6847" y="2635"/>
                    </a:lnTo>
                    <a:cubicBezTo>
                      <a:pt x="6847" y="2669"/>
                      <a:pt x="6872" y="2702"/>
                      <a:pt x="6905" y="2702"/>
                    </a:cubicBezTo>
                    <a:cubicBezTo>
                      <a:pt x="6947" y="2702"/>
                      <a:pt x="6963" y="2677"/>
                      <a:pt x="6971" y="2635"/>
                    </a:cubicBezTo>
                    <a:cubicBezTo>
                      <a:pt x="6971" y="2627"/>
                      <a:pt x="6971" y="2619"/>
                      <a:pt x="6971" y="2611"/>
                    </a:cubicBezTo>
                    <a:cubicBezTo>
                      <a:pt x="6996" y="2627"/>
                      <a:pt x="7013" y="2644"/>
                      <a:pt x="7029" y="2652"/>
                    </a:cubicBezTo>
                    <a:cubicBezTo>
                      <a:pt x="7029" y="2660"/>
                      <a:pt x="7021" y="2669"/>
                      <a:pt x="7021" y="2677"/>
                    </a:cubicBezTo>
                    <a:cubicBezTo>
                      <a:pt x="7021" y="2702"/>
                      <a:pt x="7029" y="2727"/>
                      <a:pt x="7054" y="2735"/>
                    </a:cubicBezTo>
                    <a:cubicBezTo>
                      <a:pt x="7079" y="2735"/>
                      <a:pt x="7096" y="2735"/>
                      <a:pt x="7112" y="2718"/>
                    </a:cubicBezTo>
                    <a:cubicBezTo>
                      <a:pt x="7170" y="2751"/>
                      <a:pt x="7220" y="2776"/>
                      <a:pt x="7295" y="2785"/>
                    </a:cubicBezTo>
                    <a:cubicBezTo>
                      <a:pt x="7298" y="2785"/>
                      <a:pt x="7301" y="2785"/>
                      <a:pt x="7304" y="2785"/>
                    </a:cubicBezTo>
                    <a:cubicBezTo>
                      <a:pt x="7374" y="2785"/>
                      <a:pt x="7426" y="2699"/>
                      <a:pt x="7410" y="2635"/>
                    </a:cubicBezTo>
                    <a:cubicBezTo>
                      <a:pt x="7344" y="2395"/>
                      <a:pt x="7410" y="2155"/>
                      <a:pt x="7485" y="1931"/>
                    </a:cubicBezTo>
                    <a:cubicBezTo>
                      <a:pt x="7543" y="1923"/>
                      <a:pt x="7601" y="1873"/>
                      <a:pt x="7601" y="1815"/>
                    </a:cubicBezTo>
                    <a:cubicBezTo>
                      <a:pt x="7601" y="1749"/>
                      <a:pt x="7609" y="1691"/>
                      <a:pt x="7609" y="1633"/>
                    </a:cubicBezTo>
                    <a:cubicBezTo>
                      <a:pt x="7626" y="1674"/>
                      <a:pt x="7634" y="1724"/>
                      <a:pt x="7642" y="1774"/>
                    </a:cubicBezTo>
                    <a:cubicBezTo>
                      <a:pt x="7646" y="1795"/>
                      <a:pt x="7663" y="1804"/>
                      <a:pt x="7681" y="1804"/>
                    </a:cubicBezTo>
                    <a:cubicBezTo>
                      <a:pt x="7706" y="1804"/>
                      <a:pt x="7734" y="1786"/>
                      <a:pt x="7734" y="1757"/>
                    </a:cubicBezTo>
                    <a:cubicBezTo>
                      <a:pt x="7725" y="1625"/>
                      <a:pt x="7725" y="1492"/>
                      <a:pt x="7717" y="1359"/>
                    </a:cubicBezTo>
                    <a:cubicBezTo>
                      <a:pt x="7709" y="1243"/>
                      <a:pt x="7700" y="1127"/>
                      <a:pt x="7692" y="1011"/>
                    </a:cubicBezTo>
                    <a:cubicBezTo>
                      <a:pt x="7692" y="987"/>
                      <a:pt x="7700" y="953"/>
                      <a:pt x="7709" y="929"/>
                    </a:cubicBezTo>
                    <a:cubicBezTo>
                      <a:pt x="7767" y="639"/>
                      <a:pt x="7883" y="357"/>
                      <a:pt x="7916" y="67"/>
                    </a:cubicBezTo>
                    <a:cubicBezTo>
                      <a:pt x="7921" y="22"/>
                      <a:pt x="7883" y="1"/>
                      <a:pt x="784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9" name="Google Shape;7129;p21"/>
              <p:cNvSpPr/>
              <p:nvPr/>
            </p:nvSpPr>
            <p:spPr>
              <a:xfrm>
                <a:off x="5984525" y="4231900"/>
                <a:ext cx="5600" cy="23750"/>
              </a:xfrm>
              <a:custGeom>
                <a:rect b="b" l="l" r="r" t="t"/>
                <a:pathLst>
                  <a:path extrusionOk="0" h="950" w="224">
                    <a:moveTo>
                      <a:pt x="92" y="1"/>
                    </a:moveTo>
                    <a:cubicBezTo>
                      <a:pt x="79" y="1"/>
                      <a:pt x="64" y="5"/>
                      <a:pt x="50" y="15"/>
                    </a:cubicBezTo>
                    <a:cubicBezTo>
                      <a:pt x="0" y="73"/>
                      <a:pt x="25" y="164"/>
                      <a:pt x="33" y="230"/>
                    </a:cubicBezTo>
                    <a:cubicBezTo>
                      <a:pt x="42" y="305"/>
                      <a:pt x="42" y="371"/>
                      <a:pt x="50" y="446"/>
                    </a:cubicBezTo>
                    <a:cubicBezTo>
                      <a:pt x="66" y="595"/>
                      <a:pt x="75" y="744"/>
                      <a:pt x="83" y="885"/>
                    </a:cubicBezTo>
                    <a:cubicBezTo>
                      <a:pt x="83" y="929"/>
                      <a:pt x="113" y="950"/>
                      <a:pt x="143" y="950"/>
                    </a:cubicBezTo>
                    <a:cubicBezTo>
                      <a:pt x="175" y="950"/>
                      <a:pt x="207" y="927"/>
                      <a:pt x="207" y="885"/>
                    </a:cubicBezTo>
                    <a:cubicBezTo>
                      <a:pt x="224" y="736"/>
                      <a:pt x="224" y="586"/>
                      <a:pt x="216" y="437"/>
                    </a:cubicBezTo>
                    <a:lnTo>
                      <a:pt x="224" y="437"/>
                    </a:lnTo>
                    <a:cubicBezTo>
                      <a:pt x="216" y="363"/>
                      <a:pt x="207" y="288"/>
                      <a:pt x="199" y="222"/>
                    </a:cubicBezTo>
                    <a:cubicBezTo>
                      <a:pt x="191" y="147"/>
                      <a:pt x="191" y="40"/>
                      <a:pt x="116" y="6"/>
                    </a:cubicBezTo>
                    <a:cubicBezTo>
                      <a:pt x="109" y="3"/>
                      <a:pt x="101" y="1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0" name="Google Shape;7130;p21"/>
              <p:cNvSpPr/>
              <p:nvPr/>
            </p:nvSpPr>
            <p:spPr>
              <a:xfrm>
                <a:off x="6097000" y="4086775"/>
                <a:ext cx="15050" cy="20125"/>
              </a:xfrm>
              <a:custGeom>
                <a:rect b="b" l="l" r="r" t="t"/>
                <a:pathLst>
                  <a:path extrusionOk="0" h="805" w="602">
                    <a:moveTo>
                      <a:pt x="485" y="0"/>
                    </a:moveTo>
                    <a:cubicBezTo>
                      <a:pt x="478" y="0"/>
                      <a:pt x="471" y="1"/>
                      <a:pt x="464" y="3"/>
                    </a:cubicBezTo>
                    <a:lnTo>
                      <a:pt x="472" y="3"/>
                    </a:lnTo>
                    <a:cubicBezTo>
                      <a:pt x="390" y="28"/>
                      <a:pt x="332" y="103"/>
                      <a:pt x="282" y="161"/>
                    </a:cubicBezTo>
                    <a:cubicBezTo>
                      <a:pt x="232" y="219"/>
                      <a:pt x="191" y="277"/>
                      <a:pt x="149" y="343"/>
                    </a:cubicBezTo>
                    <a:cubicBezTo>
                      <a:pt x="116" y="409"/>
                      <a:pt x="83" y="484"/>
                      <a:pt x="58" y="550"/>
                    </a:cubicBezTo>
                    <a:cubicBezTo>
                      <a:pt x="33" y="616"/>
                      <a:pt x="0" y="699"/>
                      <a:pt x="25" y="774"/>
                    </a:cubicBezTo>
                    <a:cubicBezTo>
                      <a:pt x="30" y="794"/>
                      <a:pt x="47" y="805"/>
                      <a:pt x="65" y="805"/>
                    </a:cubicBezTo>
                    <a:cubicBezTo>
                      <a:pt x="77" y="805"/>
                      <a:pt x="90" y="800"/>
                      <a:pt x="100" y="790"/>
                    </a:cubicBezTo>
                    <a:cubicBezTo>
                      <a:pt x="149" y="749"/>
                      <a:pt x="174" y="674"/>
                      <a:pt x="199" y="616"/>
                    </a:cubicBezTo>
                    <a:cubicBezTo>
                      <a:pt x="232" y="558"/>
                      <a:pt x="274" y="500"/>
                      <a:pt x="307" y="442"/>
                    </a:cubicBezTo>
                    <a:cubicBezTo>
                      <a:pt x="348" y="384"/>
                      <a:pt x="381" y="343"/>
                      <a:pt x="431" y="293"/>
                    </a:cubicBezTo>
                    <a:cubicBezTo>
                      <a:pt x="481" y="235"/>
                      <a:pt x="547" y="186"/>
                      <a:pt x="572" y="111"/>
                    </a:cubicBezTo>
                    <a:cubicBezTo>
                      <a:pt x="601" y="53"/>
                      <a:pt x="540" y="0"/>
                      <a:pt x="4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1" name="Google Shape;7131;p21"/>
              <p:cNvSpPr/>
              <p:nvPr/>
            </p:nvSpPr>
            <p:spPr>
              <a:xfrm>
                <a:off x="6114400" y="4083125"/>
                <a:ext cx="2925" cy="2100"/>
              </a:xfrm>
              <a:custGeom>
                <a:rect b="b" l="l" r="r" t="t"/>
                <a:pathLst>
                  <a:path extrusionOk="0" h="84" w="117">
                    <a:moveTo>
                      <a:pt x="58" y="0"/>
                    </a:moveTo>
                    <a:cubicBezTo>
                      <a:pt x="0" y="0"/>
                      <a:pt x="0" y="83"/>
                      <a:pt x="58" y="83"/>
                    </a:cubicBezTo>
                    <a:cubicBezTo>
                      <a:pt x="116" y="83"/>
                      <a:pt x="116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2" name="Google Shape;7132;p21"/>
              <p:cNvSpPr/>
              <p:nvPr/>
            </p:nvSpPr>
            <p:spPr>
              <a:xfrm>
                <a:off x="6121425" y="4076700"/>
                <a:ext cx="7275" cy="5000"/>
              </a:xfrm>
              <a:custGeom>
                <a:rect b="b" l="l" r="r" t="t"/>
                <a:pathLst>
                  <a:path extrusionOk="0" h="200" w="291">
                    <a:moveTo>
                      <a:pt x="225" y="0"/>
                    </a:moveTo>
                    <a:cubicBezTo>
                      <a:pt x="208" y="0"/>
                      <a:pt x="200" y="0"/>
                      <a:pt x="191" y="9"/>
                    </a:cubicBezTo>
                    <a:cubicBezTo>
                      <a:pt x="183" y="9"/>
                      <a:pt x="183" y="17"/>
                      <a:pt x="183" y="17"/>
                    </a:cubicBezTo>
                    <a:cubicBezTo>
                      <a:pt x="158" y="25"/>
                      <a:pt x="142" y="33"/>
                      <a:pt x="125" y="42"/>
                    </a:cubicBezTo>
                    <a:cubicBezTo>
                      <a:pt x="92" y="67"/>
                      <a:pt x="59" y="83"/>
                      <a:pt x="26" y="108"/>
                    </a:cubicBezTo>
                    <a:cubicBezTo>
                      <a:pt x="9" y="125"/>
                      <a:pt x="1" y="149"/>
                      <a:pt x="9" y="174"/>
                    </a:cubicBezTo>
                    <a:cubicBezTo>
                      <a:pt x="20" y="190"/>
                      <a:pt x="34" y="200"/>
                      <a:pt x="49" y="200"/>
                    </a:cubicBezTo>
                    <a:cubicBezTo>
                      <a:pt x="58" y="200"/>
                      <a:pt x="67" y="197"/>
                      <a:pt x="75" y="191"/>
                    </a:cubicBezTo>
                    <a:cubicBezTo>
                      <a:pt x="109" y="174"/>
                      <a:pt x="150" y="158"/>
                      <a:pt x="183" y="133"/>
                    </a:cubicBezTo>
                    <a:cubicBezTo>
                      <a:pt x="200" y="125"/>
                      <a:pt x="216" y="116"/>
                      <a:pt x="233" y="108"/>
                    </a:cubicBezTo>
                    <a:cubicBezTo>
                      <a:pt x="233" y="108"/>
                      <a:pt x="241" y="100"/>
                      <a:pt x="241" y="100"/>
                    </a:cubicBezTo>
                    <a:cubicBezTo>
                      <a:pt x="249" y="91"/>
                      <a:pt x="258" y="83"/>
                      <a:pt x="266" y="75"/>
                    </a:cubicBezTo>
                    <a:cubicBezTo>
                      <a:pt x="274" y="67"/>
                      <a:pt x="274" y="58"/>
                      <a:pt x="283" y="50"/>
                    </a:cubicBezTo>
                    <a:cubicBezTo>
                      <a:pt x="291" y="33"/>
                      <a:pt x="274" y="0"/>
                      <a:pt x="2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3" name="Google Shape;7133;p21"/>
              <p:cNvSpPr/>
              <p:nvPr/>
            </p:nvSpPr>
            <p:spPr>
              <a:xfrm>
                <a:off x="6177325" y="4068700"/>
                <a:ext cx="37875" cy="26200"/>
              </a:xfrm>
              <a:custGeom>
                <a:rect b="b" l="l" r="r" t="t"/>
                <a:pathLst>
                  <a:path extrusionOk="0" h="1048" w="1515">
                    <a:moveTo>
                      <a:pt x="70" y="1"/>
                    </a:moveTo>
                    <a:cubicBezTo>
                      <a:pt x="25" y="1"/>
                      <a:pt x="0" y="60"/>
                      <a:pt x="43" y="88"/>
                    </a:cubicBezTo>
                    <a:cubicBezTo>
                      <a:pt x="168" y="171"/>
                      <a:pt x="284" y="271"/>
                      <a:pt x="408" y="353"/>
                    </a:cubicBezTo>
                    <a:cubicBezTo>
                      <a:pt x="524" y="428"/>
                      <a:pt x="648" y="503"/>
                      <a:pt x="764" y="577"/>
                    </a:cubicBezTo>
                    <a:cubicBezTo>
                      <a:pt x="864" y="635"/>
                      <a:pt x="971" y="701"/>
                      <a:pt x="1062" y="776"/>
                    </a:cubicBezTo>
                    <a:cubicBezTo>
                      <a:pt x="1162" y="851"/>
                      <a:pt x="1245" y="942"/>
                      <a:pt x="1336" y="1025"/>
                    </a:cubicBezTo>
                    <a:cubicBezTo>
                      <a:pt x="1352" y="1041"/>
                      <a:pt x="1374" y="1048"/>
                      <a:pt x="1396" y="1048"/>
                    </a:cubicBezTo>
                    <a:cubicBezTo>
                      <a:pt x="1454" y="1048"/>
                      <a:pt x="1515" y="999"/>
                      <a:pt x="1485" y="933"/>
                    </a:cubicBezTo>
                    <a:cubicBezTo>
                      <a:pt x="1386" y="685"/>
                      <a:pt x="1145" y="527"/>
                      <a:pt x="922" y="403"/>
                    </a:cubicBezTo>
                    <a:cubicBezTo>
                      <a:pt x="797" y="337"/>
                      <a:pt x="665" y="262"/>
                      <a:pt x="540" y="204"/>
                    </a:cubicBezTo>
                    <a:cubicBezTo>
                      <a:pt x="391" y="130"/>
                      <a:pt x="242" y="80"/>
                      <a:pt x="93" y="5"/>
                    </a:cubicBezTo>
                    <a:cubicBezTo>
                      <a:pt x="85" y="2"/>
                      <a:pt x="77" y="1"/>
                      <a:pt x="70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4" name="Google Shape;7134;p21"/>
              <p:cNvSpPr/>
              <p:nvPr/>
            </p:nvSpPr>
            <p:spPr>
              <a:xfrm>
                <a:off x="6215475" y="4098575"/>
                <a:ext cx="7625" cy="9225"/>
              </a:xfrm>
              <a:custGeom>
                <a:rect b="b" l="l" r="r" t="t"/>
                <a:pathLst>
                  <a:path extrusionOk="0" h="369" w="305">
                    <a:moveTo>
                      <a:pt x="73" y="0"/>
                    </a:moveTo>
                    <a:cubicBezTo>
                      <a:pt x="59" y="0"/>
                      <a:pt x="45" y="4"/>
                      <a:pt x="34" y="12"/>
                    </a:cubicBezTo>
                    <a:cubicBezTo>
                      <a:pt x="17" y="28"/>
                      <a:pt x="0" y="62"/>
                      <a:pt x="25" y="86"/>
                    </a:cubicBezTo>
                    <a:cubicBezTo>
                      <a:pt x="58" y="136"/>
                      <a:pt x="83" y="178"/>
                      <a:pt x="116" y="219"/>
                    </a:cubicBezTo>
                    <a:cubicBezTo>
                      <a:pt x="133" y="244"/>
                      <a:pt x="150" y="269"/>
                      <a:pt x="158" y="285"/>
                    </a:cubicBezTo>
                    <a:cubicBezTo>
                      <a:pt x="166" y="302"/>
                      <a:pt x="174" y="310"/>
                      <a:pt x="183" y="318"/>
                    </a:cubicBezTo>
                    <a:cubicBezTo>
                      <a:pt x="191" y="327"/>
                      <a:pt x="199" y="343"/>
                      <a:pt x="208" y="352"/>
                    </a:cubicBezTo>
                    <a:cubicBezTo>
                      <a:pt x="216" y="352"/>
                      <a:pt x="216" y="360"/>
                      <a:pt x="224" y="360"/>
                    </a:cubicBezTo>
                    <a:cubicBezTo>
                      <a:pt x="232" y="366"/>
                      <a:pt x="241" y="369"/>
                      <a:pt x="250" y="369"/>
                    </a:cubicBezTo>
                    <a:cubicBezTo>
                      <a:pt x="278" y="369"/>
                      <a:pt x="305" y="343"/>
                      <a:pt x="299" y="318"/>
                    </a:cubicBezTo>
                    <a:cubicBezTo>
                      <a:pt x="299" y="302"/>
                      <a:pt x="299" y="285"/>
                      <a:pt x="290" y="260"/>
                    </a:cubicBezTo>
                    <a:lnTo>
                      <a:pt x="266" y="227"/>
                    </a:lnTo>
                    <a:cubicBezTo>
                      <a:pt x="257" y="202"/>
                      <a:pt x="241" y="178"/>
                      <a:pt x="224" y="153"/>
                    </a:cubicBezTo>
                    <a:cubicBezTo>
                      <a:pt x="191" y="111"/>
                      <a:pt x="158" y="62"/>
                      <a:pt x="116" y="20"/>
                    </a:cubicBezTo>
                    <a:cubicBezTo>
                      <a:pt x="107" y="6"/>
                      <a:pt x="91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5" name="Google Shape;7135;p21"/>
              <p:cNvSpPr/>
              <p:nvPr/>
            </p:nvSpPr>
            <p:spPr>
              <a:xfrm>
                <a:off x="6084550" y="4073600"/>
                <a:ext cx="41350" cy="69750"/>
              </a:xfrm>
              <a:custGeom>
                <a:rect b="b" l="l" r="r" t="t"/>
                <a:pathLst>
                  <a:path extrusionOk="0" h="2790" w="1654">
                    <a:moveTo>
                      <a:pt x="1608" y="0"/>
                    </a:moveTo>
                    <a:cubicBezTo>
                      <a:pt x="747" y="249"/>
                      <a:pt x="316" y="1127"/>
                      <a:pt x="125" y="1931"/>
                    </a:cubicBezTo>
                    <a:cubicBezTo>
                      <a:pt x="59" y="2196"/>
                      <a:pt x="1" y="2477"/>
                      <a:pt x="9" y="2751"/>
                    </a:cubicBezTo>
                    <a:cubicBezTo>
                      <a:pt x="14" y="2777"/>
                      <a:pt x="29" y="2789"/>
                      <a:pt x="46" y="2789"/>
                    </a:cubicBezTo>
                    <a:cubicBezTo>
                      <a:pt x="60" y="2789"/>
                      <a:pt x="76" y="2779"/>
                      <a:pt x="84" y="2759"/>
                    </a:cubicBezTo>
                    <a:cubicBezTo>
                      <a:pt x="192" y="2494"/>
                      <a:pt x="225" y="2196"/>
                      <a:pt x="291" y="1914"/>
                    </a:cubicBezTo>
                    <a:cubicBezTo>
                      <a:pt x="366" y="1641"/>
                      <a:pt x="457" y="1359"/>
                      <a:pt x="581" y="1102"/>
                    </a:cubicBezTo>
                    <a:cubicBezTo>
                      <a:pt x="796" y="655"/>
                      <a:pt x="1161" y="249"/>
                      <a:pt x="1625" y="58"/>
                    </a:cubicBezTo>
                    <a:cubicBezTo>
                      <a:pt x="1654" y="51"/>
                      <a:pt x="1645" y="5"/>
                      <a:pt x="1620" y="5"/>
                    </a:cubicBezTo>
                    <a:cubicBezTo>
                      <a:pt x="1616" y="5"/>
                      <a:pt x="1612" y="6"/>
                      <a:pt x="1608" y="8"/>
                    </a:cubicBezTo>
                    <a:lnTo>
                      <a:pt x="160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6" name="Google Shape;7136;p21"/>
              <p:cNvSpPr/>
              <p:nvPr/>
            </p:nvSpPr>
            <p:spPr>
              <a:xfrm>
                <a:off x="6078550" y="4155625"/>
                <a:ext cx="4925" cy="17375"/>
              </a:xfrm>
              <a:custGeom>
                <a:rect b="b" l="l" r="r" t="t"/>
                <a:pathLst>
                  <a:path extrusionOk="0" h="695" w="197">
                    <a:moveTo>
                      <a:pt x="155" y="1"/>
                    </a:moveTo>
                    <a:cubicBezTo>
                      <a:pt x="141" y="1"/>
                      <a:pt x="128" y="8"/>
                      <a:pt x="125" y="25"/>
                    </a:cubicBezTo>
                    <a:cubicBezTo>
                      <a:pt x="67" y="232"/>
                      <a:pt x="17" y="448"/>
                      <a:pt x="1" y="671"/>
                    </a:cubicBezTo>
                    <a:cubicBezTo>
                      <a:pt x="1" y="686"/>
                      <a:pt x="15" y="695"/>
                      <a:pt x="28" y="695"/>
                    </a:cubicBezTo>
                    <a:cubicBezTo>
                      <a:pt x="38" y="695"/>
                      <a:pt x="47" y="690"/>
                      <a:pt x="50" y="680"/>
                    </a:cubicBezTo>
                    <a:cubicBezTo>
                      <a:pt x="100" y="464"/>
                      <a:pt x="133" y="257"/>
                      <a:pt x="191" y="42"/>
                    </a:cubicBezTo>
                    <a:cubicBezTo>
                      <a:pt x="196" y="17"/>
                      <a:pt x="175" y="1"/>
                      <a:pt x="1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7" name="Google Shape;7137;p21"/>
              <p:cNvSpPr/>
              <p:nvPr/>
            </p:nvSpPr>
            <p:spPr>
              <a:xfrm>
                <a:off x="6077100" y="4178875"/>
                <a:ext cx="2725" cy="17650"/>
              </a:xfrm>
              <a:custGeom>
                <a:rect b="b" l="l" r="r" t="t"/>
                <a:pathLst>
                  <a:path extrusionOk="0" h="706" w="109">
                    <a:moveTo>
                      <a:pt x="67" y="0"/>
                    </a:moveTo>
                    <a:cubicBezTo>
                      <a:pt x="50" y="0"/>
                      <a:pt x="34" y="10"/>
                      <a:pt x="34" y="31"/>
                    </a:cubicBezTo>
                    <a:cubicBezTo>
                      <a:pt x="42" y="139"/>
                      <a:pt x="34" y="255"/>
                      <a:pt x="26" y="363"/>
                    </a:cubicBezTo>
                    <a:cubicBezTo>
                      <a:pt x="17" y="470"/>
                      <a:pt x="1" y="578"/>
                      <a:pt x="9" y="686"/>
                    </a:cubicBezTo>
                    <a:cubicBezTo>
                      <a:pt x="9" y="699"/>
                      <a:pt x="17" y="706"/>
                      <a:pt x="25" y="706"/>
                    </a:cubicBezTo>
                    <a:cubicBezTo>
                      <a:pt x="31" y="706"/>
                      <a:pt x="38" y="701"/>
                      <a:pt x="42" y="694"/>
                    </a:cubicBezTo>
                    <a:cubicBezTo>
                      <a:pt x="84" y="586"/>
                      <a:pt x="92" y="479"/>
                      <a:pt x="100" y="371"/>
                    </a:cubicBezTo>
                    <a:cubicBezTo>
                      <a:pt x="108" y="255"/>
                      <a:pt x="108" y="147"/>
                      <a:pt x="100" y="31"/>
                    </a:cubicBezTo>
                    <a:cubicBezTo>
                      <a:pt x="100" y="10"/>
                      <a:pt x="84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8" name="Google Shape;7138;p21"/>
              <p:cNvSpPr/>
              <p:nvPr/>
            </p:nvSpPr>
            <p:spPr>
              <a:xfrm>
                <a:off x="6090075" y="4170950"/>
                <a:ext cx="11300" cy="11200"/>
              </a:xfrm>
              <a:custGeom>
                <a:rect b="b" l="l" r="r" t="t"/>
                <a:pathLst>
                  <a:path extrusionOk="0" h="448" w="452">
                    <a:moveTo>
                      <a:pt x="418" y="0"/>
                    </a:moveTo>
                    <a:cubicBezTo>
                      <a:pt x="368" y="0"/>
                      <a:pt x="327" y="50"/>
                      <a:pt x="294" y="83"/>
                    </a:cubicBezTo>
                    <a:cubicBezTo>
                      <a:pt x="261" y="116"/>
                      <a:pt x="236" y="149"/>
                      <a:pt x="203" y="183"/>
                    </a:cubicBezTo>
                    <a:cubicBezTo>
                      <a:pt x="136" y="249"/>
                      <a:pt x="78" y="323"/>
                      <a:pt x="20" y="398"/>
                    </a:cubicBezTo>
                    <a:cubicBezTo>
                      <a:pt x="1" y="417"/>
                      <a:pt x="22" y="447"/>
                      <a:pt x="44" y="447"/>
                    </a:cubicBezTo>
                    <a:cubicBezTo>
                      <a:pt x="50" y="447"/>
                      <a:pt x="56" y="445"/>
                      <a:pt x="62" y="439"/>
                    </a:cubicBezTo>
                    <a:cubicBezTo>
                      <a:pt x="136" y="381"/>
                      <a:pt x="203" y="315"/>
                      <a:pt x="269" y="257"/>
                    </a:cubicBezTo>
                    <a:cubicBezTo>
                      <a:pt x="302" y="224"/>
                      <a:pt x="335" y="191"/>
                      <a:pt x="368" y="158"/>
                    </a:cubicBezTo>
                    <a:cubicBezTo>
                      <a:pt x="401" y="125"/>
                      <a:pt x="451" y="83"/>
                      <a:pt x="451" y="33"/>
                    </a:cubicBezTo>
                    <a:cubicBezTo>
                      <a:pt x="451" y="17"/>
                      <a:pt x="435" y="0"/>
                      <a:pt x="41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9" name="Google Shape;7139;p21"/>
              <p:cNvSpPr/>
              <p:nvPr/>
            </p:nvSpPr>
            <p:spPr>
              <a:xfrm>
                <a:off x="6104450" y="4162875"/>
                <a:ext cx="2725" cy="3525"/>
              </a:xfrm>
              <a:custGeom>
                <a:rect b="b" l="l" r="r" t="t"/>
                <a:pathLst>
                  <a:path extrusionOk="0" h="141" w="109">
                    <a:moveTo>
                      <a:pt x="83" y="0"/>
                    </a:moveTo>
                    <a:cubicBezTo>
                      <a:pt x="75" y="0"/>
                      <a:pt x="67" y="8"/>
                      <a:pt x="67" y="8"/>
                    </a:cubicBezTo>
                    <a:cubicBezTo>
                      <a:pt x="58" y="17"/>
                      <a:pt x="58" y="25"/>
                      <a:pt x="50" y="33"/>
                    </a:cubicBezTo>
                    <a:cubicBezTo>
                      <a:pt x="50" y="33"/>
                      <a:pt x="50" y="42"/>
                      <a:pt x="50" y="42"/>
                    </a:cubicBezTo>
                    <a:cubicBezTo>
                      <a:pt x="42" y="42"/>
                      <a:pt x="42" y="50"/>
                      <a:pt x="34" y="58"/>
                    </a:cubicBezTo>
                    <a:cubicBezTo>
                      <a:pt x="28" y="64"/>
                      <a:pt x="22" y="69"/>
                      <a:pt x="17" y="75"/>
                    </a:cubicBezTo>
                    <a:cubicBezTo>
                      <a:pt x="9" y="75"/>
                      <a:pt x="9" y="83"/>
                      <a:pt x="0" y="91"/>
                    </a:cubicBezTo>
                    <a:cubicBezTo>
                      <a:pt x="0" y="108"/>
                      <a:pt x="0" y="116"/>
                      <a:pt x="9" y="124"/>
                    </a:cubicBezTo>
                    <a:cubicBezTo>
                      <a:pt x="17" y="133"/>
                      <a:pt x="25" y="133"/>
                      <a:pt x="34" y="141"/>
                    </a:cubicBezTo>
                    <a:cubicBezTo>
                      <a:pt x="42" y="141"/>
                      <a:pt x="50" y="133"/>
                      <a:pt x="67" y="124"/>
                    </a:cubicBezTo>
                    <a:cubicBezTo>
                      <a:pt x="67" y="124"/>
                      <a:pt x="75" y="116"/>
                      <a:pt x="83" y="108"/>
                    </a:cubicBezTo>
                    <a:cubicBezTo>
                      <a:pt x="83" y="100"/>
                      <a:pt x="92" y="91"/>
                      <a:pt x="100" y="83"/>
                    </a:cubicBezTo>
                    <a:cubicBezTo>
                      <a:pt x="108" y="75"/>
                      <a:pt x="108" y="66"/>
                      <a:pt x="108" y="50"/>
                    </a:cubicBezTo>
                    <a:cubicBezTo>
                      <a:pt x="108" y="42"/>
                      <a:pt x="108" y="33"/>
                      <a:pt x="108" y="25"/>
                    </a:cubicBezTo>
                    <a:cubicBezTo>
                      <a:pt x="108" y="8"/>
                      <a:pt x="108" y="0"/>
                      <a:pt x="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0" name="Google Shape;7140;p21"/>
              <p:cNvSpPr/>
              <p:nvPr/>
            </p:nvSpPr>
            <p:spPr>
              <a:xfrm>
                <a:off x="6112725" y="4153550"/>
                <a:ext cx="2725" cy="3325"/>
              </a:xfrm>
              <a:custGeom>
                <a:rect b="b" l="l" r="r" t="t"/>
                <a:pathLst>
                  <a:path extrusionOk="0" h="133" w="109">
                    <a:moveTo>
                      <a:pt x="84" y="0"/>
                    </a:moveTo>
                    <a:cubicBezTo>
                      <a:pt x="75" y="0"/>
                      <a:pt x="67" y="0"/>
                      <a:pt x="59" y="9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1" y="25"/>
                      <a:pt x="51" y="33"/>
                      <a:pt x="51" y="42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1" y="42"/>
                      <a:pt x="42" y="50"/>
                      <a:pt x="34" y="58"/>
                    </a:cubicBezTo>
                    <a:cubicBezTo>
                      <a:pt x="26" y="67"/>
                      <a:pt x="17" y="75"/>
                      <a:pt x="9" y="83"/>
                    </a:cubicBezTo>
                    <a:cubicBezTo>
                      <a:pt x="9" y="83"/>
                      <a:pt x="10" y="83"/>
                      <a:pt x="10" y="83"/>
                    </a:cubicBezTo>
                    <a:lnTo>
                      <a:pt x="10" y="83"/>
                    </a:lnTo>
                    <a:cubicBezTo>
                      <a:pt x="9" y="85"/>
                      <a:pt x="9" y="87"/>
                      <a:pt x="9" y="91"/>
                    </a:cubicBezTo>
                    <a:lnTo>
                      <a:pt x="1" y="91"/>
                    </a:lnTo>
                    <a:cubicBezTo>
                      <a:pt x="1" y="100"/>
                      <a:pt x="1" y="116"/>
                      <a:pt x="9" y="116"/>
                    </a:cubicBezTo>
                    <a:cubicBezTo>
                      <a:pt x="17" y="125"/>
                      <a:pt x="17" y="125"/>
                      <a:pt x="26" y="133"/>
                    </a:cubicBezTo>
                    <a:cubicBezTo>
                      <a:pt x="34" y="133"/>
                      <a:pt x="42" y="125"/>
                      <a:pt x="51" y="125"/>
                    </a:cubicBezTo>
                    <a:cubicBezTo>
                      <a:pt x="67" y="108"/>
                      <a:pt x="75" y="91"/>
                      <a:pt x="84" y="83"/>
                    </a:cubicBezTo>
                    <a:cubicBezTo>
                      <a:pt x="92" y="67"/>
                      <a:pt x="100" y="58"/>
                      <a:pt x="100" y="50"/>
                    </a:cubicBezTo>
                    <a:cubicBezTo>
                      <a:pt x="109" y="42"/>
                      <a:pt x="109" y="33"/>
                      <a:pt x="100" y="25"/>
                    </a:cubicBezTo>
                    <a:cubicBezTo>
                      <a:pt x="100" y="17"/>
                      <a:pt x="100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1" name="Google Shape;7141;p21"/>
              <p:cNvSpPr/>
              <p:nvPr/>
            </p:nvSpPr>
            <p:spPr>
              <a:xfrm>
                <a:off x="6089850" y="4156375"/>
                <a:ext cx="7525" cy="8400"/>
              </a:xfrm>
              <a:custGeom>
                <a:rect b="b" l="l" r="r" t="t"/>
                <a:pathLst>
                  <a:path extrusionOk="0" h="336" w="301">
                    <a:moveTo>
                      <a:pt x="275" y="0"/>
                    </a:moveTo>
                    <a:cubicBezTo>
                      <a:pt x="270" y="0"/>
                      <a:pt x="265" y="1"/>
                      <a:pt x="261" y="3"/>
                    </a:cubicBezTo>
                    <a:cubicBezTo>
                      <a:pt x="253" y="20"/>
                      <a:pt x="236" y="28"/>
                      <a:pt x="228" y="45"/>
                    </a:cubicBezTo>
                    <a:cubicBezTo>
                      <a:pt x="220" y="53"/>
                      <a:pt x="212" y="70"/>
                      <a:pt x="203" y="78"/>
                    </a:cubicBezTo>
                    <a:cubicBezTo>
                      <a:pt x="187" y="103"/>
                      <a:pt x="162" y="128"/>
                      <a:pt x="145" y="152"/>
                    </a:cubicBezTo>
                    <a:cubicBezTo>
                      <a:pt x="104" y="210"/>
                      <a:pt x="62" y="252"/>
                      <a:pt x="13" y="293"/>
                    </a:cubicBezTo>
                    <a:cubicBezTo>
                      <a:pt x="0" y="312"/>
                      <a:pt x="16" y="335"/>
                      <a:pt x="31" y="335"/>
                    </a:cubicBezTo>
                    <a:cubicBezTo>
                      <a:pt x="37" y="335"/>
                      <a:pt x="42" y="333"/>
                      <a:pt x="46" y="326"/>
                    </a:cubicBezTo>
                    <a:lnTo>
                      <a:pt x="46" y="335"/>
                    </a:lnTo>
                    <a:cubicBezTo>
                      <a:pt x="104" y="285"/>
                      <a:pt x="145" y="244"/>
                      <a:pt x="187" y="194"/>
                    </a:cubicBezTo>
                    <a:cubicBezTo>
                      <a:pt x="212" y="169"/>
                      <a:pt x="228" y="144"/>
                      <a:pt x="253" y="111"/>
                    </a:cubicBezTo>
                    <a:cubicBezTo>
                      <a:pt x="261" y="103"/>
                      <a:pt x="270" y="86"/>
                      <a:pt x="278" y="78"/>
                    </a:cubicBezTo>
                    <a:cubicBezTo>
                      <a:pt x="286" y="61"/>
                      <a:pt x="294" y="45"/>
                      <a:pt x="294" y="28"/>
                    </a:cubicBezTo>
                    <a:cubicBezTo>
                      <a:pt x="301" y="9"/>
                      <a:pt x="288" y="0"/>
                      <a:pt x="2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2" name="Google Shape;7142;p21"/>
              <p:cNvSpPr/>
              <p:nvPr/>
            </p:nvSpPr>
            <p:spPr>
              <a:xfrm>
                <a:off x="6101550" y="4142500"/>
                <a:ext cx="4950" cy="6725"/>
              </a:xfrm>
              <a:custGeom>
                <a:rect b="b" l="l" r="r" t="t"/>
                <a:pathLst>
                  <a:path extrusionOk="0" h="269" w="198">
                    <a:moveTo>
                      <a:pt x="171" y="0"/>
                    </a:moveTo>
                    <a:cubicBezTo>
                      <a:pt x="167" y="0"/>
                      <a:pt x="162" y="1"/>
                      <a:pt x="158" y="3"/>
                    </a:cubicBezTo>
                    <a:cubicBezTo>
                      <a:pt x="150" y="11"/>
                      <a:pt x="141" y="20"/>
                      <a:pt x="133" y="28"/>
                    </a:cubicBezTo>
                    <a:cubicBezTo>
                      <a:pt x="125" y="36"/>
                      <a:pt x="116" y="45"/>
                      <a:pt x="108" y="53"/>
                    </a:cubicBezTo>
                    <a:cubicBezTo>
                      <a:pt x="100" y="69"/>
                      <a:pt x="83" y="94"/>
                      <a:pt x="75" y="111"/>
                    </a:cubicBezTo>
                    <a:cubicBezTo>
                      <a:pt x="50" y="144"/>
                      <a:pt x="34" y="177"/>
                      <a:pt x="9" y="219"/>
                    </a:cubicBezTo>
                    <a:cubicBezTo>
                      <a:pt x="0" y="235"/>
                      <a:pt x="9" y="252"/>
                      <a:pt x="25" y="260"/>
                    </a:cubicBezTo>
                    <a:cubicBezTo>
                      <a:pt x="32" y="266"/>
                      <a:pt x="38" y="269"/>
                      <a:pt x="44" y="269"/>
                    </a:cubicBezTo>
                    <a:cubicBezTo>
                      <a:pt x="53" y="269"/>
                      <a:pt x="62" y="262"/>
                      <a:pt x="67" y="252"/>
                    </a:cubicBezTo>
                    <a:cubicBezTo>
                      <a:pt x="92" y="219"/>
                      <a:pt x="116" y="177"/>
                      <a:pt x="141" y="144"/>
                    </a:cubicBezTo>
                    <a:cubicBezTo>
                      <a:pt x="150" y="127"/>
                      <a:pt x="158" y="111"/>
                      <a:pt x="166" y="94"/>
                    </a:cubicBezTo>
                    <a:cubicBezTo>
                      <a:pt x="174" y="86"/>
                      <a:pt x="183" y="69"/>
                      <a:pt x="183" y="61"/>
                    </a:cubicBezTo>
                    <a:cubicBezTo>
                      <a:pt x="191" y="53"/>
                      <a:pt x="191" y="36"/>
                      <a:pt x="191" y="28"/>
                    </a:cubicBezTo>
                    <a:cubicBezTo>
                      <a:pt x="197" y="9"/>
                      <a:pt x="185" y="0"/>
                      <a:pt x="1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3" name="Google Shape;7143;p21"/>
              <p:cNvSpPr/>
              <p:nvPr/>
            </p:nvSpPr>
            <p:spPr>
              <a:xfrm>
                <a:off x="6211825" y="4155375"/>
                <a:ext cx="23350" cy="13525"/>
              </a:xfrm>
              <a:custGeom>
                <a:rect b="b" l="l" r="r" t="t"/>
                <a:pathLst>
                  <a:path extrusionOk="0" h="541" w="934">
                    <a:moveTo>
                      <a:pt x="46" y="1"/>
                    </a:moveTo>
                    <a:cubicBezTo>
                      <a:pt x="12" y="1"/>
                      <a:pt x="0" y="44"/>
                      <a:pt x="39" y="60"/>
                    </a:cubicBezTo>
                    <a:cubicBezTo>
                      <a:pt x="105" y="85"/>
                      <a:pt x="180" y="126"/>
                      <a:pt x="246" y="159"/>
                    </a:cubicBezTo>
                    <a:cubicBezTo>
                      <a:pt x="312" y="192"/>
                      <a:pt x="387" y="226"/>
                      <a:pt x="453" y="275"/>
                    </a:cubicBezTo>
                    <a:cubicBezTo>
                      <a:pt x="511" y="317"/>
                      <a:pt x="577" y="358"/>
                      <a:pt x="644" y="408"/>
                    </a:cubicBezTo>
                    <a:cubicBezTo>
                      <a:pt x="702" y="449"/>
                      <a:pt x="768" y="524"/>
                      <a:pt x="851" y="540"/>
                    </a:cubicBezTo>
                    <a:cubicBezTo>
                      <a:pt x="900" y="540"/>
                      <a:pt x="934" y="482"/>
                      <a:pt x="925" y="441"/>
                    </a:cubicBezTo>
                    <a:cubicBezTo>
                      <a:pt x="909" y="391"/>
                      <a:pt x="867" y="366"/>
                      <a:pt x="834" y="333"/>
                    </a:cubicBezTo>
                    <a:cubicBezTo>
                      <a:pt x="801" y="308"/>
                      <a:pt x="768" y="284"/>
                      <a:pt x="735" y="267"/>
                    </a:cubicBezTo>
                    <a:cubicBezTo>
                      <a:pt x="660" y="217"/>
                      <a:pt x="594" y="176"/>
                      <a:pt x="511" y="143"/>
                    </a:cubicBezTo>
                    <a:cubicBezTo>
                      <a:pt x="445" y="118"/>
                      <a:pt x="370" y="85"/>
                      <a:pt x="296" y="60"/>
                    </a:cubicBezTo>
                    <a:cubicBezTo>
                      <a:pt x="221" y="27"/>
                      <a:pt x="138" y="18"/>
                      <a:pt x="55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4" name="Google Shape;7144;p21"/>
              <p:cNvSpPr/>
              <p:nvPr/>
            </p:nvSpPr>
            <p:spPr>
              <a:xfrm>
                <a:off x="6232675" y="4157600"/>
                <a:ext cx="8850" cy="7050"/>
              </a:xfrm>
              <a:custGeom>
                <a:rect b="b" l="l" r="r" t="t"/>
                <a:pathLst>
                  <a:path extrusionOk="0" h="282" w="354">
                    <a:moveTo>
                      <a:pt x="42" y="1"/>
                    </a:moveTo>
                    <a:cubicBezTo>
                      <a:pt x="28" y="1"/>
                      <a:pt x="14" y="6"/>
                      <a:pt x="8" y="12"/>
                    </a:cubicBezTo>
                    <a:cubicBezTo>
                      <a:pt x="0" y="29"/>
                      <a:pt x="0" y="54"/>
                      <a:pt x="17" y="70"/>
                    </a:cubicBezTo>
                    <a:lnTo>
                      <a:pt x="149" y="178"/>
                    </a:lnTo>
                    <a:cubicBezTo>
                      <a:pt x="174" y="195"/>
                      <a:pt x="199" y="211"/>
                      <a:pt x="224" y="228"/>
                    </a:cubicBezTo>
                    <a:cubicBezTo>
                      <a:pt x="249" y="244"/>
                      <a:pt x="274" y="261"/>
                      <a:pt x="307" y="277"/>
                    </a:cubicBezTo>
                    <a:cubicBezTo>
                      <a:pt x="311" y="280"/>
                      <a:pt x="315" y="281"/>
                      <a:pt x="319" y="281"/>
                    </a:cubicBezTo>
                    <a:cubicBezTo>
                      <a:pt x="338" y="281"/>
                      <a:pt x="354" y="250"/>
                      <a:pt x="340" y="236"/>
                    </a:cubicBezTo>
                    <a:cubicBezTo>
                      <a:pt x="315" y="211"/>
                      <a:pt x="298" y="195"/>
                      <a:pt x="274" y="170"/>
                    </a:cubicBezTo>
                    <a:cubicBezTo>
                      <a:pt x="257" y="153"/>
                      <a:pt x="224" y="128"/>
                      <a:pt x="199" y="112"/>
                    </a:cubicBezTo>
                    <a:cubicBezTo>
                      <a:pt x="158" y="79"/>
                      <a:pt x="108" y="45"/>
                      <a:pt x="58" y="4"/>
                    </a:cubicBezTo>
                    <a:cubicBezTo>
                      <a:pt x="53" y="2"/>
                      <a:pt x="48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5" name="Google Shape;7145;p21"/>
              <p:cNvSpPr/>
              <p:nvPr/>
            </p:nvSpPr>
            <p:spPr>
              <a:xfrm>
                <a:off x="6204775" y="4137375"/>
                <a:ext cx="21625" cy="6500"/>
              </a:xfrm>
              <a:custGeom>
                <a:rect b="b" l="l" r="r" t="t"/>
                <a:pathLst>
                  <a:path extrusionOk="0" h="260" w="865">
                    <a:moveTo>
                      <a:pt x="48" y="0"/>
                    </a:moveTo>
                    <a:cubicBezTo>
                      <a:pt x="19" y="0"/>
                      <a:pt x="1" y="44"/>
                      <a:pt x="39" y="59"/>
                    </a:cubicBezTo>
                    <a:cubicBezTo>
                      <a:pt x="172" y="100"/>
                      <a:pt x="304" y="134"/>
                      <a:pt x="437" y="167"/>
                    </a:cubicBezTo>
                    <a:cubicBezTo>
                      <a:pt x="503" y="183"/>
                      <a:pt x="561" y="200"/>
                      <a:pt x="627" y="208"/>
                    </a:cubicBezTo>
                    <a:cubicBezTo>
                      <a:pt x="694" y="225"/>
                      <a:pt x="752" y="250"/>
                      <a:pt x="810" y="258"/>
                    </a:cubicBezTo>
                    <a:cubicBezTo>
                      <a:pt x="813" y="259"/>
                      <a:pt x="817" y="259"/>
                      <a:pt x="820" y="259"/>
                    </a:cubicBezTo>
                    <a:cubicBezTo>
                      <a:pt x="847" y="259"/>
                      <a:pt x="865" y="230"/>
                      <a:pt x="843" y="208"/>
                    </a:cubicBezTo>
                    <a:cubicBezTo>
                      <a:pt x="743" y="134"/>
                      <a:pt x="602" y="109"/>
                      <a:pt x="478" y="76"/>
                    </a:cubicBezTo>
                    <a:cubicBezTo>
                      <a:pt x="412" y="59"/>
                      <a:pt x="346" y="42"/>
                      <a:pt x="271" y="34"/>
                    </a:cubicBezTo>
                    <a:cubicBezTo>
                      <a:pt x="205" y="18"/>
                      <a:pt x="130" y="9"/>
                      <a:pt x="56" y="1"/>
                    </a:cubicBezTo>
                    <a:cubicBezTo>
                      <a:pt x="53" y="0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6" name="Google Shape;7146;p21"/>
              <p:cNvSpPr/>
              <p:nvPr/>
            </p:nvSpPr>
            <p:spPr>
              <a:xfrm>
                <a:off x="6237750" y="4150125"/>
                <a:ext cx="11450" cy="11200"/>
              </a:xfrm>
              <a:custGeom>
                <a:rect b="b" l="l" r="r" t="t"/>
                <a:pathLst>
                  <a:path extrusionOk="0" h="448" w="458">
                    <a:moveTo>
                      <a:pt x="39" y="0"/>
                    </a:moveTo>
                    <a:cubicBezTo>
                      <a:pt x="19" y="0"/>
                      <a:pt x="1" y="24"/>
                      <a:pt x="21" y="38"/>
                    </a:cubicBezTo>
                    <a:lnTo>
                      <a:pt x="120" y="146"/>
                    </a:lnTo>
                    <a:cubicBezTo>
                      <a:pt x="153" y="179"/>
                      <a:pt x="187" y="220"/>
                      <a:pt x="228" y="245"/>
                    </a:cubicBezTo>
                    <a:cubicBezTo>
                      <a:pt x="261" y="278"/>
                      <a:pt x="294" y="311"/>
                      <a:pt x="327" y="344"/>
                    </a:cubicBezTo>
                    <a:cubicBezTo>
                      <a:pt x="361" y="378"/>
                      <a:pt x="394" y="419"/>
                      <a:pt x="435" y="444"/>
                    </a:cubicBezTo>
                    <a:cubicBezTo>
                      <a:pt x="437" y="446"/>
                      <a:pt x="440" y="447"/>
                      <a:pt x="443" y="447"/>
                    </a:cubicBezTo>
                    <a:cubicBezTo>
                      <a:pt x="450" y="447"/>
                      <a:pt x="458" y="439"/>
                      <a:pt x="452" y="427"/>
                    </a:cubicBezTo>
                    <a:cubicBezTo>
                      <a:pt x="427" y="386"/>
                      <a:pt x="385" y="361"/>
                      <a:pt x="352" y="328"/>
                    </a:cubicBezTo>
                    <a:cubicBezTo>
                      <a:pt x="319" y="286"/>
                      <a:pt x="286" y="253"/>
                      <a:pt x="253" y="220"/>
                    </a:cubicBezTo>
                    <a:cubicBezTo>
                      <a:pt x="228" y="179"/>
                      <a:pt x="195" y="146"/>
                      <a:pt x="162" y="112"/>
                    </a:cubicBezTo>
                    <a:lnTo>
                      <a:pt x="54" y="5"/>
                    </a:lnTo>
                    <a:cubicBezTo>
                      <a:pt x="49" y="2"/>
                      <a:pt x="44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7" name="Google Shape;7147;p21"/>
              <p:cNvSpPr/>
              <p:nvPr/>
            </p:nvSpPr>
            <p:spPr>
              <a:xfrm>
                <a:off x="6191725" y="4115000"/>
                <a:ext cx="23975" cy="10050"/>
              </a:xfrm>
              <a:custGeom>
                <a:rect b="b" l="l" r="r" t="t"/>
                <a:pathLst>
                  <a:path extrusionOk="0" h="402" w="959">
                    <a:moveTo>
                      <a:pt x="58" y="1"/>
                    </a:moveTo>
                    <a:cubicBezTo>
                      <a:pt x="13" y="1"/>
                      <a:pt x="0" y="84"/>
                      <a:pt x="56" y="92"/>
                    </a:cubicBezTo>
                    <a:cubicBezTo>
                      <a:pt x="205" y="125"/>
                      <a:pt x="346" y="167"/>
                      <a:pt x="486" y="225"/>
                    </a:cubicBezTo>
                    <a:cubicBezTo>
                      <a:pt x="553" y="250"/>
                      <a:pt x="619" y="283"/>
                      <a:pt x="685" y="316"/>
                    </a:cubicBezTo>
                    <a:cubicBezTo>
                      <a:pt x="744" y="346"/>
                      <a:pt x="810" y="401"/>
                      <a:pt x="882" y="401"/>
                    </a:cubicBezTo>
                    <a:cubicBezTo>
                      <a:pt x="891" y="401"/>
                      <a:pt x="900" y="401"/>
                      <a:pt x="909" y="399"/>
                    </a:cubicBezTo>
                    <a:cubicBezTo>
                      <a:pt x="934" y="391"/>
                      <a:pt x="959" y="349"/>
                      <a:pt x="950" y="324"/>
                    </a:cubicBezTo>
                    <a:cubicBezTo>
                      <a:pt x="926" y="250"/>
                      <a:pt x="826" y="208"/>
                      <a:pt x="760" y="175"/>
                    </a:cubicBezTo>
                    <a:cubicBezTo>
                      <a:pt x="685" y="142"/>
                      <a:pt x="611" y="117"/>
                      <a:pt x="528" y="92"/>
                    </a:cubicBezTo>
                    <a:cubicBezTo>
                      <a:pt x="379" y="43"/>
                      <a:pt x="221" y="9"/>
                      <a:pt x="64" y="1"/>
                    </a:cubicBezTo>
                    <a:cubicBezTo>
                      <a:pt x="62" y="1"/>
                      <a:pt x="60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8" name="Google Shape;7148;p21"/>
              <p:cNvSpPr/>
              <p:nvPr/>
            </p:nvSpPr>
            <p:spPr>
              <a:xfrm>
                <a:off x="6229550" y="4131125"/>
                <a:ext cx="8100" cy="7275"/>
              </a:xfrm>
              <a:custGeom>
                <a:rect b="b" l="l" r="r" t="t"/>
                <a:pathLst>
                  <a:path extrusionOk="0" h="291" w="324">
                    <a:moveTo>
                      <a:pt x="70" y="0"/>
                    </a:moveTo>
                    <a:cubicBezTo>
                      <a:pt x="55" y="0"/>
                      <a:pt x="38" y="7"/>
                      <a:pt x="26" y="19"/>
                    </a:cubicBezTo>
                    <a:cubicBezTo>
                      <a:pt x="9" y="36"/>
                      <a:pt x="1" y="77"/>
                      <a:pt x="26" y="94"/>
                    </a:cubicBezTo>
                    <a:lnTo>
                      <a:pt x="84" y="143"/>
                    </a:lnTo>
                    <a:cubicBezTo>
                      <a:pt x="100" y="160"/>
                      <a:pt x="117" y="176"/>
                      <a:pt x="133" y="193"/>
                    </a:cubicBezTo>
                    <a:lnTo>
                      <a:pt x="158" y="210"/>
                    </a:lnTo>
                    <a:cubicBezTo>
                      <a:pt x="158" y="210"/>
                      <a:pt x="167" y="218"/>
                      <a:pt x="167" y="218"/>
                    </a:cubicBezTo>
                    <a:cubicBezTo>
                      <a:pt x="175" y="226"/>
                      <a:pt x="183" y="234"/>
                      <a:pt x="191" y="234"/>
                    </a:cubicBezTo>
                    <a:cubicBezTo>
                      <a:pt x="216" y="259"/>
                      <a:pt x="233" y="268"/>
                      <a:pt x="258" y="284"/>
                    </a:cubicBezTo>
                    <a:cubicBezTo>
                      <a:pt x="266" y="288"/>
                      <a:pt x="276" y="290"/>
                      <a:pt x="286" y="290"/>
                    </a:cubicBezTo>
                    <a:cubicBezTo>
                      <a:pt x="295" y="290"/>
                      <a:pt x="303" y="288"/>
                      <a:pt x="307" y="284"/>
                    </a:cubicBezTo>
                    <a:cubicBezTo>
                      <a:pt x="316" y="268"/>
                      <a:pt x="324" y="251"/>
                      <a:pt x="316" y="234"/>
                    </a:cubicBezTo>
                    <a:cubicBezTo>
                      <a:pt x="299" y="210"/>
                      <a:pt x="283" y="193"/>
                      <a:pt x="266" y="168"/>
                    </a:cubicBezTo>
                    <a:cubicBezTo>
                      <a:pt x="258" y="160"/>
                      <a:pt x="249" y="152"/>
                      <a:pt x="241" y="143"/>
                    </a:cubicBezTo>
                    <a:cubicBezTo>
                      <a:pt x="233" y="135"/>
                      <a:pt x="225" y="127"/>
                      <a:pt x="216" y="118"/>
                    </a:cubicBezTo>
                    <a:cubicBezTo>
                      <a:pt x="200" y="102"/>
                      <a:pt x="183" y="85"/>
                      <a:pt x="167" y="69"/>
                    </a:cubicBezTo>
                    <a:cubicBezTo>
                      <a:pt x="150" y="52"/>
                      <a:pt x="125" y="36"/>
                      <a:pt x="109" y="19"/>
                    </a:cubicBezTo>
                    <a:cubicBezTo>
                      <a:pt x="100" y="7"/>
                      <a:pt x="86" y="0"/>
                      <a:pt x="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9" name="Google Shape;7149;p21"/>
              <p:cNvSpPr/>
              <p:nvPr/>
            </p:nvSpPr>
            <p:spPr>
              <a:xfrm>
                <a:off x="6121225" y="4141500"/>
                <a:ext cx="5625" cy="6175"/>
              </a:xfrm>
              <a:custGeom>
                <a:rect b="b" l="l" r="r" t="t"/>
                <a:pathLst>
                  <a:path extrusionOk="0" h="247" w="225">
                    <a:moveTo>
                      <a:pt x="192" y="0"/>
                    </a:moveTo>
                    <a:cubicBezTo>
                      <a:pt x="180" y="0"/>
                      <a:pt x="168" y="5"/>
                      <a:pt x="158" y="10"/>
                    </a:cubicBezTo>
                    <a:cubicBezTo>
                      <a:pt x="141" y="10"/>
                      <a:pt x="125" y="18"/>
                      <a:pt x="117" y="27"/>
                    </a:cubicBezTo>
                    <a:cubicBezTo>
                      <a:pt x="117" y="35"/>
                      <a:pt x="108" y="43"/>
                      <a:pt x="108" y="51"/>
                    </a:cubicBezTo>
                    <a:cubicBezTo>
                      <a:pt x="92" y="60"/>
                      <a:pt x="83" y="76"/>
                      <a:pt x="75" y="85"/>
                    </a:cubicBezTo>
                    <a:lnTo>
                      <a:pt x="9" y="159"/>
                    </a:lnTo>
                    <a:cubicBezTo>
                      <a:pt x="1" y="167"/>
                      <a:pt x="1" y="184"/>
                      <a:pt x="1" y="192"/>
                    </a:cubicBezTo>
                    <a:cubicBezTo>
                      <a:pt x="1" y="209"/>
                      <a:pt x="1" y="225"/>
                      <a:pt x="9" y="234"/>
                    </a:cubicBezTo>
                    <a:lnTo>
                      <a:pt x="17" y="234"/>
                    </a:lnTo>
                    <a:cubicBezTo>
                      <a:pt x="25" y="242"/>
                      <a:pt x="38" y="246"/>
                      <a:pt x="51" y="246"/>
                    </a:cubicBezTo>
                    <a:cubicBezTo>
                      <a:pt x="65" y="246"/>
                      <a:pt x="79" y="242"/>
                      <a:pt x="92" y="234"/>
                    </a:cubicBezTo>
                    <a:cubicBezTo>
                      <a:pt x="108" y="209"/>
                      <a:pt x="133" y="184"/>
                      <a:pt x="158" y="159"/>
                    </a:cubicBezTo>
                    <a:cubicBezTo>
                      <a:pt x="166" y="151"/>
                      <a:pt x="175" y="134"/>
                      <a:pt x="191" y="126"/>
                    </a:cubicBezTo>
                    <a:cubicBezTo>
                      <a:pt x="191" y="118"/>
                      <a:pt x="199" y="109"/>
                      <a:pt x="199" y="109"/>
                    </a:cubicBezTo>
                    <a:cubicBezTo>
                      <a:pt x="208" y="101"/>
                      <a:pt x="216" y="85"/>
                      <a:pt x="224" y="76"/>
                    </a:cubicBezTo>
                    <a:lnTo>
                      <a:pt x="224" y="68"/>
                    </a:lnTo>
                    <a:cubicBezTo>
                      <a:pt x="224" y="60"/>
                      <a:pt x="224" y="51"/>
                      <a:pt x="224" y="43"/>
                    </a:cubicBezTo>
                    <a:cubicBezTo>
                      <a:pt x="224" y="27"/>
                      <a:pt x="224" y="18"/>
                      <a:pt x="216" y="10"/>
                    </a:cubicBezTo>
                    <a:cubicBezTo>
                      <a:pt x="209" y="3"/>
                      <a:pt x="200" y="0"/>
                      <a:pt x="1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0" name="Google Shape;7150;p21"/>
              <p:cNvSpPr/>
              <p:nvPr/>
            </p:nvSpPr>
            <p:spPr>
              <a:xfrm>
                <a:off x="6129500" y="4132550"/>
                <a:ext cx="2925" cy="3825"/>
              </a:xfrm>
              <a:custGeom>
                <a:rect b="b" l="l" r="r" t="t"/>
                <a:pathLst>
                  <a:path extrusionOk="0" h="153" w="117">
                    <a:moveTo>
                      <a:pt x="89" y="0"/>
                    </a:moveTo>
                    <a:cubicBezTo>
                      <a:pt x="84" y="0"/>
                      <a:pt x="80" y="1"/>
                      <a:pt x="76" y="3"/>
                    </a:cubicBezTo>
                    <a:cubicBezTo>
                      <a:pt x="67" y="3"/>
                      <a:pt x="67" y="12"/>
                      <a:pt x="59" y="12"/>
                    </a:cubicBezTo>
                    <a:cubicBezTo>
                      <a:pt x="51" y="20"/>
                      <a:pt x="51" y="20"/>
                      <a:pt x="42" y="28"/>
                    </a:cubicBezTo>
                    <a:cubicBezTo>
                      <a:pt x="42" y="28"/>
                      <a:pt x="42" y="37"/>
                      <a:pt x="42" y="37"/>
                    </a:cubicBezTo>
                    <a:lnTo>
                      <a:pt x="34" y="45"/>
                    </a:lnTo>
                    <a:lnTo>
                      <a:pt x="9" y="86"/>
                    </a:lnTo>
                    <a:cubicBezTo>
                      <a:pt x="1" y="95"/>
                      <a:pt x="1" y="111"/>
                      <a:pt x="1" y="119"/>
                    </a:cubicBezTo>
                    <a:cubicBezTo>
                      <a:pt x="1" y="128"/>
                      <a:pt x="9" y="144"/>
                      <a:pt x="26" y="144"/>
                    </a:cubicBezTo>
                    <a:lnTo>
                      <a:pt x="18" y="144"/>
                    </a:lnTo>
                    <a:cubicBezTo>
                      <a:pt x="34" y="153"/>
                      <a:pt x="42" y="153"/>
                      <a:pt x="59" y="153"/>
                    </a:cubicBezTo>
                    <a:cubicBezTo>
                      <a:pt x="67" y="153"/>
                      <a:pt x="76" y="144"/>
                      <a:pt x="84" y="128"/>
                    </a:cubicBezTo>
                    <a:cubicBezTo>
                      <a:pt x="92" y="119"/>
                      <a:pt x="92" y="103"/>
                      <a:pt x="100" y="86"/>
                    </a:cubicBezTo>
                    <a:cubicBezTo>
                      <a:pt x="109" y="86"/>
                      <a:pt x="109" y="78"/>
                      <a:pt x="109" y="78"/>
                    </a:cubicBezTo>
                    <a:cubicBezTo>
                      <a:pt x="109" y="78"/>
                      <a:pt x="109" y="70"/>
                      <a:pt x="109" y="70"/>
                    </a:cubicBezTo>
                    <a:cubicBezTo>
                      <a:pt x="117" y="61"/>
                      <a:pt x="117" y="53"/>
                      <a:pt x="117" y="45"/>
                    </a:cubicBezTo>
                    <a:lnTo>
                      <a:pt x="117" y="28"/>
                    </a:lnTo>
                    <a:cubicBezTo>
                      <a:pt x="117" y="10"/>
                      <a:pt x="103" y="0"/>
                      <a:pt x="8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1" name="Google Shape;7151;p21"/>
              <p:cNvSpPr/>
              <p:nvPr/>
            </p:nvSpPr>
            <p:spPr>
              <a:xfrm>
                <a:off x="6109825" y="4127725"/>
                <a:ext cx="7225" cy="6800"/>
              </a:xfrm>
              <a:custGeom>
                <a:rect b="b" l="l" r="r" t="t"/>
                <a:pathLst>
                  <a:path extrusionOk="0" h="272" w="289">
                    <a:moveTo>
                      <a:pt x="261" y="0"/>
                    </a:moveTo>
                    <a:cubicBezTo>
                      <a:pt x="257" y="0"/>
                      <a:pt x="253" y="2"/>
                      <a:pt x="249" y="6"/>
                    </a:cubicBezTo>
                    <a:cubicBezTo>
                      <a:pt x="241" y="14"/>
                      <a:pt x="233" y="22"/>
                      <a:pt x="216" y="22"/>
                    </a:cubicBezTo>
                    <a:cubicBezTo>
                      <a:pt x="208" y="31"/>
                      <a:pt x="200" y="39"/>
                      <a:pt x="191" y="56"/>
                    </a:cubicBezTo>
                    <a:cubicBezTo>
                      <a:pt x="167" y="72"/>
                      <a:pt x="150" y="80"/>
                      <a:pt x="133" y="97"/>
                    </a:cubicBezTo>
                    <a:cubicBezTo>
                      <a:pt x="133" y="105"/>
                      <a:pt x="125" y="105"/>
                      <a:pt x="125" y="105"/>
                    </a:cubicBezTo>
                    <a:lnTo>
                      <a:pt x="117" y="105"/>
                    </a:lnTo>
                    <a:cubicBezTo>
                      <a:pt x="117" y="114"/>
                      <a:pt x="117" y="114"/>
                      <a:pt x="117" y="114"/>
                    </a:cubicBezTo>
                    <a:lnTo>
                      <a:pt x="109" y="114"/>
                    </a:lnTo>
                    <a:cubicBezTo>
                      <a:pt x="100" y="122"/>
                      <a:pt x="84" y="130"/>
                      <a:pt x="75" y="138"/>
                    </a:cubicBezTo>
                    <a:cubicBezTo>
                      <a:pt x="51" y="155"/>
                      <a:pt x="34" y="172"/>
                      <a:pt x="17" y="188"/>
                    </a:cubicBezTo>
                    <a:cubicBezTo>
                      <a:pt x="9" y="196"/>
                      <a:pt x="1" y="213"/>
                      <a:pt x="1" y="221"/>
                    </a:cubicBezTo>
                    <a:cubicBezTo>
                      <a:pt x="1" y="230"/>
                      <a:pt x="9" y="246"/>
                      <a:pt x="9" y="254"/>
                    </a:cubicBezTo>
                    <a:cubicBezTo>
                      <a:pt x="19" y="265"/>
                      <a:pt x="33" y="272"/>
                      <a:pt x="47" y="272"/>
                    </a:cubicBezTo>
                    <a:cubicBezTo>
                      <a:pt x="56" y="272"/>
                      <a:pt x="66" y="269"/>
                      <a:pt x="75" y="263"/>
                    </a:cubicBezTo>
                    <a:cubicBezTo>
                      <a:pt x="92" y="246"/>
                      <a:pt x="117" y="230"/>
                      <a:pt x="142" y="213"/>
                    </a:cubicBezTo>
                    <a:cubicBezTo>
                      <a:pt x="158" y="196"/>
                      <a:pt x="175" y="180"/>
                      <a:pt x="191" y="163"/>
                    </a:cubicBezTo>
                    <a:cubicBezTo>
                      <a:pt x="208" y="138"/>
                      <a:pt x="225" y="122"/>
                      <a:pt x="241" y="105"/>
                    </a:cubicBezTo>
                    <a:cubicBezTo>
                      <a:pt x="249" y="97"/>
                      <a:pt x="258" y="80"/>
                      <a:pt x="266" y="72"/>
                    </a:cubicBezTo>
                    <a:cubicBezTo>
                      <a:pt x="266" y="64"/>
                      <a:pt x="274" y="47"/>
                      <a:pt x="283" y="39"/>
                    </a:cubicBezTo>
                    <a:cubicBezTo>
                      <a:pt x="289" y="20"/>
                      <a:pt x="275" y="0"/>
                      <a:pt x="2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2" name="Google Shape;7152;p21"/>
              <p:cNvSpPr/>
              <p:nvPr/>
            </p:nvSpPr>
            <p:spPr>
              <a:xfrm>
                <a:off x="6198075" y="4186600"/>
                <a:ext cx="4175" cy="20750"/>
              </a:xfrm>
              <a:custGeom>
                <a:rect b="b" l="l" r="r" t="t"/>
                <a:pathLst>
                  <a:path extrusionOk="0" h="830" w="167">
                    <a:moveTo>
                      <a:pt x="44" y="1"/>
                    </a:moveTo>
                    <a:cubicBezTo>
                      <a:pt x="30" y="1"/>
                      <a:pt x="17" y="8"/>
                      <a:pt x="17" y="20"/>
                    </a:cubicBezTo>
                    <a:cubicBezTo>
                      <a:pt x="0" y="45"/>
                      <a:pt x="0" y="70"/>
                      <a:pt x="9" y="103"/>
                    </a:cubicBezTo>
                    <a:cubicBezTo>
                      <a:pt x="9" y="136"/>
                      <a:pt x="9" y="170"/>
                      <a:pt x="17" y="203"/>
                    </a:cubicBezTo>
                    <a:cubicBezTo>
                      <a:pt x="25" y="269"/>
                      <a:pt x="34" y="327"/>
                      <a:pt x="42" y="393"/>
                    </a:cubicBezTo>
                    <a:cubicBezTo>
                      <a:pt x="50" y="526"/>
                      <a:pt x="58" y="658"/>
                      <a:pt x="58" y="783"/>
                    </a:cubicBezTo>
                    <a:cubicBezTo>
                      <a:pt x="54" y="815"/>
                      <a:pt x="74" y="829"/>
                      <a:pt x="96" y="829"/>
                    </a:cubicBezTo>
                    <a:cubicBezTo>
                      <a:pt x="119" y="829"/>
                      <a:pt x="145" y="813"/>
                      <a:pt x="150" y="783"/>
                    </a:cubicBezTo>
                    <a:cubicBezTo>
                      <a:pt x="166" y="650"/>
                      <a:pt x="166" y="518"/>
                      <a:pt x="158" y="377"/>
                    </a:cubicBezTo>
                    <a:cubicBezTo>
                      <a:pt x="150" y="310"/>
                      <a:pt x="141" y="244"/>
                      <a:pt x="133" y="178"/>
                    </a:cubicBezTo>
                    <a:cubicBezTo>
                      <a:pt x="116" y="128"/>
                      <a:pt x="108" y="45"/>
                      <a:pt x="58" y="4"/>
                    </a:cubicBezTo>
                    <a:cubicBezTo>
                      <a:pt x="54" y="2"/>
                      <a:pt x="49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3" name="Google Shape;7153;p21"/>
              <p:cNvSpPr/>
              <p:nvPr/>
            </p:nvSpPr>
            <p:spPr>
              <a:xfrm>
                <a:off x="6138825" y="4202975"/>
                <a:ext cx="5200" cy="11550"/>
              </a:xfrm>
              <a:custGeom>
                <a:rect b="b" l="l" r="r" t="t"/>
                <a:pathLst>
                  <a:path extrusionOk="0" h="462" w="208">
                    <a:moveTo>
                      <a:pt x="175" y="0"/>
                    </a:moveTo>
                    <a:cubicBezTo>
                      <a:pt x="161" y="0"/>
                      <a:pt x="146" y="9"/>
                      <a:pt x="142" y="28"/>
                    </a:cubicBezTo>
                    <a:cubicBezTo>
                      <a:pt x="125" y="95"/>
                      <a:pt x="108" y="153"/>
                      <a:pt x="92" y="219"/>
                    </a:cubicBezTo>
                    <a:cubicBezTo>
                      <a:pt x="75" y="285"/>
                      <a:pt x="50" y="351"/>
                      <a:pt x="17" y="409"/>
                    </a:cubicBezTo>
                    <a:cubicBezTo>
                      <a:pt x="1" y="437"/>
                      <a:pt x="25" y="462"/>
                      <a:pt x="51" y="462"/>
                    </a:cubicBezTo>
                    <a:cubicBezTo>
                      <a:pt x="63" y="462"/>
                      <a:pt x="76" y="456"/>
                      <a:pt x="84" y="443"/>
                    </a:cubicBezTo>
                    <a:cubicBezTo>
                      <a:pt x="117" y="385"/>
                      <a:pt x="150" y="318"/>
                      <a:pt x="175" y="244"/>
                    </a:cubicBezTo>
                    <a:cubicBezTo>
                      <a:pt x="200" y="177"/>
                      <a:pt x="208" y="103"/>
                      <a:pt x="208" y="28"/>
                    </a:cubicBezTo>
                    <a:cubicBezTo>
                      <a:pt x="208" y="11"/>
                      <a:pt x="192" y="0"/>
                      <a:pt x="1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4" name="Google Shape;7154;p21"/>
              <p:cNvSpPr/>
              <p:nvPr/>
            </p:nvSpPr>
            <p:spPr>
              <a:xfrm>
                <a:off x="6158625" y="4203800"/>
                <a:ext cx="6325" cy="10425"/>
              </a:xfrm>
              <a:custGeom>
                <a:rect b="b" l="l" r="r" t="t"/>
                <a:pathLst>
                  <a:path extrusionOk="0" h="417" w="253">
                    <a:moveTo>
                      <a:pt x="211" y="0"/>
                    </a:moveTo>
                    <a:cubicBezTo>
                      <a:pt x="202" y="0"/>
                      <a:pt x="192" y="6"/>
                      <a:pt x="186" y="12"/>
                    </a:cubicBezTo>
                    <a:cubicBezTo>
                      <a:pt x="170" y="20"/>
                      <a:pt x="170" y="37"/>
                      <a:pt x="162" y="62"/>
                    </a:cubicBezTo>
                    <a:cubicBezTo>
                      <a:pt x="162" y="78"/>
                      <a:pt x="153" y="86"/>
                      <a:pt x="153" y="103"/>
                    </a:cubicBezTo>
                    <a:cubicBezTo>
                      <a:pt x="145" y="136"/>
                      <a:pt x="137" y="169"/>
                      <a:pt x="128" y="202"/>
                    </a:cubicBezTo>
                    <a:cubicBezTo>
                      <a:pt x="104" y="260"/>
                      <a:pt x="70" y="318"/>
                      <a:pt x="21" y="360"/>
                    </a:cubicBezTo>
                    <a:cubicBezTo>
                      <a:pt x="1" y="380"/>
                      <a:pt x="18" y="416"/>
                      <a:pt x="44" y="416"/>
                    </a:cubicBezTo>
                    <a:cubicBezTo>
                      <a:pt x="50" y="416"/>
                      <a:pt x="56" y="414"/>
                      <a:pt x="62" y="410"/>
                    </a:cubicBezTo>
                    <a:cubicBezTo>
                      <a:pt x="120" y="368"/>
                      <a:pt x="178" y="310"/>
                      <a:pt x="211" y="236"/>
                    </a:cubicBezTo>
                    <a:cubicBezTo>
                      <a:pt x="228" y="202"/>
                      <a:pt x="236" y="169"/>
                      <a:pt x="244" y="128"/>
                    </a:cubicBezTo>
                    <a:cubicBezTo>
                      <a:pt x="253" y="111"/>
                      <a:pt x="253" y="86"/>
                      <a:pt x="253" y="70"/>
                    </a:cubicBezTo>
                    <a:cubicBezTo>
                      <a:pt x="253" y="53"/>
                      <a:pt x="253" y="45"/>
                      <a:pt x="244" y="28"/>
                    </a:cubicBezTo>
                    <a:cubicBezTo>
                      <a:pt x="236" y="20"/>
                      <a:pt x="228" y="12"/>
                      <a:pt x="220" y="4"/>
                    </a:cubicBezTo>
                    <a:cubicBezTo>
                      <a:pt x="217" y="1"/>
                      <a:pt x="214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5" name="Google Shape;7155;p21"/>
              <p:cNvSpPr/>
              <p:nvPr/>
            </p:nvSpPr>
            <p:spPr>
              <a:xfrm>
                <a:off x="6168050" y="4208425"/>
                <a:ext cx="3125" cy="6450"/>
              </a:xfrm>
              <a:custGeom>
                <a:rect b="b" l="l" r="r" t="t"/>
                <a:pathLst>
                  <a:path extrusionOk="0" h="258" w="125">
                    <a:moveTo>
                      <a:pt x="108" y="1"/>
                    </a:moveTo>
                    <a:cubicBezTo>
                      <a:pt x="99" y="1"/>
                      <a:pt x="91" y="1"/>
                      <a:pt x="83" y="9"/>
                    </a:cubicBezTo>
                    <a:cubicBezTo>
                      <a:pt x="75" y="17"/>
                      <a:pt x="66" y="26"/>
                      <a:pt x="66" y="34"/>
                    </a:cubicBezTo>
                    <a:cubicBezTo>
                      <a:pt x="58" y="42"/>
                      <a:pt x="58" y="51"/>
                      <a:pt x="50" y="59"/>
                    </a:cubicBezTo>
                    <a:cubicBezTo>
                      <a:pt x="41" y="75"/>
                      <a:pt x="41" y="92"/>
                      <a:pt x="33" y="109"/>
                    </a:cubicBezTo>
                    <a:cubicBezTo>
                      <a:pt x="25" y="142"/>
                      <a:pt x="17" y="175"/>
                      <a:pt x="0" y="216"/>
                    </a:cubicBezTo>
                    <a:cubicBezTo>
                      <a:pt x="0" y="233"/>
                      <a:pt x="8" y="249"/>
                      <a:pt x="25" y="258"/>
                    </a:cubicBezTo>
                    <a:lnTo>
                      <a:pt x="25" y="249"/>
                    </a:lnTo>
                    <a:cubicBezTo>
                      <a:pt x="29" y="252"/>
                      <a:pt x="34" y="253"/>
                      <a:pt x="38" y="253"/>
                    </a:cubicBezTo>
                    <a:cubicBezTo>
                      <a:pt x="50" y="253"/>
                      <a:pt x="60" y="245"/>
                      <a:pt x="66" y="233"/>
                    </a:cubicBezTo>
                    <a:lnTo>
                      <a:pt x="99" y="133"/>
                    </a:lnTo>
                    <a:cubicBezTo>
                      <a:pt x="108" y="117"/>
                      <a:pt x="108" y="100"/>
                      <a:pt x="116" y="84"/>
                    </a:cubicBezTo>
                    <a:cubicBezTo>
                      <a:pt x="116" y="75"/>
                      <a:pt x="116" y="67"/>
                      <a:pt x="116" y="51"/>
                    </a:cubicBezTo>
                    <a:cubicBezTo>
                      <a:pt x="124" y="42"/>
                      <a:pt x="116" y="34"/>
                      <a:pt x="116" y="26"/>
                    </a:cubicBezTo>
                    <a:cubicBezTo>
                      <a:pt x="116" y="17"/>
                      <a:pt x="116" y="9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6" name="Google Shape;7156;p21"/>
              <p:cNvSpPr/>
              <p:nvPr/>
            </p:nvSpPr>
            <p:spPr>
              <a:xfrm>
                <a:off x="6174250" y="4208475"/>
                <a:ext cx="2925" cy="6700"/>
              </a:xfrm>
              <a:custGeom>
                <a:rect b="b" l="l" r="r" t="t"/>
                <a:pathLst>
                  <a:path extrusionOk="0" h="268" w="117">
                    <a:moveTo>
                      <a:pt x="94" y="0"/>
                    </a:moveTo>
                    <a:cubicBezTo>
                      <a:pt x="86" y="0"/>
                      <a:pt x="79" y="5"/>
                      <a:pt x="75" y="15"/>
                    </a:cubicBezTo>
                    <a:cubicBezTo>
                      <a:pt x="59" y="49"/>
                      <a:pt x="50" y="82"/>
                      <a:pt x="34" y="123"/>
                    </a:cubicBezTo>
                    <a:cubicBezTo>
                      <a:pt x="25" y="156"/>
                      <a:pt x="17" y="189"/>
                      <a:pt x="1" y="231"/>
                    </a:cubicBezTo>
                    <a:cubicBezTo>
                      <a:pt x="1" y="239"/>
                      <a:pt x="9" y="264"/>
                      <a:pt x="25" y="264"/>
                    </a:cubicBezTo>
                    <a:cubicBezTo>
                      <a:pt x="30" y="266"/>
                      <a:pt x="34" y="267"/>
                      <a:pt x="38" y="267"/>
                    </a:cubicBezTo>
                    <a:cubicBezTo>
                      <a:pt x="50" y="267"/>
                      <a:pt x="59" y="260"/>
                      <a:pt x="59" y="247"/>
                    </a:cubicBezTo>
                    <a:cubicBezTo>
                      <a:pt x="75" y="206"/>
                      <a:pt x="83" y="173"/>
                      <a:pt x="92" y="131"/>
                    </a:cubicBezTo>
                    <a:cubicBezTo>
                      <a:pt x="100" y="115"/>
                      <a:pt x="100" y="98"/>
                      <a:pt x="108" y="82"/>
                    </a:cubicBezTo>
                    <a:cubicBezTo>
                      <a:pt x="108" y="73"/>
                      <a:pt x="108" y="65"/>
                      <a:pt x="117" y="57"/>
                    </a:cubicBezTo>
                    <a:cubicBezTo>
                      <a:pt x="117" y="40"/>
                      <a:pt x="117" y="32"/>
                      <a:pt x="117" y="24"/>
                    </a:cubicBezTo>
                    <a:cubicBezTo>
                      <a:pt x="117" y="9"/>
                      <a:pt x="105" y="0"/>
                      <a:pt x="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7" name="Google Shape;7157;p21"/>
              <p:cNvSpPr/>
              <p:nvPr/>
            </p:nvSpPr>
            <p:spPr>
              <a:xfrm>
                <a:off x="6184400" y="4211375"/>
                <a:ext cx="225" cy="1025"/>
              </a:xfrm>
              <a:custGeom>
                <a:rect b="b" l="l" r="r" t="t"/>
                <a:pathLst>
                  <a:path extrusionOk="0" h="41" w="9">
                    <a:moveTo>
                      <a:pt x="5" y="1"/>
                    </a:moveTo>
                    <a:cubicBezTo>
                      <a:pt x="3" y="1"/>
                      <a:pt x="1" y="3"/>
                      <a:pt x="1" y="7"/>
                    </a:cubicBezTo>
                    <a:lnTo>
                      <a:pt x="1" y="40"/>
                    </a:lnTo>
                    <a:lnTo>
                      <a:pt x="9" y="40"/>
                    </a:lnTo>
                    <a:lnTo>
                      <a:pt x="9" y="7"/>
                    </a:lnTo>
                    <a:cubicBezTo>
                      <a:pt x="9" y="3"/>
                      <a:pt x="7" y="1"/>
                      <a:pt x="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8" name="Google Shape;7158;p21"/>
              <p:cNvSpPr/>
              <p:nvPr/>
            </p:nvSpPr>
            <p:spPr>
              <a:xfrm>
                <a:off x="6110025" y="4240450"/>
                <a:ext cx="81975" cy="16050"/>
              </a:xfrm>
              <a:custGeom>
                <a:rect b="b" l="l" r="r" t="t"/>
                <a:pathLst>
                  <a:path extrusionOk="0" h="642" w="3279">
                    <a:moveTo>
                      <a:pt x="3211" y="0"/>
                    </a:moveTo>
                    <a:cubicBezTo>
                      <a:pt x="3204" y="0"/>
                      <a:pt x="3197" y="2"/>
                      <a:pt x="3191" y="4"/>
                    </a:cubicBezTo>
                    <a:cubicBezTo>
                      <a:pt x="3075" y="70"/>
                      <a:pt x="2967" y="137"/>
                      <a:pt x="2843" y="195"/>
                    </a:cubicBezTo>
                    <a:cubicBezTo>
                      <a:pt x="2719" y="261"/>
                      <a:pt x="2594" y="302"/>
                      <a:pt x="2462" y="336"/>
                    </a:cubicBezTo>
                    <a:cubicBezTo>
                      <a:pt x="2205" y="410"/>
                      <a:pt x="1940" y="452"/>
                      <a:pt x="1675" y="460"/>
                    </a:cubicBezTo>
                    <a:cubicBezTo>
                      <a:pt x="1654" y="460"/>
                      <a:pt x="1633" y="460"/>
                      <a:pt x="1612" y="460"/>
                    </a:cubicBezTo>
                    <a:cubicBezTo>
                      <a:pt x="1086" y="460"/>
                      <a:pt x="562" y="360"/>
                      <a:pt x="92" y="128"/>
                    </a:cubicBezTo>
                    <a:cubicBezTo>
                      <a:pt x="85" y="125"/>
                      <a:pt x="78" y="123"/>
                      <a:pt x="72" y="123"/>
                    </a:cubicBezTo>
                    <a:cubicBezTo>
                      <a:pt x="31" y="123"/>
                      <a:pt x="1" y="183"/>
                      <a:pt x="51" y="211"/>
                    </a:cubicBezTo>
                    <a:cubicBezTo>
                      <a:pt x="538" y="493"/>
                      <a:pt x="1088" y="642"/>
                      <a:pt x="1640" y="642"/>
                    </a:cubicBezTo>
                    <a:cubicBezTo>
                      <a:pt x="1981" y="642"/>
                      <a:pt x="2324" y="585"/>
                      <a:pt x="2652" y="468"/>
                    </a:cubicBezTo>
                    <a:cubicBezTo>
                      <a:pt x="2876" y="394"/>
                      <a:pt x="3125" y="278"/>
                      <a:pt x="3257" y="70"/>
                    </a:cubicBezTo>
                    <a:cubicBezTo>
                      <a:pt x="3278" y="35"/>
                      <a:pt x="3246" y="0"/>
                      <a:pt x="3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9" name="Google Shape;7159;p21"/>
              <p:cNvSpPr/>
              <p:nvPr/>
            </p:nvSpPr>
            <p:spPr>
              <a:xfrm>
                <a:off x="6182500" y="4245275"/>
                <a:ext cx="11200" cy="6825"/>
              </a:xfrm>
              <a:custGeom>
                <a:rect b="b" l="l" r="r" t="t"/>
                <a:pathLst>
                  <a:path extrusionOk="0" h="273" w="448">
                    <a:moveTo>
                      <a:pt x="399" y="1"/>
                    </a:moveTo>
                    <a:cubicBezTo>
                      <a:pt x="396" y="1"/>
                      <a:pt x="394" y="1"/>
                      <a:pt x="391" y="2"/>
                    </a:cubicBezTo>
                    <a:cubicBezTo>
                      <a:pt x="325" y="27"/>
                      <a:pt x="267" y="60"/>
                      <a:pt x="209" y="93"/>
                    </a:cubicBezTo>
                    <a:cubicBezTo>
                      <a:pt x="151" y="126"/>
                      <a:pt x="93" y="167"/>
                      <a:pt x="35" y="201"/>
                    </a:cubicBezTo>
                    <a:cubicBezTo>
                      <a:pt x="0" y="222"/>
                      <a:pt x="24" y="272"/>
                      <a:pt x="63" y="272"/>
                    </a:cubicBezTo>
                    <a:cubicBezTo>
                      <a:pt x="70" y="272"/>
                      <a:pt x="77" y="271"/>
                      <a:pt x="85" y="267"/>
                    </a:cubicBezTo>
                    <a:cubicBezTo>
                      <a:pt x="143" y="234"/>
                      <a:pt x="201" y="201"/>
                      <a:pt x="259" y="176"/>
                    </a:cubicBezTo>
                    <a:cubicBezTo>
                      <a:pt x="317" y="143"/>
                      <a:pt x="375" y="101"/>
                      <a:pt x="425" y="60"/>
                    </a:cubicBezTo>
                    <a:cubicBezTo>
                      <a:pt x="448" y="44"/>
                      <a:pt x="428" y="1"/>
                      <a:pt x="3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0" name="Google Shape;7160;p21"/>
              <p:cNvSpPr/>
              <p:nvPr/>
            </p:nvSpPr>
            <p:spPr>
              <a:xfrm>
                <a:off x="6151925" y="4258675"/>
                <a:ext cx="14700" cy="4075"/>
              </a:xfrm>
              <a:custGeom>
                <a:rect b="b" l="l" r="r" t="t"/>
                <a:pathLst>
                  <a:path extrusionOk="0" h="163" w="588">
                    <a:moveTo>
                      <a:pt x="515" y="1"/>
                    </a:moveTo>
                    <a:cubicBezTo>
                      <a:pt x="485" y="1"/>
                      <a:pt x="457" y="4"/>
                      <a:pt x="430" y="4"/>
                    </a:cubicBezTo>
                    <a:cubicBezTo>
                      <a:pt x="388" y="13"/>
                      <a:pt x="347" y="21"/>
                      <a:pt x="305" y="29"/>
                    </a:cubicBezTo>
                    <a:cubicBezTo>
                      <a:pt x="214" y="37"/>
                      <a:pt x="131" y="62"/>
                      <a:pt x="48" y="71"/>
                    </a:cubicBezTo>
                    <a:cubicBezTo>
                      <a:pt x="1" y="78"/>
                      <a:pt x="6" y="162"/>
                      <a:pt x="51" y="162"/>
                    </a:cubicBezTo>
                    <a:cubicBezTo>
                      <a:pt x="53" y="162"/>
                      <a:pt x="55" y="162"/>
                      <a:pt x="57" y="162"/>
                    </a:cubicBezTo>
                    <a:cubicBezTo>
                      <a:pt x="148" y="153"/>
                      <a:pt x="231" y="145"/>
                      <a:pt x="322" y="129"/>
                    </a:cubicBezTo>
                    <a:cubicBezTo>
                      <a:pt x="363" y="120"/>
                      <a:pt x="405" y="112"/>
                      <a:pt x="438" y="104"/>
                    </a:cubicBezTo>
                    <a:cubicBezTo>
                      <a:pt x="488" y="87"/>
                      <a:pt x="529" y="79"/>
                      <a:pt x="562" y="54"/>
                    </a:cubicBezTo>
                    <a:cubicBezTo>
                      <a:pt x="587" y="46"/>
                      <a:pt x="587" y="4"/>
                      <a:pt x="562" y="4"/>
                    </a:cubicBezTo>
                    <a:cubicBezTo>
                      <a:pt x="546" y="2"/>
                      <a:pt x="530" y="1"/>
                      <a:pt x="5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1" name="Google Shape;7161;p21"/>
              <p:cNvSpPr/>
              <p:nvPr/>
            </p:nvSpPr>
            <p:spPr>
              <a:xfrm>
                <a:off x="6020875" y="4162750"/>
                <a:ext cx="26050" cy="68500"/>
              </a:xfrm>
              <a:custGeom>
                <a:rect b="b" l="l" r="r" t="t"/>
                <a:pathLst>
                  <a:path extrusionOk="0" h="2740" w="1042">
                    <a:moveTo>
                      <a:pt x="39" y="1"/>
                    </a:moveTo>
                    <a:cubicBezTo>
                      <a:pt x="19" y="1"/>
                      <a:pt x="0" y="13"/>
                      <a:pt x="4" y="38"/>
                    </a:cubicBezTo>
                    <a:cubicBezTo>
                      <a:pt x="13" y="569"/>
                      <a:pt x="29" y="1099"/>
                      <a:pt x="178" y="1612"/>
                    </a:cubicBezTo>
                    <a:cubicBezTo>
                      <a:pt x="253" y="1828"/>
                      <a:pt x="344" y="2052"/>
                      <a:pt x="468" y="2242"/>
                    </a:cubicBezTo>
                    <a:cubicBezTo>
                      <a:pt x="584" y="2433"/>
                      <a:pt x="733" y="2623"/>
                      <a:pt x="932" y="2731"/>
                    </a:cubicBezTo>
                    <a:cubicBezTo>
                      <a:pt x="944" y="2737"/>
                      <a:pt x="955" y="2739"/>
                      <a:pt x="965" y="2739"/>
                    </a:cubicBezTo>
                    <a:cubicBezTo>
                      <a:pt x="1013" y="2739"/>
                      <a:pt x="1041" y="2681"/>
                      <a:pt x="1007" y="2640"/>
                    </a:cubicBezTo>
                    <a:cubicBezTo>
                      <a:pt x="866" y="2466"/>
                      <a:pt x="717" y="2317"/>
                      <a:pt x="601" y="2134"/>
                    </a:cubicBezTo>
                    <a:cubicBezTo>
                      <a:pt x="485" y="1944"/>
                      <a:pt x="394" y="1745"/>
                      <a:pt x="327" y="1530"/>
                    </a:cubicBezTo>
                    <a:cubicBezTo>
                      <a:pt x="162" y="1057"/>
                      <a:pt x="104" y="544"/>
                      <a:pt x="79" y="38"/>
                    </a:cubicBezTo>
                    <a:cubicBezTo>
                      <a:pt x="79" y="13"/>
                      <a:pt x="58" y="1"/>
                      <a:pt x="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2" name="Google Shape;7162;p21"/>
              <p:cNvSpPr/>
              <p:nvPr/>
            </p:nvSpPr>
            <p:spPr>
              <a:xfrm>
                <a:off x="6038425" y="4201775"/>
                <a:ext cx="11975" cy="14325"/>
              </a:xfrm>
              <a:custGeom>
                <a:rect b="b" l="l" r="r" t="t"/>
                <a:pathLst>
                  <a:path extrusionOk="0" h="573" w="479">
                    <a:moveTo>
                      <a:pt x="65" y="1"/>
                    </a:moveTo>
                    <a:cubicBezTo>
                      <a:pt x="32" y="1"/>
                      <a:pt x="0" y="37"/>
                      <a:pt x="23" y="76"/>
                    </a:cubicBezTo>
                    <a:cubicBezTo>
                      <a:pt x="73" y="159"/>
                      <a:pt x="131" y="242"/>
                      <a:pt x="181" y="325"/>
                    </a:cubicBezTo>
                    <a:cubicBezTo>
                      <a:pt x="247" y="408"/>
                      <a:pt x="305" y="482"/>
                      <a:pt x="379" y="557"/>
                    </a:cubicBezTo>
                    <a:cubicBezTo>
                      <a:pt x="388" y="568"/>
                      <a:pt x="400" y="572"/>
                      <a:pt x="411" y="572"/>
                    </a:cubicBezTo>
                    <a:cubicBezTo>
                      <a:pt x="444" y="572"/>
                      <a:pt x="478" y="536"/>
                      <a:pt x="454" y="499"/>
                    </a:cubicBezTo>
                    <a:cubicBezTo>
                      <a:pt x="396" y="424"/>
                      <a:pt x="338" y="341"/>
                      <a:pt x="272" y="267"/>
                    </a:cubicBezTo>
                    <a:cubicBezTo>
                      <a:pt x="214" y="184"/>
                      <a:pt x="156" y="109"/>
                      <a:pt x="106" y="27"/>
                    </a:cubicBezTo>
                    <a:cubicBezTo>
                      <a:pt x="96" y="8"/>
                      <a:pt x="80" y="1"/>
                      <a:pt x="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3" name="Google Shape;7163;p21"/>
              <p:cNvSpPr/>
              <p:nvPr/>
            </p:nvSpPr>
            <p:spPr>
              <a:xfrm>
                <a:off x="6073575" y="4250100"/>
                <a:ext cx="42300" cy="9025"/>
              </a:xfrm>
              <a:custGeom>
                <a:rect b="b" l="l" r="r" t="t"/>
                <a:pathLst>
                  <a:path extrusionOk="0" h="361" w="1692">
                    <a:moveTo>
                      <a:pt x="75" y="0"/>
                    </a:moveTo>
                    <a:cubicBezTo>
                      <a:pt x="30" y="0"/>
                      <a:pt x="0" y="71"/>
                      <a:pt x="42" y="99"/>
                    </a:cubicBezTo>
                    <a:cubicBezTo>
                      <a:pt x="266" y="248"/>
                      <a:pt x="498" y="322"/>
                      <a:pt x="763" y="347"/>
                    </a:cubicBezTo>
                    <a:cubicBezTo>
                      <a:pt x="846" y="357"/>
                      <a:pt x="931" y="361"/>
                      <a:pt x="1016" y="361"/>
                    </a:cubicBezTo>
                    <a:cubicBezTo>
                      <a:pt x="1076" y="361"/>
                      <a:pt x="1136" y="359"/>
                      <a:pt x="1194" y="356"/>
                    </a:cubicBezTo>
                    <a:cubicBezTo>
                      <a:pt x="1269" y="356"/>
                      <a:pt x="1335" y="347"/>
                      <a:pt x="1409" y="339"/>
                    </a:cubicBezTo>
                    <a:cubicBezTo>
                      <a:pt x="1484" y="331"/>
                      <a:pt x="1567" y="331"/>
                      <a:pt x="1633" y="306"/>
                    </a:cubicBezTo>
                    <a:cubicBezTo>
                      <a:pt x="1691" y="289"/>
                      <a:pt x="1691" y="215"/>
                      <a:pt x="1633" y="198"/>
                    </a:cubicBezTo>
                    <a:cubicBezTo>
                      <a:pt x="1567" y="173"/>
                      <a:pt x="1501" y="173"/>
                      <a:pt x="1434" y="173"/>
                    </a:cubicBezTo>
                    <a:cubicBezTo>
                      <a:pt x="1368" y="173"/>
                      <a:pt x="1293" y="165"/>
                      <a:pt x="1227" y="165"/>
                    </a:cubicBezTo>
                    <a:cubicBezTo>
                      <a:pt x="1133" y="165"/>
                      <a:pt x="1043" y="169"/>
                      <a:pt x="952" y="169"/>
                    </a:cubicBezTo>
                    <a:cubicBezTo>
                      <a:pt x="906" y="169"/>
                      <a:pt x="860" y="168"/>
                      <a:pt x="813" y="165"/>
                    </a:cubicBezTo>
                    <a:cubicBezTo>
                      <a:pt x="581" y="148"/>
                      <a:pt x="316" y="115"/>
                      <a:pt x="100" y="8"/>
                    </a:cubicBezTo>
                    <a:cubicBezTo>
                      <a:pt x="92" y="3"/>
                      <a:pt x="83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4" name="Google Shape;7164;p21"/>
              <p:cNvSpPr/>
              <p:nvPr/>
            </p:nvSpPr>
            <p:spPr>
              <a:xfrm>
                <a:off x="6191350" y="4251925"/>
                <a:ext cx="16700" cy="8150"/>
              </a:xfrm>
              <a:custGeom>
                <a:rect b="b" l="l" r="r" t="t"/>
                <a:pathLst>
                  <a:path extrusionOk="0" h="326" w="668">
                    <a:moveTo>
                      <a:pt x="601" y="1"/>
                    </a:moveTo>
                    <a:cubicBezTo>
                      <a:pt x="551" y="1"/>
                      <a:pt x="501" y="26"/>
                      <a:pt x="452" y="42"/>
                    </a:cubicBezTo>
                    <a:cubicBezTo>
                      <a:pt x="410" y="67"/>
                      <a:pt x="361" y="84"/>
                      <a:pt x="319" y="109"/>
                    </a:cubicBezTo>
                    <a:cubicBezTo>
                      <a:pt x="228" y="142"/>
                      <a:pt x="137" y="191"/>
                      <a:pt x="46" y="233"/>
                    </a:cubicBezTo>
                    <a:cubicBezTo>
                      <a:pt x="0" y="248"/>
                      <a:pt x="24" y="326"/>
                      <a:pt x="73" y="326"/>
                    </a:cubicBezTo>
                    <a:cubicBezTo>
                      <a:pt x="78" y="326"/>
                      <a:pt x="82" y="325"/>
                      <a:pt x="87" y="324"/>
                    </a:cubicBezTo>
                    <a:cubicBezTo>
                      <a:pt x="178" y="291"/>
                      <a:pt x="269" y="249"/>
                      <a:pt x="361" y="216"/>
                    </a:cubicBezTo>
                    <a:cubicBezTo>
                      <a:pt x="410" y="200"/>
                      <a:pt x="452" y="183"/>
                      <a:pt x="501" y="158"/>
                    </a:cubicBezTo>
                    <a:cubicBezTo>
                      <a:pt x="543" y="142"/>
                      <a:pt x="593" y="117"/>
                      <a:pt x="634" y="84"/>
                    </a:cubicBezTo>
                    <a:cubicBezTo>
                      <a:pt x="667" y="59"/>
                      <a:pt x="642" y="1"/>
                      <a:pt x="6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5" name="Google Shape;7165;p21"/>
              <p:cNvSpPr/>
              <p:nvPr/>
            </p:nvSpPr>
            <p:spPr>
              <a:xfrm>
                <a:off x="6004600" y="4220025"/>
                <a:ext cx="6050" cy="9650"/>
              </a:xfrm>
              <a:custGeom>
                <a:rect b="b" l="l" r="r" t="t"/>
                <a:pathLst>
                  <a:path extrusionOk="0" h="386" w="242">
                    <a:moveTo>
                      <a:pt x="63" y="1"/>
                    </a:moveTo>
                    <a:cubicBezTo>
                      <a:pt x="52" y="1"/>
                      <a:pt x="42" y="4"/>
                      <a:pt x="34" y="9"/>
                    </a:cubicBezTo>
                    <a:cubicBezTo>
                      <a:pt x="9" y="26"/>
                      <a:pt x="1" y="59"/>
                      <a:pt x="17" y="84"/>
                    </a:cubicBezTo>
                    <a:cubicBezTo>
                      <a:pt x="42" y="133"/>
                      <a:pt x="59" y="183"/>
                      <a:pt x="84" y="233"/>
                    </a:cubicBezTo>
                    <a:cubicBezTo>
                      <a:pt x="92" y="249"/>
                      <a:pt x="100" y="274"/>
                      <a:pt x="117" y="299"/>
                    </a:cubicBezTo>
                    <a:cubicBezTo>
                      <a:pt x="117" y="307"/>
                      <a:pt x="125" y="324"/>
                      <a:pt x="133" y="332"/>
                    </a:cubicBezTo>
                    <a:cubicBezTo>
                      <a:pt x="142" y="341"/>
                      <a:pt x="150" y="357"/>
                      <a:pt x="158" y="365"/>
                    </a:cubicBezTo>
                    <a:cubicBezTo>
                      <a:pt x="164" y="378"/>
                      <a:pt x="179" y="385"/>
                      <a:pt x="197" y="385"/>
                    </a:cubicBezTo>
                    <a:cubicBezTo>
                      <a:pt x="203" y="385"/>
                      <a:pt x="210" y="384"/>
                      <a:pt x="216" y="382"/>
                    </a:cubicBezTo>
                    <a:cubicBezTo>
                      <a:pt x="233" y="374"/>
                      <a:pt x="241" y="357"/>
                      <a:pt x="241" y="332"/>
                    </a:cubicBezTo>
                    <a:cubicBezTo>
                      <a:pt x="233" y="316"/>
                      <a:pt x="233" y="307"/>
                      <a:pt x="233" y="291"/>
                    </a:cubicBezTo>
                    <a:cubicBezTo>
                      <a:pt x="224" y="274"/>
                      <a:pt x="224" y="266"/>
                      <a:pt x="216" y="258"/>
                    </a:cubicBezTo>
                    <a:cubicBezTo>
                      <a:pt x="208" y="225"/>
                      <a:pt x="191" y="200"/>
                      <a:pt x="183" y="175"/>
                    </a:cubicBezTo>
                    <a:cubicBezTo>
                      <a:pt x="158" y="125"/>
                      <a:pt x="133" y="75"/>
                      <a:pt x="117" y="34"/>
                    </a:cubicBezTo>
                    <a:cubicBezTo>
                      <a:pt x="106" y="12"/>
                      <a:pt x="84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6" name="Google Shape;7166;p21"/>
              <p:cNvSpPr/>
              <p:nvPr/>
            </p:nvSpPr>
            <p:spPr>
              <a:xfrm>
                <a:off x="6043750" y="3982000"/>
                <a:ext cx="10800" cy="35450"/>
              </a:xfrm>
              <a:custGeom>
                <a:rect b="b" l="l" r="r" t="t"/>
                <a:pathLst>
                  <a:path extrusionOk="0" h="1418" w="432">
                    <a:moveTo>
                      <a:pt x="54" y="0"/>
                    </a:moveTo>
                    <a:cubicBezTo>
                      <a:pt x="28" y="0"/>
                      <a:pt x="9" y="23"/>
                      <a:pt x="9" y="52"/>
                    </a:cubicBezTo>
                    <a:cubicBezTo>
                      <a:pt x="1" y="101"/>
                      <a:pt x="34" y="151"/>
                      <a:pt x="59" y="192"/>
                    </a:cubicBezTo>
                    <a:cubicBezTo>
                      <a:pt x="84" y="250"/>
                      <a:pt x="117" y="300"/>
                      <a:pt x="142" y="350"/>
                    </a:cubicBezTo>
                    <a:cubicBezTo>
                      <a:pt x="191" y="458"/>
                      <a:pt x="233" y="565"/>
                      <a:pt x="258" y="681"/>
                    </a:cubicBezTo>
                    <a:cubicBezTo>
                      <a:pt x="307" y="905"/>
                      <a:pt x="299" y="1154"/>
                      <a:pt x="233" y="1377"/>
                    </a:cubicBezTo>
                    <a:cubicBezTo>
                      <a:pt x="228" y="1402"/>
                      <a:pt x="246" y="1418"/>
                      <a:pt x="266" y="1418"/>
                    </a:cubicBezTo>
                    <a:cubicBezTo>
                      <a:pt x="279" y="1418"/>
                      <a:pt x="292" y="1411"/>
                      <a:pt x="299" y="1394"/>
                    </a:cubicBezTo>
                    <a:cubicBezTo>
                      <a:pt x="398" y="1154"/>
                      <a:pt x="432" y="905"/>
                      <a:pt x="390" y="648"/>
                    </a:cubicBezTo>
                    <a:cubicBezTo>
                      <a:pt x="374" y="524"/>
                      <a:pt x="340" y="408"/>
                      <a:pt x="291" y="292"/>
                    </a:cubicBezTo>
                    <a:cubicBezTo>
                      <a:pt x="249" y="192"/>
                      <a:pt x="183" y="18"/>
                      <a:pt x="67" y="2"/>
                    </a:cubicBezTo>
                    <a:cubicBezTo>
                      <a:pt x="63" y="1"/>
                      <a:pt x="58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7" name="Google Shape;7167;p21"/>
              <p:cNvSpPr/>
              <p:nvPr/>
            </p:nvSpPr>
            <p:spPr>
              <a:xfrm>
                <a:off x="6034650" y="3968350"/>
                <a:ext cx="2925" cy="4875"/>
              </a:xfrm>
              <a:custGeom>
                <a:rect b="b" l="l" r="r" t="t"/>
                <a:pathLst>
                  <a:path extrusionOk="0" h="195" w="117">
                    <a:moveTo>
                      <a:pt x="19" y="0"/>
                    </a:moveTo>
                    <a:cubicBezTo>
                      <a:pt x="10" y="0"/>
                      <a:pt x="0" y="7"/>
                      <a:pt x="0" y="18"/>
                    </a:cubicBezTo>
                    <a:cubicBezTo>
                      <a:pt x="8" y="34"/>
                      <a:pt x="8" y="42"/>
                      <a:pt x="8" y="59"/>
                    </a:cubicBezTo>
                    <a:cubicBezTo>
                      <a:pt x="17" y="76"/>
                      <a:pt x="25" y="84"/>
                      <a:pt x="25" y="100"/>
                    </a:cubicBezTo>
                    <a:lnTo>
                      <a:pt x="58" y="175"/>
                    </a:lnTo>
                    <a:cubicBezTo>
                      <a:pt x="64" y="187"/>
                      <a:pt x="75" y="195"/>
                      <a:pt x="86" y="195"/>
                    </a:cubicBezTo>
                    <a:cubicBezTo>
                      <a:pt x="91" y="195"/>
                      <a:pt x="95" y="194"/>
                      <a:pt x="100" y="192"/>
                    </a:cubicBezTo>
                    <a:cubicBezTo>
                      <a:pt x="116" y="183"/>
                      <a:pt x="116" y="167"/>
                      <a:pt x="108" y="150"/>
                    </a:cubicBezTo>
                    <a:cubicBezTo>
                      <a:pt x="100" y="125"/>
                      <a:pt x="91" y="100"/>
                      <a:pt x="75" y="76"/>
                    </a:cubicBezTo>
                    <a:cubicBezTo>
                      <a:pt x="66" y="67"/>
                      <a:pt x="66" y="51"/>
                      <a:pt x="58" y="42"/>
                    </a:cubicBezTo>
                    <a:cubicBezTo>
                      <a:pt x="50" y="26"/>
                      <a:pt x="42" y="18"/>
                      <a:pt x="33" y="9"/>
                    </a:cubicBezTo>
                    <a:cubicBezTo>
                      <a:pt x="30" y="3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8" name="Google Shape;7168;p21"/>
              <p:cNvSpPr/>
              <p:nvPr/>
            </p:nvSpPr>
            <p:spPr>
              <a:xfrm>
                <a:off x="6015575" y="4032500"/>
                <a:ext cx="3250" cy="5850"/>
              </a:xfrm>
              <a:custGeom>
                <a:rect b="b" l="l" r="r" t="t"/>
                <a:pathLst>
                  <a:path extrusionOk="0" h="234" w="130">
                    <a:moveTo>
                      <a:pt x="39" y="0"/>
                    </a:moveTo>
                    <a:cubicBezTo>
                      <a:pt x="35" y="0"/>
                      <a:pt x="30" y="1"/>
                      <a:pt x="26" y="4"/>
                    </a:cubicBezTo>
                    <a:cubicBezTo>
                      <a:pt x="9" y="12"/>
                      <a:pt x="1" y="37"/>
                      <a:pt x="9" y="53"/>
                    </a:cubicBezTo>
                    <a:cubicBezTo>
                      <a:pt x="17" y="70"/>
                      <a:pt x="26" y="78"/>
                      <a:pt x="34" y="95"/>
                    </a:cubicBezTo>
                    <a:lnTo>
                      <a:pt x="42" y="111"/>
                    </a:lnTo>
                    <a:cubicBezTo>
                      <a:pt x="51" y="120"/>
                      <a:pt x="51" y="120"/>
                      <a:pt x="51" y="120"/>
                    </a:cubicBezTo>
                    <a:cubicBezTo>
                      <a:pt x="51" y="120"/>
                      <a:pt x="51" y="128"/>
                      <a:pt x="51" y="128"/>
                    </a:cubicBezTo>
                    <a:cubicBezTo>
                      <a:pt x="59" y="136"/>
                      <a:pt x="59" y="144"/>
                      <a:pt x="67" y="153"/>
                    </a:cubicBezTo>
                    <a:lnTo>
                      <a:pt x="67" y="161"/>
                    </a:lnTo>
                    <a:cubicBezTo>
                      <a:pt x="67" y="161"/>
                      <a:pt x="67" y="169"/>
                      <a:pt x="67" y="169"/>
                    </a:cubicBezTo>
                    <a:cubicBezTo>
                      <a:pt x="75" y="186"/>
                      <a:pt x="84" y="202"/>
                      <a:pt x="84" y="219"/>
                    </a:cubicBezTo>
                    <a:cubicBezTo>
                      <a:pt x="87" y="229"/>
                      <a:pt x="97" y="234"/>
                      <a:pt x="106" y="234"/>
                    </a:cubicBezTo>
                    <a:cubicBezTo>
                      <a:pt x="118" y="234"/>
                      <a:pt x="130" y="225"/>
                      <a:pt x="125" y="211"/>
                    </a:cubicBezTo>
                    <a:cubicBezTo>
                      <a:pt x="125" y="194"/>
                      <a:pt x="125" y="178"/>
                      <a:pt x="125" y="161"/>
                    </a:cubicBezTo>
                    <a:cubicBezTo>
                      <a:pt x="125" y="144"/>
                      <a:pt x="125" y="128"/>
                      <a:pt x="117" y="111"/>
                    </a:cubicBezTo>
                    <a:cubicBezTo>
                      <a:pt x="109" y="78"/>
                      <a:pt x="92" y="45"/>
                      <a:pt x="67" y="20"/>
                    </a:cubicBezTo>
                    <a:cubicBezTo>
                      <a:pt x="61" y="8"/>
                      <a:pt x="51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9" name="Google Shape;7169;p21"/>
              <p:cNvSpPr/>
              <p:nvPr/>
            </p:nvSpPr>
            <p:spPr>
              <a:xfrm>
                <a:off x="5774900" y="3879000"/>
                <a:ext cx="525950" cy="790825"/>
              </a:xfrm>
              <a:custGeom>
                <a:rect b="b" l="l" r="r" t="t"/>
                <a:pathLst>
                  <a:path extrusionOk="0" h="31633" w="21038">
                    <a:moveTo>
                      <a:pt x="18152" y="153"/>
                    </a:moveTo>
                    <a:cubicBezTo>
                      <a:pt x="18158" y="153"/>
                      <a:pt x="18164" y="153"/>
                      <a:pt x="18170" y="153"/>
                    </a:cubicBezTo>
                    <a:cubicBezTo>
                      <a:pt x="18551" y="161"/>
                      <a:pt x="18883" y="402"/>
                      <a:pt x="19090" y="708"/>
                    </a:cubicBezTo>
                    <a:cubicBezTo>
                      <a:pt x="19322" y="1040"/>
                      <a:pt x="19421" y="1437"/>
                      <a:pt x="19479" y="1835"/>
                    </a:cubicBezTo>
                    <a:cubicBezTo>
                      <a:pt x="19620" y="2664"/>
                      <a:pt x="19662" y="3509"/>
                      <a:pt x="19877" y="4329"/>
                    </a:cubicBezTo>
                    <a:cubicBezTo>
                      <a:pt x="19935" y="4536"/>
                      <a:pt x="20001" y="4743"/>
                      <a:pt x="20092" y="4942"/>
                    </a:cubicBezTo>
                    <a:cubicBezTo>
                      <a:pt x="20142" y="5042"/>
                      <a:pt x="20192" y="5141"/>
                      <a:pt x="20250" y="5240"/>
                    </a:cubicBezTo>
                    <a:cubicBezTo>
                      <a:pt x="20300" y="5323"/>
                      <a:pt x="20366" y="5414"/>
                      <a:pt x="20391" y="5522"/>
                    </a:cubicBezTo>
                    <a:cubicBezTo>
                      <a:pt x="20432" y="5738"/>
                      <a:pt x="20283" y="5961"/>
                      <a:pt x="20175" y="6135"/>
                    </a:cubicBezTo>
                    <a:cubicBezTo>
                      <a:pt x="20051" y="6326"/>
                      <a:pt x="19894" y="6500"/>
                      <a:pt x="19728" y="6649"/>
                    </a:cubicBezTo>
                    <a:cubicBezTo>
                      <a:pt x="19711" y="6657"/>
                      <a:pt x="19711" y="6666"/>
                      <a:pt x="19703" y="6674"/>
                    </a:cubicBezTo>
                    <a:cubicBezTo>
                      <a:pt x="19653" y="6566"/>
                      <a:pt x="19604" y="6450"/>
                      <a:pt x="19554" y="6342"/>
                    </a:cubicBezTo>
                    <a:cubicBezTo>
                      <a:pt x="19554" y="6334"/>
                      <a:pt x="19554" y="6326"/>
                      <a:pt x="19554" y="6326"/>
                    </a:cubicBezTo>
                    <a:lnTo>
                      <a:pt x="19537" y="6226"/>
                    </a:lnTo>
                    <a:lnTo>
                      <a:pt x="19537" y="6226"/>
                    </a:lnTo>
                    <a:cubicBezTo>
                      <a:pt x="19547" y="6241"/>
                      <a:pt x="19562" y="6250"/>
                      <a:pt x="19577" y="6250"/>
                    </a:cubicBezTo>
                    <a:cubicBezTo>
                      <a:pt x="19587" y="6250"/>
                      <a:pt x="19597" y="6245"/>
                      <a:pt x="19604" y="6235"/>
                    </a:cubicBezTo>
                    <a:cubicBezTo>
                      <a:pt x="19695" y="6144"/>
                      <a:pt x="19769" y="6044"/>
                      <a:pt x="19827" y="5936"/>
                    </a:cubicBezTo>
                    <a:cubicBezTo>
                      <a:pt x="19852" y="5878"/>
                      <a:pt x="19885" y="5820"/>
                      <a:pt x="19902" y="5754"/>
                    </a:cubicBezTo>
                    <a:cubicBezTo>
                      <a:pt x="19918" y="5729"/>
                      <a:pt x="19918" y="5696"/>
                      <a:pt x="19927" y="5671"/>
                    </a:cubicBezTo>
                    <a:cubicBezTo>
                      <a:pt x="19935" y="5655"/>
                      <a:pt x="19935" y="5638"/>
                      <a:pt x="19935" y="5622"/>
                    </a:cubicBezTo>
                    <a:cubicBezTo>
                      <a:pt x="19935" y="5597"/>
                      <a:pt x="19927" y="5580"/>
                      <a:pt x="19918" y="5564"/>
                    </a:cubicBezTo>
                    <a:cubicBezTo>
                      <a:pt x="19913" y="5547"/>
                      <a:pt x="19897" y="5538"/>
                      <a:pt x="19880" y="5538"/>
                    </a:cubicBezTo>
                    <a:cubicBezTo>
                      <a:pt x="19871" y="5538"/>
                      <a:pt x="19861" y="5541"/>
                      <a:pt x="19852" y="5547"/>
                    </a:cubicBezTo>
                    <a:cubicBezTo>
                      <a:pt x="19827" y="5564"/>
                      <a:pt x="19811" y="5580"/>
                      <a:pt x="19802" y="5613"/>
                    </a:cubicBezTo>
                    <a:cubicBezTo>
                      <a:pt x="19786" y="5646"/>
                      <a:pt x="19769" y="5671"/>
                      <a:pt x="19761" y="5704"/>
                    </a:cubicBezTo>
                    <a:cubicBezTo>
                      <a:pt x="19736" y="5762"/>
                      <a:pt x="19720" y="5812"/>
                      <a:pt x="19695" y="5862"/>
                    </a:cubicBezTo>
                    <a:cubicBezTo>
                      <a:pt x="19645" y="5970"/>
                      <a:pt x="19595" y="6077"/>
                      <a:pt x="19529" y="6177"/>
                    </a:cubicBezTo>
                    <a:cubicBezTo>
                      <a:pt x="19529" y="6185"/>
                      <a:pt x="19529" y="6185"/>
                      <a:pt x="19529" y="6193"/>
                    </a:cubicBezTo>
                    <a:cubicBezTo>
                      <a:pt x="19504" y="6086"/>
                      <a:pt x="19479" y="5978"/>
                      <a:pt x="19455" y="5862"/>
                    </a:cubicBezTo>
                    <a:cubicBezTo>
                      <a:pt x="19388" y="5613"/>
                      <a:pt x="19297" y="5365"/>
                      <a:pt x="19090" y="5199"/>
                    </a:cubicBezTo>
                    <a:cubicBezTo>
                      <a:pt x="18974" y="5116"/>
                      <a:pt x="18850" y="5058"/>
                      <a:pt x="18725" y="5000"/>
                    </a:cubicBezTo>
                    <a:cubicBezTo>
                      <a:pt x="18576" y="4934"/>
                      <a:pt x="18427" y="4868"/>
                      <a:pt x="18278" y="4801"/>
                    </a:cubicBezTo>
                    <a:cubicBezTo>
                      <a:pt x="17980" y="4669"/>
                      <a:pt x="17673" y="4536"/>
                      <a:pt x="17375" y="4404"/>
                    </a:cubicBezTo>
                    <a:cubicBezTo>
                      <a:pt x="17184" y="4312"/>
                      <a:pt x="16977" y="4213"/>
                      <a:pt x="16770" y="4163"/>
                    </a:cubicBezTo>
                    <a:cubicBezTo>
                      <a:pt x="16762" y="4138"/>
                      <a:pt x="16745" y="4122"/>
                      <a:pt x="16712" y="4105"/>
                    </a:cubicBezTo>
                    <a:cubicBezTo>
                      <a:pt x="16720" y="4097"/>
                      <a:pt x="16729" y="4080"/>
                      <a:pt x="16720" y="4064"/>
                    </a:cubicBezTo>
                    <a:cubicBezTo>
                      <a:pt x="16712" y="4022"/>
                      <a:pt x="16679" y="3989"/>
                      <a:pt x="16671" y="3948"/>
                    </a:cubicBezTo>
                    <a:cubicBezTo>
                      <a:pt x="16654" y="3906"/>
                      <a:pt x="16637" y="3873"/>
                      <a:pt x="16629" y="3832"/>
                    </a:cubicBezTo>
                    <a:cubicBezTo>
                      <a:pt x="16613" y="3732"/>
                      <a:pt x="16621" y="3633"/>
                      <a:pt x="16629" y="3542"/>
                    </a:cubicBezTo>
                    <a:cubicBezTo>
                      <a:pt x="16629" y="3426"/>
                      <a:pt x="16646" y="3318"/>
                      <a:pt x="16671" y="3210"/>
                    </a:cubicBezTo>
                    <a:cubicBezTo>
                      <a:pt x="16679" y="3152"/>
                      <a:pt x="16695" y="3103"/>
                      <a:pt x="16704" y="3053"/>
                    </a:cubicBezTo>
                    <a:cubicBezTo>
                      <a:pt x="16712" y="3003"/>
                      <a:pt x="16729" y="2954"/>
                      <a:pt x="16704" y="2904"/>
                    </a:cubicBezTo>
                    <a:cubicBezTo>
                      <a:pt x="16693" y="2894"/>
                      <a:pt x="16680" y="2887"/>
                      <a:pt x="16667" y="2887"/>
                    </a:cubicBezTo>
                    <a:cubicBezTo>
                      <a:pt x="16660" y="2887"/>
                      <a:pt x="16652" y="2889"/>
                      <a:pt x="16646" y="2896"/>
                    </a:cubicBezTo>
                    <a:cubicBezTo>
                      <a:pt x="16596" y="2912"/>
                      <a:pt x="16579" y="2978"/>
                      <a:pt x="16571" y="3028"/>
                    </a:cubicBezTo>
                    <a:cubicBezTo>
                      <a:pt x="16555" y="3086"/>
                      <a:pt x="16538" y="3144"/>
                      <a:pt x="16530" y="3210"/>
                    </a:cubicBezTo>
                    <a:cubicBezTo>
                      <a:pt x="16513" y="3335"/>
                      <a:pt x="16497" y="3459"/>
                      <a:pt x="16488" y="3583"/>
                    </a:cubicBezTo>
                    <a:cubicBezTo>
                      <a:pt x="16488" y="3683"/>
                      <a:pt x="16488" y="3790"/>
                      <a:pt x="16513" y="3890"/>
                    </a:cubicBezTo>
                    <a:cubicBezTo>
                      <a:pt x="16530" y="3956"/>
                      <a:pt x="16563" y="4031"/>
                      <a:pt x="16613" y="4080"/>
                    </a:cubicBezTo>
                    <a:cubicBezTo>
                      <a:pt x="16443" y="4037"/>
                      <a:pt x="16274" y="4016"/>
                      <a:pt x="16104" y="4016"/>
                    </a:cubicBezTo>
                    <a:cubicBezTo>
                      <a:pt x="16050" y="4016"/>
                      <a:pt x="15996" y="4018"/>
                      <a:pt x="15941" y="4022"/>
                    </a:cubicBezTo>
                    <a:cubicBezTo>
                      <a:pt x="16008" y="3882"/>
                      <a:pt x="16049" y="3732"/>
                      <a:pt x="16099" y="3583"/>
                    </a:cubicBezTo>
                    <a:cubicBezTo>
                      <a:pt x="16149" y="3376"/>
                      <a:pt x="16215" y="3177"/>
                      <a:pt x="16273" y="2978"/>
                    </a:cubicBezTo>
                    <a:cubicBezTo>
                      <a:pt x="16405" y="2572"/>
                      <a:pt x="16546" y="2166"/>
                      <a:pt x="16720" y="1777"/>
                    </a:cubicBezTo>
                    <a:cubicBezTo>
                      <a:pt x="16886" y="1413"/>
                      <a:pt x="17068" y="1040"/>
                      <a:pt x="17300" y="708"/>
                    </a:cubicBezTo>
                    <a:cubicBezTo>
                      <a:pt x="17496" y="407"/>
                      <a:pt x="17772" y="153"/>
                      <a:pt x="18152" y="153"/>
                    </a:cubicBezTo>
                    <a:close/>
                    <a:moveTo>
                      <a:pt x="8383" y="2468"/>
                    </a:moveTo>
                    <a:cubicBezTo>
                      <a:pt x="8426" y="2468"/>
                      <a:pt x="8468" y="2470"/>
                      <a:pt x="8509" y="2473"/>
                    </a:cubicBezTo>
                    <a:cubicBezTo>
                      <a:pt x="8650" y="2473"/>
                      <a:pt x="8783" y="2481"/>
                      <a:pt x="8915" y="2498"/>
                    </a:cubicBezTo>
                    <a:cubicBezTo>
                      <a:pt x="9172" y="2539"/>
                      <a:pt x="9429" y="2606"/>
                      <a:pt x="9669" y="2705"/>
                    </a:cubicBezTo>
                    <a:cubicBezTo>
                      <a:pt x="10175" y="2896"/>
                      <a:pt x="10639" y="3186"/>
                      <a:pt x="11045" y="3542"/>
                    </a:cubicBezTo>
                    <a:cubicBezTo>
                      <a:pt x="11260" y="3732"/>
                      <a:pt x="11459" y="3931"/>
                      <a:pt x="11625" y="4172"/>
                    </a:cubicBezTo>
                    <a:cubicBezTo>
                      <a:pt x="11699" y="4288"/>
                      <a:pt x="11774" y="4412"/>
                      <a:pt x="11824" y="4544"/>
                    </a:cubicBezTo>
                    <a:cubicBezTo>
                      <a:pt x="11865" y="4660"/>
                      <a:pt x="11890" y="4785"/>
                      <a:pt x="11923" y="4909"/>
                    </a:cubicBezTo>
                    <a:cubicBezTo>
                      <a:pt x="11906" y="4909"/>
                      <a:pt x="11898" y="4917"/>
                      <a:pt x="11882" y="4917"/>
                    </a:cubicBezTo>
                    <a:cubicBezTo>
                      <a:pt x="11434" y="5091"/>
                      <a:pt x="11094" y="5456"/>
                      <a:pt x="10804" y="5829"/>
                    </a:cubicBezTo>
                    <a:cubicBezTo>
                      <a:pt x="10622" y="6069"/>
                      <a:pt x="10440" y="6318"/>
                      <a:pt x="10282" y="6583"/>
                    </a:cubicBezTo>
                    <a:cubicBezTo>
                      <a:pt x="10175" y="6757"/>
                      <a:pt x="10084" y="6931"/>
                      <a:pt x="9984" y="7113"/>
                    </a:cubicBezTo>
                    <a:cubicBezTo>
                      <a:pt x="9818" y="7428"/>
                      <a:pt x="9562" y="7685"/>
                      <a:pt x="9404" y="8008"/>
                    </a:cubicBezTo>
                    <a:cubicBezTo>
                      <a:pt x="9354" y="8115"/>
                      <a:pt x="9321" y="8231"/>
                      <a:pt x="9321" y="8356"/>
                    </a:cubicBezTo>
                    <a:cubicBezTo>
                      <a:pt x="9305" y="8356"/>
                      <a:pt x="9296" y="8372"/>
                      <a:pt x="9288" y="8381"/>
                    </a:cubicBezTo>
                    <a:cubicBezTo>
                      <a:pt x="9247" y="8364"/>
                      <a:pt x="9205" y="8339"/>
                      <a:pt x="9172" y="8323"/>
                    </a:cubicBezTo>
                    <a:cubicBezTo>
                      <a:pt x="9023" y="8256"/>
                      <a:pt x="8924" y="8124"/>
                      <a:pt x="8833" y="7991"/>
                    </a:cubicBezTo>
                    <a:cubicBezTo>
                      <a:pt x="8741" y="7859"/>
                      <a:pt x="8675" y="7709"/>
                      <a:pt x="8625" y="7552"/>
                    </a:cubicBezTo>
                    <a:cubicBezTo>
                      <a:pt x="8609" y="7477"/>
                      <a:pt x="8592" y="7395"/>
                      <a:pt x="8576" y="7312"/>
                    </a:cubicBezTo>
                    <a:lnTo>
                      <a:pt x="8576" y="7287"/>
                    </a:lnTo>
                    <a:cubicBezTo>
                      <a:pt x="8601" y="7287"/>
                      <a:pt x="8625" y="7270"/>
                      <a:pt x="8625" y="7237"/>
                    </a:cubicBezTo>
                    <a:cubicBezTo>
                      <a:pt x="8650" y="6856"/>
                      <a:pt x="8493" y="6500"/>
                      <a:pt x="8319" y="6160"/>
                    </a:cubicBezTo>
                    <a:cubicBezTo>
                      <a:pt x="8228" y="5986"/>
                      <a:pt x="8137" y="5812"/>
                      <a:pt x="8062" y="5630"/>
                    </a:cubicBezTo>
                    <a:cubicBezTo>
                      <a:pt x="8029" y="5539"/>
                      <a:pt x="7996" y="5448"/>
                      <a:pt x="7963" y="5356"/>
                    </a:cubicBezTo>
                    <a:cubicBezTo>
                      <a:pt x="7929" y="5265"/>
                      <a:pt x="7913" y="5174"/>
                      <a:pt x="7871" y="5083"/>
                    </a:cubicBezTo>
                    <a:cubicBezTo>
                      <a:pt x="7863" y="5075"/>
                      <a:pt x="7855" y="5066"/>
                      <a:pt x="7847" y="5066"/>
                    </a:cubicBezTo>
                    <a:cubicBezTo>
                      <a:pt x="7780" y="4727"/>
                      <a:pt x="7764" y="4370"/>
                      <a:pt x="7780" y="4022"/>
                    </a:cubicBezTo>
                    <a:cubicBezTo>
                      <a:pt x="7789" y="3741"/>
                      <a:pt x="7813" y="3459"/>
                      <a:pt x="7855" y="3177"/>
                    </a:cubicBezTo>
                    <a:cubicBezTo>
                      <a:pt x="7871" y="3036"/>
                      <a:pt x="7888" y="2896"/>
                      <a:pt x="7905" y="2763"/>
                    </a:cubicBezTo>
                    <a:cubicBezTo>
                      <a:pt x="7929" y="2622"/>
                      <a:pt x="7987" y="2531"/>
                      <a:pt x="8128" y="2498"/>
                    </a:cubicBezTo>
                    <a:cubicBezTo>
                      <a:pt x="8211" y="2476"/>
                      <a:pt x="8298" y="2468"/>
                      <a:pt x="8383" y="2468"/>
                    </a:cubicBezTo>
                    <a:close/>
                    <a:moveTo>
                      <a:pt x="16944" y="11330"/>
                    </a:moveTo>
                    <a:lnTo>
                      <a:pt x="16944" y="11330"/>
                    </a:lnTo>
                    <a:cubicBezTo>
                      <a:pt x="17093" y="11438"/>
                      <a:pt x="17226" y="11554"/>
                      <a:pt x="17325" y="11703"/>
                    </a:cubicBezTo>
                    <a:cubicBezTo>
                      <a:pt x="17474" y="11910"/>
                      <a:pt x="17565" y="12150"/>
                      <a:pt x="17632" y="12391"/>
                    </a:cubicBezTo>
                    <a:cubicBezTo>
                      <a:pt x="17673" y="12540"/>
                      <a:pt x="17698" y="12689"/>
                      <a:pt x="17723" y="12838"/>
                    </a:cubicBezTo>
                    <a:cubicBezTo>
                      <a:pt x="17748" y="12971"/>
                      <a:pt x="17739" y="13145"/>
                      <a:pt x="17806" y="13269"/>
                    </a:cubicBezTo>
                    <a:cubicBezTo>
                      <a:pt x="17806" y="13269"/>
                      <a:pt x="17814" y="13269"/>
                      <a:pt x="17814" y="13277"/>
                    </a:cubicBezTo>
                    <a:cubicBezTo>
                      <a:pt x="17814" y="13327"/>
                      <a:pt x="17814" y="13385"/>
                      <a:pt x="17822" y="13435"/>
                    </a:cubicBezTo>
                    <a:cubicBezTo>
                      <a:pt x="17773" y="13426"/>
                      <a:pt x="17731" y="13402"/>
                      <a:pt x="17698" y="13368"/>
                    </a:cubicBezTo>
                    <a:cubicBezTo>
                      <a:pt x="17599" y="13277"/>
                      <a:pt x="17549" y="13136"/>
                      <a:pt x="17507" y="13012"/>
                    </a:cubicBezTo>
                    <a:cubicBezTo>
                      <a:pt x="17425" y="12739"/>
                      <a:pt x="17391" y="12457"/>
                      <a:pt x="17333" y="12184"/>
                    </a:cubicBezTo>
                    <a:cubicBezTo>
                      <a:pt x="17292" y="11952"/>
                      <a:pt x="17217" y="11720"/>
                      <a:pt x="17093" y="11513"/>
                    </a:cubicBezTo>
                    <a:cubicBezTo>
                      <a:pt x="17052" y="11446"/>
                      <a:pt x="17002" y="11388"/>
                      <a:pt x="16944" y="11330"/>
                    </a:cubicBezTo>
                    <a:close/>
                    <a:moveTo>
                      <a:pt x="14591" y="11587"/>
                    </a:moveTo>
                    <a:lnTo>
                      <a:pt x="14591" y="11587"/>
                    </a:lnTo>
                    <a:cubicBezTo>
                      <a:pt x="14566" y="11687"/>
                      <a:pt x="14549" y="11786"/>
                      <a:pt x="14541" y="11885"/>
                    </a:cubicBezTo>
                    <a:cubicBezTo>
                      <a:pt x="14508" y="12142"/>
                      <a:pt x="14500" y="12407"/>
                      <a:pt x="14450" y="12656"/>
                    </a:cubicBezTo>
                    <a:cubicBezTo>
                      <a:pt x="14359" y="13103"/>
                      <a:pt x="14086" y="13484"/>
                      <a:pt x="13696" y="13716"/>
                    </a:cubicBezTo>
                    <a:cubicBezTo>
                      <a:pt x="13588" y="13774"/>
                      <a:pt x="13481" y="13824"/>
                      <a:pt x="13365" y="13866"/>
                    </a:cubicBezTo>
                    <a:cubicBezTo>
                      <a:pt x="13323" y="13882"/>
                      <a:pt x="13274" y="13890"/>
                      <a:pt x="13224" y="13899"/>
                    </a:cubicBezTo>
                    <a:cubicBezTo>
                      <a:pt x="13613" y="13567"/>
                      <a:pt x="13796" y="13070"/>
                      <a:pt x="14011" y="12623"/>
                    </a:cubicBezTo>
                    <a:cubicBezTo>
                      <a:pt x="14185" y="12275"/>
                      <a:pt x="14367" y="11910"/>
                      <a:pt x="14591" y="11587"/>
                    </a:cubicBezTo>
                    <a:close/>
                    <a:moveTo>
                      <a:pt x="15494" y="10568"/>
                    </a:moveTo>
                    <a:cubicBezTo>
                      <a:pt x="15602" y="10667"/>
                      <a:pt x="15743" y="10734"/>
                      <a:pt x="15892" y="10792"/>
                    </a:cubicBezTo>
                    <a:cubicBezTo>
                      <a:pt x="16124" y="10875"/>
                      <a:pt x="16347" y="10974"/>
                      <a:pt x="16571" y="11090"/>
                    </a:cubicBezTo>
                    <a:cubicBezTo>
                      <a:pt x="16538" y="11107"/>
                      <a:pt x="16530" y="11156"/>
                      <a:pt x="16563" y="11173"/>
                    </a:cubicBezTo>
                    <a:cubicBezTo>
                      <a:pt x="16778" y="11281"/>
                      <a:pt x="16927" y="11504"/>
                      <a:pt x="17019" y="11720"/>
                    </a:cubicBezTo>
                    <a:cubicBezTo>
                      <a:pt x="17135" y="11976"/>
                      <a:pt x="17176" y="12258"/>
                      <a:pt x="17217" y="12532"/>
                    </a:cubicBezTo>
                    <a:cubicBezTo>
                      <a:pt x="17259" y="12805"/>
                      <a:pt x="17309" y="13103"/>
                      <a:pt x="17441" y="13352"/>
                    </a:cubicBezTo>
                    <a:cubicBezTo>
                      <a:pt x="17383" y="13484"/>
                      <a:pt x="17325" y="13592"/>
                      <a:pt x="17226" y="13700"/>
                    </a:cubicBezTo>
                    <a:cubicBezTo>
                      <a:pt x="17126" y="13808"/>
                      <a:pt x="17010" y="13915"/>
                      <a:pt x="16886" y="14006"/>
                    </a:cubicBezTo>
                    <a:cubicBezTo>
                      <a:pt x="16637" y="14189"/>
                      <a:pt x="16364" y="14321"/>
                      <a:pt x="16074" y="14412"/>
                    </a:cubicBezTo>
                    <a:cubicBezTo>
                      <a:pt x="15824" y="14491"/>
                      <a:pt x="15561" y="14530"/>
                      <a:pt x="15297" y="14530"/>
                    </a:cubicBezTo>
                    <a:cubicBezTo>
                      <a:pt x="14924" y="14530"/>
                      <a:pt x="14550" y="14452"/>
                      <a:pt x="14210" y="14296"/>
                    </a:cubicBezTo>
                    <a:cubicBezTo>
                      <a:pt x="14003" y="14205"/>
                      <a:pt x="13796" y="14048"/>
                      <a:pt x="13572" y="13998"/>
                    </a:cubicBezTo>
                    <a:cubicBezTo>
                      <a:pt x="13605" y="13982"/>
                      <a:pt x="13646" y="13965"/>
                      <a:pt x="13680" y="13948"/>
                    </a:cubicBezTo>
                    <a:cubicBezTo>
                      <a:pt x="13887" y="13832"/>
                      <a:pt x="14061" y="13692"/>
                      <a:pt x="14210" y="13509"/>
                    </a:cubicBezTo>
                    <a:cubicBezTo>
                      <a:pt x="14351" y="13335"/>
                      <a:pt x="14467" y="13136"/>
                      <a:pt x="14533" y="12913"/>
                    </a:cubicBezTo>
                    <a:cubicBezTo>
                      <a:pt x="14616" y="12664"/>
                      <a:pt x="14624" y="12399"/>
                      <a:pt x="14641" y="12142"/>
                    </a:cubicBezTo>
                    <a:cubicBezTo>
                      <a:pt x="14649" y="11894"/>
                      <a:pt x="14665" y="11629"/>
                      <a:pt x="14740" y="11388"/>
                    </a:cubicBezTo>
                    <a:cubicBezTo>
                      <a:pt x="14748" y="11380"/>
                      <a:pt x="14757" y="11372"/>
                      <a:pt x="14757" y="11363"/>
                    </a:cubicBezTo>
                    <a:cubicBezTo>
                      <a:pt x="14839" y="11264"/>
                      <a:pt x="14931" y="11165"/>
                      <a:pt x="15030" y="11073"/>
                    </a:cubicBezTo>
                    <a:cubicBezTo>
                      <a:pt x="15129" y="10974"/>
                      <a:pt x="15237" y="10899"/>
                      <a:pt x="15337" y="10808"/>
                    </a:cubicBezTo>
                    <a:cubicBezTo>
                      <a:pt x="15411" y="10734"/>
                      <a:pt x="15461" y="10651"/>
                      <a:pt x="15494" y="10568"/>
                    </a:cubicBezTo>
                    <a:close/>
                    <a:moveTo>
                      <a:pt x="11086" y="24653"/>
                    </a:moveTo>
                    <a:cubicBezTo>
                      <a:pt x="11103" y="24678"/>
                      <a:pt x="11119" y="24686"/>
                      <a:pt x="11144" y="24686"/>
                    </a:cubicBezTo>
                    <a:cubicBezTo>
                      <a:pt x="11198" y="24682"/>
                      <a:pt x="11250" y="24678"/>
                      <a:pt x="11301" y="24678"/>
                    </a:cubicBezTo>
                    <a:cubicBezTo>
                      <a:pt x="11351" y="24678"/>
                      <a:pt x="11401" y="24682"/>
                      <a:pt x="11451" y="24695"/>
                    </a:cubicBezTo>
                    <a:cubicBezTo>
                      <a:pt x="11500" y="24711"/>
                      <a:pt x="11542" y="24728"/>
                      <a:pt x="11575" y="24753"/>
                    </a:cubicBezTo>
                    <a:cubicBezTo>
                      <a:pt x="11592" y="24769"/>
                      <a:pt x="11592" y="24769"/>
                      <a:pt x="11600" y="24778"/>
                    </a:cubicBezTo>
                    <a:cubicBezTo>
                      <a:pt x="11608" y="24778"/>
                      <a:pt x="11616" y="24786"/>
                      <a:pt x="11625" y="24794"/>
                    </a:cubicBezTo>
                    <a:cubicBezTo>
                      <a:pt x="11633" y="24802"/>
                      <a:pt x="11641" y="24811"/>
                      <a:pt x="11650" y="24819"/>
                    </a:cubicBezTo>
                    <a:cubicBezTo>
                      <a:pt x="11658" y="24827"/>
                      <a:pt x="11650" y="24827"/>
                      <a:pt x="11658" y="24836"/>
                    </a:cubicBezTo>
                    <a:cubicBezTo>
                      <a:pt x="11691" y="24877"/>
                      <a:pt x="11699" y="24910"/>
                      <a:pt x="11716" y="24952"/>
                    </a:cubicBezTo>
                    <a:cubicBezTo>
                      <a:pt x="11716" y="24960"/>
                      <a:pt x="11716" y="24960"/>
                      <a:pt x="11716" y="24968"/>
                    </a:cubicBezTo>
                    <a:cubicBezTo>
                      <a:pt x="11633" y="24918"/>
                      <a:pt x="11534" y="24885"/>
                      <a:pt x="11434" y="24860"/>
                    </a:cubicBezTo>
                    <a:cubicBezTo>
                      <a:pt x="11372" y="24851"/>
                      <a:pt x="11309" y="24846"/>
                      <a:pt x="11245" y="24846"/>
                    </a:cubicBezTo>
                    <a:cubicBezTo>
                      <a:pt x="11147" y="24846"/>
                      <a:pt x="11049" y="24857"/>
                      <a:pt x="10954" y="24877"/>
                    </a:cubicBezTo>
                    <a:cubicBezTo>
                      <a:pt x="10945" y="24877"/>
                      <a:pt x="10945" y="24877"/>
                      <a:pt x="10937" y="24885"/>
                    </a:cubicBezTo>
                    <a:cubicBezTo>
                      <a:pt x="10945" y="24811"/>
                      <a:pt x="10954" y="24736"/>
                      <a:pt x="10962" y="24662"/>
                    </a:cubicBezTo>
                    <a:cubicBezTo>
                      <a:pt x="11003" y="24662"/>
                      <a:pt x="11045" y="24662"/>
                      <a:pt x="11086" y="24653"/>
                    </a:cubicBezTo>
                    <a:close/>
                    <a:moveTo>
                      <a:pt x="10929" y="24993"/>
                    </a:moveTo>
                    <a:cubicBezTo>
                      <a:pt x="10937" y="25010"/>
                      <a:pt x="10954" y="25018"/>
                      <a:pt x="10978" y="25018"/>
                    </a:cubicBezTo>
                    <a:cubicBezTo>
                      <a:pt x="11016" y="25014"/>
                      <a:pt x="11052" y="25012"/>
                      <a:pt x="11089" y="25012"/>
                    </a:cubicBezTo>
                    <a:cubicBezTo>
                      <a:pt x="11198" y="25012"/>
                      <a:pt x="11304" y="25030"/>
                      <a:pt x="11409" y="25068"/>
                    </a:cubicBezTo>
                    <a:cubicBezTo>
                      <a:pt x="11467" y="25084"/>
                      <a:pt x="11525" y="25109"/>
                      <a:pt x="11575" y="25142"/>
                    </a:cubicBezTo>
                    <a:cubicBezTo>
                      <a:pt x="11600" y="25150"/>
                      <a:pt x="11616" y="25167"/>
                      <a:pt x="11633" y="25184"/>
                    </a:cubicBezTo>
                    <a:cubicBezTo>
                      <a:pt x="11641" y="25192"/>
                      <a:pt x="11650" y="25208"/>
                      <a:pt x="11641" y="25225"/>
                    </a:cubicBezTo>
                    <a:cubicBezTo>
                      <a:pt x="11641" y="25233"/>
                      <a:pt x="11641" y="25233"/>
                      <a:pt x="11641" y="25233"/>
                    </a:cubicBezTo>
                    <a:cubicBezTo>
                      <a:pt x="11625" y="25258"/>
                      <a:pt x="11616" y="25275"/>
                      <a:pt x="11608" y="25308"/>
                    </a:cubicBezTo>
                    <a:cubicBezTo>
                      <a:pt x="11600" y="25324"/>
                      <a:pt x="11600" y="25333"/>
                      <a:pt x="11600" y="25349"/>
                    </a:cubicBezTo>
                    <a:cubicBezTo>
                      <a:pt x="11592" y="25358"/>
                      <a:pt x="11592" y="25374"/>
                      <a:pt x="11583" y="25382"/>
                    </a:cubicBezTo>
                    <a:cubicBezTo>
                      <a:pt x="11550" y="25440"/>
                      <a:pt x="11517" y="25482"/>
                      <a:pt x="11484" y="25523"/>
                    </a:cubicBezTo>
                    <a:cubicBezTo>
                      <a:pt x="11442" y="25573"/>
                      <a:pt x="11393" y="25623"/>
                      <a:pt x="11343" y="25664"/>
                    </a:cubicBezTo>
                    <a:cubicBezTo>
                      <a:pt x="11335" y="25590"/>
                      <a:pt x="11310" y="25515"/>
                      <a:pt x="11268" y="25449"/>
                    </a:cubicBezTo>
                    <a:cubicBezTo>
                      <a:pt x="11194" y="25333"/>
                      <a:pt x="11103" y="25250"/>
                      <a:pt x="11003" y="25167"/>
                    </a:cubicBezTo>
                    <a:cubicBezTo>
                      <a:pt x="10982" y="25151"/>
                      <a:pt x="10961" y="25142"/>
                      <a:pt x="10941" y="25142"/>
                    </a:cubicBezTo>
                    <a:cubicBezTo>
                      <a:pt x="10931" y="25142"/>
                      <a:pt x="10921" y="25145"/>
                      <a:pt x="10912" y="25150"/>
                    </a:cubicBezTo>
                    <a:cubicBezTo>
                      <a:pt x="10912" y="25101"/>
                      <a:pt x="10920" y="25051"/>
                      <a:pt x="10929" y="24993"/>
                    </a:cubicBezTo>
                    <a:close/>
                    <a:moveTo>
                      <a:pt x="10896" y="25291"/>
                    </a:moveTo>
                    <a:cubicBezTo>
                      <a:pt x="10954" y="25366"/>
                      <a:pt x="11020" y="25440"/>
                      <a:pt x="11061" y="25523"/>
                    </a:cubicBezTo>
                    <a:cubicBezTo>
                      <a:pt x="11086" y="25556"/>
                      <a:pt x="11103" y="25598"/>
                      <a:pt x="11111" y="25639"/>
                    </a:cubicBezTo>
                    <a:cubicBezTo>
                      <a:pt x="11119" y="25681"/>
                      <a:pt x="11128" y="25722"/>
                      <a:pt x="11119" y="25755"/>
                    </a:cubicBezTo>
                    <a:cubicBezTo>
                      <a:pt x="11111" y="25838"/>
                      <a:pt x="11061" y="25888"/>
                      <a:pt x="10987" y="25929"/>
                    </a:cubicBezTo>
                    <a:cubicBezTo>
                      <a:pt x="10945" y="25954"/>
                      <a:pt x="10904" y="25971"/>
                      <a:pt x="10854" y="25987"/>
                    </a:cubicBezTo>
                    <a:cubicBezTo>
                      <a:pt x="10862" y="25755"/>
                      <a:pt x="10879" y="25523"/>
                      <a:pt x="10896" y="25291"/>
                    </a:cubicBezTo>
                    <a:close/>
                    <a:moveTo>
                      <a:pt x="4433" y="23311"/>
                    </a:moveTo>
                    <a:cubicBezTo>
                      <a:pt x="4565" y="23435"/>
                      <a:pt x="4706" y="23543"/>
                      <a:pt x="4864" y="23634"/>
                    </a:cubicBezTo>
                    <a:cubicBezTo>
                      <a:pt x="5104" y="23783"/>
                      <a:pt x="5369" y="23899"/>
                      <a:pt x="5643" y="23990"/>
                    </a:cubicBezTo>
                    <a:cubicBezTo>
                      <a:pt x="6009" y="24107"/>
                      <a:pt x="6387" y="24160"/>
                      <a:pt x="6766" y="24160"/>
                    </a:cubicBezTo>
                    <a:cubicBezTo>
                      <a:pt x="6952" y="24160"/>
                      <a:pt x="7139" y="24148"/>
                      <a:pt x="7325" y="24123"/>
                    </a:cubicBezTo>
                    <a:cubicBezTo>
                      <a:pt x="7454" y="24106"/>
                      <a:pt x="7585" y="24088"/>
                      <a:pt x="7713" y="24088"/>
                    </a:cubicBezTo>
                    <a:cubicBezTo>
                      <a:pt x="7887" y="24088"/>
                      <a:pt x="8054" y="24121"/>
                      <a:pt x="8203" y="24231"/>
                    </a:cubicBezTo>
                    <a:cubicBezTo>
                      <a:pt x="8211" y="24430"/>
                      <a:pt x="8219" y="24637"/>
                      <a:pt x="8228" y="24836"/>
                    </a:cubicBezTo>
                    <a:cubicBezTo>
                      <a:pt x="8236" y="25059"/>
                      <a:pt x="8244" y="25275"/>
                      <a:pt x="8244" y="25498"/>
                    </a:cubicBezTo>
                    <a:cubicBezTo>
                      <a:pt x="8244" y="25697"/>
                      <a:pt x="8244" y="25896"/>
                      <a:pt x="8269" y="26095"/>
                    </a:cubicBezTo>
                    <a:cubicBezTo>
                      <a:pt x="8253" y="26087"/>
                      <a:pt x="8244" y="26078"/>
                      <a:pt x="8236" y="26078"/>
                    </a:cubicBezTo>
                    <a:cubicBezTo>
                      <a:pt x="8191" y="26063"/>
                      <a:pt x="8143" y="26060"/>
                      <a:pt x="8095" y="26060"/>
                    </a:cubicBezTo>
                    <a:cubicBezTo>
                      <a:pt x="8062" y="26060"/>
                      <a:pt x="8029" y="26062"/>
                      <a:pt x="7996" y="26062"/>
                    </a:cubicBezTo>
                    <a:cubicBezTo>
                      <a:pt x="7921" y="26054"/>
                      <a:pt x="7838" y="26054"/>
                      <a:pt x="7764" y="26045"/>
                    </a:cubicBezTo>
                    <a:cubicBezTo>
                      <a:pt x="7606" y="26037"/>
                      <a:pt x="7449" y="26020"/>
                      <a:pt x="7291" y="26012"/>
                    </a:cubicBezTo>
                    <a:cubicBezTo>
                      <a:pt x="7192" y="25996"/>
                      <a:pt x="7068" y="25996"/>
                      <a:pt x="6985" y="25929"/>
                    </a:cubicBezTo>
                    <a:cubicBezTo>
                      <a:pt x="6910" y="25871"/>
                      <a:pt x="6910" y="25788"/>
                      <a:pt x="6910" y="25706"/>
                    </a:cubicBezTo>
                    <a:cubicBezTo>
                      <a:pt x="6910" y="25697"/>
                      <a:pt x="6919" y="25689"/>
                      <a:pt x="6919" y="25681"/>
                    </a:cubicBezTo>
                    <a:cubicBezTo>
                      <a:pt x="6927" y="25681"/>
                      <a:pt x="6927" y="25672"/>
                      <a:pt x="6927" y="25672"/>
                    </a:cubicBezTo>
                    <a:cubicBezTo>
                      <a:pt x="6935" y="25664"/>
                      <a:pt x="6943" y="25664"/>
                      <a:pt x="6943" y="25656"/>
                    </a:cubicBezTo>
                    <a:cubicBezTo>
                      <a:pt x="6960" y="25639"/>
                      <a:pt x="6968" y="25631"/>
                      <a:pt x="6985" y="25623"/>
                    </a:cubicBezTo>
                    <a:cubicBezTo>
                      <a:pt x="6993" y="25606"/>
                      <a:pt x="7010" y="25598"/>
                      <a:pt x="7018" y="25581"/>
                    </a:cubicBezTo>
                    <a:cubicBezTo>
                      <a:pt x="7035" y="25573"/>
                      <a:pt x="7043" y="25556"/>
                      <a:pt x="7051" y="25540"/>
                    </a:cubicBezTo>
                    <a:cubicBezTo>
                      <a:pt x="7068" y="25515"/>
                      <a:pt x="7059" y="25490"/>
                      <a:pt x="7051" y="25474"/>
                    </a:cubicBezTo>
                    <a:cubicBezTo>
                      <a:pt x="7035" y="25457"/>
                      <a:pt x="7018" y="25457"/>
                      <a:pt x="6993" y="25457"/>
                    </a:cubicBezTo>
                    <a:cubicBezTo>
                      <a:pt x="6935" y="25465"/>
                      <a:pt x="6894" y="25507"/>
                      <a:pt x="6861" y="25548"/>
                    </a:cubicBezTo>
                    <a:lnTo>
                      <a:pt x="6844" y="25548"/>
                    </a:lnTo>
                    <a:cubicBezTo>
                      <a:pt x="6844" y="25548"/>
                      <a:pt x="6844" y="25540"/>
                      <a:pt x="6844" y="25540"/>
                    </a:cubicBezTo>
                    <a:cubicBezTo>
                      <a:pt x="6850" y="25501"/>
                      <a:pt x="6822" y="25463"/>
                      <a:pt x="6786" y="25463"/>
                    </a:cubicBezTo>
                    <a:cubicBezTo>
                      <a:pt x="6775" y="25463"/>
                      <a:pt x="6764" y="25466"/>
                      <a:pt x="6753" y="25474"/>
                    </a:cubicBezTo>
                    <a:cubicBezTo>
                      <a:pt x="6670" y="25532"/>
                      <a:pt x="6604" y="25614"/>
                      <a:pt x="6521" y="25681"/>
                    </a:cubicBezTo>
                    <a:cubicBezTo>
                      <a:pt x="6446" y="25747"/>
                      <a:pt x="6363" y="25797"/>
                      <a:pt x="6272" y="25846"/>
                    </a:cubicBezTo>
                    <a:cubicBezTo>
                      <a:pt x="6057" y="25954"/>
                      <a:pt x="5817" y="26012"/>
                      <a:pt x="5576" y="26054"/>
                    </a:cubicBezTo>
                    <a:cubicBezTo>
                      <a:pt x="5319" y="26103"/>
                      <a:pt x="5063" y="26145"/>
                      <a:pt x="4806" y="26194"/>
                    </a:cubicBezTo>
                    <a:cubicBezTo>
                      <a:pt x="4615" y="26228"/>
                      <a:pt x="4416" y="26269"/>
                      <a:pt x="4226" y="26310"/>
                    </a:cubicBezTo>
                    <a:cubicBezTo>
                      <a:pt x="4449" y="26136"/>
                      <a:pt x="4640" y="25929"/>
                      <a:pt x="4773" y="25672"/>
                    </a:cubicBezTo>
                    <a:cubicBezTo>
                      <a:pt x="4947" y="25349"/>
                      <a:pt x="4996" y="24993"/>
                      <a:pt x="5005" y="24628"/>
                    </a:cubicBezTo>
                    <a:cubicBezTo>
                      <a:pt x="5005" y="24454"/>
                      <a:pt x="5005" y="24272"/>
                      <a:pt x="4963" y="24098"/>
                    </a:cubicBezTo>
                    <a:cubicBezTo>
                      <a:pt x="4913" y="23924"/>
                      <a:pt x="4814" y="23775"/>
                      <a:pt x="4706" y="23634"/>
                    </a:cubicBezTo>
                    <a:cubicBezTo>
                      <a:pt x="4615" y="23526"/>
                      <a:pt x="4524" y="23419"/>
                      <a:pt x="4433" y="23311"/>
                    </a:cubicBezTo>
                    <a:close/>
                    <a:moveTo>
                      <a:pt x="16060" y="4199"/>
                    </a:moveTo>
                    <a:cubicBezTo>
                      <a:pt x="16158" y="4199"/>
                      <a:pt x="16256" y="4203"/>
                      <a:pt x="16356" y="4213"/>
                    </a:cubicBezTo>
                    <a:cubicBezTo>
                      <a:pt x="16364" y="4230"/>
                      <a:pt x="16381" y="4230"/>
                      <a:pt x="16397" y="4230"/>
                    </a:cubicBezTo>
                    <a:cubicBezTo>
                      <a:pt x="16695" y="4230"/>
                      <a:pt x="16961" y="4370"/>
                      <a:pt x="17217" y="4495"/>
                    </a:cubicBezTo>
                    <a:cubicBezTo>
                      <a:pt x="17499" y="4619"/>
                      <a:pt x="17781" y="4752"/>
                      <a:pt x="18054" y="4876"/>
                    </a:cubicBezTo>
                    <a:cubicBezTo>
                      <a:pt x="18319" y="5000"/>
                      <a:pt x="18601" y="5108"/>
                      <a:pt x="18858" y="5240"/>
                    </a:cubicBezTo>
                    <a:cubicBezTo>
                      <a:pt x="19090" y="5373"/>
                      <a:pt x="19189" y="5580"/>
                      <a:pt x="19256" y="5837"/>
                    </a:cubicBezTo>
                    <a:cubicBezTo>
                      <a:pt x="19297" y="5986"/>
                      <a:pt x="19330" y="6135"/>
                      <a:pt x="19363" y="6293"/>
                    </a:cubicBezTo>
                    <a:cubicBezTo>
                      <a:pt x="19397" y="6450"/>
                      <a:pt x="19413" y="6641"/>
                      <a:pt x="19488" y="6782"/>
                    </a:cubicBezTo>
                    <a:cubicBezTo>
                      <a:pt x="19499" y="6797"/>
                      <a:pt x="19519" y="6805"/>
                      <a:pt x="19536" y="6805"/>
                    </a:cubicBezTo>
                    <a:cubicBezTo>
                      <a:pt x="19556" y="6805"/>
                      <a:pt x="19574" y="6795"/>
                      <a:pt x="19579" y="6773"/>
                    </a:cubicBezTo>
                    <a:cubicBezTo>
                      <a:pt x="19579" y="6765"/>
                      <a:pt x="19579" y="6757"/>
                      <a:pt x="19587" y="6748"/>
                    </a:cubicBezTo>
                    <a:cubicBezTo>
                      <a:pt x="19653" y="6931"/>
                      <a:pt x="19728" y="7113"/>
                      <a:pt x="19811" y="7295"/>
                    </a:cubicBezTo>
                    <a:cubicBezTo>
                      <a:pt x="19976" y="7660"/>
                      <a:pt x="20192" y="7991"/>
                      <a:pt x="20449" y="8306"/>
                    </a:cubicBezTo>
                    <a:cubicBezTo>
                      <a:pt x="20565" y="8447"/>
                      <a:pt x="20681" y="8596"/>
                      <a:pt x="20747" y="8770"/>
                    </a:cubicBezTo>
                    <a:cubicBezTo>
                      <a:pt x="20822" y="8969"/>
                      <a:pt x="20813" y="9193"/>
                      <a:pt x="20764" y="9400"/>
                    </a:cubicBezTo>
                    <a:lnTo>
                      <a:pt x="20780" y="9408"/>
                    </a:lnTo>
                    <a:cubicBezTo>
                      <a:pt x="20689" y="9797"/>
                      <a:pt x="20532" y="10179"/>
                      <a:pt x="20358" y="10543"/>
                    </a:cubicBezTo>
                    <a:cubicBezTo>
                      <a:pt x="20167" y="10924"/>
                      <a:pt x="19935" y="11289"/>
                      <a:pt x="19670" y="11629"/>
                    </a:cubicBezTo>
                    <a:cubicBezTo>
                      <a:pt x="19645" y="11488"/>
                      <a:pt x="19612" y="11347"/>
                      <a:pt x="19562" y="11214"/>
                    </a:cubicBezTo>
                    <a:cubicBezTo>
                      <a:pt x="19488" y="10999"/>
                      <a:pt x="19405" y="10775"/>
                      <a:pt x="19281" y="10593"/>
                    </a:cubicBezTo>
                    <a:cubicBezTo>
                      <a:pt x="19264" y="10576"/>
                      <a:pt x="19247" y="10568"/>
                      <a:pt x="19231" y="10568"/>
                    </a:cubicBezTo>
                    <a:cubicBezTo>
                      <a:pt x="19181" y="10419"/>
                      <a:pt x="19131" y="10261"/>
                      <a:pt x="19082" y="10112"/>
                    </a:cubicBezTo>
                    <a:cubicBezTo>
                      <a:pt x="19015" y="9947"/>
                      <a:pt x="18949" y="9789"/>
                      <a:pt x="18866" y="9632"/>
                    </a:cubicBezTo>
                    <a:cubicBezTo>
                      <a:pt x="18717" y="9333"/>
                      <a:pt x="18535" y="9043"/>
                      <a:pt x="18303" y="8795"/>
                    </a:cubicBezTo>
                    <a:cubicBezTo>
                      <a:pt x="18063" y="8530"/>
                      <a:pt x="17781" y="8314"/>
                      <a:pt x="17491" y="8124"/>
                    </a:cubicBezTo>
                    <a:cubicBezTo>
                      <a:pt x="17201" y="7925"/>
                      <a:pt x="16894" y="7726"/>
                      <a:pt x="16571" y="7577"/>
                    </a:cubicBezTo>
                    <a:cubicBezTo>
                      <a:pt x="16352" y="7475"/>
                      <a:pt x="16098" y="7394"/>
                      <a:pt x="15848" y="7394"/>
                    </a:cubicBezTo>
                    <a:cubicBezTo>
                      <a:pt x="15710" y="7394"/>
                      <a:pt x="15574" y="7419"/>
                      <a:pt x="15444" y="7477"/>
                    </a:cubicBezTo>
                    <a:cubicBezTo>
                      <a:pt x="15403" y="7494"/>
                      <a:pt x="15428" y="7569"/>
                      <a:pt x="15469" y="7569"/>
                    </a:cubicBezTo>
                    <a:cubicBezTo>
                      <a:pt x="15527" y="7566"/>
                      <a:pt x="15584" y="7564"/>
                      <a:pt x="15640" y="7564"/>
                    </a:cubicBezTo>
                    <a:cubicBezTo>
                      <a:pt x="15753" y="7564"/>
                      <a:pt x="15861" y="7571"/>
                      <a:pt x="15966" y="7593"/>
                    </a:cubicBezTo>
                    <a:cubicBezTo>
                      <a:pt x="16132" y="7627"/>
                      <a:pt x="16289" y="7685"/>
                      <a:pt x="16439" y="7751"/>
                    </a:cubicBezTo>
                    <a:cubicBezTo>
                      <a:pt x="16745" y="7892"/>
                      <a:pt x="17035" y="8074"/>
                      <a:pt x="17317" y="8256"/>
                    </a:cubicBezTo>
                    <a:cubicBezTo>
                      <a:pt x="17590" y="8439"/>
                      <a:pt x="17855" y="8629"/>
                      <a:pt x="18087" y="8869"/>
                    </a:cubicBezTo>
                    <a:cubicBezTo>
                      <a:pt x="18319" y="9101"/>
                      <a:pt x="18510" y="9367"/>
                      <a:pt x="18667" y="9657"/>
                    </a:cubicBezTo>
                    <a:cubicBezTo>
                      <a:pt x="18759" y="9814"/>
                      <a:pt x="18833" y="9980"/>
                      <a:pt x="18916" y="10145"/>
                    </a:cubicBezTo>
                    <a:cubicBezTo>
                      <a:pt x="18999" y="10311"/>
                      <a:pt x="19090" y="10469"/>
                      <a:pt x="19165" y="10634"/>
                    </a:cubicBezTo>
                    <a:cubicBezTo>
                      <a:pt x="19173" y="10643"/>
                      <a:pt x="19181" y="10651"/>
                      <a:pt x="19189" y="10651"/>
                    </a:cubicBezTo>
                    <a:cubicBezTo>
                      <a:pt x="19223" y="10817"/>
                      <a:pt x="19297" y="10974"/>
                      <a:pt x="19355" y="11131"/>
                    </a:cubicBezTo>
                    <a:cubicBezTo>
                      <a:pt x="19421" y="11297"/>
                      <a:pt x="19479" y="11463"/>
                      <a:pt x="19521" y="11637"/>
                    </a:cubicBezTo>
                    <a:cubicBezTo>
                      <a:pt x="19595" y="11960"/>
                      <a:pt x="19612" y="12324"/>
                      <a:pt x="19479" y="12631"/>
                    </a:cubicBezTo>
                    <a:cubicBezTo>
                      <a:pt x="19272" y="13103"/>
                      <a:pt x="18775" y="13435"/>
                      <a:pt x="18270" y="13443"/>
                    </a:cubicBezTo>
                    <a:cubicBezTo>
                      <a:pt x="18250" y="13445"/>
                      <a:pt x="18230" y="13446"/>
                      <a:pt x="18210" y="13446"/>
                    </a:cubicBezTo>
                    <a:cubicBezTo>
                      <a:pt x="18160" y="13446"/>
                      <a:pt x="18109" y="13441"/>
                      <a:pt x="18063" y="13435"/>
                    </a:cubicBezTo>
                    <a:cubicBezTo>
                      <a:pt x="18021" y="13426"/>
                      <a:pt x="18013" y="13418"/>
                      <a:pt x="18005" y="13377"/>
                    </a:cubicBezTo>
                    <a:cubicBezTo>
                      <a:pt x="17996" y="13327"/>
                      <a:pt x="17996" y="13277"/>
                      <a:pt x="17988" y="13228"/>
                    </a:cubicBezTo>
                    <a:cubicBezTo>
                      <a:pt x="17963" y="13020"/>
                      <a:pt x="17938" y="12822"/>
                      <a:pt x="17905" y="12614"/>
                    </a:cubicBezTo>
                    <a:cubicBezTo>
                      <a:pt x="17905" y="12590"/>
                      <a:pt x="17880" y="12581"/>
                      <a:pt x="17864" y="12581"/>
                    </a:cubicBezTo>
                    <a:cubicBezTo>
                      <a:pt x="17855" y="12540"/>
                      <a:pt x="17855" y="12507"/>
                      <a:pt x="17847" y="12465"/>
                    </a:cubicBezTo>
                    <a:cubicBezTo>
                      <a:pt x="17789" y="12208"/>
                      <a:pt x="17698" y="11952"/>
                      <a:pt x="17565" y="11728"/>
                    </a:cubicBezTo>
                    <a:cubicBezTo>
                      <a:pt x="17267" y="11239"/>
                      <a:pt x="16720" y="10941"/>
                      <a:pt x="16207" y="10734"/>
                    </a:cubicBezTo>
                    <a:cubicBezTo>
                      <a:pt x="16074" y="10676"/>
                      <a:pt x="15925" y="10634"/>
                      <a:pt x="15792" y="10585"/>
                    </a:cubicBezTo>
                    <a:cubicBezTo>
                      <a:pt x="15693" y="10551"/>
                      <a:pt x="15602" y="10510"/>
                      <a:pt x="15527" y="10444"/>
                    </a:cubicBezTo>
                    <a:cubicBezTo>
                      <a:pt x="15552" y="10303"/>
                      <a:pt x="15544" y="10154"/>
                      <a:pt x="15527" y="10005"/>
                    </a:cubicBezTo>
                    <a:cubicBezTo>
                      <a:pt x="15519" y="9988"/>
                      <a:pt x="15511" y="9971"/>
                      <a:pt x="15502" y="9955"/>
                    </a:cubicBezTo>
                    <a:lnTo>
                      <a:pt x="15502" y="9947"/>
                    </a:lnTo>
                    <a:cubicBezTo>
                      <a:pt x="15494" y="9864"/>
                      <a:pt x="15486" y="9781"/>
                      <a:pt x="15477" y="9698"/>
                    </a:cubicBezTo>
                    <a:cubicBezTo>
                      <a:pt x="15502" y="9623"/>
                      <a:pt x="15535" y="9549"/>
                      <a:pt x="15577" y="9474"/>
                    </a:cubicBezTo>
                    <a:cubicBezTo>
                      <a:pt x="15610" y="9416"/>
                      <a:pt x="15651" y="9367"/>
                      <a:pt x="15701" y="9325"/>
                    </a:cubicBezTo>
                    <a:cubicBezTo>
                      <a:pt x="15759" y="9275"/>
                      <a:pt x="15834" y="9242"/>
                      <a:pt x="15892" y="9201"/>
                    </a:cubicBezTo>
                    <a:cubicBezTo>
                      <a:pt x="15975" y="9143"/>
                      <a:pt x="16041" y="9077"/>
                      <a:pt x="16091" y="8994"/>
                    </a:cubicBezTo>
                    <a:cubicBezTo>
                      <a:pt x="16099" y="8994"/>
                      <a:pt x="16107" y="8985"/>
                      <a:pt x="16107" y="8985"/>
                    </a:cubicBezTo>
                    <a:cubicBezTo>
                      <a:pt x="16190" y="8936"/>
                      <a:pt x="16256" y="8878"/>
                      <a:pt x="16298" y="8795"/>
                    </a:cubicBezTo>
                    <a:cubicBezTo>
                      <a:pt x="16306" y="8770"/>
                      <a:pt x="16314" y="8753"/>
                      <a:pt x="16314" y="8729"/>
                    </a:cubicBezTo>
                    <a:cubicBezTo>
                      <a:pt x="16430" y="8613"/>
                      <a:pt x="16372" y="8439"/>
                      <a:pt x="16331" y="8298"/>
                    </a:cubicBezTo>
                    <a:cubicBezTo>
                      <a:pt x="16281" y="8124"/>
                      <a:pt x="16190" y="7975"/>
                      <a:pt x="16033" y="7867"/>
                    </a:cubicBezTo>
                    <a:cubicBezTo>
                      <a:pt x="15883" y="7776"/>
                      <a:pt x="15693" y="7743"/>
                      <a:pt x="15519" y="7743"/>
                    </a:cubicBezTo>
                    <a:cubicBezTo>
                      <a:pt x="15312" y="7743"/>
                      <a:pt x="15105" y="7767"/>
                      <a:pt x="14906" y="7801"/>
                    </a:cubicBezTo>
                    <a:cubicBezTo>
                      <a:pt x="14723" y="7825"/>
                      <a:pt x="14533" y="7875"/>
                      <a:pt x="14367" y="7966"/>
                    </a:cubicBezTo>
                    <a:cubicBezTo>
                      <a:pt x="14226" y="8041"/>
                      <a:pt x="14094" y="8149"/>
                      <a:pt x="14003" y="8281"/>
                    </a:cubicBezTo>
                    <a:cubicBezTo>
                      <a:pt x="13978" y="8306"/>
                      <a:pt x="13961" y="8339"/>
                      <a:pt x="13945" y="8372"/>
                    </a:cubicBezTo>
                    <a:cubicBezTo>
                      <a:pt x="13887" y="8480"/>
                      <a:pt x="13854" y="8604"/>
                      <a:pt x="13870" y="8737"/>
                    </a:cubicBezTo>
                    <a:cubicBezTo>
                      <a:pt x="13878" y="8820"/>
                      <a:pt x="13912" y="8878"/>
                      <a:pt x="13961" y="8936"/>
                    </a:cubicBezTo>
                    <a:cubicBezTo>
                      <a:pt x="13970" y="8952"/>
                      <a:pt x="13970" y="8961"/>
                      <a:pt x="13978" y="8977"/>
                    </a:cubicBezTo>
                    <a:cubicBezTo>
                      <a:pt x="14003" y="9027"/>
                      <a:pt x="14036" y="9060"/>
                      <a:pt x="14077" y="9077"/>
                    </a:cubicBezTo>
                    <a:cubicBezTo>
                      <a:pt x="14077" y="9093"/>
                      <a:pt x="14086" y="9110"/>
                      <a:pt x="14102" y="9126"/>
                    </a:cubicBezTo>
                    <a:cubicBezTo>
                      <a:pt x="14168" y="9168"/>
                      <a:pt x="14235" y="9184"/>
                      <a:pt x="14309" y="9193"/>
                    </a:cubicBezTo>
                    <a:cubicBezTo>
                      <a:pt x="14334" y="9217"/>
                      <a:pt x="14375" y="9242"/>
                      <a:pt x="14417" y="9242"/>
                    </a:cubicBezTo>
                    <a:cubicBezTo>
                      <a:pt x="14483" y="9251"/>
                      <a:pt x="14549" y="9259"/>
                      <a:pt x="14616" y="9259"/>
                    </a:cubicBezTo>
                    <a:cubicBezTo>
                      <a:pt x="14674" y="9275"/>
                      <a:pt x="14723" y="9309"/>
                      <a:pt x="14781" y="9333"/>
                    </a:cubicBezTo>
                    <a:cubicBezTo>
                      <a:pt x="14806" y="9408"/>
                      <a:pt x="14864" y="9466"/>
                      <a:pt x="14922" y="9516"/>
                    </a:cubicBezTo>
                    <a:cubicBezTo>
                      <a:pt x="15013" y="9590"/>
                      <a:pt x="15096" y="9657"/>
                      <a:pt x="15163" y="9748"/>
                    </a:cubicBezTo>
                    <a:cubicBezTo>
                      <a:pt x="15179" y="9797"/>
                      <a:pt x="15187" y="9839"/>
                      <a:pt x="15212" y="9889"/>
                    </a:cubicBezTo>
                    <a:cubicBezTo>
                      <a:pt x="15221" y="9905"/>
                      <a:pt x="15229" y="9913"/>
                      <a:pt x="15245" y="9922"/>
                    </a:cubicBezTo>
                    <a:cubicBezTo>
                      <a:pt x="15245" y="9947"/>
                      <a:pt x="15245" y="9980"/>
                      <a:pt x="15254" y="10005"/>
                    </a:cubicBezTo>
                    <a:cubicBezTo>
                      <a:pt x="15262" y="10079"/>
                      <a:pt x="15270" y="10154"/>
                      <a:pt x="15279" y="10228"/>
                    </a:cubicBezTo>
                    <a:cubicBezTo>
                      <a:pt x="15287" y="10270"/>
                      <a:pt x="15287" y="10303"/>
                      <a:pt x="15287" y="10344"/>
                    </a:cubicBezTo>
                    <a:cubicBezTo>
                      <a:pt x="15287" y="10369"/>
                      <a:pt x="15295" y="10386"/>
                      <a:pt x="15295" y="10411"/>
                    </a:cubicBezTo>
                    <a:cubicBezTo>
                      <a:pt x="15295" y="10427"/>
                      <a:pt x="15303" y="10452"/>
                      <a:pt x="15312" y="10460"/>
                    </a:cubicBezTo>
                    <a:cubicBezTo>
                      <a:pt x="15303" y="10527"/>
                      <a:pt x="15279" y="10593"/>
                      <a:pt x="15229" y="10643"/>
                    </a:cubicBezTo>
                    <a:cubicBezTo>
                      <a:pt x="15154" y="10725"/>
                      <a:pt x="15055" y="10792"/>
                      <a:pt x="14972" y="10866"/>
                    </a:cubicBezTo>
                    <a:cubicBezTo>
                      <a:pt x="14897" y="10941"/>
                      <a:pt x="14815" y="11015"/>
                      <a:pt x="14740" y="11098"/>
                    </a:cubicBezTo>
                    <a:cubicBezTo>
                      <a:pt x="14450" y="11430"/>
                      <a:pt x="14226" y="11819"/>
                      <a:pt x="14036" y="12208"/>
                    </a:cubicBezTo>
                    <a:cubicBezTo>
                      <a:pt x="13936" y="12416"/>
                      <a:pt x="13845" y="12614"/>
                      <a:pt x="13746" y="12822"/>
                    </a:cubicBezTo>
                    <a:cubicBezTo>
                      <a:pt x="13646" y="13037"/>
                      <a:pt x="13547" y="13261"/>
                      <a:pt x="13406" y="13460"/>
                    </a:cubicBezTo>
                    <a:cubicBezTo>
                      <a:pt x="13191" y="13772"/>
                      <a:pt x="12872" y="14020"/>
                      <a:pt x="12502" y="14020"/>
                    </a:cubicBezTo>
                    <a:cubicBezTo>
                      <a:pt x="12429" y="14020"/>
                      <a:pt x="12355" y="14010"/>
                      <a:pt x="12279" y="13990"/>
                    </a:cubicBezTo>
                    <a:cubicBezTo>
                      <a:pt x="11790" y="13857"/>
                      <a:pt x="11534" y="13352"/>
                      <a:pt x="11650" y="12871"/>
                    </a:cubicBezTo>
                    <a:cubicBezTo>
                      <a:pt x="11655" y="12849"/>
                      <a:pt x="11635" y="12827"/>
                      <a:pt x="11616" y="12827"/>
                    </a:cubicBezTo>
                    <a:cubicBezTo>
                      <a:pt x="11606" y="12827"/>
                      <a:pt x="11597" y="12833"/>
                      <a:pt x="11592" y="12846"/>
                    </a:cubicBezTo>
                    <a:cubicBezTo>
                      <a:pt x="11401" y="13261"/>
                      <a:pt x="11550" y="13766"/>
                      <a:pt x="11915" y="14023"/>
                    </a:cubicBezTo>
                    <a:cubicBezTo>
                      <a:pt x="12079" y="14137"/>
                      <a:pt x="12274" y="14202"/>
                      <a:pt x="12467" y="14202"/>
                    </a:cubicBezTo>
                    <a:cubicBezTo>
                      <a:pt x="12499" y="14202"/>
                      <a:pt x="12530" y="14200"/>
                      <a:pt x="12561" y="14197"/>
                    </a:cubicBezTo>
                    <a:cubicBezTo>
                      <a:pt x="12727" y="14189"/>
                      <a:pt x="12884" y="14131"/>
                      <a:pt x="13025" y="14048"/>
                    </a:cubicBezTo>
                    <a:cubicBezTo>
                      <a:pt x="13025" y="14056"/>
                      <a:pt x="13033" y="14073"/>
                      <a:pt x="13042" y="14081"/>
                    </a:cubicBezTo>
                    <a:cubicBezTo>
                      <a:pt x="13076" y="14111"/>
                      <a:pt x="13117" y="14123"/>
                      <a:pt x="13161" y="14123"/>
                    </a:cubicBezTo>
                    <a:cubicBezTo>
                      <a:pt x="13212" y="14123"/>
                      <a:pt x="13266" y="14107"/>
                      <a:pt x="13315" y="14089"/>
                    </a:cubicBezTo>
                    <a:cubicBezTo>
                      <a:pt x="13464" y="14106"/>
                      <a:pt x="13605" y="14172"/>
                      <a:pt x="13729" y="14247"/>
                    </a:cubicBezTo>
                    <a:cubicBezTo>
                      <a:pt x="13878" y="14330"/>
                      <a:pt x="14019" y="14412"/>
                      <a:pt x="14177" y="14487"/>
                    </a:cubicBezTo>
                    <a:cubicBezTo>
                      <a:pt x="14491" y="14620"/>
                      <a:pt x="14823" y="14702"/>
                      <a:pt x="15163" y="14719"/>
                    </a:cubicBezTo>
                    <a:cubicBezTo>
                      <a:pt x="15209" y="14721"/>
                      <a:pt x="15256" y="14723"/>
                      <a:pt x="15302" y="14723"/>
                    </a:cubicBezTo>
                    <a:cubicBezTo>
                      <a:pt x="15901" y="14723"/>
                      <a:pt x="16492" y="14525"/>
                      <a:pt x="16969" y="14164"/>
                    </a:cubicBezTo>
                    <a:cubicBezTo>
                      <a:pt x="17118" y="14056"/>
                      <a:pt x="17251" y="13932"/>
                      <a:pt x="17367" y="13799"/>
                    </a:cubicBezTo>
                    <a:cubicBezTo>
                      <a:pt x="17441" y="13716"/>
                      <a:pt x="17507" y="13617"/>
                      <a:pt x="17549" y="13518"/>
                    </a:cubicBezTo>
                    <a:cubicBezTo>
                      <a:pt x="17607" y="13567"/>
                      <a:pt x="17673" y="13617"/>
                      <a:pt x="17748" y="13634"/>
                    </a:cubicBezTo>
                    <a:cubicBezTo>
                      <a:pt x="17784" y="13646"/>
                      <a:pt x="17825" y="13653"/>
                      <a:pt x="17867" y="13653"/>
                    </a:cubicBezTo>
                    <a:cubicBezTo>
                      <a:pt x="17882" y="13653"/>
                      <a:pt x="17898" y="13652"/>
                      <a:pt x="17913" y="13650"/>
                    </a:cubicBezTo>
                    <a:lnTo>
                      <a:pt x="17913" y="13650"/>
                    </a:lnTo>
                    <a:cubicBezTo>
                      <a:pt x="17889" y="13716"/>
                      <a:pt x="17855" y="13774"/>
                      <a:pt x="17806" y="13824"/>
                    </a:cubicBezTo>
                    <a:cubicBezTo>
                      <a:pt x="17748" y="13882"/>
                      <a:pt x="17681" y="13940"/>
                      <a:pt x="17615" y="13982"/>
                    </a:cubicBezTo>
                    <a:cubicBezTo>
                      <a:pt x="17441" y="14106"/>
                      <a:pt x="17267" y="14222"/>
                      <a:pt x="17093" y="14338"/>
                    </a:cubicBezTo>
                    <a:cubicBezTo>
                      <a:pt x="17036" y="14374"/>
                      <a:pt x="17071" y="14452"/>
                      <a:pt x="17124" y="14452"/>
                    </a:cubicBezTo>
                    <a:cubicBezTo>
                      <a:pt x="17133" y="14452"/>
                      <a:pt x="17142" y="14450"/>
                      <a:pt x="17151" y="14446"/>
                    </a:cubicBezTo>
                    <a:cubicBezTo>
                      <a:pt x="17350" y="14338"/>
                      <a:pt x="17557" y="14247"/>
                      <a:pt x="17739" y="14122"/>
                    </a:cubicBezTo>
                    <a:cubicBezTo>
                      <a:pt x="17789" y="14089"/>
                      <a:pt x="17839" y="14056"/>
                      <a:pt x="17880" y="14015"/>
                    </a:cubicBezTo>
                    <a:cubicBezTo>
                      <a:pt x="17913" y="14139"/>
                      <a:pt x="17955" y="14263"/>
                      <a:pt x="17996" y="14388"/>
                    </a:cubicBezTo>
                    <a:lnTo>
                      <a:pt x="17988" y="14396"/>
                    </a:lnTo>
                    <a:cubicBezTo>
                      <a:pt x="17971" y="14421"/>
                      <a:pt x="17971" y="14462"/>
                      <a:pt x="17988" y="14479"/>
                    </a:cubicBezTo>
                    <a:cubicBezTo>
                      <a:pt x="18005" y="14495"/>
                      <a:pt x="18021" y="14504"/>
                      <a:pt x="18038" y="14504"/>
                    </a:cubicBezTo>
                    <a:cubicBezTo>
                      <a:pt x="18087" y="14669"/>
                      <a:pt x="18145" y="14835"/>
                      <a:pt x="18195" y="15001"/>
                    </a:cubicBezTo>
                    <a:cubicBezTo>
                      <a:pt x="18311" y="15382"/>
                      <a:pt x="18369" y="15763"/>
                      <a:pt x="18427" y="16152"/>
                    </a:cubicBezTo>
                    <a:cubicBezTo>
                      <a:pt x="18427" y="16169"/>
                      <a:pt x="18444" y="16186"/>
                      <a:pt x="18460" y="16186"/>
                    </a:cubicBezTo>
                    <a:lnTo>
                      <a:pt x="18460" y="16227"/>
                    </a:lnTo>
                    <a:cubicBezTo>
                      <a:pt x="18460" y="16368"/>
                      <a:pt x="18452" y="16517"/>
                      <a:pt x="18452" y="16658"/>
                    </a:cubicBezTo>
                    <a:cubicBezTo>
                      <a:pt x="18444" y="16906"/>
                      <a:pt x="18452" y="17171"/>
                      <a:pt x="18411" y="17420"/>
                    </a:cubicBezTo>
                    <a:cubicBezTo>
                      <a:pt x="18319" y="17925"/>
                      <a:pt x="17971" y="18290"/>
                      <a:pt x="17632" y="18646"/>
                    </a:cubicBezTo>
                    <a:cubicBezTo>
                      <a:pt x="17600" y="18672"/>
                      <a:pt x="17627" y="18707"/>
                      <a:pt x="17656" y="18707"/>
                    </a:cubicBezTo>
                    <a:cubicBezTo>
                      <a:pt x="17665" y="18707"/>
                      <a:pt x="17674" y="18704"/>
                      <a:pt x="17681" y="18696"/>
                    </a:cubicBezTo>
                    <a:cubicBezTo>
                      <a:pt x="17756" y="18630"/>
                      <a:pt x="17839" y="18572"/>
                      <a:pt x="17922" y="18505"/>
                    </a:cubicBezTo>
                    <a:lnTo>
                      <a:pt x="17922" y="18505"/>
                    </a:lnTo>
                    <a:cubicBezTo>
                      <a:pt x="17913" y="18563"/>
                      <a:pt x="17913" y="18621"/>
                      <a:pt x="17913" y="18671"/>
                    </a:cubicBezTo>
                    <a:cubicBezTo>
                      <a:pt x="17905" y="18795"/>
                      <a:pt x="17897" y="18911"/>
                      <a:pt x="17889" y="19027"/>
                    </a:cubicBezTo>
                    <a:cubicBezTo>
                      <a:pt x="17872" y="19259"/>
                      <a:pt x="17855" y="19491"/>
                      <a:pt x="17831" y="19732"/>
                    </a:cubicBezTo>
                    <a:cubicBezTo>
                      <a:pt x="17789" y="20187"/>
                      <a:pt x="17731" y="20643"/>
                      <a:pt x="17623" y="21091"/>
                    </a:cubicBezTo>
                    <a:cubicBezTo>
                      <a:pt x="17524" y="21530"/>
                      <a:pt x="17383" y="21960"/>
                      <a:pt x="17193" y="22375"/>
                    </a:cubicBezTo>
                    <a:cubicBezTo>
                      <a:pt x="17010" y="22772"/>
                      <a:pt x="16787" y="23162"/>
                      <a:pt x="16579" y="23551"/>
                    </a:cubicBezTo>
                    <a:cubicBezTo>
                      <a:pt x="16422" y="23866"/>
                      <a:pt x="16273" y="24189"/>
                      <a:pt x="16165" y="24521"/>
                    </a:cubicBezTo>
                    <a:cubicBezTo>
                      <a:pt x="16165" y="24504"/>
                      <a:pt x="16157" y="24479"/>
                      <a:pt x="16149" y="24463"/>
                    </a:cubicBezTo>
                    <a:cubicBezTo>
                      <a:pt x="16144" y="24449"/>
                      <a:pt x="16129" y="24443"/>
                      <a:pt x="16114" y="24443"/>
                    </a:cubicBezTo>
                    <a:cubicBezTo>
                      <a:pt x="16102" y="24443"/>
                      <a:pt x="16090" y="24447"/>
                      <a:pt x="16082" y="24454"/>
                    </a:cubicBezTo>
                    <a:cubicBezTo>
                      <a:pt x="16024" y="24512"/>
                      <a:pt x="16016" y="24604"/>
                      <a:pt x="16008" y="24678"/>
                    </a:cubicBezTo>
                    <a:cubicBezTo>
                      <a:pt x="15999" y="24769"/>
                      <a:pt x="16008" y="24852"/>
                      <a:pt x="16024" y="24943"/>
                    </a:cubicBezTo>
                    <a:cubicBezTo>
                      <a:pt x="16041" y="25109"/>
                      <a:pt x="16099" y="25275"/>
                      <a:pt x="16173" y="25432"/>
                    </a:cubicBezTo>
                    <a:cubicBezTo>
                      <a:pt x="16207" y="25507"/>
                      <a:pt x="16248" y="25581"/>
                      <a:pt x="16298" y="25648"/>
                    </a:cubicBezTo>
                    <a:cubicBezTo>
                      <a:pt x="16298" y="25664"/>
                      <a:pt x="16298" y="25689"/>
                      <a:pt x="16314" y="25706"/>
                    </a:cubicBezTo>
                    <a:cubicBezTo>
                      <a:pt x="16455" y="25846"/>
                      <a:pt x="16596" y="25979"/>
                      <a:pt x="16762" y="26087"/>
                    </a:cubicBezTo>
                    <a:cubicBezTo>
                      <a:pt x="16894" y="26170"/>
                      <a:pt x="17027" y="26236"/>
                      <a:pt x="17151" y="26327"/>
                    </a:cubicBezTo>
                    <a:cubicBezTo>
                      <a:pt x="17259" y="26410"/>
                      <a:pt x="17358" y="26518"/>
                      <a:pt x="17358" y="26658"/>
                    </a:cubicBezTo>
                    <a:cubicBezTo>
                      <a:pt x="17367" y="26725"/>
                      <a:pt x="17358" y="26791"/>
                      <a:pt x="17325" y="26849"/>
                    </a:cubicBezTo>
                    <a:cubicBezTo>
                      <a:pt x="17325" y="26857"/>
                      <a:pt x="17317" y="26857"/>
                      <a:pt x="17317" y="26866"/>
                    </a:cubicBezTo>
                    <a:cubicBezTo>
                      <a:pt x="17259" y="26816"/>
                      <a:pt x="17193" y="26774"/>
                      <a:pt x="17143" y="26733"/>
                    </a:cubicBezTo>
                    <a:cubicBezTo>
                      <a:pt x="17060" y="26675"/>
                      <a:pt x="16977" y="26609"/>
                      <a:pt x="16894" y="26551"/>
                    </a:cubicBezTo>
                    <a:cubicBezTo>
                      <a:pt x="16704" y="26410"/>
                      <a:pt x="16505" y="26277"/>
                      <a:pt x="16314" y="26145"/>
                    </a:cubicBezTo>
                    <a:cubicBezTo>
                      <a:pt x="16304" y="26137"/>
                      <a:pt x="16293" y="26134"/>
                      <a:pt x="16283" y="26134"/>
                    </a:cubicBezTo>
                    <a:cubicBezTo>
                      <a:pt x="16236" y="26134"/>
                      <a:pt x="16199" y="26202"/>
                      <a:pt x="16240" y="26236"/>
                    </a:cubicBezTo>
                    <a:cubicBezTo>
                      <a:pt x="16422" y="26385"/>
                      <a:pt x="16588" y="26542"/>
                      <a:pt x="16770" y="26692"/>
                    </a:cubicBezTo>
                    <a:cubicBezTo>
                      <a:pt x="16853" y="26758"/>
                      <a:pt x="16936" y="26832"/>
                      <a:pt x="17027" y="26899"/>
                    </a:cubicBezTo>
                    <a:cubicBezTo>
                      <a:pt x="17068" y="26932"/>
                      <a:pt x="17118" y="26965"/>
                      <a:pt x="17159" y="27006"/>
                    </a:cubicBezTo>
                    <a:cubicBezTo>
                      <a:pt x="17176" y="27015"/>
                      <a:pt x="17201" y="27031"/>
                      <a:pt x="17217" y="27048"/>
                    </a:cubicBezTo>
                    <a:cubicBezTo>
                      <a:pt x="17209" y="27073"/>
                      <a:pt x="17217" y="27097"/>
                      <a:pt x="17234" y="27114"/>
                    </a:cubicBezTo>
                    <a:cubicBezTo>
                      <a:pt x="17234" y="27114"/>
                      <a:pt x="17234" y="27122"/>
                      <a:pt x="17234" y="27122"/>
                    </a:cubicBezTo>
                    <a:cubicBezTo>
                      <a:pt x="17226" y="27172"/>
                      <a:pt x="17176" y="27213"/>
                      <a:pt x="17135" y="27230"/>
                    </a:cubicBezTo>
                    <a:cubicBezTo>
                      <a:pt x="17052" y="27271"/>
                      <a:pt x="16952" y="27280"/>
                      <a:pt x="16861" y="27296"/>
                    </a:cubicBezTo>
                    <a:cubicBezTo>
                      <a:pt x="16762" y="27313"/>
                      <a:pt x="16662" y="27321"/>
                      <a:pt x="16563" y="27321"/>
                    </a:cubicBezTo>
                    <a:cubicBezTo>
                      <a:pt x="16563" y="27313"/>
                      <a:pt x="16571" y="27313"/>
                      <a:pt x="16571" y="27305"/>
                    </a:cubicBezTo>
                    <a:cubicBezTo>
                      <a:pt x="16604" y="27189"/>
                      <a:pt x="16579" y="27056"/>
                      <a:pt x="16521" y="26957"/>
                    </a:cubicBezTo>
                    <a:cubicBezTo>
                      <a:pt x="16463" y="26841"/>
                      <a:pt x="16372" y="26741"/>
                      <a:pt x="16281" y="26650"/>
                    </a:cubicBezTo>
                    <a:cubicBezTo>
                      <a:pt x="16190" y="26551"/>
                      <a:pt x="16091" y="26451"/>
                      <a:pt x="15991" y="26352"/>
                    </a:cubicBezTo>
                    <a:cubicBezTo>
                      <a:pt x="15976" y="26336"/>
                      <a:pt x="15959" y="26330"/>
                      <a:pt x="15943" y="26330"/>
                    </a:cubicBezTo>
                    <a:cubicBezTo>
                      <a:pt x="15891" y="26330"/>
                      <a:pt x="15847" y="26400"/>
                      <a:pt x="15892" y="26451"/>
                    </a:cubicBezTo>
                    <a:cubicBezTo>
                      <a:pt x="16024" y="26609"/>
                      <a:pt x="16149" y="26774"/>
                      <a:pt x="16273" y="26948"/>
                    </a:cubicBezTo>
                    <a:cubicBezTo>
                      <a:pt x="16314" y="27006"/>
                      <a:pt x="16364" y="27089"/>
                      <a:pt x="16364" y="27164"/>
                    </a:cubicBezTo>
                    <a:cubicBezTo>
                      <a:pt x="16372" y="27197"/>
                      <a:pt x="16364" y="27222"/>
                      <a:pt x="16356" y="27255"/>
                    </a:cubicBezTo>
                    <a:cubicBezTo>
                      <a:pt x="16348" y="27254"/>
                      <a:pt x="16339" y="27254"/>
                      <a:pt x="16331" y="27254"/>
                    </a:cubicBezTo>
                    <a:cubicBezTo>
                      <a:pt x="16248" y="27254"/>
                      <a:pt x="16166" y="27289"/>
                      <a:pt x="16091" y="27296"/>
                    </a:cubicBezTo>
                    <a:cubicBezTo>
                      <a:pt x="16027" y="27306"/>
                      <a:pt x="15964" y="27310"/>
                      <a:pt x="15901" y="27310"/>
                    </a:cubicBezTo>
                    <a:cubicBezTo>
                      <a:pt x="15857" y="27310"/>
                      <a:pt x="15812" y="27308"/>
                      <a:pt x="15767" y="27305"/>
                    </a:cubicBezTo>
                    <a:cubicBezTo>
                      <a:pt x="15593" y="27280"/>
                      <a:pt x="15428" y="27205"/>
                      <a:pt x="15303" y="27073"/>
                    </a:cubicBezTo>
                    <a:cubicBezTo>
                      <a:pt x="15171" y="26932"/>
                      <a:pt x="15129" y="26741"/>
                      <a:pt x="15080" y="26559"/>
                    </a:cubicBezTo>
                    <a:cubicBezTo>
                      <a:pt x="15013" y="26335"/>
                      <a:pt x="14972" y="26095"/>
                      <a:pt x="14864" y="25888"/>
                    </a:cubicBezTo>
                    <a:cubicBezTo>
                      <a:pt x="14855" y="25873"/>
                      <a:pt x="14841" y="25867"/>
                      <a:pt x="14826" y="25867"/>
                    </a:cubicBezTo>
                    <a:cubicBezTo>
                      <a:pt x="14800" y="25867"/>
                      <a:pt x="14773" y="25886"/>
                      <a:pt x="14773" y="25913"/>
                    </a:cubicBezTo>
                    <a:lnTo>
                      <a:pt x="14765" y="25913"/>
                    </a:lnTo>
                    <a:cubicBezTo>
                      <a:pt x="14763" y="25913"/>
                      <a:pt x="14761" y="25913"/>
                      <a:pt x="14760" y="25913"/>
                    </a:cubicBezTo>
                    <a:cubicBezTo>
                      <a:pt x="14701" y="25913"/>
                      <a:pt x="14740" y="25630"/>
                      <a:pt x="14740" y="25606"/>
                    </a:cubicBezTo>
                    <a:cubicBezTo>
                      <a:pt x="14757" y="25465"/>
                      <a:pt x="14781" y="25333"/>
                      <a:pt x="14815" y="25208"/>
                    </a:cubicBezTo>
                    <a:cubicBezTo>
                      <a:pt x="14839" y="25084"/>
                      <a:pt x="14881" y="24960"/>
                      <a:pt x="14873" y="24836"/>
                    </a:cubicBezTo>
                    <a:cubicBezTo>
                      <a:pt x="14873" y="24711"/>
                      <a:pt x="14815" y="24620"/>
                      <a:pt x="14748" y="24529"/>
                    </a:cubicBezTo>
                    <a:cubicBezTo>
                      <a:pt x="14690" y="24446"/>
                      <a:pt x="14616" y="24372"/>
                      <a:pt x="14599" y="24272"/>
                    </a:cubicBezTo>
                    <a:cubicBezTo>
                      <a:pt x="14583" y="24181"/>
                      <a:pt x="14599" y="24082"/>
                      <a:pt x="14616" y="23982"/>
                    </a:cubicBezTo>
                    <a:cubicBezTo>
                      <a:pt x="14649" y="23825"/>
                      <a:pt x="14690" y="23667"/>
                      <a:pt x="14674" y="23510"/>
                    </a:cubicBezTo>
                    <a:cubicBezTo>
                      <a:pt x="14723" y="23468"/>
                      <a:pt x="14781" y="23427"/>
                      <a:pt x="14831" y="23377"/>
                    </a:cubicBezTo>
                    <a:cubicBezTo>
                      <a:pt x="15196" y="23054"/>
                      <a:pt x="15527" y="22681"/>
                      <a:pt x="15834" y="22300"/>
                    </a:cubicBezTo>
                    <a:cubicBezTo>
                      <a:pt x="16008" y="22093"/>
                      <a:pt x="16165" y="21869"/>
                      <a:pt x="16306" y="21637"/>
                    </a:cubicBezTo>
                    <a:cubicBezTo>
                      <a:pt x="16447" y="21405"/>
                      <a:pt x="16579" y="21165"/>
                      <a:pt x="16654" y="20900"/>
                    </a:cubicBezTo>
                    <a:cubicBezTo>
                      <a:pt x="16670" y="20846"/>
                      <a:pt x="16626" y="20805"/>
                      <a:pt x="16582" y="20805"/>
                    </a:cubicBezTo>
                    <a:cubicBezTo>
                      <a:pt x="16559" y="20805"/>
                      <a:pt x="16536" y="20816"/>
                      <a:pt x="16521" y="20842"/>
                    </a:cubicBezTo>
                    <a:cubicBezTo>
                      <a:pt x="16414" y="21049"/>
                      <a:pt x="16314" y="21265"/>
                      <a:pt x="16198" y="21472"/>
                    </a:cubicBezTo>
                    <a:cubicBezTo>
                      <a:pt x="16082" y="21671"/>
                      <a:pt x="15950" y="21869"/>
                      <a:pt x="15809" y="22052"/>
                    </a:cubicBezTo>
                    <a:cubicBezTo>
                      <a:pt x="15519" y="22433"/>
                      <a:pt x="15187" y="22772"/>
                      <a:pt x="14839" y="23096"/>
                    </a:cubicBezTo>
                    <a:cubicBezTo>
                      <a:pt x="14491" y="23427"/>
                      <a:pt x="14102" y="23700"/>
                      <a:pt x="13663" y="23899"/>
                    </a:cubicBezTo>
                    <a:cubicBezTo>
                      <a:pt x="13240" y="24082"/>
                      <a:pt x="12793" y="24206"/>
                      <a:pt x="12346" y="24297"/>
                    </a:cubicBezTo>
                    <a:cubicBezTo>
                      <a:pt x="12097" y="24347"/>
                      <a:pt x="11840" y="24388"/>
                      <a:pt x="11583" y="24430"/>
                    </a:cubicBezTo>
                    <a:cubicBezTo>
                      <a:pt x="11384" y="24454"/>
                      <a:pt x="11177" y="24471"/>
                      <a:pt x="10978" y="24512"/>
                    </a:cubicBezTo>
                    <a:cubicBezTo>
                      <a:pt x="10978" y="24496"/>
                      <a:pt x="10987" y="24471"/>
                      <a:pt x="10987" y="24454"/>
                    </a:cubicBezTo>
                    <a:cubicBezTo>
                      <a:pt x="11028" y="24164"/>
                      <a:pt x="11086" y="23874"/>
                      <a:pt x="11144" y="23593"/>
                    </a:cubicBezTo>
                    <a:cubicBezTo>
                      <a:pt x="11177" y="23452"/>
                      <a:pt x="11210" y="23311"/>
                      <a:pt x="11244" y="23178"/>
                    </a:cubicBezTo>
                    <a:cubicBezTo>
                      <a:pt x="11277" y="23029"/>
                      <a:pt x="11326" y="22888"/>
                      <a:pt x="11326" y="22739"/>
                    </a:cubicBezTo>
                    <a:cubicBezTo>
                      <a:pt x="11326" y="22699"/>
                      <a:pt x="11293" y="22677"/>
                      <a:pt x="11261" y="22677"/>
                    </a:cubicBezTo>
                    <a:cubicBezTo>
                      <a:pt x="11240" y="22677"/>
                      <a:pt x="11220" y="22687"/>
                      <a:pt x="11210" y="22706"/>
                    </a:cubicBezTo>
                    <a:cubicBezTo>
                      <a:pt x="11144" y="22822"/>
                      <a:pt x="11111" y="22946"/>
                      <a:pt x="11078" y="23071"/>
                    </a:cubicBezTo>
                    <a:cubicBezTo>
                      <a:pt x="11045" y="23187"/>
                      <a:pt x="11020" y="23311"/>
                      <a:pt x="10987" y="23435"/>
                    </a:cubicBezTo>
                    <a:cubicBezTo>
                      <a:pt x="10929" y="23692"/>
                      <a:pt x="10879" y="23949"/>
                      <a:pt x="10838" y="24214"/>
                    </a:cubicBezTo>
                    <a:cubicBezTo>
                      <a:pt x="10813" y="24330"/>
                      <a:pt x="10796" y="24446"/>
                      <a:pt x="10780" y="24562"/>
                    </a:cubicBezTo>
                    <a:cubicBezTo>
                      <a:pt x="10763" y="24579"/>
                      <a:pt x="10763" y="24612"/>
                      <a:pt x="10771" y="24628"/>
                    </a:cubicBezTo>
                    <a:cubicBezTo>
                      <a:pt x="10722" y="25001"/>
                      <a:pt x="10680" y="25374"/>
                      <a:pt x="10664" y="25739"/>
                    </a:cubicBezTo>
                    <a:cubicBezTo>
                      <a:pt x="10655" y="25855"/>
                      <a:pt x="10647" y="25962"/>
                      <a:pt x="10647" y="26070"/>
                    </a:cubicBezTo>
                    <a:cubicBezTo>
                      <a:pt x="10639" y="26087"/>
                      <a:pt x="10630" y="26103"/>
                      <a:pt x="10630" y="26128"/>
                    </a:cubicBezTo>
                    <a:cubicBezTo>
                      <a:pt x="10630" y="26145"/>
                      <a:pt x="10639" y="26170"/>
                      <a:pt x="10647" y="26186"/>
                    </a:cubicBezTo>
                    <a:cubicBezTo>
                      <a:pt x="10639" y="26559"/>
                      <a:pt x="10647" y="26932"/>
                      <a:pt x="10664" y="27305"/>
                    </a:cubicBezTo>
                    <a:cubicBezTo>
                      <a:pt x="10680" y="27553"/>
                      <a:pt x="10713" y="27810"/>
                      <a:pt x="10746" y="28059"/>
                    </a:cubicBezTo>
                    <a:cubicBezTo>
                      <a:pt x="10780" y="28291"/>
                      <a:pt x="10846" y="28514"/>
                      <a:pt x="10970" y="28713"/>
                    </a:cubicBezTo>
                    <a:cubicBezTo>
                      <a:pt x="11111" y="28929"/>
                      <a:pt x="11302" y="29111"/>
                      <a:pt x="11459" y="29318"/>
                    </a:cubicBezTo>
                    <a:cubicBezTo>
                      <a:pt x="11600" y="29509"/>
                      <a:pt x="11741" y="29749"/>
                      <a:pt x="11741" y="29989"/>
                    </a:cubicBezTo>
                    <a:cubicBezTo>
                      <a:pt x="11708" y="29956"/>
                      <a:pt x="11674" y="29915"/>
                      <a:pt x="11641" y="29873"/>
                    </a:cubicBezTo>
                    <a:cubicBezTo>
                      <a:pt x="11575" y="29790"/>
                      <a:pt x="11509" y="29716"/>
                      <a:pt x="11434" y="29633"/>
                    </a:cubicBezTo>
                    <a:cubicBezTo>
                      <a:pt x="11277" y="29475"/>
                      <a:pt x="11119" y="29335"/>
                      <a:pt x="10954" y="29194"/>
                    </a:cubicBezTo>
                    <a:cubicBezTo>
                      <a:pt x="10940" y="29185"/>
                      <a:pt x="10926" y="29182"/>
                      <a:pt x="10914" y="29182"/>
                    </a:cubicBezTo>
                    <a:cubicBezTo>
                      <a:pt x="10862" y="29182"/>
                      <a:pt x="10823" y="29239"/>
                      <a:pt x="10862" y="29285"/>
                    </a:cubicBezTo>
                    <a:cubicBezTo>
                      <a:pt x="11111" y="29542"/>
                      <a:pt x="11351" y="29815"/>
                      <a:pt x="11558" y="30105"/>
                    </a:cubicBezTo>
                    <a:cubicBezTo>
                      <a:pt x="11608" y="30171"/>
                      <a:pt x="11650" y="30238"/>
                      <a:pt x="11650" y="30321"/>
                    </a:cubicBezTo>
                    <a:cubicBezTo>
                      <a:pt x="11650" y="30403"/>
                      <a:pt x="11616" y="30478"/>
                      <a:pt x="11592" y="30553"/>
                    </a:cubicBezTo>
                    <a:cubicBezTo>
                      <a:pt x="11567" y="30627"/>
                      <a:pt x="11534" y="30693"/>
                      <a:pt x="11500" y="30760"/>
                    </a:cubicBezTo>
                    <a:cubicBezTo>
                      <a:pt x="11467" y="30669"/>
                      <a:pt x="11426" y="30594"/>
                      <a:pt x="11384" y="30511"/>
                    </a:cubicBezTo>
                    <a:cubicBezTo>
                      <a:pt x="11326" y="30395"/>
                      <a:pt x="11252" y="30271"/>
                      <a:pt x="11186" y="30155"/>
                    </a:cubicBezTo>
                    <a:cubicBezTo>
                      <a:pt x="11028" y="29890"/>
                      <a:pt x="10838" y="29641"/>
                      <a:pt x="10630" y="29409"/>
                    </a:cubicBezTo>
                    <a:cubicBezTo>
                      <a:pt x="10620" y="29397"/>
                      <a:pt x="10607" y="29392"/>
                      <a:pt x="10594" y="29392"/>
                    </a:cubicBezTo>
                    <a:cubicBezTo>
                      <a:pt x="10555" y="29392"/>
                      <a:pt x="10514" y="29438"/>
                      <a:pt x="10539" y="29475"/>
                    </a:cubicBezTo>
                    <a:cubicBezTo>
                      <a:pt x="10705" y="29716"/>
                      <a:pt x="10846" y="29973"/>
                      <a:pt x="10987" y="30221"/>
                    </a:cubicBezTo>
                    <a:cubicBezTo>
                      <a:pt x="11061" y="30354"/>
                      <a:pt x="11119" y="30478"/>
                      <a:pt x="11186" y="30611"/>
                    </a:cubicBezTo>
                    <a:cubicBezTo>
                      <a:pt x="11235" y="30710"/>
                      <a:pt x="11351" y="30892"/>
                      <a:pt x="11302" y="31008"/>
                    </a:cubicBezTo>
                    <a:cubicBezTo>
                      <a:pt x="11244" y="31108"/>
                      <a:pt x="11094" y="31191"/>
                      <a:pt x="11003" y="31249"/>
                    </a:cubicBezTo>
                    <a:cubicBezTo>
                      <a:pt x="10887" y="31315"/>
                      <a:pt x="10763" y="31373"/>
                      <a:pt x="10630" y="31381"/>
                    </a:cubicBezTo>
                    <a:cubicBezTo>
                      <a:pt x="10605" y="31385"/>
                      <a:pt x="10579" y="31387"/>
                      <a:pt x="10552" y="31387"/>
                    </a:cubicBezTo>
                    <a:cubicBezTo>
                      <a:pt x="10476" y="31387"/>
                      <a:pt x="10400" y="31370"/>
                      <a:pt x="10332" y="31340"/>
                    </a:cubicBezTo>
                    <a:cubicBezTo>
                      <a:pt x="10282" y="31323"/>
                      <a:pt x="10241" y="31290"/>
                      <a:pt x="10208" y="31257"/>
                    </a:cubicBezTo>
                    <a:cubicBezTo>
                      <a:pt x="10183" y="31240"/>
                      <a:pt x="10166" y="31215"/>
                      <a:pt x="10150" y="31199"/>
                    </a:cubicBezTo>
                    <a:cubicBezTo>
                      <a:pt x="10291" y="31041"/>
                      <a:pt x="10316" y="30809"/>
                      <a:pt x="10282" y="30611"/>
                    </a:cubicBezTo>
                    <a:cubicBezTo>
                      <a:pt x="10258" y="30453"/>
                      <a:pt x="10200" y="30304"/>
                      <a:pt x="10108" y="30180"/>
                    </a:cubicBezTo>
                    <a:cubicBezTo>
                      <a:pt x="10017" y="30047"/>
                      <a:pt x="9893" y="29939"/>
                      <a:pt x="9835" y="29790"/>
                    </a:cubicBezTo>
                    <a:cubicBezTo>
                      <a:pt x="9822" y="29761"/>
                      <a:pt x="9796" y="29748"/>
                      <a:pt x="9771" y="29748"/>
                    </a:cubicBezTo>
                    <a:cubicBezTo>
                      <a:pt x="9732" y="29748"/>
                      <a:pt x="9696" y="29778"/>
                      <a:pt x="9711" y="29823"/>
                    </a:cubicBezTo>
                    <a:cubicBezTo>
                      <a:pt x="9744" y="29956"/>
                      <a:pt x="9818" y="30064"/>
                      <a:pt x="9885" y="30171"/>
                    </a:cubicBezTo>
                    <a:cubicBezTo>
                      <a:pt x="9968" y="30287"/>
                      <a:pt x="10026" y="30412"/>
                      <a:pt x="10059" y="30544"/>
                    </a:cubicBezTo>
                    <a:cubicBezTo>
                      <a:pt x="10092" y="30677"/>
                      <a:pt x="10100" y="30859"/>
                      <a:pt x="10034" y="30983"/>
                    </a:cubicBezTo>
                    <a:cubicBezTo>
                      <a:pt x="10026" y="30983"/>
                      <a:pt x="10026" y="30975"/>
                      <a:pt x="10017" y="30975"/>
                    </a:cubicBezTo>
                    <a:cubicBezTo>
                      <a:pt x="10002" y="30970"/>
                      <a:pt x="9987" y="30968"/>
                      <a:pt x="9973" y="30968"/>
                    </a:cubicBezTo>
                    <a:cubicBezTo>
                      <a:pt x="9941" y="30968"/>
                      <a:pt x="9911" y="30978"/>
                      <a:pt x="9876" y="30983"/>
                    </a:cubicBezTo>
                    <a:cubicBezTo>
                      <a:pt x="9867" y="30985"/>
                      <a:pt x="9858" y="30986"/>
                      <a:pt x="9849" y="30986"/>
                    </a:cubicBezTo>
                    <a:cubicBezTo>
                      <a:pt x="9809" y="30986"/>
                      <a:pt x="9769" y="30972"/>
                      <a:pt x="9736" y="30959"/>
                    </a:cubicBezTo>
                    <a:cubicBezTo>
                      <a:pt x="9628" y="30925"/>
                      <a:pt x="9537" y="30867"/>
                      <a:pt x="9437" y="30826"/>
                    </a:cubicBezTo>
                    <a:cubicBezTo>
                      <a:pt x="9272" y="30751"/>
                      <a:pt x="9073" y="30718"/>
                      <a:pt x="8932" y="30611"/>
                    </a:cubicBezTo>
                    <a:cubicBezTo>
                      <a:pt x="8758" y="30470"/>
                      <a:pt x="8783" y="30188"/>
                      <a:pt x="8775" y="29989"/>
                    </a:cubicBezTo>
                    <a:cubicBezTo>
                      <a:pt x="8766" y="29732"/>
                      <a:pt x="8775" y="29484"/>
                      <a:pt x="8791" y="29227"/>
                    </a:cubicBezTo>
                    <a:cubicBezTo>
                      <a:pt x="8799" y="29061"/>
                      <a:pt x="8816" y="28887"/>
                      <a:pt x="8833" y="28721"/>
                    </a:cubicBezTo>
                    <a:cubicBezTo>
                      <a:pt x="8866" y="28713"/>
                      <a:pt x="8899" y="28680"/>
                      <a:pt x="8899" y="28630"/>
                    </a:cubicBezTo>
                    <a:cubicBezTo>
                      <a:pt x="8915" y="28415"/>
                      <a:pt x="8932" y="28191"/>
                      <a:pt x="8940" y="27976"/>
                    </a:cubicBezTo>
                    <a:cubicBezTo>
                      <a:pt x="8949" y="27769"/>
                      <a:pt x="8957" y="27553"/>
                      <a:pt x="8932" y="27346"/>
                    </a:cubicBezTo>
                    <a:cubicBezTo>
                      <a:pt x="8899" y="27147"/>
                      <a:pt x="8833" y="26965"/>
                      <a:pt x="8741" y="26783"/>
                    </a:cubicBezTo>
                    <a:cubicBezTo>
                      <a:pt x="8659" y="26617"/>
                      <a:pt x="8559" y="26451"/>
                      <a:pt x="8509" y="26269"/>
                    </a:cubicBezTo>
                    <a:cubicBezTo>
                      <a:pt x="8451" y="26070"/>
                      <a:pt x="8451" y="25863"/>
                      <a:pt x="8451" y="25656"/>
                    </a:cubicBezTo>
                    <a:cubicBezTo>
                      <a:pt x="8451" y="25432"/>
                      <a:pt x="8443" y="25217"/>
                      <a:pt x="8435" y="24993"/>
                    </a:cubicBezTo>
                    <a:cubicBezTo>
                      <a:pt x="8427" y="24554"/>
                      <a:pt x="8402" y="24115"/>
                      <a:pt x="8369" y="23676"/>
                    </a:cubicBezTo>
                    <a:cubicBezTo>
                      <a:pt x="8319" y="23178"/>
                      <a:pt x="8253" y="22681"/>
                      <a:pt x="8161" y="22192"/>
                    </a:cubicBezTo>
                    <a:cubicBezTo>
                      <a:pt x="8158" y="22170"/>
                      <a:pt x="8138" y="22159"/>
                      <a:pt x="8118" y="22159"/>
                    </a:cubicBezTo>
                    <a:cubicBezTo>
                      <a:pt x="8095" y="22159"/>
                      <a:pt x="8070" y="22174"/>
                      <a:pt x="8070" y="22201"/>
                    </a:cubicBezTo>
                    <a:cubicBezTo>
                      <a:pt x="8120" y="22797"/>
                      <a:pt x="8153" y="23386"/>
                      <a:pt x="8186" y="23982"/>
                    </a:cubicBezTo>
                    <a:cubicBezTo>
                      <a:pt x="8052" y="23912"/>
                      <a:pt x="7902" y="23887"/>
                      <a:pt x="7750" y="23887"/>
                    </a:cubicBezTo>
                    <a:cubicBezTo>
                      <a:pt x="7685" y="23887"/>
                      <a:pt x="7621" y="23892"/>
                      <a:pt x="7557" y="23899"/>
                    </a:cubicBezTo>
                    <a:cubicBezTo>
                      <a:pt x="7300" y="23922"/>
                      <a:pt x="7050" y="23958"/>
                      <a:pt x="6794" y="23958"/>
                    </a:cubicBezTo>
                    <a:cubicBezTo>
                      <a:pt x="6770" y="23958"/>
                      <a:pt x="6745" y="23958"/>
                      <a:pt x="6720" y="23957"/>
                    </a:cubicBezTo>
                    <a:cubicBezTo>
                      <a:pt x="6156" y="23949"/>
                      <a:pt x="5601" y="23800"/>
                      <a:pt x="5104" y="23543"/>
                    </a:cubicBezTo>
                    <a:cubicBezTo>
                      <a:pt x="4814" y="23402"/>
                      <a:pt x="4532" y="23228"/>
                      <a:pt x="4292" y="23013"/>
                    </a:cubicBezTo>
                    <a:cubicBezTo>
                      <a:pt x="4277" y="22998"/>
                      <a:pt x="4261" y="22991"/>
                      <a:pt x="4246" y="22991"/>
                    </a:cubicBezTo>
                    <a:cubicBezTo>
                      <a:pt x="4219" y="22991"/>
                      <a:pt x="4195" y="23011"/>
                      <a:pt x="4184" y="23038"/>
                    </a:cubicBezTo>
                    <a:cubicBezTo>
                      <a:pt x="4135" y="22980"/>
                      <a:pt x="4085" y="22922"/>
                      <a:pt x="4027" y="22864"/>
                    </a:cubicBezTo>
                    <a:cubicBezTo>
                      <a:pt x="3952" y="22789"/>
                      <a:pt x="3878" y="22706"/>
                      <a:pt x="3778" y="22665"/>
                    </a:cubicBezTo>
                    <a:cubicBezTo>
                      <a:pt x="3772" y="22663"/>
                      <a:pt x="3767" y="22662"/>
                      <a:pt x="3761" y="22662"/>
                    </a:cubicBezTo>
                    <a:cubicBezTo>
                      <a:pt x="3720" y="22662"/>
                      <a:pt x="3689" y="22711"/>
                      <a:pt x="3704" y="22748"/>
                    </a:cubicBezTo>
                    <a:cubicBezTo>
                      <a:pt x="3720" y="22830"/>
                      <a:pt x="3778" y="22905"/>
                      <a:pt x="3828" y="22971"/>
                    </a:cubicBezTo>
                    <a:cubicBezTo>
                      <a:pt x="3886" y="23046"/>
                      <a:pt x="3944" y="23120"/>
                      <a:pt x="4010" y="23187"/>
                    </a:cubicBezTo>
                    <a:cubicBezTo>
                      <a:pt x="4135" y="23328"/>
                      <a:pt x="4251" y="23468"/>
                      <a:pt x="4375" y="23609"/>
                    </a:cubicBezTo>
                    <a:cubicBezTo>
                      <a:pt x="4491" y="23742"/>
                      <a:pt x="4632" y="23866"/>
                      <a:pt x="4706" y="24024"/>
                    </a:cubicBezTo>
                    <a:cubicBezTo>
                      <a:pt x="4773" y="24173"/>
                      <a:pt x="4781" y="24338"/>
                      <a:pt x="4789" y="24504"/>
                    </a:cubicBezTo>
                    <a:cubicBezTo>
                      <a:pt x="4789" y="24836"/>
                      <a:pt x="4764" y="25192"/>
                      <a:pt x="4615" y="25498"/>
                    </a:cubicBezTo>
                    <a:cubicBezTo>
                      <a:pt x="4491" y="25755"/>
                      <a:pt x="4309" y="25971"/>
                      <a:pt x="4085" y="26153"/>
                    </a:cubicBezTo>
                    <a:cubicBezTo>
                      <a:pt x="3828" y="26368"/>
                      <a:pt x="3555" y="26551"/>
                      <a:pt x="3256" y="26708"/>
                    </a:cubicBezTo>
                    <a:cubicBezTo>
                      <a:pt x="3190" y="26745"/>
                      <a:pt x="3235" y="26828"/>
                      <a:pt x="3299" y="26828"/>
                    </a:cubicBezTo>
                    <a:cubicBezTo>
                      <a:pt x="3307" y="26828"/>
                      <a:pt x="3315" y="26827"/>
                      <a:pt x="3323" y="26824"/>
                    </a:cubicBezTo>
                    <a:cubicBezTo>
                      <a:pt x="3372" y="26799"/>
                      <a:pt x="3422" y="26774"/>
                      <a:pt x="3472" y="26750"/>
                    </a:cubicBezTo>
                    <a:lnTo>
                      <a:pt x="3472" y="26750"/>
                    </a:lnTo>
                    <a:cubicBezTo>
                      <a:pt x="3464" y="26758"/>
                      <a:pt x="3455" y="26766"/>
                      <a:pt x="3455" y="26774"/>
                    </a:cubicBezTo>
                    <a:cubicBezTo>
                      <a:pt x="3414" y="26816"/>
                      <a:pt x="3372" y="26857"/>
                      <a:pt x="3323" y="26899"/>
                    </a:cubicBezTo>
                    <a:cubicBezTo>
                      <a:pt x="3298" y="26924"/>
                      <a:pt x="3273" y="26940"/>
                      <a:pt x="3248" y="26965"/>
                    </a:cubicBezTo>
                    <a:cubicBezTo>
                      <a:pt x="3223" y="26990"/>
                      <a:pt x="3198" y="27006"/>
                      <a:pt x="3174" y="27039"/>
                    </a:cubicBezTo>
                    <a:cubicBezTo>
                      <a:pt x="3137" y="27083"/>
                      <a:pt x="3191" y="27160"/>
                      <a:pt x="3244" y="27160"/>
                    </a:cubicBezTo>
                    <a:cubicBezTo>
                      <a:pt x="3251" y="27160"/>
                      <a:pt x="3258" y="27158"/>
                      <a:pt x="3265" y="27155"/>
                    </a:cubicBezTo>
                    <a:cubicBezTo>
                      <a:pt x="3331" y="27131"/>
                      <a:pt x="3389" y="27073"/>
                      <a:pt x="3439" y="27023"/>
                    </a:cubicBezTo>
                    <a:cubicBezTo>
                      <a:pt x="3455" y="27006"/>
                      <a:pt x="3472" y="26990"/>
                      <a:pt x="3497" y="26965"/>
                    </a:cubicBezTo>
                    <a:cubicBezTo>
                      <a:pt x="3778" y="27006"/>
                      <a:pt x="4052" y="27039"/>
                      <a:pt x="4333" y="27122"/>
                    </a:cubicBezTo>
                    <a:cubicBezTo>
                      <a:pt x="4599" y="27197"/>
                      <a:pt x="4872" y="27288"/>
                      <a:pt x="5129" y="27404"/>
                    </a:cubicBezTo>
                    <a:cubicBezTo>
                      <a:pt x="5369" y="27512"/>
                      <a:pt x="5527" y="27677"/>
                      <a:pt x="5576" y="27943"/>
                    </a:cubicBezTo>
                    <a:cubicBezTo>
                      <a:pt x="5593" y="28042"/>
                      <a:pt x="5593" y="28141"/>
                      <a:pt x="5576" y="28233"/>
                    </a:cubicBezTo>
                    <a:cubicBezTo>
                      <a:pt x="5576" y="28233"/>
                      <a:pt x="5576" y="28233"/>
                      <a:pt x="5568" y="28224"/>
                    </a:cubicBezTo>
                    <a:cubicBezTo>
                      <a:pt x="5485" y="28050"/>
                      <a:pt x="5311" y="27951"/>
                      <a:pt x="5145" y="27868"/>
                    </a:cubicBezTo>
                    <a:cubicBezTo>
                      <a:pt x="4955" y="27769"/>
                      <a:pt x="4756" y="27677"/>
                      <a:pt x="4557" y="27586"/>
                    </a:cubicBezTo>
                    <a:cubicBezTo>
                      <a:pt x="4546" y="27580"/>
                      <a:pt x="4534" y="27577"/>
                      <a:pt x="4523" y="27577"/>
                    </a:cubicBezTo>
                    <a:cubicBezTo>
                      <a:pt x="4465" y="27577"/>
                      <a:pt x="4428" y="27660"/>
                      <a:pt x="4491" y="27702"/>
                    </a:cubicBezTo>
                    <a:cubicBezTo>
                      <a:pt x="4648" y="27802"/>
                      <a:pt x="4797" y="27901"/>
                      <a:pt x="4955" y="27992"/>
                    </a:cubicBezTo>
                    <a:cubicBezTo>
                      <a:pt x="5079" y="28067"/>
                      <a:pt x="5237" y="28133"/>
                      <a:pt x="5328" y="28257"/>
                    </a:cubicBezTo>
                    <a:cubicBezTo>
                      <a:pt x="5411" y="28365"/>
                      <a:pt x="5435" y="28514"/>
                      <a:pt x="5386" y="28639"/>
                    </a:cubicBezTo>
                    <a:cubicBezTo>
                      <a:pt x="5369" y="28680"/>
                      <a:pt x="5344" y="28721"/>
                      <a:pt x="5319" y="28763"/>
                    </a:cubicBezTo>
                    <a:cubicBezTo>
                      <a:pt x="5311" y="28730"/>
                      <a:pt x="5303" y="28705"/>
                      <a:pt x="5286" y="28680"/>
                    </a:cubicBezTo>
                    <a:cubicBezTo>
                      <a:pt x="5203" y="28506"/>
                      <a:pt x="5029" y="28390"/>
                      <a:pt x="4872" y="28274"/>
                    </a:cubicBezTo>
                    <a:cubicBezTo>
                      <a:pt x="4781" y="28208"/>
                      <a:pt x="4690" y="28141"/>
                      <a:pt x="4599" y="28075"/>
                    </a:cubicBezTo>
                    <a:cubicBezTo>
                      <a:pt x="4499" y="28009"/>
                      <a:pt x="4400" y="27959"/>
                      <a:pt x="4309" y="27901"/>
                    </a:cubicBezTo>
                    <a:cubicBezTo>
                      <a:pt x="4297" y="27894"/>
                      <a:pt x="4285" y="27891"/>
                      <a:pt x="4274" y="27891"/>
                    </a:cubicBezTo>
                    <a:cubicBezTo>
                      <a:pt x="4220" y="27891"/>
                      <a:pt x="4178" y="27961"/>
                      <a:pt x="4226" y="28009"/>
                    </a:cubicBezTo>
                    <a:cubicBezTo>
                      <a:pt x="4358" y="28141"/>
                      <a:pt x="4491" y="28266"/>
                      <a:pt x="4640" y="28390"/>
                    </a:cubicBezTo>
                    <a:cubicBezTo>
                      <a:pt x="4706" y="28448"/>
                      <a:pt x="4773" y="28506"/>
                      <a:pt x="4847" y="28564"/>
                    </a:cubicBezTo>
                    <a:cubicBezTo>
                      <a:pt x="4905" y="28614"/>
                      <a:pt x="4971" y="28655"/>
                      <a:pt x="5021" y="28721"/>
                    </a:cubicBezTo>
                    <a:cubicBezTo>
                      <a:pt x="5063" y="28771"/>
                      <a:pt x="5096" y="28837"/>
                      <a:pt x="5087" y="28904"/>
                    </a:cubicBezTo>
                    <a:cubicBezTo>
                      <a:pt x="5071" y="28962"/>
                      <a:pt x="5029" y="29003"/>
                      <a:pt x="4988" y="29036"/>
                    </a:cubicBezTo>
                    <a:cubicBezTo>
                      <a:pt x="4963" y="29053"/>
                      <a:pt x="4938" y="29069"/>
                      <a:pt x="4913" y="29086"/>
                    </a:cubicBezTo>
                    <a:cubicBezTo>
                      <a:pt x="4889" y="29094"/>
                      <a:pt x="4872" y="29103"/>
                      <a:pt x="4855" y="29111"/>
                    </a:cubicBezTo>
                    <a:cubicBezTo>
                      <a:pt x="4831" y="29127"/>
                      <a:pt x="4814" y="29144"/>
                      <a:pt x="4797" y="29161"/>
                    </a:cubicBezTo>
                    <a:cubicBezTo>
                      <a:pt x="4764" y="29185"/>
                      <a:pt x="4723" y="29210"/>
                      <a:pt x="4690" y="29219"/>
                    </a:cubicBezTo>
                    <a:cubicBezTo>
                      <a:pt x="4676" y="29226"/>
                      <a:pt x="4663" y="29228"/>
                      <a:pt x="4652" y="29228"/>
                    </a:cubicBezTo>
                    <a:cubicBezTo>
                      <a:pt x="4636" y="29228"/>
                      <a:pt x="4621" y="29223"/>
                      <a:pt x="4607" y="29219"/>
                    </a:cubicBezTo>
                    <a:cubicBezTo>
                      <a:pt x="4574" y="29194"/>
                      <a:pt x="4549" y="29169"/>
                      <a:pt x="4516" y="29136"/>
                    </a:cubicBezTo>
                    <a:cubicBezTo>
                      <a:pt x="4458" y="29078"/>
                      <a:pt x="4400" y="29020"/>
                      <a:pt x="4317" y="28987"/>
                    </a:cubicBezTo>
                    <a:cubicBezTo>
                      <a:pt x="4325" y="28937"/>
                      <a:pt x="4342" y="28895"/>
                      <a:pt x="4342" y="28846"/>
                    </a:cubicBezTo>
                    <a:cubicBezTo>
                      <a:pt x="4358" y="28771"/>
                      <a:pt x="4367" y="28688"/>
                      <a:pt x="4292" y="28630"/>
                    </a:cubicBezTo>
                    <a:cubicBezTo>
                      <a:pt x="4280" y="28618"/>
                      <a:pt x="4263" y="28612"/>
                      <a:pt x="4246" y="28612"/>
                    </a:cubicBezTo>
                    <a:cubicBezTo>
                      <a:pt x="4230" y="28612"/>
                      <a:pt x="4213" y="28618"/>
                      <a:pt x="4201" y="28630"/>
                    </a:cubicBezTo>
                    <a:cubicBezTo>
                      <a:pt x="4176" y="28655"/>
                      <a:pt x="4159" y="28680"/>
                      <a:pt x="4151" y="28713"/>
                    </a:cubicBezTo>
                    <a:cubicBezTo>
                      <a:pt x="4143" y="28738"/>
                      <a:pt x="4151" y="28771"/>
                      <a:pt x="4143" y="28804"/>
                    </a:cubicBezTo>
                    <a:cubicBezTo>
                      <a:pt x="4143" y="28846"/>
                      <a:pt x="4135" y="28920"/>
                      <a:pt x="4110" y="28962"/>
                    </a:cubicBezTo>
                    <a:cubicBezTo>
                      <a:pt x="4068" y="28962"/>
                      <a:pt x="4027" y="28970"/>
                      <a:pt x="3994" y="28987"/>
                    </a:cubicBezTo>
                    <a:cubicBezTo>
                      <a:pt x="3985" y="28987"/>
                      <a:pt x="3985" y="28987"/>
                      <a:pt x="3985" y="28995"/>
                    </a:cubicBezTo>
                    <a:lnTo>
                      <a:pt x="3952" y="28995"/>
                    </a:lnTo>
                    <a:cubicBezTo>
                      <a:pt x="3886" y="28995"/>
                      <a:pt x="3811" y="28987"/>
                      <a:pt x="3745" y="28987"/>
                    </a:cubicBezTo>
                    <a:cubicBezTo>
                      <a:pt x="3651" y="28981"/>
                      <a:pt x="3558" y="28975"/>
                      <a:pt x="3464" y="28975"/>
                    </a:cubicBezTo>
                    <a:cubicBezTo>
                      <a:pt x="3425" y="28975"/>
                      <a:pt x="3386" y="28976"/>
                      <a:pt x="3348" y="28978"/>
                    </a:cubicBezTo>
                    <a:lnTo>
                      <a:pt x="3339" y="28978"/>
                    </a:lnTo>
                    <a:cubicBezTo>
                      <a:pt x="3331" y="28978"/>
                      <a:pt x="3331" y="28978"/>
                      <a:pt x="3331" y="28970"/>
                    </a:cubicBezTo>
                    <a:cubicBezTo>
                      <a:pt x="3066" y="28854"/>
                      <a:pt x="2792" y="28771"/>
                      <a:pt x="2527" y="28663"/>
                    </a:cubicBezTo>
                    <a:cubicBezTo>
                      <a:pt x="2262" y="28564"/>
                      <a:pt x="1997" y="28448"/>
                      <a:pt x="1740" y="28324"/>
                    </a:cubicBezTo>
                    <a:cubicBezTo>
                      <a:pt x="1500" y="28208"/>
                      <a:pt x="1251" y="28092"/>
                      <a:pt x="1028" y="27943"/>
                    </a:cubicBezTo>
                    <a:cubicBezTo>
                      <a:pt x="812" y="27802"/>
                      <a:pt x="671" y="27595"/>
                      <a:pt x="646" y="27338"/>
                    </a:cubicBezTo>
                    <a:cubicBezTo>
                      <a:pt x="638" y="27189"/>
                      <a:pt x="655" y="27039"/>
                      <a:pt x="688" y="26899"/>
                    </a:cubicBezTo>
                    <a:cubicBezTo>
                      <a:pt x="721" y="26783"/>
                      <a:pt x="754" y="26667"/>
                      <a:pt x="787" y="26551"/>
                    </a:cubicBezTo>
                    <a:cubicBezTo>
                      <a:pt x="820" y="26559"/>
                      <a:pt x="862" y="26567"/>
                      <a:pt x="895" y="26567"/>
                    </a:cubicBezTo>
                    <a:cubicBezTo>
                      <a:pt x="1044" y="26567"/>
                      <a:pt x="1044" y="26344"/>
                      <a:pt x="895" y="26344"/>
                    </a:cubicBezTo>
                    <a:cubicBezTo>
                      <a:pt x="721" y="26335"/>
                      <a:pt x="588" y="26178"/>
                      <a:pt x="539" y="26012"/>
                    </a:cubicBezTo>
                    <a:cubicBezTo>
                      <a:pt x="464" y="25772"/>
                      <a:pt x="530" y="25507"/>
                      <a:pt x="564" y="25258"/>
                    </a:cubicBezTo>
                    <a:cubicBezTo>
                      <a:pt x="622" y="24736"/>
                      <a:pt x="605" y="24214"/>
                      <a:pt x="530" y="23700"/>
                    </a:cubicBezTo>
                    <a:cubicBezTo>
                      <a:pt x="456" y="23195"/>
                      <a:pt x="290" y="22714"/>
                      <a:pt x="240" y="22209"/>
                    </a:cubicBezTo>
                    <a:cubicBezTo>
                      <a:pt x="199" y="21745"/>
                      <a:pt x="290" y="21298"/>
                      <a:pt x="497" y="20875"/>
                    </a:cubicBezTo>
                    <a:cubicBezTo>
                      <a:pt x="646" y="20569"/>
                      <a:pt x="837" y="20287"/>
                      <a:pt x="1036" y="20013"/>
                    </a:cubicBezTo>
                    <a:lnTo>
                      <a:pt x="1036" y="20013"/>
                    </a:lnTo>
                    <a:cubicBezTo>
                      <a:pt x="1028" y="20113"/>
                      <a:pt x="1028" y="20221"/>
                      <a:pt x="1052" y="20312"/>
                    </a:cubicBezTo>
                    <a:cubicBezTo>
                      <a:pt x="1060" y="20340"/>
                      <a:pt x="1082" y="20352"/>
                      <a:pt x="1104" y="20352"/>
                    </a:cubicBezTo>
                    <a:cubicBezTo>
                      <a:pt x="1127" y="20352"/>
                      <a:pt x="1152" y="20337"/>
                      <a:pt x="1160" y="20312"/>
                    </a:cubicBezTo>
                    <a:cubicBezTo>
                      <a:pt x="1193" y="20204"/>
                      <a:pt x="1202" y="20080"/>
                      <a:pt x="1235" y="19972"/>
                    </a:cubicBezTo>
                    <a:cubicBezTo>
                      <a:pt x="1260" y="19856"/>
                      <a:pt x="1284" y="19740"/>
                      <a:pt x="1318" y="19624"/>
                    </a:cubicBezTo>
                    <a:cubicBezTo>
                      <a:pt x="1326" y="19616"/>
                      <a:pt x="1326" y="19607"/>
                      <a:pt x="1326" y="19599"/>
                    </a:cubicBezTo>
                    <a:cubicBezTo>
                      <a:pt x="1326" y="19591"/>
                      <a:pt x="1334" y="19591"/>
                      <a:pt x="1334" y="19591"/>
                    </a:cubicBezTo>
                    <a:cubicBezTo>
                      <a:pt x="1342" y="19583"/>
                      <a:pt x="1342" y="19574"/>
                      <a:pt x="1342" y="19558"/>
                    </a:cubicBezTo>
                    <a:cubicBezTo>
                      <a:pt x="1409" y="19359"/>
                      <a:pt x="1500" y="19168"/>
                      <a:pt x="1608" y="18986"/>
                    </a:cubicBezTo>
                    <a:cubicBezTo>
                      <a:pt x="1732" y="18787"/>
                      <a:pt x="1873" y="18605"/>
                      <a:pt x="2047" y="18439"/>
                    </a:cubicBezTo>
                    <a:cubicBezTo>
                      <a:pt x="2052" y="18455"/>
                      <a:pt x="2064" y="18464"/>
                      <a:pt x="2077" y="18464"/>
                    </a:cubicBezTo>
                    <a:cubicBezTo>
                      <a:pt x="2084" y="18464"/>
                      <a:pt x="2091" y="18462"/>
                      <a:pt x="2096" y="18456"/>
                    </a:cubicBezTo>
                    <a:cubicBezTo>
                      <a:pt x="2146" y="18389"/>
                      <a:pt x="2196" y="18331"/>
                      <a:pt x="2246" y="18273"/>
                    </a:cubicBezTo>
                    <a:cubicBezTo>
                      <a:pt x="2353" y="18182"/>
                      <a:pt x="2469" y="18091"/>
                      <a:pt x="2577" y="17992"/>
                    </a:cubicBezTo>
                    <a:cubicBezTo>
                      <a:pt x="2759" y="17826"/>
                      <a:pt x="2908" y="17635"/>
                      <a:pt x="3000" y="17403"/>
                    </a:cubicBezTo>
                    <a:cubicBezTo>
                      <a:pt x="3000" y="17403"/>
                      <a:pt x="3000" y="17403"/>
                      <a:pt x="3000" y="17395"/>
                    </a:cubicBezTo>
                    <a:cubicBezTo>
                      <a:pt x="3074" y="17312"/>
                      <a:pt x="3149" y="17238"/>
                      <a:pt x="3232" y="17155"/>
                    </a:cubicBezTo>
                    <a:cubicBezTo>
                      <a:pt x="3646" y="16732"/>
                      <a:pt x="4101" y="16360"/>
                      <a:pt x="4574" y="15995"/>
                    </a:cubicBezTo>
                    <a:cubicBezTo>
                      <a:pt x="5071" y="15597"/>
                      <a:pt x="5576" y="15216"/>
                      <a:pt x="6082" y="14835"/>
                    </a:cubicBezTo>
                    <a:cubicBezTo>
                      <a:pt x="6562" y="14462"/>
                      <a:pt x="7093" y="14172"/>
                      <a:pt x="7598" y="13841"/>
                    </a:cubicBezTo>
                    <a:cubicBezTo>
                      <a:pt x="7780" y="13716"/>
                      <a:pt x="7954" y="13600"/>
                      <a:pt x="8112" y="13460"/>
                    </a:cubicBezTo>
                    <a:lnTo>
                      <a:pt x="8112" y="13460"/>
                    </a:lnTo>
                    <a:cubicBezTo>
                      <a:pt x="8029" y="13592"/>
                      <a:pt x="7954" y="13725"/>
                      <a:pt x="7905" y="13874"/>
                    </a:cubicBezTo>
                    <a:cubicBezTo>
                      <a:pt x="7838" y="14081"/>
                      <a:pt x="7838" y="14305"/>
                      <a:pt x="7838" y="14528"/>
                    </a:cubicBezTo>
                    <a:cubicBezTo>
                      <a:pt x="7838" y="14636"/>
                      <a:pt x="7838" y="14752"/>
                      <a:pt x="7847" y="14868"/>
                    </a:cubicBezTo>
                    <a:cubicBezTo>
                      <a:pt x="7855" y="14976"/>
                      <a:pt x="7855" y="15108"/>
                      <a:pt x="7913" y="15208"/>
                    </a:cubicBezTo>
                    <a:cubicBezTo>
                      <a:pt x="7922" y="15225"/>
                      <a:pt x="7944" y="15236"/>
                      <a:pt x="7966" y="15236"/>
                    </a:cubicBezTo>
                    <a:cubicBezTo>
                      <a:pt x="7985" y="15236"/>
                      <a:pt x="8004" y="15227"/>
                      <a:pt x="8012" y="15208"/>
                    </a:cubicBezTo>
                    <a:cubicBezTo>
                      <a:pt x="8062" y="15108"/>
                      <a:pt x="8054" y="15001"/>
                      <a:pt x="8054" y="14893"/>
                    </a:cubicBezTo>
                    <a:cubicBezTo>
                      <a:pt x="8054" y="14785"/>
                      <a:pt x="8045" y="14678"/>
                      <a:pt x="8045" y="14570"/>
                    </a:cubicBezTo>
                    <a:cubicBezTo>
                      <a:pt x="8037" y="14363"/>
                      <a:pt x="8021" y="14147"/>
                      <a:pt x="8087" y="13940"/>
                    </a:cubicBezTo>
                    <a:cubicBezTo>
                      <a:pt x="8137" y="13750"/>
                      <a:pt x="8253" y="13584"/>
                      <a:pt x="8352" y="13418"/>
                    </a:cubicBezTo>
                    <a:cubicBezTo>
                      <a:pt x="8393" y="13360"/>
                      <a:pt x="8427" y="13302"/>
                      <a:pt x="8460" y="13244"/>
                    </a:cubicBezTo>
                    <a:cubicBezTo>
                      <a:pt x="8460" y="13410"/>
                      <a:pt x="8509" y="13576"/>
                      <a:pt x="8559" y="13725"/>
                    </a:cubicBezTo>
                    <a:cubicBezTo>
                      <a:pt x="8592" y="13824"/>
                      <a:pt x="8625" y="13924"/>
                      <a:pt x="8667" y="14015"/>
                    </a:cubicBezTo>
                    <a:cubicBezTo>
                      <a:pt x="8717" y="14106"/>
                      <a:pt x="8766" y="14238"/>
                      <a:pt x="8849" y="14296"/>
                    </a:cubicBezTo>
                    <a:cubicBezTo>
                      <a:pt x="8863" y="14308"/>
                      <a:pt x="8878" y="14313"/>
                      <a:pt x="8891" y="14313"/>
                    </a:cubicBezTo>
                    <a:cubicBezTo>
                      <a:pt x="8923" y="14313"/>
                      <a:pt x="8946" y="14282"/>
                      <a:pt x="8940" y="14247"/>
                    </a:cubicBezTo>
                    <a:cubicBezTo>
                      <a:pt x="8932" y="14156"/>
                      <a:pt x="8874" y="14064"/>
                      <a:pt x="8841" y="13982"/>
                    </a:cubicBezTo>
                    <a:cubicBezTo>
                      <a:pt x="8799" y="13890"/>
                      <a:pt x="8766" y="13791"/>
                      <a:pt x="8733" y="13700"/>
                    </a:cubicBezTo>
                    <a:cubicBezTo>
                      <a:pt x="8667" y="13509"/>
                      <a:pt x="8601" y="13302"/>
                      <a:pt x="8625" y="13095"/>
                    </a:cubicBezTo>
                    <a:cubicBezTo>
                      <a:pt x="8634" y="13029"/>
                      <a:pt x="8650" y="12962"/>
                      <a:pt x="8667" y="12896"/>
                    </a:cubicBezTo>
                    <a:cubicBezTo>
                      <a:pt x="8750" y="12788"/>
                      <a:pt x="8824" y="12681"/>
                      <a:pt x="8849" y="12556"/>
                    </a:cubicBezTo>
                    <a:cubicBezTo>
                      <a:pt x="8857" y="12532"/>
                      <a:pt x="8849" y="12507"/>
                      <a:pt x="8841" y="12490"/>
                    </a:cubicBezTo>
                    <a:cubicBezTo>
                      <a:pt x="8866" y="12424"/>
                      <a:pt x="8899" y="12358"/>
                      <a:pt x="8924" y="12300"/>
                    </a:cubicBezTo>
                    <a:lnTo>
                      <a:pt x="8924" y="12300"/>
                    </a:lnTo>
                    <a:cubicBezTo>
                      <a:pt x="8924" y="12333"/>
                      <a:pt x="8924" y="12366"/>
                      <a:pt x="8915" y="12399"/>
                    </a:cubicBezTo>
                    <a:cubicBezTo>
                      <a:pt x="8915" y="12532"/>
                      <a:pt x="8915" y="12672"/>
                      <a:pt x="8932" y="12805"/>
                    </a:cubicBezTo>
                    <a:cubicBezTo>
                      <a:pt x="8949" y="12938"/>
                      <a:pt x="8965" y="13070"/>
                      <a:pt x="9023" y="13194"/>
                    </a:cubicBezTo>
                    <a:cubicBezTo>
                      <a:pt x="9029" y="13209"/>
                      <a:pt x="9040" y="13216"/>
                      <a:pt x="9053" y="13216"/>
                    </a:cubicBezTo>
                    <a:cubicBezTo>
                      <a:pt x="9075" y="13216"/>
                      <a:pt x="9101" y="13196"/>
                      <a:pt x="9106" y="13170"/>
                    </a:cubicBezTo>
                    <a:cubicBezTo>
                      <a:pt x="9114" y="13029"/>
                      <a:pt x="9089" y="12888"/>
                      <a:pt x="9089" y="12755"/>
                    </a:cubicBezTo>
                    <a:cubicBezTo>
                      <a:pt x="9081" y="12623"/>
                      <a:pt x="9081" y="12490"/>
                      <a:pt x="9089" y="12358"/>
                    </a:cubicBezTo>
                    <a:cubicBezTo>
                      <a:pt x="9106" y="12092"/>
                      <a:pt x="9164" y="11836"/>
                      <a:pt x="9247" y="11579"/>
                    </a:cubicBezTo>
                    <a:cubicBezTo>
                      <a:pt x="9330" y="11330"/>
                      <a:pt x="9446" y="11090"/>
                      <a:pt x="9595" y="10875"/>
                    </a:cubicBezTo>
                    <a:cubicBezTo>
                      <a:pt x="9678" y="10750"/>
                      <a:pt x="9760" y="10634"/>
                      <a:pt x="9827" y="10502"/>
                    </a:cubicBezTo>
                    <a:lnTo>
                      <a:pt x="9827" y="10502"/>
                    </a:lnTo>
                    <a:cubicBezTo>
                      <a:pt x="9818" y="10585"/>
                      <a:pt x="9802" y="10667"/>
                      <a:pt x="9785" y="10750"/>
                    </a:cubicBezTo>
                    <a:cubicBezTo>
                      <a:pt x="9769" y="10858"/>
                      <a:pt x="9719" y="10974"/>
                      <a:pt x="9719" y="11082"/>
                    </a:cubicBezTo>
                    <a:cubicBezTo>
                      <a:pt x="9719" y="11116"/>
                      <a:pt x="9746" y="11138"/>
                      <a:pt x="9777" y="11138"/>
                    </a:cubicBezTo>
                    <a:cubicBezTo>
                      <a:pt x="9791" y="11138"/>
                      <a:pt x="9805" y="11133"/>
                      <a:pt x="9818" y="11123"/>
                    </a:cubicBezTo>
                    <a:cubicBezTo>
                      <a:pt x="9893" y="11040"/>
                      <a:pt x="9926" y="10916"/>
                      <a:pt x="9951" y="10808"/>
                    </a:cubicBezTo>
                    <a:cubicBezTo>
                      <a:pt x="9976" y="10692"/>
                      <a:pt x="9992" y="10576"/>
                      <a:pt x="10001" y="10452"/>
                    </a:cubicBezTo>
                    <a:cubicBezTo>
                      <a:pt x="10017" y="10212"/>
                      <a:pt x="9992" y="9963"/>
                      <a:pt x="9943" y="9731"/>
                    </a:cubicBezTo>
                    <a:cubicBezTo>
                      <a:pt x="9885" y="9441"/>
                      <a:pt x="9777" y="9159"/>
                      <a:pt x="9644" y="8894"/>
                    </a:cubicBezTo>
                    <a:cubicBezTo>
                      <a:pt x="9644" y="8845"/>
                      <a:pt x="9636" y="8787"/>
                      <a:pt x="9628" y="8737"/>
                    </a:cubicBezTo>
                    <a:cubicBezTo>
                      <a:pt x="9636" y="8720"/>
                      <a:pt x="9628" y="8695"/>
                      <a:pt x="9620" y="8679"/>
                    </a:cubicBezTo>
                    <a:cubicBezTo>
                      <a:pt x="9603" y="8629"/>
                      <a:pt x="9586" y="8579"/>
                      <a:pt x="9562" y="8530"/>
                    </a:cubicBezTo>
                    <a:cubicBezTo>
                      <a:pt x="9545" y="8505"/>
                      <a:pt x="9520" y="8447"/>
                      <a:pt x="9479" y="8414"/>
                    </a:cubicBezTo>
                    <a:cubicBezTo>
                      <a:pt x="9479" y="8389"/>
                      <a:pt x="9479" y="8372"/>
                      <a:pt x="9479" y="8347"/>
                    </a:cubicBezTo>
                    <a:cubicBezTo>
                      <a:pt x="9470" y="8207"/>
                      <a:pt x="9512" y="8066"/>
                      <a:pt x="9586" y="7941"/>
                    </a:cubicBezTo>
                    <a:cubicBezTo>
                      <a:pt x="9661" y="7809"/>
                      <a:pt x="9752" y="7685"/>
                      <a:pt x="9843" y="7560"/>
                    </a:cubicBezTo>
                    <a:cubicBezTo>
                      <a:pt x="9934" y="7419"/>
                      <a:pt x="10009" y="7270"/>
                      <a:pt x="10067" y="7121"/>
                    </a:cubicBezTo>
                    <a:cubicBezTo>
                      <a:pt x="10075" y="7105"/>
                      <a:pt x="10067" y="7088"/>
                      <a:pt x="10059" y="7080"/>
                    </a:cubicBezTo>
                    <a:cubicBezTo>
                      <a:pt x="10266" y="6740"/>
                      <a:pt x="10506" y="6409"/>
                      <a:pt x="10755" y="6102"/>
                    </a:cubicBezTo>
                    <a:cubicBezTo>
                      <a:pt x="11045" y="5738"/>
                      <a:pt x="11384" y="5356"/>
                      <a:pt x="11815" y="5158"/>
                    </a:cubicBezTo>
                    <a:cubicBezTo>
                      <a:pt x="11996" y="5067"/>
                      <a:pt x="12183" y="5029"/>
                      <a:pt x="12385" y="5029"/>
                    </a:cubicBezTo>
                    <a:cubicBezTo>
                      <a:pt x="12424" y="5029"/>
                      <a:pt x="12463" y="5031"/>
                      <a:pt x="12503" y="5033"/>
                    </a:cubicBezTo>
                    <a:cubicBezTo>
                      <a:pt x="12636" y="5042"/>
                      <a:pt x="12776" y="5066"/>
                      <a:pt x="12917" y="5066"/>
                    </a:cubicBezTo>
                    <a:cubicBezTo>
                      <a:pt x="13042" y="5058"/>
                      <a:pt x="13174" y="5033"/>
                      <a:pt x="13298" y="5000"/>
                    </a:cubicBezTo>
                    <a:cubicBezTo>
                      <a:pt x="13454" y="4959"/>
                      <a:pt x="13609" y="4910"/>
                      <a:pt x="13756" y="4853"/>
                    </a:cubicBezTo>
                    <a:lnTo>
                      <a:pt x="13756" y="4853"/>
                    </a:lnTo>
                    <a:cubicBezTo>
                      <a:pt x="13755" y="4855"/>
                      <a:pt x="13754" y="4856"/>
                      <a:pt x="13754" y="4859"/>
                    </a:cubicBezTo>
                    <a:cubicBezTo>
                      <a:pt x="13738" y="4859"/>
                      <a:pt x="13721" y="4868"/>
                      <a:pt x="13704" y="4876"/>
                    </a:cubicBezTo>
                    <a:cubicBezTo>
                      <a:pt x="13671" y="4892"/>
                      <a:pt x="13638" y="4909"/>
                      <a:pt x="13613" y="4926"/>
                    </a:cubicBezTo>
                    <a:cubicBezTo>
                      <a:pt x="13588" y="4934"/>
                      <a:pt x="13588" y="4967"/>
                      <a:pt x="13597" y="4984"/>
                    </a:cubicBezTo>
                    <a:cubicBezTo>
                      <a:pt x="13603" y="4996"/>
                      <a:pt x="13618" y="5003"/>
                      <a:pt x="13632" y="5003"/>
                    </a:cubicBezTo>
                    <a:cubicBezTo>
                      <a:pt x="13637" y="5003"/>
                      <a:pt x="13642" y="5002"/>
                      <a:pt x="13646" y="5000"/>
                    </a:cubicBezTo>
                    <a:cubicBezTo>
                      <a:pt x="13680" y="4984"/>
                      <a:pt x="13713" y="4967"/>
                      <a:pt x="13746" y="4950"/>
                    </a:cubicBezTo>
                    <a:cubicBezTo>
                      <a:pt x="13754" y="4942"/>
                      <a:pt x="13771" y="4934"/>
                      <a:pt x="13787" y="4926"/>
                    </a:cubicBezTo>
                    <a:cubicBezTo>
                      <a:pt x="13796" y="4917"/>
                      <a:pt x="13804" y="4917"/>
                      <a:pt x="13812" y="4909"/>
                    </a:cubicBezTo>
                    <a:cubicBezTo>
                      <a:pt x="13820" y="4901"/>
                      <a:pt x="13820" y="4892"/>
                      <a:pt x="13829" y="4884"/>
                    </a:cubicBezTo>
                    <a:cubicBezTo>
                      <a:pt x="13837" y="4876"/>
                      <a:pt x="13837" y="4868"/>
                      <a:pt x="13837" y="4859"/>
                    </a:cubicBezTo>
                    <a:cubicBezTo>
                      <a:pt x="13829" y="4851"/>
                      <a:pt x="13820" y="4843"/>
                      <a:pt x="13812" y="4843"/>
                    </a:cubicBezTo>
                    <a:lnTo>
                      <a:pt x="13792" y="4843"/>
                    </a:lnTo>
                    <a:cubicBezTo>
                      <a:pt x="14141" y="4704"/>
                      <a:pt x="14490" y="4550"/>
                      <a:pt x="14848" y="4420"/>
                    </a:cubicBezTo>
                    <a:cubicBezTo>
                      <a:pt x="15249" y="4280"/>
                      <a:pt x="15650" y="4199"/>
                      <a:pt x="16060" y="4199"/>
                    </a:cubicBezTo>
                    <a:close/>
                    <a:moveTo>
                      <a:pt x="18159" y="1"/>
                    </a:moveTo>
                    <a:cubicBezTo>
                      <a:pt x="17904" y="1"/>
                      <a:pt x="17659" y="91"/>
                      <a:pt x="17458" y="269"/>
                    </a:cubicBezTo>
                    <a:cubicBezTo>
                      <a:pt x="17159" y="534"/>
                      <a:pt x="16969" y="932"/>
                      <a:pt x="16795" y="1280"/>
                    </a:cubicBezTo>
                    <a:cubicBezTo>
                      <a:pt x="16579" y="1727"/>
                      <a:pt x="16397" y="2183"/>
                      <a:pt x="16240" y="2655"/>
                    </a:cubicBezTo>
                    <a:cubicBezTo>
                      <a:pt x="16165" y="2896"/>
                      <a:pt x="16091" y="3136"/>
                      <a:pt x="16024" y="3384"/>
                    </a:cubicBezTo>
                    <a:cubicBezTo>
                      <a:pt x="15966" y="3600"/>
                      <a:pt x="15917" y="3832"/>
                      <a:pt x="15825" y="4039"/>
                    </a:cubicBezTo>
                    <a:lnTo>
                      <a:pt x="15801" y="4039"/>
                    </a:lnTo>
                    <a:cubicBezTo>
                      <a:pt x="15801" y="4039"/>
                      <a:pt x="15809" y="4031"/>
                      <a:pt x="15809" y="4022"/>
                    </a:cubicBezTo>
                    <a:cubicBezTo>
                      <a:pt x="15809" y="4014"/>
                      <a:pt x="15809" y="3998"/>
                      <a:pt x="15809" y="3989"/>
                    </a:cubicBezTo>
                    <a:cubicBezTo>
                      <a:pt x="15817" y="3964"/>
                      <a:pt x="15809" y="3948"/>
                      <a:pt x="15809" y="3931"/>
                    </a:cubicBezTo>
                    <a:cubicBezTo>
                      <a:pt x="15804" y="3915"/>
                      <a:pt x="15788" y="3906"/>
                      <a:pt x="15773" y="3906"/>
                    </a:cubicBezTo>
                    <a:cubicBezTo>
                      <a:pt x="15765" y="3906"/>
                      <a:pt x="15757" y="3909"/>
                      <a:pt x="15751" y="3915"/>
                    </a:cubicBezTo>
                    <a:cubicBezTo>
                      <a:pt x="15743" y="3931"/>
                      <a:pt x="15734" y="3948"/>
                      <a:pt x="15726" y="3964"/>
                    </a:cubicBezTo>
                    <a:cubicBezTo>
                      <a:pt x="15718" y="3973"/>
                      <a:pt x="15718" y="3989"/>
                      <a:pt x="15709" y="3998"/>
                    </a:cubicBezTo>
                    <a:cubicBezTo>
                      <a:pt x="15701" y="4014"/>
                      <a:pt x="15701" y="4022"/>
                      <a:pt x="15693" y="4039"/>
                    </a:cubicBezTo>
                    <a:cubicBezTo>
                      <a:pt x="15693" y="4039"/>
                      <a:pt x="15693" y="4047"/>
                      <a:pt x="15693" y="4056"/>
                    </a:cubicBezTo>
                    <a:cubicBezTo>
                      <a:pt x="15668" y="4064"/>
                      <a:pt x="15643" y="4064"/>
                      <a:pt x="15627" y="4072"/>
                    </a:cubicBezTo>
                    <a:cubicBezTo>
                      <a:pt x="15627" y="4064"/>
                      <a:pt x="15627" y="4056"/>
                      <a:pt x="15627" y="4047"/>
                    </a:cubicBezTo>
                    <a:cubicBezTo>
                      <a:pt x="15627" y="4022"/>
                      <a:pt x="15618" y="3998"/>
                      <a:pt x="15618" y="3973"/>
                    </a:cubicBezTo>
                    <a:cubicBezTo>
                      <a:pt x="15610" y="3964"/>
                      <a:pt x="15610" y="3948"/>
                      <a:pt x="15602" y="3931"/>
                    </a:cubicBezTo>
                    <a:cubicBezTo>
                      <a:pt x="15593" y="3923"/>
                      <a:pt x="15585" y="3915"/>
                      <a:pt x="15569" y="3906"/>
                    </a:cubicBezTo>
                    <a:cubicBezTo>
                      <a:pt x="15563" y="3901"/>
                      <a:pt x="15554" y="3898"/>
                      <a:pt x="15544" y="3898"/>
                    </a:cubicBezTo>
                    <a:cubicBezTo>
                      <a:pt x="15527" y="3898"/>
                      <a:pt x="15508" y="3907"/>
                      <a:pt x="15502" y="3923"/>
                    </a:cubicBezTo>
                    <a:cubicBezTo>
                      <a:pt x="15502" y="3931"/>
                      <a:pt x="15494" y="3940"/>
                      <a:pt x="15494" y="3948"/>
                    </a:cubicBezTo>
                    <a:cubicBezTo>
                      <a:pt x="15494" y="3964"/>
                      <a:pt x="15486" y="3973"/>
                      <a:pt x="15494" y="3989"/>
                    </a:cubicBezTo>
                    <a:cubicBezTo>
                      <a:pt x="15494" y="4001"/>
                      <a:pt x="15494" y="4008"/>
                      <a:pt x="15497" y="4017"/>
                    </a:cubicBezTo>
                    <a:lnTo>
                      <a:pt x="15497" y="4017"/>
                    </a:lnTo>
                    <a:cubicBezTo>
                      <a:pt x="15495" y="4015"/>
                      <a:pt x="15494" y="4014"/>
                      <a:pt x="15494" y="4014"/>
                    </a:cubicBezTo>
                    <a:lnTo>
                      <a:pt x="15494" y="4014"/>
                    </a:lnTo>
                    <a:cubicBezTo>
                      <a:pt x="15502" y="4031"/>
                      <a:pt x="15502" y="4056"/>
                      <a:pt x="15502" y="4072"/>
                    </a:cubicBezTo>
                    <a:cubicBezTo>
                      <a:pt x="15502" y="4080"/>
                      <a:pt x="15502" y="4089"/>
                      <a:pt x="15511" y="4097"/>
                    </a:cubicBezTo>
                    <a:cubicBezTo>
                      <a:pt x="15370" y="4122"/>
                      <a:pt x="15229" y="4163"/>
                      <a:pt x="15096" y="4196"/>
                    </a:cubicBezTo>
                    <a:cubicBezTo>
                      <a:pt x="14541" y="4362"/>
                      <a:pt x="14019" y="4627"/>
                      <a:pt x="13464" y="4793"/>
                    </a:cubicBezTo>
                    <a:cubicBezTo>
                      <a:pt x="13340" y="4834"/>
                      <a:pt x="13199" y="4876"/>
                      <a:pt x="13066" y="4884"/>
                    </a:cubicBezTo>
                    <a:cubicBezTo>
                      <a:pt x="13033" y="4886"/>
                      <a:pt x="13000" y="4887"/>
                      <a:pt x="12968" y="4887"/>
                    </a:cubicBezTo>
                    <a:cubicBezTo>
                      <a:pt x="12880" y="4887"/>
                      <a:pt x="12795" y="4880"/>
                      <a:pt x="12710" y="4868"/>
                    </a:cubicBezTo>
                    <a:lnTo>
                      <a:pt x="12710" y="4834"/>
                    </a:lnTo>
                    <a:cubicBezTo>
                      <a:pt x="12710" y="4818"/>
                      <a:pt x="12702" y="4801"/>
                      <a:pt x="12702" y="4776"/>
                    </a:cubicBezTo>
                    <a:cubicBezTo>
                      <a:pt x="12702" y="4768"/>
                      <a:pt x="12702" y="4752"/>
                      <a:pt x="12694" y="4735"/>
                    </a:cubicBezTo>
                    <a:cubicBezTo>
                      <a:pt x="12685" y="4727"/>
                      <a:pt x="12669" y="4710"/>
                      <a:pt x="12652" y="4710"/>
                    </a:cubicBezTo>
                    <a:cubicBezTo>
                      <a:pt x="12636" y="4710"/>
                      <a:pt x="12619" y="4727"/>
                      <a:pt x="12611" y="4735"/>
                    </a:cubicBezTo>
                    <a:cubicBezTo>
                      <a:pt x="12602" y="4752"/>
                      <a:pt x="12602" y="4768"/>
                      <a:pt x="12602" y="4776"/>
                    </a:cubicBezTo>
                    <a:cubicBezTo>
                      <a:pt x="12602" y="4801"/>
                      <a:pt x="12594" y="4818"/>
                      <a:pt x="12594" y="4834"/>
                    </a:cubicBezTo>
                    <a:lnTo>
                      <a:pt x="12594" y="4859"/>
                    </a:lnTo>
                    <a:cubicBezTo>
                      <a:pt x="12523" y="4852"/>
                      <a:pt x="12451" y="4848"/>
                      <a:pt x="12378" y="4848"/>
                    </a:cubicBezTo>
                    <a:cubicBezTo>
                      <a:pt x="12289" y="4848"/>
                      <a:pt x="12200" y="4854"/>
                      <a:pt x="12114" y="4868"/>
                    </a:cubicBezTo>
                    <a:cubicBezTo>
                      <a:pt x="12105" y="4627"/>
                      <a:pt x="11981" y="4379"/>
                      <a:pt x="11857" y="4180"/>
                    </a:cubicBezTo>
                    <a:cubicBezTo>
                      <a:pt x="11716" y="3940"/>
                      <a:pt x="11525" y="3732"/>
                      <a:pt x="11326" y="3550"/>
                    </a:cubicBezTo>
                    <a:cubicBezTo>
                      <a:pt x="10904" y="3161"/>
                      <a:pt x="10407" y="2829"/>
                      <a:pt x="9885" y="2606"/>
                    </a:cubicBezTo>
                    <a:cubicBezTo>
                      <a:pt x="9462" y="2431"/>
                      <a:pt x="8997" y="2311"/>
                      <a:pt x="8536" y="2311"/>
                    </a:cubicBezTo>
                    <a:cubicBezTo>
                      <a:pt x="8427" y="2311"/>
                      <a:pt x="8319" y="2318"/>
                      <a:pt x="8211" y="2332"/>
                    </a:cubicBezTo>
                    <a:cubicBezTo>
                      <a:pt x="8087" y="2340"/>
                      <a:pt x="7963" y="2374"/>
                      <a:pt x="7880" y="2465"/>
                    </a:cubicBezTo>
                    <a:cubicBezTo>
                      <a:pt x="7772" y="2564"/>
                      <a:pt x="7764" y="2713"/>
                      <a:pt x="7739" y="2846"/>
                    </a:cubicBezTo>
                    <a:cubicBezTo>
                      <a:pt x="7697" y="3144"/>
                      <a:pt x="7664" y="3451"/>
                      <a:pt x="7639" y="3749"/>
                    </a:cubicBezTo>
                    <a:cubicBezTo>
                      <a:pt x="7598" y="4370"/>
                      <a:pt x="7631" y="5008"/>
                      <a:pt x="7888" y="5580"/>
                    </a:cubicBezTo>
                    <a:cubicBezTo>
                      <a:pt x="7888" y="5605"/>
                      <a:pt x="7896" y="5630"/>
                      <a:pt x="7905" y="5646"/>
                    </a:cubicBezTo>
                    <a:cubicBezTo>
                      <a:pt x="7971" y="5829"/>
                      <a:pt x="8062" y="5994"/>
                      <a:pt x="8153" y="6160"/>
                    </a:cubicBezTo>
                    <a:cubicBezTo>
                      <a:pt x="8311" y="6458"/>
                      <a:pt x="8485" y="6757"/>
                      <a:pt x="8526" y="7088"/>
                    </a:cubicBezTo>
                    <a:cubicBezTo>
                      <a:pt x="8518" y="7071"/>
                      <a:pt x="8501" y="7063"/>
                      <a:pt x="8485" y="7063"/>
                    </a:cubicBezTo>
                    <a:cubicBezTo>
                      <a:pt x="8468" y="7063"/>
                      <a:pt x="8451" y="7071"/>
                      <a:pt x="8443" y="7088"/>
                    </a:cubicBezTo>
                    <a:cubicBezTo>
                      <a:pt x="8360" y="7212"/>
                      <a:pt x="8410" y="7428"/>
                      <a:pt x="8443" y="7560"/>
                    </a:cubicBezTo>
                    <a:cubicBezTo>
                      <a:pt x="8485" y="7718"/>
                      <a:pt x="8551" y="7867"/>
                      <a:pt x="8634" y="8008"/>
                    </a:cubicBezTo>
                    <a:cubicBezTo>
                      <a:pt x="8708" y="8140"/>
                      <a:pt x="8816" y="8273"/>
                      <a:pt x="8940" y="8364"/>
                    </a:cubicBezTo>
                    <a:cubicBezTo>
                      <a:pt x="8998" y="8414"/>
                      <a:pt x="9064" y="8447"/>
                      <a:pt x="9139" y="8480"/>
                    </a:cubicBezTo>
                    <a:cubicBezTo>
                      <a:pt x="9205" y="8497"/>
                      <a:pt x="9338" y="8505"/>
                      <a:pt x="9346" y="8596"/>
                    </a:cubicBezTo>
                    <a:cubicBezTo>
                      <a:pt x="9346" y="8621"/>
                      <a:pt x="9371" y="8637"/>
                      <a:pt x="9388" y="8637"/>
                    </a:cubicBezTo>
                    <a:cubicBezTo>
                      <a:pt x="9412" y="8679"/>
                      <a:pt x="9437" y="8720"/>
                      <a:pt x="9462" y="8753"/>
                    </a:cubicBezTo>
                    <a:cubicBezTo>
                      <a:pt x="9479" y="8778"/>
                      <a:pt x="9487" y="8803"/>
                      <a:pt x="9504" y="8828"/>
                    </a:cubicBezTo>
                    <a:cubicBezTo>
                      <a:pt x="9504" y="8919"/>
                      <a:pt x="9495" y="9019"/>
                      <a:pt x="9470" y="9110"/>
                    </a:cubicBezTo>
                    <a:cubicBezTo>
                      <a:pt x="9454" y="9143"/>
                      <a:pt x="9437" y="9176"/>
                      <a:pt x="9437" y="9209"/>
                    </a:cubicBezTo>
                    <a:cubicBezTo>
                      <a:pt x="9437" y="9251"/>
                      <a:pt x="9470" y="9292"/>
                      <a:pt x="9512" y="9300"/>
                    </a:cubicBezTo>
                    <a:cubicBezTo>
                      <a:pt x="9586" y="9300"/>
                      <a:pt x="9620" y="9209"/>
                      <a:pt x="9636" y="9151"/>
                    </a:cubicBezTo>
                    <a:cubicBezTo>
                      <a:pt x="9644" y="9168"/>
                      <a:pt x="9653" y="9193"/>
                      <a:pt x="9653" y="9209"/>
                    </a:cubicBezTo>
                    <a:cubicBezTo>
                      <a:pt x="9653" y="9234"/>
                      <a:pt x="9644" y="9259"/>
                      <a:pt x="9636" y="9284"/>
                    </a:cubicBezTo>
                    <a:cubicBezTo>
                      <a:pt x="9636" y="9300"/>
                      <a:pt x="9636" y="9309"/>
                      <a:pt x="9628" y="9325"/>
                    </a:cubicBezTo>
                    <a:cubicBezTo>
                      <a:pt x="9628" y="9333"/>
                      <a:pt x="9620" y="9333"/>
                      <a:pt x="9620" y="9342"/>
                    </a:cubicBezTo>
                    <a:cubicBezTo>
                      <a:pt x="9620" y="9342"/>
                      <a:pt x="9620" y="9350"/>
                      <a:pt x="9620" y="9350"/>
                    </a:cubicBezTo>
                    <a:cubicBezTo>
                      <a:pt x="9603" y="9375"/>
                      <a:pt x="9595" y="9400"/>
                      <a:pt x="9578" y="9425"/>
                    </a:cubicBezTo>
                    <a:cubicBezTo>
                      <a:pt x="9578" y="9425"/>
                      <a:pt x="9578" y="9433"/>
                      <a:pt x="9578" y="9433"/>
                    </a:cubicBezTo>
                    <a:cubicBezTo>
                      <a:pt x="9570" y="9441"/>
                      <a:pt x="9570" y="9449"/>
                      <a:pt x="9562" y="9458"/>
                    </a:cubicBezTo>
                    <a:cubicBezTo>
                      <a:pt x="9562" y="9474"/>
                      <a:pt x="9562" y="9483"/>
                      <a:pt x="9553" y="9499"/>
                    </a:cubicBezTo>
                    <a:cubicBezTo>
                      <a:pt x="9553" y="9518"/>
                      <a:pt x="9568" y="9538"/>
                      <a:pt x="9590" y="9538"/>
                    </a:cubicBezTo>
                    <a:cubicBezTo>
                      <a:pt x="9597" y="9538"/>
                      <a:pt x="9604" y="9536"/>
                      <a:pt x="9611" y="9532"/>
                    </a:cubicBezTo>
                    <a:cubicBezTo>
                      <a:pt x="9620" y="9532"/>
                      <a:pt x="9636" y="9524"/>
                      <a:pt x="9644" y="9507"/>
                    </a:cubicBezTo>
                    <a:cubicBezTo>
                      <a:pt x="9661" y="9499"/>
                      <a:pt x="9669" y="9483"/>
                      <a:pt x="9678" y="9474"/>
                    </a:cubicBezTo>
                    <a:cubicBezTo>
                      <a:pt x="9694" y="9449"/>
                      <a:pt x="9702" y="9416"/>
                      <a:pt x="9719" y="9391"/>
                    </a:cubicBezTo>
                    <a:cubicBezTo>
                      <a:pt x="9752" y="9507"/>
                      <a:pt x="9777" y="9623"/>
                      <a:pt x="9802" y="9739"/>
                    </a:cubicBezTo>
                    <a:cubicBezTo>
                      <a:pt x="9835" y="9880"/>
                      <a:pt x="9852" y="10021"/>
                      <a:pt x="9852" y="10170"/>
                    </a:cubicBezTo>
                    <a:cubicBezTo>
                      <a:pt x="9810" y="10444"/>
                      <a:pt x="9586" y="10651"/>
                      <a:pt x="9446" y="10866"/>
                    </a:cubicBezTo>
                    <a:cubicBezTo>
                      <a:pt x="9296" y="11098"/>
                      <a:pt x="9172" y="11347"/>
                      <a:pt x="9089" y="11612"/>
                    </a:cubicBezTo>
                    <a:cubicBezTo>
                      <a:pt x="9040" y="11745"/>
                      <a:pt x="9006" y="11894"/>
                      <a:pt x="8982" y="12034"/>
                    </a:cubicBezTo>
                    <a:cubicBezTo>
                      <a:pt x="8874" y="12192"/>
                      <a:pt x="8783" y="12341"/>
                      <a:pt x="8700" y="12515"/>
                    </a:cubicBezTo>
                    <a:cubicBezTo>
                      <a:pt x="8692" y="12532"/>
                      <a:pt x="8683" y="12548"/>
                      <a:pt x="8675" y="12565"/>
                    </a:cubicBezTo>
                    <a:cubicBezTo>
                      <a:pt x="8617" y="12639"/>
                      <a:pt x="8559" y="12722"/>
                      <a:pt x="8501" y="12797"/>
                    </a:cubicBezTo>
                    <a:cubicBezTo>
                      <a:pt x="8418" y="12896"/>
                      <a:pt x="8327" y="12996"/>
                      <a:pt x="8236" y="13087"/>
                    </a:cubicBezTo>
                    <a:cubicBezTo>
                      <a:pt x="8037" y="13277"/>
                      <a:pt x="7822" y="13443"/>
                      <a:pt x="7598" y="13600"/>
                    </a:cubicBezTo>
                    <a:cubicBezTo>
                      <a:pt x="7101" y="13932"/>
                      <a:pt x="6579" y="14222"/>
                      <a:pt x="6098" y="14586"/>
                    </a:cubicBezTo>
                    <a:cubicBezTo>
                      <a:pt x="5601" y="14976"/>
                      <a:pt x="5121" y="15382"/>
                      <a:pt x="4623" y="15771"/>
                    </a:cubicBezTo>
                    <a:cubicBezTo>
                      <a:pt x="4159" y="16144"/>
                      <a:pt x="3712" y="16525"/>
                      <a:pt x="3290" y="16948"/>
                    </a:cubicBezTo>
                    <a:cubicBezTo>
                      <a:pt x="2983" y="17254"/>
                      <a:pt x="2693" y="17577"/>
                      <a:pt x="2428" y="17925"/>
                    </a:cubicBezTo>
                    <a:cubicBezTo>
                      <a:pt x="2262" y="18058"/>
                      <a:pt x="2088" y="18182"/>
                      <a:pt x="1939" y="18315"/>
                    </a:cubicBezTo>
                    <a:cubicBezTo>
                      <a:pt x="1574" y="18638"/>
                      <a:pt x="1309" y="19052"/>
                      <a:pt x="1160" y="19508"/>
                    </a:cubicBezTo>
                    <a:cubicBezTo>
                      <a:pt x="1144" y="19566"/>
                      <a:pt x="1127" y="19624"/>
                      <a:pt x="1110" y="19682"/>
                    </a:cubicBezTo>
                    <a:cubicBezTo>
                      <a:pt x="522" y="20337"/>
                      <a:pt x="0" y="21157"/>
                      <a:pt x="33" y="22060"/>
                    </a:cubicBezTo>
                    <a:cubicBezTo>
                      <a:pt x="50" y="22607"/>
                      <a:pt x="224" y="23129"/>
                      <a:pt x="307" y="23659"/>
                    </a:cubicBezTo>
                    <a:cubicBezTo>
                      <a:pt x="398" y="24198"/>
                      <a:pt x="406" y="24761"/>
                      <a:pt x="340" y="25308"/>
                    </a:cubicBezTo>
                    <a:cubicBezTo>
                      <a:pt x="307" y="25598"/>
                      <a:pt x="257" y="25904"/>
                      <a:pt x="381" y="26178"/>
                    </a:cubicBezTo>
                    <a:cubicBezTo>
                      <a:pt x="439" y="26319"/>
                      <a:pt x="539" y="26435"/>
                      <a:pt x="671" y="26501"/>
                    </a:cubicBezTo>
                    <a:cubicBezTo>
                      <a:pt x="622" y="26600"/>
                      <a:pt x="580" y="26692"/>
                      <a:pt x="547" y="26791"/>
                    </a:cubicBezTo>
                    <a:cubicBezTo>
                      <a:pt x="497" y="26932"/>
                      <a:pt x="472" y="27073"/>
                      <a:pt x="464" y="27222"/>
                    </a:cubicBezTo>
                    <a:cubicBezTo>
                      <a:pt x="448" y="27503"/>
                      <a:pt x="539" y="27777"/>
                      <a:pt x="738" y="27976"/>
                    </a:cubicBezTo>
                    <a:cubicBezTo>
                      <a:pt x="936" y="28175"/>
                      <a:pt x="1193" y="28299"/>
                      <a:pt x="1434" y="28423"/>
                    </a:cubicBezTo>
                    <a:cubicBezTo>
                      <a:pt x="1707" y="28564"/>
                      <a:pt x="1997" y="28697"/>
                      <a:pt x="2279" y="28813"/>
                    </a:cubicBezTo>
                    <a:cubicBezTo>
                      <a:pt x="2519" y="28904"/>
                      <a:pt x="2751" y="29003"/>
                      <a:pt x="3000" y="29069"/>
                    </a:cubicBezTo>
                    <a:cubicBezTo>
                      <a:pt x="2991" y="29078"/>
                      <a:pt x="2983" y="29078"/>
                      <a:pt x="2975" y="29078"/>
                    </a:cubicBezTo>
                    <a:cubicBezTo>
                      <a:pt x="2927" y="29109"/>
                      <a:pt x="2948" y="29194"/>
                      <a:pt x="3000" y="29194"/>
                    </a:cubicBezTo>
                    <a:cubicBezTo>
                      <a:pt x="3003" y="29194"/>
                      <a:pt x="3005" y="29194"/>
                      <a:pt x="3008" y="29194"/>
                    </a:cubicBezTo>
                    <a:cubicBezTo>
                      <a:pt x="3130" y="29180"/>
                      <a:pt x="3251" y="29167"/>
                      <a:pt x="3378" y="29167"/>
                    </a:cubicBezTo>
                    <a:cubicBezTo>
                      <a:pt x="3406" y="29167"/>
                      <a:pt x="3435" y="29167"/>
                      <a:pt x="3464" y="29169"/>
                    </a:cubicBezTo>
                    <a:cubicBezTo>
                      <a:pt x="3621" y="29169"/>
                      <a:pt x="3770" y="29185"/>
                      <a:pt x="3927" y="29194"/>
                    </a:cubicBezTo>
                    <a:cubicBezTo>
                      <a:pt x="3967" y="29194"/>
                      <a:pt x="4007" y="29196"/>
                      <a:pt x="4046" y="29196"/>
                    </a:cubicBezTo>
                    <a:cubicBezTo>
                      <a:pt x="4115" y="29196"/>
                      <a:pt x="4181" y="29189"/>
                      <a:pt x="4234" y="29152"/>
                    </a:cubicBezTo>
                    <a:cubicBezTo>
                      <a:pt x="4251" y="29161"/>
                      <a:pt x="4267" y="29177"/>
                      <a:pt x="4284" y="29185"/>
                    </a:cubicBezTo>
                    <a:cubicBezTo>
                      <a:pt x="4358" y="29252"/>
                      <a:pt x="4408" y="29343"/>
                      <a:pt x="4491" y="29401"/>
                    </a:cubicBezTo>
                    <a:cubicBezTo>
                      <a:pt x="4532" y="29417"/>
                      <a:pt x="4565" y="29434"/>
                      <a:pt x="4607" y="29442"/>
                    </a:cubicBezTo>
                    <a:cubicBezTo>
                      <a:pt x="4615" y="29459"/>
                      <a:pt x="4632" y="29475"/>
                      <a:pt x="4657" y="29475"/>
                    </a:cubicBezTo>
                    <a:cubicBezTo>
                      <a:pt x="4764" y="29467"/>
                      <a:pt x="4864" y="29417"/>
                      <a:pt x="4963" y="29359"/>
                    </a:cubicBezTo>
                    <a:cubicBezTo>
                      <a:pt x="5046" y="29318"/>
                      <a:pt x="5129" y="29268"/>
                      <a:pt x="5195" y="29202"/>
                    </a:cubicBezTo>
                    <a:cubicBezTo>
                      <a:pt x="5253" y="29161"/>
                      <a:pt x="5295" y="29111"/>
                      <a:pt x="5319" y="29053"/>
                    </a:cubicBezTo>
                    <a:cubicBezTo>
                      <a:pt x="5452" y="29011"/>
                      <a:pt x="5551" y="28904"/>
                      <a:pt x="5609" y="28771"/>
                    </a:cubicBezTo>
                    <a:cubicBezTo>
                      <a:pt x="5618" y="28755"/>
                      <a:pt x="5618" y="28746"/>
                      <a:pt x="5626" y="28730"/>
                    </a:cubicBezTo>
                    <a:cubicBezTo>
                      <a:pt x="5775" y="28572"/>
                      <a:pt x="5833" y="28307"/>
                      <a:pt x="5833" y="28100"/>
                    </a:cubicBezTo>
                    <a:cubicBezTo>
                      <a:pt x="5833" y="27876"/>
                      <a:pt x="5767" y="27661"/>
                      <a:pt x="5626" y="27487"/>
                    </a:cubicBezTo>
                    <a:cubicBezTo>
                      <a:pt x="5477" y="27313"/>
                      <a:pt x="5261" y="27222"/>
                      <a:pt x="5046" y="27147"/>
                    </a:cubicBezTo>
                    <a:cubicBezTo>
                      <a:pt x="4806" y="27064"/>
                      <a:pt x="4565" y="26973"/>
                      <a:pt x="4317" y="26915"/>
                    </a:cubicBezTo>
                    <a:cubicBezTo>
                      <a:pt x="4132" y="26869"/>
                      <a:pt x="3947" y="26833"/>
                      <a:pt x="3766" y="26833"/>
                    </a:cubicBezTo>
                    <a:cubicBezTo>
                      <a:pt x="3720" y="26833"/>
                      <a:pt x="3675" y="26836"/>
                      <a:pt x="3629" y="26841"/>
                    </a:cubicBezTo>
                    <a:cubicBezTo>
                      <a:pt x="3679" y="26766"/>
                      <a:pt x="3720" y="26692"/>
                      <a:pt x="3762" y="26617"/>
                    </a:cubicBezTo>
                    <a:cubicBezTo>
                      <a:pt x="3845" y="26576"/>
                      <a:pt x="3927" y="26526"/>
                      <a:pt x="4002" y="26476"/>
                    </a:cubicBezTo>
                    <a:cubicBezTo>
                      <a:pt x="4010" y="26484"/>
                      <a:pt x="4027" y="26493"/>
                      <a:pt x="4043" y="26493"/>
                    </a:cubicBezTo>
                    <a:cubicBezTo>
                      <a:pt x="4599" y="26435"/>
                      <a:pt x="5154" y="26360"/>
                      <a:pt x="5709" y="26252"/>
                    </a:cubicBezTo>
                    <a:cubicBezTo>
                      <a:pt x="5949" y="26203"/>
                      <a:pt x="6198" y="26136"/>
                      <a:pt x="6413" y="26012"/>
                    </a:cubicBezTo>
                    <a:cubicBezTo>
                      <a:pt x="6521" y="25954"/>
                      <a:pt x="6637" y="25880"/>
                      <a:pt x="6728" y="25780"/>
                    </a:cubicBezTo>
                    <a:lnTo>
                      <a:pt x="6728" y="25780"/>
                    </a:lnTo>
                    <a:cubicBezTo>
                      <a:pt x="6720" y="25871"/>
                      <a:pt x="6745" y="25954"/>
                      <a:pt x="6786" y="26020"/>
                    </a:cubicBezTo>
                    <a:cubicBezTo>
                      <a:pt x="6869" y="26145"/>
                      <a:pt x="7010" y="26203"/>
                      <a:pt x="7151" y="26228"/>
                    </a:cubicBezTo>
                    <a:cubicBezTo>
                      <a:pt x="7325" y="26252"/>
                      <a:pt x="7499" y="26261"/>
                      <a:pt x="7681" y="26277"/>
                    </a:cubicBezTo>
                    <a:cubicBezTo>
                      <a:pt x="7772" y="26286"/>
                      <a:pt x="7863" y="26286"/>
                      <a:pt x="7954" y="26294"/>
                    </a:cubicBezTo>
                    <a:cubicBezTo>
                      <a:pt x="8006" y="26294"/>
                      <a:pt x="8064" y="26299"/>
                      <a:pt x="8121" y="26299"/>
                    </a:cubicBezTo>
                    <a:cubicBezTo>
                      <a:pt x="8163" y="26299"/>
                      <a:pt x="8205" y="26296"/>
                      <a:pt x="8244" y="26286"/>
                    </a:cubicBezTo>
                    <a:cubicBezTo>
                      <a:pt x="8269" y="26277"/>
                      <a:pt x="8294" y="26261"/>
                      <a:pt x="8302" y="26244"/>
                    </a:cubicBezTo>
                    <a:cubicBezTo>
                      <a:pt x="8393" y="26584"/>
                      <a:pt x="8609" y="26866"/>
                      <a:pt x="8700" y="27197"/>
                    </a:cubicBezTo>
                    <a:cubicBezTo>
                      <a:pt x="8766" y="27429"/>
                      <a:pt x="8758" y="27661"/>
                      <a:pt x="8750" y="27901"/>
                    </a:cubicBezTo>
                    <a:cubicBezTo>
                      <a:pt x="8733" y="28141"/>
                      <a:pt x="8725" y="28390"/>
                      <a:pt x="8717" y="28630"/>
                    </a:cubicBezTo>
                    <a:cubicBezTo>
                      <a:pt x="8717" y="28639"/>
                      <a:pt x="8717" y="28639"/>
                      <a:pt x="8725" y="28647"/>
                    </a:cubicBezTo>
                    <a:cubicBezTo>
                      <a:pt x="8683" y="28821"/>
                      <a:pt x="8650" y="28987"/>
                      <a:pt x="8634" y="29161"/>
                    </a:cubicBezTo>
                    <a:cubicBezTo>
                      <a:pt x="8592" y="29451"/>
                      <a:pt x="8584" y="29749"/>
                      <a:pt x="8592" y="30039"/>
                    </a:cubicBezTo>
                    <a:cubicBezTo>
                      <a:pt x="8601" y="30279"/>
                      <a:pt x="8592" y="30569"/>
                      <a:pt x="8783" y="30751"/>
                    </a:cubicBezTo>
                    <a:cubicBezTo>
                      <a:pt x="8940" y="30901"/>
                      <a:pt x="9156" y="30942"/>
                      <a:pt x="9346" y="31025"/>
                    </a:cubicBezTo>
                    <a:cubicBezTo>
                      <a:pt x="9479" y="31083"/>
                      <a:pt x="9595" y="31157"/>
                      <a:pt x="9736" y="31199"/>
                    </a:cubicBezTo>
                    <a:cubicBezTo>
                      <a:pt x="9777" y="31207"/>
                      <a:pt x="9827" y="31215"/>
                      <a:pt x="9876" y="31215"/>
                    </a:cubicBezTo>
                    <a:cubicBezTo>
                      <a:pt x="9885" y="31249"/>
                      <a:pt x="9910" y="31282"/>
                      <a:pt x="9943" y="31298"/>
                    </a:cubicBezTo>
                    <a:cubicBezTo>
                      <a:pt x="9976" y="31381"/>
                      <a:pt x="10050" y="31447"/>
                      <a:pt x="10117" y="31497"/>
                    </a:cubicBezTo>
                    <a:cubicBezTo>
                      <a:pt x="10200" y="31563"/>
                      <a:pt x="10307" y="31605"/>
                      <a:pt x="10415" y="31621"/>
                    </a:cubicBezTo>
                    <a:cubicBezTo>
                      <a:pt x="10459" y="31629"/>
                      <a:pt x="10503" y="31632"/>
                      <a:pt x="10547" y="31632"/>
                    </a:cubicBezTo>
                    <a:cubicBezTo>
                      <a:pt x="10751" y="31632"/>
                      <a:pt x="10950" y="31558"/>
                      <a:pt x="11128" y="31456"/>
                    </a:cubicBezTo>
                    <a:cubicBezTo>
                      <a:pt x="11285" y="31356"/>
                      <a:pt x="11484" y="31224"/>
                      <a:pt x="11534" y="31041"/>
                    </a:cubicBezTo>
                    <a:cubicBezTo>
                      <a:pt x="11666" y="30959"/>
                      <a:pt x="11741" y="30809"/>
                      <a:pt x="11799" y="30669"/>
                    </a:cubicBezTo>
                    <a:cubicBezTo>
                      <a:pt x="11865" y="30478"/>
                      <a:pt x="11923" y="30296"/>
                      <a:pt x="11832" y="30105"/>
                    </a:cubicBezTo>
                    <a:cubicBezTo>
                      <a:pt x="11824" y="30105"/>
                      <a:pt x="11824" y="30097"/>
                      <a:pt x="11824" y="30097"/>
                    </a:cubicBezTo>
                    <a:cubicBezTo>
                      <a:pt x="11940" y="29625"/>
                      <a:pt x="11625" y="29235"/>
                      <a:pt x="11343" y="28895"/>
                    </a:cubicBezTo>
                    <a:cubicBezTo>
                      <a:pt x="11194" y="28713"/>
                      <a:pt x="11053" y="28531"/>
                      <a:pt x="10987" y="28299"/>
                    </a:cubicBezTo>
                    <a:cubicBezTo>
                      <a:pt x="10920" y="28059"/>
                      <a:pt x="10912" y="27810"/>
                      <a:pt x="10896" y="27561"/>
                    </a:cubicBezTo>
                    <a:cubicBezTo>
                      <a:pt x="10871" y="27114"/>
                      <a:pt x="10862" y="26667"/>
                      <a:pt x="10862" y="26219"/>
                    </a:cubicBezTo>
                    <a:cubicBezTo>
                      <a:pt x="10887" y="26219"/>
                      <a:pt x="10904" y="26211"/>
                      <a:pt x="10929" y="26203"/>
                    </a:cubicBezTo>
                    <a:cubicBezTo>
                      <a:pt x="10987" y="26186"/>
                      <a:pt x="11053" y="26161"/>
                      <a:pt x="11111" y="26128"/>
                    </a:cubicBezTo>
                    <a:cubicBezTo>
                      <a:pt x="11202" y="26087"/>
                      <a:pt x="11268" y="26012"/>
                      <a:pt x="11310" y="25929"/>
                    </a:cubicBezTo>
                    <a:cubicBezTo>
                      <a:pt x="11418" y="25888"/>
                      <a:pt x="11517" y="25813"/>
                      <a:pt x="11600" y="25739"/>
                    </a:cubicBezTo>
                    <a:cubicBezTo>
                      <a:pt x="11691" y="25656"/>
                      <a:pt x="11766" y="25548"/>
                      <a:pt x="11815" y="25440"/>
                    </a:cubicBezTo>
                    <a:cubicBezTo>
                      <a:pt x="11840" y="25382"/>
                      <a:pt x="11865" y="25333"/>
                      <a:pt x="11873" y="25275"/>
                    </a:cubicBezTo>
                    <a:cubicBezTo>
                      <a:pt x="11898" y="25225"/>
                      <a:pt x="11915" y="25167"/>
                      <a:pt x="11923" y="25109"/>
                    </a:cubicBezTo>
                    <a:cubicBezTo>
                      <a:pt x="11948" y="24985"/>
                      <a:pt x="11915" y="24852"/>
                      <a:pt x="11848" y="24744"/>
                    </a:cubicBezTo>
                    <a:cubicBezTo>
                      <a:pt x="11799" y="24678"/>
                      <a:pt x="11749" y="24628"/>
                      <a:pt x="11683" y="24595"/>
                    </a:cubicBezTo>
                    <a:cubicBezTo>
                      <a:pt x="11873" y="24570"/>
                      <a:pt x="12064" y="24537"/>
                      <a:pt x="12254" y="24504"/>
                    </a:cubicBezTo>
                    <a:cubicBezTo>
                      <a:pt x="12718" y="24430"/>
                      <a:pt x="13182" y="24314"/>
                      <a:pt x="13622" y="24131"/>
                    </a:cubicBezTo>
                    <a:cubicBezTo>
                      <a:pt x="13953" y="23999"/>
                      <a:pt x="14260" y="23825"/>
                      <a:pt x="14549" y="23618"/>
                    </a:cubicBezTo>
                    <a:lnTo>
                      <a:pt x="14549" y="23618"/>
                    </a:lnTo>
                    <a:cubicBezTo>
                      <a:pt x="14516" y="23775"/>
                      <a:pt x="14442" y="23932"/>
                      <a:pt x="14425" y="24082"/>
                    </a:cubicBezTo>
                    <a:cubicBezTo>
                      <a:pt x="14400" y="24198"/>
                      <a:pt x="14409" y="24314"/>
                      <a:pt x="14450" y="24421"/>
                    </a:cubicBezTo>
                    <a:cubicBezTo>
                      <a:pt x="14491" y="24529"/>
                      <a:pt x="14574" y="24612"/>
                      <a:pt x="14641" y="24711"/>
                    </a:cubicBezTo>
                    <a:cubicBezTo>
                      <a:pt x="14715" y="24836"/>
                      <a:pt x="14665" y="24960"/>
                      <a:pt x="14641" y="25084"/>
                    </a:cubicBezTo>
                    <a:cubicBezTo>
                      <a:pt x="14607" y="25233"/>
                      <a:pt x="14583" y="25374"/>
                      <a:pt x="14566" y="25523"/>
                    </a:cubicBezTo>
                    <a:cubicBezTo>
                      <a:pt x="14549" y="25656"/>
                      <a:pt x="14516" y="25805"/>
                      <a:pt x="14549" y="25938"/>
                    </a:cubicBezTo>
                    <a:cubicBezTo>
                      <a:pt x="14581" y="26047"/>
                      <a:pt x="14679" y="26112"/>
                      <a:pt x="14787" y="26112"/>
                    </a:cubicBezTo>
                    <a:cubicBezTo>
                      <a:pt x="14793" y="26112"/>
                      <a:pt x="14800" y="26112"/>
                      <a:pt x="14806" y="26112"/>
                    </a:cubicBezTo>
                    <a:cubicBezTo>
                      <a:pt x="14815" y="26178"/>
                      <a:pt x="14823" y="26236"/>
                      <a:pt x="14839" y="26302"/>
                    </a:cubicBezTo>
                    <a:cubicBezTo>
                      <a:pt x="14864" y="26426"/>
                      <a:pt x="14897" y="26559"/>
                      <a:pt x="14922" y="26692"/>
                    </a:cubicBezTo>
                    <a:cubicBezTo>
                      <a:pt x="14972" y="26899"/>
                      <a:pt x="15047" y="27114"/>
                      <a:pt x="15204" y="27263"/>
                    </a:cubicBezTo>
                    <a:cubicBezTo>
                      <a:pt x="15361" y="27412"/>
                      <a:pt x="15560" y="27495"/>
                      <a:pt x="15767" y="27528"/>
                    </a:cubicBezTo>
                    <a:cubicBezTo>
                      <a:pt x="15818" y="27535"/>
                      <a:pt x="15868" y="27537"/>
                      <a:pt x="15916" y="27537"/>
                    </a:cubicBezTo>
                    <a:cubicBezTo>
                      <a:pt x="15995" y="27537"/>
                      <a:pt x="16072" y="27530"/>
                      <a:pt x="16149" y="27520"/>
                    </a:cubicBezTo>
                    <a:cubicBezTo>
                      <a:pt x="16190" y="27512"/>
                      <a:pt x="16240" y="27503"/>
                      <a:pt x="16289" y="27495"/>
                    </a:cubicBezTo>
                    <a:cubicBezTo>
                      <a:pt x="16298" y="27495"/>
                      <a:pt x="16306" y="27503"/>
                      <a:pt x="16314" y="27503"/>
                    </a:cubicBezTo>
                    <a:lnTo>
                      <a:pt x="16323" y="27503"/>
                    </a:lnTo>
                    <a:cubicBezTo>
                      <a:pt x="16372" y="27512"/>
                      <a:pt x="16430" y="27512"/>
                      <a:pt x="16480" y="27512"/>
                    </a:cubicBezTo>
                    <a:cubicBezTo>
                      <a:pt x="16579" y="27512"/>
                      <a:pt x="16687" y="27512"/>
                      <a:pt x="16787" y="27495"/>
                    </a:cubicBezTo>
                    <a:cubicBezTo>
                      <a:pt x="16961" y="27487"/>
                      <a:pt x="17176" y="27479"/>
                      <a:pt x="17317" y="27363"/>
                    </a:cubicBezTo>
                    <a:cubicBezTo>
                      <a:pt x="17416" y="27296"/>
                      <a:pt x="17466" y="27180"/>
                      <a:pt x="17458" y="27064"/>
                    </a:cubicBezTo>
                    <a:cubicBezTo>
                      <a:pt x="17458" y="27056"/>
                      <a:pt x="17466" y="27048"/>
                      <a:pt x="17474" y="27048"/>
                    </a:cubicBezTo>
                    <a:cubicBezTo>
                      <a:pt x="17532" y="26973"/>
                      <a:pt x="17565" y="26890"/>
                      <a:pt x="17582" y="26799"/>
                    </a:cubicBezTo>
                    <a:cubicBezTo>
                      <a:pt x="17623" y="26609"/>
                      <a:pt x="17565" y="26426"/>
                      <a:pt x="17433" y="26277"/>
                    </a:cubicBezTo>
                    <a:cubicBezTo>
                      <a:pt x="17309" y="26145"/>
                      <a:pt x="17143" y="26062"/>
                      <a:pt x="16977" y="25979"/>
                    </a:cubicBezTo>
                    <a:cubicBezTo>
                      <a:pt x="16845" y="25913"/>
                      <a:pt x="16712" y="25830"/>
                      <a:pt x="16596" y="25739"/>
                    </a:cubicBezTo>
                    <a:cubicBezTo>
                      <a:pt x="16579" y="25730"/>
                      <a:pt x="16571" y="25714"/>
                      <a:pt x="16555" y="25697"/>
                    </a:cubicBezTo>
                    <a:cubicBezTo>
                      <a:pt x="16513" y="25648"/>
                      <a:pt x="16472" y="25598"/>
                      <a:pt x="16439" y="25540"/>
                    </a:cubicBezTo>
                    <a:cubicBezTo>
                      <a:pt x="16372" y="25432"/>
                      <a:pt x="16314" y="25316"/>
                      <a:pt x="16273" y="25192"/>
                    </a:cubicBezTo>
                    <a:cubicBezTo>
                      <a:pt x="16231" y="25076"/>
                      <a:pt x="16207" y="24952"/>
                      <a:pt x="16198" y="24836"/>
                    </a:cubicBezTo>
                    <a:lnTo>
                      <a:pt x="16198" y="24819"/>
                    </a:lnTo>
                    <a:cubicBezTo>
                      <a:pt x="16472" y="24007"/>
                      <a:pt x="16952" y="23294"/>
                      <a:pt x="17325" y="22532"/>
                    </a:cubicBezTo>
                    <a:cubicBezTo>
                      <a:pt x="17715" y="21704"/>
                      <a:pt x="17913" y="20809"/>
                      <a:pt x="18021" y="19897"/>
                    </a:cubicBezTo>
                    <a:cubicBezTo>
                      <a:pt x="18046" y="19641"/>
                      <a:pt x="18071" y="19375"/>
                      <a:pt x="18087" y="19110"/>
                    </a:cubicBezTo>
                    <a:cubicBezTo>
                      <a:pt x="18096" y="18986"/>
                      <a:pt x="18104" y="18853"/>
                      <a:pt x="18112" y="18729"/>
                    </a:cubicBezTo>
                    <a:cubicBezTo>
                      <a:pt x="18112" y="18597"/>
                      <a:pt x="18137" y="18464"/>
                      <a:pt x="18104" y="18331"/>
                    </a:cubicBezTo>
                    <a:cubicBezTo>
                      <a:pt x="18104" y="18331"/>
                      <a:pt x="18104" y="18331"/>
                      <a:pt x="18104" y="18323"/>
                    </a:cubicBezTo>
                    <a:cubicBezTo>
                      <a:pt x="18154" y="18273"/>
                      <a:pt x="18195" y="18224"/>
                      <a:pt x="18237" y="18174"/>
                    </a:cubicBezTo>
                    <a:cubicBezTo>
                      <a:pt x="18394" y="17967"/>
                      <a:pt x="18493" y="17735"/>
                      <a:pt x="18551" y="17478"/>
                    </a:cubicBezTo>
                    <a:cubicBezTo>
                      <a:pt x="18609" y="17213"/>
                      <a:pt x="18634" y="16956"/>
                      <a:pt x="18651" y="16683"/>
                    </a:cubicBezTo>
                    <a:cubicBezTo>
                      <a:pt x="18659" y="16534"/>
                      <a:pt x="18667" y="16393"/>
                      <a:pt x="18667" y="16244"/>
                    </a:cubicBezTo>
                    <a:cubicBezTo>
                      <a:pt x="18667" y="16103"/>
                      <a:pt x="18684" y="15954"/>
                      <a:pt x="18634" y="15829"/>
                    </a:cubicBezTo>
                    <a:cubicBezTo>
                      <a:pt x="18621" y="15809"/>
                      <a:pt x="18601" y="15794"/>
                      <a:pt x="18581" y="15794"/>
                    </a:cubicBezTo>
                    <a:cubicBezTo>
                      <a:pt x="18577" y="15794"/>
                      <a:pt x="18572" y="15795"/>
                      <a:pt x="18568" y="15796"/>
                    </a:cubicBezTo>
                    <a:cubicBezTo>
                      <a:pt x="18560" y="15514"/>
                      <a:pt x="18477" y="15241"/>
                      <a:pt x="18394" y="14984"/>
                    </a:cubicBezTo>
                    <a:cubicBezTo>
                      <a:pt x="18353" y="14852"/>
                      <a:pt x="18311" y="14727"/>
                      <a:pt x="18261" y="14595"/>
                    </a:cubicBezTo>
                    <a:cubicBezTo>
                      <a:pt x="18278" y="14586"/>
                      <a:pt x="18303" y="14570"/>
                      <a:pt x="18319" y="14562"/>
                    </a:cubicBezTo>
                    <a:cubicBezTo>
                      <a:pt x="18336" y="14545"/>
                      <a:pt x="18361" y="14528"/>
                      <a:pt x="18377" y="14512"/>
                    </a:cubicBezTo>
                    <a:cubicBezTo>
                      <a:pt x="18386" y="14504"/>
                      <a:pt x="18394" y="14504"/>
                      <a:pt x="18402" y="14495"/>
                    </a:cubicBezTo>
                    <a:cubicBezTo>
                      <a:pt x="18411" y="14487"/>
                      <a:pt x="18419" y="14470"/>
                      <a:pt x="18427" y="14462"/>
                    </a:cubicBezTo>
                    <a:cubicBezTo>
                      <a:pt x="18435" y="14454"/>
                      <a:pt x="18444" y="14429"/>
                      <a:pt x="18427" y="14412"/>
                    </a:cubicBezTo>
                    <a:cubicBezTo>
                      <a:pt x="18419" y="14404"/>
                      <a:pt x="18402" y="14396"/>
                      <a:pt x="18386" y="14396"/>
                    </a:cubicBezTo>
                    <a:cubicBezTo>
                      <a:pt x="18377" y="14404"/>
                      <a:pt x="18361" y="14404"/>
                      <a:pt x="18353" y="14404"/>
                    </a:cubicBezTo>
                    <a:cubicBezTo>
                      <a:pt x="18344" y="14412"/>
                      <a:pt x="18328" y="14421"/>
                      <a:pt x="18319" y="14429"/>
                    </a:cubicBezTo>
                    <a:cubicBezTo>
                      <a:pt x="18303" y="14429"/>
                      <a:pt x="18295" y="14437"/>
                      <a:pt x="18286" y="14446"/>
                    </a:cubicBezTo>
                    <a:cubicBezTo>
                      <a:pt x="18278" y="14454"/>
                      <a:pt x="18270" y="14454"/>
                      <a:pt x="18261" y="14462"/>
                    </a:cubicBezTo>
                    <a:cubicBezTo>
                      <a:pt x="18245" y="14470"/>
                      <a:pt x="18237" y="14479"/>
                      <a:pt x="18228" y="14487"/>
                    </a:cubicBezTo>
                    <a:cubicBezTo>
                      <a:pt x="18220" y="14462"/>
                      <a:pt x="18203" y="14437"/>
                      <a:pt x="18195" y="14412"/>
                    </a:cubicBezTo>
                    <a:cubicBezTo>
                      <a:pt x="18195" y="14412"/>
                      <a:pt x="18195" y="14404"/>
                      <a:pt x="18195" y="14396"/>
                    </a:cubicBezTo>
                    <a:cubicBezTo>
                      <a:pt x="18212" y="14379"/>
                      <a:pt x="18220" y="14363"/>
                      <a:pt x="18237" y="14354"/>
                    </a:cubicBezTo>
                    <a:cubicBezTo>
                      <a:pt x="18245" y="14346"/>
                      <a:pt x="18261" y="14338"/>
                      <a:pt x="18261" y="14330"/>
                    </a:cubicBezTo>
                    <a:cubicBezTo>
                      <a:pt x="18270" y="14321"/>
                      <a:pt x="18278" y="14313"/>
                      <a:pt x="18278" y="14305"/>
                    </a:cubicBezTo>
                    <a:cubicBezTo>
                      <a:pt x="18286" y="14296"/>
                      <a:pt x="18295" y="14280"/>
                      <a:pt x="18295" y="14272"/>
                    </a:cubicBezTo>
                    <a:cubicBezTo>
                      <a:pt x="18295" y="14255"/>
                      <a:pt x="18286" y="14238"/>
                      <a:pt x="18278" y="14230"/>
                    </a:cubicBezTo>
                    <a:cubicBezTo>
                      <a:pt x="18261" y="14222"/>
                      <a:pt x="18253" y="14214"/>
                      <a:pt x="18237" y="14214"/>
                    </a:cubicBezTo>
                    <a:cubicBezTo>
                      <a:pt x="18203" y="14214"/>
                      <a:pt x="18179" y="14238"/>
                      <a:pt x="18154" y="14263"/>
                    </a:cubicBezTo>
                    <a:lnTo>
                      <a:pt x="18145" y="14263"/>
                    </a:lnTo>
                    <a:cubicBezTo>
                      <a:pt x="18104" y="14147"/>
                      <a:pt x="18063" y="14023"/>
                      <a:pt x="17996" y="13907"/>
                    </a:cubicBezTo>
                    <a:cubicBezTo>
                      <a:pt x="18054" y="13841"/>
                      <a:pt x="18104" y="13766"/>
                      <a:pt x="18121" y="13683"/>
                    </a:cubicBezTo>
                    <a:cubicBezTo>
                      <a:pt x="18121" y="13675"/>
                      <a:pt x="18121" y="13658"/>
                      <a:pt x="18121" y="13650"/>
                    </a:cubicBezTo>
                    <a:cubicBezTo>
                      <a:pt x="18168" y="13656"/>
                      <a:pt x="18216" y="13659"/>
                      <a:pt x="18264" y="13659"/>
                    </a:cubicBezTo>
                    <a:cubicBezTo>
                      <a:pt x="18491" y="13659"/>
                      <a:pt x="18719" y="13597"/>
                      <a:pt x="18924" y="13501"/>
                    </a:cubicBezTo>
                    <a:cubicBezTo>
                      <a:pt x="19189" y="13368"/>
                      <a:pt x="19421" y="13145"/>
                      <a:pt x="19554" y="12880"/>
                    </a:cubicBezTo>
                    <a:cubicBezTo>
                      <a:pt x="19720" y="12565"/>
                      <a:pt x="19753" y="12192"/>
                      <a:pt x="19711" y="11844"/>
                    </a:cubicBezTo>
                    <a:cubicBezTo>
                      <a:pt x="19728" y="11836"/>
                      <a:pt x="19744" y="11827"/>
                      <a:pt x="19753" y="11811"/>
                    </a:cubicBezTo>
                    <a:cubicBezTo>
                      <a:pt x="20291" y="11189"/>
                      <a:pt x="20714" y="10427"/>
                      <a:pt x="20938" y="9632"/>
                    </a:cubicBezTo>
                    <a:cubicBezTo>
                      <a:pt x="20996" y="9416"/>
                      <a:pt x="21037" y="9193"/>
                      <a:pt x="21012" y="8969"/>
                    </a:cubicBezTo>
                    <a:lnTo>
                      <a:pt x="21004" y="8969"/>
                    </a:lnTo>
                    <a:cubicBezTo>
                      <a:pt x="20987" y="8770"/>
                      <a:pt x="20904" y="8588"/>
                      <a:pt x="20788" y="8422"/>
                    </a:cubicBezTo>
                    <a:cubicBezTo>
                      <a:pt x="20672" y="8256"/>
                      <a:pt x="20532" y="8107"/>
                      <a:pt x="20407" y="7941"/>
                    </a:cubicBezTo>
                    <a:cubicBezTo>
                      <a:pt x="20300" y="7792"/>
                      <a:pt x="20200" y="7643"/>
                      <a:pt x="20109" y="7486"/>
                    </a:cubicBezTo>
                    <a:lnTo>
                      <a:pt x="20109" y="7486"/>
                    </a:lnTo>
                    <a:cubicBezTo>
                      <a:pt x="20116" y="7489"/>
                      <a:pt x="20123" y="7491"/>
                      <a:pt x="20129" y="7491"/>
                    </a:cubicBezTo>
                    <a:cubicBezTo>
                      <a:pt x="20138" y="7491"/>
                      <a:pt x="20146" y="7487"/>
                      <a:pt x="20150" y="7477"/>
                    </a:cubicBezTo>
                    <a:cubicBezTo>
                      <a:pt x="20159" y="7469"/>
                      <a:pt x="20159" y="7444"/>
                      <a:pt x="20150" y="7436"/>
                    </a:cubicBezTo>
                    <a:cubicBezTo>
                      <a:pt x="20126" y="7419"/>
                      <a:pt x="20109" y="7395"/>
                      <a:pt x="20084" y="7378"/>
                    </a:cubicBezTo>
                    <a:cubicBezTo>
                      <a:pt x="20068" y="7370"/>
                      <a:pt x="20043" y="7353"/>
                      <a:pt x="20026" y="7337"/>
                    </a:cubicBezTo>
                    <a:cubicBezTo>
                      <a:pt x="19976" y="7254"/>
                      <a:pt x="19935" y="7171"/>
                      <a:pt x="19894" y="7080"/>
                    </a:cubicBezTo>
                    <a:lnTo>
                      <a:pt x="19894" y="7080"/>
                    </a:lnTo>
                    <a:cubicBezTo>
                      <a:pt x="19910" y="7088"/>
                      <a:pt x="19927" y="7096"/>
                      <a:pt x="19943" y="7105"/>
                    </a:cubicBezTo>
                    <a:cubicBezTo>
                      <a:pt x="19968" y="7113"/>
                      <a:pt x="19985" y="7121"/>
                      <a:pt x="20010" y="7121"/>
                    </a:cubicBezTo>
                    <a:cubicBezTo>
                      <a:pt x="20022" y="7125"/>
                      <a:pt x="20034" y="7127"/>
                      <a:pt x="20047" y="7127"/>
                    </a:cubicBezTo>
                    <a:cubicBezTo>
                      <a:pt x="20059" y="7127"/>
                      <a:pt x="20072" y="7125"/>
                      <a:pt x="20084" y="7121"/>
                    </a:cubicBezTo>
                    <a:cubicBezTo>
                      <a:pt x="20117" y="7113"/>
                      <a:pt x="20126" y="7071"/>
                      <a:pt x="20101" y="7055"/>
                    </a:cubicBezTo>
                    <a:cubicBezTo>
                      <a:pt x="20076" y="7022"/>
                      <a:pt x="20026" y="7005"/>
                      <a:pt x="19985" y="6989"/>
                    </a:cubicBezTo>
                    <a:cubicBezTo>
                      <a:pt x="19976" y="6989"/>
                      <a:pt x="19976" y="6980"/>
                      <a:pt x="19968" y="6980"/>
                    </a:cubicBezTo>
                    <a:cubicBezTo>
                      <a:pt x="19960" y="6980"/>
                      <a:pt x="19952" y="6972"/>
                      <a:pt x="19943" y="6972"/>
                    </a:cubicBezTo>
                    <a:cubicBezTo>
                      <a:pt x="19927" y="6955"/>
                      <a:pt x="19910" y="6947"/>
                      <a:pt x="19894" y="6939"/>
                    </a:cubicBezTo>
                    <a:cubicBezTo>
                      <a:pt x="19852" y="6914"/>
                      <a:pt x="19827" y="6898"/>
                      <a:pt x="19802" y="6873"/>
                    </a:cubicBezTo>
                    <a:cubicBezTo>
                      <a:pt x="19794" y="6864"/>
                      <a:pt x="19794" y="6864"/>
                      <a:pt x="19786" y="6856"/>
                    </a:cubicBezTo>
                    <a:cubicBezTo>
                      <a:pt x="19778" y="6840"/>
                      <a:pt x="19769" y="6831"/>
                      <a:pt x="19769" y="6815"/>
                    </a:cubicBezTo>
                    <a:lnTo>
                      <a:pt x="19769" y="6815"/>
                    </a:lnTo>
                    <a:cubicBezTo>
                      <a:pt x="19781" y="6821"/>
                      <a:pt x="19794" y="6823"/>
                      <a:pt x="19807" y="6823"/>
                    </a:cubicBezTo>
                    <a:cubicBezTo>
                      <a:pt x="19831" y="6823"/>
                      <a:pt x="19856" y="6814"/>
                      <a:pt x="19877" y="6798"/>
                    </a:cubicBezTo>
                    <a:cubicBezTo>
                      <a:pt x="20034" y="6657"/>
                      <a:pt x="20175" y="6508"/>
                      <a:pt x="20300" y="6334"/>
                    </a:cubicBezTo>
                    <a:cubicBezTo>
                      <a:pt x="20416" y="6168"/>
                      <a:pt x="20532" y="5978"/>
                      <a:pt x="20581" y="5771"/>
                    </a:cubicBezTo>
                    <a:cubicBezTo>
                      <a:pt x="20606" y="5671"/>
                      <a:pt x="20614" y="5572"/>
                      <a:pt x="20590" y="5472"/>
                    </a:cubicBezTo>
                    <a:cubicBezTo>
                      <a:pt x="20565" y="5365"/>
                      <a:pt x="20507" y="5274"/>
                      <a:pt x="20449" y="5191"/>
                    </a:cubicBezTo>
                    <a:cubicBezTo>
                      <a:pt x="20341" y="5008"/>
                      <a:pt x="20250" y="4818"/>
                      <a:pt x="20167" y="4619"/>
                    </a:cubicBezTo>
                    <a:cubicBezTo>
                      <a:pt x="19860" y="3807"/>
                      <a:pt x="19802" y="2912"/>
                      <a:pt x="19686" y="2059"/>
                    </a:cubicBezTo>
                    <a:cubicBezTo>
                      <a:pt x="19579" y="1288"/>
                      <a:pt x="19347" y="319"/>
                      <a:pt x="18502" y="54"/>
                    </a:cubicBezTo>
                    <a:cubicBezTo>
                      <a:pt x="18387" y="18"/>
                      <a:pt x="18272" y="1"/>
                      <a:pt x="181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0" name="Google Shape;7170;p21"/>
              <p:cNvSpPr/>
              <p:nvPr/>
            </p:nvSpPr>
            <p:spPr>
              <a:xfrm>
                <a:off x="6264275" y="4143550"/>
                <a:ext cx="10425" cy="16700"/>
              </a:xfrm>
              <a:custGeom>
                <a:rect b="b" l="l" r="r" t="t"/>
                <a:pathLst>
                  <a:path extrusionOk="0" h="668" w="417">
                    <a:moveTo>
                      <a:pt x="378" y="0"/>
                    </a:moveTo>
                    <a:cubicBezTo>
                      <a:pt x="375" y="0"/>
                      <a:pt x="371" y="1"/>
                      <a:pt x="368" y="3"/>
                    </a:cubicBezTo>
                    <a:cubicBezTo>
                      <a:pt x="319" y="36"/>
                      <a:pt x="285" y="94"/>
                      <a:pt x="252" y="143"/>
                    </a:cubicBezTo>
                    <a:cubicBezTo>
                      <a:pt x="227" y="193"/>
                      <a:pt x="194" y="243"/>
                      <a:pt x="169" y="293"/>
                    </a:cubicBezTo>
                    <a:cubicBezTo>
                      <a:pt x="111" y="400"/>
                      <a:pt x="62" y="508"/>
                      <a:pt x="12" y="616"/>
                    </a:cubicBezTo>
                    <a:cubicBezTo>
                      <a:pt x="1" y="644"/>
                      <a:pt x="24" y="668"/>
                      <a:pt x="45" y="668"/>
                    </a:cubicBezTo>
                    <a:cubicBezTo>
                      <a:pt x="55" y="668"/>
                      <a:pt x="65" y="662"/>
                      <a:pt x="70" y="649"/>
                    </a:cubicBezTo>
                    <a:cubicBezTo>
                      <a:pt x="128" y="549"/>
                      <a:pt x="194" y="450"/>
                      <a:pt x="252" y="342"/>
                    </a:cubicBezTo>
                    <a:cubicBezTo>
                      <a:pt x="277" y="293"/>
                      <a:pt x="310" y="243"/>
                      <a:pt x="335" y="193"/>
                    </a:cubicBezTo>
                    <a:cubicBezTo>
                      <a:pt x="368" y="143"/>
                      <a:pt x="410" y="94"/>
                      <a:pt x="410" y="36"/>
                    </a:cubicBezTo>
                    <a:cubicBezTo>
                      <a:pt x="417" y="15"/>
                      <a:pt x="395" y="0"/>
                      <a:pt x="3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1" name="Google Shape;7171;p21"/>
              <p:cNvSpPr/>
              <p:nvPr/>
            </p:nvSpPr>
            <p:spPr>
              <a:xfrm>
                <a:off x="6277000" y="4120200"/>
                <a:ext cx="2700" cy="7550"/>
              </a:xfrm>
              <a:custGeom>
                <a:rect b="b" l="l" r="r" t="t"/>
                <a:pathLst>
                  <a:path extrusionOk="0" h="302" w="108">
                    <a:moveTo>
                      <a:pt x="91" y="0"/>
                    </a:moveTo>
                    <a:cubicBezTo>
                      <a:pt x="75" y="0"/>
                      <a:pt x="66" y="9"/>
                      <a:pt x="58" y="25"/>
                    </a:cubicBezTo>
                    <a:cubicBezTo>
                      <a:pt x="50" y="42"/>
                      <a:pt x="42" y="58"/>
                      <a:pt x="42" y="83"/>
                    </a:cubicBezTo>
                    <a:cubicBezTo>
                      <a:pt x="33" y="100"/>
                      <a:pt x="33" y="116"/>
                      <a:pt x="33" y="141"/>
                    </a:cubicBezTo>
                    <a:cubicBezTo>
                      <a:pt x="25" y="174"/>
                      <a:pt x="17" y="216"/>
                      <a:pt x="8" y="257"/>
                    </a:cubicBezTo>
                    <a:cubicBezTo>
                      <a:pt x="0" y="274"/>
                      <a:pt x="17" y="299"/>
                      <a:pt x="33" y="299"/>
                    </a:cubicBezTo>
                    <a:cubicBezTo>
                      <a:pt x="37" y="301"/>
                      <a:pt x="42" y="302"/>
                      <a:pt x="47" y="302"/>
                    </a:cubicBezTo>
                    <a:cubicBezTo>
                      <a:pt x="61" y="302"/>
                      <a:pt x="75" y="292"/>
                      <a:pt x="75" y="274"/>
                    </a:cubicBezTo>
                    <a:cubicBezTo>
                      <a:pt x="83" y="232"/>
                      <a:pt x="91" y="199"/>
                      <a:pt x="100" y="158"/>
                    </a:cubicBezTo>
                    <a:cubicBezTo>
                      <a:pt x="108" y="108"/>
                      <a:pt x="108" y="67"/>
                      <a:pt x="108" y="25"/>
                    </a:cubicBezTo>
                    <a:cubicBezTo>
                      <a:pt x="108" y="1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2" name="Google Shape;7172;p21"/>
              <p:cNvSpPr/>
              <p:nvPr/>
            </p:nvSpPr>
            <p:spPr>
              <a:xfrm>
                <a:off x="6042300" y="4123200"/>
                <a:ext cx="17625" cy="28550"/>
              </a:xfrm>
              <a:custGeom>
                <a:rect b="b" l="l" r="r" t="t"/>
                <a:pathLst>
                  <a:path extrusionOk="0" h="1142" w="705">
                    <a:moveTo>
                      <a:pt x="50" y="0"/>
                    </a:moveTo>
                    <a:cubicBezTo>
                      <a:pt x="32" y="0"/>
                      <a:pt x="13" y="13"/>
                      <a:pt x="9" y="38"/>
                    </a:cubicBezTo>
                    <a:cubicBezTo>
                      <a:pt x="1" y="245"/>
                      <a:pt x="75" y="444"/>
                      <a:pt x="183" y="626"/>
                    </a:cubicBezTo>
                    <a:cubicBezTo>
                      <a:pt x="241" y="717"/>
                      <a:pt x="316" y="800"/>
                      <a:pt x="374" y="891"/>
                    </a:cubicBezTo>
                    <a:lnTo>
                      <a:pt x="382" y="891"/>
                    </a:lnTo>
                    <a:cubicBezTo>
                      <a:pt x="407" y="933"/>
                      <a:pt x="440" y="974"/>
                      <a:pt x="473" y="1024"/>
                    </a:cubicBezTo>
                    <a:cubicBezTo>
                      <a:pt x="506" y="1065"/>
                      <a:pt x="531" y="1131"/>
                      <a:pt x="597" y="1140"/>
                    </a:cubicBezTo>
                    <a:cubicBezTo>
                      <a:pt x="603" y="1141"/>
                      <a:pt x="608" y="1142"/>
                      <a:pt x="614" y="1142"/>
                    </a:cubicBezTo>
                    <a:cubicBezTo>
                      <a:pt x="639" y="1142"/>
                      <a:pt x="658" y="1126"/>
                      <a:pt x="672" y="1098"/>
                    </a:cubicBezTo>
                    <a:cubicBezTo>
                      <a:pt x="705" y="1007"/>
                      <a:pt x="589" y="899"/>
                      <a:pt x="539" y="833"/>
                    </a:cubicBezTo>
                    <a:cubicBezTo>
                      <a:pt x="473" y="742"/>
                      <a:pt x="407" y="659"/>
                      <a:pt x="340" y="576"/>
                    </a:cubicBezTo>
                    <a:cubicBezTo>
                      <a:pt x="216" y="427"/>
                      <a:pt x="100" y="237"/>
                      <a:pt x="92" y="38"/>
                    </a:cubicBezTo>
                    <a:cubicBezTo>
                      <a:pt x="88" y="13"/>
                      <a:pt x="69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3" name="Google Shape;7173;p21"/>
              <p:cNvSpPr/>
              <p:nvPr/>
            </p:nvSpPr>
            <p:spPr>
              <a:xfrm>
                <a:off x="6246050" y="4097525"/>
                <a:ext cx="8800" cy="18325"/>
              </a:xfrm>
              <a:custGeom>
                <a:rect b="b" l="l" r="r" t="t"/>
                <a:pathLst>
                  <a:path extrusionOk="0" h="733" w="352">
                    <a:moveTo>
                      <a:pt x="293" y="1"/>
                    </a:moveTo>
                    <a:cubicBezTo>
                      <a:pt x="288" y="1"/>
                      <a:pt x="282" y="2"/>
                      <a:pt x="277" y="4"/>
                    </a:cubicBezTo>
                    <a:cubicBezTo>
                      <a:pt x="252" y="29"/>
                      <a:pt x="244" y="54"/>
                      <a:pt x="236" y="87"/>
                    </a:cubicBezTo>
                    <a:cubicBezTo>
                      <a:pt x="236" y="112"/>
                      <a:pt x="227" y="145"/>
                      <a:pt x="219" y="178"/>
                    </a:cubicBezTo>
                    <a:cubicBezTo>
                      <a:pt x="211" y="236"/>
                      <a:pt x="194" y="294"/>
                      <a:pt x="178" y="352"/>
                    </a:cubicBezTo>
                    <a:cubicBezTo>
                      <a:pt x="136" y="468"/>
                      <a:pt x="87" y="584"/>
                      <a:pt x="20" y="684"/>
                    </a:cubicBezTo>
                    <a:cubicBezTo>
                      <a:pt x="1" y="703"/>
                      <a:pt x="27" y="733"/>
                      <a:pt x="51" y="733"/>
                    </a:cubicBezTo>
                    <a:cubicBezTo>
                      <a:pt x="58" y="733"/>
                      <a:pt x="65" y="730"/>
                      <a:pt x="70" y="725"/>
                    </a:cubicBezTo>
                    <a:cubicBezTo>
                      <a:pt x="145" y="626"/>
                      <a:pt x="227" y="510"/>
                      <a:pt x="269" y="394"/>
                    </a:cubicBezTo>
                    <a:cubicBezTo>
                      <a:pt x="294" y="336"/>
                      <a:pt x="310" y="269"/>
                      <a:pt x="327" y="211"/>
                    </a:cubicBezTo>
                    <a:cubicBezTo>
                      <a:pt x="335" y="178"/>
                      <a:pt x="343" y="145"/>
                      <a:pt x="343" y="112"/>
                    </a:cubicBezTo>
                    <a:cubicBezTo>
                      <a:pt x="352" y="79"/>
                      <a:pt x="352" y="46"/>
                      <a:pt x="327" y="12"/>
                    </a:cubicBezTo>
                    <a:cubicBezTo>
                      <a:pt x="321" y="7"/>
                      <a:pt x="307" y="1"/>
                      <a:pt x="2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4" name="Google Shape;7174;p21"/>
              <p:cNvSpPr/>
              <p:nvPr/>
            </p:nvSpPr>
            <p:spPr>
              <a:xfrm>
                <a:off x="6058675" y="4084200"/>
                <a:ext cx="20325" cy="19650"/>
              </a:xfrm>
              <a:custGeom>
                <a:rect b="b" l="l" r="r" t="t"/>
                <a:pathLst>
                  <a:path extrusionOk="0" h="786" w="813">
                    <a:moveTo>
                      <a:pt x="465" y="1"/>
                    </a:moveTo>
                    <a:cubicBezTo>
                      <a:pt x="448" y="1"/>
                      <a:pt x="431" y="3"/>
                      <a:pt x="415" y="7"/>
                    </a:cubicBezTo>
                    <a:lnTo>
                      <a:pt x="406" y="7"/>
                    </a:lnTo>
                    <a:cubicBezTo>
                      <a:pt x="400" y="7"/>
                      <a:pt x="394" y="6"/>
                      <a:pt x="388" y="6"/>
                    </a:cubicBezTo>
                    <a:cubicBezTo>
                      <a:pt x="262" y="6"/>
                      <a:pt x="146" y="87"/>
                      <a:pt x="83" y="197"/>
                    </a:cubicBezTo>
                    <a:lnTo>
                      <a:pt x="67" y="222"/>
                    </a:lnTo>
                    <a:cubicBezTo>
                      <a:pt x="0" y="338"/>
                      <a:pt x="0" y="487"/>
                      <a:pt x="75" y="603"/>
                    </a:cubicBezTo>
                    <a:cubicBezTo>
                      <a:pt x="149" y="711"/>
                      <a:pt x="274" y="786"/>
                      <a:pt x="406" y="786"/>
                    </a:cubicBezTo>
                    <a:cubicBezTo>
                      <a:pt x="423" y="786"/>
                      <a:pt x="431" y="786"/>
                      <a:pt x="448" y="777"/>
                    </a:cubicBezTo>
                    <a:cubicBezTo>
                      <a:pt x="460" y="780"/>
                      <a:pt x="473" y="781"/>
                      <a:pt x="485" y="781"/>
                    </a:cubicBezTo>
                    <a:cubicBezTo>
                      <a:pt x="522" y="781"/>
                      <a:pt x="560" y="771"/>
                      <a:pt x="597" y="753"/>
                    </a:cubicBezTo>
                    <a:cubicBezTo>
                      <a:pt x="738" y="686"/>
                      <a:pt x="812" y="529"/>
                      <a:pt x="796" y="380"/>
                    </a:cubicBezTo>
                    <a:cubicBezTo>
                      <a:pt x="779" y="222"/>
                      <a:pt x="688" y="40"/>
                      <a:pt x="522" y="7"/>
                    </a:cubicBezTo>
                    <a:cubicBezTo>
                      <a:pt x="502" y="3"/>
                      <a:pt x="483" y="1"/>
                      <a:pt x="4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5" name="Google Shape;7175;p21"/>
              <p:cNvSpPr/>
              <p:nvPr/>
            </p:nvSpPr>
            <p:spPr>
              <a:xfrm>
                <a:off x="6216100" y="4046725"/>
                <a:ext cx="20325" cy="19650"/>
              </a:xfrm>
              <a:custGeom>
                <a:rect b="b" l="l" r="r" t="t"/>
                <a:pathLst>
                  <a:path extrusionOk="0" h="786" w="813">
                    <a:moveTo>
                      <a:pt x="468" y="0"/>
                    </a:moveTo>
                    <a:cubicBezTo>
                      <a:pt x="450" y="0"/>
                      <a:pt x="431" y="2"/>
                      <a:pt x="415" y="6"/>
                    </a:cubicBezTo>
                    <a:lnTo>
                      <a:pt x="406" y="6"/>
                    </a:lnTo>
                    <a:cubicBezTo>
                      <a:pt x="400" y="6"/>
                      <a:pt x="394" y="6"/>
                      <a:pt x="388" y="6"/>
                    </a:cubicBezTo>
                    <a:cubicBezTo>
                      <a:pt x="262" y="6"/>
                      <a:pt x="147" y="86"/>
                      <a:pt x="91" y="197"/>
                    </a:cubicBezTo>
                    <a:lnTo>
                      <a:pt x="67" y="222"/>
                    </a:lnTo>
                    <a:cubicBezTo>
                      <a:pt x="9" y="338"/>
                      <a:pt x="0" y="487"/>
                      <a:pt x="75" y="603"/>
                    </a:cubicBezTo>
                    <a:cubicBezTo>
                      <a:pt x="149" y="710"/>
                      <a:pt x="274" y="785"/>
                      <a:pt x="406" y="785"/>
                    </a:cubicBezTo>
                    <a:cubicBezTo>
                      <a:pt x="423" y="785"/>
                      <a:pt x="431" y="785"/>
                      <a:pt x="448" y="777"/>
                    </a:cubicBezTo>
                    <a:cubicBezTo>
                      <a:pt x="460" y="779"/>
                      <a:pt x="473" y="780"/>
                      <a:pt x="485" y="780"/>
                    </a:cubicBezTo>
                    <a:cubicBezTo>
                      <a:pt x="522" y="780"/>
                      <a:pt x="560" y="771"/>
                      <a:pt x="597" y="752"/>
                    </a:cubicBezTo>
                    <a:cubicBezTo>
                      <a:pt x="746" y="686"/>
                      <a:pt x="812" y="528"/>
                      <a:pt x="796" y="379"/>
                    </a:cubicBezTo>
                    <a:cubicBezTo>
                      <a:pt x="779" y="222"/>
                      <a:pt x="688" y="39"/>
                      <a:pt x="522" y="6"/>
                    </a:cubicBezTo>
                    <a:cubicBezTo>
                      <a:pt x="506" y="2"/>
                      <a:pt x="487" y="0"/>
                      <a:pt x="4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6" name="Google Shape;7176;p21"/>
              <p:cNvSpPr/>
              <p:nvPr/>
            </p:nvSpPr>
            <p:spPr>
              <a:xfrm>
                <a:off x="6074000" y="4098225"/>
                <a:ext cx="9550" cy="16200"/>
              </a:xfrm>
              <a:custGeom>
                <a:rect b="b" l="l" r="r" t="t"/>
                <a:pathLst>
                  <a:path extrusionOk="0" h="648" w="382">
                    <a:moveTo>
                      <a:pt x="328" y="0"/>
                    </a:moveTo>
                    <a:cubicBezTo>
                      <a:pt x="260" y="0"/>
                      <a:pt x="213" y="62"/>
                      <a:pt x="174" y="117"/>
                    </a:cubicBezTo>
                    <a:cubicBezTo>
                      <a:pt x="141" y="158"/>
                      <a:pt x="108" y="208"/>
                      <a:pt x="83" y="258"/>
                    </a:cubicBezTo>
                    <a:cubicBezTo>
                      <a:pt x="42" y="366"/>
                      <a:pt x="17" y="490"/>
                      <a:pt x="0" y="606"/>
                    </a:cubicBezTo>
                    <a:cubicBezTo>
                      <a:pt x="0" y="633"/>
                      <a:pt x="25" y="648"/>
                      <a:pt x="48" y="648"/>
                    </a:cubicBezTo>
                    <a:cubicBezTo>
                      <a:pt x="68" y="648"/>
                      <a:pt x="88" y="637"/>
                      <a:pt x="92" y="614"/>
                    </a:cubicBezTo>
                    <a:cubicBezTo>
                      <a:pt x="100" y="564"/>
                      <a:pt x="108" y="523"/>
                      <a:pt x="133" y="482"/>
                    </a:cubicBezTo>
                    <a:cubicBezTo>
                      <a:pt x="150" y="432"/>
                      <a:pt x="174" y="390"/>
                      <a:pt x="199" y="349"/>
                    </a:cubicBezTo>
                    <a:cubicBezTo>
                      <a:pt x="224" y="299"/>
                      <a:pt x="257" y="258"/>
                      <a:pt x="282" y="225"/>
                    </a:cubicBezTo>
                    <a:cubicBezTo>
                      <a:pt x="299" y="200"/>
                      <a:pt x="307" y="192"/>
                      <a:pt x="324" y="175"/>
                    </a:cubicBezTo>
                    <a:cubicBezTo>
                      <a:pt x="332" y="158"/>
                      <a:pt x="340" y="150"/>
                      <a:pt x="348" y="142"/>
                    </a:cubicBezTo>
                    <a:cubicBezTo>
                      <a:pt x="357" y="134"/>
                      <a:pt x="365" y="117"/>
                      <a:pt x="373" y="100"/>
                    </a:cubicBezTo>
                    <a:cubicBezTo>
                      <a:pt x="382" y="84"/>
                      <a:pt x="382" y="67"/>
                      <a:pt x="382" y="42"/>
                    </a:cubicBezTo>
                    <a:cubicBezTo>
                      <a:pt x="373" y="26"/>
                      <a:pt x="357" y="9"/>
                      <a:pt x="340" y="1"/>
                    </a:cubicBezTo>
                    <a:cubicBezTo>
                      <a:pt x="336" y="1"/>
                      <a:pt x="332" y="0"/>
                      <a:pt x="3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7" name="Google Shape;7177;p21"/>
              <p:cNvSpPr/>
              <p:nvPr/>
            </p:nvSpPr>
            <p:spPr>
              <a:xfrm>
                <a:off x="6082075" y="4091200"/>
                <a:ext cx="8725" cy="6100"/>
              </a:xfrm>
              <a:custGeom>
                <a:rect b="b" l="l" r="r" t="t"/>
                <a:pathLst>
                  <a:path extrusionOk="0" h="244" w="349">
                    <a:moveTo>
                      <a:pt x="315" y="0"/>
                    </a:moveTo>
                    <a:cubicBezTo>
                      <a:pt x="299" y="0"/>
                      <a:pt x="282" y="9"/>
                      <a:pt x="266" y="9"/>
                    </a:cubicBezTo>
                    <a:cubicBezTo>
                      <a:pt x="257" y="17"/>
                      <a:pt x="241" y="25"/>
                      <a:pt x="224" y="33"/>
                    </a:cubicBezTo>
                    <a:cubicBezTo>
                      <a:pt x="208" y="50"/>
                      <a:pt x="183" y="58"/>
                      <a:pt x="166" y="75"/>
                    </a:cubicBezTo>
                    <a:cubicBezTo>
                      <a:pt x="117" y="100"/>
                      <a:pt x="75" y="133"/>
                      <a:pt x="34" y="166"/>
                    </a:cubicBezTo>
                    <a:cubicBezTo>
                      <a:pt x="9" y="174"/>
                      <a:pt x="1" y="199"/>
                      <a:pt x="17" y="224"/>
                    </a:cubicBezTo>
                    <a:cubicBezTo>
                      <a:pt x="23" y="236"/>
                      <a:pt x="38" y="244"/>
                      <a:pt x="55" y="244"/>
                    </a:cubicBezTo>
                    <a:cubicBezTo>
                      <a:pt x="62" y="244"/>
                      <a:pt x="68" y="243"/>
                      <a:pt x="75" y="241"/>
                    </a:cubicBezTo>
                    <a:lnTo>
                      <a:pt x="208" y="158"/>
                    </a:lnTo>
                    <a:cubicBezTo>
                      <a:pt x="233" y="141"/>
                      <a:pt x="257" y="125"/>
                      <a:pt x="274" y="116"/>
                    </a:cubicBezTo>
                    <a:cubicBezTo>
                      <a:pt x="291" y="108"/>
                      <a:pt x="299" y="100"/>
                      <a:pt x="315" y="91"/>
                    </a:cubicBezTo>
                    <a:cubicBezTo>
                      <a:pt x="324" y="75"/>
                      <a:pt x="332" y="67"/>
                      <a:pt x="340" y="50"/>
                    </a:cubicBezTo>
                    <a:cubicBezTo>
                      <a:pt x="349" y="33"/>
                      <a:pt x="340" y="0"/>
                      <a:pt x="3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8" name="Google Shape;7178;p21"/>
              <p:cNvSpPr/>
              <p:nvPr/>
            </p:nvSpPr>
            <p:spPr>
              <a:xfrm>
                <a:off x="6218375" y="4069375"/>
                <a:ext cx="13075" cy="10275"/>
              </a:xfrm>
              <a:custGeom>
                <a:rect b="b" l="l" r="r" t="t"/>
                <a:pathLst>
                  <a:path extrusionOk="0" h="411" w="523">
                    <a:moveTo>
                      <a:pt x="75" y="1"/>
                    </a:moveTo>
                    <a:cubicBezTo>
                      <a:pt x="64" y="1"/>
                      <a:pt x="53" y="2"/>
                      <a:pt x="42" y="3"/>
                    </a:cubicBezTo>
                    <a:cubicBezTo>
                      <a:pt x="25" y="3"/>
                      <a:pt x="0" y="20"/>
                      <a:pt x="0" y="45"/>
                    </a:cubicBezTo>
                    <a:cubicBezTo>
                      <a:pt x="0" y="70"/>
                      <a:pt x="17" y="94"/>
                      <a:pt x="42" y="94"/>
                    </a:cubicBezTo>
                    <a:cubicBezTo>
                      <a:pt x="52" y="93"/>
                      <a:pt x="61" y="92"/>
                      <a:pt x="70" y="92"/>
                    </a:cubicBezTo>
                    <a:cubicBezTo>
                      <a:pt x="147" y="92"/>
                      <a:pt x="205" y="150"/>
                      <a:pt x="257" y="202"/>
                    </a:cubicBezTo>
                    <a:cubicBezTo>
                      <a:pt x="290" y="235"/>
                      <a:pt x="324" y="277"/>
                      <a:pt x="365" y="318"/>
                    </a:cubicBezTo>
                    <a:cubicBezTo>
                      <a:pt x="396" y="349"/>
                      <a:pt x="435" y="410"/>
                      <a:pt x="488" y="410"/>
                    </a:cubicBezTo>
                    <a:cubicBezTo>
                      <a:pt x="491" y="410"/>
                      <a:pt x="494" y="410"/>
                      <a:pt x="498" y="409"/>
                    </a:cubicBezTo>
                    <a:cubicBezTo>
                      <a:pt x="506" y="409"/>
                      <a:pt x="514" y="401"/>
                      <a:pt x="514" y="393"/>
                    </a:cubicBezTo>
                    <a:cubicBezTo>
                      <a:pt x="522" y="360"/>
                      <a:pt x="506" y="326"/>
                      <a:pt x="481" y="302"/>
                    </a:cubicBezTo>
                    <a:cubicBezTo>
                      <a:pt x="464" y="285"/>
                      <a:pt x="440" y="260"/>
                      <a:pt x="423" y="235"/>
                    </a:cubicBezTo>
                    <a:lnTo>
                      <a:pt x="423" y="244"/>
                    </a:lnTo>
                    <a:cubicBezTo>
                      <a:pt x="382" y="202"/>
                      <a:pt x="348" y="161"/>
                      <a:pt x="307" y="119"/>
                    </a:cubicBezTo>
                    <a:cubicBezTo>
                      <a:pt x="248" y="60"/>
                      <a:pt x="169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9" name="Google Shape;7179;p21"/>
              <p:cNvSpPr/>
              <p:nvPr/>
            </p:nvSpPr>
            <p:spPr>
              <a:xfrm>
                <a:off x="6232675" y="4073175"/>
                <a:ext cx="5400" cy="6125"/>
              </a:xfrm>
              <a:custGeom>
                <a:rect b="b" l="l" r="r" t="t"/>
                <a:pathLst>
                  <a:path extrusionOk="0" h="245" w="216">
                    <a:moveTo>
                      <a:pt x="42" y="0"/>
                    </a:moveTo>
                    <a:cubicBezTo>
                      <a:pt x="33" y="0"/>
                      <a:pt x="17" y="0"/>
                      <a:pt x="8" y="9"/>
                    </a:cubicBezTo>
                    <a:cubicBezTo>
                      <a:pt x="0" y="17"/>
                      <a:pt x="0" y="25"/>
                      <a:pt x="0" y="42"/>
                    </a:cubicBezTo>
                    <a:cubicBezTo>
                      <a:pt x="0" y="50"/>
                      <a:pt x="8" y="58"/>
                      <a:pt x="8" y="67"/>
                    </a:cubicBezTo>
                    <a:cubicBezTo>
                      <a:pt x="58" y="125"/>
                      <a:pt x="100" y="174"/>
                      <a:pt x="141" y="232"/>
                    </a:cubicBezTo>
                    <a:cubicBezTo>
                      <a:pt x="149" y="241"/>
                      <a:pt x="160" y="245"/>
                      <a:pt x="170" y="245"/>
                    </a:cubicBezTo>
                    <a:cubicBezTo>
                      <a:pt x="180" y="245"/>
                      <a:pt x="191" y="241"/>
                      <a:pt x="199" y="232"/>
                    </a:cubicBezTo>
                    <a:cubicBezTo>
                      <a:pt x="216" y="224"/>
                      <a:pt x="216" y="199"/>
                      <a:pt x="207" y="183"/>
                    </a:cubicBezTo>
                    <a:cubicBezTo>
                      <a:pt x="166" y="125"/>
                      <a:pt x="116" y="67"/>
                      <a:pt x="75" y="9"/>
                    </a:cubicBezTo>
                    <a:cubicBezTo>
                      <a:pt x="66" y="0"/>
                      <a:pt x="50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0" name="Google Shape;7180;p21"/>
              <p:cNvSpPr/>
              <p:nvPr/>
            </p:nvSpPr>
            <p:spPr>
              <a:xfrm>
                <a:off x="6049775" y="4070450"/>
                <a:ext cx="25275" cy="22725"/>
              </a:xfrm>
              <a:custGeom>
                <a:rect b="b" l="l" r="r" t="t"/>
                <a:pathLst>
                  <a:path extrusionOk="0" h="909" w="1011">
                    <a:moveTo>
                      <a:pt x="853" y="0"/>
                    </a:moveTo>
                    <a:cubicBezTo>
                      <a:pt x="762" y="0"/>
                      <a:pt x="666" y="21"/>
                      <a:pt x="588" y="51"/>
                    </a:cubicBezTo>
                    <a:cubicBezTo>
                      <a:pt x="464" y="93"/>
                      <a:pt x="348" y="159"/>
                      <a:pt x="249" y="242"/>
                    </a:cubicBezTo>
                    <a:cubicBezTo>
                      <a:pt x="166" y="325"/>
                      <a:pt x="83" y="433"/>
                      <a:pt x="50" y="549"/>
                    </a:cubicBezTo>
                    <a:cubicBezTo>
                      <a:pt x="17" y="656"/>
                      <a:pt x="0" y="814"/>
                      <a:pt x="99" y="897"/>
                    </a:cubicBezTo>
                    <a:cubicBezTo>
                      <a:pt x="107" y="904"/>
                      <a:pt x="118" y="908"/>
                      <a:pt x="128" y="908"/>
                    </a:cubicBezTo>
                    <a:cubicBezTo>
                      <a:pt x="141" y="908"/>
                      <a:pt x="153" y="902"/>
                      <a:pt x="157" y="888"/>
                    </a:cubicBezTo>
                    <a:cubicBezTo>
                      <a:pt x="207" y="805"/>
                      <a:pt x="215" y="706"/>
                      <a:pt x="249" y="623"/>
                    </a:cubicBezTo>
                    <a:cubicBezTo>
                      <a:pt x="282" y="532"/>
                      <a:pt x="331" y="449"/>
                      <a:pt x="406" y="383"/>
                    </a:cubicBezTo>
                    <a:cubicBezTo>
                      <a:pt x="481" y="317"/>
                      <a:pt x="563" y="267"/>
                      <a:pt x="655" y="225"/>
                    </a:cubicBezTo>
                    <a:cubicBezTo>
                      <a:pt x="754" y="184"/>
                      <a:pt x="870" y="159"/>
                      <a:pt x="969" y="118"/>
                    </a:cubicBezTo>
                    <a:cubicBezTo>
                      <a:pt x="1011" y="93"/>
                      <a:pt x="994" y="27"/>
                      <a:pt x="953" y="10"/>
                    </a:cubicBezTo>
                    <a:cubicBezTo>
                      <a:pt x="921" y="3"/>
                      <a:pt x="887" y="0"/>
                      <a:pt x="8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1" name="Google Shape;7181;p21"/>
              <p:cNvSpPr/>
              <p:nvPr/>
            </p:nvSpPr>
            <p:spPr>
              <a:xfrm>
                <a:off x="6049150" y="4076075"/>
                <a:ext cx="4975" cy="7350"/>
              </a:xfrm>
              <a:custGeom>
                <a:rect b="b" l="l" r="r" t="t"/>
                <a:pathLst>
                  <a:path extrusionOk="0" h="294" w="199">
                    <a:moveTo>
                      <a:pt x="144" y="0"/>
                    </a:moveTo>
                    <a:cubicBezTo>
                      <a:pt x="124" y="0"/>
                      <a:pt x="105" y="9"/>
                      <a:pt x="100" y="25"/>
                    </a:cubicBezTo>
                    <a:cubicBezTo>
                      <a:pt x="58" y="92"/>
                      <a:pt x="33" y="166"/>
                      <a:pt x="8" y="241"/>
                    </a:cubicBezTo>
                    <a:cubicBezTo>
                      <a:pt x="0" y="257"/>
                      <a:pt x="8" y="282"/>
                      <a:pt x="25" y="290"/>
                    </a:cubicBezTo>
                    <a:cubicBezTo>
                      <a:pt x="32" y="293"/>
                      <a:pt x="38" y="294"/>
                      <a:pt x="43" y="294"/>
                    </a:cubicBezTo>
                    <a:cubicBezTo>
                      <a:pt x="59" y="294"/>
                      <a:pt x="71" y="286"/>
                      <a:pt x="83" y="274"/>
                    </a:cubicBezTo>
                    <a:cubicBezTo>
                      <a:pt x="124" y="208"/>
                      <a:pt x="158" y="150"/>
                      <a:pt x="191" y="83"/>
                    </a:cubicBezTo>
                    <a:cubicBezTo>
                      <a:pt x="199" y="58"/>
                      <a:pt x="199" y="25"/>
                      <a:pt x="174" y="9"/>
                    </a:cubicBezTo>
                    <a:cubicBezTo>
                      <a:pt x="165" y="3"/>
                      <a:pt x="154" y="0"/>
                      <a:pt x="1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2" name="Google Shape;7182;p21"/>
              <p:cNvSpPr/>
              <p:nvPr/>
            </p:nvSpPr>
            <p:spPr>
              <a:xfrm>
                <a:off x="6218450" y="4034100"/>
                <a:ext cx="24550" cy="8050"/>
              </a:xfrm>
              <a:custGeom>
                <a:rect b="b" l="l" r="r" t="t"/>
                <a:pathLst>
                  <a:path extrusionOk="0" h="322" w="982">
                    <a:moveTo>
                      <a:pt x="407" y="0"/>
                    </a:moveTo>
                    <a:cubicBezTo>
                      <a:pt x="361" y="0"/>
                      <a:pt x="315" y="4"/>
                      <a:pt x="271" y="14"/>
                    </a:cubicBezTo>
                    <a:cubicBezTo>
                      <a:pt x="188" y="22"/>
                      <a:pt x="122" y="56"/>
                      <a:pt x="47" y="89"/>
                    </a:cubicBezTo>
                    <a:cubicBezTo>
                      <a:pt x="0" y="120"/>
                      <a:pt x="34" y="181"/>
                      <a:pt x="80" y="181"/>
                    </a:cubicBezTo>
                    <a:cubicBezTo>
                      <a:pt x="83" y="181"/>
                      <a:pt x="86" y="180"/>
                      <a:pt x="89" y="180"/>
                    </a:cubicBezTo>
                    <a:cubicBezTo>
                      <a:pt x="155" y="172"/>
                      <a:pt x="221" y="172"/>
                      <a:pt x="287" y="172"/>
                    </a:cubicBezTo>
                    <a:cubicBezTo>
                      <a:pt x="307" y="169"/>
                      <a:pt x="326" y="168"/>
                      <a:pt x="346" y="168"/>
                    </a:cubicBezTo>
                    <a:cubicBezTo>
                      <a:pt x="393" y="168"/>
                      <a:pt x="439" y="174"/>
                      <a:pt x="486" y="180"/>
                    </a:cubicBezTo>
                    <a:cubicBezTo>
                      <a:pt x="553" y="188"/>
                      <a:pt x="627" y="213"/>
                      <a:pt x="685" y="238"/>
                    </a:cubicBezTo>
                    <a:cubicBezTo>
                      <a:pt x="751" y="263"/>
                      <a:pt x="809" y="321"/>
                      <a:pt x="884" y="321"/>
                    </a:cubicBezTo>
                    <a:cubicBezTo>
                      <a:pt x="887" y="321"/>
                      <a:pt x="891" y="321"/>
                      <a:pt x="894" y="321"/>
                    </a:cubicBezTo>
                    <a:cubicBezTo>
                      <a:pt x="953" y="321"/>
                      <a:pt x="982" y="251"/>
                      <a:pt x="950" y="196"/>
                    </a:cubicBezTo>
                    <a:cubicBezTo>
                      <a:pt x="925" y="130"/>
                      <a:pt x="809" y="89"/>
                      <a:pt x="743" y="64"/>
                    </a:cubicBezTo>
                    <a:cubicBezTo>
                      <a:pt x="669" y="39"/>
                      <a:pt x="586" y="22"/>
                      <a:pt x="503" y="6"/>
                    </a:cubicBezTo>
                    <a:cubicBezTo>
                      <a:pt x="472" y="2"/>
                      <a:pt x="440" y="0"/>
                      <a:pt x="4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3" name="Google Shape;7183;p21"/>
              <p:cNvSpPr/>
              <p:nvPr/>
            </p:nvSpPr>
            <p:spPr>
              <a:xfrm>
                <a:off x="6230175" y="4029475"/>
                <a:ext cx="12050" cy="4775"/>
              </a:xfrm>
              <a:custGeom>
                <a:rect b="b" l="l" r="r" t="t"/>
                <a:pathLst>
                  <a:path extrusionOk="0" h="191" w="482">
                    <a:moveTo>
                      <a:pt x="59" y="0"/>
                    </a:moveTo>
                    <a:cubicBezTo>
                      <a:pt x="1" y="0"/>
                      <a:pt x="1" y="83"/>
                      <a:pt x="59" y="91"/>
                    </a:cubicBezTo>
                    <a:cubicBezTo>
                      <a:pt x="125" y="91"/>
                      <a:pt x="191" y="108"/>
                      <a:pt x="249" y="125"/>
                    </a:cubicBezTo>
                    <a:cubicBezTo>
                      <a:pt x="282" y="133"/>
                      <a:pt x="307" y="149"/>
                      <a:pt x="340" y="158"/>
                    </a:cubicBezTo>
                    <a:cubicBezTo>
                      <a:pt x="374" y="174"/>
                      <a:pt x="398" y="191"/>
                      <a:pt x="440" y="191"/>
                    </a:cubicBezTo>
                    <a:cubicBezTo>
                      <a:pt x="465" y="183"/>
                      <a:pt x="481" y="158"/>
                      <a:pt x="465" y="133"/>
                    </a:cubicBezTo>
                    <a:cubicBezTo>
                      <a:pt x="448" y="100"/>
                      <a:pt x="415" y="83"/>
                      <a:pt x="382" y="67"/>
                    </a:cubicBezTo>
                    <a:cubicBezTo>
                      <a:pt x="349" y="50"/>
                      <a:pt x="316" y="42"/>
                      <a:pt x="274" y="33"/>
                    </a:cubicBezTo>
                    <a:cubicBezTo>
                      <a:pt x="208" y="9"/>
                      <a:pt x="133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4" name="Google Shape;7184;p21"/>
              <p:cNvSpPr/>
              <p:nvPr/>
            </p:nvSpPr>
            <p:spPr>
              <a:xfrm>
                <a:off x="6128325" y="4018400"/>
                <a:ext cx="9900" cy="32350"/>
              </a:xfrm>
              <a:custGeom>
                <a:rect b="b" l="l" r="r" t="t"/>
                <a:pathLst>
                  <a:path extrusionOk="0" h="1294" w="396">
                    <a:moveTo>
                      <a:pt x="34" y="0"/>
                    </a:moveTo>
                    <a:cubicBezTo>
                      <a:pt x="18" y="0"/>
                      <a:pt x="1" y="15"/>
                      <a:pt x="7" y="37"/>
                    </a:cubicBezTo>
                    <a:cubicBezTo>
                      <a:pt x="81" y="236"/>
                      <a:pt x="123" y="443"/>
                      <a:pt x="172" y="659"/>
                    </a:cubicBezTo>
                    <a:cubicBezTo>
                      <a:pt x="189" y="758"/>
                      <a:pt x="214" y="866"/>
                      <a:pt x="222" y="974"/>
                    </a:cubicBezTo>
                    <a:cubicBezTo>
                      <a:pt x="238" y="1065"/>
                      <a:pt x="222" y="1197"/>
                      <a:pt x="280" y="1272"/>
                    </a:cubicBezTo>
                    <a:cubicBezTo>
                      <a:pt x="289" y="1285"/>
                      <a:pt x="305" y="1294"/>
                      <a:pt x="320" y="1294"/>
                    </a:cubicBezTo>
                    <a:cubicBezTo>
                      <a:pt x="334" y="1294"/>
                      <a:pt x="347" y="1287"/>
                      <a:pt x="354" y="1272"/>
                    </a:cubicBezTo>
                    <a:cubicBezTo>
                      <a:pt x="396" y="1189"/>
                      <a:pt x="363" y="1065"/>
                      <a:pt x="354" y="965"/>
                    </a:cubicBezTo>
                    <a:cubicBezTo>
                      <a:pt x="338" y="858"/>
                      <a:pt x="313" y="742"/>
                      <a:pt x="288" y="634"/>
                    </a:cubicBezTo>
                    <a:cubicBezTo>
                      <a:pt x="238" y="418"/>
                      <a:pt x="156" y="211"/>
                      <a:pt x="56" y="12"/>
                    </a:cubicBezTo>
                    <a:cubicBezTo>
                      <a:pt x="51" y="4"/>
                      <a:pt x="42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5" name="Google Shape;7185;p21"/>
              <p:cNvSpPr/>
              <p:nvPr/>
            </p:nvSpPr>
            <p:spPr>
              <a:xfrm>
                <a:off x="6136300" y="4029975"/>
                <a:ext cx="3800" cy="10200"/>
              </a:xfrm>
              <a:custGeom>
                <a:rect b="b" l="l" r="r" t="t"/>
                <a:pathLst>
                  <a:path extrusionOk="0" h="408" w="152">
                    <a:moveTo>
                      <a:pt x="50" y="1"/>
                    </a:moveTo>
                    <a:cubicBezTo>
                      <a:pt x="26" y="1"/>
                      <a:pt x="1" y="20"/>
                      <a:pt x="11" y="55"/>
                    </a:cubicBezTo>
                    <a:cubicBezTo>
                      <a:pt x="19" y="105"/>
                      <a:pt x="35" y="163"/>
                      <a:pt x="44" y="221"/>
                    </a:cubicBezTo>
                    <a:cubicBezTo>
                      <a:pt x="52" y="245"/>
                      <a:pt x="52" y="279"/>
                      <a:pt x="60" y="303"/>
                    </a:cubicBezTo>
                    <a:cubicBezTo>
                      <a:pt x="69" y="320"/>
                      <a:pt x="77" y="328"/>
                      <a:pt x="77" y="345"/>
                    </a:cubicBezTo>
                    <a:cubicBezTo>
                      <a:pt x="85" y="361"/>
                      <a:pt x="85" y="370"/>
                      <a:pt x="93" y="386"/>
                    </a:cubicBezTo>
                    <a:cubicBezTo>
                      <a:pt x="97" y="401"/>
                      <a:pt x="107" y="407"/>
                      <a:pt x="117" y="407"/>
                    </a:cubicBezTo>
                    <a:cubicBezTo>
                      <a:pt x="130" y="407"/>
                      <a:pt x="143" y="397"/>
                      <a:pt x="143" y="378"/>
                    </a:cubicBezTo>
                    <a:cubicBezTo>
                      <a:pt x="143" y="361"/>
                      <a:pt x="143" y="353"/>
                      <a:pt x="143" y="337"/>
                    </a:cubicBezTo>
                    <a:lnTo>
                      <a:pt x="143" y="312"/>
                    </a:lnTo>
                    <a:cubicBezTo>
                      <a:pt x="143" y="303"/>
                      <a:pt x="151" y="295"/>
                      <a:pt x="151" y="287"/>
                    </a:cubicBezTo>
                    <a:cubicBezTo>
                      <a:pt x="151" y="262"/>
                      <a:pt x="135" y="229"/>
                      <a:pt x="135" y="204"/>
                    </a:cubicBezTo>
                    <a:cubicBezTo>
                      <a:pt x="118" y="146"/>
                      <a:pt x="102" y="88"/>
                      <a:pt x="85" y="30"/>
                    </a:cubicBezTo>
                    <a:cubicBezTo>
                      <a:pt x="82" y="10"/>
                      <a:pt x="66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6" name="Google Shape;7186;p21"/>
              <p:cNvSpPr/>
              <p:nvPr/>
            </p:nvSpPr>
            <p:spPr>
              <a:xfrm>
                <a:off x="6139875" y="4025475"/>
                <a:ext cx="3550" cy="10600"/>
              </a:xfrm>
              <a:custGeom>
                <a:rect b="b" l="l" r="r" t="t"/>
                <a:pathLst>
                  <a:path extrusionOk="0" h="424" w="142">
                    <a:moveTo>
                      <a:pt x="39" y="1"/>
                    </a:moveTo>
                    <a:cubicBezTo>
                      <a:pt x="34" y="1"/>
                      <a:pt x="30" y="1"/>
                      <a:pt x="25" y="3"/>
                    </a:cubicBezTo>
                    <a:cubicBezTo>
                      <a:pt x="8" y="11"/>
                      <a:pt x="0" y="28"/>
                      <a:pt x="0" y="53"/>
                    </a:cubicBezTo>
                    <a:cubicBezTo>
                      <a:pt x="8" y="111"/>
                      <a:pt x="17" y="177"/>
                      <a:pt x="33" y="235"/>
                    </a:cubicBezTo>
                    <a:cubicBezTo>
                      <a:pt x="42" y="268"/>
                      <a:pt x="50" y="293"/>
                      <a:pt x="58" y="326"/>
                    </a:cubicBezTo>
                    <a:cubicBezTo>
                      <a:pt x="66" y="351"/>
                      <a:pt x="75" y="384"/>
                      <a:pt x="91" y="409"/>
                    </a:cubicBezTo>
                    <a:cubicBezTo>
                      <a:pt x="98" y="419"/>
                      <a:pt x="108" y="424"/>
                      <a:pt x="117" y="424"/>
                    </a:cubicBezTo>
                    <a:cubicBezTo>
                      <a:pt x="130" y="424"/>
                      <a:pt x="141" y="415"/>
                      <a:pt x="141" y="401"/>
                    </a:cubicBezTo>
                    <a:cubicBezTo>
                      <a:pt x="141" y="367"/>
                      <a:pt x="133" y="334"/>
                      <a:pt x="133" y="301"/>
                    </a:cubicBezTo>
                    <a:cubicBezTo>
                      <a:pt x="124" y="276"/>
                      <a:pt x="116" y="243"/>
                      <a:pt x="108" y="218"/>
                    </a:cubicBezTo>
                    <a:cubicBezTo>
                      <a:pt x="100" y="152"/>
                      <a:pt x="83" y="94"/>
                      <a:pt x="75" y="28"/>
                    </a:cubicBezTo>
                    <a:cubicBezTo>
                      <a:pt x="75" y="14"/>
                      <a:pt x="58" y="1"/>
                      <a:pt x="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7" name="Google Shape;7187;p21"/>
              <p:cNvSpPr/>
              <p:nvPr/>
            </p:nvSpPr>
            <p:spPr>
              <a:xfrm>
                <a:off x="6231225" y="4023825"/>
                <a:ext cx="8100" cy="4425"/>
              </a:xfrm>
              <a:custGeom>
                <a:rect b="b" l="l" r="r" t="t"/>
                <a:pathLst>
                  <a:path extrusionOk="0" h="177" w="324">
                    <a:moveTo>
                      <a:pt x="53" y="0"/>
                    </a:moveTo>
                    <a:cubicBezTo>
                      <a:pt x="33" y="0"/>
                      <a:pt x="15" y="14"/>
                      <a:pt x="8" y="27"/>
                    </a:cubicBezTo>
                    <a:cubicBezTo>
                      <a:pt x="0" y="52"/>
                      <a:pt x="17" y="77"/>
                      <a:pt x="42" y="85"/>
                    </a:cubicBezTo>
                    <a:cubicBezTo>
                      <a:pt x="116" y="119"/>
                      <a:pt x="191" y="143"/>
                      <a:pt x="274" y="177"/>
                    </a:cubicBezTo>
                    <a:cubicBezTo>
                      <a:pt x="290" y="177"/>
                      <a:pt x="307" y="168"/>
                      <a:pt x="315" y="152"/>
                    </a:cubicBezTo>
                    <a:cubicBezTo>
                      <a:pt x="323" y="135"/>
                      <a:pt x="315" y="110"/>
                      <a:pt x="298" y="102"/>
                    </a:cubicBezTo>
                    <a:cubicBezTo>
                      <a:pt x="224" y="69"/>
                      <a:pt x="141" y="27"/>
                      <a:pt x="66" y="3"/>
                    </a:cubicBezTo>
                    <a:cubicBezTo>
                      <a:pt x="62" y="1"/>
                      <a:pt x="57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8" name="Google Shape;7188;p21"/>
              <p:cNvSpPr/>
              <p:nvPr/>
            </p:nvSpPr>
            <p:spPr>
              <a:xfrm>
                <a:off x="6046925" y="4061275"/>
                <a:ext cx="7200" cy="9075"/>
              </a:xfrm>
              <a:custGeom>
                <a:rect b="b" l="l" r="r" t="t"/>
                <a:pathLst>
                  <a:path extrusionOk="0" h="363" w="288">
                    <a:moveTo>
                      <a:pt x="238" y="0"/>
                    </a:moveTo>
                    <a:cubicBezTo>
                      <a:pt x="226" y="0"/>
                      <a:pt x="213" y="4"/>
                      <a:pt x="205" y="12"/>
                    </a:cubicBezTo>
                    <a:cubicBezTo>
                      <a:pt x="164" y="62"/>
                      <a:pt x="122" y="112"/>
                      <a:pt x="89" y="162"/>
                    </a:cubicBezTo>
                    <a:cubicBezTo>
                      <a:pt x="73" y="186"/>
                      <a:pt x="56" y="211"/>
                      <a:pt x="39" y="236"/>
                    </a:cubicBezTo>
                    <a:cubicBezTo>
                      <a:pt x="23" y="269"/>
                      <a:pt x="6" y="294"/>
                      <a:pt x="6" y="327"/>
                    </a:cubicBezTo>
                    <a:cubicBezTo>
                      <a:pt x="0" y="345"/>
                      <a:pt x="15" y="362"/>
                      <a:pt x="33" y="362"/>
                    </a:cubicBezTo>
                    <a:cubicBezTo>
                      <a:pt x="41" y="362"/>
                      <a:pt x="49" y="359"/>
                      <a:pt x="56" y="352"/>
                    </a:cubicBezTo>
                    <a:lnTo>
                      <a:pt x="56" y="360"/>
                    </a:lnTo>
                    <a:cubicBezTo>
                      <a:pt x="81" y="336"/>
                      <a:pt x="97" y="311"/>
                      <a:pt x="114" y="286"/>
                    </a:cubicBezTo>
                    <a:cubicBezTo>
                      <a:pt x="131" y="261"/>
                      <a:pt x="147" y="236"/>
                      <a:pt x="164" y="211"/>
                    </a:cubicBezTo>
                    <a:cubicBezTo>
                      <a:pt x="197" y="162"/>
                      <a:pt x="230" y="120"/>
                      <a:pt x="271" y="79"/>
                    </a:cubicBezTo>
                    <a:cubicBezTo>
                      <a:pt x="280" y="54"/>
                      <a:pt x="288" y="29"/>
                      <a:pt x="271" y="12"/>
                    </a:cubicBezTo>
                    <a:cubicBezTo>
                      <a:pt x="263" y="4"/>
                      <a:pt x="251" y="0"/>
                      <a:pt x="2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9" name="Google Shape;7189;p21"/>
              <p:cNvSpPr/>
              <p:nvPr/>
            </p:nvSpPr>
            <p:spPr>
              <a:xfrm>
                <a:off x="6092750" y="4007300"/>
                <a:ext cx="9450" cy="7950"/>
              </a:xfrm>
              <a:custGeom>
                <a:rect b="b" l="l" r="r" t="t"/>
                <a:pathLst>
                  <a:path extrusionOk="0" h="318" w="378">
                    <a:moveTo>
                      <a:pt x="311" y="1"/>
                    </a:moveTo>
                    <a:cubicBezTo>
                      <a:pt x="303" y="9"/>
                      <a:pt x="294" y="9"/>
                      <a:pt x="286" y="17"/>
                    </a:cubicBezTo>
                    <a:cubicBezTo>
                      <a:pt x="270" y="26"/>
                      <a:pt x="253" y="34"/>
                      <a:pt x="236" y="42"/>
                    </a:cubicBezTo>
                    <a:cubicBezTo>
                      <a:pt x="203" y="59"/>
                      <a:pt x="178" y="84"/>
                      <a:pt x="145" y="108"/>
                    </a:cubicBezTo>
                    <a:cubicBezTo>
                      <a:pt x="96" y="158"/>
                      <a:pt x="46" y="216"/>
                      <a:pt x="13" y="282"/>
                    </a:cubicBezTo>
                    <a:cubicBezTo>
                      <a:pt x="1" y="300"/>
                      <a:pt x="18" y="318"/>
                      <a:pt x="35" y="318"/>
                    </a:cubicBezTo>
                    <a:cubicBezTo>
                      <a:pt x="42" y="318"/>
                      <a:pt x="49" y="315"/>
                      <a:pt x="54" y="307"/>
                    </a:cubicBezTo>
                    <a:cubicBezTo>
                      <a:pt x="87" y="249"/>
                      <a:pt x="137" y="200"/>
                      <a:pt x="195" y="158"/>
                    </a:cubicBezTo>
                    <a:cubicBezTo>
                      <a:pt x="220" y="142"/>
                      <a:pt x="245" y="125"/>
                      <a:pt x="278" y="108"/>
                    </a:cubicBezTo>
                    <a:cubicBezTo>
                      <a:pt x="286" y="92"/>
                      <a:pt x="303" y="84"/>
                      <a:pt x="319" y="75"/>
                    </a:cubicBezTo>
                    <a:cubicBezTo>
                      <a:pt x="328" y="75"/>
                      <a:pt x="336" y="67"/>
                      <a:pt x="344" y="67"/>
                    </a:cubicBezTo>
                    <a:cubicBezTo>
                      <a:pt x="352" y="59"/>
                      <a:pt x="352" y="50"/>
                      <a:pt x="361" y="42"/>
                    </a:cubicBezTo>
                    <a:cubicBezTo>
                      <a:pt x="377" y="26"/>
                      <a:pt x="369" y="9"/>
                      <a:pt x="3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0" name="Google Shape;7190;p21"/>
              <p:cNvSpPr/>
              <p:nvPr/>
            </p:nvSpPr>
            <p:spPr>
              <a:xfrm>
                <a:off x="6194975" y="3933950"/>
                <a:ext cx="3325" cy="5575"/>
              </a:xfrm>
              <a:custGeom>
                <a:rect b="b" l="l" r="r" t="t"/>
                <a:pathLst>
                  <a:path extrusionOk="0" h="223" w="133">
                    <a:moveTo>
                      <a:pt x="114" y="1"/>
                    </a:moveTo>
                    <a:cubicBezTo>
                      <a:pt x="108" y="1"/>
                      <a:pt x="103" y="4"/>
                      <a:pt x="100" y="10"/>
                    </a:cubicBezTo>
                    <a:cubicBezTo>
                      <a:pt x="91" y="10"/>
                      <a:pt x="91" y="18"/>
                      <a:pt x="83" y="26"/>
                    </a:cubicBezTo>
                    <a:cubicBezTo>
                      <a:pt x="83" y="35"/>
                      <a:pt x="75" y="43"/>
                      <a:pt x="75" y="51"/>
                    </a:cubicBezTo>
                    <a:lnTo>
                      <a:pt x="50" y="93"/>
                    </a:lnTo>
                    <a:cubicBezTo>
                      <a:pt x="33" y="126"/>
                      <a:pt x="25" y="151"/>
                      <a:pt x="8" y="184"/>
                    </a:cubicBezTo>
                    <a:cubicBezTo>
                      <a:pt x="0" y="200"/>
                      <a:pt x="8" y="209"/>
                      <a:pt x="17" y="217"/>
                    </a:cubicBezTo>
                    <a:cubicBezTo>
                      <a:pt x="24" y="220"/>
                      <a:pt x="30" y="223"/>
                      <a:pt x="37" y="223"/>
                    </a:cubicBezTo>
                    <a:cubicBezTo>
                      <a:pt x="46" y="223"/>
                      <a:pt x="53" y="218"/>
                      <a:pt x="58" y="209"/>
                    </a:cubicBezTo>
                    <a:cubicBezTo>
                      <a:pt x="75" y="176"/>
                      <a:pt x="83" y="151"/>
                      <a:pt x="100" y="118"/>
                    </a:cubicBezTo>
                    <a:lnTo>
                      <a:pt x="116" y="68"/>
                    </a:lnTo>
                    <a:cubicBezTo>
                      <a:pt x="124" y="60"/>
                      <a:pt x="124" y="51"/>
                      <a:pt x="124" y="43"/>
                    </a:cubicBezTo>
                    <a:cubicBezTo>
                      <a:pt x="124" y="35"/>
                      <a:pt x="133" y="26"/>
                      <a:pt x="133" y="18"/>
                    </a:cubicBezTo>
                    <a:cubicBezTo>
                      <a:pt x="133" y="8"/>
                      <a:pt x="123" y="1"/>
                      <a:pt x="1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1" name="Google Shape;7191;p21"/>
              <p:cNvSpPr/>
              <p:nvPr/>
            </p:nvSpPr>
            <p:spPr>
              <a:xfrm>
                <a:off x="6270575" y="3999650"/>
                <a:ext cx="2100" cy="6650"/>
              </a:xfrm>
              <a:custGeom>
                <a:rect b="b" l="l" r="r" t="t"/>
                <a:pathLst>
                  <a:path extrusionOk="0" h="266" w="84">
                    <a:moveTo>
                      <a:pt x="42" y="0"/>
                    </a:moveTo>
                    <a:cubicBezTo>
                      <a:pt x="31" y="0"/>
                      <a:pt x="21" y="8"/>
                      <a:pt x="17" y="25"/>
                    </a:cubicBezTo>
                    <a:lnTo>
                      <a:pt x="9" y="50"/>
                    </a:lnTo>
                    <a:cubicBezTo>
                      <a:pt x="0" y="58"/>
                      <a:pt x="0" y="66"/>
                      <a:pt x="0" y="75"/>
                    </a:cubicBezTo>
                    <a:cubicBezTo>
                      <a:pt x="0" y="91"/>
                      <a:pt x="0" y="108"/>
                      <a:pt x="0" y="124"/>
                    </a:cubicBezTo>
                    <a:cubicBezTo>
                      <a:pt x="0" y="158"/>
                      <a:pt x="0" y="191"/>
                      <a:pt x="0" y="224"/>
                    </a:cubicBezTo>
                    <a:cubicBezTo>
                      <a:pt x="0" y="249"/>
                      <a:pt x="17" y="265"/>
                      <a:pt x="42" y="265"/>
                    </a:cubicBezTo>
                    <a:cubicBezTo>
                      <a:pt x="67" y="265"/>
                      <a:pt x="83" y="249"/>
                      <a:pt x="83" y="224"/>
                    </a:cubicBezTo>
                    <a:lnTo>
                      <a:pt x="83" y="124"/>
                    </a:lnTo>
                    <a:cubicBezTo>
                      <a:pt x="83" y="108"/>
                      <a:pt x="83" y="91"/>
                      <a:pt x="83" y="75"/>
                    </a:cubicBezTo>
                    <a:cubicBezTo>
                      <a:pt x="83" y="66"/>
                      <a:pt x="83" y="58"/>
                      <a:pt x="75" y="50"/>
                    </a:cubicBezTo>
                    <a:lnTo>
                      <a:pt x="67" y="25"/>
                    </a:lnTo>
                    <a:cubicBezTo>
                      <a:pt x="62" y="8"/>
                      <a:pt x="52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2" name="Google Shape;7192;p21"/>
              <p:cNvSpPr/>
              <p:nvPr/>
            </p:nvSpPr>
            <p:spPr>
              <a:xfrm>
                <a:off x="6174175" y="4272550"/>
                <a:ext cx="7975" cy="16725"/>
              </a:xfrm>
              <a:custGeom>
                <a:rect b="b" l="l" r="r" t="t"/>
                <a:pathLst>
                  <a:path extrusionOk="0" h="669" w="319">
                    <a:moveTo>
                      <a:pt x="64" y="0"/>
                    </a:moveTo>
                    <a:cubicBezTo>
                      <a:pt x="33" y="0"/>
                      <a:pt x="1" y="24"/>
                      <a:pt x="12" y="62"/>
                    </a:cubicBezTo>
                    <a:cubicBezTo>
                      <a:pt x="37" y="145"/>
                      <a:pt x="62" y="236"/>
                      <a:pt x="86" y="328"/>
                    </a:cubicBezTo>
                    <a:cubicBezTo>
                      <a:pt x="111" y="419"/>
                      <a:pt x="120" y="510"/>
                      <a:pt x="144" y="601"/>
                    </a:cubicBezTo>
                    <a:cubicBezTo>
                      <a:pt x="152" y="644"/>
                      <a:pt x="197" y="669"/>
                      <a:pt x="236" y="669"/>
                    </a:cubicBezTo>
                    <a:cubicBezTo>
                      <a:pt x="241" y="669"/>
                      <a:pt x="247" y="668"/>
                      <a:pt x="252" y="667"/>
                    </a:cubicBezTo>
                    <a:cubicBezTo>
                      <a:pt x="302" y="651"/>
                      <a:pt x="318" y="609"/>
                      <a:pt x="310" y="560"/>
                    </a:cubicBezTo>
                    <a:cubicBezTo>
                      <a:pt x="302" y="468"/>
                      <a:pt x="269" y="369"/>
                      <a:pt x="236" y="286"/>
                    </a:cubicBezTo>
                    <a:cubicBezTo>
                      <a:pt x="202" y="187"/>
                      <a:pt x="153" y="104"/>
                      <a:pt x="103" y="21"/>
                    </a:cubicBezTo>
                    <a:cubicBezTo>
                      <a:pt x="95" y="7"/>
                      <a:pt x="79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3" name="Google Shape;7193;p21"/>
              <p:cNvSpPr/>
              <p:nvPr/>
            </p:nvSpPr>
            <p:spPr>
              <a:xfrm>
                <a:off x="6183250" y="4280500"/>
                <a:ext cx="2825" cy="11900"/>
              </a:xfrm>
              <a:custGeom>
                <a:rect b="b" l="l" r="r" t="t"/>
                <a:pathLst>
                  <a:path extrusionOk="0" h="476" w="113">
                    <a:moveTo>
                      <a:pt x="50" y="1"/>
                    </a:moveTo>
                    <a:cubicBezTo>
                      <a:pt x="25" y="1"/>
                      <a:pt x="1" y="16"/>
                      <a:pt x="5" y="43"/>
                    </a:cubicBezTo>
                    <a:cubicBezTo>
                      <a:pt x="13" y="117"/>
                      <a:pt x="13" y="184"/>
                      <a:pt x="13" y="250"/>
                    </a:cubicBezTo>
                    <a:cubicBezTo>
                      <a:pt x="22" y="291"/>
                      <a:pt x="22" y="324"/>
                      <a:pt x="30" y="358"/>
                    </a:cubicBezTo>
                    <a:cubicBezTo>
                      <a:pt x="30" y="391"/>
                      <a:pt x="30" y="424"/>
                      <a:pt x="38" y="457"/>
                    </a:cubicBezTo>
                    <a:cubicBezTo>
                      <a:pt x="42" y="469"/>
                      <a:pt x="53" y="476"/>
                      <a:pt x="63" y="476"/>
                    </a:cubicBezTo>
                    <a:cubicBezTo>
                      <a:pt x="74" y="476"/>
                      <a:pt x="84" y="469"/>
                      <a:pt x="88" y="457"/>
                    </a:cubicBezTo>
                    <a:cubicBezTo>
                      <a:pt x="96" y="424"/>
                      <a:pt x="105" y="391"/>
                      <a:pt x="105" y="358"/>
                    </a:cubicBezTo>
                    <a:cubicBezTo>
                      <a:pt x="113" y="324"/>
                      <a:pt x="113" y="283"/>
                      <a:pt x="113" y="250"/>
                    </a:cubicBezTo>
                    <a:cubicBezTo>
                      <a:pt x="113" y="175"/>
                      <a:pt x="105" y="109"/>
                      <a:pt x="96" y="34"/>
                    </a:cubicBezTo>
                    <a:cubicBezTo>
                      <a:pt x="92" y="12"/>
                      <a:pt x="71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4" name="Google Shape;7194;p21"/>
              <p:cNvSpPr/>
              <p:nvPr/>
            </p:nvSpPr>
            <p:spPr>
              <a:xfrm>
                <a:off x="6148150" y="4287550"/>
                <a:ext cx="3550" cy="10300"/>
              </a:xfrm>
              <a:custGeom>
                <a:rect b="b" l="l" r="r" t="t"/>
                <a:pathLst>
                  <a:path extrusionOk="0" h="412" w="142">
                    <a:moveTo>
                      <a:pt x="59" y="1"/>
                    </a:moveTo>
                    <a:cubicBezTo>
                      <a:pt x="34" y="1"/>
                      <a:pt x="1" y="26"/>
                      <a:pt x="9" y="59"/>
                    </a:cubicBezTo>
                    <a:cubicBezTo>
                      <a:pt x="17" y="109"/>
                      <a:pt x="17" y="167"/>
                      <a:pt x="25" y="216"/>
                    </a:cubicBezTo>
                    <a:cubicBezTo>
                      <a:pt x="34" y="241"/>
                      <a:pt x="34" y="274"/>
                      <a:pt x="34" y="299"/>
                    </a:cubicBezTo>
                    <a:cubicBezTo>
                      <a:pt x="42" y="308"/>
                      <a:pt x="42" y="324"/>
                      <a:pt x="42" y="332"/>
                    </a:cubicBezTo>
                    <a:lnTo>
                      <a:pt x="42" y="341"/>
                    </a:lnTo>
                    <a:cubicBezTo>
                      <a:pt x="42" y="357"/>
                      <a:pt x="50" y="374"/>
                      <a:pt x="59" y="390"/>
                    </a:cubicBezTo>
                    <a:cubicBezTo>
                      <a:pt x="66" y="405"/>
                      <a:pt x="80" y="411"/>
                      <a:pt x="93" y="411"/>
                    </a:cubicBezTo>
                    <a:cubicBezTo>
                      <a:pt x="111" y="411"/>
                      <a:pt x="129" y="401"/>
                      <a:pt x="133" y="382"/>
                    </a:cubicBezTo>
                    <a:cubicBezTo>
                      <a:pt x="141" y="366"/>
                      <a:pt x="141" y="349"/>
                      <a:pt x="141" y="332"/>
                    </a:cubicBezTo>
                    <a:cubicBezTo>
                      <a:pt x="141" y="316"/>
                      <a:pt x="141" y="308"/>
                      <a:pt x="141" y="291"/>
                    </a:cubicBezTo>
                    <a:cubicBezTo>
                      <a:pt x="133" y="266"/>
                      <a:pt x="133" y="241"/>
                      <a:pt x="133" y="216"/>
                    </a:cubicBezTo>
                    <a:cubicBezTo>
                      <a:pt x="125" y="167"/>
                      <a:pt x="125" y="109"/>
                      <a:pt x="117" y="59"/>
                    </a:cubicBezTo>
                    <a:cubicBezTo>
                      <a:pt x="117" y="26"/>
                      <a:pt x="92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5" name="Google Shape;7195;p21"/>
              <p:cNvSpPr/>
              <p:nvPr/>
            </p:nvSpPr>
            <p:spPr>
              <a:xfrm>
                <a:off x="6051700" y="4281150"/>
                <a:ext cx="44900" cy="36475"/>
              </a:xfrm>
              <a:custGeom>
                <a:rect b="b" l="l" r="r" t="t"/>
                <a:pathLst>
                  <a:path extrusionOk="0" h="1459" w="1796">
                    <a:moveTo>
                      <a:pt x="77" y="0"/>
                    </a:moveTo>
                    <a:cubicBezTo>
                      <a:pt x="36" y="0"/>
                      <a:pt x="1" y="53"/>
                      <a:pt x="39" y="91"/>
                    </a:cubicBezTo>
                    <a:cubicBezTo>
                      <a:pt x="304" y="356"/>
                      <a:pt x="553" y="638"/>
                      <a:pt x="818" y="911"/>
                    </a:cubicBezTo>
                    <a:cubicBezTo>
                      <a:pt x="950" y="1027"/>
                      <a:pt x="1091" y="1143"/>
                      <a:pt x="1232" y="1235"/>
                    </a:cubicBezTo>
                    <a:cubicBezTo>
                      <a:pt x="1307" y="1284"/>
                      <a:pt x="1381" y="1326"/>
                      <a:pt x="1464" y="1367"/>
                    </a:cubicBezTo>
                    <a:cubicBezTo>
                      <a:pt x="1530" y="1409"/>
                      <a:pt x="1622" y="1458"/>
                      <a:pt x="1704" y="1458"/>
                    </a:cubicBezTo>
                    <a:cubicBezTo>
                      <a:pt x="1762" y="1458"/>
                      <a:pt x="1796" y="1400"/>
                      <a:pt x="1771" y="1351"/>
                    </a:cubicBezTo>
                    <a:cubicBezTo>
                      <a:pt x="1729" y="1284"/>
                      <a:pt x="1646" y="1243"/>
                      <a:pt x="1580" y="1201"/>
                    </a:cubicBezTo>
                    <a:cubicBezTo>
                      <a:pt x="1506" y="1160"/>
                      <a:pt x="1431" y="1119"/>
                      <a:pt x="1365" y="1077"/>
                    </a:cubicBezTo>
                    <a:cubicBezTo>
                      <a:pt x="1207" y="978"/>
                      <a:pt x="1075" y="870"/>
                      <a:pt x="942" y="746"/>
                    </a:cubicBezTo>
                    <a:cubicBezTo>
                      <a:pt x="660" y="506"/>
                      <a:pt x="387" y="265"/>
                      <a:pt x="114" y="17"/>
                    </a:cubicBezTo>
                    <a:cubicBezTo>
                      <a:pt x="102" y="5"/>
                      <a:pt x="89" y="0"/>
                      <a:pt x="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6" name="Google Shape;7196;p21"/>
              <p:cNvSpPr/>
              <p:nvPr/>
            </p:nvSpPr>
            <p:spPr>
              <a:xfrm>
                <a:off x="6098450" y="4310350"/>
                <a:ext cx="9950" cy="5875"/>
              </a:xfrm>
              <a:custGeom>
                <a:rect b="b" l="l" r="r" t="t"/>
                <a:pathLst>
                  <a:path extrusionOk="0" h="235" w="398">
                    <a:moveTo>
                      <a:pt x="60" y="0"/>
                    </a:moveTo>
                    <a:cubicBezTo>
                      <a:pt x="40" y="0"/>
                      <a:pt x="19" y="9"/>
                      <a:pt x="8" y="25"/>
                    </a:cubicBezTo>
                    <a:cubicBezTo>
                      <a:pt x="0" y="58"/>
                      <a:pt x="0" y="100"/>
                      <a:pt x="33" y="108"/>
                    </a:cubicBezTo>
                    <a:cubicBezTo>
                      <a:pt x="83" y="133"/>
                      <a:pt x="124" y="158"/>
                      <a:pt x="174" y="174"/>
                    </a:cubicBezTo>
                    <a:cubicBezTo>
                      <a:pt x="199" y="183"/>
                      <a:pt x="224" y="199"/>
                      <a:pt x="249" y="207"/>
                    </a:cubicBezTo>
                    <a:cubicBezTo>
                      <a:pt x="274" y="216"/>
                      <a:pt x="298" y="224"/>
                      <a:pt x="332" y="232"/>
                    </a:cubicBezTo>
                    <a:cubicBezTo>
                      <a:pt x="335" y="234"/>
                      <a:pt x="338" y="235"/>
                      <a:pt x="341" y="235"/>
                    </a:cubicBezTo>
                    <a:cubicBezTo>
                      <a:pt x="357" y="235"/>
                      <a:pt x="374" y="221"/>
                      <a:pt x="381" y="207"/>
                    </a:cubicBezTo>
                    <a:cubicBezTo>
                      <a:pt x="398" y="183"/>
                      <a:pt x="381" y="158"/>
                      <a:pt x="365" y="149"/>
                    </a:cubicBezTo>
                    <a:cubicBezTo>
                      <a:pt x="348" y="133"/>
                      <a:pt x="323" y="116"/>
                      <a:pt x="298" y="108"/>
                    </a:cubicBezTo>
                    <a:cubicBezTo>
                      <a:pt x="282" y="100"/>
                      <a:pt x="257" y="83"/>
                      <a:pt x="232" y="75"/>
                    </a:cubicBezTo>
                    <a:cubicBezTo>
                      <a:pt x="191" y="50"/>
                      <a:pt x="141" y="25"/>
                      <a:pt x="91" y="9"/>
                    </a:cubicBezTo>
                    <a:cubicBezTo>
                      <a:pt x="82" y="3"/>
                      <a:pt x="72" y="0"/>
                      <a:pt x="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7" name="Google Shape;7197;p21"/>
              <p:cNvSpPr/>
              <p:nvPr/>
            </p:nvSpPr>
            <p:spPr>
              <a:xfrm>
                <a:off x="5853675" y="4426375"/>
                <a:ext cx="4725" cy="7700"/>
              </a:xfrm>
              <a:custGeom>
                <a:rect b="b" l="l" r="r" t="t"/>
                <a:pathLst>
                  <a:path extrusionOk="0" h="308" w="189">
                    <a:moveTo>
                      <a:pt x="40" y="0"/>
                    </a:moveTo>
                    <a:cubicBezTo>
                      <a:pt x="21" y="0"/>
                      <a:pt x="0" y="19"/>
                      <a:pt x="6" y="41"/>
                    </a:cubicBezTo>
                    <a:cubicBezTo>
                      <a:pt x="14" y="65"/>
                      <a:pt x="14" y="82"/>
                      <a:pt x="23" y="99"/>
                    </a:cubicBezTo>
                    <a:lnTo>
                      <a:pt x="47" y="157"/>
                    </a:lnTo>
                    <a:cubicBezTo>
                      <a:pt x="64" y="198"/>
                      <a:pt x="72" y="231"/>
                      <a:pt x="89" y="273"/>
                    </a:cubicBezTo>
                    <a:cubicBezTo>
                      <a:pt x="96" y="293"/>
                      <a:pt x="114" y="308"/>
                      <a:pt x="138" y="308"/>
                    </a:cubicBezTo>
                    <a:cubicBezTo>
                      <a:pt x="144" y="308"/>
                      <a:pt x="149" y="307"/>
                      <a:pt x="155" y="306"/>
                    </a:cubicBezTo>
                    <a:cubicBezTo>
                      <a:pt x="180" y="289"/>
                      <a:pt x="188" y="264"/>
                      <a:pt x="172" y="239"/>
                    </a:cubicBezTo>
                    <a:lnTo>
                      <a:pt x="122" y="123"/>
                    </a:lnTo>
                    <a:cubicBezTo>
                      <a:pt x="114" y="107"/>
                      <a:pt x="105" y="90"/>
                      <a:pt x="97" y="74"/>
                    </a:cubicBezTo>
                    <a:cubicBezTo>
                      <a:pt x="89" y="49"/>
                      <a:pt x="81" y="32"/>
                      <a:pt x="64" y="16"/>
                    </a:cubicBezTo>
                    <a:cubicBezTo>
                      <a:pt x="58" y="5"/>
                      <a:pt x="49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8" name="Google Shape;7198;p21"/>
              <p:cNvSpPr/>
              <p:nvPr/>
            </p:nvSpPr>
            <p:spPr>
              <a:xfrm>
                <a:off x="5868150" y="4383425"/>
                <a:ext cx="23775" cy="38900"/>
              </a:xfrm>
              <a:custGeom>
                <a:rect b="b" l="l" r="r" t="t"/>
                <a:pathLst>
                  <a:path extrusionOk="0" h="1556" w="951">
                    <a:moveTo>
                      <a:pt x="67" y="1"/>
                    </a:moveTo>
                    <a:cubicBezTo>
                      <a:pt x="33" y="1"/>
                      <a:pt x="0" y="29"/>
                      <a:pt x="15" y="68"/>
                    </a:cubicBezTo>
                    <a:cubicBezTo>
                      <a:pt x="90" y="350"/>
                      <a:pt x="181" y="615"/>
                      <a:pt x="313" y="872"/>
                    </a:cubicBezTo>
                    <a:cubicBezTo>
                      <a:pt x="380" y="996"/>
                      <a:pt x="454" y="1112"/>
                      <a:pt x="537" y="1228"/>
                    </a:cubicBezTo>
                    <a:cubicBezTo>
                      <a:pt x="579" y="1286"/>
                      <a:pt x="620" y="1344"/>
                      <a:pt x="661" y="1394"/>
                    </a:cubicBezTo>
                    <a:cubicBezTo>
                      <a:pt x="703" y="1460"/>
                      <a:pt x="753" y="1527"/>
                      <a:pt x="827" y="1552"/>
                    </a:cubicBezTo>
                    <a:cubicBezTo>
                      <a:pt x="835" y="1554"/>
                      <a:pt x="843" y="1555"/>
                      <a:pt x="851" y="1555"/>
                    </a:cubicBezTo>
                    <a:cubicBezTo>
                      <a:pt x="898" y="1555"/>
                      <a:pt x="950" y="1518"/>
                      <a:pt x="943" y="1469"/>
                    </a:cubicBezTo>
                    <a:cubicBezTo>
                      <a:pt x="935" y="1386"/>
                      <a:pt x="885" y="1344"/>
                      <a:pt x="844" y="1286"/>
                    </a:cubicBezTo>
                    <a:cubicBezTo>
                      <a:pt x="802" y="1237"/>
                      <a:pt x="761" y="1179"/>
                      <a:pt x="719" y="1129"/>
                    </a:cubicBezTo>
                    <a:cubicBezTo>
                      <a:pt x="645" y="1013"/>
                      <a:pt x="570" y="897"/>
                      <a:pt x="496" y="781"/>
                    </a:cubicBezTo>
                    <a:cubicBezTo>
                      <a:pt x="355" y="549"/>
                      <a:pt x="222" y="300"/>
                      <a:pt x="123" y="44"/>
                    </a:cubicBezTo>
                    <a:cubicBezTo>
                      <a:pt x="113" y="14"/>
                      <a:pt x="90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9" name="Google Shape;7199;p21"/>
              <p:cNvSpPr/>
              <p:nvPr/>
            </p:nvSpPr>
            <p:spPr>
              <a:xfrm>
                <a:off x="5887375" y="4402725"/>
                <a:ext cx="9225" cy="12925"/>
              </a:xfrm>
              <a:custGeom>
                <a:rect b="b" l="l" r="r" t="t"/>
                <a:pathLst>
                  <a:path extrusionOk="0" h="517" w="369">
                    <a:moveTo>
                      <a:pt x="68" y="1"/>
                    </a:moveTo>
                    <a:cubicBezTo>
                      <a:pt x="59" y="1"/>
                      <a:pt x="50" y="3"/>
                      <a:pt x="42" y="9"/>
                    </a:cubicBezTo>
                    <a:cubicBezTo>
                      <a:pt x="17" y="26"/>
                      <a:pt x="0" y="59"/>
                      <a:pt x="17" y="92"/>
                    </a:cubicBezTo>
                    <a:cubicBezTo>
                      <a:pt x="66" y="158"/>
                      <a:pt x="108" y="233"/>
                      <a:pt x="149" y="307"/>
                    </a:cubicBezTo>
                    <a:cubicBezTo>
                      <a:pt x="191" y="382"/>
                      <a:pt x="240" y="448"/>
                      <a:pt x="298" y="506"/>
                    </a:cubicBezTo>
                    <a:cubicBezTo>
                      <a:pt x="306" y="513"/>
                      <a:pt x="315" y="516"/>
                      <a:pt x="324" y="516"/>
                    </a:cubicBezTo>
                    <a:cubicBezTo>
                      <a:pt x="346" y="516"/>
                      <a:pt x="368" y="497"/>
                      <a:pt x="356" y="473"/>
                    </a:cubicBezTo>
                    <a:cubicBezTo>
                      <a:pt x="340" y="390"/>
                      <a:pt x="298" y="316"/>
                      <a:pt x="249" y="249"/>
                    </a:cubicBezTo>
                    <a:cubicBezTo>
                      <a:pt x="207" y="175"/>
                      <a:pt x="166" y="100"/>
                      <a:pt x="116" y="34"/>
                    </a:cubicBezTo>
                    <a:cubicBezTo>
                      <a:pt x="105" y="12"/>
                      <a:pt x="87" y="1"/>
                      <a:pt x="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0" name="Google Shape;7200;p21"/>
              <p:cNvSpPr/>
              <p:nvPr/>
            </p:nvSpPr>
            <p:spPr>
              <a:xfrm>
                <a:off x="5832550" y="4535075"/>
                <a:ext cx="26000" cy="11450"/>
              </a:xfrm>
              <a:custGeom>
                <a:rect b="b" l="l" r="r" t="t"/>
                <a:pathLst>
                  <a:path extrusionOk="0" h="458" w="1040">
                    <a:moveTo>
                      <a:pt x="969" y="0"/>
                    </a:moveTo>
                    <a:cubicBezTo>
                      <a:pt x="966" y="0"/>
                      <a:pt x="962" y="0"/>
                      <a:pt x="959" y="1"/>
                    </a:cubicBezTo>
                    <a:lnTo>
                      <a:pt x="967" y="1"/>
                    </a:lnTo>
                    <a:cubicBezTo>
                      <a:pt x="884" y="18"/>
                      <a:pt x="810" y="51"/>
                      <a:pt x="735" y="92"/>
                    </a:cubicBezTo>
                    <a:cubicBezTo>
                      <a:pt x="669" y="125"/>
                      <a:pt x="594" y="159"/>
                      <a:pt x="520" y="192"/>
                    </a:cubicBezTo>
                    <a:cubicBezTo>
                      <a:pt x="370" y="250"/>
                      <a:pt x="221" y="308"/>
                      <a:pt x="64" y="357"/>
                    </a:cubicBezTo>
                    <a:cubicBezTo>
                      <a:pt x="0" y="373"/>
                      <a:pt x="28" y="457"/>
                      <a:pt x="89" y="457"/>
                    </a:cubicBezTo>
                    <a:cubicBezTo>
                      <a:pt x="91" y="457"/>
                      <a:pt x="94" y="457"/>
                      <a:pt x="97" y="457"/>
                    </a:cubicBezTo>
                    <a:cubicBezTo>
                      <a:pt x="254" y="424"/>
                      <a:pt x="420" y="391"/>
                      <a:pt x="578" y="324"/>
                    </a:cubicBezTo>
                    <a:cubicBezTo>
                      <a:pt x="727" y="266"/>
                      <a:pt x="901" y="208"/>
                      <a:pt x="1008" y="84"/>
                    </a:cubicBezTo>
                    <a:cubicBezTo>
                      <a:pt x="1039" y="46"/>
                      <a:pt x="1013" y="0"/>
                      <a:pt x="9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1" name="Google Shape;7201;p21"/>
              <p:cNvSpPr/>
              <p:nvPr/>
            </p:nvSpPr>
            <p:spPr>
              <a:xfrm>
                <a:off x="5862100" y="4523175"/>
                <a:ext cx="5825" cy="7050"/>
              </a:xfrm>
              <a:custGeom>
                <a:rect b="b" l="l" r="r" t="t"/>
                <a:pathLst>
                  <a:path extrusionOk="0" h="282" w="233">
                    <a:moveTo>
                      <a:pt x="186" y="1"/>
                    </a:moveTo>
                    <a:cubicBezTo>
                      <a:pt x="176" y="1"/>
                      <a:pt x="166" y="5"/>
                      <a:pt x="158" y="13"/>
                    </a:cubicBezTo>
                    <a:cubicBezTo>
                      <a:pt x="133" y="46"/>
                      <a:pt x="108" y="79"/>
                      <a:pt x="83" y="113"/>
                    </a:cubicBezTo>
                    <a:cubicBezTo>
                      <a:pt x="58" y="146"/>
                      <a:pt x="34" y="179"/>
                      <a:pt x="9" y="212"/>
                    </a:cubicBezTo>
                    <a:cubicBezTo>
                      <a:pt x="0" y="229"/>
                      <a:pt x="9" y="262"/>
                      <a:pt x="25" y="278"/>
                    </a:cubicBezTo>
                    <a:cubicBezTo>
                      <a:pt x="32" y="280"/>
                      <a:pt x="39" y="281"/>
                      <a:pt x="45" y="281"/>
                    </a:cubicBezTo>
                    <a:cubicBezTo>
                      <a:pt x="63" y="281"/>
                      <a:pt x="79" y="274"/>
                      <a:pt x="92" y="262"/>
                    </a:cubicBezTo>
                    <a:cubicBezTo>
                      <a:pt x="116" y="229"/>
                      <a:pt x="141" y="195"/>
                      <a:pt x="158" y="162"/>
                    </a:cubicBezTo>
                    <a:cubicBezTo>
                      <a:pt x="183" y="129"/>
                      <a:pt x="199" y="96"/>
                      <a:pt x="224" y="63"/>
                    </a:cubicBezTo>
                    <a:cubicBezTo>
                      <a:pt x="232" y="46"/>
                      <a:pt x="224" y="21"/>
                      <a:pt x="208" y="13"/>
                    </a:cubicBezTo>
                    <a:cubicBezTo>
                      <a:pt x="203" y="5"/>
                      <a:pt x="195" y="1"/>
                      <a:pt x="1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2" name="Google Shape;7202;p21"/>
              <p:cNvSpPr/>
              <p:nvPr/>
            </p:nvSpPr>
            <p:spPr>
              <a:xfrm>
                <a:off x="5827575" y="4382850"/>
                <a:ext cx="33925" cy="44375"/>
              </a:xfrm>
              <a:custGeom>
                <a:rect b="b" l="l" r="r" t="t"/>
                <a:pathLst>
                  <a:path extrusionOk="0" h="1775" w="1357">
                    <a:moveTo>
                      <a:pt x="50" y="0"/>
                    </a:moveTo>
                    <a:cubicBezTo>
                      <a:pt x="26" y="0"/>
                      <a:pt x="1" y="23"/>
                      <a:pt x="6" y="58"/>
                    </a:cubicBezTo>
                    <a:cubicBezTo>
                      <a:pt x="72" y="423"/>
                      <a:pt x="288" y="729"/>
                      <a:pt x="511" y="1019"/>
                    </a:cubicBezTo>
                    <a:cubicBezTo>
                      <a:pt x="627" y="1160"/>
                      <a:pt x="735" y="1309"/>
                      <a:pt x="843" y="1459"/>
                    </a:cubicBezTo>
                    <a:cubicBezTo>
                      <a:pt x="893" y="1525"/>
                      <a:pt x="942" y="1599"/>
                      <a:pt x="1009" y="1666"/>
                    </a:cubicBezTo>
                    <a:cubicBezTo>
                      <a:pt x="1078" y="1727"/>
                      <a:pt x="1147" y="1774"/>
                      <a:pt x="1236" y="1774"/>
                    </a:cubicBezTo>
                    <a:cubicBezTo>
                      <a:pt x="1243" y="1774"/>
                      <a:pt x="1250" y="1774"/>
                      <a:pt x="1257" y="1773"/>
                    </a:cubicBezTo>
                    <a:cubicBezTo>
                      <a:pt x="1323" y="1765"/>
                      <a:pt x="1357" y="1699"/>
                      <a:pt x="1307" y="1649"/>
                    </a:cubicBezTo>
                    <a:cubicBezTo>
                      <a:pt x="1282" y="1616"/>
                      <a:pt x="1257" y="1599"/>
                      <a:pt x="1224" y="1575"/>
                    </a:cubicBezTo>
                    <a:cubicBezTo>
                      <a:pt x="1191" y="1550"/>
                      <a:pt x="1158" y="1517"/>
                      <a:pt x="1133" y="1492"/>
                    </a:cubicBezTo>
                    <a:cubicBezTo>
                      <a:pt x="1075" y="1425"/>
                      <a:pt x="1025" y="1359"/>
                      <a:pt x="975" y="1293"/>
                    </a:cubicBezTo>
                    <a:cubicBezTo>
                      <a:pt x="876" y="1152"/>
                      <a:pt x="768" y="1019"/>
                      <a:pt x="652" y="895"/>
                    </a:cubicBezTo>
                    <a:cubicBezTo>
                      <a:pt x="437" y="638"/>
                      <a:pt x="188" y="365"/>
                      <a:pt x="89" y="33"/>
                    </a:cubicBezTo>
                    <a:cubicBezTo>
                      <a:pt x="82" y="10"/>
                      <a:pt x="66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3" name="Google Shape;7203;p21"/>
              <p:cNvSpPr/>
              <p:nvPr/>
            </p:nvSpPr>
            <p:spPr>
              <a:xfrm>
                <a:off x="5848000" y="4401475"/>
                <a:ext cx="9350" cy="13050"/>
              </a:xfrm>
              <a:custGeom>
                <a:rect b="b" l="l" r="r" t="t"/>
                <a:pathLst>
                  <a:path extrusionOk="0" h="522" w="374">
                    <a:moveTo>
                      <a:pt x="69" y="1"/>
                    </a:moveTo>
                    <a:cubicBezTo>
                      <a:pt x="60" y="1"/>
                      <a:pt x="51" y="4"/>
                      <a:pt x="42" y="9"/>
                    </a:cubicBezTo>
                    <a:cubicBezTo>
                      <a:pt x="9" y="26"/>
                      <a:pt x="1" y="67"/>
                      <a:pt x="18" y="92"/>
                    </a:cubicBezTo>
                    <a:lnTo>
                      <a:pt x="142" y="299"/>
                    </a:lnTo>
                    <a:cubicBezTo>
                      <a:pt x="183" y="366"/>
                      <a:pt x="225" y="432"/>
                      <a:pt x="274" y="498"/>
                    </a:cubicBezTo>
                    <a:cubicBezTo>
                      <a:pt x="286" y="510"/>
                      <a:pt x="302" y="522"/>
                      <a:pt x="319" y="522"/>
                    </a:cubicBezTo>
                    <a:cubicBezTo>
                      <a:pt x="326" y="522"/>
                      <a:pt x="333" y="520"/>
                      <a:pt x="341" y="515"/>
                    </a:cubicBezTo>
                    <a:cubicBezTo>
                      <a:pt x="366" y="498"/>
                      <a:pt x="374" y="465"/>
                      <a:pt x="357" y="440"/>
                    </a:cubicBezTo>
                    <a:cubicBezTo>
                      <a:pt x="324" y="374"/>
                      <a:pt x="291" y="299"/>
                      <a:pt x="250" y="233"/>
                    </a:cubicBezTo>
                    <a:cubicBezTo>
                      <a:pt x="208" y="167"/>
                      <a:pt x="158" y="100"/>
                      <a:pt x="117" y="34"/>
                    </a:cubicBezTo>
                    <a:cubicBezTo>
                      <a:pt x="106" y="12"/>
                      <a:pt x="87" y="1"/>
                      <a:pt x="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4" name="Google Shape;7204;p21"/>
              <p:cNvSpPr/>
              <p:nvPr/>
            </p:nvSpPr>
            <p:spPr>
              <a:xfrm>
                <a:off x="5956975" y="4339750"/>
                <a:ext cx="27050" cy="77125"/>
              </a:xfrm>
              <a:custGeom>
                <a:rect b="b" l="l" r="r" t="t"/>
                <a:pathLst>
                  <a:path extrusionOk="0" h="3085" w="1082">
                    <a:moveTo>
                      <a:pt x="46" y="1"/>
                    </a:moveTo>
                    <a:cubicBezTo>
                      <a:pt x="23" y="1"/>
                      <a:pt x="0" y="17"/>
                      <a:pt x="0" y="51"/>
                    </a:cubicBezTo>
                    <a:cubicBezTo>
                      <a:pt x="8" y="647"/>
                      <a:pt x="75" y="1235"/>
                      <a:pt x="240" y="1815"/>
                    </a:cubicBezTo>
                    <a:cubicBezTo>
                      <a:pt x="315" y="2097"/>
                      <a:pt x="414" y="2379"/>
                      <a:pt x="522" y="2644"/>
                    </a:cubicBezTo>
                    <a:cubicBezTo>
                      <a:pt x="572" y="2768"/>
                      <a:pt x="613" y="2909"/>
                      <a:pt x="704" y="3000"/>
                    </a:cubicBezTo>
                    <a:cubicBezTo>
                      <a:pt x="754" y="3050"/>
                      <a:pt x="820" y="3083"/>
                      <a:pt x="887" y="3083"/>
                    </a:cubicBezTo>
                    <a:cubicBezTo>
                      <a:pt x="894" y="3084"/>
                      <a:pt x="900" y="3084"/>
                      <a:pt x="906" y="3084"/>
                    </a:cubicBezTo>
                    <a:cubicBezTo>
                      <a:pt x="961" y="3084"/>
                      <a:pt x="999" y="3053"/>
                      <a:pt x="1036" y="3009"/>
                    </a:cubicBezTo>
                    <a:cubicBezTo>
                      <a:pt x="1081" y="2955"/>
                      <a:pt x="1050" y="2874"/>
                      <a:pt x="987" y="2874"/>
                    </a:cubicBezTo>
                    <a:cubicBezTo>
                      <a:pt x="981" y="2874"/>
                      <a:pt x="976" y="2875"/>
                      <a:pt x="970" y="2876"/>
                    </a:cubicBezTo>
                    <a:cubicBezTo>
                      <a:pt x="970" y="2876"/>
                      <a:pt x="961" y="2868"/>
                      <a:pt x="953" y="2868"/>
                    </a:cubicBezTo>
                    <a:cubicBezTo>
                      <a:pt x="945" y="2868"/>
                      <a:pt x="928" y="2868"/>
                      <a:pt x="912" y="2859"/>
                    </a:cubicBezTo>
                    <a:cubicBezTo>
                      <a:pt x="895" y="2859"/>
                      <a:pt x="887" y="2851"/>
                      <a:pt x="870" y="2835"/>
                    </a:cubicBezTo>
                    <a:cubicBezTo>
                      <a:pt x="837" y="2801"/>
                      <a:pt x="812" y="2735"/>
                      <a:pt x="796" y="2694"/>
                    </a:cubicBezTo>
                    <a:cubicBezTo>
                      <a:pt x="738" y="2578"/>
                      <a:pt x="688" y="2462"/>
                      <a:pt x="646" y="2337"/>
                    </a:cubicBezTo>
                    <a:cubicBezTo>
                      <a:pt x="547" y="2097"/>
                      <a:pt x="464" y="1849"/>
                      <a:pt x="398" y="1600"/>
                    </a:cubicBezTo>
                    <a:cubicBezTo>
                      <a:pt x="257" y="1095"/>
                      <a:pt x="141" y="573"/>
                      <a:pt x="91" y="51"/>
                    </a:cubicBezTo>
                    <a:cubicBezTo>
                      <a:pt x="91" y="17"/>
                      <a:pt x="68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5" name="Google Shape;7205;p21"/>
              <p:cNvSpPr/>
              <p:nvPr/>
            </p:nvSpPr>
            <p:spPr>
              <a:xfrm>
                <a:off x="5978300" y="4400775"/>
                <a:ext cx="6250" cy="7075"/>
              </a:xfrm>
              <a:custGeom>
                <a:rect b="b" l="l" r="r" t="t"/>
                <a:pathLst>
                  <a:path extrusionOk="0" h="283" w="250">
                    <a:moveTo>
                      <a:pt x="67" y="1"/>
                    </a:moveTo>
                    <a:cubicBezTo>
                      <a:pt x="64" y="1"/>
                      <a:pt x="61" y="2"/>
                      <a:pt x="59" y="4"/>
                    </a:cubicBezTo>
                    <a:cubicBezTo>
                      <a:pt x="42" y="4"/>
                      <a:pt x="34" y="4"/>
                      <a:pt x="25" y="12"/>
                    </a:cubicBezTo>
                    <a:cubicBezTo>
                      <a:pt x="9" y="21"/>
                      <a:pt x="1" y="46"/>
                      <a:pt x="17" y="70"/>
                    </a:cubicBezTo>
                    <a:cubicBezTo>
                      <a:pt x="67" y="137"/>
                      <a:pt x="125" y="203"/>
                      <a:pt x="175" y="269"/>
                    </a:cubicBezTo>
                    <a:cubicBezTo>
                      <a:pt x="184" y="279"/>
                      <a:pt x="197" y="283"/>
                      <a:pt x="209" y="283"/>
                    </a:cubicBezTo>
                    <a:cubicBezTo>
                      <a:pt x="217" y="283"/>
                      <a:pt x="226" y="281"/>
                      <a:pt x="233" y="278"/>
                    </a:cubicBezTo>
                    <a:cubicBezTo>
                      <a:pt x="241" y="261"/>
                      <a:pt x="249" y="236"/>
                      <a:pt x="241" y="220"/>
                    </a:cubicBezTo>
                    <a:cubicBezTo>
                      <a:pt x="191" y="153"/>
                      <a:pt x="141" y="79"/>
                      <a:pt x="83" y="12"/>
                    </a:cubicBezTo>
                    <a:cubicBezTo>
                      <a:pt x="83" y="7"/>
                      <a:pt x="75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6" name="Google Shape;7206;p21"/>
              <p:cNvSpPr/>
              <p:nvPr/>
            </p:nvSpPr>
            <p:spPr>
              <a:xfrm>
                <a:off x="5961500" y="4397750"/>
                <a:ext cx="8200" cy="12600"/>
              </a:xfrm>
              <a:custGeom>
                <a:rect b="b" l="l" r="r" t="t"/>
                <a:pathLst>
                  <a:path extrusionOk="0" h="504" w="328">
                    <a:moveTo>
                      <a:pt x="52" y="0"/>
                    </a:moveTo>
                    <a:cubicBezTo>
                      <a:pt x="28" y="0"/>
                      <a:pt x="0" y="30"/>
                      <a:pt x="18" y="59"/>
                    </a:cubicBezTo>
                    <a:cubicBezTo>
                      <a:pt x="93" y="200"/>
                      <a:pt x="167" y="349"/>
                      <a:pt x="267" y="490"/>
                    </a:cubicBezTo>
                    <a:cubicBezTo>
                      <a:pt x="271" y="499"/>
                      <a:pt x="279" y="503"/>
                      <a:pt x="287" y="503"/>
                    </a:cubicBezTo>
                    <a:cubicBezTo>
                      <a:pt x="307" y="503"/>
                      <a:pt x="328" y="480"/>
                      <a:pt x="316" y="457"/>
                    </a:cubicBezTo>
                    <a:cubicBezTo>
                      <a:pt x="258" y="299"/>
                      <a:pt x="159" y="158"/>
                      <a:pt x="76" y="17"/>
                    </a:cubicBezTo>
                    <a:cubicBezTo>
                      <a:pt x="71" y="5"/>
                      <a:pt x="62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7" name="Google Shape;7207;p21"/>
              <p:cNvSpPr/>
              <p:nvPr/>
            </p:nvSpPr>
            <p:spPr>
              <a:xfrm>
                <a:off x="5806800" y="4537575"/>
                <a:ext cx="4575" cy="3425"/>
              </a:xfrm>
              <a:custGeom>
                <a:rect b="b" l="l" r="r" t="t"/>
                <a:pathLst>
                  <a:path extrusionOk="0" h="137" w="183">
                    <a:moveTo>
                      <a:pt x="167" y="55"/>
                    </a:moveTo>
                    <a:cubicBezTo>
                      <a:pt x="166" y="55"/>
                      <a:pt x="163" y="56"/>
                      <a:pt x="158" y="59"/>
                    </a:cubicBezTo>
                    <a:cubicBezTo>
                      <a:pt x="163" y="59"/>
                      <a:pt x="169" y="55"/>
                      <a:pt x="167" y="55"/>
                    </a:cubicBezTo>
                    <a:close/>
                    <a:moveTo>
                      <a:pt x="158" y="1"/>
                    </a:moveTo>
                    <a:cubicBezTo>
                      <a:pt x="133" y="1"/>
                      <a:pt x="100" y="1"/>
                      <a:pt x="75" y="17"/>
                    </a:cubicBezTo>
                    <a:cubicBezTo>
                      <a:pt x="66" y="17"/>
                      <a:pt x="50" y="34"/>
                      <a:pt x="42" y="42"/>
                    </a:cubicBezTo>
                    <a:cubicBezTo>
                      <a:pt x="33" y="42"/>
                      <a:pt x="25" y="50"/>
                      <a:pt x="17" y="59"/>
                    </a:cubicBezTo>
                    <a:cubicBezTo>
                      <a:pt x="8" y="75"/>
                      <a:pt x="0" y="83"/>
                      <a:pt x="0" y="92"/>
                    </a:cubicBezTo>
                    <a:cubicBezTo>
                      <a:pt x="0" y="108"/>
                      <a:pt x="8" y="117"/>
                      <a:pt x="17" y="125"/>
                    </a:cubicBezTo>
                    <a:cubicBezTo>
                      <a:pt x="23" y="131"/>
                      <a:pt x="33" y="137"/>
                      <a:pt x="41" y="137"/>
                    </a:cubicBezTo>
                    <a:cubicBezTo>
                      <a:pt x="44" y="137"/>
                      <a:pt x="47" y="136"/>
                      <a:pt x="50" y="133"/>
                    </a:cubicBezTo>
                    <a:cubicBezTo>
                      <a:pt x="66" y="133"/>
                      <a:pt x="75" y="125"/>
                      <a:pt x="83" y="117"/>
                    </a:cubicBezTo>
                    <a:cubicBezTo>
                      <a:pt x="89" y="110"/>
                      <a:pt x="99" y="100"/>
                      <a:pt x="108" y="92"/>
                    </a:cubicBezTo>
                    <a:lnTo>
                      <a:pt x="108" y="92"/>
                    </a:lnTo>
                    <a:cubicBezTo>
                      <a:pt x="116" y="83"/>
                      <a:pt x="124" y="83"/>
                      <a:pt x="124" y="75"/>
                    </a:cubicBezTo>
                    <a:cubicBezTo>
                      <a:pt x="133" y="67"/>
                      <a:pt x="141" y="67"/>
                      <a:pt x="149" y="59"/>
                    </a:cubicBezTo>
                    <a:lnTo>
                      <a:pt x="158" y="59"/>
                    </a:lnTo>
                    <a:cubicBezTo>
                      <a:pt x="166" y="50"/>
                      <a:pt x="174" y="50"/>
                      <a:pt x="182" y="42"/>
                    </a:cubicBezTo>
                    <a:cubicBezTo>
                      <a:pt x="182" y="34"/>
                      <a:pt x="182" y="34"/>
                      <a:pt x="182" y="25"/>
                    </a:cubicBezTo>
                    <a:cubicBezTo>
                      <a:pt x="182" y="9"/>
                      <a:pt x="166" y="1"/>
                      <a:pt x="15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8" name="Google Shape;7208;p21"/>
              <p:cNvSpPr/>
              <p:nvPr/>
            </p:nvSpPr>
            <p:spPr>
              <a:xfrm>
                <a:off x="5814050" y="4540275"/>
                <a:ext cx="2075" cy="1675"/>
              </a:xfrm>
              <a:custGeom>
                <a:rect b="b" l="l" r="r" t="t"/>
                <a:pathLst>
                  <a:path extrusionOk="0" h="67" w="83">
                    <a:moveTo>
                      <a:pt x="42" y="0"/>
                    </a:moveTo>
                    <a:cubicBezTo>
                      <a:pt x="0" y="0"/>
                      <a:pt x="0" y="67"/>
                      <a:pt x="42" y="67"/>
                    </a:cubicBezTo>
                    <a:cubicBezTo>
                      <a:pt x="83" y="67"/>
                      <a:pt x="83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9" name="Google Shape;7209;p21"/>
              <p:cNvSpPr/>
              <p:nvPr/>
            </p:nvSpPr>
            <p:spPr>
              <a:xfrm>
                <a:off x="6057450" y="4437950"/>
                <a:ext cx="14075" cy="16300"/>
              </a:xfrm>
              <a:custGeom>
                <a:rect b="b" l="l" r="r" t="t"/>
                <a:pathLst>
                  <a:path extrusionOk="0" h="652" w="563">
                    <a:moveTo>
                      <a:pt x="513" y="0"/>
                    </a:moveTo>
                    <a:cubicBezTo>
                      <a:pt x="455" y="0"/>
                      <a:pt x="414" y="83"/>
                      <a:pt x="381" y="124"/>
                    </a:cubicBezTo>
                    <a:cubicBezTo>
                      <a:pt x="348" y="174"/>
                      <a:pt x="306" y="224"/>
                      <a:pt x="265" y="274"/>
                    </a:cubicBezTo>
                    <a:cubicBezTo>
                      <a:pt x="190" y="373"/>
                      <a:pt x="116" y="472"/>
                      <a:pt x="33" y="572"/>
                    </a:cubicBezTo>
                    <a:cubicBezTo>
                      <a:pt x="1" y="604"/>
                      <a:pt x="33" y="651"/>
                      <a:pt x="69" y="651"/>
                    </a:cubicBezTo>
                    <a:cubicBezTo>
                      <a:pt x="79" y="651"/>
                      <a:pt x="90" y="647"/>
                      <a:pt x="99" y="638"/>
                    </a:cubicBezTo>
                    <a:cubicBezTo>
                      <a:pt x="182" y="539"/>
                      <a:pt x="265" y="448"/>
                      <a:pt x="348" y="348"/>
                    </a:cubicBezTo>
                    <a:cubicBezTo>
                      <a:pt x="389" y="298"/>
                      <a:pt x="422" y="249"/>
                      <a:pt x="464" y="191"/>
                    </a:cubicBezTo>
                    <a:cubicBezTo>
                      <a:pt x="497" y="158"/>
                      <a:pt x="563" y="83"/>
                      <a:pt x="546" y="25"/>
                    </a:cubicBezTo>
                    <a:cubicBezTo>
                      <a:pt x="538" y="8"/>
                      <a:pt x="530" y="0"/>
                      <a:pt x="5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0" name="Google Shape;7210;p21"/>
              <p:cNvSpPr/>
              <p:nvPr/>
            </p:nvSpPr>
            <p:spPr>
              <a:xfrm>
                <a:off x="6076900" y="4427800"/>
                <a:ext cx="7275" cy="5925"/>
              </a:xfrm>
              <a:custGeom>
                <a:rect b="b" l="l" r="r" t="t"/>
                <a:pathLst>
                  <a:path extrusionOk="0" h="237" w="291">
                    <a:moveTo>
                      <a:pt x="257" y="0"/>
                    </a:moveTo>
                    <a:cubicBezTo>
                      <a:pt x="232" y="8"/>
                      <a:pt x="216" y="25"/>
                      <a:pt x="191" y="33"/>
                    </a:cubicBezTo>
                    <a:cubicBezTo>
                      <a:pt x="166" y="50"/>
                      <a:pt x="150" y="66"/>
                      <a:pt x="133" y="83"/>
                    </a:cubicBezTo>
                    <a:lnTo>
                      <a:pt x="17" y="174"/>
                    </a:lnTo>
                    <a:cubicBezTo>
                      <a:pt x="0" y="191"/>
                      <a:pt x="9" y="216"/>
                      <a:pt x="17" y="224"/>
                    </a:cubicBezTo>
                    <a:cubicBezTo>
                      <a:pt x="25" y="232"/>
                      <a:pt x="36" y="236"/>
                      <a:pt x="45" y="236"/>
                    </a:cubicBezTo>
                    <a:cubicBezTo>
                      <a:pt x="54" y="236"/>
                      <a:pt x="63" y="232"/>
                      <a:pt x="67" y="224"/>
                    </a:cubicBezTo>
                    <a:cubicBezTo>
                      <a:pt x="108" y="199"/>
                      <a:pt x="141" y="166"/>
                      <a:pt x="183" y="141"/>
                    </a:cubicBezTo>
                    <a:cubicBezTo>
                      <a:pt x="199" y="124"/>
                      <a:pt x="216" y="116"/>
                      <a:pt x="232" y="100"/>
                    </a:cubicBezTo>
                    <a:cubicBezTo>
                      <a:pt x="249" y="75"/>
                      <a:pt x="266" y="58"/>
                      <a:pt x="282" y="42"/>
                    </a:cubicBezTo>
                    <a:cubicBezTo>
                      <a:pt x="290" y="25"/>
                      <a:pt x="274" y="0"/>
                      <a:pt x="2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1" name="Google Shape;7211;p21"/>
              <p:cNvSpPr/>
              <p:nvPr/>
            </p:nvSpPr>
            <p:spPr>
              <a:xfrm>
                <a:off x="5955925" y="4299425"/>
                <a:ext cx="3975" cy="16275"/>
              </a:xfrm>
              <a:custGeom>
                <a:rect b="b" l="l" r="r" t="t"/>
                <a:pathLst>
                  <a:path extrusionOk="0" h="651" w="159">
                    <a:moveTo>
                      <a:pt x="84" y="0"/>
                    </a:moveTo>
                    <a:cubicBezTo>
                      <a:pt x="77" y="0"/>
                      <a:pt x="71" y="2"/>
                      <a:pt x="67" y="7"/>
                    </a:cubicBezTo>
                    <a:cubicBezTo>
                      <a:pt x="26" y="31"/>
                      <a:pt x="9" y="98"/>
                      <a:pt x="9" y="147"/>
                    </a:cubicBezTo>
                    <a:cubicBezTo>
                      <a:pt x="1" y="197"/>
                      <a:pt x="9" y="247"/>
                      <a:pt x="9" y="296"/>
                    </a:cubicBezTo>
                    <a:cubicBezTo>
                      <a:pt x="9" y="396"/>
                      <a:pt x="17" y="495"/>
                      <a:pt x="26" y="595"/>
                    </a:cubicBezTo>
                    <a:cubicBezTo>
                      <a:pt x="30" y="632"/>
                      <a:pt x="57" y="651"/>
                      <a:pt x="84" y="651"/>
                    </a:cubicBezTo>
                    <a:cubicBezTo>
                      <a:pt x="110" y="651"/>
                      <a:pt x="137" y="632"/>
                      <a:pt x="142" y="595"/>
                    </a:cubicBezTo>
                    <a:cubicBezTo>
                      <a:pt x="150" y="495"/>
                      <a:pt x="158" y="396"/>
                      <a:pt x="158" y="296"/>
                    </a:cubicBezTo>
                    <a:cubicBezTo>
                      <a:pt x="158" y="247"/>
                      <a:pt x="158" y="197"/>
                      <a:pt x="158" y="147"/>
                    </a:cubicBezTo>
                    <a:cubicBezTo>
                      <a:pt x="150" y="98"/>
                      <a:pt x="142" y="31"/>
                      <a:pt x="100" y="7"/>
                    </a:cubicBezTo>
                    <a:cubicBezTo>
                      <a:pt x="96" y="2"/>
                      <a:pt x="90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2" name="Google Shape;7212;p21"/>
              <p:cNvSpPr/>
              <p:nvPr/>
            </p:nvSpPr>
            <p:spPr>
              <a:xfrm>
                <a:off x="5961325" y="4301325"/>
                <a:ext cx="2925" cy="8625"/>
              </a:xfrm>
              <a:custGeom>
                <a:rect b="b" l="l" r="r" t="t"/>
                <a:pathLst>
                  <a:path extrusionOk="0" h="345" w="117">
                    <a:moveTo>
                      <a:pt x="86" y="1"/>
                    </a:moveTo>
                    <a:cubicBezTo>
                      <a:pt x="79" y="1"/>
                      <a:pt x="71" y="5"/>
                      <a:pt x="66" y="13"/>
                    </a:cubicBezTo>
                    <a:cubicBezTo>
                      <a:pt x="42" y="55"/>
                      <a:pt x="25" y="104"/>
                      <a:pt x="17" y="154"/>
                    </a:cubicBezTo>
                    <a:cubicBezTo>
                      <a:pt x="17" y="204"/>
                      <a:pt x="8" y="254"/>
                      <a:pt x="0" y="303"/>
                    </a:cubicBezTo>
                    <a:cubicBezTo>
                      <a:pt x="0" y="320"/>
                      <a:pt x="17" y="336"/>
                      <a:pt x="33" y="345"/>
                    </a:cubicBezTo>
                    <a:cubicBezTo>
                      <a:pt x="50" y="345"/>
                      <a:pt x="75" y="336"/>
                      <a:pt x="75" y="312"/>
                    </a:cubicBezTo>
                    <a:cubicBezTo>
                      <a:pt x="83" y="262"/>
                      <a:pt x="91" y="220"/>
                      <a:pt x="100" y="171"/>
                    </a:cubicBezTo>
                    <a:cubicBezTo>
                      <a:pt x="108" y="121"/>
                      <a:pt x="116" y="63"/>
                      <a:pt x="100" y="13"/>
                    </a:cubicBezTo>
                    <a:cubicBezTo>
                      <a:pt x="100" y="5"/>
                      <a:pt x="93" y="1"/>
                      <a:pt x="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3" name="Google Shape;7213;p21"/>
              <p:cNvSpPr/>
              <p:nvPr/>
            </p:nvSpPr>
            <p:spPr>
              <a:xfrm>
                <a:off x="5952000" y="4286950"/>
                <a:ext cx="2100" cy="1675"/>
              </a:xfrm>
              <a:custGeom>
                <a:rect b="b" l="l" r="r" t="t"/>
                <a:pathLst>
                  <a:path extrusionOk="0" h="67" w="84">
                    <a:moveTo>
                      <a:pt x="42" y="0"/>
                    </a:moveTo>
                    <a:cubicBezTo>
                      <a:pt x="0" y="0"/>
                      <a:pt x="0" y="66"/>
                      <a:pt x="42" y="66"/>
                    </a:cubicBezTo>
                    <a:cubicBezTo>
                      <a:pt x="83" y="66"/>
                      <a:pt x="83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4" name="Google Shape;7214;p21"/>
              <p:cNvSpPr/>
              <p:nvPr/>
            </p:nvSpPr>
            <p:spPr>
              <a:xfrm>
                <a:off x="6179550" y="4397800"/>
                <a:ext cx="7300" cy="10975"/>
              </a:xfrm>
              <a:custGeom>
                <a:rect b="b" l="l" r="r" t="t"/>
                <a:pathLst>
                  <a:path extrusionOk="0" h="439" w="292">
                    <a:moveTo>
                      <a:pt x="257" y="1"/>
                    </a:moveTo>
                    <a:cubicBezTo>
                      <a:pt x="250" y="1"/>
                      <a:pt x="243" y="3"/>
                      <a:pt x="236" y="7"/>
                    </a:cubicBezTo>
                    <a:lnTo>
                      <a:pt x="244" y="7"/>
                    </a:lnTo>
                    <a:cubicBezTo>
                      <a:pt x="228" y="24"/>
                      <a:pt x="211" y="32"/>
                      <a:pt x="203" y="57"/>
                    </a:cubicBezTo>
                    <a:cubicBezTo>
                      <a:pt x="195" y="65"/>
                      <a:pt x="186" y="82"/>
                      <a:pt x="170" y="98"/>
                    </a:cubicBezTo>
                    <a:cubicBezTo>
                      <a:pt x="153" y="131"/>
                      <a:pt x="137" y="165"/>
                      <a:pt x="120" y="189"/>
                    </a:cubicBezTo>
                    <a:cubicBezTo>
                      <a:pt x="87" y="256"/>
                      <a:pt x="54" y="322"/>
                      <a:pt x="12" y="380"/>
                    </a:cubicBezTo>
                    <a:cubicBezTo>
                      <a:pt x="1" y="409"/>
                      <a:pt x="26" y="439"/>
                      <a:pt x="51" y="439"/>
                    </a:cubicBezTo>
                    <a:cubicBezTo>
                      <a:pt x="61" y="439"/>
                      <a:pt x="71" y="434"/>
                      <a:pt x="79" y="421"/>
                    </a:cubicBezTo>
                    <a:lnTo>
                      <a:pt x="195" y="231"/>
                    </a:lnTo>
                    <a:cubicBezTo>
                      <a:pt x="211" y="206"/>
                      <a:pt x="228" y="173"/>
                      <a:pt x="244" y="140"/>
                    </a:cubicBezTo>
                    <a:cubicBezTo>
                      <a:pt x="253" y="123"/>
                      <a:pt x="261" y="115"/>
                      <a:pt x="269" y="98"/>
                    </a:cubicBezTo>
                    <a:cubicBezTo>
                      <a:pt x="277" y="73"/>
                      <a:pt x="286" y="57"/>
                      <a:pt x="286" y="40"/>
                    </a:cubicBezTo>
                    <a:cubicBezTo>
                      <a:pt x="292" y="16"/>
                      <a:pt x="276" y="1"/>
                      <a:pt x="2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5" name="Google Shape;7215;p21"/>
              <p:cNvSpPr/>
              <p:nvPr/>
            </p:nvSpPr>
            <p:spPr>
              <a:xfrm>
                <a:off x="6192275" y="4394850"/>
                <a:ext cx="5950" cy="10675"/>
              </a:xfrm>
              <a:custGeom>
                <a:rect b="b" l="l" r="r" t="t"/>
                <a:pathLst>
                  <a:path extrusionOk="0" h="427" w="238">
                    <a:moveTo>
                      <a:pt x="212" y="0"/>
                    </a:moveTo>
                    <a:cubicBezTo>
                      <a:pt x="205" y="0"/>
                      <a:pt x="197" y="3"/>
                      <a:pt x="191" y="9"/>
                    </a:cubicBezTo>
                    <a:cubicBezTo>
                      <a:pt x="158" y="67"/>
                      <a:pt x="133" y="125"/>
                      <a:pt x="92" y="183"/>
                    </a:cubicBezTo>
                    <a:cubicBezTo>
                      <a:pt x="58" y="241"/>
                      <a:pt x="34" y="307"/>
                      <a:pt x="9" y="374"/>
                    </a:cubicBezTo>
                    <a:cubicBezTo>
                      <a:pt x="0" y="390"/>
                      <a:pt x="0" y="407"/>
                      <a:pt x="25" y="423"/>
                    </a:cubicBezTo>
                    <a:cubicBezTo>
                      <a:pt x="28" y="426"/>
                      <a:pt x="31" y="427"/>
                      <a:pt x="35" y="427"/>
                    </a:cubicBezTo>
                    <a:cubicBezTo>
                      <a:pt x="46" y="427"/>
                      <a:pt x="61" y="419"/>
                      <a:pt x="67" y="407"/>
                    </a:cubicBezTo>
                    <a:cubicBezTo>
                      <a:pt x="100" y="349"/>
                      <a:pt x="133" y="283"/>
                      <a:pt x="158" y="216"/>
                    </a:cubicBezTo>
                    <a:cubicBezTo>
                      <a:pt x="174" y="150"/>
                      <a:pt x="208" y="92"/>
                      <a:pt x="232" y="26"/>
                    </a:cubicBezTo>
                    <a:cubicBezTo>
                      <a:pt x="238" y="10"/>
                      <a:pt x="226" y="0"/>
                      <a:pt x="2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6" name="Google Shape;7216;p21"/>
              <p:cNvSpPr/>
              <p:nvPr/>
            </p:nvSpPr>
            <p:spPr>
              <a:xfrm>
                <a:off x="6225075" y="4303225"/>
                <a:ext cx="4100" cy="13275"/>
              </a:xfrm>
              <a:custGeom>
                <a:rect b="b" l="l" r="r" t="t"/>
                <a:pathLst>
                  <a:path extrusionOk="0" h="531" w="164">
                    <a:moveTo>
                      <a:pt x="93" y="0"/>
                    </a:moveTo>
                    <a:cubicBezTo>
                      <a:pt x="80" y="0"/>
                      <a:pt x="68" y="7"/>
                      <a:pt x="64" y="20"/>
                    </a:cubicBezTo>
                    <a:cubicBezTo>
                      <a:pt x="47" y="37"/>
                      <a:pt x="47" y="62"/>
                      <a:pt x="47" y="78"/>
                    </a:cubicBezTo>
                    <a:cubicBezTo>
                      <a:pt x="39" y="103"/>
                      <a:pt x="39" y="120"/>
                      <a:pt x="39" y="144"/>
                    </a:cubicBezTo>
                    <a:cubicBezTo>
                      <a:pt x="39" y="178"/>
                      <a:pt x="39" y="219"/>
                      <a:pt x="39" y="252"/>
                    </a:cubicBezTo>
                    <a:cubicBezTo>
                      <a:pt x="39" y="327"/>
                      <a:pt x="31" y="401"/>
                      <a:pt x="6" y="476"/>
                    </a:cubicBezTo>
                    <a:cubicBezTo>
                      <a:pt x="1" y="510"/>
                      <a:pt x="25" y="530"/>
                      <a:pt x="49" y="530"/>
                    </a:cubicBezTo>
                    <a:cubicBezTo>
                      <a:pt x="66" y="530"/>
                      <a:pt x="82" y="521"/>
                      <a:pt x="89" y="501"/>
                    </a:cubicBezTo>
                    <a:cubicBezTo>
                      <a:pt x="122" y="426"/>
                      <a:pt x="138" y="343"/>
                      <a:pt x="155" y="260"/>
                    </a:cubicBezTo>
                    <a:cubicBezTo>
                      <a:pt x="155" y="219"/>
                      <a:pt x="163" y="178"/>
                      <a:pt x="155" y="136"/>
                    </a:cubicBezTo>
                    <a:cubicBezTo>
                      <a:pt x="155" y="95"/>
                      <a:pt x="155" y="45"/>
                      <a:pt x="122" y="12"/>
                    </a:cubicBezTo>
                    <a:cubicBezTo>
                      <a:pt x="114" y="4"/>
                      <a:pt x="104" y="0"/>
                      <a:pt x="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7" name="Google Shape;7217;p21"/>
              <p:cNvSpPr/>
              <p:nvPr/>
            </p:nvSpPr>
            <p:spPr>
              <a:xfrm>
                <a:off x="6225825" y="4284400"/>
                <a:ext cx="2300" cy="5675"/>
              </a:xfrm>
              <a:custGeom>
                <a:rect b="b" l="l" r="r" t="t"/>
                <a:pathLst>
                  <a:path extrusionOk="0" h="227" w="92">
                    <a:moveTo>
                      <a:pt x="46" y="1"/>
                    </a:moveTo>
                    <a:cubicBezTo>
                      <a:pt x="34" y="1"/>
                      <a:pt x="21" y="7"/>
                      <a:pt x="17" y="19"/>
                    </a:cubicBezTo>
                    <a:cubicBezTo>
                      <a:pt x="9" y="28"/>
                      <a:pt x="9" y="44"/>
                      <a:pt x="1" y="52"/>
                    </a:cubicBezTo>
                    <a:cubicBezTo>
                      <a:pt x="1" y="69"/>
                      <a:pt x="1" y="86"/>
                      <a:pt x="1" y="102"/>
                    </a:cubicBezTo>
                    <a:cubicBezTo>
                      <a:pt x="1" y="127"/>
                      <a:pt x="1" y="152"/>
                      <a:pt x="1" y="177"/>
                    </a:cubicBezTo>
                    <a:cubicBezTo>
                      <a:pt x="1" y="202"/>
                      <a:pt x="17" y="226"/>
                      <a:pt x="42" y="226"/>
                    </a:cubicBezTo>
                    <a:cubicBezTo>
                      <a:pt x="67" y="218"/>
                      <a:pt x="92" y="202"/>
                      <a:pt x="92" y="177"/>
                    </a:cubicBezTo>
                    <a:cubicBezTo>
                      <a:pt x="92" y="152"/>
                      <a:pt x="84" y="127"/>
                      <a:pt x="84" y="102"/>
                    </a:cubicBezTo>
                    <a:cubicBezTo>
                      <a:pt x="84" y="86"/>
                      <a:pt x="84" y="69"/>
                      <a:pt x="84" y="52"/>
                    </a:cubicBezTo>
                    <a:cubicBezTo>
                      <a:pt x="84" y="44"/>
                      <a:pt x="75" y="28"/>
                      <a:pt x="75" y="19"/>
                    </a:cubicBezTo>
                    <a:cubicBezTo>
                      <a:pt x="71" y="7"/>
                      <a:pt x="59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8" name="Google Shape;7218;p21"/>
              <p:cNvSpPr/>
              <p:nvPr/>
            </p:nvSpPr>
            <p:spPr>
              <a:xfrm>
                <a:off x="5856500" y="4323725"/>
                <a:ext cx="5825" cy="7675"/>
              </a:xfrm>
              <a:custGeom>
                <a:rect b="b" l="l" r="r" t="t"/>
                <a:pathLst>
                  <a:path extrusionOk="0" h="307" w="233">
                    <a:moveTo>
                      <a:pt x="193" y="1"/>
                    </a:moveTo>
                    <a:cubicBezTo>
                      <a:pt x="179" y="1"/>
                      <a:pt x="164" y="8"/>
                      <a:pt x="158" y="20"/>
                    </a:cubicBezTo>
                    <a:cubicBezTo>
                      <a:pt x="142" y="62"/>
                      <a:pt x="117" y="95"/>
                      <a:pt x="92" y="128"/>
                    </a:cubicBezTo>
                    <a:cubicBezTo>
                      <a:pt x="92" y="136"/>
                      <a:pt x="84" y="145"/>
                      <a:pt x="75" y="153"/>
                    </a:cubicBezTo>
                    <a:cubicBezTo>
                      <a:pt x="75" y="153"/>
                      <a:pt x="75" y="161"/>
                      <a:pt x="75" y="161"/>
                    </a:cubicBezTo>
                    <a:cubicBezTo>
                      <a:pt x="67" y="170"/>
                      <a:pt x="67" y="170"/>
                      <a:pt x="59" y="178"/>
                    </a:cubicBezTo>
                    <a:lnTo>
                      <a:pt x="50" y="194"/>
                    </a:lnTo>
                    <a:lnTo>
                      <a:pt x="42" y="194"/>
                    </a:lnTo>
                    <a:cubicBezTo>
                      <a:pt x="34" y="203"/>
                      <a:pt x="34" y="211"/>
                      <a:pt x="26" y="219"/>
                    </a:cubicBezTo>
                    <a:cubicBezTo>
                      <a:pt x="9" y="244"/>
                      <a:pt x="1" y="269"/>
                      <a:pt x="26" y="294"/>
                    </a:cubicBezTo>
                    <a:cubicBezTo>
                      <a:pt x="34" y="302"/>
                      <a:pt x="46" y="306"/>
                      <a:pt x="59" y="306"/>
                    </a:cubicBezTo>
                    <a:cubicBezTo>
                      <a:pt x="71" y="306"/>
                      <a:pt x="84" y="302"/>
                      <a:pt x="92" y="294"/>
                    </a:cubicBezTo>
                    <a:cubicBezTo>
                      <a:pt x="125" y="252"/>
                      <a:pt x="150" y="219"/>
                      <a:pt x="175" y="178"/>
                    </a:cubicBezTo>
                    <a:cubicBezTo>
                      <a:pt x="200" y="136"/>
                      <a:pt x="216" y="95"/>
                      <a:pt x="233" y="54"/>
                    </a:cubicBezTo>
                    <a:cubicBezTo>
                      <a:pt x="233" y="37"/>
                      <a:pt x="224" y="12"/>
                      <a:pt x="208" y="4"/>
                    </a:cubicBezTo>
                    <a:cubicBezTo>
                      <a:pt x="203" y="2"/>
                      <a:pt x="198" y="1"/>
                      <a:pt x="1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9" name="Google Shape;7219;p21"/>
              <p:cNvSpPr/>
              <p:nvPr/>
            </p:nvSpPr>
            <p:spPr>
              <a:xfrm>
                <a:off x="5863550" y="4303175"/>
                <a:ext cx="7500" cy="8125"/>
              </a:xfrm>
              <a:custGeom>
                <a:rect b="b" l="l" r="r" t="t"/>
                <a:pathLst>
                  <a:path extrusionOk="0" h="325" w="300">
                    <a:moveTo>
                      <a:pt x="257" y="0"/>
                    </a:moveTo>
                    <a:cubicBezTo>
                      <a:pt x="249" y="0"/>
                      <a:pt x="239" y="4"/>
                      <a:pt x="232" y="14"/>
                    </a:cubicBezTo>
                    <a:cubicBezTo>
                      <a:pt x="191" y="47"/>
                      <a:pt x="158" y="80"/>
                      <a:pt x="125" y="122"/>
                    </a:cubicBezTo>
                    <a:cubicBezTo>
                      <a:pt x="83" y="155"/>
                      <a:pt x="58" y="196"/>
                      <a:pt x="25" y="238"/>
                    </a:cubicBezTo>
                    <a:cubicBezTo>
                      <a:pt x="9" y="262"/>
                      <a:pt x="0" y="287"/>
                      <a:pt x="25" y="312"/>
                    </a:cubicBezTo>
                    <a:cubicBezTo>
                      <a:pt x="34" y="320"/>
                      <a:pt x="46" y="325"/>
                      <a:pt x="58" y="325"/>
                    </a:cubicBezTo>
                    <a:cubicBezTo>
                      <a:pt x="71" y="325"/>
                      <a:pt x="83" y="320"/>
                      <a:pt x="92" y="312"/>
                    </a:cubicBezTo>
                    <a:cubicBezTo>
                      <a:pt x="125" y="271"/>
                      <a:pt x="166" y="229"/>
                      <a:pt x="199" y="180"/>
                    </a:cubicBezTo>
                    <a:cubicBezTo>
                      <a:pt x="224" y="138"/>
                      <a:pt x="257" y="97"/>
                      <a:pt x="282" y="55"/>
                    </a:cubicBezTo>
                    <a:cubicBezTo>
                      <a:pt x="300" y="26"/>
                      <a:pt x="280" y="0"/>
                      <a:pt x="2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0" name="Google Shape;7220;p21"/>
              <p:cNvSpPr/>
              <p:nvPr/>
            </p:nvSpPr>
            <p:spPr>
              <a:xfrm>
                <a:off x="5952175" y="4481725"/>
                <a:ext cx="23050" cy="28325"/>
              </a:xfrm>
              <a:custGeom>
                <a:rect b="b" l="l" r="r" t="t"/>
                <a:pathLst>
                  <a:path extrusionOk="0" h="1133" w="922">
                    <a:moveTo>
                      <a:pt x="837" y="1"/>
                    </a:moveTo>
                    <a:cubicBezTo>
                      <a:pt x="814" y="1"/>
                      <a:pt x="789" y="9"/>
                      <a:pt x="772" y="22"/>
                    </a:cubicBezTo>
                    <a:cubicBezTo>
                      <a:pt x="731" y="55"/>
                      <a:pt x="714" y="113"/>
                      <a:pt x="689" y="163"/>
                    </a:cubicBezTo>
                    <a:cubicBezTo>
                      <a:pt x="673" y="213"/>
                      <a:pt x="648" y="263"/>
                      <a:pt x="623" y="304"/>
                    </a:cubicBezTo>
                    <a:cubicBezTo>
                      <a:pt x="573" y="403"/>
                      <a:pt x="524" y="495"/>
                      <a:pt x="457" y="577"/>
                    </a:cubicBezTo>
                    <a:cubicBezTo>
                      <a:pt x="341" y="751"/>
                      <a:pt x="192" y="909"/>
                      <a:pt x="35" y="1041"/>
                    </a:cubicBezTo>
                    <a:cubicBezTo>
                      <a:pt x="0" y="1076"/>
                      <a:pt x="34" y="1133"/>
                      <a:pt x="75" y="1133"/>
                    </a:cubicBezTo>
                    <a:cubicBezTo>
                      <a:pt x="83" y="1133"/>
                      <a:pt x="92" y="1130"/>
                      <a:pt x="101" y="1124"/>
                    </a:cubicBezTo>
                    <a:cubicBezTo>
                      <a:pt x="292" y="1008"/>
                      <a:pt x="457" y="851"/>
                      <a:pt x="598" y="677"/>
                    </a:cubicBezTo>
                    <a:cubicBezTo>
                      <a:pt x="673" y="586"/>
                      <a:pt x="739" y="495"/>
                      <a:pt x="789" y="395"/>
                    </a:cubicBezTo>
                    <a:cubicBezTo>
                      <a:pt x="814" y="345"/>
                      <a:pt x="838" y="296"/>
                      <a:pt x="863" y="246"/>
                    </a:cubicBezTo>
                    <a:cubicBezTo>
                      <a:pt x="896" y="188"/>
                      <a:pt x="921" y="130"/>
                      <a:pt x="913" y="55"/>
                    </a:cubicBezTo>
                    <a:cubicBezTo>
                      <a:pt x="903" y="17"/>
                      <a:pt x="871" y="1"/>
                      <a:pt x="8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1" name="Google Shape;7221;p21"/>
              <p:cNvSpPr/>
              <p:nvPr/>
            </p:nvSpPr>
            <p:spPr>
              <a:xfrm>
                <a:off x="6001700" y="4550625"/>
                <a:ext cx="5425" cy="12875"/>
              </a:xfrm>
              <a:custGeom>
                <a:rect b="b" l="l" r="r" t="t"/>
                <a:pathLst>
                  <a:path extrusionOk="0" h="515" w="217">
                    <a:moveTo>
                      <a:pt x="54" y="0"/>
                    </a:moveTo>
                    <a:cubicBezTo>
                      <a:pt x="44" y="0"/>
                      <a:pt x="34" y="3"/>
                      <a:pt x="26" y="9"/>
                    </a:cubicBezTo>
                    <a:cubicBezTo>
                      <a:pt x="1" y="25"/>
                      <a:pt x="1" y="50"/>
                      <a:pt x="9" y="75"/>
                    </a:cubicBezTo>
                    <a:cubicBezTo>
                      <a:pt x="42" y="133"/>
                      <a:pt x="59" y="199"/>
                      <a:pt x="67" y="274"/>
                    </a:cubicBezTo>
                    <a:cubicBezTo>
                      <a:pt x="75" y="299"/>
                      <a:pt x="75" y="332"/>
                      <a:pt x="75" y="365"/>
                    </a:cubicBezTo>
                    <a:cubicBezTo>
                      <a:pt x="75" y="398"/>
                      <a:pt x="67" y="456"/>
                      <a:pt x="92" y="489"/>
                    </a:cubicBezTo>
                    <a:cubicBezTo>
                      <a:pt x="104" y="506"/>
                      <a:pt x="123" y="514"/>
                      <a:pt x="142" y="514"/>
                    </a:cubicBezTo>
                    <a:cubicBezTo>
                      <a:pt x="160" y="514"/>
                      <a:pt x="179" y="506"/>
                      <a:pt x="191" y="489"/>
                    </a:cubicBezTo>
                    <a:cubicBezTo>
                      <a:pt x="216" y="456"/>
                      <a:pt x="208" y="398"/>
                      <a:pt x="200" y="357"/>
                    </a:cubicBezTo>
                    <a:cubicBezTo>
                      <a:pt x="200" y="324"/>
                      <a:pt x="191" y="282"/>
                      <a:pt x="183" y="241"/>
                    </a:cubicBezTo>
                    <a:cubicBezTo>
                      <a:pt x="166" y="166"/>
                      <a:pt x="133" y="92"/>
                      <a:pt x="100" y="25"/>
                    </a:cubicBezTo>
                    <a:cubicBezTo>
                      <a:pt x="90" y="9"/>
                      <a:pt x="72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2" name="Google Shape;7222;p21"/>
              <p:cNvSpPr/>
              <p:nvPr/>
            </p:nvSpPr>
            <p:spPr>
              <a:xfrm>
                <a:off x="6006875" y="4555925"/>
                <a:ext cx="3350" cy="8025"/>
              </a:xfrm>
              <a:custGeom>
                <a:rect b="b" l="l" r="r" t="t"/>
                <a:pathLst>
                  <a:path extrusionOk="0" h="321" w="134">
                    <a:moveTo>
                      <a:pt x="42" y="0"/>
                    </a:moveTo>
                    <a:cubicBezTo>
                      <a:pt x="36" y="0"/>
                      <a:pt x="31" y="1"/>
                      <a:pt x="26" y="4"/>
                    </a:cubicBezTo>
                    <a:cubicBezTo>
                      <a:pt x="17" y="4"/>
                      <a:pt x="1" y="29"/>
                      <a:pt x="9" y="45"/>
                    </a:cubicBezTo>
                    <a:cubicBezTo>
                      <a:pt x="17" y="62"/>
                      <a:pt x="26" y="87"/>
                      <a:pt x="34" y="112"/>
                    </a:cubicBezTo>
                    <a:cubicBezTo>
                      <a:pt x="34" y="120"/>
                      <a:pt x="34" y="128"/>
                      <a:pt x="34" y="136"/>
                    </a:cubicBezTo>
                    <a:cubicBezTo>
                      <a:pt x="42" y="153"/>
                      <a:pt x="42" y="161"/>
                      <a:pt x="42" y="170"/>
                    </a:cubicBezTo>
                    <a:cubicBezTo>
                      <a:pt x="42" y="186"/>
                      <a:pt x="42" y="211"/>
                      <a:pt x="51" y="236"/>
                    </a:cubicBezTo>
                    <a:cubicBezTo>
                      <a:pt x="51" y="244"/>
                      <a:pt x="51" y="252"/>
                      <a:pt x="51" y="269"/>
                    </a:cubicBezTo>
                    <a:cubicBezTo>
                      <a:pt x="51" y="277"/>
                      <a:pt x="59" y="294"/>
                      <a:pt x="59" y="310"/>
                    </a:cubicBezTo>
                    <a:cubicBezTo>
                      <a:pt x="62" y="317"/>
                      <a:pt x="70" y="320"/>
                      <a:pt x="79" y="320"/>
                    </a:cubicBezTo>
                    <a:cubicBezTo>
                      <a:pt x="91" y="320"/>
                      <a:pt x="104" y="315"/>
                      <a:pt x="109" y="310"/>
                    </a:cubicBezTo>
                    <a:cubicBezTo>
                      <a:pt x="117" y="294"/>
                      <a:pt x="125" y="286"/>
                      <a:pt x="125" y="269"/>
                    </a:cubicBezTo>
                    <a:cubicBezTo>
                      <a:pt x="125" y="252"/>
                      <a:pt x="133" y="244"/>
                      <a:pt x="133" y="228"/>
                    </a:cubicBezTo>
                    <a:cubicBezTo>
                      <a:pt x="133" y="203"/>
                      <a:pt x="125" y="178"/>
                      <a:pt x="125" y="153"/>
                    </a:cubicBezTo>
                    <a:cubicBezTo>
                      <a:pt x="109" y="103"/>
                      <a:pt x="92" y="54"/>
                      <a:pt x="75" y="12"/>
                    </a:cubicBezTo>
                    <a:cubicBezTo>
                      <a:pt x="70" y="6"/>
                      <a:pt x="55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3" name="Google Shape;7223;p21"/>
              <p:cNvSpPr/>
              <p:nvPr/>
            </p:nvSpPr>
            <p:spPr>
              <a:xfrm>
                <a:off x="6127750" y="4350625"/>
                <a:ext cx="27275" cy="10725"/>
              </a:xfrm>
              <a:custGeom>
                <a:rect b="b" l="l" r="r" t="t"/>
                <a:pathLst>
                  <a:path extrusionOk="0" h="429" w="1091">
                    <a:moveTo>
                      <a:pt x="78" y="1"/>
                    </a:moveTo>
                    <a:cubicBezTo>
                      <a:pt x="29" y="1"/>
                      <a:pt x="0" y="80"/>
                      <a:pt x="54" y="121"/>
                    </a:cubicBezTo>
                    <a:cubicBezTo>
                      <a:pt x="195" y="220"/>
                      <a:pt x="344" y="295"/>
                      <a:pt x="510" y="353"/>
                    </a:cubicBezTo>
                    <a:cubicBezTo>
                      <a:pt x="593" y="378"/>
                      <a:pt x="676" y="403"/>
                      <a:pt x="767" y="411"/>
                    </a:cubicBezTo>
                    <a:cubicBezTo>
                      <a:pt x="808" y="419"/>
                      <a:pt x="850" y="419"/>
                      <a:pt x="899" y="428"/>
                    </a:cubicBezTo>
                    <a:cubicBezTo>
                      <a:pt x="919" y="428"/>
                      <a:pt x="938" y="429"/>
                      <a:pt x="956" y="429"/>
                    </a:cubicBezTo>
                    <a:cubicBezTo>
                      <a:pt x="982" y="429"/>
                      <a:pt x="1007" y="426"/>
                      <a:pt x="1032" y="411"/>
                    </a:cubicBezTo>
                    <a:cubicBezTo>
                      <a:pt x="1090" y="378"/>
                      <a:pt x="1090" y="303"/>
                      <a:pt x="1032" y="270"/>
                    </a:cubicBezTo>
                    <a:cubicBezTo>
                      <a:pt x="991" y="245"/>
                      <a:pt x="949" y="245"/>
                      <a:pt x="899" y="245"/>
                    </a:cubicBezTo>
                    <a:cubicBezTo>
                      <a:pt x="858" y="245"/>
                      <a:pt x="825" y="245"/>
                      <a:pt x="783" y="237"/>
                    </a:cubicBezTo>
                    <a:cubicBezTo>
                      <a:pt x="709" y="229"/>
                      <a:pt x="634" y="212"/>
                      <a:pt x="560" y="196"/>
                    </a:cubicBezTo>
                    <a:cubicBezTo>
                      <a:pt x="402" y="154"/>
                      <a:pt x="253" y="96"/>
                      <a:pt x="112" y="13"/>
                    </a:cubicBezTo>
                    <a:cubicBezTo>
                      <a:pt x="100" y="4"/>
                      <a:pt x="89" y="1"/>
                      <a:pt x="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4" name="Google Shape;7224;p21"/>
              <p:cNvSpPr/>
              <p:nvPr/>
            </p:nvSpPr>
            <p:spPr>
              <a:xfrm>
                <a:off x="6141100" y="4366400"/>
                <a:ext cx="11025" cy="2175"/>
              </a:xfrm>
              <a:custGeom>
                <a:rect b="b" l="l" r="r" t="t"/>
                <a:pathLst>
                  <a:path extrusionOk="0" h="87" w="441">
                    <a:moveTo>
                      <a:pt x="306" y="0"/>
                    </a:moveTo>
                    <a:cubicBezTo>
                      <a:pt x="218" y="0"/>
                      <a:pt x="130" y="6"/>
                      <a:pt x="42" y="12"/>
                    </a:cubicBezTo>
                    <a:cubicBezTo>
                      <a:pt x="26" y="12"/>
                      <a:pt x="1" y="29"/>
                      <a:pt x="1" y="45"/>
                    </a:cubicBezTo>
                    <a:cubicBezTo>
                      <a:pt x="1" y="70"/>
                      <a:pt x="26" y="87"/>
                      <a:pt x="42" y="87"/>
                    </a:cubicBezTo>
                    <a:cubicBezTo>
                      <a:pt x="167" y="78"/>
                      <a:pt x="291" y="70"/>
                      <a:pt x="415" y="45"/>
                    </a:cubicBezTo>
                    <a:cubicBezTo>
                      <a:pt x="440" y="37"/>
                      <a:pt x="432" y="4"/>
                      <a:pt x="415" y="4"/>
                    </a:cubicBezTo>
                    <a:cubicBezTo>
                      <a:pt x="379" y="1"/>
                      <a:pt x="342" y="0"/>
                      <a:pt x="3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5" name="Google Shape;7225;p21"/>
              <p:cNvSpPr/>
              <p:nvPr/>
            </p:nvSpPr>
            <p:spPr>
              <a:xfrm>
                <a:off x="6205525" y="4354050"/>
                <a:ext cx="8525" cy="4850"/>
              </a:xfrm>
              <a:custGeom>
                <a:rect b="b" l="l" r="r" t="t"/>
                <a:pathLst>
                  <a:path extrusionOk="0" h="194" w="341">
                    <a:moveTo>
                      <a:pt x="292" y="0"/>
                    </a:moveTo>
                    <a:cubicBezTo>
                      <a:pt x="283" y="0"/>
                      <a:pt x="275" y="3"/>
                      <a:pt x="266" y="9"/>
                    </a:cubicBezTo>
                    <a:cubicBezTo>
                      <a:pt x="233" y="34"/>
                      <a:pt x="200" y="59"/>
                      <a:pt x="158" y="75"/>
                    </a:cubicBezTo>
                    <a:cubicBezTo>
                      <a:pt x="150" y="75"/>
                      <a:pt x="150" y="75"/>
                      <a:pt x="142" y="83"/>
                    </a:cubicBezTo>
                    <a:cubicBezTo>
                      <a:pt x="144" y="81"/>
                      <a:pt x="144" y="80"/>
                      <a:pt x="143" y="80"/>
                    </a:cubicBezTo>
                    <a:lnTo>
                      <a:pt x="143" y="80"/>
                    </a:lnTo>
                    <a:cubicBezTo>
                      <a:pt x="141" y="80"/>
                      <a:pt x="133" y="83"/>
                      <a:pt x="133" y="83"/>
                    </a:cubicBezTo>
                    <a:cubicBezTo>
                      <a:pt x="125" y="83"/>
                      <a:pt x="117" y="92"/>
                      <a:pt x="108" y="92"/>
                    </a:cubicBezTo>
                    <a:cubicBezTo>
                      <a:pt x="84" y="100"/>
                      <a:pt x="59" y="108"/>
                      <a:pt x="42" y="108"/>
                    </a:cubicBezTo>
                    <a:cubicBezTo>
                      <a:pt x="17" y="117"/>
                      <a:pt x="1" y="141"/>
                      <a:pt x="9" y="166"/>
                    </a:cubicBezTo>
                    <a:cubicBezTo>
                      <a:pt x="16" y="180"/>
                      <a:pt x="34" y="193"/>
                      <a:pt x="53" y="193"/>
                    </a:cubicBezTo>
                    <a:cubicBezTo>
                      <a:pt x="58" y="193"/>
                      <a:pt x="62" y="193"/>
                      <a:pt x="67" y="191"/>
                    </a:cubicBezTo>
                    <a:cubicBezTo>
                      <a:pt x="150" y="175"/>
                      <a:pt x="241" y="133"/>
                      <a:pt x="316" y="83"/>
                    </a:cubicBezTo>
                    <a:cubicBezTo>
                      <a:pt x="332" y="67"/>
                      <a:pt x="340" y="42"/>
                      <a:pt x="332" y="25"/>
                    </a:cubicBezTo>
                    <a:cubicBezTo>
                      <a:pt x="321" y="9"/>
                      <a:pt x="307" y="0"/>
                      <a:pt x="2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6" name="Google Shape;7226;p21"/>
              <p:cNvSpPr/>
              <p:nvPr/>
            </p:nvSpPr>
            <p:spPr>
              <a:xfrm>
                <a:off x="6021600" y="4279525"/>
                <a:ext cx="32700" cy="24025"/>
              </a:xfrm>
              <a:custGeom>
                <a:rect b="b" l="l" r="r" t="t"/>
                <a:pathLst>
                  <a:path extrusionOk="0" h="961" w="1308">
                    <a:moveTo>
                      <a:pt x="93" y="0"/>
                    </a:moveTo>
                    <a:cubicBezTo>
                      <a:pt x="76" y="0"/>
                      <a:pt x="59" y="5"/>
                      <a:pt x="42" y="15"/>
                    </a:cubicBezTo>
                    <a:cubicBezTo>
                      <a:pt x="8" y="40"/>
                      <a:pt x="0" y="90"/>
                      <a:pt x="25" y="123"/>
                    </a:cubicBezTo>
                    <a:cubicBezTo>
                      <a:pt x="91" y="231"/>
                      <a:pt x="191" y="314"/>
                      <a:pt x="282" y="405"/>
                    </a:cubicBezTo>
                    <a:cubicBezTo>
                      <a:pt x="373" y="488"/>
                      <a:pt x="472" y="562"/>
                      <a:pt x="580" y="637"/>
                    </a:cubicBezTo>
                    <a:cubicBezTo>
                      <a:pt x="787" y="778"/>
                      <a:pt x="1003" y="885"/>
                      <a:pt x="1243" y="960"/>
                    </a:cubicBezTo>
                    <a:cubicBezTo>
                      <a:pt x="1246" y="960"/>
                      <a:pt x="1248" y="961"/>
                      <a:pt x="1251" y="961"/>
                    </a:cubicBezTo>
                    <a:cubicBezTo>
                      <a:pt x="1287" y="961"/>
                      <a:pt x="1307" y="909"/>
                      <a:pt x="1276" y="894"/>
                    </a:cubicBezTo>
                    <a:cubicBezTo>
                      <a:pt x="1077" y="769"/>
                      <a:pt x="878" y="629"/>
                      <a:pt x="688" y="488"/>
                    </a:cubicBezTo>
                    <a:cubicBezTo>
                      <a:pt x="597" y="421"/>
                      <a:pt x="506" y="347"/>
                      <a:pt x="423" y="272"/>
                    </a:cubicBezTo>
                    <a:cubicBezTo>
                      <a:pt x="332" y="189"/>
                      <a:pt x="257" y="98"/>
                      <a:pt x="158" y="24"/>
                    </a:cubicBezTo>
                    <a:cubicBezTo>
                      <a:pt x="138" y="9"/>
                      <a:pt x="116" y="0"/>
                      <a:pt x="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7" name="Google Shape;7227;p21"/>
              <p:cNvSpPr/>
              <p:nvPr/>
            </p:nvSpPr>
            <p:spPr>
              <a:xfrm>
                <a:off x="6011225" y="4262075"/>
                <a:ext cx="3350" cy="2525"/>
              </a:xfrm>
              <a:custGeom>
                <a:rect b="b" l="l" r="r" t="t"/>
                <a:pathLst>
                  <a:path extrusionOk="0" h="101" w="134">
                    <a:moveTo>
                      <a:pt x="67" y="1"/>
                    </a:moveTo>
                    <a:cubicBezTo>
                      <a:pt x="1" y="1"/>
                      <a:pt x="1" y="100"/>
                      <a:pt x="67" y="100"/>
                    </a:cubicBezTo>
                    <a:cubicBezTo>
                      <a:pt x="133" y="100"/>
                      <a:pt x="133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8" name="Google Shape;7228;p21"/>
              <p:cNvSpPr/>
              <p:nvPr/>
            </p:nvSpPr>
            <p:spPr>
              <a:xfrm>
                <a:off x="6211325" y="4243650"/>
                <a:ext cx="4800" cy="4775"/>
              </a:xfrm>
              <a:custGeom>
                <a:rect b="b" l="l" r="r" t="t"/>
                <a:pathLst>
                  <a:path extrusionOk="0" h="191" w="192">
                    <a:moveTo>
                      <a:pt x="142" y="0"/>
                    </a:moveTo>
                    <a:cubicBezTo>
                      <a:pt x="125" y="0"/>
                      <a:pt x="117" y="0"/>
                      <a:pt x="100" y="9"/>
                    </a:cubicBezTo>
                    <a:cubicBezTo>
                      <a:pt x="84" y="9"/>
                      <a:pt x="67" y="25"/>
                      <a:pt x="50" y="34"/>
                    </a:cubicBezTo>
                    <a:cubicBezTo>
                      <a:pt x="26" y="58"/>
                      <a:pt x="9" y="83"/>
                      <a:pt x="1" y="116"/>
                    </a:cubicBezTo>
                    <a:cubicBezTo>
                      <a:pt x="1" y="133"/>
                      <a:pt x="1" y="150"/>
                      <a:pt x="9" y="158"/>
                    </a:cubicBezTo>
                    <a:cubicBezTo>
                      <a:pt x="17" y="174"/>
                      <a:pt x="34" y="183"/>
                      <a:pt x="42" y="191"/>
                    </a:cubicBezTo>
                    <a:cubicBezTo>
                      <a:pt x="59" y="191"/>
                      <a:pt x="75" y="191"/>
                      <a:pt x="92" y="183"/>
                    </a:cubicBezTo>
                    <a:cubicBezTo>
                      <a:pt x="100" y="174"/>
                      <a:pt x="108" y="166"/>
                      <a:pt x="117" y="150"/>
                    </a:cubicBezTo>
                    <a:cubicBezTo>
                      <a:pt x="117" y="150"/>
                      <a:pt x="117" y="141"/>
                      <a:pt x="117" y="141"/>
                    </a:cubicBezTo>
                    <a:cubicBezTo>
                      <a:pt x="125" y="133"/>
                      <a:pt x="125" y="125"/>
                      <a:pt x="133" y="116"/>
                    </a:cubicBezTo>
                    <a:lnTo>
                      <a:pt x="142" y="108"/>
                    </a:lnTo>
                    <a:cubicBezTo>
                      <a:pt x="142" y="100"/>
                      <a:pt x="150" y="92"/>
                      <a:pt x="158" y="92"/>
                    </a:cubicBezTo>
                    <a:cubicBezTo>
                      <a:pt x="166" y="83"/>
                      <a:pt x="166" y="83"/>
                      <a:pt x="175" y="83"/>
                    </a:cubicBezTo>
                    <a:cubicBezTo>
                      <a:pt x="175" y="75"/>
                      <a:pt x="183" y="67"/>
                      <a:pt x="183" y="58"/>
                    </a:cubicBezTo>
                    <a:cubicBezTo>
                      <a:pt x="191" y="50"/>
                      <a:pt x="191" y="42"/>
                      <a:pt x="191" y="34"/>
                    </a:cubicBezTo>
                    <a:cubicBezTo>
                      <a:pt x="183" y="9"/>
                      <a:pt x="166" y="0"/>
                      <a:pt x="1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9" name="Google Shape;7229;p21"/>
              <p:cNvSpPr/>
              <p:nvPr/>
            </p:nvSpPr>
            <p:spPr>
              <a:xfrm>
                <a:off x="6215475" y="4245725"/>
                <a:ext cx="225" cy="225"/>
              </a:xfrm>
              <a:custGeom>
                <a:rect b="b" l="l" r="r" t="t"/>
                <a:pathLst>
                  <a:path extrusionOk="0" h="9" w="9">
                    <a:moveTo>
                      <a:pt x="0" y="0"/>
                    </a:moveTo>
                    <a:cubicBezTo>
                      <a:pt x="0" y="0"/>
                      <a:pt x="0" y="9"/>
                      <a:pt x="0" y="9"/>
                    </a:cubicBezTo>
                    <a:cubicBezTo>
                      <a:pt x="0" y="0"/>
                      <a:pt x="0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0" name="Google Shape;7230;p21"/>
              <p:cNvSpPr/>
              <p:nvPr/>
            </p:nvSpPr>
            <p:spPr>
              <a:xfrm>
                <a:off x="6215675" y="42457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1" name="Google Shape;7231;p21"/>
              <p:cNvSpPr/>
              <p:nvPr/>
            </p:nvSpPr>
            <p:spPr>
              <a:xfrm>
                <a:off x="6095325" y="3997775"/>
                <a:ext cx="2300" cy="1675"/>
              </a:xfrm>
              <a:custGeom>
                <a:rect b="b" l="l" r="r" t="t"/>
                <a:pathLst>
                  <a:path extrusionOk="0" h="67" w="92">
                    <a:moveTo>
                      <a:pt x="51" y="1"/>
                    </a:moveTo>
                    <a:cubicBezTo>
                      <a:pt x="1" y="1"/>
                      <a:pt x="1" y="67"/>
                      <a:pt x="51" y="67"/>
                    </a:cubicBezTo>
                    <a:cubicBezTo>
                      <a:pt x="92" y="67"/>
                      <a:pt x="92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7232" name="Google Shape;7232;p21"/>
          <p:cNvSpPr txBox="1"/>
          <p:nvPr/>
        </p:nvSpPr>
        <p:spPr>
          <a:xfrm>
            <a:off x="1889950" y="1198300"/>
            <a:ext cx="5589300" cy="24288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Satisfying real user needs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Secure data management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User-friendly, responsive interface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1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"The greatest compliment is not what we receive, but the silence that comes from a cage once full of loud barking, because its inhabitant has finally found his forever home."</a:t>
            </a:r>
            <a:endParaRPr b="1" i="0" sz="20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</p:txBody>
      </p:sp>
      <p:grpSp>
        <p:nvGrpSpPr>
          <p:cNvPr id="7233" name="Google Shape;7233;p21"/>
          <p:cNvGrpSpPr/>
          <p:nvPr/>
        </p:nvGrpSpPr>
        <p:grpSpPr>
          <a:xfrm>
            <a:off x="7364363" y="3745797"/>
            <a:ext cx="1540941" cy="1136465"/>
            <a:chOff x="7274582" y="218313"/>
            <a:chExt cx="1403023" cy="1214692"/>
          </a:xfrm>
        </p:grpSpPr>
        <p:sp>
          <p:nvSpPr>
            <p:cNvPr id="7234" name="Google Shape;7234;p21"/>
            <p:cNvSpPr/>
            <p:nvPr/>
          </p:nvSpPr>
          <p:spPr>
            <a:xfrm flipH="1">
              <a:off x="7274582" y="218313"/>
              <a:ext cx="1403023" cy="1214692"/>
            </a:xfrm>
            <a:custGeom>
              <a:rect b="b" l="l" r="r" t="t"/>
              <a:pathLst>
                <a:path extrusionOk="0" h="29985" w="34634">
                  <a:moveTo>
                    <a:pt x="7900" y="1"/>
                  </a:moveTo>
                  <a:cubicBezTo>
                    <a:pt x="7088" y="1"/>
                    <a:pt x="6197" y="244"/>
                    <a:pt x="5185" y="856"/>
                  </a:cubicBezTo>
                  <a:cubicBezTo>
                    <a:pt x="0" y="3990"/>
                    <a:pt x="2893" y="8814"/>
                    <a:pt x="3976" y="10300"/>
                  </a:cubicBezTo>
                  <a:cubicBezTo>
                    <a:pt x="2458" y="12657"/>
                    <a:pt x="1894" y="15115"/>
                    <a:pt x="1894" y="15115"/>
                  </a:cubicBezTo>
                  <a:cubicBezTo>
                    <a:pt x="225" y="23399"/>
                    <a:pt x="8821" y="21151"/>
                    <a:pt x="13633" y="25361"/>
                  </a:cubicBezTo>
                  <a:cubicBezTo>
                    <a:pt x="17552" y="28790"/>
                    <a:pt x="24664" y="29985"/>
                    <a:pt x="27620" y="29985"/>
                  </a:cubicBezTo>
                  <a:cubicBezTo>
                    <a:pt x="28293" y="29985"/>
                    <a:pt x="28751" y="29923"/>
                    <a:pt x="28906" y="29811"/>
                  </a:cubicBezTo>
                  <a:cubicBezTo>
                    <a:pt x="29748" y="29210"/>
                    <a:pt x="24098" y="25722"/>
                    <a:pt x="23256" y="24762"/>
                  </a:cubicBezTo>
                  <a:cubicBezTo>
                    <a:pt x="22414" y="23800"/>
                    <a:pt x="23977" y="23078"/>
                    <a:pt x="24459" y="22958"/>
                  </a:cubicBezTo>
                  <a:cubicBezTo>
                    <a:pt x="24467" y="22956"/>
                    <a:pt x="24476" y="22955"/>
                    <a:pt x="24487" y="22955"/>
                  </a:cubicBezTo>
                  <a:cubicBezTo>
                    <a:pt x="25059" y="22955"/>
                    <a:pt x="29422" y="25700"/>
                    <a:pt x="31825" y="25700"/>
                  </a:cubicBezTo>
                  <a:cubicBezTo>
                    <a:pt x="32079" y="25700"/>
                    <a:pt x="32311" y="25669"/>
                    <a:pt x="32515" y="25601"/>
                  </a:cubicBezTo>
                  <a:cubicBezTo>
                    <a:pt x="34634" y="24898"/>
                    <a:pt x="30535" y="23387"/>
                    <a:pt x="26075" y="19828"/>
                  </a:cubicBezTo>
                  <a:cubicBezTo>
                    <a:pt x="26707" y="18171"/>
                    <a:pt x="26929" y="16225"/>
                    <a:pt x="26972" y="14640"/>
                  </a:cubicBezTo>
                  <a:lnTo>
                    <a:pt x="28308" y="14004"/>
                  </a:lnTo>
                  <a:lnTo>
                    <a:pt x="28314" y="14001"/>
                  </a:lnTo>
                  <a:cubicBezTo>
                    <a:pt x="28389" y="13965"/>
                    <a:pt x="28351" y="13866"/>
                    <a:pt x="28288" y="13866"/>
                  </a:cubicBezTo>
                  <a:cubicBezTo>
                    <a:pt x="28276" y="13866"/>
                    <a:pt x="28263" y="13869"/>
                    <a:pt x="28249" y="13878"/>
                  </a:cubicBezTo>
                  <a:lnTo>
                    <a:pt x="26975" y="14482"/>
                  </a:lnTo>
                  <a:cubicBezTo>
                    <a:pt x="26985" y="14038"/>
                    <a:pt x="26978" y="13628"/>
                    <a:pt x="26966" y="13261"/>
                  </a:cubicBezTo>
                  <a:lnTo>
                    <a:pt x="27719" y="12481"/>
                  </a:lnTo>
                  <a:cubicBezTo>
                    <a:pt x="27768" y="12429"/>
                    <a:pt x="27721" y="12359"/>
                    <a:pt x="27666" y="12359"/>
                  </a:cubicBezTo>
                  <a:cubicBezTo>
                    <a:pt x="27650" y="12359"/>
                    <a:pt x="27632" y="12366"/>
                    <a:pt x="27617" y="12382"/>
                  </a:cubicBezTo>
                  <a:lnTo>
                    <a:pt x="26957" y="13067"/>
                  </a:lnTo>
                  <a:cubicBezTo>
                    <a:pt x="26926" y="12444"/>
                    <a:pt x="26870" y="11975"/>
                    <a:pt x="26821" y="11744"/>
                  </a:cubicBezTo>
                  <a:cubicBezTo>
                    <a:pt x="26528" y="10433"/>
                    <a:pt x="21057" y="10180"/>
                    <a:pt x="21057" y="10180"/>
                  </a:cubicBezTo>
                  <a:cubicBezTo>
                    <a:pt x="21057" y="10180"/>
                    <a:pt x="20751" y="10094"/>
                    <a:pt x="20316" y="9986"/>
                  </a:cubicBezTo>
                  <a:cubicBezTo>
                    <a:pt x="19653" y="9695"/>
                    <a:pt x="18939" y="9544"/>
                    <a:pt x="18216" y="9544"/>
                  </a:cubicBezTo>
                  <a:cubicBezTo>
                    <a:pt x="18096" y="9544"/>
                    <a:pt x="17976" y="9548"/>
                    <a:pt x="17855" y="9557"/>
                  </a:cubicBezTo>
                  <a:cubicBezTo>
                    <a:pt x="16072" y="7635"/>
                    <a:pt x="13990" y="6207"/>
                    <a:pt x="11270" y="6072"/>
                  </a:cubicBezTo>
                  <a:cubicBezTo>
                    <a:pt x="11133" y="6065"/>
                    <a:pt x="10998" y="6061"/>
                    <a:pt x="10865" y="6061"/>
                  </a:cubicBezTo>
                  <a:cubicBezTo>
                    <a:pt x="8729" y="6061"/>
                    <a:pt x="7057" y="6930"/>
                    <a:pt x="5765" y="8129"/>
                  </a:cubicBezTo>
                  <a:cubicBezTo>
                    <a:pt x="3082" y="4793"/>
                    <a:pt x="4422" y="1768"/>
                    <a:pt x="6683" y="1768"/>
                  </a:cubicBezTo>
                  <a:cubicBezTo>
                    <a:pt x="6909" y="1768"/>
                    <a:pt x="7145" y="1798"/>
                    <a:pt x="7387" y="1862"/>
                  </a:cubicBezTo>
                  <a:cubicBezTo>
                    <a:pt x="11030" y="2818"/>
                    <a:pt x="13297" y="5748"/>
                    <a:pt x="15847" y="6383"/>
                  </a:cubicBezTo>
                  <a:cubicBezTo>
                    <a:pt x="16043" y="6432"/>
                    <a:pt x="16239" y="6454"/>
                    <a:pt x="16434" y="6454"/>
                  </a:cubicBezTo>
                  <a:cubicBezTo>
                    <a:pt x="18652" y="6454"/>
                    <a:pt x="20593" y="3557"/>
                    <a:pt x="17322" y="3557"/>
                  </a:cubicBezTo>
                  <a:cubicBezTo>
                    <a:pt x="17137" y="3557"/>
                    <a:pt x="16934" y="3566"/>
                    <a:pt x="16714" y="3586"/>
                  </a:cubicBezTo>
                  <a:cubicBezTo>
                    <a:pt x="16576" y="3598"/>
                    <a:pt x="16440" y="3604"/>
                    <a:pt x="16306" y="3604"/>
                  </a:cubicBezTo>
                  <a:cubicBezTo>
                    <a:pt x="13002" y="3604"/>
                    <a:pt x="11029" y="1"/>
                    <a:pt x="7900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5" name="Google Shape;7235;p21"/>
            <p:cNvSpPr/>
            <p:nvPr/>
          </p:nvSpPr>
          <p:spPr>
            <a:xfrm flipH="1">
              <a:off x="7274622" y="218313"/>
              <a:ext cx="1392859" cy="1205956"/>
            </a:xfrm>
            <a:custGeom>
              <a:rect b="b" l="l" r="r" t="t"/>
              <a:pathLst>
                <a:path extrusionOk="0" h="29984" w="34631">
                  <a:moveTo>
                    <a:pt x="7898" y="1"/>
                  </a:moveTo>
                  <a:cubicBezTo>
                    <a:pt x="7085" y="1"/>
                    <a:pt x="6194" y="244"/>
                    <a:pt x="5182" y="855"/>
                  </a:cubicBezTo>
                  <a:cubicBezTo>
                    <a:pt x="0" y="3992"/>
                    <a:pt x="2893" y="8813"/>
                    <a:pt x="3973" y="10302"/>
                  </a:cubicBezTo>
                  <a:cubicBezTo>
                    <a:pt x="2455" y="12656"/>
                    <a:pt x="1891" y="15114"/>
                    <a:pt x="1891" y="15114"/>
                  </a:cubicBezTo>
                  <a:cubicBezTo>
                    <a:pt x="222" y="23398"/>
                    <a:pt x="8818" y="21153"/>
                    <a:pt x="13630" y="25363"/>
                  </a:cubicBezTo>
                  <a:cubicBezTo>
                    <a:pt x="17549" y="28790"/>
                    <a:pt x="24661" y="29984"/>
                    <a:pt x="27618" y="29984"/>
                  </a:cubicBezTo>
                  <a:cubicBezTo>
                    <a:pt x="28292" y="29984"/>
                    <a:pt x="28750" y="29922"/>
                    <a:pt x="28906" y="29810"/>
                  </a:cubicBezTo>
                  <a:cubicBezTo>
                    <a:pt x="29748" y="29212"/>
                    <a:pt x="24095" y="25721"/>
                    <a:pt x="23253" y="24761"/>
                  </a:cubicBezTo>
                  <a:cubicBezTo>
                    <a:pt x="22411" y="23799"/>
                    <a:pt x="23974" y="23077"/>
                    <a:pt x="24456" y="22957"/>
                  </a:cubicBezTo>
                  <a:cubicBezTo>
                    <a:pt x="24464" y="22955"/>
                    <a:pt x="24473" y="22954"/>
                    <a:pt x="24484" y="22954"/>
                  </a:cubicBezTo>
                  <a:cubicBezTo>
                    <a:pt x="25059" y="22954"/>
                    <a:pt x="29422" y="25702"/>
                    <a:pt x="31823" y="25702"/>
                  </a:cubicBezTo>
                  <a:cubicBezTo>
                    <a:pt x="32077" y="25702"/>
                    <a:pt x="32309" y="25671"/>
                    <a:pt x="32512" y="25603"/>
                  </a:cubicBezTo>
                  <a:cubicBezTo>
                    <a:pt x="34631" y="24897"/>
                    <a:pt x="30532" y="23386"/>
                    <a:pt x="26072" y="19827"/>
                  </a:cubicBezTo>
                  <a:cubicBezTo>
                    <a:pt x="27256" y="16724"/>
                    <a:pt x="27006" y="12594"/>
                    <a:pt x="26818" y="11743"/>
                  </a:cubicBezTo>
                  <a:cubicBezTo>
                    <a:pt x="26525" y="10432"/>
                    <a:pt x="21054" y="10179"/>
                    <a:pt x="21054" y="10179"/>
                  </a:cubicBezTo>
                  <a:cubicBezTo>
                    <a:pt x="21054" y="10179"/>
                    <a:pt x="18910" y="9580"/>
                    <a:pt x="17918" y="9580"/>
                  </a:cubicBezTo>
                  <a:cubicBezTo>
                    <a:pt x="17903" y="9580"/>
                    <a:pt x="17888" y="9580"/>
                    <a:pt x="17874" y="9581"/>
                  </a:cubicBezTo>
                  <a:cubicBezTo>
                    <a:pt x="16088" y="7644"/>
                    <a:pt x="14000" y="6209"/>
                    <a:pt x="11267" y="6071"/>
                  </a:cubicBezTo>
                  <a:cubicBezTo>
                    <a:pt x="11134" y="6064"/>
                    <a:pt x="11002" y="6061"/>
                    <a:pt x="10872" y="6061"/>
                  </a:cubicBezTo>
                  <a:cubicBezTo>
                    <a:pt x="8733" y="6061"/>
                    <a:pt x="7056" y="6930"/>
                    <a:pt x="5762" y="8131"/>
                  </a:cubicBezTo>
                  <a:cubicBezTo>
                    <a:pt x="3079" y="4792"/>
                    <a:pt x="4419" y="1770"/>
                    <a:pt x="6679" y="1770"/>
                  </a:cubicBezTo>
                  <a:cubicBezTo>
                    <a:pt x="6906" y="1770"/>
                    <a:pt x="7142" y="1800"/>
                    <a:pt x="7384" y="1864"/>
                  </a:cubicBezTo>
                  <a:cubicBezTo>
                    <a:pt x="11027" y="2820"/>
                    <a:pt x="13297" y="5750"/>
                    <a:pt x="15844" y="6382"/>
                  </a:cubicBezTo>
                  <a:cubicBezTo>
                    <a:pt x="16040" y="6431"/>
                    <a:pt x="16236" y="6453"/>
                    <a:pt x="16431" y="6453"/>
                  </a:cubicBezTo>
                  <a:cubicBezTo>
                    <a:pt x="18650" y="6453"/>
                    <a:pt x="20591" y="3556"/>
                    <a:pt x="17316" y="3556"/>
                  </a:cubicBezTo>
                  <a:cubicBezTo>
                    <a:pt x="17131" y="3556"/>
                    <a:pt x="16930" y="3565"/>
                    <a:pt x="16711" y="3585"/>
                  </a:cubicBezTo>
                  <a:cubicBezTo>
                    <a:pt x="16573" y="3597"/>
                    <a:pt x="16437" y="3603"/>
                    <a:pt x="16303" y="3603"/>
                  </a:cubicBezTo>
                  <a:cubicBezTo>
                    <a:pt x="13001" y="3603"/>
                    <a:pt x="11029" y="1"/>
                    <a:pt x="7898" y="1"/>
                  </a:cubicBezTo>
                  <a:close/>
                </a:path>
              </a:pathLst>
            </a:custGeom>
            <a:solidFill>
              <a:srgbClr val="B6B7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6" name="Google Shape;7236;p21"/>
            <p:cNvSpPr/>
            <p:nvPr/>
          </p:nvSpPr>
          <p:spPr>
            <a:xfrm flipH="1">
              <a:off x="8077200" y="804214"/>
              <a:ext cx="114909" cy="78188"/>
            </a:xfrm>
            <a:custGeom>
              <a:rect b="b" l="l" r="r" t="t"/>
              <a:pathLst>
                <a:path extrusionOk="0" h="1944" w="2857">
                  <a:moveTo>
                    <a:pt x="343" y="1"/>
                  </a:moveTo>
                  <a:cubicBezTo>
                    <a:pt x="311" y="1"/>
                    <a:pt x="286" y="2"/>
                    <a:pt x="269" y="4"/>
                  </a:cubicBezTo>
                  <a:cubicBezTo>
                    <a:pt x="0" y="38"/>
                    <a:pt x="1262" y="1944"/>
                    <a:pt x="1262" y="1944"/>
                  </a:cubicBezTo>
                  <a:cubicBezTo>
                    <a:pt x="1262" y="1944"/>
                    <a:pt x="2856" y="504"/>
                    <a:pt x="2801" y="349"/>
                  </a:cubicBezTo>
                  <a:cubicBezTo>
                    <a:pt x="2752" y="202"/>
                    <a:pt x="810" y="1"/>
                    <a:pt x="343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7" name="Google Shape;7237;p21"/>
            <p:cNvSpPr/>
            <p:nvPr/>
          </p:nvSpPr>
          <p:spPr>
            <a:xfrm flipH="1">
              <a:off x="7609153" y="843107"/>
              <a:ext cx="359285" cy="307804"/>
            </a:xfrm>
            <a:custGeom>
              <a:rect b="b" l="l" r="r" t="t"/>
              <a:pathLst>
                <a:path extrusionOk="0" h="7653" w="8933">
                  <a:moveTo>
                    <a:pt x="3057" y="1"/>
                  </a:moveTo>
                  <a:cubicBezTo>
                    <a:pt x="2960" y="1"/>
                    <a:pt x="2859" y="4"/>
                    <a:pt x="2754" y="12"/>
                  </a:cubicBezTo>
                  <a:cubicBezTo>
                    <a:pt x="318" y="181"/>
                    <a:pt x="3007" y="3737"/>
                    <a:pt x="1502" y="4734"/>
                  </a:cubicBezTo>
                  <a:cubicBezTo>
                    <a:pt x="0" y="5730"/>
                    <a:pt x="583" y="6976"/>
                    <a:pt x="583" y="6976"/>
                  </a:cubicBezTo>
                  <a:cubicBezTo>
                    <a:pt x="529" y="7307"/>
                    <a:pt x="1466" y="7653"/>
                    <a:pt x="2701" y="7653"/>
                  </a:cubicBezTo>
                  <a:cubicBezTo>
                    <a:pt x="4073" y="7653"/>
                    <a:pt x="5814" y="7226"/>
                    <a:pt x="6971" y="5878"/>
                  </a:cubicBezTo>
                  <a:cubicBezTo>
                    <a:pt x="8932" y="3592"/>
                    <a:pt x="8531" y="1090"/>
                    <a:pt x="7158" y="1090"/>
                  </a:cubicBezTo>
                  <a:cubicBezTo>
                    <a:pt x="6992" y="1090"/>
                    <a:pt x="6811" y="1127"/>
                    <a:pt x="6619" y="1205"/>
                  </a:cubicBezTo>
                  <a:cubicBezTo>
                    <a:pt x="6457" y="1271"/>
                    <a:pt x="6313" y="1300"/>
                    <a:pt x="6181" y="1300"/>
                  </a:cubicBezTo>
                  <a:cubicBezTo>
                    <a:pt x="5292" y="1300"/>
                    <a:pt x="4925" y="1"/>
                    <a:pt x="3057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8" name="Google Shape;7238;p21"/>
            <p:cNvSpPr/>
            <p:nvPr/>
          </p:nvSpPr>
          <p:spPr>
            <a:xfrm flipH="1">
              <a:off x="7836436" y="623219"/>
              <a:ext cx="114909" cy="68173"/>
            </a:xfrm>
            <a:custGeom>
              <a:rect b="b" l="l" r="r" t="t"/>
              <a:pathLst>
                <a:path extrusionOk="0" h="1695" w="2857">
                  <a:moveTo>
                    <a:pt x="291" y="1"/>
                  </a:moveTo>
                  <a:cubicBezTo>
                    <a:pt x="1" y="1"/>
                    <a:pt x="1074" y="1694"/>
                    <a:pt x="1074" y="1694"/>
                  </a:cubicBezTo>
                  <a:cubicBezTo>
                    <a:pt x="1074" y="1694"/>
                    <a:pt x="2857" y="756"/>
                    <a:pt x="2579" y="553"/>
                  </a:cubicBezTo>
                  <a:cubicBezTo>
                    <a:pt x="2302" y="352"/>
                    <a:pt x="581" y="1"/>
                    <a:pt x="291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9" name="Google Shape;7239;p21"/>
            <p:cNvSpPr/>
            <p:nvPr/>
          </p:nvSpPr>
          <p:spPr>
            <a:xfrm flipH="1">
              <a:off x="7766933" y="911845"/>
              <a:ext cx="76619" cy="68575"/>
            </a:xfrm>
            <a:custGeom>
              <a:rect b="b" l="l" r="r" t="t"/>
              <a:pathLst>
                <a:path extrusionOk="0" h="1705" w="1905">
                  <a:moveTo>
                    <a:pt x="568" y="0"/>
                  </a:moveTo>
                  <a:cubicBezTo>
                    <a:pt x="521" y="0"/>
                    <a:pt x="475" y="48"/>
                    <a:pt x="504" y="104"/>
                  </a:cubicBezTo>
                  <a:lnTo>
                    <a:pt x="1281" y="1563"/>
                  </a:lnTo>
                  <a:cubicBezTo>
                    <a:pt x="1278" y="1563"/>
                    <a:pt x="1275" y="1563"/>
                    <a:pt x="1271" y="1563"/>
                  </a:cubicBezTo>
                  <a:cubicBezTo>
                    <a:pt x="922" y="1563"/>
                    <a:pt x="357" y="1076"/>
                    <a:pt x="152" y="869"/>
                  </a:cubicBezTo>
                  <a:cubicBezTo>
                    <a:pt x="136" y="853"/>
                    <a:pt x="118" y="846"/>
                    <a:pt x="101" y="846"/>
                  </a:cubicBezTo>
                  <a:cubicBezTo>
                    <a:pt x="47" y="846"/>
                    <a:pt x="1" y="916"/>
                    <a:pt x="50" y="967"/>
                  </a:cubicBezTo>
                  <a:cubicBezTo>
                    <a:pt x="134" y="1051"/>
                    <a:pt x="794" y="1704"/>
                    <a:pt x="1272" y="1704"/>
                  </a:cubicBezTo>
                  <a:cubicBezTo>
                    <a:pt x="1318" y="1704"/>
                    <a:pt x="1361" y="1698"/>
                    <a:pt x="1407" y="1683"/>
                  </a:cubicBezTo>
                  <a:lnTo>
                    <a:pt x="1411" y="1683"/>
                  </a:lnTo>
                  <a:cubicBezTo>
                    <a:pt x="1904" y="1513"/>
                    <a:pt x="1713" y="369"/>
                    <a:pt x="1688" y="239"/>
                  </a:cubicBezTo>
                  <a:cubicBezTo>
                    <a:pt x="1682" y="198"/>
                    <a:pt x="1652" y="180"/>
                    <a:pt x="1622" y="180"/>
                  </a:cubicBezTo>
                  <a:cubicBezTo>
                    <a:pt x="1582" y="180"/>
                    <a:pt x="1541" y="212"/>
                    <a:pt x="1549" y="264"/>
                  </a:cubicBezTo>
                  <a:cubicBezTo>
                    <a:pt x="1602" y="545"/>
                    <a:pt x="1676" y="1337"/>
                    <a:pt x="1420" y="1519"/>
                  </a:cubicBezTo>
                  <a:lnTo>
                    <a:pt x="630" y="39"/>
                  </a:lnTo>
                  <a:cubicBezTo>
                    <a:pt x="615" y="12"/>
                    <a:pt x="592" y="0"/>
                    <a:pt x="56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0" name="Google Shape;7240;p21"/>
            <p:cNvSpPr/>
            <p:nvPr/>
          </p:nvSpPr>
          <p:spPr>
            <a:xfrm flipH="1">
              <a:off x="7810491" y="892499"/>
              <a:ext cx="34670" cy="21357"/>
            </a:xfrm>
            <a:custGeom>
              <a:rect b="b" l="l" r="r" t="t"/>
              <a:pathLst>
                <a:path extrusionOk="0" h="531" w="862">
                  <a:moveTo>
                    <a:pt x="820" y="0"/>
                  </a:moveTo>
                  <a:cubicBezTo>
                    <a:pt x="356" y="0"/>
                    <a:pt x="1" y="492"/>
                    <a:pt x="1" y="492"/>
                  </a:cubicBezTo>
                  <a:cubicBezTo>
                    <a:pt x="1" y="492"/>
                    <a:pt x="409" y="530"/>
                    <a:pt x="571" y="530"/>
                  </a:cubicBezTo>
                  <a:cubicBezTo>
                    <a:pt x="599" y="530"/>
                    <a:pt x="620" y="529"/>
                    <a:pt x="630" y="526"/>
                  </a:cubicBezTo>
                  <a:cubicBezTo>
                    <a:pt x="695" y="505"/>
                    <a:pt x="861" y="2"/>
                    <a:pt x="861" y="2"/>
                  </a:cubicBezTo>
                  <a:cubicBezTo>
                    <a:pt x="848" y="1"/>
                    <a:pt x="834" y="0"/>
                    <a:pt x="820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1" name="Google Shape;7241;p21"/>
            <p:cNvSpPr/>
            <p:nvPr/>
          </p:nvSpPr>
          <p:spPr>
            <a:xfrm flipH="1">
              <a:off x="7922750" y="919206"/>
              <a:ext cx="102320" cy="28476"/>
            </a:xfrm>
            <a:custGeom>
              <a:rect b="b" l="l" r="r" t="t"/>
              <a:pathLst>
                <a:path extrusionOk="0" h="708" w="2544">
                  <a:moveTo>
                    <a:pt x="1107" y="0"/>
                  </a:moveTo>
                  <a:cubicBezTo>
                    <a:pt x="1018" y="0"/>
                    <a:pt x="931" y="9"/>
                    <a:pt x="847" y="26"/>
                  </a:cubicBezTo>
                  <a:cubicBezTo>
                    <a:pt x="511" y="93"/>
                    <a:pt x="218" y="294"/>
                    <a:pt x="33" y="581"/>
                  </a:cubicBezTo>
                  <a:cubicBezTo>
                    <a:pt x="1" y="638"/>
                    <a:pt x="49" y="689"/>
                    <a:pt x="97" y="689"/>
                  </a:cubicBezTo>
                  <a:cubicBezTo>
                    <a:pt x="119" y="689"/>
                    <a:pt x="141" y="678"/>
                    <a:pt x="156" y="652"/>
                  </a:cubicBezTo>
                  <a:cubicBezTo>
                    <a:pt x="323" y="402"/>
                    <a:pt x="582" y="226"/>
                    <a:pt x="875" y="164"/>
                  </a:cubicBezTo>
                  <a:cubicBezTo>
                    <a:pt x="950" y="149"/>
                    <a:pt x="1027" y="142"/>
                    <a:pt x="1106" y="142"/>
                  </a:cubicBezTo>
                  <a:cubicBezTo>
                    <a:pt x="1500" y="142"/>
                    <a:pt x="1939" y="327"/>
                    <a:pt x="2420" y="692"/>
                  </a:cubicBezTo>
                  <a:cubicBezTo>
                    <a:pt x="2432" y="701"/>
                    <a:pt x="2448" y="707"/>
                    <a:pt x="2463" y="707"/>
                  </a:cubicBezTo>
                  <a:cubicBezTo>
                    <a:pt x="2485" y="707"/>
                    <a:pt x="2506" y="698"/>
                    <a:pt x="2519" y="679"/>
                  </a:cubicBezTo>
                  <a:cubicBezTo>
                    <a:pt x="2543" y="649"/>
                    <a:pt x="2537" y="605"/>
                    <a:pt x="2506" y="581"/>
                  </a:cubicBezTo>
                  <a:cubicBezTo>
                    <a:pt x="2001" y="195"/>
                    <a:pt x="1531" y="0"/>
                    <a:pt x="110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2" name="Google Shape;7242;p21"/>
            <p:cNvSpPr/>
            <p:nvPr/>
          </p:nvSpPr>
          <p:spPr>
            <a:xfrm flipH="1">
              <a:off x="7728280" y="749875"/>
              <a:ext cx="49752" cy="97292"/>
            </a:xfrm>
            <a:custGeom>
              <a:rect b="b" l="l" r="r" t="t"/>
              <a:pathLst>
                <a:path extrusionOk="0" h="2419" w="1237">
                  <a:moveTo>
                    <a:pt x="1139" y="1"/>
                  </a:moveTo>
                  <a:cubicBezTo>
                    <a:pt x="1138" y="1"/>
                    <a:pt x="1137" y="1"/>
                    <a:pt x="1136" y="1"/>
                  </a:cubicBezTo>
                  <a:cubicBezTo>
                    <a:pt x="1111" y="4"/>
                    <a:pt x="519" y="63"/>
                    <a:pt x="241" y="559"/>
                  </a:cubicBezTo>
                  <a:cubicBezTo>
                    <a:pt x="1" y="991"/>
                    <a:pt x="78" y="1605"/>
                    <a:pt x="469" y="2382"/>
                  </a:cubicBezTo>
                  <a:cubicBezTo>
                    <a:pt x="481" y="2406"/>
                    <a:pt x="505" y="2418"/>
                    <a:pt x="533" y="2419"/>
                  </a:cubicBezTo>
                  <a:lnTo>
                    <a:pt x="533" y="2419"/>
                  </a:lnTo>
                  <a:cubicBezTo>
                    <a:pt x="584" y="2418"/>
                    <a:pt x="617" y="2363"/>
                    <a:pt x="596" y="2317"/>
                  </a:cubicBezTo>
                  <a:cubicBezTo>
                    <a:pt x="226" y="1586"/>
                    <a:pt x="149" y="1016"/>
                    <a:pt x="365" y="630"/>
                  </a:cubicBezTo>
                  <a:cubicBezTo>
                    <a:pt x="602" y="198"/>
                    <a:pt x="1142" y="143"/>
                    <a:pt x="1148" y="143"/>
                  </a:cubicBezTo>
                  <a:cubicBezTo>
                    <a:pt x="1236" y="131"/>
                    <a:pt x="1225" y="1"/>
                    <a:pt x="1139" y="1"/>
                  </a:cubicBezTo>
                  <a:close/>
                  <a:moveTo>
                    <a:pt x="533" y="2419"/>
                  </a:moveTo>
                  <a:cubicBezTo>
                    <a:pt x="532" y="2419"/>
                    <a:pt x="532" y="2419"/>
                    <a:pt x="531" y="2419"/>
                  </a:cubicBezTo>
                  <a:lnTo>
                    <a:pt x="534" y="2419"/>
                  </a:lnTo>
                  <a:cubicBezTo>
                    <a:pt x="534" y="2419"/>
                    <a:pt x="533" y="2419"/>
                    <a:pt x="533" y="2419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3" name="Google Shape;7243;p21"/>
            <p:cNvSpPr/>
            <p:nvPr/>
          </p:nvSpPr>
          <p:spPr>
            <a:xfrm flipH="1">
              <a:off x="7583380" y="602143"/>
              <a:ext cx="666928" cy="584678"/>
            </a:xfrm>
            <a:custGeom>
              <a:rect b="b" l="l" r="r" t="t"/>
              <a:pathLst>
                <a:path extrusionOk="0" h="14537" w="16582">
                  <a:moveTo>
                    <a:pt x="7844" y="1"/>
                  </a:moveTo>
                  <a:cubicBezTo>
                    <a:pt x="7379" y="1"/>
                    <a:pt x="7083" y="64"/>
                    <a:pt x="7076" y="65"/>
                  </a:cubicBezTo>
                  <a:cubicBezTo>
                    <a:pt x="7039" y="75"/>
                    <a:pt x="7014" y="108"/>
                    <a:pt x="7021" y="145"/>
                  </a:cubicBezTo>
                  <a:cubicBezTo>
                    <a:pt x="7212" y="1308"/>
                    <a:pt x="7391" y="2610"/>
                    <a:pt x="7357" y="2798"/>
                  </a:cubicBezTo>
                  <a:cubicBezTo>
                    <a:pt x="7119" y="2931"/>
                    <a:pt x="4664" y="4127"/>
                    <a:pt x="4470" y="4204"/>
                  </a:cubicBezTo>
                  <a:cubicBezTo>
                    <a:pt x="4459" y="4207"/>
                    <a:pt x="4436" y="4208"/>
                    <a:pt x="4404" y="4208"/>
                  </a:cubicBezTo>
                  <a:cubicBezTo>
                    <a:pt x="4245" y="4208"/>
                    <a:pt x="3851" y="4180"/>
                    <a:pt x="3437" y="4149"/>
                  </a:cubicBezTo>
                  <a:cubicBezTo>
                    <a:pt x="2528" y="4082"/>
                    <a:pt x="1698" y="4028"/>
                    <a:pt x="1082" y="4028"/>
                  </a:cubicBezTo>
                  <a:cubicBezTo>
                    <a:pt x="527" y="4028"/>
                    <a:pt x="148" y="4072"/>
                    <a:pt x="44" y="4192"/>
                  </a:cubicBezTo>
                  <a:cubicBezTo>
                    <a:pt x="13" y="4229"/>
                    <a:pt x="1" y="4275"/>
                    <a:pt x="13" y="4322"/>
                  </a:cubicBezTo>
                  <a:cubicBezTo>
                    <a:pt x="121" y="4793"/>
                    <a:pt x="935" y="7245"/>
                    <a:pt x="1018" y="7492"/>
                  </a:cubicBezTo>
                  <a:cubicBezTo>
                    <a:pt x="978" y="7757"/>
                    <a:pt x="503" y="10968"/>
                    <a:pt x="1154" y="12843"/>
                  </a:cubicBezTo>
                  <a:cubicBezTo>
                    <a:pt x="1173" y="12921"/>
                    <a:pt x="1595" y="14537"/>
                    <a:pt x="7283" y="14537"/>
                  </a:cubicBezTo>
                  <a:cubicBezTo>
                    <a:pt x="7884" y="14537"/>
                    <a:pt x="8544" y="14518"/>
                    <a:pt x="9269" y="14475"/>
                  </a:cubicBezTo>
                  <a:cubicBezTo>
                    <a:pt x="11428" y="14358"/>
                    <a:pt x="13134" y="13599"/>
                    <a:pt x="14340" y="12224"/>
                  </a:cubicBezTo>
                  <a:cubicBezTo>
                    <a:pt x="16582" y="9664"/>
                    <a:pt x="16307" y="5790"/>
                    <a:pt x="16304" y="5750"/>
                  </a:cubicBezTo>
                  <a:cubicBezTo>
                    <a:pt x="16304" y="5712"/>
                    <a:pt x="16271" y="5685"/>
                    <a:pt x="16233" y="5685"/>
                  </a:cubicBezTo>
                  <a:cubicBezTo>
                    <a:pt x="16231" y="5685"/>
                    <a:pt x="16229" y="5685"/>
                    <a:pt x="16227" y="5685"/>
                  </a:cubicBezTo>
                  <a:cubicBezTo>
                    <a:pt x="16187" y="5688"/>
                    <a:pt x="16159" y="5725"/>
                    <a:pt x="16162" y="5762"/>
                  </a:cubicBezTo>
                  <a:cubicBezTo>
                    <a:pt x="16165" y="5802"/>
                    <a:pt x="16434" y="9617"/>
                    <a:pt x="14229" y="12134"/>
                  </a:cubicBezTo>
                  <a:cubicBezTo>
                    <a:pt x="13050" y="13479"/>
                    <a:pt x="11382" y="14219"/>
                    <a:pt x="9260" y="14336"/>
                  </a:cubicBezTo>
                  <a:cubicBezTo>
                    <a:pt x="8546" y="14375"/>
                    <a:pt x="7896" y="14393"/>
                    <a:pt x="7304" y="14393"/>
                  </a:cubicBezTo>
                  <a:cubicBezTo>
                    <a:pt x="1739" y="14393"/>
                    <a:pt x="1295" y="12829"/>
                    <a:pt x="1290" y="12806"/>
                  </a:cubicBezTo>
                  <a:cubicBezTo>
                    <a:pt x="624" y="10882"/>
                    <a:pt x="1154" y="7529"/>
                    <a:pt x="1160" y="7495"/>
                  </a:cubicBezTo>
                  <a:cubicBezTo>
                    <a:pt x="1163" y="7483"/>
                    <a:pt x="1160" y="7474"/>
                    <a:pt x="1157" y="7461"/>
                  </a:cubicBezTo>
                  <a:cubicBezTo>
                    <a:pt x="1148" y="7437"/>
                    <a:pt x="260" y="4769"/>
                    <a:pt x="149" y="4288"/>
                  </a:cubicBezTo>
                  <a:cubicBezTo>
                    <a:pt x="177" y="4198"/>
                    <a:pt x="534" y="4168"/>
                    <a:pt x="1014" y="4168"/>
                  </a:cubicBezTo>
                  <a:cubicBezTo>
                    <a:pt x="1790" y="4168"/>
                    <a:pt x="2886" y="4248"/>
                    <a:pt x="3427" y="4288"/>
                  </a:cubicBezTo>
                  <a:cubicBezTo>
                    <a:pt x="3960" y="4326"/>
                    <a:pt x="4247" y="4347"/>
                    <a:pt x="4394" y="4347"/>
                  </a:cubicBezTo>
                  <a:cubicBezTo>
                    <a:pt x="4461" y="4347"/>
                    <a:pt x="4499" y="4343"/>
                    <a:pt x="4519" y="4334"/>
                  </a:cubicBezTo>
                  <a:cubicBezTo>
                    <a:pt x="4661" y="4278"/>
                    <a:pt x="7310" y="3002"/>
                    <a:pt x="7449" y="2909"/>
                  </a:cubicBezTo>
                  <a:cubicBezTo>
                    <a:pt x="7492" y="2878"/>
                    <a:pt x="7597" y="2810"/>
                    <a:pt x="7172" y="192"/>
                  </a:cubicBezTo>
                  <a:cubicBezTo>
                    <a:pt x="7281" y="174"/>
                    <a:pt x="7519" y="142"/>
                    <a:pt x="7843" y="142"/>
                  </a:cubicBezTo>
                  <a:cubicBezTo>
                    <a:pt x="8454" y="142"/>
                    <a:pt x="9368" y="254"/>
                    <a:pt x="10293" y="778"/>
                  </a:cubicBezTo>
                  <a:cubicBezTo>
                    <a:pt x="10306" y="786"/>
                    <a:pt x="10318" y="789"/>
                    <a:pt x="10330" y="789"/>
                  </a:cubicBezTo>
                  <a:cubicBezTo>
                    <a:pt x="10393" y="789"/>
                    <a:pt x="10433" y="694"/>
                    <a:pt x="10361" y="657"/>
                  </a:cubicBezTo>
                  <a:cubicBezTo>
                    <a:pt x="9412" y="116"/>
                    <a:pt x="8473" y="1"/>
                    <a:pt x="784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4" name="Google Shape;7244;p21"/>
            <p:cNvSpPr/>
            <p:nvPr/>
          </p:nvSpPr>
          <p:spPr>
            <a:xfrm flipH="1">
              <a:off x="8103864" y="822112"/>
              <a:ext cx="50798" cy="33423"/>
            </a:xfrm>
            <a:custGeom>
              <a:rect b="b" l="l" r="r" t="t"/>
              <a:pathLst>
                <a:path extrusionOk="0" h="831" w="1263">
                  <a:moveTo>
                    <a:pt x="133" y="0"/>
                  </a:moveTo>
                  <a:cubicBezTo>
                    <a:pt x="69" y="0"/>
                    <a:pt x="31" y="99"/>
                    <a:pt x="102" y="136"/>
                  </a:cubicBezTo>
                  <a:cubicBezTo>
                    <a:pt x="479" y="327"/>
                    <a:pt x="895" y="564"/>
                    <a:pt x="1055" y="688"/>
                  </a:cubicBezTo>
                  <a:cubicBezTo>
                    <a:pt x="917" y="675"/>
                    <a:pt x="661" y="614"/>
                    <a:pt x="491" y="574"/>
                  </a:cubicBezTo>
                  <a:cubicBezTo>
                    <a:pt x="340" y="537"/>
                    <a:pt x="198" y="500"/>
                    <a:pt x="109" y="487"/>
                  </a:cubicBezTo>
                  <a:cubicBezTo>
                    <a:pt x="106" y="487"/>
                    <a:pt x="102" y="487"/>
                    <a:pt x="100" y="487"/>
                  </a:cubicBezTo>
                  <a:cubicBezTo>
                    <a:pt x="15" y="487"/>
                    <a:pt x="1" y="611"/>
                    <a:pt x="87" y="629"/>
                  </a:cubicBezTo>
                  <a:cubicBezTo>
                    <a:pt x="173" y="641"/>
                    <a:pt x="312" y="672"/>
                    <a:pt x="457" y="709"/>
                  </a:cubicBezTo>
                  <a:cubicBezTo>
                    <a:pt x="772" y="786"/>
                    <a:pt x="975" y="830"/>
                    <a:pt x="1099" y="830"/>
                  </a:cubicBezTo>
                  <a:cubicBezTo>
                    <a:pt x="1104" y="830"/>
                    <a:pt x="1109" y="830"/>
                    <a:pt x="1115" y="830"/>
                  </a:cubicBezTo>
                  <a:cubicBezTo>
                    <a:pt x="1153" y="830"/>
                    <a:pt x="1190" y="821"/>
                    <a:pt x="1222" y="802"/>
                  </a:cubicBezTo>
                  <a:cubicBezTo>
                    <a:pt x="1247" y="786"/>
                    <a:pt x="1262" y="756"/>
                    <a:pt x="1259" y="725"/>
                  </a:cubicBezTo>
                  <a:cubicBezTo>
                    <a:pt x="1259" y="688"/>
                    <a:pt x="1253" y="567"/>
                    <a:pt x="167" y="9"/>
                  </a:cubicBezTo>
                  <a:cubicBezTo>
                    <a:pt x="155" y="3"/>
                    <a:pt x="144" y="0"/>
                    <a:pt x="13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5" name="Google Shape;7245;p21"/>
            <p:cNvSpPr/>
            <p:nvPr/>
          </p:nvSpPr>
          <p:spPr>
            <a:xfrm flipH="1">
              <a:off x="7881803" y="635687"/>
              <a:ext cx="33423" cy="39174"/>
            </a:xfrm>
            <a:custGeom>
              <a:rect b="b" l="l" r="r" t="t"/>
              <a:pathLst>
                <a:path extrusionOk="0" h="974" w="831">
                  <a:moveTo>
                    <a:pt x="616" y="0"/>
                  </a:moveTo>
                  <a:cubicBezTo>
                    <a:pt x="576" y="0"/>
                    <a:pt x="536" y="32"/>
                    <a:pt x="546" y="86"/>
                  </a:cubicBezTo>
                  <a:cubicBezTo>
                    <a:pt x="602" y="351"/>
                    <a:pt x="645" y="665"/>
                    <a:pt x="639" y="798"/>
                  </a:cubicBezTo>
                  <a:cubicBezTo>
                    <a:pt x="537" y="690"/>
                    <a:pt x="321" y="363"/>
                    <a:pt x="151" y="73"/>
                  </a:cubicBezTo>
                  <a:cubicBezTo>
                    <a:pt x="136" y="49"/>
                    <a:pt x="115" y="39"/>
                    <a:pt x="93" y="39"/>
                  </a:cubicBezTo>
                  <a:cubicBezTo>
                    <a:pt x="46" y="39"/>
                    <a:pt x="0" y="89"/>
                    <a:pt x="28" y="144"/>
                  </a:cubicBezTo>
                  <a:cubicBezTo>
                    <a:pt x="349" y="690"/>
                    <a:pt x="565" y="971"/>
                    <a:pt x="670" y="974"/>
                  </a:cubicBezTo>
                  <a:cubicBezTo>
                    <a:pt x="700" y="974"/>
                    <a:pt x="731" y="958"/>
                    <a:pt x="747" y="934"/>
                  </a:cubicBezTo>
                  <a:cubicBezTo>
                    <a:pt x="830" y="807"/>
                    <a:pt x="731" y="277"/>
                    <a:pt x="682" y="55"/>
                  </a:cubicBezTo>
                  <a:cubicBezTo>
                    <a:pt x="674" y="17"/>
                    <a:pt x="646" y="0"/>
                    <a:pt x="61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6" name="Google Shape;7246;p21"/>
            <p:cNvSpPr/>
            <p:nvPr/>
          </p:nvSpPr>
          <p:spPr>
            <a:xfrm flipH="1">
              <a:off x="7904410" y="745370"/>
              <a:ext cx="119735" cy="92385"/>
            </a:xfrm>
            <a:custGeom>
              <a:rect b="b" l="l" r="r" t="t"/>
              <a:pathLst>
                <a:path extrusionOk="0" h="2297" w="2977">
                  <a:moveTo>
                    <a:pt x="1860" y="739"/>
                  </a:moveTo>
                  <a:cubicBezTo>
                    <a:pt x="1947" y="761"/>
                    <a:pt x="2027" y="801"/>
                    <a:pt x="2098" y="856"/>
                  </a:cubicBezTo>
                  <a:cubicBezTo>
                    <a:pt x="2014" y="825"/>
                    <a:pt x="1934" y="785"/>
                    <a:pt x="1860" y="739"/>
                  </a:cubicBezTo>
                  <a:close/>
                  <a:moveTo>
                    <a:pt x="1037" y="1325"/>
                  </a:moveTo>
                  <a:cubicBezTo>
                    <a:pt x="1055" y="1325"/>
                    <a:pt x="1074" y="1337"/>
                    <a:pt x="1080" y="1353"/>
                  </a:cubicBezTo>
                  <a:cubicBezTo>
                    <a:pt x="1111" y="1408"/>
                    <a:pt x="1120" y="1501"/>
                    <a:pt x="1111" y="1603"/>
                  </a:cubicBezTo>
                  <a:cubicBezTo>
                    <a:pt x="1006" y="1513"/>
                    <a:pt x="947" y="1427"/>
                    <a:pt x="950" y="1377"/>
                  </a:cubicBezTo>
                  <a:cubicBezTo>
                    <a:pt x="950" y="1371"/>
                    <a:pt x="950" y="1353"/>
                    <a:pt x="993" y="1334"/>
                  </a:cubicBezTo>
                  <a:cubicBezTo>
                    <a:pt x="1006" y="1328"/>
                    <a:pt x="1021" y="1325"/>
                    <a:pt x="1037" y="1325"/>
                  </a:cubicBezTo>
                  <a:close/>
                  <a:moveTo>
                    <a:pt x="1821" y="1"/>
                  </a:moveTo>
                  <a:cubicBezTo>
                    <a:pt x="1736" y="1"/>
                    <a:pt x="1726" y="135"/>
                    <a:pt x="1817" y="144"/>
                  </a:cubicBezTo>
                  <a:cubicBezTo>
                    <a:pt x="1826" y="147"/>
                    <a:pt x="2702" y="258"/>
                    <a:pt x="2804" y="798"/>
                  </a:cubicBezTo>
                  <a:cubicBezTo>
                    <a:pt x="2822" y="902"/>
                    <a:pt x="2782" y="933"/>
                    <a:pt x="2733" y="949"/>
                  </a:cubicBezTo>
                  <a:cubicBezTo>
                    <a:pt x="2694" y="963"/>
                    <a:pt x="2647" y="970"/>
                    <a:pt x="2595" y="970"/>
                  </a:cubicBezTo>
                  <a:cubicBezTo>
                    <a:pt x="2538" y="970"/>
                    <a:pt x="2474" y="962"/>
                    <a:pt x="2409" y="949"/>
                  </a:cubicBezTo>
                  <a:cubicBezTo>
                    <a:pt x="2230" y="742"/>
                    <a:pt x="1999" y="597"/>
                    <a:pt x="1831" y="597"/>
                  </a:cubicBezTo>
                  <a:cubicBezTo>
                    <a:pt x="1811" y="597"/>
                    <a:pt x="1792" y="599"/>
                    <a:pt x="1774" y="603"/>
                  </a:cubicBezTo>
                  <a:cubicBezTo>
                    <a:pt x="1684" y="622"/>
                    <a:pt x="1663" y="683"/>
                    <a:pt x="1672" y="730"/>
                  </a:cubicBezTo>
                  <a:cubicBezTo>
                    <a:pt x="1697" y="850"/>
                    <a:pt x="2024" y="1001"/>
                    <a:pt x="2329" y="1072"/>
                  </a:cubicBezTo>
                  <a:cubicBezTo>
                    <a:pt x="2397" y="1152"/>
                    <a:pt x="2455" y="1242"/>
                    <a:pt x="2499" y="1340"/>
                  </a:cubicBezTo>
                  <a:cubicBezTo>
                    <a:pt x="2570" y="1504"/>
                    <a:pt x="2607" y="1729"/>
                    <a:pt x="2384" y="1883"/>
                  </a:cubicBezTo>
                  <a:cubicBezTo>
                    <a:pt x="2288" y="1950"/>
                    <a:pt x="2170" y="1977"/>
                    <a:pt x="2044" y="1977"/>
                  </a:cubicBezTo>
                  <a:cubicBezTo>
                    <a:pt x="1810" y="1977"/>
                    <a:pt x="1551" y="1883"/>
                    <a:pt x="1354" y="1772"/>
                  </a:cubicBezTo>
                  <a:cubicBezTo>
                    <a:pt x="1314" y="1748"/>
                    <a:pt x="1274" y="1723"/>
                    <a:pt x="1240" y="1701"/>
                  </a:cubicBezTo>
                  <a:cubicBezTo>
                    <a:pt x="1268" y="1535"/>
                    <a:pt x="1259" y="1374"/>
                    <a:pt x="1203" y="1279"/>
                  </a:cubicBezTo>
                  <a:cubicBezTo>
                    <a:pt x="1163" y="1215"/>
                    <a:pt x="1104" y="1182"/>
                    <a:pt x="1036" y="1182"/>
                  </a:cubicBezTo>
                  <a:cubicBezTo>
                    <a:pt x="1005" y="1182"/>
                    <a:pt x="972" y="1188"/>
                    <a:pt x="938" y="1202"/>
                  </a:cubicBezTo>
                  <a:cubicBezTo>
                    <a:pt x="867" y="1226"/>
                    <a:pt x="815" y="1291"/>
                    <a:pt x="808" y="1368"/>
                  </a:cubicBezTo>
                  <a:cubicBezTo>
                    <a:pt x="802" y="1498"/>
                    <a:pt x="929" y="1643"/>
                    <a:pt x="1083" y="1763"/>
                  </a:cubicBezTo>
                  <a:cubicBezTo>
                    <a:pt x="1046" y="1905"/>
                    <a:pt x="981" y="2044"/>
                    <a:pt x="898" y="2112"/>
                  </a:cubicBezTo>
                  <a:cubicBezTo>
                    <a:pt x="871" y="2133"/>
                    <a:pt x="838" y="2154"/>
                    <a:pt x="795" y="2154"/>
                  </a:cubicBezTo>
                  <a:cubicBezTo>
                    <a:pt x="753" y="2154"/>
                    <a:pt x="701" y="2134"/>
                    <a:pt x="639" y="2078"/>
                  </a:cubicBezTo>
                  <a:cubicBezTo>
                    <a:pt x="151" y="1621"/>
                    <a:pt x="287" y="764"/>
                    <a:pt x="287" y="758"/>
                  </a:cubicBezTo>
                  <a:cubicBezTo>
                    <a:pt x="293" y="717"/>
                    <a:pt x="269" y="680"/>
                    <a:pt x="229" y="674"/>
                  </a:cubicBezTo>
                  <a:cubicBezTo>
                    <a:pt x="225" y="674"/>
                    <a:pt x="221" y="673"/>
                    <a:pt x="217" y="673"/>
                  </a:cubicBezTo>
                  <a:cubicBezTo>
                    <a:pt x="184" y="673"/>
                    <a:pt x="154" y="697"/>
                    <a:pt x="148" y="733"/>
                  </a:cubicBezTo>
                  <a:cubicBezTo>
                    <a:pt x="142" y="770"/>
                    <a:pt x="0" y="1674"/>
                    <a:pt x="543" y="2179"/>
                  </a:cubicBezTo>
                  <a:cubicBezTo>
                    <a:pt x="611" y="2250"/>
                    <a:pt x="700" y="2290"/>
                    <a:pt x="796" y="2297"/>
                  </a:cubicBezTo>
                  <a:cubicBezTo>
                    <a:pt x="867" y="2293"/>
                    <a:pt x="932" y="2269"/>
                    <a:pt x="984" y="2223"/>
                  </a:cubicBezTo>
                  <a:cubicBezTo>
                    <a:pt x="1086" y="2142"/>
                    <a:pt x="1163" y="2000"/>
                    <a:pt x="1206" y="1849"/>
                  </a:cubicBezTo>
                  <a:cubicBezTo>
                    <a:pt x="1234" y="1865"/>
                    <a:pt x="1259" y="1880"/>
                    <a:pt x="1283" y="1896"/>
                  </a:cubicBezTo>
                  <a:cubicBezTo>
                    <a:pt x="1506" y="2021"/>
                    <a:pt x="1784" y="2120"/>
                    <a:pt x="2042" y="2120"/>
                  </a:cubicBezTo>
                  <a:cubicBezTo>
                    <a:pt x="2196" y="2120"/>
                    <a:pt x="2342" y="2086"/>
                    <a:pt x="2465" y="2000"/>
                  </a:cubicBezTo>
                  <a:cubicBezTo>
                    <a:pt x="2699" y="1837"/>
                    <a:pt x="2758" y="1584"/>
                    <a:pt x="2628" y="1285"/>
                  </a:cubicBezTo>
                  <a:cubicBezTo>
                    <a:pt x="2600" y="1220"/>
                    <a:pt x="2566" y="1162"/>
                    <a:pt x="2529" y="1103"/>
                  </a:cubicBezTo>
                  <a:lnTo>
                    <a:pt x="2529" y="1103"/>
                  </a:lnTo>
                  <a:cubicBezTo>
                    <a:pt x="2556" y="1105"/>
                    <a:pt x="2583" y="1107"/>
                    <a:pt x="2610" y="1107"/>
                  </a:cubicBezTo>
                  <a:cubicBezTo>
                    <a:pt x="2647" y="1107"/>
                    <a:pt x="2685" y="1104"/>
                    <a:pt x="2721" y="1097"/>
                  </a:cubicBezTo>
                  <a:cubicBezTo>
                    <a:pt x="2893" y="1063"/>
                    <a:pt x="2977" y="943"/>
                    <a:pt x="2943" y="770"/>
                  </a:cubicBezTo>
                  <a:cubicBezTo>
                    <a:pt x="2822" y="128"/>
                    <a:pt x="1873" y="8"/>
                    <a:pt x="1835" y="2"/>
                  </a:cubicBezTo>
                  <a:cubicBezTo>
                    <a:pt x="1831" y="1"/>
                    <a:pt x="1826" y="1"/>
                    <a:pt x="18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7" name="Google Shape;7247;p21"/>
            <p:cNvSpPr/>
            <p:nvPr/>
          </p:nvSpPr>
          <p:spPr>
            <a:xfrm flipH="1">
              <a:off x="7602308" y="696461"/>
              <a:ext cx="73361" cy="123315"/>
            </a:xfrm>
            <a:custGeom>
              <a:rect b="b" l="l" r="r" t="t"/>
              <a:pathLst>
                <a:path extrusionOk="0" h="3066" w="1824">
                  <a:moveTo>
                    <a:pt x="1728" y="1"/>
                  </a:moveTo>
                  <a:cubicBezTo>
                    <a:pt x="1706" y="1"/>
                    <a:pt x="1683" y="11"/>
                    <a:pt x="1669" y="37"/>
                  </a:cubicBezTo>
                  <a:lnTo>
                    <a:pt x="22" y="2957"/>
                  </a:lnTo>
                  <a:cubicBezTo>
                    <a:pt x="0" y="2991"/>
                    <a:pt x="12" y="3034"/>
                    <a:pt x="46" y="3056"/>
                  </a:cubicBezTo>
                  <a:cubicBezTo>
                    <a:pt x="59" y="3059"/>
                    <a:pt x="71" y="3062"/>
                    <a:pt x="83" y="3065"/>
                  </a:cubicBezTo>
                  <a:cubicBezTo>
                    <a:pt x="108" y="3062"/>
                    <a:pt x="133" y="3050"/>
                    <a:pt x="145" y="3028"/>
                  </a:cubicBezTo>
                  <a:lnTo>
                    <a:pt x="1792" y="108"/>
                  </a:lnTo>
                  <a:cubicBezTo>
                    <a:pt x="1824" y="51"/>
                    <a:pt x="1776" y="1"/>
                    <a:pt x="172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8" name="Google Shape;7248;p21"/>
            <p:cNvSpPr/>
            <p:nvPr/>
          </p:nvSpPr>
          <p:spPr>
            <a:xfrm flipH="1">
              <a:off x="7550705" y="715365"/>
              <a:ext cx="109599" cy="111972"/>
            </a:xfrm>
            <a:custGeom>
              <a:rect b="b" l="l" r="r" t="t"/>
              <a:pathLst>
                <a:path extrusionOk="0" h="2784" w="2725">
                  <a:moveTo>
                    <a:pt x="2622" y="0"/>
                  </a:moveTo>
                  <a:cubicBezTo>
                    <a:pt x="2606" y="0"/>
                    <a:pt x="2588" y="7"/>
                    <a:pt x="2573" y="23"/>
                  </a:cubicBezTo>
                  <a:lnTo>
                    <a:pt x="28" y="2663"/>
                  </a:lnTo>
                  <a:cubicBezTo>
                    <a:pt x="1" y="2691"/>
                    <a:pt x="1" y="2734"/>
                    <a:pt x="28" y="2762"/>
                  </a:cubicBezTo>
                  <a:cubicBezTo>
                    <a:pt x="41" y="2774"/>
                    <a:pt x="59" y="2783"/>
                    <a:pt x="78" y="2783"/>
                  </a:cubicBezTo>
                  <a:cubicBezTo>
                    <a:pt x="96" y="2783"/>
                    <a:pt x="115" y="2774"/>
                    <a:pt x="130" y="2762"/>
                  </a:cubicBezTo>
                  <a:lnTo>
                    <a:pt x="2675" y="122"/>
                  </a:lnTo>
                  <a:cubicBezTo>
                    <a:pt x="2724" y="70"/>
                    <a:pt x="2677" y="0"/>
                    <a:pt x="262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9" name="Google Shape;7249;p21"/>
            <p:cNvSpPr/>
            <p:nvPr/>
          </p:nvSpPr>
          <p:spPr>
            <a:xfrm flipH="1">
              <a:off x="7525809" y="776059"/>
              <a:ext cx="123315" cy="60692"/>
            </a:xfrm>
            <a:custGeom>
              <a:rect b="b" l="l" r="r" t="t"/>
              <a:pathLst>
                <a:path extrusionOk="0" h="1509" w="3066">
                  <a:moveTo>
                    <a:pt x="2960" y="0"/>
                  </a:moveTo>
                  <a:cubicBezTo>
                    <a:pt x="2949" y="0"/>
                    <a:pt x="2937" y="3"/>
                    <a:pt x="2924" y="10"/>
                  </a:cubicBezTo>
                  <a:lnTo>
                    <a:pt x="53" y="1376"/>
                  </a:lnTo>
                  <a:cubicBezTo>
                    <a:pt x="16" y="1392"/>
                    <a:pt x="0" y="1435"/>
                    <a:pt x="19" y="1472"/>
                  </a:cubicBezTo>
                  <a:cubicBezTo>
                    <a:pt x="31" y="1493"/>
                    <a:pt x="56" y="1509"/>
                    <a:pt x="83" y="1509"/>
                  </a:cubicBezTo>
                  <a:cubicBezTo>
                    <a:pt x="93" y="1509"/>
                    <a:pt x="102" y="1506"/>
                    <a:pt x="111" y="1503"/>
                  </a:cubicBezTo>
                  <a:lnTo>
                    <a:pt x="2986" y="136"/>
                  </a:lnTo>
                  <a:cubicBezTo>
                    <a:pt x="3065" y="105"/>
                    <a:pt x="3029" y="0"/>
                    <a:pt x="296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0" name="Google Shape;7250;p21"/>
            <p:cNvSpPr/>
            <p:nvPr/>
          </p:nvSpPr>
          <p:spPr>
            <a:xfrm flipH="1">
              <a:off x="7986381" y="1079245"/>
              <a:ext cx="148532" cy="81566"/>
            </a:xfrm>
            <a:custGeom>
              <a:rect b="b" l="l" r="r" t="t"/>
              <a:pathLst>
                <a:path extrusionOk="0" h="2028" w="3693">
                  <a:moveTo>
                    <a:pt x="3588" y="1"/>
                  </a:moveTo>
                  <a:cubicBezTo>
                    <a:pt x="3577" y="1"/>
                    <a:pt x="3565" y="4"/>
                    <a:pt x="3553" y="10"/>
                  </a:cubicBezTo>
                  <a:lnTo>
                    <a:pt x="65" y="1894"/>
                  </a:lnTo>
                  <a:cubicBezTo>
                    <a:pt x="0" y="1928"/>
                    <a:pt x="25" y="2027"/>
                    <a:pt x="99" y="2027"/>
                  </a:cubicBezTo>
                  <a:cubicBezTo>
                    <a:pt x="111" y="2027"/>
                    <a:pt x="123" y="2024"/>
                    <a:pt x="133" y="2018"/>
                  </a:cubicBezTo>
                  <a:lnTo>
                    <a:pt x="3621" y="133"/>
                  </a:lnTo>
                  <a:cubicBezTo>
                    <a:pt x="3692" y="96"/>
                    <a:pt x="3653" y="1"/>
                    <a:pt x="358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1" name="Google Shape;7251;p21"/>
            <p:cNvSpPr/>
            <p:nvPr/>
          </p:nvSpPr>
          <p:spPr>
            <a:xfrm flipH="1">
              <a:off x="7977050" y="1100040"/>
              <a:ext cx="146481" cy="117563"/>
            </a:xfrm>
            <a:custGeom>
              <a:rect b="b" l="l" r="r" t="t"/>
              <a:pathLst>
                <a:path extrusionOk="0" h="2923" w="3642">
                  <a:moveTo>
                    <a:pt x="3537" y="1"/>
                  </a:moveTo>
                  <a:cubicBezTo>
                    <a:pt x="3522" y="1"/>
                    <a:pt x="3507" y="6"/>
                    <a:pt x="3492" y="17"/>
                  </a:cubicBezTo>
                  <a:lnTo>
                    <a:pt x="53" y="2799"/>
                  </a:lnTo>
                  <a:cubicBezTo>
                    <a:pt x="1" y="2839"/>
                    <a:pt x="32" y="2923"/>
                    <a:pt x="100" y="2923"/>
                  </a:cubicBezTo>
                  <a:cubicBezTo>
                    <a:pt x="115" y="2923"/>
                    <a:pt x="130" y="2920"/>
                    <a:pt x="143" y="2907"/>
                  </a:cubicBezTo>
                  <a:lnTo>
                    <a:pt x="3582" y="128"/>
                  </a:lnTo>
                  <a:cubicBezTo>
                    <a:pt x="3641" y="81"/>
                    <a:pt x="3595" y="1"/>
                    <a:pt x="353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2" name="Google Shape;7252;p21"/>
            <p:cNvSpPr/>
            <p:nvPr/>
          </p:nvSpPr>
          <p:spPr>
            <a:xfrm flipH="1">
              <a:off x="7970372" y="1115646"/>
              <a:ext cx="86151" cy="122912"/>
            </a:xfrm>
            <a:custGeom>
              <a:rect b="b" l="l" r="r" t="t"/>
              <a:pathLst>
                <a:path extrusionOk="0" h="3056" w="2142">
                  <a:moveTo>
                    <a:pt x="2054" y="1"/>
                  </a:moveTo>
                  <a:cubicBezTo>
                    <a:pt x="2036" y="1"/>
                    <a:pt x="2017" y="8"/>
                    <a:pt x="2002" y="24"/>
                  </a:cubicBezTo>
                  <a:lnTo>
                    <a:pt x="25" y="2945"/>
                  </a:lnTo>
                  <a:cubicBezTo>
                    <a:pt x="0" y="2976"/>
                    <a:pt x="10" y="3019"/>
                    <a:pt x="44" y="3044"/>
                  </a:cubicBezTo>
                  <a:cubicBezTo>
                    <a:pt x="53" y="3050"/>
                    <a:pt x="68" y="3053"/>
                    <a:pt x="81" y="3056"/>
                  </a:cubicBezTo>
                  <a:cubicBezTo>
                    <a:pt x="105" y="3053"/>
                    <a:pt x="127" y="3044"/>
                    <a:pt x="139" y="3022"/>
                  </a:cubicBezTo>
                  <a:lnTo>
                    <a:pt x="2119" y="101"/>
                  </a:lnTo>
                  <a:cubicBezTo>
                    <a:pt x="2142" y="48"/>
                    <a:pt x="2100" y="1"/>
                    <a:pt x="205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3" name="Google Shape;7253;p21"/>
            <p:cNvSpPr/>
            <p:nvPr/>
          </p:nvSpPr>
          <p:spPr>
            <a:xfrm flipH="1">
              <a:off x="8175095" y="1005359"/>
              <a:ext cx="17657" cy="28516"/>
            </a:xfrm>
            <a:custGeom>
              <a:rect b="b" l="l" r="r" t="t"/>
              <a:pathLst>
                <a:path extrusionOk="0" h="709" w="439">
                  <a:moveTo>
                    <a:pt x="169" y="0"/>
                  </a:moveTo>
                  <a:cubicBezTo>
                    <a:pt x="140" y="0"/>
                    <a:pt x="111" y="17"/>
                    <a:pt x="103" y="55"/>
                  </a:cubicBezTo>
                  <a:cubicBezTo>
                    <a:pt x="96" y="73"/>
                    <a:pt x="1" y="484"/>
                    <a:pt x="318" y="696"/>
                  </a:cubicBezTo>
                  <a:cubicBezTo>
                    <a:pt x="331" y="703"/>
                    <a:pt x="343" y="709"/>
                    <a:pt x="359" y="709"/>
                  </a:cubicBezTo>
                  <a:cubicBezTo>
                    <a:pt x="383" y="709"/>
                    <a:pt x="405" y="696"/>
                    <a:pt x="417" y="678"/>
                  </a:cubicBezTo>
                  <a:cubicBezTo>
                    <a:pt x="439" y="644"/>
                    <a:pt x="430" y="601"/>
                    <a:pt x="399" y="579"/>
                  </a:cubicBezTo>
                  <a:cubicBezTo>
                    <a:pt x="161" y="419"/>
                    <a:pt x="235" y="101"/>
                    <a:pt x="238" y="89"/>
                  </a:cubicBezTo>
                  <a:cubicBezTo>
                    <a:pt x="253" y="34"/>
                    <a:pt x="211" y="0"/>
                    <a:pt x="16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4" name="Google Shape;7254;p21"/>
            <p:cNvSpPr/>
            <p:nvPr/>
          </p:nvSpPr>
          <p:spPr>
            <a:xfrm flipH="1">
              <a:off x="8150158" y="1014610"/>
              <a:ext cx="18501" cy="28476"/>
            </a:xfrm>
            <a:custGeom>
              <a:rect b="b" l="l" r="r" t="t"/>
              <a:pathLst>
                <a:path extrusionOk="0" h="708" w="460">
                  <a:moveTo>
                    <a:pt x="170" y="1"/>
                  </a:moveTo>
                  <a:cubicBezTo>
                    <a:pt x="142" y="1"/>
                    <a:pt x="114" y="17"/>
                    <a:pt x="105" y="53"/>
                  </a:cubicBezTo>
                  <a:cubicBezTo>
                    <a:pt x="99" y="72"/>
                    <a:pt x="0" y="482"/>
                    <a:pt x="321" y="695"/>
                  </a:cubicBezTo>
                  <a:cubicBezTo>
                    <a:pt x="333" y="704"/>
                    <a:pt x="346" y="707"/>
                    <a:pt x="361" y="707"/>
                  </a:cubicBezTo>
                  <a:cubicBezTo>
                    <a:pt x="432" y="707"/>
                    <a:pt x="460" y="618"/>
                    <a:pt x="401" y="578"/>
                  </a:cubicBezTo>
                  <a:cubicBezTo>
                    <a:pt x="164" y="420"/>
                    <a:pt x="238" y="103"/>
                    <a:pt x="241" y="87"/>
                  </a:cubicBezTo>
                  <a:cubicBezTo>
                    <a:pt x="253" y="34"/>
                    <a:pt x="211" y="1"/>
                    <a:pt x="1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5" name="Google Shape;7255;p21"/>
            <p:cNvSpPr/>
            <p:nvPr/>
          </p:nvSpPr>
          <p:spPr>
            <a:xfrm flipH="1">
              <a:off x="8171998" y="1049482"/>
              <a:ext cx="18381" cy="28436"/>
            </a:xfrm>
            <a:custGeom>
              <a:rect b="b" l="l" r="r" t="t"/>
              <a:pathLst>
                <a:path extrusionOk="0" h="707" w="457">
                  <a:moveTo>
                    <a:pt x="168" y="0"/>
                  </a:moveTo>
                  <a:cubicBezTo>
                    <a:pt x="136" y="0"/>
                    <a:pt x="110" y="22"/>
                    <a:pt x="102" y="53"/>
                  </a:cubicBezTo>
                  <a:cubicBezTo>
                    <a:pt x="99" y="71"/>
                    <a:pt x="0" y="482"/>
                    <a:pt x="321" y="694"/>
                  </a:cubicBezTo>
                  <a:cubicBezTo>
                    <a:pt x="330" y="704"/>
                    <a:pt x="346" y="707"/>
                    <a:pt x="358" y="707"/>
                  </a:cubicBezTo>
                  <a:cubicBezTo>
                    <a:pt x="429" y="707"/>
                    <a:pt x="457" y="614"/>
                    <a:pt x="398" y="577"/>
                  </a:cubicBezTo>
                  <a:cubicBezTo>
                    <a:pt x="161" y="420"/>
                    <a:pt x="235" y="102"/>
                    <a:pt x="238" y="87"/>
                  </a:cubicBezTo>
                  <a:cubicBezTo>
                    <a:pt x="247" y="50"/>
                    <a:pt x="226" y="13"/>
                    <a:pt x="189" y="4"/>
                  </a:cubicBezTo>
                  <a:cubicBezTo>
                    <a:pt x="181" y="1"/>
                    <a:pt x="174" y="0"/>
                    <a:pt x="16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6" name="Google Shape;7256;p21"/>
            <p:cNvSpPr/>
            <p:nvPr/>
          </p:nvSpPr>
          <p:spPr>
            <a:xfrm flipH="1">
              <a:off x="8151123" y="1053222"/>
              <a:ext cx="18421" cy="28436"/>
            </a:xfrm>
            <a:custGeom>
              <a:rect b="b" l="l" r="r" t="t"/>
              <a:pathLst>
                <a:path extrusionOk="0" h="707" w="458">
                  <a:moveTo>
                    <a:pt x="170" y="1"/>
                  </a:moveTo>
                  <a:cubicBezTo>
                    <a:pt x="138" y="1"/>
                    <a:pt x="110" y="22"/>
                    <a:pt x="102" y="55"/>
                  </a:cubicBezTo>
                  <a:cubicBezTo>
                    <a:pt x="99" y="71"/>
                    <a:pt x="1" y="481"/>
                    <a:pt x="321" y="697"/>
                  </a:cubicBezTo>
                  <a:cubicBezTo>
                    <a:pt x="331" y="703"/>
                    <a:pt x="346" y="706"/>
                    <a:pt x="358" y="706"/>
                  </a:cubicBezTo>
                  <a:lnTo>
                    <a:pt x="361" y="706"/>
                  </a:lnTo>
                  <a:cubicBezTo>
                    <a:pt x="429" y="706"/>
                    <a:pt x="457" y="617"/>
                    <a:pt x="398" y="577"/>
                  </a:cubicBezTo>
                  <a:cubicBezTo>
                    <a:pt x="164" y="419"/>
                    <a:pt x="235" y="102"/>
                    <a:pt x="241" y="89"/>
                  </a:cubicBezTo>
                  <a:cubicBezTo>
                    <a:pt x="247" y="49"/>
                    <a:pt x="226" y="12"/>
                    <a:pt x="189" y="3"/>
                  </a:cubicBezTo>
                  <a:cubicBezTo>
                    <a:pt x="182" y="2"/>
                    <a:pt x="176" y="1"/>
                    <a:pt x="1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7" name="Google Shape;7257;p21"/>
            <p:cNvSpPr/>
            <p:nvPr/>
          </p:nvSpPr>
          <p:spPr>
            <a:xfrm flipH="1">
              <a:off x="8164396" y="1084997"/>
              <a:ext cx="18421" cy="28395"/>
            </a:xfrm>
            <a:custGeom>
              <a:rect b="b" l="l" r="r" t="t"/>
              <a:pathLst>
                <a:path extrusionOk="0" h="706" w="458">
                  <a:moveTo>
                    <a:pt x="170" y="0"/>
                  </a:moveTo>
                  <a:cubicBezTo>
                    <a:pt x="138" y="0"/>
                    <a:pt x="110" y="21"/>
                    <a:pt x="102" y="55"/>
                  </a:cubicBezTo>
                  <a:cubicBezTo>
                    <a:pt x="99" y="70"/>
                    <a:pt x="1" y="481"/>
                    <a:pt x="321" y="693"/>
                  </a:cubicBezTo>
                  <a:cubicBezTo>
                    <a:pt x="331" y="703"/>
                    <a:pt x="346" y="706"/>
                    <a:pt x="358" y="706"/>
                  </a:cubicBezTo>
                  <a:lnTo>
                    <a:pt x="361" y="706"/>
                  </a:lnTo>
                  <a:cubicBezTo>
                    <a:pt x="429" y="706"/>
                    <a:pt x="457" y="616"/>
                    <a:pt x="398" y="576"/>
                  </a:cubicBezTo>
                  <a:cubicBezTo>
                    <a:pt x="161" y="419"/>
                    <a:pt x="235" y="101"/>
                    <a:pt x="238" y="89"/>
                  </a:cubicBezTo>
                  <a:cubicBezTo>
                    <a:pt x="247" y="49"/>
                    <a:pt x="226" y="12"/>
                    <a:pt x="189" y="3"/>
                  </a:cubicBezTo>
                  <a:cubicBezTo>
                    <a:pt x="182" y="1"/>
                    <a:pt x="176" y="0"/>
                    <a:pt x="17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8" name="Google Shape;7258;p21"/>
            <p:cNvSpPr/>
            <p:nvPr/>
          </p:nvSpPr>
          <p:spPr>
            <a:xfrm flipH="1">
              <a:off x="8136764" y="1091272"/>
              <a:ext cx="20995" cy="25218"/>
            </a:xfrm>
            <a:custGeom>
              <a:rect b="b" l="l" r="r" t="t"/>
              <a:pathLst>
                <a:path extrusionOk="0" h="627" w="522">
                  <a:moveTo>
                    <a:pt x="75" y="1"/>
                  </a:moveTo>
                  <a:cubicBezTo>
                    <a:pt x="38" y="1"/>
                    <a:pt x="0" y="26"/>
                    <a:pt x="4" y="75"/>
                  </a:cubicBezTo>
                  <a:cubicBezTo>
                    <a:pt x="4" y="93"/>
                    <a:pt x="31" y="513"/>
                    <a:pt x="402" y="624"/>
                  </a:cubicBezTo>
                  <a:cubicBezTo>
                    <a:pt x="408" y="624"/>
                    <a:pt x="414" y="624"/>
                    <a:pt x="423" y="627"/>
                  </a:cubicBezTo>
                  <a:cubicBezTo>
                    <a:pt x="503" y="627"/>
                    <a:pt x="522" y="510"/>
                    <a:pt x="442" y="488"/>
                  </a:cubicBezTo>
                  <a:cubicBezTo>
                    <a:pt x="167" y="408"/>
                    <a:pt x="146" y="81"/>
                    <a:pt x="146" y="66"/>
                  </a:cubicBezTo>
                  <a:cubicBezTo>
                    <a:pt x="143" y="22"/>
                    <a:pt x="109" y="1"/>
                    <a:pt x="7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9" name="Google Shape;7259;p21"/>
            <p:cNvSpPr/>
            <p:nvPr/>
          </p:nvSpPr>
          <p:spPr>
            <a:xfrm flipH="1">
              <a:off x="8168298" y="979216"/>
              <a:ext cx="20955" cy="25138"/>
            </a:xfrm>
            <a:custGeom>
              <a:rect b="b" l="l" r="r" t="t"/>
              <a:pathLst>
                <a:path extrusionOk="0" h="625" w="521">
                  <a:moveTo>
                    <a:pt x="74" y="0"/>
                  </a:moveTo>
                  <a:cubicBezTo>
                    <a:pt x="37" y="0"/>
                    <a:pt x="0" y="26"/>
                    <a:pt x="3" y="76"/>
                  </a:cubicBezTo>
                  <a:cubicBezTo>
                    <a:pt x="3" y="94"/>
                    <a:pt x="31" y="514"/>
                    <a:pt x="401" y="622"/>
                  </a:cubicBezTo>
                  <a:cubicBezTo>
                    <a:pt x="407" y="625"/>
                    <a:pt x="413" y="625"/>
                    <a:pt x="423" y="625"/>
                  </a:cubicBezTo>
                  <a:cubicBezTo>
                    <a:pt x="424" y="625"/>
                    <a:pt x="425" y="625"/>
                    <a:pt x="426" y="625"/>
                  </a:cubicBezTo>
                  <a:cubicBezTo>
                    <a:pt x="503" y="625"/>
                    <a:pt x="520" y="510"/>
                    <a:pt x="441" y="486"/>
                  </a:cubicBezTo>
                  <a:cubicBezTo>
                    <a:pt x="170" y="406"/>
                    <a:pt x="145" y="82"/>
                    <a:pt x="145" y="66"/>
                  </a:cubicBezTo>
                  <a:cubicBezTo>
                    <a:pt x="142" y="22"/>
                    <a:pt x="108" y="0"/>
                    <a:pt x="7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0" name="Google Shape;7260;p21"/>
            <p:cNvSpPr/>
            <p:nvPr/>
          </p:nvSpPr>
          <p:spPr>
            <a:xfrm flipH="1">
              <a:off x="7718546" y="644496"/>
              <a:ext cx="31573" cy="9894"/>
            </a:xfrm>
            <a:custGeom>
              <a:rect b="b" l="l" r="r" t="t"/>
              <a:pathLst>
                <a:path extrusionOk="0" h="246" w="785">
                  <a:moveTo>
                    <a:pt x="385" y="0"/>
                  </a:moveTo>
                  <a:cubicBezTo>
                    <a:pt x="278" y="0"/>
                    <a:pt x="159" y="30"/>
                    <a:pt x="50" y="123"/>
                  </a:cubicBezTo>
                  <a:cubicBezTo>
                    <a:pt x="1" y="166"/>
                    <a:pt x="28" y="246"/>
                    <a:pt x="96" y="246"/>
                  </a:cubicBezTo>
                  <a:cubicBezTo>
                    <a:pt x="112" y="246"/>
                    <a:pt x="130" y="240"/>
                    <a:pt x="142" y="231"/>
                  </a:cubicBezTo>
                  <a:cubicBezTo>
                    <a:pt x="221" y="163"/>
                    <a:pt x="309" y="142"/>
                    <a:pt x="389" y="142"/>
                  </a:cubicBezTo>
                  <a:cubicBezTo>
                    <a:pt x="531" y="142"/>
                    <a:pt x="650" y="208"/>
                    <a:pt x="657" y="212"/>
                  </a:cubicBezTo>
                  <a:cubicBezTo>
                    <a:pt x="667" y="216"/>
                    <a:pt x="676" y="218"/>
                    <a:pt x="685" y="218"/>
                  </a:cubicBezTo>
                  <a:cubicBezTo>
                    <a:pt x="745" y="218"/>
                    <a:pt x="785" y="134"/>
                    <a:pt x="725" y="89"/>
                  </a:cubicBezTo>
                  <a:cubicBezTo>
                    <a:pt x="716" y="85"/>
                    <a:pt x="567" y="0"/>
                    <a:pt x="38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1" name="Google Shape;7261;p21"/>
            <p:cNvSpPr/>
            <p:nvPr/>
          </p:nvSpPr>
          <p:spPr>
            <a:xfrm flipH="1">
              <a:off x="8266518" y="241923"/>
              <a:ext cx="29361" cy="15766"/>
            </a:xfrm>
            <a:custGeom>
              <a:rect b="b" l="l" r="r" t="t"/>
              <a:pathLst>
                <a:path extrusionOk="0" h="392" w="730">
                  <a:moveTo>
                    <a:pt x="217" y="1"/>
                  </a:moveTo>
                  <a:cubicBezTo>
                    <a:pt x="175" y="1"/>
                    <a:pt x="131" y="6"/>
                    <a:pt x="85" y="18"/>
                  </a:cubicBezTo>
                  <a:cubicBezTo>
                    <a:pt x="0" y="38"/>
                    <a:pt x="24" y="157"/>
                    <a:pt x="98" y="157"/>
                  </a:cubicBezTo>
                  <a:cubicBezTo>
                    <a:pt x="105" y="157"/>
                    <a:pt x="112" y="156"/>
                    <a:pt x="119" y="154"/>
                  </a:cubicBezTo>
                  <a:cubicBezTo>
                    <a:pt x="151" y="146"/>
                    <a:pt x="182" y="142"/>
                    <a:pt x="212" y="142"/>
                  </a:cubicBezTo>
                  <a:cubicBezTo>
                    <a:pt x="438" y="142"/>
                    <a:pt x="585" y="352"/>
                    <a:pt x="591" y="361"/>
                  </a:cubicBezTo>
                  <a:cubicBezTo>
                    <a:pt x="603" y="379"/>
                    <a:pt x="625" y="391"/>
                    <a:pt x="649" y="391"/>
                  </a:cubicBezTo>
                  <a:cubicBezTo>
                    <a:pt x="665" y="391"/>
                    <a:pt x="677" y="388"/>
                    <a:pt x="690" y="379"/>
                  </a:cubicBezTo>
                  <a:cubicBezTo>
                    <a:pt x="720" y="358"/>
                    <a:pt x="730" y="314"/>
                    <a:pt x="708" y="280"/>
                  </a:cubicBezTo>
                  <a:cubicBezTo>
                    <a:pt x="700" y="270"/>
                    <a:pt x="514" y="1"/>
                    <a:pt x="2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2" name="Google Shape;7262;p21"/>
            <p:cNvSpPr/>
            <p:nvPr/>
          </p:nvSpPr>
          <p:spPr>
            <a:xfrm flipH="1">
              <a:off x="8260042" y="264406"/>
              <a:ext cx="29401" cy="15847"/>
            </a:xfrm>
            <a:custGeom>
              <a:rect b="b" l="l" r="r" t="t"/>
              <a:pathLst>
                <a:path extrusionOk="0" h="394" w="731">
                  <a:moveTo>
                    <a:pt x="215" y="1"/>
                  </a:moveTo>
                  <a:cubicBezTo>
                    <a:pt x="174" y="1"/>
                    <a:pt x="131" y="6"/>
                    <a:pt x="85" y="18"/>
                  </a:cubicBezTo>
                  <a:cubicBezTo>
                    <a:pt x="1" y="40"/>
                    <a:pt x="25" y="156"/>
                    <a:pt x="101" y="156"/>
                  </a:cubicBezTo>
                  <a:cubicBezTo>
                    <a:pt x="107" y="156"/>
                    <a:pt x="115" y="155"/>
                    <a:pt x="122" y="153"/>
                  </a:cubicBezTo>
                  <a:cubicBezTo>
                    <a:pt x="154" y="145"/>
                    <a:pt x="185" y="141"/>
                    <a:pt x="215" y="141"/>
                  </a:cubicBezTo>
                  <a:cubicBezTo>
                    <a:pt x="438" y="141"/>
                    <a:pt x="586" y="352"/>
                    <a:pt x="591" y="363"/>
                  </a:cubicBezTo>
                  <a:cubicBezTo>
                    <a:pt x="604" y="381"/>
                    <a:pt x="628" y="394"/>
                    <a:pt x="650" y="394"/>
                  </a:cubicBezTo>
                  <a:cubicBezTo>
                    <a:pt x="665" y="394"/>
                    <a:pt x="678" y="388"/>
                    <a:pt x="690" y="381"/>
                  </a:cubicBezTo>
                  <a:cubicBezTo>
                    <a:pt x="724" y="360"/>
                    <a:pt x="730" y="314"/>
                    <a:pt x="708" y="283"/>
                  </a:cubicBezTo>
                  <a:cubicBezTo>
                    <a:pt x="700" y="269"/>
                    <a:pt x="514" y="1"/>
                    <a:pt x="21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3" name="Google Shape;7263;p21"/>
            <p:cNvSpPr/>
            <p:nvPr/>
          </p:nvSpPr>
          <p:spPr>
            <a:xfrm flipH="1">
              <a:off x="8231767" y="259218"/>
              <a:ext cx="28476" cy="15726"/>
            </a:xfrm>
            <a:custGeom>
              <a:rect b="b" l="l" r="r" t="t"/>
              <a:pathLst>
                <a:path extrusionOk="0" h="391" w="708">
                  <a:moveTo>
                    <a:pt x="192" y="0"/>
                  </a:moveTo>
                  <a:cubicBezTo>
                    <a:pt x="151" y="0"/>
                    <a:pt x="108" y="5"/>
                    <a:pt x="63" y="17"/>
                  </a:cubicBezTo>
                  <a:cubicBezTo>
                    <a:pt x="23" y="26"/>
                    <a:pt x="1" y="66"/>
                    <a:pt x="10" y="103"/>
                  </a:cubicBezTo>
                  <a:cubicBezTo>
                    <a:pt x="21" y="135"/>
                    <a:pt x="49" y="155"/>
                    <a:pt x="79" y="155"/>
                  </a:cubicBezTo>
                  <a:cubicBezTo>
                    <a:pt x="85" y="155"/>
                    <a:pt x="91" y="154"/>
                    <a:pt x="97" y="153"/>
                  </a:cubicBezTo>
                  <a:cubicBezTo>
                    <a:pt x="129" y="144"/>
                    <a:pt x="160" y="141"/>
                    <a:pt x="190" y="141"/>
                  </a:cubicBezTo>
                  <a:cubicBezTo>
                    <a:pt x="415" y="141"/>
                    <a:pt x="563" y="352"/>
                    <a:pt x="568" y="362"/>
                  </a:cubicBezTo>
                  <a:cubicBezTo>
                    <a:pt x="581" y="381"/>
                    <a:pt x="602" y="390"/>
                    <a:pt x="627" y="390"/>
                  </a:cubicBezTo>
                  <a:cubicBezTo>
                    <a:pt x="642" y="390"/>
                    <a:pt x="655" y="387"/>
                    <a:pt x="667" y="378"/>
                  </a:cubicBezTo>
                  <a:cubicBezTo>
                    <a:pt x="698" y="356"/>
                    <a:pt x="707" y="313"/>
                    <a:pt x="686" y="282"/>
                  </a:cubicBezTo>
                  <a:cubicBezTo>
                    <a:pt x="678" y="269"/>
                    <a:pt x="491" y="0"/>
                    <a:pt x="19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4" name="Google Shape;7264;p21"/>
            <p:cNvSpPr/>
            <p:nvPr/>
          </p:nvSpPr>
          <p:spPr>
            <a:xfrm flipH="1">
              <a:off x="8222717" y="275950"/>
              <a:ext cx="29280" cy="15847"/>
            </a:xfrm>
            <a:custGeom>
              <a:rect b="b" l="l" r="r" t="t"/>
              <a:pathLst>
                <a:path extrusionOk="0" h="394" w="728">
                  <a:moveTo>
                    <a:pt x="212" y="1"/>
                  </a:moveTo>
                  <a:cubicBezTo>
                    <a:pt x="171" y="1"/>
                    <a:pt x="128" y="6"/>
                    <a:pt x="83" y="17"/>
                  </a:cubicBezTo>
                  <a:cubicBezTo>
                    <a:pt x="1" y="40"/>
                    <a:pt x="22" y="156"/>
                    <a:pt x="98" y="156"/>
                  </a:cubicBezTo>
                  <a:cubicBezTo>
                    <a:pt x="105" y="156"/>
                    <a:pt x="112" y="155"/>
                    <a:pt x="120" y="153"/>
                  </a:cubicBezTo>
                  <a:cubicBezTo>
                    <a:pt x="152" y="145"/>
                    <a:pt x="183" y="141"/>
                    <a:pt x="212" y="141"/>
                  </a:cubicBezTo>
                  <a:cubicBezTo>
                    <a:pt x="436" y="141"/>
                    <a:pt x="584" y="352"/>
                    <a:pt x="592" y="363"/>
                  </a:cubicBezTo>
                  <a:cubicBezTo>
                    <a:pt x="604" y="381"/>
                    <a:pt x="626" y="394"/>
                    <a:pt x="650" y="394"/>
                  </a:cubicBezTo>
                  <a:cubicBezTo>
                    <a:pt x="663" y="391"/>
                    <a:pt x="678" y="387"/>
                    <a:pt x="687" y="378"/>
                  </a:cubicBezTo>
                  <a:cubicBezTo>
                    <a:pt x="721" y="357"/>
                    <a:pt x="727" y="313"/>
                    <a:pt x="706" y="283"/>
                  </a:cubicBezTo>
                  <a:cubicBezTo>
                    <a:pt x="698" y="269"/>
                    <a:pt x="511" y="1"/>
                    <a:pt x="2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5" name="Google Shape;7265;p21"/>
            <p:cNvSpPr/>
            <p:nvPr/>
          </p:nvSpPr>
          <p:spPr>
            <a:xfrm flipH="1">
              <a:off x="8084397" y="519207"/>
              <a:ext cx="30527" cy="13273"/>
            </a:xfrm>
            <a:custGeom>
              <a:rect b="b" l="l" r="r" t="t"/>
              <a:pathLst>
                <a:path extrusionOk="0" h="330" w="759">
                  <a:moveTo>
                    <a:pt x="276" y="1"/>
                  </a:moveTo>
                  <a:cubicBezTo>
                    <a:pt x="213" y="1"/>
                    <a:pt x="146" y="13"/>
                    <a:pt x="77" y="42"/>
                  </a:cubicBezTo>
                  <a:cubicBezTo>
                    <a:pt x="1" y="75"/>
                    <a:pt x="34" y="178"/>
                    <a:pt x="102" y="178"/>
                  </a:cubicBezTo>
                  <a:cubicBezTo>
                    <a:pt x="112" y="178"/>
                    <a:pt x="122" y="176"/>
                    <a:pt x="132" y="172"/>
                  </a:cubicBezTo>
                  <a:cubicBezTo>
                    <a:pt x="182" y="151"/>
                    <a:pt x="230" y="142"/>
                    <a:pt x="276" y="142"/>
                  </a:cubicBezTo>
                  <a:cubicBezTo>
                    <a:pt x="472" y="142"/>
                    <a:pt x="621" y="300"/>
                    <a:pt x="629" y="308"/>
                  </a:cubicBezTo>
                  <a:cubicBezTo>
                    <a:pt x="644" y="323"/>
                    <a:pt x="663" y="329"/>
                    <a:pt x="681" y="329"/>
                  </a:cubicBezTo>
                  <a:cubicBezTo>
                    <a:pt x="700" y="329"/>
                    <a:pt x="715" y="323"/>
                    <a:pt x="728" y="311"/>
                  </a:cubicBezTo>
                  <a:cubicBezTo>
                    <a:pt x="758" y="286"/>
                    <a:pt x="758" y="240"/>
                    <a:pt x="734" y="212"/>
                  </a:cubicBezTo>
                  <a:cubicBezTo>
                    <a:pt x="724" y="202"/>
                    <a:pt x="534" y="1"/>
                    <a:pt x="27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6" name="Google Shape;7266;p21"/>
            <p:cNvSpPr/>
            <p:nvPr/>
          </p:nvSpPr>
          <p:spPr>
            <a:xfrm flipH="1">
              <a:off x="8111828" y="531635"/>
              <a:ext cx="31130" cy="13232"/>
            </a:xfrm>
            <a:custGeom>
              <a:rect b="b" l="l" r="r" t="t"/>
              <a:pathLst>
                <a:path extrusionOk="0" h="329" w="774">
                  <a:moveTo>
                    <a:pt x="276" y="0"/>
                  </a:moveTo>
                  <a:cubicBezTo>
                    <a:pt x="213" y="0"/>
                    <a:pt x="146" y="12"/>
                    <a:pt x="77" y="42"/>
                  </a:cubicBezTo>
                  <a:cubicBezTo>
                    <a:pt x="1" y="74"/>
                    <a:pt x="34" y="178"/>
                    <a:pt x="102" y="178"/>
                  </a:cubicBezTo>
                  <a:cubicBezTo>
                    <a:pt x="111" y="178"/>
                    <a:pt x="122" y="176"/>
                    <a:pt x="132" y="171"/>
                  </a:cubicBezTo>
                  <a:cubicBezTo>
                    <a:pt x="182" y="150"/>
                    <a:pt x="230" y="142"/>
                    <a:pt x="276" y="142"/>
                  </a:cubicBezTo>
                  <a:cubicBezTo>
                    <a:pt x="472" y="142"/>
                    <a:pt x="621" y="299"/>
                    <a:pt x="629" y="307"/>
                  </a:cubicBezTo>
                  <a:cubicBezTo>
                    <a:pt x="641" y="322"/>
                    <a:pt x="663" y="329"/>
                    <a:pt x="681" y="329"/>
                  </a:cubicBezTo>
                  <a:cubicBezTo>
                    <a:pt x="743" y="329"/>
                    <a:pt x="774" y="258"/>
                    <a:pt x="734" y="211"/>
                  </a:cubicBezTo>
                  <a:cubicBezTo>
                    <a:pt x="724" y="201"/>
                    <a:pt x="534" y="0"/>
                    <a:pt x="2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7" name="Google Shape;7267;p21"/>
            <p:cNvSpPr/>
            <p:nvPr/>
          </p:nvSpPr>
          <p:spPr>
            <a:xfrm flipH="1">
              <a:off x="8122245" y="504969"/>
              <a:ext cx="30487" cy="13353"/>
            </a:xfrm>
            <a:custGeom>
              <a:rect b="b" l="l" r="r" t="t"/>
              <a:pathLst>
                <a:path extrusionOk="0" h="332" w="758">
                  <a:moveTo>
                    <a:pt x="276" y="0"/>
                  </a:moveTo>
                  <a:cubicBezTo>
                    <a:pt x="213" y="0"/>
                    <a:pt x="146" y="12"/>
                    <a:pt x="76" y="42"/>
                  </a:cubicBezTo>
                  <a:cubicBezTo>
                    <a:pt x="0" y="74"/>
                    <a:pt x="34" y="178"/>
                    <a:pt x="101" y="178"/>
                  </a:cubicBezTo>
                  <a:cubicBezTo>
                    <a:pt x="111" y="178"/>
                    <a:pt x="121" y="176"/>
                    <a:pt x="132" y="171"/>
                  </a:cubicBezTo>
                  <a:cubicBezTo>
                    <a:pt x="181" y="150"/>
                    <a:pt x="229" y="142"/>
                    <a:pt x="275" y="142"/>
                  </a:cubicBezTo>
                  <a:cubicBezTo>
                    <a:pt x="471" y="142"/>
                    <a:pt x="621" y="299"/>
                    <a:pt x="628" y="307"/>
                  </a:cubicBezTo>
                  <a:cubicBezTo>
                    <a:pt x="640" y="322"/>
                    <a:pt x="662" y="332"/>
                    <a:pt x="681" y="332"/>
                  </a:cubicBezTo>
                  <a:cubicBezTo>
                    <a:pt x="699" y="332"/>
                    <a:pt x="714" y="322"/>
                    <a:pt x="727" y="313"/>
                  </a:cubicBezTo>
                  <a:cubicBezTo>
                    <a:pt x="758" y="285"/>
                    <a:pt x="758" y="242"/>
                    <a:pt x="733" y="211"/>
                  </a:cubicBezTo>
                  <a:cubicBezTo>
                    <a:pt x="723" y="201"/>
                    <a:pt x="534" y="0"/>
                    <a:pt x="2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8" name="Google Shape;7268;p21"/>
            <p:cNvSpPr/>
            <p:nvPr/>
          </p:nvSpPr>
          <p:spPr>
            <a:xfrm flipH="1">
              <a:off x="8204497" y="500102"/>
              <a:ext cx="31412" cy="9894"/>
            </a:xfrm>
            <a:custGeom>
              <a:rect b="b" l="l" r="r" t="t"/>
              <a:pathLst>
                <a:path extrusionOk="0" h="246" w="781">
                  <a:moveTo>
                    <a:pt x="370" y="1"/>
                  </a:moveTo>
                  <a:cubicBezTo>
                    <a:pt x="263" y="1"/>
                    <a:pt x="144" y="30"/>
                    <a:pt x="34" y="123"/>
                  </a:cubicBezTo>
                  <a:cubicBezTo>
                    <a:pt x="4" y="147"/>
                    <a:pt x="0" y="190"/>
                    <a:pt x="25" y="221"/>
                  </a:cubicBezTo>
                  <a:cubicBezTo>
                    <a:pt x="41" y="237"/>
                    <a:pt x="59" y="246"/>
                    <a:pt x="81" y="246"/>
                  </a:cubicBezTo>
                  <a:cubicBezTo>
                    <a:pt x="96" y="246"/>
                    <a:pt x="111" y="240"/>
                    <a:pt x="124" y="230"/>
                  </a:cubicBezTo>
                  <a:cubicBezTo>
                    <a:pt x="203" y="163"/>
                    <a:pt x="291" y="142"/>
                    <a:pt x="371" y="142"/>
                  </a:cubicBezTo>
                  <a:cubicBezTo>
                    <a:pt x="513" y="142"/>
                    <a:pt x="631" y="209"/>
                    <a:pt x="639" y="215"/>
                  </a:cubicBezTo>
                  <a:cubicBezTo>
                    <a:pt x="652" y="222"/>
                    <a:pt x="664" y="225"/>
                    <a:pt x="676" y="225"/>
                  </a:cubicBezTo>
                  <a:cubicBezTo>
                    <a:pt x="740" y="225"/>
                    <a:pt x="780" y="131"/>
                    <a:pt x="710" y="92"/>
                  </a:cubicBezTo>
                  <a:cubicBezTo>
                    <a:pt x="700" y="86"/>
                    <a:pt x="552" y="1"/>
                    <a:pt x="3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9" name="Google Shape;7269;p21"/>
            <p:cNvSpPr/>
            <p:nvPr/>
          </p:nvSpPr>
          <p:spPr>
            <a:xfrm flipH="1">
              <a:off x="8144809" y="520212"/>
              <a:ext cx="30527" cy="13353"/>
            </a:xfrm>
            <a:custGeom>
              <a:rect b="b" l="l" r="r" t="t"/>
              <a:pathLst>
                <a:path extrusionOk="0" h="332" w="759">
                  <a:moveTo>
                    <a:pt x="276" y="0"/>
                  </a:moveTo>
                  <a:cubicBezTo>
                    <a:pt x="213" y="0"/>
                    <a:pt x="146" y="12"/>
                    <a:pt x="77" y="42"/>
                  </a:cubicBezTo>
                  <a:cubicBezTo>
                    <a:pt x="1" y="74"/>
                    <a:pt x="32" y="178"/>
                    <a:pt x="101" y="178"/>
                  </a:cubicBezTo>
                  <a:cubicBezTo>
                    <a:pt x="111" y="178"/>
                    <a:pt x="121" y="176"/>
                    <a:pt x="132" y="172"/>
                  </a:cubicBezTo>
                  <a:cubicBezTo>
                    <a:pt x="180" y="151"/>
                    <a:pt x="228" y="143"/>
                    <a:pt x="273" y="143"/>
                  </a:cubicBezTo>
                  <a:cubicBezTo>
                    <a:pt x="469" y="143"/>
                    <a:pt x="621" y="300"/>
                    <a:pt x="629" y="310"/>
                  </a:cubicBezTo>
                  <a:cubicBezTo>
                    <a:pt x="641" y="323"/>
                    <a:pt x="660" y="332"/>
                    <a:pt x="678" y="332"/>
                  </a:cubicBezTo>
                  <a:cubicBezTo>
                    <a:pt x="697" y="332"/>
                    <a:pt x="715" y="326"/>
                    <a:pt x="727" y="313"/>
                  </a:cubicBezTo>
                  <a:cubicBezTo>
                    <a:pt x="755" y="286"/>
                    <a:pt x="758" y="242"/>
                    <a:pt x="731" y="212"/>
                  </a:cubicBezTo>
                  <a:cubicBezTo>
                    <a:pt x="721" y="202"/>
                    <a:pt x="533" y="0"/>
                    <a:pt x="2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0" name="Google Shape;7270;p21"/>
            <p:cNvSpPr/>
            <p:nvPr/>
          </p:nvSpPr>
          <p:spPr>
            <a:xfrm flipH="1">
              <a:off x="8162064" y="497367"/>
              <a:ext cx="30487" cy="13393"/>
            </a:xfrm>
            <a:custGeom>
              <a:rect b="b" l="l" r="r" t="t"/>
              <a:pathLst>
                <a:path extrusionOk="0" h="333" w="758">
                  <a:moveTo>
                    <a:pt x="275" y="1"/>
                  </a:moveTo>
                  <a:cubicBezTo>
                    <a:pt x="213" y="1"/>
                    <a:pt x="146" y="13"/>
                    <a:pt x="76" y="42"/>
                  </a:cubicBezTo>
                  <a:cubicBezTo>
                    <a:pt x="0" y="75"/>
                    <a:pt x="34" y="179"/>
                    <a:pt x="101" y="179"/>
                  </a:cubicBezTo>
                  <a:cubicBezTo>
                    <a:pt x="111" y="179"/>
                    <a:pt x="121" y="177"/>
                    <a:pt x="132" y="172"/>
                  </a:cubicBezTo>
                  <a:cubicBezTo>
                    <a:pt x="180" y="151"/>
                    <a:pt x="228" y="143"/>
                    <a:pt x="274" y="143"/>
                  </a:cubicBezTo>
                  <a:cubicBezTo>
                    <a:pt x="469" y="143"/>
                    <a:pt x="621" y="300"/>
                    <a:pt x="628" y="308"/>
                  </a:cubicBezTo>
                  <a:cubicBezTo>
                    <a:pt x="640" y="323"/>
                    <a:pt x="659" y="332"/>
                    <a:pt x="681" y="332"/>
                  </a:cubicBezTo>
                  <a:cubicBezTo>
                    <a:pt x="696" y="332"/>
                    <a:pt x="714" y="323"/>
                    <a:pt x="727" y="314"/>
                  </a:cubicBezTo>
                  <a:cubicBezTo>
                    <a:pt x="755" y="286"/>
                    <a:pt x="758" y="243"/>
                    <a:pt x="730" y="212"/>
                  </a:cubicBezTo>
                  <a:cubicBezTo>
                    <a:pt x="722" y="202"/>
                    <a:pt x="534" y="1"/>
                    <a:pt x="27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1" name="Google Shape;7271;p21"/>
            <p:cNvSpPr/>
            <p:nvPr/>
          </p:nvSpPr>
          <p:spPr>
            <a:xfrm flipH="1">
              <a:off x="8181289" y="513214"/>
              <a:ext cx="31613" cy="11181"/>
            </a:xfrm>
            <a:custGeom>
              <a:rect b="b" l="l" r="r" t="t"/>
              <a:pathLst>
                <a:path extrusionOk="0" h="278" w="786">
                  <a:moveTo>
                    <a:pt x="323" y="1"/>
                  </a:moveTo>
                  <a:cubicBezTo>
                    <a:pt x="240" y="1"/>
                    <a:pt x="150" y="20"/>
                    <a:pt x="61" y="74"/>
                  </a:cubicBezTo>
                  <a:cubicBezTo>
                    <a:pt x="1" y="119"/>
                    <a:pt x="38" y="203"/>
                    <a:pt x="100" y="203"/>
                  </a:cubicBezTo>
                  <a:cubicBezTo>
                    <a:pt x="111" y="203"/>
                    <a:pt x="123" y="200"/>
                    <a:pt x="135" y="194"/>
                  </a:cubicBezTo>
                  <a:cubicBezTo>
                    <a:pt x="198" y="156"/>
                    <a:pt x="262" y="142"/>
                    <a:pt x="323" y="142"/>
                  </a:cubicBezTo>
                  <a:cubicBezTo>
                    <a:pt x="494" y="142"/>
                    <a:pt x="637" y="255"/>
                    <a:pt x="644" y="259"/>
                  </a:cubicBezTo>
                  <a:cubicBezTo>
                    <a:pt x="656" y="272"/>
                    <a:pt x="671" y="278"/>
                    <a:pt x="690" y="278"/>
                  </a:cubicBezTo>
                  <a:cubicBezTo>
                    <a:pt x="755" y="278"/>
                    <a:pt x="786" y="194"/>
                    <a:pt x="733" y="151"/>
                  </a:cubicBezTo>
                  <a:cubicBezTo>
                    <a:pt x="724" y="142"/>
                    <a:pt x="547" y="1"/>
                    <a:pt x="3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2" name="Google Shape;7272;p21"/>
            <p:cNvSpPr/>
            <p:nvPr/>
          </p:nvSpPr>
          <p:spPr>
            <a:xfrm flipH="1">
              <a:off x="8071888" y="541007"/>
              <a:ext cx="29924" cy="14640"/>
            </a:xfrm>
            <a:custGeom>
              <a:rect b="b" l="l" r="r" t="t"/>
              <a:pathLst>
                <a:path extrusionOk="0" h="364" w="744">
                  <a:moveTo>
                    <a:pt x="245" y="0"/>
                  </a:moveTo>
                  <a:cubicBezTo>
                    <a:pt x="193" y="0"/>
                    <a:pt x="138" y="8"/>
                    <a:pt x="81" y="28"/>
                  </a:cubicBezTo>
                  <a:cubicBezTo>
                    <a:pt x="0" y="53"/>
                    <a:pt x="30" y="165"/>
                    <a:pt x="101" y="165"/>
                  </a:cubicBezTo>
                  <a:cubicBezTo>
                    <a:pt x="109" y="165"/>
                    <a:pt x="118" y="163"/>
                    <a:pt x="127" y="160"/>
                  </a:cubicBezTo>
                  <a:cubicBezTo>
                    <a:pt x="167" y="147"/>
                    <a:pt x="206" y="141"/>
                    <a:pt x="243" y="141"/>
                  </a:cubicBezTo>
                  <a:cubicBezTo>
                    <a:pt x="453" y="141"/>
                    <a:pt x="603" y="326"/>
                    <a:pt x="611" y="336"/>
                  </a:cubicBezTo>
                  <a:cubicBezTo>
                    <a:pt x="624" y="352"/>
                    <a:pt x="645" y="364"/>
                    <a:pt x="667" y="364"/>
                  </a:cubicBezTo>
                  <a:cubicBezTo>
                    <a:pt x="682" y="361"/>
                    <a:pt x="698" y="358"/>
                    <a:pt x="710" y="348"/>
                  </a:cubicBezTo>
                  <a:cubicBezTo>
                    <a:pt x="741" y="324"/>
                    <a:pt x="744" y="278"/>
                    <a:pt x="722" y="250"/>
                  </a:cubicBezTo>
                  <a:cubicBezTo>
                    <a:pt x="712" y="237"/>
                    <a:pt x="524" y="0"/>
                    <a:pt x="24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3" name="Google Shape;7273;p21"/>
            <p:cNvSpPr/>
            <p:nvPr/>
          </p:nvSpPr>
          <p:spPr>
            <a:xfrm flipH="1">
              <a:off x="8298413" y="246991"/>
              <a:ext cx="30849" cy="12307"/>
            </a:xfrm>
            <a:custGeom>
              <a:rect b="b" l="l" r="r" t="t"/>
              <a:pathLst>
                <a:path extrusionOk="0" h="306" w="767">
                  <a:moveTo>
                    <a:pt x="302" y="1"/>
                  </a:moveTo>
                  <a:cubicBezTo>
                    <a:pt x="230" y="1"/>
                    <a:pt x="153" y="16"/>
                    <a:pt x="73" y="56"/>
                  </a:cubicBezTo>
                  <a:cubicBezTo>
                    <a:pt x="1" y="90"/>
                    <a:pt x="37" y="190"/>
                    <a:pt x="105" y="190"/>
                  </a:cubicBezTo>
                  <a:cubicBezTo>
                    <a:pt x="115" y="190"/>
                    <a:pt x="126" y="188"/>
                    <a:pt x="138" y="182"/>
                  </a:cubicBezTo>
                  <a:cubicBezTo>
                    <a:pt x="194" y="154"/>
                    <a:pt x="249" y="143"/>
                    <a:pt x="301" y="143"/>
                  </a:cubicBezTo>
                  <a:cubicBezTo>
                    <a:pt x="486" y="143"/>
                    <a:pt x="633" y="280"/>
                    <a:pt x="641" y="287"/>
                  </a:cubicBezTo>
                  <a:cubicBezTo>
                    <a:pt x="653" y="299"/>
                    <a:pt x="671" y="306"/>
                    <a:pt x="690" y="306"/>
                  </a:cubicBezTo>
                  <a:cubicBezTo>
                    <a:pt x="708" y="306"/>
                    <a:pt x="727" y="299"/>
                    <a:pt x="739" y="284"/>
                  </a:cubicBezTo>
                  <a:cubicBezTo>
                    <a:pt x="767" y="256"/>
                    <a:pt x="767" y="213"/>
                    <a:pt x="739" y="185"/>
                  </a:cubicBezTo>
                  <a:cubicBezTo>
                    <a:pt x="730" y="176"/>
                    <a:pt x="546" y="1"/>
                    <a:pt x="30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4" name="Google Shape;7274;p21"/>
            <p:cNvSpPr/>
            <p:nvPr/>
          </p:nvSpPr>
          <p:spPr>
            <a:xfrm flipH="1">
              <a:off x="8308710" y="229213"/>
              <a:ext cx="30286" cy="10739"/>
            </a:xfrm>
            <a:custGeom>
              <a:rect b="b" l="l" r="r" t="t"/>
              <a:pathLst>
                <a:path extrusionOk="0" h="267" w="753">
                  <a:moveTo>
                    <a:pt x="317" y="1"/>
                  </a:moveTo>
                  <a:cubicBezTo>
                    <a:pt x="230" y="1"/>
                    <a:pt x="136" y="22"/>
                    <a:pt x="44" y="81"/>
                  </a:cubicBezTo>
                  <a:cubicBezTo>
                    <a:pt x="10" y="103"/>
                    <a:pt x="0" y="146"/>
                    <a:pt x="22" y="180"/>
                  </a:cubicBezTo>
                  <a:cubicBezTo>
                    <a:pt x="34" y="202"/>
                    <a:pt x="57" y="213"/>
                    <a:pt x="80" y="213"/>
                  </a:cubicBezTo>
                  <a:cubicBezTo>
                    <a:pt x="93" y="213"/>
                    <a:pt x="106" y="209"/>
                    <a:pt x="118" y="202"/>
                  </a:cubicBezTo>
                  <a:cubicBezTo>
                    <a:pt x="185" y="159"/>
                    <a:pt x="254" y="143"/>
                    <a:pt x="319" y="143"/>
                  </a:cubicBezTo>
                  <a:cubicBezTo>
                    <a:pt x="485" y="143"/>
                    <a:pt x="623" y="247"/>
                    <a:pt x="630" y="251"/>
                  </a:cubicBezTo>
                  <a:cubicBezTo>
                    <a:pt x="642" y="260"/>
                    <a:pt x="657" y="266"/>
                    <a:pt x="673" y="266"/>
                  </a:cubicBezTo>
                  <a:cubicBezTo>
                    <a:pt x="694" y="266"/>
                    <a:pt x="716" y="257"/>
                    <a:pt x="728" y="239"/>
                  </a:cubicBezTo>
                  <a:cubicBezTo>
                    <a:pt x="753" y="208"/>
                    <a:pt x="747" y="165"/>
                    <a:pt x="716" y="140"/>
                  </a:cubicBezTo>
                  <a:cubicBezTo>
                    <a:pt x="707" y="133"/>
                    <a:pt x="533" y="1"/>
                    <a:pt x="3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5" name="Google Shape;7275;p21"/>
            <p:cNvSpPr/>
            <p:nvPr/>
          </p:nvSpPr>
          <p:spPr>
            <a:xfrm flipH="1">
              <a:off x="7699481" y="666818"/>
              <a:ext cx="31050" cy="11784"/>
            </a:xfrm>
            <a:custGeom>
              <a:rect b="b" l="l" r="r" t="t"/>
              <a:pathLst>
                <a:path extrusionOk="0" h="293" w="772">
                  <a:moveTo>
                    <a:pt x="316" y="1"/>
                  </a:moveTo>
                  <a:cubicBezTo>
                    <a:pt x="239" y="1"/>
                    <a:pt x="156" y="18"/>
                    <a:pt x="72" y="64"/>
                  </a:cubicBezTo>
                  <a:cubicBezTo>
                    <a:pt x="1" y="101"/>
                    <a:pt x="40" y="197"/>
                    <a:pt x="105" y="197"/>
                  </a:cubicBezTo>
                  <a:cubicBezTo>
                    <a:pt x="116" y="197"/>
                    <a:pt x="128" y="194"/>
                    <a:pt x="140" y="188"/>
                  </a:cubicBezTo>
                  <a:cubicBezTo>
                    <a:pt x="200" y="155"/>
                    <a:pt x="260" y="142"/>
                    <a:pt x="316" y="142"/>
                  </a:cubicBezTo>
                  <a:cubicBezTo>
                    <a:pt x="494" y="142"/>
                    <a:pt x="638" y="267"/>
                    <a:pt x="645" y="274"/>
                  </a:cubicBezTo>
                  <a:cubicBezTo>
                    <a:pt x="658" y="286"/>
                    <a:pt x="676" y="292"/>
                    <a:pt x="692" y="292"/>
                  </a:cubicBezTo>
                  <a:cubicBezTo>
                    <a:pt x="713" y="292"/>
                    <a:pt x="732" y="283"/>
                    <a:pt x="744" y="271"/>
                  </a:cubicBezTo>
                  <a:cubicBezTo>
                    <a:pt x="772" y="240"/>
                    <a:pt x="769" y="197"/>
                    <a:pt x="741" y="169"/>
                  </a:cubicBezTo>
                  <a:cubicBezTo>
                    <a:pt x="729" y="160"/>
                    <a:pt x="549" y="1"/>
                    <a:pt x="31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6" name="Google Shape;7276;p21"/>
            <p:cNvSpPr/>
            <p:nvPr/>
          </p:nvSpPr>
          <p:spPr>
            <a:xfrm flipH="1">
              <a:off x="7673297" y="654511"/>
              <a:ext cx="31693" cy="11825"/>
            </a:xfrm>
            <a:custGeom>
              <a:rect b="b" l="l" r="r" t="t"/>
              <a:pathLst>
                <a:path extrusionOk="0" h="294" w="788">
                  <a:moveTo>
                    <a:pt x="314" y="0"/>
                  </a:moveTo>
                  <a:cubicBezTo>
                    <a:pt x="237" y="0"/>
                    <a:pt x="155" y="17"/>
                    <a:pt x="72" y="62"/>
                  </a:cubicBezTo>
                  <a:cubicBezTo>
                    <a:pt x="1" y="101"/>
                    <a:pt x="40" y="197"/>
                    <a:pt x="105" y="197"/>
                  </a:cubicBezTo>
                  <a:cubicBezTo>
                    <a:pt x="116" y="197"/>
                    <a:pt x="128" y="194"/>
                    <a:pt x="140" y="188"/>
                  </a:cubicBezTo>
                  <a:cubicBezTo>
                    <a:pt x="200" y="156"/>
                    <a:pt x="260" y="143"/>
                    <a:pt x="316" y="143"/>
                  </a:cubicBezTo>
                  <a:cubicBezTo>
                    <a:pt x="495" y="143"/>
                    <a:pt x="639" y="268"/>
                    <a:pt x="646" y="275"/>
                  </a:cubicBezTo>
                  <a:cubicBezTo>
                    <a:pt x="658" y="287"/>
                    <a:pt x="677" y="293"/>
                    <a:pt x="695" y="293"/>
                  </a:cubicBezTo>
                  <a:cubicBezTo>
                    <a:pt x="757" y="293"/>
                    <a:pt x="788" y="213"/>
                    <a:pt x="741" y="170"/>
                  </a:cubicBezTo>
                  <a:cubicBezTo>
                    <a:pt x="730" y="160"/>
                    <a:pt x="548" y="0"/>
                    <a:pt x="3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7" name="Google Shape;7277;p21"/>
            <p:cNvSpPr/>
            <p:nvPr/>
          </p:nvSpPr>
          <p:spPr>
            <a:xfrm flipH="1">
              <a:off x="7512775" y="1097948"/>
              <a:ext cx="28878" cy="16329"/>
            </a:xfrm>
            <a:custGeom>
              <a:rect b="b" l="l" r="r" t="t"/>
              <a:pathLst>
                <a:path extrusionOk="0" h="406" w="718">
                  <a:moveTo>
                    <a:pt x="197" y="0"/>
                  </a:moveTo>
                  <a:cubicBezTo>
                    <a:pt x="160" y="0"/>
                    <a:pt x="120" y="4"/>
                    <a:pt x="79" y="14"/>
                  </a:cubicBezTo>
                  <a:cubicBezTo>
                    <a:pt x="1" y="37"/>
                    <a:pt x="21" y="151"/>
                    <a:pt x="96" y="151"/>
                  </a:cubicBezTo>
                  <a:cubicBezTo>
                    <a:pt x="100" y="151"/>
                    <a:pt x="105" y="150"/>
                    <a:pt x="110" y="149"/>
                  </a:cubicBezTo>
                  <a:cubicBezTo>
                    <a:pt x="138" y="143"/>
                    <a:pt x="166" y="140"/>
                    <a:pt x="192" y="140"/>
                  </a:cubicBezTo>
                  <a:cubicBezTo>
                    <a:pt x="423" y="140"/>
                    <a:pt x="570" y="360"/>
                    <a:pt x="576" y="371"/>
                  </a:cubicBezTo>
                  <a:cubicBezTo>
                    <a:pt x="588" y="393"/>
                    <a:pt x="613" y="405"/>
                    <a:pt x="634" y="405"/>
                  </a:cubicBezTo>
                  <a:cubicBezTo>
                    <a:pt x="650" y="405"/>
                    <a:pt x="662" y="399"/>
                    <a:pt x="675" y="393"/>
                  </a:cubicBezTo>
                  <a:cubicBezTo>
                    <a:pt x="709" y="371"/>
                    <a:pt x="718" y="328"/>
                    <a:pt x="696" y="294"/>
                  </a:cubicBezTo>
                  <a:cubicBezTo>
                    <a:pt x="688" y="281"/>
                    <a:pt x="503" y="0"/>
                    <a:pt x="19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8" name="Google Shape;7278;p21"/>
            <p:cNvSpPr/>
            <p:nvPr/>
          </p:nvSpPr>
          <p:spPr>
            <a:xfrm flipH="1">
              <a:off x="7541171" y="1104987"/>
              <a:ext cx="29160" cy="16370"/>
            </a:xfrm>
            <a:custGeom>
              <a:rect b="b" l="l" r="r" t="t"/>
              <a:pathLst>
                <a:path extrusionOk="0" h="407" w="725">
                  <a:moveTo>
                    <a:pt x="203" y="1"/>
                  </a:moveTo>
                  <a:cubicBezTo>
                    <a:pt x="166" y="1"/>
                    <a:pt x="127" y="5"/>
                    <a:pt x="86" y="15"/>
                  </a:cubicBezTo>
                  <a:cubicBezTo>
                    <a:pt x="0" y="35"/>
                    <a:pt x="21" y="156"/>
                    <a:pt x="98" y="156"/>
                  </a:cubicBezTo>
                  <a:cubicBezTo>
                    <a:pt x="104" y="156"/>
                    <a:pt x="110" y="155"/>
                    <a:pt x="117" y="153"/>
                  </a:cubicBezTo>
                  <a:cubicBezTo>
                    <a:pt x="146" y="146"/>
                    <a:pt x="174" y="143"/>
                    <a:pt x="201" y="143"/>
                  </a:cubicBezTo>
                  <a:cubicBezTo>
                    <a:pt x="430" y="143"/>
                    <a:pt x="574" y="364"/>
                    <a:pt x="583" y="375"/>
                  </a:cubicBezTo>
                  <a:cubicBezTo>
                    <a:pt x="595" y="394"/>
                    <a:pt x="617" y="406"/>
                    <a:pt x="641" y="406"/>
                  </a:cubicBezTo>
                  <a:cubicBezTo>
                    <a:pt x="657" y="406"/>
                    <a:pt x="669" y="403"/>
                    <a:pt x="681" y="394"/>
                  </a:cubicBezTo>
                  <a:cubicBezTo>
                    <a:pt x="715" y="375"/>
                    <a:pt x="724" y="332"/>
                    <a:pt x="703" y="298"/>
                  </a:cubicBezTo>
                  <a:cubicBezTo>
                    <a:pt x="692" y="285"/>
                    <a:pt x="509" y="1"/>
                    <a:pt x="20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9" name="Google Shape;7279;p21"/>
            <p:cNvSpPr/>
            <p:nvPr/>
          </p:nvSpPr>
          <p:spPr>
            <a:xfrm flipH="1">
              <a:off x="7552593" y="1073735"/>
              <a:ext cx="28918" cy="16329"/>
            </a:xfrm>
            <a:custGeom>
              <a:rect b="b" l="l" r="r" t="t"/>
              <a:pathLst>
                <a:path extrusionOk="0" h="406" w="719">
                  <a:moveTo>
                    <a:pt x="197" y="1"/>
                  </a:moveTo>
                  <a:cubicBezTo>
                    <a:pt x="160" y="1"/>
                    <a:pt x="121" y="5"/>
                    <a:pt x="80" y="14"/>
                  </a:cubicBezTo>
                  <a:cubicBezTo>
                    <a:pt x="1" y="38"/>
                    <a:pt x="22" y="154"/>
                    <a:pt x="102" y="154"/>
                  </a:cubicBezTo>
                  <a:cubicBezTo>
                    <a:pt x="106" y="154"/>
                    <a:pt x="110" y="154"/>
                    <a:pt x="114" y="153"/>
                  </a:cubicBezTo>
                  <a:cubicBezTo>
                    <a:pt x="143" y="146"/>
                    <a:pt x="172" y="143"/>
                    <a:pt x="199" y="143"/>
                  </a:cubicBezTo>
                  <a:cubicBezTo>
                    <a:pt x="428" y="143"/>
                    <a:pt x="571" y="364"/>
                    <a:pt x="577" y="372"/>
                  </a:cubicBezTo>
                  <a:cubicBezTo>
                    <a:pt x="589" y="394"/>
                    <a:pt x="614" y="406"/>
                    <a:pt x="639" y="406"/>
                  </a:cubicBezTo>
                  <a:cubicBezTo>
                    <a:pt x="651" y="406"/>
                    <a:pt x="663" y="403"/>
                    <a:pt x="676" y="394"/>
                  </a:cubicBezTo>
                  <a:cubicBezTo>
                    <a:pt x="709" y="372"/>
                    <a:pt x="719" y="329"/>
                    <a:pt x="697" y="298"/>
                  </a:cubicBezTo>
                  <a:cubicBezTo>
                    <a:pt x="689" y="284"/>
                    <a:pt x="504" y="1"/>
                    <a:pt x="19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0" name="Google Shape;7280;p21"/>
            <p:cNvSpPr/>
            <p:nvPr/>
          </p:nvSpPr>
          <p:spPr>
            <a:xfrm flipH="1">
              <a:off x="7573911" y="1083670"/>
              <a:ext cx="29079" cy="16329"/>
            </a:xfrm>
            <a:custGeom>
              <a:rect b="b" l="l" r="r" t="t"/>
              <a:pathLst>
                <a:path extrusionOk="0" h="406" w="723">
                  <a:moveTo>
                    <a:pt x="203" y="0"/>
                  </a:moveTo>
                  <a:cubicBezTo>
                    <a:pt x="166" y="0"/>
                    <a:pt x="127" y="5"/>
                    <a:pt x="87" y="14"/>
                  </a:cubicBezTo>
                  <a:cubicBezTo>
                    <a:pt x="0" y="34"/>
                    <a:pt x="22" y="155"/>
                    <a:pt x="101" y="155"/>
                  </a:cubicBezTo>
                  <a:cubicBezTo>
                    <a:pt x="106" y="155"/>
                    <a:pt x="112" y="154"/>
                    <a:pt x="118" y="153"/>
                  </a:cubicBezTo>
                  <a:cubicBezTo>
                    <a:pt x="147" y="146"/>
                    <a:pt x="175" y="143"/>
                    <a:pt x="202" y="143"/>
                  </a:cubicBezTo>
                  <a:cubicBezTo>
                    <a:pt x="431" y="143"/>
                    <a:pt x="575" y="364"/>
                    <a:pt x="580" y="375"/>
                  </a:cubicBezTo>
                  <a:cubicBezTo>
                    <a:pt x="596" y="393"/>
                    <a:pt x="617" y="406"/>
                    <a:pt x="642" y="406"/>
                  </a:cubicBezTo>
                  <a:cubicBezTo>
                    <a:pt x="654" y="406"/>
                    <a:pt x="670" y="403"/>
                    <a:pt x="682" y="393"/>
                  </a:cubicBezTo>
                  <a:cubicBezTo>
                    <a:pt x="713" y="375"/>
                    <a:pt x="722" y="329"/>
                    <a:pt x="704" y="298"/>
                  </a:cubicBezTo>
                  <a:cubicBezTo>
                    <a:pt x="693" y="284"/>
                    <a:pt x="508" y="0"/>
                    <a:pt x="20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1" name="Google Shape;7281;p21"/>
            <p:cNvSpPr/>
            <p:nvPr/>
          </p:nvSpPr>
          <p:spPr>
            <a:xfrm flipH="1">
              <a:off x="7512775" y="1117777"/>
              <a:ext cx="29200" cy="16329"/>
            </a:xfrm>
            <a:custGeom>
              <a:rect b="b" l="l" r="r" t="t"/>
              <a:pathLst>
                <a:path extrusionOk="0" h="406" w="726">
                  <a:moveTo>
                    <a:pt x="204" y="1"/>
                  </a:moveTo>
                  <a:cubicBezTo>
                    <a:pt x="167" y="1"/>
                    <a:pt x="128" y="5"/>
                    <a:pt x="87" y="14"/>
                  </a:cubicBezTo>
                  <a:cubicBezTo>
                    <a:pt x="1" y="34"/>
                    <a:pt x="25" y="155"/>
                    <a:pt x="102" y="155"/>
                  </a:cubicBezTo>
                  <a:cubicBezTo>
                    <a:pt x="107" y="155"/>
                    <a:pt x="112" y="154"/>
                    <a:pt x="118" y="153"/>
                  </a:cubicBezTo>
                  <a:cubicBezTo>
                    <a:pt x="147" y="146"/>
                    <a:pt x="176" y="143"/>
                    <a:pt x="203" y="143"/>
                  </a:cubicBezTo>
                  <a:cubicBezTo>
                    <a:pt x="432" y="143"/>
                    <a:pt x="578" y="364"/>
                    <a:pt x="584" y="375"/>
                  </a:cubicBezTo>
                  <a:cubicBezTo>
                    <a:pt x="596" y="394"/>
                    <a:pt x="621" y="406"/>
                    <a:pt x="642" y="406"/>
                  </a:cubicBezTo>
                  <a:cubicBezTo>
                    <a:pt x="658" y="406"/>
                    <a:pt x="670" y="403"/>
                    <a:pt x="683" y="394"/>
                  </a:cubicBezTo>
                  <a:cubicBezTo>
                    <a:pt x="717" y="375"/>
                    <a:pt x="726" y="329"/>
                    <a:pt x="704" y="298"/>
                  </a:cubicBezTo>
                  <a:cubicBezTo>
                    <a:pt x="696" y="284"/>
                    <a:pt x="511" y="1"/>
                    <a:pt x="2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2" name="Google Shape;7282;p21"/>
            <p:cNvSpPr/>
            <p:nvPr/>
          </p:nvSpPr>
          <p:spPr>
            <a:xfrm flipH="1">
              <a:off x="7484218" y="1120633"/>
              <a:ext cx="29200" cy="16329"/>
            </a:xfrm>
            <a:custGeom>
              <a:rect b="b" l="l" r="r" t="t"/>
              <a:pathLst>
                <a:path extrusionOk="0" h="406" w="726">
                  <a:moveTo>
                    <a:pt x="203" y="1"/>
                  </a:moveTo>
                  <a:cubicBezTo>
                    <a:pt x="166" y="1"/>
                    <a:pt x="127" y="5"/>
                    <a:pt x="87" y="14"/>
                  </a:cubicBezTo>
                  <a:cubicBezTo>
                    <a:pt x="0" y="34"/>
                    <a:pt x="22" y="155"/>
                    <a:pt x="101" y="155"/>
                  </a:cubicBezTo>
                  <a:cubicBezTo>
                    <a:pt x="106" y="155"/>
                    <a:pt x="112" y="154"/>
                    <a:pt x="118" y="153"/>
                  </a:cubicBezTo>
                  <a:cubicBezTo>
                    <a:pt x="146" y="146"/>
                    <a:pt x="174" y="143"/>
                    <a:pt x="201" y="143"/>
                  </a:cubicBezTo>
                  <a:cubicBezTo>
                    <a:pt x="428" y="143"/>
                    <a:pt x="575" y="364"/>
                    <a:pt x="580" y="372"/>
                  </a:cubicBezTo>
                  <a:cubicBezTo>
                    <a:pt x="593" y="394"/>
                    <a:pt x="617" y="406"/>
                    <a:pt x="642" y="406"/>
                  </a:cubicBezTo>
                  <a:cubicBezTo>
                    <a:pt x="654" y="406"/>
                    <a:pt x="670" y="403"/>
                    <a:pt x="682" y="394"/>
                  </a:cubicBezTo>
                  <a:cubicBezTo>
                    <a:pt x="716" y="372"/>
                    <a:pt x="725" y="329"/>
                    <a:pt x="704" y="298"/>
                  </a:cubicBezTo>
                  <a:cubicBezTo>
                    <a:pt x="693" y="284"/>
                    <a:pt x="507" y="1"/>
                    <a:pt x="20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3" name="Google Shape;7283;p21"/>
            <p:cNvSpPr/>
            <p:nvPr/>
          </p:nvSpPr>
          <p:spPr>
            <a:xfrm flipH="1">
              <a:off x="7774131" y="1344504"/>
              <a:ext cx="31573" cy="12669"/>
            </a:xfrm>
            <a:custGeom>
              <a:rect b="b" l="l" r="r" t="t"/>
              <a:pathLst>
                <a:path extrusionOk="0" h="315" w="785">
                  <a:moveTo>
                    <a:pt x="293" y="0"/>
                  </a:moveTo>
                  <a:cubicBezTo>
                    <a:pt x="225" y="0"/>
                    <a:pt x="152" y="14"/>
                    <a:pt x="78" y="49"/>
                  </a:cubicBezTo>
                  <a:cubicBezTo>
                    <a:pt x="0" y="84"/>
                    <a:pt x="37" y="186"/>
                    <a:pt x="104" y="186"/>
                  </a:cubicBezTo>
                  <a:cubicBezTo>
                    <a:pt x="114" y="186"/>
                    <a:pt x="125" y="184"/>
                    <a:pt x="136" y="179"/>
                  </a:cubicBezTo>
                  <a:cubicBezTo>
                    <a:pt x="191" y="153"/>
                    <a:pt x="245" y="142"/>
                    <a:pt x="296" y="142"/>
                  </a:cubicBezTo>
                  <a:cubicBezTo>
                    <a:pt x="485" y="142"/>
                    <a:pt x="632" y="286"/>
                    <a:pt x="639" y="293"/>
                  </a:cubicBezTo>
                  <a:cubicBezTo>
                    <a:pt x="652" y="305"/>
                    <a:pt x="670" y="314"/>
                    <a:pt x="689" y="314"/>
                  </a:cubicBezTo>
                  <a:cubicBezTo>
                    <a:pt x="750" y="314"/>
                    <a:pt x="784" y="237"/>
                    <a:pt x="738" y="194"/>
                  </a:cubicBezTo>
                  <a:cubicBezTo>
                    <a:pt x="728" y="184"/>
                    <a:pt x="540" y="0"/>
                    <a:pt x="29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4" name="Google Shape;7284;p21"/>
            <p:cNvSpPr/>
            <p:nvPr/>
          </p:nvSpPr>
          <p:spPr>
            <a:xfrm flipH="1">
              <a:off x="7800436" y="1357495"/>
              <a:ext cx="31492" cy="12710"/>
            </a:xfrm>
            <a:custGeom>
              <a:rect b="b" l="l" r="r" t="t"/>
              <a:pathLst>
                <a:path extrusionOk="0" h="316" w="783">
                  <a:moveTo>
                    <a:pt x="292" y="1"/>
                  </a:moveTo>
                  <a:cubicBezTo>
                    <a:pt x="224" y="1"/>
                    <a:pt x="151" y="15"/>
                    <a:pt x="76" y="50"/>
                  </a:cubicBezTo>
                  <a:cubicBezTo>
                    <a:pt x="1" y="85"/>
                    <a:pt x="38" y="187"/>
                    <a:pt x="105" y="187"/>
                  </a:cubicBezTo>
                  <a:cubicBezTo>
                    <a:pt x="115" y="187"/>
                    <a:pt x="126" y="185"/>
                    <a:pt x="138" y="180"/>
                  </a:cubicBezTo>
                  <a:cubicBezTo>
                    <a:pt x="192" y="153"/>
                    <a:pt x="245" y="143"/>
                    <a:pt x="296" y="143"/>
                  </a:cubicBezTo>
                  <a:cubicBezTo>
                    <a:pt x="483" y="143"/>
                    <a:pt x="630" y="286"/>
                    <a:pt x="637" y="294"/>
                  </a:cubicBezTo>
                  <a:cubicBezTo>
                    <a:pt x="653" y="306"/>
                    <a:pt x="668" y="315"/>
                    <a:pt x="687" y="315"/>
                  </a:cubicBezTo>
                  <a:lnTo>
                    <a:pt x="690" y="315"/>
                  </a:lnTo>
                  <a:cubicBezTo>
                    <a:pt x="751" y="315"/>
                    <a:pt x="782" y="238"/>
                    <a:pt x="739" y="195"/>
                  </a:cubicBezTo>
                  <a:cubicBezTo>
                    <a:pt x="729" y="185"/>
                    <a:pt x="541" y="1"/>
                    <a:pt x="29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5" name="Google Shape;7285;p21"/>
            <p:cNvSpPr/>
            <p:nvPr/>
          </p:nvSpPr>
          <p:spPr>
            <a:xfrm flipH="1">
              <a:off x="7818173" y="1329421"/>
              <a:ext cx="31492" cy="12629"/>
            </a:xfrm>
            <a:custGeom>
              <a:rect b="b" l="l" r="r" t="t"/>
              <a:pathLst>
                <a:path extrusionOk="0" h="314" w="783">
                  <a:moveTo>
                    <a:pt x="294" y="0"/>
                  </a:moveTo>
                  <a:cubicBezTo>
                    <a:pt x="225" y="0"/>
                    <a:pt x="151" y="15"/>
                    <a:pt x="76" y="51"/>
                  </a:cubicBezTo>
                  <a:cubicBezTo>
                    <a:pt x="1" y="83"/>
                    <a:pt x="38" y="185"/>
                    <a:pt x="103" y="185"/>
                  </a:cubicBezTo>
                  <a:cubicBezTo>
                    <a:pt x="113" y="185"/>
                    <a:pt x="124" y="183"/>
                    <a:pt x="135" y="177"/>
                  </a:cubicBezTo>
                  <a:cubicBezTo>
                    <a:pt x="189" y="151"/>
                    <a:pt x="243" y="141"/>
                    <a:pt x="294" y="141"/>
                  </a:cubicBezTo>
                  <a:cubicBezTo>
                    <a:pt x="483" y="141"/>
                    <a:pt x="630" y="285"/>
                    <a:pt x="637" y="295"/>
                  </a:cubicBezTo>
                  <a:cubicBezTo>
                    <a:pt x="650" y="307"/>
                    <a:pt x="668" y="313"/>
                    <a:pt x="687" y="313"/>
                  </a:cubicBezTo>
                  <a:cubicBezTo>
                    <a:pt x="748" y="313"/>
                    <a:pt x="782" y="239"/>
                    <a:pt x="736" y="193"/>
                  </a:cubicBezTo>
                  <a:cubicBezTo>
                    <a:pt x="726" y="183"/>
                    <a:pt x="540" y="0"/>
                    <a:pt x="29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6" name="Google Shape;7286;p21"/>
            <p:cNvSpPr/>
            <p:nvPr/>
          </p:nvSpPr>
          <p:spPr>
            <a:xfrm flipH="1">
              <a:off x="8553455" y="902192"/>
              <a:ext cx="17415" cy="29361"/>
            </a:xfrm>
            <a:custGeom>
              <a:rect b="b" l="l" r="r" t="t"/>
              <a:pathLst>
                <a:path extrusionOk="0" h="730" w="433">
                  <a:moveTo>
                    <a:pt x="227" y="0"/>
                  </a:moveTo>
                  <a:cubicBezTo>
                    <a:pt x="202" y="0"/>
                    <a:pt x="177" y="13"/>
                    <a:pt x="164" y="45"/>
                  </a:cubicBezTo>
                  <a:cubicBezTo>
                    <a:pt x="158" y="63"/>
                    <a:pt x="1" y="455"/>
                    <a:pt x="288" y="711"/>
                  </a:cubicBezTo>
                  <a:cubicBezTo>
                    <a:pt x="303" y="723"/>
                    <a:pt x="319" y="729"/>
                    <a:pt x="337" y="729"/>
                  </a:cubicBezTo>
                  <a:cubicBezTo>
                    <a:pt x="402" y="729"/>
                    <a:pt x="433" y="649"/>
                    <a:pt x="383" y="606"/>
                  </a:cubicBezTo>
                  <a:cubicBezTo>
                    <a:pt x="171" y="415"/>
                    <a:pt x="291" y="112"/>
                    <a:pt x="294" y="97"/>
                  </a:cubicBezTo>
                  <a:cubicBezTo>
                    <a:pt x="318" y="42"/>
                    <a:pt x="272" y="0"/>
                    <a:pt x="2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7" name="Google Shape;7287;p21"/>
            <p:cNvSpPr/>
            <p:nvPr/>
          </p:nvSpPr>
          <p:spPr>
            <a:xfrm flipH="1">
              <a:off x="8537085" y="875727"/>
              <a:ext cx="16651" cy="29280"/>
            </a:xfrm>
            <a:custGeom>
              <a:rect b="b" l="l" r="r" t="t"/>
              <a:pathLst>
                <a:path extrusionOk="0" h="728" w="414">
                  <a:moveTo>
                    <a:pt x="226" y="0"/>
                  </a:moveTo>
                  <a:cubicBezTo>
                    <a:pt x="198" y="0"/>
                    <a:pt x="173" y="17"/>
                    <a:pt x="161" y="43"/>
                  </a:cubicBezTo>
                  <a:cubicBezTo>
                    <a:pt x="155" y="61"/>
                    <a:pt x="1" y="453"/>
                    <a:pt x="287" y="709"/>
                  </a:cubicBezTo>
                  <a:cubicBezTo>
                    <a:pt x="300" y="721"/>
                    <a:pt x="318" y="727"/>
                    <a:pt x="334" y="727"/>
                  </a:cubicBezTo>
                  <a:cubicBezTo>
                    <a:pt x="355" y="727"/>
                    <a:pt x="374" y="718"/>
                    <a:pt x="386" y="703"/>
                  </a:cubicBezTo>
                  <a:cubicBezTo>
                    <a:pt x="414" y="675"/>
                    <a:pt x="411" y="629"/>
                    <a:pt x="380" y="604"/>
                  </a:cubicBezTo>
                  <a:cubicBezTo>
                    <a:pt x="167" y="416"/>
                    <a:pt x="287" y="110"/>
                    <a:pt x="294" y="98"/>
                  </a:cubicBezTo>
                  <a:cubicBezTo>
                    <a:pt x="306" y="61"/>
                    <a:pt x="290" y="21"/>
                    <a:pt x="253" y="6"/>
                  </a:cubicBezTo>
                  <a:cubicBezTo>
                    <a:pt x="244" y="2"/>
                    <a:pt x="235" y="0"/>
                    <a:pt x="22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8" name="Google Shape;7288;p21"/>
            <p:cNvSpPr/>
            <p:nvPr/>
          </p:nvSpPr>
          <p:spPr>
            <a:xfrm flipH="1">
              <a:off x="8530730" y="921096"/>
              <a:ext cx="17295" cy="29441"/>
            </a:xfrm>
            <a:custGeom>
              <a:rect b="b" l="l" r="r" t="t"/>
              <a:pathLst>
                <a:path extrusionOk="0" h="732" w="430">
                  <a:moveTo>
                    <a:pt x="226" y="1"/>
                  </a:moveTo>
                  <a:cubicBezTo>
                    <a:pt x="198" y="1"/>
                    <a:pt x="172" y="18"/>
                    <a:pt x="161" y="46"/>
                  </a:cubicBezTo>
                  <a:cubicBezTo>
                    <a:pt x="155" y="62"/>
                    <a:pt x="0" y="454"/>
                    <a:pt x="287" y="713"/>
                  </a:cubicBezTo>
                  <a:cubicBezTo>
                    <a:pt x="300" y="722"/>
                    <a:pt x="315" y="731"/>
                    <a:pt x="333" y="731"/>
                  </a:cubicBezTo>
                  <a:cubicBezTo>
                    <a:pt x="398" y="731"/>
                    <a:pt x="429" y="651"/>
                    <a:pt x="380" y="608"/>
                  </a:cubicBezTo>
                  <a:cubicBezTo>
                    <a:pt x="167" y="417"/>
                    <a:pt x="287" y="111"/>
                    <a:pt x="293" y="99"/>
                  </a:cubicBezTo>
                  <a:cubicBezTo>
                    <a:pt x="306" y="65"/>
                    <a:pt x="290" y="22"/>
                    <a:pt x="253" y="6"/>
                  </a:cubicBezTo>
                  <a:cubicBezTo>
                    <a:pt x="244" y="3"/>
                    <a:pt x="235" y="1"/>
                    <a:pt x="22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9" name="Google Shape;7289;p21"/>
            <p:cNvSpPr/>
            <p:nvPr/>
          </p:nvSpPr>
          <p:spPr>
            <a:xfrm flipH="1">
              <a:off x="8515004" y="956812"/>
              <a:ext cx="19627" cy="26103"/>
            </a:xfrm>
            <a:custGeom>
              <a:rect b="b" l="l" r="r" t="t"/>
              <a:pathLst>
                <a:path extrusionOk="0" h="649" w="488">
                  <a:moveTo>
                    <a:pt x="71" y="0"/>
                  </a:moveTo>
                  <a:cubicBezTo>
                    <a:pt x="34" y="0"/>
                    <a:pt x="4" y="31"/>
                    <a:pt x="4" y="68"/>
                  </a:cubicBezTo>
                  <a:cubicBezTo>
                    <a:pt x="0" y="87"/>
                    <a:pt x="0" y="509"/>
                    <a:pt x="364" y="642"/>
                  </a:cubicBezTo>
                  <a:cubicBezTo>
                    <a:pt x="371" y="645"/>
                    <a:pt x="380" y="648"/>
                    <a:pt x="386" y="648"/>
                  </a:cubicBezTo>
                  <a:lnTo>
                    <a:pt x="389" y="648"/>
                  </a:lnTo>
                  <a:cubicBezTo>
                    <a:pt x="466" y="648"/>
                    <a:pt x="488" y="537"/>
                    <a:pt x="414" y="509"/>
                  </a:cubicBezTo>
                  <a:cubicBezTo>
                    <a:pt x="142" y="411"/>
                    <a:pt x="142" y="84"/>
                    <a:pt x="142" y="71"/>
                  </a:cubicBezTo>
                  <a:cubicBezTo>
                    <a:pt x="142" y="31"/>
                    <a:pt x="112" y="0"/>
                    <a:pt x="7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0" name="Google Shape;7290;p21"/>
            <p:cNvSpPr/>
            <p:nvPr/>
          </p:nvSpPr>
          <p:spPr>
            <a:xfrm flipH="1">
              <a:off x="8504948" y="996873"/>
              <a:ext cx="19507" cy="26103"/>
            </a:xfrm>
            <a:custGeom>
              <a:rect b="b" l="l" r="r" t="t"/>
              <a:pathLst>
                <a:path extrusionOk="0" h="649" w="485">
                  <a:moveTo>
                    <a:pt x="71" y="1"/>
                  </a:moveTo>
                  <a:cubicBezTo>
                    <a:pt x="31" y="1"/>
                    <a:pt x="0" y="32"/>
                    <a:pt x="0" y="72"/>
                  </a:cubicBezTo>
                  <a:cubicBezTo>
                    <a:pt x="0" y="90"/>
                    <a:pt x="0" y="513"/>
                    <a:pt x="361" y="645"/>
                  </a:cubicBezTo>
                  <a:cubicBezTo>
                    <a:pt x="371" y="648"/>
                    <a:pt x="377" y="648"/>
                    <a:pt x="386" y="648"/>
                  </a:cubicBezTo>
                  <a:cubicBezTo>
                    <a:pt x="466" y="648"/>
                    <a:pt x="485" y="540"/>
                    <a:pt x="411" y="513"/>
                  </a:cubicBezTo>
                  <a:cubicBezTo>
                    <a:pt x="142" y="414"/>
                    <a:pt x="142" y="87"/>
                    <a:pt x="142" y="72"/>
                  </a:cubicBezTo>
                  <a:cubicBezTo>
                    <a:pt x="142" y="35"/>
                    <a:pt x="111" y="1"/>
                    <a:pt x="7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1" name="Google Shape;7291;p21"/>
            <p:cNvSpPr/>
            <p:nvPr/>
          </p:nvSpPr>
          <p:spPr>
            <a:xfrm flipH="1">
              <a:off x="8531414" y="978009"/>
              <a:ext cx="19587" cy="25982"/>
            </a:xfrm>
            <a:custGeom>
              <a:rect b="b" l="l" r="r" t="t"/>
              <a:pathLst>
                <a:path extrusionOk="0" h="646" w="487">
                  <a:moveTo>
                    <a:pt x="67" y="1"/>
                  </a:moveTo>
                  <a:cubicBezTo>
                    <a:pt x="31" y="1"/>
                    <a:pt x="0" y="33"/>
                    <a:pt x="0" y="69"/>
                  </a:cubicBezTo>
                  <a:cubicBezTo>
                    <a:pt x="0" y="87"/>
                    <a:pt x="0" y="510"/>
                    <a:pt x="361" y="642"/>
                  </a:cubicBezTo>
                  <a:cubicBezTo>
                    <a:pt x="370" y="645"/>
                    <a:pt x="377" y="645"/>
                    <a:pt x="386" y="645"/>
                  </a:cubicBezTo>
                  <a:cubicBezTo>
                    <a:pt x="387" y="646"/>
                    <a:pt x="388" y="646"/>
                    <a:pt x="389" y="646"/>
                  </a:cubicBezTo>
                  <a:cubicBezTo>
                    <a:pt x="467" y="646"/>
                    <a:pt x="487" y="537"/>
                    <a:pt x="411" y="510"/>
                  </a:cubicBezTo>
                  <a:cubicBezTo>
                    <a:pt x="142" y="411"/>
                    <a:pt x="142" y="84"/>
                    <a:pt x="142" y="72"/>
                  </a:cubicBezTo>
                  <a:cubicBezTo>
                    <a:pt x="142" y="32"/>
                    <a:pt x="111" y="1"/>
                    <a:pt x="71" y="1"/>
                  </a:cubicBezTo>
                  <a:cubicBezTo>
                    <a:pt x="70" y="1"/>
                    <a:pt x="68" y="1"/>
                    <a:pt x="6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2" name="Google Shape;7292;p21"/>
            <p:cNvSpPr/>
            <p:nvPr/>
          </p:nvSpPr>
          <p:spPr>
            <a:xfrm flipH="1">
              <a:off x="8544767" y="944947"/>
              <a:ext cx="19024" cy="27269"/>
            </a:xfrm>
            <a:custGeom>
              <a:rect b="b" l="l" r="r" t="t"/>
              <a:pathLst>
                <a:path extrusionOk="0" h="678" w="473">
                  <a:moveTo>
                    <a:pt x="122" y="1"/>
                  </a:moveTo>
                  <a:cubicBezTo>
                    <a:pt x="92" y="1"/>
                    <a:pt x="61" y="19"/>
                    <a:pt x="53" y="58"/>
                  </a:cubicBezTo>
                  <a:cubicBezTo>
                    <a:pt x="50" y="73"/>
                    <a:pt x="1" y="493"/>
                    <a:pt x="343" y="669"/>
                  </a:cubicBezTo>
                  <a:cubicBezTo>
                    <a:pt x="352" y="675"/>
                    <a:pt x="365" y="678"/>
                    <a:pt x="377" y="678"/>
                  </a:cubicBezTo>
                  <a:cubicBezTo>
                    <a:pt x="448" y="675"/>
                    <a:pt x="473" y="576"/>
                    <a:pt x="408" y="542"/>
                  </a:cubicBezTo>
                  <a:cubicBezTo>
                    <a:pt x="155" y="413"/>
                    <a:pt x="192" y="89"/>
                    <a:pt x="192" y="76"/>
                  </a:cubicBezTo>
                  <a:cubicBezTo>
                    <a:pt x="195" y="27"/>
                    <a:pt x="159" y="1"/>
                    <a:pt x="12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3" name="Google Shape;7293;p21"/>
            <p:cNvSpPr/>
            <p:nvPr/>
          </p:nvSpPr>
          <p:spPr>
            <a:xfrm flipH="1">
              <a:off x="8558442" y="860563"/>
              <a:ext cx="16772" cy="29562"/>
            </a:xfrm>
            <a:custGeom>
              <a:rect b="b" l="l" r="r" t="t"/>
              <a:pathLst>
                <a:path extrusionOk="0" h="735" w="417">
                  <a:moveTo>
                    <a:pt x="319" y="0"/>
                  </a:moveTo>
                  <a:cubicBezTo>
                    <a:pt x="300" y="0"/>
                    <a:pt x="282" y="8"/>
                    <a:pt x="266" y="25"/>
                  </a:cubicBezTo>
                  <a:cubicBezTo>
                    <a:pt x="257" y="40"/>
                    <a:pt x="1" y="376"/>
                    <a:pt x="211" y="700"/>
                  </a:cubicBezTo>
                  <a:cubicBezTo>
                    <a:pt x="223" y="722"/>
                    <a:pt x="245" y="731"/>
                    <a:pt x="269" y="734"/>
                  </a:cubicBezTo>
                  <a:cubicBezTo>
                    <a:pt x="282" y="734"/>
                    <a:pt x="297" y="728"/>
                    <a:pt x="306" y="722"/>
                  </a:cubicBezTo>
                  <a:cubicBezTo>
                    <a:pt x="340" y="700"/>
                    <a:pt x="349" y="657"/>
                    <a:pt x="328" y="623"/>
                  </a:cubicBezTo>
                  <a:cubicBezTo>
                    <a:pt x="174" y="386"/>
                    <a:pt x="371" y="123"/>
                    <a:pt x="380" y="111"/>
                  </a:cubicBezTo>
                  <a:cubicBezTo>
                    <a:pt x="417" y="57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4" name="Google Shape;7294;p21"/>
            <p:cNvSpPr/>
            <p:nvPr/>
          </p:nvSpPr>
          <p:spPr>
            <a:xfrm flipH="1">
              <a:off x="7836916" y="1343739"/>
              <a:ext cx="31452" cy="12669"/>
            </a:xfrm>
            <a:custGeom>
              <a:rect b="b" l="l" r="r" t="t"/>
              <a:pathLst>
                <a:path extrusionOk="0" h="315" w="782">
                  <a:moveTo>
                    <a:pt x="293" y="0"/>
                  </a:moveTo>
                  <a:cubicBezTo>
                    <a:pt x="224" y="0"/>
                    <a:pt x="151" y="14"/>
                    <a:pt x="75" y="50"/>
                  </a:cubicBezTo>
                  <a:cubicBezTo>
                    <a:pt x="0" y="84"/>
                    <a:pt x="37" y="184"/>
                    <a:pt x="104" y="184"/>
                  </a:cubicBezTo>
                  <a:cubicBezTo>
                    <a:pt x="114" y="184"/>
                    <a:pt x="125" y="182"/>
                    <a:pt x="137" y="176"/>
                  </a:cubicBezTo>
                  <a:cubicBezTo>
                    <a:pt x="191" y="151"/>
                    <a:pt x="243" y="141"/>
                    <a:pt x="293" y="141"/>
                  </a:cubicBezTo>
                  <a:cubicBezTo>
                    <a:pt x="481" y="141"/>
                    <a:pt x="629" y="284"/>
                    <a:pt x="637" y="293"/>
                  </a:cubicBezTo>
                  <a:cubicBezTo>
                    <a:pt x="649" y="306"/>
                    <a:pt x="667" y="312"/>
                    <a:pt x="686" y="312"/>
                  </a:cubicBezTo>
                  <a:lnTo>
                    <a:pt x="686" y="315"/>
                  </a:lnTo>
                  <a:cubicBezTo>
                    <a:pt x="751" y="312"/>
                    <a:pt x="782" y="238"/>
                    <a:pt x="738" y="195"/>
                  </a:cubicBezTo>
                  <a:cubicBezTo>
                    <a:pt x="729" y="183"/>
                    <a:pt x="541" y="0"/>
                    <a:pt x="29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5" name="Google Shape;7295;p21"/>
            <p:cNvSpPr/>
            <p:nvPr/>
          </p:nvSpPr>
          <p:spPr>
            <a:xfrm flipH="1">
              <a:off x="7764961" y="1365338"/>
              <a:ext cx="30728" cy="12669"/>
            </a:xfrm>
            <a:custGeom>
              <a:rect b="b" l="l" r="r" t="t"/>
              <a:pathLst>
                <a:path extrusionOk="0" h="315" w="764">
                  <a:moveTo>
                    <a:pt x="290" y="0"/>
                  </a:moveTo>
                  <a:cubicBezTo>
                    <a:pt x="222" y="0"/>
                    <a:pt x="150" y="14"/>
                    <a:pt x="76" y="49"/>
                  </a:cubicBezTo>
                  <a:cubicBezTo>
                    <a:pt x="1" y="84"/>
                    <a:pt x="37" y="186"/>
                    <a:pt x="105" y="186"/>
                  </a:cubicBezTo>
                  <a:cubicBezTo>
                    <a:pt x="115" y="186"/>
                    <a:pt x="126" y="184"/>
                    <a:pt x="137" y="179"/>
                  </a:cubicBezTo>
                  <a:cubicBezTo>
                    <a:pt x="192" y="153"/>
                    <a:pt x="245" y="142"/>
                    <a:pt x="295" y="142"/>
                  </a:cubicBezTo>
                  <a:cubicBezTo>
                    <a:pt x="483" y="142"/>
                    <a:pt x="630" y="286"/>
                    <a:pt x="637" y="293"/>
                  </a:cubicBezTo>
                  <a:cubicBezTo>
                    <a:pt x="649" y="305"/>
                    <a:pt x="668" y="315"/>
                    <a:pt x="686" y="315"/>
                  </a:cubicBezTo>
                  <a:cubicBezTo>
                    <a:pt x="705" y="315"/>
                    <a:pt x="723" y="308"/>
                    <a:pt x="739" y="293"/>
                  </a:cubicBezTo>
                  <a:cubicBezTo>
                    <a:pt x="763" y="265"/>
                    <a:pt x="763" y="222"/>
                    <a:pt x="739" y="194"/>
                  </a:cubicBezTo>
                  <a:cubicBezTo>
                    <a:pt x="727" y="185"/>
                    <a:pt x="538" y="0"/>
                    <a:pt x="29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6" name="Google Shape;7296;p21"/>
            <p:cNvSpPr/>
            <p:nvPr/>
          </p:nvSpPr>
          <p:spPr>
            <a:xfrm flipH="1">
              <a:off x="7735801" y="1362040"/>
              <a:ext cx="31291" cy="12629"/>
            </a:xfrm>
            <a:custGeom>
              <a:rect b="b" l="l" r="r" t="t"/>
              <a:pathLst>
                <a:path extrusionOk="0" h="314" w="778">
                  <a:moveTo>
                    <a:pt x="289" y="0"/>
                  </a:moveTo>
                  <a:cubicBezTo>
                    <a:pt x="220" y="0"/>
                    <a:pt x="146" y="15"/>
                    <a:pt x="71" y="51"/>
                  </a:cubicBezTo>
                  <a:cubicBezTo>
                    <a:pt x="0" y="86"/>
                    <a:pt x="37" y="184"/>
                    <a:pt x="102" y="184"/>
                  </a:cubicBezTo>
                  <a:cubicBezTo>
                    <a:pt x="110" y="184"/>
                    <a:pt x="120" y="182"/>
                    <a:pt x="130" y="178"/>
                  </a:cubicBezTo>
                  <a:cubicBezTo>
                    <a:pt x="184" y="152"/>
                    <a:pt x="238" y="141"/>
                    <a:pt x="289" y="141"/>
                  </a:cubicBezTo>
                  <a:cubicBezTo>
                    <a:pt x="478" y="141"/>
                    <a:pt x="625" y="285"/>
                    <a:pt x="632" y="295"/>
                  </a:cubicBezTo>
                  <a:cubicBezTo>
                    <a:pt x="645" y="307"/>
                    <a:pt x="663" y="313"/>
                    <a:pt x="682" y="313"/>
                  </a:cubicBezTo>
                  <a:cubicBezTo>
                    <a:pt x="743" y="313"/>
                    <a:pt x="777" y="239"/>
                    <a:pt x="731" y="193"/>
                  </a:cubicBezTo>
                  <a:cubicBezTo>
                    <a:pt x="721" y="183"/>
                    <a:pt x="535" y="0"/>
                    <a:pt x="28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7" name="Google Shape;7297;p21"/>
            <p:cNvSpPr/>
            <p:nvPr/>
          </p:nvSpPr>
          <p:spPr>
            <a:xfrm flipH="1">
              <a:off x="7663483" y="676270"/>
              <a:ext cx="31050" cy="11865"/>
            </a:xfrm>
            <a:custGeom>
              <a:rect b="b" l="l" r="r" t="t"/>
              <a:pathLst>
                <a:path extrusionOk="0" h="295" w="772">
                  <a:moveTo>
                    <a:pt x="314" y="1"/>
                  </a:moveTo>
                  <a:cubicBezTo>
                    <a:pt x="237" y="1"/>
                    <a:pt x="155" y="18"/>
                    <a:pt x="71" y="64"/>
                  </a:cubicBezTo>
                  <a:cubicBezTo>
                    <a:pt x="1" y="100"/>
                    <a:pt x="39" y="197"/>
                    <a:pt x="103" y="197"/>
                  </a:cubicBezTo>
                  <a:cubicBezTo>
                    <a:pt x="114" y="197"/>
                    <a:pt x="127" y="194"/>
                    <a:pt x="139" y="187"/>
                  </a:cubicBezTo>
                  <a:cubicBezTo>
                    <a:pt x="199" y="155"/>
                    <a:pt x="258" y="142"/>
                    <a:pt x="314" y="142"/>
                  </a:cubicBezTo>
                  <a:cubicBezTo>
                    <a:pt x="493" y="142"/>
                    <a:pt x="638" y="269"/>
                    <a:pt x="645" y="276"/>
                  </a:cubicBezTo>
                  <a:cubicBezTo>
                    <a:pt x="657" y="286"/>
                    <a:pt x="676" y="295"/>
                    <a:pt x="694" y="295"/>
                  </a:cubicBezTo>
                  <a:cubicBezTo>
                    <a:pt x="713" y="295"/>
                    <a:pt x="731" y="286"/>
                    <a:pt x="747" y="270"/>
                  </a:cubicBezTo>
                  <a:cubicBezTo>
                    <a:pt x="771" y="239"/>
                    <a:pt x="768" y="196"/>
                    <a:pt x="741" y="172"/>
                  </a:cubicBezTo>
                  <a:cubicBezTo>
                    <a:pt x="729" y="162"/>
                    <a:pt x="547" y="1"/>
                    <a:pt x="3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8" name="Google Shape;7298;p21"/>
            <p:cNvSpPr/>
            <p:nvPr/>
          </p:nvSpPr>
          <p:spPr>
            <a:xfrm flipH="1">
              <a:off x="7634081" y="659217"/>
              <a:ext cx="31050" cy="11825"/>
            </a:xfrm>
            <a:custGeom>
              <a:rect b="b" l="l" r="r" t="t"/>
              <a:pathLst>
                <a:path extrusionOk="0" h="294" w="772">
                  <a:moveTo>
                    <a:pt x="311" y="0"/>
                  </a:moveTo>
                  <a:cubicBezTo>
                    <a:pt x="235" y="0"/>
                    <a:pt x="154" y="17"/>
                    <a:pt x="71" y="62"/>
                  </a:cubicBezTo>
                  <a:cubicBezTo>
                    <a:pt x="0" y="102"/>
                    <a:pt x="39" y="197"/>
                    <a:pt x="104" y="197"/>
                  </a:cubicBezTo>
                  <a:cubicBezTo>
                    <a:pt x="115" y="197"/>
                    <a:pt x="127" y="195"/>
                    <a:pt x="139" y="188"/>
                  </a:cubicBezTo>
                  <a:cubicBezTo>
                    <a:pt x="199" y="156"/>
                    <a:pt x="259" y="143"/>
                    <a:pt x="316" y="143"/>
                  </a:cubicBezTo>
                  <a:cubicBezTo>
                    <a:pt x="494" y="143"/>
                    <a:pt x="638" y="268"/>
                    <a:pt x="645" y="275"/>
                  </a:cubicBezTo>
                  <a:cubicBezTo>
                    <a:pt x="657" y="287"/>
                    <a:pt x="676" y="293"/>
                    <a:pt x="691" y="293"/>
                  </a:cubicBezTo>
                  <a:cubicBezTo>
                    <a:pt x="713" y="293"/>
                    <a:pt x="731" y="284"/>
                    <a:pt x="744" y="269"/>
                  </a:cubicBezTo>
                  <a:cubicBezTo>
                    <a:pt x="771" y="241"/>
                    <a:pt x="768" y="198"/>
                    <a:pt x="740" y="170"/>
                  </a:cubicBezTo>
                  <a:cubicBezTo>
                    <a:pt x="729" y="161"/>
                    <a:pt x="545" y="0"/>
                    <a:pt x="31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9" name="Google Shape;7299;p21"/>
            <p:cNvSpPr/>
            <p:nvPr/>
          </p:nvSpPr>
          <p:spPr>
            <a:xfrm flipH="1">
              <a:off x="7627767" y="676310"/>
              <a:ext cx="31653" cy="11825"/>
            </a:xfrm>
            <a:custGeom>
              <a:rect b="b" l="l" r="r" t="t"/>
              <a:pathLst>
                <a:path extrusionOk="0" h="294" w="787">
                  <a:moveTo>
                    <a:pt x="311" y="1"/>
                  </a:moveTo>
                  <a:cubicBezTo>
                    <a:pt x="235" y="1"/>
                    <a:pt x="154" y="18"/>
                    <a:pt x="71" y="63"/>
                  </a:cubicBezTo>
                  <a:cubicBezTo>
                    <a:pt x="0" y="99"/>
                    <a:pt x="39" y="196"/>
                    <a:pt x="103" y="196"/>
                  </a:cubicBezTo>
                  <a:cubicBezTo>
                    <a:pt x="114" y="196"/>
                    <a:pt x="126" y="193"/>
                    <a:pt x="139" y="186"/>
                  </a:cubicBezTo>
                  <a:cubicBezTo>
                    <a:pt x="198" y="154"/>
                    <a:pt x="258" y="141"/>
                    <a:pt x="314" y="141"/>
                  </a:cubicBezTo>
                  <a:cubicBezTo>
                    <a:pt x="493" y="141"/>
                    <a:pt x="638" y="268"/>
                    <a:pt x="645" y="275"/>
                  </a:cubicBezTo>
                  <a:cubicBezTo>
                    <a:pt x="657" y="285"/>
                    <a:pt x="676" y="294"/>
                    <a:pt x="691" y="294"/>
                  </a:cubicBezTo>
                  <a:cubicBezTo>
                    <a:pt x="756" y="294"/>
                    <a:pt x="787" y="214"/>
                    <a:pt x="737" y="171"/>
                  </a:cubicBezTo>
                  <a:cubicBezTo>
                    <a:pt x="728" y="161"/>
                    <a:pt x="545" y="1"/>
                    <a:pt x="31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0" name="Google Shape;7300;p21"/>
            <p:cNvSpPr/>
            <p:nvPr/>
          </p:nvSpPr>
          <p:spPr>
            <a:xfrm flipH="1">
              <a:off x="7348874" y="1196731"/>
              <a:ext cx="58279" cy="38008"/>
            </a:xfrm>
            <a:custGeom>
              <a:rect b="b" l="l" r="r" t="t"/>
              <a:pathLst>
                <a:path extrusionOk="0" h="945" w="1449">
                  <a:moveTo>
                    <a:pt x="97" y="0"/>
                  </a:moveTo>
                  <a:cubicBezTo>
                    <a:pt x="7" y="0"/>
                    <a:pt x="0" y="136"/>
                    <a:pt x="91" y="142"/>
                  </a:cubicBezTo>
                  <a:cubicBezTo>
                    <a:pt x="714" y="186"/>
                    <a:pt x="1309" y="910"/>
                    <a:pt x="1315" y="916"/>
                  </a:cubicBezTo>
                  <a:cubicBezTo>
                    <a:pt x="1328" y="935"/>
                    <a:pt x="1346" y="944"/>
                    <a:pt x="1368" y="944"/>
                  </a:cubicBezTo>
                  <a:cubicBezTo>
                    <a:pt x="1386" y="944"/>
                    <a:pt x="1402" y="938"/>
                    <a:pt x="1414" y="929"/>
                  </a:cubicBezTo>
                  <a:cubicBezTo>
                    <a:pt x="1445" y="904"/>
                    <a:pt x="1448" y="858"/>
                    <a:pt x="1423" y="830"/>
                  </a:cubicBezTo>
                  <a:cubicBezTo>
                    <a:pt x="1399" y="796"/>
                    <a:pt x="785" y="50"/>
                    <a:pt x="103" y="0"/>
                  </a:cubicBezTo>
                  <a:cubicBezTo>
                    <a:pt x="101" y="0"/>
                    <a:pt x="99" y="0"/>
                    <a:pt x="9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1" name="Google Shape;7301;p21"/>
            <p:cNvSpPr/>
            <p:nvPr/>
          </p:nvSpPr>
          <p:spPr>
            <a:xfrm flipH="1">
              <a:off x="7359453" y="1211895"/>
              <a:ext cx="63427" cy="30527"/>
            </a:xfrm>
            <a:custGeom>
              <a:rect b="b" l="l" r="r" t="t"/>
              <a:pathLst>
                <a:path extrusionOk="0" h="759" w="1577">
                  <a:moveTo>
                    <a:pt x="106" y="0"/>
                  </a:moveTo>
                  <a:cubicBezTo>
                    <a:pt x="40" y="0"/>
                    <a:pt x="0" y="99"/>
                    <a:pt x="78" y="135"/>
                  </a:cubicBezTo>
                  <a:cubicBezTo>
                    <a:pt x="115" y="157"/>
                    <a:pt x="1031" y="660"/>
                    <a:pt x="1463" y="755"/>
                  </a:cubicBezTo>
                  <a:lnTo>
                    <a:pt x="1478" y="755"/>
                  </a:lnTo>
                  <a:lnTo>
                    <a:pt x="1478" y="758"/>
                  </a:lnTo>
                  <a:cubicBezTo>
                    <a:pt x="1565" y="758"/>
                    <a:pt x="1577" y="635"/>
                    <a:pt x="1494" y="617"/>
                  </a:cubicBezTo>
                  <a:cubicBezTo>
                    <a:pt x="1083" y="527"/>
                    <a:pt x="155" y="18"/>
                    <a:pt x="146" y="12"/>
                  </a:cubicBezTo>
                  <a:cubicBezTo>
                    <a:pt x="132" y="4"/>
                    <a:pt x="118" y="0"/>
                    <a:pt x="10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2" name="Google Shape;7302;p21"/>
            <p:cNvSpPr/>
            <p:nvPr/>
          </p:nvSpPr>
          <p:spPr>
            <a:xfrm flipH="1">
              <a:off x="7517602" y="1369320"/>
              <a:ext cx="54418" cy="37847"/>
            </a:xfrm>
            <a:custGeom>
              <a:rect b="b" l="l" r="r" t="t"/>
              <a:pathLst>
                <a:path extrusionOk="0" h="941" w="1353">
                  <a:moveTo>
                    <a:pt x="99" y="1"/>
                  </a:moveTo>
                  <a:cubicBezTo>
                    <a:pt x="25" y="1"/>
                    <a:pt x="1" y="110"/>
                    <a:pt x="76" y="135"/>
                  </a:cubicBezTo>
                  <a:cubicBezTo>
                    <a:pt x="85" y="138"/>
                    <a:pt x="992" y="416"/>
                    <a:pt x="1211" y="900"/>
                  </a:cubicBezTo>
                  <a:cubicBezTo>
                    <a:pt x="1223" y="925"/>
                    <a:pt x="1248" y="940"/>
                    <a:pt x="1275" y="940"/>
                  </a:cubicBezTo>
                  <a:cubicBezTo>
                    <a:pt x="1285" y="940"/>
                    <a:pt x="1294" y="937"/>
                    <a:pt x="1303" y="934"/>
                  </a:cubicBezTo>
                  <a:cubicBezTo>
                    <a:pt x="1337" y="919"/>
                    <a:pt x="1352" y="876"/>
                    <a:pt x="1337" y="842"/>
                  </a:cubicBezTo>
                  <a:cubicBezTo>
                    <a:pt x="1090" y="299"/>
                    <a:pt x="153" y="12"/>
                    <a:pt x="116" y="3"/>
                  </a:cubicBezTo>
                  <a:cubicBezTo>
                    <a:pt x="110" y="2"/>
                    <a:pt x="104" y="1"/>
                    <a:pt x="9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3" name="Google Shape;7303;p21"/>
            <p:cNvSpPr/>
            <p:nvPr/>
          </p:nvSpPr>
          <p:spPr>
            <a:xfrm flipH="1">
              <a:off x="7513862" y="1388224"/>
              <a:ext cx="71752" cy="32216"/>
            </a:xfrm>
            <a:custGeom>
              <a:rect b="b" l="l" r="r" t="t"/>
              <a:pathLst>
                <a:path extrusionOk="0" h="801" w="1784">
                  <a:moveTo>
                    <a:pt x="102" y="1"/>
                  </a:moveTo>
                  <a:cubicBezTo>
                    <a:pt x="39" y="1"/>
                    <a:pt x="1" y="95"/>
                    <a:pt x="71" y="134"/>
                  </a:cubicBezTo>
                  <a:cubicBezTo>
                    <a:pt x="114" y="156"/>
                    <a:pt x="1126" y="705"/>
                    <a:pt x="1697" y="800"/>
                  </a:cubicBezTo>
                  <a:lnTo>
                    <a:pt x="1706" y="800"/>
                  </a:lnTo>
                  <a:cubicBezTo>
                    <a:pt x="1743" y="800"/>
                    <a:pt x="1771" y="776"/>
                    <a:pt x="1777" y="742"/>
                  </a:cubicBezTo>
                  <a:cubicBezTo>
                    <a:pt x="1783" y="705"/>
                    <a:pt x="1758" y="668"/>
                    <a:pt x="1718" y="662"/>
                  </a:cubicBezTo>
                  <a:cubicBezTo>
                    <a:pt x="1172" y="569"/>
                    <a:pt x="148" y="14"/>
                    <a:pt x="139" y="11"/>
                  </a:cubicBezTo>
                  <a:cubicBezTo>
                    <a:pt x="126" y="4"/>
                    <a:pt x="114" y="1"/>
                    <a:pt x="10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304" name="Google Shape;7304;p21"/>
          <p:cNvSpPr txBox="1"/>
          <p:nvPr/>
        </p:nvSpPr>
        <p:spPr>
          <a:xfrm>
            <a:off x="3220517" y="352501"/>
            <a:ext cx="2797650" cy="80021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hu-HU" sz="46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Summary</a:t>
            </a:r>
            <a:endParaRPr b="1" i="0" sz="46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308" name="Shape 7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09" name="Google Shape;7309;p22"/>
          <p:cNvGrpSpPr/>
          <p:nvPr/>
        </p:nvGrpSpPr>
        <p:grpSpPr>
          <a:xfrm>
            <a:off x="555605" y="2795000"/>
            <a:ext cx="1298295" cy="1990127"/>
            <a:chOff x="827241" y="463168"/>
            <a:chExt cx="2604925" cy="3993032"/>
          </a:xfrm>
        </p:grpSpPr>
        <p:sp>
          <p:nvSpPr>
            <p:cNvPr id="7310" name="Google Shape;7310;p22"/>
            <p:cNvSpPr/>
            <p:nvPr/>
          </p:nvSpPr>
          <p:spPr>
            <a:xfrm>
              <a:off x="827275" y="3575400"/>
              <a:ext cx="2508600" cy="8808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79000" lIns="79000" spcFirstLastPara="1" rIns="79000" wrap="square" tIns="790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11" name="Google Shape;7311;p22"/>
            <p:cNvGrpSpPr/>
            <p:nvPr/>
          </p:nvGrpSpPr>
          <p:grpSpPr>
            <a:xfrm>
              <a:off x="827241" y="463168"/>
              <a:ext cx="2604925" cy="3916798"/>
              <a:chOff x="5774900" y="3879000"/>
              <a:chExt cx="525950" cy="790825"/>
            </a:xfrm>
          </p:grpSpPr>
          <p:sp>
            <p:nvSpPr>
              <p:cNvPr id="7312" name="Google Shape;7312;p22"/>
              <p:cNvSpPr/>
              <p:nvPr/>
            </p:nvSpPr>
            <p:spPr>
              <a:xfrm>
                <a:off x="6173425" y="3883025"/>
                <a:ext cx="112500" cy="163050"/>
              </a:xfrm>
              <a:custGeom>
                <a:rect b="b" l="l" r="r" t="t"/>
                <a:pathLst>
                  <a:path extrusionOk="0" h="6522" w="4500">
                    <a:moveTo>
                      <a:pt x="2219" y="0"/>
                    </a:moveTo>
                    <a:cubicBezTo>
                      <a:pt x="1839" y="0"/>
                      <a:pt x="1563" y="254"/>
                      <a:pt x="1359" y="547"/>
                    </a:cubicBezTo>
                    <a:cubicBezTo>
                      <a:pt x="1136" y="887"/>
                      <a:pt x="953" y="1252"/>
                      <a:pt x="788" y="1624"/>
                    </a:cubicBezTo>
                    <a:cubicBezTo>
                      <a:pt x="614" y="2014"/>
                      <a:pt x="464" y="2420"/>
                      <a:pt x="340" y="2826"/>
                    </a:cubicBezTo>
                    <a:cubicBezTo>
                      <a:pt x="274" y="3025"/>
                      <a:pt x="216" y="3223"/>
                      <a:pt x="158" y="3422"/>
                    </a:cubicBezTo>
                    <a:cubicBezTo>
                      <a:pt x="116" y="3571"/>
                      <a:pt x="67" y="3729"/>
                      <a:pt x="0" y="3870"/>
                    </a:cubicBezTo>
                    <a:cubicBezTo>
                      <a:pt x="68" y="3865"/>
                      <a:pt x="135" y="3862"/>
                      <a:pt x="201" y="3862"/>
                    </a:cubicBezTo>
                    <a:cubicBezTo>
                      <a:pt x="362" y="3862"/>
                      <a:pt x="519" y="3878"/>
                      <a:pt x="672" y="3919"/>
                    </a:cubicBezTo>
                    <a:cubicBezTo>
                      <a:pt x="622" y="3878"/>
                      <a:pt x="597" y="3795"/>
                      <a:pt x="580" y="3737"/>
                    </a:cubicBezTo>
                    <a:cubicBezTo>
                      <a:pt x="556" y="3638"/>
                      <a:pt x="556" y="3530"/>
                      <a:pt x="556" y="3431"/>
                    </a:cubicBezTo>
                    <a:cubicBezTo>
                      <a:pt x="564" y="3298"/>
                      <a:pt x="572" y="3174"/>
                      <a:pt x="597" y="3049"/>
                    </a:cubicBezTo>
                    <a:cubicBezTo>
                      <a:pt x="605" y="2991"/>
                      <a:pt x="614" y="2925"/>
                      <a:pt x="630" y="2867"/>
                    </a:cubicBezTo>
                    <a:cubicBezTo>
                      <a:pt x="647" y="2826"/>
                      <a:pt x="663" y="2759"/>
                      <a:pt x="705" y="2735"/>
                    </a:cubicBezTo>
                    <a:cubicBezTo>
                      <a:pt x="711" y="2732"/>
                      <a:pt x="718" y="2731"/>
                      <a:pt x="724" y="2731"/>
                    </a:cubicBezTo>
                    <a:cubicBezTo>
                      <a:pt x="742" y="2731"/>
                      <a:pt x="757" y="2739"/>
                      <a:pt x="763" y="2751"/>
                    </a:cubicBezTo>
                    <a:cubicBezTo>
                      <a:pt x="788" y="2793"/>
                      <a:pt x="779" y="2851"/>
                      <a:pt x="763" y="2892"/>
                    </a:cubicBezTo>
                    <a:cubicBezTo>
                      <a:pt x="754" y="2950"/>
                      <a:pt x="738" y="3000"/>
                      <a:pt x="730" y="3058"/>
                    </a:cubicBezTo>
                    <a:cubicBezTo>
                      <a:pt x="705" y="3165"/>
                      <a:pt x="696" y="3273"/>
                      <a:pt x="688" y="3381"/>
                    </a:cubicBezTo>
                    <a:cubicBezTo>
                      <a:pt x="680" y="3480"/>
                      <a:pt x="680" y="3580"/>
                      <a:pt x="696" y="3679"/>
                    </a:cubicBezTo>
                    <a:cubicBezTo>
                      <a:pt x="705" y="3712"/>
                      <a:pt x="713" y="3754"/>
                      <a:pt x="730" y="3795"/>
                    </a:cubicBezTo>
                    <a:cubicBezTo>
                      <a:pt x="730" y="3803"/>
                      <a:pt x="738" y="3812"/>
                      <a:pt x="738" y="3820"/>
                    </a:cubicBezTo>
                    <a:cubicBezTo>
                      <a:pt x="754" y="3845"/>
                      <a:pt x="771" y="3878"/>
                      <a:pt x="788" y="3911"/>
                    </a:cubicBezTo>
                    <a:cubicBezTo>
                      <a:pt x="788" y="3928"/>
                      <a:pt x="779" y="3944"/>
                      <a:pt x="771" y="3953"/>
                    </a:cubicBezTo>
                    <a:lnTo>
                      <a:pt x="779" y="3953"/>
                    </a:lnTo>
                    <a:cubicBezTo>
                      <a:pt x="804" y="3961"/>
                      <a:pt x="821" y="3986"/>
                      <a:pt x="829" y="4011"/>
                    </a:cubicBezTo>
                    <a:cubicBezTo>
                      <a:pt x="1044" y="4060"/>
                      <a:pt x="1243" y="4160"/>
                      <a:pt x="1442" y="4243"/>
                    </a:cubicBezTo>
                    <a:cubicBezTo>
                      <a:pt x="1740" y="4383"/>
                      <a:pt x="2039" y="4516"/>
                      <a:pt x="2337" y="4649"/>
                    </a:cubicBezTo>
                    <a:cubicBezTo>
                      <a:pt x="2486" y="4715"/>
                      <a:pt x="2635" y="4781"/>
                      <a:pt x="2784" y="4847"/>
                    </a:cubicBezTo>
                    <a:cubicBezTo>
                      <a:pt x="2909" y="4905"/>
                      <a:pt x="3041" y="4955"/>
                      <a:pt x="3149" y="5046"/>
                    </a:cubicBezTo>
                    <a:cubicBezTo>
                      <a:pt x="3356" y="5204"/>
                      <a:pt x="3456" y="5461"/>
                      <a:pt x="3514" y="5709"/>
                    </a:cubicBezTo>
                    <a:cubicBezTo>
                      <a:pt x="3547" y="5817"/>
                      <a:pt x="3572" y="5933"/>
                      <a:pt x="3588" y="6041"/>
                    </a:cubicBezTo>
                    <a:cubicBezTo>
                      <a:pt x="3588" y="6032"/>
                      <a:pt x="3596" y="6032"/>
                      <a:pt x="3596" y="6024"/>
                    </a:cubicBezTo>
                    <a:cubicBezTo>
                      <a:pt x="3613" y="6007"/>
                      <a:pt x="3621" y="5983"/>
                      <a:pt x="3630" y="5958"/>
                    </a:cubicBezTo>
                    <a:cubicBezTo>
                      <a:pt x="3679" y="5875"/>
                      <a:pt x="3712" y="5792"/>
                      <a:pt x="3754" y="5709"/>
                    </a:cubicBezTo>
                    <a:cubicBezTo>
                      <a:pt x="3779" y="5659"/>
                      <a:pt x="3803" y="5601"/>
                      <a:pt x="3820" y="5552"/>
                    </a:cubicBezTo>
                    <a:cubicBezTo>
                      <a:pt x="3837" y="5519"/>
                      <a:pt x="3845" y="5485"/>
                      <a:pt x="3861" y="5461"/>
                    </a:cubicBezTo>
                    <a:cubicBezTo>
                      <a:pt x="3878" y="5427"/>
                      <a:pt x="3886" y="5411"/>
                      <a:pt x="3919" y="5394"/>
                    </a:cubicBezTo>
                    <a:cubicBezTo>
                      <a:pt x="3925" y="5388"/>
                      <a:pt x="3933" y="5386"/>
                      <a:pt x="3942" y="5386"/>
                    </a:cubicBezTo>
                    <a:cubicBezTo>
                      <a:pt x="3956" y="5386"/>
                      <a:pt x="3972" y="5395"/>
                      <a:pt x="3977" y="5411"/>
                    </a:cubicBezTo>
                    <a:cubicBezTo>
                      <a:pt x="3986" y="5427"/>
                      <a:pt x="4002" y="5444"/>
                      <a:pt x="4002" y="5461"/>
                    </a:cubicBezTo>
                    <a:cubicBezTo>
                      <a:pt x="4002" y="5477"/>
                      <a:pt x="3994" y="5502"/>
                      <a:pt x="3994" y="5510"/>
                    </a:cubicBezTo>
                    <a:cubicBezTo>
                      <a:pt x="3986" y="5543"/>
                      <a:pt x="3977" y="5577"/>
                      <a:pt x="3969" y="5601"/>
                    </a:cubicBezTo>
                    <a:cubicBezTo>
                      <a:pt x="3944" y="5659"/>
                      <a:pt x="3919" y="5726"/>
                      <a:pt x="3895" y="5775"/>
                    </a:cubicBezTo>
                    <a:cubicBezTo>
                      <a:pt x="3837" y="5891"/>
                      <a:pt x="3754" y="5991"/>
                      <a:pt x="3671" y="6082"/>
                    </a:cubicBezTo>
                    <a:cubicBezTo>
                      <a:pt x="3663" y="6093"/>
                      <a:pt x="3653" y="6098"/>
                      <a:pt x="3641" y="6098"/>
                    </a:cubicBezTo>
                    <a:cubicBezTo>
                      <a:pt x="3628" y="6098"/>
                      <a:pt x="3614" y="6091"/>
                      <a:pt x="3605" y="6082"/>
                    </a:cubicBezTo>
                    <a:cubicBezTo>
                      <a:pt x="3605" y="6082"/>
                      <a:pt x="3605" y="6074"/>
                      <a:pt x="3596" y="6074"/>
                    </a:cubicBezTo>
                    <a:cubicBezTo>
                      <a:pt x="3596" y="6082"/>
                      <a:pt x="3605" y="6090"/>
                      <a:pt x="3605" y="6099"/>
                    </a:cubicBezTo>
                    <a:cubicBezTo>
                      <a:pt x="3605" y="6123"/>
                      <a:pt x="3613" y="6140"/>
                      <a:pt x="3613" y="6165"/>
                    </a:cubicBezTo>
                    <a:cubicBezTo>
                      <a:pt x="3621" y="6173"/>
                      <a:pt x="3621" y="6181"/>
                      <a:pt x="3621" y="6190"/>
                    </a:cubicBezTo>
                    <a:cubicBezTo>
                      <a:pt x="3671" y="6297"/>
                      <a:pt x="3721" y="6405"/>
                      <a:pt x="3762" y="6521"/>
                    </a:cubicBezTo>
                    <a:cubicBezTo>
                      <a:pt x="3770" y="6505"/>
                      <a:pt x="3779" y="6496"/>
                      <a:pt x="3787" y="6488"/>
                    </a:cubicBezTo>
                    <a:cubicBezTo>
                      <a:pt x="3961" y="6339"/>
                      <a:pt x="4110" y="6173"/>
                      <a:pt x="4234" y="5983"/>
                    </a:cubicBezTo>
                    <a:cubicBezTo>
                      <a:pt x="4350" y="5809"/>
                      <a:pt x="4499" y="5585"/>
                      <a:pt x="4450" y="5369"/>
                    </a:cubicBezTo>
                    <a:cubicBezTo>
                      <a:pt x="4433" y="5262"/>
                      <a:pt x="4367" y="5171"/>
                      <a:pt x="4309" y="5079"/>
                    </a:cubicBezTo>
                    <a:cubicBezTo>
                      <a:pt x="4251" y="4988"/>
                      <a:pt x="4201" y="4889"/>
                      <a:pt x="4160" y="4789"/>
                    </a:cubicBezTo>
                    <a:cubicBezTo>
                      <a:pt x="4069" y="4591"/>
                      <a:pt x="3994" y="4383"/>
                      <a:pt x="3944" y="4168"/>
                    </a:cubicBezTo>
                    <a:cubicBezTo>
                      <a:pt x="3729" y="3356"/>
                      <a:pt x="3679" y="2511"/>
                      <a:pt x="3547" y="1682"/>
                    </a:cubicBezTo>
                    <a:cubicBezTo>
                      <a:pt x="3480" y="1285"/>
                      <a:pt x="3381" y="887"/>
                      <a:pt x="3157" y="556"/>
                    </a:cubicBezTo>
                    <a:cubicBezTo>
                      <a:pt x="2950" y="249"/>
                      <a:pt x="2619" y="9"/>
                      <a:pt x="2238" y="0"/>
                    </a:cubicBezTo>
                    <a:cubicBezTo>
                      <a:pt x="2231" y="0"/>
                      <a:pt x="2225" y="0"/>
                      <a:pt x="22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3" name="Google Shape;7313;p22"/>
              <p:cNvSpPr/>
              <p:nvPr/>
            </p:nvSpPr>
            <p:spPr>
              <a:xfrm>
                <a:off x="5969175" y="3940825"/>
                <a:ext cx="103800" cy="147900"/>
              </a:xfrm>
              <a:custGeom>
                <a:rect b="b" l="l" r="r" t="t"/>
                <a:pathLst>
                  <a:path extrusionOk="0" h="5916" w="4152">
                    <a:moveTo>
                      <a:pt x="747" y="0"/>
                    </a:moveTo>
                    <a:cubicBezTo>
                      <a:pt x="622" y="0"/>
                      <a:pt x="482" y="0"/>
                      <a:pt x="366" y="33"/>
                    </a:cubicBezTo>
                    <a:cubicBezTo>
                      <a:pt x="225" y="66"/>
                      <a:pt x="167" y="149"/>
                      <a:pt x="142" y="290"/>
                    </a:cubicBezTo>
                    <a:cubicBezTo>
                      <a:pt x="117" y="431"/>
                      <a:pt x="100" y="572"/>
                      <a:pt x="84" y="713"/>
                    </a:cubicBezTo>
                    <a:cubicBezTo>
                      <a:pt x="51" y="994"/>
                      <a:pt x="18" y="1276"/>
                      <a:pt x="9" y="1558"/>
                    </a:cubicBezTo>
                    <a:cubicBezTo>
                      <a:pt x="1" y="1906"/>
                      <a:pt x="18" y="2254"/>
                      <a:pt x="84" y="2602"/>
                    </a:cubicBezTo>
                    <a:cubicBezTo>
                      <a:pt x="92" y="2602"/>
                      <a:pt x="100" y="2610"/>
                      <a:pt x="100" y="2618"/>
                    </a:cubicBezTo>
                    <a:cubicBezTo>
                      <a:pt x="142" y="2701"/>
                      <a:pt x="167" y="2801"/>
                      <a:pt x="200" y="2883"/>
                    </a:cubicBezTo>
                    <a:cubicBezTo>
                      <a:pt x="225" y="2975"/>
                      <a:pt x="258" y="3066"/>
                      <a:pt x="299" y="3157"/>
                    </a:cubicBezTo>
                    <a:cubicBezTo>
                      <a:pt x="374" y="3339"/>
                      <a:pt x="465" y="3513"/>
                      <a:pt x="556" y="3687"/>
                    </a:cubicBezTo>
                    <a:cubicBezTo>
                      <a:pt x="730" y="4027"/>
                      <a:pt x="879" y="4383"/>
                      <a:pt x="863" y="4772"/>
                    </a:cubicBezTo>
                    <a:cubicBezTo>
                      <a:pt x="854" y="4806"/>
                      <a:pt x="830" y="4814"/>
                      <a:pt x="805" y="4814"/>
                    </a:cubicBezTo>
                    <a:cubicBezTo>
                      <a:pt x="805" y="4822"/>
                      <a:pt x="805" y="4830"/>
                      <a:pt x="813" y="4839"/>
                    </a:cubicBezTo>
                    <a:cubicBezTo>
                      <a:pt x="821" y="4922"/>
                      <a:pt x="838" y="5004"/>
                      <a:pt x="863" y="5087"/>
                    </a:cubicBezTo>
                    <a:cubicBezTo>
                      <a:pt x="904" y="5245"/>
                      <a:pt x="979" y="5386"/>
                      <a:pt x="1070" y="5526"/>
                    </a:cubicBezTo>
                    <a:cubicBezTo>
                      <a:pt x="1153" y="5651"/>
                      <a:pt x="1260" y="5783"/>
                      <a:pt x="1401" y="5850"/>
                    </a:cubicBezTo>
                    <a:cubicBezTo>
                      <a:pt x="1426" y="5866"/>
                      <a:pt x="1451" y="5874"/>
                      <a:pt x="1467" y="5883"/>
                    </a:cubicBezTo>
                    <a:cubicBezTo>
                      <a:pt x="1492" y="5891"/>
                      <a:pt x="1509" y="5899"/>
                      <a:pt x="1525" y="5916"/>
                    </a:cubicBezTo>
                    <a:cubicBezTo>
                      <a:pt x="1525" y="5899"/>
                      <a:pt x="1542" y="5891"/>
                      <a:pt x="1559" y="5883"/>
                    </a:cubicBezTo>
                    <a:cubicBezTo>
                      <a:pt x="1559" y="5866"/>
                      <a:pt x="1559" y="5850"/>
                      <a:pt x="1559" y="5833"/>
                    </a:cubicBezTo>
                    <a:cubicBezTo>
                      <a:pt x="1567" y="5734"/>
                      <a:pt x="1600" y="5634"/>
                      <a:pt x="1641" y="5535"/>
                    </a:cubicBezTo>
                    <a:cubicBezTo>
                      <a:pt x="1650" y="5526"/>
                      <a:pt x="1658" y="5510"/>
                      <a:pt x="1658" y="5502"/>
                    </a:cubicBezTo>
                    <a:cubicBezTo>
                      <a:pt x="1815" y="5195"/>
                      <a:pt x="2064" y="4946"/>
                      <a:pt x="2221" y="4648"/>
                    </a:cubicBezTo>
                    <a:cubicBezTo>
                      <a:pt x="2313" y="4466"/>
                      <a:pt x="2412" y="4292"/>
                      <a:pt x="2511" y="4118"/>
                    </a:cubicBezTo>
                    <a:cubicBezTo>
                      <a:pt x="2669" y="3853"/>
                      <a:pt x="2859" y="3604"/>
                      <a:pt x="3042" y="3364"/>
                    </a:cubicBezTo>
                    <a:cubicBezTo>
                      <a:pt x="3125" y="3248"/>
                      <a:pt x="3216" y="3140"/>
                      <a:pt x="3315" y="3033"/>
                    </a:cubicBezTo>
                    <a:cubicBezTo>
                      <a:pt x="3539" y="2784"/>
                      <a:pt x="3796" y="2569"/>
                      <a:pt x="4119" y="2453"/>
                    </a:cubicBezTo>
                    <a:cubicBezTo>
                      <a:pt x="4127" y="2445"/>
                      <a:pt x="4142" y="2444"/>
                      <a:pt x="4151" y="2437"/>
                    </a:cubicBezTo>
                    <a:lnTo>
                      <a:pt x="4151" y="2437"/>
                    </a:lnTo>
                    <a:cubicBezTo>
                      <a:pt x="4151" y="2440"/>
                      <a:pt x="4152" y="2442"/>
                      <a:pt x="4152" y="2444"/>
                    </a:cubicBezTo>
                    <a:lnTo>
                      <a:pt x="4152" y="2436"/>
                    </a:lnTo>
                    <a:cubicBezTo>
                      <a:pt x="4152" y="2436"/>
                      <a:pt x="4151" y="2437"/>
                      <a:pt x="4151" y="2437"/>
                    </a:cubicBezTo>
                    <a:lnTo>
                      <a:pt x="4151" y="2437"/>
                    </a:lnTo>
                    <a:cubicBezTo>
                      <a:pt x="4126" y="2315"/>
                      <a:pt x="4101" y="2194"/>
                      <a:pt x="4053" y="2080"/>
                    </a:cubicBezTo>
                    <a:cubicBezTo>
                      <a:pt x="4003" y="1947"/>
                      <a:pt x="3937" y="1823"/>
                      <a:pt x="3854" y="1707"/>
                    </a:cubicBezTo>
                    <a:cubicBezTo>
                      <a:pt x="3696" y="1467"/>
                      <a:pt x="3489" y="1259"/>
                      <a:pt x="3282" y="1077"/>
                    </a:cubicBezTo>
                    <a:cubicBezTo>
                      <a:pt x="2876" y="721"/>
                      <a:pt x="2404" y="431"/>
                      <a:pt x="1898" y="232"/>
                    </a:cubicBezTo>
                    <a:cubicBezTo>
                      <a:pt x="1658" y="141"/>
                      <a:pt x="1401" y="75"/>
                      <a:pt x="1144" y="33"/>
                    </a:cubicBezTo>
                    <a:cubicBezTo>
                      <a:pt x="1012" y="17"/>
                      <a:pt x="879" y="8"/>
                      <a:pt x="7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4" name="Google Shape;7314;p22"/>
              <p:cNvSpPr/>
              <p:nvPr/>
            </p:nvSpPr>
            <p:spPr>
              <a:xfrm>
                <a:off x="5880525" y="4461775"/>
                <a:ext cx="101125" cy="75000"/>
              </a:xfrm>
              <a:custGeom>
                <a:rect b="b" l="l" r="r" t="t"/>
                <a:pathLst>
                  <a:path extrusionOk="0" h="3000" w="4045">
                    <a:moveTo>
                      <a:pt x="208" y="0"/>
                    </a:moveTo>
                    <a:lnTo>
                      <a:pt x="208" y="0"/>
                    </a:lnTo>
                    <a:cubicBezTo>
                      <a:pt x="299" y="108"/>
                      <a:pt x="390" y="215"/>
                      <a:pt x="481" y="323"/>
                    </a:cubicBezTo>
                    <a:cubicBezTo>
                      <a:pt x="589" y="464"/>
                      <a:pt x="688" y="605"/>
                      <a:pt x="738" y="779"/>
                    </a:cubicBezTo>
                    <a:cubicBezTo>
                      <a:pt x="788" y="953"/>
                      <a:pt x="788" y="1143"/>
                      <a:pt x="780" y="1317"/>
                    </a:cubicBezTo>
                    <a:cubicBezTo>
                      <a:pt x="771" y="1674"/>
                      <a:pt x="722" y="2038"/>
                      <a:pt x="556" y="2353"/>
                    </a:cubicBezTo>
                    <a:cubicBezTo>
                      <a:pt x="415" y="2610"/>
                      <a:pt x="224" y="2825"/>
                      <a:pt x="1" y="2999"/>
                    </a:cubicBezTo>
                    <a:cubicBezTo>
                      <a:pt x="200" y="2950"/>
                      <a:pt x="390" y="2917"/>
                      <a:pt x="589" y="2875"/>
                    </a:cubicBezTo>
                    <a:cubicBezTo>
                      <a:pt x="846" y="2834"/>
                      <a:pt x="1103" y="2792"/>
                      <a:pt x="1360" y="2743"/>
                    </a:cubicBezTo>
                    <a:cubicBezTo>
                      <a:pt x="1592" y="2701"/>
                      <a:pt x="1832" y="2643"/>
                      <a:pt x="2047" y="2527"/>
                    </a:cubicBezTo>
                    <a:cubicBezTo>
                      <a:pt x="2138" y="2486"/>
                      <a:pt x="2221" y="2428"/>
                      <a:pt x="2304" y="2370"/>
                    </a:cubicBezTo>
                    <a:cubicBezTo>
                      <a:pt x="2379" y="2295"/>
                      <a:pt x="2445" y="2221"/>
                      <a:pt x="2536" y="2163"/>
                    </a:cubicBezTo>
                    <a:cubicBezTo>
                      <a:pt x="2547" y="2155"/>
                      <a:pt x="2558" y="2152"/>
                      <a:pt x="2568" y="2152"/>
                    </a:cubicBezTo>
                    <a:cubicBezTo>
                      <a:pt x="2602" y="2152"/>
                      <a:pt x="2625" y="2190"/>
                      <a:pt x="2619" y="2229"/>
                    </a:cubicBezTo>
                    <a:cubicBezTo>
                      <a:pt x="2619" y="2229"/>
                      <a:pt x="2619" y="2229"/>
                      <a:pt x="2619" y="2237"/>
                    </a:cubicBezTo>
                    <a:lnTo>
                      <a:pt x="2636" y="2237"/>
                    </a:lnTo>
                    <a:cubicBezTo>
                      <a:pt x="2677" y="2196"/>
                      <a:pt x="2718" y="2154"/>
                      <a:pt x="2776" y="2146"/>
                    </a:cubicBezTo>
                    <a:cubicBezTo>
                      <a:pt x="2781" y="2144"/>
                      <a:pt x="2786" y="2143"/>
                      <a:pt x="2791" y="2143"/>
                    </a:cubicBezTo>
                    <a:cubicBezTo>
                      <a:pt x="2806" y="2143"/>
                      <a:pt x="2822" y="2150"/>
                      <a:pt x="2834" y="2163"/>
                    </a:cubicBezTo>
                    <a:cubicBezTo>
                      <a:pt x="2843" y="2179"/>
                      <a:pt x="2843" y="2204"/>
                      <a:pt x="2834" y="2221"/>
                    </a:cubicBezTo>
                    <a:cubicBezTo>
                      <a:pt x="2826" y="2245"/>
                      <a:pt x="2810" y="2262"/>
                      <a:pt x="2801" y="2270"/>
                    </a:cubicBezTo>
                    <a:cubicBezTo>
                      <a:pt x="2785" y="2287"/>
                      <a:pt x="2776" y="2295"/>
                      <a:pt x="2760" y="2303"/>
                    </a:cubicBezTo>
                    <a:lnTo>
                      <a:pt x="2727" y="2345"/>
                    </a:lnTo>
                    <a:cubicBezTo>
                      <a:pt x="2718" y="2345"/>
                      <a:pt x="2718" y="2353"/>
                      <a:pt x="2710" y="2361"/>
                    </a:cubicBezTo>
                    <a:cubicBezTo>
                      <a:pt x="2710" y="2361"/>
                      <a:pt x="2702" y="2370"/>
                      <a:pt x="2702" y="2370"/>
                    </a:cubicBezTo>
                    <a:cubicBezTo>
                      <a:pt x="2694" y="2378"/>
                      <a:pt x="2694" y="2386"/>
                      <a:pt x="2685" y="2386"/>
                    </a:cubicBezTo>
                    <a:cubicBezTo>
                      <a:pt x="2694" y="2477"/>
                      <a:pt x="2694" y="2560"/>
                      <a:pt x="2768" y="2618"/>
                    </a:cubicBezTo>
                    <a:cubicBezTo>
                      <a:pt x="2851" y="2676"/>
                      <a:pt x="2967" y="2685"/>
                      <a:pt x="3075" y="2693"/>
                    </a:cubicBezTo>
                    <a:cubicBezTo>
                      <a:pt x="3232" y="2709"/>
                      <a:pt x="3390" y="2726"/>
                      <a:pt x="3547" y="2734"/>
                    </a:cubicBezTo>
                    <a:cubicBezTo>
                      <a:pt x="3622" y="2734"/>
                      <a:pt x="3696" y="2743"/>
                      <a:pt x="3779" y="2743"/>
                    </a:cubicBezTo>
                    <a:cubicBezTo>
                      <a:pt x="3854" y="2751"/>
                      <a:pt x="3936" y="2743"/>
                      <a:pt x="4011" y="2759"/>
                    </a:cubicBezTo>
                    <a:cubicBezTo>
                      <a:pt x="4028" y="2767"/>
                      <a:pt x="4036" y="2767"/>
                      <a:pt x="4044" y="2776"/>
                    </a:cubicBezTo>
                    <a:cubicBezTo>
                      <a:pt x="4019" y="2577"/>
                      <a:pt x="4028" y="2378"/>
                      <a:pt x="4019" y="2179"/>
                    </a:cubicBezTo>
                    <a:cubicBezTo>
                      <a:pt x="4019" y="1964"/>
                      <a:pt x="4019" y="1740"/>
                      <a:pt x="4011" y="1525"/>
                    </a:cubicBezTo>
                    <a:cubicBezTo>
                      <a:pt x="4003" y="1326"/>
                      <a:pt x="3994" y="1119"/>
                      <a:pt x="3986" y="920"/>
                    </a:cubicBezTo>
                    <a:cubicBezTo>
                      <a:pt x="3833" y="810"/>
                      <a:pt x="3663" y="777"/>
                      <a:pt x="3490" y="777"/>
                    </a:cubicBezTo>
                    <a:cubicBezTo>
                      <a:pt x="3363" y="777"/>
                      <a:pt x="3234" y="795"/>
                      <a:pt x="3108" y="812"/>
                    </a:cubicBezTo>
                    <a:cubicBezTo>
                      <a:pt x="2919" y="837"/>
                      <a:pt x="2732" y="849"/>
                      <a:pt x="2545" y="849"/>
                    </a:cubicBezTo>
                    <a:cubicBezTo>
                      <a:pt x="2166" y="849"/>
                      <a:pt x="1790" y="796"/>
                      <a:pt x="1418" y="679"/>
                    </a:cubicBezTo>
                    <a:cubicBezTo>
                      <a:pt x="1144" y="588"/>
                      <a:pt x="887" y="472"/>
                      <a:pt x="639" y="323"/>
                    </a:cubicBezTo>
                    <a:cubicBezTo>
                      <a:pt x="490" y="232"/>
                      <a:pt x="340" y="124"/>
                      <a:pt x="20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5" name="Google Shape;7315;p22"/>
              <p:cNvSpPr/>
              <p:nvPr/>
            </p:nvSpPr>
            <p:spPr>
              <a:xfrm>
                <a:off x="6046450" y="4511275"/>
                <a:ext cx="6650" cy="17425"/>
              </a:xfrm>
              <a:custGeom>
                <a:rect b="b" l="l" r="r" t="t"/>
                <a:pathLst>
                  <a:path extrusionOk="0" h="697" w="266">
                    <a:moveTo>
                      <a:pt x="42" y="0"/>
                    </a:moveTo>
                    <a:cubicBezTo>
                      <a:pt x="17" y="232"/>
                      <a:pt x="9" y="464"/>
                      <a:pt x="0" y="696"/>
                    </a:cubicBezTo>
                    <a:cubicBezTo>
                      <a:pt x="42" y="680"/>
                      <a:pt x="92" y="663"/>
                      <a:pt x="133" y="638"/>
                    </a:cubicBezTo>
                    <a:cubicBezTo>
                      <a:pt x="208" y="597"/>
                      <a:pt x="257" y="547"/>
                      <a:pt x="266" y="464"/>
                    </a:cubicBezTo>
                    <a:cubicBezTo>
                      <a:pt x="266" y="431"/>
                      <a:pt x="266" y="390"/>
                      <a:pt x="257" y="357"/>
                    </a:cubicBezTo>
                    <a:cubicBezTo>
                      <a:pt x="241" y="307"/>
                      <a:pt x="224" y="274"/>
                      <a:pt x="208" y="232"/>
                    </a:cubicBezTo>
                    <a:cubicBezTo>
                      <a:pt x="158" y="149"/>
                      <a:pt x="100" y="75"/>
                      <a:pt x="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6" name="Google Shape;7316;p22"/>
              <p:cNvSpPr/>
              <p:nvPr/>
            </p:nvSpPr>
            <p:spPr>
              <a:xfrm>
                <a:off x="6047700" y="4503800"/>
                <a:ext cx="18450" cy="16825"/>
              </a:xfrm>
              <a:custGeom>
                <a:rect b="b" l="l" r="r" t="t"/>
                <a:pathLst>
                  <a:path extrusionOk="0" h="673" w="738">
                    <a:moveTo>
                      <a:pt x="17" y="1"/>
                    </a:moveTo>
                    <a:cubicBezTo>
                      <a:pt x="8" y="59"/>
                      <a:pt x="8" y="109"/>
                      <a:pt x="0" y="158"/>
                    </a:cubicBezTo>
                    <a:cubicBezTo>
                      <a:pt x="9" y="155"/>
                      <a:pt x="19" y="153"/>
                      <a:pt x="30" y="153"/>
                    </a:cubicBezTo>
                    <a:cubicBezTo>
                      <a:pt x="49" y="153"/>
                      <a:pt x="70" y="159"/>
                      <a:pt x="91" y="175"/>
                    </a:cubicBezTo>
                    <a:cubicBezTo>
                      <a:pt x="191" y="258"/>
                      <a:pt x="290" y="341"/>
                      <a:pt x="356" y="457"/>
                    </a:cubicBezTo>
                    <a:cubicBezTo>
                      <a:pt x="398" y="523"/>
                      <a:pt x="423" y="598"/>
                      <a:pt x="431" y="672"/>
                    </a:cubicBezTo>
                    <a:lnTo>
                      <a:pt x="439" y="672"/>
                    </a:lnTo>
                    <a:cubicBezTo>
                      <a:pt x="489" y="631"/>
                      <a:pt x="530" y="589"/>
                      <a:pt x="572" y="540"/>
                    </a:cubicBezTo>
                    <a:cubicBezTo>
                      <a:pt x="613" y="490"/>
                      <a:pt x="646" y="448"/>
                      <a:pt x="671" y="399"/>
                    </a:cubicBezTo>
                    <a:cubicBezTo>
                      <a:pt x="680" y="382"/>
                      <a:pt x="688" y="374"/>
                      <a:pt x="696" y="357"/>
                    </a:cubicBezTo>
                    <a:cubicBezTo>
                      <a:pt x="696" y="341"/>
                      <a:pt x="696" y="332"/>
                      <a:pt x="696" y="316"/>
                    </a:cubicBezTo>
                    <a:cubicBezTo>
                      <a:pt x="704" y="291"/>
                      <a:pt x="721" y="266"/>
                      <a:pt x="738" y="241"/>
                    </a:cubicBezTo>
                    <a:cubicBezTo>
                      <a:pt x="738" y="241"/>
                      <a:pt x="738" y="241"/>
                      <a:pt x="738" y="233"/>
                    </a:cubicBezTo>
                    <a:cubicBezTo>
                      <a:pt x="738" y="216"/>
                      <a:pt x="729" y="208"/>
                      <a:pt x="721" y="192"/>
                    </a:cubicBezTo>
                    <a:cubicBezTo>
                      <a:pt x="704" y="175"/>
                      <a:pt x="688" y="158"/>
                      <a:pt x="663" y="150"/>
                    </a:cubicBezTo>
                    <a:cubicBezTo>
                      <a:pt x="613" y="117"/>
                      <a:pt x="555" y="92"/>
                      <a:pt x="497" y="76"/>
                    </a:cubicBezTo>
                    <a:cubicBezTo>
                      <a:pt x="392" y="38"/>
                      <a:pt x="286" y="20"/>
                      <a:pt x="177" y="20"/>
                    </a:cubicBezTo>
                    <a:cubicBezTo>
                      <a:pt x="140" y="20"/>
                      <a:pt x="104" y="22"/>
                      <a:pt x="66" y="26"/>
                    </a:cubicBezTo>
                    <a:cubicBezTo>
                      <a:pt x="50" y="26"/>
                      <a:pt x="25" y="18"/>
                      <a:pt x="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7" name="Google Shape;7317;p22"/>
              <p:cNvSpPr/>
              <p:nvPr/>
            </p:nvSpPr>
            <p:spPr>
              <a:xfrm>
                <a:off x="6048325" y="4495525"/>
                <a:ext cx="19700" cy="7900"/>
              </a:xfrm>
              <a:custGeom>
                <a:rect b="b" l="l" r="r" t="t"/>
                <a:pathLst>
                  <a:path extrusionOk="0" h="316" w="788">
                    <a:moveTo>
                      <a:pt x="33" y="1"/>
                    </a:moveTo>
                    <a:cubicBezTo>
                      <a:pt x="25" y="75"/>
                      <a:pt x="8" y="150"/>
                      <a:pt x="0" y="224"/>
                    </a:cubicBezTo>
                    <a:cubicBezTo>
                      <a:pt x="8" y="224"/>
                      <a:pt x="17" y="216"/>
                      <a:pt x="25" y="216"/>
                    </a:cubicBezTo>
                    <a:cubicBezTo>
                      <a:pt x="113" y="197"/>
                      <a:pt x="204" y="187"/>
                      <a:pt x="295" y="187"/>
                    </a:cubicBezTo>
                    <a:cubicBezTo>
                      <a:pt x="366" y="187"/>
                      <a:pt x="436" y="193"/>
                      <a:pt x="505" y="208"/>
                    </a:cubicBezTo>
                    <a:cubicBezTo>
                      <a:pt x="597" y="224"/>
                      <a:pt x="704" y="257"/>
                      <a:pt x="787" y="315"/>
                    </a:cubicBezTo>
                    <a:cubicBezTo>
                      <a:pt x="779" y="307"/>
                      <a:pt x="779" y="299"/>
                      <a:pt x="779" y="291"/>
                    </a:cubicBezTo>
                    <a:cubicBezTo>
                      <a:pt x="771" y="249"/>
                      <a:pt x="754" y="224"/>
                      <a:pt x="729" y="183"/>
                    </a:cubicBezTo>
                    <a:cubicBezTo>
                      <a:pt x="721" y="166"/>
                      <a:pt x="721" y="175"/>
                      <a:pt x="713" y="158"/>
                    </a:cubicBezTo>
                    <a:cubicBezTo>
                      <a:pt x="704" y="150"/>
                      <a:pt x="696" y="141"/>
                      <a:pt x="688" y="141"/>
                    </a:cubicBezTo>
                    <a:cubicBezTo>
                      <a:pt x="688" y="133"/>
                      <a:pt x="679" y="125"/>
                      <a:pt x="671" y="117"/>
                    </a:cubicBezTo>
                    <a:cubicBezTo>
                      <a:pt x="655" y="108"/>
                      <a:pt x="663" y="108"/>
                      <a:pt x="646" y="100"/>
                    </a:cubicBezTo>
                    <a:cubicBezTo>
                      <a:pt x="605" y="75"/>
                      <a:pt x="563" y="50"/>
                      <a:pt x="522" y="42"/>
                    </a:cubicBezTo>
                    <a:cubicBezTo>
                      <a:pt x="459" y="26"/>
                      <a:pt x="393" y="20"/>
                      <a:pt x="327" y="20"/>
                    </a:cubicBezTo>
                    <a:cubicBezTo>
                      <a:pt x="289" y="20"/>
                      <a:pt x="252" y="22"/>
                      <a:pt x="215" y="25"/>
                    </a:cubicBezTo>
                    <a:cubicBezTo>
                      <a:pt x="211" y="27"/>
                      <a:pt x="206" y="28"/>
                      <a:pt x="202" y="28"/>
                    </a:cubicBezTo>
                    <a:cubicBezTo>
                      <a:pt x="182" y="28"/>
                      <a:pt x="164" y="14"/>
                      <a:pt x="1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8" name="Google Shape;7318;p22"/>
              <p:cNvSpPr/>
              <p:nvPr/>
            </p:nvSpPr>
            <p:spPr>
              <a:xfrm>
                <a:off x="5780075" y="3984175"/>
                <a:ext cx="516000" cy="679725"/>
              </a:xfrm>
              <a:custGeom>
                <a:rect b="b" l="l" r="r" t="t"/>
                <a:pathLst>
                  <a:path extrusionOk="0" h="27189" w="20640">
                    <a:moveTo>
                      <a:pt x="13555" y="652"/>
                    </a:moveTo>
                    <a:cubicBezTo>
                      <a:pt x="13552" y="655"/>
                      <a:pt x="13548" y="658"/>
                      <a:pt x="13543" y="661"/>
                    </a:cubicBezTo>
                    <a:lnTo>
                      <a:pt x="13543" y="661"/>
                    </a:lnTo>
                    <a:cubicBezTo>
                      <a:pt x="13553" y="658"/>
                      <a:pt x="13562" y="655"/>
                      <a:pt x="13572" y="652"/>
                    </a:cubicBezTo>
                    <a:close/>
                    <a:moveTo>
                      <a:pt x="15869" y="0"/>
                    </a:moveTo>
                    <a:cubicBezTo>
                      <a:pt x="15459" y="0"/>
                      <a:pt x="15058" y="81"/>
                      <a:pt x="14657" y="221"/>
                    </a:cubicBezTo>
                    <a:cubicBezTo>
                      <a:pt x="14293" y="346"/>
                      <a:pt x="13937" y="511"/>
                      <a:pt x="13580" y="644"/>
                    </a:cubicBezTo>
                    <a:lnTo>
                      <a:pt x="13622" y="644"/>
                    </a:lnTo>
                    <a:cubicBezTo>
                      <a:pt x="13630" y="644"/>
                      <a:pt x="13638" y="652"/>
                      <a:pt x="13647" y="661"/>
                    </a:cubicBezTo>
                    <a:cubicBezTo>
                      <a:pt x="13647" y="669"/>
                      <a:pt x="13647" y="677"/>
                      <a:pt x="13638" y="685"/>
                    </a:cubicBezTo>
                    <a:cubicBezTo>
                      <a:pt x="13630" y="694"/>
                      <a:pt x="13622" y="702"/>
                      <a:pt x="13622" y="710"/>
                    </a:cubicBezTo>
                    <a:cubicBezTo>
                      <a:pt x="13613" y="719"/>
                      <a:pt x="13605" y="719"/>
                      <a:pt x="13597" y="727"/>
                    </a:cubicBezTo>
                    <a:cubicBezTo>
                      <a:pt x="13580" y="735"/>
                      <a:pt x="13564" y="743"/>
                      <a:pt x="13547" y="752"/>
                    </a:cubicBezTo>
                    <a:cubicBezTo>
                      <a:pt x="13522" y="768"/>
                      <a:pt x="13489" y="785"/>
                      <a:pt x="13456" y="793"/>
                    </a:cubicBezTo>
                    <a:cubicBezTo>
                      <a:pt x="13450" y="799"/>
                      <a:pt x="13442" y="802"/>
                      <a:pt x="13435" y="802"/>
                    </a:cubicBezTo>
                    <a:cubicBezTo>
                      <a:pt x="13423" y="802"/>
                      <a:pt x="13411" y="795"/>
                      <a:pt x="13406" y="785"/>
                    </a:cubicBezTo>
                    <a:cubicBezTo>
                      <a:pt x="13390" y="760"/>
                      <a:pt x="13398" y="735"/>
                      <a:pt x="13415" y="727"/>
                    </a:cubicBezTo>
                    <a:cubicBezTo>
                      <a:pt x="13448" y="710"/>
                      <a:pt x="13481" y="694"/>
                      <a:pt x="13514" y="677"/>
                    </a:cubicBezTo>
                    <a:cubicBezTo>
                      <a:pt x="13524" y="672"/>
                      <a:pt x="13535" y="667"/>
                      <a:pt x="13543" y="661"/>
                    </a:cubicBezTo>
                    <a:lnTo>
                      <a:pt x="13543" y="661"/>
                    </a:lnTo>
                    <a:cubicBezTo>
                      <a:pt x="13396" y="709"/>
                      <a:pt x="13256" y="763"/>
                      <a:pt x="13108" y="801"/>
                    </a:cubicBezTo>
                    <a:cubicBezTo>
                      <a:pt x="12984" y="835"/>
                      <a:pt x="12851" y="859"/>
                      <a:pt x="12727" y="859"/>
                    </a:cubicBezTo>
                    <a:cubicBezTo>
                      <a:pt x="12707" y="861"/>
                      <a:pt x="12687" y="861"/>
                      <a:pt x="12668" y="861"/>
                    </a:cubicBezTo>
                    <a:cubicBezTo>
                      <a:pt x="12547" y="861"/>
                      <a:pt x="12425" y="842"/>
                      <a:pt x="12304" y="835"/>
                    </a:cubicBezTo>
                    <a:cubicBezTo>
                      <a:pt x="12259" y="830"/>
                      <a:pt x="12215" y="828"/>
                      <a:pt x="12171" y="828"/>
                    </a:cubicBezTo>
                    <a:cubicBezTo>
                      <a:pt x="11980" y="828"/>
                      <a:pt x="11798" y="871"/>
                      <a:pt x="11617" y="959"/>
                    </a:cubicBezTo>
                    <a:cubicBezTo>
                      <a:pt x="11194" y="1158"/>
                      <a:pt x="10854" y="1539"/>
                      <a:pt x="10556" y="1895"/>
                    </a:cubicBezTo>
                    <a:cubicBezTo>
                      <a:pt x="10307" y="2210"/>
                      <a:pt x="10075" y="2541"/>
                      <a:pt x="9868" y="2881"/>
                    </a:cubicBezTo>
                    <a:cubicBezTo>
                      <a:pt x="9877" y="2889"/>
                      <a:pt x="9885" y="2906"/>
                      <a:pt x="9877" y="2914"/>
                    </a:cubicBezTo>
                    <a:cubicBezTo>
                      <a:pt x="9810" y="3072"/>
                      <a:pt x="9744" y="3221"/>
                      <a:pt x="9653" y="3353"/>
                    </a:cubicBezTo>
                    <a:cubicBezTo>
                      <a:pt x="9562" y="3486"/>
                      <a:pt x="9462" y="3602"/>
                      <a:pt x="9388" y="3743"/>
                    </a:cubicBezTo>
                    <a:cubicBezTo>
                      <a:pt x="9321" y="3867"/>
                      <a:pt x="9280" y="4008"/>
                      <a:pt x="9280" y="4149"/>
                    </a:cubicBezTo>
                    <a:cubicBezTo>
                      <a:pt x="9280" y="4174"/>
                      <a:pt x="9288" y="4190"/>
                      <a:pt x="9288" y="4215"/>
                    </a:cubicBezTo>
                    <a:cubicBezTo>
                      <a:pt x="9330" y="4240"/>
                      <a:pt x="9355" y="4306"/>
                      <a:pt x="9371" y="4331"/>
                    </a:cubicBezTo>
                    <a:cubicBezTo>
                      <a:pt x="9396" y="4381"/>
                      <a:pt x="9413" y="4430"/>
                      <a:pt x="9429" y="4480"/>
                    </a:cubicBezTo>
                    <a:cubicBezTo>
                      <a:pt x="9437" y="4497"/>
                      <a:pt x="9437" y="4513"/>
                      <a:pt x="9437" y="4538"/>
                    </a:cubicBezTo>
                    <a:cubicBezTo>
                      <a:pt x="9446" y="4588"/>
                      <a:pt x="9446" y="4646"/>
                      <a:pt x="9454" y="4696"/>
                    </a:cubicBezTo>
                    <a:cubicBezTo>
                      <a:pt x="9578" y="4961"/>
                      <a:pt x="9686" y="5242"/>
                      <a:pt x="9752" y="5532"/>
                    </a:cubicBezTo>
                    <a:cubicBezTo>
                      <a:pt x="9802" y="5764"/>
                      <a:pt x="9827" y="6013"/>
                      <a:pt x="9810" y="6253"/>
                    </a:cubicBezTo>
                    <a:cubicBezTo>
                      <a:pt x="9802" y="6378"/>
                      <a:pt x="9785" y="6494"/>
                      <a:pt x="9761" y="6610"/>
                    </a:cubicBezTo>
                    <a:cubicBezTo>
                      <a:pt x="9736" y="6717"/>
                      <a:pt x="9703" y="6842"/>
                      <a:pt x="9620" y="6924"/>
                    </a:cubicBezTo>
                    <a:cubicBezTo>
                      <a:pt x="9609" y="6935"/>
                      <a:pt x="9597" y="6939"/>
                      <a:pt x="9584" y="6939"/>
                    </a:cubicBezTo>
                    <a:cubicBezTo>
                      <a:pt x="9556" y="6939"/>
                      <a:pt x="9529" y="6917"/>
                      <a:pt x="9529" y="6883"/>
                    </a:cubicBezTo>
                    <a:cubicBezTo>
                      <a:pt x="9520" y="6775"/>
                      <a:pt x="9570" y="6659"/>
                      <a:pt x="9595" y="6552"/>
                    </a:cubicBezTo>
                    <a:cubicBezTo>
                      <a:pt x="9611" y="6469"/>
                      <a:pt x="9620" y="6386"/>
                      <a:pt x="9628" y="6303"/>
                    </a:cubicBezTo>
                    <a:lnTo>
                      <a:pt x="9628" y="6303"/>
                    </a:lnTo>
                    <a:cubicBezTo>
                      <a:pt x="9570" y="6427"/>
                      <a:pt x="9479" y="6552"/>
                      <a:pt x="9396" y="6668"/>
                    </a:cubicBezTo>
                    <a:cubicBezTo>
                      <a:pt x="9255" y="6891"/>
                      <a:pt x="9139" y="7132"/>
                      <a:pt x="9048" y="7380"/>
                    </a:cubicBezTo>
                    <a:cubicBezTo>
                      <a:pt x="8965" y="7629"/>
                      <a:pt x="8915" y="7894"/>
                      <a:pt x="8899" y="8159"/>
                    </a:cubicBezTo>
                    <a:cubicBezTo>
                      <a:pt x="8891" y="8291"/>
                      <a:pt x="8891" y="8424"/>
                      <a:pt x="8891" y="8548"/>
                    </a:cubicBezTo>
                    <a:cubicBezTo>
                      <a:pt x="8899" y="8689"/>
                      <a:pt x="8915" y="8830"/>
                      <a:pt x="8907" y="8971"/>
                    </a:cubicBezTo>
                    <a:cubicBezTo>
                      <a:pt x="8907" y="8992"/>
                      <a:pt x="8884" y="9009"/>
                      <a:pt x="8863" y="9009"/>
                    </a:cubicBezTo>
                    <a:cubicBezTo>
                      <a:pt x="8851" y="9009"/>
                      <a:pt x="8839" y="9003"/>
                      <a:pt x="8833" y="8987"/>
                    </a:cubicBezTo>
                    <a:cubicBezTo>
                      <a:pt x="8775" y="8871"/>
                      <a:pt x="8758" y="8731"/>
                      <a:pt x="8742" y="8606"/>
                    </a:cubicBezTo>
                    <a:cubicBezTo>
                      <a:pt x="8725" y="8465"/>
                      <a:pt x="8717" y="8333"/>
                      <a:pt x="8725" y="8200"/>
                    </a:cubicBezTo>
                    <a:cubicBezTo>
                      <a:pt x="8725" y="8167"/>
                      <a:pt x="8733" y="8134"/>
                      <a:pt x="8733" y="8093"/>
                    </a:cubicBezTo>
                    <a:lnTo>
                      <a:pt x="8733" y="8093"/>
                    </a:lnTo>
                    <a:cubicBezTo>
                      <a:pt x="8708" y="8159"/>
                      <a:pt x="8675" y="8225"/>
                      <a:pt x="8642" y="8291"/>
                    </a:cubicBezTo>
                    <a:cubicBezTo>
                      <a:pt x="8659" y="8308"/>
                      <a:pt x="8667" y="8333"/>
                      <a:pt x="8659" y="8358"/>
                    </a:cubicBezTo>
                    <a:cubicBezTo>
                      <a:pt x="8626" y="8482"/>
                      <a:pt x="8559" y="8590"/>
                      <a:pt x="8476" y="8689"/>
                    </a:cubicBezTo>
                    <a:cubicBezTo>
                      <a:pt x="8460" y="8764"/>
                      <a:pt x="8435" y="8830"/>
                      <a:pt x="8435" y="8896"/>
                    </a:cubicBezTo>
                    <a:cubicBezTo>
                      <a:pt x="8410" y="9095"/>
                      <a:pt x="8476" y="9311"/>
                      <a:pt x="8534" y="9493"/>
                    </a:cubicBezTo>
                    <a:cubicBezTo>
                      <a:pt x="8568" y="9592"/>
                      <a:pt x="8609" y="9692"/>
                      <a:pt x="8650" y="9783"/>
                    </a:cubicBezTo>
                    <a:cubicBezTo>
                      <a:pt x="8684" y="9866"/>
                      <a:pt x="8742" y="9957"/>
                      <a:pt x="8750" y="10040"/>
                    </a:cubicBezTo>
                    <a:cubicBezTo>
                      <a:pt x="8756" y="10082"/>
                      <a:pt x="8727" y="10111"/>
                      <a:pt x="8695" y="10111"/>
                    </a:cubicBezTo>
                    <a:cubicBezTo>
                      <a:pt x="8683" y="10111"/>
                      <a:pt x="8670" y="10107"/>
                      <a:pt x="8659" y="10098"/>
                    </a:cubicBezTo>
                    <a:cubicBezTo>
                      <a:pt x="8576" y="10031"/>
                      <a:pt x="8518" y="9907"/>
                      <a:pt x="8476" y="9816"/>
                    </a:cubicBezTo>
                    <a:cubicBezTo>
                      <a:pt x="8435" y="9725"/>
                      <a:pt x="8402" y="9625"/>
                      <a:pt x="8369" y="9526"/>
                    </a:cubicBezTo>
                    <a:cubicBezTo>
                      <a:pt x="8319" y="9369"/>
                      <a:pt x="8269" y="9203"/>
                      <a:pt x="8269" y="9037"/>
                    </a:cubicBezTo>
                    <a:lnTo>
                      <a:pt x="8162" y="9211"/>
                    </a:lnTo>
                    <a:cubicBezTo>
                      <a:pt x="8062" y="9377"/>
                      <a:pt x="7946" y="9551"/>
                      <a:pt x="7888" y="9741"/>
                    </a:cubicBezTo>
                    <a:cubicBezTo>
                      <a:pt x="7830" y="9940"/>
                      <a:pt x="7847" y="10164"/>
                      <a:pt x="7847" y="10371"/>
                    </a:cubicBezTo>
                    <a:cubicBezTo>
                      <a:pt x="7855" y="10479"/>
                      <a:pt x="7855" y="10587"/>
                      <a:pt x="7863" y="10694"/>
                    </a:cubicBezTo>
                    <a:cubicBezTo>
                      <a:pt x="7863" y="10802"/>
                      <a:pt x="7863" y="10910"/>
                      <a:pt x="7822" y="11001"/>
                    </a:cubicBezTo>
                    <a:cubicBezTo>
                      <a:pt x="7814" y="11022"/>
                      <a:pt x="7793" y="11032"/>
                      <a:pt x="7771" y="11032"/>
                    </a:cubicBezTo>
                    <a:cubicBezTo>
                      <a:pt x="7749" y="11032"/>
                      <a:pt x="7727" y="11022"/>
                      <a:pt x="7714" y="11001"/>
                    </a:cubicBezTo>
                    <a:cubicBezTo>
                      <a:pt x="7656" y="10901"/>
                      <a:pt x="7664" y="10777"/>
                      <a:pt x="7656" y="10661"/>
                    </a:cubicBezTo>
                    <a:cubicBezTo>
                      <a:pt x="7648" y="10553"/>
                      <a:pt x="7648" y="10437"/>
                      <a:pt x="7648" y="10330"/>
                    </a:cubicBezTo>
                    <a:cubicBezTo>
                      <a:pt x="7640" y="10106"/>
                      <a:pt x="7640" y="9882"/>
                      <a:pt x="7714" y="9675"/>
                    </a:cubicBezTo>
                    <a:cubicBezTo>
                      <a:pt x="7756" y="9526"/>
                      <a:pt x="7838" y="9393"/>
                      <a:pt x="7921" y="9261"/>
                    </a:cubicBezTo>
                    <a:lnTo>
                      <a:pt x="7921" y="9261"/>
                    </a:lnTo>
                    <a:cubicBezTo>
                      <a:pt x="7756" y="9393"/>
                      <a:pt x="7582" y="9518"/>
                      <a:pt x="7408" y="9634"/>
                    </a:cubicBezTo>
                    <a:cubicBezTo>
                      <a:pt x="6902" y="9965"/>
                      <a:pt x="6372" y="10263"/>
                      <a:pt x="5891" y="10628"/>
                    </a:cubicBezTo>
                    <a:cubicBezTo>
                      <a:pt x="5386" y="11017"/>
                      <a:pt x="4880" y="11399"/>
                      <a:pt x="4375" y="11788"/>
                    </a:cubicBezTo>
                    <a:cubicBezTo>
                      <a:pt x="3911" y="12153"/>
                      <a:pt x="3455" y="12534"/>
                      <a:pt x="3041" y="12956"/>
                    </a:cubicBezTo>
                    <a:cubicBezTo>
                      <a:pt x="2958" y="13039"/>
                      <a:pt x="2884" y="13114"/>
                      <a:pt x="2809" y="13196"/>
                    </a:cubicBezTo>
                    <a:cubicBezTo>
                      <a:pt x="2809" y="13196"/>
                      <a:pt x="2809" y="13196"/>
                      <a:pt x="2809" y="13205"/>
                    </a:cubicBezTo>
                    <a:cubicBezTo>
                      <a:pt x="2718" y="13437"/>
                      <a:pt x="2569" y="13627"/>
                      <a:pt x="2387" y="13793"/>
                    </a:cubicBezTo>
                    <a:cubicBezTo>
                      <a:pt x="2279" y="13892"/>
                      <a:pt x="2163" y="13975"/>
                      <a:pt x="2047" y="14075"/>
                    </a:cubicBezTo>
                    <a:cubicBezTo>
                      <a:pt x="2005" y="14133"/>
                      <a:pt x="1956" y="14191"/>
                      <a:pt x="1906" y="14257"/>
                    </a:cubicBezTo>
                    <a:cubicBezTo>
                      <a:pt x="1901" y="14262"/>
                      <a:pt x="1896" y="14264"/>
                      <a:pt x="1890" y="14264"/>
                    </a:cubicBezTo>
                    <a:cubicBezTo>
                      <a:pt x="1876" y="14264"/>
                      <a:pt x="1862" y="14252"/>
                      <a:pt x="1856" y="14240"/>
                    </a:cubicBezTo>
                    <a:cubicBezTo>
                      <a:pt x="1682" y="14406"/>
                      <a:pt x="1533" y="14580"/>
                      <a:pt x="1417" y="14787"/>
                    </a:cubicBezTo>
                    <a:cubicBezTo>
                      <a:pt x="1301" y="14970"/>
                      <a:pt x="1210" y="15160"/>
                      <a:pt x="1144" y="15359"/>
                    </a:cubicBezTo>
                    <a:cubicBezTo>
                      <a:pt x="1144" y="15367"/>
                      <a:pt x="1144" y="15384"/>
                      <a:pt x="1135" y="15392"/>
                    </a:cubicBezTo>
                    <a:cubicBezTo>
                      <a:pt x="1135" y="15400"/>
                      <a:pt x="1127" y="15409"/>
                      <a:pt x="1127" y="15425"/>
                    </a:cubicBezTo>
                    <a:cubicBezTo>
                      <a:pt x="1094" y="15533"/>
                      <a:pt x="1069" y="15649"/>
                      <a:pt x="1036" y="15765"/>
                    </a:cubicBezTo>
                    <a:cubicBezTo>
                      <a:pt x="1011" y="15881"/>
                      <a:pt x="1003" y="16005"/>
                      <a:pt x="970" y="16113"/>
                    </a:cubicBezTo>
                    <a:cubicBezTo>
                      <a:pt x="957" y="16139"/>
                      <a:pt x="931" y="16153"/>
                      <a:pt x="907" y="16153"/>
                    </a:cubicBezTo>
                    <a:cubicBezTo>
                      <a:pt x="885" y="16153"/>
                      <a:pt x="866" y="16141"/>
                      <a:pt x="862" y="16113"/>
                    </a:cubicBezTo>
                    <a:cubicBezTo>
                      <a:pt x="837" y="16014"/>
                      <a:pt x="837" y="15914"/>
                      <a:pt x="845" y="15815"/>
                    </a:cubicBezTo>
                    <a:lnTo>
                      <a:pt x="845" y="15815"/>
                    </a:lnTo>
                    <a:cubicBezTo>
                      <a:pt x="647" y="16088"/>
                      <a:pt x="456" y="16370"/>
                      <a:pt x="307" y="16676"/>
                    </a:cubicBezTo>
                    <a:cubicBezTo>
                      <a:pt x="100" y="17091"/>
                      <a:pt x="0" y="17538"/>
                      <a:pt x="50" y="18010"/>
                    </a:cubicBezTo>
                    <a:cubicBezTo>
                      <a:pt x="100" y="18516"/>
                      <a:pt x="265" y="18996"/>
                      <a:pt x="340" y="19502"/>
                    </a:cubicBezTo>
                    <a:cubicBezTo>
                      <a:pt x="415" y="20015"/>
                      <a:pt x="423" y="20537"/>
                      <a:pt x="365" y="21059"/>
                    </a:cubicBezTo>
                    <a:cubicBezTo>
                      <a:pt x="340" y="21300"/>
                      <a:pt x="274" y="21573"/>
                      <a:pt x="348" y="21813"/>
                    </a:cubicBezTo>
                    <a:cubicBezTo>
                      <a:pt x="390" y="21979"/>
                      <a:pt x="522" y="22137"/>
                      <a:pt x="705" y="22137"/>
                    </a:cubicBezTo>
                    <a:cubicBezTo>
                      <a:pt x="854" y="22145"/>
                      <a:pt x="854" y="22369"/>
                      <a:pt x="705" y="22369"/>
                    </a:cubicBezTo>
                    <a:cubicBezTo>
                      <a:pt x="671" y="22369"/>
                      <a:pt x="630" y="22360"/>
                      <a:pt x="597" y="22352"/>
                    </a:cubicBezTo>
                    <a:cubicBezTo>
                      <a:pt x="564" y="22468"/>
                      <a:pt x="522" y="22584"/>
                      <a:pt x="497" y="22700"/>
                    </a:cubicBezTo>
                    <a:cubicBezTo>
                      <a:pt x="464" y="22841"/>
                      <a:pt x="439" y="22990"/>
                      <a:pt x="456" y="23139"/>
                    </a:cubicBezTo>
                    <a:cubicBezTo>
                      <a:pt x="481" y="23396"/>
                      <a:pt x="622" y="23595"/>
                      <a:pt x="837" y="23744"/>
                    </a:cubicBezTo>
                    <a:cubicBezTo>
                      <a:pt x="1061" y="23893"/>
                      <a:pt x="1309" y="24009"/>
                      <a:pt x="1550" y="24125"/>
                    </a:cubicBezTo>
                    <a:cubicBezTo>
                      <a:pt x="1807" y="24249"/>
                      <a:pt x="2072" y="24365"/>
                      <a:pt x="2337" y="24465"/>
                    </a:cubicBezTo>
                    <a:cubicBezTo>
                      <a:pt x="2602" y="24572"/>
                      <a:pt x="2875" y="24655"/>
                      <a:pt x="3132" y="24771"/>
                    </a:cubicBezTo>
                    <a:cubicBezTo>
                      <a:pt x="3141" y="24771"/>
                      <a:pt x="3141" y="24780"/>
                      <a:pt x="3149" y="24780"/>
                    </a:cubicBezTo>
                    <a:lnTo>
                      <a:pt x="3157" y="24780"/>
                    </a:lnTo>
                    <a:cubicBezTo>
                      <a:pt x="3196" y="24777"/>
                      <a:pt x="3235" y="24776"/>
                      <a:pt x="3274" y="24776"/>
                    </a:cubicBezTo>
                    <a:cubicBezTo>
                      <a:pt x="3367" y="24776"/>
                      <a:pt x="3461" y="24782"/>
                      <a:pt x="3555" y="24788"/>
                    </a:cubicBezTo>
                    <a:lnTo>
                      <a:pt x="3795" y="24788"/>
                    </a:lnTo>
                    <a:cubicBezTo>
                      <a:pt x="3836" y="24771"/>
                      <a:pt x="3878" y="24763"/>
                      <a:pt x="3919" y="24763"/>
                    </a:cubicBezTo>
                    <a:cubicBezTo>
                      <a:pt x="3944" y="24713"/>
                      <a:pt x="3944" y="24639"/>
                      <a:pt x="3952" y="24597"/>
                    </a:cubicBezTo>
                    <a:cubicBezTo>
                      <a:pt x="3952" y="24572"/>
                      <a:pt x="3952" y="24539"/>
                      <a:pt x="3961" y="24506"/>
                    </a:cubicBezTo>
                    <a:cubicBezTo>
                      <a:pt x="3969" y="24473"/>
                      <a:pt x="3986" y="24456"/>
                      <a:pt x="4010" y="24432"/>
                    </a:cubicBezTo>
                    <a:cubicBezTo>
                      <a:pt x="4022" y="24416"/>
                      <a:pt x="4037" y="24410"/>
                      <a:pt x="4053" y="24410"/>
                    </a:cubicBezTo>
                    <a:cubicBezTo>
                      <a:pt x="4070" y="24410"/>
                      <a:pt x="4088" y="24418"/>
                      <a:pt x="4102" y="24432"/>
                    </a:cubicBezTo>
                    <a:cubicBezTo>
                      <a:pt x="4168" y="24481"/>
                      <a:pt x="4160" y="24564"/>
                      <a:pt x="4151" y="24647"/>
                    </a:cubicBezTo>
                    <a:cubicBezTo>
                      <a:pt x="4143" y="24697"/>
                      <a:pt x="4135" y="24738"/>
                      <a:pt x="4126" y="24788"/>
                    </a:cubicBezTo>
                    <a:cubicBezTo>
                      <a:pt x="4201" y="24813"/>
                      <a:pt x="4267" y="24879"/>
                      <a:pt x="4325" y="24937"/>
                    </a:cubicBezTo>
                    <a:cubicBezTo>
                      <a:pt x="4350" y="24970"/>
                      <a:pt x="4383" y="24995"/>
                      <a:pt x="4408" y="25012"/>
                    </a:cubicBezTo>
                    <a:cubicBezTo>
                      <a:pt x="4428" y="25021"/>
                      <a:pt x="4444" y="25025"/>
                      <a:pt x="4461" y="25025"/>
                    </a:cubicBezTo>
                    <a:cubicBezTo>
                      <a:pt x="4473" y="25025"/>
                      <a:pt x="4486" y="25023"/>
                      <a:pt x="4499" y="25020"/>
                    </a:cubicBezTo>
                    <a:cubicBezTo>
                      <a:pt x="4532" y="25012"/>
                      <a:pt x="4574" y="24987"/>
                      <a:pt x="4599" y="24962"/>
                    </a:cubicBezTo>
                    <a:cubicBezTo>
                      <a:pt x="4624" y="24945"/>
                      <a:pt x="4640" y="24929"/>
                      <a:pt x="4657" y="24912"/>
                    </a:cubicBezTo>
                    <a:cubicBezTo>
                      <a:pt x="4682" y="24904"/>
                      <a:pt x="4698" y="24896"/>
                      <a:pt x="4715" y="24887"/>
                    </a:cubicBezTo>
                    <a:cubicBezTo>
                      <a:pt x="4740" y="24871"/>
                      <a:pt x="4764" y="24854"/>
                      <a:pt x="4789" y="24838"/>
                    </a:cubicBezTo>
                    <a:cubicBezTo>
                      <a:pt x="4839" y="24804"/>
                      <a:pt x="4880" y="24763"/>
                      <a:pt x="4889" y="24705"/>
                    </a:cubicBezTo>
                    <a:cubicBezTo>
                      <a:pt x="4905" y="24639"/>
                      <a:pt x="4864" y="24564"/>
                      <a:pt x="4822" y="24514"/>
                    </a:cubicBezTo>
                    <a:cubicBezTo>
                      <a:pt x="4773" y="24456"/>
                      <a:pt x="4715" y="24407"/>
                      <a:pt x="4648" y="24357"/>
                    </a:cubicBezTo>
                    <a:cubicBezTo>
                      <a:pt x="4582" y="24307"/>
                      <a:pt x="4516" y="24249"/>
                      <a:pt x="4450" y="24191"/>
                    </a:cubicBezTo>
                    <a:cubicBezTo>
                      <a:pt x="4300" y="24067"/>
                      <a:pt x="4168" y="23934"/>
                      <a:pt x="4027" y="23802"/>
                    </a:cubicBezTo>
                    <a:cubicBezTo>
                      <a:pt x="3986" y="23760"/>
                      <a:pt x="4025" y="23684"/>
                      <a:pt x="4078" y="23684"/>
                    </a:cubicBezTo>
                    <a:cubicBezTo>
                      <a:pt x="4088" y="23684"/>
                      <a:pt x="4099" y="23687"/>
                      <a:pt x="4110" y="23694"/>
                    </a:cubicBezTo>
                    <a:cubicBezTo>
                      <a:pt x="4209" y="23760"/>
                      <a:pt x="4309" y="23810"/>
                      <a:pt x="4400" y="23876"/>
                    </a:cubicBezTo>
                    <a:cubicBezTo>
                      <a:pt x="4499" y="23943"/>
                      <a:pt x="4590" y="24009"/>
                      <a:pt x="4682" y="24075"/>
                    </a:cubicBezTo>
                    <a:cubicBezTo>
                      <a:pt x="4831" y="24183"/>
                      <a:pt x="5013" y="24299"/>
                      <a:pt x="5096" y="24481"/>
                    </a:cubicBezTo>
                    <a:cubicBezTo>
                      <a:pt x="5112" y="24506"/>
                      <a:pt x="5121" y="24531"/>
                      <a:pt x="5129" y="24556"/>
                    </a:cubicBezTo>
                    <a:cubicBezTo>
                      <a:pt x="5154" y="24523"/>
                      <a:pt x="5179" y="24481"/>
                      <a:pt x="5195" y="24440"/>
                    </a:cubicBezTo>
                    <a:cubicBezTo>
                      <a:pt x="5237" y="24316"/>
                      <a:pt x="5212" y="24166"/>
                      <a:pt x="5137" y="24059"/>
                    </a:cubicBezTo>
                    <a:cubicBezTo>
                      <a:pt x="5046" y="23934"/>
                      <a:pt x="4889" y="23868"/>
                      <a:pt x="4756" y="23794"/>
                    </a:cubicBezTo>
                    <a:cubicBezTo>
                      <a:pt x="4607" y="23694"/>
                      <a:pt x="4450" y="23595"/>
                      <a:pt x="4300" y="23504"/>
                    </a:cubicBezTo>
                    <a:cubicBezTo>
                      <a:pt x="4236" y="23460"/>
                      <a:pt x="4271" y="23373"/>
                      <a:pt x="4336" y="23373"/>
                    </a:cubicBezTo>
                    <a:cubicBezTo>
                      <a:pt x="4346" y="23373"/>
                      <a:pt x="4356" y="23375"/>
                      <a:pt x="4367" y="23379"/>
                    </a:cubicBezTo>
                    <a:cubicBezTo>
                      <a:pt x="4566" y="23470"/>
                      <a:pt x="4764" y="23562"/>
                      <a:pt x="4955" y="23661"/>
                    </a:cubicBezTo>
                    <a:cubicBezTo>
                      <a:pt x="5121" y="23752"/>
                      <a:pt x="5295" y="23852"/>
                      <a:pt x="5378" y="24026"/>
                    </a:cubicBezTo>
                    <a:cubicBezTo>
                      <a:pt x="5378" y="24026"/>
                      <a:pt x="5378" y="24034"/>
                      <a:pt x="5386" y="24034"/>
                    </a:cubicBezTo>
                    <a:cubicBezTo>
                      <a:pt x="5402" y="23934"/>
                      <a:pt x="5402" y="23835"/>
                      <a:pt x="5386" y="23744"/>
                    </a:cubicBezTo>
                    <a:cubicBezTo>
                      <a:pt x="5336" y="23479"/>
                      <a:pt x="5170" y="23313"/>
                      <a:pt x="4938" y="23205"/>
                    </a:cubicBezTo>
                    <a:cubicBezTo>
                      <a:pt x="4682" y="23089"/>
                      <a:pt x="4408" y="22998"/>
                      <a:pt x="4135" y="22924"/>
                    </a:cubicBezTo>
                    <a:cubicBezTo>
                      <a:pt x="3861" y="22841"/>
                      <a:pt x="3580" y="22808"/>
                      <a:pt x="3298" y="22766"/>
                    </a:cubicBezTo>
                    <a:cubicBezTo>
                      <a:pt x="3281" y="22783"/>
                      <a:pt x="3265" y="22808"/>
                      <a:pt x="3248" y="22824"/>
                    </a:cubicBezTo>
                    <a:cubicBezTo>
                      <a:pt x="3199" y="22874"/>
                      <a:pt x="3141" y="22932"/>
                      <a:pt x="3074" y="22957"/>
                    </a:cubicBezTo>
                    <a:cubicBezTo>
                      <a:pt x="3067" y="22960"/>
                      <a:pt x="3059" y="22961"/>
                      <a:pt x="3051" y="22961"/>
                    </a:cubicBezTo>
                    <a:cubicBezTo>
                      <a:pt x="2994" y="22961"/>
                      <a:pt x="2946" y="22884"/>
                      <a:pt x="2983" y="22832"/>
                    </a:cubicBezTo>
                    <a:cubicBezTo>
                      <a:pt x="3000" y="22808"/>
                      <a:pt x="3033" y="22783"/>
                      <a:pt x="3058" y="22766"/>
                    </a:cubicBezTo>
                    <a:cubicBezTo>
                      <a:pt x="3083" y="22741"/>
                      <a:pt x="3107" y="22725"/>
                      <a:pt x="3132" y="22700"/>
                    </a:cubicBezTo>
                    <a:cubicBezTo>
                      <a:pt x="3174" y="22659"/>
                      <a:pt x="3215" y="22617"/>
                      <a:pt x="3257" y="22567"/>
                    </a:cubicBezTo>
                    <a:cubicBezTo>
                      <a:pt x="3265" y="22567"/>
                      <a:pt x="3273" y="22559"/>
                      <a:pt x="3273" y="22551"/>
                    </a:cubicBezTo>
                    <a:lnTo>
                      <a:pt x="3273" y="22551"/>
                    </a:lnTo>
                    <a:cubicBezTo>
                      <a:pt x="3223" y="22576"/>
                      <a:pt x="3174" y="22601"/>
                      <a:pt x="3124" y="22617"/>
                    </a:cubicBezTo>
                    <a:cubicBezTo>
                      <a:pt x="3114" y="22622"/>
                      <a:pt x="3104" y="22624"/>
                      <a:pt x="3094" y="22624"/>
                    </a:cubicBezTo>
                    <a:cubicBezTo>
                      <a:pt x="3036" y="22624"/>
                      <a:pt x="3002" y="22545"/>
                      <a:pt x="3066" y="22509"/>
                    </a:cubicBezTo>
                    <a:cubicBezTo>
                      <a:pt x="3356" y="22352"/>
                      <a:pt x="3638" y="22170"/>
                      <a:pt x="3894" y="21954"/>
                    </a:cubicBezTo>
                    <a:cubicBezTo>
                      <a:pt x="4110" y="21772"/>
                      <a:pt x="4300" y="21557"/>
                      <a:pt x="4425" y="21291"/>
                    </a:cubicBezTo>
                    <a:cubicBezTo>
                      <a:pt x="4574" y="20985"/>
                      <a:pt x="4590" y="20637"/>
                      <a:pt x="4590" y="20305"/>
                    </a:cubicBezTo>
                    <a:cubicBezTo>
                      <a:pt x="4590" y="20140"/>
                      <a:pt x="4582" y="19966"/>
                      <a:pt x="4508" y="19817"/>
                    </a:cubicBezTo>
                    <a:cubicBezTo>
                      <a:pt x="4433" y="19659"/>
                      <a:pt x="4300" y="19543"/>
                      <a:pt x="4184" y="19411"/>
                    </a:cubicBezTo>
                    <a:cubicBezTo>
                      <a:pt x="4060" y="19270"/>
                      <a:pt x="3936" y="19129"/>
                      <a:pt x="3812" y="18988"/>
                    </a:cubicBezTo>
                    <a:cubicBezTo>
                      <a:pt x="3754" y="18913"/>
                      <a:pt x="3696" y="18847"/>
                      <a:pt x="3638" y="18773"/>
                    </a:cubicBezTo>
                    <a:cubicBezTo>
                      <a:pt x="3580" y="18698"/>
                      <a:pt x="3530" y="18632"/>
                      <a:pt x="3505" y="18541"/>
                    </a:cubicBezTo>
                    <a:cubicBezTo>
                      <a:pt x="3498" y="18505"/>
                      <a:pt x="3528" y="18463"/>
                      <a:pt x="3568" y="18463"/>
                    </a:cubicBezTo>
                    <a:cubicBezTo>
                      <a:pt x="3575" y="18463"/>
                      <a:pt x="3581" y="18464"/>
                      <a:pt x="3588" y="18466"/>
                    </a:cubicBezTo>
                    <a:cubicBezTo>
                      <a:pt x="3679" y="18507"/>
                      <a:pt x="3762" y="18582"/>
                      <a:pt x="3828" y="18665"/>
                    </a:cubicBezTo>
                    <a:cubicBezTo>
                      <a:pt x="3886" y="18715"/>
                      <a:pt x="3944" y="18781"/>
                      <a:pt x="3994" y="18839"/>
                    </a:cubicBezTo>
                    <a:cubicBezTo>
                      <a:pt x="4000" y="18811"/>
                      <a:pt x="4028" y="18790"/>
                      <a:pt x="4059" y="18790"/>
                    </a:cubicBezTo>
                    <a:cubicBezTo>
                      <a:pt x="4073" y="18790"/>
                      <a:pt x="4088" y="18795"/>
                      <a:pt x="4102" y="18806"/>
                    </a:cubicBezTo>
                    <a:cubicBezTo>
                      <a:pt x="4342" y="19021"/>
                      <a:pt x="4624" y="19195"/>
                      <a:pt x="4905" y="19344"/>
                    </a:cubicBezTo>
                    <a:cubicBezTo>
                      <a:pt x="5411" y="19601"/>
                      <a:pt x="5958" y="19750"/>
                      <a:pt x="6521" y="19759"/>
                    </a:cubicBezTo>
                    <a:cubicBezTo>
                      <a:pt x="6542" y="19759"/>
                      <a:pt x="6564" y="19760"/>
                      <a:pt x="6585" y="19760"/>
                    </a:cubicBezTo>
                    <a:cubicBezTo>
                      <a:pt x="6845" y="19760"/>
                      <a:pt x="7106" y="19715"/>
                      <a:pt x="7366" y="19692"/>
                    </a:cubicBezTo>
                    <a:cubicBezTo>
                      <a:pt x="7418" y="19688"/>
                      <a:pt x="7471" y="19686"/>
                      <a:pt x="7525" y="19686"/>
                    </a:cubicBezTo>
                    <a:cubicBezTo>
                      <a:pt x="7687" y="19686"/>
                      <a:pt x="7853" y="19709"/>
                      <a:pt x="7996" y="19783"/>
                    </a:cubicBezTo>
                    <a:cubicBezTo>
                      <a:pt x="7963" y="19187"/>
                      <a:pt x="7921" y="18599"/>
                      <a:pt x="7880" y="18002"/>
                    </a:cubicBezTo>
                    <a:cubicBezTo>
                      <a:pt x="7875" y="17975"/>
                      <a:pt x="7898" y="17960"/>
                      <a:pt x="7920" y="17960"/>
                    </a:cubicBezTo>
                    <a:cubicBezTo>
                      <a:pt x="7939" y="17960"/>
                      <a:pt x="7959" y="17971"/>
                      <a:pt x="7963" y="17994"/>
                    </a:cubicBezTo>
                    <a:cubicBezTo>
                      <a:pt x="8054" y="18483"/>
                      <a:pt x="8128" y="18980"/>
                      <a:pt x="8170" y="19477"/>
                    </a:cubicBezTo>
                    <a:cubicBezTo>
                      <a:pt x="8211" y="19916"/>
                      <a:pt x="8236" y="20355"/>
                      <a:pt x="8244" y="20794"/>
                    </a:cubicBezTo>
                    <a:cubicBezTo>
                      <a:pt x="8253" y="21018"/>
                      <a:pt x="8253" y="21233"/>
                      <a:pt x="8253" y="21457"/>
                    </a:cubicBezTo>
                    <a:cubicBezTo>
                      <a:pt x="8253" y="21664"/>
                      <a:pt x="8253" y="21871"/>
                      <a:pt x="8311" y="22070"/>
                    </a:cubicBezTo>
                    <a:cubicBezTo>
                      <a:pt x="8369" y="22253"/>
                      <a:pt x="8468" y="22418"/>
                      <a:pt x="8551" y="22584"/>
                    </a:cubicBezTo>
                    <a:cubicBezTo>
                      <a:pt x="8634" y="22766"/>
                      <a:pt x="8708" y="22948"/>
                      <a:pt x="8733" y="23147"/>
                    </a:cubicBezTo>
                    <a:cubicBezTo>
                      <a:pt x="8766" y="23354"/>
                      <a:pt x="8758" y="23562"/>
                      <a:pt x="8742" y="23777"/>
                    </a:cubicBezTo>
                    <a:cubicBezTo>
                      <a:pt x="8733" y="23992"/>
                      <a:pt x="8725" y="24216"/>
                      <a:pt x="8708" y="24432"/>
                    </a:cubicBezTo>
                    <a:cubicBezTo>
                      <a:pt x="8708" y="24481"/>
                      <a:pt x="8675" y="24514"/>
                      <a:pt x="8634" y="24523"/>
                    </a:cubicBezTo>
                    <a:cubicBezTo>
                      <a:pt x="8617" y="24688"/>
                      <a:pt x="8609" y="24862"/>
                      <a:pt x="8601" y="25028"/>
                    </a:cubicBezTo>
                    <a:cubicBezTo>
                      <a:pt x="8584" y="25285"/>
                      <a:pt x="8576" y="25534"/>
                      <a:pt x="8584" y="25790"/>
                    </a:cubicBezTo>
                    <a:cubicBezTo>
                      <a:pt x="8592" y="25989"/>
                      <a:pt x="8568" y="26271"/>
                      <a:pt x="8742" y="26404"/>
                    </a:cubicBezTo>
                    <a:cubicBezTo>
                      <a:pt x="8882" y="26520"/>
                      <a:pt x="9081" y="26553"/>
                      <a:pt x="9247" y="26627"/>
                    </a:cubicBezTo>
                    <a:cubicBezTo>
                      <a:pt x="9346" y="26669"/>
                      <a:pt x="9437" y="26727"/>
                      <a:pt x="9537" y="26760"/>
                    </a:cubicBezTo>
                    <a:cubicBezTo>
                      <a:pt x="9577" y="26773"/>
                      <a:pt x="9618" y="26787"/>
                      <a:pt x="9654" y="26787"/>
                    </a:cubicBezTo>
                    <a:cubicBezTo>
                      <a:pt x="9662" y="26787"/>
                      <a:pt x="9670" y="26786"/>
                      <a:pt x="9678" y="26785"/>
                    </a:cubicBezTo>
                    <a:cubicBezTo>
                      <a:pt x="9718" y="26779"/>
                      <a:pt x="9746" y="26769"/>
                      <a:pt x="9779" y="26769"/>
                    </a:cubicBezTo>
                    <a:cubicBezTo>
                      <a:pt x="9793" y="26769"/>
                      <a:pt x="9809" y="26771"/>
                      <a:pt x="9827" y="26776"/>
                    </a:cubicBezTo>
                    <a:cubicBezTo>
                      <a:pt x="9827" y="26776"/>
                      <a:pt x="9835" y="26785"/>
                      <a:pt x="9843" y="26785"/>
                    </a:cubicBezTo>
                    <a:cubicBezTo>
                      <a:pt x="9910" y="26660"/>
                      <a:pt x="9901" y="26478"/>
                      <a:pt x="9868" y="26346"/>
                    </a:cubicBezTo>
                    <a:cubicBezTo>
                      <a:pt x="9835" y="26213"/>
                      <a:pt x="9769" y="26089"/>
                      <a:pt x="9694" y="25973"/>
                    </a:cubicBezTo>
                    <a:cubicBezTo>
                      <a:pt x="9620" y="25865"/>
                      <a:pt x="9553" y="25749"/>
                      <a:pt x="9512" y="25625"/>
                    </a:cubicBezTo>
                    <a:cubicBezTo>
                      <a:pt x="9502" y="25576"/>
                      <a:pt x="9539" y="25547"/>
                      <a:pt x="9575" y="25547"/>
                    </a:cubicBezTo>
                    <a:cubicBezTo>
                      <a:pt x="9601" y="25547"/>
                      <a:pt x="9626" y="25561"/>
                      <a:pt x="9636" y="25592"/>
                    </a:cubicBezTo>
                    <a:cubicBezTo>
                      <a:pt x="9694" y="25741"/>
                      <a:pt x="9827" y="25848"/>
                      <a:pt x="9918" y="25973"/>
                    </a:cubicBezTo>
                    <a:cubicBezTo>
                      <a:pt x="10001" y="26105"/>
                      <a:pt x="10067" y="26254"/>
                      <a:pt x="10092" y="26412"/>
                    </a:cubicBezTo>
                    <a:cubicBezTo>
                      <a:pt x="10125" y="26611"/>
                      <a:pt x="10100" y="26843"/>
                      <a:pt x="9959" y="27000"/>
                    </a:cubicBezTo>
                    <a:cubicBezTo>
                      <a:pt x="9976" y="27017"/>
                      <a:pt x="9993" y="27042"/>
                      <a:pt x="10009" y="27058"/>
                    </a:cubicBezTo>
                    <a:cubicBezTo>
                      <a:pt x="10051" y="27091"/>
                      <a:pt x="10092" y="27124"/>
                      <a:pt x="10133" y="27141"/>
                    </a:cubicBezTo>
                    <a:cubicBezTo>
                      <a:pt x="10207" y="27172"/>
                      <a:pt x="10286" y="27189"/>
                      <a:pt x="10362" y="27189"/>
                    </a:cubicBezTo>
                    <a:cubicBezTo>
                      <a:pt x="10388" y="27189"/>
                      <a:pt x="10414" y="27187"/>
                      <a:pt x="10440" y="27182"/>
                    </a:cubicBezTo>
                    <a:cubicBezTo>
                      <a:pt x="10573" y="27166"/>
                      <a:pt x="10697" y="27116"/>
                      <a:pt x="10805" y="27050"/>
                    </a:cubicBezTo>
                    <a:cubicBezTo>
                      <a:pt x="10904" y="26992"/>
                      <a:pt x="11053" y="26909"/>
                      <a:pt x="11103" y="26801"/>
                    </a:cubicBezTo>
                    <a:cubicBezTo>
                      <a:pt x="11161" y="26694"/>
                      <a:pt x="11037" y="26511"/>
                      <a:pt x="10995" y="26412"/>
                    </a:cubicBezTo>
                    <a:cubicBezTo>
                      <a:pt x="10929" y="26279"/>
                      <a:pt x="10863" y="26147"/>
                      <a:pt x="10796" y="26022"/>
                    </a:cubicBezTo>
                    <a:cubicBezTo>
                      <a:pt x="10655" y="25774"/>
                      <a:pt x="10506" y="25517"/>
                      <a:pt x="10349" y="25277"/>
                    </a:cubicBezTo>
                    <a:cubicBezTo>
                      <a:pt x="10324" y="25239"/>
                      <a:pt x="10364" y="25193"/>
                      <a:pt x="10404" y="25193"/>
                    </a:cubicBezTo>
                    <a:cubicBezTo>
                      <a:pt x="10417" y="25193"/>
                      <a:pt x="10430" y="25198"/>
                      <a:pt x="10440" y="25210"/>
                    </a:cubicBezTo>
                    <a:cubicBezTo>
                      <a:pt x="10647" y="25442"/>
                      <a:pt x="10838" y="25691"/>
                      <a:pt x="10995" y="25956"/>
                    </a:cubicBezTo>
                    <a:cubicBezTo>
                      <a:pt x="11061" y="26072"/>
                      <a:pt x="11128" y="26188"/>
                      <a:pt x="11186" y="26312"/>
                    </a:cubicBezTo>
                    <a:cubicBezTo>
                      <a:pt x="11227" y="26387"/>
                      <a:pt x="11269" y="26470"/>
                      <a:pt x="11302" y="26553"/>
                    </a:cubicBezTo>
                    <a:cubicBezTo>
                      <a:pt x="11343" y="26495"/>
                      <a:pt x="11368" y="26420"/>
                      <a:pt x="11393" y="26354"/>
                    </a:cubicBezTo>
                    <a:cubicBezTo>
                      <a:pt x="11426" y="26279"/>
                      <a:pt x="11459" y="26196"/>
                      <a:pt x="11459" y="26122"/>
                    </a:cubicBezTo>
                    <a:cubicBezTo>
                      <a:pt x="11459" y="26039"/>
                      <a:pt x="11409" y="25964"/>
                      <a:pt x="11368" y="25906"/>
                    </a:cubicBezTo>
                    <a:cubicBezTo>
                      <a:pt x="11161" y="25616"/>
                      <a:pt x="10912" y="25343"/>
                      <a:pt x="10672" y="25086"/>
                    </a:cubicBezTo>
                    <a:cubicBezTo>
                      <a:pt x="10626" y="25041"/>
                      <a:pt x="10668" y="24980"/>
                      <a:pt x="10716" y="24980"/>
                    </a:cubicBezTo>
                    <a:cubicBezTo>
                      <a:pt x="10729" y="24980"/>
                      <a:pt x="10742" y="24984"/>
                      <a:pt x="10755" y="24995"/>
                    </a:cubicBezTo>
                    <a:cubicBezTo>
                      <a:pt x="10929" y="25136"/>
                      <a:pt x="11086" y="25277"/>
                      <a:pt x="11235" y="25434"/>
                    </a:cubicBezTo>
                    <a:cubicBezTo>
                      <a:pt x="11310" y="25509"/>
                      <a:pt x="11385" y="25592"/>
                      <a:pt x="11451" y="25674"/>
                    </a:cubicBezTo>
                    <a:cubicBezTo>
                      <a:pt x="11484" y="25716"/>
                      <a:pt x="11517" y="25749"/>
                      <a:pt x="11542" y="25790"/>
                    </a:cubicBezTo>
                    <a:cubicBezTo>
                      <a:pt x="11542" y="25550"/>
                      <a:pt x="11401" y="25310"/>
                      <a:pt x="11260" y="25119"/>
                    </a:cubicBezTo>
                    <a:cubicBezTo>
                      <a:pt x="11111" y="24912"/>
                      <a:pt x="10921" y="24730"/>
                      <a:pt x="10780" y="24514"/>
                    </a:cubicBezTo>
                    <a:cubicBezTo>
                      <a:pt x="10647" y="24316"/>
                      <a:pt x="10589" y="24092"/>
                      <a:pt x="10556" y="23860"/>
                    </a:cubicBezTo>
                    <a:cubicBezTo>
                      <a:pt x="10515" y="23611"/>
                      <a:pt x="10490" y="23354"/>
                      <a:pt x="10473" y="23106"/>
                    </a:cubicBezTo>
                    <a:cubicBezTo>
                      <a:pt x="10448" y="22733"/>
                      <a:pt x="10440" y="22360"/>
                      <a:pt x="10448" y="21987"/>
                    </a:cubicBezTo>
                    <a:cubicBezTo>
                      <a:pt x="10440" y="21971"/>
                      <a:pt x="10440" y="21946"/>
                      <a:pt x="10440" y="21929"/>
                    </a:cubicBezTo>
                    <a:lnTo>
                      <a:pt x="10440" y="21921"/>
                    </a:lnTo>
                    <a:cubicBezTo>
                      <a:pt x="10440" y="21905"/>
                      <a:pt x="10440" y="21888"/>
                      <a:pt x="10457" y="21871"/>
                    </a:cubicBezTo>
                    <a:cubicBezTo>
                      <a:pt x="10457" y="21764"/>
                      <a:pt x="10465" y="21648"/>
                      <a:pt x="10465" y="21540"/>
                    </a:cubicBezTo>
                    <a:cubicBezTo>
                      <a:pt x="10490" y="21167"/>
                      <a:pt x="10523" y="20803"/>
                      <a:pt x="10573" y="20430"/>
                    </a:cubicBezTo>
                    <a:cubicBezTo>
                      <a:pt x="10564" y="20405"/>
                      <a:pt x="10564" y="20380"/>
                      <a:pt x="10589" y="20363"/>
                    </a:cubicBezTo>
                    <a:cubicBezTo>
                      <a:pt x="10606" y="20247"/>
                      <a:pt x="10622" y="20131"/>
                      <a:pt x="10639" y="20007"/>
                    </a:cubicBezTo>
                    <a:cubicBezTo>
                      <a:pt x="10680" y="19750"/>
                      <a:pt x="10738" y="19493"/>
                      <a:pt x="10796" y="19237"/>
                    </a:cubicBezTo>
                    <a:cubicBezTo>
                      <a:pt x="10821" y="19112"/>
                      <a:pt x="10854" y="18988"/>
                      <a:pt x="10887" y="18872"/>
                    </a:cubicBezTo>
                    <a:cubicBezTo>
                      <a:pt x="10921" y="18748"/>
                      <a:pt x="10945" y="18615"/>
                      <a:pt x="11012" y="18507"/>
                    </a:cubicBezTo>
                    <a:cubicBezTo>
                      <a:pt x="11025" y="18485"/>
                      <a:pt x="11046" y="18475"/>
                      <a:pt x="11068" y="18475"/>
                    </a:cubicBezTo>
                    <a:cubicBezTo>
                      <a:pt x="11102" y="18475"/>
                      <a:pt x="11136" y="18500"/>
                      <a:pt x="11136" y="18541"/>
                    </a:cubicBezTo>
                    <a:cubicBezTo>
                      <a:pt x="11136" y="18690"/>
                      <a:pt x="11086" y="18831"/>
                      <a:pt x="11045" y="18980"/>
                    </a:cubicBezTo>
                    <a:cubicBezTo>
                      <a:pt x="11012" y="19112"/>
                      <a:pt x="10979" y="19253"/>
                      <a:pt x="10954" y="19394"/>
                    </a:cubicBezTo>
                    <a:cubicBezTo>
                      <a:pt x="10887" y="19676"/>
                      <a:pt x="10838" y="19966"/>
                      <a:pt x="10796" y="20256"/>
                    </a:cubicBezTo>
                    <a:cubicBezTo>
                      <a:pt x="10788" y="20272"/>
                      <a:pt x="10788" y="20289"/>
                      <a:pt x="10788" y="20314"/>
                    </a:cubicBezTo>
                    <a:cubicBezTo>
                      <a:pt x="10987" y="20272"/>
                      <a:pt x="11186" y="20256"/>
                      <a:pt x="11385" y="20231"/>
                    </a:cubicBezTo>
                    <a:cubicBezTo>
                      <a:pt x="11641" y="20189"/>
                      <a:pt x="11898" y="20148"/>
                      <a:pt x="12155" y="20098"/>
                    </a:cubicBezTo>
                    <a:cubicBezTo>
                      <a:pt x="12603" y="20007"/>
                      <a:pt x="13050" y="19883"/>
                      <a:pt x="13473" y="19701"/>
                    </a:cubicBezTo>
                    <a:cubicBezTo>
                      <a:pt x="13912" y="19502"/>
                      <a:pt x="14293" y="19228"/>
                      <a:pt x="14649" y="18897"/>
                    </a:cubicBezTo>
                    <a:cubicBezTo>
                      <a:pt x="14997" y="18574"/>
                      <a:pt x="15328" y="18234"/>
                      <a:pt x="15618" y="17853"/>
                    </a:cubicBezTo>
                    <a:cubicBezTo>
                      <a:pt x="15759" y="17671"/>
                      <a:pt x="15892" y="17472"/>
                      <a:pt x="16008" y="17265"/>
                    </a:cubicBezTo>
                    <a:cubicBezTo>
                      <a:pt x="16124" y="17066"/>
                      <a:pt x="16223" y="16850"/>
                      <a:pt x="16331" y="16643"/>
                    </a:cubicBezTo>
                    <a:cubicBezTo>
                      <a:pt x="16342" y="16618"/>
                      <a:pt x="16364" y="16607"/>
                      <a:pt x="16386" y="16607"/>
                    </a:cubicBezTo>
                    <a:cubicBezTo>
                      <a:pt x="16428" y="16607"/>
                      <a:pt x="16474" y="16647"/>
                      <a:pt x="16464" y="16701"/>
                    </a:cubicBezTo>
                    <a:cubicBezTo>
                      <a:pt x="16389" y="16958"/>
                      <a:pt x="16248" y="17207"/>
                      <a:pt x="16107" y="17439"/>
                    </a:cubicBezTo>
                    <a:cubicBezTo>
                      <a:pt x="15966" y="17671"/>
                      <a:pt x="15809" y="17886"/>
                      <a:pt x="15643" y="18101"/>
                    </a:cubicBezTo>
                    <a:cubicBezTo>
                      <a:pt x="15337" y="18483"/>
                      <a:pt x="15005" y="18855"/>
                      <a:pt x="14632" y="19179"/>
                    </a:cubicBezTo>
                    <a:cubicBezTo>
                      <a:pt x="14583" y="19220"/>
                      <a:pt x="14533" y="19270"/>
                      <a:pt x="14475" y="19311"/>
                    </a:cubicBezTo>
                    <a:cubicBezTo>
                      <a:pt x="14492" y="19469"/>
                      <a:pt x="14458" y="19626"/>
                      <a:pt x="14425" y="19783"/>
                    </a:cubicBezTo>
                    <a:cubicBezTo>
                      <a:pt x="14409" y="19875"/>
                      <a:pt x="14384" y="19974"/>
                      <a:pt x="14409" y="20073"/>
                    </a:cubicBezTo>
                    <a:cubicBezTo>
                      <a:pt x="14425" y="20173"/>
                      <a:pt x="14492" y="20247"/>
                      <a:pt x="14558" y="20330"/>
                    </a:cubicBezTo>
                    <a:cubicBezTo>
                      <a:pt x="14624" y="20421"/>
                      <a:pt x="14674" y="20513"/>
                      <a:pt x="14682" y="20629"/>
                    </a:cubicBezTo>
                    <a:cubicBezTo>
                      <a:pt x="14690" y="20761"/>
                      <a:pt x="14641" y="20885"/>
                      <a:pt x="14616" y="21010"/>
                    </a:cubicBezTo>
                    <a:cubicBezTo>
                      <a:pt x="14591" y="21134"/>
                      <a:pt x="14566" y="21267"/>
                      <a:pt x="14550" y="21399"/>
                    </a:cubicBezTo>
                    <a:cubicBezTo>
                      <a:pt x="14550" y="21431"/>
                      <a:pt x="14503" y="21715"/>
                      <a:pt x="14569" y="21715"/>
                    </a:cubicBezTo>
                    <a:cubicBezTo>
                      <a:pt x="14571" y="21715"/>
                      <a:pt x="14572" y="21714"/>
                      <a:pt x="14574" y="21714"/>
                    </a:cubicBezTo>
                    <a:cubicBezTo>
                      <a:pt x="14580" y="21684"/>
                      <a:pt x="14606" y="21666"/>
                      <a:pt x="14630" y="21666"/>
                    </a:cubicBezTo>
                    <a:cubicBezTo>
                      <a:pt x="14645" y="21666"/>
                      <a:pt x="14659" y="21673"/>
                      <a:pt x="14666" y="21689"/>
                    </a:cubicBezTo>
                    <a:cubicBezTo>
                      <a:pt x="14773" y="21896"/>
                      <a:pt x="14823" y="22137"/>
                      <a:pt x="14889" y="22360"/>
                    </a:cubicBezTo>
                    <a:cubicBezTo>
                      <a:pt x="14939" y="22543"/>
                      <a:pt x="14980" y="22733"/>
                      <a:pt x="15113" y="22874"/>
                    </a:cubicBezTo>
                    <a:cubicBezTo>
                      <a:pt x="15237" y="23006"/>
                      <a:pt x="15403" y="23073"/>
                      <a:pt x="15577" y="23098"/>
                    </a:cubicBezTo>
                    <a:cubicBezTo>
                      <a:pt x="15631" y="23106"/>
                      <a:pt x="15685" y="23110"/>
                      <a:pt x="15738" y="23110"/>
                    </a:cubicBezTo>
                    <a:cubicBezTo>
                      <a:pt x="15790" y="23110"/>
                      <a:pt x="15842" y="23106"/>
                      <a:pt x="15892" y="23098"/>
                    </a:cubicBezTo>
                    <a:cubicBezTo>
                      <a:pt x="15975" y="23089"/>
                      <a:pt x="16074" y="23048"/>
                      <a:pt x="16165" y="23048"/>
                    </a:cubicBezTo>
                    <a:cubicBezTo>
                      <a:pt x="16174" y="23023"/>
                      <a:pt x="16174" y="22998"/>
                      <a:pt x="16174" y="22965"/>
                    </a:cubicBezTo>
                    <a:cubicBezTo>
                      <a:pt x="16174" y="22890"/>
                      <a:pt x="16124" y="22808"/>
                      <a:pt x="16074" y="22741"/>
                    </a:cubicBezTo>
                    <a:cubicBezTo>
                      <a:pt x="15958" y="22576"/>
                      <a:pt x="15834" y="22410"/>
                      <a:pt x="15701" y="22253"/>
                    </a:cubicBezTo>
                    <a:cubicBezTo>
                      <a:pt x="15657" y="22202"/>
                      <a:pt x="15700" y="22131"/>
                      <a:pt x="15753" y="22131"/>
                    </a:cubicBezTo>
                    <a:cubicBezTo>
                      <a:pt x="15769" y="22131"/>
                      <a:pt x="15785" y="22138"/>
                      <a:pt x="15801" y="22153"/>
                    </a:cubicBezTo>
                    <a:cubicBezTo>
                      <a:pt x="15900" y="22253"/>
                      <a:pt x="15991" y="22352"/>
                      <a:pt x="16091" y="22451"/>
                    </a:cubicBezTo>
                    <a:cubicBezTo>
                      <a:pt x="16174" y="22543"/>
                      <a:pt x="16265" y="22642"/>
                      <a:pt x="16331" y="22750"/>
                    </a:cubicBezTo>
                    <a:cubicBezTo>
                      <a:pt x="16381" y="22857"/>
                      <a:pt x="16414" y="22990"/>
                      <a:pt x="16381" y="23106"/>
                    </a:cubicBezTo>
                    <a:cubicBezTo>
                      <a:pt x="16372" y="23114"/>
                      <a:pt x="16372" y="23114"/>
                      <a:pt x="16372" y="23122"/>
                    </a:cubicBezTo>
                    <a:cubicBezTo>
                      <a:pt x="16472" y="23114"/>
                      <a:pt x="16571" y="23106"/>
                      <a:pt x="16671" y="23098"/>
                    </a:cubicBezTo>
                    <a:cubicBezTo>
                      <a:pt x="16762" y="23081"/>
                      <a:pt x="16861" y="23073"/>
                      <a:pt x="16936" y="23031"/>
                    </a:cubicBezTo>
                    <a:cubicBezTo>
                      <a:pt x="16977" y="23015"/>
                      <a:pt x="17035" y="22973"/>
                      <a:pt x="17044" y="22924"/>
                    </a:cubicBezTo>
                    <a:cubicBezTo>
                      <a:pt x="17044" y="22924"/>
                      <a:pt x="17035" y="22915"/>
                      <a:pt x="17035" y="22915"/>
                    </a:cubicBezTo>
                    <a:cubicBezTo>
                      <a:pt x="17027" y="22899"/>
                      <a:pt x="17019" y="22874"/>
                      <a:pt x="17019" y="22849"/>
                    </a:cubicBezTo>
                    <a:cubicBezTo>
                      <a:pt x="17002" y="22832"/>
                      <a:pt x="16986" y="22816"/>
                      <a:pt x="16969" y="22808"/>
                    </a:cubicBezTo>
                    <a:cubicBezTo>
                      <a:pt x="16919" y="22766"/>
                      <a:pt x="16878" y="22733"/>
                      <a:pt x="16836" y="22700"/>
                    </a:cubicBezTo>
                    <a:cubicBezTo>
                      <a:pt x="16745" y="22634"/>
                      <a:pt x="16662" y="22559"/>
                      <a:pt x="16571" y="22485"/>
                    </a:cubicBezTo>
                    <a:cubicBezTo>
                      <a:pt x="16397" y="22344"/>
                      <a:pt x="16223" y="22186"/>
                      <a:pt x="16049" y="22037"/>
                    </a:cubicBezTo>
                    <a:cubicBezTo>
                      <a:pt x="16000" y="22002"/>
                      <a:pt x="16047" y="21931"/>
                      <a:pt x="16097" y="21931"/>
                    </a:cubicBezTo>
                    <a:cubicBezTo>
                      <a:pt x="16106" y="21931"/>
                      <a:pt x="16115" y="21933"/>
                      <a:pt x="16124" y="21938"/>
                    </a:cubicBezTo>
                    <a:cubicBezTo>
                      <a:pt x="16314" y="22079"/>
                      <a:pt x="16505" y="22211"/>
                      <a:pt x="16696" y="22344"/>
                    </a:cubicBezTo>
                    <a:cubicBezTo>
                      <a:pt x="16778" y="22410"/>
                      <a:pt x="16861" y="22468"/>
                      <a:pt x="16944" y="22534"/>
                    </a:cubicBezTo>
                    <a:cubicBezTo>
                      <a:pt x="17002" y="22576"/>
                      <a:pt x="17068" y="22617"/>
                      <a:pt x="17118" y="22667"/>
                    </a:cubicBezTo>
                    <a:cubicBezTo>
                      <a:pt x="17126" y="22659"/>
                      <a:pt x="17126" y="22659"/>
                      <a:pt x="17135" y="22650"/>
                    </a:cubicBezTo>
                    <a:cubicBezTo>
                      <a:pt x="17160" y="22592"/>
                      <a:pt x="17168" y="22526"/>
                      <a:pt x="17168" y="22460"/>
                    </a:cubicBezTo>
                    <a:cubicBezTo>
                      <a:pt x="17160" y="22319"/>
                      <a:pt x="17060" y="22211"/>
                      <a:pt x="16961" y="22128"/>
                    </a:cubicBezTo>
                    <a:cubicBezTo>
                      <a:pt x="16836" y="22037"/>
                      <a:pt x="16696" y="21971"/>
                      <a:pt x="16571" y="21888"/>
                    </a:cubicBezTo>
                    <a:cubicBezTo>
                      <a:pt x="16406" y="21780"/>
                      <a:pt x="16256" y="21648"/>
                      <a:pt x="16124" y="21507"/>
                    </a:cubicBezTo>
                    <a:cubicBezTo>
                      <a:pt x="16099" y="21482"/>
                      <a:pt x="16099" y="21465"/>
                      <a:pt x="16107" y="21449"/>
                    </a:cubicBezTo>
                    <a:cubicBezTo>
                      <a:pt x="16058" y="21374"/>
                      <a:pt x="16016" y="21300"/>
                      <a:pt x="15975" y="21225"/>
                    </a:cubicBezTo>
                    <a:cubicBezTo>
                      <a:pt x="15900" y="21076"/>
                      <a:pt x="15850" y="20910"/>
                      <a:pt x="15826" y="20745"/>
                    </a:cubicBezTo>
                    <a:cubicBezTo>
                      <a:pt x="15817" y="20653"/>
                      <a:pt x="15809" y="20571"/>
                      <a:pt x="15817" y="20479"/>
                    </a:cubicBezTo>
                    <a:cubicBezTo>
                      <a:pt x="15826" y="20405"/>
                      <a:pt x="15834" y="20314"/>
                      <a:pt x="15884" y="20256"/>
                    </a:cubicBezTo>
                    <a:cubicBezTo>
                      <a:pt x="15891" y="20248"/>
                      <a:pt x="15904" y="20244"/>
                      <a:pt x="15916" y="20244"/>
                    </a:cubicBezTo>
                    <a:cubicBezTo>
                      <a:pt x="15932" y="20244"/>
                      <a:pt x="15949" y="20250"/>
                      <a:pt x="15958" y="20264"/>
                    </a:cubicBezTo>
                    <a:cubicBezTo>
                      <a:pt x="15966" y="20281"/>
                      <a:pt x="15966" y="20305"/>
                      <a:pt x="15975" y="20322"/>
                    </a:cubicBezTo>
                    <a:cubicBezTo>
                      <a:pt x="16074" y="19991"/>
                      <a:pt x="16223" y="19659"/>
                      <a:pt x="16389" y="19353"/>
                    </a:cubicBezTo>
                    <a:cubicBezTo>
                      <a:pt x="16588" y="18955"/>
                      <a:pt x="16812" y="18574"/>
                      <a:pt x="17002" y="18168"/>
                    </a:cubicBezTo>
                    <a:cubicBezTo>
                      <a:pt x="17193" y="17762"/>
                      <a:pt x="17334" y="17331"/>
                      <a:pt x="17433" y="16892"/>
                    </a:cubicBezTo>
                    <a:cubicBezTo>
                      <a:pt x="17532" y="16444"/>
                      <a:pt x="17599" y="15989"/>
                      <a:pt x="17640" y="15525"/>
                    </a:cubicBezTo>
                    <a:cubicBezTo>
                      <a:pt x="17657" y="15293"/>
                      <a:pt x="17673" y="15061"/>
                      <a:pt x="17690" y="14829"/>
                    </a:cubicBezTo>
                    <a:cubicBezTo>
                      <a:pt x="17698" y="14713"/>
                      <a:pt x="17706" y="14588"/>
                      <a:pt x="17715" y="14472"/>
                    </a:cubicBezTo>
                    <a:cubicBezTo>
                      <a:pt x="17715" y="14414"/>
                      <a:pt x="17723" y="14365"/>
                      <a:pt x="17723" y="14307"/>
                    </a:cubicBezTo>
                    <a:lnTo>
                      <a:pt x="17723" y="14307"/>
                    </a:lnTo>
                    <a:cubicBezTo>
                      <a:pt x="17648" y="14373"/>
                      <a:pt x="17566" y="14431"/>
                      <a:pt x="17491" y="14497"/>
                    </a:cubicBezTo>
                    <a:cubicBezTo>
                      <a:pt x="17481" y="14505"/>
                      <a:pt x="17471" y="14508"/>
                      <a:pt x="17462" y="14508"/>
                    </a:cubicBezTo>
                    <a:cubicBezTo>
                      <a:pt x="17431" y="14508"/>
                      <a:pt x="17408" y="14473"/>
                      <a:pt x="17433" y="14448"/>
                    </a:cubicBezTo>
                    <a:cubicBezTo>
                      <a:pt x="17781" y="14091"/>
                      <a:pt x="18129" y="13727"/>
                      <a:pt x="18212" y="13221"/>
                    </a:cubicBezTo>
                    <a:cubicBezTo>
                      <a:pt x="18262" y="12973"/>
                      <a:pt x="18253" y="12708"/>
                      <a:pt x="18253" y="12459"/>
                    </a:cubicBezTo>
                    <a:cubicBezTo>
                      <a:pt x="18262" y="12310"/>
                      <a:pt x="18262" y="12169"/>
                      <a:pt x="18262" y="12028"/>
                    </a:cubicBezTo>
                    <a:lnTo>
                      <a:pt x="18262" y="11987"/>
                    </a:lnTo>
                    <a:cubicBezTo>
                      <a:pt x="18245" y="11979"/>
                      <a:pt x="18237" y="11970"/>
                      <a:pt x="18228" y="11954"/>
                    </a:cubicBezTo>
                    <a:cubicBezTo>
                      <a:pt x="18179" y="11564"/>
                      <a:pt x="18121" y="11183"/>
                      <a:pt x="18005" y="10802"/>
                    </a:cubicBezTo>
                    <a:cubicBezTo>
                      <a:pt x="17955" y="10636"/>
                      <a:pt x="17897" y="10471"/>
                      <a:pt x="17839" y="10297"/>
                    </a:cubicBezTo>
                    <a:cubicBezTo>
                      <a:pt x="17822" y="10297"/>
                      <a:pt x="17806" y="10297"/>
                      <a:pt x="17798" y="10280"/>
                    </a:cubicBezTo>
                    <a:cubicBezTo>
                      <a:pt x="17773" y="10263"/>
                      <a:pt x="17773" y="10214"/>
                      <a:pt x="17798" y="10197"/>
                    </a:cubicBezTo>
                    <a:lnTo>
                      <a:pt x="17806" y="10189"/>
                    </a:lnTo>
                    <a:cubicBezTo>
                      <a:pt x="17764" y="10065"/>
                      <a:pt x="17715" y="9940"/>
                      <a:pt x="17690" y="9816"/>
                    </a:cubicBezTo>
                    <a:cubicBezTo>
                      <a:pt x="17640" y="9857"/>
                      <a:pt x="17590" y="9891"/>
                      <a:pt x="17549" y="9924"/>
                    </a:cubicBezTo>
                    <a:cubicBezTo>
                      <a:pt x="17358" y="10040"/>
                      <a:pt x="17160" y="10139"/>
                      <a:pt x="16961" y="10239"/>
                    </a:cubicBezTo>
                    <a:cubicBezTo>
                      <a:pt x="16948" y="10245"/>
                      <a:pt x="16936" y="10248"/>
                      <a:pt x="16926" y="10248"/>
                    </a:cubicBezTo>
                    <a:cubicBezTo>
                      <a:pt x="16870" y="10248"/>
                      <a:pt x="16839" y="10172"/>
                      <a:pt x="16894" y="10131"/>
                    </a:cubicBezTo>
                    <a:cubicBezTo>
                      <a:pt x="17068" y="10015"/>
                      <a:pt x="17242" y="9907"/>
                      <a:pt x="17416" y="9783"/>
                    </a:cubicBezTo>
                    <a:cubicBezTo>
                      <a:pt x="17491" y="9733"/>
                      <a:pt x="17557" y="9683"/>
                      <a:pt x="17615" y="9625"/>
                    </a:cubicBezTo>
                    <a:cubicBezTo>
                      <a:pt x="17657" y="9567"/>
                      <a:pt x="17690" y="9509"/>
                      <a:pt x="17723" y="9451"/>
                    </a:cubicBezTo>
                    <a:lnTo>
                      <a:pt x="17723" y="9451"/>
                    </a:lnTo>
                    <a:cubicBezTo>
                      <a:pt x="17707" y="9454"/>
                      <a:pt x="17691" y="9455"/>
                      <a:pt x="17675" y="9455"/>
                    </a:cubicBezTo>
                    <a:cubicBezTo>
                      <a:pt x="17631" y="9455"/>
                      <a:pt x="17585" y="9447"/>
                      <a:pt x="17549" y="9435"/>
                    </a:cubicBezTo>
                    <a:cubicBezTo>
                      <a:pt x="17474" y="9410"/>
                      <a:pt x="17408" y="9369"/>
                      <a:pt x="17358" y="9319"/>
                    </a:cubicBezTo>
                    <a:cubicBezTo>
                      <a:pt x="17317" y="9418"/>
                      <a:pt x="17242" y="9518"/>
                      <a:pt x="17176" y="9601"/>
                    </a:cubicBezTo>
                    <a:cubicBezTo>
                      <a:pt x="17060" y="9733"/>
                      <a:pt x="16919" y="9857"/>
                      <a:pt x="16778" y="9965"/>
                    </a:cubicBezTo>
                    <a:cubicBezTo>
                      <a:pt x="16302" y="10319"/>
                      <a:pt x="15704" y="10516"/>
                      <a:pt x="15110" y="10516"/>
                    </a:cubicBezTo>
                    <a:cubicBezTo>
                      <a:pt x="15064" y="10516"/>
                      <a:pt x="15018" y="10514"/>
                      <a:pt x="14972" y="10512"/>
                    </a:cubicBezTo>
                    <a:cubicBezTo>
                      <a:pt x="14624" y="10495"/>
                      <a:pt x="14293" y="10421"/>
                      <a:pt x="13986" y="10280"/>
                    </a:cubicBezTo>
                    <a:cubicBezTo>
                      <a:pt x="13829" y="10214"/>
                      <a:pt x="13688" y="10123"/>
                      <a:pt x="13539" y="10048"/>
                    </a:cubicBezTo>
                    <a:cubicBezTo>
                      <a:pt x="13406" y="9973"/>
                      <a:pt x="13265" y="9907"/>
                      <a:pt x="13125" y="9891"/>
                    </a:cubicBezTo>
                    <a:cubicBezTo>
                      <a:pt x="13077" y="9904"/>
                      <a:pt x="13023" y="9917"/>
                      <a:pt x="12972" y="9917"/>
                    </a:cubicBezTo>
                    <a:cubicBezTo>
                      <a:pt x="12926" y="9917"/>
                      <a:pt x="12883" y="9906"/>
                      <a:pt x="12851" y="9874"/>
                    </a:cubicBezTo>
                    <a:cubicBezTo>
                      <a:pt x="12843" y="9866"/>
                      <a:pt x="12835" y="9857"/>
                      <a:pt x="12835" y="9849"/>
                    </a:cubicBezTo>
                    <a:cubicBezTo>
                      <a:pt x="12694" y="9932"/>
                      <a:pt x="12536" y="9990"/>
                      <a:pt x="12371" y="9998"/>
                    </a:cubicBezTo>
                    <a:cubicBezTo>
                      <a:pt x="12348" y="10000"/>
                      <a:pt x="12325" y="10001"/>
                      <a:pt x="12302" y="10001"/>
                    </a:cubicBezTo>
                    <a:cubicBezTo>
                      <a:pt x="12099" y="10001"/>
                      <a:pt x="11888" y="9936"/>
                      <a:pt x="11724" y="9824"/>
                    </a:cubicBezTo>
                    <a:cubicBezTo>
                      <a:pt x="11351" y="9559"/>
                      <a:pt x="11202" y="9062"/>
                      <a:pt x="11393" y="8648"/>
                    </a:cubicBezTo>
                    <a:cubicBezTo>
                      <a:pt x="11399" y="8633"/>
                      <a:pt x="11410" y="8626"/>
                      <a:pt x="11422" y="8626"/>
                    </a:cubicBezTo>
                    <a:cubicBezTo>
                      <a:pt x="11443" y="8626"/>
                      <a:pt x="11464" y="8646"/>
                      <a:pt x="11459" y="8673"/>
                    </a:cubicBezTo>
                    <a:cubicBezTo>
                      <a:pt x="11343" y="9153"/>
                      <a:pt x="11600" y="9650"/>
                      <a:pt x="12089" y="9791"/>
                    </a:cubicBezTo>
                    <a:cubicBezTo>
                      <a:pt x="12165" y="9811"/>
                      <a:pt x="12239" y="9821"/>
                      <a:pt x="12311" y="9821"/>
                    </a:cubicBezTo>
                    <a:cubicBezTo>
                      <a:pt x="12682" y="9821"/>
                      <a:pt x="13001" y="9573"/>
                      <a:pt x="13216" y="9261"/>
                    </a:cubicBezTo>
                    <a:cubicBezTo>
                      <a:pt x="13348" y="9062"/>
                      <a:pt x="13448" y="8838"/>
                      <a:pt x="13555" y="8623"/>
                    </a:cubicBezTo>
                    <a:cubicBezTo>
                      <a:pt x="13647" y="8416"/>
                      <a:pt x="13746" y="8209"/>
                      <a:pt x="13845" y="8010"/>
                    </a:cubicBezTo>
                    <a:cubicBezTo>
                      <a:pt x="14036" y="7612"/>
                      <a:pt x="14251" y="7231"/>
                      <a:pt x="14550" y="6900"/>
                    </a:cubicBezTo>
                    <a:cubicBezTo>
                      <a:pt x="14624" y="6817"/>
                      <a:pt x="14699" y="6742"/>
                      <a:pt x="14782" y="6668"/>
                    </a:cubicBezTo>
                    <a:cubicBezTo>
                      <a:pt x="14864" y="6593"/>
                      <a:pt x="14956" y="6527"/>
                      <a:pt x="15030" y="6444"/>
                    </a:cubicBezTo>
                    <a:cubicBezTo>
                      <a:pt x="15080" y="6386"/>
                      <a:pt x="15105" y="6328"/>
                      <a:pt x="15121" y="6262"/>
                    </a:cubicBezTo>
                    <a:cubicBezTo>
                      <a:pt x="15105" y="6245"/>
                      <a:pt x="15105" y="6228"/>
                      <a:pt x="15105" y="6212"/>
                    </a:cubicBezTo>
                    <a:cubicBezTo>
                      <a:pt x="15096" y="6187"/>
                      <a:pt x="15096" y="6170"/>
                      <a:pt x="15088" y="6146"/>
                    </a:cubicBezTo>
                    <a:cubicBezTo>
                      <a:pt x="15088" y="6104"/>
                      <a:pt x="15088" y="6063"/>
                      <a:pt x="15080" y="6021"/>
                    </a:cubicBezTo>
                    <a:cubicBezTo>
                      <a:pt x="15080" y="5947"/>
                      <a:pt x="15072" y="5880"/>
                      <a:pt x="15055" y="5806"/>
                    </a:cubicBezTo>
                    <a:cubicBezTo>
                      <a:pt x="15055" y="5773"/>
                      <a:pt x="15047" y="5748"/>
                      <a:pt x="15047" y="5723"/>
                    </a:cubicBezTo>
                    <a:cubicBezTo>
                      <a:pt x="15038" y="5715"/>
                      <a:pt x="15030" y="5706"/>
                      <a:pt x="15022" y="5690"/>
                    </a:cubicBezTo>
                    <a:cubicBezTo>
                      <a:pt x="14997" y="5640"/>
                      <a:pt x="14980" y="5590"/>
                      <a:pt x="14972" y="5541"/>
                    </a:cubicBezTo>
                    <a:cubicBezTo>
                      <a:pt x="14898" y="5458"/>
                      <a:pt x="14815" y="5392"/>
                      <a:pt x="14732" y="5317"/>
                    </a:cubicBezTo>
                    <a:cubicBezTo>
                      <a:pt x="14666" y="5267"/>
                      <a:pt x="14616" y="5209"/>
                      <a:pt x="14583" y="5135"/>
                    </a:cubicBezTo>
                    <a:cubicBezTo>
                      <a:pt x="14533" y="5102"/>
                      <a:pt x="14475" y="5077"/>
                      <a:pt x="14425" y="5060"/>
                    </a:cubicBezTo>
                    <a:cubicBezTo>
                      <a:pt x="14351" y="5060"/>
                      <a:pt x="14284" y="5052"/>
                      <a:pt x="14218" y="5044"/>
                    </a:cubicBezTo>
                    <a:cubicBezTo>
                      <a:pt x="14177" y="5035"/>
                      <a:pt x="14144" y="5019"/>
                      <a:pt x="14110" y="4994"/>
                    </a:cubicBezTo>
                    <a:cubicBezTo>
                      <a:pt x="14036" y="4986"/>
                      <a:pt x="13970" y="4969"/>
                      <a:pt x="13903" y="4928"/>
                    </a:cubicBezTo>
                    <a:cubicBezTo>
                      <a:pt x="13887" y="4911"/>
                      <a:pt x="13879" y="4894"/>
                      <a:pt x="13887" y="4878"/>
                    </a:cubicBezTo>
                    <a:cubicBezTo>
                      <a:pt x="13845" y="4861"/>
                      <a:pt x="13804" y="4828"/>
                      <a:pt x="13787" y="4778"/>
                    </a:cubicBezTo>
                    <a:cubicBezTo>
                      <a:pt x="13779" y="4762"/>
                      <a:pt x="13771" y="4745"/>
                      <a:pt x="13763" y="4729"/>
                    </a:cubicBezTo>
                    <a:cubicBezTo>
                      <a:pt x="13713" y="4679"/>
                      <a:pt x="13688" y="4613"/>
                      <a:pt x="13671" y="4538"/>
                    </a:cubicBezTo>
                    <a:cubicBezTo>
                      <a:pt x="13655" y="4406"/>
                      <a:pt x="13688" y="4281"/>
                      <a:pt x="13746" y="4174"/>
                    </a:cubicBezTo>
                    <a:cubicBezTo>
                      <a:pt x="13763" y="4140"/>
                      <a:pt x="13787" y="4107"/>
                      <a:pt x="13804" y="4082"/>
                    </a:cubicBezTo>
                    <a:cubicBezTo>
                      <a:pt x="13903" y="3950"/>
                      <a:pt x="14036" y="3842"/>
                      <a:pt x="14168" y="3768"/>
                    </a:cubicBezTo>
                    <a:cubicBezTo>
                      <a:pt x="14334" y="3676"/>
                      <a:pt x="14525" y="3627"/>
                      <a:pt x="14715" y="3602"/>
                    </a:cubicBezTo>
                    <a:cubicBezTo>
                      <a:pt x="14914" y="3569"/>
                      <a:pt x="15121" y="3544"/>
                      <a:pt x="15320" y="3536"/>
                    </a:cubicBezTo>
                    <a:cubicBezTo>
                      <a:pt x="15502" y="3536"/>
                      <a:pt x="15685" y="3569"/>
                      <a:pt x="15842" y="3668"/>
                    </a:cubicBezTo>
                    <a:cubicBezTo>
                      <a:pt x="16000" y="3768"/>
                      <a:pt x="16091" y="3925"/>
                      <a:pt x="16140" y="4099"/>
                    </a:cubicBezTo>
                    <a:cubicBezTo>
                      <a:pt x="16174" y="4240"/>
                      <a:pt x="16232" y="4414"/>
                      <a:pt x="16124" y="4530"/>
                    </a:cubicBezTo>
                    <a:cubicBezTo>
                      <a:pt x="16116" y="4546"/>
                      <a:pt x="16107" y="4571"/>
                      <a:pt x="16099" y="4596"/>
                    </a:cubicBezTo>
                    <a:cubicBezTo>
                      <a:pt x="16066" y="4679"/>
                      <a:pt x="15991" y="4729"/>
                      <a:pt x="15917" y="4778"/>
                    </a:cubicBezTo>
                    <a:cubicBezTo>
                      <a:pt x="15908" y="4787"/>
                      <a:pt x="15900" y="4787"/>
                      <a:pt x="15892" y="4795"/>
                    </a:cubicBezTo>
                    <a:cubicBezTo>
                      <a:pt x="15842" y="4870"/>
                      <a:pt x="15776" y="4944"/>
                      <a:pt x="15701" y="4994"/>
                    </a:cubicBezTo>
                    <a:cubicBezTo>
                      <a:pt x="15635" y="5044"/>
                      <a:pt x="15560" y="5068"/>
                      <a:pt x="15502" y="5118"/>
                    </a:cubicBezTo>
                    <a:cubicBezTo>
                      <a:pt x="15453" y="5160"/>
                      <a:pt x="15411" y="5218"/>
                      <a:pt x="15378" y="5276"/>
                    </a:cubicBezTo>
                    <a:cubicBezTo>
                      <a:pt x="15337" y="5342"/>
                      <a:pt x="15304" y="5416"/>
                      <a:pt x="15279" y="5499"/>
                    </a:cubicBezTo>
                    <a:cubicBezTo>
                      <a:pt x="15287" y="5582"/>
                      <a:pt x="15295" y="5665"/>
                      <a:pt x="15304" y="5748"/>
                    </a:cubicBezTo>
                    <a:lnTo>
                      <a:pt x="15304" y="5756"/>
                    </a:lnTo>
                    <a:cubicBezTo>
                      <a:pt x="15320" y="5773"/>
                      <a:pt x="15328" y="5789"/>
                      <a:pt x="15328" y="5806"/>
                    </a:cubicBezTo>
                    <a:cubicBezTo>
                      <a:pt x="15345" y="5947"/>
                      <a:pt x="15353" y="6104"/>
                      <a:pt x="15328" y="6245"/>
                    </a:cubicBezTo>
                    <a:cubicBezTo>
                      <a:pt x="15403" y="6303"/>
                      <a:pt x="15502" y="6344"/>
                      <a:pt x="15594" y="6378"/>
                    </a:cubicBezTo>
                    <a:cubicBezTo>
                      <a:pt x="15734" y="6436"/>
                      <a:pt x="15875" y="6477"/>
                      <a:pt x="16016" y="6535"/>
                    </a:cubicBezTo>
                    <a:cubicBezTo>
                      <a:pt x="16530" y="6742"/>
                      <a:pt x="17068" y="7040"/>
                      <a:pt x="17367" y="7521"/>
                    </a:cubicBezTo>
                    <a:cubicBezTo>
                      <a:pt x="17508" y="7753"/>
                      <a:pt x="17590" y="8010"/>
                      <a:pt x="17648" y="8267"/>
                    </a:cubicBezTo>
                    <a:cubicBezTo>
                      <a:pt x="17657" y="8300"/>
                      <a:pt x="17665" y="8341"/>
                      <a:pt x="17665" y="8383"/>
                    </a:cubicBezTo>
                    <a:cubicBezTo>
                      <a:pt x="17690" y="8383"/>
                      <a:pt x="17706" y="8391"/>
                      <a:pt x="17715" y="8416"/>
                    </a:cubicBezTo>
                    <a:cubicBezTo>
                      <a:pt x="17740" y="8615"/>
                      <a:pt x="17773" y="8822"/>
                      <a:pt x="17798" y="9021"/>
                    </a:cubicBezTo>
                    <a:cubicBezTo>
                      <a:pt x="17798" y="9079"/>
                      <a:pt x="17806" y="9128"/>
                      <a:pt x="17814" y="9178"/>
                    </a:cubicBezTo>
                    <a:cubicBezTo>
                      <a:pt x="17822" y="9219"/>
                      <a:pt x="17822" y="9228"/>
                      <a:pt x="17864" y="9236"/>
                    </a:cubicBezTo>
                    <a:cubicBezTo>
                      <a:pt x="17930" y="9244"/>
                      <a:pt x="18005" y="9244"/>
                      <a:pt x="18071" y="9244"/>
                    </a:cubicBezTo>
                    <a:cubicBezTo>
                      <a:pt x="18585" y="9236"/>
                      <a:pt x="19082" y="8905"/>
                      <a:pt x="19281" y="8432"/>
                    </a:cubicBezTo>
                    <a:cubicBezTo>
                      <a:pt x="19421" y="8126"/>
                      <a:pt x="19405" y="7753"/>
                      <a:pt x="19322" y="7430"/>
                    </a:cubicBezTo>
                    <a:cubicBezTo>
                      <a:pt x="19281" y="7264"/>
                      <a:pt x="19223" y="7090"/>
                      <a:pt x="19165" y="6933"/>
                    </a:cubicBezTo>
                    <a:cubicBezTo>
                      <a:pt x="19098" y="6775"/>
                      <a:pt x="19032" y="6618"/>
                      <a:pt x="18991" y="6452"/>
                    </a:cubicBezTo>
                    <a:cubicBezTo>
                      <a:pt x="18982" y="6452"/>
                      <a:pt x="18974" y="6444"/>
                      <a:pt x="18974" y="6436"/>
                    </a:cubicBezTo>
                    <a:cubicBezTo>
                      <a:pt x="18891" y="6270"/>
                      <a:pt x="18808" y="6112"/>
                      <a:pt x="18726" y="5947"/>
                    </a:cubicBezTo>
                    <a:cubicBezTo>
                      <a:pt x="18643" y="5781"/>
                      <a:pt x="18560" y="5615"/>
                      <a:pt x="18469" y="5458"/>
                    </a:cubicBezTo>
                    <a:cubicBezTo>
                      <a:pt x="18311" y="5168"/>
                      <a:pt x="18129" y="4894"/>
                      <a:pt x="17897" y="4662"/>
                    </a:cubicBezTo>
                    <a:cubicBezTo>
                      <a:pt x="17665" y="4430"/>
                      <a:pt x="17392" y="4240"/>
                      <a:pt x="17118" y="4058"/>
                    </a:cubicBezTo>
                    <a:cubicBezTo>
                      <a:pt x="16836" y="3875"/>
                      <a:pt x="16546" y="3693"/>
                      <a:pt x="16240" y="3552"/>
                    </a:cubicBezTo>
                    <a:cubicBezTo>
                      <a:pt x="16091" y="3486"/>
                      <a:pt x="15933" y="3428"/>
                      <a:pt x="15776" y="3395"/>
                    </a:cubicBezTo>
                    <a:cubicBezTo>
                      <a:pt x="15674" y="3369"/>
                      <a:pt x="15573" y="3360"/>
                      <a:pt x="15471" y="3360"/>
                    </a:cubicBezTo>
                    <a:cubicBezTo>
                      <a:pt x="15407" y="3360"/>
                      <a:pt x="15343" y="3363"/>
                      <a:pt x="15279" y="3370"/>
                    </a:cubicBezTo>
                    <a:cubicBezTo>
                      <a:pt x="15229" y="3370"/>
                      <a:pt x="15204" y="3295"/>
                      <a:pt x="15254" y="3270"/>
                    </a:cubicBezTo>
                    <a:cubicBezTo>
                      <a:pt x="15377" y="3213"/>
                      <a:pt x="15507" y="3190"/>
                      <a:pt x="15640" y="3190"/>
                    </a:cubicBezTo>
                    <a:cubicBezTo>
                      <a:pt x="15893" y="3190"/>
                      <a:pt x="16153" y="3275"/>
                      <a:pt x="16381" y="3378"/>
                    </a:cubicBezTo>
                    <a:cubicBezTo>
                      <a:pt x="16696" y="3527"/>
                      <a:pt x="17002" y="3726"/>
                      <a:pt x="17292" y="3925"/>
                    </a:cubicBezTo>
                    <a:cubicBezTo>
                      <a:pt x="17590" y="4116"/>
                      <a:pt x="17872" y="4331"/>
                      <a:pt x="18104" y="4596"/>
                    </a:cubicBezTo>
                    <a:cubicBezTo>
                      <a:pt x="18336" y="4845"/>
                      <a:pt x="18518" y="5126"/>
                      <a:pt x="18676" y="5433"/>
                    </a:cubicBezTo>
                    <a:cubicBezTo>
                      <a:pt x="18750" y="5590"/>
                      <a:pt x="18825" y="5748"/>
                      <a:pt x="18883" y="5905"/>
                    </a:cubicBezTo>
                    <a:cubicBezTo>
                      <a:pt x="18941" y="6063"/>
                      <a:pt x="18982" y="6220"/>
                      <a:pt x="19040" y="6369"/>
                    </a:cubicBezTo>
                    <a:cubicBezTo>
                      <a:pt x="19057" y="6369"/>
                      <a:pt x="19074" y="6378"/>
                      <a:pt x="19082" y="6394"/>
                    </a:cubicBezTo>
                    <a:cubicBezTo>
                      <a:pt x="19214" y="6576"/>
                      <a:pt x="19289" y="6800"/>
                      <a:pt x="19364" y="7016"/>
                    </a:cubicBezTo>
                    <a:cubicBezTo>
                      <a:pt x="19413" y="7148"/>
                      <a:pt x="19446" y="7289"/>
                      <a:pt x="19479" y="7422"/>
                    </a:cubicBezTo>
                    <a:cubicBezTo>
                      <a:pt x="19736" y="7082"/>
                      <a:pt x="19968" y="6726"/>
                      <a:pt x="20159" y="6336"/>
                    </a:cubicBezTo>
                    <a:cubicBezTo>
                      <a:pt x="20333" y="5980"/>
                      <a:pt x="20499" y="5599"/>
                      <a:pt x="20581" y="5201"/>
                    </a:cubicBezTo>
                    <a:cubicBezTo>
                      <a:pt x="20631" y="4994"/>
                      <a:pt x="20639" y="4778"/>
                      <a:pt x="20565" y="4571"/>
                    </a:cubicBezTo>
                    <a:lnTo>
                      <a:pt x="20557" y="4571"/>
                    </a:lnTo>
                    <a:cubicBezTo>
                      <a:pt x="20490" y="4397"/>
                      <a:pt x="20374" y="4248"/>
                      <a:pt x="20258" y="4107"/>
                    </a:cubicBezTo>
                    <a:cubicBezTo>
                      <a:pt x="20001" y="3792"/>
                      <a:pt x="19786" y="3461"/>
                      <a:pt x="19620" y="3096"/>
                    </a:cubicBezTo>
                    <a:cubicBezTo>
                      <a:pt x="19537" y="2914"/>
                      <a:pt x="19463" y="2732"/>
                      <a:pt x="19388" y="2550"/>
                    </a:cubicBezTo>
                    <a:cubicBezTo>
                      <a:pt x="19388" y="2558"/>
                      <a:pt x="19388" y="2566"/>
                      <a:pt x="19388" y="2575"/>
                    </a:cubicBezTo>
                    <a:cubicBezTo>
                      <a:pt x="19384" y="2596"/>
                      <a:pt x="19366" y="2607"/>
                      <a:pt x="19346" y="2607"/>
                    </a:cubicBezTo>
                    <a:cubicBezTo>
                      <a:pt x="19328" y="2607"/>
                      <a:pt x="19309" y="2598"/>
                      <a:pt x="19297" y="2583"/>
                    </a:cubicBezTo>
                    <a:cubicBezTo>
                      <a:pt x="19223" y="2434"/>
                      <a:pt x="19206" y="2251"/>
                      <a:pt x="19173" y="2094"/>
                    </a:cubicBezTo>
                    <a:cubicBezTo>
                      <a:pt x="19140" y="1937"/>
                      <a:pt x="19107" y="1787"/>
                      <a:pt x="19065" y="1638"/>
                    </a:cubicBezTo>
                    <a:cubicBezTo>
                      <a:pt x="18999" y="1381"/>
                      <a:pt x="18900" y="1174"/>
                      <a:pt x="18668" y="1042"/>
                    </a:cubicBezTo>
                    <a:cubicBezTo>
                      <a:pt x="18411" y="909"/>
                      <a:pt x="18129" y="793"/>
                      <a:pt x="17864" y="677"/>
                    </a:cubicBezTo>
                    <a:cubicBezTo>
                      <a:pt x="17582" y="545"/>
                      <a:pt x="17309" y="420"/>
                      <a:pt x="17027" y="288"/>
                    </a:cubicBezTo>
                    <a:cubicBezTo>
                      <a:pt x="16762" y="172"/>
                      <a:pt x="16497" y="31"/>
                      <a:pt x="16207" y="31"/>
                    </a:cubicBezTo>
                    <a:cubicBezTo>
                      <a:pt x="16190" y="31"/>
                      <a:pt x="16174" y="23"/>
                      <a:pt x="16165" y="14"/>
                    </a:cubicBezTo>
                    <a:cubicBezTo>
                      <a:pt x="16066" y="5"/>
                      <a:pt x="15967" y="0"/>
                      <a:pt x="158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9" name="Google Shape;7319;p22"/>
              <p:cNvSpPr/>
              <p:nvPr/>
            </p:nvSpPr>
            <p:spPr>
              <a:xfrm>
                <a:off x="6114175" y="4143175"/>
                <a:ext cx="96775" cy="99150"/>
              </a:xfrm>
              <a:custGeom>
                <a:rect b="b" l="l" r="r" t="t"/>
                <a:pathLst>
                  <a:path extrusionOk="0" h="3966" w="3871">
                    <a:moveTo>
                      <a:pt x="1923" y="1"/>
                    </a:moveTo>
                    <a:cubicBezTo>
                      <a:pt x="1898" y="92"/>
                      <a:pt x="1848" y="175"/>
                      <a:pt x="1774" y="241"/>
                    </a:cubicBezTo>
                    <a:cubicBezTo>
                      <a:pt x="1674" y="341"/>
                      <a:pt x="1558" y="415"/>
                      <a:pt x="1459" y="506"/>
                    </a:cubicBezTo>
                    <a:cubicBezTo>
                      <a:pt x="1360" y="598"/>
                      <a:pt x="1277" y="697"/>
                      <a:pt x="1194" y="796"/>
                    </a:cubicBezTo>
                    <a:cubicBezTo>
                      <a:pt x="1186" y="805"/>
                      <a:pt x="1177" y="813"/>
                      <a:pt x="1177" y="821"/>
                    </a:cubicBezTo>
                    <a:cubicBezTo>
                      <a:pt x="1094" y="1062"/>
                      <a:pt x="1078" y="1327"/>
                      <a:pt x="1070" y="1575"/>
                    </a:cubicBezTo>
                    <a:cubicBezTo>
                      <a:pt x="1053" y="1840"/>
                      <a:pt x="1045" y="2105"/>
                      <a:pt x="962" y="2354"/>
                    </a:cubicBezTo>
                    <a:cubicBezTo>
                      <a:pt x="896" y="2569"/>
                      <a:pt x="788" y="2768"/>
                      <a:pt x="639" y="2951"/>
                    </a:cubicBezTo>
                    <a:cubicBezTo>
                      <a:pt x="490" y="3125"/>
                      <a:pt x="316" y="3274"/>
                      <a:pt x="117" y="3381"/>
                    </a:cubicBezTo>
                    <a:cubicBezTo>
                      <a:pt x="75" y="3406"/>
                      <a:pt x="42" y="3423"/>
                      <a:pt x="1" y="3439"/>
                    </a:cubicBezTo>
                    <a:cubicBezTo>
                      <a:pt x="225" y="3489"/>
                      <a:pt x="432" y="3638"/>
                      <a:pt x="639" y="3738"/>
                    </a:cubicBezTo>
                    <a:cubicBezTo>
                      <a:pt x="981" y="3889"/>
                      <a:pt x="1357" y="3966"/>
                      <a:pt x="1732" y="3966"/>
                    </a:cubicBezTo>
                    <a:cubicBezTo>
                      <a:pt x="1994" y="3966"/>
                      <a:pt x="2255" y="3929"/>
                      <a:pt x="2503" y="3854"/>
                    </a:cubicBezTo>
                    <a:cubicBezTo>
                      <a:pt x="2801" y="3763"/>
                      <a:pt x="3075" y="3622"/>
                      <a:pt x="3315" y="3439"/>
                    </a:cubicBezTo>
                    <a:cubicBezTo>
                      <a:pt x="3439" y="3348"/>
                      <a:pt x="3555" y="3249"/>
                      <a:pt x="3655" y="3133"/>
                    </a:cubicBezTo>
                    <a:cubicBezTo>
                      <a:pt x="3754" y="3033"/>
                      <a:pt x="3820" y="2917"/>
                      <a:pt x="3870" y="2793"/>
                    </a:cubicBezTo>
                    <a:cubicBezTo>
                      <a:pt x="3738" y="2545"/>
                      <a:pt x="3696" y="2246"/>
                      <a:pt x="3646" y="1965"/>
                    </a:cubicBezTo>
                    <a:cubicBezTo>
                      <a:pt x="3605" y="1691"/>
                      <a:pt x="3564" y="1409"/>
                      <a:pt x="3456" y="1161"/>
                    </a:cubicBezTo>
                    <a:cubicBezTo>
                      <a:pt x="3356" y="937"/>
                      <a:pt x="3207" y="722"/>
                      <a:pt x="2992" y="606"/>
                    </a:cubicBezTo>
                    <a:cubicBezTo>
                      <a:pt x="2959" y="589"/>
                      <a:pt x="2975" y="540"/>
                      <a:pt x="3000" y="531"/>
                    </a:cubicBezTo>
                    <a:cubicBezTo>
                      <a:pt x="2785" y="415"/>
                      <a:pt x="2553" y="316"/>
                      <a:pt x="2321" y="225"/>
                    </a:cubicBezTo>
                    <a:cubicBezTo>
                      <a:pt x="2180" y="175"/>
                      <a:pt x="2039" y="100"/>
                      <a:pt x="19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0" name="Google Shape;7320;p22"/>
              <p:cNvSpPr/>
              <p:nvPr/>
            </p:nvSpPr>
            <p:spPr>
              <a:xfrm>
                <a:off x="6105700" y="4168875"/>
                <a:ext cx="34200" cy="57600"/>
              </a:xfrm>
              <a:custGeom>
                <a:rect b="b" l="l" r="r" t="t"/>
                <a:pathLst>
                  <a:path extrusionOk="0" h="2304" w="1368">
                    <a:moveTo>
                      <a:pt x="1367" y="0"/>
                    </a:moveTo>
                    <a:cubicBezTo>
                      <a:pt x="1135" y="324"/>
                      <a:pt x="953" y="680"/>
                      <a:pt x="779" y="1036"/>
                    </a:cubicBezTo>
                    <a:cubicBezTo>
                      <a:pt x="564" y="1475"/>
                      <a:pt x="381" y="1981"/>
                      <a:pt x="0" y="2304"/>
                    </a:cubicBezTo>
                    <a:cubicBezTo>
                      <a:pt x="42" y="2295"/>
                      <a:pt x="91" y="2287"/>
                      <a:pt x="133" y="2279"/>
                    </a:cubicBezTo>
                    <a:cubicBezTo>
                      <a:pt x="249" y="2237"/>
                      <a:pt x="356" y="2188"/>
                      <a:pt x="464" y="2121"/>
                    </a:cubicBezTo>
                    <a:cubicBezTo>
                      <a:pt x="854" y="1889"/>
                      <a:pt x="1127" y="1517"/>
                      <a:pt x="1218" y="1061"/>
                    </a:cubicBezTo>
                    <a:lnTo>
                      <a:pt x="1226" y="1069"/>
                    </a:lnTo>
                    <a:cubicBezTo>
                      <a:pt x="1276" y="812"/>
                      <a:pt x="1284" y="555"/>
                      <a:pt x="1309" y="299"/>
                    </a:cubicBezTo>
                    <a:cubicBezTo>
                      <a:pt x="1326" y="191"/>
                      <a:pt x="1342" y="92"/>
                      <a:pt x="13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1" name="Google Shape;7321;p22"/>
              <p:cNvSpPr/>
              <p:nvPr/>
            </p:nvSpPr>
            <p:spPr>
              <a:xfrm>
                <a:off x="6198700" y="4162250"/>
                <a:ext cx="21775" cy="52850"/>
              </a:xfrm>
              <a:custGeom>
                <a:rect b="b" l="l" r="r" t="t"/>
                <a:pathLst>
                  <a:path extrusionOk="0" h="2114" w="871">
                    <a:moveTo>
                      <a:pt x="0" y="0"/>
                    </a:moveTo>
                    <a:cubicBezTo>
                      <a:pt x="50" y="58"/>
                      <a:pt x="100" y="116"/>
                      <a:pt x="141" y="191"/>
                    </a:cubicBezTo>
                    <a:cubicBezTo>
                      <a:pt x="274" y="390"/>
                      <a:pt x="340" y="622"/>
                      <a:pt x="390" y="854"/>
                    </a:cubicBezTo>
                    <a:cubicBezTo>
                      <a:pt x="448" y="1127"/>
                      <a:pt x="473" y="1409"/>
                      <a:pt x="564" y="1682"/>
                    </a:cubicBezTo>
                    <a:cubicBezTo>
                      <a:pt x="605" y="1806"/>
                      <a:pt x="655" y="1947"/>
                      <a:pt x="754" y="2038"/>
                    </a:cubicBezTo>
                    <a:cubicBezTo>
                      <a:pt x="787" y="2072"/>
                      <a:pt x="829" y="2096"/>
                      <a:pt x="870" y="2113"/>
                    </a:cubicBezTo>
                    <a:cubicBezTo>
                      <a:pt x="862" y="2055"/>
                      <a:pt x="862" y="1997"/>
                      <a:pt x="862" y="1947"/>
                    </a:cubicBezTo>
                    <a:cubicBezTo>
                      <a:pt x="862" y="1947"/>
                      <a:pt x="862" y="1939"/>
                      <a:pt x="862" y="1939"/>
                    </a:cubicBezTo>
                    <a:cubicBezTo>
                      <a:pt x="796" y="1815"/>
                      <a:pt x="796" y="1649"/>
                      <a:pt x="779" y="1508"/>
                    </a:cubicBezTo>
                    <a:cubicBezTo>
                      <a:pt x="754" y="1359"/>
                      <a:pt x="721" y="1210"/>
                      <a:pt x="688" y="1069"/>
                    </a:cubicBezTo>
                    <a:cubicBezTo>
                      <a:pt x="622" y="820"/>
                      <a:pt x="531" y="580"/>
                      <a:pt x="381" y="373"/>
                    </a:cubicBezTo>
                    <a:cubicBezTo>
                      <a:pt x="274" y="232"/>
                      <a:pt x="141" y="108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2" name="Google Shape;7322;p22"/>
              <p:cNvSpPr/>
              <p:nvPr/>
            </p:nvSpPr>
            <p:spPr>
              <a:xfrm>
                <a:off x="6095550" y="3997775"/>
                <a:ext cx="2300" cy="1675"/>
              </a:xfrm>
              <a:custGeom>
                <a:rect b="b" l="l" r="r" t="t"/>
                <a:pathLst>
                  <a:path extrusionOk="0" h="67" w="92">
                    <a:moveTo>
                      <a:pt x="42" y="1"/>
                    </a:moveTo>
                    <a:cubicBezTo>
                      <a:pt x="0" y="1"/>
                      <a:pt x="0" y="67"/>
                      <a:pt x="42" y="67"/>
                    </a:cubicBezTo>
                    <a:cubicBezTo>
                      <a:pt x="91" y="67"/>
                      <a:pt x="91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3" name="Google Shape;7323;p22"/>
              <p:cNvSpPr/>
              <p:nvPr/>
            </p:nvSpPr>
            <p:spPr>
              <a:xfrm>
                <a:off x="6035875" y="4060050"/>
                <a:ext cx="77850" cy="72250"/>
              </a:xfrm>
              <a:custGeom>
                <a:rect b="b" l="l" r="r" t="t"/>
                <a:pathLst>
                  <a:path extrusionOk="0" h="2890" w="3114">
                    <a:moveTo>
                      <a:pt x="1749" y="0"/>
                    </a:moveTo>
                    <a:cubicBezTo>
                      <a:pt x="1442" y="0"/>
                      <a:pt x="1148" y="154"/>
                      <a:pt x="904" y="327"/>
                    </a:cubicBezTo>
                    <a:cubicBezTo>
                      <a:pt x="631" y="517"/>
                      <a:pt x="390" y="749"/>
                      <a:pt x="225" y="1031"/>
                    </a:cubicBezTo>
                    <a:cubicBezTo>
                      <a:pt x="125" y="1114"/>
                      <a:pt x="17" y="1205"/>
                      <a:pt x="9" y="1346"/>
                    </a:cubicBezTo>
                    <a:cubicBezTo>
                      <a:pt x="1" y="1495"/>
                      <a:pt x="117" y="1644"/>
                      <a:pt x="191" y="1768"/>
                    </a:cubicBezTo>
                    <a:cubicBezTo>
                      <a:pt x="266" y="1884"/>
                      <a:pt x="357" y="2000"/>
                      <a:pt x="465" y="2091"/>
                    </a:cubicBezTo>
                    <a:cubicBezTo>
                      <a:pt x="615" y="2223"/>
                      <a:pt x="785" y="2284"/>
                      <a:pt x="959" y="2284"/>
                    </a:cubicBezTo>
                    <a:cubicBezTo>
                      <a:pt x="1015" y="2284"/>
                      <a:pt x="1071" y="2277"/>
                      <a:pt x="1128" y="2265"/>
                    </a:cubicBezTo>
                    <a:lnTo>
                      <a:pt x="1128" y="2265"/>
                    </a:lnTo>
                    <a:cubicBezTo>
                      <a:pt x="1103" y="2381"/>
                      <a:pt x="1095" y="2497"/>
                      <a:pt x="1095" y="2622"/>
                    </a:cubicBezTo>
                    <a:cubicBezTo>
                      <a:pt x="1095" y="2655"/>
                      <a:pt x="1111" y="2680"/>
                      <a:pt x="1128" y="2705"/>
                    </a:cubicBezTo>
                    <a:cubicBezTo>
                      <a:pt x="1111" y="2738"/>
                      <a:pt x="1095" y="2771"/>
                      <a:pt x="1061" y="2804"/>
                    </a:cubicBezTo>
                    <a:cubicBezTo>
                      <a:pt x="1018" y="2840"/>
                      <a:pt x="1057" y="2890"/>
                      <a:pt x="1101" y="2890"/>
                    </a:cubicBezTo>
                    <a:cubicBezTo>
                      <a:pt x="1107" y="2890"/>
                      <a:pt x="1113" y="2889"/>
                      <a:pt x="1119" y="2887"/>
                    </a:cubicBezTo>
                    <a:cubicBezTo>
                      <a:pt x="1194" y="2854"/>
                      <a:pt x="1235" y="2796"/>
                      <a:pt x="1277" y="2738"/>
                    </a:cubicBezTo>
                    <a:cubicBezTo>
                      <a:pt x="1310" y="2721"/>
                      <a:pt x="1335" y="2696"/>
                      <a:pt x="1343" y="2655"/>
                    </a:cubicBezTo>
                    <a:cubicBezTo>
                      <a:pt x="1360" y="2597"/>
                      <a:pt x="1368" y="2547"/>
                      <a:pt x="1385" y="2497"/>
                    </a:cubicBezTo>
                    <a:cubicBezTo>
                      <a:pt x="1418" y="2431"/>
                      <a:pt x="1451" y="2357"/>
                      <a:pt x="1492" y="2290"/>
                    </a:cubicBezTo>
                    <a:cubicBezTo>
                      <a:pt x="1542" y="2191"/>
                      <a:pt x="1600" y="2091"/>
                      <a:pt x="1666" y="1992"/>
                    </a:cubicBezTo>
                    <a:cubicBezTo>
                      <a:pt x="1824" y="1876"/>
                      <a:pt x="1956" y="1727"/>
                      <a:pt x="2072" y="1578"/>
                    </a:cubicBezTo>
                    <a:cubicBezTo>
                      <a:pt x="2163" y="1462"/>
                      <a:pt x="2246" y="1329"/>
                      <a:pt x="2313" y="1197"/>
                    </a:cubicBezTo>
                    <a:cubicBezTo>
                      <a:pt x="2520" y="998"/>
                      <a:pt x="2752" y="815"/>
                      <a:pt x="3000" y="658"/>
                    </a:cubicBezTo>
                    <a:cubicBezTo>
                      <a:pt x="3114" y="587"/>
                      <a:pt x="3045" y="437"/>
                      <a:pt x="2934" y="437"/>
                    </a:cubicBezTo>
                    <a:cubicBezTo>
                      <a:pt x="2916" y="437"/>
                      <a:pt x="2896" y="441"/>
                      <a:pt x="2876" y="451"/>
                    </a:cubicBezTo>
                    <a:lnTo>
                      <a:pt x="2876" y="443"/>
                    </a:lnTo>
                    <a:cubicBezTo>
                      <a:pt x="2760" y="501"/>
                      <a:pt x="2652" y="559"/>
                      <a:pt x="2545" y="625"/>
                    </a:cubicBezTo>
                    <a:cubicBezTo>
                      <a:pt x="2511" y="641"/>
                      <a:pt x="2470" y="666"/>
                      <a:pt x="2429" y="691"/>
                    </a:cubicBezTo>
                    <a:lnTo>
                      <a:pt x="2429" y="666"/>
                    </a:lnTo>
                    <a:cubicBezTo>
                      <a:pt x="2412" y="351"/>
                      <a:pt x="2213" y="61"/>
                      <a:pt x="1890" y="12"/>
                    </a:cubicBezTo>
                    <a:cubicBezTo>
                      <a:pt x="1843" y="4"/>
                      <a:pt x="1795" y="0"/>
                      <a:pt x="17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4" name="Google Shape;7324;p22"/>
              <p:cNvSpPr/>
              <p:nvPr/>
            </p:nvSpPr>
            <p:spPr>
              <a:xfrm>
                <a:off x="6185850" y="4035725"/>
                <a:ext cx="70450" cy="66675"/>
              </a:xfrm>
              <a:custGeom>
                <a:rect b="b" l="l" r="r" t="t"/>
                <a:pathLst>
                  <a:path extrusionOk="0" h="2667" w="2818">
                    <a:moveTo>
                      <a:pt x="1410" y="1"/>
                    </a:moveTo>
                    <a:cubicBezTo>
                      <a:pt x="1314" y="1"/>
                      <a:pt x="1219" y="11"/>
                      <a:pt x="1127" y="32"/>
                    </a:cubicBezTo>
                    <a:cubicBezTo>
                      <a:pt x="854" y="90"/>
                      <a:pt x="589" y="256"/>
                      <a:pt x="448" y="496"/>
                    </a:cubicBezTo>
                    <a:cubicBezTo>
                      <a:pt x="373" y="629"/>
                      <a:pt x="340" y="778"/>
                      <a:pt x="340" y="918"/>
                    </a:cubicBezTo>
                    <a:cubicBezTo>
                      <a:pt x="257" y="885"/>
                      <a:pt x="166" y="869"/>
                      <a:pt x="75" y="869"/>
                    </a:cubicBezTo>
                    <a:cubicBezTo>
                      <a:pt x="17" y="869"/>
                      <a:pt x="1" y="960"/>
                      <a:pt x="59" y="968"/>
                    </a:cubicBezTo>
                    <a:cubicBezTo>
                      <a:pt x="175" y="985"/>
                      <a:pt x="274" y="1034"/>
                      <a:pt x="373" y="1101"/>
                    </a:cubicBezTo>
                    <a:cubicBezTo>
                      <a:pt x="398" y="1175"/>
                      <a:pt x="440" y="1250"/>
                      <a:pt x="489" y="1308"/>
                    </a:cubicBezTo>
                    <a:cubicBezTo>
                      <a:pt x="531" y="1366"/>
                      <a:pt x="581" y="1407"/>
                      <a:pt x="639" y="1440"/>
                    </a:cubicBezTo>
                    <a:cubicBezTo>
                      <a:pt x="630" y="1465"/>
                      <a:pt x="630" y="1498"/>
                      <a:pt x="655" y="1523"/>
                    </a:cubicBezTo>
                    <a:cubicBezTo>
                      <a:pt x="796" y="1656"/>
                      <a:pt x="1003" y="1697"/>
                      <a:pt x="1169" y="1764"/>
                    </a:cubicBezTo>
                    <a:cubicBezTo>
                      <a:pt x="1343" y="1830"/>
                      <a:pt x="1517" y="1896"/>
                      <a:pt x="1683" y="1987"/>
                    </a:cubicBezTo>
                    <a:cubicBezTo>
                      <a:pt x="1823" y="2054"/>
                      <a:pt x="1964" y="2136"/>
                      <a:pt x="2089" y="2228"/>
                    </a:cubicBezTo>
                    <a:cubicBezTo>
                      <a:pt x="2238" y="2385"/>
                      <a:pt x="2387" y="2551"/>
                      <a:pt x="2586" y="2650"/>
                    </a:cubicBezTo>
                    <a:cubicBezTo>
                      <a:pt x="2607" y="2661"/>
                      <a:pt x="2628" y="2667"/>
                      <a:pt x="2648" y="2667"/>
                    </a:cubicBezTo>
                    <a:cubicBezTo>
                      <a:pt x="2746" y="2667"/>
                      <a:pt x="2817" y="2548"/>
                      <a:pt x="2735" y="2451"/>
                    </a:cubicBezTo>
                    <a:cubicBezTo>
                      <a:pt x="2627" y="2335"/>
                      <a:pt x="2511" y="2219"/>
                      <a:pt x="2387" y="2120"/>
                    </a:cubicBezTo>
                    <a:cubicBezTo>
                      <a:pt x="2519" y="2054"/>
                      <a:pt x="2602" y="1904"/>
                      <a:pt x="2644" y="1764"/>
                    </a:cubicBezTo>
                    <a:cubicBezTo>
                      <a:pt x="2727" y="1440"/>
                      <a:pt x="2635" y="1092"/>
                      <a:pt x="2495" y="802"/>
                    </a:cubicBezTo>
                    <a:cubicBezTo>
                      <a:pt x="2478" y="769"/>
                      <a:pt x="2461" y="736"/>
                      <a:pt x="2445" y="703"/>
                    </a:cubicBezTo>
                    <a:cubicBezTo>
                      <a:pt x="2470" y="686"/>
                      <a:pt x="2486" y="653"/>
                      <a:pt x="2470" y="620"/>
                    </a:cubicBezTo>
                    <a:cubicBezTo>
                      <a:pt x="2286" y="213"/>
                      <a:pt x="1842" y="1"/>
                      <a:pt x="141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5" name="Google Shape;7325;p22"/>
              <p:cNvSpPr/>
              <p:nvPr/>
            </p:nvSpPr>
            <p:spPr>
              <a:xfrm>
                <a:off x="6063650" y="4065900"/>
                <a:ext cx="201150" cy="177100"/>
              </a:xfrm>
              <a:custGeom>
                <a:rect b="b" l="l" r="r" t="t"/>
                <a:pathLst>
                  <a:path extrusionOk="0" h="7084" w="8046">
                    <a:moveTo>
                      <a:pt x="3635" y="0"/>
                    </a:moveTo>
                    <a:cubicBezTo>
                      <a:pt x="3603" y="0"/>
                      <a:pt x="3571" y="1"/>
                      <a:pt x="3538" y="1"/>
                    </a:cubicBezTo>
                    <a:cubicBezTo>
                      <a:pt x="3339" y="10"/>
                      <a:pt x="3149" y="35"/>
                      <a:pt x="2950" y="68"/>
                    </a:cubicBezTo>
                    <a:cubicBezTo>
                      <a:pt x="2776" y="93"/>
                      <a:pt x="2594" y="134"/>
                      <a:pt x="2428" y="209"/>
                    </a:cubicBezTo>
                    <a:cubicBezTo>
                      <a:pt x="2262" y="283"/>
                      <a:pt x="2171" y="391"/>
                      <a:pt x="2105" y="540"/>
                    </a:cubicBezTo>
                    <a:cubicBezTo>
                      <a:pt x="1624" y="847"/>
                      <a:pt x="1318" y="1410"/>
                      <a:pt x="1152" y="1940"/>
                    </a:cubicBezTo>
                    <a:cubicBezTo>
                      <a:pt x="1019" y="2371"/>
                      <a:pt x="961" y="2819"/>
                      <a:pt x="870" y="3258"/>
                    </a:cubicBezTo>
                    <a:cubicBezTo>
                      <a:pt x="820" y="3481"/>
                      <a:pt x="771" y="3697"/>
                      <a:pt x="696" y="3912"/>
                    </a:cubicBezTo>
                    <a:cubicBezTo>
                      <a:pt x="630" y="4128"/>
                      <a:pt x="539" y="4343"/>
                      <a:pt x="439" y="4550"/>
                    </a:cubicBezTo>
                    <a:cubicBezTo>
                      <a:pt x="340" y="4757"/>
                      <a:pt x="232" y="4964"/>
                      <a:pt x="141" y="5180"/>
                    </a:cubicBezTo>
                    <a:cubicBezTo>
                      <a:pt x="66" y="5379"/>
                      <a:pt x="0" y="5602"/>
                      <a:pt x="25" y="5818"/>
                    </a:cubicBezTo>
                    <a:cubicBezTo>
                      <a:pt x="66" y="6207"/>
                      <a:pt x="381" y="6472"/>
                      <a:pt x="746" y="6564"/>
                    </a:cubicBezTo>
                    <a:cubicBezTo>
                      <a:pt x="863" y="6594"/>
                      <a:pt x="982" y="6606"/>
                      <a:pt x="1102" y="6606"/>
                    </a:cubicBezTo>
                    <a:cubicBezTo>
                      <a:pt x="1212" y="6606"/>
                      <a:pt x="1323" y="6596"/>
                      <a:pt x="1434" y="6580"/>
                    </a:cubicBezTo>
                    <a:cubicBezTo>
                      <a:pt x="1608" y="6555"/>
                      <a:pt x="1782" y="6530"/>
                      <a:pt x="1956" y="6497"/>
                    </a:cubicBezTo>
                    <a:cubicBezTo>
                      <a:pt x="2088" y="6721"/>
                      <a:pt x="2386" y="6845"/>
                      <a:pt x="2618" y="6928"/>
                    </a:cubicBezTo>
                    <a:cubicBezTo>
                      <a:pt x="2915" y="7032"/>
                      <a:pt x="3235" y="7083"/>
                      <a:pt x="3549" y="7083"/>
                    </a:cubicBezTo>
                    <a:cubicBezTo>
                      <a:pt x="3612" y="7083"/>
                      <a:pt x="3675" y="7081"/>
                      <a:pt x="3737" y="7077"/>
                    </a:cubicBezTo>
                    <a:cubicBezTo>
                      <a:pt x="4433" y="7028"/>
                      <a:pt x="5104" y="6729"/>
                      <a:pt x="5601" y="6224"/>
                    </a:cubicBezTo>
                    <a:cubicBezTo>
                      <a:pt x="5692" y="6133"/>
                      <a:pt x="5783" y="6033"/>
                      <a:pt x="5858" y="5926"/>
                    </a:cubicBezTo>
                    <a:cubicBezTo>
                      <a:pt x="5957" y="6000"/>
                      <a:pt x="6065" y="6058"/>
                      <a:pt x="6181" y="6100"/>
                    </a:cubicBezTo>
                    <a:cubicBezTo>
                      <a:pt x="6301" y="6143"/>
                      <a:pt x="6427" y="6163"/>
                      <a:pt x="6553" y="6163"/>
                    </a:cubicBezTo>
                    <a:cubicBezTo>
                      <a:pt x="6812" y="6163"/>
                      <a:pt x="7072" y="6079"/>
                      <a:pt x="7283" y="5934"/>
                    </a:cubicBezTo>
                    <a:cubicBezTo>
                      <a:pt x="7615" y="5710"/>
                      <a:pt x="7830" y="5354"/>
                      <a:pt x="7946" y="4973"/>
                    </a:cubicBezTo>
                    <a:cubicBezTo>
                      <a:pt x="8004" y="4774"/>
                      <a:pt x="8045" y="4550"/>
                      <a:pt x="8045" y="4343"/>
                    </a:cubicBezTo>
                    <a:cubicBezTo>
                      <a:pt x="8037" y="4111"/>
                      <a:pt x="7963" y="3896"/>
                      <a:pt x="7871" y="3689"/>
                    </a:cubicBezTo>
                    <a:cubicBezTo>
                      <a:pt x="7540" y="2893"/>
                      <a:pt x="7184" y="2081"/>
                      <a:pt x="6653" y="1402"/>
                    </a:cubicBezTo>
                    <a:cubicBezTo>
                      <a:pt x="6165" y="764"/>
                      <a:pt x="5485" y="325"/>
                      <a:pt x="4698" y="126"/>
                    </a:cubicBezTo>
                    <a:cubicBezTo>
                      <a:pt x="4349" y="42"/>
                      <a:pt x="3992" y="0"/>
                      <a:pt x="3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6" name="Google Shape;7326;p22"/>
              <p:cNvSpPr/>
              <p:nvPr/>
            </p:nvSpPr>
            <p:spPr>
              <a:xfrm>
                <a:off x="6080525" y="4185225"/>
                <a:ext cx="40725" cy="43575"/>
              </a:xfrm>
              <a:custGeom>
                <a:rect b="b" l="l" r="r" t="t"/>
                <a:pathLst>
                  <a:path extrusionOk="0" h="1743" w="1629">
                    <a:moveTo>
                      <a:pt x="1523" y="0"/>
                    </a:moveTo>
                    <a:cubicBezTo>
                      <a:pt x="1507" y="0"/>
                      <a:pt x="1491" y="6"/>
                      <a:pt x="1479" y="17"/>
                    </a:cubicBezTo>
                    <a:cubicBezTo>
                      <a:pt x="1397" y="84"/>
                      <a:pt x="1372" y="167"/>
                      <a:pt x="1339" y="258"/>
                    </a:cubicBezTo>
                    <a:cubicBezTo>
                      <a:pt x="1305" y="341"/>
                      <a:pt x="1272" y="423"/>
                      <a:pt x="1231" y="506"/>
                    </a:cubicBezTo>
                    <a:cubicBezTo>
                      <a:pt x="1148" y="672"/>
                      <a:pt x="1057" y="829"/>
                      <a:pt x="941" y="979"/>
                    </a:cubicBezTo>
                    <a:cubicBezTo>
                      <a:pt x="841" y="1128"/>
                      <a:pt x="717" y="1260"/>
                      <a:pt x="593" y="1385"/>
                    </a:cubicBezTo>
                    <a:cubicBezTo>
                      <a:pt x="492" y="1492"/>
                      <a:pt x="343" y="1594"/>
                      <a:pt x="193" y="1594"/>
                    </a:cubicBezTo>
                    <a:cubicBezTo>
                      <a:pt x="158" y="1594"/>
                      <a:pt x="122" y="1588"/>
                      <a:pt x="87" y="1575"/>
                    </a:cubicBezTo>
                    <a:cubicBezTo>
                      <a:pt x="82" y="1574"/>
                      <a:pt x="77" y="1573"/>
                      <a:pt x="73" y="1573"/>
                    </a:cubicBezTo>
                    <a:cubicBezTo>
                      <a:pt x="24" y="1573"/>
                      <a:pt x="1" y="1644"/>
                      <a:pt x="46" y="1675"/>
                    </a:cubicBezTo>
                    <a:cubicBezTo>
                      <a:pt x="126" y="1718"/>
                      <a:pt x="199" y="1742"/>
                      <a:pt x="288" y="1742"/>
                    </a:cubicBezTo>
                    <a:cubicBezTo>
                      <a:pt x="301" y="1742"/>
                      <a:pt x="314" y="1742"/>
                      <a:pt x="328" y="1741"/>
                    </a:cubicBezTo>
                    <a:cubicBezTo>
                      <a:pt x="435" y="1724"/>
                      <a:pt x="535" y="1691"/>
                      <a:pt x="618" y="1633"/>
                    </a:cubicBezTo>
                    <a:cubicBezTo>
                      <a:pt x="800" y="1517"/>
                      <a:pt x="941" y="1351"/>
                      <a:pt x="1073" y="1194"/>
                    </a:cubicBezTo>
                    <a:cubicBezTo>
                      <a:pt x="1206" y="1028"/>
                      <a:pt x="1322" y="846"/>
                      <a:pt x="1421" y="655"/>
                    </a:cubicBezTo>
                    <a:cubicBezTo>
                      <a:pt x="1463" y="564"/>
                      <a:pt x="1504" y="465"/>
                      <a:pt x="1546" y="374"/>
                    </a:cubicBezTo>
                    <a:cubicBezTo>
                      <a:pt x="1587" y="266"/>
                      <a:pt x="1629" y="167"/>
                      <a:pt x="1595" y="51"/>
                    </a:cubicBezTo>
                    <a:cubicBezTo>
                      <a:pt x="1585" y="19"/>
                      <a:pt x="1553" y="0"/>
                      <a:pt x="1523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7" name="Google Shape;7327;p22"/>
              <p:cNvSpPr/>
              <p:nvPr/>
            </p:nvSpPr>
            <p:spPr>
              <a:xfrm>
                <a:off x="6118750" y="4170275"/>
                <a:ext cx="7475" cy="10825"/>
              </a:xfrm>
              <a:custGeom>
                <a:rect b="b" l="l" r="r" t="t"/>
                <a:pathLst>
                  <a:path extrusionOk="0" h="433" w="299">
                    <a:moveTo>
                      <a:pt x="256" y="1"/>
                    </a:moveTo>
                    <a:cubicBezTo>
                      <a:pt x="248" y="1"/>
                      <a:pt x="239" y="4"/>
                      <a:pt x="232" y="11"/>
                    </a:cubicBezTo>
                    <a:lnTo>
                      <a:pt x="232" y="19"/>
                    </a:lnTo>
                    <a:cubicBezTo>
                      <a:pt x="207" y="36"/>
                      <a:pt x="191" y="69"/>
                      <a:pt x="174" y="94"/>
                    </a:cubicBezTo>
                    <a:cubicBezTo>
                      <a:pt x="158" y="127"/>
                      <a:pt x="141" y="152"/>
                      <a:pt x="124" y="176"/>
                    </a:cubicBezTo>
                    <a:cubicBezTo>
                      <a:pt x="91" y="234"/>
                      <a:pt x="58" y="284"/>
                      <a:pt x="25" y="334"/>
                    </a:cubicBezTo>
                    <a:cubicBezTo>
                      <a:pt x="0" y="359"/>
                      <a:pt x="17" y="400"/>
                      <a:pt x="42" y="417"/>
                    </a:cubicBezTo>
                    <a:cubicBezTo>
                      <a:pt x="51" y="426"/>
                      <a:pt x="67" y="432"/>
                      <a:pt x="84" y="432"/>
                    </a:cubicBezTo>
                    <a:cubicBezTo>
                      <a:pt x="99" y="432"/>
                      <a:pt x="113" y="428"/>
                      <a:pt x="124" y="417"/>
                    </a:cubicBezTo>
                    <a:cubicBezTo>
                      <a:pt x="166" y="359"/>
                      <a:pt x="207" y="309"/>
                      <a:pt x="240" y="243"/>
                    </a:cubicBezTo>
                    <a:cubicBezTo>
                      <a:pt x="257" y="210"/>
                      <a:pt x="265" y="176"/>
                      <a:pt x="282" y="143"/>
                    </a:cubicBezTo>
                    <a:cubicBezTo>
                      <a:pt x="290" y="110"/>
                      <a:pt x="298" y="77"/>
                      <a:pt x="298" y="44"/>
                    </a:cubicBezTo>
                    <a:cubicBezTo>
                      <a:pt x="298" y="20"/>
                      <a:pt x="277" y="1"/>
                      <a:pt x="2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8" name="Google Shape;7328;p22"/>
              <p:cNvSpPr/>
              <p:nvPr/>
            </p:nvSpPr>
            <p:spPr>
              <a:xfrm>
                <a:off x="6171800" y="4141150"/>
                <a:ext cx="44525" cy="25150"/>
              </a:xfrm>
              <a:custGeom>
                <a:rect b="b" l="l" r="r" t="t"/>
                <a:pathLst>
                  <a:path extrusionOk="0" h="1006" w="1781">
                    <a:moveTo>
                      <a:pt x="87" y="0"/>
                    </a:moveTo>
                    <a:cubicBezTo>
                      <a:pt x="34" y="0"/>
                      <a:pt x="1" y="72"/>
                      <a:pt x="57" y="107"/>
                    </a:cubicBezTo>
                    <a:cubicBezTo>
                      <a:pt x="190" y="190"/>
                      <a:pt x="331" y="264"/>
                      <a:pt x="488" y="297"/>
                    </a:cubicBezTo>
                    <a:cubicBezTo>
                      <a:pt x="670" y="339"/>
                      <a:pt x="836" y="339"/>
                      <a:pt x="993" y="430"/>
                    </a:cubicBezTo>
                    <a:cubicBezTo>
                      <a:pt x="1126" y="505"/>
                      <a:pt x="1259" y="596"/>
                      <a:pt x="1375" y="695"/>
                    </a:cubicBezTo>
                    <a:cubicBezTo>
                      <a:pt x="1424" y="737"/>
                      <a:pt x="1482" y="786"/>
                      <a:pt x="1532" y="836"/>
                    </a:cubicBezTo>
                    <a:cubicBezTo>
                      <a:pt x="1582" y="894"/>
                      <a:pt x="1623" y="952"/>
                      <a:pt x="1681" y="993"/>
                    </a:cubicBezTo>
                    <a:cubicBezTo>
                      <a:pt x="1692" y="1002"/>
                      <a:pt x="1702" y="1005"/>
                      <a:pt x="1712" y="1005"/>
                    </a:cubicBezTo>
                    <a:cubicBezTo>
                      <a:pt x="1741" y="1005"/>
                      <a:pt x="1764" y="975"/>
                      <a:pt x="1764" y="944"/>
                    </a:cubicBezTo>
                    <a:cubicBezTo>
                      <a:pt x="1781" y="803"/>
                      <a:pt x="1648" y="654"/>
                      <a:pt x="1557" y="563"/>
                    </a:cubicBezTo>
                    <a:lnTo>
                      <a:pt x="1549" y="563"/>
                    </a:lnTo>
                    <a:cubicBezTo>
                      <a:pt x="1433" y="455"/>
                      <a:pt x="1292" y="355"/>
                      <a:pt x="1151" y="273"/>
                    </a:cubicBezTo>
                    <a:cubicBezTo>
                      <a:pt x="993" y="181"/>
                      <a:pt x="828" y="140"/>
                      <a:pt x="654" y="123"/>
                    </a:cubicBezTo>
                    <a:cubicBezTo>
                      <a:pt x="471" y="107"/>
                      <a:pt x="281" y="82"/>
                      <a:pt x="115" y="7"/>
                    </a:cubicBezTo>
                    <a:cubicBezTo>
                      <a:pt x="105" y="2"/>
                      <a:pt x="96" y="0"/>
                      <a:pt x="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9" name="Google Shape;7329;p22"/>
              <p:cNvSpPr/>
              <p:nvPr/>
            </p:nvSpPr>
            <p:spPr>
              <a:xfrm>
                <a:off x="6217700" y="4174875"/>
                <a:ext cx="47500" cy="41325"/>
              </a:xfrm>
              <a:custGeom>
                <a:rect b="b" l="l" r="r" t="t"/>
                <a:pathLst>
                  <a:path extrusionOk="0" h="1653" w="1900">
                    <a:moveTo>
                      <a:pt x="81" y="1"/>
                    </a:moveTo>
                    <a:cubicBezTo>
                      <a:pt x="42" y="1"/>
                      <a:pt x="0" y="35"/>
                      <a:pt x="11" y="84"/>
                    </a:cubicBezTo>
                    <a:cubicBezTo>
                      <a:pt x="94" y="398"/>
                      <a:pt x="210" y="713"/>
                      <a:pt x="317" y="1020"/>
                    </a:cubicBezTo>
                    <a:cubicBezTo>
                      <a:pt x="334" y="1053"/>
                      <a:pt x="351" y="1094"/>
                      <a:pt x="359" y="1136"/>
                    </a:cubicBezTo>
                    <a:cubicBezTo>
                      <a:pt x="342" y="1161"/>
                      <a:pt x="334" y="1185"/>
                      <a:pt x="326" y="1219"/>
                    </a:cubicBezTo>
                    <a:cubicBezTo>
                      <a:pt x="309" y="1260"/>
                      <a:pt x="317" y="1301"/>
                      <a:pt x="334" y="1326"/>
                    </a:cubicBezTo>
                    <a:cubicBezTo>
                      <a:pt x="293" y="1359"/>
                      <a:pt x="259" y="1401"/>
                      <a:pt x="235" y="1442"/>
                    </a:cubicBezTo>
                    <a:cubicBezTo>
                      <a:pt x="201" y="1509"/>
                      <a:pt x="235" y="1591"/>
                      <a:pt x="309" y="1608"/>
                    </a:cubicBezTo>
                    <a:cubicBezTo>
                      <a:pt x="419" y="1638"/>
                      <a:pt x="531" y="1652"/>
                      <a:pt x="643" y="1652"/>
                    </a:cubicBezTo>
                    <a:cubicBezTo>
                      <a:pt x="971" y="1652"/>
                      <a:pt x="1295" y="1528"/>
                      <a:pt x="1535" y="1293"/>
                    </a:cubicBezTo>
                    <a:cubicBezTo>
                      <a:pt x="1685" y="1152"/>
                      <a:pt x="1801" y="970"/>
                      <a:pt x="1859" y="779"/>
                    </a:cubicBezTo>
                    <a:cubicBezTo>
                      <a:pt x="1883" y="680"/>
                      <a:pt x="1900" y="572"/>
                      <a:pt x="1900" y="473"/>
                    </a:cubicBezTo>
                    <a:lnTo>
                      <a:pt x="1892" y="473"/>
                    </a:lnTo>
                    <a:cubicBezTo>
                      <a:pt x="1883" y="365"/>
                      <a:pt x="1842" y="274"/>
                      <a:pt x="1784" y="183"/>
                    </a:cubicBezTo>
                    <a:cubicBezTo>
                      <a:pt x="1770" y="155"/>
                      <a:pt x="1747" y="143"/>
                      <a:pt x="1724" y="143"/>
                    </a:cubicBezTo>
                    <a:cubicBezTo>
                      <a:pt x="1691" y="143"/>
                      <a:pt x="1658" y="166"/>
                      <a:pt x="1643" y="199"/>
                    </a:cubicBezTo>
                    <a:cubicBezTo>
                      <a:pt x="1618" y="257"/>
                      <a:pt x="1593" y="315"/>
                      <a:pt x="1585" y="390"/>
                    </a:cubicBezTo>
                    <a:cubicBezTo>
                      <a:pt x="1577" y="440"/>
                      <a:pt x="1577" y="498"/>
                      <a:pt x="1577" y="556"/>
                    </a:cubicBezTo>
                    <a:cubicBezTo>
                      <a:pt x="1560" y="663"/>
                      <a:pt x="1527" y="771"/>
                      <a:pt x="1453" y="854"/>
                    </a:cubicBezTo>
                    <a:cubicBezTo>
                      <a:pt x="1303" y="1036"/>
                      <a:pt x="1071" y="1111"/>
                      <a:pt x="856" y="1169"/>
                    </a:cubicBezTo>
                    <a:cubicBezTo>
                      <a:pt x="811" y="1182"/>
                      <a:pt x="757" y="1199"/>
                      <a:pt x="708" y="1199"/>
                    </a:cubicBezTo>
                    <a:cubicBezTo>
                      <a:pt x="693" y="1199"/>
                      <a:pt x="679" y="1198"/>
                      <a:pt x="665" y="1194"/>
                    </a:cubicBezTo>
                    <a:cubicBezTo>
                      <a:pt x="665" y="1144"/>
                      <a:pt x="632" y="1119"/>
                      <a:pt x="591" y="1111"/>
                    </a:cubicBezTo>
                    <a:cubicBezTo>
                      <a:pt x="549" y="1003"/>
                      <a:pt x="508" y="887"/>
                      <a:pt x="467" y="779"/>
                    </a:cubicBezTo>
                    <a:cubicBezTo>
                      <a:pt x="367" y="523"/>
                      <a:pt x="259" y="274"/>
                      <a:pt x="135" y="34"/>
                    </a:cubicBezTo>
                    <a:cubicBezTo>
                      <a:pt x="124" y="11"/>
                      <a:pt x="103" y="1"/>
                      <a:pt x="81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0" name="Google Shape;7330;p22"/>
              <p:cNvSpPr/>
              <p:nvPr/>
            </p:nvSpPr>
            <p:spPr>
              <a:xfrm>
                <a:off x="6143175" y="4144225"/>
                <a:ext cx="57200" cy="25675"/>
              </a:xfrm>
              <a:custGeom>
                <a:rect b="b" l="l" r="r" t="t"/>
                <a:pathLst>
                  <a:path extrusionOk="0" h="1027" w="2288">
                    <a:moveTo>
                      <a:pt x="859" y="0"/>
                    </a:moveTo>
                    <a:cubicBezTo>
                      <a:pt x="781" y="0"/>
                      <a:pt x="703" y="21"/>
                      <a:pt x="622" y="67"/>
                    </a:cubicBezTo>
                    <a:cubicBezTo>
                      <a:pt x="523" y="125"/>
                      <a:pt x="415" y="208"/>
                      <a:pt x="332" y="299"/>
                    </a:cubicBezTo>
                    <a:cubicBezTo>
                      <a:pt x="241" y="382"/>
                      <a:pt x="166" y="489"/>
                      <a:pt x="108" y="597"/>
                    </a:cubicBezTo>
                    <a:cubicBezTo>
                      <a:pt x="67" y="663"/>
                      <a:pt x="26" y="746"/>
                      <a:pt x="42" y="829"/>
                    </a:cubicBezTo>
                    <a:cubicBezTo>
                      <a:pt x="9" y="854"/>
                      <a:pt x="1" y="895"/>
                      <a:pt x="9" y="937"/>
                    </a:cubicBezTo>
                    <a:cubicBezTo>
                      <a:pt x="23" y="984"/>
                      <a:pt x="75" y="1026"/>
                      <a:pt x="125" y="1026"/>
                    </a:cubicBezTo>
                    <a:cubicBezTo>
                      <a:pt x="137" y="1026"/>
                      <a:pt x="148" y="1024"/>
                      <a:pt x="158" y="1020"/>
                    </a:cubicBezTo>
                    <a:cubicBezTo>
                      <a:pt x="191" y="1011"/>
                      <a:pt x="224" y="995"/>
                      <a:pt x="258" y="986"/>
                    </a:cubicBezTo>
                    <a:cubicBezTo>
                      <a:pt x="265" y="988"/>
                      <a:pt x="271" y="988"/>
                      <a:pt x="278" y="988"/>
                    </a:cubicBezTo>
                    <a:cubicBezTo>
                      <a:pt x="313" y="988"/>
                      <a:pt x="346" y="971"/>
                      <a:pt x="374" y="937"/>
                    </a:cubicBezTo>
                    <a:lnTo>
                      <a:pt x="440" y="912"/>
                    </a:lnTo>
                    <a:lnTo>
                      <a:pt x="448" y="912"/>
                    </a:lnTo>
                    <a:cubicBezTo>
                      <a:pt x="456" y="937"/>
                      <a:pt x="481" y="945"/>
                      <a:pt x="506" y="953"/>
                    </a:cubicBezTo>
                    <a:lnTo>
                      <a:pt x="639" y="953"/>
                    </a:lnTo>
                    <a:cubicBezTo>
                      <a:pt x="664" y="953"/>
                      <a:pt x="680" y="953"/>
                      <a:pt x="705" y="945"/>
                    </a:cubicBezTo>
                    <a:lnTo>
                      <a:pt x="746" y="945"/>
                    </a:lnTo>
                    <a:cubicBezTo>
                      <a:pt x="763" y="945"/>
                      <a:pt x="771" y="928"/>
                      <a:pt x="780" y="928"/>
                    </a:cubicBezTo>
                    <a:cubicBezTo>
                      <a:pt x="804" y="904"/>
                      <a:pt x="804" y="879"/>
                      <a:pt x="780" y="854"/>
                    </a:cubicBezTo>
                    <a:cubicBezTo>
                      <a:pt x="771" y="854"/>
                      <a:pt x="763" y="846"/>
                      <a:pt x="746" y="837"/>
                    </a:cubicBezTo>
                    <a:lnTo>
                      <a:pt x="705" y="837"/>
                    </a:lnTo>
                    <a:cubicBezTo>
                      <a:pt x="705" y="837"/>
                      <a:pt x="697" y="837"/>
                      <a:pt x="688" y="829"/>
                    </a:cubicBezTo>
                    <a:cubicBezTo>
                      <a:pt x="780" y="804"/>
                      <a:pt x="862" y="779"/>
                      <a:pt x="954" y="763"/>
                    </a:cubicBezTo>
                    <a:cubicBezTo>
                      <a:pt x="1003" y="754"/>
                      <a:pt x="1045" y="754"/>
                      <a:pt x="1094" y="754"/>
                    </a:cubicBezTo>
                    <a:cubicBezTo>
                      <a:pt x="1106" y="754"/>
                      <a:pt x="1117" y="754"/>
                      <a:pt x="1128" y="754"/>
                    </a:cubicBezTo>
                    <a:cubicBezTo>
                      <a:pt x="1424" y="754"/>
                      <a:pt x="1725" y="859"/>
                      <a:pt x="1981" y="1011"/>
                    </a:cubicBezTo>
                    <a:cubicBezTo>
                      <a:pt x="1998" y="1022"/>
                      <a:pt x="2017" y="1027"/>
                      <a:pt x="2035" y="1027"/>
                    </a:cubicBezTo>
                    <a:cubicBezTo>
                      <a:pt x="2089" y="1027"/>
                      <a:pt x="2143" y="988"/>
                      <a:pt x="2155" y="945"/>
                    </a:cubicBezTo>
                    <a:cubicBezTo>
                      <a:pt x="2172" y="928"/>
                      <a:pt x="2188" y="912"/>
                      <a:pt x="2196" y="895"/>
                    </a:cubicBezTo>
                    <a:cubicBezTo>
                      <a:pt x="2288" y="605"/>
                      <a:pt x="1989" y="448"/>
                      <a:pt x="1782" y="348"/>
                    </a:cubicBezTo>
                    <a:cubicBezTo>
                      <a:pt x="1534" y="224"/>
                      <a:pt x="1277" y="116"/>
                      <a:pt x="1012" y="25"/>
                    </a:cubicBezTo>
                    <a:cubicBezTo>
                      <a:pt x="960" y="9"/>
                      <a:pt x="909" y="0"/>
                      <a:pt x="85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1" name="Google Shape;7331;p22"/>
              <p:cNvSpPr/>
              <p:nvPr/>
            </p:nvSpPr>
            <p:spPr>
              <a:xfrm>
                <a:off x="6182125" y="4171575"/>
                <a:ext cx="5000" cy="2925"/>
              </a:xfrm>
              <a:custGeom>
                <a:rect b="b" l="l" r="r" t="t"/>
                <a:pathLst>
                  <a:path extrusionOk="0" h="117" w="200">
                    <a:moveTo>
                      <a:pt x="58" y="0"/>
                    </a:moveTo>
                    <a:cubicBezTo>
                      <a:pt x="42" y="0"/>
                      <a:pt x="25" y="8"/>
                      <a:pt x="17" y="17"/>
                    </a:cubicBezTo>
                    <a:cubicBezTo>
                      <a:pt x="9" y="25"/>
                      <a:pt x="0" y="42"/>
                      <a:pt x="0" y="58"/>
                    </a:cubicBezTo>
                    <a:cubicBezTo>
                      <a:pt x="0" y="75"/>
                      <a:pt x="9" y="91"/>
                      <a:pt x="17" y="100"/>
                    </a:cubicBezTo>
                    <a:cubicBezTo>
                      <a:pt x="25" y="108"/>
                      <a:pt x="42" y="116"/>
                      <a:pt x="58" y="116"/>
                    </a:cubicBezTo>
                    <a:cubicBezTo>
                      <a:pt x="75" y="116"/>
                      <a:pt x="92" y="108"/>
                      <a:pt x="108" y="108"/>
                    </a:cubicBezTo>
                    <a:lnTo>
                      <a:pt x="150" y="108"/>
                    </a:lnTo>
                    <a:cubicBezTo>
                      <a:pt x="158" y="108"/>
                      <a:pt x="158" y="100"/>
                      <a:pt x="166" y="100"/>
                    </a:cubicBezTo>
                    <a:cubicBezTo>
                      <a:pt x="166" y="100"/>
                      <a:pt x="174" y="100"/>
                      <a:pt x="174" y="91"/>
                    </a:cubicBezTo>
                    <a:cubicBezTo>
                      <a:pt x="199" y="83"/>
                      <a:pt x="199" y="42"/>
                      <a:pt x="174" y="25"/>
                    </a:cubicBezTo>
                    <a:cubicBezTo>
                      <a:pt x="174" y="25"/>
                      <a:pt x="166" y="17"/>
                      <a:pt x="166" y="17"/>
                    </a:cubicBezTo>
                    <a:cubicBezTo>
                      <a:pt x="158" y="17"/>
                      <a:pt x="158" y="8"/>
                      <a:pt x="150" y="8"/>
                    </a:cubicBezTo>
                    <a:lnTo>
                      <a:pt x="108" y="8"/>
                    </a:lnTo>
                    <a:cubicBezTo>
                      <a:pt x="92" y="8"/>
                      <a:pt x="75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2" name="Google Shape;7332;p22"/>
              <p:cNvSpPr/>
              <p:nvPr/>
            </p:nvSpPr>
            <p:spPr>
              <a:xfrm>
                <a:off x="6104450" y="4168275"/>
                <a:ext cx="36275" cy="60075"/>
              </a:xfrm>
              <a:custGeom>
                <a:rect b="b" l="l" r="r" t="t"/>
                <a:pathLst>
                  <a:path extrusionOk="0" h="2403" w="1451">
                    <a:moveTo>
                      <a:pt x="1281" y="1"/>
                    </a:moveTo>
                    <a:cubicBezTo>
                      <a:pt x="1237" y="1"/>
                      <a:pt x="1196" y="25"/>
                      <a:pt x="1185" y="82"/>
                    </a:cubicBezTo>
                    <a:cubicBezTo>
                      <a:pt x="1169" y="165"/>
                      <a:pt x="1144" y="240"/>
                      <a:pt x="1127" y="314"/>
                    </a:cubicBezTo>
                    <a:cubicBezTo>
                      <a:pt x="1111" y="323"/>
                      <a:pt x="1102" y="331"/>
                      <a:pt x="1094" y="339"/>
                    </a:cubicBezTo>
                    <a:cubicBezTo>
                      <a:pt x="862" y="579"/>
                      <a:pt x="721" y="911"/>
                      <a:pt x="597" y="1217"/>
                    </a:cubicBezTo>
                    <a:cubicBezTo>
                      <a:pt x="464" y="1524"/>
                      <a:pt x="365" y="1847"/>
                      <a:pt x="257" y="2162"/>
                    </a:cubicBezTo>
                    <a:cubicBezTo>
                      <a:pt x="257" y="2170"/>
                      <a:pt x="257" y="2179"/>
                      <a:pt x="257" y="2187"/>
                    </a:cubicBezTo>
                    <a:cubicBezTo>
                      <a:pt x="199" y="2220"/>
                      <a:pt x="141" y="2245"/>
                      <a:pt x="83" y="2261"/>
                    </a:cubicBezTo>
                    <a:cubicBezTo>
                      <a:pt x="0" y="2278"/>
                      <a:pt x="17" y="2402"/>
                      <a:pt x="100" y="2402"/>
                    </a:cubicBezTo>
                    <a:cubicBezTo>
                      <a:pt x="191" y="2394"/>
                      <a:pt x="274" y="2361"/>
                      <a:pt x="357" y="2319"/>
                    </a:cubicBezTo>
                    <a:cubicBezTo>
                      <a:pt x="365" y="2321"/>
                      <a:pt x="373" y="2321"/>
                      <a:pt x="381" y="2321"/>
                    </a:cubicBezTo>
                    <a:cubicBezTo>
                      <a:pt x="422" y="2321"/>
                      <a:pt x="461" y="2303"/>
                      <a:pt x="489" y="2261"/>
                    </a:cubicBezTo>
                    <a:cubicBezTo>
                      <a:pt x="506" y="2245"/>
                      <a:pt x="522" y="2220"/>
                      <a:pt x="531" y="2195"/>
                    </a:cubicBezTo>
                    <a:cubicBezTo>
                      <a:pt x="597" y="2145"/>
                      <a:pt x="647" y="2096"/>
                      <a:pt x="705" y="2046"/>
                    </a:cubicBezTo>
                    <a:cubicBezTo>
                      <a:pt x="870" y="1880"/>
                      <a:pt x="1011" y="1690"/>
                      <a:pt x="1119" y="1483"/>
                    </a:cubicBezTo>
                    <a:cubicBezTo>
                      <a:pt x="1343" y="1068"/>
                      <a:pt x="1450" y="588"/>
                      <a:pt x="1409" y="116"/>
                    </a:cubicBezTo>
                    <a:cubicBezTo>
                      <a:pt x="1404" y="45"/>
                      <a:pt x="1340" y="1"/>
                      <a:pt x="12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3" name="Google Shape;7333;p22"/>
              <p:cNvSpPr/>
              <p:nvPr/>
            </p:nvSpPr>
            <p:spPr>
              <a:xfrm>
                <a:off x="6196750" y="4163500"/>
                <a:ext cx="26200" cy="52600"/>
              </a:xfrm>
              <a:custGeom>
                <a:rect b="b" l="l" r="r" t="t"/>
                <a:pathLst>
                  <a:path extrusionOk="0" h="2104" w="1048">
                    <a:moveTo>
                      <a:pt x="163" y="1"/>
                    </a:moveTo>
                    <a:cubicBezTo>
                      <a:pt x="80" y="1"/>
                      <a:pt x="1" y="83"/>
                      <a:pt x="53" y="182"/>
                    </a:cubicBezTo>
                    <a:cubicBezTo>
                      <a:pt x="153" y="356"/>
                      <a:pt x="252" y="539"/>
                      <a:pt x="335" y="729"/>
                    </a:cubicBezTo>
                    <a:cubicBezTo>
                      <a:pt x="360" y="853"/>
                      <a:pt x="368" y="986"/>
                      <a:pt x="393" y="1110"/>
                    </a:cubicBezTo>
                    <a:cubicBezTo>
                      <a:pt x="443" y="1367"/>
                      <a:pt x="559" y="1607"/>
                      <a:pt x="716" y="1814"/>
                    </a:cubicBezTo>
                    <a:cubicBezTo>
                      <a:pt x="725" y="1872"/>
                      <a:pt x="725" y="1930"/>
                      <a:pt x="725" y="1988"/>
                    </a:cubicBezTo>
                    <a:cubicBezTo>
                      <a:pt x="729" y="2066"/>
                      <a:pt x="783" y="2103"/>
                      <a:pt x="839" y="2103"/>
                    </a:cubicBezTo>
                    <a:cubicBezTo>
                      <a:pt x="897" y="2103"/>
                      <a:pt x="956" y="2064"/>
                      <a:pt x="965" y="1988"/>
                    </a:cubicBezTo>
                    <a:cubicBezTo>
                      <a:pt x="973" y="1964"/>
                      <a:pt x="973" y="1947"/>
                      <a:pt x="973" y="1922"/>
                    </a:cubicBezTo>
                    <a:cubicBezTo>
                      <a:pt x="998" y="1897"/>
                      <a:pt x="1006" y="1872"/>
                      <a:pt x="1015" y="1839"/>
                    </a:cubicBezTo>
                    <a:cubicBezTo>
                      <a:pt x="1048" y="1218"/>
                      <a:pt x="832" y="605"/>
                      <a:pt x="435" y="124"/>
                    </a:cubicBezTo>
                    <a:cubicBezTo>
                      <a:pt x="409" y="98"/>
                      <a:pt x="380" y="85"/>
                      <a:pt x="351" y="85"/>
                    </a:cubicBezTo>
                    <a:cubicBezTo>
                      <a:pt x="334" y="85"/>
                      <a:pt x="318" y="90"/>
                      <a:pt x="302" y="99"/>
                    </a:cubicBezTo>
                    <a:cubicBezTo>
                      <a:pt x="294" y="91"/>
                      <a:pt x="285" y="75"/>
                      <a:pt x="277" y="66"/>
                    </a:cubicBezTo>
                    <a:cubicBezTo>
                      <a:pt x="277" y="58"/>
                      <a:pt x="269" y="58"/>
                      <a:pt x="261" y="50"/>
                    </a:cubicBezTo>
                    <a:cubicBezTo>
                      <a:pt x="234" y="15"/>
                      <a:pt x="198" y="1"/>
                      <a:pt x="1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4" name="Google Shape;7334;p22"/>
              <p:cNvSpPr/>
              <p:nvPr/>
            </p:nvSpPr>
            <p:spPr>
              <a:xfrm>
                <a:off x="6118750" y="4092600"/>
                <a:ext cx="42075" cy="62275"/>
              </a:xfrm>
              <a:custGeom>
                <a:rect b="b" l="l" r="r" t="t"/>
                <a:pathLst>
                  <a:path extrusionOk="0" h="2491" w="1683">
                    <a:moveTo>
                      <a:pt x="176" y="0"/>
                    </a:moveTo>
                    <a:cubicBezTo>
                      <a:pt x="159" y="0"/>
                      <a:pt x="142" y="8"/>
                      <a:pt x="133" y="27"/>
                    </a:cubicBezTo>
                    <a:cubicBezTo>
                      <a:pt x="42" y="226"/>
                      <a:pt x="0" y="466"/>
                      <a:pt x="158" y="649"/>
                    </a:cubicBezTo>
                    <a:cubicBezTo>
                      <a:pt x="265" y="781"/>
                      <a:pt x="423" y="839"/>
                      <a:pt x="580" y="889"/>
                    </a:cubicBezTo>
                    <a:cubicBezTo>
                      <a:pt x="704" y="1129"/>
                      <a:pt x="936" y="1295"/>
                      <a:pt x="1036" y="1552"/>
                    </a:cubicBezTo>
                    <a:cubicBezTo>
                      <a:pt x="1127" y="1809"/>
                      <a:pt x="1127" y="2082"/>
                      <a:pt x="1019" y="2331"/>
                    </a:cubicBezTo>
                    <a:cubicBezTo>
                      <a:pt x="982" y="2421"/>
                      <a:pt x="1073" y="2490"/>
                      <a:pt x="1153" y="2490"/>
                    </a:cubicBezTo>
                    <a:cubicBezTo>
                      <a:pt x="1161" y="2490"/>
                      <a:pt x="1169" y="2490"/>
                      <a:pt x="1177" y="2488"/>
                    </a:cubicBezTo>
                    <a:cubicBezTo>
                      <a:pt x="1433" y="2430"/>
                      <a:pt x="1566" y="2198"/>
                      <a:pt x="1599" y="1949"/>
                    </a:cubicBezTo>
                    <a:cubicBezTo>
                      <a:pt x="1682" y="1742"/>
                      <a:pt x="1665" y="1485"/>
                      <a:pt x="1566" y="1278"/>
                    </a:cubicBezTo>
                    <a:cubicBezTo>
                      <a:pt x="1417" y="947"/>
                      <a:pt x="1061" y="748"/>
                      <a:pt x="713" y="682"/>
                    </a:cubicBezTo>
                    <a:cubicBezTo>
                      <a:pt x="704" y="678"/>
                      <a:pt x="694" y="676"/>
                      <a:pt x="684" y="676"/>
                    </a:cubicBezTo>
                    <a:cubicBezTo>
                      <a:pt x="673" y="676"/>
                      <a:pt x="663" y="678"/>
                      <a:pt x="655" y="682"/>
                    </a:cubicBezTo>
                    <a:cubicBezTo>
                      <a:pt x="580" y="657"/>
                      <a:pt x="514" y="632"/>
                      <a:pt x="439" y="599"/>
                    </a:cubicBezTo>
                    <a:cubicBezTo>
                      <a:pt x="348" y="549"/>
                      <a:pt x="274" y="483"/>
                      <a:pt x="240" y="375"/>
                    </a:cubicBezTo>
                    <a:cubicBezTo>
                      <a:pt x="216" y="276"/>
                      <a:pt x="224" y="160"/>
                      <a:pt x="232" y="52"/>
                    </a:cubicBezTo>
                    <a:cubicBezTo>
                      <a:pt x="232" y="21"/>
                      <a:pt x="204" y="0"/>
                      <a:pt x="17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5" name="Google Shape;7335;p22"/>
              <p:cNvSpPr/>
              <p:nvPr/>
            </p:nvSpPr>
            <p:spPr>
              <a:xfrm>
                <a:off x="6160175" y="4089550"/>
                <a:ext cx="28800" cy="53725"/>
              </a:xfrm>
              <a:custGeom>
                <a:rect b="b" l="l" r="r" t="t"/>
                <a:pathLst>
                  <a:path extrusionOk="0" h="2149" w="1152">
                    <a:moveTo>
                      <a:pt x="873" y="1"/>
                    </a:moveTo>
                    <a:cubicBezTo>
                      <a:pt x="771" y="1"/>
                      <a:pt x="703" y="125"/>
                      <a:pt x="779" y="215"/>
                    </a:cubicBezTo>
                    <a:cubicBezTo>
                      <a:pt x="912" y="365"/>
                      <a:pt x="779" y="514"/>
                      <a:pt x="655" y="588"/>
                    </a:cubicBezTo>
                    <a:cubicBezTo>
                      <a:pt x="497" y="688"/>
                      <a:pt x="332" y="771"/>
                      <a:pt x="207" y="911"/>
                    </a:cubicBezTo>
                    <a:cubicBezTo>
                      <a:pt x="75" y="1061"/>
                      <a:pt x="0" y="1235"/>
                      <a:pt x="8" y="1433"/>
                    </a:cubicBezTo>
                    <a:cubicBezTo>
                      <a:pt x="17" y="1516"/>
                      <a:pt x="33" y="1591"/>
                      <a:pt x="50" y="1665"/>
                    </a:cubicBezTo>
                    <a:cubicBezTo>
                      <a:pt x="58" y="1806"/>
                      <a:pt x="91" y="1939"/>
                      <a:pt x="149" y="2071"/>
                    </a:cubicBezTo>
                    <a:cubicBezTo>
                      <a:pt x="172" y="2125"/>
                      <a:pt x="215" y="2149"/>
                      <a:pt x="256" y="2149"/>
                    </a:cubicBezTo>
                    <a:cubicBezTo>
                      <a:pt x="304" y="2149"/>
                      <a:pt x="351" y="2117"/>
                      <a:pt x="365" y="2063"/>
                    </a:cubicBezTo>
                    <a:cubicBezTo>
                      <a:pt x="374" y="2065"/>
                      <a:pt x="384" y="2066"/>
                      <a:pt x="394" y="2066"/>
                    </a:cubicBezTo>
                    <a:cubicBezTo>
                      <a:pt x="461" y="2066"/>
                      <a:pt x="529" y="2019"/>
                      <a:pt x="522" y="1947"/>
                    </a:cubicBezTo>
                    <a:cubicBezTo>
                      <a:pt x="497" y="1790"/>
                      <a:pt x="497" y="1632"/>
                      <a:pt x="506" y="1467"/>
                    </a:cubicBezTo>
                    <a:cubicBezTo>
                      <a:pt x="506" y="1442"/>
                      <a:pt x="514" y="1417"/>
                      <a:pt x="514" y="1392"/>
                    </a:cubicBezTo>
                    <a:cubicBezTo>
                      <a:pt x="521" y="1393"/>
                      <a:pt x="528" y="1394"/>
                      <a:pt x="534" y="1394"/>
                    </a:cubicBezTo>
                    <a:cubicBezTo>
                      <a:pt x="568" y="1394"/>
                      <a:pt x="600" y="1377"/>
                      <a:pt x="613" y="1342"/>
                    </a:cubicBezTo>
                    <a:cubicBezTo>
                      <a:pt x="630" y="1309"/>
                      <a:pt x="646" y="1276"/>
                      <a:pt x="663" y="1243"/>
                    </a:cubicBezTo>
                    <a:cubicBezTo>
                      <a:pt x="688" y="1235"/>
                      <a:pt x="713" y="1226"/>
                      <a:pt x="738" y="1210"/>
                    </a:cubicBezTo>
                    <a:cubicBezTo>
                      <a:pt x="820" y="1168"/>
                      <a:pt x="895" y="1110"/>
                      <a:pt x="953" y="1036"/>
                    </a:cubicBezTo>
                    <a:cubicBezTo>
                      <a:pt x="1077" y="887"/>
                      <a:pt x="1127" y="696"/>
                      <a:pt x="1144" y="497"/>
                    </a:cubicBezTo>
                    <a:cubicBezTo>
                      <a:pt x="1152" y="323"/>
                      <a:pt x="1110" y="108"/>
                      <a:pt x="936" y="17"/>
                    </a:cubicBezTo>
                    <a:cubicBezTo>
                      <a:pt x="915" y="6"/>
                      <a:pt x="893" y="1"/>
                      <a:pt x="873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6" name="Google Shape;7336;p22"/>
              <p:cNvSpPr/>
              <p:nvPr/>
            </p:nvSpPr>
            <p:spPr>
              <a:xfrm>
                <a:off x="6065100" y="4086825"/>
                <a:ext cx="23425" cy="30500"/>
              </a:xfrm>
              <a:custGeom>
                <a:rect b="b" l="l" r="r" t="t"/>
                <a:pathLst>
                  <a:path extrusionOk="0" h="1220" w="937">
                    <a:moveTo>
                      <a:pt x="808" y="0"/>
                    </a:moveTo>
                    <a:cubicBezTo>
                      <a:pt x="777" y="0"/>
                      <a:pt x="747" y="13"/>
                      <a:pt x="721" y="34"/>
                    </a:cubicBezTo>
                    <a:cubicBezTo>
                      <a:pt x="638" y="101"/>
                      <a:pt x="555" y="175"/>
                      <a:pt x="489" y="250"/>
                    </a:cubicBezTo>
                    <a:cubicBezTo>
                      <a:pt x="398" y="333"/>
                      <a:pt x="315" y="416"/>
                      <a:pt x="240" y="515"/>
                    </a:cubicBezTo>
                    <a:cubicBezTo>
                      <a:pt x="174" y="598"/>
                      <a:pt x="116" y="689"/>
                      <a:pt x="75" y="788"/>
                    </a:cubicBezTo>
                    <a:cubicBezTo>
                      <a:pt x="66" y="805"/>
                      <a:pt x="66" y="813"/>
                      <a:pt x="58" y="830"/>
                    </a:cubicBezTo>
                    <a:cubicBezTo>
                      <a:pt x="42" y="846"/>
                      <a:pt x="33" y="863"/>
                      <a:pt x="25" y="888"/>
                    </a:cubicBezTo>
                    <a:cubicBezTo>
                      <a:pt x="0" y="921"/>
                      <a:pt x="0" y="954"/>
                      <a:pt x="8" y="979"/>
                    </a:cubicBezTo>
                    <a:cubicBezTo>
                      <a:pt x="0" y="1020"/>
                      <a:pt x="0" y="1070"/>
                      <a:pt x="0" y="1112"/>
                    </a:cubicBezTo>
                    <a:cubicBezTo>
                      <a:pt x="9" y="1181"/>
                      <a:pt x="60" y="1220"/>
                      <a:pt x="110" y="1220"/>
                    </a:cubicBezTo>
                    <a:cubicBezTo>
                      <a:pt x="150" y="1220"/>
                      <a:pt x="189" y="1196"/>
                      <a:pt x="207" y="1145"/>
                    </a:cubicBezTo>
                    <a:cubicBezTo>
                      <a:pt x="232" y="1078"/>
                      <a:pt x="240" y="1012"/>
                      <a:pt x="265" y="946"/>
                    </a:cubicBezTo>
                    <a:cubicBezTo>
                      <a:pt x="274" y="938"/>
                      <a:pt x="282" y="921"/>
                      <a:pt x="290" y="904"/>
                    </a:cubicBezTo>
                    <a:cubicBezTo>
                      <a:pt x="423" y="722"/>
                      <a:pt x="588" y="565"/>
                      <a:pt x="746" y="407"/>
                    </a:cubicBezTo>
                    <a:cubicBezTo>
                      <a:pt x="762" y="382"/>
                      <a:pt x="779" y="349"/>
                      <a:pt x="771" y="316"/>
                    </a:cubicBezTo>
                    <a:cubicBezTo>
                      <a:pt x="812" y="275"/>
                      <a:pt x="854" y="242"/>
                      <a:pt x="887" y="208"/>
                    </a:cubicBezTo>
                    <a:cubicBezTo>
                      <a:pt x="936" y="159"/>
                      <a:pt x="936" y="84"/>
                      <a:pt x="887" y="34"/>
                    </a:cubicBezTo>
                    <a:cubicBezTo>
                      <a:pt x="863" y="11"/>
                      <a:pt x="835" y="0"/>
                      <a:pt x="808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7" name="Google Shape;7337;p22"/>
              <p:cNvSpPr/>
              <p:nvPr/>
            </p:nvSpPr>
            <p:spPr>
              <a:xfrm>
                <a:off x="6204075" y="4065625"/>
                <a:ext cx="35250" cy="17125"/>
              </a:xfrm>
              <a:custGeom>
                <a:rect b="b" l="l" r="r" t="t"/>
                <a:pathLst>
                  <a:path extrusionOk="0" h="685" w="1410">
                    <a:moveTo>
                      <a:pt x="441" y="0"/>
                    </a:moveTo>
                    <a:cubicBezTo>
                      <a:pt x="384" y="0"/>
                      <a:pt x="345" y="37"/>
                      <a:pt x="324" y="79"/>
                    </a:cubicBezTo>
                    <a:cubicBezTo>
                      <a:pt x="287" y="75"/>
                      <a:pt x="251" y="73"/>
                      <a:pt x="216" y="73"/>
                    </a:cubicBezTo>
                    <a:cubicBezTo>
                      <a:pt x="181" y="73"/>
                      <a:pt x="146" y="75"/>
                      <a:pt x="108" y="79"/>
                    </a:cubicBezTo>
                    <a:cubicBezTo>
                      <a:pt x="34" y="87"/>
                      <a:pt x="1" y="203"/>
                      <a:pt x="84" y="220"/>
                    </a:cubicBezTo>
                    <a:cubicBezTo>
                      <a:pt x="407" y="286"/>
                      <a:pt x="722" y="385"/>
                      <a:pt x="1012" y="543"/>
                    </a:cubicBezTo>
                    <a:cubicBezTo>
                      <a:pt x="1045" y="576"/>
                      <a:pt x="1086" y="609"/>
                      <a:pt x="1128" y="634"/>
                    </a:cubicBezTo>
                    <a:cubicBezTo>
                      <a:pt x="1144" y="642"/>
                      <a:pt x="1152" y="642"/>
                      <a:pt x="1169" y="642"/>
                    </a:cubicBezTo>
                    <a:cubicBezTo>
                      <a:pt x="1186" y="650"/>
                      <a:pt x="1194" y="659"/>
                      <a:pt x="1210" y="667"/>
                    </a:cubicBezTo>
                    <a:cubicBezTo>
                      <a:pt x="1228" y="679"/>
                      <a:pt x="1249" y="684"/>
                      <a:pt x="1270" y="684"/>
                    </a:cubicBezTo>
                    <a:cubicBezTo>
                      <a:pt x="1308" y="684"/>
                      <a:pt x="1346" y="666"/>
                      <a:pt x="1368" y="634"/>
                    </a:cubicBezTo>
                    <a:cubicBezTo>
                      <a:pt x="1409" y="584"/>
                      <a:pt x="1401" y="518"/>
                      <a:pt x="1360" y="468"/>
                    </a:cubicBezTo>
                    <a:cubicBezTo>
                      <a:pt x="1144" y="195"/>
                      <a:pt x="796" y="87"/>
                      <a:pt x="473" y="4"/>
                    </a:cubicBezTo>
                    <a:cubicBezTo>
                      <a:pt x="462" y="2"/>
                      <a:pt x="451" y="0"/>
                      <a:pt x="44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8" name="Google Shape;7338;p22"/>
              <p:cNvSpPr/>
              <p:nvPr/>
            </p:nvSpPr>
            <p:spPr>
              <a:xfrm>
                <a:off x="6023800" y="4200875"/>
                <a:ext cx="201425" cy="178575"/>
              </a:xfrm>
              <a:custGeom>
                <a:rect b="b" l="l" r="r" t="t"/>
                <a:pathLst>
                  <a:path extrusionOk="0" h="7143" w="8057">
                    <a:moveTo>
                      <a:pt x="165" y="0"/>
                    </a:moveTo>
                    <a:cubicBezTo>
                      <a:pt x="87" y="0"/>
                      <a:pt x="1" y="74"/>
                      <a:pt x="28" y="162"/>
                    </a:cubicBezTo>
                    <a:cubicBezTo>
                      <a:pt x="152" y="601"/>
                      <a:pt x="409" y="999"/>
                      <a:pt x="766" y="1297"/>
                    </a:cubicBezTo>
                    <a:cubicBezTo>
                      <a:pt x="940" y="1446"/>
                      <a:pt x="1130" y="1562"/>
                      <a:pt x="1337" y="1653"/>
                    </a:cubicBezTo>
                    <a:cubicBezTo>
                      <a:pt x="1553" y="1753"/>
                      <a:pt x="1776" y="1803"/>
                      <a:pt x="2008" y="1836"/>
                    </a:cubicBezTo>
                    <a:cubicBezTo>
                      <a:pt x="2075" y="1844"/>
                      <a:pt x="2141" y="1861"/>
                      <a:pt x="2207" y="1869"/>
                    </a:cubicBezTo>
                    <a:cubicBezTo>
                      <a:pt x="2174" y="1919"/>
                      <a:pt x="2174" y="1985"/>
                      <a:pt x="2224" y="2026"/>
                    </a:cubicBezTo>
                    <a:cubicBezTo>
                      <a:pt x="2671" y="2482"/>
                      <a:pt x="3376" y="2291"/>
                      <a:pt x="3898" y="2615"/>
                    </a:cubicBezTo>
                    <a:cubicBezTo>
                      <a:pt x="4179" y="2797"/>
                      <a:pt x="4395" y="3087"/>
                      <a:pt x="4560" y="3377"/>
                    </a:cubicBezTo>
                    <a:cubicBezTo>
                      <a:pt x="4734" y="3667"/>
                      <a:pt x="4850" y="3990"/>
                      <a:pt x="4917" y="4321"/>
                    </a:cubicBezTo>
                    <a:cubicBezTo>
                      <a:pt x="4991" y="4686"/>
                      <a:pt x="4991" y="5067"/>
                      <a:pt x="4933" y="5432"/>
                    </a:cubicBezTo>
                    <a:cubicBezTo>
                      <a:pt x="4915" y="5509"/>
                      <a:pt x="4979" y="5587"/>
                      <a:pt x="5050" y="5587"/>
                    </a:cubicBezTo>
                    <a:cubicBezTo>
                      <a:pt x="5078" y="5587"/>
                      <a:pt x="5107" y="5575"/>
                      <a:pt x="5132" y="5548"/>
                    </a:cubicBezTo>
                    <a:lnTo>
                      <a:pt x="5223" y="5440"/>
                    </a:lnTo>
                    <a:lnTo>
                      <a:pt x="5223" y="5440"/>
                    </a:lnTo>
                    <a:cubicBezTo>
                      <a:pt x="5314" y="5945"/>
                      <a:pt x="5182" y="6467"/>
                      <a:pt x="4875" y="6890"/>
                    </a:cubicBezTo>
                    <a:cubicBezTo>
                      <a:pt x="4813" y="6971"/>
                      <a:pt x="4900" y="7066"/>
                      <a:pt x="4986" y="7066"/>
                    </a:cubicBezTo>
                    <a:cubicBezTo>
                      <a:pt x="5015" y="7066"/>
                      <a:pt x="5043" y="7055"/>
                      <a:pt x="5066" y="7031"/>
                    </a:cubicBezTo>
                    <a:cubicBezTo>
                      <a:pt x="5190" y="6906"/>
                      <a:pt x="5331" y="6807"/>
                      <a:pt x="5488" y="6724"/>
                    </a:cubicBezTo>
                    <a:cubicBezTo>
                      <a:pt x="5546" y="6873"/>
                      <a:pt x="5629" y="7006"/>
                      <a:pt x="5753" y="7105"/>
                    </a:cubicBezTo>
                    <a:cubicBezTo>
                      <a:pt x="5776" y="7128"/>
                      <a:pt x="5810" y="7143"/>
                      <a:pt x="5844" y="7143"/>
                    </a:cubicBezTo>
                    <a:cubicBezTo>
                      <a:pt x="5872" y="7143"/>
                      <a:pt x="5900" y="7132"/>
                      <a:pt x="5919" y="7105"/>
                    </a:cubicBezTo>
                    <a:lnTo>
                      <a:pt x="6325" y="6592"/>
                    </a:lnTo>
                    <a:cubicBezTo>
                      <a:pt x="6358" y="6633"/>
                      <a:pt x="6408" y="6674"/>
                      <a:pt x="6466" y="6699"/>
                    </a:cubicBezTo>
                    <a:cubicBezTo>
                      <a:pt x="6484" y="6710"/>
                      <a:pt x="6507" y="6716"/>
                      <a:pt x="6530" y="6716"/>
                    </a:cubicBezTo>
                    <a:cubicBezTo>
                      <a:pt x="6561" y="6716"/>
                      <a:pt x="6592" y="6706"/>
                      <a:pt x="6615" y="6683"/>
                    </a:cubicBezTo>
                    <a:cubicBezTo>
                      <a:pt x="6880" y="6343"/>
                      <a:pt x="6913" y="5904"/>
                      <a:pt x="6955" y="5490"/>
                    </a:cubicBezTo>
                    <a:cubicBezTo>
                      <a:pt x="6996" y="5017"/>
                      <a:pt x="7005" y="4537"/>
                      <a:pt x="6988" y="4065"/>
                    </a:cubicBezTo>
                    <a:cubicBezTo>
                      <a:pt x="6971" y="3634"/>
                      <a:pt x="6897" y="3211"/>
                      <a:pt x="6905" y="2789"/>
                    </a:cubicBezTo>
                    <a:cubicBezTo>
                      <a:pt x="6905" y="2416"/>
                      <a:pt x="6996" y="2068"/>
                      <a:pt x="7270" y="1803"/>
                    </a:cubicBezTo>
                    <a:cubicBezTo>
                      <a:pt x="7551" y="1537"/>
                      <a:pt x="7891" y="1347"/>
                      <a:pt x="8040" y="966"/>
                    </a:cubicBezTo>
                    <a:cubicBezTo>
                      <a:pt x="8057" y="933"/>
                      <a:pt x="8040" y="883"/>
                      <a:pt x="8015" y="850"/>
                    </a:cubicBezTo>
                    <a:cubicBezTo>
                      <a:pt x="7922" y="749"/>
                      <a:pt x="7803" y="708"/>
                      <a:pt x="7680" y="708"/>
                    </a:cubicBezTo>
                    <a:cubicBezTo>
                      <a:pt x="7518" y="708"/>
                      <a:pt x="7351" y="779"/>
                      <a:pt x="7228" y="883"/>
                    </a:cubicBezTo>
                    <a:cubicBezTo>
                      <a:pt x="7112" y="982"/>
                      <a:pt x="7021" y="1107"/>
                      <a:pt x="6913" y="1214"/>
                    </a:cubicBezTo>
                    <a:cubicBezTo>
                      <a:pt x="6814" y="1314"/>
                      <a:pt x="6706" y="1413"/>
                      <a:pt x="6590" y="1496"/>
                    </a:cubicBezTo>
                    <a:cubicBezTo>
                      <a:pt x="6233" y="1757"/>
                      <a:pt x="5786" y="1944"/>
                      <a:pt x="5336" y="1944"/>
                    </a:cubicBezTo>
                    <a:cubicBezTo>
                      <a:pt x="5243" y="1944"/>
                      <a:pt x="5150" y="1936"/>
                      <a:pt x="5057" y="1919"/>
                    </a:cubicBezTo>
                    <a:cubicBezTo>
                      <a:pt x="4776" y="1861"/>
                      <a:pt x="4535" y="1720"/>
                      <a:pt x="4312" y="1537"/>
                    </a:cubicBezTo>
                    <a:cubicBezTo>
                      <a:pt x="4080" y="1355"/>
                      <a:pt x="3848" y="1156"/>
                      <a:pt x="3558" y="1073"/>
                    </a:cubicBezTo>
                    <a:cubicBezTo>
                      <a:pt x="3448" y="1042"/>
                      <a:pt x="3339" y="1030"/>
                      <a:pt x="3230" y="1030"/>
                    </a:cubicBezTo>
                    <a:cubicBezTo>
                      <a:pt x="2992" y="1030"/>
                      <a:pt x="2755" y="1089"/>
                      <a:pt x="2522" y="1140"/>
                    </a:cubicBezTo>
                    <a:cubicBezTo>
                      <a:pt x="2339" y="1176"/>
                      <a:pt x="2158" y="1203"/>
                      <a:pt x="1975" y="1203"/>
                    </a:cubicBezTo>
                    <a:cubicBezTo>
                      <a:pt x="1869" y="1203"/>
                      <a:pt x="1762" y="1194"/>
                      <a:pt x="1652" y="1173"/>
                    </a:cubicBezTo>
                    <a:cubicBezTo>
                      <a:pt x="1039" y="1049"/>
                      <a:pt x="509" y="634"/>
                      <a:pt x="260" y="63"/>
                    </a:cubicBezTo>
                    <a:cubicBezTo>
                      <a:pt x="241" y="18"/>
                      <a:pt x="204" y="0"/>
                      <a:pt x="16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9" name="Google Shape;7339;p22"/>
              <p:cNvSpPr/>
              <p:nvPr/>
            </p:nvSpPr>
            <p:spPr>
              <a:xfrm>
                <a:off x="6046150" y="4382025"/>
                <a:ext cx="149875" cy="111475"/>
              </a:xfrm>
              <a:custGeom>
                <a:rect b="b" l="l" r="r" t="t"/>
                <a:pathLst>
                  <a:path extrusionOk="0" h="4459" w="5995">
                    <a:moveTo>
                      <a:pt x="5681" y="1"/>
                    </a:moveTo>
                    <a:cubicBezTo>
                      <a:pt x="5652" y="1"/>
                      <a:pt x="5623" y="15"/>
                      <a:pt x="5605" y="50"/>
                    </a:cubicBezTo>
                    <a:cubicBezTo>
                      <a:pt x="5373" y="472"/>
                      <a:pt x="5092" y="910"/>
                      <a:pt x="4761" y="1283"/>
                    </a:cubicBezTo>
                    <a:lnTo>
                      <a:pt x="4761" y="1283"/>
                    </a:lnTo>
                    <a:cubicBezTo>
                      <a:pt x="4768" y="1274"/>
                      <a:pt x="4769" y="1259"/>
                      <a:pt x="4777" y="1251"/>
                    </a:cubicBezTo>
                    <a:cubicBezTo>
                      <a:pt x="4810" y="1168"/>
                      <a:pt x="4851" y="1077"/>
                      <a:pt x="4868" y="986"/>
                    </a:cubicBezTo>
                    <a:cubicBezTo>
                      <a:pt x="4893" y="895"/>
                      <a:pt x="4909" y="787"/>
                      <a:pt x="4893" y="696"/>
                    </a:cubicBezTo>
                    <a:cubicBezTo>
                      <a:pt x="4888" y="671"/>
                      <a:pt x="4872" y="661"/>
                      <a:pt x="4853" y="661"/>
                    </a:cubicBezTo>
                    <a:cubicBezTo>
                      <a:pt x="4835" y="661"/>
                      <a:pt x="4814" y="671"/>
                      <a:pt x="4801" y="688"/>
                    </a:cubicBezTo>
                    <a:cubicBezTo>
                      <a:pt x="4752" y="754"/>
                      <a:pt x="4719" y="845"/>
                      <a:pt x="4694" y="920"/>
                    </a:cubicBezTo>
                    <a:cubicBezTo>
                      <a:pt x="4661" y="1011"/>
                      <a:pt x="4627" y="1094"/>
                      <a:pt x="4594" y="1177"/>
                    </a:cubicBezTo>
                    <a:cubicBezTo>
                      <a:pt x="4528" y="1351"/>
                      <a:pt x="4437" y="1516"/>
                      <a:pt x="4337" y="1666"/>
                    </a:cubicBezTo>
                    <a:lnTo>
                      <a:pt x="4288" y="1740"/>
                    </a:lnTo>
                    <a:cubicBezTo>
                      <a:pt x="3923" y="2030"/>
                      <a:pt x="3501" y="2254"/>
                      <a:pt x="3012" y="2337"/>
                    </a:cubicBezTo>
                    <a:cubicBezTo>
                      <a:pt x="2863" y="2353"/>
                      <a:pt x="2714" y="2361"/>
                      <a:pt x="2573" y="2361"/>
                    </a:cubicBezTo>
                    <a:cubicBezTo>
                      <a:pt x="2440" y="2353"/>
                      <a:pt x="2308" y="2320"/>
                      <a:pt x="2216" y="2221"/>
                    </a:cubicBezTo>
                    <a:cubicBezTo>
                      <a:pt x="2042" y="2047"/>
                      <a:pt x="2009" y="1765"/>
                      <a:pt x="1926" y="1533"/>
                    </a:cubicBezTo>
                    <a:cubicBezTo>
                      <a:pt x="1827" y="1284"/>
                      <a:pt x="1678" y="1036"/>
                      <a:pt x="1396" y="961"/>
                    </a:cubicBezTo>
                    <a:cubicBezTo>
                      <a:pt x="1350" y="948"/>
                      <a:pt x="1301" y="941"/>
                      <a:pt x="1251" y="941"/>
                    </a:cubicBezTo>
                    <a:cubicBezTo>
                      <a:pt x="1177" y="941"/>
                      <a:pt x="1101" y="956"/>
                      <a:pt x="1032" y="986"/>
                    </a:cubicBezTo>
                    <a:cubicBezTo>
                      <a:pt x="907" y="1044"/>
                      <a:pt x="824" y="1168"/>
                      <a:pt x="783" y="1301"/>
                    </a:cubicBezTo>
                    <a:cubicBezTo>
                      <a:pt x="725" y="1467"/>
                      <a:pt x="692" y="1649"/>
                      <a:pt x="650" y="1823"/>
                    </a:cubicBezTo>
                    <a:cubicBezTo>
                      <a:pt x="609" y="2013"/>
                      <a:pt x="559" y="2204"/>
                      <a:pt x="518" y="2395"/>
                    </a:cubicBezTo>
                    <a:cubicBezTo>
                      <a:pt x="501" y="2428"/>
                      <a:pt x="493" y="2469"/>
                      <a:pt x="485" y="2511"/>
                    </a:cubicBezTo>
                    <a:cubicBezTo>
                      <a:pt x="377" y="2734"/>
                      <a:pt x="286" y="2958"/>
                      <a:pt x="203" y="3198"/>
                    </a:cubicBezTo>
                    <a:cubicBezTo>
                      <a:pt x="195" y="3231"/>
                      <a:pt x="211" y="3248"/>
                      <a:pt x="228" y="3265"/>
                    </a:cubicBezTo>
                    <a:cubicBezTo>
                      <a:pt x="153" y="3613"/>
                      <a:pt x="87" y="3969"/>
                      <a:pt x="12" y="4325"/>
                    </a:cubicBezTo>
                    <a:cubicBezTo>
                      <a:pt x="1" y="4396"/>
                      <a:pt x="56" y="4458"/>
                      <a:pt x="119" y="4458"/>
                    </a:cubicBezTo>
                    <a:cubicBezTo>
                      <a:pt x="144" y="4458"/>
                      <a:pt x="171" y="4448"/>
                      <a:pt x="195" y="4425"/>
                    </a:cubicBezTo>
                    <a:cubicBezTo>
                      <a:pt x="244" y="4375"/>
                      <a:pt x="286" y="4317"/>
                      <a:pt x="327" y="4259"/>
                    </a:cubicBezTo>
                    <a:cubicBezTo>
                      <a:pt x="522" y="4300"/>
                      <a:pt x="717" y="4319"/>
                      <a:pt x="913" y="4319"/>
                    </a:cubicBezTo>
                    <a:cubicBezTo>
                      <a:pt x="1699" y="4319"/>
                      <a:pt x="2482" y="4017"/>
                      <a:pt x="3186" y="3679"/>
                    </a:cubicBezTo>
                    <a:cubicBezTo>
                      <a:pt x="3641" y="3455"/>
                      <a:pt x="4105" y="3198"/>
                      <a:pt x="4462" y="2834"/>
                    </a:cubicBezTo>
                    <a:cubicBezTo>
                      <a:pt x="4818" y="2477"/>
                      <a:pt x="5083" y="2055"/>
                      <a:pt x="5340" y="1632"/>
                    </a:cubicBezTo>
                    <a:cubicBezTo>
                      <a:pt x="5613" y="1177"/>
                      <a:pt x="5995" y="613"/>
                      <a:pt x="5779" y="66"/>
                    </a:cubicBezTo>
                    <a:cubicBezTo>
                      <a:pt x="5765" y="28"/>
                      <a:pt x="5722" y="1"/>
                      <a:pt x="568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0" name="Google Shape;7340;p22"/>
              <p:cNvSpPr/>
              <p:nvPr/>
            </p:nvSpPr>
            <p:spPr>
              <a:xfrm>
                <a:off x="6169500" y="4385025"/>
                <a:ext cx="4775" cy="13425"/>
              </a:xfrm>
              <a:custGeom>
                <a:rect b="b" l="l" r="r" t="t"/>
                <a:pathLst>
                  <a:path extrusionOk="0" h="537" w="191">
                    <a:moveTo>
                      <a:pt x="148" y="0"/>
                    </a:moveTo>
                    <a:cubicBezTo>
                      <a:pt x="139" y="0"/>
                      <a:pt x="130" y="4"/>
                      <a:pt x="124" y="13"/>
                    </a:cubicBezTo>
                    <a:cubicBezTo>
                      <a:pt x="91" y="87"/>
                      <a:pt x="66" y="162"/>
                      <a:pt x="50" y="236"/>
                    </a:cubicBezTo>
                    <a:cubicBezTo>
                      <a:pt x="33" y="319"/>
                      <a:pt x="17" y="394"/>
                      <a:pt x="0" y="477"/>
                    </a:cubicBezTo>
                    <a:cubicBezTo>
                      <a:pt x="0" y="502"/>
                      <a:pt x="8" y="526"/>
                      <a:pt x="41" y="535"/>
                    </a:cubicBezTo>
                    <a:cubicBezTo>
                      <a:pt x="46" y="536"/>
                      <a:pt x="50" y="537"/>
                      <a:pt x="55" y="537"/>
                    </a:cubicBezTo>
                    <a:cubicBezTo>
                      <a:pt x="75" y="537"/>
                      <a:pt x="93" y="522"/>
                      <a:pt x="99" y="502"/>
                    </a:cubicBezTo>
                    <a:cubicBezTo>
                      <a:pt x="116" y="419"/>
                      <a:pt x="133" y="344"/>
                      <a:pt x="157" y="270"/>
                    </a:cubicBezTo>
                    <a:cubicBezTo>
                      <a:pt x="174" y="187"/>
                      <a:pt x="191" y="112"/>
                      <a:pt x="182" y="29"/>
                    </a:cubicBezTo>
                    <a:cubicBezTo>
                      <a:pt x="182" y="13"/>
                      <a:pt x="165" y="0"/>
                      <a:pt x="1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1" name="Google Shape;7341;p22"/>
              <p:cNvSpPr/>
              <p:nvPr/>
            </p:nvSpPr>
            <p:spPr>
              <a:xfrm>
                <a:off x="6140700" y="4415050"/>
                <a:ext cx="10175" cy="17850"/>
              </a:xfrm>
              <a:custGeom>
                <a:rect b="b" l="l" r="r" t="t"/>
                <a:pathLst>
                  <a:path extrusionOk="0" h="714" w="407">
                    <a:moveTo>
                      <a:pt x="362" y="1"/>
                    </a:moveTo>
                    <a:cubicBezTo>
                      <a:pt x="354" y="1"/>
                      <a:pt x="346" y="4"/>
                      <a:pt x="340" y="13"/>
                    </a:cubicBezTo>
                    <a:cubicBezTo>
                      <a:pt x="323" y="38"/>
                      <a:pt x="315" y="63"/>
                      <a:pt x="299" y="88"/>
                    </a:cubicBezTo>
                    <a:cubicBezTo>
                      <a:pt x="282" y="113"/>
                      <a:pt x="274" y="137"/>
                      <a:pt x="265" y="171"/>
                    </a:cubicBezTo>
                    <a:cubicBezTo>
                      <a:pt x="249" y="220"/>
                      <a:pt x="232" y="278"/>
                      <a:pt x="207" y="328"/>
                    </a:cubicBezTo>
                    <a:cubicBezTo>
                      <a:pt x="158" y="427"/>
                      <a:pt x="100" y="527"/>
                      <a:pt x="25" y="618"/>
                    </a:cubicBezTo>
                    <a:cubicBezTo>
                      <a:pt x="0" y="643"/>
                      <a:pt x="0" y="676"/>
                      <a:pt x="25" y="701"/>
                    </a:cubicBezTo>
                    <a:cubicBezTo>
                      <a:pt x="33" y="709"/>
                      <a:pt x="48" y="713"/>
                      <a:pt x="64" y="713"/>
                    </a:cubicBezTo>
                    <a:cubicBezTo>
                      <a:pt x="79" y="713"/>
                      <a:pt x="96" y="709"/>
                      <a:pt x="108" y="701"/>
                    </a:cubicBezTo>
                    <a:cubicBezTo>
                      <a:pt x="191" y="601"/>
                      <a:pt x="257" y="502"/>
                      <a:pt x="315" y="386"/>
                    </a:cubicBezTo>
                    <a:cubicBezTo>
                      <a:pt x="340" y="336"/>
                      <a:pt x="365" y="278"/>
                      <a:pt x="381" y="212"/>
                    </a:cubicBezTo>
                    <a:cubicBezTo>
                      <a:pt x="398" y="187"/>
                      <a:pt x="406" y="154"/>
                      <a:pt x="398" y="121"/>
                    </a:cubicBezTo>
                    <a:cubicBezTo>
                      <a:pt x="398" y="88"/>
                      <a:pt x="406" y="55"/>
                      <a:pt x="398" y="30"/>
                    </a:cubicBezTo>
                    <a:cubicBezTo>
                      <a:pt x="393" y="13"/>
                      <a:pt x="377" y="1"/>
                      <a:pt x="3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2" name="Google Shape;7342;p22"/>
              <p:cNvSpPr/>
              <p:nvPr/>
            </p:nvSpPr>
            <p:spPr>
              <a:xfrm>
                <a:off x="6143400" y="4410425"/>
                <a:ext cx="5200" cy="9950"/>
              </a:xfrm>
              <a:custGeom>
                <a:rect b="b" l="l" r="r" t="t"/>
                <a:pathLst>
                  <a:path extrusionOk="0" h="398" w="208">
                    <a:moveTo>
                      <a:pt x="158" y="0"/>
                    </a:moveTo>
                    <a:cubicBezTo>
                      <a:pt x="149" y="0"/>
                      <a:pt x="140" y="5"/>
                      <a:pt x="133" y="16"/>
                    </a:cubicBezTo>
                    <a:cubicBezTo>
                      <a:pt x="99" y="57"/>
                      <a:pt x="91" y="124"/>
                      <a:pt x="75" y="173"/>
                    </a:cubicBezTo>
                    <a:cubicBezTo>
                      <a:pt x="58" y="231"/>
                      <a:pt x="41" y="281"/>
                      <a:pt x="17" y="331"/>
                    </a:cubicBezTo>
                    <a:cubicBezTo>
                      <a:pt x="0" y="347"/>
                      <a:pt x="8" y="380"/>
                      <a:pt x="33" y="389"/>
                    </a:cubicBezTo>
                    <a:cubicBezTo>
                      <a:pt x="39" y="395"/>
                      <a:pt x="47" y="397"/>
                      <a:pt x="55" y="397"/>
                    </a:cubicBezTo>
                    <a:cubicBezTo>
                      <a:pt x="70" y="397"/>
                      <a:pt x="86" y="388"/>
                      <a:pt x="91" y="372"/>
                    </a:cubicBezTo>
                    <a:cubicBezTo>
                      <a:pt x="124" y="322"/>
                      <a:pt x="149" y="264"/>
                      <a:pt x="174" y="206"/>
                    </a:cubicBezTo>
                    <a:cubicBezTo>
                      <a:pt x="191" y="148"/>
                      <a:pt x="207" y="82"/>
                      <a:pt x="182" y="16"/>
                    </a:cubicBezTo>
                    <a:cubicBezTo>
                      <a:pt x="178" y="7"/>
                      <a:pt x="168" y="0"/>
                      <a:pt x="1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3" name="Google Shape;7343;p22"/>
              <p:cNvSpPr/>
              <p:nvPr/>
            </p:nvSpPr>
            <p:spPr>
              <a:xfrm>
                <a:off x="6119575" y="4424750"/>
                <a:ext cx="5600" cy="8775"/>
              </a:xfrm>
              <a:custGeom>
                <a:rect b="b" l="l" r="r" t="t"/>
                <a:pathLst>
                  <a:path extrusionOk="0" h="351" w="224">
                    <a:moveTo>
                      <a:pt x="191" y="1"/>
                    </a:moveTo>
                    <a:cubicBezTo>
                      <a:pt x="181" y="1"/>
                      <a:pt x="171" y="5"/>
                      <a:pt x="166" y="15"/>
                    </a:cubicBezTo>
                    <a:cubicBezTo>
                      <a:pt x="149" y="31"/>
                      <a:pt x="133" y="48"/>
                      <a:pt x="116" y="73"/>
                    </a:cubicBezTo>
                    <a:cubicBezTo>
                      <a:pt x="108" y="97"/>
                      <a:pt x="91" y="114"/>
                      <a:pt x="83" y="139"/>
                    </a:cubicBezTo>
                    <a:cubicBezTo>
                      <a:pt x="58" y="180"/>
                      <a:pt x="33" y="230"/>
                      <a:pt x="17" y="271"/>
                    </a:cubicBezTo>
                    <a:cubicBezTo>
                      <a:pt x="0" y="296"/>
                      <a:pt x="9" y="329"/>
                      <a:pt x="33" y="346"/>
                    </a:cubicBezTo>
                    <a:cubicBezTo>
                      <a:pt x="42" y="349"/>
                      <a:pt x="53" y="351"/>
                      <a:pt x="63" y="351"/>
                    </a:cubicBezTo>
                    <a:cubicBezTo>
                      <a:pt x="80" y="351"/>
                      <a:pt x="97" y="345"/>
                      <a:pt x="108" y="329"/>
                    </a:cubicBezTo>
                    <a:cubicBezTo>
                      <a:pt x="125" y="280"/>
                      <a:pt x="149" y="238"/>
                      <a:pt x="174" y="197"/>
                    </a:cubicBezTo>
                    <a:cubicBezTo>
                      <a:pt x="183" y="172"/>
                      <a:pt x="191" y="147"/>
                      <a:pt x="199" y="130"/>
                    </a:cubicBezTo>
                    <a:cubicBezTo>
                      <a:pt x="216" y="106"/>
                      <a:pt x="224" y="73"/>
                      <a:pt x="224" y="48"/>
                    </a:cubicBezTo>
                    <a:cubicBezTo>
                      <a:pt x="224" y="31"/>
                      <a:pt x="224" y="15"/>
                      <a:pt x="207" y="6"/>
                    </a:cubicBezTo>
                    <a:cubicBezTo>
                      <a:pt x="204" y="3"/>
                      <a:pt x="198" y="1"/>
                      <a:pt x="1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4" name="Google Shape;7344;p22"/>
              <p:cNvSpPr/>
              <p:nvPr/>
            </p:nvSpPr>
            <p:spPr>
              <a:xfrm>
                <a:off x="6117500" y="4416975"/>
                <a:ext cx="3450" cy="7325"/>
              </a:xfrm>
              <a:custGeom>
                <a:rect b="b" l="l" r="r" t="t"/>
                <a:pathLst>
                  <a:path extrusionOk="0" h="293" w="138">
                    <a:moveTo>
                      <a:pt x="112" y="0"/>
                    </a:moveTo>
                    <a:cubicBezTo>
                      <a:pt x="103" y="0"/>
                      <a:pt x="95" y="6"/>
                      <a:pt x="92" y="19"/>
                    </a:cubicBezTo>
                    <a:cubicBezTo>
                      <a:pt x="58" y="94"/>
                      <a:pt x="34" y="168"/>
                      <a:pt x="9" y="243"/>
                    </a:cubicBezTo>
                    <a:cubicBezTo>
                      <a:pt x="0" y="259"/>
                      <a:pt x="17" y="284"/>
                      <a:pt x="34" y="292"/>
                    </a:cubicBezTo>
                    <a:cubicBezTo>
                      <a:pt x="58" y="292"/>
                      <a:pt x="83" y="284"/>
                      <a:pt x="83" y="259"/>
                    </a:cubicBezTo>
                    <a:cubicBezTo>
                      <a:pt x="100" y="185"/>
                      <a:pt x="116" y="110"/>
                      <a:pt x="133" y="27"/>
                    </a:cubicBezTo>
                    <a:cubicBezTo>
                      <a:pt x="138" y="12"/>
                      <a:pt x="125" y="0"/>
                      <a:pt x="1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5" name="Google Shape;7345;p22"/>
              <p:cNvSpPr/>
              <p:nvPr/>
            </p:nvSpPr>
            <p:spPr>
              <a:xfrm>
                <a:off x="6174200" y="4384075"/>
                <a:ext cx="8700" cy="15150"/>
              </a:xfrm>
              <a:custGeom>
                <a:rect b="b" l="l" r="r" t="t"/>
                <a:pathLst>
                  <a:path extrusionOk="0" h="606" w="348">
                    <a:moveTo>
                      <a:pt x="312" y="1"/>
                    </a:moveTo>
                    <a:cubicBezTo>
                      <a:pt x="303" y="1"/>
                      <a:pt x="293" y="4"/>
                      <a:pt x="284" y="9"/>
                    </a:cubicBezTo>
                    <a:cubicBezTo>
                      <a:pt x="251" y="42"/>
                      <a:pt x="226" y="84"/>
                      <a:pt x="201" y="125"/>
                    </a:cubicBezTo>
                    <a:cubicBezTo>
                      <a:pt x="177" y="175"/>
                      <a:pt x="152" y="216"/>
                      <a:pt x="135" y="266"/>
                    </a:cubicBezTo>
                    <a:cubicBezTo>
                      <a:pt x="94" y="357"/>
                      <a:pt x="52" y="448"/>
                      <a:pt x="11" y="548"/>
                    </a:cubicBezTo>
                    <a:cubicBezTo>
                      <a:pt x="0" y="580"/>
                      <a:pt x="31" y="606"/>
                      <a:pt x="62" y="606"/>
                    </a:cubicBezTo>
                    <a:cubicBezTo>
                      <a:pt x="78" y="606"/>
                      <a:pt x="93" y="598"/>
                      <a:pt x="102" y="581"/>
                    </a:cubicBezTo>
                    <a:cubicBezTo>
                      <a:pt x="143" y="490"/>
                      <a:pt x="185" y="399"/>
                      <a:pt x="226" y="308"/>
                    </a:cubicBezTo>
                    <a:cubicBezTo>
                      <a:pt x="251" y="266"/>
                      <a:pt x="276" y="216"/>
                      <a:pt x="293" y="175"/>
                    </a:cubicBezTo>
                    <a:cubicBezTo>
                      <a:pt x="301" y="150"/>
                      <a:pt x="317" y="125"/>
                      <a:pt x="326" y="109"/>
                    </a:cubicBezTo>
                    <a:cubicBezTo>
                      <a:pt x="334" y="84"/>
                      <a:pt x="342" y="59"/>
                      <a:pt x="342" y="34"/>
                    </a:cubicBezTo>
                    <a:cubicBezTo>
                      <a:pt x="348" y="12"/>
                      <a:pt x="331" y="1"/>
                      <a:pt x="3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6" name="Google Shape;7346;p22"/>
              <p:cNvSpPr/>
              <p:nvPr/>
            </p:nvSpPr>
            <p:spPr>
              <a:xfrm>
                <a:off x="6180050" y="4379950"/>
                <a:ext cx="4575" cy="3550"/>
              </a:xfrm>
              <a:custGeom>
                <a:rect b="b" l="l" r="r" t="t"/>
                <a:pathLst>
                  <a:path extrusionOk="0" h="142" w="183">
                    <a:moveTo>
                      <a:pt x="92" y="0"/>
                    </a:moveTo>
                    <a:cubicBezTo>
                      <a:pt x="1" y="0"/>
                      <a:pt x="1" y="141"/>
                      <a:pt x="92" y="141"/>
                    </a:cubicBezTo>
                    <a:cubicBezTo>
                      <a:pt x="183" y="141"/>
                      <a:pt x="183" y="0"/>
                      <a:pt x="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7" name="Google Shape;7347;p22"/>
              <p:cNvSpPr/>
              <p:nvPr/>
            </p:nvSpPr>
            <p:spPr>
              <a:xfrm>
                <a:off x="6102375" y="4414850"/>
                <a:ext cx="5825" cy="14825"/>
              </a:xfrm>
              <a:custGeom>
                <a:rect b="b" l="l" r="r" t="t"/>
                <a:pathLst>
                  <a:path extrusionOk="0" h="593" w="233">
                    <a:moveTo>
                      <a:pt x="194" y="1"/>
                    </a:moveTo>
                    <a:cubicBezTo>
                      <a:pt x="185" y="1"/>
                      <a:pt x="175" y="5"/>
                      <a:pt x="166" y="13"/>
                    </a:cubicBezTo>
                    <a:cubicBezTo>
                      <a:pt x="150" y="29"/>
                      <a:pt x="133" y="54"/>
                      <a:pt x="117" y="71"/>
                    </a:cubicBezTo>
                    <a:cubicBezTo>
                      <a:pt x="108" y="96"/>
                      <a:pt x="100" y="112"/>
                      <a:pt x="92" y="137"/>
                    </a:cubicBezTo>
                    <a:cubicBezTo>
                      <a:pt x="75" y="179"/>
                      <a:pt x="59" y="220"/>
                      <a:pt x="50" y="261"/>
                    </a:cubicBezTo>
                    <a:cubicBezTo>
                      <a:pt x="25" y="353"/>
                      <a:pt x="9" y="444"/>
                      <a:pt x="1" y="535"/>
                    </a:cubicBezTo>
                    <a:cubicBezTo>
                      <a:pt x="1" y="568"/>
                      <a:pt x="34" y="593"/>
                      <a:pt x="67" y="593"/>
                    </a:cubicBezTo>
                    <a:cubicBezTo>
                      <a:pt x="100" y="593"/>
                      <a:pt x="125" y="568"/>
                      <a:pt x="125" y="535"/>
                    </a:cubicBezTo>
                    <a:cubicBezTo>
                      <a:pt x="133" y="452"/>
                      <a:pt x="150" y="369"/>
                      <a:pt x="175" y="286"/>
                    </a:cubicBezTo>
                    <a:cubicBezTo>
                      <a:pt x="183" y="245"/>
                      <a:pt x="191" y="212"/>
                      <a:pt x="208" y="162"/>
                    </a:cubicBezTo>
                    <a:cubicBezTo>
                      <a:pt x="216" y="145"/>
                      <a:pt x="216" y="129"/>
                      <a:pt x="224" y="104"/>
                    </a:cubicBezTo>
                    <a:cubicBezTo>
                      <a:pt x="233" y="87"/>
                      <a:pt x="233" y="63"/>
                      <a:pt x="233" y="38"/>
                    </a:cubicBezTo>
                    <a:cubicBezTo>
                      <a:pt x="233" y="16"/>
                      <a:pt x="214" y="1"/>
                      <a:pt x="1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8" name="Google Shape;7348;p22"/>
              <p:cNvSpPr/>
              <p:nvPr/>
            </p:nvSpPr>
            <p:spPr>
              <a:xfrm>
                <a:off x="6096325" y="4410375"/>
                <a:ext cx="5050" cy="12025"/>
              </a:xfrm>
              <a:custGeom>
                <a:rect b="b" l="l" r="r" t="t"/>
                <a:pathLst>
                  <a:path extrusionOk="0" h="481" w="202">
                    <a:moveTo>
                      <a:pt x="169" y="1"/>
                    </a:moveTo>
                    <a:cubicBezTo>
                      <a:pt x="161" y="1"/>
                      <a:pt x="154" y="4"/>
                      <a:pt x="151" y="10"/>
                    </a:cubicBezTo>
                    <a:lnTo>
                      <a:pt x="151" y="18"/>
                    </a:lnTo>
                    <a:cubicBezTo>
                      <a:pt x="143" y="34"/>
                      <a:pt x="135" y="51"/>
                      <a:pt x="127" y="68"/>
                    </a:cubicBezTo>
                    <a:cubicBezTo>
                      <a:pt x="118" y="84"/>
                      <a:pt x="118" y="101"/>
                      <a:pt x="110" y="117"/>
                    </a:cubicBezTo>
                    <a:cubicBezTo>
                      <a:pt x="93" y="159"/>
                      <a:pt x="85" y="192"/>
                      <a:pt x="77" y="225"/>
                    </a:cubicBezTo>
                    <a:cubicBezTo>
                      <a:pt x="52" y="300"/>
                      <a:pt x="27" y="366"/>
                      <a:pt x="11" y="440"/>
                    </a:cubicBezTo>
                    <a:cubicBezTo>
                      <a:pt x="1" y="465"/>
                      <a:pt x="20" y="481"/>
                      <a:pt x="41" y="481"/>
                    </a:cubicBezTo>
                    <a:cubicBezTo>
                      <a:pt x="55" y="481"/>
                      <a:pt x="70" y="474"/>
                      <a:pt x="77" y="457"/>
                    </a:cubicBezTo>
                    <a:cubicBezTo>
                      <a:pt x="93" y="382"/>
                      <a:pt x="118" y="316"/>
                      <a:pt x="143" y="242"/>
                    </a:cubicBezTo>
                    <a:cubicBezTo>
                      <a:pt x="151" y="208"/>
                      <a:pt x="160" y="175"/>
                      <a:pt x="176" y="142"/>
                    </a:cubicBezTo>
                    <a:cubicBezTo>
                      <a:pt x="176" y="117"/>
                      <a:pt x="185" y="101"/>
                      <a:pt x="193" y="84"/>
                    </a:cubicBezTo>
                    <a:cubicBezTo>
                      <a:pt x="193" y="68"/>
                      <a:pt x="193" y="43"/>
                      <a:pt x="201" y="26"/>
                    </a:cubicBezTo>
                    <a:cubicBezTo>
                      <a:pt x="201" y="10"/>
                      <a:pt x="184" y="1"/>
                      <a:pt x="1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9" name="Google Shape;7349;p22"/>
              <p:cNvSpPr/>
              <p:nvPr/>
            </p:nvSpPr>
            <p:spPr>
              <a:xfrm>
                <a:off x="6090950" y="4412700"/>
                <a:ext cx="6475" cy="19200"/>
              </a:xfrm>
              <a:custGeom>
                <a:rect b="b" l="l" r="r" t="t"/>
                <a:pathLst>
                  <a:path extrusionOk="0" h="768" w="259">
                    <a:moveTo>
                      <a:pt x="226" y="0"/>
                    </a:moveTo>
                    <a:cubicBezTo>
                      <a:pt x="211" y="0"/>
                      <a:pt x="196" y="9"/>
                      <a:pt x="192" y="24"/>
                    </a:cubicBezTo>
                    <a:cubicBezTo>
                      <a:pt x="110" y="240"/>
                      <a:pt x="68" y="472"/>
                      <a:pt x="10" y="704"/>
                    </a:cubicBezTo>
                    <a:cubicBezTo>
                      <a:pt x="0" y="743"/>
                      <a:pt x="34" y="767"/>
                      <a:pt x="65" y="767"/>
                    </a:cubicBezTo>
                    <a:cubicBezTo>
                      <a:pt x="86" y="767"/>
                      <a:pt x="106" y="756"/>
                      <a:pt x="110" y="728"/>
                    </a:cubicBezTo>
                    <a:cubicBezTo>
                      <a:pt x="168" y="497"/>
                      <a:pt x="226" y="265"/>
                      <a:pt x="259" y="33"/>
                    </a:cubicBezTo>
                    <a:cubicBezTo>
                      <a:pt x="259" y="11"/>
                      <a:pt x="243" y="0"/>
                      <a:pt x="2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0" name="Google Shape;7350;p22"/>
              <p:cNvSpPr/>
              <p:nvPr/>
            </p:nvSpPr>
            <p:spPr>
              <a:xfrm>
                <a:off x="5969175" y="3940900"/>
                <a:ext cx="104025" cy="147000"/>
              </a:xfrm>
              <a:custGeom>
                <a:rect b="b" l="l" r="r" t="t"/>
                <a:pathLst>
                  <a:path extrusionOk="0" h="5880" w="4161">
                    <a:moveTo>
                      <a:pt x="620" y="1"/>
                    </a:moveTo>
                    <a:cubicBezTo>
                      <a:pt x="535" y="1"/>
                      <a:pt x="448" y="8"/>
                      <a:pt x="366" y="30"/>
                    </a:cubicBezTo>
                    <a:cubicBezTo>
                      <a:pt x="225" y="63"/>
                      <a:pt x="167" y="146"/>
                      <a:pt x="142" y="287"/>
                    </a:cubicBezTo>
                    <a:cubicBezTo>
                      <a:pt x="117" y="428"/>
                      <a:pt x="100" y="569"/>
                      <a:pt x="84" y="710"/>
                    </a:cubicBezTo>
                    <a:cubicBezTo>
                      <a:pt x="51" y="991"/>
                      <a:pt x="26" y="1273"/>
                      <a:pt x="9" y="1555"/>
                    </a:cubicBezTo>
                    <a:cubicBezTo>
                      <a:pt x="1" y="1903"/>
                      <a:pt x="18" y="2251"/>
                      <a:pt x="84" y="2599"/>
                    </a:cubicBezTo>
                    <a:cubicBezTo>
                      <a:pt x="92" y="2599"/>
                      <a:pt x="100" y="2607"/>
                      <a:pt x="100" y="2615"/>
                    </a:cubicBezTo>
                    <a:cubicBezTo>
                      <a:pt x="150" y="2698"/>
                      <a:pt x="167" y="2798"/>
                      <a:pt x="200" y="2880"/>
                    </a:cubicBezTo>
                    <a:cubicBezTo>
                      <a:pt x="233" y="2980"/>
                      <a:pt x="258" y="3063"/>
                      <a:pt x="299" y="3154"/>
                    </a:cubicBezTo>
                    <a:cubicBezTo>
                      <a:pt x="374" y="3336"/>
                      <a:pt x="465" y="3510"/>
                      <a:pt x="556" y="3684"/>
                    </a:cubicBezTo>
                    <a:cubicBezTo>
                      <a:pt x="730" y="4024"/>
                      <a:pt x="879" y="4380"/>
                      <a:pt x="863" y="4769"/>
                    </a:cubicBezTo>
                    <a:cubicBezTo>
                      <a:pt x="863" y="4797"/>
                      <a:pt x="840" y="4813"/>
                      <a:pt x="818" y="4813"/>
                    </a:cubicBezTo>
                    <a:cubicBezTo>
                      <a:pt x="813" y="4813"/>
                      <a:pt x="809" y="4812"/>
                      <a:pt x="805" y="4811"/>
                    </a:cubicBezTo>
                    <a:lnTo>
                      <a:pt x="805" y="4811"/>
                    </a:lnTo>
                    <a:cubicBezTo>
                      <a:pt x="813" y="4819"/>
                      <a:pt x="813" y="4827"/>
                      <a:pt x="813" y="4836"/>
                    </a:cubicBezTo>
                    <a:cubicBezTo>
                      <a:pt x="821" y="4919"/>
                      <a:pt x="838" y="5001"/>
                      <a:pt x="863" y="5084"/>
                    </a:cubicBezTo>
                    <a:cubicBezTo>
                      <a:pt x="904" y="5242"/>
                      <a:pt x="979" y="5391"/>
                      <a:pt x="1070" y="5523"/>
                    </a:cubicBezTo>
                    <a:cubicBezTo>
                      <a:pt x="1153" y="5656"/>
                      <a:pt x="1260" y="5780"/>
                      <a:pt x="1401" y="5847"/>
                    </a:cubicBezTo>
                    <a:cubicBezTo>
                      <a:pt x="1426" y="5863"/>
                      <a:pt x="1451" y="5871"/>
                      <a:pt x="1467" y="5880"/>
                    </a:cubicBezTo>
                    <a:cubicBezTo>
                      <a:pt x="1476" y="5880"/>
                      <a:pt x="1484" y="5880"/>
                      <a:pt x="1484" y="5871"/>
                    </a:cubicBezTo>
                    <a:cubicBezTo>
                      <a:pt x="1509" y="5863"/>
                      <a:pt x="1534" y="5847"/>
                      <a:pt x="1559" y="5830"/>
                    </a:cubicBezTo>
                    <a:cubicBezTo>
                      <a:pt x="1625" y="5789"/>
                      <a:pt x="1675" y="5731"/>
                      <a:pt x="1724" y="5664"/>
                    </a:cubicBezTo>
                    <a:cubicBezTo>
                      <a:pt x="1774" y="5590"/>
                      <a:pt x="1724" y="5523"/>
                      <a:pt x="1658" y="5499"/>
                    </a:cubicBezTo>
                    <a:cubicBezTo>
                      <a:pt x="1650" y="5490"/>
                      <a:pt x="1633" y="5490"/>
                      <a:pt x="1617" y="5490"/>
                    </a:cubicBezTo>
                    <a:cubicBezTo>
                      <a:pt x="1517" y="5399"/>
                      <a:pt x="1434" y="5291"/>
                      <a:pt x="1376" y="5167"/>
                    </a:cubicBezTo>
                    <a:cubicBezTo>
                      <a:pt x="1302" y="5001"/>
                      <a:pt x="1277" y="4819"/>
                      <a:pt x="1277" y="4637"/>
                    </a:cubicBezTo>
                    <a:cubicBezTo>
                      <a:pt x="1260" y="4306"/>
                      <a:pt x="1235" y="3982"/>
                      <a:pt x="1128" y="3659"/>
                    </a:cubicBezTo>
                    <a:cubicBezTo>
                      <a:pt x="929" y="3046"/>
                      <a:pt x="589" y="2491"/>
                      <a:pt x="399" y="1878"/>
                    </a:cubicBezTo>
                    <a:cubicBezTo>
                      <a:pt x="316" y="1596"/>
                      <a:pt x="250" y="1290"/>
                      <a:pt x="291" y="1000"/>
                    </a:cubicBezTo>
                    <a:cubicBezTo>
                      <a:pt x="308" y="867"/>
                      <a:pt x="349" y="726"/>
                      <a:pt x="432" y="618"/>
                    </a:cubicBezTo>
                    <a:cubicBezTo>
                      <a:pt x="531" y="494"/>
                      <a:pt x="680" y="436"/>
                      <a:pt x="838" y="411"/>
                    </a:cubicBezTo>
                    <a:cubicBezTo>
                      <a:pt x="928" y="398"/>
                      <a:pt x="1020" y="392"/>
                      <a:pt x="1111" y="392"/>
                    </a:cubicBezTo>
                    <a:cubicBezTo>
                      <a:pt x="1648" y="392"/>
                      <a:pt x="2190" y="613"/>
                      <a:pt x="2586" y="966"/>
                    </a:cubicBezTo>
                    <a:cubicBezTo>
                      <a:pt x="3116" y="1455"/>
                      <a:pt x="3390" y="2201"/>
                      <a:pt x="3274" y="2914"/>
                    </a:cubicBezTo>
                    <a:cubicBezTo>
                      <a:pt x="3265" y="2955"/>
                      <a:pt x="3282" y="2996"/>
                      <a:pt x="3315" y="3030"/>
                    </a:cubicBezTo>
                    <a:cubicBezTo>
                      <a:pt x="3539" y="2781"/>
                      <a:pt x="3796" y="2566"/>
                      <a:pt x="4119" y="2450"/>
                    </a:cubicBezTo>
                    <a:cubicBezTo>
                      <a:pt x="4127" y="2441"/>
                      <a:pt x="4144" y="2441"/>
                      <a:pt x="4152" y="2433"/>
                    </a:cubicBezTo>
                    <a:lnTo>
                      <a:pt x="4160" y="2441"/>
                    </a:lnTo>
                    <a:cubicBezTo>
                      <a:pt x="4127" y="2317"/>
                      <a:pt x="4102" y="2193"/>
                      <a:pt x="4053" y="2077"/>
                    </a:cubicBezTo>
                    <a:cubicBezTo>
                      <a:pt x="4003" y="1944"/>
                      <a:pt x="3937" y="1820"/>
                      <a:pt x="3854" y="1704"/>
                    </a:cubicBezTo>
                    <a:cubicBezTo>
                      <a:pt x="3696" y="1464"/>
                      <a:pt x="3497" y="1265"/>
                      <a:pt x="3282" y="1074"/>
                    </a:cubicBezTo>
                    <a:cubicBezTo>
                      <a:pt x="2876" y="718"/>
                      <a:pt x="2404" y="428"/>
                      <a:pt x="1907" y="237"/>
                    </a:cubicBezTo>
                    <a:cubicBezTo>
                      <a:pt x="1658" y="138"/>
                      <a:pt x="1401" y="72"/>
                      <a:pt x="1144" y="30"/>
                    </a:cubicBezTo>
                    <a:cubicBezTo>
                      <a:pt x="1012" y="14"/>
                      <a:pt x="879" y="5"/>
                      <a:pt x="747" y="5"/>
                    </a:cubicBezTo>
                    <a:cubicBezTo>
                      <a:pt x="705" y="3"/>
                      <a:pt x="663" y="1"/>
                      <a:pt x="62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1" name="Google Shape;7351;p22"/>
              <p:cNvSpPr/>
              <p:nvPr/>
            </p:nvSpPr>
            <p:spPr>
              <a:xfrm>
                <a:off x="5990725" y="3995900"/>
                <a:ext cx="106700" cy="84425"/>
              </a:xfrm>
              <a:custGeom>
                <a:rect b="b" l="l" r="r" t="t"/>
                <a:pathLst>
                  <a:path extrusionOk="0" h="3377" w="4268">
                    <a:moveTo>
                      <a:pt x="1094" y="1418"/>
                    </a:moveTo>
                    <a:lnTo>
                      <a:pt x="1094" y="1418"/>
                    </a:lnTo>
                    <a:cubicBezTo>
                      <a:pt x="1136" y="1434"/>
                      <a:pt x="1169" y="1443"/>
                      <a:pt x="1210" y="1459"/>
                    </a:cubicBezTo>
                    <a:cubicBezTo>
                      <a:pt x="1194" y="1476"/>
                      <a:pt x="1185" y="1492"/>
                      <a:pt x="1169" y="1509"/>
                    </a:cubicBezTo>
                    <a:cubicBezTo>
                      <a:pt x="1144" y="1476"/>
                      <a:pt x="1119" y="1443"/>
                      <a:pt x="1094" y="1418"/>
                    </a:cubicBezTo>
                    <a:close/>
                    <a:moveTo>
                      <a:pt x="912" y="1865"/>
                    </a:moveTo>
                    <a:cubicBezTo>
                      <a:pt x="920" y="1882"/>
                      <a:pt x="937" y="1898"/>
                      <a:pt x="953" y="1915"/>
                    </a:cubicBezTo>
                    <a:cubicBezTo>
                      <a:pt x="953" y="1915"/>
                      <a:pt x="962" y="1923"/>
                      <a:pt x="962" y="1923"/>
                    </a:cubicBezTo>
                    <a:cubicBezTo>
                      <a:pt x="978" y="1940"/>
                      <a:pt x="987" y="1965"/>
                      <a:pt x="995" y="1981"/>
                    </a:cubicBezTo>
                    <a:cubicBezTo>
                      <a:pt x="987" y="2023"/>
                      <a:pt x="987" y="2072"/>
                      <a:pt x="987" y="2114"/>
                    </a:cubicBezTo>
                    <a:cubicBezTo>
                      <a:pt x="962" y="2031"/>
                      <a:pt x="937" y="1948"/>
                      <a:pt x="912" y="1865"/>
                    </a:cubicBezTo>
                    <a:close/>
                    <a:moveTo>
                      <a:pt x="1665" y="1"/>
                    </a:moveTo>
                    <a:cubicBezTo>
                      <a:pt x="1647" y="1"/>
                      <a:pt x="1630" y="12"/>
                      <a:pt x="1625" y="34"/>
                    </a:cubicBezTo>
                    <a:cubicBezTo>
                      <a:pt x="1600" y="125"/>
                      <a:pt x="1666" y="241"/>
                      <a:pt x="1699" y="324"/>
                    </a:cubicBezTo>
                    <a:cubicBezTo>
                      <a:pt x="1741" y="424"/>
                      <a:pt x="1774" y="523"/>
                      <a:pt x="1790" y="622"/>
                    </a:cubicBezTo>
                    <a:cubicBezTo>
                      <a:pt x="1832" y="780"/>
                      <a:pt x="1840" y="962"/>
                      <a:pt x="1799" y="1120"/>
                    </a:cubicBezTo>
                    <a:cubicBezTo>
                      <a:pt x="1716" y="1186"/>
                      <a:pt x="1625" y="1227"/>
                      <a:pt x="1517" y="1244"/>
                    </a:cubicBezTo>
                    <a:cubicBezTo>
                      <a:pt x="1451" y="1211"/>
                      <a:pt x="1368" y="1194"/>
                      <a:pt x="1310" y="1169"/>
                    </a:cubicBezTo>
                    <a:cubicBezTo>
                      <a:pt x="1210" y="1120"/>
                      <a:pt x="1111" y="1053"/>
                      <a:pt x="1028" y="979"/>
                    </a:cubicBezTo>
                    <a:cubicBezTo>
                      <a:pt x="937" y="888"/>
                      <a:pt x="862" y="788"/>
                      <a:pt x="779" y="689"/>
                    </a:cubicBezTo>
                    <a:cubicBezTo>
                      <a:pt x="688" y="581"/>
                      <a:pt x="589" y="473"/>
                      <a:pt x="498" y="357"/>
                    </a:cubicBezTo>
                    <a:cubicBezTo>
                      <a:pt x="489" y="346"/>
                      <a:pt x="478" y="342"/>
                      <a:pt x="466" y="342"/>
                    </a:cubicBezTo>
                    <a:cubicBezTo>
                      <a:pt x="433" y="342"/>
                      <a:pt x="399" y="379"/>
                      <a:pt x="423" y="415"/>
                    </a:cubicBezTo>
                    <a:cubicBezTo>
                      <a:pt x="506" y="540"/>
                      <a:pt x="572" y="672"/>
                      <a:pt x="655" y="796"/>
                    </a:cubicBezTo>
                    <a:cubicBezTo>
                      <a:pt x="556" y="697"/>
                      <a:pt x="456" y="589"/>
                      <a:pt x="365" y="473"/>
                    </a:cubicBezTo>
                    <a:cubicBezTo>
                      <a:pt x="324" y="407"/>
                      <a:pt x="274" y="332"/>
                      <a:pt x="241" y="266"/>
                    </a:cubicBezTo>
                    <a:cubicBezTo>
                      <a:pt x="217" y="230"/>
                      <a:pt x="184" y="215"/>
                      <a:pt x="151" y="215"/>
                    </a:cubicBezTo>
                    <a:cubicBezTo>
                      <a:pt x="94" y="215"/>
                      <a:pt x="39" y="261"/>
                      <a:pt x="34" y="324"/>
                    </a:cubicBezTo>
                    <a:cubicBezTo>
                      <a:pt x="9" y="357"/>
                      <a:pt x="1" y="399"/>
                      <a:pt x="26" y="448"/>
                    </a:cubicBezTo>
                    <a:cubicBezTo>
                      <a:pt x="17" y="573"/>
                      <a:pt x="59" y="672"/>
                      <a:pt x="125" y="780"/>
                    </a:cubicBezTo>
                    <a:cubicBezTo>
                      <a:pt x="92" y="813"/>
                      <a:pt x="75" y="879"/>
                      <a:pt x="100" y="921"/>
                    </a:cubicBezTo>
                    <a:cubicBezTo>
                      <a:pt x="224" y="1086"/>
                      <a:pt x="357" y="1252"/>
                      <a:pt x="489" y="1410"/>
                    </a:cubicBezTo>
                    <a:cubicBezTo>
                      <a:pt x="539" y="1526"/>
                      <a:pt x="572" y="1642"/>
                      <a:pt x="614" y="1758"/>
                    </a:cubicBezTo>
                    <a:cubicBezTo>
                      <a:pt x="647" y="1882"/>
                      <a:pt x="647" y="2006"/>
                      <a:pt x="672" y="2130"/>
                    </a:cubicBezTo>
                    <a:cubicBezTo>
                      <a:pt x="688" y="2255"/>
                      <a:pt x="705" y="2379"/>
                      <a:pt x="721" y="2503"/>
                    </a:cubicBezTo>
                    <a:cubicBezTo>
                      <a:pt x="755" y="2752"/>
                      <a:pt x="763" y="3009"/>
                      <a:pt x="763" y="3257"/>
                    </a:cubicBezTo>
                    <a:cubicBezTo>
                      <a:pt x="763" y="3336"/>
                      <a:pt x="824" y="3376"/>
                      <a:pt x="889" y="3376"/>
                    </a:cubicBezTo>
                    <a:cubicBezTo>
                      <a:pt x="920" y="3376"/>
                      <a:pt x="952" y="3367"/>
                      <a:pt x="978" y="3348"/>
                    </a:cubicBezTo>
                    <a:cubicBezTo>
                      <a:pt x="1442" y="2959"/>
                      <a:pt x="1550" y="2321"/>
                      <a:pt x="1865" y="1832"/>
                    </a:cubicBezTo>
                    <a:cubicBezTo>
                      <a:pt x="1923" y="1749"/>
                      <a:pt x="1981" y="1666"/>
                      <a:pt x="2039" y="1592"/>
                    </a:cubicBezTo>
                    <a:cubicBezTo>
                      <a:pt x="2055" y="1575"/>
                      <a:pt x="2072" y="1559"/>
                      <a:pt x="2080" y="1542"/>
                    </a:cubicBezTo>
                    <a:cubicBezTo>
                      <a:pt x="2089" y="1542"/>
                      <a:pt x="2089" y="1534"/>
                      <a:pt x="2097" y="1526"/>
                    </a:cubicBezTo>
                    <a:cubicBezTo>
                      <a:pt x="2379" y="1194"/>
                      <a:pt x="2751" y="929"/>
                      <a:pt x="3166" y="763"/>
                    </a:cubicBezTo>
                    <a:cubicBezTo>
                      <a:pt x="3464" y="639"/>
                      <a:pt x="3779" y="573"/>
                      <a:pt x="4110" y="548"/>
                    </a:cubicBezTo>
                    <a:cubicBezTo>
                      <a:pt x="4268" y="540"/>
                      <a:pt x="4268" y="299"/>
                      <a:pt x="4110" y="299"/>
                    </a:cubicBezTo>
                    <a:cubicBezTo>
                      <a:pt x="3505" y="316"/>
                      <a:pt x="2901" y="540"/>
                      <a:pt x="2420" y="904"/>
                    </a:cubicBezTo>
                    <a:cubicBezTo>
                      <a:pt x="2379" y="929"/>
                      <a:pt x="2337" y="962"/>
                      <a:pt x="2304" y="987"/>
                    </a:cubicBezTo>
                    <a:cubicBezTo>
                      <a:pt x="2370" y="788"/>
                      <a:pt x="2362" y="564"/>
                      <a:pt x="2221" y="390"/>
                    </a:cubicBezTo>
                    <a:cubicBezTo>
                      <a:pt x="2213" y="382"/>
                      <a:pt x="2205" y="374"/>
                      <a:pt x="2196" y="374"/>
                    </a:cubicBezTo>
                    <a:cubicBezTo>
                      <a:pt x="2188" y="341"/>
                      <a:pt x="2180" y="316"/>
                      <a:pt x="2180" y="291"/>
                    </a:cubicBezTo>
                    <a:cubicBezTo>
                      <a:pt x="2173" y="269"/>
                      <a:pt x="2156" y="260"/>
                      <a:pt x="2140" y="260"/>
                    </a:cubicBezTo>
                    <a:cubicBezTo>
                      <a:pt x="2118" y="260"/>
                      <a:pt x="2097" y="276"/>
                      <a:pt x="2097" y="299"/>
                    </a:cubicBezTo>
                    <a:lnTo>
                      <a:pt x="2097" y="374"/>
                    </a:lnTo>
                    <a:cubicBezTo>
                      <a:pt x="2064" y="399"/>
                      <a:pt x="2039" y="432"/>
                      <a:pt x="2031" y="473"/>
                    </a:cubicBezTo>
                    <a:cubicBezTo>
                      <a:pt x="2022" y="573"/>
                      <a:pt x="2006" y="689"/>
                      <a:pt x="1981" y="788"/>
                    </a:cubicBezTo>
                    <a:cubicBezTo>
                      <a:pt x="1973" y="738"/>
                      <a:pt x="1973" y="680"/>
                      <a:pt x="1964" y="631"/>
                    </a:cubicBezTo>
                    <a:cubicBezTo>
                      <a:pt x="1939" y="515"/>
                      <a:pt x="1906" y="407"/>
                      <a:pt x="1865" y="291"/>
                    </a:cubicBezTo>
                    <a:cubicBezTo>
                      <a:pt x="1832" y="200"/>
                      <a:pt x="1782" y="51"/>
                      <a:pt x="1691" y="9"/>
                    </a:cubicBezTo>
                    <a:cubicBezTo>
                      <a:pt x="1683" y="4"/>
                      <a:pt x="1673" y="1"/>
                      <a:pt x="16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2" name="Google Shape;7352;p22"/>
              <p:cNvSpPr/>
              <p:nvPr/>
            </p:nvSpPr>
            <p:spPr>
              <a:xfrm>
                <a:off x="6017300" y="4104325"/>
                <a:ext cx="34775" cy="115650"/>
              </a:xfrm>
              <a:custGeom>
                <a:rect b="b" l="l" r="r" t="t"/>
                <a:pathLst>
                  <a:path extrusionOk="0" h="4626" w="1391">
                    <a:moveTo>
                      <a:pt x="74" y="1"/>
                    </a:moveTo>
                    <a:cubicBezTo>
                      <a:pt x="36" y="1"/>
                      <a:pt x="0" y="41"/>
                      <a:pt x="23" y="80"/>
                    </a:cubicBezTo>
                    <a:cubicBezTo>
                      <a:pt x="31" y="105"/>
                      <a:pt x="48" y="130"/>
                      <a:pt x="56" y="155"/>
                    </a:cubicBezTo>
                    <a:cubicBezTo>
                      <a:pt x="56" y="171"/>
                      <a:pt x="56" y="180"/>
                      <a:pt x="56" y="196"/>
                    </a:cubicBezTo>
                    <a:cubicBezTo>
                      <a:pt x="106" y="528"/>
                      <a:pt x="147" y="867"/>
                      <a:pt x="172" y="1207"/>
                    </a:cubicBezTo>
                    <a:cubicBezTo>
                      <a:pt x="197" y="1538"/>
                      <a:pt x="197" y="1886"/>
                      <a:pt x="255" y="2218"/>
                    </a:cubicBezTo>
                    <a:cubicBezTo>
                      <a:pt x="255" y="2234"/>
                      <a:pt x="263" y="2243"/>
                      <a:pt x="272" y="2251"/>
                    </a:cubicBezTo>
                    <a:cubicBezTo>
                      <a:pt x="172" y="2856"/>
                      <a:pt x="23" y="3519"/>
                      <a:pt x="396" y="4065"/>
                    </a:cubicBezTo>
                    <a:cubicBezTo>
                      <a:pt x="586" y="4339"/>
                      <a:pt x="868" y="4538"/>
                      <a:pt x="1191" y="4621"/>
                    </a:cubicBezTo>
                    <a:cubicBezTo>
                      <a:pt x="1203" y="4624"/>
                      <a:pt x="1215" y="4625"/>
                      <a:pt x="1226" y="4625"/>
                    </a:cubicBezTo>
                    <a:cubicBezTo>
                      <a:pt x="1330" y="4625"/>
                      <a:pt x="1390" y="4495"/>
                      <a:pt x="1316" y="4405"/>
                    </a:cubicBezTo>
                    <a:cubicBezTo>
                      <a:pt x="1117" y="4190"/>
                      <a:pt x="918" y="3966"/>
                      <a:pt x="777" y="3701"/>
                    </a:cubicBezTo>
                    <a:cubicBezTo>
                      <a:pt x="620" y="3403"/>
                      <a:pt x="603" y="3096"/>
                      <a:pt x="636" y="2765"/>
                    </a:cubicBezTo>
                    <a:cubicBezTo>
                      <a:pt x="694" y="2176"/>
                      <a:pt x="760" y="1580"/>
                      <a:pt x="653" y="992"/>
                    </a:cubicBezTo>
                    <a:cubicBezTo>
                      <a:pt x="595" y="677"/>
                      <a:pt x="479" y="362"/>
                      <a:pt x="288" y="97"/>
                    </a:cubicBezTo>
                    <a:cubicBezTo>
                      <a:pt x="259" y="56"/>
                      <a:pt x="218" y="36"/>
                      <a:pt x="179" y="36"/>
                    </a:cubicBezTo>
                    <a:cubicBezTo>
                      <a:pt x="162" y="36"/>
                      <a:pt x="146" y="40"/>
                      <a:pt x="131" y="47"/>
                    </a:cubicBezTo>
                    <a:cubicBezTo>
                      <a:pt x="131" y="39"/>
                      <a:pt x="122" y="30"/>
                      <a:pt x="122" y="30"/>
                    </a:cubicBezTo>
                    <a:cubicBezTo>
                      <a:pt x="109" y="9"/>
                      <a:pt x="91" y="1"/>
                      <a:pt x="7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3" name="Google Shape;7353;p22"/>
              <p:cNvSpPr/>
              <p:nvPr/>
            </p:nvSpPr>
            <p:spPr>
              <a:xfrm>
                <a:off x="6248650" y="4112175"/>
                <a:ext cx="41625" cy="56700"/>
              </a:xfrm>
              <a:custGeom>
                <a:rect b="b" l="l" r="r" t="t"/>
                <a:pathLst>
                  <a:path extrusionOk="0" h="2268" w="1665">
                    <a:moveTo>
                      <a:pt x="612" y="1142"/>
                    </a:moveTo>
                    <a:cubicBezTo>
                      <a:pt x="604" y="1150"/>
                      <a:pt x="596" y="1158"/>
                      <a:pt x="579" y="1158"/>
                    </a:cubicBezTo>
                    <a:cubicBezTo>
                      <a:pt x="563" y="1175"/>
                      <a:pt x="546" y="1191"/>
                      <a:pt x="521" y="1200"/>
                    </a:cubicBezTo>
                    <a:cubicBezTo>
                      <a:pt x="521" y="1191"/>
                      <a:pt x="513" y="1183"/>
                      <a:pt x="513" y="1166"/>
                    </a:cubicBezTo>
                    <a:cubicBezTo>
                      <a:pt x="546" y="1166"/>
                      <a:pt x="579" y="1158"/>
                      <a:pt x="612" y="1142"/>
                    </a:cubicBezTo>
                    <a:close/>
                    <a:moveTo>
                      <a:pt x="1527" y="0"/>
                    </a:moveTo>
                    <a:cubicBezTo>
                      <a:pt x="1490" y="0"/>
                      <a:pt x="1452" y="17"/>
                      <a:pt x="1432" y="48"/>
                    </a:cubicBezTo>
                    <a:cubicBezTo>
                      <a:pt x="1267" y="296"/>
                      <a:pt x="1060" y="520"/>
                      <a:pt x="836" y="711"/>
                    </a:cubicBezTo>
                    <a:cubicBezTo>
                      <a:pt x="778" y="760"/>
                      <a:pt x="728" y="802"/>
                      <a:pt x="670" y="852"/>
                    </a:cubicBezTo>
                    <a:cubicBezTo>
                      <a:pt x="637" y="868"/>
                      <a:pt x="604" y="893"/>
                      <a:pt x="571" y="918"/>
                    </a:cubicBezTo>
                    <a:cubicBezTo>
                      <a:pt x="546" y="934"/>
                      <a:pt x="521" y="968"/>
                      <a:pt x="488" y="976"/>
                    </a:cubicBezTo>
                    <a:cubicBezTo>
                      <a:pt x="484" y="976"/>
                      <a:pt x="480" y="977"/>
                      <a:pt x="476" y="977"/>
                    </a:cubicBezTo>
                    <a:cubicBezTo>
                      <a:pt x="418" y="977"/>
                      <a:pt x="336" y="923"/>
                      <a:pt x="289" y="885"/>
                    </a:cubicBezTo>
                    <a:cubicBezTo>
                      <a:pt x="231" y="843"/>
                      <a:pt x="181" y="777"/>
                      <a:pt x="148" y="711"/>
                    </a:cubicBezTo>
                    <a:cubicBezTo>
                      <a:pt x="133" y="688"/>
                      <a:pt x="112" y="678"/>
                      <a:pt x="92" y="678"/>
                    </a:cubicBezTo>
                    <a:cubicBezTo>
                      <a:pt x="46" y="678"/>
                      <a:pt x="1" y="728"/>
                      <a:pt x="24" y="785"/>
                    </a:cubicBezTo>
                    <a:cubicBezTo>
                      <a:pt x="82" y="910"/>
                      <a:pt x="173" y="1017"/>
                      <a:pt x="289" y="1100"/>
                    </a:cubicBezTo>
                    <a:cubicBezTo>
                      <a:pt x="289" y="1108"/>
                      <a:pt x="289" y="1117"/>
                      <a:pt x="289" y="1133"/>
                    </a:cubicBezTo>
                    <a:cubicBezTo>
                      <a:pt x="297" y="1175"/>
                      <a:pt x="314" y="1208"/>
                      <a:pt x="322" y="1249"/>
                    </a:cubicBezTo>
                    <a:cubicBezTo>
                      <a:pt x="322" y="1258"/>
                      <a:pt x="322" y="1266"/>
                      <a:pt x="322" y="1282"/>
                    </a:cubicBezTo>
                    <a:cubicBezTo>
                      <a:pt x="339" y="1349"/>
                      <a:pt x="355" y="1415"/>
                      <a:pt x="389" y="1481"/>
                    </a:cubicBezTo>
                    <a:cubicBezTo>
                      <a:pt x="389" y="1581"/>
                      <a:pt x="422" y="1680"/>
                      <a:pt x="438" y="1755"/>
                    </a:cubicBezTo>
                    <a:cubicBezTo>
                      <a:pt x="471" y="1920"/>
                      <a:pt x="538" y="2070"/>
                      <a:pt x="612" y="2219"/>
                    </a:cubicBezTo>
                    <a:cubicBezTo>
                      <a:pt x="633" y="2253"/>
                      <a:pt x="664" y="2267"/>
                      <a:pt x="697" y="2267"/>
                    </a:cubicBezTo>
                    <a:cubicBezTo>
                      <a:pt x="743" y="2267"/>
                      <a:pt x="792" y="2238"/>
                      <a:pt x="811" y="2194"/>
                    </a:cubicBezTo>
                    <a:cubicBezTo>
                      <a:pt x="836" y="2111"/>
                      <a:pt x="877" y="2028"/>
                      <a:pt x="919" y="1945"/>
                    </a:cubicBezTo>
                    <a:cubicBezTo>
                      <a:pt x="935" y="1945"/>
                      <a:pt x="944" y="1937"/>
                      <a:pt x="960" y="1920"/>
                    </a:cubicBezTo>
                    <a:cubicBezTo>
                      <a:pt x="1167" y="1672"/>
                      <a:pt x="1358" y="1398"/>
                      <a:pt x="1482" y="1108"/>
                    </a:cubicBezTo>
                    <a:cubicBezTo>
                      <a:pt x="1540" y="1017"/>
                      <a:pt x="1590" y="926"/>
                      <a:pt x="1640" y="827"/>
                    </a:cubicBezTo>
                    <a:cubicBezTo>
                      <a:pt x="1664" y="777"/>
                      <a:pt x="1648" y="727"/>
                      <a:pt x="1606" y="702"/>
                    </a:cubicBezTo>
                    <a:lnTo>
                      <a:pt x="1606" y="694"/>
                    </a:lnTo>
                    <a:cubicBezTo>
                      <a:pt x="1648" y="495"/>
                      <a:pt x="1656" y="288"/>
                      <a:pt x="1615" y="64"/>
                    </a:cubicBezTo>
                    <a:cubicBezTo>
                      <a:pt x="1606" y="21"/>
                      <a:pt x="1567" y="0"/>
                      <a:pt x="152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4" name="Google Shape;7354;p22"/>
              <p:cNvSpPr/>
              <p:nvPr/>
            </p:nvSpPr>
            <p:spPr>
              <a:xfrm>
                <a:off x="6189500" y="3988400"/>
                <a:ext cx="30350" cy="13950"/>
              </a:xfrm>
              <a:custGeom>
                <a:rect b="b" l="l" r="r" t="t"/>
                <a:pathLst>
                  <a:path extrusionOk="0" h="558" w="1214">
                    <a:moveTo>
                      <a:pt x="79" y="1"/>
                    </a:moveTo>
                    <a:cubicBezTo>
                      <a:pt x="17" y="1"/>
                      <a:pt x="0" y="87"/>
                      <a:pt x="62" y="110"/>
                    </a:cubicBezTo>
                    <a:cubicBezTo>
                      <a:pt x="236" y="177"/>
                      <a:pt x="410" y="260"/>
                      <a:pt x="575" y="342"/>
                    </a:cubicBezTo>
                    <a:cubicBezTo>
                      <a:pt x="658" y="376"/>
                      <a:pt x="749" y="417"/>
                      <a:pt x="832" y="450"/>
                    </a:cubicBezTo>
                    <a:cubicBezTo>
                      <a:pt x="915" y="492"/>
                      <a:pt x="1015" y="558"/>
                      <a:pt x="1106" y="558"/>
                    </a:cubicBezTo>
                    <a:cubicBezTo>
                      <a:pt x="1197" y="558"/>
                      <a:pt x="1213" y="458"/>
                      <a:pt x="1172" y="400"/>
                    </a:cubicBezTo>
                    <a:cubicBezTo>
                      <a:pt x="1114" y="326"/>
                      <a:pt x="998" y="293"/>
                      <a:pt x="907" y="260"/>
                    </a:cubicBezTo>
                    <a:cubicBezTo>
                      <a:pt x="824" y="218"/>
                      <a:pt x="741" y="185"/>
                      <a:pt x="650" y="152"/>
                    </a:cubicBezTo>
                    <a:cubicBezTo>
                      <a:pt x="468" y="86"/>
                      <a:pt x="277" y="44"/>
                      <a:pt x="95" y="3"/>
                    </a:cubicBezTo>
                    <a:cubicBezTo>
                      <a:pt x="89" y="1"/>
                      <a:pt x="84" y="1"/>
                      <a:pt x="7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5" name="Google Shape;7355;p22"/>
              <p:cNvSpPr/>
              <p:nvPr/>
            </p:nvSpPr>
            <p:spPr>
              <a:xfrm>
                <a:off x="6206975" y="4001875"/>
                <a:ext cx="8325" cy="3550"/>
              </a:xfrm>
              <a:custGeom>
                <a:rect b="b" l="l" r="r" t="t"/>
                <a:pathLst>
                  <a:path extrusionOk="0" h="142" w="333">
                    <a:moveTo>
                      <a:pt x="54" y="0"/>
                    </a:moveTo>
                    <a:cubicBezTo>
                      <a:pt x="34" y="0"/>
                      <a:pt x="16" y="15"/>
                      <a:pt x="9" y="35"/>
                    </a:cubicBezTo>
                    <a:cubicBezTo>
                      <a:pt x="1" y="60"/>
                      <a:pt x="17" y="85"/>
                      <a:pt x="42" y="93"/>
                    </a:cubicBezTo>
                    <a:cubicBezTo>
                      <a:pt x="84" y="102"/>
                      <a:pt x="125" y="118"/>
                      <a:pt x="166" y="127"/>
                    </a:cubicBezTo>
                    <a:cubicBezTo>
                      <a:pt x="201" y="132"/>
                      <a:pt x="231" y="142"/>
                      <a:pt x="263" y="142"/>
                    </a:cubicBezTo>
                    <a:cubicBezTo>
                      <a:pt x="277" y="142"/>
                      <a:pt x="292" y="140"/>
                      <a:pt x="307" y="135"/>
                    </a:cubicBezTo>
                    <a:cubicBezTo>
                      <a:pt x="324" y="135"/>
                      <a:pt x="332" y="102"/>
                      <a:pt x="316" y="85"/>
                    </a:cubicBezTo>
                    <a:cubicBezTo>
                      <a:pt x="282" y="60"/>
                      <a:pt x="241" y="52"/>
                      <a:pt x="191" y="35"/>
                    </a:cubicBezTo>
                    <a:cubicBezTo>
                      <a:pt x="150" y="19"/>
                      <a:pt x="108" y="11"/>
                      <a:pt x="67" y="2"/>
                    </a:cubicBezTo>
                    <a:cubicBezTo>
                      <a:pt x="63" y="1"/>
                      <a:pt x="58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6" name="Google Shape;7356;p22"/>
              <p:cNvSpPr/>
              <p:nvPr/>
            </p:nvSpPr>
            <p:spPr>
              <a:xfrm>
                <a:off x="6224375" y="4004400"/>
                <a:ext cx="8325" cy="6800"/>
              </a:xfrm>
              <a:custGeom>
                <a:rect b="b" l="l" r="r" t="t"/>
                <a:pathLst>
                  <a:path extrusionOk="0" h="272" w="333">
                    <a:moveTo>
                      <a:pt x="75" y="1"/>
                    </a:moveTo>
                    <a:cubicBezTo>
                      <a:pt x="59" y="1"/>
                      <a:pt x="42" y="1"/>
                      <a:pt x="34" y="17"/>
                    </a:cubicBezTo>
                    <a:cubicBezTo>
                      <a:pt x="9" y="42"/>
                      <a:pt x="1" y="84"/>
                      <a:pt x="34" y="100"/>
                    </a:cubicBezTo>
                    <a:lnTo>
                      <a:pt x="84" y="150"/>
                    </a:lnTo>
                    <a:cubicBezTo>
                      <a:pt x="108" y="166"/>
                      <a:pt x="133" y="175"/>
                      <a:pt x="158" y="191"/>
                    </a:cubicBezTo>
                    <a:cubicBezTo>
                      <a:pt x="175" y="208"/>
                      <a:pt x="191" y="224"/>
                      <a:pt x="208" y="233"/>
                    </a:cubicBezTo>
                    <a:cubicBezTo>
                      <a:pt x="233" y="249"/>
                      <a:pt x="249" y="258"/>
                      <a:pt x="274" y="266"/>
                    </a:cubicBezTo>
                    <a:cubicBezTo>
                      <a:pt x="281" y="269"/>
                      <a:pt x="288" y="271"/>
                      <a:pt x="294" y="271"/>
                    </a:cubicBezTo>
                    <a:cubicBezTo>
                      <a:pt x="303" y="271"/>
                      <a:pt x="311" y="267"/>
                      <a:pt x="316" y="258"/>
                    </a:cubicBezTo>
                    <a:cubicBezTo>
                      <a:pt x="332" y="249"/>
                      <a:pt x="332" y="233"/>
                      <a:pt x="324" y="216"/>
                    </a:cubicBezTo>
                    <a:cubicBezTo>
                      <a:pt x="307" y="191"/>
                      <a:pt x="291" y="175"/>
                      <a:pt x="274" y="158"/>
                    </a:cubicBezTo>
                    <a:cubicBezTo>
                      <a:pt x="266" y="142"/>
                      <a:pt x="241" y="125"/>
                      <a:pt x="224" y="108"/>
                    </a:cubicBezTo>
                    <a:cubicBezTo>
                      <a:pt x="208" y="92"/>
                      <a:pt x="191" y="75"/>
                      <a:pt x="175" y="59"/>
                    </a:cubicBezTo>
                    <a:cubicBezTo>
                      <a:pt x="158" y="50"/>
                      <a:pt x="142" y="34"/>
                      <a:pt x="117" y="17"/>
                    </a:cubicBezTo>
                    <a:cubicBezTo>
                      <a:pt x="108" y="9"/>
                      <a:pt x="92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7" name="Google Shape;7357;p22"/>
              <p:cNvSpPr/>
              <p:nvPr/>
            </p:nvSpPr>
            <p:spPr>
              <a:xfrm>
                <a:off x="6122125" y="3981825"/>
                <a:ext cx="63075" cy="19300"/>
              </a:xfrm>
              <a:custGeom>
                <a:rect b="b" l="l" r="r" t="t"/>
                <a:pathLst>
                  <a:path extrusionOk="0" h="772" w="2523">
                    <a:moveTo>
                      <a:pt x="2383" y="0"/>
                    </a:moveTo>
                    <a:cubicBezTo>
                      <a:pt x="2381" y="0"/>
                      <a:pt x="2378" y="0"/>
                      <a:pt x="2376" y="1"/>
                    </a:cubicBezTo>
                    <a:lnTo>
                      <a:pt x="2384" y="1"/>
                    </a:lnTo>
                    <a:cubicBezTo>
                      <a:pt x="2325" y="6"/>
                      <a:pt x="2266" y="7"/>
                      <a:pt x="2207" y="7"/>
                    </a:cubicBezTo>
                    <a:cubicBezTo>
                      <a:pt x="2144" y="7"/>
                      <a:pt x="2081" y="5"/>
                      <a:pt x="2019" y="5"/>
                    </a:cubicBezTo>
                    <a:cubicBezTo>
                      <a:pt x="1942" y="5"/>
                      <a:pt x="1864" y="8"/>
                      <a:pt x="1787" y="17"/>
                    </a:cubicBezTo>
                    <a:cubicBezTo>
                      <a:pt x="1588" y="42"/>
                      <a:pt x="1398" y="133"/>
                      <a:pt x="1207" y="199"/>
                    </a:cubicBezTo>
                    <a:cubicBezTo>
                      <a:pt x="818" y="357"/>
                      <a:pt x="437" y="506"/>
                      <a:pt x="56" y="672"/>
                    </a:cubicBezTo>
                    <a:cubicBezTo>
                      <a:pt x="0" y="695"/>
                      <a:pt x="35" y="772"/>
                      <a:pt x="82" y="772"/>
                    </a:cubicBezTo>
                    <a:cubicBezTo>
                      <a:pt x="84" y="772"/>
                      <a:pt x="86" y="772"/>
                      <a:pt x="89" y="771"/>
                    </a:cubicBezTo>
                    <a:cubicBezTo>
                      <a:pt x="486" y="647"/>
                      <a:pt x="868" y="514"/>
                      <a:pt x="1257" y="382"/>
                    </a:cubicBezTo>
                    <a:cubicBezTo>
                      <a:pt x="1431" y="315"/>
                      <a:pt x="1622" y="233"/>
                      <a:pt x="1812" y="216"/>
                    </a:cubicBezTo>
                    <a:cubicBezTo>
                      <a:pt x="1832" y="215"/>
                      <a:pt x="1852" y="214"/>
                      <a:pt x="1873" y="214"/>
                    </a:cubicBezTo>
                    <a:cubicBezTo>
                      <a:pt x="1993" y="214"/>
                      <a:pt x="2114" y="233"/>
                      <a:pt x="2235" y="233"/>
                    </a:cubicBezTo>
                    <a:cubicBezTo>
                      <a:pt x="2249" y="237"/>
                      <a:pt x="2263" y="238"/>
                      <a:pt x="2277" y="238"/>
                    </a:cubicBezTo>
                    <a:cubicBezTo>
                      <a:pt x="2321" y="238"/>
                      <a:pt x="2365" y="222"/>
                      <a:pt x="2409" y="216"/>
                    </a:cubicBezTo>
                    <a:cubicBezTo>
                      <a:pt x="2522" y="192"/>
                      <a:pt x="2501" y="0"/>
                      <a:pt x="23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8" name="Google Shape;7358;p22"/>
              <p:cNvSpPr/>
              <p:nvPr/>
            </p:nvSpPr>
            <p:spPr>
              <a:xfrm>
                <a:off x="6050800" y="4024300"/>
                <a:ext cx="11000" cy="11700"/>
              </a:xfrm>
              <a:custGeom>
                <a:rect b="b" l="l" r="r" t="t"/>
                <a:pathLst>
                  <a:path extrusionOk="0" h="468" w="440">
                    <a:moveTo>
                      <a:pt x="390" y="0"/>
                    </a:moveTo>
                    <a:lnTo>
                      <a:pt x="390" y="8"/>
                    </a:lnTo>
                    <a:lnTo>
                      <a:pt x="357" y="8"/>
                    </a:lnTo>
                    <a:cubicBezTo>
                      <a:pt x="340" y="8"/>
                      <a:pt x="332" y="17"/>
                      <a:pt x="315" y="25"/>
                    </a:cubicBezTo>
                    <a:cubicBezTo>
                      <a:pt x="290" y="33"/>
                      <a:pt x="274" y="50"/>
                      <a:pt x="257" y="58"/>
                    </a:cubicBezTo>
                    <a:cubicBezTo>
                      <a:pt x="216" y="83"/>
                      <a:pt x="183" y="116"/>
                      <a:pt x="158" y="158"/>
                    </a:cubicBezTo>
                    <a:cubicBezTo>
                      <a:pt x="92" y="232"/>
                      <a:pt x="42" y="315"/>
                      <a:pt x="9" y="398"/>
                    </a:cubicBezTo>
                    <a:cubicBezTo>
                      <a:pt x="0" y="423"/>
                      <a:pt x="17" y="456"/>
                      <a:pt x="42" y="464"/>
                    </a:cubicBezTo>
                    <a:cubicBezTo>
                      <a:pt x="48" y="466"/>
                      <a:pt x="55" y="467"/>
                      <a:pt x="62" y="467"/>
                    </a:cubicBezTo>
                    <a:cubicBezTo>
                      <a:pt x="82" y="467"/>
                      <a:pt x="102" y="458"/>
                      <a:pt x="108" y="439"/>
                    </a:cubicBezTo>
                    <a:cubicBezTo>
                      <a:pt x="125" y="398"/>
                      <a:pt x="150" y="365"/>
                      <a:pt x="174" y="332"/>
                    </a:cubicBezTo>
                    <a:cubicBezTo>
                      <a:pt x="191" y="290"/>
                      <a:pt x="208" y="274"/>
                      <a:pt x="241" y="240"/>
                    </a:cubicBezTo>
                    <a:cubicBezTo>
                      <a:pt x="274" y="207"/>
                      <a:pt x="299" y="182"/>
                      <a:pt x="332" y="158"/>
                    </a:cubicBezTo>
                    <a:lnTo>
                      <a:pt x="357" y="133"/>
                    </a:lnTo>
                    <a:cubicBezTo>
                      <a:pt x="357" y="133"/>
                      <a:pt x="365" y="133"/>
                      <a:pt x="365" y="124"/>
                    </a:cubicBezTo>
                    <a:lnTo>
                      <a:pt x="373" y="124"/>
                    </a:lnTo>
                    <a:cubicBezTo>
                      <a:pt x="390" y="108"/>
                      <a:pt x="398" y="100"/>
                      <a:pt x="406" y="91"/>
                    </a:cubicBezTo>
                    <a:cubicBezTo>
                      <a:pt x="415" y="83"/>
                      <a:pt x="415" y="75"/>
                      <a:pt x="423" y="66"/>
                    </a:cubicBezTo>
                    <a:cubicBezTo>
                      <a:pt x="440" y="33"/>
                      <a:pt x="423" y="0"/>
                      <a:pt x="3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9" name="Google Shape;7359;p22"/>
              <p:cNvSpPr/>
              <p:nvPr/>
            </p:nvSpPr>
            <p:spPr>
              <a:xfrm>
                <a:off x="6059700" y="4029050"/>
                <a:ext cx="7700" cy="8950"/>
              </a:xfrm>
              <a:custGeom>
                <a:rect b="b" l="l" r="r" t="t"/>
                <a:pathLst>
                  <a:path extrusionOk="0" h="358" w="308">
                    <a:moveTo>
                      <a:pt x="258" y="1"/>
                    </a:moveTo>
                    <a:cubicBezTo>
                      <a:pt x="224" y="17"/>
                      <a:pt x="200" y="34"/>
                      <a:pt x="175" y="59"/>
                    </a:cubicBezTo>
                    <a:cubicBezTo>
                      <a:pt x="150" y="84"/>
                      <a:pt x="133" y="100"/>
                      <a:pt x="117" y="125"/>
                    </a:cubicBezTo>
                    <a:cubicBezTo>
                      <a:pt x="75" y="175"/>
                      <a:pt x="42" y="233"/>
                      <a:pt x="17" y="291"/>
                    </a:cubicBezTo>
                    <a:cubicBezTo>
                      <a:pt x="1" y="307"/>
                      <a:pt x="9" y="340"/>
                      <a:pt x="34" y="349"/>
                    </a:cubicBezTo>
                    <a:cubicBezTo>
                      <a:pt x="40" y="355"/>
                      <a:pt x="48" y="357"/>
                      <a:pt x="56" y="357"/>
                    </a:cubicBezTo>
                    <a:cubicBezTo>
                      <a:pt x="71" y="357"/>
                      <a:pt x="87" y="348"/>
                      <a:pt x="92" y="332"/>
                    </a:cubicBezTo>
                    <a:cubicBezTo>
                      <a:pt x="117" y="282"/>
                      <a:pt x="150" y="233"/>
                      <a:pt x="183" y="183"/>
                    </a:cubicBezTo>
                    <a:cubicBezTo>
                      <a:pt x="183" y="183"/>
                      <a:pt x="191" y="175"/>
                      <a:pt x="191" y="175"/>
                    </a:cubicBezTo>
                    <a:cubicBezTo>
                      <a:pt x="191" y="175"/>
                      <a:pt x="191" y="175"/>
                      <a:pt x="191" y="166"/>
                    </a:cubicBezTo>
                    <a:cubicBezTo>
                      <a:pt x="200" y="166"/>
                      <a:pt x="200" y="158"/>
                      <a:pt x="208" y="150"/>
                    </a:cubicBezTo>
                    <a:cubicBezTo>
                      <a:pt x="216" y="142"/>
                      <a:pt x="224" y="125"/>
                      <a:pt x="241" y="117"/>
                    </a:cubicBezTo>
                    <a:cubicBezTo>
                      <a:pt x="258" y="92"/>
                      <a:pt x="282" y="75"/>
                      <a:pt x="299" y="50"/>
                    </a:cubicBezTo>
                    <a:cubicBezTo>
                      <a:pt x="307" y="34"/>
                      <a:pt x="299" y="17"/>
                      <a:pt x="291" y="9"/>
                    </a:cubicBezTo>
                    <a:cubicBezTo>
                      <a:pt x="282" y="1"/>
                      <a:pt x="266" y="1"/>
                      <a:pt x="2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0" name="Google Shape;7360;p22"/>
              <p:cNvSpPr/>
              <p:nvPr/>
            </p:nvSpPr>
            <p:spPr>
              <a:xfrm>
                <a:off x="6130550" y="4023175"/>
                <a:ext cx="13275" cy="39325"/>
              </a:xfrm>
              <a:custGeom>
                <a:rect b="b" l="l" r="r" t="t"/>
                <a:pathLst>
                  <a:path extrusionOk="0" h="1573" w="531">
                    <a:moveTo>
                      <a:pt x="66" y="0"/>
                    </a:moveTo>
                    <a:cubicBezTo>
                      <a:pt x="34" y="0"/>
                      <a:pt x="1" y="29"/>
                      <a:pt x="17" y="62"/>
                    </a:cubicBezTo>
                    <a:cubicBezTo>
                      <a:pt x="67" y="194"/>
                      <a:pt x="91" y="335"/>
                      <a:pt x="125" y="476"/>
                    </a:cubicBezTo>
                    <a:cubicBezTo>
                      <a:pt x="166" y="609"/>
                      <a:pt x="191" y="733"/>
                      <a:pt x="207" y="865"/>
                    </a:cubicBezTo>
                    <a:cubicBezTo>
                      <a:pt x="232" y="1006"/>
                      <a:pt x="257" y="1147"/>
                      <a:pt x="265" y="1288"/>
                    </a:cubicBezTo>
                    <a:cubicBezTo>
                      <a:pt x="265" y="1373"/>
                      <a:pt x="258" y="1573"/>
                      <a:pt x="378" y="1573"/>
                    </a:cubicBezTo>
                    <a:cubicBezTo>
                      <a:pt x="387" y="1573"/>
                      <a:pt x="396" y="1572"/>
                      <a:pt x="406" y="1570"/>
                    </a:cubicBezTo>
                    <a:cubicBezTo>
                      <a:pt x="531" y="1536"/>
                      <a:pt x="481" y="1304"/>
                      <a:pt x="473" y="1213"/>
                    </a:cubicBezTo>
                    <a:cubicBezTo>
                      <a:pt x="464" y="1073"/>
                      <a:pt x="439" y="932"/>
                      <a:pt x="406" y="799"/>
                    </a:cubicBezTo>
                    <a:cubicBezTo>
                      <a:pt x="381" y="667"/>
                      <a:pt x="340" y="534"/>
                      <a:pt x="290" y="401"/>
                    </a:cubicBezTo>
                    <a:cubicBezTo>
                      <a:pt x="241" y="269"/>
                      <a:pt x="174" y="153"/>
                      <a:pt x="108" y="29"/>
                    </a:cubicBezTo>
                    <a:cubicBezTo>
                      <a:pt x="99" y="8"/>
                      <a:pt x="83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1" name="Google Shape;7361;p22"/>
              <p:cNvSpPr/>
              <p:nvPr/>
            </p:nvSpPr>
            <p:spPr>
              <a:xfrm>
                <a:off x="6144225" y="4033575"/>
                <a:ext cx="5825" cy="14650"/>
              </a:xfrm>
              <a:custGeom>
                <a:rect b="b" l="l" r="r" t="t"/>
                <a:pathLst>
                  <a:path extrusionOk="0" h="586" w="233">
                    <a:moveTo>
                      <a:pt x="63" y="0"/>
                    </a:moveTo>
                    <a:cubicBezTo>
                      <a:pt x="59" y="0"/>
                      <a:pt x="54" y="1"/>
                      <a:pt x="50" y="2"/>
                    </a:cubicBezTo>
                    <a:cubicBezTo>
                      <a:pt x="17" y="10"/>
                      <a:pt x="0" y="52"/>
                      <a:pt x="8" y="85"/>
                    </a:cubicBezTo>
                    <a:cubicBezTo>
                      <a:pt x="25" y="168"/>
                      <a:pt x="42" y="251"/>
                      <a:pt x="58" y="333"/>
                    </a:cubicBezTo>
                    <a:cubicBezTo>
                      <a:pt x="66" y="375"/>
                      <a:pt x="83" y="408"/>
                      <a:pt x="91" y="449"/>
                    </a:cubicBezTo>
                    <a:cubicBezTo>
                      <a:pt x="108" y="491"/>
                      <a:pt x="116" y="541"/>
                      <a:pt x="149" y="574"/>
                    </a:cubicBezTo>
                    <a:cubicBezTo>
                      <a:pt x="158" y="582"/>
                      <a:pt x="168" y="586"/>
                      <a:pt x="177" y="586"/>
                    </a:cubicBezTo>
                    <a:cubicBezTo>
                      <a:pt x="194" y="586"/>
                      <a:pt x="210" y="573"/>
                      <a:pt x="216" y="557"/>
                    </a:cubicBezTo>
                    <a:cubicBezTo>
                      <a:pt x="232" y="507"/>
                      <a:pt x="216" y="466"/>
                      <a:pt x="216" y="416"/>
                    </a:cubicBezTo>
                    <a:cubicBezTo>
                      <a:pt x="207" y="375"/>
                      <a:pt x="199" y="333"/>
                      <a:pt x="191" y="300"/>
                    </a:cubicBezTo>
                    <a:cubicBezTo>
                      <a:pt x="174" y="217"/>
                      <a:pt x="149" y="135"/>
                      <a:pt x="133" y="52"/>
                    </a:cubicBezTo>
                    <a:cubicBezTo>
                      <a:pt x="126" y="23"/>
                      <a:pt x="93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2" name="Google Shape;7362;p22"/>
              <p:cNvSpPr/>
              <p:nvPr/>
            </p:nvSpPr>
            <p:spPr>
              <a:xfrm>
                <a:off x="6149200" y="4035625"/>
                <a:ext cx="5400" cy="13150"/>
              </a:xfrm>
              <a:custGeom>
                <a:rect b="b" l="l" r="r" t="t"/>
                <a:pathLst>
                  <a:path extrusionOk="0" h="526" w="216">
                    <a:moveTo>
                      <a:pt x="63" y="1"/>
                    </a:moveTo>
                    <a:cubicBezTo>
                      <a:pt x="59" y="1"/>
                      <a:pt x="54" y="1"/>
                      <a:pt x="50" y="3"/>
                    </a:cubicBezTo>
                    <a:cubicBezTo>
                      <a:pt x="25" y="11"/>
                      <a:pt x="0" y="36"/>
                      <a:pt x="8" y="61"/>
                    </a:cubicBezTo>
                    <a:cubicBezTo>
                      <a:pt x="41" y="135"/>
                      <a:pt x="58" y="202"/>
                      <a:pt x="75" y="276"/>
                    </a:cubicBezTo>
                    <a:cubicBezTo>
                      <a:pt x="91" y="351"/>
                      <a:pt x="108" y="425"/>
                      <a:pt x="124" y="492"/>
                    </a:cubicBezTo>
                    <a:cubicBezTo>
                      <a:pt x="132" y="514"/>
                      <a:pt x="150" y="525"/>
                      <a:pt x="167" y="525"/>
                    </a:cubicBezTo>
                    <a:cubicBezTo>
                      <a:pt x="188" y="525"/>
                      <a:pt x="207" y="510"/>
                      <a:pt x="207" y="483"/>
                    </a:cubicBezTo>
                    <a:cubicBezTo>
                      <a:pt x="215" y="409"/>
                      <a:pt x="199" y="326"/>
                      <a:pt x="182" y="251"/>
                    </a:cubicBezTo>
                    <a:cubicBezTo>
                      <a:pt x="166" y="177"/>
                      <a:pt x="141" y="111"/>
                      <a:pt x="116" y="36"/>
                    </a:cubicBezTo>
                    <a:cubicBezTo>
                      <a:pt x="102" y="15"/>
                      <a:pt x="83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3" name="Google Shape;7363;p22"/>
              <p:cNvSpPr/>
              <p:nvPr/>
            </p:nvSpPr>
            <p:spPr>
              <a:xfrm>
                <a:off x="6122100" y="4037975"/>
                <a:ext cx="5575" cy="13300"/>
              </a:xfrm>
              <a:custGeom>
                <a:rect b="b" l="l" r="r" t="t"/>
                <a:pathLst>
                  <a:path extrusionOk="0" h="532" w="223">
                    <a:moveTo>
                      <a:pt x="57" y="0"/>
                    </a:moveTo>
                    <a:cubicBezTo>
                      <a:pt x="27" y="0"/>
                      <a:pt x="0" y="23"/>
                      <a:pt x="15" y="58"/>
                    </a:cubicBezTo>
                    <a:cubicBezTo>
                      <a:pt x="57" y="215"/>
                      <a:pt x="90" y="373"/>
                      <a:pt x="164" y="514"/>
                    </a:cubicBezTo>
                    <a:cubicBezTo>
                      <a:pt x="168" y="526"/>
                      <a:pt x="177" y="532"/>
                      <a:pt x="187" y="532"/>
                    </a:cubicBezTo>
                    <a:cubicBezTo>
                      <a:pt x="203" y="532"/>
                      <a:pt x="222" y="518"/>
                      <a:pt x="222" y="497"/>
                    </a:cubicBezTo>
                    <a:cubicBezTo>
                      <a:pt x="206" y="340"/>
                      <a:pt x="148" y="182"/>
                      <a:pt x="106" y="33"/>
                    </a:cubicBezTo>
                    <a:cubicBezTo>
                      <a:pt x="96" y="10"/>
                      <a:pt x="76" y="0"/>
                      <a:pt x="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4" name="Google Shape;7364;p22"/>
              <p:cNvSpPr/>
              <p:nvPr/>
            </p:nvSpPr>
            <p:spPr>
              <a:xfrm>
                <a:off x="6173425" y="3883025"/>
                <a:ext cx="112500" cy="163050"/>
              </a:xfrm>
              <a:custGeom>
                <a:rect b="b" l="l" r="r" t="t"/>
                <a:pathLst>
                  <a:path extrusionOk="0" h="6522" w="4500">
                    <a:moveTo>
                      <a:pt x="2219" y="0"/>
                    </a:moveTo>
                    <a:cubicBezTo>
                      <a:pt x="1839" y="0"/>
                      <a:pt x="1563" y="246"/>
                      <a:pt x="1359" y="547"/>
                    </a:cubicBezTo>
                    <a:cubicBezTo>
                      <a:pt x="1136" y="887"/>
                      <a:pt x="953" y="1252"/>
                      <a:pt x="788" y="1624"/>
                    </a:cubicBezTo>
                    <a:cubicBezTo>
                      <a:pt x="614" y="2014"/>
                      <a:pt x="464" y="2411"/>
                      <a:pt x="340" y="2826"/>
                    </a:cubicBezTo>
                    <a:cubicBezTo>
                      <a:pt x="274" y="3025"/>
                      <a:pt x="216" y="3223"/>
                      <a:pt x="158" y="3422"/>
                    </a:cubicBezTo>
                    <a:cubicBezTo>
                      <a:pt x="116" y="3571"/>
                      <a:pt x="67" y="3729"/>
                      <a:pt x="0" y="3870"/>
                    </a:cubicBezTo>
                    <a:cubicBezTo>
                      <a:pt x="68" y="3865"/>
                      <a:pt x="135" y="3862"/>
                      <a:pt x="201" y="3862"/>
                    </a:cubicBezTo>
                    <a:cubicBezTo>
                      <a:pt x="362" y="3862"/>
                      <a:pt x="519" y="3878"/>
                      <a:pt x="672" y="3919"/>
                    </a:cubicBezTo>
                    <a:cubicBezTo>
                      <a:pt x="622" y="3870"/>
                      <a:pt x="597" y="3795"/>
                      <a:pt x="580" y="3737"/>
                    </a:cubicBezTo>
                    <a:cubicBezTo>
                      <a:pt x="556" y="3638"/>
                      <a:pt x="556" y="3530"/>
                      <a:pt x="556" y="3431"/>
                    </a:cubicBezTo>
                    <a:cubicBezTo>
                      <a:pt x="564" y="3298"/>
                      <a:pt x="572" y="3174"/>
                      <a:pt x="597" y="3049"/>
                    </a:cubicBezTo>
                    <a:cubicBezTo>
                      <a:pt x="605" y="2991"/>
                      <a:pt x="614" y="2925"/>
                      <a:pt x="630" y="2867"/>
                    </a:cubicBezTo>
                    <a:cubicBezTo>
                      <a:pt x="647" y="2817"/>
                      <a:pt x="663" y="2759"/>
                      <a:pt x="713" y="2735"/>
                    </a:cubicBezTo>
                    <a:cubicBezTo>
                      <a:pt x="717" y="2732"/>
                      <a:pt x="722" y="2731"/>
                      <a:pt x="728" y="2731"/>
                    </a:cubicBezTo>
                    <a:cubicBezTo>
                      <a:pt x="742" y="2731"/>
                      <a:pt x="757" y="2739"/>
                      <a:pt x="763" y="2751"/>
                    </a:cubicBezTo>
                    <a:cubicBezTo>
                      <a:pt x="788" y="2793"/>
                      <a:pt x="779" y="2851"/>
                      <a:pt x="771" y="2892"/>
                    </a:cubicBezTo>
                    <a:cubicBezTo>
                      <a:pt x="754" y="2950"/>
                      <a:pt x="738" y="3000"/>
                      <a:pt x="730" y="3058"/>
                    </a:cubicBezTo>
                    <a:cubicBezTo>
                      <a:pt x="713" y="3165"/>
                      <a:pt x="696" y="3273"/>
                      <a:pt x="688" y="3381"/>
                    </a:cubicBezTo>
                    <a:cubicBezTo>
                      <a:pt x="680" y="3480"/>
                      <a:pt x="680" y="3580"/>
                      <a:pt x="696" y="3671"/>
                    </a:cubicBezTo>
                    <a:cubicBezTo>
                      <a:pt x="705" y="3712"/>
                      <a:pt x="713" y="3754"/>
                      <a:pt x="730" y="3795"/>
                    </a:cubicBezTo>
                    <a:cubicBezTo>
                      <a:pt x="730" y="3803"/>
                      <a:pt x="738" y="3803"/>
                      <a:pt x="738" y="3812"/>
                    </a:cubicBezTo>
                    <a:cubicBezTo>
                      <a:pt x="754" y="3605"/>
                      <a:pt x="771" y="3397"/>
                      <a:pt x="796" y="3190"/>
                    </a:cubicBezTo>
                    <a:cubicBezTo>
                      <a:pt x="829" y="2942"/>
                      <a:pt x="862" y="2693"/>
                      <a:pt x="912" y="2453"/>
                    </a:cubicBezTo>
                    <a:cubicBezTo>
                      <a:pt x="1003" y="2014"/>
                      <a:pt x="1111" y="1575"/>
                      <a:pt x="1368" y="1210"/>
                    </a:cubicBezTo>
                    <a:cubicBezTo>
                      <a:pt x="1591" y="879"/>
                      <a:pt x="1964" y="605"/>
                      <a:pt x="2378" y="580"/>
                    </a:cubicBezTo>
                    <a:cubicBezTo>
                      <a:pt x="2403" y="578"/>
                      <a:pt x="2428" y="577"/>
                      <a:pt x="2454" y="577"/>
                    </a:cubicBezTo>
                    <a:cubicBezTo>
                      <a:pt x="2640" y="577"/>
                      <a:pt x="2835" y="633"/>
                      <a:pt x="2967" y="779"/>
                    </a:cubicBezTo>
                    <a:cubicBezTo>
                      <a:pt x="3099" y="928"/>
                      <a:pt x="3132" y="1144"/>
                      <a:pt x="3157" y="1334"/>
                    </a:cubicBezTo>
                    <a:cubicBezTo>
                      <a:pt x="3207" y="1815"/>
                      <a:pt x="3141" y="2287"/>
                      <a:pt x="3149" y="2768"/>
                    </a:cubicBezTo>
                    <a:cubicBezTo>
                      <a:pt x="3157" y="3008"/>
                      <a:pt x="3174" y="3240"/>
                      <a:pt x="3232" y="3472"/>
                    </a:cubicBezTo>
                    <a:cubicBezTo>
                      <a:pt x="3282" y="3679"/>
                      <a:pt x="3364" y="3878"/>
                      <a:pt x="3464" y="4069"/>
                    </a:cubicBezTo>
                    <a:cubicBezTo>
                      <a:pt x="3646" y="4425"/>
                      <a:pt x="3886" y="4806"/>
                      <a:pt x="3845" y="5229"/>
                    </a:cubicBezTo>
                    <a:cubicBezTo>
                      <a:pt x="3820" y="5452"/>
                      <a:pt x="3721" y="5659"/>
                      <a:pt x="3663" y="5875"/>
                    </a:cubicBezTo>
                    <a:cubicBezTo>
                      <a:pt x="3646" y="5900"/>
                      <a:pt x="3638" y="5933"/>
                      <a:pt x="3630" y="5958"/>
                    </a:cubicBezTo>
                    <a:cubicBezTo>
                      <a:pt x="3621" y="5999"/>
                      <a:pt x="3613" y="6041"/>
                      <a:pt x="3605" y="6082"/>
                    </a:cubicBezTo>
                    <a:cubicBezTo>
                      <a:pt x="3605" y="6090"/>
                      <a:pt x="3605" y="6090"/>
                      <a:pt x="3605" y="6099"/>
                    </a:cubicBezTo>
                    <a:cubicBezTo>
                      <a:pt x="3605" y="6123"/>
                      <a:pt x="3613" y="6140"/>
                      <a:pt x="3613" y="6165"/>
                    </a:cubicBezTo>
                    <a:cubicBezTo>
                      <a:pt x="3621" y="6173"/>
                      <a:pt x="3621" y="6181"/>
                      <a:pt x="3621" y="6190"/>
                    </a:cubicBezTo>
                    <a:cubicBezTo>
                      <a:pt x="3671" y="6297"/>
                      <a:pt x="3721" y="6405"/>
                      <a:pt x="3762" y="6521"/>
                    </a:cubicBezTo>
                    <a:cubicBezTo>
                      <a:pt x="3770" y="6505"/>
                      <a:pt x="3779" y="6496"/>
                      <a:pt x="3787" y="6488"/>
                    </a:cubicBezTo>
                    <a:cubicBezTo>
                      <a:pt x="3961" y="6339"/>
                      <a:pt x="4110" y="6173"/>
                      <a:pt x="4234" y="5983"/>
                    </a:cubicBezTo>
                    <a:cubicBezTo>
                      <a:pt x="4350" y="5809"/>
                      <a:pt x="4499" y="5585"/>
                      <a:pt x="4450" y="5369"/>
                    </a:cubicBezTo>
                    <a:cubicBezTo>
                      <a:pt x="4433" y="5262"/>
                      <a:pt x="4367" y="5171"/>
                      <a:pt x="4309" y="5079"/>
                    </a:cubicBezTo>
                    <a:cubicBezTo>
                      <a:pt x="4259" y="4988"/>
                      <a:pt x="4209" y="4889"/>
                      <a:pt x="4160" y="4789"/>
                    </a:cubicBezTo>
                    <a:cubicBezTo>
                      <a:pt x="4069" y="4591"/>
                      <a:pt x="4002" y="4383"/>
                      <a:pt x="3944" y="4168"/>
                    </a:cubicBezTo>
                    <a:cubicBezTo>
                      <a:pt x="3729" y="3356"/>
                      <a:pt x="3679" y="2503"/>
                      <a:pt x="3547" y="1674"/>
                    </a:cubicBezTo>
                    <a:cubicBezTo>
                      <a:pt x="3480" y="1285"/>
                      <a:pt x="3389" y="887"/>
                      <a:pt x="3157" y="556"/>
                    </a:cubicBezTo>
                    <a:cubicBezTo>
                      <a:pt x="2950" y="249"/>
                      <a:pt x="2619" y="9"/>
                      <a:pt x="2238" y="0"/>
                    </a:cubicBezTo>
                    <a:cubicBezTo>
                      <a:pt x="2231" y="0"/>
                      <a:pt x="2225" y="0"/>
                      <a:pt x="221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5" name="Google Shape;7365;p22"/>
              <p:cNvSpPr/>
              <p:nvPr/>
            </p:nvSpPr>
            <p:spPr>
              <a:xfrm>
                <a:off x="6197650" y="3927750"/>
                <a:ext cx="69225" cy="99875"/>
              </a:xfrm>
              <a:custGeom>
                <a:rect b="b" l="l" r="r" t="t"/>
                <a:pathLst>
                  <a:path extrusionOk="0" h="3995" w="2769">
                    <a:moveTo>
                      <a:pt x="615" y="0"/>
                    </a:moveTo>
                    <a:cubicBezTo>
                      <a:pt x="590" y="0"/>
                      <a:pt x="563" y="10"/>
                      <a:pt x="539" y="34"/>
                    </a:cubicBezTo>
                    <a:cubicBezTo>
                      <a:pt x="415" y="150"/>
                      <a:pt x="357" y="316"/>
                      <a:pt x="299" y="473"/>
                    </a:cubicBezTo>
                    <a:cubicBezTo>
                      <a:pt x="241" y="656"/>
                      <a:pt x="183" y="838"/>
                      <a:pt x="142" y="1020"/>
                    </a:cubicBezTo>
                    <a:cubicBezTo>
                      <a:pt x="100" y="1211"/>
                      <a:pt x="67" y="1401"/>
                      <a:pt x="42" y="1592"/>
                    </a:cubicBezTo>
                    <a:cubicBezTo>
                      <a:pt x="17" y="1758"/>
                      <a:pt x="1" y="1932"/>
                      <a:pt x="26" y="2097"/>
                    </a:cubicBezTo>
                    <a:cubicBezTo>
                      <a:pt x="34" y="2147"/>
                      <a:pt x="51" y="2197"/>
                      <a:pt x="75" y="2238"/>
                    </a:cubicBezTo>
                    <a:cubicBezTo>
                      <a:pt x="26" y="2238"/>
                      <a:pt x="1" y="2304"/>
                      <a:pt x="42" y="2329"/>
                    </a:cubicBezTo>
                    <a:cubicBezTo>
                      <a:pt x="84" y="2346"/>
                      <a:pt x="125" y="2362"/>
                      <a:pt x="158" y="2379"/>
                    </a:cubicBezTo>
                    <a:cubicBezTo>
                      <a:pt x="191" y="2420"/>
                      <a:pt x="241" y="2454"/>
                      <a:pt x="283" y="2487"/>
                    </a:cubicBezTo>
                    <a:cubicBezTo>
                      <a:pt x="423" y="2578"/>
                      <a:pt x="597" y="2611"/>
                      <a:pt x="755" y="2652"/>
                    </a:cubicBezTo>
                    <a:cubicBezTo>
                      <a:pt x="887" y="2686"/>
                      <a:pt x="1028" y="2719"/>
                      <a:pt x="1161" y="2752"/>
                    </a:cubicBezTo>
                    <a:cubicBezTo>
                      <a:pt x="1269" y="2793"/>
                      <a:pt x="1385" y="2835"/>
                      <a:pt x="1492" y="2884"/>
                    </a:cubicBezTo>
                    <a:cubicBezTo>
                      <a:pt x="1699" y="2976"/>
                      <a:pt x="1923" y="3075"/>
                      <a:pt x="2056" y="3266"/>
                    </a:cubicBezTo>
                    <a:cubicBezTo>
                      <a:pt x="2130" y="3365"/>
                      <a:pt x="2180" y="3481"/>
                      <a:pt x="2230" y="3597"/>
                    </a:cubicBezTo>
                    <a:cubicBezTo>
                      <a:pt x="2288" y="3713"/>
                      <a:pt x="2337" y="3837"/>
                      <a:pt x="2395" y="3953"/>
                    </a:cubicBezTo>
                    <a:cubicBezTo>
                      <a:pt x="2410" y="3982"/>
                      <a:pt x="2439" y="3995"/>
                      <a:pt x="2468" y="3995"/>
                    </a:cubicBezTo>
                    <a:cubicBezTo>
                      <a:pt x="2508" y="3995"/>
                      <a:pt x="2548" y="3971"/>
                      <a:pt x="2553" y="3928"/>
                    </a:cubicBezTo>
                    <a:cubicBezTo>
                      <a:pt x="2569" y="3846"/>
                      <a:pt x="2586" y="3754"/>
                      <a:pt x="2603" y="3672"/>
                    </a:cubicBezTo>
                    <a:cubicBezTo>
                      <a:pt x="2710" y="3440"/>
                      <a:pt x="2768" y="3216"/>
                      <a:pt x="2652" y="2967"/>
                    </a:cubicBezTo>
                    <a:cubicBezTo>
                      <a:pt x="2594" y="2835"/>
                      <a:pt x="2495" y="2727"/>
                      <a:pt x="2404" y="2628"/>
                    </a:cubicBezTo>
                    <a:cubicBezTo>
                      <a:pt x="2304" y="2520"/>
                      <a:pt x="2197" y="2412"/>
                      <a:pt x="2081" y="2321"/>
                    </a:cubicBezTo>
                    <a:cubicBezTo>
                      <a:pt x="1956" y="2230"/>
                      <a:pt x="1832" y="2139"/>
                      <a:pt x="1699" y="2072"/>
                    </a:cubicBezTo>
                    <a:cubicBezTo>
                      <a:pt x="1567" y="1998"/>
                      <a:pt x="1434" y="1940"/>
                      <a:pt x="1327" y="1840"/>
                    </a:cubicBezTo>
                    <a:cubicBezTo>
                      <a:pt x="1277" y="1799"/>
                      <a:pt x="1227" y="1758"/>
                      <a:pt x="1186" y="1708"/>
                    </a:cubicBezTo>
                    <a:cubicBezTo>
                      <a:pt x="1161" y="1650"/>
                      <a:pt x="1136" y="1584"/>
                      <a:pt x="1119" y="1517"/>
                    </a:cubicBezTo>
                    <a:cubicBezTo>
                      <a:pt x="1045" y="1260"/>
                      <a:pt x="1020" y="995"/>
                      <a:pt x="1045" y="722"/>
                    </a:cubicBezTo>
                    <a:cubicBezTo>
                      <a:pt x="1052" y="694"/>
                      <a:pt x="1030" y="678"/>
                      <a:pt x="1004" y="678"/>
                    </a:cubicBezTo>
                    <a:cubicBezTo>
                      <a:pt x="998" y="678"/>
                      <a:pt x="993" y="679"/>
                      <a:pt x="987" y="680"/>
                    </a:cubicBezTo>
                    <a:cubicBezTo>
                      <a:pt x="995" y="556"/>
                      <a:pt x="1003" y="424"/>
                      <a:pt x="1020" y="299"/>
                    </a:cubicBezTo>
                    <a:cubicBezTo>
                      <a:pt x="1020" y="272"/>
                      <a:pt x="998" y="258"/>
                      <a:pt x="977" y="258"/>
                    </a:cubicBezTo>
                    <a:cubicBezTo>
                      <a:pt x="959" y="258"/>
                      <a:pt x="941" y="268"/>
                      <a:pt x="937" y="291"/>
                    </a:cubicBezTo>
                    <a:cubicBezTo>
                      <a:pt x="887" y="540"/>
                      <a:pt x="863" y="805"/>
                      <a:pt x="863" y="1062"/>
                    </a:cubicBezTo>
                    <a:cubicBezTo>
                      <a:pt x="805" y="763"/>
                      <a:pt x="854" y="465"/>
                      <a:pt x="954" y="183"/>
                    </a:cubicBezTo>
                    <a:cubicBezTo>
                      <a:pt x="970" y="139"/>
                      <a:pt x="932" y="110"/>
                      <a:pt x="894" y="110"/>
                    </a:cubicBezTo>
                    <a:cubicBezTo>
                      <a:pt x="875" y="110"/>
                      <a:pt x="857" y="117"/>
                      <a:pt x="846" y="134"/>
                    </a:cubicBezTo>
                    <a:cubicBezTo>
                      <a:pt x="722" y="324"/>
                      <a:pt x="664" y="548"/>
                      <a:pt x="655" y="780"/>
                    </a:cubicBezTo>
                    <a:cubicBezTo>
                      <a:pt x="655" y="581"/>
                      <a:pt x="689" y="382"/>
                      <a:pt x="713" y="183"/>
                    </a:cubicBezTo>
                    <a:cubicBezTo>
                      <a:pt x="722" y="175"/>
                      <a:pt x="730" y="167"/>
                      <a:pt x="730" y="158"/>
                    </a:cubicBezTo>
                    <a:cubicBezTo>
                      <a:pt x="747" y="134"/>
                      <a:pt x="738" y="117"/>
                      <a:pt x="722" y="109"/>
                    </a:cubicBezTo>
                    <a:cubicBezTo>
                      <a:pt x="716" y="47"/>
                      <a:pt x="668" y="0"/>
                      <a:pt x="61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6" name="Google Shape;7366;p22"/>
              <p:cNvSpPr/>
              <p:nvPr/>
            </p:nvSpPr>
            <p:spPr>
              <a:xfrm>
                <a:off x="6136350" y="4399925"/>
                <a:ext cx="75000" cy="162750"/>
              </a:xfrm>
              <a:custGeom>
                <a:rect b="b" l="l" r="r" t="t"/>
                <a:pathLst>
                  <a:path extrusionOk="0" h="6510" w="3000">
                    <a:moveTo>
                      <a:pt x="2184" y="1"/>
                    </a:moveTo>
                    <a:cubicBezTo>
                      <a:pt x="2131" y="1"/>
                      <a:pt x="2078" y="29"/>
                      <a:pt x="2063" y="88"/>
                    </a:cubicBezTo>
                    <a:cubicBezTo>
                      <a:pt x="1972" y="444"/>
                      <a:pt x="1707" y="742"/>
                      <a:pt x="1492" y="1024"/>
                    </a:cubicBezTo>
                    <a:cubicBezTo>
                      <a:pt x="1260" y="1331"/>
                      <a:pt x="1019" y="1637"/>
                      <a:pt x="771" y="1935"/>
                    </a:cubicBezTo>
                    <a:cubicBezTo>
                      <a:pt x="647" y="2085"/>
                      <a:pt x="522" y="2234"/>
                      <a:pt x="398" y="2383"/>
                    </a:cubicBezTo>
                    <a:cubicBezTo>
                      <a:pt x="274" y="2524"/>
                      <a:pt x="166" y="2673"/>
                      <a:pt x="108" y="2847"/>
                    </a:cubicBezTo>
                    <a:cubicBezTo>
                      <a:pt x="0" y="3195"/>
                      <a:pt x="58" y="3593"/>
                      <a:pt x="199" y="3924"/>
                    </a:cubicBezTo>
                    <a:cubicBezTo>
                      <a:pt x="232" y="4015"/>
                      <a:pt x="282" y="4106"/>
                      <a:pt x="290" y="4206"/>
                    </a:cubicBezTo>
                    <a:cubicBezTo>
                      <a:pt x="299" y="4297"/>
                      <a:pt x="282" y="4388"/>
                      <a:pt x="257" y="4471"/>
                    </a:cubicBezTo>
                    <a:cubicBezTo>
                      <a:pt x="207" y="4653"/>
                      <a:pt x="133" y="4827"/>
                      <a:pt x="149" y="5018"/>
                    </a:cubicBezTo>
                    <a:cubicBezTo>
                      <a:pt x="149" y="5084"/>
                      <a:pt x="199" y="5142"/>
                      <a:pt x="265" y="5142"/>
                    </a:cubicBezTo>
                    <a:cubicBezTo>
                      <a:pt x="290" y="5142"/>
                      <a:pt x="315" y="5142"/>
                      <a:pt x="332" y="5150"/>
                    </a:cubicBezTo>
                    <a:cubicBezTo>
                      <a:pt x="332" y="5167"/>
                      <a:pt x="332" y="5183"/>
                      <a:pt x="332" y="5200"/>
                    </a:cubicBezTo>
                    <a:cubicBezTo>
                      <a:pt x="398" y="5639"/>
                      <a:pt x="597" y="6053"/>
                      <a:pt x="895" y="6385"/>
                    </a:cubicBezTo>
                    <a:cubicBezTo>
                      <a:pt x="917" y="6411"/>
                      <a:pt x="946" y="6422"/>
                      <a:pt x="974" y="6422"/>
                    </a:cubicBezTo>
                    <a:cubicBezTo>
                      <a:pt x="1010" y="6422"/>
                      <a:pt x="1046" y="6404"/>
                      <a:pt x="1069" y="6376"/>
                    </a:cubicBezTo>
                    <a:cubicBezTo>
                      <a:pt x="1152" y="6426"/>
                      <a:pt x="1243" y="6451"/>
                      <a:pt x="1334" y="6476"/>
                    </a:cubicBezTo>
                    <a:cubicBezTo>
                      <a:pt x="1500" y="6509"/>
                      <a:pt x="1674" y="6509"/>
                      <a:pt x="1848" y="6509"/>
                    </a:cubicBezTo>
                    <a:cubicBezTo>
                      <a:pt x="2047" y="6509"/>
                      <a:pt x="2237" y="6501"/>
                      <a:pt x="2436" y="6484"/>
                    </a:cubicBezTo>
                    <a:cubicBezTo>
                      <a:pt x="2569" y="6476"/>
                      <a:pt x="2710" y="6451"/>
                      <a:pt x="2817" y="6376"/>
                    </a:cubicBezTo>
                    <a:cubicBezTo>
                      <a:pt x="2958" y="6269"/>
                      <a:pt x="3000" y="6103"/>
                      <a:pt x="2925" y="5946"/>
                    </a:cubicBezTo>
                    <a:lnTo>
                      <a:pt x="2925" y="5946"/>
                    </a:lnTo>
                    <a:lnTo>
                      <a:pt x="2933" y="5954"/>
                    </a:lnTo>
                    <a:cubicBezTo>
                      <a:pt x="2859" y="5788"/>
                      <a:pt x="2685" y="5714"/>
                      <a:pt x="2527" y="5672"/>
                    </a:cubicBezTo>
                    <a:cubicBezTo>
                      <a:pt x="2329" y="5623"/>
                      <a:pt x="2138" y="5581"/>
                      <a:pt x="1939" y="5540"/>
                    </a:cubicBezTo>
                    <a:cubicBezTo>
                      <a:pt x="1782" y="5507"/>
                      <a:pt x="1616" y="5473"/>
                      <a:pt x="1475" y="5382"/>
                    </a:cubicBezTo>
                    <a:cubicBezTo>
                      <a:pt x="1401" y="5333"/>
                      <a:pt x="1343" y="5266"/>
                      <a:pt x="1293" y="5192"/>
                    </a:cubicBezTo>
                    <a:cubicBezTo>
                      <a:pt x="1301" y="5167"/>
                      <a:pt x="1309" y="5134"/>
                      <a:pt x="1301" y="5101"/>
                    </a:cubicBezTo>
                    <a:cubicBezTo>
                      <a:pt x="1218" y="4728"/>
                      <a:pt x="1135" y="4355"/>
                      <a:pt x="1152" y="3965"/>
                    </a:cubicBezTo>
                    <a:cubicBezTo>
                      <a:pt x="1160" y="3651"/>
                      <a:pt x="1235" y="3336"/>
                      <a:pt x="1326" y="3029"/>
                    </a:cubicBezTo>
                    <a:cubicBezTo>
                      <a:pt x="1517" y="2408"/>
                      <a:pt x="1823" y="1819"/>
                      <a:pt x="2039" y="1198"/>
                    </a:cubicBezTo>
                    <a:cubicBezTo>
                      <a:pt x="2171" y="850"/>
                      <a:pt x="2262" y="494"/>
                      <a:pt x="2304" y="121"/>
                    </a:cubicBezTo>
                    <a:cubicBezTo>
                      <a:pt x="2313" y="43"/>
                      <a:pt x="2249" y="1"/>
                      <a:pt x="218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7" name="Google Shape;7367;p22"/>
              <p:cNvSpPr/>
              <p:nvPr/>
            </p:nvSpPr>
            <p:spPr>
              <a:xfrm>
                <a:off x="6177325" y="4445850"/>
                <a:ext cx="7300" cy="13475"/>
              </a:xfrm>
              <a:custGeom>
                <a:rect b="b" l="l" r="r" t="t"/>
                <a:pathLst>
                  <a:path extrusionOk="0" h="539" w="292">
                    <a:moveTo>
                      <a:pt x="258" y="0"/>
                    </a:moveTo>
                    <a:cubicBezTo>
                      <a:pt x="253" y="0"/>
                      <a:pt x="247" y="2"/>
                      <a:pt x="242" y="7"/>
                    </a:cubicBezTo>
                    <a:cubicBezTo>
                      <a:pt x="226" y="24"/>
                      <a:pt x="217" y="40"/>
                      <a:pt x="209" y="65"/>
                    </a:cubicBezTo>
                    <a:cubicBezTo>
                      <a:pt x="201" y="82"/>
                      <a:pt x="192" y="98"/>
                      <a:pt x="184" y="115"/>
                    </a:cubicBezTo>
                    <a:cubicBezTo>
                      <a:pt x="168" y="156"/>
                      <a:pt x="151" y="198"/>
                      <a:pt x="134" y="239"/>
                    </a:cubicBezTo>
                    <a:cubicBezTo>
                      <a:pt x="101" y="322"/>
                      <a:pt x="60" y="397"/>
                      <a:pt x="18" y="480"/>
                    </a:cubicBezTo>
                    <a:cubicBezTo>
                      <a:pt x="1" y="509"/>
                      <a:pt x="29" y="538"/>
                      <a:pt x="56" y="538"/>
                    </a:cubicBezTo>
                    <a:cubicBezTo>
                      <a:pt x="67" y="538"/>
                      <a:pt x="77" y="533"/>
                      <a:pt x="85" y="521"/>
                    </a:cubicBezTo>
                    <a:cubicBezTo>
                      <a:pt x="134" y="446"/>
                      <a:pt x="176" y="364"/>
                      <a:pt x="217" y="281"/>
                    </a:cubicBezTo>
                    <a:cubicBezTo>
                      <a:pt x="234" y="239"/>
                      <a:pt x="250" y="198"/>
                      <a:pt x="267" y="156"/>
                    </a:cubicBezTo>
                    <a:cubicBezTo>
                      <a:pt x="275" y="115"/>
                      <a:pt x="292" y="65"/>
                      <a:pt x="284" y="24"/>
                    </a:cubicBezTo>
                    <a:cubicBezTo>
                      <a:pt x="284" y="12"/>
                      <a:pt x="271" y="0"/>
                      <a:pt x="2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8" name="Google Shape;7368;p22"/>
              <p:cNvSpPr/>
              <p:nvPr/>
            </p:nvSpPr>
            <p:spPr>
              <a:xfrm>
                <a:off x="6188350" y="4429025"/>
                <a:ext cx="4150" cy="6375"/>
              </a:xfrm>
              <a:custGeom>
                <a:rect b="b" l="l" r="r" t="t"/>
                <a:pathLst>
                  <a:path extrusionOk="0" h="255" w="166">
                    <a:moveTo>
                      <a:pt x="149" y="1"/>
                    </a:moveTo>
                    <a:cubicBezTo>
                      <a:pt x="133" y="1"/>
                      <a:pt x="124" y="1"/>
                      <a:pt x="116" y="9"/>
                    </a:cubicBezTo>
                    <a:cubicBezTo>
                      <a:pt x="99" y="26"/>
                      <a:pt x="91" y="34"/>
                      <a:pt x="83" y="51"/>
                    </a:cubicBezTo>
                    <a:cubicBezTo>
                      <a:pt x="66" y="67"/>
                      <a:pt x="66" y="84"/>
                      <a:pt x="58" y="100"/>
                    </a:cubicBezTo>
                    <a:lnTo>
                      <a:pt x="17" y="191"/>
                    </a:lnTo>
                    <a:cubicBezTo>
                      <a:pt x="0" y="208"/>
                      <a:pt x="8" y="241"/>
                      <a:pt x="33" y="249"/>
                    </a:cubicBezTo>
                    <a:cubicBezTo>
                      <a:pt x="39" y="253"/>
                      <a:pt x="48" y="254"/>
                      <a:pt x="56" y="254"/>
                    </a:cubicBezTo>
                    <a:cubicBezTo>
                      <a:pt x="71" y="254"/>
                      <a:pt x="86" y="249"/>
                      <a:pt x="91" y="233"/>
                    </a:cubicBezTo>
                    <a:cubicBezTo>
                      <a:pt x="108" y="200"/>
                      <a:pt x="124" y="175"/>
                      <a:pt x="133" y="142"/>
                    </a:cubicBezTo>
                    <a:cubicBezTo>
                      <a:pt x="141" y="125"/>
                      <a:pt x="149" y="109"/>
                      <a:pt x="157" y="92"/>
                    </a:cubicBezTo>
                    <a:cubicBezTo>
                      <a:pt x="166" y="67"/>
                      <a:pt x="166" y="51"/>
                      <a:pt x="166" y="34"/>
                    </a:cubicBezTo>
                    <a:cubicBezTo>
                      <a:pt x="166" y="17"/>
                      <a:pt x="157" y="9"/>
                      <a:pt x="1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9" name="Google Shape;7369;p22"/>
              <p:cNvSpPr/>
              <p:nvPr/>
            </p:nvSpPr>
            <p:spPr>
              <a:xfrm>
                <a:off x="6008125" y="4407375"/>
                <a:ext cx="63825" cy="257175"/>
              </a:xfrm>
              <a:custGeom>
                <a:rect b="b" l="l" r="r" t="t"/>
                <a:pathLst>
                  <a:path extrusionOk="0" h="10287" w="2553">
                    <a:moveTo>
                      <a:pt x="1913" y="1"/>
                    </a:moveTo>
                    <a:cubicBezTo>
                      <a:pt x="1868" y="1"/>
                      <a:pt x="1823" y="7"/>
                      <a:pt x="1782" y="14"/>
                    </a:cubicBezTo>
                    <a:cubicBezTo>
                      <a:pt x="1558" y="47"/>
                      <a:pt x="1335" y="163"/>
                      <a:pt x="1185" y="328"/>
                    </a:cubicBezTo>
                    <a:cubicBezTo>
                      <a:pt x="1011" y="519"/>
                      <a:pt x="937" y="759"/>
                      <a:pt x="912" y="1008"/>
                    </a:cubicBezTo>
                    <a:cubicBezTo>
                      <a:pt x="879" y="1281"/>
                      <a:pt x="912" y="1546"/>
                      <a:pt x="920" y="1820"/>
                    </a:cubicBezTo>
                    <a:cubicBezTo>
                      <a:pt x="937" y="2126"/>
                      <a:pt x="937" y="2441"/>
                      <a:pt x="929" y="2756"/>
                    </a:cubicBezTo>
                    <a:cubicBezTo>
                      <a:pt x="929" y="2905"/>
                      <a:pt x="929" y="3054"/>
                      <a:pt x="920" y="3212"/>
                    </a:cubicBezTo>
                    <a:cubicBezTo>
                      <a:pt x="920" y="3245"/>
                      <a:pt x="937" y="3261"/>
                      <a:pt x="953" y="3278"/>
                    </a:cubicBezTo>
                    <a:cubicBezTo>
                      <a:pt x="895" y="3734"/>
                      <a:pt x="829" y="4198"/>
                      <a:pt x="804" y="4653"/>
                    </a:cubicBezTo>
                    <a:cubicBezTo>
                      <a:pt x="771" y="5258"/>
                      <a:pt x="837" y="5855"/>
                      <a:pt x="1003" y="6443"/>
                    </a:cubicBezTo>
                    <a:cubicBezTo>
                      <a:pt x="1078" y="6725"/>
                      <a:pt x="1185" y="7006"/>
                      <a:pt x="1310" y="7280"/>
                    </a:cubicBezTo>
                    <a:cubicBezTo>
                      <a:pt x="1417" y="7537"/>
                      <a:pt x="1567" y="7794"/>
                      <a:pt x="1492" y="8084"/>
                    </a:cubicBezTo>
                    <a:cubicBezTo>
                      <a:pt x="1417" y="8382"/>
                      <a:pt x="1177" y="8606"/>
                      <a:pt x="937" y="8788"/>
                    </a:cubicBezTo>
                    <a:cubicBezTo>
                      <a:pt x="655" y="9003"/>
                      <a:pt x="365" y="9210"/>
                      <a:pt x="83" y="9426"/>
                    </a:cubicBezTo>
                    <a:cubicBezTo>
                      <a:pt x="25" y="9459"/>
                      <a:pt x="1" y="9550"/>
                      <a:pt x="59" y="9600"/>
                    </a:cubicBezTo>
                    <a:cubicBezTo>
                      <a:pt x="274" y="9782"/>
                      <a:pt x="489" y="9998"/>
                      <a:pt x="730" y="10147"/>
                    </a:cubicBezTo>
                    <a:cubicBezTo>
                      <a:pt x="892" y="10241"/>
                      <a:pt x="1070" y="10286"/>
                      <a:pt x="1256" y="10286"/>
                    </a:cubicBezTo>
                    <a:cubicBezTo>
                      <a:pt x="1299" y="10286"/>
                      <a:pt x="1341" y="10284"/>
                      <a:pt x="1384" y="10279"/>
                    </a:cubicBezTo>
                    <a:cubicBezTo>
                      <a:pt x="1848" y="10213"/>
                      <a:pt x="2238" y="9890"/>
                      <a:pt x="2387" y="9451"/>
                    </a:cubicBezTo>
                    <a:cubicBezTo>
                      <a:pt x="2553" y="8954"/>
                      <a:pt x="2420" y="8415"/>
                      <a:pt x="2147" y="7984"/>
                    </a:cubicBezTo>
                    <a:cubicBezTo>
                      <a:pt x="1989" y="7744"/>
                      <a:pt x="1832" y="7520"/>
                      <a:pt x="1716" y="7263"/>
                    </a:cubicBezTo>
                    <a:cubicBezTo>
                      <a:pt x="1608" y="7006"/>
                      <a:pt x="1525" y="6741"/>
                      <a:pt x="1467" y="6476"/>
                    </a:cubicBezTo>
                    <a:cubicBezTo>
                      <a:pt x="1351" y="5913"/>
                      <a:pt x="1326" y="5325"/>
                      <a:pt x="1343" y="4753"/>
                    </a:cubicBezTo>
                    <a:cubicBezTo>
                      <a:pt x="1368" y="4156"/>
                      <a:pt x="1459" y="3560"/>
                      <a:pt x="1608" y="2980"/>
                    </a:cubicBezTo>
                    <a:cubicBezTo>
                      <a:pt x="1757" y="2425"/>
                      <a:pt x="1956" y="1869"/>
                      <a:pt x="2064" y="1306"/>
                    </a:cubicBezTo>
                    <a:cubicBezTo>
                      <a:pt x="2122" y="1024"/>
                      <a:pt x="2155" y="743"/>
                      <a:pt x="2147" y="453"/>
                    </a:cubicBezTo>
                    <a:cubicBezTo>
                      <a:pt x="2147" y="345"/>
                      <a:pt x="2163" y="179"/>
                      <a:pt x="2097" y="80"/>
                    </a:cubicBezTo>
                    <a:cubicBezTo>
                      <a:pt x="2056" y="18"/>
                      <a:pt x="1986" y="1"/>
                      <a:pt x="191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0" name="Google Shape;7370;p22"/>
              <p:cNvSpPr/>
              <p:nvPr/>
            </p:nvSpPr>
            <p:spPr>
              <a:xfrm>
                <a:off x="6023050" y="4453125"/>
                <a:ext cx="4375" cy="19100"/>
              </a:xfrm>
              <a:custGeom>
                <a:rect b="b" l="l" r="r" t="t"/>
                <a:pathLst>
                  <a:path extrusionOk="0" h="764" w="175">
                    <a:moveTo>
                      <a:pt x="43" y="0"/>
                    </a:moveTo>
                    <a:cubicBezTo>
                      <a:pt x="29" y="0"/>
                      <a:pt x="17" y="6"/>
                      <a:pt x="8" y="23"/>
                    </a:cubicBezTo>
                    <a:cubicBezTo>
                      <a:pt x="0" y="48"/>
                      <a:pt x="0" y="73"/>
                      <a:pt x="0" y="106"/>
                    </a:cubicBezTo>
                    <a:cubicBezTo>
                      <a:pt x="0" y="139"/>
                      <a:pt x="0" y="164"/>
                      <a:pt x="0" y="197"/>
                    </a:cubicBezTo>
                    <a:cubicBezTo>
                      <a:pt x="8" y="247"/>
                      <a:pt x="17" y="305"/>
                      <a:pt x="25" y="363"/>
                    </a:cubicBezTo>
                    <a:cubicBezTo>
                      <a:pt x="33" y="479"/>
                      <a:pt x="42" y="595"/>
                      <a:pt x="33" y="711"/>
                    </a:cubicBezTo>
                    <a:cubicBezTo>
                      <a:pt x="33" y="744"/>
                      <a:pt x="66" y="763"/>
                      <a:pt x="95" y="763"/>
                    </a:cubicBezTo>
                    <a:cubicBezTo>
                      <a:pt x="117" y="763"/>
                      <a:pt x="137" y="752"/>
                      <a:pt x="141" y="727"/>
                    </a:cubicBezTo>
                    <a:cubicBezTo>
                      <a:pt x="149" y="677"/>
                      <a:pt x="149" y="619"/>
                      <a:pt x="158" y="570"/>
                    </a:cubicBezTo>
                    <a:cubicBezTo>
                      <a:pt x="166" y="512"/>
                      <a:pt x="174" y="462"/>
                      <a:pt x="174" y="412"/>
                    </a:cubicBezTo>
                    <a:cubicBezTo>
                      <a:pt x="174" y="354"/>
                      <a:pt x="166" y="305"/>
                      <a:pt x="158" y="255"/>
                    </a:cubicBezTo>
                    <a:cubicBezTo>
                      <a:pt x="158" y="205"/>
                      <a:pt x="149" y="155"/>
                      <a:pt x="133" y="106"/>
                    </a:cubicBezTo>
                    <a:cubicBezTo>
                      <a:pt x="116" y="81"/>
                      <a:pt x="108" y="31"/>
                      <a:pt x="83" y="15"/>
                    </a:cubicBezTo>
                    <a:cubicBezTo>
                      <a:pt x="71" y="6"/>
                      <a:pt x="56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1" name="Google Shape;7371;p22"/>
              <p:cNvSpPr/>
              <p:nvPr/>
            </p:nvSpPr>
            <p:spPr>
              <a:xfrm>
                <a:off x="6022000" y="4434050"/>
                <a:ext cx="2300" cy="7450"/>
              </a:xfrm>
              <a:custGeom>
                <a:rect b="b" l="l" r="r" t="t"/>
                <a:pathLst>
                  <a:path extrusionOk="0" h="298" w="92">
                    <a:moveTo>
                      <a:pt x="54" y="0"/>
                    </a:moveTo>
                    <a:cubicBezTo>
                      <a:pt x="45" y="0"/>
                      <a:pt x="37" y="5"/>
                      <a:pt x="34" y="15"/>
                    </a:cubicBezTo>
                    <a:cubicBezTo>
                      <a:pt x="26" y="24"/>
                      <a:pt x="26" y="32"/>
                      <a:pt x="17" y="40"/>
                    </a:cubicBezTo>
                    <a:cubicBezTo>
                      <a:pt x="17" y="48"/>
                      <a:pt x="17" y="65"/>
                      <a:pt x="17" y="73"/>
                    </a:cubicBezTo>
                    <a:cubicBezTo>
                      <a:pt x="9" y="90"/>
                      <a:pt x="9" y="115"/>
                      <a:pt x="9" y="140"/>
                    </a:cubicBezTo>
                    <a:cubicBezTo>
                      <a:pt x="9" y="173"/>
                      <a:pt x="1" y="214"/>
                      <a:pt x="1" y="256"/>
                    </a:cubicBezTo>
                    <a:cubicBezTo>
                      <a:pt x="1" y="280"/>
                      <a:pt x="17" y="297"/>
                      <a:pt x="42" y="297"/>
                    </a:cubicBezTo>
                    <a:cubicBezTo>
                      <a:pt x="67" y="297"/>
                      <a:pt x="84" y="280"/>
                      <a:pt x="84" y="256"/>
                    </a:cubicBezTo>
                    <a:cubicBezTo>
                      <a:pt x="84" y="214"/>
                      <a:pt x="84" y="181"/>
                      <a:pt x="92" y="140"/>
                    </a:cubicBezTo>
                    <a:cubicBezTo>
                      <a:pt x="92" y="123"/>
                      <a:pt x="92" y="98"/>
                      <a:pt x="92" y="82"/>
                    </a:cubicBezTo>
                    <a:lnTo>
                      <a:pt x="92" y="57"/>
                    </a:lnTo>
                    <a:cubicBezTo>
                      <a:pt x="92" y="40"/>
                      <a:pt x="84" y="32"/>
                      <a:pt x="84" y="24"/>
                    </a:cubicBezTo>
                    <a:cubicBezTo>
                      <a:pt x="79" y="9"/>
                      <a:pt x="66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2" name="Google Shape;7372;p22"/>
              <p:cNvSpPr/>
              <p:nvPr/>
            </p:nvSpPr>
            <p:spPr>
              <a:xfrm>
                <a:off x="6026575" y="4437325"/>
                <a:ext cx="1675" cy="4375"/>
              </a:xfrm>
              <a:custGeom>
                <a:rect b="b" l="l" r="r" t="t"/>
                <a:pathLst>
                  <a:path extrusionOk="0" h="175" w="67">
                    <a:moveTo>
                      <a:pt x="33" y="0"/>
                    </a:moveTo>
                    <a:cubicBezTo>
                      <a:pt x="25" y="0"/>
                      <a:pt x="17" y="9"/>
                      <a:pt x="17" y="17"/>
                    </a:cubicBezTo>
                    <a:cubicBezTo>
                      <a:pt x="8" y="25"/>
                      <a:pt x="8" y="25"/>
                      <a:pt x="8" y="33"/>
                    </a:cubicBezTo>
                    <a:cubicBezTo>
                      <a:pt x="8" y="42"/>
                      <a:pt x="8" y="42"/>
                      <a:pt x="8" y="50"/>
                    </a:cubicBezTo>
                    <a:cubicBezTo>
                      <a:pt x="8" y="58"/>
                      <a:pt x="0" y="75"/>
                      <a:pt x="0" y="83"/>
                    </a:cubicBezTo>
                    <a:lnTo>
                      <a:pt x="0" y="141"/>
                    </a:lnTo>
                    <a:cubicBezTo>
                      <a:pt x="0" y="158"/>
                      <a:pt x="17" y="174"/>
                      <a:pt x="33" y="174"/>
                    </a:cubicBezTo>
                    <a:cubicBezTo>
                      <a:pt x="50" y="174"/>
                      <a:pt x="66" y="158"/>
                      <a:pt x="66" y="141"/>
                    </a:cubicBezTo>
                    <a:cubicBezTo>
                      <a:pt x="66" y="116"/>
                      <a:pt x="66" y="100"/>
                      <a:pt x="58" y="83"/>
                    </a:cubicBezTo>
                    <a:cubicBezTo>
                      <a:pt x="58" y="75"/>
                      <a:pt x="58" y="58"/>
                      <a:pt x="58" y="50"/>
                    </a:cubicBezTo>
                    <a:cubicBezTo>
                      <a:pt x="58" y="42"/>
                      <a:pt x="58" y="42"/>
                      <a:pt x="58" y="33"/>
                    </a:cubicBezTo>
                    <a:cubicBezTo>
                      <a:pt x="58" y="25"/>
                      <a:pt x="50" y="25"/>
                      <a:pt x="50" y="17"/>
                    </a:cubicBezTo>
                    <a:cubicBezTo>
                      <a:pt x="50" y="9"/>
                      <a:pt x="41" y="0"/>
                      <a:pt x="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3" name="Google Shape;7373;p22"/>
              <p:cNvSpPr/>
              <p:nvPr/>
            </p:nvSpPr>
            <p:spPr>
              <a:xfrm>
                <a:off x="6025125" y="4466775"/>
                <a:ext cx="2500" cy="15925"/>
              </a:xfrm>
              <a:custGeom>
                <a:rect b="b" l="l" r="r" t="t"/>
                <a:pathLst>
                  <a:path extrusionOk="0" h="637" w="100">
                    <a:moveTo>
                      <a:pt x="61" y="0"/>
                    </a:moveTo>
                    <a:cubicBezTo>
                      <a:pt x="53" y="0"/>
                      <a:pt x="45" y="5"/>
                      <a:pt x="41" y="15"/>
                    </a:cubicBezTo>
                    <a:cubicBezTo>
                      <a:pt x="33" y="65"/>
                      <a:pt x="25" y="115"/>
                      <a:pt x="17" y="165"/>
                    </a:cubicBezTo>
                    <a:cubicBezTo>
                      <a:pt x="8" y="214"/>
                      <a:pt x="8" y="264"/>
                      <a:pt x="8" y="314"/>
                    </a:cubicBezTo>
                    <a:cubicBezTo>
                      <a:pt x="8" y="413"/>
                      <a:pt x="0" y="513"/>
                      <a:pt x="0" y="612"/>
                    </a:cubicBezTo>
                    <a:cubicBezTo>
                      <a:pt x="0" y="629"/>
                      <a:pt x="15" y="637"/>
                      <a:pt x="29" y="637"/>
                    </a:cubicBezTo>
                    <a:cubicBezTo>
                      <a:pt x="44" y="637"/>
                      <a:pt x="58" y="629"/>
                      <a:pt x="58" y="612"/>
                    </a:cubicBezTo>
                    <a:cubicBezTo>
                      <a:pt x="66" y="513"/>
                      <a:pt x="75" y="413"/>
                      <a:pt x="83" y="314"/>
                    </a:cubicBezTo>
                    <a:cubicBezTo>
                      <a:pt x="91" y="272"/>
                      <a:pt x="99" y="223"/>
                      <a:pt x="91" y="173"/>
                    </a:cubicBezTo>
                    <a:cubicBezTo>
                      <a:pt x="83" y="123"/>
                      <a:pt x="91" y="73"/>
                      <a:pt x="83" y="24"/>
                    </a:cubicBezTo>
                    <a:cubicBezTo>
                      <a:pt x="83" y="9"/>
                      <a:pt x="72" y="0"/>
                      <a:pt x="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4" name="Google Shape;7374;p22"/>
              <p:cNvSpPr/>
              <p:nvPr/>
            </p:nvSpPr>
            <p:spPr>
              <a:xfrm>
                <a:off x="6037325" y="4588200"/>
                <a:ext cx="5625" cy="21625"/>
              </a:xfrm>
              <a:custGeom>
                <a:rect b="b" l="l" r="r" t="t"/>
                <a:pathLst>
                  <a:path extrusionOk="0" h="865" w="225">
                    <a:moveTo>
                      <a:pt x="36" y="0"/>
                    </a:moveTo>
                    <a:cubicBezTo>
                      <a:pt x="25" y="0"/>
                      <a:pt x="14" y="4"/>
                      <a:pt x="9" y="14"/>
                    </a:cubicBezTo>
                    <a:cubicBezTo>
                      <a:pt x="1" y="47"/>
                      <a:pt x="1" y="72"/>
                      <a:pt x="9" y="105"/>
                    </a:cubicBezTo>
                    <a:cubicBezTo>
                      <a:pt x="9" y="138"/>
                      <a:pt x="17" y="179"/>
                      <a:pt x="26" y="213"/>
                    </a:cubicBezTo>
                    <a:cubicBezTo>
                      <a:pt x="42" y="279"/>
                      <a:pt x="59" y="345"/>
                      <a:pt x="67" y="411"/>
                    </a:cubicBezTo>
                    <a:cubicBezTo>
                      <a:pt x="92" y="544"/>
                      <a:pt x="117" y="685"/>
                      <a:pt x="133" y="817"/>
                    </a:cubicBezTo>
                    <a:cubicBezTo>
                      <a:pt x="138" y="847"/>
                      <a:pt x="162" y="864"/>
                      <a:pt x="184" y="864"/>
                    </a:cubicBezTo>
                    <a:cubicBezTo>
                      <a:pt x="205" y="864"/>
                      <a:pt x="225" y="849"/>
                      <a:pt x="225" y="817"/>
                    </a:cubicBezTo>
                    <a:cubicBezTo>
                      <a:pt x="216" y="677"/>
                      <a:pt x="208" y="536"/>
                      <a:pt x="183" y="395"/>
                    </a:cubicBezTo>
                    <a:cubicBezTo>
                      <a:pt x="175" y="320"/>
                      <a:pt x="158" y="254"/>
                      <a:pt x="142" y="188"/>
                    </a:cubicBezTo>
                    <a:cubicBezTo>
                      <a:pt x="125" y="130"/>
                      <a:pt x="109" y="39"/>
                      <a:pt x="59" y="5"/>
                    </a:cubicBezTo>
                    <a:cubicBezTo>
                      <a:pt x="52" y="2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5" name="Google Shape;7375;p22"/>
              <p:cNvSpPr/>
              <p:nvPr/>
            </p:nvSpPr>
            <p:spPr>
              <a:xfrm>
                <a:off x="6032975" y="4585850"/>
                <a:ext cx="2625" cy="9850"/>
              </a:xfrm>
              <a:custGeom>
                <a:rect b="b" l="l" r="r" t="t"/>
                <a:pathLst>
                  <a:path extrusionOk="0" h="394" w="105">
                    <a:moveTo>
                      <a:pt x="21" y="1"/>
                    </a:moveTo>
                    <a:cubicBezTo>
                      <a:pt x="11" y="1"/>
                      <a:pt x="1" y="8"/>
                      <a:pt x="1" y="17"/>
                    </a:cubicBezTo>
                    <a:cubicBezTo>
                      <a:pt x="1" y="133"/>
                      <a:pt x="26" y="257"/>
                      <a:pt x="42" y="373"/>
                    </a:cubicBezTo>
                    <a:cubicBezTo>
                      <a:pt x="42" y="387"/>
                      <a:pt x="55" y="394"/>
                      <a:pt x="69" y="394"/>
                    </a:cubicBezTo>
                    <a:cubicBezTo>
                      <a:pt x="86" y="394"/>
                      <a:pt x="105" y="383"/>
                      <a:pt x="100" y="365"/>
                    </a:cubicBezTo>
                    <a:cubicBezTo>
                      <a:pt x="84" y="249"/>
                      <a:pt x="75" y="124"/>
                      <a:pt x="42" y="17"/>
                    </a:cubicBezTo>
                    <a:cubicBezTo>
                      <a:pt x="39" y="5"/>
                      <a:pt x="30" y="1"/>
                      <a:pt x="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6" name="Google Shape;7376;p22"/>
              <p:cNvSpPr/>
              <p:nvPr/>
            </p:nvSpPr>
            <p:spPr>
              <a:xfrm>
                <a:off x="6026150" y="4562650"/>
                <a:ext cx="3750" cy="8550"/>
              </a:xfrm>
              <a:custGeom>
                <a:rect b="b" l="l" r="r" t="t"/>
                <a:pathLst>
                  <a:path extrusionOk="0" h="342" w="150">
                    <a:moveTo>
                      <a:pt x="34" y="0"/>
                    </a:moveTo>
                    <a:cubicBezTo>
                      <a:pt x="17" y="0"/>
                      <a:pt x="9" y="8"/>
                      <a:pt x="9" y="25"/>
                    </a:cubicBezTo>
                    <a:cubicBezTo>
                      <a:pt x="0" y="33"/>
                      <a:pt x="0" y="50"/>
                      <a:pt x="0" y="66"/>
                    </a:cubicBezTo>
                    <a:cubicBezTo>
                      <a:pt x="0" y="75"/>
                      <a:pt x="0" y="91"/>
                      <a:pt x="9" y="108"/>
                    </a:cubicBezTo>
                    <a:cubicBezTo>
                      <a:pt x="9" y="124"/>
                      <a:pt x="17" y="149"/>
                      <a:pt x="17" y="174"/>
                    </a:cubicBezTo>
                    <a:cubicBezTo>
                      <a:pt x="25" y="215"/>
                      <a:pt x="34" y="265"/>
                      <a:pt x="50" y="307"/>
                    </a:cubicBezTo>
                    <a:cubicBezTo>
                      <a:pt x="50" y="327"/>
                      <a:pt x="73" y="342"/>
                      <a:pt x="94" y="342"/>
                    </a:cubicBezTo>
                    <a:cubicBezTo>
                      <a:pt x="99" y="342"/>
                      <a:pt x="104" y="341"/>
                      <a:pt x="108" y="340"/>
                    </a:cubicBezTo>
                    <a:cubicBezTo>
                      <a:pt x="133" y="331"/>
                      <a:pt x="150" y="307"/>
                      <a:pt x="141" y="282"/>
                    </a:cubicBezTo>
                    <a:cubicBezTo>
                      <a:pt x="133" y="240"/>
                      <a:pt x="125" y="191"/>
                      <a:pt x="116" y="149"/>
                    </a:cubicBezTo>
                    <a:cubicBezTo>
                      <a:pt x="108" y="124"/>
                      <a:pt x="100" y="108"/>
                      <a:pt x="100" y="83"/>
                    </a:cubicBezTo>
                    <a:cubicBezTo>
                      <a:pt x="92" y="58"/>
                      <a:pt x="83" y="33"/>
                      <a:pt x="67" y="17"/>
                    </a:cubicBezTo>
                    <a:cubicBezTo>
                      <a:pt x="58" y="0"/>
                      <a:pt x="5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7" name="Google Shape;7377;p22"/>
              <p:cNvSpPr/>
              <p:nvPr/>
            </p:nvSpPr>
            <p:spPr>
              <a:xfrm>
                <a:off x="6026575" y="4518675"/>
                <a:ext cx="850" cy="4900"/>
              </a:xfrm>
              <a:custGeom>
                <a:rect b="b" l="l" r="r" t="t"/>
                <a:pathLst>
                  <a:path extrusionOk="0" h="196" w="34">
                    <a:moveTo>
                      <a:pt x="14" y="0"/>
                    </a:moveTo>
                    <a:cubicBezTo>
                      <a:pt x="6" y="0"/>
                      <a:pt x="0" y="7"/>
                      <a:pt x="0" y="19"/>
                    </a:cubicBezTo>
                    <a:cubicBezTo>
                      <a:pt x="0" y="69"/>
                      <a:pt x="0" y="127"/>
                      <a:pt x="0" y="177"/>
                    </a:cubicBezTo>
                    <a:cubicBezTo>
                      <a:pt x="0" y="189"/>
                      <a:pt x="8" y="195"/>
                      <a:pt x="17" y="195"/>
                    </a:cubicBezTo>
                    <a:cubicBezTo>
                      <a:pt x="25" y="195"/>
                      <a:pt x="33" y="189"/>
                      <a:pt x="33" y="177"/>
                    </a:cubicBezTo>
                    <a:cubicBezTo>
                      <a:pt x="33" y="127"/>
                      <a:pt x="33" y="69"/>
                      <a:pt x="33" y="19"/>
                    </a:cubicBezTo>
                    <a:cubicBezTo>
                      <a:pt x="29" y="7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8" name="Google Shape;7378;p22"/>
              <p:cNvSpPr/>
              <p:nvPr/>
            </p:nvSpPr>
            <p:spPr>
              <a:xfrm>
                <a:off x="5977875" y="4435425"/>
                <a:ext cx="17775" cy="111525"/>
              </a:xfrm>
              <a:custGeom>
                <a:rect b="b" l="l" r="r" t="t"/>
                <a:pathLst>
                  <a:path extrusionOk="0" h="4461" w="711">
                    <a:moveTo>
                      <a:pt x="86" y="0"/>
                    </a:moveTo>
                    <a:cubicBezTo>
                      <a:pt x="57" y="0"/>
                      <a:pt x="30" y="20"/>
                      <a:pt x="34" y="51"/>
                    </a:cubicBezTo>
                    <a:cubicBezTo>
                      <a:pt x="175" y="1203"/>
                      <a:pt x="1" y="2363"/>
                      <a:pt x="200" y="3507"/>
                    </a:cubicBezTo>
                    <a:cubicBezTo>
                      <a:pt x="258" y="3813"/>
                      <a:pt x="349" y="4111"/>
                      <a:pt x="473" y="4401"/>
                    </a:cubicBezTo>
                    <a:cubicBezTo>
                      <a:pt x="489" y="4442"/>
                      <a:pt x="527" y="4461"/>
                      <a:pt x="569" y="4461"/>
                    </a:cubicBezTo>
                    <a:cubicBezTo>
                      <a:pt x="636" y="4461"/>
                      <a:pt x="710" y="4412"/>
                      <a:pt x="705" y="4335"/>
                    </a:cubicBezTo>
                    <a:cubicBezTo>
                      <a:pt x="647" y="3813"/>
                      <a:pt x="598" y="3291"/>
                      <a:pt x="573" y="2761"/>
                    </a:cubicBezTo>
                    <a:cubicBezTo>
                      <a:pt x="556" y="2496"/>
                      <a:pt x="556" y="2231"/>
                      <a:pt x="548" y="1965"/>
                    </a:cubicBezTo>
                    <a:cubicBezTo>
                      <a:pt x="548" y="1841"/>
                      <a:pt x="540" y="1717"/>
                      <a:pt x="540" y="1584"/>
                    </a:cubicBezTo>
                    <a:cubicBezTo>
                      <a:pt x="540" y="1452"/>
                      <a:pt x="523" y="1311"/>
                      <a:pt x="506" y="1178"/>
                    </a:cubicBezTo>
                    <a:cubicBezTo>
                      <a:pt x="502" y="1124"/>
                      <a:pt x="463" y="1098"/>
                      <a:pt x="425" y="1098"/>
                    </a:cubicBezTo>
                    <a:cubicBezTo>
                      <a:pt x="386" y="1098"/>
                      <a:pt x="349" y="1124"/>
                      <a:pt x="349" y="1178"/>
                    </a:cubicBezTo>
                    <a:cubicBezTo>
                      <a:pt x="332" y="1311"/>
                      <a:pt x="324" y="1452"/>
                      <a:pt x="324" y="1584"/>
                    </a:cubicBezTo>
                    <a:cubicBezTo>
                      <a:pt x="324" y="1717"/>
                      <a:pt x="332" y="1841"/>
                      <a:pt x="332" y="1965"/>
                    </a:cubicBezTo>
                    <a:cubicBezTo>
                      <a:pt x="341" y="2231"/>
                      <a:pt x="357" y="2496"/>
                      <a:pt x="366" y="2761"/>
                    </a:cubicBezTo>
                    <a:cubicBezTo>
                      <a:pt x="374" y="2835"/>
                      <a:pt x="374" y="2910"/>
                      <a:pt x="374" y="2985"/>
                    </a:cubicBezTo>
                    <a:cubicBezTo>
                      <a:pt x="308" y="2330"/>
                      <a:pt x="332" y="1659"/>
                      <a:pt x="283" y="1004"/>
                    </a:cubicBezTo>
                    <a:cubicBezTo>
                      <a:pt x="258" y="681"/>
                      <a:pt x="216" y="358"/>
                      <a:pt x="142" y="43"/>
                    </a:cubicBezTo>
                    <a:cubicBezTo>
                      <a:pt x="134" y="13"/>
                      <a:pt x="110" y="0"/>
                      <a:pt x="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9" name="Google Shape;7379;p22"/>
              <p:cNvSpPr/>
              <p:nvPr/>
            </p:nvSpPr>
            <p:spPr>
              <a:xfrm>
                <a:off x="5984300" y="4449750"/>
                <a:ext cx="2300" cy="1675"/>
              </a:xfrm>
              <a:custGeom>
                <a:rect b="b" l="l" r="r" t="t"/>
                <a:pathLst>
                  <a:path extrusionOk="0" h="67" w="92">
                    <a:moveTo>
                      <a:pt x="42" y="0"/>
                    </a:moveTo>
                    <a:cubicBezTo>
                      <a:pt x="1" y="0"/>
                      <a:pt x="1" y="67"/>
                      <a:pt x="42" y="67"/>
                    </a:cubicBezTo>
                    <a:cubicBezTo>
                      <a:pt x="92" y="67"/>
                      <a:pt x="92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0" name="Google Shape;7380;p22"/>
              <p:cNvSpPr/>
              <p:nvPr/>
            </p:nvSpPr>
            <p:spPr>
              <a:xfrm>
                <a:off x="5856275" y="4427150"/>
                <a:ext cx="128675" cy="52775"/>
              </a:xfrm>
              <a:custGeom>
                <a:rect b="b" l="l" r="r" t="t"/>
                <a:pathLst>
                  <a:path extrusionOk="0" h="2111" w="5147">
                    <a:moveTo>
                      <a:pt x="69" y="1"/>
                    </a:moveTo>
                    <a:cubicBezTo>
                      <a:pt x="35" y="1"/>
                      <a:pt x="1" y="38"/>
                      <a:pt x="18" y="84"/>
                    </a:cubicBezTo>
                    <a:cubicBezTo>
                      <a:pt x="167" y="424"/>
                      <a:pt x="399" y="739"/>
                      <a:pt x="697" y="962"/>
                    </a:cubicBezTo>
                    <a:cubicBezTo>
                      <a:pt x="896" y="1120"/>
                      <a:pt x="1120" y="1244"/>
                      <a:pt x="1360" y="1335"/>
                    </a:cubicBezTo>
                    <a:cubicBezTo>
                      <a:pt x="1352" y="1377"/>
                      <a:pt x="1352" y="1418"/>
                      <a:pt x="1385" y="1443"/>
                    </a:cubicBezTo>
                    <a:cubicBezTo>
                      <a:pt x="1741" y="1733"/>
                      <a:pt x="2180" y="1857"/>
                      <a:pt x="2628" y="1907"/>
                    </a:cubicBezTo>
                    <a:cubicBezTo>
                      <a:pt x="2636" y="1932"/>
                      <a:pt x="2661" y="1957"/>
                      <a:pt x="2694" y="1965"/>
                    </a:cubicBezTo>
                    <a:cubicBezTo>
                      <a:pt x="3007" y="2045"/>
                      <a:pt x="3338" y="2075"/>
                      <a:pt x="3664" y="2075"/>
                    </a:cubicBezTo>
                    <a:cubicBezTo>
                      <a:pt x="3778" y="2075"/>
                      <a:pt x="3891" y="2071"/>
                      <a:pt x="4003" y="2064"/>
                    </a:cubicBezTo>
                    <a:cubicBezTo>
                      <a:pt x="4070" y="2056"/>
                      <a:pt x="4128" y="2056"/>
                      <a:pt x="4186" y="2048"/>
                    </a:cubicBezTo>
                    <a:cubicBezTo>
                      <a:pt x="4360" y="2077"/>
                      <a:pt x="4534" y="2110"/>
                      <a:pt x="4709" y="2110"/>
                    </a:cubicBezTo>
                    <a:cubicBezTo>
                      <a:pt x="4783" y="2110"/>
                      <a:pt x="4857" y="2104"/>
                      <a:pt x="4931" y="2089"/>
                    </a:cubicBezTo>
                    <a:cubicBezTo>
                      <a:pt x="4981" y="2081"/>
                      <a:pt x="5006" y="2031"/>
                      <a:pt x="5014" y="1990"/>
                    </a:cubicBezTo>
                    <a:cubicBezTo>
                      <a:pt x="5031" y="1758"/>
                      <a:pt x="5031" y="1534"/>
                      <a:pt x="5014" y="1310"/>
                    </a:cubicBezTo>
                    <a:cubicBezTo>
                      <a:pt x="5089" y="1211"/>
                      <a:pt x="5114" y="1087"/>
                      <a:pt x="5064" y="946"/>
                    </a:cubicBezTo>
                    <a:cubicBezTo>
                      <a:pt x="5056" y="929"/>
                      <a:pt x="5047" y="921"/>
                      <a:pt x="5039" y="904"/>
                    </a:cubicBezTo>
                    <a:cubicBezTo>
                      <a:pt x="5064" y="788"/>
                      <a:pt x="5097" y="664"/>
                      <a:pt x="5130" y="540"/>
                    </a:cubicBezTo>
                    <a:cubicBezTo>
                      <a:pt x="5147" y="474"/>
                      <a:pt x="5079" y="415"/>
                      <a:pt x="5017" y="415"/>
                    </a:cubicBezTo>
                    <a:cubicBezTo>
                      <a:pt x="4986" y="415"/>
                      <a:pt x="4956" y="429"/>
                      <a:pt x="4940" y="465"/>
                    </a:cubicBezTo>
                    <a:lnTo>
                      <a:pt x="4948" y="465"/>
                    </a:lnTo>
                    <a:lnTo>
                      <a:pt x="4931" y="498"/>
                    </a:lnTo>
                    <a:cubicBezTo>
                      <a:pt x="4923" y="507"/>
                      <a:pt x="4915" y="507"/>
                      <a:pt x="4906" y="507"/>
                    </a:cubicBezTo>
                    <a:cubicBezTo>
                      <a:pt x="4915" y="474"/>
                      <a:pt x="4923" y="432"/>
                      <a:pt x="4931" y="391"/>
                    </a:cubicBezTo>
                    <a:cubicBezTo>
                      <a:pt x="4946" y="320"/>
                      <a:pt x="4885" y="271"/>
                      <a:pt x="4829" y="271"/>
                    </a:cubicBezTo>
                    <a:cubicBezTo>
                      <a:pt x="4793" y="271"/>
                      <a:pt x="4759" y="292"/>
                      <a:pt x="4749" y="341"/>
                    </a:cubicBezTo>
                    <a:cubicBezTo>
                      <a:pt x="4691" y="623"/>
                      <a:pt x="4608" y="904"/>
                      <a:pt x="4509" y="1178"/>
                    </a:cubicBezTo>
                    <a:cubicBezTo>
                      <a:pt x="4376" y="1252"/>
                      <a:pt x="4219" y="1286"/>
                      <a:pt x="4078" y="1310"/>
                    </a:cubicBezTo>
                    <a:cubicBezTo>
                      <a:pt x="3713" y="1368"/>
                      <a:pt x="3340" y="1385"/>
                      <a:pt x="2976" y="1385"/>
                    </a:cubicBezTo>
                    <a:cubicBezTo>
                      <a:pt x="2263" y="1385"/>
                      <a:pt x="1534" y="1261"/>
                      <a:pt x="921" y="871"/>
                    </a:cubicBezTo>
                    <a:cubicBezTo>
                      <a:pt x="590" y="656"/>
                      <a:pt x="300" y="382"/>
                      <a:pt x="109" y="26"/>
                    </a:cubicBezTo>
                    <a:cubicBezTo>
                      <a:pt x="99" y="8"/>
                      <a:pt x="84" y="1"/>
                      <a:pt x="6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1" name="Google Shape;7381;p22"/>
              <p:cNvSpPr/>
              <p:nvPr/>
            </p:nvSpPr>
            <p:spPr>
              <a:xfrm>
                <a:off x="5927750" y="4452275"/>
                <a:ext cx="21150" cy="6550"/>
              </a:xfrm>
              <a:custGeom>
                <a:rect b="b" l="l" r="r" t="t"/>
                <a:pathLst>
                  <a:path extrusionOk="0" h="262" w="846">
                    <a:moveTo>
                      <a:pt x="766" y="0"/>
                    </a:moveTo>
                    <a:cubicBezTo>
                      <a:pt x="758" y="0"/>
                      <a:pt x="748" y="2"/>
                      <a:pt x="738" y="7"/>
                    </a:cubicBezTo>
                    <a:lnTo>
                      <a:pt x="747" y="7"/>
                    </a:lnTo>
                    <a:cubicBezTo>
                      <a:pt x="647" y="57"/>
                      <a:pt x="539" y="73"/>
                      <a:pt x="432" y="73"/>
                    </a:cubicBezTo>
                    <a:cubicBezTo>
                      <a:pt x="412" y="76"/>
                      <a:pt x="394" y="77"/>
                      <a:pt x="375" y="77"/>
                    </a:cubicBezTo>
                    <a:cubicBezTo>
                      <a:pt x="331" y="77"/>
                      <a:pt x="288" y="71"/>
                      <a:pt x="241" y="65"/>
                    </a:cubicBezTo>
                    <a:cubicBezTo>
                      <a:pt x="212" y="65"/>
                      <a:pt x="182" y="62"/>
                      <a:pt x="153" y="62"/>
                    </a:cubicBezTo>
                    <a:cubicBezTo>
                      <a:pt x="116" y="62"/>
                      <a:pt x="79" y="67"/>
                      <a:pt x="42" y="90"/>
                    </a:cubicBezTo>
                    <a:cubicBezTo>
                      <a:pt x="9" y="107"/>
                      <a:pt x="1" y="156"/>
                      <a:pt x="26" y="189"/>
                    </a:cubicBezTo>
                    <a:cubicBezTo>
                      <a:pt x="84" y="247"/>
                      <a:pt x="167" y="256"/>
                      <a:pt x="241" y="256"/>
                    </a:cubicBezTo>
                    <a:cubicBezTo>
                      <a:pt x="272" y="259"/>
                      <a:pt x="303" y="261"/>
                      <a:pt x="333" y="261"/>
                    </a:cubicBezTo>
                    <a:cubicBezTo>
                      <a:pt x="376" y="261"/>
                      <a:pt x="418" y="257"/>
                      <a:pt x="457" y="247"/>
                    </a:cubicBezTo>
                    <a:cubicBezTo>
                      <a:pt x="581" y="231"/>
                      <a:pt x="697" y="181"/>
                      <a:pt x="796" y="107"/>
                    </a:cubicBezTo>
                    <a:cubicBezTo>
                      <a:pt x="846" y="71"/>
                      <a:pt x="817" y="0"/>
                      <a:pt x="7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2" name="Google Shape;7382;p22"/>
              <p:cNvSpPr/>
              <p:nvPr/>
            </p:nvSpPr>
            <p:spPr>
              <a:xfrm>
                <a:off x="5908700" y="4450500"/>
                <a:ext cx="10800" cy="3825"/>
              </a:xfrm>
              <a:custGeom>
                <a:rect b="b" l="l" r="r" t="t"/>
                <a:pathLst>
                  <a:path extrusionOk="0" h="153" w="432">
                    <a:moveTo>
                      <a:pt x="78" y="1"/>
                    </a:moveTo>
                    <a:cubicBezTo>
                      <a:pt x="51" y="1"/>
                      <a:pt x="15" y="11"/>
                      <a:pt x="9" y="37"/>
                    </a:cubicBezTo>
                    <a:cubicBezTo>
                      <a:pt x="1" y="70"/>
                      <a:pt x="34" y="103"/>
                      <a:pt x="59" y="120"/>
                    </a:cubicBezTo>
                    <a:cubicBezTo>
                      <a:pt x="108" y="144"/>
                      <a:pt x="166" y="153"/>
                      <a:pt x="216" y="153"/>
                    </a:cubicBezTo>
                    <a:cubicBezTo>
                      <a:pt x="274" y="153"/>
                      <a:pt x="332" y="136"/>
                      <a:pt x="390" y="120"/>
                    </a:cubicBezTo>
                    <a:cubicBezTo>
                      <a:pt x="415" y="111"/>
                      <a:pt x="431" y="86"/>
                      <a:pt x="423" y="62"/>
                    </a:cubicBezTo>
                    <a:cubicBezTo>
                      <a:pt x="415" y="37"/>
                      <a:pt x="390" y="28"/>
                      <a:pt x="365" y="28"/>
                    </a:cubicBezTo>
                    <a:cubicBezTo>
                      <a:pt x="340" y="37"/>
                      <a:pt x="324" y="37"/>
                      <a:pt x="299" y="45"/>
                    </a:cubicBezTo>
                    <a:cubicBezTo>
                      <a:pt x="274" y="45"/>
                      <a:pt x="257" y="45"/>
                      <a:pt x="233" y="37"/>
                    </a:cubicBezTo>
                    <a:lnTo>
                      <a:pt x="208" y="37"/>
                    </a:lnTo>
                    <a:cubicBezTo>
                      <a:pt x="191" y="28"/>
                      <a:pt x="183" y="28"/>
                      <a:pt x="166" y="20"/>
                    </a:cubicBezTo>
                    <a:cubicBezTo>
                      <a:pt x="150" y="20"/>
                      <a:pt x="125" y="4"/>
                      <a:pt x="100" y="4"/>
                    </a:cubicBezTo>
                    <a:cubicBezTo>
                      <a:pt x="94" y="2"/>
                      <a:pt x="86" y="1"/>
                      <a:pt x="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3" name="Google Shape;7383;p22"/>
              <p:cNvSpPr/>
              <p:nvPr/>
            </p:nvSpPr>
            <p:spPr>
              <a:xfrm>
                <a:off x="5940800" y="4446425"/>
                <a:ext cx="3150" cy="3150"/>
              </a:xfrm>
              <a:custGeom>
                <a:rect b="b" l="l" r="r" t="t"/>
                <a:pathLst>
                  <a:path extrusionOk="0" h="126" w="126">
                    <a:moveTo>
                      <a:pt x="59" y="1"/>
                    </a:moveTo>
                    <a:cubicBezTo>
                      <a:pt x="51" y="1"/>
                      <a:pt x="51" y="1"/>
                      <a:pt x="42" y="9"/>
                    </a:cubicBezTo>
                    <a:cubicBezTo>
                      <a:pt x="34" y="9"/>
                      <a:pt x="26" y="17"/>
                      <a:pt x="17" y="26"/>
                    </a:cubicBezTo>
                    <a:cubicBezTo>
                      <a:pt x="17" y="26"/>
                      <a:pt x="17" y="34"/>
                      <a:pt x="9" y="34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1" y="42"/>
                      <a:pt x="1" y="51"/>
                      <a:pt x="1" y="59"/>
                    </a:cubicBezTo>
                    <a:cubicBezTo>
                      <a:pt x="1" y="59"/>
                      <a:pt x="1" y="67"/>
                      <a:pt x="1" y="75"/>
                    </a:cubicBezTo>
                    <a:cubicBezTo>
                      <a:pt x="1" y="84"/>
                      <a:pt x="1" y="84"/>
                      <a:pt x="9" y="92"/>
                    </a:cubicBezTo>
                    <a:cubicBezTo>
                      <a:pt x="9" y="100"/>
                      <a:pt x="9" y="109"/>
                      <a:pt x="17" y="109"/>
                    </a:cubicBezTo>
                    <a:cubicBezTo>
                      <a:pt x="17" y="117"/>
                      <a:pt x="26" y="117"/>
                      <a:pt x="26" y="117"/>
                    </a:cubicBezTo>
                    <a:cubicBezTo>
                      <a:pt x="34" y="125"/>
                      <a:pt x="34" y="125"/>
                      <a:pt x="42" y="125"/>
                    </a:cubicBezTo>
                    <a:lnTo>
                      <a:pt x="67" y="125"/>
                    </a:lnTo>
                    <a:cubicBezTo>
                      <a:pt x="75" y="125"/>
                      <a:pt x="75" y="125"/>
                      <a:pt x="84" y="117"/>
                    </a:cubicBezTo>
                    <a:lnTo>
                      <a:pt x="92" y="117"/>
                    </a:lnTo>
                    <a:cubicBezTo>
                      <a:pt x="92" y="109"/>
                      <a:pt x="100" y="109"/>
                      <a:pt x="109" y="109"/>
                    </a:cubicBezTo>
                    <a:cubicBezTo>
                      <a:pt x="109" y="100"/>
                      <a:pt x="117" y="92"/>
                      <a:pt x="117" y="84"/>
                    </a:cubicBezTo>
                    <a:cubicBezTo>
                      <a:pt x="117" y="84"/>
                      <a:pt x="125" y="75"/>
                      <a:pt x="125" y="75"/>
                    </a:cubicBezTo>
                    <a:cubicBezTo>
                      <a:pt x="125" y="67"/>
                      <a:pt x="125" y="59"/>
                      <a:pt x="125" y="51"/>
                    </a:cubicBezTo>
                    <a:cubicBezTo>
                      <a:pt x="125" y="42"/>
                      <a:pt x="125" y="42"/>
                      <a:pt x="117" y="34"/>
                    </a:cubicBezTo>
                    <a:cubicBezTo>
                      <a:pt x="117" y="26"/>
                      <a:pt x="117" y="17"/>
                      <a:pt x="109" y="17"/>
                    </a:cubicBezTo>
                    <a:lnTo>
                      <a:pt x="100" y="9"/>
                    </a:lnTo>
                    <a:cubicBezTo>
                      <a:pt x="100" y="9"/>
                      <a:pt x="84" y="1"/>
                      <a:pt x="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4" name="Google Shape;7384;p22"/>
              <p:cNvSpPr/>
              <p:nvPr/>
            </p:nvSpPr>
            <p:spPr>
              <a:xfrm>
                <a:off x="5864975" y="4494950"/>
                <a:ext cx="8550" cy="17650"/>
              </a:xfrm>
              <a:custGeom>
                <a:rect b="b" l="l" r="r" t="t"/>
                <a:pathLst>
                  <a:path extrusionOk="0" h="706" w="342">
                    <a:moveTo>
                      <a:pt x="254" y="1"/>
                    </a:moveTo>
                    <a:cubicBezTo>
                      <a:pt x="232" y="1"/>
                      <a:pt x="210" y="12"/>
                      <a:pt x="200" y="32"/>
                    </a:cubicBezTo>
                    <a:cubicBezTo>
                      <a:pt x="167" y="73"/>
                      <a:pt x="175" y="148"/>
                      <a:pt x="167" y="206"/>
                    </a:cubicBezTo>
                    <a:cubicBezTo>
                      <a:pt x="167" y="256"/>
                      <a:pt x="150" y="297"/>
                      <a:pt x="142" y="347"/>
                    </a:cubicBezTo>
                    <a:cubicBezTo>
                      <a:pt x="117" y="454"/>
                      <a:pt x="84" y="546"/>
                      <a:pt x="26" y="637"/>
                    </a:cubicBezTo>
                    <a:cubicBezTo>
                      <a:pt x="1" y="669"/>
                      <a:pt x="34" y="706"/>
                      <a:pt x="66" y="706"/>
                    </a:cubicBezTo>
                    <a:cubicBezTo>
                      <a:pt x="76" y="706"/>
                      <a:pt x="85" y="702"/>
                      <a:pt x="93" y="695"/>
                    </a:cubicBezTo>
                    <a:cubicBezTo>
                      <a:pt x="175" y="604"/>
                      <a:pt x="242" y="504"/>
                      <a:pt x="283" y="388"/>
                    </a:cubicBezTo>
                    <a:cubicBezTo>
                      <a:pt x="308" y="330"/>
                      <a:pt x="316" y="272"/>
                      <a:pt x="324" y="206"/>
                    </a:cubicBezTo>
                    <a:cubicBezTo>
                      <a:pt x="333" y="148"/>
                      <a:pt x="341" y="73"/>
                      <a:pt x="291" y="24"/>
                    </a:cubicBezTo>
                    <a:lnTo>
                      <a:pt x="291" y="15"/>
                    </a:lnTo>
                    <a:cubicBezTo>
                      <a:pt x="282" y="5"/>
                      <a:pt x="268" y="1"/>
                      <a:pt x="2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5" name="Google Shape;7385;p22"/>
              <p:cNvSpPr/>
              <p:nvPr/>
            </p:nvSpPr>
            <p:spPr>
              <a:xfrm>
                <a:off x="5867900" y="4481125"/>
                <a:ext cx="2725" cy="8200"/>
              </a:xfrm>
              <a:custGeom>
                <a:rect b="b" l="l" r="r" t="t"/>
                <a:pathLst>
                  <a:path extrusionOk="0" h="328" w="109">
                    <a:moveTo>
                      <a:pt x="67" y="1"/>
                    </a:moveTo>
                    <a:cubicBezTo>
                      <a:pt x="56" y="1"/>
                      <a:pt x="46" y="5"/>
                      <a:pt x="42" y="13"/>
                    </a:cubicBezTo>
                    <a:cubicBezTo>
                      <a:pt x="33" y="30"/>
                      <a:pt x="25" y="38"/>
                      <a:pt x="17" y="46"/>
                    </a:cubicBezTo>
                    <a:cubicBezTo>
                      <a:pt x="17" y="63"/>
                      <a:pt x="17" y="71"/>
                      <a:pt x="17" y="88"/>
                    </a:cubicBezTo>
                    <a:cubicBezTo>
                      <a:pt x="17" y="104"/>
                      <a:pt x="9" y="129"/>
                      <a:pt x="9" y="154"/>
                    </a:cubicBezTo>
                    <a:cubicBezTo>
                      <a:pt x="9" y="195"/>
                      <a:pt x="9" y="237"/>
                      <a:pt x="0" y="278"/>
                    </a:cubicBezTo>
                    <a:cubicBezTo>
                      <a:pt x="0" y="303"/>
                      <a:pt x="25" y="328"/>
                      <a:pt x="50" y="328"/>
                    </a:cubicBezTo>
                    <a:cubicBezTo>
                      <a:pt x="83" y="328"/>
                      <a:pt x="100" y="303"/>
                      <a:pt x="100" y="278"/>
                    </a:cubicBezTo>
                    <a:cubicBezTo>
                      <a:pt x="100" y="237"/>
                      <a:pt x="108" y="195"/>
                      <a:pt x="108" y="154"/>
                    </a:cubicBezTo>
                    <a:cubicBezTo>
                      <a:pt x="108" y="129"/>
                      <a:pt x="108" y="113"/>
                      <a:pt x="108" y="88"/>
                    </a:cubicBezTo>
                    <a:cubicBezTo>
                      <a:pt x="108" y="79"/>
                      <a:pt x="108" y="63"/>
                      <a:pt x="108" y="55"/>
                    </a:cubicBezTo>
                    <a:lnTo>
                      <a:pt x="108" y="46"/>
                    </a:lnTo>
                    <a:cubicBezTo>
                      <a:pt x="108" y="38"/>
                      <a:pt x="100" y="30"/>
                      <a:pt x="91" y="13"/>
                    </a:cubicBezTo>
                    <a:cubicBezTo>
                      <a:pt x="87" y="5"/>
                      <a:pt x="77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6" name="Google Shape;7386;p22"/>
              <p:cNvSpPr/>
              <p:nvPr/>
            </p:nvSpPr>
            <p:spPr>
              <a:xfrm>
                <a:off x="5864800" y="4474200"/>
                <a:ext cx="3125" cy="2500"/>
              </a:xfrm>
              <a:custGeom>
                <a:rect b="b" l="l" r="r" t="t"/>
                <a:pathLst>
                  <a:path extrusionOk="0" h="100" w="125">
                    <a:moveTo>
                      <a:pt x="66" y="0"/>
                    </a:moveTo>
                    <a:cubicBezTo>
                      <a:pt x="0" y="0"/>
                      <a:pt x="0" y="100"/>
                      <a:pt x="66" y="100"/>
                    </a:cubicBezTo>
                    <a:cubicBezTo>
                      <a:pt x="124" y="10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7" name="Google Shape;7387;p22"/>
              <p:cNvSpPr/>
              <p:nvPr/>
            </p:nvSpPr>
            <p:spPr>
              <a:xfrm>
                <a:off x="5850150" y="4509775"/>
                <a:ext cx="6600" cy="14425"/>
              </a:xfrm>
              <a:custGeom>
                <a:rect b="b" l="l" r="r" t="t"/>
                <a:pathLst>
                  <a:path extrusionOk="0" h="577" w="264">
                    <a:moveTo>
                      <a:pt x="202" y="0"/>
                    </a:moveTo>
                    <a:cubicBezTo>
                      <a:pt x="189" y="0"/>
                      <a:pt x="177" y="6"/>
                      <a:pt x="172" y="19"/>
                    </a:cubicBezTo>
                    <a:cubicBezTo>
                      <a:pt x="130" y="102"/>
                      <a:pt x="89" y="185"/>
                      <a:pt x="64" y="267"/>
                    </a:cubicBezTo>
                    <a:cubicBezTo>
                      <a:pt x="39" y="350"/>
                      <a:pt x="23" y="433"/>
                      <a:pt x="6" y="524"/>
                    </a:cubicBezTo>
                    <a:cubicBezTo>
                      <a:pt x="1" y="555"/>
                      <a:pt x="27" y="576"/>
                      <a:pt x="52" y="576"/>
                    </a:cubicBezTo>
                    <a:cubicBezTo>
                      <a:pt x="68" y="576"/>
                      <a:pt x="83" y="568"/>
                      <a:pt x="89" y="549"/>
                    </a:cubicBezTo>
                    <a:cubicBezTo>
                      <a:pt x="114" y="466"/>
                      <a:pt x="139" y="383"/>
                      <a:pt x="164" y="301"/>
                    </a:cubicBezTo>
                    <a:cubicBezTo>
                      <a:pt x="197" y="218"/>
                      <a:pt x="222" y="135"/>
                      <a:pt x="246" y="60"/>
                    </a:cubicBezTo>
                    <a:cubicBezTo>
                      <a:pt x="263" y="26"/>
                      <a:pt x="230" y="0"/>
                      <a:pt x="2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8" name="Google Shape;7388;p22"/>
              <p:cNvSpPr/>
              <p:nvPr/>
            </p:nvSpPr>
            <p:spPr>
              <a:xfrm>
                <a:off x="5780675" y="4448600"/>
                <a:ext cx="35050" cy="99500"/>
              </a:xfrm>
              <a:custGeom>
                <a:rect b="b" l="l" r="r" t="t"/>
                <a:pathLst>
                  <a:path extrusionOk="0" h="3980" w="1402">
                    <a:moveTo>
                      <a:pt x="74" y="0"/>
                    </a:moveTo>
                    <a:cubicBezTo>
                      <a:pt x="38" y="0"/>
                      <a:pt x="1" y="40"/>
                      <a:pt x="18" y="80"/>
                    </a:cubicBezTo>
                    <a:cubicBezTo>
                      <a:pt x="217" y="519"/>
                      <a:pt x="341" y="974"/>
                      <a:pt x="399" y="1447"/>
                    </a:cubicBezTo>
                    <a:cubicBezTo>
                      <a:pt x="382" y="1455"/>
                      <a:pt x="374" y="1472"/>
                      <a:pt x="366" y="1496"/>
                    </a:cubicBezTo>
                    <a:cubicBezTo>
                      <a:pt x="299" y="1728"/>
                      <a:pt x="299" y="1977"/>
                      <a:pt x="308" y="2217"/>
                    </a:cubicBezTo>
                    <a:cubicBezTo>
                      <a:pt x="308" y="2259"/>
                      <a:pt x="308" y="2300"/>
                      <a:pt x="316" y="2342"/>
                    </a:cubicBezTo>
                    <a:cubicBezTo>
                      <a:pt x="291" y="2400"/>
                      <a:pt x="266" y="2458"/>
                      <a:pt x="258" y="2524"/>
                    </a:cubicBezTo>
                    <a:cubicBezTo>
                      <a:pt x="250" y="2532"/>
                      <a:pt x="250" y="2532"/>
                      <a:pt x="250" y="2540"/>
                    </a:cubicBezTo>
                    <a:cubicBezTo>
                      <a:pt x="225" y="2590"/>
                      <a:pt x="217" y="2648"/>
                      <a:pt x="217" y="2698"/>
                    </a:cubicBezTo>
                    <a:cubicBezTo>
                      <a:pt x="183" y="2963"/>
                      <a:pt x="258" y="3228"/>
                      <a:pt x="440" y="3435"/>
                    </a:cubicBezTo>
                    <a:cubicBezTo>
                      <a:pt x="449" y="3444"/>
                      <a:pt x="457" y="3452"/>
                      <a:pt x="457" y="3460"/>
                    </a:cubicBezTo>
                    <a:cubicBezTo>
                      <a:pt x="507" y="3518"/>
                      <a:pt x="565" y="3568"/>
                      <a:pt x="614" y="3618"/>
                    </a:cubicBezTo>
                    <a:cubicBezTo>
                      <a:pt x="639" y="3651"/>
                      <a:pt x="639" y="3651"/>
                      <a:pt x="614" y="3684"/>
                    </a:cubicBezTo>
                    <a:cubicBezTo>
                      <a:pt x="589" y="3717"/>
                      <a:pt x="548" y="3742"/>
                      <a:pt x="515" y="3758"/>
                    </a:cubicBezTo>
                    <a:cubicBezTo>
                      <a:pt x="418" y="3825"/>
                      <a:pt x="462" y="3980"/>
                      <a:pt x="568" y="3980"/>
                    </a:cubicBezTo>
                    <a:cubicBezTo>
                      <a:pt x="580" y="3980"/>
                      <a:pt x="593" y="3978"/>
                      <a:pt x="606" y="3974"/>
                    </a:cubicBezTo>
                    <a:cubicBezTo>
                      <a:pt x="797" y="3924"/>
                      <a:pt x="987" y="3866"/>
                      <a:pt x="1186" y="3808"/>
                    </a:cubicBezTo>
                    <a:cubicBezTo>
                      <a:pt x="1219" y="3792"/>
                      <a:pt x="1244" y="3767"/>
                      <a:pt x="1261" y="3734"/>
                    </a:cubicBezTo>
                    <a:cubicBezTo>
                      <a:pt x="1277" y="3734"/>
                      <a:pt x="1294" y="3734"/>
                      <a:pt x="1310" y="3725"/>
                    </a:cubicBezTo>
                    <a:cubicBezTo>
                      <a:pt x="1360" y="3717"/>
                      <a:pt x="1401" y="3659"/>
                      <a:pt x="1401" y="3609"/>
                    </a:cubicBezTo>
                    <a:cubicBezTo>
                      <a:pt x="1401" y="3551"/>
                      <a:pt x="1360" y="3510"/>
                      <a:pt x="1310" y="3493"/>
                    </a:cubicBezTo>
                    <a:cubicBezTo>
                      <a:pt x="1095" y="3402"/>
                      <a:pt x="896" y="3303"/>
                      <a:pt x="780" y="3087"/>
                    </a:cubicBezTo>
                    <a:cubicBezTo>
                      <a:pt x="664" y="2864"/>
                      <a:pt x="656" y="2598"/>
                      <a:pt x="656" y="2358"/>
                    </a:cubicBezTo>
                    <a:cubicBezTo>
                      <a:pt x="656" y="1836"/>
                      <a:pt x="606" y="1331"/>
                      <a:pt x="449" y="834"/>
                    </a:cubicBezTo>
                    <a:cubicBezTo>
                      <a:pt x="366" y="552"/>
                      <a:pt x="250" y="287"/>
                      <a:pt x="117" y="30"/>
                    </a:cubicBezTo>
                    <a:cubicBezTo>
                      <a:pt x="107" y="9"/>
                      <a:pt x="90" y="0"/>
                      <a:pt x="7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9" name="Google Shape;7389;p22"/>
              <p:cNvSpPr/>
              <p:nvPr/>
            </p:nvSpPr>
            <p:spPr>
              <a:xfrm>
                <a:off x="5800175" y="4499450"/>
                <a:ext cx="3125" cy="15825"/>
              </a:xfrm>
              <a:custGeom>
                <a:rect b="b" l="l" r="r" t="t"/>
                <a:pathLst>
                  <a:path extrusionOk="0" h="633" w="125">
                    <a:moveTo>
                      <a:pt x="73" y="0"/>
                    </a:moveTo>
                    <a:cubicBezTo>
                      <a:pt x="67" y="0"/>
                      <a:pt x="61" y="3"/>
                      <a:pt x="58" y="9"/>
                    </a:cubicBezTo>
                    <a:cubicBezTo>
                      <a:pt x="33" y="34"/>
                      <a:pt x="33" y="51"/>
                      <a:pt x="25" y="76"/>
                    </a:cubicBezTo>
                    <a:cubicBezTo>
                      <a:pt x="25" y="100"/>
                      <a:pt x="17" y="125"/>
                      <a:pt x="8" y="150"/>
                    </a:cubicBezTo>
                    <a:cubicBezTo>
                      <a:pt x="0" y="200"/>
                      <a:pt x="0" y="250"/>
                      <a:pt x="8" y="299"/>
                    </a:cubicBezTo>
                    <a:cubicBezTo>
                      <a:pt x="8" y="399"/>
                      <a:pt x="8" y="490"/>
                      <a:pt x="17" y="589"/>
                    </a:cubicBezTo>
                    <a:cubicBezTo>
                      <a:pt x="21" y="618"/>
                      <a:pt x="46" y="633"/>
                      <a:pt x="69" y="633"/>
                    </a:cubicBezTo>
                    <a:cubicBezTo>
                      <a:pt x="93" y="633"/>
                      <a:pt x="116" y="618"/>
                      <a:pt x="116" y="589"/>
                    </a:cubicBezTo>
                    <a:cubicBezTo>
                      <a:pt x="116" y="490"/>
                      <a:pt x="116" y="399"/>
                      <a:pt x="116" y="299"/>
                    </a:cubicBezTo>
                    <a:cubicBezTo>
                      <a:pt x="124" y="258"/>
                      <a:pt x="124" y="208"/>
                      <a:pt x="124" y="158"/>
                    </a:cubicBezTo>
                    <a:cubicBezTo>
                      <a:pt x="124" y="134"/>
                      <a:pt x="124" y="117"/>
                      <a:pt x="124" y="92"/>
                    </a:cubicBezTo>
                    <a:cubicBezTo>
                      <a:pt x="124" y="59"/>
                      <a:pt x="116" y="42"/>
                      <a:pt x="108" y="18"/>
                    </a:cubicBezTo>
                    <a:cubicBezTo>
                      <a:pt x="97" y="7"/>
                      <a:pt x="84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0" name="Google Shape;7390;p22"/>
              <p:cNvSpPr/>
              <p:nvPr/>
            </p:nvSpPr>
            <p:spPr>
              <a:xfrm>
                <a:off x="5819425" y="4436325"/>
                <a:ext cx="98200" cy="175850"/>
              </a:xfrm>
              <a:custGeom>
                <a:rect b="b" l="l" r="r" t="t"/>
                <a:pathLst>
                  <a:path extrusionOk="0" h="7034" w="3928">
                    <a:moveTo>
                      <a:pt x="1652" y="0"/>
                    </a:moveTo>
                    <a:cubicBezTo>
                      <a:pt x="1572" y="0"/>
                      <a:pt x="1489" y="72"/>
                      <a:pt x="1525" y="156"/>
                    </a:cubicBezTo>
                    <a:cubicBezTo>
                      <a:pt x="1649" y="504"/>
                      <a:pt x="1832" y="819"/>
                      <a:pt x="2006" y="1142"/>
                    </a:cubicBezTo>
                    <a:cubicBezTo>
                      <a:pt x="2180" y="1457"/>
                      <a:pt x="2345" y="1797"/>
                      <a:pt x="2378" y="2161"/>
                    </a:cubicBezTo>
                    <a:cubicBezTo>
                      <a:pt x="2436" y="2799"/>
                      <a:pt x="2022" y="3338"/>
                      <a:pt x="1525" y="3694"/>
                    </a:cubicBezTo>
                    <a:cubicBezTo>
                      <a:pt x="1235" y="3901"/>
                      <a:pt x="887" y="4042"/>
                      <a:pt x="639" y="4299"/>
                    </a:cubicBezTo>
                    <a:cubicBezTo>
                      <a:pt x="514" y="4357"/>
                      <a:pt x="390" y="4415"/>
                      <a:pt x="266" y="4473"/>
                    </a:cubicBezTo>
                    <a:cubicBezTo>
                      <a:pt x="133" y="4523"/>
                      <a:pt x="1" y="4622"/>
                      <a:pt x="34" y="4788"/>
                    </a:cubicBezTo>
                    <a:cubicBezTo>
                      <a:pt x="75" y="4945"/>
                      <a:pt x="224" y="5003"/>
                      <a:pt x="373" y="5020"/>
                    </a:cubicBezTo>
                    <a:cubicBezTo>
                      <a:pt x="481" y="5036"/>
                      <a:pt x="589" y="5045"/>
                      <a:pt x="697" y="5061"/>
                    </a:cubicBezTo>
                    <a:cubicBezTo>
                      <a:pt x="647" y="5061"/>
                      <a:pt x="639" y="5144"/>
                      <a:pt x="688" y="5161"/>
                    </a:cubicBezTo>
                    <a:cubicBezTo>
                      <a:pt x="1144" y="5252"/>
                      <a:pt x="1575" y="5467"/>
                      <a:pt x="1972" y="5699"/>
                    </a:cubicBezTo>
                    <a:cubicBezTo>
                      <a:pt x="2122" y="5790"/>
                      <a:pt x="2271" y="5882"/>
                      <a:pt x="2412" y="5981"/>
                    </a:cubicBezTo>
                    <a:cubicBezTo>
                      <a:pt x="2382" y="5975"/>
                      <a:pt x="2349" y="5969"/>
                      <a:pt x="2314" y="5969"/>
                    </a:cubicBezTo>
                    <a:cubicBezTo>
                      <a:pt x="2300" y="5969"/>
                      <a:pt x="2285" y="5970"/>
                      <a:pt x="2271" y="5973"/>
                    </a:cubicBezTo>
                    <a:cubicBezTo>
                      <a:pt x="2213" y="5981"/>
                      <a:pt x="2213" y="6064"/>
                      <a:pt x="2271" y="6064"/>
                    </a:cubicBezTo>
                    <a:cubicBezTo>
                      <a:pt x="2354" y="6072"/>
                      <a:pt x="2420" y="6105"/>
                      <a:pt x="2486" y="6147"/>
                    </a:cubicBezTo>
                    <a:cubicBezTo>
                      <a:pt x="2486" y="6155"/>
                      <a:pt x="2478" y="6155"/>
                      <a:pt x="2478" y="6155"/>
                    </a:cubicBezTo>
                    <a:cubicBezTo>
                      <a:pt x="2453" y="6188"/>
                      <a:pt x="2445" y="6230"/>
                      <a:pt x="2453" y="6263"/>
                    </a:cubicBezTo>
                    <a:cubicBezTo>
                      <a:pt x="2445" y="6271"/>
                      <a:pt x="2420" y="6288"/>
                      <a:pt x="2403" y="6304"/>
                    </a:cubicBezTo>
                    <a:cubicBezTo>
                      <a:pt x="2387" y="6312"/>
                      <a:pt x="2378" y="6312"/>
                      <a:pt x="2362" y="6321"/>
                    </a:cubicBezTo>
                    <a:lnTo>
                      <a:pt x="2072" y="6437"/>
                    </a:lnTo>
                    <a:cubicBezTo>
                      <a:pt x="2006" y="6437"/>
                      <a:pt x="1939" y="6445"/>
                      <a:pt x="1881" y="6445"/>
                    </a:cubicBezTo>
                    <a:cubicBezTo>
                      <a:pt x="1741" y="6453"/>
                      <a:pt x="1600" y="6462"/>
                      <a:pt x="1459" y="6470"/>
                    </a:cubicBezTo>
                    <a:cubicBezTo>
                      <a:pt x="1351" y="6478"/>
                      <a:pt x="1285" y="6636"/>
                      <a:pt x="1401" y="6694"/>
                    </a:cubicBezTo>
                    <a:cubicBezTo>
                      <a:pt x="1562" y="6780"/>
                      <a:pt x="1741" y="6825"/>
                      <a:pt x="1922" y="6825"/>
                    </a:cubicBezTo>
                    <a:cubicBezTo>
                      <a:pt x="1983" y="6825"/>
                      <a:pt x="2044" y="6820"/>
                      <a:pt x="2105" y="6810"/>
                    </a:cubicBezTo>
                    <a:cubicBezTo>
                      <a:pt x="2229" y="6785"/>
                      <a:pt x="2354" y="6727"/>
                      <a:pt x="2486" y="6710"/>
                    </a:cubicBezTo>
                    <a:cubicBezTo>
                      <a:pt x="2514" y="6710"/>
                      <a:pt x="2545" y="6706"/>
                      <a:pt x="2575" y="6706"/>
                    </a:cubicBezTo>
                    <a:cubicBezTo>
                      <a:pt x="2590" y="6706"/>
                      <a:pt x="2605" y="6707"/>
                      <a:pt x="2619" y="6710"/>
                    </a:cubicBezTo>
                    <a:cubicBezTo>
                      <a:pt x="2602" y="6884"/>
                      <a:pt x="2644" y="7025"/>
                      <a:pt x="2834" y="7033"/>
                    </a:cubicBezTo>
                    <a:cubicBezTo>
                      <a:pt x="2840" y="7034"/>
                      <a:pt x="2846" y="7034"/>
                      <a:pt x="2853" y="7034"/>
                    </a:cubicBezTo>
                    <a:cubicBezTo>
                      <a:pt x="2978" y="7034"/>
                      <a:pt x="3087" y="6955"/>
                      <a:pt x="3182" y="6876"/>
                    </a:cubicBezTo>
                    <a:cubicBezTo>
                      <a:pt x="3306" y="6785"/>
                      <a:pt x="3422" y="6685"/>
                      <a:pt x="3530" y="6569"/>
                    </a:cubicBezTo>
                    <a:cubicBezTo>
                      <a:pt x="3737" y="6354"/>
                      <a:pt x="3886" y="6089"/>
                      <a:pt x="3903" y="5790"/>
                    </a:cubicBezTo>
                    <a:cubicBezTo>
                      <a:pt x="3928" y="5509"/>
                      <a:pt x="3812" y="5235"/>
                      <a:pt x="3588" y="5070"/>
                    </a:cubicBezTo>
                    <a:lnTo>
                      <a:pt x="3580" y="5070"/>
                    </a:lnTo>
                    <a:cubicBezTo>
                      <a:pt x="3472" y="4987"/>
                      <a:pt x="3331" y="4929"/>
                      <a:pt x="3199" y="4887"/>
                    </a:cubicBezTo>
                    <a:cubicBezTo>
                      <a:pt x="3033" y="4821"/>
                      <a:pt x="2859" y="4771"/>
                      <a:pt x="2685" y="4722"/>
                    </a:cubicBezTo>
                    <a:cubicBezTo>
                      <a:pt x="2511" y="4664"/>
                      <a:pt x="2337" y="4614"/>
                      <a:pt x="2155" y="4564"/>
                    </a:cubicBezTo>
                    <a:lnTo>
                      <a:pt x="1898" y="4490"/>
                    </a:lnTo>
                    <a:cubicBezTo>
                      <a:pt x="1915" y="4465"/>
                      <a:pt x="1931" y="4432"/>
                      <a:pt x="1939" y="4423"/>
                    </a:cubicBezTo>
                    <a:cubicBezTo>
                      <a:pt x="2047" y="4316"/>
                      <a:pt x="2171" y="4241"/>
                      <a:pt x="2287" y="4142"/>
                    </a:cubicBezTo>
                    <a:cubicBezTo>
                      <a:pt x="2395" y="4042"/>
                      <a:pt x="2494" y="3935"/>
                      <a:pt x="2586" y="3819"/>
                    </a:cubicBezTo>
                    <a:cubicBezTo>
                      <a:pt x="2958" y="3338"/>
                      <a:pt x="3157" y="2725"/>
                      <a:pt x="3083" y="2120"/>
                    </a:cubicBezTo>
                    <a:cubicBezTo>
                      <a:pt x="3041" y="1805"/>
                      <a:pt x="2942" y="1507"/>
                      <a:pt x="2776" y="1242"/>
                    </a:cubicBezTo>
                    <a:cubicBezTo>
                      <a:pt x="2586" y="952"/>
                      <a:pt x="2337" y="703"/>
                      <a:pt x="2105" y="446"/>
                    </a:cubicBezTo>
                    <a:cubicBezTo>
                      <a:pt x="1981" y="314"/>
                      <a:pt x="1857" y="173"/>
                      <a:pt x="1732" y="32"/>
                    </a:cubicBezTo>
                    <a:cubicBezTo>
                      <a:pt x="1710" y="10"/>
                      <a:pt x="1681" y="0"/>
                      <a:pt x="165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1" name="Google Shape;7391;p22"/>
              <p:cNvSpPr/>
              <p:nvPr/>
            </p:nvSpPr>
            <p:spPr>
              <a:xfrm>
                <a:off x="5814800" y="4160375"/>
                <a:ext cx="198025" cy="191375"/>
              </a:xfrm>
              <a:custGeom>
                <a:rect b="b" l="l" r="r" t="t"/>
                <a:pathLst>
                  <a:path extrusionOk="0" h="7655" w="7921">
                    <a:moveTo>
                      <a:pt x="5787" y="4094"/>
                    </a:moveTo>
                    <a:cubicBezTo>
                      <a:pt x="5828" y="4127"/>
                      <a:pt x="5878" y="4152"/>
                      <a:pt x="5927" y="4168"/>
                    </a:cubicBezTo>
                    <a:cubicBezTo>
                      <a:pt x="5927" y="4201"/>
                      <a:pt x="5927" y="4243"/>
                      <a:pt x="5927" y="4276"/>
                    </a:cubicBezTo>
                    <a:cubicBezTo>
                      <a:pt x="5927" y="4276"/>
                      <a:pt x="5919" y="4268"/>
                      <a:pt x="5919" y="4268"/>
                    </a:cubicBezTo>
                    <a:cubicBezTo>
                      <a:pt x="5878" y="4210"/>
                      <a:pt x="5828" y="4152"/>
                      <a:pt x="5787" y="4094"/>
                    </a:cubicBezTo>
                    <a:close/>
                    <a:moveTo>
                      <a:pt x="7845" y="1"/>
                    </a:moveTo>
                    <a:cubicBezTo>
                      <a:pt x="7821" y="1"/>
                      <a:pt x="7796" y="9"/>
                      <a:pt x="7783" y="26"/>
                    </a:cubicBezTo>
                    <a:cubicBezTo>
                      <a:pt x="7758" y="59"/>
                      <a:pt x="7742" y="92"/>
                      <a:pt x="7717" y="133"/>
                    </a:cubicBezTo>
                    <a:cubicBezTo>
                      <a:pt x="7702" y="124"/>
                      <a:pt x="7685" y="119"/>
                      <a:pt x="7669" y="119"/>
                    </a:cubicBezTo>
                    <a:cubicBezTo>
                      <a:pt x="7642" y="119"/>
                      <a:pt x="7617" y="132"/>
                      <a:pt x="7601" y="158"/>
                    </a:cubicBezTo>
                    <a:cubicBezTo>
                      <a:pt x="7419" y="390"/>
                      <a:pt x="7361" y="688"/>
                      <a:pt x="7311" y="978"/>
                    </a:cubicBezTo>
                    <a:cubicBezTo>
                      <a:pt x="7303" y="1036"/>
                      <a:pt x="7295" y="1086"/>
                      <a:pt x="7286" y="1144"/>
                    </a:cubicBezTo>
                    <a:cubicBezTo>
                      <a:pt x="6748" y="2014"/>
                      <a:pt x="5869" y="2627"/>
                      <a:pt x="5024" y="3182"/>
                    </a:cubicBezTo>
                    <a:cubicBezTo>
                      <a:pt x="4535" y="3505"/>
                      <a:pt x="4030" y="3820"/>
                      <a:pt x="3566" y="4185"/>
                    </a:cubicBezTo>
                    <a:cubicBezTo>
                      <a:pt x="3077" y="4566"/>
                      <a:pt x="2630" y="4997"/>
                      <a:pt x="2174" y="5419"/>
                    </a:cubicBezTo>
                    <a:cubicBezTo>
                      <a:pt x="1644" y="5900"/>
                      <a:pt x="1105" y="6372"/>
                      <a:pt x="575" y="6869"/>
                    </a:cubicBezTo>
                    <a:cubicBezTo>
                      <a:pt x="534" y="6911"/>
                      <a:pt x="542" y="6969"/>
                      <a:pt x="575" y="7002"/>
                    </a:cubicBezTo>
                    <a:cubicBezTo>
                      <a:pt x="376" y="7176"/>
                      <a:pt x="235" y="7416"/>
                      <a:pt x="28" y="7582"/>
                    </a:cubicBezTo>
                    <a:cubicBezTo>
                      <a:pt x="1" y="7609"/>
                      <a:pt x="25" y="7654"/>
                      <a:pt x="57" y="7654"/>
                    </a:cubicBezTo>
                    <a:cubicBezTo>
                      <a:pt x="64" y="7654"/>
                      <a:pt x="71" y="7652"/>
                      <a:pt x="78" y="7648"/>
                    </a:cubicBezTo>
                    <a:cubicBezTo>
                      <a:pt x="326" y="7458"/>
                      <a:pt x="509" y="7176"/>
                      <a:pt x="782" y="7018"/>
                    </a:cubicBezTo>
                    <a:cubicBezTo>
                      <a:pt x="1022" y="6878"/>
                      <a:pt x="1321" y="6878"/>
                      <a:pt x="1578" y="6745"/>
                    </a:cubicBezTo>
                    <a:cubicBezTo>
                      <a:pt x="1702" y="6687"/>
                      <a:pt x="1801" y="6588"/>
                      <a:pt x="1868" y="6463"/>
                    </a:cubicBezTo>
                    <a:cubicBezTo>
                      <a:pt x="1950" y="6306"/>
                      <a:pt x="2000" y="6148"/>
                      <a:pt x="2108" y="6008"/>
                    </a:cubicBezTo>
                    <a:cubicBezTo>
                      <a:pt x="2323" y="5726"/>
                      <a:pt x="2646" y="5519"/>
                      <a:pt x="2920" y="5303"/>
                    </a:cubicBezTo>
                    <a:cubicBezTo>
                      <a:pt x="3516" y="4839"/>
                      <a:pt x="4146" y="4409"/>
                      <a:pt x="4792" y="4011"/>
                    </a:cubicBezTo>
                    <a:cubicBezTo>
                      <a:pt x="4941" y="3920"/>
                      <a:pt x="5107" y="3820"/>
                      <a:pt x="5281" y="3812"/>
                    </a:cubicBezTo>
                    <a:cubicBezTo>
                      <a:pt x="5356" y="3812"/>
                      <a:pt x="5422" y="3837"/>
                      <a:pt x="5488" y="3870"/>
                    </a:cubicBezTo>
                    <a:cubicBezTo>
                      <a:pt x="5538" y="3994"/>
                      <a:pt x="5596" y="4119"/>
                      <a:pt x="5671" y="4235"/>
                    </a:cubicBezTo>
                    <a:cubicBezTo>
                      <a:pt x="5737" y="4342"/>
                      <a:pt x="5836" y="4500"/>
                      <a:pt x="5952" y="4574"/>
                    </a:cubicBezTo>
                    <a:cubicBezTo>
                      <a:pt x="5969" y="4607"/>
                      <a:pt x="5994" y="4624"/>
                      <a:pt x="6027" y="4632"/>
                    </a:cubicBezTo>
                    <a:cubicBezTo>
                      <a:pt x="6043" y="4632"/>
                      <a:pt x="6068" y="4632"/>
                      <a:pt x="6085" y="4624"/>
                    </a:cubicBezTo>
                    <a:cubicBezTo>
                      <a:pt x="6126" y="4624"/>
                      <a:pt x="6168" y="4616"/>
                      <a:pt x="6217" y="4591"/>
                    </a:cubicBezTo>
                    <a:cubicBezTo>
                      <a:pt x="6416" y="4475"/>
                      <a:pt x="6449" y="4185"/>
                      <a:pt x="6466" y="3961"/>
                    </a:cubicBezTo>
                    <a:cubicBezTo>
                      <a:pt x="6516" y="3878"/>
                      <a:pt x="6549" y="3779"/>
                      <a:pt x="6574" y="3679"/>
                    </a:cubicBezTo>
                    <a:cubicBezTo>
                      <a:pt x="6615" y="3497"/>
                      <a:pt x="6632" y="3307"/>
                      <a:pt x="6681" y="3124"/>
                    </a:cubicBezTo>
                    <a:cubicBezTo>
                      <a:pt x="6706" y="3025"/>
                      <a:pt x="6731" y="2925"/>
                      <a:pt x="6764" y="2818"/>
                    </a:cubicBezTo>
                    <a:cubicBezTo>
                      <a:pt x="6773" y="2768"/>
                      <a:pt x="6797" y="2710"/>
                      <a:pt x="6814" y="2652"/>
                    </a:cubicBezTo>
                    <a:cubicBezTo>
                      <a:pt x="6822" y="2635"/>
                      <a:pt x="6831" y="2594"/>
                      <a:pt x="6847" y="2569"/>
                    </a:cubicBezTo>
                    <a:lnTo>
                      <a:pt x="6847" y="2635"/>
                    </a:lnTo>
                    <a:cubicBezTo>
                      <a:pt x="6847" y="2669"/>
                      <a:pt x="6872" y="2702"/>
                      <a:pt x="6905" y="2702"/>
                    </a:cubicBezTo>
                    <a:cubicBezTo>
                      <a:pt x="6947" y="2702"/>
                      <a:pt x="6963" y="2677"/>
                      <a:pt x="6971" y="2635"/>
                    </a:cubicBezTo>
                    <a:cubicBezTo>
                      <a:pt x="6971" y="2627"/>
                      <a:pt x="6971" y="2619"/>
                      <a:pt x="6971" y="2611"/>
                    </a:cubicBezTo>
                    <a:cubicBezTo>
                      <a:pt x="6996" y="2627"/>
                      <a:pt x="7013" y="2644"/>
                      <a:pt x="7029" y="2652"/>
                    </a:cubicBezTo>
                    <a:cubicBezTo>
                      <a:pt x="7029" y="2660"/>
                      <a:pt x="7021" y="2669"/>
                      <a:pt x="7021" y="2677"/>
                    </a:cubicBezTo>
                    <a:cubicBezTo>
                      <a:pt x="7021" y="2702"/>
                      <a:pt x="7029" y="2727"/>
                      <a:pt x="7054" y="2735"/>
                    </a:cubicBezTo>
                    <a:cubicBezTo>
                      <a:pt x="7079" y="2735"/>
                      <a:pt x="7096" y="2735"/>
                      <a:pt x="7112" y="2718"/>
                    </a:cubicBezTo>
                    <a:cubicBezTo>
                      <a:pt x="7170" y="2751"/>
                      <a:pt x="7220" y="2776"/>
                      <a:pt x="7295" y="2785"/>
                    </a:cubicBezTo>
                    <a:cubicBezTo>
                      <a:pt x="7298" y="2785"/>
                      <a:pt x="7301" y="2785"/>
                      <a:pt x="7304" y="2785"/>
                    </a:cubicBezTo>
                    <a:cubicBezTo>
                      <a:pt x="7374" y="2785"/>
                      <a:pt x="7426" y="2699"/>
                      <a:pt x="7410" y="2635"/>
                    </a:cubicBezTo>
                    <a:cubicBezTo>
                      <a:pt x="7344" y="2395"/>
                      <a:pt x="7410" y="2155"/>
                      <a:pt x="7485" y="1931"/>
                    </a:cubicBezTo>
                    <a:cubicBezTo>
                      <a:pt x="7543" y="1923"/>
                      <a:pt x="7601" y="1873"/>
                      <a:pt x="7601" y="1815"/>
                    </a:cubicBezTo>
                    <a:cubicBezTo>
                      <a:pt x="7601" y="1749"/>
                      <a:pt x="7609" y="1691"/>
                      <a:pt x="7609" y="1633"/>
                    </a:cubicBezTo>
                    <a:cubicBezTo>
                      <a:pt x="7626" y="1674"/>
                      <a:pt x="7634" y="1724"/>
                      <a:pt x="7642" y="1774"/>
                    </a:cubicBezTo>
                    <a:cubicBezTo>
                      <a:pt x="7646" y="1795"/>
                      <a:pt x="7663" y="1804"/>
                      <a:pt x="7681" y="1804"/>
                    </a:cubicBezTo>
                    <a:cubicBezTo>
                      <a:pt x="7706" y="1804"/>
                      <a:pt x="7734" y="1786"/>
                      <a:pt x="7734" y="1757"/>
                    </a:cubicBezTo>
                    <a:cubicBezTo>
                      <a:pt x="7725" y="1625"/>
                      <a:pt x="7725" y="1492"/>
                      <a:pt x="7717" y="1359"/>
                    </a:cubicBezTo>
                    <a:cubicBezTo>
                      <a:pt x="7709" y="1243"/>
                      <a:pt x="7700" y="1127"/>
                      <a:pt x="7692" y="1011"/>
                    </a:cubicBezTo>
                    <a:cubicBezTo>
                      <a:pt x="7692" y="987"/>
                      <a:pt x="7700" y="953"/>
                      <a:pt x="7709" y="929"/>
                    </a:cubicBezTo>
                    <a:cubicBezTo>
                      <a:pt x="7767" y="639"/>
                      <a:pt x="7883" y="357"/>
                      <a:pt x="7916" y="67"/>
                    </a:cubicBezTo>
                    <a:cubicBezTo>
                      <a:pt x="7921" y="22"/>
                      <a:pt x="7883" y="1"/>
                      <a:pt x="784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2" name="Google Shape;7392;p22"/>
              <p:cNvSpPr/>
              <p:nvPr/>
            </p:nvSpPr>
            <p:spPr>
              <a:xfrm>
                <a:off x="5984525" y="4231900"/>
                <a:ext cx="5600" cy="23750"/>
              </a:xfrm>
              <a:custGeom>
                <a:rect b="b" l="l" r="r" t="t"/>
                <a:pathLst>
                  <a:path extrusionOk="0" h="950" w="224">
                    <a:moveTo>
                      <a:pt x="92" y="1"/>
                    </a:moveTo>
                    <a:cubicBezTo>
                      <a:pt x="79" y="1"/>
                      <a:pt x="64" y="5"/>
                      <a:pt x="50" y="15"/>
                    </a:cubicBezTo>
                    <a:cubicBezTo>
                      <a:pt x="0" y="73"/>
                      <a:pt x="25" y="164"/>
                      <a:pt x="33" y="230"/>
                    </a:cubicBezTo>
                    <a:cubicBezTo>
                      <a:pt x="42" y="305"/>
                      <a:pt x="42" y="371"/>
                      <a:pt x="50" y="446"/>
                    </a:cubicBezTo>
                    <a:cubicBezTo>
                      <a:pt x="66" y="595"/>
                      <a:pt x="75" y="744"/>
                      <a:pt x="83" y="885"/>
                    </a:cubicBezTo>
                    <a:cubicBezTo>
                      <a:pt x="83" y="929"/>
                      <a:pt x="113" y="950"/>
                      <a:pt x="143" y="950"/>
                    </a:cubicBezTo>
                    <a:cubicBezTo>
                      <a:pt x="175" y="950"/>
                      <a:pt x="207" y="927"/>
                      <a:pt x="207" y="885"/>
                    </a:cubicBezTo>
                    <a:cubicBezTo>
                      <a:pt x="224" y="736"/>
                      <a:pt x="224" y="586"/>
                      <a:pt x="216" y="437"/>
                    </a:cubicBezTo>
                    <a:lnTo>
                      <a:pt x="224" y="437"/>
                    </a:lnTo>
                    <a:cubicBezTo>
                      <a:pt x="216" y="363"/>
                      <a:pt x="207" y="288"/>
                      <a:pt x="199" y="222"/>
                    </a:cubicBezTo>
                    <a:cubicBezTo>
                      <a:pt x="191" y="147"/>
                      <a:pt x="191" y="40"/>
                      <a:pt x="116" y="6"/>
                    </a:cubicBezTo>
                    <a:cubicBezTo>
                      <a:pt x="109" y="3"/>
                      <a:pt x="101" y="1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3" name="Google Shape;7393;p22"/>
              <p:cNvSpPr/>
              <p:nvPr/>
            </p:nvSpPr>
            <p:spPr>
              <a:xfrm>
                <a:off x="6097000" y="4086775"/>
                <a:ext cx="15050" cy="20125"/>
              </a:xfrm>
              <a:custGeom>
                <a:rect b="b" l="l" r="r" t="t"/>
                <a:pathLst>
                  <a:path extrusionOk="0" h="805" w="602">
                    <a:moveTo>
                      <a:pt x="485" y="0"/>
                    </a:moveTo>
                    <a:cubicBezTo>
                      <a:pt x="478" y="0"/>
                      <a:pt x="471" y="1"/>
                      <a:pt x="464" y="3"/>
                    </a:cubicBezTo>
                    <a:lnTo>
                      <a:pt x="472" y="3"/>
                    </a:lnTo>
                    <a:cubicBezTo>
                      <a:pt x="390" y="28"/>
                      <a:pt x="332" y="103"/>
                      <a:pt x="282" y="161"/>
                    </a:cubicBezTo>
                    <a:cubicBezTo>
                      <a:pt x="232" y="219"/>
                      <a:pt x="191" y="277"/>
                      <a:pt x="149" y="343"/>
                    </a:cubicBezTo>
                    <a:cubicBezTo>
                      <a:pt x="116" y="409"/>
                      <a:pt x="83" y="484"/>
                      <a:pt x="58" y="550"/>
                    </a:cubicBezTo>
                    <a:cubicBezTo>
                      <a:pt x="33" y="616"/>
                      <a:pt x="0" y="699"/>
                      <a:pt x="25" y="774"/>
                    </a:cubicBezTo>
                    <a:cubicBezTo>
                      <a:pt x="30" y="794"/>
                      <a:pt x="47" y="805"/>
                      <a:pt x="65" y="805"/>
                    </a:cubicBezTo>
                    <a:cubicBezTo>
                      <a:pt x="77" y="805"/>
                      <a:pt x="90" y="800"/>
                      <a:pt x="100" y="790"/>
                    </a:cubicBezTo>
                    <a:cubicBezTo>
                      <a:pt x="149" y="749"/>
                      <a:pt x="174" y="674"/>
                      <a:pt x="199" y="616"/>
                    </a:cubicBezTo>
                    <a:cubicBezTo>
                      <a:pt x="232" y="558"/>
                      <a:pt x="274" y="500"/>
                      <a:pt x="307" y="442"/>
                    </a:cubicBezTo>
                    <a:cubicBezTo>
                      <a:pt x="348" y="384"/>
                      <a:pt x="381" y="343"/>
                      <a:pt x="431" y="293"/>
                    </a:cubicBezTo>
                    <a:cubicBezTo>
                      <a:pt x="481" y="235"/>
                      <a:pt x="547" y="186"/>
                      <a:pt x="572" y="111"/>
                    </a:cubicBezTo>
                    <a:cubicBezTo>
                      <a:pt x="601" y="53"/>
                      <a:pt x="540" y="0"/>
                      <a:pt x="4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4" name="Google Shape;7394;p22"/>
              <p:cNvSpPr/>
              <p:nvPr/>
            </p:nvSpPr>
            <p:spPr>
              <a:xfrm>
                <a:off x="6114400" y="4083125"/>
                <a:ext cx="2925" cy="2100"/>
              </a:xfrm>
              <a:custGeom>
                <a:rect b="b" l="l" r="r" t="t"/>
                <a:pathLst>
                  <a:path extrusionOk="0" h="84" w="117">
                    <a:moveTo>
                      <a:pt x="58" y="0"/>
                    </a:moveTo>
                    <a:cubicBezTo>
                      <a:pt x="0" y="0"/>
                      <a:pt x="0" y="83"/>
                      <a:pt x="58" y="83"/>
                    </a:cubicBezTo>
                    <a:cubicBezTo>
                      <a:pt x="116" y="83"/>
                      <a:pt x="116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5" name="Google Shape;7395;p22"/>
              <p:cNvSpPr/>
              <p:nvPr/>
            </p:nvSpPr>
            <p:spPr>
              <a:xfrm>
                <a:off x="6121425" y="4076700"/>
                <a:ext cx="7275" cy="5000"/>
              </a:xfrm>
              <a:custGeom>
                <a:rect b="b" l="l" r="r" t="t"/>
                <a:pathLst>
                  <a:path extrusionOk="0" h="200" w="291">
                    <a:moveTo>
                      <a:pt x="225" y="0"/>
                    </a:moveTo>
                    <a:cubicBezTo>
                      <a:pt x="208" y="0"/>
                      <a:pt x="200" y="0"/>
                      <a:pt x="191" y="9"/>
                    </a:cubicBezTo>
                    <a:cubicBezTo>
                      <a:pt x="183" y="9"/>
                      <a:pt x="183" y="17"/>
                      <a:pt x="183" y="17"/>
                    </a:cubicBezTo>
                    <a:cubicBezTo>
                      <a:pt x="158" y="25"/>
                      <a:pt x="142" y="33"/>
                      <a:pt x="125" y="42"/>
                    </a:cubicBezTo>
                    <a:cubicBezTo>
                      <a:pt x="92" y="67"/>
                      <a:pt x="59" y="83"/>
                      <a:pt x="26" y="108"/>
                    </a:cubicBezTo>
                    <a:cubicBezTo>
                      <a:pt x="9" y="125"/>
                      <a:pt x="1" y="149"/>
                      <a:pt x="9" y="174"/>
                    </a:cubicBezTo>
                    <a:cubicBezTo>
                      <a:pt x="20" y="190"/>
                      <a:pt x="34" y="200"/>
                      <a:pt x="49" y="200"/>
                    </a:cubicBezTo>
                    <a:cubicBezTo>
                      <a:pt x="58" y="200"/>
                      <a:pt x="67" y="197"/>
                      <a:pt x="75" y="191"/>
                    </a:cubicBezTo>
                    <a:cubicBezTo>
                      <a:pt x="109" y="174"/>
                      <a:pt x="150" y="158"/>
                      <a:pt x="183" y="133"/>
                    </a:cubicBezTo>
                    <a:cubicBezTo>
                      <a:pt x="200" y="125"/>
                      <a:pt x="216" y="116"/>
                      <a:pt x="233" y="108"/>
                    </a:cubicBezTo>
                    <a:cubicBezTo>
                      <a:pt x="233" y="108"/>
                      <a:pt x="241" y="100"/>
                      <a:pt x="241" y="100"/>
                    </a:cubicBezTo>
                    <a:cubicBezTo>
                      <a:pt x="249" y="91"/>
                      <a:pt x="258" y="83"/>
                      <a:pt x="266" y="75"/>
                    </a:cubicBezTo>
                    <a:cubicBezTo>
                      <a:pt x="274" y="67"/>
                      <a:pt x="274" y="58"/>
                      <a:pt x="283" y="50"/>
                    </a:cubicBezTo>
                    <a:cubicBezTo>
                      <a:pt x="291" y="33"/>
                      <a:pt x="274" y="0"/>
                      <a:pt x="2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6" name="Google Shape;7396;p22"/>
              <p:cNvSpPr/>
              <p:nvPr/>
            </p:nvSpPr>
            <p:spPr>
              <a:xfrm>
                <a:off x="6177325" y="4068700"/>
                <a:ext cx="37875" cy="26200"/>
              </a:xfrm>
              <a:custGeom>
                <a:rect b="b" l="l" r="r" t="t"/>
                <a:pathLst>
                  <a:path extrusionOk="0" h="1048" w="1515">
                    <a:moveTo>
                      <a:pt x="70" y="1"/>
                    </a:moveTo>
                    <a:cubicBezTo>
                      <a:pt x="25" y="1"/>
                      <a:pt x="0" y="60"/>
                      <a:pt x="43" y="88"/>
                    </a:cubicBezTo>
                    <a:cubicBezTo>
                      <a:pt x="168" y="171"/>
                      <a:pt x="284" y="271"/>
                      <a:pt x="408" y="353"/>
                    </a:cubicBezTo>
                    <a:cubicBezTo>
                      <a:pt x="524" y="428"/>
                      <a:pt x="648" y="503"/>
                      <a:pt x="764" y="577"/>
                    </a:cubicBezTo>
                    <a:cubicBezTo>
                      <a:pt x="864" y="635"/>
                      <a:pt x="971" y="701"/>
                      <a:pt x="1062" y="776"/>
                    </a:cubicBezTo>
                    <a:cubicBezTo>
                      <a:pt x="1162" y="851"/>
                      <a:pt x="1245" y="942"/>
                      <a:pt x="1336" y="1025"/>
                    </a:cubicBezTo>
                    <a:cubicBezTo>
                      <a:pt x="1352" y="1041"/>
                      <a:pt x="1374" y="1048"/>
                      <a:pt x="1396" y="1048"/>
                    </a:cubicBezTo>
                    <a:cubicBezTo>
                      <a:pt x="1454" y="1048"/>
                      <a:pt x="1515" y="999"/>
                      <a:pt x="1485" y="933"/>
                    </a:cubicBezTo>
                    <a:cubicBezTo>
                      <a:pt x="1386" y="685"/>
                      <a:pt x="1145" y="527"/>
                      <a:pt x="922" y="403"/>
                    </a:cubicBezTo>
                    <a:cubicBezTo>
                      <a:pt x="797" y="337"/>
                      <a:pt x="665" y="262"/>
                      <a:pt x="540" y="204"/>
                    </a:cubicBezTo>
                    <a:cubicBezTo>
                      <a:pt x="391" y="130"/>
                      <a:pt x="242" y="80"/>
                      <a:pt x="93" y="5"/>
                    </a:cubicBezTo>
                    <a:cubicBezTo>
                      <a:pt x="85" y="2"/>
                      <a:pt x="77" y="1"/>
                      <a:pt x="70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7" name="Google Shape;7397;p22"/>
              <p:cNvSpPr/>
              <p:nvPr/>
            </p:nvSpPr>
            <p:spPr>
              <a:xfrm>
                <a:off x="6215475" y="4098575"/>
                <a:ext cx="7625" cy="9225"/>
              </a:xfrm>
              <a:custGeom>
                <a:rect b="b" l="l" r="r" t="t"/>
                <a:pathLst>
                  <a:path extrusionOk="0" h="369" w="305">
                    <a:moveTo>
                      <a:pt x="73" y="0"/>
                    </a:moveTo>
                    <a:cubicBezTo>
                      <a:pt x="59" y="0"/>
                      <a:pt x="45" y="4"/>
                      <a:pt x="34" y="12"/>
                    </a:cubicBezTo>
                    <a:cubicBezTo>
                      <a:pt x="17" y="28"/>
                      <a:pt x="0" y="62"/>
                      <a:pt x="25" y="86"/>
                    </a:cubicBezTo>
                    <a:cubicBezTo>
                      <a:pt x="58" y="136"/>
                      <a:pt x="83" y="178"/>
                      <a:pt x="116" y="219"/>
                    </a:cubicBezTo>
                    <a:cubicBezTo>
                      <a:pt x="133" y="244"/>
                      <a:pt x="150" y="269"/>
                      <a:pt x="158" y="285"/>
                    </a:cubicBezTo>
                    <a:cubicBezTo>
                      <a:pt x="166" y="302"/>
                      <a:pt x="174" y="310"/>
                      <a:pt x="183" y="318"/>
                    </a:cubicBezTo>
                    <a:cubicBezTo>
                      <a:pt x="191" y="327"/>
                      <a:pt x="199" y="343"/>
                      <a:pt x="208" y="352"/>
                    </a:cubicBezTo>
                    <a:cubicBezTo>
                      <a:pt x="216" y="352"/>
                      <a:pt x="216" y="360"/>
                      <a:pt x="224" y="360"/>
                    </a:cubicBezTo>
                    <a:cubicBezTo>
                      <a:pt x="232" y="366"/>
                      <a:pt x="241" y="369"/>
                      <a:pt x="250" y="369"/>
                    </a:cubicBezTo>
                    <a:cubicBezTo>
                      <a:pt x="278" y="369"/>
                      <a:pt x="305" y="343"/>
                      <a:pt x="299" y="318"/>
                    </a:cubicBezTo>
                    <a:cubicBezTo>
                      <a:pt x="299" y="302"/>
                      <a:pt x="299" y="285"/>
                      <a:pt x="290" y="260"/>
                    </a:cubicBezTo>
                    <a:lnTo>
                      <a:pt x="266" y="227"/>
                    </a:lnTo>
                    <a:cubicBezTo>
                      <a:pt x="257" y="202"/>
                      <a:pt x="241" y="178"/>
                      <a:pt x="224" y="153"/>
                    </a:cubicBezTo>
                    <a:cubicBezTo>
                      <a:pt x="191" y="111"/>
                      <a:pt x="158" y="62"/>
                      <a:pt x="116" y="20"/>
                    </a:cubicBezTo>
                    <a:cubicBezTo>
                      <a:pt x="107" y="6"/>
                      <a:pt x="91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8" name="Google Shape;7398;p22"/>
              <p:cNvSpPr/>
              <p:nvPr/>
            </p:nvSpPr>
            <p:spPr>
              <a:xfrm>
                <a:off x="6084550" y="4073600"/>
                <a:ext cx="41350" cy="69750"/>
              </a:xfrm>
              <a:custGeom>
                <a:rect b="b" l="l" r="r" t="t"/>
                <a:pathLst>
                  <a:path extrusionOk="0" h="2790" w="1654">
                    <a:moveTo>
                      <a:pt x="1608" y="0"/>
                    </a:moveTo>
                    <a:cubicBezTo>
                      <a:pt x="747" y="249"/>
                      <a:pt x="316" y="1127"/>
                      <a:pt x="125" y="1931"/>
                    </a:cubicBezTo>
                    <a:cubicBezTo>
                      <a:pt x="59" y="2196"/>
                      <a:pt x="1" y="2477"/>
                      <a:pt x="9" y="2751"/>
                    </a:cubicBezTo>
                    <a:cubicBezTo>
                      <a:pt x="14" y="2777"/>
                      <a:pt x="29" y="2789"/>
                      <a:pt x="46" y="2789"/>
                    </a:cubicBezTo>
                    <a:cubicBezTo>
                      <a:pt x="60" y="2789"/>
                      <a:pt x="76" y="2779"/>
                      <a:pt x="84" y="2759"/>
                    </a:cubicBezTo>
                    <a:cubicBezTo>
                      <a:pt x="192" y="2494"/>
                      <a:pt x="225" y="2196"/>
                      <a:pt x="291" y="1914"/>
                    </a:cubicBezTo>
                    <a:cubicBezTo>
                      <a:pt x="366" y="1641"/>
                      <a:pt x="457" y="1359"/>
                      <a:pt x="581" y="1102"/>
                    </a:cubicBezTo>
                    <a:cubicBezTo>
                      <a:pt x="796" y="655"/>
                      <a:pt x="1161" y="249"/>
                      <a:pt x="1625" y="58"/>
                    </a:cubicBezTo>
                    <a:cubicBezTo>
                      <a:pt x="1654" y="51"/>
                      <a:pt x="1645" y="5"/>
                      <a:pt x="1620" y="5"/>
                    </a:cubicBezTo>
                    <a:cubicBezTo>
                      <a:pt x="1616" y="5"/>
                      <a:pt x="1612" y="6"/>
                      <a:pt x="1608" y="8"/>
                    </a:cubicBezTo>
                    <a:lnTo>
                      <a:pt x="160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9" name="Google Shape;7399;p22"/>
              <p:cNvSpPr/>
              <p:nvPr/>
            </p:nvSpPr>
            <p:spPr>
              <a:xfrm>
                <a:off x="6078550" y="4155625"/>
                <a:ext cx="4925" cy="17375"/>
              </a:xfrm>
              <a:custGeom>
                <a:rect b="b" l="l" r="r" t="t"/>
                <a:pathLst>
                  <a:path extrusionOk="0" h="695" w="197">
                    <a:moveTo>
                      <a:pt x="155" y="1"/>
                    </a:moveTo>
                    <a:cubicBezTo>
                      <a:pt x="141" y="1"/>
                      <a:pt x="128" y="8"/>
                      <a:pt x="125" y="25"/>
                    </a:cubicBezTo>
                    <a:cubicBezTo>
                      <a:pt x="67" y="232"/>
                      <a:pt x="17" y="448"/>
                      <a:pt x="1" y="671"/>
                    </a:cubicBezTo>
                    <a:cubicBezTo>
                      <a:pt x="1" y="686"/>
                      <a:pt x="15" y="695"/>
                      <a:pt x="28" y="695"/>
                    </a:cubicBezTo>
                    <a:cubicBezTo>
                      <a:pt x="38" y="695"/>
                      <a:pt x="47" y="690"/>
                      <a:pt x="50" y="680"/>
                    </a:cubicBezTo>
                    <a:cubicBezTo>
                      <a:pt x="100" y="464"/>
                      <a:pt x="133" y="257"/>
                      <a:pt x="191" y="42"/>
                    </a:cubicBezTo>
                    <a:cubicBezTo>
                      <a:pt x="196" y="17"/>
                      <a:pt x="175" y="1"/>
                      <a:pt x="1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0" name="Google Shape;7400;p22"/>
              <p:cNvSpPr/>
              <p:nvPr/>
            </p:nvSpPr>
            <p:spPr>
              <a:xfrm>
                <a:off x="6077100" y="4178875"/>
                <a:ext cx="2725" cy="17650"/>
              </a:xfrm>
              <a:custGeom>
                <a:rect b="b" l="l" r="r" t="t"/>
                <a:pathLst>
                  <a:path extrusionOk="0" h="706" w="109">
                    <a:moveTo>
                      <a:pt x="67" y="0"/>
                    </a:moveTo>
                    <a:cubicBezTo>
                      <a:pt x="50" y="0"/>
                      <a:pt x="34" y="10"/>
                      <a:pt x="34" y="31"/>
                    </a:cubicBezTo>
                    <a:cubicBezTo>
                      <a:pt x="42" y="139"/>
                      <a:pt x="34" y="255"/>
                      <a:pt x="26" y="363"/>
                    </a:cubicBezTo>
                    <a:cubicBezTo>
                      <a:pt x="17" y="470"/>
                      <a:pt x="1" y="578"/>
                      <a:pt x="9" y="686"/>
                    </a:cubicBezTo>
                    <a:cubicBezTo>
                      <a:pt x="9" y="699"/>
                      <a:pt x="17" y="706"/>
                      <a:pt x="25" y="706"/>
                    </a:cubicBezTo>
                    <a:cubicBezTo>
                      <a:pt x="31" y="706"/>
                      <a:pt x="38" y="701"/>
                      <a:pt x="42" y="694"/>
                    </a:cubicBezTo>
                    <a:cubicBezTo>
                      <a:pt x="84" y="586"/>
                      <a:pt x="92" y="479"/>
                      <a:pt x="100" y="371"/>
                    </a:cubicBezTo>
                    <a:cubicBezTo>
                      <a:pt x="108" y="255"/>
                      <a:pt x="108" y="147"/>
                      <a:pt x="100" y="31"/>
                    </a:cubicBezTo>
                    <a:cubicBezTo>
                      <a:pt x="100" y="10"/>
                      <a:pt x="84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1" name="Google Shape;7401;p22"/>
              <p:cNvSpPr/>
              <p:nvPr/>
            </p:nvSpPr>
            <p:spPr>
              <a:xfrm>
                <a:off x="6090075" y="4170950"/>
                <a:ext cx="11300" cy="11200"/>
              </a:xfrm>
              <a:custGeom>
                <a:rect b="b" l="l" r="r" t="t"/>
                <a:pathLst>
                  <a:path extrusionOk="0" h="448" w="452">
                    <a:moveTo>
                      <a:pt x="418" y="0"/>
                    </a:moveTo>
                    <a:cubicBezTo>
                      <a:pt x="368" y="0"/>
                      <a:pt x="327" y="50"/>
                      <a:pt x="294" y="83"/>
                    </a:cubicBezTo>
                    <a:cubicBezTo>
                      <a:pt x="261" y="116"/>
                      <a:pt x="236" y="149"/>
                      <a:pt x="203" y="183"/>
                    </a:cubicBezTo>
                    <a:cubicBezTo>
                      <a:pt x="136" y="249"/>
                      <a:pt x="78" y="323"/>
                      <a:pt x="20" y="398"/>
                    </a:cubicBezTo>
                    <a:cubicBezTo>
                      <a:pt x="1" y="417"/>
                      <a:pt x="22" y="447"/>
                      <a:pt x="44" y="447"/>
                    </a:cubicBezTo>
                    <a:cubicBezTo>
                      <a:pt x="50" y="447"/>
                      <a:pt x="56" y="445"/>
                      <a:pt x="62" y="439"/>
                    </a:cubicBezTo>
                    <a:cubicBezTo>
                      <a:pt x="136" y="381"/>
                      <a:pt x="203" y="315"/>
                      <a:pt x="269" y="257"/>
                    </a:cubicBezTo>
                    <a:cubicBezTo>
                      <a:pt x="302" y="224"/>
                      <a:pt x="335" y="191"/>
                      <a:pt x="368" y="158"/>
                    </a:cubicBezTo>
                    <a:cubicBezTo>
                      <a:pt x="401" y="125"/>
                      <a:pt x="451" y="83"/>
                      <a:pt x="451" y="33"/>
                    </a:cubicBezTo>
                    <a:cubicBezTo>
                      <a:pt x="451" y="17"/>
                      <a:pt x="435" y="0"/>
                      <a:pt x="41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2" name="Google Shape;7402;p22"/>
              <p:cNvSpPr/>
              <p:nvPr/>
            </p:nvSpPr>
            <p:spPr>
              <a:xfrm>
                <a:off x="6104450" y="4162875"/>
                <a:ext cx="2725" cy="3525"/>
              </a:xfrm>
              <a:custGeom>
                <a:rect b="b" l="l" r="r" t="t"/>
                <a:pathLst>
                  <a:path extrusionOk="0" h="141" w="109">
                    <a:moveTo>
                      <a:pt x="83" y="0"/>
                    </a:moveTo>
                    <a:cubicBezTo>
                      <a:pt x="75" y="0"/>
                      <a:pt x="67" y="8"/>
                      <a:pt x="67" y="8"/>
                    </a:cubicBezTo>
                    <a:cubicBezTo>
                      <a:pt x="58" y="17"/>
                      <a:pt x="58" y="25"/>
                      <a:pt x="50" y="33"/>
                    </a:cubicBezTo>
                    <a:cubicBezTo>
                      <a:pt x="50" y="33"/>
                      <a:pt x="50" y="42"/>
                      <a:pt x="50" y="42"/>
                    </a:cubicBezTo>
                    <a:cubicBezTo>
                      <a:pt x="42" y="42"/>
                      <a:pt x="42" y="50"/>
                      <a:pt x="34" y="58"/>
                    </a:cubicBezTo>
                    <a:cubicBezTo>
                      <a:pt x="28" y="64"/>
                      <a:pt x="22" y="69"/>
                      <a:pt x="17" y="75"/>
                    </a:cubicBezTo>
                    <a:cubicBezTo>
                      <a:pt x="9" y="75"/>
                      <a:pt x="9" y="83"/>
                      <a:pt x="0" y="91"/>
                    </a:cubicBezTo>
                    <a:cubicBezTo>
                      <a:pt x="0" y="108"/>
                      <a:pt x="0" y="116"/>
                      <a:pt x="9" y="124"/>
                    </a:cubicBezTo>
                    <a:cubicBezTo>
                      <a:pt x="17" y="133"/>
                      <a:pt x="25" y="133"/>
                      <a:pt x="34" y="141"/>
                    </a:cubicBezTo>
                    <a:cubicBezTo>
                      <a:pt x="42" y="141"/>
                      <a:pt x="50" y="133"/>
                      <a:pt x="67" y="124"/>
                    </a:cubicBezTo>
                    <a:cubicBezTo>
                      <a:pt x="67" y="124"/>
                      <a:pt x="75" y="116"/>
                      <a:pt x="83" y="108"/>
                    </a:cubicBezTo>
                    <a:cubicBezTo>
                      <a:pt x="83" y="100"/>
                      <a:pt x="92" y="91"/>
                      <a:pt x="100" y="83"/>
                    </a:cubicBezTo>
                    <a:cubicBezTo>
                      <a:pt x="108" y="75"/>
                      <a:pt x="108" y="66"/>
                      <a:pt x="108" y="50"/>
                    </a:cubicBezTo>
                    <a:cubicBezTo>
                      <a:pt x="108" y="42"/>
                      <a:pt x="108" y="33"/>
                      <a:pt x="108" y="25"/>
                    </a:cubicBezTo>
                    <a:cubicBezTo>
                      <a:pt x="108" y="8"/>
                      <a:pt x="108" y="0"/>
                      <a:pt x="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3" name="Google Shape;7403;p22"/>
              <p:cNvSpPr/>
              <p:nvPr/>
            </p:nvSpPr>
            <p:spPr>
              <a:xfrm>
                <a:off x="6112725" y="4153550"/>
                <a:ext cx="2725" cy="3325"/>
              </a:xfrm>
              <a:custGeom>
                <a:rect b="b" l="l" r="r" t="t"/>
                <a:pathLst>
                  <a:path extrusionOk="0" h="133" w="109">
                    <a:moveTo>
                      <a:pt x="84" y="0"/>
                    </a:moveTo>
                    <a:cubicBezTo>
                      <a:pt x="75" y="0"/>
                      <a:pt x="67" y="0"/>
                      <a:pt x="59" y="9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1" y="25"/>
                      <a:pt x="51" y="33"/>
                      <a:pt x="51" y="42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1" y="42"/>
                      <a:pt x="42" y="50"/>
                      <a:pt x="34" y="58"/>
                    </a:cubicBezTo>
                    <a:cubicBezTo>
                      <a:pt x="26" y="67"/>
                      <a:pt x="17" y="75"/>
                      <a:pt x="9" y="83"/>
                    </a:cubicBezTo>
                    <a:cubicBezTo>
                      <a:pt x="9" y="83"/>
                      <a:pt x="10" y="83"/>
                      <a:pt x="10" y="83"/>
                    </a:cubicBezTo>
                    <a:lnTo>
                      <a:pt x="10" y="83"/>
                    </a:lnTo>
                    <a:cubicBezTo>
                      <a:pt x="9" y="85"/>
                      <a:pt x="9" y="87"/>
                      <a:pt x="9" y="91"/>
                    </a:cubicBezTo>
                    <a:lnTo>
                      <a:pt x="1" y="91"/>
                    </a:lnTo>
                    <a:cubicBezTo>
                      <a:pt x="1" y="100"/>
                      <a:pt x="1" y="116"/>
                      <a:pt x="9" y="116"/>
                    </a:cubicBezTo>
                    <a:cubicBezTo>
                      <a:pt x="17" y="125"/>
                      <a:pt x="17" y="125"/>
                      <a:pt x="26" y="133"/>
                    </a:cubicBezTo>
                    <a:cubicBezTo>
                      <a:pt x="34" y="133"/>
                      <a:pt x="42" y="125"/>
                      <a:pt x="51" y="125"/>
                    </a:cubicBezTo>
                    <a:cubicBezTo>
                      <a:pt x="67" y="108"/>
                      <a:pt x="75" y="91"/>
                      <a:pt x="84" y="83"/>
                    </a:cubicBezTo>
                    <a:cubicBezTo>
                      <a:pt x="92" y="67"/>
                      <a:pt x="100" y="58"/>
                      <a:pt x="100" y="50"/>
                    </a:cubicBezTo>
                    <a:cubicBezTo>
                      <a:pt x="109" y="42"/>
                      <a:pt x="109" y="33"/>
                      <a:pt x="100" y="25"/>
                    </a:cubicBezTo>
                    <a:cubicBezTo>
                      <a:pt x="100" y="17"/>
                      <a:pt x="100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4" name="Google Shape;7404;p22"/>
              <p:cNvSpPr/>
              <p:nvPr/>
            </p:nvSpPr>
            <p:spPr>
              <a:xfrm>
                <a:off x="6089850" y="4156375"/>
                <a:ext cx="7525" cy="8400"/>
              </a:xfrm>
              <a:custGeom>
                <a:rect b="b" l="l" r="r" t="t"/>
                <a:pathLst>
                  <a:path extrusionOk="0" h="336" w="301">
                    <a:moveTo>
                      <a:pt x="275" y="0"/>
                    </a:moveTo>
                    <a:cubicBezTo>
                      <a:pt x="270" y="0"/>
                      <a:pt x="265" y="1"/>
                      <a:pt x="261" y="3"/>
                    </a:cubicBezTo>
                    <a:cubicBezTo>
                      <a:pt x="253" y="20"/>
                      <a:pt x="236" y="28"/>
                      <a:pt x="228" y="45"/>
                    </a:cubicBezTo>
                    <a:cubicBezTo>
                      <a:pt x="220" y="53"/>
                      <a:pt x="212" y="70"/>
                      <a:pt x="203" y="78"/>
                    </a:cubicBezTo>
                    <a:cubicBezTo>
                      <a:pt x="187" y="103"/>
                      <a:pt x="162" y="128"/>
                      <a:pt x="145" y="152"/>
                    </a:cubicBezTo>
                    <a:cubicBezTo>
                      <a:pt x="104" y="210"/>
                      <a:pt x="62" y="252"/>
                      <a:pt x="13" y="293"/>
                    </a:cubicBezTo>
                    <a:cubicBezTo>
                      <a:pt x="0" y="312"/>
                      <a:pt x="16" y="335"/>
                      <a:pt x="31" y="335"/>
                    </a:cubicBezTo>
                    <a:cubicBezTo>
                      <a:pt x="37" y="335"/>
                      <a:pt x="42" y="333"/>
                      <a:pt x="46" y="326"/>
                    </a:cubicBezTo>
                    <a:lnTo>
                      <a:pt x="46" y="335"/>
                    </a:lnTo>
                    <a:cubicBezTo>
                      <a:pt x="104" y="285"/>
                      <a:pt x="145" y="244"/>
                      <a:pt x="187" y="194"/>
                    </a:cubicBezTo>
                    <a:cubicBezTo>
                      <a:pt x="212" y="169"/>
                      <a:pt x="228" y="144"/>
                      <a:pt x="253" y="111"/>
                    </a:cubicBezTo>
                    <a:cubicBezTo>
                      <a:pt x="261" y="103"/>
                      <a:pt x="270" y="86"/>
                      <a:pt x="278" y="78"/>
                    </a:cubicBezTo>
                    <a:cubicBezTo>
                      <a:pt x="286" y="61"/>
                      <a:pt x="294" y="45"/>
                      <a:pt x="294" y="28"/>
                    </a:cubicBezTo>
                    <a:cubicBezTo>
                      <a:pt x="301" y="9"/>
                      <a:pt x="288" y="0"/>
                      <a:pt x="2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5" name="Google Shape;7405;p22"/>
              <p:cNvSpPr/>
              <p:nvPr/>
            </p:nvSpPr>
            <p:spPr>
              <a:xfrm>
                <a:off x="6101550" y="4142500"/>
                <a:ext cx="4950" cy="6725"/>
              </a:xfrm>
              <a:custGeom>
                <a:rect b="b" l="l" r="r" t="t"/>
                <a:pathLst>
                  <a:path extrusionOk="0" h="269" w="198">
                    <a:moveTo>
                      <a:pt x="171" y="0"/>
                    </a:moveTo>
                    <a:cubicBezTo>
                      <a:pt x="167" y="0"/>
                      <a:pt x="162" y="1"/>
                      <a:pt x="158" y="3"/>
                    </a:cubicBezTo>
                    <a:cubicBezTo>
                      <a:pt x="150" y="11"/>
                      <a:pt x="141" y="20"/>
                      <a:pt x="133" y="28"/>
                    </a:cubicBezTo>
                    <a:cubicBezTo>
                      <a:pt x="125" y="36"/>
                      <a:pt x="116" y="45"/>
                      <a:pt x="108" y="53"/>
                    </a:cubicBezTo>
                    <a:cubicBezTo>
                      <a:pt x="100" y="69"/>
                      <a:pt x="83" y="94"/>
                      <a:pt x="75" y="111"/>
                    </a:cubicBezTo>
                    <a:cubicBezTo>
                      <a:pt x="50" y="144"/>
                      <a:pt x="34" y="177"/>
                      <a:pt x="9" y="219"/>
                    </a:cubicBezTo>
                    <a:cubicBezTo>
                      <a:pt x="0" y="235"/>
                      <a:pt x="9" y="252"/>
                      <a:pt x="25" y="260"/>
                    </a:cubicBezTo>
                    <a:cubicBezTo>
                      <a:pt x="32" y="266"/>
                      <a:pt x="38" y="269"/>
                      <a:pt x="44" y="269"/>
                    </a:cubicBezTo>
                    <a:cubicBezTo>
                      <a:pt x="53" y="269"/>
                      <a:pt x="62" y="262"/>
                      <a:pt x="67" y="252"/>
                    </a:cubicBezTo>
                    <a:cubicBezTo>
                      <a:pt x="92" y="219"/>
                      <a:pt x="116" y="177"/>
                      <a:pt x="141" y="144"/>
                    </a:cubicBezTo>
                    <a:cubicBezTo>
                      <a:pt x="150" y="127"/>
                      <a:pt x="158" y="111"/>
                      <a:pt x="166" y="94"/>
                    </a:cubicBezTo>
                    <a:cubicBezTo>
                      <a:pt x="174" y="86"/>
                      <a:pt x="183" y="69"/>
                      <a:pt x="183" y="61"/>
                    </a:cubicBezTo>
                    <a:cubicBezTo>
                      <a:pt x="191" y="53"/>
                      <a:pt x="191" y="36"/>
                      <a:pt x="191" y="28"/>
                    </a:cubicBezTo>
                    <a:cubicBezTo>
                      <a:pt x="197" y="9"/>
                      <a:pt x="185" y="0"/>
                      <a:pt x="1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6" name="Google Shape;7406;p22"/>
              <p:cNvSpPr/>
              <p:nvPr/>
            </p:nvSpPr>
            <p:spPr>
              <a:xfrm>
                <a:off x="6211825" y="4155375"/>
                <a:ext cx="23350" cy="13525"/>
              </a:xfrm>
              <a:custGeom>
                <a:rect b="b" l="l" r="r" t="t"/>
                <a:pathLst>
                  <a:path extrusionOk="0" h="541" w="934">
                    <a:moveTo>
                      <a:pt x="46" y="1"/>
                    </a:moveTo>
                    <a:cubicBezTo>
                      <a:pt x="12" y="1"/>
                      <a:pt x="0" y="44"/>
                      <a:pt x="39" y="60"/>
                    </a:cubicBezTo>
                    <a:cubicBezTo>
                      <a:pt x="105" y="85"/>
                      <a:pt x="180" y="126"/>
                      <a:pt x="246" y="159"/>
                    </a:cubicBezTo>
                    <a:cubicBezTo>
                      <a:pt x="312" y="192"/>
                      <a:pt x="387" y="226"/>
                      <a:pt x="453" y="275"/>
                    </a:cubicBezTo>
                    <a:cubicBezTo>
                      <a:pt x="511" y="317"/>
                      <a:pt x="577" y="358"/>
                      <a:pt x="644" y="408"/>
                    </a:cubicBezTo>
                    <a:cubicBezTo>
                      <a:pt x="702" y="449"/>
                      <a:pt x="768" y="524"/>
                      <a:pt x="851" y="540"/>
                    </a:cubicBezTo>
                    <a:cubicBezTo>
                      <a:pt x="900" y="540"/>
                      <a:pt x="934" y="482"/>
                      <a:pt x="925" y="441"/>
                    </a:cubicBezTo>
                    <a:cubicBezTo>
                      <a:pt x="909" y="391"/>
                      <a:pt x="867" y="366"/>
                      <a:pt x="834" y="333"/>
                    </a:cubicBezTo>
                    <a:cubicBezTo>
                      <a:pt x="801" y="308"/>
                      <a:pt x="768" y="284"/>
                      <a:pt x="735" y="267"/>
                    </a:cubicBezTo>
                    <a:cubicBezTo>
                      <a:pt x="660" y="217"/>
                      <a:pt x="594" y="176"/>
                      <a:pt x="511" y="143"/>
                    </a:cubicBezTo>
                    <a:cubicBezTo>
                      <a:pt x="445" y="118"/>
                      <a:pt x="370" y="85"/>
                      <a:pt x="296" y="60"/>
                    </a:cubicBezTo>
                    <a:cubicBezTo>
                      <a:pt x="221" y="27"/>
                      <a:pt x="138" y="18"/>
                      <a:pt x="55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7" name="Google Shape;7407;p22"/>
              <p:cNvSpPr/>
              <p:nvPr/>
            </p:nvSpPr>
            <p:spPr>
              <a:xfrm>
                <a:off x="6232675" y="4157600"/>
                <a:ext cx="8850" cy="7050"/>
              </a:xfrm>
              <a:custGeom>
                <a:rect b="b" l="l" r="r" t="t"/>
                <a:pathLst>
                  <a:path extrusionOk="0" h="282" w="354">
                    <a:moveTo>
                      <a:pt x="42" y="1"/>
                    </a:moveTo>
                    <a:cubicBezTo>
                      <a:pt x="28" y="1"/>
                      <a:pt x="14" y="6"/>
                      <a:pt x="8" y="12"/>
                    </a:cubicBezTo>
                    <a:cubicBezTo>
                      <a:pt x="0" y="29"/>
                      <a:pt x="0" y="54"/>
                      <a:pt x="17" y="70"/>
                    </a:cubicBezTo>
                    <a:lnTo>
                      <a:pt x="149" y="178"/>
                    </a:lnTo>
                    <a:cubicBezTo>
                      <a:pt x="174" y="195"/>
                      <a:pt x="199" y="211"/>
                      <a:pt x="224" y="228"/>
                    </a:cubicBezTo>
                    <a:cubicBezTo>
                      <a:pt x="249" y="244"/>
                      <a:pt x="274" y="261"/>
                      <a:pt x="307" y="277"/>
                    </a:cubicBezTo>
                    <a:cubicBezTo>
                      <a:pt x="311" y="280"/>
                      <a:pt x="315" y="281"/>
                      <a:pt x="319" y="281"/>
                    </a:cubicBezTo>
                    <a:cubicBezTo>
                      <a:pt x="338" y="281"/>
                      <a:pt x="354" y="250"/>
                      <a:pt x="340" y="236"/>
                    </a:cubicBezTo>
                    <a:cubicBezTo>
                      <a:pt x="315" y="211"/>
                      <a:pt x="298" y="195"/>
                      <a:pt x="274" y="170"/>
                    </a:cubicBezTo>
                    <a:cubicBezTo>
                      <a:pt x="257" y="153"/>
                      <a:pt x="224" y="128"/>
                      <a:pt x="199" y="112"/>
                    </a:cubicBezTo>
                    <a:cubicBezTo>
                      <a:pt x="158" y="79"/>
                      <a:pt x="108" y="45"/>
                      <a:pt x="58" y="4"/>
                    </a:cubicBezTo>
                    <a:cubicBezTo>
                      <a:pt x="53" y="2"/>
                      <a:pt x="48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8" name="Google Shape;7408;p22"/>
              <p:cNvSpPr/>
              <p:nvPr/>
            </p:nvSpPr>
            <p:spPr>
              <a:xfrm>
                <a:off x="6204775" y="4137375"/>
                <a:ext cx="21625" cy="6500"/>
              </a:xfrm>
              <a:custGeom>
                <a:rect b="b" l="l" r="r" t="t"/>
                <a:pathLst>
                  <a:path extrusionOk="0" h="260" w="865">
                    <a:moveTo>
                      <a:pt x="48" y="0"/>
                    </a:moveTo>
                    <a:cubicBezTo>
                      <a:pt x="19" y="0"/>
                      <a:pt x="1" y="44"/>
                      <a:pt x="39" y="59"/>
                    </a:cubicBezTo>
                    <a:cubicBezTo>
                      <a:pt x="172" y="100"/>
                      <a:pt x="304" y="134"/>
                      <a:pt x="437" y="167"/>
                    </a:cubicBezTo>
                    <a:cubicBezTo>
                      <a:pt x="503" y="183"/>
                      <a:pt x="561" y="200"/>
                      <a:pt x="627" y="208"/>
                    </a:cubicBezTo>
                    <a:cubicBezTo>
                      <a:pt x="694" y="225"/>
                      <a:pt x="752" y="250"/>
                      <a:pt x="810" y="258"/>
                    </a:cubicBezTo>
                    <a:cubicBezTo>
                      <a:pt x="813" y="259"/>
                      <a:pt x="817" y="259"/>
                      <a:pt x="820" y="259"/>
                    </a:cubicBezTo>
                    <a:cubicBezTo>
                      <a:pt x="847" y="259"/>
                      <a:pt x="865" y="230"/>
                      <a:pt x="843" y="208"/>
                    </a:cubicBezTo>
                    <a:cubicBezTo>
                      <a:pt x="743" y="134"/>
                      <a:pt x="602" y="109"/>
                      <a:pt x="478" y="76"/>
                    </a:cubicBezTo>
                    <a:cubicBezTo>
                      <a:pt x="412" y="59"/>
                      <a:pt x="346" y="42"/>
                      <a:pt x="271" y="34"/>
                    </a:cubicBezTo>
                    <a:cubicBezTo>
                      <a:pt x="205" y="18"/>
                      <a:pt x="130" y="9"/>
                      <a:pt x="56" y="1"/>
                    </a:cubicBezTo>
                    <a:cubicBezTo>
                      <a:pt x="53" y="0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9" name="Google Shape;7409;p22"/>
              <p:cNvSpPr/>
              <p:nvPr/>
            </p:nvSpPr>
            <p:spPr>
              <a:xfrm>
                <a:off x="6237750" y="4150125"/>
                <a:ext cx="11450" cy="11200"/>
              </a:xfrm>
              <a:custGeom>
                <a:rect b="b" l="l" r="r" t="t"/>
                <a:pathLst>
                  <a:path extrusionOk="0" h="448" w="458">
                    <a:moveTo>
                      <a:pt x="39" y="0"/>
                    </a:moveTo>
                    <a:cubicBezTo>
                      <a:pt x="19" y="0"/>
                      <a:pt x="1" y="24"/>
                      <a:pt x="21" y="38"/>
                    </a:cubicBezTo>
                    <a:lnTo>
                      <a:pt x="120" y="146"/>
                    </a:lnTo>
                    <a:cubicBezTo>
                      <a:pt x="153" y="179"/>
                      <a:pt x="187" y="220"/>
                      <a:pt x="228" y="245"/>
                    </a:cubicBezTo>
                    <a:cubicBezTo>
                      <a:pt x="261" y="278"/>
                      <a:pt x="294" y="311"/>
                      <a:pt x="327" y="344"/>
                    </a:cubicBezTo>
                    <a:cubicBezTo>
                      <a:pt x="361" y="378"/>
                      <a:pt x="394" y="419"/>
                      <a:pt x="435" y="444"/>
                    </a:cubicBezTo>
                    <a:cubicBezTo>
                      <a:pt x="437" y="446"/>
                      <a:pt x="440" y="447"/>
                      <a:pt x="443" y="447"/>
                    </a:cubicBezTo>
                    <a:cubicBezTo>
                      <a:pt x="450" y="447"/>
                      <a:pt x="458" y="439"/>
                      <a:pt x="452" y="427"/>
                    </a:cubicBezTo>
                    <a:cubicBezTo>
                      <a:pt x="427" y="386"/>
                      <a:pt x="385" y="361"/>
                      <a:pt x="352" y="328"/>
                    </a:cubicBezTo>
                    <a:cubicBezTo>
                      <a:pt x="319" y="286"/>
                      <a:pt x="286" y="253"/>
                      <a:pt x="253" y="220"/>
                    </a:cubicBezTo>
                    <a:cubicBezTo>
                      <a:pt x="228" y="179"/>
                      <a:pt x="195" y="146"/>
                      <a:pt x="162" y="112"/>
                    </a:cubicBezTo>
                    <a:lnTo>
                      <a:pt x="54" y="5"/>
                    </a:lnTo>
                    <a:cubicBezTo>
                      <a:pt x="49" y="2"/>
                      <a:pt x="44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0" name="Google Shape;7410;p22"/>
              <p:cNvSpPr/>
              <p:nvPr/>
            </p:nvSpPr>
            <p:spPr>
              <a:xfrm>
                <a:off x="6191725" y="4115000"/>
                <a:ext cx="23975" cy="10050"/>
              </a:xfrm>
              <a:custGeom>
                <a:rect b="b" l="l" r="r" t="t"/>
                <a:pathLst>
                  <a:path extrusionOk="0" h="402" w="959">
                    <a:moveTo>
                      <a:pt x="58" y="1"/>
                    </a:moveTo>
                    <a:cubicBezTo>
                      <a:pt x="13" y="1"/>
                      <a:pt x="0" y="84"/>
                      <a:pt x="56" y="92"/>
                    </a:cubicBezTo>
                    <a:cubicBezTo>
                      <a:pt x="205" y="125"/>
                      <a:pt x="346" y="167"/>
                      <a:pt x="486" y="225"/>
                    </a:cubicBezTo>
                    <a:cubicBezTo>
                      <a:pt x="553" y="250"/>
                      <a:pt x="619" y="283"/>
                      <a:pt x="685" y="316"/>
                    </a:cubicBezTo>
                    <a:cubicBezTo>
                      <a:pt x="744" y="346"/>
                      <a:pt x="810" y="401"/>
                      <a:pt x="882" y="401"/>
                    </a:cubicBezTo>
                    <a:cubicBezTo>
                      <a:pt x="891" y="401"/>
                      <a:pt x="900" y="401"/>
                      <a:pt x="909" y="399"/>
                    </a:cubicBezTo>
                    <a:cubicBezTo>
                      <a:pt x="934" y="391"/>
                      <a:pt x="959" y="349"/>
                      <a:pt x="950" y="324"/>
                    </a:cubicBezTo>
                    <a:cubicBezTo>
                      <a:pt x="926" y="250"/>
                      <a:pt x="826" y="208"/>
                      <a:pt x="760" y="175"/>
                    </a:cubicBezTo>
                    <a:cubicBezTo>
                      <a:pt x="685" y="142"/>
                      <a:pt x="611" y="117"/>
                      <a:pt x="528" y="92"/>
                    </a:cubicBezTo>
                    <a:cubicBezTo>
                      <a:pt x="379" y="43"/>
                      <a:pt x="221" y="9"/>
                      <a:pt x="64" y="1"/>
                    </a:cubicBezTo>
                    <a:cubicBezTo>
                      <a:pt x="62" y="1"/>
                      <a:pt x="60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1" name="Google Shape;7411;p22"/>
              <p:cNvSpPr/>
              <p:nvPr/>
            </p:nvSpPr>
            <p:spPr>
              <a:xfrm>
                <a:off x="6229550" y="4131125"/>
                <a:ext cx="8100" cy="7275"/>
              </a:xfrm>
              <a:custGeom>
                <a:rect b="b" l="l" r="r" t="t"/>
                <a:pathLst>
                  <a:path extrusionOk="0" h="291" w="324">
                    <a:moveTo>
                      <a:pt x="70" y="0"/>
                    </a:moveTo>
                    <a:cubicBezTo>
                      <a:pt x="55" y="0"/>
                      <a:pt x="38" y="7"/>
                      <a:pt x="26" y="19"/>
                    </a:cubicBezTo>
                    <a:cubicBezTo>
                      <a:pt x="9" y="36"/>
                      <a:pt x="1" y="77"/>
                      <a:pt x="26" y="94"/>
                    </a:cubicBezTo>
                    <a:lnTo>
                      <a:pt x="84" y="143"/>
                    </a:lnTo>
                    <a:cubicBezTo>
                      <a:pt x="100" y="160"/>
                      <a:pt x="117" y="176"/>
                      <a:pt x="133" y="193"/>
                    </a:cubicBezTo>
                    <a:lnTo>
                      <a:pt x="158" y="210"/>
                    </a:lnTo>
                    <a:cubicBezTo>
                      <a:pt x="158" y="210"/>
                      <a:pt x="167" y="218"/>
                      <a:pt x="167" y="218"/>
                    </a:cubicBezTo>
                    <a:cubicBezTo>
                      <a:pt x="175" y="226"/>
                      <a:pt x="183" y="234"/>
                      <a:pt x="191" y="234"/>
                    </a:cubicBezTo>
                    <a:cubicBezTo>
                      <a:pt x="216" y="259"/>
                      <a:pt x="233" y="268"/>
                      <a:pt x="258" y="284"/>
                    </a:cubicBezTo>
                    <a:cubicBezTo>
                      <a:pt x="266" y="288"/>
                      <a:pt x="276" y="290"/>
                      <a:pt x="286" y="290"/>
                    </a:cubicBezTo>
                    <a:cubicBezTo>
                      <a:pt x="295" y="290"/>
                      <a:pt x="303" y="288"/>
                      <a:pt x="307" y="284"/>
                    </a:cubicBezTo>
                    <a:cubicBezTo>
                      <a:pt x="316" y="268"/>
                      <a:pt x="324" y="251"/>
                      <a:pt x="316" y="234"/>
                    </a:cubicBezTo>
                    <a:cubicBezTo>
                      <a:pt x="299" y="210"/>
                      <a:pt x="283" y="193"/>
                      <a:pt x="266" y="168"/>
                    </a:cubicBezTo>
                    <a:cubicBezTo>
                      <a:pt x="258" y="160"/>
                      <a:pt x="249" y="152"/>
                      <a:pt x="241" y="143"/>
                    </a:cubicBezTo>
                    <a:cubicBezTo>
                      <a:pt x="233" y="135"/>
                      <a:pt x="225" y="127"/>
                      <a:pt x="216" y="118"/>
                    </a:cubicBezTo>
                    <a:cubicBezTo>
                      <a:pt x="200" y="102"/>
                      <a:pt x="183" y="85"/>
                      <a:pt x="167" y="69"/>
                    </a:cubicBezTo>
                    <a:cubicBezTo>
                      <a:pt x="150" y="52"/>
                      <a:pt x="125" y="36"/>
                      <a:pt x="109" y="19"/>
                    </a:cubicBezTo>
                    <a:cubicBezTo>
                      <a:pt x="100" y="7"/>
                      <a:pt x="86" y="0"/>
                      <a:pt x="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2" name="Google Shape;7412;p22"/>
              <p:cNvSpPr/>
              <p:nvPr/>
            </p:nvSpPr>
            <p:spPr>
              <a:xfrm>
                <a:off x="6121225" y="4141500"/>
                <a:ext cx="5625" cy="6175"/>
              </a:xfrm>
              <a:custGeom>
                <a:rect b="b" l="l" r="r" t="t"/>
                <a:pathLst>
                  <a:path extrusionOk="0" h="247" w="225">
                    <a:moveTo>
                      <a:pt x="192" y="0"/>
                    </a:moveTo>
                    <a:cubicBezTo>
                      <a:pt x="180" y="0"/>
                      <a:pt x="168" y="5"/>
                      <a:pt x="158" y="10"/>
                    </a:cubicBezTo>
                    <a:cubicBezTo>
                      <a:pt x="141" y="10"/>
                      <a:pt x="125" y="18"/>
                      <a:pt x="117" y="27"/>
                    </a:cubicBezTo>
                    <a:cubicBezTo>
                      <a:pt x="117" y="35"/>
                      <a:pt x="108" y="43"/>
                      <a:pt x="108" y="51"/>
                    </a:cubicBezTo>
                    <a:cubicBezTo>
                      <a:pt x="92" y="60"/>
                      <a:pt x="83" y="76"/>
                      <a:pt x="75" y="85"/>
                    </a:cubicBezTo>
                    <a:lnTo>
                      <a:pt x="9" y="159"/>
                    </a:lnTo>
                    <a:cubicBezTo>
                      <a:pt x="1" y="167"/>
                      <a:pt x="1" y="184"/>
                      <a:pt x="1" y="192"/>
                    </a:cubicBezTo>
                    <a:cubicBezTo>
                      <a:pt x="1" y="209"/>
                      <a:pt x="1" y="225"/>
                      <a:pt x="9" y="234"/>
                    </a:cubicBezTo>
                    <a:lnTo>
                      <a:pt x="17" y="234"/>
                    </a:lnTo>
                    <a:cubicBezTo>
                      <a:pt x="25" y="242"/>
                      <a:pt x="38" y="246"/>
                      <a:pt x="51" y="246"/>
                    </a:cubicBezTo>
                    <a:cubicBezTo>
                      <a:pt x="65" y="246"/>
                      <a:pt x="79" y="242"/>
                      <a:pt x="92" y="234"/>
                    </a:cubicBezTo>
                    <a:cubicBezTo>
                      <a:pt x="108" y="209"/>
                      <a:pt x="133" y="184"/>
                      <a:pt x="158" y="159"/>
                    </a:cubicBezTo>
                    <a:cubicBezTo>
                      <a:pt x="166" y="151"/>
                      <a:pt x="175" y="134"/>
                      <a:pt x="191" y="126"/>
                    </a:cubicBezTo>
                    <a:cubicBezTo>
                      <a:pt x="191" y="118"/>
                      <a:pt x="199" y="109"/>
                      <a:pt x="199" y="109"/>
                    </a:cubicBezTo>
                    <a:cubicBezTo>
                      <a:pt x="208" y="101"/>
                      <a:pt x="216" y="85"/>
                      <a:pt x="224" y="76"/>
                    </a:cubicBezTo>
                    <a:lnTo>
                      <a:pt x="224" y="68"/>
                    </a:lnTo>
                    <a:cubicBezTo>
                      <a:pt x="224" y="60"/>
                      <a:pt x="224" y="51"/>
                      <a:pt x="224" y="43"/>
                    </a:cubicBezTo>
                    <a:cubicBezTo>
                      <a:pt x="224" y="27"/>
                      <a:pt x="224" y="18"/>
                      <a:pt x="216" y="10"/>
                    </a:cubicBezTo>
                    <a:cubicBezTo>
                      <a:pt x="209" y="3"/>
                      <a:pt x="200" y="0"/>
                      <a:pt x="1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3" name="Google Shape;7413;p22"/>
              <p:cNvSpPr/>
              <p:nvPr/>
            </p:nvSpPr>
            <p:spPr>
              <a:xfrm>
                <a:off x="6129500" y="4132550"/>
                <a:ext cx="2925" cy="3825"/>
              </a:xfrm>
              <a:custGeom>
                <a:rect b="b" l="l" r="r" t="t"/>
                <a:pathLst>
                  <a:path extrusionOk="0" h="153" w="117">
                    <a:moveTo>
                      <a:pt x="89" y="0"/>
                    </a:moveTo>
                    <a:cubicBezTo>
                      <a:pt x="84" y="0"/>
                      <a:pt x="80" y="1"/>
                      <a:pt x="76" y="3"/>
                    </a:cubicBezTo>
                    <a:cubicBezTo>
                      <a:pt x="67" y="3"/>
                      <a:pt x="67" y="12"/>
                      <a:pt x="59" y="12"/>
                    </a:cubicBezTo>
                    <a:cubicBezTo>
                      <a:pt x="51" y="20"/>
                      <a:pt x="51" y="20"/>
                      <a:pt x="42" y="28"/>
                    </a:cubicBezTo>
                    <a:cubicBezTo>
                      <a:pt x="42" y="28"/>
                      <a:pt x="42" y="37"/>
                      <a:pt x="42" y="37"/>
                    </a:cubicBezTo>
                    <a:lnTo>
                      <a:pt x="34" y="45"/>
                    </a:lnTo>
                    <a:lnTo>
                      <a:pt x="9" y="86"/>
                    </a:lnTo>
                    <a:cubicBezTo>
                      <a:pt x="1" y="95"/>
                      <a:pt x="1" y="111"/>
                      <a:pt x="1" y="119"/>
                    </a:cubicBezTo>
                    <a:cubicBezTo>
                      <a:pt x="1" y="128"/>
                      <a:pt x="9" y="144"/>
                      <a:pt x="26" y="144"/>
                    </a:cubicBezTo>
                    <a:lnTo>
                      <a:pt x="18" y="144"/>
                    </a:lnTo>
                    <a:cubicBezTo>
                      <a:pt x="34" y="153"/>
                      <a:pt x="42" y="153"/>
                      <a:pt x="59" y="153"/>
                    </a:cubicBezTo>
                    <a:cubicBezTo>
                      <a:pt x="67" y="153"/>
                      <a:pt x="76" y="144"/>
                      <a:pt x="84" y="128"/>
                    </a:cubicBezTo>
                    <a:cubicBezTo>
                      <a:pt x="92" y="119"/>
                      <a:pt x="92" y="103"/>
                      <a:pt x="100" y="86"/>
                    </a:cubicBezTo>
                    <a:cubicBezTo>
                      <a:pt x="109" y="86"/>
                      <a:pt x="109" y="78"/>
                      <a:pt x="109" y="78"/>
                    </a:cubicBezTo>
                    <a:cubicBezTo>
                      <a:pt x="109" y="78"/>
                      <a:pt x="109" y="70"/>
                      <a:pt x="109" y="70"/>
                    </a:cubicBezTo>
                    <a:cubicBezTo>
                      <a:pt x="117" y="61"/>
                      <a:pt x="117" y="53"/>
                      <a:pt x="117" y="45"/>
                    </a:cubicBezTo>
                    <a:lnTo>
                      <a:pt x="117" y="28"/>
                    </a:lnTo>
                    <a:cubicBezTo>
                      <a:pt x="117" y="10"/>
                      <a:pt x="103" y="0"/>
                      <a:pt x="8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4" name="Google Shape;7414;p22"/>
              <p:cNvSpPr/>
              <p:nvPr/>
            </p:nvSpPr>
            <p:spPr>
              <a:xfrm>
                <a:off x="6109825" y="4127725"/>
                <a:ext cx="7225" cy="6800"/>
              </a:xfrm>
              <a:custGeom>
                <a:rect b="b" l="l" r="r" t="t"/>
                <a:pathLst>
                  <a:path extrusionOk="0" h="272" w="289">
                    <a:moveTo>
                      <a:pt x="261" y="0"/>
                    </a:moveTo>
                    <a:cubicBezTo>
                      <a:pt x="257" y="0"/>
                      <a:pt x="253" y="2"/>
                      <a:pt x="249" y="6"/>
                    </a:cubicBezTo>
                    <a:cubicBezTo>
                      <a:pt x="241" y="14"/>
                      <a:pt x="233" y="22"/>
                      <a:pt x="216" y="22"/>
                    </a:cubicBezTo>
                    <a:cubicBezTo>
                      <a:pt x="208" y="31"/>
                      <a:pt x="200" y="39"/>
                      <a:pt x="191" y="56"/>
                    </a:cubicBezTo>
                    <a:cubicBezTo>
                      <a:pt x="167" y="72"/>
                      <a:pt x="150" y="80"/>
                      <a:pt x="133" y="97"/>
                    </a:cubicBezTo>
                    <a:cubicBezTo>
                      <a:pt x="133" y="105"/>
                      <a:pt x="125" y="105"/>
                      <a:pt x="125" y="105"/>
                    </a:cubicBezTo>
                    <a:lnTo>
                      <a:pt x="117" y="105"/>
                    </a:lnTo>
                    <a:cubicBezTo>
                      <a:pt x="117" y="114"/>
                      <a:pt x="117" y="114"/>
                      <a:pt x="117" y="114"/>
                    </a:cubicBezTo>
                    <a:lnTo>
                      <a:pt x="109" y="114"/>
                    </a:lnTo>
                    <a:cubicBezTo>
                      <a:pt x="100" y="122"/>
                      <a:pt x="84" y="130"/>
                      <a:pt x="75" y="138"/>
                    </a:cubicBezTo>
                    <a:cubicBezTo>
                      <a:pt x="51" y="155"/>
                      <a:pt x="34" y="172"/>
                      <a:pt x="17" y="188"/>
                    </a:cubicBezTo>
                    <a:cubicBezTo>
                      <a:pt x="9" y="196"/>
                      <a:pt x="1" y="213"/>
                      <a:pt x="1" y="221"/>
                    </a:cubicBezTo>
                    <a:cubicBezTo>
                      <a:pt x="1" y="230"/>
                      <a:pt x="9" y="246"/>
                      <a:pt x="9" y="254"/>
                    </a:cubicBezTo>
                    <a:cubicBezTo>
                      <a:pt x="19" y="265"/>
                      <a:pt x="33" y="272"/>
                      <a:pt x="47" y="272"/>
                    </a:cubicBezTo>
                    <a:cubicBezTo>
                      <a:pt x="56" y="272"/>
                      <a:pt x="66" y="269"/>
                      <a:pt x="75" y="263"/>
                    </a:cubicBezTo>
                    <a:cubicBezTo>
                      <a:pt x="92" y="246"/>
                      <a:pt x="117" y="230"/>
                      <a:pt x="142" y="213"/>
                    </a:cubicBezTo>
                    <a:cubicBezTo>
                      <a:pt x="158" y="196"/>
                      <a:pt x="175" y="180"/>
                      <a:pt x="191" y="163"/>
                    </a:cubicBezTo>
                    <a:cubicBezTo>
                      <a:pt x="208" y="138"/>
                      <a:pt x="225" y="122"/>
                      <a:pt x="241" y="105"/>
                    </a:cubicBezTo>
                    <a:cubicBezTo>
                      <a:pt x="249" y="97"/>
                      <a:pt x="258" y="80"/>
                      <a:pt x="266" y="72"/>
                    </a:cubicBezTo>
                    <a:cubicBezTo>
                      <a:pt x="266" y="64"/>
                      <a:pt x="274" y="47"/>
                      <a:pt x="283" y="39"/>
                    </a:cubicBezTo>
                    <a:cubicBezTo>
                      <a:pt x="289" y="20"/>
                      <a:pt x="275" y="0"/>
                      <a:pt x="2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5" name="Google Shape;7415;p22"/>
              <p:cNvSpPr/>
              <p:nvPr/>
            </p:nvSpPr>
            <p:spPr>
              <a:xfrm>
                <a:off x="6198075" y="4186600"/>
                <a:ext cx="4175" cy="20750"/>
              </a:xfrm>
              <a:custGeom>
                <a:rect b="b" l="l" r="r" t="t"/>
                <a:pathLst>
                  <a:path extrusionOk="0" h="830" w="167">
                    <a:moveTo>
                      <a:pt x="44" y="1"/>
                    </a:moveTo>
                    <a:cubicBezTo>
                      <a:pt x="30" y="1"/>
                      <a:pt x="17" y="8"/>
                      <a:pt x="17" y="20"/>
                    </a:cubicBezTo>
                    <a:cubicBezTo>
                      <a:pt x="0" y="45"/>
                      <a:pt x="0" y="70"/>
                      <a:pt x="9" y="103"/>
                    </a:cubicBezTo>
                    <a:cubicBezTo>
                      <a:pt x="9" y="136"/>
                      <a:pt x="9" y="170"/>
                      <a:pt x="17" y="203"/>
                    </a:cubicBezTo>
                    <a:cubicBezTo>
                      <a:pt x="25" y="269"/>
                      <a:pt x="34" y="327"/>
                      <a:pt x="42" y="393"/>
                    </a:cubicBezTo>
                    <a:cubicBezTo>
                      <a:pt x="50" y="526"/>
                      <a:pt x="58" y="658"/>
                      <a:pt x="58" y="783"/>
                    </a:cubicBezTo>
                    <a:cubicBezTo>
                      <a:pt x="54" y="815"/>
                      <a:pt x="74" y="829"/>
                      <a:pt x="96" y="829"/>
                    </a:cubicBezTo>
                    <a:cubicBezTo>
                      <a:pt x="119" y="829"/>
                      <a:pt x="145" y="813"/>
                      <a:pt x="150" y="783"/>
                    </a:cubicBezTo>
                    <a:cubicBezTo>
                      <a:pt x="166" y="650"/>
                      <a:pt x="166" y="518"/>
                      <a:pt x="158" y="377"/>
                    </a:cubicBezTo>
                    <a:cubicBezTo>
                      <a:pt x="150" y="310"/>
                      <a:pt x="141" y="244"/>
                      <a:pt x="133" y="178"/>
                    </a:cubicBezTo>
                    <a:cubicBezTo>
                      <a:pt x="116" y="128"/>
                      <a:pt x="108" y="45"/>
                      <a:pt x="58" y="4"/>
                    </a:cubicBezTo>
                    <a:cubicBezTo>
                      <a:pt x="54" y="2"/>
                      <a:pt x="49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6" name="Google Shape;7416;p22"/>
              <p:cNvSpPr/>
              <p:nvPr/>
            </p:nvSpPr>
            <p:spPr>
              <a:xfrm>
                <a:off x="6138825" y="4202975"/>
                <a:ext cx="5200" cy="11550"/>
              </a:xfrm>
              <a:custGeom>
                <a:rect b="b" l="l" r="r" t="t"/>
                <a:pathLst>
                  <a:path extrusionOk="0" h="462" w="208">
                    <a:moveTo>
                      <a:pt x="175" y="0"/>
                    </a:moveTo>
                    <a:cubicBezTo>
                      <a:pt x="161" y="0"/>
                      <a:pt x="146" y="9"/>
                      <a:pt x="142" y="28"/>
                    </a:cubicBezTo>
                    <a:cubicBezTo>
                      <a:pt x="125" y="95"/>
                      <a:pt x="108" y="153"/>
                      <a:pt x="92" y="219"/>
                    </a:cubicBezTo>
                    <a:cubicBezTo>
                      <a:pt x="75" y="285"/>
                      <a:pt x="50" y="351"/>
                      <a:pt x="17" y="409"/>
                    </a:cubicBezTo>
                    <a:cubicBezTo>
                      <a:pt x="1" y="437"/>
                      <a:pt x="25" y="462"/>
                      <a:pt x="51" y="462"/>
                    </a:cubicBezTo>
                    <a:cubicBezTo>
                      <a:pt x="63" y="462"/>
                      <a:pt x="76" y="456"/>
                      <a:pt x="84" y="443"/>
                    </a:cubicBezTo>
                    <a:cubicBezTo>
                      <a:pt x="117" y="385"/>
                      <a:pt x="150" y="318"/>
                      <a:pt x="175" y="244"/>
                    </a:cubicBezTo>
                    <a:cubicBezTo>
                      <a:pt x="200" y="177"/>
                      <a:pt x="208" y="103"/>
                      <a:pt x="208" y="28"/>
                    </a:cubicBezTo>
                    <a:cubicBezTo>
                      <a:pt x="208" y="11"/>
                      <a:pt x="192" y="0"/>
                      <a:pt x="1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7" name="Google Shape;7417;p22"/>
              <p:cNvSpPr/>
              <p:nvPr/>
            </p:nvSpPr>
            <p:spPr>
              <a:xfrm>
                <a:off x="6158625" y="4203800"/>
                <a:ext cx="6325" cy="10425"/>
              </a:xfrm>
              <a:custGeom>
                <a:rect b="b" l="l" r="r" t="t"/>
                <a:pathLst>
                  <a:path extrusionOk="0" h="417" w="253">
                    <a:moveTo>
                      <a:pt x="211" y="0"/>
                    </a:moveTo>
                    <a:cubicBezTo>
                      <a:pt x="202" y="0"/>
                      <a:pt x="192" y="6"/>
                      <a:pt x="186" y="12"/>
                    </a:cubicBezTo>
                    <a:cubicBezTo>
                      <a:pt x="170" y="20"/>
                      <a:pt x="170" y="37"/>
                      <a:pt x="162" y="62"/>
                    </a:cubicBezTo>
                    <a:cubicBezTo>
                      <a:pt x="162" y="78"/>
                      <a:pt x="153" y="86"/>
                      <a:pt x="153" y="103"/>
                    </a:cubicBezTo>
                    <a:cubicBezTo>
                      <a:pt x="145" y="136"/>
                      <a:pt x="137" y="169"/>
                      <a:pt x="128" y="202"/>
                    </a:cubicBezTo>
                    <a:cubicBezTo>
                      <a:pt x="104" y="260"/>
                      <a:pt x="70" y="318"/>
                      <a:pt x="21" y="360"/>
                    </a:cubicBezTo>
                    <a:cubicBezTo>
                      <a:pt x="1" y="380"/>
                      <a:pt x="18" y="416"/>
                      <a:pt x="44" y="416"/>
                    </a:cubicBezTo>
                    <a:cubicBezTo>
                      <a:pt x="50" y="416"/>
                      <a:pt x="56" y="414"/>
                      <a:pt x="62" y="410"/>
                    </a:cubicBezTo>
                    <a:cubicBezTo>
                      <a:pt x="120" y="368"/>
                      <a:pt x="178" y="310"/>
                      <a:pt x="211" y="236"/>
                    </a:cubicBezTo>
                    <a:cubicBezTo>
                      <a:pt x="228" y="202"/>
                      <a:pt x="236" y="169"/>
                      <a:pt x="244" y="128"/>
                    </a:cubicBezTo>
                    <a:cubicBezTo>
                      <a:pt x="253" y="111"/>
                      <a:pt x="253" y="86"/>
                      <a:pt x="253" y="70"/>
                    </a:cubicBezTo>
                    <a:cubicBezTo>
                      <a:pt x="253" y="53"/>
                      <a:pt x="253" y="45"/>
                      <a:pt x="244" y="28"/>
                    </a:cubicBezTo>
                    <a:cubicBezTo>
                      <a:pt x="236" y="20"/>
                      <a:pt x="228" y="12"/>
                      <a:pt x="220" y="4"/>
                    </a:cubicBezTo>
                    <a:cubicBezTo>
                      <a:pt x="217" y="1"/>
                      <a:pt x="214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8" name="Google Shape;7418;p22"/>
              <p:cNvSpPr/>
              <p:nvPr/>
            </p:nvSpPr>
            <p:spPr>
              <a:xfrm>
                <a:off x="6168050" y="4208425"/>
                <a:ext cx="3125" cy="6450"/>
              </a:xfrm>
              <a:custGeom>
                <a:rect b="b" l="l" r="r" t="t"/>
                <a:pathLst>
                  <a:path extrusionOk="0" h="258" w="125">
                    <a:moveTo>
                      <a:pt x="108" y="1"/>
                    </a:moveTo>
                    <a:cubicBezTo>
                      <a:pt x="99" y="1"/>
                      <a:pt x="91" y="1"/>
                      <a:pt x="83" y="9"/>
                    </a:cubicBezTo>
                    <a:cubicBezTo>
                      <a:pt x="75" y="17"/>
                      <a:pt x="66" y="26"/>
                      <a:pt x="66" y="34"/>
                    </a:cubicBezTo>
                    <a:cubicBezTo>
                      <a:pt x="58" y="42"/>
                      <a:pt x="58" y="51"/>
                      <a:pt x="50" y="59"/>
                    </a:cubicBezTo>
                    <a:cubicBezTo>
                      <a:pt x="41" y="75"/>
                      <a:pt x="41" y="92"/>
                      <a:pt x="33" y="109"/>
                    </a:cubicBezTo>
                    <a:cubicBezTo>
                      <a:pt x="25" y="142"/>
                      <a:pt x="17" y="175"/>
                      <a:pt x="0" y="216"/>
                    </a:cubicBezTo>
                    <a:cubicBezTo>
                      <a:pt x="0" y="233"/>
                      <a:pt x="8" y="249"/>
                      <a:pt x="25" y="258"/>
                    </a:cubicBezTo>
                    <a:lnTo>
                      <a:pt x="25" y="249"/>
                    </a:lnTo>
                    <a:cubicBezTo>
                      <a:pt x="29" y="252"/>
                      <a:pt x="34" y="253"/>
                      <a:pt x="38" y="253"/>
                    </a:cubicBezTo>
                    <a:cubicBezTo>
                      <a:pt x="50" y="253"/>
                      <a:pt x="60" y="245"/>
                      <a:pt x="66" y="233"/>
                    </a:cubicBezTo>
                    <a:lnTo>
                      <a:pt x="99" y="133"/>
                    </a:lnTo>
                    <a:cubicBezTo>
                      <a:pt x="108" y="117"/>
                      <a:pt x="108" y="100"/>
                      <a:pt x="116" y="84"/>
                    </a:cubicBezTo>
                    <a:cubicBezTo>
                      <a:pt x="116" y="75"/>
                      <a:pt x="116" y="67"/>
                      <a:pt x="116" y="51"/>
                    </a:cubicBezTo>
                    <a:cubicBezTo>
                      <a:pt x="124" y="42"/>
                      <a:pt x="116" y="34"/>
                      <a:pt x="116" y="26"/>
                    </a:cubicBezTo>
                    <a:cubicBezTo>
                      <a:pt x="116" y="17"/>
                      <a:pt x="116" y="9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9" name="Google Shape;7419;p22"/>
              <p:cNvSpPr/>
              <p:nvPr/>
            </p:nvSpPr>
            <p:spPr>
              <a:xfrm>
                <a:off x="6174250" y="4208475"/>
                <a:ext cx="2925" cy="6700"/>
              </a:xfrm>
              <a:custGeom>
                <a:rect b="b" l="l" r="r" t="t"/>
                <a:pathLst>
                  <a:path extrusionOk="0" h="268" w="117">
                    <a:moveTo>
                      <a:pt x="94" y="0"/>
                    </a:moveTo>
                    <a:cubicBezTo>
                      <a:pt x="86" y="0"/>
                      <a:pt x="79" y="5"/>
                      <a:pt x="75" y="15"/>
                    </a:cubicBezTo>
                    <a:cubicBezTo>
                      <a:pt x="59" y="49"/>
                      <a:pt x="50" y="82"/>
                      <a:pt x="34" y="123"/>
                    </a:cubicBezTo>
                    <a:cubicBezTo>
                      <a:pt x="25" y="156"/>
                      <a:pt x="17" y="189"/>
                      <a:pt x="1" y="231"/>
                    </a:cubicBezTo>
                    <a:cubicBezTo>
                      <a:pt x="1" y="239"/>
                      <a:pt x="9" y="264"/>
                      <a:pt x="25" y="264"/>
                    </a:cubicBezTo>
                    <a:cubicBezTo>
                      <a:pt x="30" y="266"/>
                      <a:pt x="34" y="267"/>
                      <a:pt x="38" y="267"/>
                    </a:cubicBezTo>
                    <a:cubicBezTo>
                      <a:pt x="50" y="267"/>
                      <a:pt x="59" y="260"/>
                      <a:pt x="59" y="247"/>
                    </a:cubicBezTo>
                    <a:cubicBezTo>
                      <a:pt x="75" y="206"/>
                      <a:pt x="83" y="173"/>
                      <a:pt x="92" y="131"/>
                    </a:cubicBezTo>
                    <a:cubicBezTo>
                      <a:pt x="100" y="115"/>
                      <a:pt x="100" y="98"/>
                      <a:pt x="108" y="82"/>
                    </a:cubicBezTo>
                    <a:cubicBezTo>
                      <a:pt x="108" y="73"/>
                      <a:pt x="108" y="65"/>
                      <a:pt x="117" y="57"/>
                    </a:cubicBezTo>
                    <a:cubicBezTo>
                      <a:pt x="117" y="40"/>
                      <a:pt x="117" y="32"/>
                      <a:pt x="117" y="24"/>
                    </a:cubicBezTo>
                    <a:cubicBezTo>
                      <a:pt x="117" y="9"/>
                      <a:pt x="105" y="0"/>
                      <a:pt x="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0" name="Google Shape;7420;p22"/>
              <p:cNvSpPr/>
              <p:nvPr/>
            </p:nvSpPr>
            <p:spPr>
              <a:xfrm>
                <a:off x="6184400" y="4211375"/>
                <a:ext cx="225" cy="1025"/>
              </a:xfrm>
              <a:custGeom>
                <a:rect b="b" l="l" r="r" t="t"/>
                <a:pathLst>
                  <a:path extrusionOk="0" h="41" w="9">
                    <a:moveTo>
                      <a:pt x="5" y="1"/>
                    </a:moveTo>
                    <a:cubicBezTo>
                      <a:pt x="3" y="1"/>
                      <a:pt x="1" y="3"/>
                      <a:pt x="1" y="7"/>
                    </a:cubicBezTo>
                    <a:lnTo>
                      <a:pt x="1" y="40"/>
                    </a:lnTo>
                    <a:lnTo>
                      <a:pt x="9" y="40"/>
                    </a:lnTo>
                    <a:lnTo>
                      <a:pt x="9" y="7"/>
                    </a:lnTo>
                    <a:cubicBezTo>
                      <a:pt x="9" y="3"/>
                      <a:pt x="7" y="1"/>
                      <a:pt x="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1" name="Google Shape;7421;p22"/>
              <p:cNvSpPr/>
              <p:nvPr/>
            </p:nvSpPr>
            <p:spPr>
              <a:xfrm>
                <a:off x="6110025" y="4240450"/>
                <a:ext cx="81975" cy="16050"/>
              </a:xfrm>
              <a:custGeom>
                <a:rect b="b" l="l" r="r" t="t"/>
                <a:pathLst>
                  <a:path extrusionOk="0" h="642" w="3279">
                    <a:moveTo>
                      <a:pt x="3211" y="0"/>
                    </a:moveTo>
                    <a:cubicBezTo>
                      <a:pt x="3204" y="0"/>
                      <a:pt x="3197" y="2"/>
                      <a:pt x="3191" y="4"/>
                    </a:cubicBezTo>
                    <a:cubicBezTo>
                      <a:pt x="3075" y="70"/>
                      <a:pt x="2967" y="137"/>
                      <a:pt x="2843" y="195"/>
                    </a:cubicBezTo>
                    <a:cubicBezTo>
                      <a:pt x="2719" y="261"/>
                      <a:pt x="2594" y="302"/>
                      <a:pt x="2462" y="336"/>
                    </a:cubicBezTo>
                    <a:cubicBezTo>
                      <a:pt x="2205" y="410"/>
                      <a:pt x="1940" y="452"/>
                      <a:pt x="1675" y="460"/>
                    </a:cubicBezTo>
                    <a:cubicBezTo>
                      <a:pt x="1654" y="460"/>
                      <a:pt x="1633" y="460"/>
                      <a:pt x="1612" y="460"/>
                    </a:cubicBezTo>
                    <a:cubicBezTo>
                      <a:pt x="1086" y="460"/>
                      <a:pt x="562" y="360"/>
                      <a:pt x="92" y="128"/>
                    </a:cubicBezTo>
                    <a:cubicBezTo>
                      <a:pt x="85" y="125"/>
                      <a:pt x="78" y="123"/>
                      <a:pt x="72" y="123"/>
                    </a:cubicBezTo>
                    <a:cubicBezTo>
                      <a:pt x="31" y="123"/>
                      <a:pt x="1" y="183"/>
                      <a:pt x="51" y="211"/>
                    </a:cubicBezTo>
                    <a:cubicBezTo>
                      <a:pt x="538" y="493"/>
                      <a:pt x="1088" y="642"/>
                      <a:pt x="1640" y="642"/>
                    </a:cubicBezTo>
                    <a:cubicBezTo>
                      <a:pt x="1981" y="642"/>
                      <a:pt x="2324" y="585"/>
                      <a:pt x="2652" y="468"/>
                    </a:cubicBezTo>
                    <a:cubicBezTo>
                      <a:pt x="2876" y="394"/>
                      <a:pt x="3125" y="278"/>
                      <a:pt x="3257" y="70"/>
                    </a:cubicBezTo>
                    <a:cubicBezTo>
                      <a:pt x="3278" y="35"/>
                      <a:pt x="3246" y="0"/>
                      <a:pt x="3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2" name="Google Shape;7422;p22"/>
              <p:cNvSpPr/>
              <p:nvPr/>
            </p:nvSpPr>
            <p:spPr>
              <a:xfrm>
                <a:off x="6182500" y="4245275"/>
                <a:ext cx="11200" cy="6825"/>
              </a:xfrm>
              <a:custGeom>
                <a:rect b="b" l="l" r="r" t="t"/>
                <a:pathLst>
                  <a:path extrusionOk="0" h="273" w="448">
                    <a:moveTo>
                      <a:pt x="399" y="1"/>
                    </a:moveTo>
                    <a:cubicBezTo>
                      <a:pt x="396" y="1"/>
                      <a:pt x="394" y="1"/>
                      <a:pt x="391" y="2"/>
                    </a:cubicBezTo>
                    <a:cubicBezTo>
                      <a:pt x="325" y="27"/>
                      <a:pt x="267" y="60"/>
                      <a:pt x="209" y="93"/>
                    </a:cubicBezTo>
                    <a:cubicBezTo>
                      <a:pt x="151" y="126"/>
                      <a:pt x="93" y="167"/>
                      <a:pt x="35" y="201"/>
                    </a:cubicBezTo>
                    <a:cubicBezTo>
                      <a:pt x="0" y="222"/>
                      <a:pt x="24" y="272"/>
                      <a:pt x="63" y="272"/>
                    </a:cubicBezTo>
                    <a:cubicBezTo>
                      <a:pt x="70" y="272"/>
                      <a:pt x="77" y="271"/>
                      <a:pt x="85" y="267"/>
                    </a:cubicBezTo>
                    <a:cubicBezTo>
                      <a:pt x="143" y="234"/>
                      <a:pt x="201" y="201"/>
                      <a:pt x="259" y="176"/>
                    </a:cubicBezTo>
                    <a:cubicBezTo>
                      <a:pt x="317" y="143"/>
                      <a:pt x="375" y="101"/>
                      <a:pt x="425" y="60"/>
                    </a:cubicBezTo>
                    <a:cubicBezTo>
                      <a:pt x="448" y="44"/>
                      <a:pt x="428" y="1"/>
                      <a:pt x="3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3" name="Google Shape;7423;p22"/>
              <p:cNvSpPr/>
              <p:nvPr/>
            </p:nvSpPr>
            <p:spPr>
              <a:xfrm>
                <a:off x="6151925" y="4258675"/>
                <a:ext cx="14700" cy="4075"/>
              </a:xfrm>
              <a:custGeom>
                <a:rect b="b" l="l" r="r" t="t"/>
                <a:pathLst>
                  <a:path extrusionOk="0" h="163" w="588">
                    <a:moveTo>
                      <a:pt x="515" y="1"/>
                    </a:moveTo>
                    <a:cubicBezTo>
                      <a:pt x="485" y="1"/>
                      <a:pt x="457" y="4"/>
                      <a:pt x="430" y="4"/>
                    </a:cubicBezTo>
                    <a:cubicBezTo>
                      <a:pt x="388" y="13"/>
                      <a:pt x="347" y="21"/>
                      <a:pt x="305" y="29"/>
                    </a:cubicBezTo>
                    <a:cubicBezTo>
                      <a:pt x="214" y="37"/>
                      <a:pt x="131" y="62"/>
                      <a:pt x="48" y="71"/>
                    </a:cubicBezTo>
                    <a:cubicBezTo>
                      <a:pt x="1" y="78"/>
                      <a:pt x="6" y="162"/>
                      <a:pt x="51" y="162"/>
                    </a:cubicBezTo>
                    <a:cubicBezTo>
                      <a:pt x="53" y="162"/>
                      <a:pt x="55" y="162"/>
                      <a:pt x="57" y="162"/>
                    </a:cubicBezTo>
                    <a:cubicBezTo>
                      <a:pt x="148" y="153"/>
                      <a:pt x="231" y="145"/>
                      <a:pt x="322" y="129"/>
                    </a:cubicBezTo>
                    <a:cubicBezTo>
                      <a:pt x="363" y="120"/>
                      <a:pt x="405" y="112"/>
                      <a:pt x="438" y="104"/>
                    </a:cubicBezTo>
                    <a:cubicBezTo>
                      <a:pt x="488" y="87"/>
                      <a:pt x="529" y="79"/>
                      <a:pt x="562" y="54"/>
                    </a:cubicBezTo>
                    <a:cubicBezTo>
                      <a:pt x="587" y="46"/>
                      <a:pt x="587" y="4"/>
                      <a:pt x="562" y="4"/>
                    </a:cubicBezTo>
                    <a:cubicBezTo>
                      <a:pt x="546" y="2"/>
                      <a:pt x="530" y="1"/>
                      <a:pt x="5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4" name="Google Shape;7424;p22"/>
              <p:cNvSpPr/>
              <p:nvPr/>
            </p:nvSpPr>
            <p:spPr>
              <a:xfrm>
                <a:off x="6020875" y="4162750"/>
                <a:ext cx="26050" cy="68500"/>
              </a:xfrm>
              <a:custGeom>
                <a:rect b="b" l="l" r="r" t="t"/>
                <a:pathLst>
                  <a:path extrusionOk="0" h="2740" w="1042">
                    <a:moveTo>
                      <a:pt x="39" y="1"/>
                    </a:moveTo>
                    <a:cubicBezTo>
                      <a:pt x="19" y="1"/>
                      <a:pt x="0" y="13"/>
                      <a:pt x="4" y="38"/>
                    </a:cubicBezTo>
                    <a:cubicBezTo>
                      <a:pt x="13" y="569"/>
                      <a:pt x="29" y="1099"/>
                      <a:pt x="178" y="1612"/>
                    </a:cubicBezTo>
                    <a:cubicBezTo>
                      <a:pt x="253" y="1828"/>
                      <a:pt x="344" y="2052"/>
                      <a:pt x="468" y="2242"/>
                    </a:cubicBezTo>
                    <a:cubicBezTo>
                      <a:pt x="584" y="2433"/>
                      <a:pt x="733" y="2623"/>
                      <a:pt x="932" y="2731"/>
                    </a:cubicBezTo>
                    <a:cubicBezTo>
                      <a:pt x="944" y="2737"/>
                      <a:pt x="955" y="2739"/>
                      <a:pt x="965" y="2739"/>
                    </a:cubicBezTo>
                    <a:cubicBezTo>
                      <a:pt x="1013" y="2739"/>
                      <a:pt x="1041" y="2681"/>
                      <a:pt x="1007" y="2640"/>
                    </a:cubicBezTo>
                    <a:cubicBezTo>
                      <a:pt x="866" y="2466"/>
                      <a:pt x="717" y="2317"/>
                      <a:pt x="601" y="2134"/>
                    </a:cubicBezTo>
                    <a:cubicBezTo>
                      <a:pt x="485" y="1944"/>
                      <a:pt x="394" y="1745"/>
                      <a:pt x="327" y="1530"/>
                    </a:cubicBezTo>
                    <a:cubicBezTo>
                      <a:pt x="162" y="1057"/>
                      <a:pt x="104" y="544"/>
                      <a:pt x="79" y="38"/>
                    </a:cubicBezTo>
                    <a:cubicBezTo>
                      <a:pt x="79" y="13"/>
                      <a:pt x="58" y="1"/>
                      <a:pt x="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5" name="Google Shape;7425;p22"/>
              <p:cNvSpPr/>
              <p:nvPr/>
            </p:nvSpPr>
            <p:spPr>
              <a:xfrm>
                <a:off x="6038425" y="4201775"/>
                <a:ext cx="11975" cy="14325"/>
              </a:xfrm>
              <a:custGeom>
                <a:rect b="b" l="l" r="r" t="t"/>
                <a:pathLst>
                  <a:path extrusionOk="0" h="573" w="479">
                    <a:moveTo>
                      <a:pt x="65" y="1"/>
                    </a:moveTo>
                    <a:cubicBezTo>
                      <a:pt x="32" y="1"/>
                      <a:pt x="0" y="37"/>
                      <a:pt x="23" y="76"/>
                    </a:cubicBezTo>
                    <a:cubicBezTo>
                      <a:pt x="73" y="159"/>
                      <a:pt x="131" y="242"/>
                      <a:pt x="181" y="325"/>
                    </a:cubicBezTo>
                    <a:cubicBezTo>
                      <a:pt x="247" y="408"/>
                      <a:pt x="305" y="482"/>
                      <a:pt x="379" y="557"/>
                    </a:cubicBezTo>
                    <a:cubicBezTo>
                      <a:pt x="388" y="568"/>
                      <a:pt x="400" y="572"/>
                      <a:pt x="411" y="572"/>
                    </a:cubicBezTo>
                    <a:cubicBezTo>
                      <a:pt x="444" y="572"/>
                      <a:pt x="478" y="536"/>
                      <a:pt x="454" y="499"/>
                    </a:cubicBezTo>
                    <a:cubicBezTo>
                      <a:pt x="396" y="424"/>
                      <a:pt x="338" y="341"/>
                      <a:pt x="272" y="267"/>
                    </a:cubicBezTo>
                    <a:cubicBezTo>
                      <a:pt x="214" y="184"/>
                      <a:pt x="156" y="109"/>
                      <a:pt x="106" y="27"/>
                    </a:cubicBezTo>
                    <a:cubicBezTo>
                      <a:pt x="96" y="8"/>
                      <a:pt x="80" y="1"/>
                      <a:pt x="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6" name="Google Shape;7426;p22"/>
              <p:cNvSpPr/>
              <p:nvPr/>
            </p:nvSpPr>
            <p:spPr>
              <a:xfrm>
                <a:off x="6073575" y="4250100"/>
                <a:ext cx="42300" cy="9025"/>
              </a:xfrm>
              <a:custGeom>
                <a:rect b="b" l="l" r="r" t="t"/>
                <a:pathLst>
                  <a:path extrusionOk="0" h="361" w="1692">
                    <a:moveTo>
                      <a:pt x="75" y="0"/>
                    </a:moveTo>
                    <a:cubicBezTo>
                      <a:pt x="30" y="0"/>
                      <a:pt x="0" y="71"/>
                      <a:pt x="42" y="99"/>
                    </a:cubicBezTo>
                    <a:cubicBezTo>
                      <a:pt x="266" y="248"/>
                      <a:pt x="498" y="322"/>
                      <a:pt x="763" y="347"/>
                    </a:cubicBezTo>
                    <a:cubicBezTo>
                      <a:pt x="846" y="357"/>
                      <a:pt x="931" y="361"/>
                      <a:pt x="1016" y="361"/>
                    </a:cubicBezTo>
                    <a:cubicBezTo>
                      <a:pt x="1076" y="361"/>
                      <a:pt x="1136" y="359"/>
                      <a:pt x="1194" y="356"/>
                    </a:cubicBezTo>
                    <a:cubicBezTo>
                      <a:pt x="1269" y="356"/>
                      <a:pt x="1335" y="347"/>
                      <a:pt x="1409" y="339"/>
                    </a:cubicBezTo>
                    <a:cubicBezTo>
                      <a:pt x="1484" y="331"/>
                      <a:pt x="1567" y="331"/>
                      <a:pt x="1633" y="306"/>
                    </a:cubicBezTo>
                    <a:cubicBezTo>
                      <a:pt x="1691" y="289"/>
                      <a:pt x="1691" y="215"/>
                      <a:pt x="1633" y="198"/>
                    </a:cubicBezTo>
                    <a:cubicBezTo>
                      <a:pt x="1567" y="173"/>
                      <a:pt x="1501" y="173"/>
                      <a:pt x="1434" y="173"/>
                    </a:cubicBezTo>
                    <a:cubicBezTo>
                      <a:pt x="1368" y="173"/>
                      <a:pt x="1293" y="165"/>
                      <a:pt x="1227" y="165"/>
                    </a:cubicBezTo>
                    <a:cubicBezTo>
                      <a:pt x="1133" y="165"/>
                      <a:pt x="1043" y="169"/>
                      <a:pt x="952" y="169"/>
                    </a:cubicBezTo>
                    <a:cubicBezTo>
                      <a:pt x="906" y="169"/>
                      <a:pt x="860" y="168"/>
                      <a:pt x="813" y="165"/>
                    </a:cubicBezTo>
                    <a:cubicBezTo>
                      <a:pt x="581" y="148"/>
                      <a:pt x="316" y="115"/>
                      <a:pt x="100" y="8"/>
                    </a:cubicBezTo>
                    <a:cubicBezTo>
                      <a:pt x="92" y="3"/>
                      <a:pt x="83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7" name="Google Shape;7427;p22"/>
              <p:cNvSpPr/>
              <p:nvPr/>
            </p:nvSpPr>
            <p:spPr>
              <a:xfrm>
                <a:off x="6191350" y="4251925"/>
                <a:ext cx="16700" cy="8150"/>
              </a:xfrm>
              <a:custGeom>
                <a:rect b="b" l="l" r="r" t="t"/>
                <a:pathLst>
                  <a:path extrusionOk="0" h="326" w="668">
                    <a:moveTo>
                      <a:pt x="601" y="1"/>
                    </a:moveTo>
                    <a:cubicBezTo>
                      <a:pt x="551" y="1"/>
                      <a:pt x="501" y="26"/>
                      <a:pt x="452" y="42"/>
                    </a:cubicBezTo>
                    <a:cubicBezTo>
                      <a:pt x="410" y="67"/>
                      <a:pt x="361" y="84"/>
                      <a:pt x="319" y="109"/>
                    </a:cubicBezTo>
                    <a:cubicBezTo>
                      <a:pt x="228" y="142"/>
                      <a:pt x="137" y="191"/>
                      <a:pt x="46" y="233"/>
                    </a:cubicBezTo>
                    <a:cubicBezTo>
                      <a:pt x="0" y="248"/>
                      <a:pt x="24" y="326"/>
                      <a:pt x="73" y="326"/>
                    </a:cubicBezTo>
                    <a:cubicBezTo>
                      <a:pt x="78" y="326"/>
                      <a:pt x="82" y="325"/>
                      <a:pt x="87" y="324"/>
                    </a:cubicBezTo>
                    <a:cubicBezTo>
                      <a:pt x="178" y="291"/>
                      <a:pt x="269" y="249"/>
                      <a:pt x="361" y="216"/>
                    </a:cubicBezTo>
                    <a:cubicBezTo>
                      <a:pt x="410" y="200"/>
                      <a:pt x="452" y="183"/>
                      <a:pt x="501" y="158"/>
                    </a:cubicBezTo>
                    <a:cubicBezTo>
                      <a:pt x="543" y="142"/>
                      <a:pt x="593" y="117"/>
                      <a:pt x="634" y="84"/>
                    </a:cubicBezTo>
                    <a:cubicBezTo>
                      <a:pt x="667" y="59"/>
                      <a:pt x="642" y="1"/>
                      <a:pt x="6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8" name="Google Shape;7428;p22"/>
              <p:cNvSpPr/>
              <p:nvPr/>
            </p:nvSpPr>
            <p:spPr>
              <a:xfrm>
                <a:off x="6004600" y="4220025"/>
                <a:ext cx="6050" cy="9650"/>
              </a:xfrm>
              <a:custGeom>
                <a:rect b="b" l="l" r="r" t="t"/>
                <a:pathLst>
                  <a:path extrusionOk="0" h="386" w="242">
                    <a:moveTo>
                      <a:pt x="63" y="1"/>
                    </a:moveTo>
                    <a:cubicBezTo>
                      <a:pt x="52" y="1"/>
                      <a:pt x="42" y="4"/>
                      <a:pt x="34" y="9"/>
                    </a:cubicBezTo>
                    <a:cubicBezTo>
                      <a:pt x="9" y="26"/>
                      <a:pt x="1" y="59"/>
                      <a:pt x="17" y="84"/>
                    </a:cubicBezTo>
                    <a:cubicBezTo>
                      <a:pt x="42" y="133"/>
                      <a:pt x="59" y="183"/>
                      <a:pt x="84" y="233"/>
                    </a:cubicBezTo>
                    <a:cubicBezTo>
                      <a:pt x="92" y="249"/>
                      <a:pt x="100" y="274"/>
                      <a:pt x="117" y="299"/>
                    </a:cubicBezTo>
                    <a:cubicBezTo>
                      <a:pt x="117" y="307"/>
                      <a:pt x="125" y="324"/>
                      <a:pt x="133" y="332"/>
                    </a:cubicBezTo>
                    <a:cubicBezTo>
                      <a:pt x="142" y="341"/>
                      <a:pt x="150" y="357"/>
                      <a:pt x="158" y="365"/>
                    </a:cubicBezTo>
                    <a:cubicBezTo>
                      <a:pt x="164" y="378"/>
                      <a:pt x="179" y="385"/>
                      <a:pt x="197" y="385"/>
                    </a:cubicBezTo>
                    <a:cubicBezTo>
                      <a:pt x="203" y="385"/>
                      <a:pt x="210" y="384"/>
                      <a:pt x="216" y="382"/>
                    </a:cubicBezTo>
                    <a:cubicBezTo>
                      <a:pt x="233" y="374"/>
                      <a:pt x="241" y="357"/>
                      <a:pt x="241" y="332"/>
                    </a:cubicBezTo>
                    <a:cubicBezTo>
                      <a:pt x="233" y="316"/>
                      <a:pt x="233" y="307"/>
                      <a:pt x="233" y="291"/>
                    </a:cubicBezTo>
                    <a:cubicBezTo>
                      <a:pt x="224" y="274"/>
                      <a:pt x="224" y="266"/>
                      <a:pt x="216" y="258"/>
                    </a:cubicBezTo>
                    <a:cubicBezTo>
                      <a:pt x="208" y="225"/>
                      <a:pt x="191" y="200"/>
                      <a:pt x="183" y="175"/>
                    </a:cubicBezTo>
                    <a:cubicBezTo>
                      <a:pt x="158" y="125"/>
                      <a:pt x="133" y="75"/>
                      <a:pt x="117" y="34"/>
                    </a:cubicBezTo>
                    <a:cubicBezTo>
                      <a:pt x="106" y="12"/>
                      <a:pt x="84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9" name="Google Shape;7429;p22"/>
              <p:cNvSpPr/>
              <p:nvPr/>
            </p:nvSpPr>
            <p:spPr>
              <a:xfrm>
                <a:off x="6043750" y="3982000"/>
                <a:ext cx="10800" cy="35450"/>
              </a:xfrm>
              <a:custGeom>
                <a:rect b="b" l="l" r="r" t="t"/>
                <a:pathLst>
                  <a:path extrusionOk="0" h="1418" w="432">
                    <a:moveTo>
                      <a:pt x="54" y="0"/>
                    </a:moveTo>
                    <a:cubicBezTo>
                      <a:pt x="28" y="0"/>
                      <a:pt x="9" y="23"/>
                      <a:pt x="9" y="52"/>
                    </a:cubicBezTo>
                    <a:cubicBezTo>
                      <a:pt x="1" y="101"/>
                      <a:pt x="34" y="151"/>
                      <a:pt x="59" y="192"/>
                    </a:cubicBezTo>
                    <a:cubicBezTo>
                      <a:pt x="84" y="250"/>
                      <a:pt x="117" y="300"/>
                      <a:pt x="142" y="350"/>
                    </a:cubicBezTo>
                    <a:cubicBezTo>
                      <a:pt x="191" y="458"/>
                      <a:pt x="233" y="565"/>
                      <a:pt x="258" y="681"/>
                    </a:cubicBezTo>
                    <a:cubicBezTo>
                      <a:pt x="307" y="905"/>
                      <a:pt x="299" y="1154"/>
                      <a:pt x="233" y="1377"/>
                    </a:cubicBezTo>
                    <a:cubicBezTo>
                      <a:pt x="228" y="1402"/>
                      <a:pt x="246" y="1418"/>
                      <a:pt x="266" y="1418"/>
                    </a:cubicBezTo>
                    <a:cubicBezTo>
                      <a:pt x="279" y="1418"/>
                      <a:pt x="292" y="1411"/>
                      <a:pt x="299" y="1394"/>
                    </a:cubicBezTo>
                    <a:cubicBezTo>
                      <a:pt x="398" y="1154"/>
                      <a:pt x="432" y="905"/>
                      <a:pt x="390" y="648"/>
                    </a:cubicBezTo>
                    <a:cubicBezTo>
                      <a:pt x="374" y="524"/>
                      <a:pt x="340" y="408"/>
                      <a:pt x="291" y="292"/>
                    </a:cubicBezTo>
                    <a:cubicBezTo>
                      <a:pt x="249" y="192"/>
                      <a:pt x="183" y="18"/>
                      <a:pt x="67" y="2"/>
                    </a:cubicBezTo>
                    <a:cubicBezTo>
                      <a:pt x="63" y="1"/>
                      <a:pt x="58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0" name="Google Shape;7430;p22"/>
              <p:cNvSpPr/>
              <p:nvPr/>
            </p:nvSpPr>
            <p:spPr>
              <a:xfrm>
                <a:off x="6034650" y="3968350"/>
                <a:ext cx="2925" cy="4875"/>
              </a:xfrm>
              <a:custGeom>
                <a:rect b="b" l="l" r="r" t="t"/>
                <a:pathLst>
                  <a:path extrusionOk="0" h="195" w="117">
                    <a:moveTo>
                      <a:pt x="19" y="0"/>
                    </a:moveTo>
                    <a:cubicBezTo>
                      <a:pt x="10" y="0"/>
                      <a:pt x="0" y="7"/>
                      <a:pt x="0" y="18"/>
                    </a:cubicBezTo>
                    <a:cubicBezTo>
                      <a:pt x="8" y="34"/>
                      <a:pt x="8" y="42"/>
                      <a:pt x="8" y="59"/>
                    </a:cubicBezTo>
                    <a:cubicBezTo>
                      <a:pt x="17" y="76"/>
                      <a:pt x="25" y="84"/>
                      <a:pt x="25" y="100"/>
                    </a:cubicBezTo>
                    <a:lnTo>
                      <a:pt x="58" y="175"/>
                    </a:lnTo>
                    <a:cubicBezTo>
                      <a:pt x="64" y="187"/>
                      <a:pt x="75" y="195"/>
                      <a:pt x="86" y="195"/>
                    </a:cubicBezTo>
                    <a:cubicBezTo>
                      <a:pt x="91" y="195"/>
                      <a:pt x="95" y="194"/>
                      <a:pt x="100" y="192"/>
                    </a:cubicBezTo>
                    <a:cubicBezTo>
                      <a:pt x="116" y="183"/>
                      <a:pt x="116" y="167"/>
                      <a:pt x="108" y="150"/>
                    </a:cubicBezTo>
                    <a:cubicBezTo>
                      <a:pt x="100" y="125"/>
                      <a:pt x="91" y="100"/>
                      <a:pt x="75" y="76"/>
                    </a:cubicBezTo>
                    <a:cubicBezTo>
                      <a:pt x="66" y="67"/>
                      <a:pt x="66" y="51"/>
                      <a:pt x="58" y="42"/>
                    </a:cubicBezTo>
                    <a:cubicBezTo>
                      <a:pt x="50" y="26"/>
                      <a:pt x="42" y="18"/>
                      <a:pt x="33" y="9"/>
                    </a:cubicBezTo>
                    <a:cubicBezTo>
                      <a:pt x="30" y="3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1" name="Google Shape;7431;p22"/>
              <p:cNvSpPr/>
              <p:nvPr/>
            </p:nvSpPr>
            <p:spPr>
              <a:xfrm>
                <a:off x="6015575" y="4032500"/>
                <a:ext cx="3250" cy="5850"/>
              </a:xfrm>
              <a:custGeom>
                <a:rect b="b" l="l" r="r" t="t"/>
                <a:pathLst>
                  <a:path extrusionOk="0" h="234" w="130">
                    <a:moveTo>
                      <a:pt x="39" y="0"/>
                    </a:moveTo>
                    <a:cubicBezTo>
                      <a:pt x="35" y="0"/>
                      <a:pt x="30" y="1"/>
                      <a:pt x="26" y="4"/>
                    </a:cubicBezTo>
                    <a:cubicBezTo>
                      <a:pt x="9" y="12"/>
                      <a:pt x="1" y="37"/>
                      <a:pt x="9" y="53"/>
                    </a:cubicBezTo>
                    <a:cubicBezTo>
                      <a:pt x="17" y="70"/>
                      <a:pt x="26" y="78"/>
                      <a:pt x="34" y="95"/>
                    </a:cubicBezTo>
                    <a:lnTo>
                      <a:pt x="42" y="111"/>
                    </a:lnTo>
                    <a:cubicBezTo>
                      <a:pt x="51" y="120"/>
                      <a:pt x="51" y="120"/>
                      <a:pt x="51" y="120"/>
                    </a:cubicBezTo>
                    <a:cubicBezTo>
                      <a:pt x="51" y="120"/>
                      <a:pt x="51" y="128"/>
                      <a:pt x="51" y="128"/>
                    </a:cubicBezTo>
                    <a:cubicBezTo>
                      <a:pt x="59" y="136"/>
                      <a:pt x="59" y="144"/>
                      <a:pt x="67" y="153"/>
                    </a:cubicBezTo>
                    <a:lnTo>
                      <a:pt x="67" y="161"/>
                    </a:lnTo>
                    <a:cubicBezTo>
                      <a:pt x="67" y="161"/>
                      <a:pt x="67" y="169"/>
                      <a:pt x="67" y="169"/>
                    </a:cubicBezTo>
                    <a:cubicBezTo>
                      <a:pt x="75" y="186"/>
                      <a:pt x="84" y="202"/>
                      <a:pt x="84" y="219"/>
                    </a:cubicBezTo>
                    <a:cubicBezTo>
                      <a:pt x="87" y="229"/>
                      <a:pt x="97" y="234"/>
                      <a:pt x="106" y="234"/>
                    </a:cubicBezTo>
                    <a:cubicBezTo>
                      <a:pt x="118" y="234"/>
                      <a:pt x="130" y="225"/>
                      <a:pt x="125" y="211"/>
                    </a:cubicBezTo>
                    <a:cubicBezTo>
                      <a:pt x="125" y="194"/>
                      <a:pt x="125" y="178"/>
                      <a:pt x="125" y="161"/>
                    </a:cubicBezTo>
                    <a:cubicBezTo>
                      <a:pt x="125" y="144"/>
                      <a:pt x="125" y="128"/>
                      <a:pt x="117" y="111"/>
                    </a:cubicBezTo>
                    <a:cubicBezTo>
                      <a:pt x="109" y="78"/>
                      <a:pt x="92" y="45"/>
                      <a:pt x="67" y="20"/>
                    </a:cubicBezTo>
                    <a:cubicBezTo>
                      <a:pt x="61" y="8"/>
                      <a:pt x="51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2" name="Google Shape;7432;p22"/>
              <p:cNvSpPr/>
              <p:nvPr/>
            </p:nvSpPr>
            <p:spPr>
              <a:xfrm>
                <a:off x="5774900" y="3879000"/>
                <a:ext cx="525950" cy="790825"/>
              </a:xfrm>
              <a:custGeom>
                <a:rect b="b" l="l" r="r" t="t"/>
                <a:pathLst>
                  <a:path extrusionOk="0" h="31633" w="21038">
                    <a:moveTo>
                      <a:pt x="18152" y="153"/>
                    </a:moveTo>
                    <a:cubicBezTo>
                      <a:pt x="18158" y="153"/>
                      <a:pt x="18164" y="153"/>
                      <a:pt x="18170" y="153"/>
                    </a:cubicBezTo>
                    <a:cubicBezTo>
                      <a:pt x="18551" y="161"/>
                      <a:pt x="18883" y="402"/>
                      <a:pt x="19090" y="708"/>
                    </a:cubicBezTo>
                    <a:cubicBezTo>
                      <a:pt x="19322" y="1040"/>
                      <a:pt x="19421" y="1437"/>
                      <a:pt x="19479" y="1835"/>
                    </a:cubicBezTo>
                    <a:cubicBezTo>
                      <a:pt x="19620" y="2664"/>
                      <a:pt x="19662" y="3509"/>
                      <a:pt x="19877" y="4329"/>
                    </a:cubicBezTo>
                    <a:cubicBezTo>
                      <a:pt x="19935" y="4536"/>
                      <a:pt x="20001" y="4743"/>
                      <a:pt x="20092" y="4942"/>
                    </a:cubicBezTo>
                    <a:cubicBezTo>
                      <a:pt x="20142" y="5042"/>
                      <a:pt x="20192" y="5141"/>
                      <a:pt x="20250" y="5240"/>
                    </a:cubicBezTo>
                    <a:cubicBezTo>
                      <a:pt x="20300" y="5323"/>
                      <a:pt x="20366" y="5414"/>
                      <a:pt x="20391" y="5522"/>
                    </a:cubicBezTo>
                    <a:cubicBezTo>
                      <a:pt x="20432" y="5738"/>
                      <a:pt x="20283" y="5961"/>
                      <a:pt x="20175" y="6135"/>
                    </a:cubicBezTo>
                    <a:cubicBezTo>
                      <a:pt x="20051" y="6326"/>
                      <a:pt x="19894" y="6500"/>
                      <a:pt x="19728" y="6649"/>
                    </a:cubicBezTo>
                    <a:cubicBezTo>
                      <a:pt x="19711" y="6657"/>
                      <a:pt x="19711" y="6666"/>
                      <a:pt x="19703" y="6674"/>
                    </a:cubicBezTo>
                    <a:cubicBezTo>
                      <a:pt x="19653" y="6566"/>
                      <a:pt x="19604" y="6450"/>
                      <a:pt x="19554" y="6342"/>
                    </a:cubicBezTo>
                    <a:cubicBezTo>
                      <a:pt x="19554" y="6334"/>
                      <a:pt x="19554" y="6326"/>
                      <a:pt x="19554" y="6326"/>
                    </a:cubicBezTo>
                    <a:lnTo>
                      <a:pt x="19537" y="6226"/>
                    </a:lnTo>
                    <a:lnTo>
                      <a:pt x="19537" y="6226"/>
                    </a:lnTo>
                    <a:cubicBezTo>
                      <a:pt x="19547" y="6241"/>
                      <a:pt x="19562" y="6250"/>
                      <a:pt x="19577" y="6250"/>
                    </a:cubicBezTo>
                    <a:cubicBezTo>
                      <a:pt x="19587" y="6250"/>
                      <a:pt x="19597" y="6245"/>
                      <a:pt x="19604" y="6235"/>
                    </a:cubicBezTo>
                    <a:cubicBezTo>
                      <a:pt x="19695" y="6144"/>
                      <a:pt x="19769" y="6044"/>
                      <a:pt x="19827" y="5936"/>
                    </a:cubicBezTo>
                    <a:cubicBezTo>
                      <a:pt x="19852" y="5878"/>
                      <a:pt x="19885" y="5820"/>
                      <a:pt x="19902" y="5754"/>
                    </a:cubicBezTo>
                    <a:cubicBezTo>
                      <a:pt x="19918" y="5729"/>
                      <a:pt x="19918" y="5696"/>
                      <a:pt x="19927" y="5671"/>
                    </a:cubicBezTo>
                    <a:cubicBezTo>
                      <a:pt x="19935" y="5655"/>
                      <a:pt x="19935" y="5638"/>
                      <a:pt x="19935" y="5622"/>
                    </a:cubicBezTo>
                    <a:cubicBezTo>
                      <a:pt x="19935" y="5597"/>
                      <a:pt x="19927" y="5580"/>
                      <a:pt x="19918" y="5564"/>
                    </a:cubicBezTo>
                    <a:cubicBezTo>
                      <a:pt x="19913" y="5547"/>
                      <a:pt x="19897" y="5538"/>
                      <a:pt x="19880" y="5538"/>
                    </a:cubicBezTo>
                    <a:cubicBezTo>
                      <a:pt x="19871" y="5538"/>
                      <a:pt x="19861" y="5541"/>
                      <a:pt x="19852" y="5547"/>
                    </a:cubicBezTo>
                    <a:cubicBezTo>
                      <a:pt x="19827" y="5564"/>
                      <a:pt x="19811" y="5580"/>
                      <a:pt x="19802" y="5613"/>
                    </a:cubicBezTo>
                    <a:cubicBezTo>
                      <a:pt x="19786" y="5646"/>
                      <a:pt x="19769" y="5671"/>
                      <a:pt x="19761" y="5704"/>
                    </a:cubicBezTo>
                    <a:cubicBezTo>
                      <a:pt x="19736" y="5762"/>
                      <a:pt x="19720" y="5812"/>
                      <a:pt x="19695" y="5862"/>
                    </a:cubicBezTo>
                    <a:cubicBezTo>
                      <a:pt x="19645" y="5970"/>
                      <a:pt x="19595" y="6077"/>
                      <a:pt x="19529" y="6177"/>
                    </a:cubicBezTo>
                    <a:cubicBezTo>
                      <a:pt x="19529" y="6185"/>
                      <a:pt x="19529" y="6185"/>
                      <a:pt x="19529" y="6193"/>
                    </a:cubicBezTo>
                    <a:cubicBezTo>
                      <a:pt x="19504" y="6086"/>
                      <a:pt x="19479" y="5978"/>
                      <a:pt x="19455" y="5862"/>
                    </a:cubicBezTo>
                    <a:cubicBezTo>
                      <a:pt x="19388" y="5613"/>
                      <a:pt x="19297" y="5365"/>
                      <a:pt x="19090" y="5199"/>
                    </a:cubicBezTo>
                    <a:cubicBezTo>
                      <a:pt x="18974" y="5116"/>
                      <a:pt x="18850" y="5058"/>
                      <a:pt x="18725" y="5000"/>
                    </a:cubicBezTo>
                    <a:cubicBezTo>
                      <a:pt x="18576" y="4934"/>
                      <a:pt x="18427" y="4868"/>
                      <a:pt x="18278" y="4801"/>
                    </a:cubicBezTo>
                    <a:cubicBezTo>
                      <a:pt x="17980" y="4669"/>
                      <a:pt x="17673" y="4536"/>
                      <a:pt x="17375" y="4404"/>
                    </a:cubicBezTo>
                    <a:cubicBezTo>
                      <a:pt x="17184" y="4312"/>
                      <a:pt x="16977" y="4213"/>
                      <a:pt x="16770" y="4163"/>
                    </a:cubicBezTo>
                    <a:cubicBezTo>
                      <a:pt x="16762" y="4138"/>
                      <a:pt x="16745" y="4122"/>
                      <a:pt x="16712" y="4105"/>
                    </a:cubicBezTo>
                    <a:cubicBezTo>
                      <a:pt x="16720" y="4097"/>
                      <a:pt x="16729" y="4080"/>
                      <a:pt x="16720" y="4064"/>
                    </a:cubicBezTo>
                    <a:cubicBezTo>
                      <a:pt x="16712" y="4022"/>
                      <a:pt x="16679" y="3989"/>
                      <a:pt x="16671" y="3948"/>
                    </a:cubicBezTo>
                    <a:cubicBezTo>
                      <a:pt x="16654" y="3906"/>
                      <a:pt x="16637" y="3873"/>
                      <a:pt x="16629" y="3832"/>
                    </a:cubicBezTo>
                    <a:cubicBezTo>
                      <a:pt x="16613" y="3732"/>
                      <a:pt x="16621" y="3633"/>
                      <a:pt x="16629" y="3542"/>
                    </a:cubicBezTo>
                    <a:cubicBezTo>
                      <a:pt x="16629" y="3426"/>
                      <a:pt x="16646" y="3318"/>
                      <a:pt x="16671" y="3210"/>
                    </a:cubicBezTo>
                    <a:cubicBezTo>
                      <a:pt x="16679" y="3152"/>
                      <a:pt x="16695" y="3103"/>
                      <a:pt x="16704" y="3053"/>
                    </a:cubicBezTo>
                    <a:cubicBezTo>
                      <a:pt x="16712" y="3003"/>
                      <a:pt x="16729" y="2954"/>
                      <a:pt x="16704" y="2904"/>
                    </a:cubicBezTo>
                    <a:cubicBezTo>
                      <a:pt x="16693" y="2894"/>
                      <a:pt x="16680" y="2887"/>
                      <a:pt x="16667" y="2887"/>
                    </a:cubicBezTo>
                    <a:cubicBezTo>
                      <a:pt x="16660" y="2887"/>
                      <a:pt x="16652" y="2889"/>
                      <a:pt x="16646" y="2896"/>
                    </a:cubicBezTo>
                    <a:cubicBezTo>
                      <a:pt x="16596" y="2912"/>
                      <a:pt x="16579" y="2978"/>
                      <a:pt x="16571" y="3028"/>
                    </a:cubicBezTo>
                    <a:cubicBezTo>
                      <a:pt x="16555" y="3086"/>
                      <a:pt x="16538" y="3144"/>
                      <a:pt x="16530" y="3210"/>
                    </a:cubicBezTo>
                    <a:cubicBezTo>
                      <a:pt x="16513" y="3335"/>
                      <a:pt x="16497" y="3459"/>
                      <a:pt x="16488" y="3583"/>
                    </a:cubicBezTo>
                    <a:cubicBezTo>
                      <a:pt x="16488" y="3683"/>
                      <a:pt x="16488" y="3790"/>
                      <a:pt x="16513" y="3890"/>
                    </a:cubicBezTo>
                    <a:cubicBezTo>
                      <a:pt x="16530" y="3956"/>
                      <a:pt x="16563" y="4031"/>
                      <a:pt x="16613" y="4080"/>
                    </a:cubicBezTo>
                    <a:cubicBezTo>
                      <a:pt x="16443" y="4037"/>
                      <a:pt x="16274" y="4016"/>
                      <a:pt x="16104" y="4016"/>
                    </a:cubicBezTo>
                    <a:cubicBezTo>
                      <a:pt x="16050" y="4016"/>
                      <a:pt x="15996" y="4018"/>
                      <a:pt x="15941" y="4022"/>
                    </a:cubicBezTo>
                    <a:cubicBezTo>
                      <a:pt x="16008" y="3882"/>
                      <a:pt x="16049" y="3732"/>
                      <a:pt x="16099" y="3583"/>
                    </a:cubicBezTo>
                    <a:cubicBezTo>
                      <a:pt x="16149" y="3376"/>
                      <a:pt x="16215" y="3177"/>
                      <a:pt x="16273" y="2978"/>
                    </a:cubicBezTo>
                    <a:cubicBezTo>
                      <a:pt x="16405" y="2572"/>
                      <a:pt x="16546" y="2166"/>
                      <a:pt x="16720" y="1777"/>
                    </a:cubicBezTo>
                    <a:cubicBezTo>
                      <a:pt x="16886" y="1413"/>
                      <a:pt x="17068" y="1040"/>
                      <a:pt x="17300" y="708"/>
                    </a:cubicBezTo>
                    <a:cubicBezTo>
                      <a:pt x="17496" y="407"/>
                      <a:pt x="17772" y="153"/>
                      <a:pt x="18152" y="153"/>
                    </a:cubicBezTo>
                    <a:close/>
                    <a:moveTo>
                      <a:pt x="8383" y="2468"/>
                    </a:moveTo>
                    <a:cubicBezTo>
                      <a:pt x="8426" y="2468"/>
                      <a:pt x="8468" y="2470"/>
                      <a:pt x="8509" y="2473"/>
                    </a:cubicBezTo>
                    <a:cubicBezTo>
                      <a:pt x="8650" y="2473"/>
                      <a:pt x="8783" y="2481"/>
                      <a:pt x="8915" y="2498"/>
                    </a:cubicBezTo>
                    <a:cubicBezTo>
                      <a:pt x="9172" y="2539"/>
                      <a:pt x="9429" y="2606"/>
                      <a:pt x="9669" y="2705"/>
                    </a:cubicBezTo>
                    <a:cubicBezTo>
                      <a:pt x="10175" y="2896"/>
                      <a:pt x="10639" y="3186"/>
                      <a:pt x="11045" y="3542"/>
                    </a:cubicBezTo>
                    <a:cubicBezTo>
                      <a:pt x="11260" y="3732"/>
                      <a:pt x="11459" y="3931"/>
                      <a:pt x="11625" y="4172"/>
                    </a:cubicBezTo>
                    <a:cubicBezTo>
                      <a:pt x="11699" y="4288"/>
                      <a:pt x="11774" y="4412"/>
                      <a:pt x="11824" y="4544"/>
                    </a:cubicBezTo>
                    <a:cubicBezTo>
                      <a:pt x="11865" y="4660"/>
                      <a:pt x="11890" y="4785"/>
                      <a:pt x="11923" y="4909"/>
                    </a:cubicBezTo>
                    <a:cubicBezTo>
                      <a:pt x="11906" y="4909"/>
                      <a:pt x="11898" y="4917"/>
                      <a:pt x="11882" y="4917"/>
                    </a:cubicBezTo>
                    <a:cubicBezTo>
                      <a:pt x="11434" y="5091"/>
                      <a:pt x="11094" y="5456"/>
                      <a:pt x="10804" y="5829"/>
                    </a:cubicBezTo>
                    <a:cubicBezTo>
                      <a:pt x="10622" y="6069"/>
                      <a:pt x="10440" y="6318"/>
                      <a:pt x="10282" y="6583"/>
                    </a:cubicBezTo>
                    <a:cubicBezTo>
                      <a:pt x="10175" y="6757"/>
                      <a:pt x="10084" y="6931"/>
                      <a:pt x="9984" y="7113"/>
                    </a:cubicBezTo>
                    <a:cubicBezTo>
                      <a:pt x="9818" y="7428"/>
                      <a:pt x="9562" y="7685"/>
                      <a:pt x="9404" y="8008"/>
                    </a:cubicBezTo>
                    <a:cubicBezTo>
                      <a:pt x="9354" y="8115"/>
                      <a:pt x="9321" y="8231"/>
                      <a:pt x="9321" y="8356"/>
                    </a:cubicBezTo>
                    <a:cubicBezTo>
                      <a:pt x="9305" y="8356"/>
                      <a:pt x="9296" y="8372"/>
                      <a:pt x="9288" y="8381"/>
                    </a:cubicBezTo>
                    <a:cubicBezTo>
                      <a:pt x="9247" y="8364"/>
                      <a:pt x="9205" y="8339"/>
                      <a:pt x="9172" y="8323"/>
                    </a:cubicBezTo>
                    <a:cubicBezTo>
                      <a:pt x="9023" y="8256"/>
                      <a:pt x="8924" y="8124"/>
                      <a:pt x="8833" y="7991"/>
                    </a:cubicBezTo>
                    <a:cubicBezTo>
                      <a:pt x="8741" y="7859"/>
                      <a:pt x="8675" y="7709"/>
                      <a:pt x="8625" y="7552"/>
                    </a:cubicBezTo>
                    <a:cubicBezTo>
                      <a:pt x="8609" y="7477"/>
                      <a:pt x="8592" y="7395"/>
                      <a:pt x="8576" y="7312"/>
                    </a:cubicBezTo>
                    <a:lnTo>
                      <a:pt x="8576" y="7287"/>
                    </a:lnTo>
                    <a:cubicBezTo>
                      <a:pt x="8601" y="7287"/>
                      <a:pt x="8625" y="7270"/>
                      <a:pt x="8625" y="7237"/>
                    </a:cubicBezTo>
                    <a:cubicBezTo>
                      <a:pt x="8650" y="6856"/>
                      <a:pt x="8493" y="6500"/>
                      <a:pt x="8319" y="6160"/>
                    </a:cubicBezTo>
                    <a:cubicBezTo>
                      <a:pt x="8228" y="5986"/>
                      <a:pt x="8137" y="5812"/>
                      <a:pt x="8062" y="5630"/>
                    </a:cubicBezTo>
                    <a:cubicBezTo>
                      <a:pt x="8029" y="5539"/>
                      <a:pt x="7996" y="5448"/>
                      <a:pt x="7963" y="5356"/>
                    </a:cubicBezTo>
                    <a:cubicBezTo>
                      <a:pt x="7929" y="5265"/>
                      <a:pt x="7913" y="5174"/>
                      <a:pt x="7871" y="5083"/>
                    </a:cubicBezTo>
                    <a:cubicBezTo>
                      <a:pt x="7863" y="5075"/>
                      <a:pt x="7855" y="5066"/>
                      <a:pt x="7847" y="5066"/>
                    </a:cubicBezTo>
                    <a:cubicBezTo>
                      <a:pt x="7780" y="4727"/>
                      <a:pt x="7764" y="4370"/>
                      <a:pt x="7780" y="4022"/>
                    </a:cubicBezTo>
                    <a:cubicBezTo>
                      <a:pt x="7789" y="3741"/>
                      <a:pt x="7813" y="3459"/>
                      <a:pt x="7855" y="3177"/>
                    </a:cubicBezTo>
                    <a:cubicBezTo>
                      <a:pt x="7871" y="3036"/>
                      <a:pt x="7888" y="2896"/>
                      <a:pt x="7905" y="2763"/>
                    </a:cubicBezTo>
                    <a:cubicBezTo>
                      <a:pt x="7929" y="2622"/>
                      <a:pt x="7987" y="2531"/>
                      <a:pt x="8128" y="2498"/>
                    </a:cubicBezTo>
                    <a:cubicBezTo>
                      <a:pt x="8211" y="2476"/>
                      <a:pt x="8298" y="2468"/>
                      <a:pt x="8383" y="2468"/>
                    </a:cubicBezTo>
                    <a:close/>
                    <a:moveTo>
                      <a:pt x="16944" y="11330"/>
                    </a:moveTo>
                    <a:lnTo>
                      <a:pt x="16944" y="11330"/>
                    </a:lnTo>
                    <a:cubicBezTo>
                      <a:pt x="17093" y="11438"/>
                      <a:pt x="17226" y="11554"/>
                      <a:pt x="17325" y="11703"/>
                    </a:cubicBezTo>
                    <a:cubicBezTo>
                      <a:pt x="17474" y="11910"/>
                      <a:pt x="17565" y="12150"/>
                      <a:pt x="17632" y="12391"/>
                    </a:cubicBezTo>
                    <a:cubicBezTo>
                      <a:pt x="17673" y="12540"/>
                      <a:pt x="17698" y="12689"/>
                      <a:pt x="17723" y="12838"/>
                    </a:cubicBezTo>
                    <a:cubicBezTo>
                      <a:pt x="17748" y="12971"/>
                      <a:pt x="17739" y="13145"/>
                      <a:pt x="17806" y="13269"/>
                    </a:cubicBezTo>
                    <a:cubicBezTo>
                      <a:pt x="17806" y="13269"/>
                      <a:pt x="17814" y="13269"/>
                      <a:pt x="17814" y="13277"/>
                    </a:cubicBezTo>
                    <a:cubicBezTo>
                      <a:pt x="17814" y="13327"/>
                      <a:pt x="17814" y="13385"/>
                      <a:pt x="17822" y="13435"/>
                    </a:cubicBezTo>
                    <a:cubicBezTo>
                      <a:pt x="17773" y="13426"/>
                      <a:pt x="17731" y="13402"/>
                      <a:pt x="17698" y="13368"/>
                    </a:cubicBezTo>
                    <a:cubicBezTo>
                      <a:pt x="17599" y="13277"/>
                      <a:pt x="17549" y="13136"/>
                      <a:pt x="17507" y="13012"/>
                    </a:cubicBezTo>
                    <a:cubicBezTo>
                      <a:pt x="17425" y="12739"/>
                      <a:pt x="17391" y="12457"/>
                      <a:pt x="17333" y="12184"/>
                    </a:cubicBezTo>
                    <a:cubicBezTo>
                      <a:pt x="17292" y="11952"/>
                      <a:pt x="17217" y="11720"/>
                      <a:pt x="17093" y="11513"/>
                    </a:cubicBezTo>
                    <a:cubicBezTo>
                      <a:pt x="17052" y="11446"/>
                      <a:pt x="17002" y="11388"/>
                      <a:pt x="16944" y="11330"/>
                    </a:cubicBezTo>
                    <a:close/>
                    <a:moveTo>
                      <a:pt x="14591" y="11587"/>
                    </a:moveTo>
                    <a:lnTo>
                      <a:pt x="14591" y="11587"/>
                    </a:lnTo>
                    <a:cubicBezTo>
                      <a:pt x="14566" y="11687"/>
                      <a:pt x="14549" y="11786"/>
                      <a:pt x="14541" y="11885"/>
                    </a:cubicBezTo>
                    <a:cubicBezTo>
                      <a:pt x="14508" y="12142"/>
                      <a:pt x="14500" y="12407"/>
                      <a:pt x="14450" y="12656"/>
                    </a:cubicBezTo>
                    <a:cubicBezTo>
                      <a:pt x="14359" y="13103"/>
                      <a:pt x="14086" y="13484"/>
                      <a:pt x="13696" y="13716"/>
                    </a:cubicBezTo>
                    <a:cubicBezTo>
                      <a:pt x="13588" y="13774"/>
                      <a:pt x="13481" y="13824"/>
                      <a:pt x="13365" y="13866"/>
                    </a:cubicBezTo>
                    <a:cubicBezTo>
                      <a:pt x="13323" y="13882"/>
                      <a:pt x="13274" y="13890"/>
                      <a:pt x="13224" y="13899"/>
                    </a:cubicBezTo>
                    <a:cubicBezTo>
                      <a:pt x="13613" y="13567"/>
                      <a:pt x="13796" y="13070"/>
                      <a:pt x="14011" y="12623"/>
                    </a:cubicBezTo>
                    <a:cubicBezTo>
                      <a:pt x="14185" y="12275"/>
                      <a:pt x="14367" y="11910"/>
                      <a:pt x="14591" y="11587"/>
                    </a:cubicBezTo>
                    <a:close/>
                    <a:moveTo>
                      <a:pt x="15494" y="10568"/>
                    </a:moveTo>
                    <a:cubicBezTo>
                      <a:pt x="15602" y="10667"/>
                      <a:pt x="15743" y="10734"/>
                      <a:pt x="15892" y="10792"/>
                    </a:cubicBezTo>
                    <a:cubicBezTo>
                      <a:pt x="16124" y="10875"/>
                      <a:pt x="16347" y="10974"/>
                      <a:pt x="16571" y="11090"/>
                    </a:cubicBezTo>
                    <a:cubicBezTo>
                      <a:pt x="16538" y="11107"/>
                      <a:pt x="16530" y="11156"/>
                      <a:pt x="16563" y="11173"/>
                    </a:cubicBezTo>
                    <a:cubicBezTo>
                      <a:pt x="16778" y="11281"/>
                      <a:pt x="16927" y="11504"/>
                      <a:pt x="17019" y="11720"/>
                    </a:cubicBezTo>
                    <a:cubicBezTo>
                      <a:pt x="17135" y="11976"/>
                      <a:pt x="17176" y="12258"/>
                      <a:pt x="17217" y="12532"/>
                    </a:cubicBezTo>
                    <a:cubicBezTo>
                      <a:pt x="17259" y="12805"/>
                      <a:pt x="17309" y="13103"/>
                      <a:pt x="17441" y="13352"/>
                    </a:cubicBezTo>
                    <a:cubicBezTo>
                      <a:pt x="17383" y="13484"/>
                      <a:pt x="17325" y="13592"/>
                      <a:pt x="17226" y="13700"/>
                    </a:cubicBezTo>
                    <a:cubicBezTo>
                      <a:pt x="17126" y="13808"/>
                      <a:pt x="17010" y="13915"/>
                      <a:pt x="16886" y="14006"/>
                    </a:cubicBezTo>
                    <a:cubicBezTo>
                      <a:pt x="16637" y="14189"/>
                      <a:pt x="16364" y="14321"/>
                      <a:pt x="16074" y="14412"/>
                    </a:cubicBezTo>
                    <a:cubicBezTo>
                      <a:pt x="15824" y="14491"/>
                      <a:pt x="15561" y="14530"/>
                      <a:pt x="15297" y="14530"/>
                    </a:cubicBezTo>
                    <a:cubicBezTo>
                      <a:pt x="14924" y="14530"/>
                      <a:pt x="14550" y="14452"/>
                      <a:pt x="14210" y="14296"/>
                    </a:cubicBezTo>
                    <a:cubicBezTo>
                      <a:pt x="14003" y="14205"/>
                      <a:pt x="13796" y="14048"/>
                      <a:pt x="13572" y="13998"/>
                    </a:cubicBezTo>
                    <a:cubicBezTo>
                      <a:pt x="13605" y="13982"/>
                      <a:pt x="13646" y="13965"/>
                      <a:pt x="13680" y="13948"/>
                    </a:cubicBezTo>
                    <a:cubicBezTo>
                      <a:pt x="13887" y="13832"/>
                      <a:pt x="14061" y="13692"/>
                      <a:pt x="14210" y="13509"/>
                    </a:cubicBezTo>
                    <a:cubicBezTo>
                      <a:pt x="14351" y="13335"/>
                      <a:pt x="14467" y="13136"/>
                      <a:pt x="14533" y="12913"/>
                    </a:cubicBezTo>
                    <a:cubicBezTo>
                      <a:pt x="14616" y="12664"/>
                      <a:pt x="14624" y="12399"/>
                      <a:pt x="14641" y="12142"/>
                    </a:cubicBezTo>
                    <a:cubicBezTo>
                      <a:pt x="14649" y="11894"/>
                      <a:pt x="14665" y="11629"/>
                      <a:pt x="14740" y="11388"/>
                    </a:cubicBezTo>
                    <a:cubicBezTo>
                      <a:pt x="14748" y="11380"/>
                      <a:pt x="14757" y="11372"/>
                      <a:pt x="14757" y="11363"/>
                    </a:cubicBezTo>
                    <a:cubicBezTo>
                      <a:pt x="14839" y="11264"/>
                      <a:pt x="14931" y="11165"/>
                      <a:pt x="15030" y="11073"/>
                    </a:cubicBezTo>
                    <a:cubicBezTo>
                      <a:pt x="15129" y="10974"/>
                      <a:pt x="15237" y="10899"/>
                      <a:pt x="15337" y="10808"/>
                    </a:cubicBezTo>
                    <a:cubicBezTo>
                      <a:pt x="15411" y="10734"/>
                      <a:pt x="15461" y="10651"/>
                      <a:pt x="15494" y="10568"/>
                    </a:cubicBezTo>
                    <a:close/>
                    <a:moveTo>
                      <a:pt x="11086" y="24653"/>
                    </a:moveTo>
                    <a:cubicBezTo>
                      <a:pt x="11103" y="24678"/>
                      <a:pt x="11119" y="24686"/>
                      <a:pt x="11144" y="24686"/>
                    </a:cubicBezTo>
                    <a:cubicBezTo>
                      <a:pt x="11198" y="24682"/>
                      <a:pt x="11250" y="24678"/>
                      <a:pt x="11301" y="24678"/>
                    </a:cubicBezTo>
                    <a:cubicBezTo>
                      <a:pt x="11351" y="24678"/>
                      <a:pt x="11401" y="24682"/>
                      <a:pt x="11451" y="24695"/>
                    </a:cubicBezTo>
                    <a:cubicBezTo>
                      <a:pt x="11500" y="24711"/>
                      <a:pt x="11542" y="24728"/>
                      <a:pt x="11575" y="24753"/>
                    </a:cubicBezTo>
                    <a:cubicBezTo>
                      <a:pt x="11592" y="24769"/>
                      <a:pt x="11592" y="24769"/>
                      <a:pt x="11600" y="24778"/>
                    </a:cubicBezTo>
                    <a:cubicBezTo>
                      <a:pt x="11608" y="24778"/>
                      <a:pt x="11616" y="24786"/>
                      <a:pt x="11625" y="24794"/>
                    </a:cubicBezTo>
                    <a:cubicBezTo>
                      <a:pt x="11633" y="24802"/>
                      <a:pt x="11641" y="24811"/>
                      <a:pt x="11650" y="24819"/>
                    </a:cubicBezTo>
                    <a:cubicBezTo>
                      <a:pt x="11658" y="24827"/>
                      <a:pt x="11650" y="24827"/>
                      <a:pt x="11658" y="24836"/>
                    </a:cubicBezTo>
                    <a:cubicBezTo>
                      <a:pt x="11691" y="24877"/>
                      <a:pt x="11699" y="24910"/>
                      <a:pt x="11716" y="24952"/>
                    </a:cubicBezTo>
                    <a:cubicBezTo>
                      <a:pt x="11716" y="24960"/>
                      <a:pt x="11716" y="24960"/>
                      <a:pt x="11716" y="24968"/>
                    </a:cubicBezTo>
                    <a:cubicBezTo>
                      <a:pt x="11633" y="24918"/>
                      <a:pt x="11534" y="24885"/>
                      <a:pt x="11434" y="24860"/>
                    </a:cubicBezTo>
                    <a:cubicBezTo>
                      <a:pt x="11372" y="24851"/>
                      <a:pt x="11309" y="24846"/>
                      <a:pt x="11245" y="24846"/>
                    </a:cubicBezTo>
                    <a:cubicBezTo>
                      <a:pt x="11147" y="24846"/>
                      <a:pt x="11049" y="24857"/>
                      <a:pt x="10954" y="24877"/>
                    </a:cubicBezTo>
                    <a:cubicBezTo>
                      <a:pt x="10945" y="24877"/>
                      <a:pt x="10945" y="24877"/>
                      <a:pt x="10937" y="24885"/>
                    </a:cubicBezTo>
                    <a:cubicBezTo>
                      <a:pt x="10945" y="24811"/>
                      <a:pt x="10954" y="24736"/>
                      <a:pt x="10962" y="24662"/>
                    </a:cubicBezTo>
                    <a:cubicBezTo>
                      <a:pt x="11003" y="24662"/>
                      <a:pt x="11045" y="24662"/>
                      <a:pt x="11086" y="24653"/>
                    </a:cubicBezTo>
                    <a:close/>
                    <a:moveTo>
                      <a:pt x="10929" y="24993"/>
                    </a:moveTo>
                    <a:cubicBezTo>
                      <a:pt x="10937" y="25010"/>
                      <a:pt x="10954" y="25018"/>
                      <a:pt x="10978" y="25018"/>
                    </a:cubicBezTo>
                    <a:cubicBezTo>
                      <a:pt x="11016" y="25014"/>
                      <a:pt x="11052" y="25012"/>
                      <a:pt x="11089" y="25012"/>
                    </a:cubicBezTo>
                    <a:cubicBezTo>
                      <a:pt x="11198" y="25012"/>
                      <a:pt x="11304" y="25030"/>
                      <a:pt x="11409" y="25068"/>
                    </a:cubicBezTo>
                    <a:cubicBezTo>
                      <a:pt x="11467" y="25084"/>
                      <a:pt x="11525" y="25109"/>
                      <a:pt x="11575" y="25142"/>
                    </a:cubicBezTo>
                    <a:cubicBezTo>
                      <a:pt x="11600" y="25150"/>
                      <a:pt x="11616" y="25167"/>
                      <a:pt x="11633" y="25184"/>
                    </a:cubicBezTo>
                    <a:cubicBezTo>
                      <a:pt x="11641" y="25192"/>
                      <a:pt x="11650" y="25208"/>
                      <a:pt x="11641" y="25225"/>
                    </a:cubicBezTo>
                    <a:cubicBezTo>
                      <a:pt x="11641" y="25233"/>
                      <a:pt x="11641" y="25233"/>
                      <a:pt x="11641" y="25233"/>
                    </a:cubicBezTo>
                    <a:cubicBezTo>
                      <a:pt x="11625" y="25258"/>
                      <a:pt x="11616" y="25275"/>
                      <a:pt x="11608" y="25308"/>
                    </a:cubicBezTo>
                    <a:cubicBezTo>
                      <a:pt x="11600" y="25324"/>
                      <a:pt x="11600" y="25333"/>
                      <a:pt x="11600" y="25349"/>
                    </a:cubicBezTo>
                    <a:cubicBezTo>
                      <a:pt x="11592" y="25358"/>
                      <a:pt x="11592" y="25374"/>
                      <a:pt x="11583" y="25382"/>
                    </a:cubicBezTo>
                    <a:cubicBezTo>
                      <a:pt x="11550" y="25440"/>
                      <a:pt x="11517" y="25482"/>
                      <a:pt x="11484" y="25523"/>
                    </a:cubicBezTo>
                    <a:cubicBezTo>
                      <a:pt x="11442" y="25573"/>
                      <a:pt x="11393" y="25623"/>
                      <a:pt x="11343" y="25664"/>
                    </a:cubicBezTo>
                    <a:cubicBezTo>
                      <a:pt x="11335" y="25590"/>
                      <a:pt x="11310" y="25515"/>
                      <a:pt x="11268" y="25449"/>
                    </a:cubicBezTo>
                    <a:cubicBezTo>
                      <a:pt x="11194" y="25333"/>
                      <a:pt x="11103" y="25250"/>
                      <a:pt x="11003" y="25167"/>
                    </a:cubicBezTo>
                    <a:cubicBezTo>
                      <a:pt x="10982" y="25151"/>
                      <a:pt x="10961" y="25142"/>
                      <a:pt x="10941" y="25142"/>
                    </a:cubicBezTo>
                    <a:cubicBezTo>
                      <a:pt x="10931" y="25142"/>
                      <a:pt x="10921" y="25145"/>
                      <a:pt x="10912" y="25150"/>
                    </a:cubicBezTo>
                    <a:cubicBezTo>
                      <a:pt x="10912" y="25101"/>
                      <a:pt x="10920" y="25051"/>
                      <a:pt x="10929" y="24993"/>
                    </a:cubicBezTo>
                    <a:close/>
                    <a:moveTo>
                      <a:pt x="10896" y="25291"/>
                    </a:moveTo>
                    <a:cubicBezTo>
                      <a:pt x="10954" y="25366"/>
                      <a:pt x="11020" y="25440"/>
                      <a:pt x="11061" y="25523"/>
                    </a:cubicBezTo>
                    <a:cubicBezTo>
                      <a:pt x="11086" y="25556"/>
                      <a:pt x="11103" y="25598"/>
                      <a:pt x="11111" y="25639"/>
                    </a:cubicBezTo>
                    <a:cubicBezTo>
                      <a:pt x="11119" y="25681"/>
                      <a:pt x="11128" y="25722"/>
                      <a:pt x="11119" y="25755"/>
                    </a:cubicBezTo>
                    <a:cubicBezTo>
                      <a:pt x="11111" y="25838"/>
                      <a:pt x="11061" y="25888"/>
                      <a:pt x="10987" y="25929"/>
                    </a:cubicBezTo>
                    <a:cubicBezTo>
                      <a:pt x="10945" y="25954"/>
                      <a:pt x="10904" y="25971"/>
                      <a:pt x="10854" y="25987"/>
                    </a:cubicBezTo>
                    <a:cubicBezTo>
                      <a:pt x="10862" y="25755"/>
                      <a:pt x="10879" y="25523"/>
                      <a:pt x="10896" y="25291"/>
                    </a:cubicBezTo>
                    <a:close/>
                    <a:moveTo>
                      <a:pt x="4433" y="23311"/>
                    </a:moveTo>
                    <a:cubicBezTo>
                      <a:pt x="4565" y="23435"/>
                      <a:pt x="4706" y="23543"/>
                      <a:pt x="4864" y="23634"/>
                    </a:cubicBezTo>
                    <a:cubicBezTo>
                      <a:pt x="5104" y="23783"/>
                      <a:pt x="5369" y="23899"/>
                      <a:pt x="5643" y="23990"/>
                    </a:cubicBezTo>
                    <a:cubicBezTo>
                      <a:pt x="6009" y="24107"/>
                      <a:pt x="6387" y="24160"/>
                      <a:pt x="6766" y="24160"/>
                    </a:cubicBezTo>
                    <a:cubicBezTo>
                      <a:pt x="6952" y="24160"/>
                      <a:pt x="7139" y="24148"/>
                      <a:pt x="7325" y="24123"/>
                    </a:cubicBezTo>
                    <a:cubicBezTo>
                      <a:pt x="7454" y="24106"/>
                      <a:pt x="7585" y="24088"/>
                      <a:pt x="7713" y="24088"/>
                    </a:cubicBezTo>
                    <a:cubicBezTo>
                      <a:pt x="7887" y="24088"/>
                      <a:pt x="8054" y="24121"/>
                      <a:pt x="8203" y="24231"/>
                    </a:cubicBezTo>
                    <a:cubicBezTo>
                      <a:pt x="8211" y="24430"/>
                      <a:pt x="8219" y="24637"/>
                      <a:pt x="8228" y="24836"/>
                    </a:cubicBezTo>
                    <a:cubicBezTo>
                      <a:pt x="8236" y="25059"/>
                      <a:pt x="8244" y="25275"/>
                      <a:pt x="8244" y="25498"/>
                    </a:cubicBezTo>
                    <a:cubicBezTo>
                      <a:pt x="8244" y="25697"/>
                      <a:pt x="8244" y="25896"/>
                      <a:pt x="8269" y="26095"/>
                    </a:cubicBezTo>
                    <a:cubicBezTo>
                      <a:pt x="8253" y="26087"/>
                      <a:pt x="8244" y="26078"/>
                      <a:pt x="8236" y="26078"/>
                    </a:cubicBezTo>
                    <a:cubicBezTo>
                      <a:pt x="8191" y="26063"/>
                      <a:pt x="8143" y="26060"/>
                      <a:pt x="8095" y="26060"/>
                    </a:cubicBezTo>
                    <a:cubicBezTo>
                      <a:pt x="8062" y="26060"/>
                      <a:pt x="8029" y="26062"/>
                      <a:pt x="7996" y="26062"/>
                    </a:cubicBezTo>
                    <a:cubicBezTo>
                      <a:pt x="7921" y="26054"/>
                      <a:pt x="7838" y="26054"/>
                      <a:pt x="7764" y="26045"/>
                    </a:cubicBezTo>
                    <a:cubicBezTo>
                      <a:pt x="7606" y="26037"/>
                      <a:pt x="7449" y="26020"/>
                      <a:pt x="7291" y="26012"/>
                    </a:cubicBezTo>
                    <a:cubicBezTo>
                      <a:pt x="7192" y="25996"/>
                      <a:pt x="7068" y="25996"/>
                      <a:pt x="6985" y="25929"/>
                    </a:cubicBezTo>
                    <a:cubicBezTo>
                      <a:pt x="6910" y="25871"/>
                      <a:pt x="6910" y="25788"/>
                      <a:pt x="6910" y="25706"/>
                    </a:cubicBezTo>
                    <a:cubicBezTo>
                      <a:pt x="6910" y="25697"/>
                      <a:pt x="6919" y="25689"/>
                      <a:pt x="6919" y="25681"/>
                    </a:cubicBezTo>
                    <a:cubicBezTo>
                      <a:pt x="6927" y="25681"/>
                      <a:pt x="6927" y="25672"/>
                      <a:pt x="6927" y="25672"/>
                    </a:cubicBezTo>
                    <a:cubicBezTo>
                      <a:pt x="6935" y="25664"/>
                      <a:pt x="6943" y="25664"/>
                      <a:pt x="6943" y="25656"/>
                    </a:cubicBezTo>
                    <a:cubicBezTo>
                      <a:pt x="6960" y="25639"/>
                      <a:pt x="6968" y="25631"/>
                      <a:pt x="6985" y="25623"/>
                    </a:cubicBezTo>
                    <a:cubicBezTo>
                      <a:pt x="6993" y="25606"/>
                      <a:pt x="7010" y="25598"/>
                      <a:pt x="7018" y="25581"/>
                    </a:cubicBezTo>
                    <a:cubicBezTo>
                      <a:pt x="7035" y="25573"/>
                      <a:pt x="7043" y="25556"/>
                      <a:pt x="7051" y="25540"/>
                    </a:cubicBezTo>
                    <a:cubicBezTo>
                      <a:pt x="7068" y="25515"/>
                      <a:pt x="7059" y="25490"/>
                      <a:pt x="7051" y="25474"/>
                    </a:cubicBezTo>
                    <a:cubicBezTo>
                      <a:pt x="7035" y="25457"/>
                      <a:pt x="7018" y="25457"/>
                      <a:pt x="6993" y="25457"/>
                    </a:cubicBezTo>
                    <a:cubicBezTo>
                      <a:pt x="6935" y="25465"/>
                      <a:pt x="6894" y="25507"/>
                      <a:pt x="6861" y="25548"/>
                    </a:cubicBezTo>
                    <a:lnTo>
                      <a:pt x="6844" y="25548"/>
                    </a:lnTo>
                    <a:cubicBezTo>
                      <a:pt x="6844" y="25548"/>
                      <a:pt x="6844" y="25540"/>
                      <a:pt x="6844" y="25540"/>
                    </a:cubicBezTo>
                    <a:cubicBezTo>
                      <a:pt x="6850" y="25501"/>
                      <a:pt x="6822" y="25463"/>
                      <a:pt x="6786" y="25463"/>
                    </a:cubicBezTo>
                    <a:cubicBezTo>
                      <a:pt x="6775" y="25463"/>
                      <a:pt x="6764" y="25466"/>
                      <a:pt x="6753" y="25474"/>
                    </a:cubicBezTo>
                    <a:cubicBezTo>
                      <a:pt x="6670" y="25532"/>
                      <a:pt x="6604" y="25614"/>
                      <a:pt x="6521" y="25681"/>
                    </a:cubicBezTo>
                    <a:cubicBezTo>
                      <a:pt x="6446" y="25747"/>
                      <a:pt x="6363" y="25797"/>
                      <a:pt x="6272" y="25846"/>
                    </a:cubicBezTo>
                    <a:cubicBezTo>
                      <a:pt x="6057" y="25954"/>
                      <a:pt x="5817" y="26012"/>
                      <a:pt x="5576" y="26054"/>
                    </a:cubicBezTo>
                    <a:cubicBezTo>
                      <a:pt x="5319" y="26103"/>
                      <a:pt x="5063" y="26145"/>
                      <a:pt x="4806" y="26194"/>
                    </a:cubicBezTo>
                    <a:cubicBezTo>
                      <a:pt x="4615" y="26228"/>
                      <a:pt x="4416" y="26269"/>
                      <a:pt x="4226" y="26310"/>
                    </a:cubicBezTo>
                    <a:cubicBezTo>
                      <a:pt x="4449" y="26136"/>
                      <a:pt x="4640" y="25929"/>
                      <a:pt x="4773" y="25672"/>
                    </a:cubicBezTo>
                    <a:cubicBezTo>
                      <a:pt x="4947" y="25349"/>
                      <a:pt x="4996" y="24993"/>
                      <a:pt x="5005" y="24628"/>
                    </a:cubicBezTo>
                    <a:cubicBezTo>
                      <a:pt x="5005" y="24454"/>
                      <a:pt x="5005" y="24272"/>
                      <a:pt x="4963" y="24098"/>
                    </a:cubicBezTo>
                    <a:cubicBezTo>
                      <a:pt x="4913" y="23924"/>
                      <a:pt x="4814" y="23775"/>
                      <a:pt x="4706" y="23634"/>
                    </a:cubicBezTo>
                    <a:cubicBezTo>
                      <a:pt x="4615" y="23526"/>
                      <a:pt x="4524" y="23419"/>
                      <a:pt x="4433" y="23311"/>
                    </a:cubicBezTo>
                    <a:close/>
                    <a:moveTo>
                      <a:pt x="16060" y="4199"/>
                    </a:moveTo>
                    <a:cubicBezTo>
                      <a:pt x="16158" y="4199"/>
                      <a:pt x="16256" y="4203"/>
                      <a:pt x="16356" y="4213"/>
                    </a:cubicBezTo>
                    <a:cubicBezTo>
                      <a:pt x="16364" y="4230"/>
                      <a:pt x="16381" y="4230"/>
                      <a:pt x="16397" y="4230"/>
                    </a:cubicBezTo>
                    <a:cubicBezTo>
                      <a:pt x="16695" y="4230"/>
                      <a:pt x="16961" y="4370"/>
                      <a:pt x="17217" y="4495"/>
                    </a:cubicBezTo>
                    <a:cubicBezTo>
                      <a:pt x="17499" y="4619"/>
                      <a:pt x="17781" y="4752"/>
                      <a:pt x="18054" y="4876"/>
                    </a:cubicBezTo>
                    <a:cubicBezTo>
                      <a:pt x="18319" y="5000"/>
                      <a:pt x="18601" y="5108"/>
                      <a:pt x="18858" y="5240"/>
                    </a:cubicBezTo>
                    <a:cubicBezTo>
                      <a:pt x="19090" y="5373"/>
                      <a:pt x="19189" y="5580"/>
                      <a:pt x="19256" y="5837"/>
                    </a:cubicBezTo>
                    <a:cubicBezTo>
                      <a:pt x="19297" y="5986"/>
                      <a:pt x="19330" y="6135"/>
                      <a:pt x="19363" y="6293"/>
                    </a:cubicBezTo>
                    <a:cubicBezTo>
                      <a:pt x="19397" y="6450"/>
                      <a:pt x="19413" y="6641"/>
                      <a:pt x="19488" y="6782"/>
                    </a:cubicBezTo>
                    <a:cubicBezTo>
                      <a:pt x="19499" y="6797"/>
                      <a:pt x="19519" y="6805"/>
                      <a:pt x="19536" y="6805"/>
                    </a:cubicBezTo>
                    <a:cubicBezTo>
                      <a:pt x="19556" y="6805"/>
                      <a:pt x="19574" y="6795"/>
                      <a:pt x="19579" y="6773"/>
                    </a:cubicBezTo>
                    <a:cubicBezTo>
                      <a:pt x="19579" y="6765"/>
                      <a:pt x="19579" y="6757"/>
                      <a:pt x="19587" y="6748"/>
                    </a:cubicBezTo>
                    <a:cubicBezTo>
                      <a:pt x="19653" y="6931"/>
                      <a:pt x="19728" y="7113"/>
                      <a:pt x="19811" y="7295"/>
                    </a:cubicBezTo>
                    <a:cubicBezTo>
                      <a:pt x="19976" y="7660"/>
                      <a:pt x="20192" y="7991"/>
                      <a:pt x="20449" y="8306"/>
                    </a:cubicBezTo>
                    <a:cubicBezTo>
                      <a:pt x="20565" y="8447"/>
                      <a:pt x="20681" y="8596"/>
                      <a:pt x="20747" y="8770"/>
                    </a:cubicBezTo>
                    <a:cubicBezTo>
                      <a:pt x="20822" y="8969"/>
                      <a:pt x="20813" y="9193"/>
                      <a:pt x="20764" y="9400"/>
                    </a:cubicBezTo>
                    <a:lnTo>
                      <a:pt x="20780" y="9408"/>
                    </a:lnTo>
                    <a:cubicBezTo>
                      <a:pt x="20689" y="9797"/>
                      <a:pt x="20532" y="10179"/>
                      <a:pt x="20358" y="10543"/>
                    </a:cubicBezTo>
                    <a:cubicBezTo>
                      <a:pt x="20167" y="10924"/>
                      <a:pt x="19935" y="11289"/>
                      <a:pt x="19670" y="11629"/>
                    </a:cubicBezTo>
                    <a:cubicBezTo>
                      <a:pt x="19645" y="11488"/>
                      <a:pt x="19612" y="11347"/>
                      <a:pt x="19562" y="11214"/>
                    </a:cubicBezTo>
                    <a:cubicBezTo>
                      <a:pt x="19488" y="10999"/>
                      <a:pt x="19405" y="10775"/>
                      <a:pt x="19281" y="10593"/>
                    </a:cubicBezTo>
                    <a:cubicBezTo>
                      <a:pt x="19264" y="10576"/>
                      <a:pt x="19247" y="10568"/>
                      <a:pt x="19231" y="10568"/>
                    </a:cubicBezTo>
                    <a:cubicBezTo>
                      <a:pt x="19181" y="10419"/>
                      <a:pt x="19131" y="10261"/>
                      <a:pt x="19082" y="10112"/>
                    </a:cubicBezTo>
                    <a:cubicBezTo>
                      <a:pt x="19015" y="9947"/>
                      <a:pt x="18949" y="9789"/>
                      <a:pt x="18866" y="9632"/>
                    </a:cubicBezTo>
                    <a:cubicBezTo>
                      <a:pt x="18717" y="9333"/>
                      <a:pt x="18535" y="9043"/>
                      <a:pt x="18303" y="8795"/>
                    </a:cubicBezTo>
                    <a:cubicBezTo>
                      <a:pt x="18063" y="8530"/>
                      <a:pt x="17781" y="8314"/>
                      <a:pt x="17491" y="8124"/>
                    </a:cubicBezTo>
                    <a:cubicBezTo>
                      <a:pt x="17201" y="7925"/>
                      <a:pt x="16894" y="7726"/>
                      <a:pt x="16571" y="7577"/>
                    </a:cubicBezTo>
                    <a:cubicBezTo>
                      <a:pt x="16352" y="7475"/>
                      <a:pt x="16098" y="7394"/>
                      <a:pt x="15848" y="7394"/>
                    </a:cubicBezTo>
                    <a:cubicBezTo>
                      <a:pt x="15710" y="7394"/>
                      <a:pt x="15574" y="7419"/>
                      <a:pt x="15444" y="7477"/>
                    </a:cubicBezTo>
                    <a:cubicBezTo>
                      <a:pt x="15403" y="7494"/>
                      <a:pt x="15428" y="7569"/>
                      <a:pt x="15469" y="7569"/>
                    </a:cubicBezTo>
                    <a:cubicBezTo>
                      <a:pt x="15527" y="7566"/>
                      <a:pt x="15584" y="7564"/>
                      <a:pt x="15640" y="7564"/>
                    </a:cubicBezTo>
                    <a:cubicBezTo>
                      <a:pt x="15753" y="7564"/>
                      <a:pt x="15861" y="7571"/>
                      <a:pt x="15966" y="7593"/>
                    </a:cubicBezTo>
                    <a:cubicBezTo>
                      <a:pt x="16132" y="7627"/>
                      <a:pt x="16289" y="7685"/>
                      <a:pt x="16439" y="7751"/>
                    </a:cubicBezTo>
                    <a:cubicBezTo>
                      <a:pt x="16745" y="7892"/>
                      <a:pt x="17035" y="8074"/>
                      <a:pt x="17317" y="8256"/>
                    </a:cubicBezTo>
                    <a:cubicBezTo>
                      <a:pt x="17590" y="8439"/>
                      <a:pt x="17855" y="8629"/>
                      <a:pt x="18087" y="8869"/>
                    </a:cubicBezTo>
                    <a:cubicBezTo>
                      <a:pt x="18319" y="9101"/>
                      <a:pt x="18510" y="9367"/>
                      <a:pt x="18667" y="9657"/>
                    </a:cubicBezTo>
                    <a:cubicBezTo>
                      <a:pt x="18759" y="9814"/>
                      <a:pt x="18833" y="9980"/>
                      <a:pt x="18916" y="10145"/>
                    </a:cubicBezTo>
                    <a:cubicBezTo>
                      <a:pt x="18999" y="10311"/>
                      <a:pt x="19090" y="10469"/>
                      <a:pt x="19165" y="10634"/>
                    </a:cubicBezTo>
                    <a:cubicBezTo>
                      <a:pt x="19173" y="10643"/>
                      <a:pt x="19181" y="10651"/>
                      <a:pt x="19189" y="10651"/>
                    </a:cubicBezTo>
                    <a:cubicBezTo>
                      <a:pt x="19223" y="10817"/>
                      <a:pt x="19297" y="10974"/>
                      <a:pt x="19355" y="11131"/>
                    </a:cubicBezTo>
                    <a:cubicBezTo>
                      <a:pt x="19421" y="11297"/>
                      <a:pt x="19479" y="11463"/>
                      <a:pt x="19521" y="11637"/>
                    </a:cubicBezTo>
                    <a:cubicBezTo>
                      <a:pt x="19595" y="11960"/>
                      <a:pt x="19612" y="12324"/>
                      <a:pt x="19479" y="12631"/>
                    </a:cubicBezTo>
                    <a:cubicBezTo>
                      <a:pt x="19272" y="13103"/>
                      <a:pt x="18775" y="13435"/>
                      <a:pt x="18270" y="13443"/>
                    </a:cubicBezTo>
                    <a:cubicBezTo>
                      <a:pt x="18250" y="13445"/>
                      <a:pt x="18230" y="13446"/>
                      <a:pt x="18210" y="13446"/>
                    </a:cubicBezTo>
                    <a:cubicBezTo>
                      <a:pt x="18160" y="13446"/>
                      <a:pt x="18109" y="13441"/>
                      <a:pt x="18063" y="13435"/>
                    </a:cubicBezTo>
                    <a:cubicBezTo>
                      <a:pt x="18021" y="13426"/>
                      <a:pt x="18013" y="13418"/>
                      <a:pt x="18005" y="13377"/>
                    </a:cubicBezTo>
                    <a:cubicBezTo>
                      <a:pt x="17996" y="13327"/>
                      <a:pt x="17996" y="13277"/>
                      <a:pt x="17988" y="13228"/>
                    </a:cubicBezTo>
                    <a:cubicBezTo>
                      <a:pt x="17963" y="13020"/>
                      <a:pt x="17938" y="12822"/>
                      <a:pt x="17905" y="12614"/>
                    </a:cubicBezTo>
                    <a:cubicBezTo>
                      <a:pt x="17905" y="12590"/>
                      <a:pt x="17880" y="12581"/>
                      <a:pt x="17864" y="12581"/>
                    </a:cubicBezTo>
                    <a:cubicBezTo>
                      <a:pt x="17855" y="12540"/>
                      <a:pt x="17855" y="12507"/>
                      <a:pt x="17847" y="12465"/>
                    </a:cubicBezTo>
                    <a:cubicBezTo>
                      <a:pt x="17789" y="12208"/>
                      <a:pt x="17698" y="11952"/>
                      <a:pt x="17565" y="11728"/>
                    </a:cubicBezTo>
                    <a:cubicBezTo>
                      <a:pt x="17267" y="11239"/>
                      <a:pt x="16720" y="10941"/>
                      <a:pt x="16207" y="10734"/>
                    </a:cubicBezTo>
                    <a:cubicBezTo>
                      <a:pt x="16074" y="10676"/>
                      <a:pt x="15925" y="10634"/>
                      <a:pt x="15792" y="10585"/>
                    </a:cubicBezTo>
                    <a:cubicBezTo>
                      <a:pt x="15693" y="10551"/>
                      <a:pt x="15602" y="10510"/>
                      <a:pt x="15527" y="10444"/>
                    </a:cubicBezTo>
                    <a:cubicBezTo>
                      <a:pt x="15552" y="10303"/>
                      <a:pt x="15544" y="10154"/>
                      <a:pt x="15527" y="10005"/>
                    </a:cubicBezTo>
                    <a:cubicBezTo>
                      <a:pt x="15519" y="9988"/>
                      <a:pt x="15511" y="9971"/>
                      <a:pt x="15502" y="9955"/>
                    </a:cubicBezTo>
                    <a:lnTo>
                      <a:pt x="15502" y="9947"/>
                    </a:lnTo>
                    <a:cubicBezTo>
                      <a:pt x="15494" y="9864"/>
                      <a:pt x="15486" y="9781"/>
                      <a:pt x="15477" y="9698"/>
                    </a:cubicBezTo>
                    <a:cubicBezTo>
                      <a:pt x="15502" y="9623"/>
                      <a:pt x="15535" y="9549"/>
                      <a:pt x="15577" y="9474"/>
                    </a:cubicBezTo>
                    <a:cubicBezTo>
                      <a:pt x="15610" y="9416"/>
                      <a:pt x="15651" y="9367"/>
                      <a:pt x="15701" y="9325"/>
                    </a:cubicBezTo>
                    <a:cubicBezTo>
                      <a:pt x="15759" y="9275"/>
                      <a:pt x="15834" y="9242"/>
                      <a:pt x="15892" y="9201"/>
                    </a:cubicBezTo>
                    <a:cubicBezTo>
                      <a:pt x="15975" y="9143"/>
                      <a:pt x="16041" y="9077"/>
                      <a:pt x="16091" y="8994"/>
                    </a:cubicBezTo>
                    <a:cubicBezTo>
                      <a:pt x="16099" y="8994"/>
                      <a:pt x="16107" y="8985"/>
                      <a:pt x="16107" y="8985"/>
                    </a:cubicBezTo>
                    <a:cubicBezTo>
                      <a:pt x="16190" y="8936"/>
                      <a:pt x="16256" y="8878"/>
                      <a:pt x="16298" y="8795"/>
                    </a:cubicBezTo>
                    <a:cubicBezTo>
                      <a:pt x="16306" y="8770"/>
                      <a:pt x="16314" y="8753"/>
                      <a:pt x="16314" y="8729"/>
                    </a:cubicBezTo>
                    <a:cubicBezTo>
                      <a:pt x="16430" y="8613"/>
                      <a:pt x="16372" y="8439"/>
                      <a:pt x="16331" y="8298"/>
                    </a:cubicBezTo>
                    <a:cubicBezTo>
                      <a:pt x="16281" y="8124"/>
                      <a:pt x="16190" y="7975"/>
                      <a:pt x="16033" y="7867"/>
                    </a:cubicBezTo>
                    <a:cubicBezTo>
                      <a:pt x="15883" y="7776"/>
                      <a:pt x="15693" y="7743"/>
                      <a:pt x="15519" y="7743"/>
                    </a:cubicBezTo>
                    <a:cubicBezTo>
                      <a:pt x="15312" y="7743"/>
                      <a:pt x="15105" y="7767"/>
                      <a:pt x="14906" y="7801"/>
                    </a:cubicBezTo>
                    <a:cubicBezTo>
                      <a:pt x="14723" y="7825"/>
                      <a:pt x="14533" y="7875"/>
                      <a:pt x="14367" y="7966"/>
                    </a:cubicBezTo>
                    <a:cubicBezTo>
                      <a:pt x="14226" y="8041"/>
                      <a:pt x="14094" y="8149"/>
                      <a:pt x="14003" y="8281"/>
                    </a:cubicBezTo>
                    <a:cubicBezTo>
                      <a:pt x="13978" y="8306"/>
                      <a:pt x="13961" y="8339"/>
                      <a:pt x="13945" y="8372"/>
                    </a:cubicBezTo>
                    <a:cubicBezTo>
                      <a:pt x="13887" y="8480"/>
                      <a:pt x="13854" y="8604"/>
                      <a:pt x="13870" y="8737"/>
                    </a:cubicBezTo>
                    <a:cubicBezTo>
                      <a:pt x="13878" y="8820"/>
                      <a:pt x="13912" y="8878"/>
                      <a:pt x="13961" y="8936"/>
                    </a:cubicBezTo>
                    <a:cubicBezTo>
                      <a:pt x="13970" y="8952"/>
                      <a:pt x="13970" y="8961"/>
                      <a:pt x="13978" y="8977"/>
                    </a:cubicBezTo>
                    <a:cubicBezTo>
                      <a:pt x="14003" y="9027"/>
                      <a:pt x="14036" y="9060"/>
                      <a:pt x="14077" y="9077"/>
                    </a:cubicBezTo>
                    <a:cubicBezTo>
                      <a:pt x="14077" y="9093"/>
                      <a:pt x="14086" y="9110"/>
                      <a:pt x="14102" y="9126"/>
                    </a:cubicBezTo>
                    <a:cubicBezTo>
                      <a:pt x="14168" y="9168"/>
                      <a:pt x="14235" y="9184"/>
                      <a:pt x="14309" y="9193"/>
                    </a:cubicBezTo>
                    <a:cubicBezTo>
                      <a:pt x="14334" y="9217"/>
                      <a:pt x="14375" y="9242"/>
                      <a:pt x="14417" y="9242"/>
                    </a:cubicBezTo>
                    <a:cubicBezTo>
                      <a:pt x="14483" y="9251"/>
                      <a:pt x="14549" y="9259"/>
                      <a:pt x="14616" y="9259"/>
                    </a:cubicBezTo>
                    <a:cubicBezTo>
                      <a:pt x="14674" y="9275"/>
                      <a:pt x="14723" y="9309"/>
                      <a:pt x="14781" y="9333"/>
                    </a:cubicBezTo>
                    <a:cubicBezTo>
                      <a:pt x="14806" y="9408"/>
                      <a:pt x="14864" y="9466"/>
                      <a:pt x="14922" y="9516"/>
                    </a:cubicBezTo>
                    <a:cubicBezTo>
                      <a:pt x="15013" y="9590"/>
                      <a:pt x="15096" y="9657"/>
                      <a:pt x="15163" y="9748"/>
                    </a:cubicBezTo>
                    <a:cubicBezTo>
                      <a:pt x="15179" y="9797"/>
                      <a:pt x="15187" y="9839"/>
                      <a:pt x="15212" y="9889"/>
                    </a:cubicBezTo>
                    <a:cubicBezTo>
                      <a:pt x="15221" y="9905"/>
                      <a:pt x="15229" y="9913"/>
                      <a:pt x="15245" y="9922"/>
                    </a:cubicBezTo>
                    <a:cubicBezTo>
                      <a:pt x="15245" y="9947"/>
                      <a:pt x="15245" y="9980"/>
                      <a:pt x="15254" y="10005"/>
                    </a:cubicBezTo>
                    <a:cubicBezTo>
                      <a:pt x="15262" y="10079"/>
                      <a:pt x="15270" y="10154"/>
                      <a:pt x="15279" y="10228"/>
                    </a:cubicBezTo>
                    <a:cubicBezTo>
                      <a:pt x="15287" y="10270"/>
                      <a:pt x="15287" y="10303"/>
                      <a:pt x="15287" y="10344"/>
                    </a:cubicBezTo>
                    <a:cubicBezTo>
                      <a:pt x="15287" y="10369"/>
                      <a:pt x="15295" y="10386"/>
                      <a:pt x="15295" y="10411"/>
                    </a:cubicBezTo>
                    <a:cubicBezTo>
                      <a:pt x="15295" y="10427"/>
                      <a:pt x="15303" y="10452"/>
                      <a:pt x="15312" y="10460"/>
                    </a:cubicBezTo>
                    <a:cubicBezTo>
                      <a:pt x="15303" y="10527"/>
                      <a:pt x="15279" y="10593"/>
                      <a:pt x="15229" y="10643"/>
                    </a:cubicBezTo>
                    <a:cubicBezTo>
                      <a:pt x="15154" y="10725"/>
                      <a:pt x="15055" y="10792"/>
                      <a:pt x="14972" y="10866"/>
                    </a:cubicBezTo>
                    <a:cubicBezTo>
                      <a:pt x="14897" y="10941"/>
                      <a:pt x="14815" y="11015"/>
                      <a:pt x="14740" y="11098"/>
                    </a:cubicBezTo>
                    <a:cubicBezTo>
                      <a:pt x="14450" y="11430"/>
                      <a:pt x="14226" y="11819"/>
                      <a:pt x="14036" y="12208"/>
                    </a:cubicBezTo>
                    <a:cubicBezTo>
                      <a:pt x="13936" y="12416"/>
                      <a:pt x="13845" y="12614"/>
                      <a:pt x="13746" y="12822"/>
                    </a:cubicBezTo>
                    <a:cubicBezTo>
                      <a:pt x="13646" y="13037"/>
                      <a:pt x="13547" y="13261"/>
                      <a:pt x="13406" y="13460"/>
                    </a:cubicBezTo>
                    <a:cubicBezTo>
                      <a:pt x="13191" y="13772"/>
                      <a:pt x="12872" y="14020"/>
                      <a:pt x="12502" y="14020"/>
                    </a:cubicBezTo>
                    <a:cubicBezTo>
                      <a:pt x="12429" y="14020"/>
                      <a:pt x="12355" y="14010"/>
                      <a:pt x="12279" y="13990"/>
                    </a:cubicBezTo>
                    <a:cubicBezTo>
                      <a:pt x="11790" y="13857"/>
                      <a:pt x="11534" y="13352"/>
                      <a:pt x="11650" y="12871"/>
                    </a:cubicBezTo>
                    <a:cubicBezTo>
                      <a:pt x="11655" y="12849"/>
                      <a:pt x="11635" y="12827"/>
                      <a:pt x="11616" y="12827"/>
                    </a:cubicBezTo>
                    <a:cubicBezTo>
                      <a:pt x="11606" y="12827"/>
                      <a:pt x="11597" y="12833"/>
                      <a:pt x="11592" y="12846"/>
                    </a:cubicBezTo>
                    <a:cubicBezTo>
                      <a:pt x="11401" y="13261"/>
                      <a:pt x="11550" y="13766"/>
                      <a:pt x="11915" y="14023"/>
                    </a:cubicBezTo>
                    <a:cubicBezTo>
                      <a:pt x="12079" y="14137"/>
                      <a:pt x="12274" y="14202"/>
                      <a:pt x="12467" y="14202"/>
                    </a:cubicBezTo>
                    <a:cubicBezTo>
                      <a:pt x="12499" y="14202"/>
                      <a:pt x="12530" y="14200"/>
                      <a:pt x="12561" y="14197"/>
                    </a:cubicBezTo>
                    <a:cubicBezTo>
                      <a:pt x="12727" y="14189"/>
                      <a:pt x="12884" y="14131"/>
                      <a:pt x="13025" y="14048"/>
                    </a:cubicBezTo>
                    <a:cubicBezTo>
                      <a:pt x="13025" y="14056"/>
                      <a:pt x="13033" y="14073"/>
                      <a:pt x="13042" y="14081"/>
                    </a:cubicBezTo>
                    <a:cubicBezTo>
                      <a:pt x="13076" y="14111"/>
                      <a:pt x="13117" y="14123"/>
                      <a:pt x="13161" y="14123"/>
                    </a:cubicBezTo>
                    <a:cubicBezTo>
                      <a:pt x="13212" y="14123"/>
                      <a:pt x="13266" y="14107"/>
                      <a:pt x="13315" y="14089"/>
                    </a:cubicBezTo>
                    <a:cubicBezTo>
                      <a:pt x="13464" y="14106"/>
                      <a:pt x="13605" y="14172"/>
                      <a:pt x="13729" y="14247"/>
                    </a:cubicBezTo>
                    <a:cubicBezTo>
                      <a:pt x="13878" y="14330"/>
                      <a:pt x="14019" y="14412"/>
                      <a:pt x="14177" y="14487"/>
                    </a:cubicBezTo>
                    <a:cubicBezTo>
                      <a:pt x="14491" y="14620"/>
                      <a:pt x="14823" y="14702"/>
                      <a:pt x="15163" y="14719"/>
                    </a:cubicBezTo>
                    <a:cubicBezTo>
                      <a:pt x="15209" y="14721"/>
                      <a:pt x="15256" y="14723"/>
                      <a:pt x="15302" y="14723"/>
                    </a:cubicBezTo>
                    <a:cubicBezTo>
                      <a:pt x="15901" y="14723"/>
                      <a:pt x="16492" y="14525"/>
                      <a:pt x="16969" y="14164"/>
                    </a:cubicBezTo>
                    <a:cubicBezTo>
                      <a:pt x="17118" y="14056"/>
                      <a:pt x="17251" y="13932"/>
                      <a:pt x="17367" y="13799"/>
                    </a:cubicBezTo>
                    <a:cubicBezTo>
                      <a:pt x="17441" y="13716"/>
                      <a:pt x="17507" y="13617"/>
                      <a:pt x="17549" y="13518"/>
                    </a:cubicBezTo>
                    <a:cubicBezTo>
                      <a:pt x="17607" y="13567"/>
                      <a:pt x="17673" y="13617"/>
                      <a:pt x="17748" y="13634"/>
                    </a:cubicBezTo>
                    <a:cubicBezTo>
                      <a:pt x="17784" y="13646"/>
                      <a:pt x="17825" y="13653"/>
                      <a:pt x="17867" y="13653"/>
                    </a:cubicBezTo>
                    <a:cubicBezTo>
                      <a:pt x="17882" y="13653"/>
                      <a:pt x="17898" y="13652"/>
                      <a:pt x="17913" y="13650"/>
                    </a:cubicBezTo>
                    <a:lnTo>
                      <a:pt x="17913" y="13650"/>
                    </a:lnTo>
                    <a:cubicBezTo>
                      <a:pt x="17889" y="13716"/>
                      <a:pt x="17855" y="13774"/>
                      <a:pt x="17806" y="13824"/>
                    </a:cubicBezTo>
                    <a:cubicBezTo>
                      <a:pt x="17748" y="13882"/>
                      <a:pt x="17681" y="13940"/>
                      <a:pt x="17615" y="13982"/>
                    </a:cubicBezTo>
                    <a:cubicBezTo>
                      <a:pt x="17441" y="14106"/>
                      <a:pt x="17267" y="14222"/>
                      <a:pt x="17093" y="14338"/>
                    </a:cubicBezTo>
                    <a:cubicBezTo>
                      <a:pt x="17036" y="14374"/>
                      <a:pt x="17071" y="14452"/>
                      <a:pt x="17124" y="14452"/>
                    </a:cubicBezTo>
                    <a:cubicBezTo>
                      <a:pt x="17133" y="14452"/>
                      <a:pt x="17142" y="14450"/>
                      <a:pt x="17151" y="14446"/>
                    </a:cubicBezTo>
                    <a:cubicBezTo>
                      <a:pt x="17350" y="14338"/>
                      <a:pt x="17557" y="14247"/>
                      <a:pt x="17739" y="14122"/>
                    </a:cubicBezTo>
                    <a:cubicBezTo>
                      <a:pt x="17789" y="14089"/>
                      <a:pt x="17839" y="14056"/>
                      <a:pt x="17880" y="14015"/>
                    </a:cubicBezTo>
                    <a:cubicBezTo>
                      <a:pt x="17913" y="14139"/>
                      <a:pt x="17955" y="14263"/>
                      <a:pt x="17996" y="14388"/>
                    </a:cubicBezTo>
                    <a:lnTo>
                      <a:pt x="17988" y="14396"/>
                    </a:lnTo>
                    <a:cubicBezTo>
                      <a:pt x="17971" y="14421"/>
                      <a:pt x="17971" y="14462"/>
                      <a:pt x="17988" y="14479"/>
                    </a:cubicBezTo>
                    <a:cubicBezTo>
                      <a:pt x="18005" y="14495"/>
                      <a:pt x="18021" y="14504"/>
                      <a:pt x="18038" y="14504"/>
                    </a:cubicBezTo>
                    <a:cubicBezTo>
                      <a:pt x="18087" y="14669"/>
                      <a:pt x="18145" y="14835"/>
                      <a:pt x="18195" y="15001"/>
                    </a:cubicBezTo>
                    <a:cubicBezTo>
                      <a:pt x="18311" y="15382"/>
                      <a:pt x="18369" y="15763"/>
                      <a:pt x="18427" y="16152"/>
                    </a:cubicBezTo>
                    <a:cubicBezTo>
                      <a:pt x="18427" y="16169"/>
                      <a:pt x="18444" y="16186"/>
                      <a:pt x="18460" y="16186"/>
                    </a:cubicBezTo>
                    <a:lnTo>
                      <a:pt x="18460" y="16227"/>
                    </a:lnTo>
                    <a:cubicBezTo>
                      <a:pt x="18460" y="16368"/>
                      <a:pt x="18452" y="16517"/>
                      <a:pt x="18452" y="16658"/>
                    </a:cubicBezTo>
                    <a:cubicBezTo>
                      <a:pt x="18444" y="16906"/>
                      <a:pt x="18452" y="17171"/>
                      <a:pt x="18411" y="17420"/>
                    </a:cubicBezTo>
                    <a:cubicBezTo>
                      <a:pt x="18319" y="17925"/>
                      <a:pt x="17971" y="18290"/>
                      <a:pt x="17632" y="18646"/>
                    </a:cubicBezTo>
                    <a:cubicBezTo>
                      <a:pt x="17600" y="18672"/>
                      <a:pt x="17627" y="18707"/>
                      <a:pt x="17656" y="18707"/>
                    </a:cubicBezTo>
                    <a:cubicBezTo>
                      <a:pt x="17665" y="18707"/>
                      <a:pt x="17674" y="18704"/>
                      <a:pt x="17681" y="18696"/>
                    </a:cubicBezTo>
                    <a:cubicBezTo>
                      <a:pt x="17756" y="18630"/>
                      <a:pt x="17839" y="18572"/>
                      <a:pt x="17922" y="18505"/>
                    </a:cubicBezTo>
                    <a:lnTo>
                      <a:pt x="17922" y="18505"/>
                    </a:lnTo>
                    <a:cubicBezTo>
                      <a:pt x="17913" y="18563"/>
                      <a:pt x="17913" y="18621"/>
                      <a:pt x="17913" y="18671"/>
                    </a:cubicBezTo>
                    <a:cubicBezTo>
                      <a:pt x="17905" y="18795"/>
                      <a:pt x="17897" y="18911"/>
                      <a:pt x="17889" y="19027"/>
                    </a:cubicBezTo>
                    <a:cubicBezTo>
                      <a:pt x="17872" y="19259"/>
                      <a:pt x="17855" y="19491"/>
                      <a:pt x="17831" y="19732"/>
                    </a:cubicBezTo>
                    <a:cubicBezTo>
                      <a:pt x="17789" y="20187"/>
                      <a:pt x="17731" y="20643"/>
                      <a:pt x="17623" y="21091"/>
                    </a:cubicBezTo>
                    <a:cubicBezTo>
                      <a:pt x="17524" y="21530"/>
                      <a:pt x="17383" y="21960"/>
                      <a:pt x="17193" y="22375"/>
                    </a:cubicBezTo>
                    <a:cubicBezTo>
                      <a:pt x="17010" y="22772"/>
                      <a:pt x="16787" y="23162"/>
                      <a:pt x="16579" y="23551"/>
                    </a:cubicBezTo>
                    <a:cubicBezTo>
                      <a:pt x="16422" y="23866"/>
                      <a:pt x="16273" y="24189"/>
                      <a:pt x="16165" y="24521"/>
                    </a:cubicBezTo>
                    <a:cubicBezTo>
                      <a:pt x="16165" y="24504"/>
                      <a:pt x="16157" y="24479"/>
                      <a:pt x="16149" y="24463"/>
                    </a:cubicBezTo>
                    <a:cubicBezTo>
                      <a:pt x="16144" y="24449"/>
                      <a:pt x="16129" y="24443"/>
                      <a:pt x="16114" y="24443"/>
                    </a:cubicBezTo>
                    <a:cubicBezTo>
                      <a:pt x="16102" y="24443"/>
                      <a:pt x="16090" y="24447"/>
                      <a:pt x="16082" y="24454"/>
                    </a:cubicBezTo>
                    <a:cubicBezTo>
                      <a:pt x="16024" y="24512"/>
                      <a:pt x="16016" y="24604"/>
                      <a:pt x="16008" y="24678"/>
                    </a:cubicBezTo>
                    <a:cubicBezTo>
                      <a:pt x="15999" y="24769"/>
                      <a:pt x="16008" y="24852"/>
                      <a:pt x="16024" y="24943"/>
                    </a:cubicBezTo>
                    <a:cubicBezTo>
                      <a:pt x="16041" y="25109"/>
                      <a:pt x="16099" y="25275"/>
                      <a:pt x="16173" y="25432"/>
                    </a:cubicBezTo>
                    <a:cubicBezTo>
                      <a:pt x="16207" y="25507"/>
                      <a:pt x="16248" y="25581"/>
                      <a:pt x="16298" y="25648"/>
                    </a:cubicBezTo>
                    <a:cubicBezTo>
                      <a:pt x="16298" y="25664"/>
                      <a:pt x="16298" y="25689"/>
                      <a:pt x="16314" y="25706"/>
                    </a:cubicBezTo>
                    <a:cubicBezTo>
                      <a:pt x="16455" y="25846"/>
                      <a:pt x="16596" y="25979"/>
                      <a:pt x="16762" y="26087"/>
                    </a:cubicBezTo>
                    <a:cubicBezTo>
                      <a:pt x="16894" y="26170"/>
                      <a:pt x="17027" y="26236"/>
                      <a:pt x="17151" y="26327"/>
                    </a:cubicBezTo>
                    <a:cubicBezTo>
                      <a:pt x="17259" y="26410"/>
                      <a:pt x="17358" y="26518"/>
                      <a:pt x="17358" y="26658"/>
                    </a:cubicBezTo>
                    <a:cubicBezTo>
                      <a:pt x="17367" y="26725"/>
                      <a:pt x="17358" y="26791"/>
                      <a:pt x="17325" y="26849"/>
                    </a:cubicBezTo>
                    <a:cubicBezTo>
                      <a:pt x="17325" y="26857"/>
                      <a:pt x="17317" y="26857"/>
                      <a:pt x="17317" y="26866"/>
                    </a:cubicBezTo>
                    <a:cubicBezTo>
                      <a:pt x="17259" y="26816"/>
                      <a:pt x="17193" y="26774"/>
                      <a:pt x="17143" y="26733"/>
                    </a:cubicBezTo>
                    <a:cubicBezTo>
                      <a:pt x="17060" y="26675"/>
                      <a:pt x="16977" y="26609"/>
                      <a:pt x="16894" y="26551"/>
                    </a:cubicBezTo>
                    <a:cubicBezTo>
                      <a:pt x="16704" y="26410"/>
                      <a:pt x="16505" y="26277"/>
                      <a:pt x="16314" y="26145"/>
                    </a:cubicBezTo>
                    <a:cubicBezTo>
                      <a:pt x="16304" y="26137"/>
                      <a:pt x="16293" y="26134"/>
                      <a:pt x="16283" y="26134"/>
                    </a:cubicBezTo>
                    <a:cubicBezTo>
                      <a:pt x="16236" y="26134"/>
                      <a:pt x="16199" y="26202"/>
                      <a:pt x="16240" y="26236"/>
                    </a:cubicBezTo>
                    <a:cubicBezTo>
                      <a:pt x="16422" y="26385"/>
                      <a:pt x="16588" y="26542"/>
                      <a:pt x="16770" y="26692"/>
                    </a:cubicBezTo>
                    <a:cubicBezTo>
                      <a:pt x="16853" y="26758"/>
                      <a:pt x="16936" y="26832"/>
                      <a:pt x="17027" y="26899"/>
                    </a:cubicBezTo>
                    <a:cubicBezTo>
                      <a:pt x="17068" y="26932"/>
                      <a:pt x="17118" y="26965"/>
                      <a:pt x="17159" y="27006"/>
                    </a:cubicBezTo>
                    <a:cubicBezTo>
                      <a:pt x="17176" y="27015"/>
                      <a:pt x="17201" y="27031"/>
                      <a:pt x="17217" y="27048"/>
                    </a:cubicBezTo>
                    <a:cubicBezTo>
                      <a:pt x="17209" y="27073"/>
                      <a:pt x="17217" y="27097"/>
                      <a:pt x="17234" y="27114"/>
                    </a:cubicBezTo>
                    <a:cubicBezTo>
                      <a:pt x="17234" y="27114"/>
                      <a:pt x="17234" y="27122"/>
                      <a:pt x="17234" y="27122"/>
                    </a:cubicBezTo>
                    <a:cubicBezTo>
                      <a:pt x="17226" y="27172"/>
                      <a:pt x="17176" y="27213"/>
                      <a:pt x="17135" y="27230"/>
                    </a:cubicBezTo>
                    <a:cubicBezTo>
                      <a:pt x="17052" y="27271"/>
                      <a:pt x="16952" y="27280"/>
                      <a:pt x="16861" y="27296"/>
                    </a:cubicBezTo>
                    <a:cubicBezTo>
                      <a:pt x="16762" y="27313"/>
                      <a:pt x="16662" y="27321"/>
                      <a:pt x="16563" y="27321"/>
                    </a:cubicBezTo>
                    <a:cubicBezTo>
                      <a:pt x="16563" y="27313"/>
                      <a:pt x="16571" y="27313"/>
                      <a:pt x="16571" y="27305"/>
                    </a:cubicBezTo>
                    <a:cubicBezTo>
                      <a:pt x="16604" y="27189"/>
                      <a:pt x="16579" y="27056"/>
                      <a:pt x="16521" y="26957"/>
                    </a:cubicBezTo>
                    <a:cubicBezTo>
                      <a:pt x="16463" y="26841"/>
                      <a:pt x="16372" y="26741"/>
                      <a:pt x="16281" y="26650"/>
                    </a:cubicBezTo>
                    <a:cubicBezTo>
                      <a:pt x="16190" y="26551"/>
                      <a:pt x="16091" y="26451"/>
                      <a:pt x="15991" y="26352"/>
                    </a:cubicBezTo>
                    <a:cubicBezTo>
                      <a:pt x="15976" y="26336"/>
                      <a:pt x="15959" y="26330"/>
                      <a:pt x="15943" y="26330"/>
                    </a:cubicBezTo>
                    <a:cubicBezTo>
                      <a:pt x="15891" y="26330"/>
                      <a:pt x="15847" y="26400"/>
                      <a:pt x="15892" y="26451"/>
                    </a:cubicBezTo>
                    <a:cubicBezTo>
                      <a:pt x="16024" y="26609"/>
                      <a:pt x="16149" y="26774"/>
                      <a:pt x="16273" y="26948"/>
                    </a:cubicBezTo>
                    <a:cubicBezTo>
                      <a:pt x="16314" y="27006"/>
                      <a:pt x="16364" y="27089"/>
                      <a:pt x="16364" y="27164"/>
                    </a:cubicBezTo>
                    <a:cubicBezTo>
                      <a:pt x="16372" y="27197"/>
                      <a:pt x="16364" y="27222"/>
                      <a:pt x="16356" y="27255"/>
                    </a:cubicBezTo>
                    <a:cubicBezTo>
                      <a:pt x="16348" y="27254"/>
                      <a:pt x="16339" y="27254"/>
                      <a:pt x="16331" y="27254"/>
                    </a:cubicBezTo>
                    <a:cubicBezTo>
                      <a:pt x="16248" y="27254"/>
                      <a:pt x="16166" y="27289"/>
                      <a:pt x="16091" y="27296"/>
                    </a:cubicBezTo>
                    <a:cubicBezTo>
                      <a:pt x="16027" y="27306"/>
                      <a:pt x="15964" y="27310"/>
                      <a:pt x="15901" y="27310"/>
                    </a:cubicBezTo>
                    <a:cubicBezTo>
                      <a:pt x="15857" y="27310"/>
                      <a:pt x="15812" y="27308"/>
                      <a:pt x="15767" y="27305"/>
                    </a:cubicBezTo>
                    <a:cubicBezTo>
                      <a:pt x="15593" y="27280"/>
                      <a:pt x="15428" y="27205"/>
                      <a:pt x="15303" y="27073"/>
                    </a:cubicBezTo>
                    <a:cubicBezTo>
                      <a:pt x="15171" y="26932"/>
                      <a:pt x="15129" y="26741"/>
                      <a:pt x="15080" y="26559"/>
                    </a:cubicBezTo>
                    <a:cubicBezTo>
                      <a:pt x="15013" y="26335"/>
                      <a:pt x="14972" y="26095"/>
                      <a:pt x="14864" y="25888"/>
                    </a:cubicBezTo>
                    <a:cubicBezTo>
                      <a:pt x="14855" y="25873"/>
                      <a:pt x="14841" y="25867"/>
                      <a:pt x="14826" y="25867"/>
                    </a:cubicBezTo>
                    <a:cubicBezTo>
                      <a:pt x="14800" y="25867"/>
                      <a:pt x="14773" y="25886"/>
                      <a:pt x="14773" y="25913"/>
                    </a:cubicBezTo>
                    <a:lnTo>
                      <a:pt x="14765" y="25913"/>
                    </a:lnTo>
                    <a:cubicBezTo>
                      <a:pt x="14763" y="25913"/>
                      <a:pt x="14761" y="25913"/>
                      <a:pt x="14760" y="25913"/>
                    </a:cubicBezTo>
                    <a:cubicBezTo>
                      <a:pt x="14701" y="25913"/>
                      <a:pt x="14740" y="25630"/>
                      <a:pt x="14740" y="25606"/>
                    </a:cubicBezTo>
                    <a:cubicBezTo>
                      <a:pt x="14757" y="25465"/>
                      <a:pt x="14781" y="25333"/>
                      <a:pt x="14815" y="25208"/>
                    </a:cubicBezTo>
                    <a:cubicBezTo>
                      <a:pt x="14839" y="25084"/>
                      <a:pt x="14881" y="24960"/>
                      <a:pt x="14873" y="24836"/>
                    </a:cubicBezTo>
                    <a:cubicBezTo>
                      <a:pt x="14873" y="24711"/>
                      <a:pt x="14815" y="24620"/>
                      <a:pt x="14748" y="24529"/>
                    </a:cubicBezTo>
                    <a:cubicBezTo>
                      <a:pt x="14690" y="24446"/>
                      <a:pt x="14616" y="24372"/>
                      <a:pt x="14599" y="24272"/>
                    </a:cubicBezTo>
                    <a:cubicBezTo>
                      <a:pt x="14583" y="24181"/>
                      <a:pt x="14599" y="24082"/>
                      <a:pt x="14616" y="23982"/>
                    </a:cubicBezTo>
                    <a:cubicBezTo>
                      <a:pt x="14649" y="23825"/>
                      <a:pt x="14690" y="23667"/>
                      <a:pt x="14674" y="23510"/>
                    </a:cubicBezTo>
                    <a:cubicBezTo>
                      <a:pt x="14723" y="23468"/>
                      <a:pt x="14781" y="23427"/>
                      <a:pt x="14831" y="23377"/>
                    </a:cubicBezTo>
                    <a:cubicBezTo>
                      <a:pt x="15196" y="23054"/>
                      <a:pt x="15527" y="22681"/>
                      <a:pt x="15834" y="22300"/>
                    </a:cubicBezTo>
                    <a:cubicBezTo>
                      <a:pt x="16008" y="22093"/>
                      <a:pt x="16165" y="21869"/>
                      <a:pt x="16306" y="21637"/>
                    </a:cubicBezTo>
                    <a:cubicBezTo>
                      <a:pt x="16447" y="21405"/>
                      <a:pt x="16579" y="21165"/>
                      <a:pt x="16654" y="20900"/>
                    </a:cubicBezTo>
                    <a:cubicBezTo>
                      <a:pt x="16670" y="20846"/>
                      <a:pt x="16626" y="20805"/>
                      <a:pt x="16582" y="20805"/>
                    </a:cubicBezTo>
                    <a:cubicBezTo>
                      <a:pt x="16559" y="20805"/>
                      <a:pt x="16536" y="20816"/>
                      <a:pt x="16521" y="20842"/>
                    </a:cubicBezTo>
                    <a:cubicBezTo>
                      <a:pt x="16414" y="21049"/>
                      <a:pt x="16314" y="21265"/>
                      <a:pt x="16198" y="21472"/>
                    </a:cubicBezTo>
                    <a:cubicBezTo>
                      <a:pt x="16082" y="21671"/>
                      <a:pt x="15950" y="21869"/>
                      <a:pt x="15809" y="22052"/>
                    </a:cubicBezTo>
                    <a:cubicBezTo>
                      <a:pt x="15519" y="22433"/>
                      <a:pt x="15187" y="22772"/>
                      <a:pt x="14839" y="23096"/>
                    </a:cubicBezTo>
                    <a:cubicBezTo>
                      <a:pt x="14491" y="23427"/>
                      <a:pt x="14102" y="23700"/>
                      <a:pt x="13663" y="23899"/>
                    </a:cubicBezTo>
                    <a:cubicBezTo>
                      <a:pt x="13240" y="24082"/>
                      <a:pt x="12793" y="24206"/>
                      <a:pt x="12346" y="24297"/>
                    </a:cubicBezTo>
                    <a:cubicBezTo>
                      <a:pt x="12097" y="24347"/>
                      <a:pt x="11840" y="24388"/>
                      <a:pt x="11583" y="24430"/>
                    </a:cubicBezTo>
                    <a:cubicBezTo>
                      <a:pt x="11384" y="24454"/>
                      <a:pt x="11177" y="24471"/>
                      <a:pt x="10978" y="24512"/>
                    </a:cubicBezTo>
                    <a:cubicBezTo>
                      <a:pt x="10978" y="24496"/>
                      <a:pt x="10987" y="24471"/>
                      <a:pt x="10987" y="24454"/>
                    </a:cubicBezTo>
                    <a:cubicBezTo>
                      <a:pt x="11028" y="24164"/>
                      <a:pt x="11086" y="23874"/>
                      <a:pt x="11144" y="23593"/>
                    </a:cubicBezTo>
                    <a:cubicBezTo>
                      <a:pt x="11177" y="23452"/>
                      <a:pt x="11210" y="23311"/>
                      <a:pt x="11244" y="23178"/>
                    </a:cubicBezTo>
                    <a:cubicBezTo>
                      <a:pt x="11277" y="23029"/>
                      <a:pt x="11326" y="22888"/>
                      <a:pt x="11326" y="22739"/>
                    </a:cubicBezTo>
                    <a:cubicBezTo>
                      <a:pt x="11326" y="22699"/>
                      <a:pt x="11293" y="22677"/>
                      <a:pt x="11261" y="22677"/>
                    </a:cubicBezTo>
                    <a:cubicBezTo>
                      <a:pt x="11240" y="22677"/>
                      <a:pt x="11220" y="22687"/>
                      <a:pt x="11210" y="22706"/>
                    </a:cubicBezTo>
                    <a:cubicBezTo>
                      <a:pt x="11144" y="22822"/>
                      <a:pt x="11111" y="22946"/>
                      <a:pt x="11078" y="23071"/>
                    </a:cubicBezTo>
                    <a:cubicBezTo>
                      <a:pt x="11045" y="23187"/>
                      <a:pt x="11020" y="23311"/>
                      <a:pt x="10987" y="23435"/>
                    </a:cubicBezTo>
                    <a:cubicBezTo>
                      <a:pt x="10929" y="23692"/>
                      <a:pt x="10879" y="23949"/>
                      <a:pt x="10838" y="24214"/>
                    </a:cubicBezTo>
                    <a:cubicBezTo>
                      <a:pt x="10813" y="24330"/>
                      <a:pt x="10796" y="24446"/>
                      <a:pt x="10780" y="24562"/>
                    </a:cubicBezTo>
                    <a:cubicBezTo>
                      <a:pt x="10763" y="24579"/>
                      <a:pt x="10763" y="24612"/>
                      <a:pt x="10771" y="24628"/>
                    </a:cubicBezTo>
                    <a:cubicBezTo>
                      <a:pt x="10722" y="25001"/>
                      <a:pt x="10680" y="25374"/>
                      <a:pt x="10664" y="25739"/>
                    </a:cubicBezTo>
                    <a:cubicBezTo>
                      <a:pt x="10655" y="25855"/>
                      <a:pt x="10647" y="25962"/>
                      <a:pt x="10647" y="26070"/>
                    </a:cubicBezTo>
                    <a:cubicBezTo>
                      <a:pt x="10639" y="26087"/>
                      <a:pt x="10630" y="26103"/>
                      <a:pt x="10630" y="26128"/>
                    </a:cubicBezTo>
                    <a:cubicBezTo>
                      <a:pt x="10630" y="26145"/>
                      <a:pt x="10639" y="26170"/>
                      <a:pt x="10647" y="26186"/>
                    </a:cubicBezTo>
                    <a:cubicBezTo>
                      <a:pt x="10639" y="26559"/>
                      <a:pt x="10647" y="26932"/>
                      <a:pt x="10664" y="27305"/>
                    </a:cubicBezTo>
                    <a:cubicBezTo>
                      <a:pt x="10680" y="27553"/>
                      <a:pt x="10713" y="27810"/>
                      <a:pt x="10746" y="28059"/>
                    </a:cubicBezTo>
                    <a:cubicBezTo>
                      <a:pt x="10780" y="28291"/>
                      <a:pt x="10846" y="28514"/>
                      <a:pt x="10970" y="28713"/>
                    </a:cubicBezTo>
                    <a:cubicBezTo>
                      <a:pt x="11111" y="28929"/>
                      <a:pt x="11302" y="29111"/>
                      <a:pt x="11459" y="29318"/>
                    </a:cubicBezTo>
                    <a:cubicBezTo>
                      <a:pt x="11600" y="29509"/>
                      <a:pt x="11741" y="29749"/>
                      <a:pt x="11741" y="29989"/>
                    </a:cubicBezTo>
                    <a:cubicBezTo>
                      <a:pt x="11708" y="29956"/>
                      <a:pt x="11674" y="29915"/>
                      <a:pt x="11641" y="29873"/>
                    </a:cubicBezTo>
                    <a:cubicBezTo>
                      <a:pt x="11575" y="29790"/>
                      <a:pt x="11509" y="29716"/>
                      <a:pt x="11434" y="29633"/>
                    </a:cubicBezTo>
                    <a:cubicBezTo>
                      <a:pt x="11277" y="29475"/>
                      <a:pt x="11119" y="29335"/>
                      <a:pt x="10954" y="29194"/>
                    </a:cubicBezTo>
                    <a:cubicBezTo>
                      <a:pt x="10940" y="29185"/>
                      <a:pt x="10926" y="29182"/>
                      <a:pt x="10914" y="29182"/>
                    </a:cubicBezTo>
                    <a:cubicBezTo>
                      <a:pt x="10862" y="29182"/>
                      <a:pt x="10823" y="29239"/>
                      <a:pt x="10862" y="29285"/>
                    </a:cubicBezTo>
                    <a:cubicBezTo>
                      <a:pt x="11111" y="29542"/>
                      <a:pt x="11351" y="29815"/>
                      <a:pt x="11558" y="30105"/>
                    </a:cubicBezTo>
                    <a:cubicBezTo>
                      <a:pt x="11608" y="30171"/>
                      <a:pt x="11650" y="30238"/>
                      <a:pt x="11650" y="30321"/>
                    </a:cubicBezTo>
                    <a:cubicBezTo>
                      <a:pt x="11650" y="30403"/>
                      <a:pt x="11616" y="30478"/>
                      <a:pt x="11592" y="30553"/>
                    </a:cubicBezTo>
                    <a:cubicBezTo>
                      <a:pt x="11567" y="30627"/>
                      <a:pt x="11534" y="30693"/>
                      <a:pt x="11500" y="30760"/>
                    </a:cubicBezTo>
                    <a:cubicBezTo>
                      <a:pt x="11467" y="30669"/>
                      <a:pt x="11426" y="30594"/>
                      <a:pt x="11384" y="30511"/>
                    </a:cubicBezTo>
                    <a:cubicBezTo>
                      <a:pt x="11326" y="30395"/>
                      <a:pt x="11252" y="30271"/>
                      <a:pt x="11186" y="30155"/>
                    </a:cubicBezTo>
                    <a:cubicBezTo>
                      <a:pt x="11028" y="29890"/>
                      <a:pt x="10838" y="29641"/>
                      <a:pt x="10630" y="29409"/>
                    </a:cubicBezTo>
                    <a:cubicBezTo>
                      <a:pt x="10620" y="29397"/>
                      <a:pt x="10607" y="29392"/>
                      <a:pt x="10594" y="29392"/>
                    </a:cubicBezTo>
                    <a:cubicBezTo>
                      <a:pt x="10555" y="29392"/>
                      <a:pt x="10514" y="29438"/>
                      <a:pt x="10539" y="29475"/>
                    </a:cubicBezTo>
                    <a:cubicBezTo>
                      <a:pt x="10705" y="29716"/>
                      <a:pt x="10846" y="29973"/>
                      <a:pt x="10987" y="30221"/>
                    </a:cubicBezTo>
                    <a:cubicBezTo>
                      <a:pt x="11061" y="30354"/>
                      <a:pt x="11119" y="30478"/>
                      <a:pt x="11186" y="30611"/>
                    </a:cubicBezTo>
                    <a:cubicBezTo>
                      <a:pt x="11235" y="30710"/>
                      <a:pt x="11351" y="30892"/>
                      <a:pt x="11302" y="31008"/>
                    </a:cubicBezTo>
                    <a:cubicBezTo>
                      <a:pt x="11244" y="31108"/>
                      <a:pt x="11094" y="31191"/>
                      <a:pt x="11003" y="31249"/>
                    </a:cubicBezTo>
                    <a:cubicBezTo>
                      <a:pt x="10887" y="31315"/>
                      <a:pt x="10763" y="31373"/>
                      <a:pt x="10630" y="31381"/>
                    </a:cubicBezTo>
                    <a:cubicBezTo>
                      <a:pt x="10605" y="31385"/>
                      <a:pt x="10579" y="31387"/>
                      <a:pt x="10552" y="31387"/>
                    </a:cubicBezTo>
                    <a:cubicBezTo>
                      <a:pt x="10476" y="31387"/>
                      <a:pt x="10400" y="31370"/>
                      <a:pt x="10332" y="31340"/>
                    </a:cubicBezTo>
                    <a:cubicBezTo>
                      <a:pt x="10282" y="31323"/>
                      <a:pt x="10241" y="31290"/>
                      <a:pt x="10208" y="31257"/>
                    </a:cubicBezTo>
                    <a:cubicBezTo>
                      <a:pt x="10183" y="31240"/>
                      <a:pt x="10166" y="31215"/>
                      <a:pt x="10150" y="31199"/>
                    </a:cubicBezTo>
                    <a:cubicBezTo>
                      <a:pt x="10291" y="31041"/>
                      <a:pt x="10316" y="30809"/>
                      <a:pt x="10282" y="30611"/>
                    </a:cubicBezTo>
                    <a:cubicBezTo>
                      <a:pt x="10258" y="30453"/>
                      <a:pt x="10200" y="30304"/>
                      <a:pt x="10108" y="30180"/>
                    </a:cubicBezTo>
                    <a:cubicBezTo>
                      <a:pt x="10017" y="30047"/>
                      <a:pt x="9893" y="29939"/>
                      <a:pt x="9835" y="29790"/>
                    </a:cubicBezTo>
                    <a:cubicBezTo>
                      <a:pt x="9822" y="29761"/>
                      <a:pt x="9796" y="29748"/>
                      <a:pt x="9771" y="29748"/>
                    </a:cubicBezTo>
                    <a:cubicBezTo>
                      <a:pt x="9732" y="29748"/>
                      <a:pt x="9696" y="29778"/>
                      <a:pt x="9711" y="29823"/>
                    </a:cubicBezTo>
                    <a:cubicBezTo>
                      <a:pt x="9744" y="29956"/>
                      <a:pt x="9818" y="30064"/>
                      <a:pt x="9885" y="30171"/>
                    </a:cubicBezTo>
                    <a:cubicBezTo>
                      <a:pt x="9968" y="30287"/>
                      <a:pt x="10026" y="30412"/>
                      <a:pt x="10059" y="30544"/>
                    </a:cubicBezTo>
                    <a:cubicBezTo>
                      <a:pt x="10092" y="30677"/>
                      <a:pt x="10100" y="30859"/>
                      <a:pt x="10034" y="30983"/>
                    </a:cubicBezTo>
                    <a:cubicBezTo>
                      <a:pt x="10026" y="30983"/>
                      <a:pt x="10026" y="30975"/>
                      <a:pt x="10017" y="30975"/>
                    </a:cubicBezTo>
                    <a:cubicBezTo>
                      <a:pt x="10002" y="30970"/>
                      <a:pt x="9987" y="30968"/>
                      <a:pt x="9973" y="30968"/>
                    </a:cubicBezTo>
                    <a:cubicBezTo>
                      <a:pt x="9941" y="30968"/>
                      <a:pt x="9911" y="30978"/>
                      <a:pt x="9876" y="30983"/>
                    </a:cubicBezTo>
                    <a:cubicBezTo>
                      <a:pt x="9867" y="30985"/>
                      <a:pt x="9858" y="30986"/>
                      <a:pt x="9849" y="30986"/>
                    </a:cubicBezTo>
                    <a:cubicBezTo>
                      <a:pt x="9809" y="30986"/>
                      <a:pt x="9769" y="30972"/>
                      <a:pt x="9736" y="30959"/>
                    </a:cubicBezTo>
                    <a:cubicBezTo>
                      <a:pt x="9628" y="30925"/>
                      <a:pt x="9537" y="30867"/>
                      <a:pt x="9437" y="30826"/>
                    </a:cubicBezTo>
                    <a:cubicBezTo>
                      <a:pt x="9272" y="30751"/>
                      <a:pt x="9073" y="30718"/>
                      <a:pt x="8932" y="30611"/>
                    </a:cubicBezTo>
                    <a:cubicBezTo>
                      <a:pt x="8758" y="30470"/>
                      <a:pt x="8783" y="30188"/>
                      <a:pt x="8775" y="29989"/>
                    </a:cubicBezTo>
                    <a:cubicBezTo>
                      <a:pt x="8766" y="29732"/>
                      <a:pt x="8775" y="29484"/>
                      <a:pt x="8791" y="29227"/>
                    </a:cubicBezTo>
                    <a:cubicBezTo>
                      <a:pt x="8799" y="29061"/>
                      <a:pt x="8816" y="28887"/>
                      <a:pt x="8833" y="28721"/>
                    </a:cubicBezTo>
                    <a:cubicBezTo>
                      <a:pt x="8866" y="28713"/>
                      <a:pt x="8899" y="28680"/>
                      <a:pt x="8899" y="28630"/>
                    </a:cubicBezTo>
                    <a:cubicBezTo>
                      <a:pt x="8915" y="28415"/>
                      <a:pt x="8932" y="28191"/>
                      <a:pt x="8940" y="27976"/>
                    </a:cubicBezTo>
                    <a:cubicBezTo>
                      <a:pt x="8949" y="27769"/>
                      <a:pt x="8957" y="27553"/>
                      <a:pt x="8932" y="27346"/>
                    </a:cubicBezTo>
                    <a:cubicBezTo>
                      <a:pt x="8899" y="27147"/>
                      <a:pt x="8833" y="26965"/>
                      <a:pt x="8741" y="26783"/>
                    </a:cubicBezTo>
                    <a:cubicBezTo>
                      <a:pt x="8659" y="26617"/>
                      <a:pt x="8559" y="26451"/>
                      <a:pt x="8509" y="26269"/>
                    </a:cubicBezTo>
                    <a:cubicBezTo>
                      <a:pt x="8451" y="26070"/>
                      <a:pt x="8451" y="25863"/>
                      <a:pt x="8451" y="25656"/>
                    </a:cubicBezTo>
                    <a:cubicBezTo>
                      <a:pt x="8451" y="25432"/>
                      <a:pt x="8443" y="25217"/>
                      <a:pt x="8435" y="24993"/>
                    </a:cubicBezTo>
                    <a:cubicBezTo>
                      <a:pt x="8427" y="24554"/>
                      <a:pt x="8402" y="24115"/>
                      <a:pt x="8369" y="23676"/>
                    </a:cubicBezTo>
                    <a:cubicBezTo>
                      <a:pt x="8319" y="23178"/>
                      <a:pt x="8253" y="22681"/>
                      <a:pt x="8161" y="22192"/>
                    </a:cubicBezTo>
                    <a:cubicBezTo>
                      <a:pt x="8158" y="22170"/>
                      <a:pt x="8138" y="22159"/>
                      <a:pt x="8118" y="22159"/>
                    </a:cubicBezTo>
                    <a:cubicBezTo>
                      <a:pt x="8095" y="22159"/>
                      <a:pt x="8070" y="22174"/>
                      <a:pt x="8070" y="22201"/>
                    </a:cubicBezTo>
                    <a:cubicBezTo>
                      <a:pt x="8120" y="22797"/>
                      <a:pt x="8153" y="23386"/>
                      <a:pt x="8186" y="23982"/>
                    </a:cubicBezTo>
                    <a:cubicBezTo>
                      <a:pt x="8052" y="23912"/>
                      <a:pt x="7902" y="23887"/>
                      <a:pt x="7750" y="23887"/>
                    </a:cubicBezTo>
                    <a:cubicBezTo>
                      <a:pt x="7685" y="23887"/>
                      <a:pt x="7621" y="23892"/>
                      <a:pt x="7557" y="23899"/>
                    </a:cubicBezTo>
                    <a:cubicBezTo>
                      <a:pt x="7300" y="23922"/>
                      <a:pt x="7050" y="23958"/>
                      <a:pt x="6794" y="23958"/>
                    </a:cubicBezTo>
                    <a:cubicBezTo>
                      <a:pt x="6770" y="23958"/>
                      <a:pt x="6745" y="23958"/>
                      <a:pt x="6720" y="23957"/>
                    </a:cubicBezTo>
                    <a:cubicBezTo>
                      <a:pt x="6156" y="23949"/>
                      <a:pt x="5601" y="23800"/>
                      <a:pt x="5104" y="23543"/>
                    </a:cubicBezTo>
                    <a:cubicBezTo>
                      <a:pt x="4814" y="23402"/>
                      <a:pt x="4532" y="23228"/>
                      <a:pt x="4292" y="23013"/>
                    </a:cubicBezTo>
                    <a:cubicBezTo>
                      <a:pt x="4277" y="22998"/>
                      <a:pt x="4261" y="22991"/>
                      <a:pt x="4246" y="22991"/>
                    </a:cubicBezTo>
                    <a:cubicBezTo>
                      <a:pt x="4219" y="22991"/>
                      <a:pt x="4195" y="23011"/>
                      <a:pt x="4184" y="23038"/>
                    </a:cubicBezTo>
                    <a:cubicBezTo>
                      <a:pt x="4135" y="22980"/>
                      <a:pt x="4085" y="22922"/>
                      <a:pt x="4027" y="22864"/>
                    </a:cubicBezTo>
                    <a:cubicBezTo>
                      <a:pt x="3952" y="22789"/>
                      <a:pt x="3878" y="22706"/>
                      <a:pt x="3778" y="22665"/>
                    </a:cubicBezTo>
                    <a:cubicBezTo>
                      <a:pt x="3772" y="22663"/>
                      <a:pt x="3767" y="22662"/>
                      <a:pt x="3761" y="22662"/>
                    </a:cubicBezTo>
                    <a:cubicBezTo>
                      <a:pt x="3720" y="22662"/>
                      <a:pt x="3689" y="22711"/>
                      <a:pt x="3704" y="22748"/>
                    </a:cubicBezTo>
                    <a:cubicBezTo>
                      <a:pt x="3720" y="22830"/>
                      <a:pt x="3778" y="22905"/>
                      <a:pt x="3828" y="22971"/>
                    </a:cubicBezTo>
                    <a:cubicBezTo>
                      <a:pt x="3886" y="23046"/>
                      <a:pt x="3944" y="23120"/>
                      <a:pt x="4010" y="23187"/>
                    </a:cubicBezTo>
                    <a:cubicBezTo>
                      <a:pt x="4135" y="23328"/>
                      <a:pt x="4251" y="23468"/>
                      <a:pt x="4375" y="23609"/>
                    </a:cubicBezTo>
                    <a:cubicBezTo>
                      <a:pt x="4491" y="23742"/>
                      <a:pt x="4632" y="23866"/>
                      <a:pt x="4706" y="24024"/>
                    </a:cubicBezTo>
                    <a:cubicBezTo>
                      <a:pt x="4773" y="24173"/>
                      <a:pt x="4781" y="24338"/>
                      <a:pt x="4789" y="24504"/>
                    </a:cubicBezTo>
                    <a:cubicBezTo>
                      <a:pt x="4789" y="24836"/>
                      <a:pt x="4764" y="25192"/>
                      <a:pt x="4615" y="25498"/>
                    </a:cubicBezTo>
                    <a:cubicBezTo>
                      <a:pt x="4491" y="25755"/>
                      <a:pt x="4309" y="25971"/>
                      <a:pt x="4085" y="26153"/>
                    </a:cubicBezTo>
                    <a:cubicBezTo>
                      <a:pt x="3828" y="26368"/>
                      <a:pt x="3555" y="26551"/>
                      <a:pt x="3256" y="26708"/>
                    </a:cubicBezTo>
                    <a:cubicBezTo>
                      <a:pt x="3190" y="26745"/>
                      <a:pt x="3235" y="26828"/>
                      <a:pt x="3299" y="26828"/>
                    </a:cubicBezTo>
                    <a:cubicBezTo>
                      <a:pt x="3307" y="26828"/>
                      <a:pt x="3315" y="26827"/>
                      <a:pt x="3323" y="26824"/>
                    </a:cubicBezTo>
                    <a:cubicBezTo>
                      <a:pt x="3372" y="26799"/>
                      <a:pt x="3422" y="26774"/>
                      <a:pt x="3472" y="26750"/>
                    </a:cubicBezTo>
                    <a:lnTo>
                      <a:pt x="3472" y="26750"/>
                    </a:lnTo>
                    <a:cubicBezTo>
                      <a:pt x="3464" y="26758"/>
                      <a:pt x="3455" y="26766"/>
                      <a:pt x="3455" y="26774"/>
                    </a:cubicBezTo>
                    <a:cubicBezTo>
                      <a:pt x="3414" y="26816"/>
                      <a:pt x="3372" y="26857"/>
                      <a:pt x="3323" y="26899"/>
                    </a:cubicBezTo>
                    <a:cubicBezTo>
                      <a:pt x="3298" y="26924"/>
                      <a:pt x="3273" y="26940"/>
                      <a:pt x="3248" y="26965"/>
                    </a:cubicBezTo>
                    <a:cubicBezTo>
                      <a:pt x="3223" y="26990"/>
                      <a:pt x="3198" y="27006"/>
                      <a:pt x="3174" y="27039"/>
                    </a:cubicBezTo>
                    <a:cubicBezTo>
                      <a:pt x="3137" y="27083"/>
                      <a:pt x="3191" y="27160"/>
                      <a:pt x="3244" y="27160"/>
                    </a:cubicBezTo>
                    <a:cubicBezTo>
                      <a:pt x="3251" y="27160"/>
                      <a:pt x="3258" y="27158"/>
                      <a:pt x="3265" y="27155"/>
                    </a:cubicBezTo>
                    <a:cubicBezTo>
                      <a:pt x="3331" y="27131"/>
                      <a:pt x="3389" y="27073"/>
                      <a:pt x="3439" y="27023"/>
                    </a:cubicBezTo>
                    <a:cubicBezTo>
                      <a:pt x="3455" y="27006"/>
                      <a:pt x="3472" y="26990"/>
                      <a:pt x="3497" y="26965"/>
                    </a:cubicBezTo>
                    <a:cubicBezTo>
                      <a:pt x="3778" y="27006"/>
                      <a:pt x="4052" y="27039"/>
                      <a:pt x="4333" y="27122"/>
                    </a:cubicBezTo>
                    <a:cubicBezTo>
                      <a:pt x="4599" y="27197"/>
                      <a:pt x="4872" y="27288"/>
                      <a:pt x="5129" y="27404"/>
                    </a:cubicBezTo>
                    <a:cubicBezTo>
                      <a:pt x="5369" y="27512"/>
                      <a:pt x="5527" y="27677"/>
                      <a:pt x="5576" y="27943"/>
                    </a:cubicBezTo>
                    <a:cubicBezTo>
                      <a:pt x="5593" y="28042"/>
                      <a:pt x="5593" y="28141"/>
                      <a:pt x="5576" y="28233"/>
                    </a:cubicBezTo>
                    <a:cubicBezTo>
                      <a:pt x="5576" y="28233"/>
                      <a:pt x="5576" y="28233"/>
                      <a:pt x="5568" y="28224"/>
                    </a:cubicBezTo>
                    <a:cubicBezTo>
                      <a:pt x="5485" y="28050"/>
                      <a:pt x="5311" y="27951"/>
                      <a:pt x="5145" y="27868"/>
                    </a:cubicBezTo>
                    <a:cubicBezTo>
                      <a:pt x="4955" y="27769"/>
                      <a:pt x="4756" y="27677"/>
                      <a:pt x="4557" y="27586"/>
                    </a:cubicBezTo>
                    <a:cubicBezTo>
                      <a:pt x="4546" y="27580"/>
                      <a:pt x="4534" y="27577"/>
                      <a:pt x="4523" y="27577"/>
                    </a:cubicBezTo>
                    <a:cubicBezTo>
                      <a:pt x="4465" y="27577"/>
                      <a:pt x="4428" y="27660"/>
                      <a:pt x="4491" y="27702"/>
                    </a:cubicBezTo>
                    <a:cubicBezTo>
                      <a:pt x="4648" y="27802"/>
                      <a:pt x="4797" y="27901"/>
                      <a:pt x="4955" y="27992"/>
                    </a:cubicBezTo>
                    <a:cubicBezTo>
                      <a:pt x="5079" y="28067"/>
                      <a:pt x="5237" y="28133"/>
                      <a:pt x="5328" y="28257"/>
                    </a:cubicBezTo>
                    <a:cubicBezTo>
                      <a:pt x="5411" y="28365"/>
                      <a:pt x="5435" y="28514"/>
                      <a:pt x="5386" y="28639"/>
                    </a:cubicBezTo>
                    <a:cubicBezTo>
                      <a:pt x="5369" y="28680"/>
                      <a:pt x="5344" y="28721"/>
                      <a:pt x="5319" y="28763"/>
                    </a:cubicBezTo>
                    <a:cubicBezTo>
                      <a:pt x="5311" y="28730"/>
                      <a:pt x="5303" y="28705"/>
                      <a:pt x="5286" y="28680"/>
                    </a:cubicBezTo>
                    <a:cubicBezTo>
                      <a:pt x="5203" y="28506"/>
                      <a:pt x="5029" y="28390"/>
                      <a:pt x="4872" y="28274"/>
                    </a:cubicBezTo>
                    <a:cubicBezTo>
                      <a:pt x="4781" y="28208"/>
                      <a:pt x="4690" y="28141"/>
                      <a:pt x="4599" y="28075"/>
                    </a:cubicBezTo>
                    <a:cubicBezTo>
                      <a:pt x="4499" y="28009"/>
                      <a:pt x="4400" y="27959"/>
                      <a:pt x="4309" y="27901"/>
                    </a:cubicBezTo>
                    <a:cubicBezTo>
                      <a:pt x="4297" y="27894"/>
                      <a:pt x="4285" y="27891"/>
                      <a:pt x="4274" y="27891"/>
                    </a:cubicBezTo>
                    <a:cubicBezTo>
                      <a:pt x="4220" y="27891"/>
                      <a:pt x="4178" y="27961"/>
                      <a:pt x="4226" y="28009"/>
                    </a:cubicBezTo>
                    <a:cubicBezTo>
                      <a:pt x="4358" y="28141"/>
                      <a:pt x="4491" y="28266"/>
                      <a:pt x="4640" y="28390"/>
                    </a:cubicBezTo>
                    <a:cubicBezTo>
                      <a:pt x="4706" y="28448"/>
                      <a:pt x="4773" y="28506"/>
                      <a:pt x="4847" y="28564"/>
                    </a:cubicBezTo>
                    <a:cubicBezTo>
                      <a:pt x="4905" y="28614"/>
                      <a:pt x="4971" y="28655"/>
                      <a:pt x="5021" y="28721"/>
                    </a:cubicBezTo>
                    <a:cubicBezTo>
                      <a:pt x="5063" y="28771"/>
                      <a:pt x="5096" y="28837"/>
                      <a:pt x="5087" y="28904"/>
                    </a:cubicBezTo>
                    <a:cubicBezTo>
                      <a:pt x="5071" y="28962"/>
                      <a:pt x="5029" y="29003"/>
                      <a:pt x="4988" y="29036"/>
                    </a:cubicBezTo>
                    <a:cubicBezTo>
                      <a:pt x="4963" y="29053"/>
                      <a:pt x="4938" y="29069"/>
                      <a:pt x="4913" y="29086"/>
                    </a:cubicBezTo>
                    <a:cubicBezTo>
                      <a:pt x="4889" y="29094"/>
                      <a:pt x="4872" y="29103"/>
                      <a:pt x="4855" y="29111"/>
                    </a:cubicBezTo>
                    <a:cubicBezTo>
                      <a:pt x="4831" y="29127"/>
                      <a:pt x="4814" y="29144"/>
                      <a:pt x="4797" y="29161"/>
                    </a:cubicBezTo>
                    <a:cubicBezTo>
                      <a:pt x="4764" y="29185"/>
                      <a:pt x="4723" y="29210"/>
                      <a:pt x="4690" y="29219"/>
                    </a:cubicBezTo>
                    <a:cubicBezTo>
                      <a:pt x="4676" y="29226"/>
                      <a:pt x="4663" y="29228"/>
                      <a:pt x="4652" y="29228"/>
                    </a:cubicBezTo>
                    <a:cubicBezTo>
                      <a:pt x="4636" y="29228"/>
                      <a:pt x="4621" y="29223"/>
                      <a:pt x="4607" y="29219"/>
                    </a:cubicBezTo>
                    <a:cubicBezTo>
                      <a:pt x="4574" y="29194"/>
                      <a:pt x="4549" y="29169"/>
                      <a:pt x="4516" y="29136"/>
                    </a:cubicBezTo>
                    <a:cubicBezTo>
                      <a:pt x="4458" y="29078"/>
                      <a:pt x="4400" y="29020"/>
                      <a:pt x="4317" y="28987"/>
                    </a:cubicBezTo>
                    <a:cubicBezTo>
                      <a:pt x="4325" y="28937"/>
                      <a:pt x="4342" y="28895"/>
                      <a:pt x="4342" y="28846"/>
                    </a:cubicBezTo>
                    <a:cubicBezTo>
                      <a:pt x="4358" y="28771"/>
                      <a:pt x="4367" y="28688"/>
                      <a:pt x="4292" y="28630"/>
                    </a:cubicBezTo>
                    <a:cubicBezTo>
                      <a:pt x="4280" y="28618"/>
                      <a:pt x="4263" y="28612"/>
                      <a:pt x="4246" y="28612"/>
                    </a:cubicBezTo>
                    <a:cubicBezTo>
                      <a:pt x="4230" y="28612"/>
                      <a:pt x="4213" y="28618"/>
                      <a:pt x="4201" y="28630"/>
                    </a:cubicBezTo>
                    <a:cubicBezTo>
                      <a:pt x="4176" y="28655"/>
                      <a:pt x="4159" y="28680"/>
                      <a:pt x="4151" y="28713"/>
                    </a:cubicBezTo>
                    <a:cubicBezTo>
                      <a:pt x="4143" y="28738"/>
                      <a:pt x="4151" y="28771"/>
                      <a:pt x="4143" y="28804"/>
                    </a:cubicBezTo>
                    <a:cubicBezTo>
                      <a:pt x="4143" y="28846"/>
                      <a:pt x="4135" y="28920"/>
                      <a:pt x="4110" y="28962"/>
                    </a:cubicBezTo>
                    <a:cubicBezTo>
                      <a:pt x="4068" y="28962"/>
                      <a:pt x="4027" y="28970"/>
                      <a:pt x="3994" y="28987"/>
                    </a:cubicBezTo>
                    <a:cubicBezTo>
                      <a:pt x="3985" y="28987"/>
                      <a:pt x="3985" y="28987"/>
                      <a:pt x="3985" y="28995"/>
                    </a:cubicBezTo>
                    <a:lnTo>
                      <a:pt x="3952" y="28995"/>
                    </a:lnTo>
                    <a:cubicBezTo>
                      <a:pt x="3886" y="28995"/>
                      <a:pt x="3811" y="28987"/>
                      <a:pt x="3745" y="28987"/>
                    </a:cubicBezTo>
                    <a:cubicBezTo>
                      <a:pt x="3651" y="28981"/>
                      <a:pt x="3558" y="28975"/>
                      <a:pt x="3464" y="28975"/>
                    </a:cubicBezTo>
                    <a:cubicBezTo>
                      <a:pt x="3425" y="28975"/>
                      <a:pt x="3386" y="28976"/>
                      <a:pt x="3348" y="28978"/>
                    </a:cubicBezTo>
                    <a:lnTo>
                      <a:pt x="3339" y="28978"/>
                    </a:lnTo>
                    <a:cubicBezTo>
                      <a:pt x="3331" y="28978"/>
                      <a:pt x="3331" y="28978"/>
                      <a:pt x="3331" y="28970"/>
                    </a:cubicBezTo>
                    <a:cubicBezTo>
                      <a:pt x="3066" y="28854"/>
                      <a:pt x="2792" y="28771"/>
                      <a:pt x="2527" y="28663"/>
                    </a:cubicBezTo>
                    <a:cubicBezTo>
                      <a:pt x="2262" y="28564"/>
                      <a:pt x="1997" y="28448"/>
                      <a:pt x="1740" y="28324"/>
                    </a:cubicBezTo>
                    <a:cubicBezTo>
                      <a:pt x="1500" y="28208"/>
                      <a:pt x="1251" y="28092"/>
                      <a:pt x="1028" y="27943"/>
                    </a:cubicBezTo>
                    <a:cubicBezTo>
                      <a:pt x="812" y="27802"/>
                      <a:pt x="671" y="27595"/>
                      <a:pt x="646" y="27338"/>
                    </a:cubicBezTo>
                    <a:cubicBezTo>
                      <a:pt x="638" y="27189"/>
                      <a:pt x="655" y="27039"/>
                      <a:pt x="688" y="26899"/>
                    </a:cubicBezTo>
                    <a:cubicBezTo>
                      <a:pt x="721" y="26783"/>
                      <a:pt x="754" y="26667"/>
                      <a:pt x="787" y="26551"/>
                    </a:cubicBezTo>
                    <a:cubicBezTo>
                      <a:pt x="820" y="26559"/>
                      <a:pt x="862" y="26567"/>
                      <a:pt x="895" y="26567"/>
                    </a:cubicBezTo>
                    <a:cubicBezTo>
                      <a:pt x="1044" y="26567"/>
                      <a:pt x="1044" y="26344"/>
                      <a:pt x="895" y="26344"/>
                    </a:cubicBezTo>
                    <a:cubicBezTo>
                      <a:pt x="721" y="26335"/>
                      <a:pt x="588" y="26178"/>
                      <a:pt x="539" y="26012"/>
                    </a:cubicBezTo>
                    <a:cubicBezTo>
                      <a:pt x="464" y="25772"/>
                      <a:pt x="530" y="25507"/>
                      <a:pt x="564" y="25258"/>
                    </a:cubicBezTo>
                    <a:cubicBezTo>
                      <a:pt x="622" y="24736"/>
                      <a:pt x="605" y="24214"/>
                      <a:pt x="530" y="23700"/>
                    </a:cubicBezTo>
                    <a:cubicBezTo>
                      <a:pt x="456" y="23195"/>
                      <a:pt x="290" y="22714"/>
                      <a:pt x="240" y="22209"/>
                    </a:cubicBezTo>
                    <a:cubicBezTo>
                      <a:pt x="199" y="21745"/>
                      <a:pt x="290" y="21298"/>
                      <a:pt x="497" y="20875"/>
                    </a:cubicBezTo>
                    <a:cubicBezTo>
                      <a:pt x="646" y="20569"/>
                      <a:pt x="837" y="20287"/>
                      <a:pt x="1036" y="20013"/>
                    </a:cubicBezTo>
                    <a:lnTo>
                      <a:pt x="1036" y="20013"/>
                    </a:lnTo>
                    <a:cubicBezTo>
                      <a:pt x="1028" y="20113"/>
                      <a:pt x="1028" y="20221"/>
                      <a:pt x="1052" y="20312"/>
                    </a:cubicBezTo>
                    <a:cubicBezTo>
                      <a:pt x="1060" y="20340"/>
                      <a:pt x="1082" y="20352"/>
                      <a:pt x="1104" y="20352"/>
                    </a:cubicBezTo>
                    <a:cubicBezTo>
                      <a:pt x="1127" y="20352"/>
                      <a:pt x="1152" y="20337"/>
                      <a:pt x="1160" y="20312"/>
                    </a:cubicBezTo>
                    <a:cubicBezTo>
                      <a:pt x="1193" y="20204"/>
                      <a:pt x="1202" y="20080"/>
                      <a:pt x="1235" y="19972"/>
                    </a:cubicBezTo>
                    <a:cubicBezTo>
                      <a:pt x="1260" y="19856"/>
                      <a:pt x="1284" y="19740"/>
                      <a:pt x="1318" y="19624"/>
                    </a:cubicBezTo>
                    <a:cubicBezTo>
                      <a:pt x="1326" y="19616"/>
                      <a:pt x="1326" y="19607"/>
                      <a:pt x="1326" y="19599"/>
                    </a:cubicBezTo>
                    <a:cubicBezTo>
                      <a:pt x="1326" y="19591"/>
                      <a:pt x="1334" y="19591"/>
                      <a:pt x="1334" y="19591"/>
                    </a:cubicBezTo>
                    <a:cubicBezTo>
                      <a:pt x="1342" y="19583"/>
                      <a:pt x="1342" y="19574"/>
                      <a:pt x="1342" y="19558"/>
                    </a:cubicBezTo>
                    <a:cubicBezTo>
                      <a:pt x="1409" y="19359"/>
                      <a:pt x="1500" y="19168"/>
                      <a:pt x="1608" y="18986"/>
                    </a:cubicBezTo>
                    <a:cubicBezTo>
                      <a:pt x="1732" y="18787"/>
                      <a:pt x="1873" y="18605"/>
                      <a:pt x="2047" y="18439"/>
                    </a:cubicBezTo>
                    <a:cubicBezTo>
                      <a:pt x="2052" y="18455"/>
                      <a:pt x="2064" y="18464"/>
                      <a:pt x="2077" y="18464"/>
                    </a:cubicBezTo>
                    <a:cubicBezTo>
                      <a:pt x="2084" y="18464"/>
                      <a:pt x="2091" y="18462"/>
                      <a:pt x="2096" y="18456"/>
                    </a:cubicBezTo>
                    <a:cubicBezTo>
                      <a:pt x="2146" y="18389"/>
                      <a:pt x="2196" y="18331"/>
                      <a:pt x="2246" y="18273"/>
                    </a:cubicBezTo>
                    <a:cubicBezTo>
                      <a:pt x="2353" y="18182"/>
                      <a:pt x="2469" y="18091"/>
                      <a:pt x="2577" y="17992"/>
                    </a:cubicBezTo>
                    <a:cubicBezTo>
                      <a:pt x="2759" y="17826"/>
                      <a:pt x="2908" y="17635"/>
                      <a:pt x="3000" y="17403"/>
                    </a:cubicBezTo>
                    <a:cubicBezTo>
                      <a:pt x="3000" y="17403"/>
                      <a:pt x="3000" y="17403"/>
                      <a:pt x="3000" y="17395"/>
                    </a:cubicBezTo>
                    <a:cubicBezTo>
                      <a:pt x="3074" y="17312"/>
                      <a:pt x="3149" y="17238"/>
                      <a:pt x="3232" y="17155"/>
                    </a:cubicBezTo>
                    <a:cubicBezTo>
                      <a:pt x="3646" y="16732"/>
                      <a:pt x="4101" y="16360"/>
                      <a:pt x="4574" y="15995"/>
                    </a:cubicBezTo>
                    <a:cubicBezTo>
                      <a:pt x="5071" y="15597"/>
                      <a:pt x="5576" y="15216"/>
                      <a:pt x="6082" y="14835"/>
                    </a:cubicBezTo>
                    <a:cubicBezTo>
                      <a:pt x="6562" y="14462"/>
                      <a:pt x="7093" y="14172"/>
                      <a:pt x="7598" y="13841"/>
                    </a:cubicBezTo>
                    <a:cubicBezTo>
                      <a:pt x="7780" y="13716"/>
                      <a:pt x="7954" y="13600"/>
                      <a:pt x="8112" y="13460"/>
                    </a:cubicBezTo>
                    <a:lnTo>
                      <a:pt x="8112" y="13460"/>
                    </a:lnTo>
                    <a:cubicBezTo>
                      <a:pt x="8029" y="13592"/>
                      <a:pt x="7954" y="13725"/>
                      <a:pt x="7905" y="13874"/>
                    </a:cubicBezTo>
                    <a:cubicBezTo>
                      <a:pt x="7838" y="14081"/>
                      <a:pt x="7838" y="14305"/>
                      <a:pt x="7838" y="14528"/>
                    </a:cubicBezTo>
                    <a:cubicBezTo>
                      <a:pt x="7838" y="14636"/>
                      <a:pt x="7838" y="14752"/>
                      <a:pt x="7847" y="14868"/>
                    </a:cubicBezTo>
                    <a:cubicBezTo>
                      <a:pt x="7855" y="14976"/>
                      <a:pt x="7855" y="15108"/>
                      <a:pt x="7913" y="15208"/>
                    </a:cubicBezTo>
                    <a:cubicBezTo>
                      <a:pt x="7922" y="15225"/>
                      <a:pt x="7944" y="15236"/>
                      <a:pt x="7966" y="15236"/>
                    </a:cubicBezTo>
                    <a:cubicBezTo>
                      <a:pt x="7985" y="15236"/>
                      <a:pt x="8004" y="15227"/>
                      <a:pt x="8012" y="15208"/>
                    </a:cubicBezTo>
                    <a:cubicBezTo>
                      <a:pt x="8062" y="15108"/>
                      <a:pt x="8054" y="15001"/>
                      <a:pt x="8054" y="14893"/>
                    </a:cubicBezTo>
                    <a:cubicBezTo>
                      <a:pt x="8054" y="14785"/>
                      <a:pt x="8045" y="14678"/>
                      <a:pt x="8045" y="14570"/>
                    </a:cubicBezTo>
                    <a:cubicBezTo>
                      <a:pt x="8037" y="14363"/>
                      <a:pt x="8021" y="14147"/>
                      <a:pt x="8087" y="13940"/>
                    </a:cubicBezTo>
                    <a:cubicBezTo>
                      <a:pt x="8137" y="13750"/>
                      <a:pt x="8253" y="13584"/>
                      <a:pt x="8352" y="13418"/>
                    </a:cubicBezTo>
                    <a:cubicBezTo>
                      <a:pt x="8393" y="13360"/>
                      <a:pt x="8427" y="13302"/>
                      <a:pt x="8460" y="13244"/>
                    </a:cubicBezTo>
                    <a:cubicBezTo>
                      <a:pt x="8460" y="13410"/>
                      <a:pt x="8509" y="13576"/>
                      <a:pt x="8559" y="13725"/>
                    </a:cubicBezTo>
                    <a:cubicBezTo>
                      <a:pt x="8592" y="13824"/>
                      <a:pt x="8625" y="13924"/>
                      <a:pt x="8667" y="14015"/>
                    </a:cubicBezTo>
                    <a:cubicBezTo>
                      <a:pt x="8717" y="14106"/>
                      <a:pt x="8766" y="14238"/>
                      <a:pt x="8849" y="14296"/>
                    </a:cubicBezTo>
                    <a:cubicBezTo>
                      <a:pt x="8863" y="14308"/>
                      <a:pt x="8878" y="14313"/>
                      <a:pt x="8891" y="14313"/>
                    </a:cubicBezTo>
                    <a:cubicBezTo>
                      <a:pt x="8923" y="14313"/>
                      <a:pt x="8946" y="14282"/>
                      <a:pt x="8940" y="14247"/>
                    </a:cubicBezTo>
                    <a:cubicBezTo>
                      <a:pt x="8932" y="14156"/>
                      <a:pt x="8874" y="14064"/>
                      <a:pt x="8841" y="13982"/>
                    </a:cubicBezTo>
                    <a:cubicBezTo>
                      <a:pt x="8799" y="13890"/>
                      <a:pt x="8766" y="13791"/>
                      <a:pt x="8733" y="13700"/>
                    </a:cubicBezTo>
                    <a:cubicBezTo>
                      <a:pt x="8667" y="13509"/>
                      <a:pt x="8601" y="13302"/>
                      <a:pt x="8625" y="13095"/>
                    </a:cubicBezTo>
                    <a:cubicBezTo>
                      <a:pt x="8634" y="13029"/>
                      <a:pt x="8650" y="12962"/>
                      <a:pt x="8667" y="12896"/>
                    </a:cubicBezTo>
                    <a:cubicBezTo>
                      <a:pt x="8750" y="12788"/>
                      <a:pt x="8824" y="12681"/>
                      <a:pt x="8849" y="12556"/>
                    </a:cubicBezTo>
                    <a:cubicBezTo>
                      <a:pt x="8857" y="12532"/>
                      <a:pt x="8849" y="12507"/>
                      <a:pt x="8841" y="12490"/>
                    </a:cubicBezTo>
                    <a:cubicBezTo>
                      <a:pt x="8866" y="12424"/>
                      <a:pt x="8899" y="12358"/>
                      <a:pt x="8924" y="12300"/>
                    </a:cubicBezTo>
                    <a:lnTo>
                      <a:pt x="8924" y="12300"/>
                    </a:lnTo>
                    <a:cubicBezTo>
                      <a:pt x="8924" y="12333"/>
                      <a:pt x="8924" y="12366"/>
                      <a:pt x="8915" y="12399"/>
                    </a:cubicBezTo>
                    <a:cubicBezTo>
                      <a:pt x="8915" y="12532"/>
                      <a:pt x="8915" y="12672"/>
                      <a:pt x="8932" y="12805"/>
                    </a:cubicBezTo>
                    <a:cubicBezTo>
                      <a:pt x="8949" y="12938"/>
                      <a:pt x="8965" y="13070"/>
                      <a:pt x="9023" y="13194"/>
                    </a:cubicBezTo>
                    <a:cubicBezTo>
                      <a:pt x="9029" y="13209"/>
                      <a:pt x="9040" y="13216"/>
                      <a:pt x="9053" y="13216"/>
                    </a:cubicBezTo>
                    <a:cubicBezTo>
                      <a:pt x="9075" y="13216"/>
                      <a:pt x="9101" y="13196"/>
                      <a:pt x="9106" y="13170"/>
                    </a:cubicBezTo>
                    <a:cubicBezTo>
                      <a:pt x="9114" y="13029"/>
                      <a:pt x="9089" y="12888"/>
                      <a:pt x="9089" y="12755"/>
                    </a:cubicBezTo>
                    <a:cubicBezTo>
                      <a:pt x="9081" y="12623"/>
                      <a:pt x="9081" y="12490"/>
                      <a:pt x="9089" y="12358"/>
                    </a:cubicBezTo>
                    <a:cubicBezTo>
                      <a:pt x="9106" y="12092"/>
                      <a:pt x="9164" y="11836"/>
                      <a:pt x="9247" y="11579"/>
                    </a:cubicBezTo>
                    <a:cubicBezTo>
                      <a:pt x="9330" y="11330"/>
                      <a:pt x="9446" y="11090"/>
                      <a:pt x="9595" y="10875"/>
                    </a:cubicBezTo>
                    <a:cubicBezTo>
                      <a:pt x="9678" y="10750"/>
                      <a:pt x="9760" y="10634"/>
                      <a:pt x="9827" y="10502"/>
                    </a:cubicBezTo>
                    <a:lnTo>
                      <a:pt x="9827" y="10502"/>
                    </a:lnTo>
                    <a:cubicBezTo>
                      <a:pt x="9818" y="10585"/>
                      <a:pt x="9802" y="10667"/>
                      <a:pt x="9785" y="10750"/>
                    </a:cubicBezTo>
                    <a:cubicBezTo>
                      <a:pt x="9769" y="10858"/>
                      <a:pt x="9719" y="10974"/>
                      <a:pt x="9719" y="11082"/>
                    </a:cubicBezTo>
                    <a:cubicBezTo>
                      <a:pt x="9719" y="11116"/>
                      <a:pt x="9746" y="11138"/>
                      <a:pt x="9777" y="11138"/>
                    </a:cubicBezTo>
                    <a:cubicBezTo>
                      <a:pt x="9791" y="11138"/>
                      <a:pt x="9805" y="11133"/>
                      <a:pt x="9818" y="11123"/>
                    </a:cubicBezTo>
                    <a:cubicBezTo>
                      <a:pt x="9893" y="11040"/>
                      <a:pt x="9926" y="10916"/>
                      <a:pt x="9951" y="10808"/>
                    </a:cubicBezTo>
                    <a:cubicBezTo>
                      <a:pt x="9976" y="10692"/>
                      <a:pt x="9992" y="10576"/>
                      <a:pt x="10001" y="10452"/>
                    </a:cubicBezTo>
                    <a:cubicBezTo>
                      <a:pt x="10017" y="10212"/>
                      <a:pt x="9992" y="9963"/>
                      <a:pt x="9943" y="9731"/>
                    </a:cubicBezTo>
                    <a:cubicBezTo>
                      <a:pt x="9885" y="9441"/>
                      <a:pt x="9777" y="9159"/>
                      <a:pt x="9644" y="8894"/>
                    </a:cubicBezTo>
                    <a:cubicBezTo>
                      <a:pt x="9644" y="8845"/>
                      <a:pt x="9636" y="8787"/>
                      <a:pt x="9628" y="8737"/>
                    </a:cubicBezTo>
                    <a:cubicBezTo>
                      <a:pt x="9636" y="8720"/>
                      <a:pt x="9628" y="8695"/>
                      <a:pt x="9620" y="8679"/>
                    </a:cubicBezTo>
                    <a:cubicBezTo>
                      <a:pt x="9603" y="8629"/>
                      <a:pt x="9586" y="8579"/>
                      <a:pt x="9562" y="8530"/>
                    </a:cubicBezTo>
                    <a:cubicBezTo>
                      <a:pt x="9545" y="8505"/>
                      <a:pt x="9520" y="8447"/>
                      <a:pt x="9479" y="8414"/>
                    </a:cubicBezTo>
                    <a:cubicBezTo>
                      <a:pt x="9479" y="8389"/>
                      <a:pt x="9479" y="8372"/>
                      <a:pt x="9479" y="8347"/>
                    </a:cubicBezTo>
                    <a:cubicBezTo>
                      <a:pt x="9470" y="8207"/>
                      <a:pt x="9512" y="8066"/>
                      <a:pt x="9586" y="7941"/>
                    </a:cubicBezTo>
                    <a:cubicBezTo>
                      <a:pt x="9661" y="7809"/>
                      <a:pt x="9752" y="7685"/>
                      <a:pt x="9843" y="7560"/>
                    </a:cubicBezTo>
                    <a:cubicBezTo>
                      <a:pt x="9934" y="7419"/>
                      <a:pt x="10009" y="7270"/>
                      <a:pt x="10067" y="7121"/>
                    </a:cubicBezTo>
                    <a:cubicBezTo>
                      <a:pt x="10075" y="7105"/>
                      <a:pt x="10067" y="7088"/>
                      <a:pt x="10059" y="7080"/>
                    </a:cubicBezTo>
                    <a:cubicBezTo>
                      <a:pt x="10266" y="6740"/>
                      <a:pt x="10506" y="6409"/>
                      <a:pt x="10755" y="6102"/>
                    </a:cubicBezTo>
                    <a:cubicBezTo>
                      <a:pt x="11045" y="5738"/>
                      <a:pt x="11384" y="5356"/>
                      <a:pt x="11815" y="5158"/>
                    </a:cubicBezTo>
                    <a:cubicBezTo>
                      <a:pt x="11996" y="5067"/>
                      <a:pt x="12183" y="5029"/>
                      <a:pt x="12385" y="5029"/>
                    </a:cubicBezTo>
                    <a:cubicBezTo>
                      <a:pt x="12424" y="5029"/>
                      <a:pt x="12463" y="5031"/>
                      <a:pt x="12503" y="5033"/>
                    </a:cubicBezTo>
                    <a:cubicBezTo>
                      <a:pt x="12636" y="5042"/>
                      <a:pt x="12776" y="5066"/>
                      <a:pt x="12917" y="5066"/>
                    </a:cubicBezTo>
                    <a:cubicBezTo>
                      <a:pt x="13042" y="5058"/>
                      <a:pt x="13174" y="5033"/>
                      <a:pt x="13298" y="5000"/>
                    </a:cubicBezTo>
                    <a:cubicBezTo>
                      <a:pt x="13454" y="4959"/>
                      <a:pt x="13609" y="4910"/>
                      <a:pt x="13756" y="4853"/>
                    </a:cubicBezTo>
                    <a:lnTo>
                      <a:pt x="13756" y="4853"/>
                    </a:lnTo>
                    <a:cubicBezTo>
                      <a:pt x="13755" y="4855"/>
                      <a:pt x="13754" y="4856"/>
                      <a:pt x="13754" y="4859"/>
                    </a:cubicBezTo>
                    <a:cubicBezTo>
                      <a:pt x="13738" y="4859"/>
                      <a:pt x="13721" y="4868"/>
                      <a:pt x="13704" y="4876"/>
                    </a:cubicBezTo>
                    <a:cubicBezTo>
                      <a:pt x="13671" y="4892"/>
                      <a:pt x="13638" y="4909"/>
                      <a:pt x="13613" y="4926"/>
                    </a:cubicBezTo>
                    <a:cubicBezTo>
                      <a:pt x="13588" y="4934"/>
                      <a:pt x="13588" y="4967"/>
                      <a:pt x="13597" y="4984"/>
                    </a:cubicBezTo>
                    <a:cubicBezTo>
                      <a:pt x="13603" y="4996"/>
                      <a:pt x="13618" y="5003"/>
                      <a:pt x="13632" y="5003"/>
                    </a:cubicBezTo>
                    <a:cubicBezTo>
                      <a:pt x="13637" y="5003"/>
                      <a:pt x="13642" y="5002"/>
                      <a:pt x="13646" y="5000"/>
                    </a:cubicBezTo>
                    <a:cubicBezTo>
                      <a:pt x="13680" y="4984"/>
                      <a:pt x="13713" y="4967"/>
                      <a:pt x="13746" y="4950"/>
                    </a:cubicBezTo>
                    <a:cubicBezTo>
                      <a:pt x="13754" y="4942"/>
                      <a:pt x="13771" y="4934"/>
                      <a:pt x="13787" y="4926"/>
                    </a:cubicBezTo>
                    <a:cubicBezTo>
                      <a:pt x="13796" y="4917"/>
                      <a:pt x="13804" y="4917"/>
                      <a:pt x="13812" y="4909"/>
                    </a:cubicBezTo>
                    <a:cubicBezTo>
                      <a:pt x="13820" y="4901"/>
                      <a:pt x="13820" y="4892"/>
                      <a:pt x="13829" y="4884"/>
                    </a:cubicBezTo>
                    <a:cubicBezTo>
                      <a:pt x="13837" y="4876"/>
                      <a:pt x="13837" y="4868"/>
                      <a:pt x="13837" y="4859"/>
                    </a:cubicBezTo>
                    <a:cubicBezTo>
                      <a:pt x="13829" y="4851"/>
                      <a:pt x="13820" y="4843"/>
                      <a:pt x="13812" y="4843"/>
                    </a:cubicBezTo>
                    <a:lnTo>
                      <a:pt x="13792" y="4843"/>
                    </a:lnTo>
                    <a:cubicBezTo>
                      <a:pt x="14141" y="4704"/>
                      <a:pt x="14490" y="4550"/>
                      <a:pt x="14848" y="4420"/>
                    </a:cubicBezTo>
                    <a:cubicBezTo>
                      <a:pt x="15249" y="4280"/>
                      <a:pt x="15650" y="4199"/>
                      <a:pt x="16060" y="4199"/>
                    </a:cubicBezTo>
                    <a:close/>
                    <a:moveTo>
                      <a:pt x="18159" y="1"/>
                    </a:moveTo>
                    <a:cubicBezTo>
                      <a:pt x="17904" y="1"/>
                      <a:pt x="17659" y="91"/>
                      <a:pt x="17458" y="269"/>
                    </a:cubicBezTo>
                    <a:cubicBezTo>
                      <a:pt x="17159" y="534"/>
                      <a:pt x="16969" y="932"/>
                      <a:pt x="16795" y="1280"/>
                    </a:cubicBezTo>
                    <a:cubicBezTo>
                      <a:pt x="16579" y="1727"/>
                      <a:pt x="16397" y="2183"/>
                      <a:pt x="16240" y="2655"/>
                    </a:cubicBezTo>
                    <a:cubicBezTo>
                      <a:pt x="16165" y="2896"/>
                      <a:pt x="16091" y="3136"/>
                      <a:pt x="16024" y="3384"/>
                    </a:cubicBezTo>
                    <a:cubicBezTo>
                      <a:pt x="15966" y="3600"/>
                      <a:pt x="15917" y="3832"/>
                      <a:pt x="15825" y="4039"/>
                    </a:cubicBezTo>
                    <a:lnTo>
                      <a:pt x="15801" y="4039"/>
                    </a:lnTo>
                    <a:cubicBezTo>
                      <a:pt x="15801" y="4039"/>
                      <a:pt x="15809" y="4031"/>
                      <a:pt x="15809" y="4022"/>
                    </a:cubicBezTo>
                    <a:cubicBezTo>
                      <a:pt x="15809" y="4014"/>
                      <a:pt x="15809" y="3998"/>
                      <a:pt x="15809" y="3989"/>
                    </a:cubicBezTo>
                    <a:cubicBezTo>
                      <a:pt x="15817" y="3964"/>
                      <a:pt x="15809" y="3948"/>
                      <a:pt x="15809" y="3931"/>
                    </a:cubicBezTo>
                    <a:cubicBezTo>
                      <a:pt x="15804" y="3915"/>
                      <a:pt x="15788" y="3906"/>
                      <a:pt x="15773" y="3906"/>
                    </a:cubicBezTo>
                    <a:cubicBezTo>
                      <a:pt x="15765" y="3906"/>
                      <a:pt x="15757" y="3909"/>
                      <a:pt x="15751" y="3915"/>
                    </a:cubicBezTo>
                    <a:cubicBezTo>
                      <a:pt x="15743" y="3931"/>
                      <a:pt x="15734" y="3948"/>
                      <a:pt x="15726" y="3964"/>
                    </a:cubicBezTo>
                    <a:cubicBezTo>
                      <a:pt x="15718" y="3973"/>
                      <a:pt x="15718" y="3989"/>
                      <a:pt x="15709" y="3998"/>
                    </a:cubicBezTo>
                    <a:cubicBezTo>
                      <a:pt x="15701" y="4014"/>
                      <a:pt x="15701" y="4022"/>
                      <a:pt x="15693" y="4039"/>
                    </a:cubicBezTo>
                    <a:cubicBezTo>
                      <a:pt x="15693" y="4039"/>
                      <a:pt x="15693" y="4047"/>
                      <a:pt x="15693" y="4056"/>
                    </a:cubicBezTo>
                    <a:cubicBezTo>
                      <a:pt x="15668" y="4064"/>
                      <a:pt x="15643" y="4064"/>
                      <a:pt x="15627" y="4072"/>
                    </a:cubicBezTo>
                    <a:cubicBezTo>
                      <a:pt x="15627" y="4064"/>
                      <a:pt x="15627" y="4056"/>
                      <a:pt x="15627" y="4047"/>
                    </a:cubicBezTo>
                    <a:cubicBezTo>
                      <a:pt x="15627" y="4022"/>
                      <a:pt x="15618" y="3998"/>
                      <a:pt x="15618" y="3973"/>
                    </a:cubicBezTo>
                    <a:cubicBezTo>
                      <a:pt x="15610" y="3964"/>
                      <a:pt x="15610" y="3948"/>
                      <a:pt x="15602" y="3931"/>
                    </a:cubicBezTo>
                    <a:cubicBezTo>
                      <a:pt x="15593" y="3923"/>
                      <a:pt x="15585" y="3915"/>
                      <a:pt x="15569" y="3906"/>
                    </a:cubicBezTo>
                    <a:cubicBezTo>
                      <a:pt x="15563" y="3901"/>
                      <a:pt x="15554" y="3898"/>
                      <a:pt x="15544" y="3898"/>
                    </a:cubicBezTo>
                    <a:cubicBezTo>
                      <a:pt x="15527" y="3898"/>
                      <a:pt x="15508" y="3907"/>
                      <a:pt x="15502" y="3923"/>
                    </a:cubicBezTo>
                    <a:cubicBezTo>
                      <a:pt x="15502" y="3931"/>
                      <a:pt x="15494" y="3940"/>
                      <a:pt x="15494" y="3948"/>
                    </a:cubicBezTo>
                    <a:cubicBezTo>
                      <a:pt x="15494" y="3964"/>
                      <a:pt x="15486" y="3973"/>
                      <a:pt x="15494" y="3989"/>
                    </a:cubicBezTo>
                    <a:cubicBezTo>
                      <a:pt x="15494" y="4001"/>
                      <a:pt x="15494" y="4008"/>
                      <a:pt x="15497" y="4017"/>
                    </a:cubicBezTo>
                    <a:lnTo>
                      <a:pt x="15497" y="4017"/>
                    </a:lnTo>
                    <a:cubicBezTo>
                      <a:pt x="15495" y="4015"/>
                      <a:pt x="15494" y="4014"/>
                      <a:pt x="15494" y="4014"/>
                    </a:cubicBezTo>
                    <a:lnTo>
                      <a:pt x="15494" y="4014"/>
                    </a:lnTo>
                    <a:cubicBezTo>
                      <a:pt x="15502" y="4031"/>
                      <a:pt x="15502" y="4056"/>
                      <a:pt x="15502" y="4072"/>
                    </a:cubicBezTo>
                    <a:cubicBezTo>
                      <a:pt x="15502" y="4080"/>
                      <a:pt x="15502" y="4089"/>
                      <a:pt x="15511" y="4097"/>
                    </a:cubicBezTo>
                    <a:cubicBezTo>
                      <a:pt x="15370" y="4122"/>
                      <a:pt x="15229" y="4163"/>
                      <a:pt x="15096" y="4196"/>
                    </a:cubicBezTo>
                    <a:cubicBezTo>
                      <a:pt x="14541" y="4362"/>
                      <a:pt x="14019" y="4627"/>
                      <a:pt x="13464" y="4793"/>
                    </a:cubicBezTo>
                    <a:cubicBezTo>
                      <a:pt x="13340" y="4834"/>
                      <a:pt x="13199" y="4876"/>
                      <a:pt x="13066" y="4884"/>
                    </a:cubicBezTo>
                    <a:cubicBezTo>
                      <a:pt x="13033" y="4886"/>
                      <a:pt x="13000" y="4887"/>
                      <a:pt x="12968" y="4887"/>
                    </a:cubicBezTo>
                    <a:cubicBezTo>
                      <a:pt x="12880" y="4887"/>
                      <a:pt x="12795" y="4880"/>
                      <a:pt x="12710" y="4868"/>
                    </a:cubicBezTo>
                    <a:lnTo>
                      <a:pt x="12710" y="4834"/>
                    </a:lnTo>
                    <a:cubicBezTo>
                      <a:pt x="12710" y="4818"/>
                      <a:pt x="12702" y="4801"/>
                      <a:pt x="12702" y="4776"/>
                    </a:cubicBezTo>
                    <a:cubicBezTo>
                      <a:pt x="12702" y="4768"/>
                      <a:pt x="12702" y="4752"/>
                      <a:pt x="12694" y="4735"/>
                    </a:cubicBezTo>
                    <a:cubicBezTo>
                      <a:pt x="12685" y="4727"/>
                      <a:pt x="12669" y="4710"/>
                      <a:pt x="12652" y="4710"/>
                    </a:cubicBezTo>
                    <a:cubicBezTo>
                      <a:pt x="12636" y="4710"/>
                      <a:pt x="12619" y="4727"/>
                      <a:pt x="12611" y="4735"/>
                    </a:cubicBezTo>
                    <a:cubicBezTo>
                      <a:pt x="12602" y="4752"/>
                      <a:pt x="12602" y="4768"/>
                      <a:pt x="12602" y="4776"/>
                    </a:cubicBezTo>
                    <a:cubicBezTo>
                      <a:pt x="12602" y="4801"/>
                      <a:pt x="12594" y="4818"/>
                      <a:pt x="12594" y="4834"/>
                    </a:cubicBezTo>
                    <a:lnTo>
                      <a:pt x="12594" y="4859"/>
                    </a:lnTo>
                    <a:cubicBezTo>
                      <a:pt x="12523" y="4852"/>
                      <a:pt x="12451" y="4848"/>
                      <a:pt x="12378" y="4848"/>
                    </a:cubicBezTo>
                    <a:cubicBezTo>
                      <a:pt x="12289" y="4848"/>
                      <a:pt x="12200" y="4854"/>
                      <a:pt x="12114" y="4868"/>
                    </a:cubicBezTo>
                    <a:cubicBezTo>
                      <a:pt x="12105" y="4627"/>
                      <a:pt x="11981" y="4379"/>
                      <a:pt x="11857" y="4180"/>
                    </a:cubicBezTo>
                    <a:cubicBezTo>
                      <a:pt x="11716" y="3940"/>
                      <a:pt x="11525" y="3732"/>
                      <a:pt x="11326" y="3550"/>
                    </a:cubicBezTo>
                    <a:cubicBezTo>
                      <a:pt x="10904" y="3161"/>
                      <a:pt x="10407" y="2829"/>
                      <a:pt x="9885" y="2606"/>
                    </a:cubicBezTo>
                    <a:cubicBezTo>
                      <a:pt x="9462" y="2431"/>
                      <a:pt x="8997" y="2311"/>
                      <a:pt x="8536" y="2311"/>
                    </a:cubicBezTo>
                    <a:cubicBezTo>
                      <a:pt x="8427" y="2311"/>
                      <a:pt x="8319" y="2318"/>
                      <a:pt x="8211" y="2332"/>
                    </a:cubicBezTo>
                    <a:cubicBezTo>
                      <a:pt x="8087" y="2340"/>
                      <a:pt x="7963" y="2374"/>
                      <a:pt x="7880" y="2465"/>
                    </a:cubicBezTo>
                    <a:cubicBezTo>
                      <a:pt x="7772" y="2564"/>
                      <a:pt x="7764" y="2713"/>
                      <a:pt x="7739" y="2846"/>
                    </a:cubicBezTo>
                    <a:cubicBezTo>
                      <a:pt x="7697" y="3144"/>
                      <a:pt x="7664" y="3451"/>
                      <a:pt x="7639" y="3749"/>
                    </a:cubicBezTo>
                    <a:cubicBezTo>
                      <a:pt x="7598" y="4370"/>
                      <a:pt x="7631" y="5008"/>
                      <a:pt x="7888" y="5580"/>
                    </a:cubicBezTo>
                    <a:cubicBezTo>
                      <a:pt x="7888" y="5605"/>
                      <a:pt x="7896" y="5630"/>
                      <a:pt x="7905" y="5646"/>
                    </a:cubicBezTo>
                    <a:cubicBezTo>
                      <a:pt x="7971" y="5829"/>
                      <a:pt x="8062" y="5994"/>
                      <a:pt x="8153" y="6160"/>
                    </a:cubicBezTo>
                    <a:cubicBezTo>
                      <a:pt x="8311" y="6458"/>
                      <a:pt x="8485" y="6757"/>
                      <a:pt x="8526" y="7088"/>
                    </a:cubicBezTo>
                    <a:cubicBezTo>
                      <a:pt x="8518" y="7071"/>
                      <a:pt x="8501" y="7063"/>
                      <a:pt x="8485" y="7063"/>
                    </a:cubicBezTo>
                    <a:cubicBezTo>
                      <a:pt x="8468" y="7063"/>
                      <a:pt x="8451" y="7071"/>
                      <a:pt x="8443" y="7088"/>
                    </a:cubicBezTo>
                    <a:cubicBezTo>
                      <a:pt x="8360" y="7212"/>
                      <a:pt x="8410" y="7428"/>
                      <a:pt x="8443" y="7560"/>
                    </a:cubicBezTo>
                    <a:cubicBezTo>
                      <a:pt x="8485" y="7718"/>
                      <a:pt x="8551" y="7867"/>
                      <a:pt x="8634" y="8008"/>
                    </a:cubicBezTo>
                    <a:cubicBezTo>
                      <a:pt x="8708" y="8140"/>
                      <a:pt x="8816" y="8273"/>
                      <a:pt x="8940" y="8364"/>
                    </a:cubicBezTo>
                    <a:cubicBezTo>
                      <a:pt x="8998" y="8414"/>
                      <a:pt x="9064" y="8447"/>
                      <a:pt x="9139" y="8480"/>
                    </a:cubicBezTo>
                    <a:cubicBezTo>
                      <a:pt x="9205" y="8497"/>
                      <a:pt x="9338" y="8505"/>
                      <a:pt x="9346" y="8596"/>
                    </a:cubicBezTo>
                    <a:cubicBezTo>
                      <a:pt x="9346" y="8621"/>
                      <a:pt x="9371" y="8637"/>
                      <a:pt x="9388" y="8637"/>
                    </a:cubicBezTo>
                    <a:cubicBezTo>
                      <a:pt x="9412" y="8679"/>
                      <a:pt x="9437" y="8720"/>
                      <a:pt x="9462" y="8753"/>
                    </a:cubicBezTo>
                    <a:cubicBezTo>
                      <a:pt x="9479" y="8778"/>
                      <a:pt x="9487" y="8803"/>
                      <a:pt x="9504" y="8828"/>
                    </a:cubicBezTo>
                    <a:cubicBezTo>
                      <a:pt x="9504" y="8919"/>
                      <a:pt x="9495" y="9019"/>
                      <a:pt x="9470" y="9110"/>
                    </a:cubicBezTo>
                    <a:cubicBezTo>
                      <a:pt x="9454" y="9143"/>
                      <a:pt x="9437" y="9176"/>
                      <a:pt x="9437" y="9209"/>
                    </a:cubicBezTo>
                    <a:cubicBezTo>
                      <a:pt x="9437" y="9251"/>
                      <a:pt x="9470" y="9292"/>
                      <a:pt x="9512" y="9300"/>
                    </a:cubicBezTo>
                    <a:cubicBezTo>
                      <a:pt x="9586" y="9300"/>
                      <a:pt x="9620" y="9209"/>
                      <a:pt x="9636" y="9151"/>
                    </a:cubicBezTo>
                    <a:cubicBezTo>
                      <a:pt x="9644" y="9168"/>
                      <a:pt x="9653" y="9193"/>
                      <a:pt x="9653" y="9209"/>
                    </a:cubicBezTo>
                    <a:cubicBezTo>
                      <a:pt x="9653" y="9234"/>
                      <a:pt x="9644" y="9259"/>
                      <a:pt x="9636" y="9284"/>
                    </a:cubicBezTo>
                    <a:cubicBezTo>
                      <a:pt x="9636" y="9300"/>
                      <a:pt x="9636" y="9309"/>
                      <a:pt x="9628" y="9325"/>
                    </a:cubicBezTo>
                    <a:cubicBezTo>
                      <a:pt x="9628" y="9333"/>
                      <a:pt x="9620" y="9333"/>
                      <a:pt x="9620" y="9342"/>
                    </a:cubicBezTo>
                    <a:cubicBezTo>
                      <a:pt x="9620" y="9342"/>
                      <a:pt x="9620" y="9350"/>
                      <a:pt x="9620" y="9350"/>
                    </a:cubicBezTo>
                    <a:cubicBezTo>
                      <a:pt x="9603" y="9375"/>
                      <a:pt x="9595" y="9400"/>
                      <a:pt x="9578" y="9425"/>
                    </a:cubicBezTo>
                    <a:cubicBezTo>
                      <a:pt x="9578" y="9425"/>
                      <a:pt x="9578" y="9433"/>
                      <a:pt x="9578" y="9433"/>
                    </a:cubicBezTo>
                    <a:cubicBezTo>
                      <a:pt x="9570" y="9441"/>
                      <a:pt x="9570" y="9449"/>
                      <a:pt x="9562" y="9458"/>
                    </a:cubicBezTo>
                    <a:cubicBezTo>
                      <a:pt x="9562" y="9474"/>
                      <a:pt x="9562" y="9483"/>
                      <a:pt x="9553" y="9499"/>
                    </a:cubicBezTo>
                    <a:cubicBezTo>
                      <a:pt x="9553" y="9518"/>
                      <a:pt x="9568" y="9538"/>
                      <a:pt x="9590" y="9538"/>
                    </a:cubicBezTo>
                    <a:cubicBezTo>
                      <a:pt x="9597" y="9538"/>
                      <a:pt x="9604" y="9536"/>
                      <a:pt x="9611" y="9532"/>
                    </a:cubicBezTo>
                    <a:cubicBezTo>
                      <a:pt x="9620" y="9532"/>
                      <a:pt x="9636" y="9524"/>
                      <a:pt x="9644" y="9507"/>
                    </a:cubicBezTo>
                    <a:cubicBezTo>
                      <a:pt x="9661" y="9499"/>
                      <a:pt x="9669" y="9483"/>
                      <a:pt x="9678" y="9474"/>
                    </a:cubicBezTo>
                    <a:cubicBezTo>
                      <a:pt x="9694" y="9449"/>
                      <a:pt x="9702" y="9416"/>
                      <a:pt x="9719" y="9391"/>
                    </a:cubicBezTo>
                    <a:cubicBezTo>
                      <a:pt x="9752" y="9507"/>
                      <a:pt x="9777" y="9623"/>
                      <a:pt x="9802" y="9739"/>
                    </a:cubicBezTo>
                    <a:cubicBezTo>
                      <a:pt x="9835" y="9880"/>
                      <a:pt x="9852" y="10021"/>
                      <a:pt x="9852" y="10170"/>
                    </a:cubicBezTo>
                    <a:cubicBezTo>
                      <a:pt x="9810" y="10444"/>
                      <a:pt x="9586" y="10651"/>
                      <a:pt x="9446" y="10866"/>
                    </a:cubicBezTo>
                    <a:cubicBezTo>
                      <a:pt x="9296" y="11098"/>
                      <a:pt x="9172" y="11347"/>
                      <a:pt x="9089" y="11612"/>
                    </a:cubicBezTo>
                    <a:cubicBezTo>
                      <a:pt x="9040" y="11745"/>
                      <a:pt x="9006" y="11894"/>
                      <a:pt x="8982" y="12034"/>
                    </a:cubicBezTo>
                    <a:cubicBezTo>
                      <a:pt x="8874" y="12192"/>
                      <a:pt x="8783" y="12341"/>
                      <a:pt x="8700" y="12515"/>
                    </a:cubicBezTo>
                    <a:cubicBezTo>
                      <a:pt x="8692" y="12532"/>
                      <a:pt x="8683" y="12548"/>
                      <a:pt x="8675" y="12565"/>
                    </a:cubicBezTo>
                    <a:cubicBezTo>
                      <a:pt x="8617" y="12639"/>
                      <a:pt x="8559" y="12722"/>
                      <a:pt x="8501" y="12797"/>
                    </a:cubicBezTo>
                    <a:cubicBezTo>
                      <a:pt x="8418" y="12896"/>
                      <a:pt x="8327" y="12996"/>
                      <a:pt x="8236" y="13087"/>
                    </a:cubicBezTo>
                    <a:cubicBezTo>
                      <a:pt x="8037" y="13277"/>
                      <a:pt x="7822" y="13443"/>
                      <a:pt x="7598" y="13600"/>
                    </a:cubicBezTo>
                    <a:cubicBezTo>
                      <a:pt x="7101" y="13932"/>
                      <a:pt x="6579" y="14222"/>
                      <a:pt x="6098" y="14586"/>
                    </a:cubicBezTo>
                    <a:cubicBezTo>
                      <a:pt x="5601" y="14976"/>
                      <a:pt x="5121" y="15382"/>
                      <a:pt x="4623" y="15771"/>
                    </a:cubicBezTo>
                    <a:cubicBezTo>
                      <a:pt x="4159" y="16144"/>
                      <a:pt x="3712" y="16525"/>
                      <a:pt x="3290" y="16948"/>
                    </a:cubicBezTo>
                    <a:cubicBezTo>
                      <a:pt x="2983" y="17254"/>
                      <a:pt x="2693" y="17577"/>
                      <a:pt x="2428" y="17925"/>
                    </a:cubicBezTo>
                    <a:cubicBezTo>
                      <a:pt x="2262" y="18058"/>
                      <a:pt x="2088" y="18182"/>
                      <a:pt x="1939" y="18315"/>
                    </a:cubicBezTo>
                    <a:cubicBezTo>
                      <a:pt x="1574" y="18638"/>
                      <a:pt x="1309" y="19052"/>
                      <a:pt x="1160" y="19508"/>
                    </a:cubicBezTo>
                    <a:cubicBezTo>
                      <a:pt x="1144" y="19566"/>
                      <a:pt x="1127" y="19624"/>
                      <a:pt x="1110" y="19682"/>
                    </a:cubicBezTo>
                    <a:cubicBezTo>
                      <a:pt x="522" y="20337"/>
                      <a:pt x="0" y="21157"/>
                      <a:pt x="33" y="22060"/>
                    </a:cubicBezTo>
                    <a:cubicBezTo>
                      <a:pt x="50" y="22607"/>
                      <a:pt x="224" y="23129"/>
                      <a:pt x="307" y="23659"/>
                    </a:cubicBezTo>
                    <a:cubicBezTo>
                      <a:pt x="398" y="24198"/>
                      <a:pt x="406" y="24761"/>
                      <a:pt x="340" y="25308"/>
                    </a:cubicBezTo>
                    <a:cubicBezTo>
                      <a:pt x="307" y="25598"/>
                      <a:pt x="257" y="25904"/>
                      <a:pt x="381" y="26178"/>
                    </a:cubicBezTo>
                    <a:cubicBezTo>
                      <a:pt x="439" y="26319"/>
                      <a:pt x="539" y="26435"/>
                      <a:pt x="671" y="26501"/>
                    </a:cubicBezTo>
                    <a:cubicBezTo>
                      <a:pt x="622" y="26600"/>
                      <a:pt x="580" y="26692"/>
                      <a:pt x="547" y="26791"/>
                    </a:cubicBezTo>
                    <a:cubicBezTo>
                      <a:pt x="497" y="26932"/>
                      <a:pt x="472" y="27073"/>
                      <a:pt x="464" y="27222"/>
                    </a:cubicBezTo>
                    <a:cubicBezTo>
                      <a:pt x="448" y="27503"/>
                      <a:pt x="539" y="27777"/>
                      <a:pt x="738" y="27976"/>
                    </a:cubicBezTo>
                    <a:cubicBezTo>
                      <a:pt x="936" y="28175"/>
                      <a:pt x="1193" y="28299"/>
                      <a:pt x="1434" y="28423"/>
                    </a:cubicBezTo>
                    <a:cubicBezTo>
                      <a:pt x="1707" y="28564"/>
                      <a:pt x="1997" y="28697"/>
                      <a:pt x="2279" y="28813"/>
                    </a:cubicBezTo>
                    <a:cubicBezTo>
                      <a:pt x="2519" y="28904"/>
                      <a:pt x="2751" y="29003"/>
                      <a:pt x="3000" y="29069"/>
                    </a:cubicBezTo>
                    <a:cubicBezTo>
                      <a:pt x="2991" y="29078"/>
                      <a:pt x="2983" y="29078"/>
                      <a:pt x="2975" y="29078"/>
                    </a:cubicBezTo>
                    <a:cubicBezTo>
                      <a:pt x="2927" y="29109"/>
                      <a:pt x="2948" y="29194"/>
                      <a:pt x="3000" y="29194"/>
                    </a:cubicBezTo>
                    <a:cubicBezTo>
                      <a:pt x="3003" y="29194"/>
                      <a:pt x="3005" y="29194"/>
                      <a:pt x="3008" y="29194"/>
                    </a:cubicBezTo>
                    <a:cubicBezTo>
                      <a:pt x="3130" y="29180"/>
                      <a:pt x="3251" y="29167"/>
                      <a:pt x="3378" y="29167"/>
                    </a:cubicBezTo>
                    <a:cubicBezTo>
                      <a:pt x="3406" y="29167"/>
                      <a:pt x="3435" y="29167"/>
                      <a:pt x="3464" y="29169"/>
                    </a:cubicBezTo>
                    <a:cubicBezTo>
                      <a:pt x="3621" y="29169"/>
                      <a:pt x="3770" y="29185"/>
                      <a:pt x="3927" y="29194"/>
                    </a:cubicBezTo>
                    <a:cubicBezTo>
                      <a:pt x="3967" y="29194"/>
                      <a:pt x="4007" y="29196"/>
                      <a:pt x="4046" y="29196"/>
                    </a:cubicBezTo>
                    <a:cubicBezTo>
                      <a:pt x="4115" y="29196"/>
                      <a:pt x="4181" y="29189"/>
                      <a:pt x="4234" y="29152"/>
                    </a:cubicBezTo>
                    <a:cubicBezTo>
                      <a:pt x="4251" y="29161"/>
                      <a:pt x="4267" y="29177"/>
                      <a:pt x="4284" y="29185"/>
                    </a:cubicBezTo>
                    <a:cubicBezTo>
                      <a:pt x="4358" y="29252"/>
                      <a:pt x="4408" y="29343"/>
                      <a:pt x="4491" y="29401"/>
                    </a:cubicBezTo>
                    <a:cubicBezTo>
                      <a:pt x="4532" y="29417"/>
                      <a:pt x="4565" y="29434"/>
                      <a:pt x="4607" y="29442"/>
                    </a:cubicBezTo>
                    <a:cubicBezTo>
                      <a:pt x="4615" y="29459"/>
                      <a:pt x="4632" y="29475"/>
                      <a:pt x="4657" y="29475"/>
                    </a:cubicBezTo>
                    <a:cubicBezTo>
                      <a:pt x="4764" y="29467"/>
                      <a:pt x="4864" y="29417"/>
                      <a:pt x="4963" y="29359"/>
                    </a:cubicBezTo>
                    <a:cubicBezTo>
                      <a:pt x="5046" y="29318"/>
                      <a:pt x="5129" y="29268"/>
                      <a:pt x="5195" y="29202"/>
                    </a:cubicBezTo>
                    <a:cubicBezTo>
                      <a:pt x="5253" y="29161"/>
                      <a:pt x="5295" y="29111"/>
                      <a:pt x="5319" y="29053"/>
                    </a:cubicBezTo>
                    <a:cubicBezTo>
                      <a:pt x="5452" y="29011"/>
                      <a:pt x="5551" y="28904"/>
                      <a:pt x="5609" y="28771"/>
                    </a:cubicBezTo>
                    <a:cubicBezTo>
                      <a:pt x="5618" y="28755"/>
                      <a:pt x="5618" y="28746"/>
                      <a:pt x="5626" y="28730"/>
                    </a:cubicBezTo>
                    <a:cubicBezTo>
                      <a:pt x="5775" y="28572"/>
                      <a:pt x="5833" y="28307"/>
                      <a:pt x="5833" y="28100"/>
                    </a:cubicBezTo>
                    <a:cubicBezTo>
                      <a:pt x="5833" y="27876"/>
                      <a:pt x="5767" y="27661"/>
                      <a:pt x="5626" y="27487"/>
                    </a:cubicBezTo>
                    <a:cubicBezTo>
                      <a:pt x="5477" y="27313"/>
                      <a:pt x="5261" y="27222"/>
                      <a:pt x="5046" y="27147"/>
                    </a:cubicBezTo>
                    <a:cubicBezTo>
                      <a:pt x="4806" y="27064"/>
                      <a:pt x="4565" y="26973"/>
                      <a:pt x="4317" y="26915"/>
                    </a:cubicBezTo>
                    <a:cubicBezTo>
                      <a:pt x="4132" y="26869"/>
                      <a:pt x="3947" y="26833"/>
                      <a:pt x="3766" y="26833"/>
                    </a:cubicBezTo>
                    <a:cubicBezTo>
                      <a:pt x="3720" y="26833"/>
                      <a:pt x="3675" y="26836"/>
                      <a:pt x="3629" y="26841"/>
                    </a:cubicBezTo>
                    <a:cubicBezTo>
                      <a:pt x="3679" y="26766"/>
                      <a:pt x="3720" y="26692"/>
                      <a:pt x="3762" y="26617"/>
                    </a:cubicBezTo>
                    <a:cubicBezTo>
                      <a:pt x="3845" y="26576"/>
                      <a:pt x="3927" y="26526"/>
                      <a:pt x="4002" y="26476"/>
                    </a:cubicBezTo>
                    <a:cubicBezTo>
                      <a:pt x="4010" y="26484"/>
                      <a:pt x="4027" y="26493"/>
                      <a:pt x="4043" y="26493"/>
                    </a:cubicBezTo>
                    <a:cubicBezTo>
                      <a:pt x="4599" y="26435"/>
                      <a:pt x="5154" y="26360"/>
                      <a:pt x="5709" y="26252"/>
                    </a:cubicBezTo>
                    <a:cubicBezTo>
                      <a:pt x="5949" y="26203"/>
                      <a:pt x="6198" y="26136"/>
                      <a:pt x="6413" y="26012"/>
                    </a:cubicBezTo>
                    <a:cubicBezTo>
                      <a:pt x="6521" y="25954"/>
                      <a:pt x="6637" y="25880"/>
                      <a:pt x="6728" y="25780"/>
                    </a:cubicBezTo>
                    <a:lnTo>
                      <a:pt x="6728" y="25780"/>
                    </a:lnTo>
                    <a:cubicBezTo>
                      <a:pt x="6720" y="25871"/>
                      <a:pt x="6745" y="25954"/>
                      <a:pt x="6786" y="26020"/>
                    </a:cubicBezTo>
                    <a:cubicBezTo>
                      <a:pt x="6869" y="26145"/>
                      <a:pt x="7010" y="26203"/>
                      <a:pt x="7151" y="26228"/>
                    </a:cubicBezTo>
                    <a:cubicBezTo>
                      <a:pt x="7325" y="26252"/>
                      <a:pt x="7499" y="26261"/>
                      <a:pt x="7681" y="26277"/>
                    </a:cubicBezTo>
                    <a:cubicBezTo>
                      <a:pt x="7772" y="26286"/>
                      <a:pt x="7863" y="26286"/>
                      <a:pt x="7954" y="26294"/>
                    </a:cubicBezTo>
                    <a:cubicBezTo>
                      <a:pt x="8006" y="26294"/>
                      <a:pt x="8064" y="26299"/>
                      <a:pt x="8121" y="26299"/>
                    </a:cubicBezTo>
                    <a:cubicBezTo>
                      <a:pt x="8163" y="26299"/>
                      <a:pt x="8205" y="26296"/>
                      <a:pt x="8244" y="26286"/>
                    </a:cubicBezTo>
                    <a:cubicBezTo>
                      <a:pt x="8269" y="26277"/>
                      <a:pt x="8294" y="26261"/>
                      <a:pt x="8302" y="26244"/>
                    </a:cubicBezTo>
                    <a:cubicBezTo>
                      <a:pt x="8393" y="26584"/>
                      <a:pt x="8609" y="26866"/>
                      <a:pt x="8700" y="27197"/>
                    </a:cubicBezTo>
                    <a:cubicBezTo>
                      <a:pt x="8766" y="27429"/>
                      <a:pt x="8758" y="27661"/>
                      <a:pt x="8750" y="27901"/>
                    </a:cubicBezTo>
                    <a:cubicBezTo>
                      <a:pt x="8733" y="28141"/>
                      <a:pt x="8725" y="28390"/>
                      <a:pt x="8717" y="28630"/>
                    </a:cubicBezTo>
                    <a:cubicBezTo>
                      <a:pt x="8717" y="28639"/>
                      <a:pt x="8717" y="28639"/>
                      <a:pt x="8725" y="28647"/>
                    </a:cubicBezTo>
                    <a:cubicBezTo>
                      <a:pt x="8683" y="28821"/>
                      <a:pt x="8650" y="28987"/>
                      <a:pt x="8634" y="29161"/>
                    </a:cubicBezTo>
                    <a:cubicBezTo>
                      <a:pt x="8592" y="29451"/>
                      <a:pt x="8584" y="29749"/>
                      <a:pt x="8592" y="30039"/>
                    </a:cubicBezTo>
                    <a:cubicBezTo>
                      <a:pt x="8601" y="30279"/>
                      <a:pt x="8592" y="30569"/>
                      <a:pt x="8783" y="30751"/>
                    </a:cubicBezTo>
                    <a:cubicBezTo>
                      <a:pt x="8940" y="30901"/>
                      <a:pt x="9156" y="30942"/>
                      <a:pt x="9346" y="31025"/>
                    </a:cubicBezTo>
                    <a:cubicBezTo>
                      <a:pt x="9479" y="31083"/>
                      <a:pt x="9595" y="31157"/>
                      <a:pt x="9736" y="31199"/>
                    </a:cubicBezTo>
                    <a:cubicBezTo>
                      <a:pt x="9777" y="31207"/>
                      <a:pt x="9827" y="31215"/>
                      <a:pt x="9876" y="31215"/>
                    </a:cubicBezTo>
                    <a:cubicBezTo>
                      <a:pt x="9885" y="31249"/>
                      <a:pt x="9910" y="31282"/>
                      <a:pt x="9943" y="31298"/>
                    </a:cubicBezTo>
                    <a:cubicBezTo>
                      <a:pt x="9976" y="31381"/>
                      <a:pt x="10050" y="31447"/>
                      <a:pt x="10117" y="31497"/>
                    </a:cubicBezTo>
                    <a:cubicBezTo>
                      <a:pt x="10200" y="31563"/>
                      <a:pt x="10307" y="31605"/>
                      <a:pt x="10415" y="31621"/>
                    </a:cubicBezTo>
                    <a:cubicBezTo>
                      <a:pt x="10459" y="31629"/>
                      <a:pt x="10503" y="31632"/>
                      <a:pt x="10547" y="31632"/>
                    </a:cubicBezTo>
                    <a:cubicBezTo>
                      <a:pt x="10751" y="31632"/>
                      <a:pt x="10950" y="31558"/>
                      <a:pt x="11128" y="31456"/>
                    </a:cubicBezTo>
                    <a:cubicBezTo>
                      <a:pt x="11285" y="31356"/>
                      <a:pt x="11484" y="31224"/>
                      <a:pt x="11534" y="31041"/>
                    </a:cubicBezTo>
                    <a:cubicBezTo>
                      <a:pt x="11666" y="30959"/>
                      <a:pt x="11741" y="30809"/>
                      <a:pt x="11799" y="30669"/>
                    </a:cubicBezTo>
                    <a:cubicBezTo>
                      <a:pt x="11865" y="30478"/>
                      <a:pt x="11923" y="30296"/>
                      <a:pt x="11832" y="30105"/>
                    </a:cubicBezTo>
                    <a:cubicBezTo>
                      <a:pt x="11824" y="30105"/>
                      <a:pt x="11824" y="30097"/>
                      <a:pt x="11824" y="30097"/>
                    </a:cubicBezTo>
                    <a:cubicBezTo>
                      <a:pt x="11940" y="29625"/>
                      <a:pt x="11625" y="29235"/>
                      <a:pt x="11343" y="28895"/>
                    </a:cubicBezTo>
                    <a:cubicBezTo>
                      <a:pt x="11194" y="28713"/>
                      <a:pt x="11053" y="28531"/>
                      <a:pt x="10987" y="28299"/>
                    </a:cubicBezTo>
                    <a:cubicBezTo>
                      <a:pt x="10920" y="28059"/>
                      <a:pt x="10912" y="27810"/>
                      <a:pt x="10896" y="27561"/>
                    </a:cubicBezTo>
                    <a:cubicBezTo>
                      <a:pt x="10871" y="27114"/>
                      <a:pt x="10862" y="26667"/>
                      <a:pt x="10862" y="26219"/>
                    </a:cubicBezTo>
                    <a:cubicBezTo>
                      <a:pt x="10887" y="26219"/>
                      <a:pt x="10904" y="26211"/>
                      <a:pt x="10929" y="26203"/>
                    </a:cubicBezTo>
                    <a:cubicBezTo>
                      <a:pt x="10987" y="26186"/>
                      <a:pt x="11053" y="26161"/>
                      <a:pt x="11111" y="26128"/>
                    </a:cubicBezTo>
                    <a:cubicBezTo>
                      <a:pt x="11202" y="26087"/>
                      <a:pt x="11268" y="26012"/>
                      <a:pt x="11310" y="25929"/>
                    </a:cubicBezTo>
                    <a:cubicBezTo>
                      <a:pt x="11418" y="25888"/>
                      <a:pt x="11517" y="25813"/>
                      <a:pt x="11600" y="25739"/>
                    </a:cubicBezTo>
                    <a:cubicBezTo>
                      <a:pt x="11691" y="25656"/>
                      <a:pt x="11766" y="25548"/>
                      <a:pt x="11815" y="25440"/>
                    </a:cubicBezTo>
                    <a:cubicBezTo>
                      <a:pt x="11840" y="25382"/>
                      <a:pt x="11865" y="25333"/>
                      <a:pt x="11873" y="25275"/>
                    </a:cubicBezTo>
                    <a:cubicBezTo>
                      <a:pt x="11898" y="25225"/>
                      <a:pt x="11915" y="25167"/>
                      <a:pt x="11923" y="25109"/>
                    </a:cubicBezTo>
                    <a:cubicBezTo>
                      <a:pt x="11948" y="24985"/>
                      <a:pt x="11915" y="24852"/>
                      <a:pt x="11848" y="24744"/>
                    </a:cubicBezTo>
                    <a:cubicBezTo>
                      <a:pt x="11799" y="24678"/>
                      <a:pt x="11749" y="24628"/>
                      <a:pt x="11683" y="24595"/>
                    </a:cubicBezTo>
                    <a:cubicBezTo>
                      <a:pt x="11873" y="24570"/>
                      <a:pt x="12064" y="24537"/>
                      <a:pt x="12254" y="24504"/>
                    </a:cubicBezTo>
                    <a:cubicBezTo>
                      <a:pt x="12718" y="24430"/>
                      <a:pt x="13182" y="24314"/>
                      <a:pt x="13622" y="24131"/>
                    </a:cubicBezTo>
                    <a:cubicBezTo>
                      <a:pt x="13953" y="23999"/>
                      <a:pt x="14260" y="23825"/>
                      <a:pt x="14549" y="23618"/>
                    </a:cubicBezTo>
                    <a:lnTo>
                      <a:pt x="14549" y="23618"/>
                    </a:lnTo>
                    <a:cubicBezTo>
                      <a:pt x="14516" y="23775"/>
                      <a:pt x="14442" y="23932"/>
                      <a:pt x="14425" y="24082"/>
                    </a:cubicBezTo>
                    <a:cubicBezTo>
                      <a:pt x="14400" y="24198"/>
                      <a:pt x="14409" y="24314"/>
                      <a:pt x="14450" y="24421"/>
                    </a:cubicBezTo>
                    <a:cubicBezTo>
                      <a:pt x="14491" y="24529"/>
                      <a:pt x="14574" y="24612"/>
                      <a:pt x="14641" y="24711"/>
                    </a:cubicBezTo>
                    <a:cubicBezTo>
                      <a:pt x="14715" y="24836"/>
                      <a:pt x="14665" y="24960"/>
                      <a:pt x="14641" y="25084"/>
                    </a:cubicBezTo>
                    <a:cubicBezTo>
                      <a:pt x="14607" y="25233"/>
                      <a:pt x="14583" y="25374"/>
                      <a:pt x="14566" y="25523"/>
                    </a:cubicBezTo>
                    <a:cubicBezTo>
                      <a:pt x="14549" y="25656"/>
                      <a:pt x="14516" y="25805"/>
                      <a:pt x="14549" y="25938"/>
                    </a:cubicBezTo>
                    <a:cubicBezTo>
                      <a:pt x="14581" y="26047"/>
                      <a:pt x="14679" y="26112"/>
                      <a:pt x="14787" y="26112"/>
                    </a:cubicBezTo>
                    <a:cubicBezTo>
                      <a:pt x="14793" y="26112"/>
                      <a:pt x="14800" y="26112"/>
                      <a:pt x="14806" y="26112"/>
                    </a:cubicBezTo>
                    <a:cubicBezTo>
                      <a:pt x="14815" y="26178"/>
                      <a:pt x="14823" y="26236"/>
                      <a:pt x="14839" y="26302"/>
                    </a:cubicBezTo>
                    <a:cubicBezTo>
                      <a:pt x="14864" y="26426"/>
                      <a:pt x="14897" y="26559"/>
                      <a:pt x="14922" y="26692"/>
                    </a:cubicBezTo>
                    <a:cubicBezTo>
                      <a:pt x="14972" y="26899"/>
                      <a:pt x="15047" y="27114"/>
                      <a:pt x="15204" y="27263"/>
                    </a:cubicBezTo>
                    <a:cubicBezTo>
                      <a:pt x="15361" y="27412"/>
                      <a:pt x="15560" y="27495"/>
                      <a:pt x="15767" y="27528"/>
                    </a:cubicBezTo>
                    <a:cubicBezTo>
                      <a:pt x="15818" y="27535"/>
                      <a:pt x="15868" y="27537"/>
                      <a:pt x="15916" y="27537"/>
                    </a:cubicBezTo>
                    <a:cubicBezTo>
                      <a:pt x="15995" y="27537"/>
                      <a:pt x="16072" y="27530"/>
                      <a:pt x="16149" y="27520"/>
                    </a:cubicBezTo>
                    <a:cubicBezTo>
                      <a:pt x="16190" y="27512"/>
                      <a:pt x="16240" y="27503"/>
                      <a:pt x="16289" y="27495"/>
                    </a:cubicBezTo>
                    <a:cubicBezTo>
                      <a:pt x="16298" y="27495"/>
                      <a:pt x="16306" y="27503"/>
                      <a:pt x="16314" y="27503"/>
                    </a:cubicBezTo>
                    <a:lnTo>
                      <a:pt x="16323" y="27503"/>
                    </a:lnTo>
                    <a:cubicBezTo>
                      <a:pt x="16372" y="27512"/>
                      <a:pt x="16430" y="27512"/>
                      <a:pt x="16480" y="27512"/>
                    </a:cubicBezTo>
                    <a:cubicBezTo>
                      <a:pt x="16579" y="27512"/>
                      <a:pt x="16687" y="27512"/>
                      <a:pt x="16787" y="27495"/>
                    </a:cubicBezTo>
                    <a:cubicBezTo>
                      <a:pt x="16961" y="27487"/>
                      <a:pt x="17176" y="27479"/>
                      <a:pt x="17317" y="27363"/>
                    </a:cubicBezTo>
                    <a:cubicBezTo>
                      <a:pt x="17416" y="27296"/>
                      <a:pt x="17466" y="27180"/>
                      <a:pt x="17458" y="27064"/>
                    </a:cubicBezTo>
                    <a:cubicBezTo>
                      <a:pt x="17458" y="27056"/>
                      <a:pt x="17466" y="27048"/>
                      <a:pt x="17474" y="27048"/>
                    </a:cubicBezTo>
                    <a:cubicBezTo>
                      <a:pt x="17532" y="26973"/>
                      <a:pt x="17565" y="26890"/>
                      <a:pt x="17582" y="26799"/>
                    </a:cubicBezTo>
                    <a:cubicBezTo>
                      <a:pt x="17623" y="26609"/>
                      <a:pt x="17565" y="26426"/>
                      <a:pt x="17433" y="26277"/>
                    </a:cubicBezTo>
                    <a:cubicBezTo>
                      <a:pt x="17309" y="26145"/>
                      <a:pt x="17143" y="26062"/>
                      <a:pt x="16977" y="25979"/>
                    </a:cubicBezTo>
                    <a:cubicBezTo>
                      <a:pt x="16845" y="25913"/>
                      <a:pt x="16712" y="25830"/>
                      <a:pt x="16596" y="25739"/>
                    </a:cubicBezTo>
                    <a:cubicBezTo>
                      <a:pt x="16579" y="25730"/>
                      <a:pt x="16571" y="25714"/>
                      <a:pt x="16555" y="25697"/>
                    </a:cubicBezTo>
                    <a:cubicBezTo>
                      <a:pt x="16513" y="25648"/>
                      <a:pt x="16472" y="25598"/>
                      <a:pt x="16439" y="25540"/>
                    </a:cubicBezTo>
                    <a:cubicBezTo>
                      <a:pt x="16372" y="25432"/>
                      <a:pt x="16314" y="25316"/>
                      <a:pt x="16273" y="25192"/>
                    </a:cubicBezTo>
                    <a:cubicBezTo>
                      <a:pt x="16231" y="25076"/>
                      <a:pt x="16207" y="24952"/>
                      <a:pt x="16198" y="24836"/>
                    </a:cubicBezTo>
                    <a:lnTo>
                      <a:pt x="16198" y="24819"/>
                    </a:lnTo>
                    <a:cubicBezTo>
                      <a:pt x="16472" y="24007"/>
                      <a:pt x="16952" y="23294"/>
                      <a:pt x="17325" y="22532"/>
                    </a:cubicBezTo>
                    <a:cubicBezTo>
                      <a:pt x="17715" y="21704"/>
                      <a:pt x="17913" y="20809"/>
                      <a:pt x="18021" y="19897"/>
                    </a:cubicBezTo>
                    <a:cubicBezTo>
                      <a:pt x="18046" y="19641"/>
                      <a:pt x="18071" y="19375"/>
                      <a:pt x="18087" y="19110"/>
                    </a:cubicBezTo>
                    <a:cubicBezTo>
                      <a:pt x="18096" y="18986"/>
                      <a:pt x="18104" y="18853"/>
                      <a:pt x="18112" y="18729"/>
                    </a:cubicBezTo>
                    <a:cubicBezTo>
                      <a:pt x="18112" y="18597"/>
                      <a:pt x="18137" y="18464"/>
                      <a:pt x="18104" y="18331"/>
                    </a:cubicBezTo>
                    <a:cubicBezTo>
                      <a:pt x="18104" y="18331"/>
                      <a:pt x="18104" y="18331"/>
                      <a:pt x="18104" y="18323"/>
                    </a:cubicBezTo>
                    <a:cubicBezTo>
                      <a:pt x="18154" y="18273"/>
                      <a:pt x="18195" y="18224"/>
                      <a:pt x="18237" y="18174"/>
                    </a:cubicBezTo>
                    <a:cubicBezTo>
                      <a:pt x="18394" y="17967"/>
                      <a:pt x="18493" y="17735"/>
                      <a:pt x="18551" y="17478"/>
                    </a:cubicBezTo>
                    <a:cubicBezTo>
                      <a:pt x="18609" y="17213"/>
                      <a:pt x="18634" y="16956"/>
                      <a:pt x="18651" y="16683"/>
                    </a:cubicBezTo>
                    <a:cubicBezTo>
                      <a:pt x="18659" y="16534"/>
                      <a:pt x="18667" y="16393"/>
                      <a:pt x="18667" y="16244"/>
                    </a:cubicBezTo>
                    <a:cubicBezTo>
                      <a:pt x="18667" y="16103"/>
                      <a:pt x="18684" y="15954"/>
                      <a:pt x="18634" y="15829"/>
                    </a:cubicBezTo>
                    <a:cubicBezTo>
                      <a:pt x="18621" y="15809"/>
                      <a:pt x="18601" y="15794"/>
                      <a:pt x="18581" y="15794"/>
                    </a:cubicBezTo>
                    <a:cubicBezTo>
                      <a:pt x="18577" y="15794"/>
                      <a:pt x="18572" y="15795"/>
                      <a:pt x="18568" y="15796"/>
                    </a:cubicBezTo>
                    <a:cubicBezTo>
                      <a:pt x="18560" y="15514"/>
                      <a:pt x="18477" y="15241"/>
                      <a:pt x="18394" y="14984"/>
                    </a:cubicBezTo>
                    <a:cubicBezTo>
                      <a:pt x="18353" y="14852"/>
                      <a:pt x="18311" y="14727"/>
                      <a:pt x="18261" y="14595"/>
                    </a:cubicBezTo>
                    <a:cubicBezTo>
                      <a:pt x="18278" y="14586"/>
                      <a:pt x="18303" y="14570"/>
                      <a:pt x="18319" y="14562"/>
                    </a:cubicBezTo>
                    <a:cubicBezTo>
                      <a:pt x="18336" y="14545"/>
                      <a:pt x="18361" y="14528"/>
                      <a:pt x="18377" y="14512"/>
                    </a:cubicBezTo>
                    <a:cubicBezTo>
                      <a:pt x="18386" y="14504"/>
                      <a:pt x="18394" y="14504"/>
                      <a:pt x="18402" y="14495"/>
                    </a:cubicBezTo>
                    <a:cubicBezTo>
                      <a:pt x="18411" y="14487"/>
                      <a:pt x="18419" y="14470"/>
                      <a:pt x="18427" y="14462"/>
                    </a:cubicBezTo>
                    <a:cubicBezTo>
                      <a:pt x="18435" y="14454"/>
                      <a:pt x="18444" y="14429"/>
                      <a:pt x="18427" y="14412"/>
                    </a:cubicBezTo>
                    <a:cubicBezTo>
                      <a:pt x="18419" y="14404"/>
                      <a:pt x="18402" y="14396"/>
                      <a:pt x="18386" y="14396"/>
                    </a:cubicBezTo>
                    <a:cubicBezTo>
                      <a:pt x="18377" y="14404"/>
                      <a:pt x="18361" y="14404"/>
                      <a:pt x="18353" y="14404"/>
                    </a:cubicBezTo>
                    <a:cubicBezTo>
                      <a:pt x="18344" y="14412"/>
                      <a:pt x="18328" y="14421"/>
                      <a:pt x="18319" y="14429"/>
                    </a:cubicBezTo>
                    <a:cubicBezTo>
                      <a:pt x="18303" y="14429"/>
                      <a:pt x="18295" y="14437"/>
                      <a:pt x="18286" y="14446"/>
                    </a:cubicBezTo>
                    <a:cubicBezTo>
                      <a:pt x="18278" y="14454"/>
                      <a:pt x="18270" y="14454"/>
                      <a:pt x="18261" y="14462"/>
                    </a:cubicBezTo>
                    <a:cubicBezTo>
                      <a:pt x="18245" y="14470"/>
                      <a:pt x="18237" y="14479"/>
                      <a:pt x="18228" y="14487"/>
                    </a:cubicBezTo>
                    <a:cubicBezTo>
                      <a:pt x="18220" y="14462"/>
                      <a:pt x="18203" y="14437"/>
                      <a:pt x="18195" y="14412"/>
                    </a:cubicBezTo>
                    <a:cubicBezTo>
                      <a:pt x="18195" y="14412"/>
                      <a:pt x="18195" y="14404"/>
                      <a:pt x="18195" y="14396"/>
                    </a:cubicBezTo>
                    <a:cubicBezTo>
                      <a:pt x="18212" y="14379"/>
                      <a:pt x="18220" y="14363"/>
                      <a:pt x="18237" y="14354"/>
                    </a:cubicBezTo>
                    <a:cubicBezTo>
                      <a:pt x="18245" y="14346"/>
                      <a:pt x="18261" y="14338"/>
                      <a:pt x="18261" y="14330"/>
                    </a:cubicBezTo>
                    <a:cubicBezTo>
                      <a:pt x="18270" y="14321"/>
                      <a:pt x="18278" y="14313"/>
                      <a:pt x="18278" y="14305"/>
                    </a:cubicBezTo>
                    <a:cubicBezTo>
                      <a:pt x="18286" y="14296"/>
                      <a:pt x="18295" y="14280"/>
                      <a:pt x="18295" y="14272"/>
                    </a:cubicBezTo>
                    <a:cubicBezTo>
                      <a:pt x="18295" y="14255"/>
                      <a:pt x="18286" y="14238"/>
                      <a:pt x="18278" y="14230"/>
                    </a:cubicBezTo>
                    <a:cubicBezTo>
                      <a:pt x="18261" y="14222"/>
                      <a:pt x="18253" y="14214"/>
                      <a:pt x="18237" y="14214"/>
                    </a:cubicBezTo>
                    <a:cubicBezTo>
                      <a:pt x="18203" y="14214"/>
                      <a:pt x="18179" y="14238"/>
                      <a:pt x="18154" y="14263"/>
                    </a:cubicBezTo>
                    <a:lnTo>
                      <a:pt x="18145" y="14263"/>
                    </a:lnTo>
                    <a:cubicBezTo>
                      <a:pt x="18104" y="14147"/>
                      <a:pt x="18063" y="14023"/>
                      <a:pt x="17996" y="13907"/>
                    </a:cubicBezTo>
                    <a:cubicBezTo>
                      <a:pt x="18054" y="13841"/>
                      <a:pt x="18104" y="13766"/>
                      <a:pt x="18121" y="13683"/>
                    </a:cubicBezTo>
                    <a:cubicBezTo>
                      <a:pt x="18121" y="13675"/>
                      <a:pt x="18121" y="13658"/>
                      <a:pt x="18121" y="13650"/>
                    </a:cubicBezTo>
                    <a:cubicBezTo>
                      <a:pt x="18168" y="13656"/>
                      <a:pt x="18216" y="13659"/>
                      <a:pt x="18264" y="13659"/>
                    </a:cubicBezTo>
                    <a:cubicBezTo>
                      <a:pt x="18491" y="13659"/>
                      <a:pt x="18719" y="13597"/>
                      <a:pt x="18924" y="13501"/>
                    </a:cubicBezTo>
                    <a:cubicBezTo>
                      <a:pt x="19189" y="13368"/>
                      <a:pt x="19421" y="13145"/>
                      <a:pt x="19554" y="12880"/>
                    </a:cubicBezTo>
                    <a:cubicBezTo>
                      <a:pt x="19720" y="12565"/>
                      <a:pt x="19753" y="12192"/>
                      <a:pt x="19711" y="11844"/>
                    </a:cubicBezTo>
                    <a:cubicBezTo>
                      <a:pt x="19728" y="11836"/>
                      <a:pt x="19744" y="11827"/>
                      <a:pt x="19753" y="11811"/>
                    </a:cubicBezTo>
                    <a:cubicBezTo>
                      <a:pt x="20291" y="11189"/>
                      <a:pt x="20714" y="10427"/>
                      <a:pt x="20938" y="9632"/>
                    </a:cubicBezTo>
                    <a:cubicBezTo>
                      <a:pt x="20996" y="9416"/>
                      <a:pt x="21037" y="9193"/>
                      <a:pt x="21012" y="8969"/>
                    </a:cubicBezTo>
                    <a:lnTo>
                      <a:pt x="21004" y="8969"/>
                    </a:lnTo>
                    <a:cubicBezTo>
                      <a:pt x="20987" y="8770"/>
                      <a:pt x="20904" y="8588"/>
                      <a:pt x="20788" y="8422"/>
                    </a:cubicBezTo>
                    <a:cubicBezTo>
                      <a:pt x="20672" y="8256"/>
                      <a:pt x="20532" y="8107"/>
                      <a:pt x="20407" y="7941"/>
                    </a:cubicBezTo>
                    <a:cubicBezTo>
                      <a:pt x="20300" y="7792"/>
                      <a:pt x="20200" y="7643"/>
                      <a:pt x="20109" y="7486"/>
                    </a:cubicBezTo>
                    <a:lnTo>
                      <a:pt x="20109" y="7486"/>
                    </a:lnTo>
                    <a:cubicBezTo>
                      <a:pt x="20116" y="7489"/>
                      <a:pt x="20123" y="7491"/>
                      <a:pt x="20129" y="7491"/>
                    </a:cubicBezTo>
                    <a:cubicBezTo>
                      <a:pt x="20138" y="7491"/>
                      <a:pt x="20146" y="7487"/>
                      <a:pt x="20150" y="7477"/>
                    </a:cubicBezTo>
                    <a:cubicBezTo>
                      <a:pt x="20159" y="7469"/>
                      <a:pt x="20159" y="7444"/>
                      <a:pt x="20150" y="7436"/>
                    </a:cubicBezTo>
                    <a:cubicBezTo>
                      <a:pt x="20126" y="7419"/>
                      <a:pt x="20109" y="7395"/>
                      <a:pt x="20084" y="7378"/>
                    </a:cubicBezTo>
                    <a:cubicBezTo>
                      <a:pt x="20068" y="7370"/>
                      <a:pt x="20043" y="7353"/>
                      <a:pt x="20026" y="7337"/>
                    </a:cubicBezTo>
                    <a:cubicBezTo>
                      <a:pt x="19976" y="7254"/>
                      <a:pt x="19935" y="7171"/>
                      <a:pt x="19894" y="7080"/>
                    </a:cubicBezTo>
                    <a:lnTo>
                      <a:pt x="19894" y="7080"/>
                    </a:lnTo>
                    <a:cubicBezTo>
                      <a:pt x="19910" y="7088"/>
                      <a:pt x="19927" y="7096"/>
                      <a:pt x="19943" y="7105"/>
                    </a:cubicBezTo>
                    <a:cubicBezTo>
                      <a:pt x="19968" y="7113"/>
                      <a:pt x="19985" y="7121"/>
                      <a:pt x="20010" y="7121"/>
                    </a:cubicBezTo>
                    <a:cubicBezTo>
                      <a:pt x="20022" y="7125"/>
                      <a:pt x="20034" y="7127"/>
                      <a:pt x="20047" y="7127"/>
                    </a:cubicBezTo>
                    <a:cubicBezTo>
                      <a:pt x="20059" y="7127"/>
                      <a:pt x="20072" y="7125"/>
                      <a:pt x="20084" y="7121"/>
                    </a:cubicBezTo>
                    <a:cubicBezTo>
                      <a:pt x="20117" y="7113"/>
                      <a:pt x="20126" y="7071"/>
                      <a:pt x="20101" y="7055"/>
                    </a:cubicBezTo>
                    <a:cubicBezTo>
                      <a:pt x="20076" y="7022"/>
                      <a:pt x="20026" y="7005"/>
                      <a:pt x="19985" y="6989"/>
                    </a:cubicBezTo>
                    <a:cubicBezTo>
                      <a:pt x="19976" y="6989"/>
                      <a:pt x="19976" y="6980"/>
                      <a:pt x="19968" y="6980"/>
                    </a:cubicBezTo>
                    <a:cubicBezTo>
                      <a:pt x="19960" y="6980"/>
                      <a:pt x="19952" y="6972"/>
                      <a:pt x="19943" y="6972"/>
                    </a:cubicBezTo>
                    <a:cubicBezTo>
                      <a:pt x="19927" y="6955"/>
                      <a:pt x="19910" y="6947"/>
                      <a:pt x="19894" y="6939"/>
                    </a:cubicBezTo>
                    <a:cubicBezTo>
                      <a:pt x="19852" y="6914"/>
                      <a:pt x="19827" y="6898"/>
                      <a:pt x="19802" y="6873"/>
                    </a:cubicBezTo>
                    <a:cubicBezTo>
                      <a:pt x="19794" y="6864"/>
                      <a:pt x="19794" y="6864"/>
                      <a:pt x="19786" y="6856"/>
                    </a:cubicBezTo>
                    <a:cubicBezTo>
                      <a:pt x="19778" y="6840"/>
                      <a:pt x="19769" y="6831"/>
                      <a:pt x="19769" y="6815"/>
                    </a:cubicBezTo>
                    <a:lnTo>
                      <a:pt x="19769" y="6815"/>
                    </a:lnTo>
                    <a:cubicBezTo>
                      <a:pt x="19781" y="6821"/>
                      <a:pt x="19794" y="6823"/>
                      <a:pt x="19807" y="6823"/>
                    </a:cubicBezTo>
                    <a:cubicBezTo>
                      <a:pt x="19831" y="6823"/>
                      <a:pt x="19856" y="6814"/>
                      <a:pt x="19877" y="6798"/>
                    </a:cubicBezTo>
                    <a:cubicBezTo>
                      <a:pt x="20034" y="6657"/>
                      <a:pt x="20175" y="6508"/>
                      <a:pt x="20300" y="6334"/>
                    </a:cubicBezTo>
                    <a:cubicBezTo>
                      <a:pt x="20416" y="6168"/>
                      <a:pt x="20532" y="5978"/>
                      <a:pt x="20581" y="5771"/>
                    </a:cubicBezTo>
                    <a:cubicBezTo>
                      <a:pt x="20606" y="5671"/>
                      <a:pt x="20614" y="5572"/>
                      <a:pt x="20590" y="5472"/>
                    </a:cubicBezTo>
                    <a:cubicBezTo>
                      <a:pt x="20565" y="5365"/>
                      <a:pt x="20507" y="5274"/>
                      <a:pt x="20449" y="5191"/>
                    </a:cubicBezTo>
                    <a:cubicBezTo>
                      <a:pt x="20341" y="5008"/>
                      <a:pt x="20250" y="4818"/>
                      <a:pt x="20167" y="4619"/>
                    </a:cubicBezTo>
                    <a:cubicBezTo>
                      <a:pt x="19860" y="3807"/>
                      <a:pt x="19802" y="2912"/>
                      <a:pt x="19686" y="2059"/>
                    </a:cubicBezTo>
                    <a:cubicBezTo>
                      <a:pt x="19579" y="1288"/>
                      <a:pt x="19347" y="319"/>
                      <a:pt x="18502" y="54"/>
                    </a:cubicBezTo>
                    <a:cubicBezTo>
                      <a:pt x="18387" y="18"/>
                      <a:pt x="18272" y="1"/>
                      <a:pt x="181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3" name="Google Shape;7433;p22"/>
              <p:cNvSpPr/>
              <p:nvPr/>
            </p:nvSpPr>
            <p:spPr>
              <a:xfrm>
                <a:off x="6264275" y="4143550"/>
                <a:ext cx="10425" cy="16700"/>
              </a:xfrm>
              <a:custGeom>
                <a:rect b="b" l="l" r="r" t="t"/>
                <a:pathLst>
                  <a:path extrusionOk="0" h="668" w="417">
                    <a:moveTo>
                      <a:pt x="378" y="0"/>
                    </a:moveTo>
                    <a:cubicBezTo>
                      <a:pt x="375" y="0"/>
                      <a:pt x="371" y="1"/>
                      <a:pt x="368" y="3"/>
                    </a:cubicBezTo>
                    <a:cubicBezTo>
                      <a:pt x="319" y="36"/>
                      <a:pt x="285" y="94"/>
                      <a:pt x="252" y="143"/>
                    </a:cubicBezTo>
                    <a:cubicBezTo>
                      <a:pt x="227" y="193"/>
                      <a:pt x="194" y="243"/>
                      <a:pt x="169" y="293"/>
                    </a:cubicBezTo>
                    <a:cubicBezTo>
                      <a:pt x="111" y="400"/>
                      <a:pt x="62" y="508"/>
                      <a:pt x="12" y="616"/>
                    </a:cubicBezTo>
                    <a:cubicBezTo>
                      <a:pt x="1" y="644"/>
                      <a:pt x="24" y="668"/>
                      <a:pt x="45" y="668"/>
                    </a:cubicBezTo>
                    <a:cubicBezTo>
                      <a:pt x="55" y="668"/>
                      <a:pt x="65" y="662"/>
                      <a:pt x="70" y="649"/>
                    </a:cubicBezTo>
                    <a:cubicBezTo>
                      <a:pt x="128" y="549"/>
                      <a:pt x="194" y="450"/>
                      <a:pt x="252" y="342"/>
                    </a:cubicBezTo>
                    <a:cubicBezTo>
                      <a:pt x="277" y="293"/>
                      <a:pt x="310" y="243"/>
                      <a:pt x="335" y="193"/>
                    </a:cubicBezTo>
                    <a:cubicBezTo>
                      <a:pt x="368" y="143"/>
                      <a:pt x="410" y="94"/>
                      <a:pt x="410" y="36"/>
                    </a:cubicBezTo>
                    <a:cubicBezTo>
                      <a:pt x="417" y="15"/>
                      <a:pt x="395" y="0"/>
                      <a:pt x="3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4" name="Google Shape;7434;p22"/>
              <p:cNvSpPr/>
              <p:nvPr/>
            </p:nvSpPr>
            <p:spPr>
              <a:xfrm>
                <a:off x="6277000" y="4120200"/>
                <a:ext cx="2700" cy="7550"/>
              </a:xfrm>
              <a:custGeom>
                <a:rect b="b" l="l" r="r" t="t"/>
                <a:pathLst>
                  <a:path extrusionOk="0" h="302" w="108">
                    <a:moveTo>
                      <a:pt x="91" y="0"/>
                    </a:moveTo>
                    <a:cubicBezTo>
                      <a:pt x="75" y="0"/>
                      <a:pt x="66" y="9"/>
                      <a:pt x="58" y="25"/>
                    </a:cubicBezTo>
                    <a:cubicBezTo>
                      <a:pt x="50" y="42"/>
                      <a:pt x="42" y="58"/>
                      <a:pt x="42" y="83"/>
                    </a:cubicBezTo>
                    <a:cubicBezTo>
                      <a:pt x="33" y="100"/>
                      <a:pt x="33" y="116"/>
                      <a:pt x="33" y="141"/>
                    </a:cubicBezTo>
                    <a:cubicBezTo>
                      <a:pt x="25" y="174"/>
                      <a:pt x="17" y="216"/>
                      <a:pt x="8" y="257"/>
                    </a:cubicBezTo>
                    <a:cubicBezTo>
                      <a:pt x="0" y="274"/>
                      <a:pt x="17" y="299"/>
                      <a:pt x="33" y="299"/>
                    </a:cubicBezTo>
                    <a:cubicBezTo>
                      <a:pt x="37" y="301"/>
                      <a:pt x="42" y="302"/>
                      <a:pt x="47" y="302"/>
                    </a:cubicBezTo>
                    <a:cubicBezTo>
                      <a:pt x="61" y="302"/>
                      <a:pt x="75" y="292"/>
                      <a:pt x="75" y="274"/>
                    </a:cubicBezTo>
                    <a:cubicBezTo>
                      <a:pt x="83" y="232"/>
                      <a:pt x="91" y="199"/>
                      <a:pt x="100" y="158"/>
                    </a:cubicBezTo>
                    <a:cubicBezTo>
                      <a:pt x="108" y="108"/>
                      <a:pt x="108" y="67"/>
                      <a:pt x="108" y="25"/>
                    </a:cubicBezTo>
                    <a:cubicBezTo>
                      <a:pt x="108" y="1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5" name="Google Shape;7435;p22"/>
              <p:cNvSpPr/>
              <p:nvPr/>
            </p:nvSpPr>
            <p:spPr>
              <a:xfrm>
                <a:off x="6042300" y="4123200"/>
                <a:ext cx="17625" cy="28550"/>
              </a:xfrm>
              <a:custGeom>
                <a:rect b="b" l="l" r="r" t="t"/>
                <a:pathLst>
                  <a:path extrusionOk="0" h="1142" w="705">
                    <a:moveTo>
                      <a:pt x="50" y="0"/>
                    </a:moveTo>
                    <a:cubicBezTo>
                      <a:pt x="32" y="0"/>
                      <a:pt x="13" y="13"/>
                      <a:pt x="9" y="38"/>
                    </a:cubicBezTo>
                    <a:cubicBezTo>
                      <a:pt x="1" y="245"/>
                      <a:pt x="75" y="444"/>
                      <a:pt x="183" y="626"/>
                    </a:cubicBezTo>
                    <a:cubicBezTo>
                      <a:pt x="241" y="717"/>
                      <a:pt x="316" y="800"/>
                      <a:pt x="374" y="891"/>
                    </a:cubicBezTo>
                    <a:lnTo>
                      <a:pt x="382" y="891"/>
                    </a:lnTo>
                    <a:cubicBezTo>
                      <a:pt x="407" y="933"/>
                      <a:pt x="440" y="974"/>
                      <a:pt x="473" y="1024"/>
                    </a:cubicBezTo>
                    <a:cubicBezTo>
                      <a:pt x="506" y="1065"/>
                      <a:pt x="531" y="1131"/>
                      <a:pt x="597" y="1140"/>
                    </a:cubicBezTo>
                    <a:cubicBezTo>
                      <a:pt x="603" y="1141"/>
                      <a:pt x="608" y="1142"/>
                      <a:pt x="614" y="1142"/>
                    </a:cubicBezTo>
                    <a:cubicBezTo>
                      <a:pt x="639" y="1142"/>
                      <a:pt x="658" y="1126"/>
                      <a:pt x="672" y="1098"/>
                    </a:cubicBezTo>
                    <a:cubicBezTo>
                      <a:pt x="705" y="1007"/>
                      <a:pt x="589" y="899"/>
                      <a:pt x="539" y="833"/>
                    </a:cubicBezTo>
                    <a:cubicBezTo>
                      <a:pt x="473" y="742"/>
                      <a:pt x="407" y="659"/>
                      <a:pt x="340" y="576"/>
                    </a:cubicBezTo>
                    <a:cubicBezTo>
                      <a:pt x="216" y="427"/>
                      <a:pt x="100" y="237"/>
                      <a:pt x="92" y="38"/>
                    </a:cubicBezTo>
                    <a:cubicBezTo>
                      <a:pt x="88" y="13"/>
                      <a:pt x="69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6" name="Google Shape;7436;p22"/>
              <p:cNvSpPr/>
              <p:nvPr/>
            </p:nvSpPr>
            <p:spPr>
              <a:xfrm>
                <a:off x="6246050" y="4097525"/>
                <a:ext cx="8800" cy="18325"/>
              </a:xfrm>
              <a:custGeom>
                <a:rect b="b" l="l" r="r" t="t"/>
                <a:pathLst>
                  <a:path extrusionOk="0" h="733" w="352">
                    <a:moveTo>
                      <a:pt x="293" y="1"/>
                    </a:moveTo>
                    <a:cubicBezTo>
                      <a:pt x="288" y="1"/>
                      <a:pt x="282" y="2"/>
                      <a:pt x="277" y="4"/>
                    </a:cubicBezTo>
                    <a:cubicBezTo>
                      <a:pt x="252" y="29"/>
                      <a:pt x="244" y="54"/>
                      <a:pt x="236" y="87"/>
                    </a:cubicBezTo>
                    <a:cubicBezTo>
                      <a:pt x="236" y="112"/>
                      <a:pt x="227" y="145"/>
                      <a:pt x="219" y="178"/>
                    </a:cubicBezTo>
                    <a:cubicBezTo>
                      <a:pt x="211" y="236"/>
                      <a:pt x="194" y="294"/>
                      <a:pt x="178" y="352"/>
                    </a:cubicBezTo>
                    <a:cubicBezTo>
                      <a:pt x="136" y="468"/>
                      <a:pt x="87" y="584"/>
                      <a:pt x="20" y="684"/>
                    </a:cubicBezTo>
                    <a:cubicBezTo>
                      <a:pt x="1" y="703"/>
                      <a:pt x="27" y="733"/>
                      <a:pt x="51" y="733"/>
                    </a:cubicBezTo>
                    <a:cubicBezTo>
                      <a:pt x="58" y="733"/>
                      <a:pt x="65" y="730"/>
                      <a:pt x="70" y="725"/>
                    </a:cubicBezTo>
                    <a:cubicBezTo>
                      <a:pt x="145" y="626"/>
                      <a:pt x="227" y="510"/>
                      <a:pt x="269" y="394"/>
                    </a:cubicBezTo>
                    <a:cubicBezTo>
                      <a:pt x="294" y="336"/>
                      <a:pt x="310" y="269"/>
                      <a:pt x="327" y="211"/>
                    </a:cubicBezTo>
                    <a:cubicBezTo>
                      <a:pt x="335" y="178"/>
                      <a:pt x="343" y="145"/>
                      <a:pt x="343" y="112"/>
                    </a:cubicBezTo>
                    <a:cubicBezTo>
                      <a:pt x="352" y="79"/>
                      <a:pt x="352" y="46"/>
                      <a:pt x="327" y="12"/>
                    </a:cubicBezTo>
                    <a:cubicBezTo>
                      <a:pt x="321" y="7"/>
                      <a:pt x="307" y="1"/>
                      <a:pt x="2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7" name="Google Shape;7437;p22"/>
              <p:cNvSpPr/>
              <p:nvPr/>
            </p:nvSpPr>
            <p:spPr>
              <a:xfrm>
                <a:off x="6058675" y="4084200"/>
                <a:ext cx="20325" cy="19650"/>
              </a:xfrm>
              <a:custGeom>
                <a:rect b="b" l="l" r="r" t="t"/>
                <a:pathLst>
                  <a:path extrusionOk="0" h="786" w="813">
                    <a:moveTo>
                      <a:pt x="465" y="1"/>
                    </a:moveTo>
                    <a:cubicBezTo>
                      <a:pt x="448" y="1"/>
                      <a:pt x="431" y="3"/>
                      <a:pt x="415" y="7"/>
                    </a:cubicBezTo>
                    <a:lnTo>
                      <a:pt x="406" y="7"/>
                    </a:lnTo>
                    <a:cubicBezTo>
                      <a:pt x="400" y="7"/>
                      <a:pt x="394" y="6"/>
                      <a:pt x="388" y="6"/>
                    </a:cubicBezTo>
                    <a:cubicBezTo>
                      <a:pt x="262" y="6"/>
                      <a:pt x="146" y="87"/>
                      <a:pt x="83" y="197"/>
                    </a:cubicBezTo>
                    <a:lnTo>
                      <a:pt x="67" y="222"/>
                    </a:lnTo>
                    <a:cubicBezTo>
                      <a:pt x="0" y="338"/>
                      <a:pt x="0" y="487"/>
                      <a:pt x="75" y="603"/>
                    </a:cubicBezTo>
                    <a:cubicBezTo>
                      <a:pt x="149" y="711"/>
                      <a:pt x="274" y="786"/>
                      <a:pt x="406" y="786"/>
                    </a:cubicBezTo>
                    <a:cubicBezTo>
                      <a:pt x="423" y="786"/>
                      <a:pt x="431" y="786"/>
                      <a:pt x="448" y="777"/>
                    </a:cubicBezTo>
                    <a:cubicBezTo>
                      <a:pt x="460" y="780"/>
                      <a:pt x="473" y="781"/>
                      <a:pt x="485" y="781"/>
                    </a:cubicBezTo>
                    <a:cubicBezTo>
                      <a:pt x="522" y="781"/>
                      <a:pt x="560" y="771"/>
                      <a:pt x="597" y="753"/>
                    </a:cubicBezTo>
                    <a:cubicBezTo>
                      <a:pt x="738" y="686"/>
                      <a:pt x="812" y="529"/>
                      <a:pt x="796" y="380"/>
                    </a:cubicBezTo>
                    <a:cubicBezTo>
                      <a:pt x="779" y="222"/>
                      <a:pt x="688" y="40"/>
                      <a:pt x="522" y="7"/>
                    </a:cubicBezTo>
                    <a:cubicBezTo>
                      <a:pt x="502" y="3"/>
                      <a:pt x="483" y="1"/>
                      <a:pt x="4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8" name="Google Shape;7438;p22"/>
              <p:cNvSpPr/>
              <p:nvPr/>
            </p:nvSpPr>
            <p:spPr>
              <a:xfrm>
                <a:off x="6216100" y="4046725"/>
                <a:ext cx="20325" cy="19650"/>
              </a:xfrm>
              <a:custGeom>
                <a:rect b="b" l="l" r="r" t="t"/>
                <a:pathLst>
                  <a:path extrusionOk="0" h="786" w="813">
                    <a:moveTo>
                      <a:pt x="468" y="0"/>
                    </a:moveTo>
                    <a:cubicBezTo>
                      <a:pt x="450" y="0"/>
                      <a:pt x="431" y="2"/>
                      <a:pt x="415" y="6"/>
                    </a:cubicBezTo>
                    <a:lnTo>
                      <a:pt x="406" y="6"/>
                    </a:lnTo>
                    <a:cubicBezTo>
                      <a:pt x="400" y="6"/>
                      <a:pt x="394" y="6"/>
                      <a:pt x="388" y="6"/>
                    </a:cubicBezTo>
                    <a:cubicBezTo>
                      <a:pt x="262" y="6"/>
                      <a:pt x="147" y="86"/>
                      <a:pt x="91" y="197"/>
                    </a:cubicBezTo>
                    <a:lnTo>
                      <a:pt x="67" y="222"/>
                    </a:lnTo>
                    <a:cubicBezTo>
                      <a:pt x="9" y="338"/>
                      <a:pt x="0" y="487"/>
                      <a:pt x="75" y="603"/>
                    </a:cubicBezTo>
                    <a:cubicBezTo>
                      <a:pt x="149" y="710"/>
                      <a:pt x="274" y="785"/>
                      <a:pt x="406" y="785"/>
                    </a:cubicBezTo>
                    <a:cubicBezTo>
                      <a:pt x="423" y="785"/>
                      <a:pt x="431" y="785"/>
                      <a:pt x="448" y="777"/>
                    </a:cubicBezTo>
                    <a:cubicBezTo>
                      <a:pt x="460" y="779"/>
                      <a:pt x="473" y="780"/>
                      <a:pt x="485" y="780"/>
                    </a:cubicBezTo>
                    <a:cubicBezTo>
                      <a:pt x="522" y="780"/>
                      <a:pt x="560" y="771"/>
                      <a:pt x="597" y="752"/>
                    </a:cubicBezTo>
                    <a:cubicBezTo>
                      <a:pt x="746" y="686"/>
                      <a:pt x="812" y="528"/>
                      <a:pt x="796" y="379"/>
                    </a:cubicBezTo>
                    <a:cubicBezTo>
                      <a:pt x="779" y="222"/>
                      <a:pt x="688" y="39"/>
                      <a:pt x="522" y="6"/>
                    </a:cubicBezTo>
                    <a:cubicBezTo>
                      <a:pt x="506" y="2"/>
                      <a:pt x="487" y="0"/>
                      <a:pt x="4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9" name="Google Shape;7439;p22"/>
              <p:cNvSpPr/>
              <p:nvPr/>
            </p:nvSpPr>
            <p:spPr>
              <a:xfrm>
                <a:off x="6074000" y="4098225"/>
                <a:ext cx="9550" cy="16200"/>
              </a:xfrm>
              <a:custGeom>
                <a:rect b="b" l="l" r="r" t="t"/>
                <a:pathLst>
                  <a:path extrusionOk="0" h="648" w="382">
                    <a:moveTo>
                      <a:pt x="328" y="0"/>
                    </a:moveTo>
                    <a:cubicBezTo>
                      <a:pt x="260" y="0"/>
                      <a:pt x="213" y="62"/>
                      <a:pt x="174" y="117"/>
                    </a:cubicBezTo>
                    <a:cubicBezTo>
                      <a:pt x="141" y="158"/>
                      <a:pt x="108" y="208"/>
                      <a:pt x="83" y="258"/>
                    </a:cubicBezTo>
                    <a:cubicBezTo>
                      <a:pt x="42" y="366"/>
                      <a:pt x="17" y="490"/>
                      <a:pt x="0" y="606"/>
                    </a:cubicBezTo>
                    <a:cubicBezTo>
                      <a:pt x="0" y="633"/>
                      <a:pt x="25" y="648"/>
                      <a:pt x="48" y="648"/>
                    </a:cubicBezTo>
                    <a:cubicBezTo>
                      <a:pt x="68" y="648"/>
                      <a:pt x="88" y="637"/>
                      <a:pt x="92" y="614"/>
                    </a:cubicBezTo>
                    <a:cubicBezTo>
                      <a:pt x="100" y="564"/>
                      <a:pt x="108" y="523"/>
                      <a:pt x="133" y="482"/>
                    </a:cubicBezTo>
                    <a:cubicBezTo>
                      <a:pt x="150" y="432"/>
                      <a:pt x="174" y="390"/>
                      <a:pt x="199" y="349"/>
                    </a:cubicBezTo>
                    <a:cubicBezTo>
                      <a:pt x="224" y="299"/>
                      <a:pt x="257" y="258"/>
                      <a:pt x="282" y="225"/>
                    </a:cubicBezTo>
                    <a:cubicBezTo>
                      <a:pt x="299" y="200"/>
                      <a:pt x="307" y="192"/>
                      <a:pt x="324" y="175"/>
                    </a:cubicBezTo>
                    <a:cubicBezTo>
                      <a:pt x="332" y="158"/>
                      <a:pt x="340" y="150"/>
                      <a:pt x="348" y="142"/>
                    </a:cubicBezTo>
                    <a:cubicBezTo>
                      <a:pt x="357" y="134"/>
                      <a:pt x="365" y="117"/>
                      <a:pt x="373" y="100"/>
                    </a:cubicBezTo>
                    <a:cubicBezTo>
                      <a:pt x="382" y="84"/>
                      <a:pt x="382" y="67"/>
                      <a:pt x="382" y="42"/>
                    </a:cubicBezTo>
                    <a:cubicBezTo>
                      <a:pt x="373" y="26"/>
                      <a:pt x="357" y="9"/>
                      <a:pt x="340" y="1"/>
                    </a:cubicBezTo>
                    <a:cubicBezTo>
                      <a:pt x="336" y="1"/>
                      <a:pt x="332" y="0"/>
                      <a:pt x="3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0" name="Google Shape;7440;p22"/>
              <p:cNvSpPr/>
              <p:nvPr/>
            </p:nvSpPr>
            <p:spPr>
              <a:xfrm>
                <a:off x="6082075" y="4091200"/>
                <a:ext cx="8725" cy="6100"/>
              </a:xfrm>
              <a:custGeom>
                <a:rect b="b" l="l" r="r" t="t"/>
                <a:pathLst>
                  <a:path extrusionOk="0" h="244" w="349">
                    <a:moveTo>
                      <a:pt x="315" y="0"/>
                    </a:moveTo>
                    <a:cubicBezTo>
                      <a:pt x="299" y="0"/>
                      <a:pt x="282" y="9"/>
                      <a:pt x="266" y="9"/>
                    </a:cubicBezTo>
                    <a:cubicBezTo>
                      <a:pt x="257" y="17"/>
                      <a:pt x="241" y="25"/>
                      <a:pt x="224" y="33"/>
                    </a:cubicBezTo>
                    <a:cubicBezTo>
                      <a:pt x="208" y="50"/>
                      <a:pt x="183" y="58"/>
                      <a:pt x="166" y="75"/>
                    </a:cubicBezTo>
                    <a:cubicBezTo>
                      <a:pt x="117" y="100"/>
                      <a:pt x="75" y="133"/>
                      <a:pt x="34" y="166"/>
                    </a:cubicBezTo>
                    <a:cubicBezTo>
                      <a:pt x="9" y="174"/>
                      <a:pt x="1" y="199"/>
                      <a:pt x="17" y="224"/>
                    </a:cubicBezTo>
                    <a:cubicBezTo>
                      <a:pt x="23" y="236"/>
                      <a:pt x="38" y="244"/>
                      <a:pt x="55" y="244"/>
                    </a:cubicBezTo>
                    <a:cubicBezTo>
                      <a:pt x="62" y="244"/>
                      <a:pt x="68" y="243"/>
                      <a:pt x="75" y="241"/>
                    </a:cubicBezTo>
                    <a:lnTo>
                      <a:pt x="208" y="158"/>
                    </a:lnTo>
                    <a:cubicBezTo>
                      <a:pt x="233" y="141"/>
                      <a:pt x="257" y="125"/>
                      <a:pt x="274" y="116"/>
                    </a:cubicBezTo>
                    <a:cubicBezTo>
                      <a:pt x="291" y="108"/>
                      <a:pt x="299" y="100"/>
                      <a:pt x="315" y="91"/>
                    </a:cubicBezTo>
                    <a:cubicBezTo>
                      <a:pt x="324" y="75"/>
                      <a:pt x="332" y="67"/>
                      <a:pt x="340" y="50"/>
                    </a:cubicBezTo>
                    <a:cubicBezTo>
                      <a:pt x="349" y="33"/>
                      <a:pt x="340" y="0"/>
                      <a:pt x="3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1" name="Google Shape;7441;p22"/>
              <p:cNvSpPr/>
              <p:nvPr/>
            </p:nvSpPr>
            <p:spPr>
              <a:xfrm>
                <a:off x="6218375" y="4069375"/>
                <a:ext cx="13075" cy="10275"/>
              </a:xfrm>
              <a:custGeom>
                <a:rect b="b" l="l" r="r" t="t"/>
                <a:pathLst>
                  <a:path extrusionOk="0" h="411" w="523">
                    <a:moveTo>
                      <a:pt x="75" y="1"/>
                    </a:moveTo>
                    <a:cubicBezTo>
                      <a:pt x="64" y="1"/>
                      <a:pt x="53" y="2"/>
                      <a:pt x="42" y="3"/>
                    </a:cubicBezTo>
                    <a:cubicBezTo>
                      <a:pt x="25" y="3"/>
                      <a:pt x="0" y="20"/>
                      <a:pt x="0" y="45"/>
                    </a:cubicBezTo>
                    <a:cubicBezTo>
                      <a:pt x="0" y="70"/>
                      <a:pt x="17" y="94"/>
                      <a:pt x="42" y="94"/>
                    </a:cubicBezTo>
                    <a:cubicBezTo>
                      <a:pt x="52" y="93"/>
                      <a:pt x="61" y="92"/>
                      <a:pt x="70" y="92"/>
                    </a:cubicBezTo>
                    <a:cubicBezTo>
                      <a:pt x="147" y="92"/>
                      <a:pt x="205" y="150"/>
                      <a:pt x="257" y="202"/>
                    </a:cubicBezTo>
                    <a:cubicBezTo>
                      <a:pt x="290" y="235"/>
                      <a:pt x="324" y="277"/>
                      <a:pt x="365" y="318"/>
                    </a:cubicBezTo>
                    <a:cubicBezTo>
                      <a:pt x="396" y="349"/>
                      <a:pt x="435" y="410"/>
                      <a:pt x="488" y="410"/>
                    </a:cubicBezTo>
                    <a:cubicBezTo>
                      <a:pt x="491" y="410"/>
                      <a:pt x="494" y="410"/>
                      <a:pt x="498" y="409"/>
                    </a:cubicBezTo>
                    <a:cubicBezTo>
                      <a:pt x="506" y="409"/>
                      <a:pt x="514" y="401"/>
                      <a:pt x="514" y="393"/>
                    </a:cubicBezTo>
                    <a:cubicBezTo>
                      <a:pt x="522" y="360"/>
                      <a:pt x="506" y="326"/>
                      <a:pt x="481" y="302"/>
                    </a:cubicBezTo>
                    <a:cubicBezTo>
                      <a:pt x="464" y="285"/>
                      <a:pt x="440" y="260"/>
                      <a:pt x="423" y="235"/>
                    </a:cubicBezTo>
                    <a:lnTo>
                      <a:pt x="423" y="244"/>
                    </a:lnTo>
                    <a:cubicBezTo>
                      <a:pt x="382" y="202"/>
                      <a:pt x="348" y="161"/>
                      <a:pt x="307" y="119"/>
                    </a:cubicBezTo>
                    <a:cubicBezTo>
                      <a:pt x="248" y="60"/>
                      <a:pt x="169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2" name="Google Shape;7442;p22"/>
              <p:cNvSpPr/>
              <p:nvPr/>
            </p:nvSpPr>
            <p:spPr>
              <a:xfrm>
                <a:off x="6232675" y="4073175"/>
                <a:ext cx="5400" cy="6125"/>
              </a:xfrm>
              <a:custGeom>
                <a:rect b="b" l="l" r="r" t="t"/>
                <a:pathLst>
                  <a:path extrusionOk="0" h="245" w="216">
                    <a:moveTo>
                      <a:pt x="42" y="0"/>
                    </a:moveTo>
                    <a:cubicBezTo>
                      <a:pt x="33" y="0"/>
                      <a:pt x="17" y="0"/>
                      <a:pt x="8" y="9"/>
                    </a:cubicBezTo>
                    <a:cubicBezTo>
                      <a:pt x="0" y="17"/>
                      <a:pt x="0" y="25"/>
                      <a:pt x="0" y="42"/>
                    </a:cubicBezTo>
                    <a:cubicBezTo>
                      <a:pt x="0" y="50"/>
                      <a:pt x="8" y="58"/>
                      <a:pt x="8" y="67"/>
                    </a:cubicBezTo>
                    <a:cubicBezTo>
                      <a:pt x="58" y="125"/>
                      <a:pt x="100" y="174"/>
                      <a:pt x="141" y="232"/>
                    </a:cubicBezTo>
                    <a:cubicBezTo>
                      <a:pt x="149" y="241"/>
                      <a:pt x="160" y="245"/>
                      <a:pt x="170" y="245"/>
                    </a:cubicBezTo>
                    <a:cubicBezTo>
                      <a:pt x="180" y="245"/>
                      <a:pt x="191" y="241"/>
                      <a:pt x="199" y="232"/>
                    </a:cubicBezTo>
                    <a:cubicBezTo>
                      <a:pt x="216" y="224"/>
                      <a:pt x="216" y="199"/>
                      <a:pt x="207" y="183"/>
                    </a:cubicBezTo>
                    <a:cubicBezTo>
                      <a:pt x="166" y="125"/>
                      <a:pt x="116" y="67"/>
                      <a:pt x="75" y="9"/>
                    </a:cubicBezTo>
                    <a:cubicBezTo>
                      <a:pt x="66" y="0"/>
                      <a:pt x="50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3" name="Google Shape;7443;p22"/>
              <p:cNvSpPr/>
              <p:nvPr/>
            </p:nvSpPr>
            <p:spPr>
              <a:xfrm>
                <a:off x="6049775" y="4070450"/>
                <a:ext cx="25275" cy="22725"/>
              </a:xfrm>
              <a:custGeom>
                <a:rect b="b" l="l" r="r" t="t"/>
                <a:pathLst>
                  <a:path extrusionOk="0" h="909" w="1011">
                    <a:moveTo>
                      <a:pt x="853" y="0"/>
                    </a:moveTo>
                    <a:cubicBezTo>
                      <a:pt x="762" y="0"/>
                      <a:pt x="666" y="21"/>
                      <a:pt x="588" y="51"/>
                    </a:cubicBezTo>
                    <a:cubicBezTo>
                      <a:pt x="464" y="93"/>
                      <a:pt x="348" y="159"/>
                      <a:pt x="249" y="242"/>
                    </a:cubicBezTo>
                    <a:cubicBezTo>
                      <a:pt x="166" y="325"/>
                      <a:pt x="83" y="433"/>
                      <a:pt x="50" y="549"/>
                    </a:cubicBezTo>
                    <a:cubicBezTo>
                      <a:pt x="17" y="656"/>
                      <a:pt x="0" y="814"/>
                      <a:pt x="99" y="897"/>
                    </a:cubicBezTo>
                    <a:cubicBezTo>
                      <a:pt x="107" y="904"/>
                      <a:pt x="118" y="908"/>
                      <a:pt x="128" y="908"/>
                    </a:cubicBezTo>
                    <a:cubicBezTo>
                      <a:pt x="141" y="908"/>
                      <a:pt x="153" y="902"/>
                      <a:pt x="157" y="888"/>
                    </a:cubicBezTo>
                    <a:cubicBezTo>
                      <a:pt x="207" y="805"/>
                      <a:pt x="215" y="706"/>
                      <a:pt x="249" y="623"/>
                    </a:cubicBezTo>
                    <a:cubicBezTo>
                      <a:pt x="282" y="532"/>
                      <a:pt x="331" y="449"/>
                      <a:pt x="406" y="383"/>
                    </a:cubicBezTo>
                    <a:cubicBezTo>
                      <a:pt x="481" y="317"/>
                      <a:pt x="563" y="267"/>
                      <a:pt x="655" y="225"/>
                    </a:cubicBezTo>
                    <a:cubicBezTo>
                      <a:pt x="754" y="184"/>
                      <a:pt x="870" y="159"/>
                      <a:pt x="969" y="118"/>
                    </a:cubicBezTo>
                    <a:cubicBezTo>
                      <a:pt x="1011" y="93"/>
                      <a:pt x="994" y="27"/>
                      <a:pt x="953" y="10"/>
                    </a:cubicBezTo>
                    <a:cubicBezTo>
                      <a:pt x="921" y="3"/>
                      <a:pt x="887" y="0"/>
                      <a:pt x="8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4" name="Google Shape;7444;p22"/>
              <p:cNvSpPr/>
              <p:nvPr/>
            </p:nvSpPr>
            <p:spPr>
              <a:xfrm>
                <a:off x="6049150" y="4076075"/>
                <a:ext cx="4975" cy="7350"/>
              </a:xfrm>
              <a:custGeom>
                <a:rect b="b" l="l" r="r" t="t"/>
                <a:pathLst>
                  <a:path extrusionOk="0" h="294" w="199">
                    <a:moveTo>
                      <a:pt x="144" y="0"/>
                    </a:moveTo>
                    <a:cubicBezTo>
                      <a:pt x="124" y="0"/>
                      <a:pt x="105" y="9"/>
                      <a:pt x="100" y="25"/>
                    </a:cubicBezTo>
                    <a:cubicBezTo>
                      <a:pt x="58" y="92"/>
                      <a:pt x="33" y="166"/>
                      <a:pt x="8" y="241"/>
                    </a:cubicBezTo>
                    <a:cubicBezTo>
                      <a:pt x="0" y="257"/>
                      <a:pt x="8" y="282"/>
                      <a:pt x="25" y="290"/>
                    </a:cubicBezTo>
                    <a:cubicBezTo>
                      <a:pt x="32" y="293"/>
                      <a:pt x="38" y="294"/>
                      <a:pt x="43" y="294"/>
                    </a:cubicBezTo>
                    <a:cubicBezTo>
                      <a:pt x="59" y="294"/>
                      <a:pt x="71" y="286"/>
                      <a:pt x="83" y="274"/>
                    </a:cubicBezTo>
                    <a:cubicBezTo>
                      <a:pt x="124" y="208"/>
                      <a:pt x="158" y="150"/>
                      <a:pt x="191" y="83"/>
                    </a:cubicBezTo>
                    <a:cubicBezTo>
                      <a:pt x="199" y="58"/>
                      <a:pt x="199" y="25"/>
                      <a:pt x="174" y="9"/>
                    </a:cubicBezTo>
                    <a:cubicBezTo>
                      <a:pt x="165" y="3"/>
                      <a:pt x="154" y="0"/>
                      <a:pt x="1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5" name="Google Shape;7445;p22"/>
              <p:cNvSpPr/>
              <p:nvPr/>
            </p:nvSpPr>
            <p:spPr>
              <a:xfrm>
                <a:off x="6218450" y="4034100"/>
                <a:ext cx="24550" cy="8050"/>
              </a:xfrm>
              <a:custGeom>
                <a:rect b="b" l="l" r="r" t="t"/>
                <a:pathLst>
                  <a:path extrusionOk="0" h="322" w="982">
                    <a:moveTo>
                      <a:pt x="407" y="0"/>
                    </a:moveTo>
                    <a:cubicBezTo>
                      <a:pt x="361" y="0"/>
                      <a:pt x="315" y="4"/>
                      <a:pt x="271" y="14"/>
                    </a:cubicBezTo>
                    <a:cubicBezTo>
                      <a:pt x="188" y="22"/>
                      <a:pt x="122" y="56"/>
                      <a:pt x="47" y="89"/>
                    </a:cubicBezTo>
                    <a:cubicBezTo>
                      <a:pt x="0" y="120"/>
                      <a:pt x="34" y="181"/>
                      <a:pt x="80" y="181"/>
                    </a:cubicBezTo>
                    <a:cubicBezTo>
                      <a:pt x="83" y="181"/>
                      <a:pt x="86" y="180"/>
                      <a:pt x="89" y="180"/>
                    </a:cubicBezTo>
                    <a:cubicBezTo>
                      <a:pt x="155" y="172"/>
                      <a:pt x="221" y="172"/>
                      <a:pt x="287" y="172"/>
                    </a:cubicBezTo>
                    <a:cubicBezTo>
                      <a:pt x="307" y="169"/>
                      <a:pt x="326" y="168"/>
                      <a:pt x="346" y="168"/>
                    </a:cubicBezTo>
                    <a:cubicBezTo>
                      <a:pt x="393" y="168"/>
                      <a:pt x="439" y="174"/>
                      <a:pt x="486" y="180"/>
                    </a:cubicBezTo>
                    <a:cubicBezTo>
                      <a:pt x="553" y="188"/>
                      <a:pt x="627" y="213"/>
                      <a:pt x="685" y="238"/>
                    </a:cubicBezTo>
                    <a:cubicBezTo>
                      <a:pt x="751" y="263"/>
                      <a:pt x="809" y="321"/>
                      <a:pt x="884" y="321"/>
                    </a:cubicBezTo>
                    <a:cubicBezTo>
                      <a:pt x="887" y="321"/>
                      <a:pt x="891" y="321"/>
                      <a:pt x="894" y="321"/>
                    </a:cubicBezTo>
                    <a:cubicBezTo>
                      <a:pt x="953" y="321"/>
                      <a:pt x="982" y="251"/>
                      <a:pt x="950" y="196"/>
                    </a:cubicBezTo>
                    <a:cubicBezTo>
                      <a:pt x="925" y="130"/>
                      <a:pt x="809" y="89"/>
                      <a:pt x="743" y="64"/>
                    </a:cubicBezTo>
                    <a:cubicBezTo>
                      <a:pt x="669" y="39"/>
                      <a:pt x="586" y="22"/>
                      <a:pt x="503" y="6"/>
                    </a:cubicBezTo>
                    <a:cubicBezTo>
                      <a:pt x="472" y="2"/>
                      <a:pt x="440" y="0"/>
                      <a:pt x="4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6" name="Google Shape;7446;p22"/>
              <p:cNvSpPr/>
              <p:nvPr/>
            </p:nvSpPr>
            <p:spPr>
              <a:xfrm>
                <a:off x="6230175" y="4029475"/>
                <a:ext cx="12050" cy="4775"/>
              </a:xfrm>
              <a:custGeom>
                <a:rect b="b" l="l" r="r" t="t"/>
                <a:pathLst>
                  <a:path extrusionOk="0" h="191" w="482">
                    <a:moveTo>
                      <a:pt x="59" y="0"/>
                    </a:moveTo>
                    <a:cubicBezTo>
                      <a:pt x="1" y="0"/>
                      <a:pt x="1" y="83"/>
                      <a:pt x="59" y="91"/>
                    </a:cubicBezTo>
                    <a:cubicBezTo>
                      <a:pt x="125" y="91"/>
                      <a:pt x="191" y="108"/>
                      <a:pt x="249" y="125"/>
                    </a:cubicBezTo>
                    <a:cubicBezTo>
                      <a:pt x="282" y="133"/>
                      <a:pt x="307" y="149"/>
                      <a:pt x="340" y="158"/>
                    </a:cubicBezTo>
                    <a:cubicBezTo>
                      <a:pt x="374" y="174"/>
                      <a:pt x="398" y="191"/>
                      <a:pt x="440" y="191"/>
                    </a:cubicBezTo>
                    <a:cubicBezTo>
                      <a:pt x="465" y="183"/>
                      <a:pt x="481" y="158"/>
                      <a:pt x="465" y="133"/>
                    </a:cubicBezTo>
                    <a:cubicBezTo>
                      <a:pt x="448" y="100"/>
                      <a:pt x="415" y="83"/>
                      <a:pt x="382" y="67"/>
                    </a:cubicBezTo>
                    <a:cubicBezTo>
                      <a:pt x="349" y="50"/>
                      <a:pt x="316" y="42"/>
                      <a:pt x="274" y="33"/>
                    </a:cubicBezTo>
                    <a:cubicBezTo>
                      <a:pt x="208" y="9"/>
                      <a:pt x="133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7" name="Google Shape;7447;p22"/>
              <p:cNvSpPr/>
              <p:nvPr/>
            </p:nvSpPr>
            <p:spPr>
              <a:xfrm>
                <a:off x="6128325" y="4018400"/>
                <a:ext cx="9900" cy="32350"/>
              </a:xfrm>
              <a:custGeom>
                <a:rect b="b" l="l" r="r" t="t"/>
                <a:pathLst>
                  <a:path extrusionOk="0" h="1294" w="396">
                    <a:moveTo>
                      <a:pt x="34" y="0"/>
                    </a:moveTo>
                    <a:cubicBezTo>
                      <a:pt x="18" y="0"/>
                      <a:pt x="1" y="15"/>
                      <a:pt x="7" y="37"/>
                    </a:cubicBezTo>
                    <a:cubicBezTo>
                      <a:pt x="81" y="236"/>
                      <a:pt x="123" y="443"/>
                      <a:pt x="172" y="659"/>
                    </a:cubicBezTo>
                    <a:cubicBezTo>
                      <a:pt x="189" y="758"/>
                      <a:pt x="214" y="866"/>
                      <a:pt x="222" y="974"/>
                    </a:cubicBezTo>
                    <a:cubicBezTo>
                      <a:pt x="238" y="1065"/>
                      <a:pt x="222" y="1197"/>
                      <a:pt x="280" y="1272"/>
                    </a:cubicBezTo>
                    <a:cubicBezTo>
                      <a:pt x="289" y="1285"/>
                      <a:pt x="305" y="1294"/>
                      <a:pt x="320" y="1294"/>
                    </a:cubicBezTo>
                    <a:cubicBezTo>
                      <a:pt x="334" y="1294"/>
                      <a:pt x="347" y="1287"/>
                      <a:pt x="354" y="1272"/>
                    </a:cubicBezTo>
                    <a:cubicBezTo>
                      <a:pt x="396" y="1189"/>
                      <a:pt x="363" y="1065"/>
                      <a:pt x="354" y="965"/>
                    </a:cubicBezTo>
                    <a:cubicBezTo>
                      <a:pt x="338" y="858"/>
                      <a:pt x="313" y="742"/>
                      <a:pt x="288" y="634"/>
                    </a:cubicBezTo>
                    <a:cubicBezTo>
                      <a:pt x="238" y="418"/>
                      <a:pt x="156" y="211"/>
                      <a:pt x="56" y="12"/>
                    </a:cubicBezTo>
                    <a:cubicBezTo>
                      <a:pt x="51" y="4"/>
                      <a:pt x="42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8" name="Google Shape;7448;p22"/>
              <p:cNvSpPr/>
              <p:nvPr/>
            </p:nvSpPr>
            <p:spPr>
              <a:xfrm>
                <a:off x="6136300" y="4029975"/>
                <a:ext cx="3800" cy="10200"/>
              </a:xfrm>
              <a:custGeom>
                <a:rect b="b" l="l" r="r" t="t"/>
                <a:pathLst>
                  <a:path extrusionOk="0" h="408" w="152">
                    <a:moveTo>
                      <a:pt x="50" y="1"/>
                    </a:moveTo>
                    <a:cubicBezTo>
                      <a:pt x="26" y="1"/>
                      <a:pt x="1" y="20"/>
                      <a:pt x="11" y="55"/>
                    </a:cubicBezTo>
                    <a:cubicBezTo>
                      <a:pt x="19" y="105"/>
                      <a:pt x="35" y="163"/>
                      <a:pt x="44" y="221"/>
                    </a:cubicBezTo>
                    <a:cubicBezTo>
                      <a:pt x="52" y="245"/>
                      <a:pt x="52" y="279"/>
                      <a:pt x="60" y="303"/>
                    </a:cubicBezTo>
                    <a:cubicBezTo>
                      <a:pt x="69" y="320"/>
                      <a:pt x="77" y="328"/>
                      <a:pt x="77" y="345"/>
                    </a:cubicBezTo>
                    <a:cubicBezTo>
                      <a:pt x="85" y="361"/>
                      <a:pt x="85" y="370"/>
                      <a:pt x="93" y="386"/>
                    </a:cubicBezTo>
                    <a:cubicBezTo>
                      <a:pt x="97" y="401"/>
                      <a:pt x="107" y="407"/>
                      <a:pt x="117" y="407"/>
                    </a:cubicBezTo>
                    <a:cubicBezTo>
                      <a:pt x="130" y="407"/>
                      <a:pt x="143" y="397"/>
                      <a:pt x="143" y="378"/>
                    </a:cubicBezTo>
                    <a:cubicBezTo>
                      <a:pt x="143" y="361"/>
                      <a:pt x="143" y="353"/>
                      <a:pt x="143" y="337"/>
                    </a:cubicBezTo>
                    <a:lnTo>
                      <a:pt x="143" y="312"/>
                    </a:lnTo>
                    <a:cubicBezTo>
                      <a:pt x="143" y="303"/>
                      <a:pt x="151" y="295"/>
                      <a:pt x="151" y="287"/>
                    </a:cubicBezTo>
                    <a:cubicBezTo>
                      <a:pt x="151" y="262"/>
                      <a:pt x="135" y="229"/>
                      <a:pt x="135" y="204"/>
                    </a:cubicBezTo>
                    <a:cubicBezTo>
                      <a:pt x="118" y="146"/>
                      <a:pt x="102" y="88"/>
                      <a:pt x="85" y="30"/>
                    </a:cubicBezTo>
                    <a:cubicBezTo>
                      <a:pt x="82" y="10"/>
                      <a:pt x="66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9" name="Google Shape;7449;p22"/>
              <p:cNvSpPr/>
              <p:nvPr/>
            </p:nvSpPr>
            <p:spPr>
              <a:xfrm>
                <a:off x="6139875" y="4025475"/>
                <a:ext cx="3550" cy="10600"/>
              </a:xfrm>
              <a:custGeom>
                <a:rect b="b" l="l" r="r" t="t"/>
                <a:pathLst>
                  <a:path extrusionOk="0" h="424" w="142">
                    <a:moveTo>
                      <a:pt x="39" y="1"/>
                    </a:moveTo>
                    <a:cubicBezTo>
                      <a:pt x="34" y="1"/>
                      <a:pt x="30" y="1"/>
                      <a:pt x="25" y="3"/>
                    </a:cubicBezTo>
                    <a:cubicBezTo>
                      <a:pt x="8" y="11"/>
                      <a:pt x="0" y="28"/>
                      <a:pt x="0" y="53"/>
                    </a:cubicBezTo>
                    <a:cubicBezTo>
                      <a:pt x="8" y="111"/>
                      <a:pt x="17" y="177"/>
                      <a:pt x="33" y="235"/>
                    </a:cubicBezTo>
                    <a:cubicBezTo>
                      <a:pt x="42" y="268"/>
                      <a:pt x="50" y="293"/>
                      <a:pt x="58" y="326"/>
                    </a:cubicBezTo>
                    <a:cubicBezTo>
                      <a:pt x="66" y="351"/>
                      <a:pt x="75" y="384"/>
                      <a:pt x="91" y="409"/>
                    </a:cubicBezTo>
                    <a:cubicBezTo>
                      <a:pt x="98" y="419"/>
                      <a:pt x="108" y="424"/>
                      <a:pt x="117" y="424"/>
                    </a:cubicBezTo>
                    <a:cubicBezTo>
                      <a:pt x="130" y="424"/>
                      <a:pt x="141" y="415"/>
                      <a:pt x="141" y="401"/>
                    </a:cubicBezTo>
                    <a:cubicBezTo>
                      <a:pt x="141" y="367"/>
                      <a:pt x="133" y="334"/>
                      <a:pt x="133" y="301"/>
                    </a:cubicBezTo>
                    <a:cubicBezTo>
                      <a:pt x="124" y="276"/>
                      <a:pt x="116" y="243"/>
                      <a:pt x="108" y="218"/>
                    </a:cubicBezTo>
                    <a:cubicBezTo>
                      <a:pt x="100" y="152"/>
                      <a:pt x="83" y="94"/>
                      <a:pt x="75" y="28"/>
                    </a:cubicBezTo>
                    <a:cubicBezTo>
                      <a:pt x="75" y="14"/>
                      <a:pt x="58" y="1"/>
                      <a:pt x="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0" name="Google Shape;7450;p22"/>
              <p:cNvSpPr/>
              <p:nvPr/>
            </p:nvSpPr>
            <p:spPr>
              <a:xfrm>
                <a:off x="6231225" y="4023825"/>
                <a:ext cx="8100" cy="4425"/>
              </a:xfrm>
              <a:custGeom>
                <a:rect b="b" l="l" r="r" t="t"/>
                <a:pathLst>
                  <a:path extrusionOk="0" h="177" w="324">
                    <a:moveTo>
                      <a:pt x="53" y="0"/>
                    </a:moveTo>
                    <a:cubicBezTo>
                      <a:pt x="33" y="0"/>
                      <a:pt x="15" y="14"/>
                      <a:pt x="8" y="27"/>
                    </a:cubicBezTo>
                    <a:cubicBezTo>
                      <a:pt x="0" y="52"/>
                      <a:pt x="17" y="77"/>
                      <a:pt x="42" y="85"/>
                    </a:cubicBezTo>
                    <a:cubicBezTo>
                      <a:pt x="116" y="119"/>
                      <a:pt x="191" y="143"/>
                      <a:pt x="274" y="177"/>
                    </a:cubicBezTo>
                    <a:cubicBezTo>
                      <a:pt x="290" y="177"/>
                      <a:pt x="307" y="168"/>
                      <a:pt x="315" y="152"/>
                    </a:cubicBezTo>
                    <a:cubicBezTo>
                      <a:pt x="323" y="135"/>
                      <a:pt x="315" y="110"/>
                      <a:pt x="298" y="102"/>
                    </a:cubicBezTo>
                    <a:cubicBezTo>
                      <a:pt x="224" y="69"/>
                      <a:pt x="141" y="27"/>
                      <a:pt x="66" y="3"/>
                    </a:cubicBezTo>
                    <a:cubicBezTo>
                      <a:pt x="62" y="1"/>
                      <a:pt x="57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1" name="Google Shape;7451;p22"/>
              <p:cNvSpPr/>
              <p:nvPr/>
            </p:nvSpPr>
            <p:spPr>
              <a:xfrm>
                <a:off x="6046925" y="4061275"/>
                <a:ext cx="7200" cy="9075"/>
              </a:xfrm>
              <a:custGeom>
                <a:rect b="b" l="l" r="r" t="t"/>
                <a:pathLst>
                  <a:path extrusionOk="0" h="363" w="288">
                    <a:moveTo>
                      <a:pt x="238" y="0"/>
                    </a:moveTo>
                    <a:cubicBezTo>
                      <a:pt x="226" y="0"/>
                      <a:pt x="213" y="4"/>
                      <a:pt x="205" y="12"/>
                    </a:cubicBezTo>
                    <a:cubicBezTo>
                      <a:pt x="164" y="62"/>
                      <a:pt x="122" y="112"/>
                      <a:pt x="89" y="162"/>
                    </a:cubicBezTo>
                    <a:cubicBezTo>
                      <a:pt x="73" y="186"/>
                      <a:pt x="56" y="211"/>
                      <a:pt x="39" y="236"/>
                    </a:cubicBezTo>
                    <a:cubicBezTo>
                      <a:pt x="23" y="269"/>
                      <a:pt x="6" y="294"/>
                      <a:pt x="6" y="327"/>
                    </a:cubicBezTo>
                    <a:cubicBezTo>
                      <a:pt x="0" y="345"/>
                      <a:pt x="15" y="362"/>
                      <a:pt x="33" y="362"/>
                    </a:cubicBezTo>
                    <a:cubicBezTo>
                      <a:pt x="41" y="362"/>
                      <a:pt x="49" y="359"/>
                      <a:pt x="56" y="352"/>
                    </a:cubicBezTo>
                    <a:lnTo>
                      <a:pt x="56" y="360"/>
                    </a:lnTo>
                    <a:cubicBezTo>
                      <a:pt x="81" y="336"/>
                      <a:pt x="97" y="311"/>
                      <a:pt x="114" y="286"/>
                    </a:cubicBezTo>
                    <a:cubicBezTo>
                      <a:pt x="131" y="261"/>
                      <a:pt x="147" y="236"/>
                      <a:pt x="164" y="211"/>
                    </a:cubicBezTo>
                    <a:cubicBezTo>
                      <a:pt x="197" y="162"/>
                      <a:pt x="230" y="120"/>
                      <a:pt x="271" y="79"/>
                    </a:cubicBezTo>
                    <a:cubicBezTo>
                      <a:pt x="280" y="54"/>
                      <a:pt x="288" y="29"/>
                      <a:pt x="271" y="12"/>
                    </a:cubicBezTo>
                    <a:cubicBezTo>
                      <a:pt x="263" y="4"/>
                      <a:pt x="251" y="0"/>
                      <a:pt x="2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2" name="Google Shape;7452;p22"/>
              <p:cNvSpPr/>
              <p:nvPr/>
            </p:nvSpPr>
            <p:spPr>
              <a:xfrm>
                <a:off x="6092750" y="4007300"/>
                <a:ext cx="9450" cy="7950"/>
              </a:xfrm>
              <a:custGeom>
                <a:rect b="b" l="l" r="r" t="t"/>
                <a:pathLst>
                  <a:path extrusionOk="0" h="318" w="378">
                    <a:moveTo>
                      <a:pt x="311" y="1"/>
                    </a:moveTo>
                    <a:cubicBezTo>
                      <a:pt x="303" y="9"/>
                      <a:pt x="294" y="9"/>
                      <a:pt x="286" y="17"/>
                    </a:cubicBezTo>
                    <a:cubicBezTo>
                      <a:pt x="270" y="26"/>
                      <a:pt x="253" y="34"/>
                      <a:pt x="236" y="42"/>
                    </a:cubicBezTo>
                    <a:cubicBezTo>
                      <a:pt x="203" y="59"/>
                      <a:pt x="178" y="84"/>
                      <a:pt x="145" y="108"/>
                    </a:cubicBezTo>
                    <a:cubicBezTo>
                      <a:pt x="96" y="158"/>
                      <a:pt x="46" y="216"/>
                      <a:pt x="13" y="282"/>
                    </a:cubicBezTo>
                    <a:cubicBezTo>
                      <a:pt x="1" y="300"/>
                      <a:pt x="18" y="318"/>
                      <a:pt x="35" y="318"/>
                    </a:cubicBezTo>
                    <a:cubicBezTo>
                      <a:pt x="42" y="318"/>
                      <a:pt x="49" y="315"/>
                      <a:pt x="54" y="307"/>
                    </a:cubicBezTo>
                    <a:cubicBezTo>
                      <a:pt x="87" y="249"/>
                      <a:pt x="137" y="200"/>
                      <a:pt x="195" y="158"/>
                    </a:cubicBezTo>
                    <a:cubicBezTo>
                      <a:pt x="220" y="142"/>
                      <a:pt x="245" y="125"/>
                      <a:pt x="278" y="108"/>
                    </a:cubicBezTo>
                    <a:cubicBezTo>
                      <a:pt x="286" y="92"/>
                      <a:pt x="303" y="84"/>
                      <a:pt x="319" y="75"/>
                    </a:cubicBezTo>
                    <a:cubicBezTo>
                      <a:pt x="328" y="75"/>
                      <a:pt x="336" y="67"/>
                      <a:pt x="344" y="67"/>
                    </a:cubicBezTo>
                    <a:cubicBezTo>
                      <a:pt x="352" y="59"/>
                      <a:pt x="352" y="50"/>
                      <a:pt x="361" y="42"/>
                    </a:cubicBezTo>
                    <a:cubicBezTo>
                      <a:pt x="377" y="26"/>
                      <a:pt x="369" y="9"/>
                      <a:pt x="3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3" name="Google Shape;7453;p22"/>
              <p:cNvSpPr/>
              <p:nvPr/>
            </p:nvSpPr>
            <p:spPr>
              <a:xfrm>
                <a:off x="6194975" y="3933950"/>
                <a:ext cx="3325" cy="5575"/>
              </a:xfrm>
              <a:custGeom>
                <a:rect b="b" l="l" r="r" t="t"/>
                <a:pathLst>
                  <a:path extrusionOk="0" h="223" w="133">
                    <a:moveTo>
                      <a:pt x="114" y="1"/>
                    </a:moveTo>
                    <a:cubicBezTo>
                      <a:pt x="108" y="1"/>
                      <a:pt x="103" y="4"/>
                      <a:pt x="100" y="10"/>
                    </a:cubicBezTo>
                    <a:cubicBezTo>
                      <a:pt x="91" y="10"/>
                      <a:pt x="91" y="18"/>
                      <a:pt x="83" y="26"/>
                    </a:cubicBezTo>
                    <a:cubicBezTo>
                      <a:pt x="83" y="35"/>
                      <a:pt x="75" y="43"/>
                      <a:pt x="75" y="51"/>
                    </a:cubicBezTo>
                    <a:lnTo>
                      <a:pt x="50" y="93"/>
                    </a:lnTo>
                    <a:cubicBezTo>
                      <a:pt x="33" y="126"/>
                      <a:pt x="25" y="151"/>
                      <a:pt x="8" y="184"/>
                    </a:cubicBezTo>
                    <a:cubicBezTo>
                      <a:pt x="0" y="200"/>
                      <a:pt x="8" y="209"/>
                      <a:pt x="17" y="217"/>
                    </a:cubicBezTo>
                    <a:cubicBezTo>
                      <a:pt x="24" y="220"/>
                      <a:pt x="30" y="223"/>
                      <a:pt x="37" y="223"/>
                    </a:cubicBezTo>
                    <a:cubicBezTo>
                      <a:pt x="46" y="223"/>
                      <a:pt x="53" y="218"/>
                      <a:pt x="58" y="209"/>
                    </a:cubicBezTo>
                    <a:cubicBezTo>
                      <a:pt x="75" y="176"/>
                      <a:pt x="83" y="151"/>
                      <a:pt x="100" y="118"/>
                    </a:cubicBezTo>
                    <a:lnTo>
                      <a:pt x="116" y="68"/>
                    </a:lnTo>
                    <a:cubicBezTo>
                      <a:pt x="124" y="60"/>
                      <a:pt x="124" y="51"/>
                      <a:pt x="124" y="43"/>
                    </a:cubicBezTo>
                    <a:cubicBezTo>
                      <a:pt x="124" y="35"/>
                      <a:pt x="133" y="26"/>
                      <a:pt x="133" y="18"/>
                    </a:cubicBezTo>
                    <a:cubicBezTo>
                      <a:pt x="133" y="8"/>
                      <a:pt x="123" y="1"/>
                      <a:pt x="1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4" name="Google Shape;7454;p22"/>
              <p:cNvSpPr/>
              <p:nvPr/>
            </p:nvSpPr>
            <p:spPr>
              <a:xfrm>
                <a:off x="6270575" y="3999650"/>
                <a:ext cx="2100" cy="6650"/>
              </a:xfrm>
              <a:custGeom>
                <a:rect b="b" l="l" r="r" t="t"/>
                <a:pathLst>
                  <a:path extrusionOk="0" h="266" w="84">
                    <a:moveTo>
                      <a:pt x="42" y="0"/>
                    </a:moveTo>
                    <a:cubicBezTo>
                      <a:pt x="31" y="0"/>
                      <a:pt x="21" y="8"/>
                      <a:pt x="17" y="25"/>
                    </a:cubicBezTo>
                    <a:lnTo>
                      <a:pt x="9" y="50"/>
                    </a:lnTo>
                    <a:cubicBezTo>
                      <a:pt x="0" y="58"/>
                      <a:pt x="0" y="66"/>
                      <a:pt x="0" y="75"/>
                    </a:cubicBezTo>
                    <a:cubicBezTo>
                      <a:pt x="0" y="91"/>
                      <a:pt x="0" y="108"/>
                      <a:pt x="0" y="124"/>
                    </a:cubicBezTo>
                    <a:cubicBezTo>
                      <a:pt x="0" y="158"/>
                      <a:pt x="0" y="191"/>
                      <a:pt x="0" y="224"/>
                    </a:cubicBezTo>
                    <a:cubicBezTo>
                      <a:pt x="0" y="249"/>
                      <a:pt x="17" y="265"/>
                      <a:pt x="42" y="265"/>
                    </a:cubicBezTo>
                    <a:cubicBezTo>
                      <a:pt x="67" y="265"/>
                      <a:pt x="83" y="249"/>
                      <a:pt x="83" y="224"/>
                    </a:cubicBezTo>
                    <a:lnTo>
                      <a:pt x="83" y="124"/>
                    </a:lnTo>
                    <a:cubicBezTo>
                      <a:pt x="83" y="108"/>
                      <a:pt x="83" y="91"/>
                      <a:pt x="83" y="75"/>
                    </a:cubicBezTo>
                    <a:cubicBezTo>
                      <a:pt x="83" y="66"/>
                      <a:pt x="83" y="58"/>
                      <a:pt x="75" y="50"/>
                    </a:cubicBezTo>
                    <a:lnTo>
                      <a:pt x="67" y="25"/>
                    </a:lnTo>
                    <a:cubicBezTo>
                      <a:pt x="62" y="8"/>
                      <a:pt x="52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5" name="Google Shape;7455;p22"/>
              <p:cNvSpPr/>
              <p:nvPr/>
            </p:nvSpPr>
            <p:spPr>
              <a:xfrm>
                <a:off x="6174175" y="4272550"/>
                <a:ext cx="7975" cy="16725"/>
              </a:xfrm>
              <a:custGeom>
                <a:rect b="b" l="l" r="r" t="t"/>
                <a:pathLst>
                  <a:path extrusionOk="0" h="669" w="319">
                    <a:moveTo>
                      <a:pt x="64" y="0"/>
                    </a:moveTo>
                    <a:cubicBezTo>
                      <a:pt x="33" y="0"/>
                      <a:pt x="1" y="24"/>
                      <a:pt x="12" y="62"/>
                    </a:cubicBezTo>
                    <a:cubicBezTo>
                      <a:pt x="37" y="145"/>
                      <a:pt x="62" y="236"/>
                      <a:pt x="86" y="328"/>
                    </a:cubicBezTo>
                    <a:cubicBezTo>
                      <a:pt x="111" y="419"/>
                      <a:pt x="120" y="510"/>
                      <a:pt x="144" y="601"/>
                    </a:cubicBezTo>
                    <a:cubicBezTo>
                      <a:pt x="152" y="644"/>
                      <a:pt x="197" y="669"/>
                      <a:pt x="236" y="669"/>
                    </a:cubicBezTo>
                    <a:cubicBezTo>
                      <a:pt x="241" y="669"/>
                      <a:pt x="247" y="668"/>
                      <a:pt x="252" y="667"/>
                    </a:cubicBezTo>
                    <a:cubicBezTo>
                      <a:pt x="302" y="651"/>
                      <a:pt x="318" y="609"/>
                      <a:pt x="310" y="560"/>
                    </a:cubicBezTo>
                    <a:cubicBezTo>
                      <a:pt x="302" y="468"/>
                      <a:pt x="269" y="369"/>
                      <a:pt x="236" y="286"/>
                    </a:cubicBezTo>
                    <a:cubicBezTo>
                      <a:pt x="202" y="187"/>
                      <a:pt x="153" y="104"/>
                      <a:pt x="103" y="21"/>
                    </a:cubicBezTo>
                    <a:cubicBezTo>
                      <a:pt x="95" y="7"/>
                      <a:pt x="79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6" name="Google Shape;7456;p22"/>
              <p:cNvSpPr/>
              <p:nvPr/>
            </p:nvSpPr>
            <p:spPr>
              <a:xfrm>
                <a:off x="6183250" y="4280500"/>
                <a:ext cx="2825" cy="11900"/>
              </a:xfrm>
              <a:custGeom>
                <a:rect b="b" l="l" r="r" t="t"/>
                <a:pathLst>
                  <a:path extrusionOk="0" h="476" w="113">
                    <a:moveTo>
                      <a:pt x="50" y="1"/>
                    </a:moveTo>
                    <a:cubicBezTo>
                      <a:pt x="25" y="1"/>
                      <a:pt x="1" y="16"/>
                      <a:pt x="5" y="43"/>
                    </a:cubicBezTo>
                    <a:cubicBezTo>
                      <a:pt x="13" y="117"/>
                      <a:pt x="13" y="184"/>
                      <a:pt x="13" y="250"/>
                    </a:cubicBezTo>
                    <a:cubicBezTo>
                      <a:pt x="22" y="291"/>
                      <a:pt x="22" y="324"/>
                      <a:pt x="30" y="358"/>
                    </a:cubicBezTo>
                    <a:cubicBezTo>
                      <a:pt x="30" y="391"/>
                      <a:pt x="30" y="424"/>
                      <a:pt x="38" y="457"/>
                    </a:cubicBezTo>
                    <a:cubicBezTo>
                      <a:pt x="42" y="469"/>
                      <a:pt x="53" y="476"/>
                      <a:pt x="63" y="476"/>
                    </a:cubicBezTo>
                    <a:cubicBezTo>
                      <a:pt x="74" y="476"/>
                      <a:pt x="84" y="469"/>
                      <a:pt x="88" y="457"/>
                    </a:cubicBezTo>
                    <a:cubicBezTo>
                      <a:pt x="96" y="424"/>
                      <a:pt x="105" y="391"/>
                      <a:pt x="105" y="358"/>
                    </a:cubicBezTo>
                    <a:cubicBezTo>
                      <a:pt x="113" y="324"/>
                      <a:pt x="113" y="283"/>
                      <a:pt x="113" y="250"/>
                    </a:cubicBezTo>
                    <a:cubicBezTo>
                      <a:pt x="113" y="175"/>
                      <a:pt x="105" y="109"/>
                      <a:pt x="96" y="34"/>
                    </a:cubicBezTo>
                    <a:cubicBezTo>
                      <a:pt x="92" y="12"/>
                      <a:pt x="71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7" name="Google Shape;7457;p22"/>
              <p:cNvSpPr/>
              <p:nvPr/>
            </p:nvSpPr>
            <p:spPr>
              <a:xfrm>
                <a:off x="6148150" y="4287550"/>
                <a:ext cx="3550" cy="10300"/>
              </a:xfrm>
              <a:custGeom>
                <a:rect b="b" l="l" r="r" t="t"/>
                <a:pathLst>
                  <a:path extrusionOk="0" h="412" w="142">
                    <a:moveTo>
                      <a:pt x="59" y="1"/>
                    </a:moveTo>
                    <a:cubicBezTo>
                      <a:pt x="34" y="1"/>
                      <a:pt x="1" y="26"/>
                      <a:pt x="9" y="59"/>
                    </a:cubicBezTo>
                    <a:cubicBezTo>
                      <a:pt x="17" y="109"/>
                      <a:pt x="17" y="167"/>
                      <a:pt x="25" y="216"/>
                    </a:cubicBezTo>
                    <a:cubicBezTo>
                      <a:pt x="34" y="241"/>
                      <a:pt x="34" y="274"/>
                      <a:pt x="34" y="299"/>
                    </a:cubicBezTo>
                    <a:cubicBezTo>
                      <a:pt x="42" y="308"/>
                      <a:pt x="42" y="324"/>
                      <a:pt x="42" y="332"/>
                    </a:cubicBezTo>
                    <a:lnTo>
                      <a:pt x="42" y="341"/>
                    </a:lnTo>
                    <a:cubicBezTo>
                      <a:pt x="42" y="357"/>
                      <a:pt x="50" y="374"/>
                      <a:pt x="59" y="390"/>
                    </a:cubicBezTo>
                    <a:cubicBezTo>
                      <a:pt x="66" y="405"/>
                      <a:pt x="80" y="411"/>
                      <a:pt x="93" y="411"/>
                    </a:cubicBezTo>
                    <a:cubicBezTo>
                      <a:pt x="111" y="411"/>
                      <a:pt x="129" y="401"/>
                      <a:pt x="133" y="382"/>
                    </a:cubicBezTo>
                    <a:cubicBezTo>
                      <a:pt x="141" y="366"/>
                      <a:pt x="141" y="349"/>
                      <a:pt x="141" y="332"/>
                    </a:cubicBezTo>
                    <a:cubicBezTo>
                      <a:pt x="141" y="316"/>
                      <a:pt x="141" y="308"/>
                      <a:pt x="141" y="291"/>
                    </a:cubicBezTo>
                    <a:cubicBezTo>
                      <a:pt x="133" y="266"/>
                      <a:pt x="133" y="241"/>
                      <a:pt x="133" y="216"/>
                    </a:cubicBezTo>
                    <a:cubicBezTo>
                      <a:pt x="125" y="167"/>
                      <a:pt x="125" y="109"/>
                      <a:pt x="117" y="59"/>
                    </a:cubicBezTo>
                    <a:cubicBezTo>
                      <a:pt x="117" y="26"/>
                      <a:pt x="92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8" name="Google Shape;7458;p22"/>
              <p:cNvSpPr/>
              <p:nvPr/>
            </p:nvSpPr>
            <p:spPr>
              <a:xfrm>
                <a:off x="6051700" y="4281150"/>
                <a:ext cx="44900" cy="36475"/>
              </a:xfrm>
              <a:custGeom>
                <a:rect b="b" l="l" r="r" t="t"/>
                <a:pathLst>
                  <a:path extrusionOk="0" h="1459" w="1796">
                    <a:moveTo>
                      <a:pt x="77" y="0"/>
                    </a:moveTo>
                    <a:cubicBezTo>
                      <a:pt x="36" y="0"/>
                      <a:pt x="1" y="53"/>
                      <a:pt x="39" y="91"/>
                    </a:cubicBezTo>
                    <a:cubicBezTo>
                      <a:pt x="304" y="356"/>
                      <a:pt x="553" y="638"/>
                      <a:pt x="818" y="911"/>
                    </a:cubicBezTo>
                    <a:cubicBezTo>
                      <a:pt x="950" y="1027"/>
                      <a:pt x="1091" y="1143"/>
                      <a:pt x="1232" y="1235"/>
                    </a:cubicBezTo>
                    <a:cubicBezTo>
                      <a:pt x="1307" y="1284"/>
                      <a:pt x="1381" y="1326"/>
                      <a:pt x="1464" y="1367"/>
                    </a:cubicBezTo>
                    <a:cubicBezTo>
                      <a:pt x="1530" y="1409"/>
                      <a:pt x="1622" y="1458"/>
                      <a:pt x="1704" y="1458"/>
                    </a:cubicBezTo>
                    <a:cubicBezTo>
                      <a:pt x="1762" y="1458"/>
                      <a:pt x="1796" y="1400"/>
                      <a:pt x="1771" y="1351"/>
                    </a:cubicBezTo>
                    <a:cubicBezTo>
                      <a:pt x="1729" y="1284"/>
                      <a:pt x="1646" y="1243"/>
                      <a:pt x="1580" y="1201"/>
                    </a:cubicBezTo>
                    <a:cubicBezTo>
                      <a:pt x="1506" y="1160"/>
                      <a:pt x="1431" y="1119"/>
                      <a:pt x="1365" y="1077"/>
                    </a:cubicBezTo>
                    <a:cubicBezTo>
                      <a:pt x="1207" y="978"/>
                      <a:pt x="1075" y="870"/>
                      <a:pt x="942" y="746"/>
                    </a:cubicBezTo>
                    <a:cubicBezTo>
                      <a:pt x="660" y="506"/>
                      <a:pt x="387" y="265"/>
                      <a:pt x="114" y="17"/>
                    </a:cubicBezTo>
                    <a:cubicBezTo>
                      <a:pt x="102" y="5"/>
                      <a:pt x="89" y="0"/>
                      <a:pt x="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9" name="Google Shape;7459;p22"/>
              <p:cNvSpPr/>
              <p:nvPr/>
            </p:nvSpPr>
            <p:spPr>
              <a:xfrm>
                <a:off x="6098450" y="4310350"/>
                <a:ext cx="9950" cy="5875"/>
              </a:xfrm>
              <a:custGeom>
                <a:rect b="b" l="l" r="r" t="t"/>
                <a:pathLst>
                  <a:path extrusionOk="0" h="235" w="398">
                    <a:moveTo>
                      <a:pt x="60" y="0"/>
                    </a:moveTo>
                    <a:cubicBezTo>
                      <a:pt x="40" y="0"/>
                      <a:pt x="19" y="9"/>
                      <a:pt x="8" y="25"/>
                    </a:cubicBezTo>
                    <a:cubicBezTo>
                      <a:pt x="0" y="58"/>
                      <a:pt x="0" y="100"/>
                      <a:pt x="33" y="108"/>
                    </a:cubicBezTo>
                    <a:cubicBezTo>
                      <a:pt x="83" y="133"/>
                      <a:pt x="124" y="158"/>
                      <a:pt x="174" y="174"/>
                    </a:cubicBezTo>
                    <a:cubicBezTo>
                      <a:pt x="199" y="183"/>
                      <a:pt x="224" y="199"/>
                      <a:pt x="249" y="207"/>
                    </a:cubicBezTo>
                    <a:cubicBezTo>
                      <a:pt x="274" y="216"/>
                      <a:pt x="298" y="224"/>
                      <a:pt x="332" y="232"/>
                    </a:cubicBezTo>
                    <a:cubicBezTo>
                      <a:pt x="335" y="234"/>
                      <a:pt x="338" y="235"/>
                      <a:pt x="341" y="235"/>
                    </a:cubicBezTo>
                    <a:cubicBezTo>
                      <a:pt x="357" y="235"/>
                      <a:pt x="374" y="221"/>
                      <a:pt x="381" y="207"/>
                    </a:cubicBezTo>
                    <a:cubicBezTo>
                      <a:pt x="398" y="183"/>
                      <a:pt x="381" y="158"/>
                      <a:pt x="365" y="149"/>
                    </a:cubicBezTo>
                    <a:cubicBezTo>
                      <a:pt x="348" y="133"/>
                      <a:pt x="323" y="116"/>
                      <a:pt x="298" y="108"/>
                    </a:cubicBezTo>
                    <a:cubicBezTo>
                      <a:pt x="282" y="100"/>
                      <a:pt x="257" y="83"/>
                      <a:pt x="232" y="75"/>
                    </a:cubicBezTo>
                    <a:cubicBezTo>
                      <a:pt x="191" y="50"/>
                      <a:pt x="141" y="25"/>
                      <a:pt x="91" y="9"/>
                    </a:cubicBezTo>
                    <a:cubicBezTo>
                      <a:pt x="82" y="3"/>
                      <a:pt x="72" y="0"/>
                      <a:pt x="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0" name="Google Shape;7460;p22"/>
              <p:cNvSpPr/>
              <p:nvPr/>
            </p:nvSpPr>
            <p:spPr>
              <a:xfrm>
                <a:off x="5853675" y="4426375"/>
                <a:ext cx="4725" cy="7700"/>
              </a:xfrm>
              <a:custGeom>
                <a:rect b="b" l="l" r="r" t="t"/>
                <a:pathLst>
                  <a:path extrusionOk="0" h="308" w="189">
                    <a:moveTo>
                      <a:pt x="40" y="0"/>
                    </a:moveTo>
                    <a:cubicBezTo>
                      <a:pt x="21" y="0"/>
                      <a:pt x="0" y="19"/>
                      <a:pt x="6" y="41"/>
                    </a:cubicBezTo>
                    <a:cubicBezTo>
                      <a:pt x="14" y="65"/>
                      <a:pt x="14" y="82"/>
                      <a:pt x="23" y="99"/>
                    </a:cubicBezTo>
                    <a:lnTo>
                      <a:pt x="47" y="157"/>
                    </a:lnTo>
                    <a:cubicBezTo>
                      <a:pt x="64" y="198"/>
                      <a:pt x="72" y="231"/>
                      <a:pt x="89" y="273"/>
                    </a:cubicBezTo>
                    <a:cubicBezTo>
                      <a:pt x="96" y="293"/>
                      <a:pt x="114" y="308"/>
                      <a:pt x="138" y="308"/>
                    </a:cubicBezTo>
                    <a:cubicBezTo>
                      <a:pt x="144" y="308"/>
                      <a:pt x="149" y="307"/>
                      <a:pt x="155" y="306"/>
                    </a:cubicBezTo>
                    <a:cubicBezTo>
                      <a:pt x="180" y="289"/>
                      <a:pt x="188" y="264"/>
                      <a:pt x="172" y="239"/>
                    </a:cubicBezTo>
                    <a:lnTo>
                      <a:pt x="122" y="123"/>
                    </a:lnTo>
                    <a:cubicBezTo>
                      <a:pt x="114" y="107"/>
                      <a:pt x="105" y="90"/>
                      <a:pt x="97" y="74"/>
                    </a:cubicBezTo>
                    <a:cubicBezTo>
                      <a:pt x="89" y="49"/>
                      <a:pt x="81" y="32"/>
                      <a:pt x="64" y="16"/>
                    </a:cubicBezTo>
                    <a:cubicBezTo>
                      <a:pt x="58" y="5"/>
                      <a:pt x="49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1" name="Google Shape;7461;p22"/>
              <p:cNvSpPr/>
              <p:nvPr/>
            </p:nvSpPr>
            <p:spPr>
              <a:xfrm>
                <a:off x="5868150" y="4383425"/>
                <a:ext cx="23775" cy="38900"/>
              </a:xfrm>
              <a:custGeom>
                <a:rect b="b" l="l" r="r" t="t"/>
                <a:pathLst>
                  <a:path extrusionOk="0" h="1556" w="951">
                    <a:moveTo>
                      <a:pt x="67" y="1"/>
                    </a:moveTo>
                    <a:cubicBezTo>
                      <a:pt x="33" y="1"/>
                      <a:pt x="0" y="29"/>
                      <a:pt x="15" y="68"/>
                    </a:cubicBezTo>
                    <a:cubicBezTo>
                      <a:pt x="90" y="350"/>
                      <a:pt x="181" y="615"/>
                      <a:pt x="313" y="872"/>
                    </a:cubicBezTo>
                    <a:cubicBezTo>
                      <a:pt x="380" y="996"/>
                      <a:pt x="454" y="1112"/>
                      <a:pt x="537" y="1228"/>
                    </a:cubicBezTo>
                    <a:cubicBezTo>
                      <a:pt x="579" y="1286"/>
                      <a:pt x="620" y="1344"/>
                      <a:pt x="661" y="1394"/>
                    </a:cubicBezTo>
                    <a:cubicBezTo>
                      <a:pt x="703" y="1460"/>
                      <a:pt x="753" y="1527"/>
                      <a:pt x="827" y="1552"/>
                    </a:cubicBezTo>
                    <a:cubicBezTo>
                      <a:pt x="835" y="1554"/>
                      <a:pt x="843" y="1555"/>
                      <a:pt x="851" y="1555"/>
                    </a:cubicBezTo>
                    <a:cubicBezTo>
                      <a:pt x="898" y="1555"/>
                      <a:pt x="950" y="1518"/>
                      <a:pt x="943" y="1469"/>
                    </a:cubicBezTo>
                    <a:cubicBezTo>
                      <a:pt x="935" y="1386"/>
                      <a:pt x="885" y="1344"/>
                      <a:pt x="844" y="1286"/>
                    </a:cubicBezTo>
                    <a:cubicBezTo>
                      <a:pt x="802" y="1237"/>
                      <a:pt x="761" y="1179"/>
                      <a:pt x="719" y="1129"/>
                    </a:cubicBezTo>
                    <a:cubicBezTo>
                      <a:pt x="645" y="1013"/>
                      <a:pt x="570" y="897"/>
                      <a:pt x="496" y="781"/>
                    </a:cubicBezTo>
                    <a:cubicBezTo>
                      <a:pt x="355" y="549"/>
                      <a:pt x="222" y="300"/>
                      <a:pt x="123" y="44"/>
                    </a:cubicBezTo>
                    <a:cubicBezTo>
                      <a:pt x="113" y="14"/>
                      <a:pt x="90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2" name="Google Shape;7462;p22"/>
              <p:cNvSpPr/>
              <p:nvPr/>
            </p:nvSpPr>
            <p:spPr>
              <a:xfrm>
                <a:off x="5887375" y="4402725"/>
                <a:ext cx="9225" cy="12925"/>
              </a:xfrm>
              <a:custGeom>
                <a:rect b="b" l="l" r="r" t="t"/>
                <a:pathLst>
                  <a:path extrusionOk="0" h="517" w="369">
                    <a:moveTo>
                      <a:pt x="68" y="1"/>
                    </a:moveTo>
                    <a:cubicBezTo>
                      <a:pt x="59" y="1"/>
                      <a:pt x="50" y="3"/>
                      <a:pt x="42" y="9"/>
                    </a:cubicBezTo>
                    <a:cubicBezTo>
                      <a:pt x="17" y="26"/>
                      <a:pt x="0" y="59"/>
                      <a:pt x="17" y="92"/>
                    </a:cubicBezTo>
                    <a:cubicBezTo>
                      <a:pt x="66" y="158"/>
                      <a:pt x="108" y="233"/>
                      <a:pt x="149" y="307"/>
                    </a:cubicBezTo>
                    <a:cubicBezTo>
                      <a:pt x="191" y="382"/>
                      <a:pt x="240" y="448"/>
                      <a:pt x="298" y="506"/>
                    </a:cubicBezTo>
                    <a:cubicBezTo>
                      <a:pt x="306" y="513"/>
                      <a:pt x="315" y="516"/>
                      <a:pt x="324" y="516"/>
                    </a:cubicBezTo>
                    <a:cubicBezTo>
                      <a:pt x="346" y="516"/>
                      <a:pt x="368" y="497"/>
                      <a:pt x="356" y="473"/>
                    </a:cubicBezTo>
                    <a:cubicBezTo>
                      <a:pt x="340" y="390"/>
                      <a:pt x="298" y="316"/>
                      <a:pt x="249" y="249"/>
                    </a:cubicBezTo>
                    <a:cubicBezTo>
                      <a:pt x="207" y="175"/>
                      <a:pt x="166" y="100"/>
                      <a:pt x="116" y="34"/>
                    </a:cubicBezTo>
                    <a:cubicBezTo>
                      <a:pt x="105" y="12"/>
                      <a:pt x="87" y="1"/>
                      <a:pt x="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3" name="Google Shape;7463;p22"/>
              <p:cNvSpPr/>
              <p:nvPr/>
            </p:nvSpPr>
            <p:spPr>
              <a:xfrm>
                <a:off x="5832550" y="4535075"/>
                <a:ext cx="26000" cy="11450"/>
              </a:xfrm>
              <a:custGeom>
                <a:rect b="b" l="l" r="r" t="t"/>
                <a:pathLst>
                  <a:path extrusionOk="0" h="458" w="1040">
                    <a:moveTo>
                      <a:pt x="969" y="0"/>
                    </a:moveTo>
                    <a:cubicBezTo>
                      <a:pt x="966" y="0"/>
                      <a:pt x="962" y="0"/>
                      <a:pt x="959" y="1"/>
                    </a:cubicBezTo>
                    <a:lnTo>
                      <a:pt x="967" y="1"/>
                    </a:lnTo>
                    <a:cubicBezTo>
                      <a:pt x="884" y="18"/>
                      <a:pt x="810" y="51"/>
                      <a:pt x="735" y="92"/>
                    </a:cubicBezTo>
                    <a:cubicBezTo>
                      <a:pt x="669" y="125"/>
                      <a:pt x="594" y="159"/>
                      <a:pt x="520" y="192"/>
                    </a:cubicBezTo>
                    <a:cubicBezTo>
                      <a:pt x="370" y="250"/>
                      <a:pt x="221" y="308"/>
                      <a:pt x="64" y="357"/>
                    </a:cubicBezTo>
                    <a:cubicBezTo>
                      <a:pt x="0" y="373"/>
                      <a:pt x="28" y="457"/>
                      <a:pt x="89" y="457"/>
                    </a:cubicBezTo>
                    <a:cubicBezTo>
                      <a:pt x="91" y="457"/>
                      <a:pt x="94" y="457"/>
                      <a:pt x="97" y="457"/>
                    </a:cubicBezTo>
                    <a:cubicBezTo>
                      <a:pt x="254" y="424"/>
                      <a:pt x="420" y="391"/>
                      <a:pt x="578" y="324"/>
                    </a:cubicBezTo>
                    <a:cubicBezTo>
                      <a:pt x="727" y="266"/>
                      <a:pt x="901" y="208"/>
                      <a:pt x="1008" y="84"/>
                    </a:cubicBezTo>
                    <a:cubicBezTo>
                      <a:pt x="1039" y="46"/>
                      <a:pt x="1013" y="0"/>
                      <a:pt x="9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4" name="Google Shape;7464;p22"/>
              <p:cNvSpPr/>
              <p:nvPr/>
            </p:nvSpPr>
            <p:spPr>
              <a:xfrm>
                <a:off x="5862100" y="4523175"/>
                <a:ext cx="5825" cy="7050"/>
              </a:xfrm>
              <a:custGeom>
                <a:rect b="b" l="l" r="r" t="t"/>
                <a:pathLst>
                  <a:path extrusionOk="0" h="282" w="233">
                    <a:moveTo>
                      <a:pt x="186" y="1"/>
                    </a:moveTo>
                    <a:cubicBezTo>
                      <a:pt x="176" y="1"/>
                      <a:pt x="166" y="5"/>
                      <a:pt x="158" y="13"/>
                    </a:cubicBezTo>
                    <a:cubicBezTo>
                      <a:pt x="133" y="46"/>
                      <a:pt x="108" y="79"/>
                      <a:pt x="83" y="113"/>
                    </a:cubicBezTo>
                    <a:cubicBezTo>
                      <a:pt x="58" y="146"/>
                      <a:pt x="34" y="179"/>
                      <a:pt x="9" y="212"/>
                    </a:cubicBezTo>
                    <a:cubicBezTo>
                      <a:pt x="0" y="229"/>
                      <a:pt x="9" y="262"/>
                      <a:pt x="25" y="278"/>
                    </a:cubicBezTo>
                    <a:cubicBezTo>
                      <a:pt x="32" y="280"/>
                      <a:pt x="39" y="281"/>
                      <a:pt x="45" y="281"/>
                    </a:cubicBezTo>
                    <a:cubicBezTo>
                      <a:pt x="63" y="281"/>
                      <a:pt x="79" y="274"/>
                      <a:pt x="92" y="262"/>
                    </a:cubicBezTo>
                    <a:cubicBezTo>
                      <a:pt x="116" y="229"/>
                      <a:pt x="141" y="195"/>
                      <a:pt x="158" y="162"/>
                    </a:cubicBezTo>
                    <a:cubicBezTo>
                      <a:pt x="183" y="129"/>
                      <a:pt x="199" y="96"/>
                      <a:pt x="224" y="63"/>
                    </a:cubicBezTo>
                    <a:cubicBezTo>
                      <a:pt x="232" y="46"/>
                      <a:pt x="224" y="21"/>
                      <a:pt x="208" y="13"/>
                    </a:cubicBezTo>
                    <a:cubicBezTo>
                      <a:pt x="203" y="5"/>
                      <a:pt x="195" y="1"/>
                      <a:pt x="1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5" name="Google Shape;7465;p22"/>
              <p:cNvSpPr/>
              <p:nvPr/>
            </p:nvSpPr>
            <p:spPr>
              <a:xfrm>
                <a:off x="5827575" y="4382850"/>
                <a:ext cx="33925" cy="44375"/>
              </a:xfrm>
              <a:custGeom>
                <a:rect b="b" l="l" r="r" t="t"/>
                <a:pathLst>
                  <a:path extrusionOk="0" h="1775" w="1357">
                    <a:moveTo>
                      <a:pt x="50" y="0"/>
                    </a:moveTo>
                    <a:cubicBezTo>
                      <a:pt x="26" y="0"/>
                      <a:pt x="1" y="23"/>
                      <a:pt x="6" y="58"/>
                    </a:cubicBezTo>
                    <a:cubicBezTo>
                      <a:pt x="72" y="423"/>
                      <a:pt x="288" y="729"/>
                      <a:pt x="511" y="1019"/>
                    </a:cubicBezTo>
                    <a:cubicBezTo>
                      <a:pt x="627" y="1160"/>
                      <a:pt x="735" y="1309"/>
                      <a:pt x="843" y="1459"/>
                    </a:cubicBezTo>
                    <a:cubicBezTo>
                      <a:pt x="893" y="1525"/>
                      <a:pt x="942" y="1599"/>
                      <a:pt x="1009" y="1666"/>
                    </a:cubicBezTo>
                    <a:cubicBezTo>
                      <a:pt x="1078" y="1727"/>
                      <a:pt x="1147" y="1774"/>
                      <a:pt x="1236" y="1774"/>
                    </a:cubicBezTo>
                    <a:cubicBezTo>
                      <a:pt x="1243" y="1774"/>
                      <a:pt x="1250" y="1774"/>
                      <a:pt x="1257" y="1773"/>
                    </a:cubicBezTo>
                    <a:cubicBezTo>
                      <a:pt x="1323" y="1765"/>
                      <a:pt x="1357" y="1699"/>
                      <a:pt x="1307" y="1649"/>
                    </a:cubicBezTo>
                    <a:cubicBezTo>
                      <a:pt x="1282" y="1616"/>
                      <a:pt x="1257" y="1599"/>
                      <a:pt x="1224" y="1575"/>
                    </a:cubicBezTo>
                    <a:cubicBezTo>
                      <a:pt x="1191" y="1550"/>
                      <a:pt x="1158" y="1517"/>
                      <a:pt x="1133" y="1492"/>
                    </a:cubicBezTo>
                    <a:cubicBezTo>
                      <a:pt x="1075" y="1425"/>
                      <a:pt x="1025" y="1359"/>
                      <a:pt x="975" y="1293"/>
                    </a:cubicBezTo>
                    <a:cubicBezTo>
                      <a:pt x="876" y="1152"/>
                      <a:pt x="768" y="1019"/>
                      <a:pt x="652" y="895"/>
                    </a:cubicBezTo>
                    <a:cubicBezTo>
                      <a:pt x="437" y="638"/>
                      <a:pt x="188" y="365"/>
                      <a:pt x="89" y="33"/>
                    </a:cubicBezTo>
                    <a:cubicBezTo>
                      <a:pt x="82" y="10"/>
                      <a:pt x="66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6" name="Google Shape;7466;p22"/>
              <p:cNvSpPr/>
              <p:nvPr/>
            </p:nvSpPr>
            <p:spPr>
              <a:xfrm>
                <a:off x="5848000" y="4401475"/>
                <a:ext cx="9350" cy="13050"/>
              </a:xfrm>
              <a:custGeom>
                <a:rect b="b" l="l" r="r" t="t"/>
                <a:pathLst>
                  <a:path extrusionOk="0" h="522" w="374">
                    <a:moveTo>
                      <a:pt x="69" y="1"/>
                    </a:moveTo>
                    <a:cubicBezTo>
                      <a:pt x="60" y="1"/>
                      <a:pt x="51" y="4"/>
                      <a:pt x="42" y="9"/>
                    </a:cubicBezTo>
                    <a:cubicBezTo>
                      <a:pt x="9" y="26"/>
                      <a:pt x="1" y="67"/>
                      <a:pt x="18" y="92"/>
                    </a:cubicBezTo>
                    <a:lnTo>
                      <a:pt x="142" y="299"/>
                    </a:lnTo>
                    <a:cubicBezTo>
                      <a:pt x="183" y="366"/>
                      <a:pt x="225" y="432"/>
                      <a:pt x="274" y="498"/>
                    </a:cubicBezTo>
                    <a:cubicBezTo>
                      <a:pt x="286" y="510"/>
                      <a:pt x="302" y="522"/>
                      <a:pt x="319" y="522"/>
                    </a:cubicBezTo>
                    <a:cubicBezTo>
                      <a:pt x="326" y="522"/>
                      <a:pt x="333" y="520"/>
                      <a:pt x="341" y="515"/>
                    </a:cubicBezTo>
                    <a:cubicBezTo>
                      <a:pt x="366" y="498"/>
                      <a:pt x="374" y="465"/>
                      <a:pt x="357" y="440"/>
                    </a:cubicBezTo>
                    <a:cubicBezTo>
                      <a:pt x="324" y="374"/>
                      <a:pt x="291" y="299"/>
                      <a:pt x="250" y="233"/>
                    </a:cubicBezTo>
                    <a:cubicBezTo>
                      <a:pt x="208" y="167"/>
                      <a:pt x="158" y="100"/>
                      <a:pt x="117" y="34"/>
                    </a:cubicBezTo>
                    <a:cubicBezTo>
                      <a:pt x="106" y="12"/>
                      <a:pt x="87" y="1"/>
                      <a:pt x="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7" name="Google Shape;7467;p22"/>
              <p:cNvSpPr/>
              <p:nvPr/>
            </p:nvSpPr>
            <p:spPr>
              <a:xfrm>
                <a:off x="5956975" y="4339750"/>
                <a:ext cx="27050" cy="77125"/>
              </a:xfrm>
              <a:custGeom>
                <a:rect b="b" l="l" r="r" t="t"/>
                <a:pathLst>
                  <a:path extrusionOk="0" h="3085" w="1082">
                    <a:moveTo>
                      <a:pt x="46" y="1"/>
                    </a:moveTo>
                    <a:cubicBezTo>
                      <a:pt x="23" y="1"/>
                      <a:pt x="0" y="17"/>
                      <a:pt x="0" y="51"/>
                    </a:cubicBezTo>
                    <a:cubicBezTo>
                      <a:pt x="8" y="647"/>
                      <a:pt x="75" y="1235"/>
                      <a:pt x="240" y="1815"/>
                    </a:cubicBezTo>
                    <a:cubicBezTo>
                      <a:pt x="315" y="2097"/>
                      <a:pt x="414" y="2379"/>
                      <a:pt x="522" y="2644"/>
                    </a:cubicBezTo>
                    <a:cubicBezTo>
                      <a:pt x="572" y="2768"/>
                      <a:pt x="613" y="2909"/>
                      <a:pt x="704" y="3000"/>
                    </a:cubicBezTo>
                    <a:cubicBezTo>
                      <a:pt x="754" y="3050"/>
                      <a:pt x="820" y="3083"/>
                      <a:pt x="887" y="3083"/>
                    </a:cubicBezTo>
                    <a:cubicBezTo>
                      <a:pt x="894" y="3084"/>
                      <a:pt x="900" y="3084"/>
                      <a:pt x="906" y="3084"/>
                    </a:cubicBezTo>
                    <a:cubicBezTo>
                      <a:pt x="961" y="3084"/>
                      <a:pt x="999" y="3053"/>
                      <a:pt x="1036" y="3009"/>
                    </a:cubicBezTo>
                    <a:cubicBezTo>
                      <a:pt x="1081" y="2955"/>
                      <a:pt x="1050" y="2874"/>
                      <a:pt x="987" y="2874"/>
                    </a:cubicBezTo>
                    <a:cubicBezTo>
                      <a:pt x="981" y="2874"/>
                      <a:pt x="976" y="2875"/>
                      <a:pt x="970" y="2876"/>
                    </a:cubicBezTo>
                    <a:cubicBezTo>
                      <a:pt x="970" y="2876"/>
                      <a:pt x="961" y="2868"/>
                      <a:pt x="953" y="2868"/>
                    </a:cubicBezTo>
                    <a:cubicBezTo>
                      <a:pt x="945" y="2868"/>
                      <a:pt x="928" y="2868"/>
                      <a:pt x="912" y="2859"/>
                    </a:cubicBezTo>
                    <a:cubicBezTo>
                      <a:pt x="895" y="2859"/>
                      <a:pt x="887" y="2851"/>
                      <a:pt x="870" y="2835"/>
                    </a:cubicBezTo>
                    <a:cubicBezTo>
                      <a:pt x="837" y="2801"/>
                      <a:pt x="812" y="2735"/>
                      <a:pt x="796" y="2694"/>
                    </a:cubicBezTo>
                    <a:cubicBezTo>
                      <a:pt x="738" y="2578"/>
                      <a:pt x="688" y="2462"/>
                      <a:pt x="646" y="2337"/>
                    </a:cubicBezTo>
                    <a:cubicBezTo>
                      <a:pt x="547" y="2097"/>
                      <a:pt x="464" y="1849"/>
                      <a:pt x="398" y="1600"/>
                    </a:cubicBezTo>
                    <a:cubicBezTo>
                      <a:pt x="257" y="1095"/>
                      <a:pt x="141" y="573"/>
                      <a:pt x="91" y="51"/>
                    </a:cubicBezTo>
                    <a:cubicBezTo>
                      <a:pt x="91" y="17"/>
                      <a:pt x="68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8" name="Google Shape;7468;p22"/>
              <p:cNvSpPr/>
              <p:nvPr/>
            </p:nvSpPr>
            <p:spPr>
              <a:xfrm>
                <a:off x="5978300" y="4400775"/>
                <a:ext cx="6250" cy="7075"/>
              </a:xfrm>
              <a:custGeom>
                <a:rect b="b" l="l" r="r" t="t"/>
                <a:pathLst>
                  <a:path extrusionOk="0" h="283" w="250">
                    <a:moveTo>
                      <a:pt x="67" y="1"/>
                    </a:moveTo>
                    <a:cubicBezTo>
                      <a:pt x="64" y="1"/>
                      <a:pt x="61" y="2"/>
                      <a:pt x="59" y="4"/>
                    </a:cubicBezTo>
                    <a:cubicBezTo>
                      <a:pt x="42" y="4"/>
                      <a:pt x="34" y="4"/>
                      <a:pt x="25" y="12"/>
                    </a:cubicBezTo>
                    <a:cubicBezTo>
                      <a:pt x="9" y="21"/>
                      <a:pt x="1" y="46"/>
                      <a:pt x="17" y="70"/>
                    </a:cubicBezTo>
                    <a:cubicBezTo>
                      <a:pt x="67" y="137"/>
                      <a:pt x="125" y="203"/>
                      <a:pt x="175" y="269"/>
                    </a:cubicBezTo>
                    <a:cubicBezTo>
                      <a:pt x="184" y="279"/>
                      <a:pt x="197" y="283"/>
                      <a:pt x="209" y="283"/>
                    </a:cubicBezTo>
                    <a:cubicBezTo>
                      <a:pt x="217" y="283"/>
                      <a:pt x="226" y="281"/>
                      <a:pt x="233" y="278"/>
                    </a:cubicBezTo>
                    <a:cubicBezTo>
                      <a:pt x="241" y="261"/>
                      <a:pt x="249" y="236"/>
                      <a:pt x="241" y="220"/>
                    </a:cubicBezTo>
                    <a:cubicBezTo>
                      <a:pt x="191" y="153"/>
                      <a:pt x="141" y="79"/>
                      <a:pt x="83" y="12"/>
                    </a:cubicBezTo>
                    <a:cubicBezTo>
                      <a:pt x="83" y="7"/>
                      <a:pt x="75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9" name="Google Shape;7469;p22"/>
              <p:cNvSpPr/>
              <p:nvPr/>
            </p:nvSpPr>
            <p:spPr>
              <a:xfrm>
                <a:off x="5961500" y="4397750"/>
                <a:ext cx="8200" cy="12600"/>
              </a:xfrm>
              <a:custGeom>
                <a:rect b="b" l="l" r="r" t="t"/>
                <a:pathLst>
                  <a:path extrusionOk="0" h="504" w="328">
                    <a:moveTo>
                      <a:pt x="52" y="0"/>
                    </a:moveTo>
                    <a:cubicBezTo>
                      <a:pt x="28" y="0"/>
                      <a:pt x="0" y="30"/>
                      <a:pt x="18" y="59"/>
                    </a:cubicBezTo>
                    <a:cubicBezTo>
                      <a:pt x="93" y="200"/>
                      <a:pt x="167" y="349"/>
                      <a:pt x="267" y="490"/>
                    </a:cubicBezTo>
                    <a:cubicBezTo>
                      <a:pt x="271" y="499"/>
                      <a:pt x="279" y="503"/>
                      <a:pt x="287" y="503"/>
                    </a:cubicBezTo>
                    <a:cubicBezTo>
                      <a:pt x="307" y="503"/>
                      <a:pt x="328" y="480"/>
                      <a:pt x="316" y="457"/>
                    </a:cubicBezTo>
                    <a:cubicBezTo>
                      <a:pt x="258" y="299"/>
                      <a:pt x="159" y="158"/>
                      <a:pt x="76" y="17"/>
                    </a:cubicBezTo>
                    <a:cubicBezTo>
                      <a:pt x="71" y="5"/>
                      <a:pt x="62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0" name="Google Shape;7470;p22"/>
              <p:cNvSpPr/>
              <p:nvPr/>
            </p:nvSpPr>
            <p:spPr>
              <a:xfrm>
                <a:off x="5806800" y="4537575"/>
                <a:ext cx="4575" cy="3425"/>
              </a:xfrm>
              <a:custGeom>
                <a:rect b="b" l="l" r="r" t="t"/>
                <a:pathLst>
                  <a:path extrusionOk="0" h="137" w="183">
                    <a:moveTo>
                      <a:pt x="167" y="55"/>
                    </a:moveTo>
                    <a:cubicBezTo>
                      <a:pt x="166" y="55"/>
                      <a:pt x="163" y="56"/>
                      <a:pt x="158" y="59"/>
                    </a:cubicBezTo>
                    <a:cubicBezTo>
                      <a:pt x="163" y="59"/>
                      <a:pt x="169" y="55"/>
                      <a:pt x="167" y="55"/>
                    </a:cubicBezTo>
                    <a:close/>
                    <a:moveTo>
                      <a:pt x="158" y="1"/>
                    </a:moveTo>
                    <a:cubicBezTo>
                      <a:pt x="133" y="1"/>
                      <a:pt x="100" y="1"/>
                      <a:pt x="75" y="17"/>
                    </a:cubicBezTo>
                    <a:cubicBezTo>
                      <a:pt x="66" y="17"/>
                      <a:pt x="50" y="34"/>
                      <a:pt x="42" y="42"/>
                    </a:cubicBezTo>
                    <a:cubicBezTo>
                      <a:pt x="33" y="42"/>
                      <a:pt x="25" y="50"/>
                      <a:pt x="17" y="59"/>
                    </a:cubicBezTo>
                    <a:cubicBezTo>
                      <a:pt x="8" y="75"/>
                      <a:pt x="0" y="83"/>
                      <a:pt x="0" y="92"/>
                    </a:cubicBezTo>
                    <a:cubicBezTo>
                      <a:pt x="0" y="108"/>
                      <a:pt x="8" y="117"/>
                      <a:pt x="17" y="125"/>
                    </a:cubicBezTo>
                    <a:cubicBezTo>
                      <a:pt x="23" y="131"/>
                      <a:pt x="33" y="137"/>
                      <a:pt x="41" y="137"/>
                    </a:cubicBezTo>
                    <a:cubicBezTo>
                      <a:pt x="44" y="137"/>
                      <a:pt x="47" y="136"/>
                      <a:pt x="50" y="133"/>
                    </a:cubicBezTo>
                    <a:cubicBezTo>
                      <a:pt x="66" y="133"/>
                      <a:pt x="75" y="125"/>
                      <a:pt x="83" y="117"/>
                    </a:cubicBezTo>
                    <a:cubicBezTo>
                      <a:pt x="89" y="110"/>
                      <a:pt x="99" y="100"/>
                      <a:pt x="108" y="92"/>
                    </a:cubicBezTo>
                    <a:lnTo>
                      <a:pt x="108" y="92"/>
                    </a:lnTo>
                    <a:cubicBezTo>
                      <a:pt x="116" y="83"/>
                      <a:pt x="124" y="83"/>
                      <a:pt x="124" y="75"/>
                    </a:cubicBezTo>
                    <a:cubicBezTo>
                      <a:pt x="133" y="67"/>
                      <a:pt x="141" y="67"/>
                      <a:pt x="149" y="59"/>
                    </a:cubicBezTo>
                    <a:lnTo>
                      <a:pt x="158" y="59"/>
                    </a:lnTo>
                    <a:cubicBezTo>
                      <a:pt x="166" y="50"/>
                      <a:pt x="174" y="50"/>
                      <a:pt x="182" y="42"/>
                    </a:cubicBezTo>
                    <a:cubicBezTo>
                      <a:pt x="182" y="34"/>
                      <a:pt x="182" y="34"/>
                      <a:pt x="182" y="25"/>
                    </a:cubicBezTo>
                    <a:cubicBezTo>
                      <a:pt x="182" y="9"/>
                      <a:pt x="166" y="1"/>
                      <a:pt x="15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1" name="Google Shape;7471;p22"/>
              <p:cNvSpPr/>
              <p:nvPr/>
            </p:nvSpPr>
            <p:spPr>
              <a:xfrm>
                <a:off x="5814050" y="4540275"/>
                <a:ext cx="2075" cy="1675"/>
              </a:xfrm>
              <a:custGeom>
                <a:rect b="b" l="l" r="r" t="t"/>
                <a:pathLst>
                  <a:path extrusionOk="0" h="67" w="83">
                    <a:moveTo>
                      <a:pt x="42" y="0"/>
                    </a:moveTo>
                    <a:cubicBezTo>
                      <a:pt x="0" y="0"/>
                      <a:pt x="0" y="67"/>
                      <a:pt x="42" y="67"/>
                    </a:cubicBezTo>
                    <a:cubicBezTo>
                      <a:pt x="83" y="67"/>
                      <a:pt x="83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2" name="Google Shape;7472;p22"/>
              <p:cNvSpPr/>
              <p:nvPr/>
            </p:nvSpPr>
            <p:spPr>
              <a:xfrm>
                <a:off x="6057450" y="4437950"/>
                <a:ext cx="14075" cy="16300"/>
              </a:xfrm>
              <a:custGeom>
                <a:rect b="b" l="l" r="r" t="t"/>
                <a:pathLst>
                  <a:path extrusionOk="0" h="652" w="563">
                    <a:moveTo>
                      <a:pt x="513" y="0"/>
                    </a:moveTo>
                    <a:cubicBezTo>
                      <a:pt x="455" y="0"/>
                      <a:pt x="414" y="83"/>
                      <a:pt x="381" y="124"/>
                    </a:cubicBezTo>
                    <a:cubicBezTo>
                      <a:pt x="348" y="174"/>
                      <a:pt x="306" y="224"/>
                      <a:pt x="265" y="274"/>
                    </a:cubicBezTo>
                    <a:cubicBezTo>
                      <a:pt x="190" y="373"/>
                      <a:pt x="116" y="472"/>
                      <a:pt x="33" y="572"/>
                    </a:cubicBezTo>
                    <a:cubicBezTo>
                      <a:pt x="1" y="604"/>
                      <a:pt x="33" y="651"/>
                      <a:pt x="69" y="651"/>
                    </a:cubicBezTo>
                    <a:cubicBezTo>
                      <a:pt x="79" y="651"/>
                      <a:pt x="90" y="647"/>
                      <a:pt x="99" y="638"/>
                    </a:cubicBezTo>
                    <a:cubicBezTo>
                      <a:pt x="182" y="539"/>
                      <a:pt x="265" y="448"/>
                      <a:pt x="348" y="348"/>
                    </a:cubicBezTo>
                    <a:cubicBezTo>
                      <a:pt x="389" y="298"/>
                      <a:pt x="422" y="249"/>
                      <a:pt x="464" y="191"/>
                    </a:cubicBezTo>
                    <a:cubicBezTo>
                      <a:pt x="497" y="158"/>
                      <a:pt x="563" y="83"/>
                      <a:pt x="546" y="25"/>
                    </a:cubicBezTo>
                    <a:cubicBezTo>
                      <a:pt x="538" y="8"/>
                      <a:pt x="530" y="0"/>
                      <a:pt x="5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3" name="Google Shape;7473;p22"/>
              <p:cNvSpPr/>
              <p:nvPr/>
            </p:nvSpPr>
            <p:spPr>
              <a:xfrm>
                <a:off x="6076900" y="4427800"/>
                <a:ext cx="7275" cy="5925"/>
              </a:xfrm>
              <a:custGeom>
                <a:rect b="b" l="l" r="r" t="t"/>
                <a:pathLst>
                  <a:path extrusionOk="0" h="237" w="291">
                    <a:moveTo>
                      <a:pt x="257" y="0"/>
                    </a:moveTo>
                    <a:cubicBezTo>
                      <a:pt x="232" y="8"/>
                      <a:pt x="216" y="25"/>
                      <a:pt x="191" y="33"/>
                    </a:cubicBezTo>
                    <a:cubicBezTo>
                      <a:pt x="166" y="50"/>
                      <a:pt x="150" y="66"/>
                      <a:pt x="133" y="83"/>
                    </a:cubicBezTo>
                    <a:lnTo>
                      <a:pt x="17" y="174"/>
                    </a:lnTo>
                    <a:cubicBezTo>
                      <a:pt x="0" y="191"/>
                      <a:pt x="9" y="216"/>
                      <a:pt x="17" y="224"/>
                    </a:cubicBezTo>
                    <a:cubicBezTo>
                      <a:pt x="25" y="232"/>
                      <a:pt x="36" y="236"/>
                      <a:pt x="45" y="236"/>
                    </a:cubicBezTo>
                    <a:cubicBezTo>
                      <a:pt x="54" y="236"/>
                      <a:pt x="63" y="232"/>
                      <a:pt x="67" y="224"/>
                    </a:cubicBezTo>
                    <a:cubicBezTo>
                      <a:pt x="108" y="199"/>
                      <a:pt x="141" y="166"/>
                      <a:pt x="183" y="141"/>
                    </a:cubicBezTo>
                    <a:cubicBezTo>
                      <a:pt x="199" y="124"/>
                      <a:pt x="216" y="116"/>
                      <a:pt x="232" y="100"/>
                    </a:cubicBezTo>
                    <a:cubicBezTo>
                      <a:pt x="249" y="75"/>
                      <a:pt x="266" y="58"/>
                      <a:pt x="282" y="42"/>
                    </a:cubicBezTo>
                    <a:cubicBezTo>
                      <a:pt x="290" y="25"/>
                      <a:pt x="274" y="0"/>
                      <a:pt x="2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4" name="Google Shape;7474;p22"/>
              <p:cNvSpPr/>
              <p:nvPr/>
            </p:nvSpPr>
            <p:spPr>
              <a:xfrm>
                <a:off x="5955925" y="4299425"/>
                <a:ext cx="3975" cy="16275"/>
              </a:xfrm>
              <a:custGeom>
                <a:rect b="b" l="l" r="r" t="t"/>
                <a:pathLst>
                  <a:path extrusionOk="0" h="651" w="159">
                    <a:moveTo>
                      <a:pt x="84" y="0"/>
                    </a:moveTo>
                    <a:cubicBezTo>
                      <a:pt x="77" y="0"/>
                      <a:pt x="71" y="2"/>
                      <a:pt x="67" y="7"/>
                    </a:cubicBezTo>
                    <a:cubicBezTo>
                      <a:pt x="26" y="31"/>
                      <a:pt x="9" y="98"/>
                      <a:pt x="9" y="147"/>
                    </a:cubicBezTo>
                    <a:cubicBezTo>
                      <a:pt x="1" y="197"/>
                      <a:pt x="9" y="247"/>
                      <a:pt x="9" y="296"/>
                    </a:cubicBezTo>
                    <a:cubicBezTo>
                      <a:pt x="9" y="396"/>
                      <a:pt x="17" y="495"/>
                      <a:pt x="26" y="595"/>
                    </a:cubicBezTo>
                    <a:cubicBezTo>
                      <a:pt x="30" y="632"/>
                      <a:pt x="57" y="651"/>
                      <a:pt x="84" y="651"/>
                    </a:cubicBezTo>
                    <a:cubicBezTo>
                      <a:pt x="110" y="651"/>
                      <a:pt x="137" y="632"/>
                      <a:pt x="142" y="595"/>
                    </a:cubicBezTo>
                    <a:cubicBezTo>
                      <a:pt x="150" y="495"/>
                      <a:pt x="158" y="396"/>
                      <a:pt x="158" y="296"/>
                    </a:cubicBezTo>
                    <a:cubicBezTo>
                      <a:pt x="158" y="247"/>
                      <a:pt x="158" y="197"/>
                      <a:pt x="158" y="147"/>
                    </a:cubicBezTo>
                    <a:cubicBezTo>
                      <a:pt x="150" y="98"/>
                      <a:pt x="142" y="31"/>
                      <a:pt x="100" y="7"/>
                    </a:cubicBezTo>
                    <a:cubicBezTo>
                      <a:pt x="96" y="2"/>
                      <a:pt x="90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5" name="Google Shape;7475;p22"/>
              <p:cNvSpPr/>
              <p:nvPr/>
            </p:nvSpPr>
            <p:spPr>
              <a:xfrm>
                <a:off x="5961325" y="4301325"/>
                <a:ext cx="2925" cy="8625"/>
              </a:xfrm>
              <a:custGeom>
                <a:rect b="b" l="l" r="r" t="t"/>
                <a:pathLst>
                  <a:path extrusionOk="0" h="345" w="117">
                    <a:moveTo>
                      <a:pt x="86" y="1"/>
                    </a:moveTo>
                    <a:cubicBezTo>
                      <a:pt x="79" y="1"/>
                      <a:pt x="71" y="5"/>
                      <a:pt x="66" y="13"/>
                    </a:cubicBezTo>
                    <a:cubicBezTo>
                      <a:pt x="42" y="55"/>
                      <a:pt x="25" y="104"/>
                      <a:pt x="17" y="154"/>
                    </a:cubicBezTo>
                    <a:cubicBezTo>
                      <a:pt x="17" y="204"/>
                      <a:pt x="8" y="254"/>
                      <a:pt x="0" y="303"/>
                    </a:cubicBezTo>
                    <a:cubicBezTo>
                      <a:pt x="0" y="320"/>
                      <a:pt x="17" y="336"/>
                      <a:pt x="33" y="345"/>
                    </a:cubicBezTo>
                    <a:cubicBezTo>
                      <a:pt x="50" y="345"/>
                      <a:pt x="75" y="336"/>
                      <a:pt x="75" y="312"/>
                    </a:cubicBezTo>
                    <a:cubicBezTo>
                      <a:pt x="83" y="262"/>
                      <a:pt x="91" y="220"/>
                      <a:pt x="100" y="171"/>
                    </a:cubicBezTo>
                    <a:cubicBezTo>
                      <a:pt x="108" y="121"/>
                      <a:pt x="116" y="63"/>
                      <a:pt x="100" y="13"/>
                    </a:cubicBezTo>
                    <a:cubicBezTo>
                      <a:pt x="100" y="5"/>
                      <a:pt x="93" y="1"/>
                      <a:pt x="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6" name="Google Shape;7476;p22"/>
              <p:cNvSpPr/>
              <p:nvPr/>
            </p:nvSpPr>
            <p:spPr>
              <a:xfrm>
                <a:off x="5952000" y="4286950"/>
                <a:ext cx="2100" cy="1675"/>
              </a:xfrm>
              <a:custGeom>
                <a:rect b="b" l="l" r="r" t="t"/>
                <a:pathLst>
                  <a:path extrusionOk="0" h="67" w="84">
                    <a:moveTo>
                      <a:pt x="42" y="0"/>
                    </a:moveTo>
                    <a:cubicBezTo>
                      <a:pt x="0" y="0"/>
                      <a:pt x="0" y="66"/>
                      <a:pt x="42" y="66"/>
                    </a:cubicBezTo>
                    <a:cubicBezTo>
                      <a:pt x="83" y="66"/>
                      <a:pt x="83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7" name="Google Shape;7477;p22"/>
              <p:cNvSpPr/>
              <p:nvPr/>
            </p:nvSpPr>
            <p:spPr>
              <a:xfrm>
                <a:off x="6179550" y="4397800"/>
                <a:ext cx="7300" cy="10975"/>
              </a:xfrm>
              <a:custGeom>
                <a:rect b="b" l="l" r="r" t="t"/>
                <a:pathLst>
                  <a:path extrusionOk="0" h="439" w="292">
                    <a:moveTo>
                      <a:pt x="257" y="1"/>
                    </a:moveTo>
                    <a:cubicBezTo>
                      <a:pt x="250" y="1"/>
                      <a:pt x="243" y="3"/>
                      <a:pt x="236" y="7"/>
                    </a:cubicBezTo>
                    <a:lnTo>
                      <a:pt x="244" y="7"/>
                    </a:lnTo>
                    <a:cubicBezTo>
                      <a:pt x="228" y="24"/>
                      <a:pt x="211" y="32"/>
                      <a:pt x="203" y="57"/>
                    </a:cubicBezTo>
                    <a:cubicBezTo>
                      <a:pt x="195" y="65"/>
                      <a:pt x="186" y="82"/>
                      <a:pt x="170" y="98"/>
                    </a:cubicBezTo>
                    <a:cubicBezTo>
                      <a:pt x="153" y="131"/>
                      <a:pt x="137" y="165"/>
                      <a:pt x="120" y="189"/>
                    </a:cubicBezTo>
                    <a:cubicBezTo>
                      <a:pt x="87" y="256"/>
                      <a:pt x="54" y="322"/>
                      <a:pt x="12" y="380"/>
                    </a:cubicBezTo>
                    <a:cubicBezTo>
                      <a:pt x="1" y="409"/>
                      <a:pt x="26" y="439"/>
                      <a:pt x="51" y="439"/>
                    </a:cubicBezTo>
                    <a:cubicBezTo>
                      <a:pt x="61" y="439"/>
                      <a:pt x="71" y="434"/>
                      <a:pt x="79" y="421"/>
                    </a:cubicBezTo>
                    <a:lnTo>
                      <a:pt x="195" y="231"/>
                    </a:lnTo>
                    <a:cubicBezTo>
                      <a:pt x="211" y="206"/>
                      <a:pt x="228" y="173"/>
                      <a:pt x="244" y="140"/>
                    </a:cubicBezTo>
                    <a:cubicBezTo>
                      <a:pt x="253" y="123"/>
                      <a:pt x="261" y="115"/>
                      <a:pt x="269" y="98"/>
                    </a:cubicBezTo>
                    <a:cubicBezTo>
                      <a:pt x="277" y="73"/>
                      <a:pt x="286" y="57"/>
                      <a:pt x="286" y="40"/>
                    </a:cubicBezTo>
                    <a:cubicBezTo>
                      <a:pt x="292" y="16"/>
                      <a:pt x="276" y="1"/>
                      <a:pt x="2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8" name="Google Shape;7478;p22"/>
              <p:cNvSpPr/>
              <p:nvPr/>
            </p:nvSpPr>
            <p:spPr>
              <a:xfrm>
                <a:off x="6192275" y="4394850"/>
                <a:ext cx="5950" cy="10675"/>
              </a:xfrm>
              <a:custGeom>
                <a:rect b="b" l="l" r="r" t="t"/>
                <a:pathLst>
                  <a:path extrusionOk="0" h="427" w="238">
                    <a:moveTo>
                      <a:pt x="212" y="0"/>
                    </a:moveTo>
                    <a:cubicBezTo>
                      <a:pt x="205" y="0"/>
                      <a:pt x="197" y="3"/>
                      <a:pt x="191" y="9"/>
                    </a:cubicBezTo>
                    <a:cubicBezTo>
                      <a:pt x="158" y="67"/>
                      <a:pt x="133" y="125"/>
                      <a:pt x="92" y="183"/>
                    </a:cubicBezTo>
                    <a:cubicBezTo>
                      <a:pt x="58" y="241"/>
                      <a:pt x="34" y="307"/>
                      <a:pt x="9" y="374"/>
                    </a:cubicBezTo>
                    <a:cubicBezTo>
                      <a:pt x="0" y="390"/>
                      <a:pt x="0" y="407"/>
                      <a:pt x="25" y="423"/>
                    </a:cubicBezTo>
                    <a:cubicBezTo>
                      <a:pt x="28" y="426"/>
                      <a:pt x="31" y="427"/>
                      <a:pt x="35" y="427"/>
                    </a:cubicBezTo>
                    <a:cubicBezTo>
                      <a:pt x="46" y="427"/>
                      <a:pt x="61" y="419"/>
                      <a:pt x="67" y="407"/>
                    </a:cubicBezTo>
                    <a:cubicBezTo>
                      <a:pt x="100" y="349"/>
                      <a:pt x="133" y="283"/>
                      <a:pt x="158" y="216"/>
                    </a:cubicBezTo>
                    <a:cubicBezTo>
                      <a:pt x="174" y="150"/>
                      <a:pt x="208" y="92"/>
                      <a:pt x="232" y="26"/>
                    </a:cubicBezTo>
                    <a:cubicBezTo>
                      <a:pt x="238" y="10"/>
                      <a:pt x="226" y="0"/>
                      <a:pt x="2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9" name="Google Shape;7479;p22"/>
              <p:cNvSpPr/>
              <p:nvPr/>
            </p:nvSpPr>
            <p:spPr>
              <a:xfrm>
                <a:off x="6225075" y="4303225"/>
                <a:ext cx="4100" cy="13275"/>
              </a:xfrm>
              <a:custGeom>
                <a:rect b="b" l="l" r="r" t="t"/>
                <a:pathLst>
                  <a:path extrusionOk="0" h="531" w="164">
                    <a:moveTo>
                      <a:pt x="93" y="0"/>
                    </a:moveTo>
                    <a:cubicBezTo>
                      <a:pt x="80" y="0"/>
                      <a:pt x="68" y="7"/>
                      <a:pt x="64" y="20"/>
                    </a:cubicBezTo>
                    <a:cubicBezTo>
                      <a:pt x="47" y="37"/>
                      <a:pt x="47" y="62"/>
                      <a:pt x="47" y="78"/>
                    </a:cubicBezTo>
                    <a:cubicBezTo>
                      <a:pt x="39" y="103"/>
                      <a:pt x="39" y="120"/>
                      <a:pt x="39" y="144"/>
                    </a:cubicBezTo>
                    <a:cubicBezTo>
                      <a:pt x="39" y="178"/>
                      <a:pt x="39" y="219"/>
                      <a:pt x="39" y="252"/>
                    </a:cubicBezTo>
                    <a:cubicBezTo>
                      <a:pt x="39" y="327"/>
                      <a:pt x="31" y="401"/>
                      <a:pt x="6" y="476"/>
                    </a:cubicBezTo>
                    <a:cubicBezTo>
                      <a:pt x="1" y="510"/>
                      <a:pt x="25" y="530"/>
                      <a:pt x="49" y="530"/>
                    </a:cubicBezTo>
                    <a:cubicBezTo>
                      <a:pt x="66" y="530"/>
                      <a:pt x="82" y="521"/>
                      <a:pt x="89" y="501"/>
                    </a:cubicBezTo>
                    <a:cubicBezTo>
                      <a:pt x="122" y="426"/>
                      <a:pt x="138" y="343"/>
                      <a:pt x="155" y="260"/>
                    </a:cubicBezTo>
                    <a:cubicBezTo>
                      <a:pt x="155" y="219"/>
                      <a:pt x="163" y="178"/>
                      <a:pt x="155" y="136"/>
                    </a:cubicBezTo>
                    <a:cubicBezTo>
                      <a:pt x="155" y="95"/>
                      <a:pt x="155" y="45"/>
                      <a:pt x="122" y="12"/>
                    </a:cubicBezTo>
                    <a:cubicBezTo>
                      <a:pt x="114" y="4"/>
                      <a:pt x="104" y="0"/>
                      <a:pt x="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0" name="Google Shape;7480;p22"/>
              <p:cNvSpPr/>
              <p:nvPr/>
            </p:nvSpPr>
            <p:spPr>
              <a:xfrm>
                <a:off x="6225825" y="4284400"/>
                <a:ext cx="2300" cy="5675"/>
              </a:xfrm>
              <a:custGeom>
                <a:rect b="b" l="l" r="r" t="t"/>
                <a:pathLst>
                  <a:path extrusionOk="0" h="227" w="92">
                    <a:moveTo>
                      <a:pt x="46" y="1"/>
                    </a:moveTo>
                    <a:cubicBezTo>
                      <a:pt x="34" y="1"/>
                      <a:pt x="21" y="7"/>
                      <a:pt x="17" y="19"/>
                    </a:cubicBezTo>
                    <a:cubicBezTo>
                      <a:pt x="9" y="28"/>
                      <a:pt x="9" y="44"/>
                      <a:pt x="1" y="52"/>
                    </a:cubicBezTo>
                    <a:cubicBezTo>
                      <a:pt x="1" y="69"/>
                      <a:pt x="1" y="86"/>
                      <a:pt x="1" y="102"/>
                    </a:cubicBezTo>
                    <a:cubicBezTo>
                      <a:pt x="1" y="127"/>
                      <a:pt x="1" y="152"/>
                      <a:pt x="1" y="177"/>
                    </a:cubicBezTo>
                    <a:cubicBezTo>
                      <a:pt x="1" y="202"/>
                      <a:pt x="17" y="226"/>
                      <a:pt x="42" y="226"/>
                    </a:cubicBezTo>
                    <a:cubicBezTo>
                      <a:pt x="67" y="218"/>
                      <a:pt x="92" y="202"/>
                      <a:pt x="92" y="177"/>
                    </a:cubicBezTo>
                    <a:cubicBezTo>
                      <a:pt x="92" y="152"/>
                      <a:pt x="84" y="127"/>
                      <a:pt x="84" y="102"/>
                    </a:cubicBezTo>
                    <a:cubicBezTo>
                      <a:pt x="84" y="86"/>
                      <a:pt x="84" y="69"/>
                      <a:pt x="84" y="52"/>
                    </a:cubicBezTo>
                    <a:cubicBezTo>
                      <a:pt x="84" y="44"/>
                      <a:pt x="75" y="28"/>
                      <a:pt x="75" y="19"/>
                    </a:cubicBezTo>
                    <a:cubicBezTo>
                      <a:pt x="71" y="7"/>
                      <a:pt x="59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1" name="Google Shape;7481;p22"/>
              <p:cNvSpPr/>
              <p:nvPr/>
            </p:nvSpPr>
            <p:spPr>
              <a:xfrm>
                <a:off x="5856500" y="4323725"/>
                <a:ext cx="5825" cy="7675"/>
              </a:xfrm>
              <a:custGeom>
                <a:rect b="b" l="l" r="r" t="t"/>
                <a:pathLst>
                  <a:path extrusionOk="0" h="307" w="233">
                    <a:moveTo>
                      <a:pt x="193" y="1"/>
                    </a:moveTo>
                    <a:cubicBezTo>
                      <a:pt x="179" y="1"/>
                      <a:pt x="164" y="8"/>
                      <a:pt x="158" y="20"/>
                    </a:cubicBezTo>
                    <a:cubicBezTo>
                      <a:pt x="142" y="62"/>
                      <a:pt x="117" y="95"/>
                      <a:pt x="92" y="128"/>
                    </a:cubicBezTo>
                    <a:cubicBezTo>
                      <a:pt x="92" y="136"/>
                      <a:pt x="84" y="145"/>
                      <a:pt x="75" y="153"/>
                    </a:cubicBezTo>
                    <a:cubicBezTo>
                      <a:pt x="75" y="153"/>
                      <a:pt x="75" y="161"/>
                      <a:pt x="75" y="161"/>
                    </a:cubicBezTo>
                    <a:cubicBezTo>
                      <a:pt x="67" y="170"/>
                      <a:pt x="67" y="170"/>
                      <a:pt x="59" y="178"/>
                    </a:cubicBezTo>
                    <a:lnTo>
                      <a:pt x="50" y="194"/>
                    </a:lnTo>
                    <a:lnTo>
                      <a:pt x="42" y="194"/>
                    </a:lnTo>
                    <a:cubicBezTo>
                      <a:pt x="34" y="203"/>
                      <a:pt x="34" y="211"/>
                      <a:pt x="26" y="219"/>
                    </a:cubicBezTo>
                    <a:cubicBezTo>
                      <a:pt x="9" y="244"/>
                      <a:pt x="1" y="269"/>
                      <a:pt x="26" y="294"/>
                    </a:cubicBezTo>
                    <a:cubicBezTo>
                      <a:pt x="34" y="302"/>
                      <a:pt x="46" y="306"/>
                      <a:pt x="59" y="306"/>
                    </a:cubicBezTo>
                    <a:cubicBezTo>
                      <a:pt x="71" y="306"/>
                      <a:pt x="84" y="302"/>
                      <a:pt x="92" y="294"/>
                    </a:cubicBezTo>
                    <a:cubicBezTo>
                      <a:pt x="125" y="252"/>
                      <a:pt x="150" y="219"/>
                      <a:pt x="175" y="178"/>
                    </a:cubicBezTo>
                    <a:cubicBezTo>
                      <a:pt x="200" y="136"/>
                      <a:pt x="216" y="95"/>
                      <a:pt x="233" y="54"/>
                    </a:cubicBezTo>
                    <a:cubicBezTo>
                      <a:pt x="233" y="37"/>
                      <a:pt x="224" y="12"/>
                      <a:pt x="208" y="4"/>
                    </a:cubicBezTo>
                    <a:cubicBezTo>
                      <a:pt x="203" y="2"/>
                      <a:pt x="198" y="1"/>
                      <a:pt x="1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2" name="Google Shape;7482;p22"/>
              <p:cNvSpPr/>
              <p:nvPr/>
            </p:nvSpPr>
            <p:spPr>
              <a:xfrm>
                <a:off x="5863550" y="4303175"/>
                <a:ext cx="7500" cy="8125"/>
              </a:xfrm>
              <a:custGeom>
                <a:rect b="b" l="l" r="r" t="t"/>
                <a:pathLst>
                  <a:path extrusionOk="0" h="325" w="300">
                    <a:moveTo>
                      <a:pt x="257" y="0"/>
                    </a:moveTo>
                    <a:cubicBezTo>
                      <a:pt x="249" y="0"/>
                      <a:pt x="239" y="4"/>
                      <a:pt x="232" y="14"/>
                    </a:cubicBezTo>
                    <a:cubicBezTo>
                      <a:pt x="191" y="47"/>
                      <a:pt x="158" y="80"/>
                      <a:pt x="125" y="122"/>
                    </a:cubicBezTo>
                    <a:cubicBezTo>
                      <a:pt x="83" y="155"/>
                      <a:pt x="58" y="196"/>
                      <a:pt x="25" y="238"/>
                    </a:cubicBezTo>
                    <a:cubicBezTo>
                      <a:pt x="9" y="262"/>
                      <a:pt x="0" y="287"/>
                      <a:pt x="25" y="312"/>
                    </a:cubicBezTo>
                    <a:cubicBezTo>
                      <a:pt x="34" y="320"/>
                      <a:pt x="46" y="325"/>
                      <a:pt x="58" y="325"/>
                    </a:cubicBezTo>
                    <a:cubicBezTo>
                      <a:pt x="71" y="325"/>
                      <a:pt x="83" y="320"/>
                      <a:pt x="92" y="312"/>
                    </a:cubicBezTo>
                    <a:cubicBezTo>
                      <a:pt x="125" y="271"/>
                      <a:pt x="166" y="229"/>
                      <a:pt x="199" y="180"/>
                    </a:cubicBezTo>
                    <a:cubicBezTo>
                      <a:pt x="224" y="138"/>
                      <a:pt x="257" y="97"/>
                      <a:pt x="282" y="55"/>
                    </a:cubicBezTo>
                    <a:cubicBezTo>
                      <a:pt x="300" y="26"/>
                      <a:pt x="280" y="0"/>
                      <a:pt x="2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3" name="Google Shape;7483;p22"/>
              <p:cNvSpPr/>
              <p:nvPr/>
            </p:nvSpPr>
            <p:spPr>
              <a:xfrm>
                <a:off x="5952175" y="4481725"/>
                <a:ext cx="23050" cy="28325"/>
              </a:xfrm>
              <a:custGeom>
                <a:rect b="b" l="l" r="r" t="t"/>
                <a:pathLst>
                  <a:path extrusionOk="0" h="1133" w="922">
                    <a:moveTo>
                      <a:pt x="837" y="1"/>
                    </a:moveTo>
                    <a:cubicBezTo>
                      <a:pt x="814" y="1"/>
                      <a:pt x="789" y="9"/>
                      <a:pt x="772" y="22"/>
                    </a:cubicBezTo>
                    <a:cubicBezTo>
                      <a:pt x="731" y="55"/>
                      <a:pt x="714" y="113"/>
                      <a:pt x="689" y="163"/>
                    </a:cubicBezTo>
                    <a:cubicBezTo>
                      <a:pt x="673" y="213"/>
                      <a:pt x="648" y="263"/>
                      <a:pt x="623" y="304"/>
                    </a:cubicBezTo>
                    <a:cubicBezTo>
                      <a:pt x="573" y="403"/>
                      <a:pt x="524" y="495"/>
                      <a:pt x="457" y="577"/>
                    </a:cubicBezTo>
                    <a:cubicBezTo>
                      <a:pt x="341" y="751"/>
                      <a:pt x="192" y="909"/>
                      <a:pt x="35" y="1041"/>
                    </a:cubicBezTo>
                    <a:cubicBezTo>
                      <a:pt x="0" y="1076"/>
                      <a:pt x="34" y="1133"/>
                      <a:pt x="75" y="1133"/>
                    </a:cubicBezTo>
                    <a:cubicBezTo>
                      <a:pt x="83" y="1133"/>
                      <a:pt x="92" y="1130"/>
                      <a:pt x="101" y="1124"/>
                    </a:cubicBezTo>
                    <a:cubicBezTo>
                      <a:pt x="292" y="1008"/>
                      <a:pt x="457" y="851"/>
                      <a:pt x="598" y="677"/>
                    </a:cubicBezTo>
                    <a:cubicBezTo>
                      <a:pt x="673" y="586"/>
                      <a:pt x="739" y="495"/>
                      <a:pt x="789" y="395"/>
                    </a:cubicBezTo>
                    <a:cubicBezTo>
                      <a:pt x="814" y="345"/>
                      <a:pt x="838" y="296"/>
                      <a:pt x="863" y="246"/>
                    </a:cubicBezTo>
                    <a:cubicBezTo>
                      <a:pt x="896" y="188"/>
                      <a:pt x="921" y="130"/>
                      <a:pt x="913" y="55"/>
                    </a:cubicBezTo>
                    <a:cubicBezTo>
                      <a:pt x="903" y="17"/>
                      <a:pt x="871" y="1"/>
                      <a:pt x="8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4" name="Google Shape;7484;p22"/>
              <p:cNvSpPr/>
              <p:nvPr/>
            </p:nvSpPr>
            <p:spPr>
              <a:xfrm>
                <a:off x="6001700" y="4550625"/>
                <a:ext cx="5425" cy="12875"/>
              </a:xfrm>
              <a:custGeom>
                <a:rect b="b" l="l" r="r" t="t"/>
                <a:pathLst>
                  <a:path extrusionOk="0" h="515" w="217">
                    <a:moveTo>
                      <a:pt x="54" y="0"/>
                    </a:moveTo>
                    <a:cubicBezTo>
                      <a:pt x="44" y="0"/>
                      <a:pt x="34" y="3"/>
                      <a:pt x="26" y="9"/>
                    </a:cubicBezTo>
                    <a:cubicBezTo>
                      <a:pt x="1" y="25"/>
                      <a:pt x="1" y="50"/>
                      <a:pt x="9" y="75"/>
                    </a:cubicBezTo>
                    <a:cubicBezTo>
                      <a:pt x="42" y="133"/>
                      <a:pt x="59" y="199"/>
                      <a:pt x="67" y="274"/>
                    </a:cubicBezTo>
                    <a:cubicBezTo>
                      <a:pt x="75" y="299"/>
                      <a:pt x="75" y="332"/>
                      <a:pt x="75" y="365"/>
                    </a:cubicBezTo>
                    <a:cubicBezTo>
                      <a:pt x="75" y="398"/>
                      <a:pt x="67" y="456"/>
                      <a:pt x="92" y="489"/>
                    </a:cubicBezTo>
                    <a:cubicBezTo>
                      <a:pt x="104" y="506"/>
                      <a:pt x="123" y="514"/>
                      <a:pt x="142" y="514"/>
                    </a:cubicBezTo>
                    <a:cubicBezTo>
                      <a:pt x="160" y="514"/>
                      <a:pt x="179" y="506"/>
                      <a:pt x="191" y="489"/>
                    </a:cubicBezTo>
                    <a:cubicBezTo>
                      <a:pt x="216" y="456"/>
                      <a:pt x="208" y="398"/>
                      <a:pt x="200" y="357"/>
                    </a:cubicBezTo>
                    <a:cubicBezTo>
                      <a:pt x="200" y="324"/>
                      <a:pt x="191" y="282"/>
                      <a:pt x="183" y="241"/>
                    </a:cubicBezTo>
                    <a:cubicBezTo>
                      <a:pt x="166" y="166"/>
                      <a:pt x="133" y="92"/>
                      <a:pt x="100" y="25"/>
                    </a:cubicBezTo>
                    <a:cubicBezTo>
                      <a:pt x="90" y="9"/>
                      <a:pt x="72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5" name="Google Shape;7485;p22"/>
              <p:cNvSpPr/>
              <p:nvPr/>
            </p:nvSpPr>
            <p:spPr>
              <a:xfrm>
                <a:off x="6006875" y="4555925"/>
                <a:ext cx="3350" cy="8025"/>
              </a:xfrm>
              <a:custGeom>
                <a:rect b="b" l="l" r="r" t="t"/>
                <a:pathLst>
                  <a:path extrusionOk="0" h="321" w="134">
                    <a:moveTo>
                      <a:pt x="42" y="0"/>
                    </a:moveTo>
                    <a:cubicBezTo>
                      <a:pt x="36" y="0"/>
                      <a:pt x="31" y="1"/>
                      <a:pt x="26" y="4"/>
                    </a:cubicBezTo>
                    <a:cubicBezTo>
                      <a:pt x="17" y="4"/>
                      <a:pt x="1" y="29"/>
                      <a:pt x="9" y="45"/>
                    </a:cubicBezTo>
                    <a:cubicBezTo>
                      <a:pt x="17" y="62"/>
                      <a:pt x="26" y="87"/>
                      <a:pt x="34" y="112"/>
                    </a:cubicBezTo>
                    <a:cubicBezTo>
                      <a:pt x="34" y="120"/>
                      <a:pt x="34" y="128"/>
                      <a:pt x="34" y="136"/>
                    </a:cubicBezTo>
                    <a:cubicBezTo>
                      <a:pt x="42" y="153"/>
                      <a:pt x="42" y="161"/>
                      <a:pt x="42" y="170"/>
                    </a:cubicBezTo>
                    <a:cubicBezTo>
                      <a:pt x="42" y="186"/>
                      <a:pt x="42" y="211"/>
                      <a:pt x="51" y="236"/>
                    </a:cubicBezTo>
                    <a:cubicBezTo>
                      <a:pt x="51" y="244"/>
                      <a:pt x="51" y="252"/>
                      <a:pt x="51" y="269"/>
                    </a:cubicBezTo>
                    <a:cubicBezTo>
                      <a:pt x="51" y="277"/>
                      <a:pt x="59" y="294"/>
                      <a:pt x="59" y="310"/>
                    </a:cubicBezTo>
                    <a:cubicBezTo>
                      <a:pt x="62" y="317"/>
                      <a:pt x="70" y="320"/>
                      <a:pt x="79" y="320"/>
                    </a:cubicBezTo>
                    <a:cubicBezTo>
                      <a:pt x="91" y="320"/>
                      <a:pt x="104" y="315"/>
                      <a:pt x="109" y="310"/>
                    </a:cubicBezTo>
                    <a:cubicBezTo>
                      <a:pt x="117" y="294"/>
                      <a:pt x="125" y="286"/>
                      <a:pt x="125" y="269"/>
                    </a:cubicBezTo>
                    <a:cubicBezTo>
                      <a:pt x="125" y="252"/>
                      <a:pt x="133" y="244"/>
                      <a:pt x="133" y="228"/>
                    </a:cubicBezTo>
                    <a:cubicBezTo>
                      <a:pt x="133" y="203"/>
                      <a:pt x="125" y="178"/>
                      <a:pt x="125" y="153"/>
                    </a:cubicBezTo>
                    <a:cubicBezTo>
                      <a:pt x="109" y="103"/>
                      <a:pt x="92" y="54"/>
                      <a:pt x="75" y="12"/>
                    </a:cubicBezTo>
                    <a:cubicBezTo>
                      <a:pt x="70" y="6"/>
                      <a:pt x="55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6" name="Google Shape;7486;p22"/>
              <p:cNvSpPr/>
              <p:nvPr/>
            </p:nvSpPr>
            <p:spPr>
              <a:xfrm>
                <a:off x="6127750" y="4350625"/>
                <a:ext cx="27275" cy="10725"/>
              </a:xfrm>
              <a:custGeom>
                <a:rect b="b" l="l" r="r" t="t"/>
                <a:pathLst>
                  <a:path extrusionOk="0" h="429" w="1091">
                    <a:moveTo>
                      <a:pt x="78" y="1"/>
                    </a:moveTo>
                    <a:cubicBezTo>
                      <a:pt x="29" y="1"/>
                      <a:pt x="0" y="80"/>
                      <a:pt x="54" y="121"/>
                    </a:cubicBezTo>
                    <a:cubicBezTo>
                      <a:pt x="195" y="220"/>
                      <a:pt x="344" y="295"/>
                      <a:pt x="510" y="353"/>
                    </a:cubicBezTo>
                    <a:cubicBezTo>
                      <a:pt x="593" y="378"/>
                      <a:pt x="676" y="403"/>
                      <a:pt x="767" y="411"/>
                    </a:cubicBezTo>
                    <a:cubicBezTo>
                      <a:pt x="808" y="419"/>
                      <a:pt x="850" y="419"/>
                      <a:pt x="899" y="428"/>
                    </a:cubicBezTo>
                    <a:cubicBezTo>
                      <a:pt x="919" y="428"/>
                      <a:pt x="938" y="429"/>
                      <a:pt x="956" y="429"/>
                    </a:cubicBezTo>
                    <a:cubicBezTo>
                      <a:pt x="982" y="429"/>
                      <a:pt x="1007" y="426"/>
                      <a:pt x="1032" y="411"/>
                    </a:cubicBezTo>
                    <a:cubicBezTo>
                      <a:pt x="1090" y="378"/>
                      <a:pt x="1090" y="303"/>
                      <a:pt x="1032" y="270"/>
                    </a:cubicBezTo>
                    <a:cubicBezTo>
                      <a:pt x="991" y="245"/>
                      <a:pt x="949" y="245"/>
                      <a:pt x="899" y="245"/>
                    </a:cubicBezTo>
                    <a:cubicBezTo>
                      <a:pt x="858" y="245"/>
                      <a:pt x="825" y="245"/>
                      <a:pt x="783" y="237"/>
                    </a:cubicBezTo>
                    <a:cubicBezTo>
                      <a:pt x="709" y="229"/>
                      <a:pt x="634" y="212"/>
                      <a:pt x="560" y="196"/>
                    </a:cubicBezTo>
                    <a:cubicBezTo>
                      <a:pt x="402" y="154"/>
                      <a:pt x="253" y="96"/>
                      <a:pt x="112" y="13"/>
                    </a:cubicBezTo>
                    <a:cubicBezTo>
                      <a:pt x="100" y="4"/>
                      <a:pt x="89" y="1"/>
                      <a:pt x="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7" name="Google Shape;7487;p22"/>
              <p:cNvSpPr/>
              <p:nvPr/>
            </p:nvSpPr>
            <p:spPr>
              <a:xfrm>
                <a:off x="6141100" y="4366400"/>
                <a:ext cx="11025" cy="2175"/>
              </a:xfrm>
              <a:custGeom>
                <a:rect b="b" l="l" r="r" t="t"/>
                <a:pathLst>
                  <a:path extrusionOk="0" h="87" w="441">
                    <a:moveTo>
                      <a:pt x="306" y="0"/>
                    </a:moveTo>
                    <a:cubicBezTo>
                      <a:pt x="218" y="0"/>
                      <a:pt x="130" y="6"/>
                      <a:pt x="42" y="12"/>
                    </a:cubicBezTo>
                    <a:cubicBezTo>
                      <a:pt x="26" y="12"/>
                      <a:pt x="1" y="29"/>
                      <a:pt x="1" y="45"/>
                    </a:cubicBezTo>
                    <a:cubicBezTo>
                      <a:pt x="1" y="70"/>
                      <a:pt x="26" y="87"/>
                      <a:pt x="42" y="87"/>
                    </a:cubicBezTo>
                    <a:cubicBezTo>
                      <a:pt x="167" y="78"/>
                      <a:pt x="291" y="70"/>
                      <a:pt x="415" y="45"/>
                    </a:cubicBezTo>
                    <a:cubicBezTo>
                      <a:pt x="440" y="37"/>
                      <a:pt x="432" y="4"/>
                      <a:pt x="415" y="4"/>
                    </a:cubicBezTo>
                    <a:cubicBezTo>
                      <a:pt x="379" y="1"/>
                      <a:pt x="342" y="0"/>
                      <a:pt x="3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8" name="Google Shape;7488;p22"/>
              <p:cNvSpPr/>
              <p:nvPr/>
            </p:nvSpPr>
            <p:spPr>
              <a:xfrm>
                <a:off x="6205525" y="4354050"/>
                <a:ext cx="8525" cy="4850"/>
              </a:xfrm>
              <a:custGeom>
                <a:rect b="b" l="l" r="r" t="t"/>
                <a:pathLst>
                  <a:path extrusionOk="0" h="194" w="341">
                    <a:moveTo>
                      <a:pt x="292" y="0"/>
                    </a:moveTo>
                    <a:cubicBezTo>
                      <a:pt x="283" y="0"/>
                      <a:pt x="275" y="3"/>
                      <a:pt x="266" y="9"/>
                    </a:cubicBezTo>
                    <a:cubicBezTo>
                      <a:pt x="233" y="34"/>
                      <a:pt x="200" y="59"/>
                      <a:pt x="158" y="75"/>
                    </a:cubicBezTo>
                    <a:cubicBezTo>
                      <a:pt x="150" y="75"/>
                      <a:pt x="150" y="75"/>
                      <a:pt x="142" y="83"/>
                    </a:cubicBezTo>
                    <a:cubicBezTo>
                      <a:pt x="144" y="81"/>
                      <a:pt x="144" y="80"/>
                      <a:pt x="143" y="80"/>
                    </a:cubicBezTo>
                    <a:lnTo>
                      <a:pt x="143" y="80"/>
                    </a:lnTo>
                    <a:cubicBezTo>
                      <a:pt x="141" y="80"/>
                      <a:pt x="133" y="83"/>
                      <a:pt x="133" y="83"/>
                    </a:cubicBezTo>
                    <a:cubicBezTo>
                      <a:pt x="125" y="83"/>
                      <a:pt x="117" y="92"/>
                      <a:pt x="108" y="92"/>
                    </a:cubicBezTo>
                    <a:cubicBezTo>
                      <a:pt x="84" y="100"/>
                      <a:pt x="59" y="108"/>
                      <a:pt x="42" y="108"/>
                    </a:cubicBezTo>
                    <a:cubicBezTo>
                      <a:pt x="17" y="117"/>
                      <a:pt x="1" y="141"/>
                      <a:pt x="9" y="166"/>
                    </a:cubicBezTo>
                    <a:cubicBezTo>
                      <a:pt x="16" y="180"/>
                      <a:pt x="34" y="193"/>
                      <a:pt x="53" y="193"/>
                    </a:cubicBezTo>
                    <a:cubicBezTo>
                      <a:pt x="58" y="193"/>
                      <a:pt x="62" y="193"/>
                      <a:pt x="67" y="191"/>
                    </a:cubicBezTo>
                    <a:cubicBezTo>
                      <a:pt x="150" y="175"/>
                      <a:pt x="241" y="133"/>
                      <a:pt x="316" y="83"/>
                    </a:cubicBezTo>
                    <a:cubicBezTo>
                      <a:pt x="332" y="67"/>
                      <a:pt x="340" y="42"/>
                      <a:pt x="332" y="25"/>
                    </a:cubicBezTo>
                    <a:cubicBezTo>
                      <a:pt x="321" y="9"/>
                      <a:pt x="307" y="0"/>
                      <a:pt x="2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9" name="Google Shape;7489;p22"/>
              <p:cNvSpPr/>
              <p:nvPr/>
            </p:nvSpPr>
            <p:spPr>
              <a:xfrm>
                <a:off x="6021600" y="4279525"/>
                <a:ext cx="32700" cy="24025"/>
              </a:xfrm>
              <a:custGeom>
                <a:rect b="b" l="l" r="r" t="t"/>
                <a:pathLst>
                  <a:path extrusionOk="0" h="961" w="1308">
                    <a:moveTo>
                      <a:pt x="93" y="0"/>
                    </a:moveTo>
                    <a:cubicBezTo>
                      <a:pt x="76" y="0"/>
                      <a:pt x="59" y="5"/>
                      <a:pt x="42" y="15"/>
                    </a:cubicBezTo>
                    <a:cubicBezTo>
                      <a:pt x="8" y="40"/>
                      <a:pt x="0" y="90"/>
                      <a:pt x="25" y="123"/>
                    </a:cubicBezTo>
                    <a:cubicBezTo>
                      <a:pt x="91" y="231"/>
                      <a:pt x="191" y="314"/>
                      <a:pt x="282" y="405"/>
                    </a:cubicBezTo>
                    <a:cubicBezTo>
                      <a:pt x="373" y="488"/>
                      <a:pt x="472" y="562"/>
                      <a:pt x="580" y="637"/>
                    </a:cubicBezTo>
                    <a:cubicBezTo>
                      <a:pt x="787" y="778"/>
                      <a:pt x="1003" y="885"/>
                      <a:pt x="1243" y="960"/>
                    </a:cubicBezTo>
                    <a:cubicBezTo>
                      <a:pt x="1246" y="960"/>
                      <a:pt x="1248" y="961"/>
                      <a:pt x="1251" y="961"/>
                    </a:cubicBezTo>
                    <a:cubicBezTo>
                      <a:pt x="1287" y="961"/>
                      <a:pt x="1307" y="909"/>
                      <a:pt x="1276" y="894"/>
                    </a:cubicBezTo>
                    <a:cubicBezTo>
                      <a:pt x="1077" y="769"/>
                      <a:pt x="878" y="629"/>
                      <a:pt x="688" y="488"/>
                    </a:cubicBezTo>
                    <a:cubicBezTo>
                      <a:pt x="597" y="421"/>
                      <a:pt x="506" y="347"/>
                      <a:pt x="423" y="272"/>
                    </a:cubicBezTo>
                    <a:cubicBezTo>
                      <a:pt x="332" y="189"/>
                      <a:pt x="257" y="98"/>
                      <a:pt x="158" y="24"/>
                    </a:cubicBezTo>
                    <a:cubicBezTo>
                      <a:pt x="138" y="9"/>
                      <a:pt x="116" y="0"/>
                      <a:pt x="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0" name="Google Shape;7490;p22"/>
              <p:cNvSpPr/>
              <p:nvPr/>
            </p:nvSpPr>
            <p:spPr>
              <a:xfrm>
                <a:off x="6011225" y="4262075"/>
                <a:ext cx="3350" cy="2525"/>
              </a:xfrm>
              <a:custGeom>
                <a:rect b="b" l="l" r="r" t="t"/>
                <a:pathLst>
                  <a:path extrusionOk="0" h="101" w="134">
                    <a:moveTo>
                      <a:pt x="67" y="1"/>
                    </a:moveTo>
                    <a:cubicBezTo>
                      <a:pt x="1" y="1"/>
                      <a:pt x="1" y="100"/>
                      <a:pt x="67" y="100"/>
                    </a:cubicBezTo>
                    <a:cubicBezTo>
                      <a:pt x="133" y="100"/>
                      <a:pt x="133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1" name="Google Shape;7491;p22"/>
              <p:cNvSpPr/>
              <p:nvPr/>
            </p:nvSpPr>
            <p:spPr>
              <a:xfrm>
                <a:off x="6211325" y="4243650"/>
                <a:ext cx="4800" cy="4775"/>
              </a:xfrm>
              <a:custGeom>
                <a:rect b="b" l="l" r="r" t="t"/>
                <a:pathLst>
                  <a:path extrusionOk="0" h="191" w="192">
                    <a:moveTo>
                      <a:pt x="142" y="0"/>
                    </a:moveTo>
                    <a:cubicBezTo>
                      <a:pt x="125" y="0"/>
                      <a:pt x="117" y="0"/>
                      <a:pt x="100" y="9"/>
                    </a:cubicBezTo>
                    <a:cubicBezTo>
                      <a:pt x="84" y="9"/>
                      <a:pt x="67" y="25"/>
                      <a:pt x="50" y="34"/>
                    </a:cubicBezTo>
                    <a:cubicBezTo>
                      <a:pt x="26" y="58"/>
                      <a:pt x="9" y="83"/>
                      <a:pt x="1" y="116"/>
                    </a:cubicBezTo>
                    <a:cubicBezTo>
                      <a:pt x="1" y="133"/>
                      <a:pt x="1" y="150"/>
                      <a:pt x="9" y="158"/>
                    </a:cubicBezTo>
                    <a:cubicBezTo>
                      <a:pt x="17" y="174"/>
                      <a:pt x="34" y="183"/>
                      <a:pt x="42" y="191"/>
                    </a:cubicBezTo>
                    <a:cubicBezTo>
                      <a:pt x="59" y="191"/>
                      <a:pt x="75" y="191"/>
                      <a:pt x="92" y="183"/>
                    </a:cubicBezTo>
                    <a:cubicBezTo>
                      <a:pt x="100" y="174"/>
                      <a:pt x="108" y="166"/>
                      <a:pt x="117" y="150"/>
                    </a:cubicBezTo>
                    <a:cubicBezTo>
                      <a:pt x="117" y="150"/>
                      <a:pt x="117" y="141"/>
                      <a:pt x="117" y="141"/>
                    </a:cubicBezTo>
                    <a:cubicBezTo>
                      <a:pt x="125" y="133"/>
                      <a:pt x="125" y="125"/>
                      <a:pt x="133" y="116"/>
                    </a:cubicBezTo>
                    <a:lnTo>
                      <a:pt x="142" y="108"/>
                    </a:lnTo>
                    <a:cubicBezTo>
                      <a:pt x="142" y="100"/>
                      <a:pt x="150" y="92"/>
                      <a:pt x="158" y="92"/>
                    </a:cubicBezTo>
                    <a:cubicBezTo>
                      <a:pt x="166" y="83"/>
                      <a:pt x="166" y="83"/>
                      <a:pt x="175" y="83"/>
                    </a:cubicBezTo>
                    <a:cubicBezTo>
                      <a:pt x="175" y="75"/>
                      <a:pt x="183" y="67"/>
                      <a:pt x="183" y="58"/>
                    </a:cubicBezTo>
                    <a:cubicBezTo>
                      <a:pt x="191" y="50"/>
                      <a:pt x="191" y="42"/>
                      <a:pt x="191" y="34"/>
                    </a:cubicBezTo>
                    <a:cubicBezTo>
                      <a:pt x="183" y="9"/>
                      <a:pt x="166" y="0"/>
                      <a:pt x="1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2" name="Google Shape;7492;p22"/>
              <p:cNvSpPr/>
              <p:nvPr/>
            </p:nvSpPr>
            <p:spPr>
              <a:xfrm>
                <a:off x="6215475" y="4245725"/>
                <a:ext cx="225" cy="225"/>
              </a:xfrm>
              <a:custGeom>
                <a:rect b="b" l="l" r="r" t="t"/>
                <a:pathLst>
                  <a:path extrusionOk="0" h="9" w="9">
                    <a:moveTo>
                      <a:pt x="0" y="0"/>
                    </a:moveTo>
                    <a:cubicBezTo>
                      <a:pt x="0" y="0"/>
                      <a:pt x="0" y="9"/>
                      <a:pt x="0" y="9"/>
                    </a:cubicBezTo>
                    <a:cubicBezTo>
                      <a:pt x="0" y="0"/>
                      <a:pt x="0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3" name="Google Shape;7493;p22"/>
              <p:cNvSpPr/>
              <p:nvPr/>
            </p:nvSpPr>
            <p:spPr>
              <a:xfrm>
                <a:off x="6215675" y="42457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4" name="Google Shape;7494;p22"/>
              <p:cNvSpPr/>
              <p:nvPr/>
            </p:nvSpPr>
            <p:spPr>
              <a:xfrm>
                <a:off x="6095325" y="3997775"/>
                <a:ext cx="2300" cy="1675"/>
              </a:xfrm>
              <a:custGeom>
                <a:rect b="b" l="l" r="r" t="t"/>
                <a:pathLst>
                  <a:path extrusionOk="0" h="67" w="92">
                    <a:moveTo>
                      <a:pt x="51" y="1"/>
                    </a:moveTo>
                    <a:cubicBezTo>
                      <a:pt x="1" y="1"/>
                      <a:pt x="1" y="67"/>
                      <a:pt x="51" y="67"/>
                    </a:cubicBezTo>
                    <a:cubicBezTo>
                      <a:pt x="92" y="67"/>
                      <a:pt x="92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7495" name="Google Shape;7495;p22"/>
          <p:cNvSpPr txBox="1"/>
          <p:nvPr/>
        </p:nvSpPr>
        <p:spPr>
          <a:xfrm>
            <a:off x="1889950" y="1198300"/>
            <a:ext cx="5589300" cy="24288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400"/>
              <a:buFont typeface="Arial"/>
              <a:buNone/>
            </a:pPr>
            <a:r>
              <a:rPr b="1" i="0" lang="hu-HU" sz="4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Köszönjük a figyelmet!</a:t>
            </a:r>
            <a:endParaRPr b="1" i="0" sz="44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</p:txBody>
      </p:sp>
      <p:grpSp>
        <p:nvGrpSpPr>
          <p:cNvPr id="7496" name="Google Shape;7496;p22"/>
          <p:cNvGrpSpPr/>
          <p:nvPr/>
        </p:nvGrpSpPr>
        <p:grpSpPr>
          <a:xfrm flipH="1">
            <a:off x="7740135" y="547906"/>
            <a:ext cx="924148" cy="995866"/>
            <a:chOff x="1569600" y="1600550"/>
            <a:chExt cx="744800" cy="802600"/>
          </a:xfrm>
        </p:grpSpPr>
        <p:sp>
          <p:nvSpPr>
            <p:cNvPr id="7497" name="Google Shape;7497;p22"/>
            <p:cNvSpPr/>
            <p:nvPr/>
          </p:nvSpPr>
          <p:spPr>
            <a:xfrm>
              <a:off x="1572375" y="1600550"/>
              <a:ext cx="742025" cy="802600"/>
            </a:xfrm>
            <a:custGeom>
              <a:rect b="b" l="l" r="r" t="t"/>
              <a:pathLst>
                <a:path extrusionOk="0" h="32104" w="29681">
                  <a:moveTo>
                    <a:pt x="19913" y="0"/>
                  </a:moveTo>
                  <a:cubicBezTo>
                    <a:pt x="17010" y="0"/>
                    <a:pt x="13726" y="2733"/>
                    <a:pt x="13726" y="2733"/>
                  </a:cubicBezTo>
                  <a:cubicBezTo>
                    <a:pt x="13433" y="3029"/>
                    <a:pt x="13195" y="3411"/>
                    <a:pt x="13013" y="3856"/>
                  </a:cubicBezTo>
                  <a:lnTo>
                    <a:pt x="12001" y="2468"/>
                  </a:lnTo>
                  <a:cubicBezTo>
                    <a:pt x="11986" y="2448"/>
                    <a:pt x="11966" y="2440"/>
                    <a:pt x="11947" y="2440"/>
                  </a:cubicBezTo>
                  <a:cubicBezTo>
                    <a:pt x="11898" y="2440"/>
                    <a:pt x="11852" y="2495"/>
                    <a:pt x="11887" y="2551"/>
                  </a:cubicBezTo>
                  <a:lnTo>
                    <a:pt x="12862" y="3886"/>
                  </a:lnTo>
                  <a:cubicBezTo>
                    <a:pt x="12862" y="3902"/>
                    <a:pt x="12868" y="3917"/>
                    <a:pt x="12877" y="3930"/>
                  </a:cubicBezTo>
                  <a:lnTo>
                    <a:pt x="12948" y="4025"/>
                  </a:lnTo>
                  <a:cubicBezTo>
                    <a:pt x="12874" y="4238"/>
                    <a:pt x="12810" y="4457"/>
                    <a:pt x="12763" y="4679"/>
                  </a:cubicBezTo>
                  <a:cubicBezTo>
                    <a:pt x="12757" y="4673"/>
                    <a:pt x="12751" y="4670"/>
                    <a:pt x="12745" y="4667"/>
                  </a:cubicBezTo>
                  <a:lnTo>
                    <a:pt x="10191" y="2353"/>
                  </a:lnTo>
                  <a:cubicBezTo>
                    <a:pt x="10175" y="2339"/>
                    <a:pt x="10158" y="2333"/>
                    <a:pt x="10142" y="2333"/>
                  </a:cubicBezTo>
                  <a:cubicBezTo>
                    <a:pt x="10086" y="2333"/>
                    <a:pt x="10040" y="2407"/>
                    <a:pt x="10095" y="2455"/>
                  </a:cubicBezTo>
                  <a:lnTo>
                    <a:pt x="12729" y="4846"/>
                  </a:lnTo>
                  <a:cubicBezTo>
                    <a:pt x="12689" y="5071"/>
                    <a:pt x="12661" y="5296"/>
                    <a:pt x="12643" y="5521"/>
                  </a:cubicBezTo>
                  <a:lnTo>
                    <a:pt x="9855" y="4142"/>
                  </a:lnTo>
                  <a:lnTo>
                    <a:pt x="9849" y="4139"/>
                  </a:lnTo>
                  <a:cubicBezTo>
                    <a:pt x="9838" y="4135"/>
                    <a:pt x="9827" y="4133"/>
                    <a:pt x="9818" y="4133"/>
                  </a:cubicBezTo>
                  <a:cubicBezTo>
                    <a:pt x="9748" y="4133"/>
                    <a:pt x="9717" y="4236"/>
                    <a:pt x="9793" y="4269"/>
                  </a:cubicBezTo>
                  <a:lnTo>
                    <a:pt x="12591" y="5654"/>
                  </a:lnTo>
                  <a:cubicBezTo>
                    <a:pt x="12597" y="5666"/>
                    <a:pt x="12609" y="5675"/>
                    <a:pt x="12621" y="5681"/>
                  </a:cubicBezTo>
                  <a:lnTo>
                    <a:pt x="12634" y="5688"/>
                  </a:lnTo>
                  <a:cubicBezTo>
                    <a:pt x="12594" y="6542"/>
                    <a:pt x="12705" y="7393"/>
                    <a:pt x="12958" y="8207"/>
                  </a:cubicBezTo>
                  <a:cubicBezTo>
                    <a:pt x="12930" y="8932"/>
                    <a:pt x="13448" y="10305"/>
                    <a:pt x="14629" y="10989"/>
                  </a:cubicBezTo>
                  <a:cubicBezTo>
                    <a:pt x="15306" y="11384"/>
                    <a:pt x="16060" y="11628"/>
                    <a:pt x="16476" y="11628"/>
                  </a:cubicBezTo>
                  <a:cubicBezTo>
                    <a:pt x="16542" y="11628"/>
                    <a:pt x="16599" y="11622"/>
                    <a:pt x="16646" y="11609"/>
                  </a:cubicBezTo>
                  <a:cubicBezTo>
                    <a:pt x="16677" y="11616"/>
                    <a:pt x="16708" y="11622"/>
                    <a:pt x="16739" y="11625"/>
                  </a:cubicBezTo>
                  <a:lnTo>
                    <a:pt x="16751" y="11625"/>
                  </a:lnTo>
                  <a:cubicBezTo>
                    <a:pt x="16779" y="11625"/>
                    <a:pt x="16807" y="11606"/>
                    <a:pt x="16816" y="11579"/>
                  </a:cubicBezTo>
                  <a:cubicBezTo>
                    <a:pt x="17072" y="11631"/>
                    <a:pt x="17331" y="11671"/>
                    <a:pt x="17599" y="11708"/>
                  </a:cubicBezTo>
                  <a:cubicBezTo>
                    <a:pt x="17603" y="11730"/>
                    <a:pt x="17615" y="11748"/>
                    <a:pt x="17636" y="11761"/>
                  </a:cubicBezTo>
                  <a:cubicBezTo>
                    <a:pt x="17646" y="11798"/>
                    <a:pt x="17658" y="11835"/>
                    <a:pt x="17667" y="11875"/>
                  </a:cubicBezTo>
                  <a:cubicBezTo>
                    <a:pt x="18534" y="14718"/>
                    <a:pt x="17371" y="16128"/>
                    <a:pt x="15823" y="17349"/>
                  </a:cubicBezTo>
                  <a:cubicBezTo>
                    <a:pt x="15147" y="17750"/>
                    <a:pt x="14404" y="18234"/>
                    <a:pt x="13599" y="18814"/>
                  </a:cubicBezTo>
                  <a:cubicBezTo>
                    <a:pt x="13568" y="18836"/>
                    <a:pt x="13562" y="18879"/>
                    <a:pt x="13584" y="18913"/>
                  </a:cubicBezTo>
                  <a:cubicBezTo>
                    <a:pt x="13596" y="18928"/>
                    <a:pt x="13618" y="18941"/>
                    <a:pt x="13639" y="18941"/>
                  </a:cubicBezTo>
                  <a:cubicBezTo>
                    <a:pt x="13655" y="18941"/>
                    <a:pt x="13670" y="18938"/>
                    <a:pt x="13682" y="18928"/>
                  </a:cubicBezTo>
                  <a:cubicBezTo>
                    <a:pt x="13834" y="18820"/>
                    <a:pt x="13982" y="18716"/>
                    <a:pt x="14127" y="18614"/>
                  </a:cubicBezTo>
                  <a:lnTo>
                    <a:pt x="14127" y="18614"/>
                  </a:lnTo>
                  <a:cubicBezTo>
                    <a:pt x="12618" y="19770"/>
                    <a:pt x="11277" y="21143"/>
                    <a:pt x="11449" y="23746"/>
                  </a:cubicBezTo>
                  <a:cubicBezTo>
                    <a:pt x="11811" y="29146"/>
                    <a:pt x="13493" y="29554"/>
                    <a:pt x="13995" y="29554"/>
                  </a:cubicBezTo>
                  <a:cubicBezTo>
                    <a:pt x="14084" y="29554"/>
                    <a:pt x="14136" y="29541"/>
                    <a:pt x="14136" y="29541"/>
                  </a:cubicBezTo>
                  <a:lnTo>
                    <a:pt x="14136" y="29541"/>
                  </a:lnTo>
                  <a:cubicBezTo>
                    <a:pt x="14136" y="29541"/>
                    <a:pt x="14022" y="29610"/>
                    <a:pt x="13541" y="29610"/>
                  </a:cubicBezTo>
                  <a:cubicBezTo>
                    <a:pt x="12821" y="29610"/>
                    <a:pt x="11277" y="29457"/>
                    <a:pt x="8057" y="28693"/>
                  </a:cubicBezTo>
                  <a:cubicBezTo>
                    <a:pt x="1697" y="27188"/>
                    <a:pt x="10179" y="21343"/>
                    <a:pt x="10179" y="16819"/>
                  </a:cubicBezTo>
                  <a:cubicBezTo>
                    <a:pt x="10179" y="12494"/>
                    <a:pt x="6563" y="9592"/>
                    <a:pt x="3526" y="9592"/>
                  </a:cubicBezTo>
                  <a:cubicBezTo>
                    <a:pt x="3386" y="9592"/>
                    <a:pt x="3247" y="9598"/>
                    <a:pt x="3109" y="9611"/>
                  </a:cubicBezTo>
                  <a:cubicBezTo>
                    <a:pt x="0" y="9891"/>
                    <a:pt x="3251" y="10317"/>
                    <a:pt x="5373" y="15548"/>
                  </a:cubicBezTo>
                  <a:cubicBezTo>
                    <a:pt x="7492" y="20779"/>
                    <a:pt x="426" y="25584"/>
                    <a:pt x="5515" y="29400"/>
                  </a:cubicBezTo>
                  <a:cubicBezTo>
                    <a:pt x="8089" y="31331"/>
                    <a:pt x="12072" y="32104"/>
                    <a:pt x="15929" y="32104"/>
                  </a:cubicBezTo>
                  <a:cubicBezTo>
                    <a:pt x="19699" y="32104"/>
                    <a:pt x="23348" y="31365"/>
                    <a:pt x="25443" y="30248"/>
                  </a:cubicBezTo>
                  <a:cubicBezTo>
                    <a:pt x="29681" y="27987"/>
                    <a:pt x="24595" y="9895"/>
                    <a:pt x="24595" y="9895"/>
                  </a:cubicBezTo>
                  <a:lnTo>
                    <a:pt x="24539" y="9867"/>
                  </a:lnTo>
                  <a:cubicBezTo>
                    <a:pt x="25153" y="7532"/>
                    <a:pt x="24965" y="2899"/>
                    <a:pt x="24730" y="2662"/>
                  </a:cubicBezTo>
                  <a:cubicBezTo>
                    <a:pt x="24707" y="2639"/>
                    <a:pt x="24672" y="2628"/>
                    <a:pt x="24627" y="2628"/>
                  </a:cubicBezTo>
                  <a:cubicBezTo>
                    <a:pt x="24131" y="2628"/>
                    <a:pt x="22409" y="3895"/>
                    <a:pt x="21852" y="3895"/>
                  </a:cubicBezTo>
                  <a:cubicBezTo>
                    <a:pt x="21826" y="3895"/>
                    <a:pt x="21802" y="3892"/>
                    <a:pt x="21782" y="3886"/>
                  </a:cubicBezTo>
                  <a:cubicBezTo>
                    <a:pt x="21279" y="3741"/>
                    <a:pt x="18617" y="2014"/>
                    <a:pt x="18617" y="2014"/>
                  </a:cubicBezTo>
                  <a:cubicBezTo>
                    <a:pt x="18617" y="2014"/>
                    <a:pt x="20270" y="0"/>
                    <a:pt x="19913" y="0"/>
                  </a:cubicBezTo>
                  <a:close/>
                </a:path>
              </a:pathLst>
            </a:custGeom>
            <a:solidFill>
              <a:srgbClr val="261D2A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8" name="Google Shape;7498;p22"/>
            <p:cNvSpPr/>
            <p:nvPr/>
          </p:nvSpPr>
          <p:spPr>
            <a:xfrm>
              <a:off x="1816575" y="2156300"/>
              <a:ext cx="700" cy="475"/>
            </a:xfrm>
            <a:custGeom>
              <a:rect b="b" l="l" r="r" t="t"/>
              <a:pathLst>
                <a:path extrusionOk="0" h="19" w="28">
                  <a:moveTo>
                    <a:pt x="9" y="0"/>
                  </a:moveTo>
                  <a:cubicBezTo>
                    <a:pt x="5" y="0"/>
                    <a:pt x="0" y="5"/>
                    <a:pt x="0" y="18"/>
                  </a:cubicBezTo>
                  <a:cubicBezTo>
                    <a:pt x="27" y="18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9" name="Google Shape;7499;p22"/>
            <p:cNvSpPr/>
            <p:nvPr/>
          </p:nvSpPr>
          <p:spPr>
            <a:xfrm>
              <a:off x="2302350" y="1606800"/>
              <a:ext cx="7500" cy="4575"/>
            </a:xfrm>
            <a:custGeom>
              <a:rect b="b" l="l" r="r" t="t"/>
              <a:pathLst>
                <a:path extrusionOk="0" h="183" w="300">
                  <a:moveTo>
                    <a:pt x="0" y="1"/>
                  </a:moveTo>
                  <a:lnTo>
                    <a:pt x="300" y="183"/>
                  </a:lnTo>
                  <a:cubicBezTo>
                    <a:pt x="263" y="57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0" name="Google Shape;7500;p22"/>
            <p:cNvSpPr/>
            <p:nvPr/>
          </p:nvSpPr>
          <p:spPr>
            <a:xfrm>
              <a:off x="1569600" y="1600575"/>
              <a:ext cx="742025" cy="802575"/>
            </a:xfrm>
            <a:custGeom>
              <a:rect b="b" l="l" r="r" t="t"/>
              <a:pathLst>
                <a:path extrusionOk="0" h="32103" w="29681">
                  <a:moveTo>
                    <a:pt x="19913" y="0"/>
                  </a:moveTo>
                  <a:cubicBezTo>
                    <a:pt x="17010" y="0"/>
                    <a:pt x="13726" y="2736"/>
                    <a:pt x="13726" y="2736"/>
                  </a:cubicBezTo>
                  <a:cubicBezTo>
                    <a:pt x="12298" y="4170"/>
                    <a:pt x="12143" y="7699"/>
                    <a:pt x="13941" y="10215"/>
                  </a:cubicBezTo>
                  <a:cubicBezTo>
                    <a:pt x="14509" y="11011"/>
                    <a:pt x="15974" y="11492"/>
                    <a:pt x="17621" y="11711"/>
                  </a:cubicBezTo>
                  <a:cubicBezTo>
                    <a:pt x="17636" y="11764"/>
                    <a:pt x="17652" y="11819"/>
                    <a:pt x="17667" y="11872"/>
                  </a:cubicBezTo>
                  <a:cubicBezTo>
                    <a:pt x="19647" y="18376"/>
                    <a:pt x="11027" y="17386"/>
                    <a:pt x="11449" y="23746"/>
                  </a:cubicBezTo>
                  <a:cubicBezTo>
                    <a:pt x="11811" y="29146"/>
                    <a:pt x="13493" y="29554"/>
                    <a:pt x="13995" y="29554"/>
                  </a:cubicBezTo>
                  <a:cubicBezTo>
                    <a:pt x="14084" y="29554"/>
                    <a:pt x="14136" y="29541"/>
                    <a:pt x="14136" y="29541"/>
                  </a:cubicBezTo>
                  <a:lnTo>
                    <a:pt x="14136" y="29541"/>
                  </a:lnTo>
                  <a:cubicBezTo>
                    <a:pt x="14136" y="29541"/>
                    <a:pt x="14022" y="29610"/>
                    <a:pt x="13541" y="29610"/>
                  </a:cubicBezTo>
                  <a:cubicBezTo>
                    <a:pt x="12821" y="29610"/>
                    <a:pt x="11277" y="29457"/>
                    <a:pt x="8057" y="28693"/>
                  </a:cubicBezTo>
                  <a:cubicBezTo>
                    <a:pt x="1697" y="27188"/>
                    <a:pt x="10179" y="21343"/>
                    <a:pt x="10179" y="16819"/>
                  </a:cubicBezTo>
                  <a:cubicBezTo>
                    <a:pt x="10179" y="12492"/>
                    <a:pt x="6560" y="9592"/>
                    <a:pt x="3522" y="9592"/>
                  </a:cubicBezTo>
                  <a:cubicBezTo>
                    <a:pt x="3383" y="9592"/>
                    <a:pt x="3246" y="9599"/>
                    <a:pt x="3109" y="9611"/>
                  </a:cubicBezTo>
                  <a:cubicBezTo>
                    <a:pt x="0" y="9891"/>
                    <a:pt x="3251" y="10317"/>
                    <a:pt x="5373" y="15548"/>
                  </a:cubicBezTo>
                  <a:cubicBezTo>
                    <a:pt x="7492" y="20779"/>
                    <a:pt x="426" y="25584"/>
                    <a:pt x="5515" y="29400"/>
                  </a:cubicBezTo>
                  <a:cubicBezTo>
                    <a:pt x="8088" y="31329"/>
                    <a:pt x="12073" y="32102"/>
                    <a:pt x="15931" y="32102"/>
                  </a:cubicBezTo>
                  <a:cubicBezTo>
                    <a:pt x="19700" y="32102"/>
                    <a:pt x="23349" y="31365"/>
                    <a:pt x="25443" y="30248"/>
                  </a:cubicBezTo>
                  <a:cubicBezTo>
                    <a:pt x="29681" y="27987"/>
                    <a:pt x="24595" y="9895"/>
                    <a:pt x="24595" y="9895"/>
                  </a:cubicBezTo>
                  <a:lnTo>
                    <a:pt x="24539" y="9870"/>
                  </a:lnTo>
                  <a:cubicBezTo>
                    <a:pt x="25153" y="7532"/>
                    <a:pt x="24965" y="2899"/>
                    <a:pt x="24730" y="2662"/>
                  </a:cubicBezTo>
                  <a:cubicBezTo>
                    <a:pt x="24707" y="2639"/>
                    <a:pt x="24672" y="2628"/>
                    <a:pt x="24627" y="2628"/>
                  </a:cubicBezTo>
                  <a:cubicBezTo>
                    <a:pt x="24131" y="2628"/>
                    <a:pt x="22409" y="3895"/>
                    <a:pt x="21852" y="3895"/>
                  </a:cubicBezTo>
                  <a:cubicBezTo>
                    <a:pt x="21826" y="3895"/>
                    <a:pt x="21802" y="3892"/>
                    <a:pt x="21782" y="3886"/>
                  </a:cubicBezTo>
                  <a:cubicBezTo>
                    <a:pt x="21279" y="3741"/>
                    <a:pt x="18617" y="2014"/>
                    <a:pt x="18617" y="2014"/>
                  </a:cubicBezTo>
                  <a:cubicBezTo>
                    <a:pt x="18617" y="2014"/>
                    <a:pt x="20270" y="0"/>
                    <a:pt x="1991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1" name="Google Shape;7501;p22"/>
            <p:cNvSpPr/>
            <p:nvPr/>
          </p:nvSpPr>
          <p:spPr>
            <a:xfrm>
              <a:off x="1886750" y="1756500"/>
              <a:ext cx="107800" cy="134825"/>
            </a:xfrm>
            <a:custGeom>
              <a:rect b="b" l="l" r="r" t="t"/>
              <a:pathLst>
                <a:path extrusionOk="0" h="5393" w="4312">
                  <a:moveTo>
                    <a:pt x="3063" y="0"/>
                  </a:moveTo>
                  <a:cubicBezTo>
                    <a:pt x="1994" y="0"/>
                    <a:pt x="426" y="1539"/>
                    <a:pt x="426" y="1539"/>
                  </a:cubicBezTo>
                  <a:cubicBezTo>
                    <a:pt x="0" y="1856"/>
                    <a:pt x="426" y="3870"/>
                    <a:pt x="1943" y="4756"/>
                  </a:cubicBezTo>
                  <a:cubicBezTo>
                    <a:pt x="2620" y="5149"/>
                    <a:pt x="3375" y="5393"/>
                    <a:pt x="3793" y="5393"/>
                  </a:cubicBezTo>
                  <a:cubicBezTo>
                    <a:pt x="4161" y="5393"/>
                    <a:pt x="4265" y="5202"/>
                    <a:pt x="3819" y="4756"/>
                  </a:cubicBezTo>
                  <a:cubicBezTo>
                    <a:pt x="2862" y="3799"/>
                    <a:pt x="4312" y="231"/>
                    <a:pt x="3251" y="18"/>
                  </a:cubicBezTo>
                  <a:cubicBezTo>
                    <a:pt x="3190" y="6"/>
                    <a:pt x="3127" y="0"/>
                    <a:pt x="3063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2" name="Google Shape;7502;p22"/>
            <p:cNvSpPr/>
            <p:nvPr/>
          </p:nvSpPr>
          <p:spPr>
            <a:xfrm>
              <a:off x="1942175" y="1680875"/>
              <a:ext cx="23400" cy="68150"/>
            </a:xfrm>
            <a:custGeom>
              <a:rect b="b" l="l" r="r" t="t"/>
              <a:pathLst>
                <a:path extrusionOk="0" h="2726" w="936">
                  <a:moveTo>
                    <a:pt x="223" y="1"/>
                  </a:moveTo>
                  <a:cubicBezTo>
                    <a:pt x="173" y="1"/>
                    <a:pt x="123" y="57"/>
                    <a:pt x="164" y="113"/>
                  </a:cubicBezTo>
                  <a:cubicBezTo>
                    <a:pt x="170" y="122"/>
                    <a:pt x="772" y="1072"/>
                    <a:pt x="16" y="2624"/>
                  </a:cubicBezTo>
                  <a:cubicBezTo>
                    <a:pt x="1" y="2658"/>
                    <a:pt x="13" y="2701"/>
                    <a:pt x="50" y="2719"/>
                  </a:cubicBezTo>
                  <a:cubicBezTo>
                    <a:pt x="59" y="2722"/>
                    <a:pt x="69" y="2725"/>
                    <a:pt x="81" y="2725"/>
                  </a:cubicBezTo>
                  <a:cubicBezTo>
                    <a:pt x="106" y="2725"/>
                    <a:pt x="133" y="2710"/>
                    <a:pt x="143" y="2685"/>
                  </a:cubicBezTo>
                  <a:cubicBezTo>
                    <a:pt x="935" y="1063"/>
                    <a:pt x="309" y="79"/>
                    <a:pt x="281" y="36"/>
                  </a:cubicBezTo>
                  <a:cubicBezTo>
                    <a:pt x="267" y="11"/>
                    <a:pt x="245" y="1"/>
                    <a:pt x="22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3" name="Google Shape;7503;p22"/>
            <p:cNvSpPr/>
            <p:nvPr/>
          </p:nvSpPr>
          <p:spPr>
            <a:xfrm>
              <a:off x="1918050" y="1769875"/>
              <a:ext cx="50675" cy="66425"/>
            </a:xfrm>
            <a:custGeom>
              <a:rect b="b" l="l" r="r" t="t"/>
              <a:pathLst>
                <a:path extrusionOk="0" h="2657" w="2027">
                  <a:moveTo>
                    <a:pt x="1042" y="0"/>
                  </a:moveTo>
                  <a:cubicBezTo>
                    <a:pt x="805" y="0"/>
                    <a:pt x="620" y="51"/>
                    <a:pt x="620" y="51"/>
                  </a:cubicBezTo>
                  <a:cubicBezTo>
                    <a:pt x="620" y="51"/>
                    <a:pt x="935" y="362"/>
                    <a:pt x="1092" y="492"/>
                  </a:cubicBezTo>
                  <a:cubicBezTo>
                    <a:pt x="1074" y="501"/>
                    <a:pt x="1061" y="519"/>
                    <a:pt x="1058" y="541"/>
                  </a:cubicBezTo>
                  <a:lnTo>
                    <a:pt x="676" y="2462"/>
                  </a:lnTo>
                  <a:cubicBezTo>
                    <a:pt x="333" y="2225"/>
                    <a:pt x="176" y="1321"/>
                    <a:pt x="142" y="970"/>
                  </a:cubicBezTo>
                  <a:cubicBezTo>
                    <a:pt x="137" y="928"/>
                    <a:pt x="105" y="908"/>
                    <a:pt x="73" y="908"/>
                  </a:cubicBezTo>
                  <a:cubicBezTo>
                    <a:pt x="36" y="908"/>
                    <a:pt x="0" y="934"/>
                    <a:pt x="3" y="982"/>
                  </a:cubicBezTo>
                  <a:cubicBezTo>
                    <a:pt x="10" y="1041"/>
                    <a:pt x="142" y="2419"/>
                    <a:pt x="697" y="2632"/>
                  </a:cubicBezTo>
                  <a:cubicBezTo>
                    <a:pt x="744" y="2651"/>
                    <a:pt x="790" y="2657"/>
                    <a:pt x="836" y="2657"/>
                  </a:cubicBezTo>
                  <a:cubicBezTo>
                    <a:pt x="1367" y="2657"/>
                    <a:pt x="1940" y="1654"/>
                    <a:pt x="2008" y="1531"/>
                  </a:cubicBezTo>
                  <a:cubicBezTo>
                    <a:pt x="2027" y="1500"/>
                    <a:pt x="2018" y="1457"/>
                    <a:pt x="1987" y="1439"/>
                  </a:cubicBezTo>
                  <a:cubicBezTo>
                    <a:pt x="1976" y="1433"/>
                    <a:pt x="1964" y="1430"/>
                    <a:pt x="1953" y="1430"/>
                  </a:cubicBezTo>
                  <a:cubicBezTo>
                    <a:pt x="1928" y="1430"/>
                    <a:pt x="1904" y="1443"/>
                    <a:pt x="1891" y="1466"/>
                  </a:cubicBezTo>
                  <a:cubicBezTo>
                    <a:pt x="1717" y="1775"/>
                    <a:pt x="1218" y="2517"/>
                    <a:pt x="844" y="2517"/>
                  </a:cubicBezTo>
                  <a:cubicBezTo>
                    <a:pt x="833" y="2517"/>
                    <a:pt x="822" y="2516"/>
                    <a:pt x="812" y="2515"/>
                  </a:cubicBezTo>
                  <a:lnTo>
                    <a:pt x="1197" y="566"/>
                  </a:lnTo>
                  <a:cubicBezTo>
                    <a:pt x="1197" y="559"/>
                    <a:pt x="1197" y="553"/>
                    <a:pt x="1197" y="547"/>
                  </a:cubicBezTo>
                  <a:cubicBezTo>
                    <a:pt x="1327" y="522"/>
                    <a:pt x="1768" y="242"/>
                    <a:pt x="1768" y="242"/>
                  </a:cubicBezTo>
                  <a:cubicBezTo>
                    <a:pt x="1560" y="49"/>
                    <a:pt x="1276" y="0"/>
                    <a:pt x="1042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4" name="Google Shape;7504;p22"/>
            <p:cNvSpPr/>
            <p:nvPr/>
          </p:nvSpPr>
          <p:spPr>
            <a:xfrm>
              <a:off x="2013350" y="1759525"/>
              <a:ext cx="86025" cy="24800"/>
            </a:xfrm>
            <a:custGeom>
              <a:rect b="b" l="l" r="r" t="t"/>
              <a:pathLst>
                <a:path extrusionOk="0" h="992" w="3441">
                  <a:moveTo>
                    <a:pt x="2211" y="0"/>
                  </a:moveTo>
                  <a:cubicBezTo>
                    <a:pt x="1208" y="0"/>
                    <a:pt x="103" y="826"/>
                    <a:pt x="53" y="866"/>
                  </a:cubicBezTo>
                  <a:cubicBezTo>
                    <a:pt x="1" y="906"/>
                    <a:pt x="28" y="992"/>
                    <a:pt x="96" y="992"/>
                  </a:cubicBezTo>
                  <a:cubicBezTo>
                    <a:pt x="112" y="992"/>
                    <a:pt x="127" y="989"/>
                    <a:pt x="139" y="977"/>
                  </a:cubicBezTo>
                  <a:cubicBezTo>
                    <a:pt x="151" y="971"/>
                    <a:pt x="1255" y="142"/>
                    <a:pt x="2214" y="142"/>
                  </a:cubicBezTo>
                  <a:cubicBezTo>
                    <a:pt x="2310" y="142"/>
                    <a:pt x="2404" y="150"/>
                    <a:pt x="2496" y="168"/>
                  </a:cubicBezTo>
                  <a:cubicBezTo>
                    <a:pt x="2832" y="233"/>
                    <a:pt x="3097" y="428"/>
                    <a:pt x="3285" y="745"/>
                  </a:cubicBezTo>
                  <a:cubicBezTo>
                    <a:pt x="3301" y="771"/>
                    <a:pt x="3323" y="782"/>
                    <a:pt x="3345" y="782"/>
                  </a:cubicBezTo>
                  <a:cubicBezTo>
                    <a:pt x="3393" y="782"/>
                    <a:pt x="3441" y="730"/>
                    <a:pt x="3409" y="674"/>
                  </a:cubicBezTo>
                  <a:cubicBezTo>
                    <a:pt x="3199" y="320"/>
                    <a:pt x="2900" y="104"/>
                    <a:pt x="2524" y="30"/>
                  </a:cubicBezTo>
                  <a:cubicBezTo>
                    <a:pt x="2421" y="9"/>
                    <a:pt x="2317" y="0"/>
                    <a:pt x="221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5" name="Google Shape;7505;p22"/>
            <p:cNvSpPr/>
            <p:nvPr/>
          </p:nvSpPr>
          <p:spPr>
            <a:xfrm>
              <a:off x="1908575" y="1985700"/>
              <a:ext cx="167275" cy="88400"/>
            </a:xfrm>
            <a:custGeom>
              <a:rect b="b" l="l" r="r" t="t"/>
              <a:pathLst>
                <a:path extrusionOk="0" h="3536" w="6691">
                  <a:moveTo>
                    <a:pt x="6592" y="1"/>
                  </a:moveTo>
                  <a:cubicBezTo>
                    <a:pt x="6585" y="1"/>
                    <a:pt x="6578" y="2"/>
                    <a:pt x="6570" y="4"/>
                  </a:cubicBezTo>
                  <a:cubicBezTo>
                    <a:pt x="6545" y="10"/>
                    <a:pt x="4034" y="535"/>
                    <a:pt x="40" y="3409"/>
                  </a:cubicBezTo>
                  <a:cubicBezTo>
                    <a:pt x="9" y="3431"/>
                    <a:pt x="0" y="3477"/>
                    <a:pt x="25" y="3508"/>
                  </a:cubicBezTo>
                  <a:cubicBezTo>
                    <a:pt x="37" y="3526"/>
                    <a:pt x="59" y="3536"/>
                    <a:pt x="80" y="3536"/>
                  </a:cubicBezTo>
                  <a:cubicBezTo>
                    <a:pt x="96" y="3536"/>
                    <a:pt x="111" y="3533"/>
                    <a:pt x="123" y="3523"/>
                  </a:cubicBezTo>
                  <a:cubicBezTo>
                    <a:pt x="4090" y="670"/>
                    <a:pt x="6573" y="149"/>
                    <a:pt x="6597" y="143"/>
                  </a:cubicBezTo>
                  <a:cubicBezTo>
                    <a:pt x="6691" y="132"/>
                    <a:pt x="6672" y="1"/>
                    <a:pt x="659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6" name="Google Shape;7506;p22"/>
            <p:cNvSpPr/>
            <p:nvPr/>
          </p:nvSpPr>
          <p:spPr>
            <a:xfrm>
              <a:off x="1865775" y="1661475"/>
              <a:ext cx="52450" cy="69050"/>
            </a:xfrm>
            <a:custGeom>
              <a:rect b="b" l="l" r="r" t="t"/>
              <a:pathLst>
                <a:path extrusionOk="0" h="2762" w="2098">
                  <a:moveTo>
                    <a:pt x="101" y="1"/>
                  </a:moveTo>
                  <a:cubicBezTo>
                    <a:pt x="50" y="1"/>
                    <a:pt x="0" y="59"/>
                    <a:pt x="40" y="115"/>
                  </a:cubicBezTo>
                  <a:lnTo>
                    <a:pt x="1950" y="2730"/>
                  </a:lnTo>
                  <a:cubicBezTo>
                    <a:pt x="1962" y="2749"/>
                    <a:pt x="1983" y="2758"/>
                    <a:pt x="2005" y="2761"/>
                  </a:cubicBezTo>
                  <a:lnTo>
                    <a:pt x="2008" y="2761"/>
                  </a:lnTo>
                  <a:cubicBezTo>
                    <a:pt x="2064" y="2761"/>
                    <a:pt x="2098" y="2693"/>
                    <a:pt x="2064" y="2647"/>
                  </a:cubicBezTo>
                  <a:lnTo>
                    <a:pt x="158" y="32"/>
                  </a:lnTo>
                  <a:cubicBezTo>
                    <a:pt x="142" y="10"/>
                    <a:pt x="121" y="1"/>
                    <a:pt x="10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7" name="Google Shape;7507;p22"/>
            <p:cNvSpPr/>
            <p:nvPr/>
          </p:nvSpPr>
          <p:spPr>
            <a:xfrm>
              <a:off x="1820575" y="1658850"/>
              <a:ext cx="90625" cy="81325"/>
            </a:xfrm>
            <a:custGeom>
              <a:rect b="b" l="l" r="r" t="t"/>
              <a:pathLst>
                <a:path extrusionOk="0" h="3253" w="3625">
                  <a:moveTo>
                    <a:pt x="105" y="1"/>
                  </a:moveTo>
                  <a:cubicBezTo>
                    <a:pt x="48" y="1"/>
                    <a:pt x="1" y="76"/>
                    <a:pt x="56" y="124"/>
                  </a:cubicBezTo>
                  <a:lnTo>
                    <a:pt x="3483" y="3236"/>
                  </a:lnTo>
                  <a:cubicBezTo>
                    <a:pt x="3494" y="3244"/>
                    <a:pt x="3509" y="3252"/>
                    <a:pt x="3525" y="3252"/>
                  </a:cubicBezTo>
                  <a:cubicBezTo>
                    <a:pt x="3527" y="3252"/>
                    <a:pt x="3530" y="3252"/>
                    <a:pt x="3532" y="3252"/>
                  </a:cubicBezTo>
                  <a:cubicBezTo>
                    <a:pt x="3534" y="3252"/>
                    <a:pt x="3535" y="3252"/>
                    <a:pt x="3536" y="3252"/>
                  </a:cubicBezTo>
                  <a:cubicBezTo>
                    <a:pt x="3595" y="3252"/>
                    <a:pt x="3624" y="3174"/>
                    <a:pt x="3579" y="3131"/>
                  </a:cubicBezTo>
                  <a:lnTo>
                    <a:pt x="152" y="19"/>
                  </a:lnTo>
                  <a:cubicBezTo>
                    <a:pt x="137" y="6"/>
                    <a:pt x="120" y="1"/>
                    <a:pt x="10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8" name="Google Shape;7508;p22"/>
            <p:cNvSpPr/>
            <p:nvPr/>
          </p:nvSpPr>
          <p:spPr>
            <a:xfrm>
              <a:off x="1812450" y="1703850"/>
              <a:ext cx="94450" cy="47875"/>
            </a:xfrm>
            <a:custGeom>
              <a:rect b="b" l="l" r="r" t="t"/>
              <a:pathLst>
                <a:path extrusionOk="0" h="1915" w="3778">
                  <a:moveTo>
                    <a:pt x="104" y="1"/>
                  </a:moveTo>
                  <a:cubicBezTo>
                    <a:pt x="38" y="1"/>
                    <a:pt x="0" y="106"/>
                    <a:pt x="79" y="138"/>
                  </a:cubicBezTo>
                  <a:lnTo>
                    <a:pt x="3648" y="1905"/>
                  </a:lnTo>
                  <a:cubicBezTo>
                    <a:pt x="3657" y="1911"/>
                    <a:pt x="3669" y="1914"/>
                    <a:pt x="3678" y="1914"/>
                  </a:cubicBezTo>
                  <a:cubicBezTo>
                    <a:pt x="3752" y="1911"/>
                    <a:pt x="3777" y="1813"/>
                    <a:pt x="3709" y="1779"/>
                  </a:cubicBezTo>
                  <a:lnTo>
                    <a:pt x="141" y="11"/>
                  </a:lnTo>
                  <a:cubicBezTo>
                    <a:pt x="128" y="4"/>
                    <a:pt x="116" y="1"/>
                    <a:pt x="1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9" name="Google Shape;7509;p22"/>
            <p:cNvSpPr/>
            <p:nvPr/>
          </p:nvSpPr>
          <p:spPr>
            <a:xfrm>
              <a:off x="2023100" y="1802900"/>
              <a:ext cx="73775" cy="12425"/>
            </a:xfrm>
            <a:custGeom>
              <a:rect b="b" l="l" r="r" t="t"/>
              <a:pathLst>
                <a:path extrusionOk="0" h="497" w="2951">
                  <a:moveTo>
                    <a:pt x="101" y="0"/>
                  </a:moveTo>
                  <a:cubicBezTo>
                    <a:pt x="14" y="0"/>
                    <a:pt x="0" y="124"/>
                    <a:pt x="86" y="142"/>
                  </a:cubicBezTo>
                  <a:lnTo>
                    <a:pt x="2843" y="494"/>
                  </a:lnTo>
                  <a:lnTo>
                    <a:pt x="2852" y="494"/>
                  </a:lnTo>
                  <a:lnTo>
                    <a:pt x="2852" y="497"/>
                  </a:lnTo>
                  <a:cubicBezTo>
                    <a:pt x="2942" y="497"/>
                    <a:pt x="2951" y="364"/>
                    <a:pt x="2858" y="355"/>
                  </a:cubicBezTo>
                  <a:lnTo>
                    <a:pt x="104" y="0"/>
                  </a:lnTo>
                  <a:cubicBezTo>
                    <a:pt x="103" y="0"/>
                    <a:pt x="102" y="0"/>
                    <a:pt x="10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0" name="Google Shape;7510;p22"/>
            <p:cNvSpPr/>
            <p:nvPr/>
          </p:nvSpPr>
          <p:spPr>
            <a:xfrm>
              <a:off x="2019400" y="1812625"/>
              <a:ext cx="87175" cy="23850"/>
            </a:xfrm>
            <a:custGeom>
              <a:rect b="b" l="l" r="r" t="t"/>
              <a:pathLst>
                <a:path extrusionOk="0" h="954" w="3487">
                  <a:moveTo>
                    <a:pt x="98" y="0"/>
                  </a:moveTo>
                  <a:cubicBezTo>
                    <a:pt x="22" y="0"/>
                    <a:pt x="0" y="119"/>
                    <a:pt x="85" y="139"/>
                  </a:cubicBezTo>
                  <a:lnTo>
                    <a:pt x="3373" y="953"/>
                  </a:lnTo>
                  <a:lnTo>
                    <a:pt x="3389" y="953"/>
                  </a:lnTo>
                  <a:cubicBezTo>
                    <a:pt x="3390" y="953"/>
                    <a:pt x="3391" y="953"/>
                    <a:pt x="3392" y="953"/>
                  </a:cubicBezTo>
                  <a:cubicBezTo>
                    <a:pt x="3472" y="953"/>
                    <a:pt x="3486" y="835"/>
                    <a:pt x="3407" y="814"/>
                  </a:cubicBezTo>
                  <a:lnTo>
                    <a:pt x="119" y="3"/>
                  </a:lnTo>
                  <a:cubicBezTo>
                    <a:pt x="112" y="1"/>
                    <a:pt x="105" y="0"/>
                    <a:pt x="98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1" name="Google Shape;7511;p22"/>
            <p:cNvSpPr/>
            <p:nvPr/>
          </p:nvSpPr>
          <p:spPr>
            <a:xfrm>
              <a:off x="2015850" y="1825800"/>
              <a:ext cx="60675" cy="45125"/>
            </a:xfrm>
            <a:custGeom>
              <a:rect b="b" l="l" r="r" t="t"/>
              <a:pathLst>
                <a:path extrusionOk="0" h="1805" w="2427">
                  <a:moveTo>
                    <a:pt x="103" y="1"/>
                  </a:moveTo>
                  <a:cubicBezTo>
                    <a:pt x="45" y="1"/>
                    <a:pt x="1" y="85"/>
                    <a:pt x="61" y="130"/>
                  </a:cubicBezTo>
                  <a:lnTo>
                    <a:pt x="2285" y="1792"/>
                  </a:lnTo>
                  <a:cubicBezTo>
                    <a:pt x="2297" y="1802"/>
                    <a:pt x="2312" y="1805"/>
                    <a:pt x="2328" y="1805"/>
                  </a:cubicBezTo>
                  <a:lnTo>
                    <a:pt x="2331" y="1805"/>
                  </a:lnTo>
                  <a:cubicBezTo>
                    <a:pt x="2399" y="1805"/>
                    <a:pt x="2427" y="1718"/>
                    <a:pt x="2371" y="1678"/>
                  </a:cubicBezTo>
                  <a:lnTo>
                    <a:pt x="144" y="16"/>
                  </a:lnTo>
                  <a:cubicBezTo>
                    <a:pt x="130" y="5"/>
                    <a:pt x="116" y="1"/>
                    <a:pt x="10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2" name="Google Shape;7512;p22"/>
            <p:cNvSpPr/>
            <p:nvPr/>
          </p:nvSpPr>
          <p:spPr>
            <a:xfrm>
              <a:off x="1891900" y="1797550"/>
              <a:ext cx="98925" cy="93725"/>
            </a:xfrm>
            <a:custGeom>
              <a:rect b="b" l="l" r="r" t="t"/>
              <a:pathLst>
                <a:path extrusionOk="0" h="3749" w="3957">
                  <a:moveTo>
                    <a:pt x="77" y="1"/>
                  </a:moveTo>
                  <a:cubicBezTo>
                    <a:pt x="73" y="1"/>
                    <a:pt x="69" y="1"/>
                    <a:pt x="66" y="1"/>
                  </a:cubicBezTo>
                  <a:cubicBezTo>
                    <a:pt x="25" y="11"/>
                    <a:pt x="1" y="48"/>
                    <a:pt x="7" y="85"/>
                  </a:cubicBezTo>
                  <a:cubicBezTo>
                    <a:pt x="13" y="119"/>
                    <a:pt x="621" y="3215"/>
                    <a:pt x="3847" y="3749"/>
                  </a:cubicBezTo>
                  <a:lnTo>
                    <a:pt x="3859" y="3749"/>
                  </a:lnTo>
                  <a:lnTo>
                    <a:pt x="3859" y="3746"/>
                  </a:lnTo>
                  <a:cubicBezTo>
                    <a:pt x="3860" y="3746"/>
                    <a:pt x="3861" y="3746"/>
                    <a:pt x="3862" y="3746"/>
                  </a:cubicBezTo>
                  <a:cubicBezTo>
                    <a:pt x="3946" y="3746"/>
                    <a:pt x="3957" y="3619"/>
                    <a:pt x="3869" y="3607"/>
                  </a:cubicBezTo>
                  <a:cubicBezTo>
                    <a:pt x="741" y="3092"/>
                    <a:pt x="152" y="88"/>
                    <a:pt x="146" y="60"/>
                  </a:cubicBezTo>
                  <a:cubicBezTo>
                    <a:pt x="140" y="24"/>
                    <a:pt x="110" y="1"/>
                    <a:pt x="7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3" name="Google Shape;7513;p22"/>
            <p:cNvSpPr/>
            <p:nvPr/>
          </p:nvSpPr>
          <p:spPr>
            <a:xfrm>
              <a:off x="2008725" y="1860325"/>
              <a:ext cx="121725" cy="38600"/>
            </a:xfrm>
            <a:custGeom>
              <a:rect b="b" l="l" r="r" t="t"/>
              <a:pathLst>
                <a:path extrusionOk="0" h="1544" w="4869">
                  <a:moveTo>
                    <a:pt x="4767" y="0"/>
                  </a:moveTo>
                  <a:cubicBezTo>
                    <a:pt x="4751" y="0"/>
                    <a:pt x="4735" y="6"/>
                    <a:pt x="4719" y="20"/>
                  </a:cubicBezTo>
                  <a:cubicBezTo>
                    <a:pt x="3491" y="1151"/>
                    <a:pt x="2212" y="1404"/>
                    <a:pt x="1317" y="1404"/>
                  </a:cubicBezTo>
                  <a:cubicBezTo>
                    <a:pt x="607" y="1404"/>
                    <a:pt x="138" y="1245"/>
                    <a:pt x="127" y="1241"/>
                  </a:cubicBezTo>
                  <a:cubicBezTo>
                    <a:pt x="118" y="1238"/>
                    <a:pt x="109" y="1236"/>
                    <a:pt x="101" y="1236"/>
                  </a:cubicBezTo>
                  <a:cubicBezTo>
                    <a:pt x="29" y="1236"/>
                    <a:pt x="0" y="1346"/>
                    <a:pt x="81" y="1374"/>
                  </a:cubicBezTo>
                  <a:cubicBezTo>
                    <a:pt x="90" y="1380"/>
                    <a:pt x="580" y="1543"/>
                    <a:pt x="1317" y="1543"/>
                  </a:cubicBezTo>
                  <a:cubicBezTo>
                    <a:pt x="2243" y="1543"/>
                    <a:pt x="3557" y="1284"/>
                    <a:pt x="4815" y="121"/>
                  </a:cubicBezTo>
                  <a:cubicBezTo>
                    <a:pt x="4868" y="73"/>
                    <a:pt x="4823" y="0"/>
                    <a:pt x="4767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4" name="Google Shape;7514;p22"/>
            <p:cNvSpPr/>
            <p:nvPr/>
          </p:nvSpPr>
          <p:spPr>
            <a:xfrm>
              <a:off x="1883300" y="1739275"/>
              <a:ext cx="23600" cy="12450"/>
            </a:xfrm>
            <a:custGeom>
              <a:rect b="b" l="l" r="r" t="t"/>
              <a:pathLst>
                <a:path extrusionOk="0" h="498" w="944">
                  <a:moveTo>
                    <a:pt x="104" y="0"/>
                  </a:moveTo>
                  <a:cubicBezTo>
                    <a:pt x="36" y="0"/>
                    <a:pt x="1" y="99"/>
                    <a:pt x="73" y="136"/>
                  </a:cubicBezTo>
                  <a:lnTo>
                    <a:pt x="814" y="488"/>
                  </a:lnTo>
                  <a:cubicBezTo>
                    <a:pt x="823" y="494"/>
                    <a:pt x="835" y="494"/>
                    <a:pt x="844" y="497"/>
                  </a:cubicBezTo>
                  <a:cubicBezTo>
                    <a:pt x="918" y="494"/>
                    <a:pt x="943" y="396"/>
                    <a:pt x="875" y="362"/>
                  </a:cubicBezTo>
                  <a:lnTo>
                    <a:pt x="135" y="7"/>
                  </a:lnTo>
                  <a:cubicBezTo>
                    <a:pt x="124" y="2"/>
                    <a:pt x="113" y="0"/>
                    <a:pt x="10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5" name="Google Shape;7515;p22"/>
            <p:cNvSpPr/>
            <p:nvPr/>
          </p:nvSpPr>
          <p:spPr>
            <a:xfrm>
              <a:off x="1885050" y="1717150"/>
              <a:ext cx="26150" cy="23025"/>
            </a:xfrm>
            <a:custGeom>
              <a:rect b="b" l="l" r="r" t="t"/>
              <a:pathLst>
                <a:path extrusionOk="0" h="921" w="1046">
                  <a:moveTo>
                    <a:pt x="102" y="1"/>
                  </a:moveTo>
                  <a:cubicBezTo>
                    <a:pt x="46" y="1"/>
                    <a:pt x="1" y="76"/>
                    <a:pt x="56" y="124"/>
                  </a:cubicBezTo>
                  <a:lnTo>
                    <a:pt x="904" y="901"/>
                  </a:lnTo>
                  <a:cubicBezTo>
                    <a:pt x="915" y="912"/>
                    <a:pt x="930" y="920"/>
                    <a:pt x="946" y="920"/>
                  </a:cubicBezTo>
                  <a:cubicBezTo>
                    <a:pt x="948" y="920"/>
                    <a:pt x="951" y="920"/>
                    <a:pt x="953" y="920"/>
                  </a:cubicBezTo>
                  <a:lnTo>
                    <a:pt x="953" y="920"/>
                  </a:lnTo>
                  <a:cubicBezTo>
                    <a:pt x="953" y="920"/>
                    <a:pt x="954" y="920"/>
                    <a:pt x="954" y="920"/>
                  </a:cubicBezTo>
                  <a:cubicBezTo>
                    <a:pt x="1016" y="920"/>
                    <a:pt x="1045" y="842"/>
                    <a:pt x="1000" y="799"/>
                  </a:cubicBezTo>
                  <a:lnTo>
                    <a:pt x="151" y="22"/>
                  </a:lnTo>
                  <a:cubicBezTo>
                    <a:pt x="135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6" name="Google Shape;7516;p22"/>
            <p:cNvSpPr/>
            <p:nvPr/>
          </p:nvSpPr>
          <p:spPr>
            <a:xfrm>
              <a:off x="1890525" y="1696000"/>
              <a:ext cx="27400" cy="34525"/>
            </a:xfrm>
            <a:custGeom>
              <a:rect b="b" l="l" r="r" t="t"/>
              <a:pathLst>
                <a:path extrusionOk="0" h="1381" w="1096">
                  <a:moveTo>
                    <a:pt x="99" y="0"/>
                  </a:moveTo>
                  <a:cubicBezTo>
                    <a:pt x="47" y="0"/>
                    <a:pt x="0" y="59"/>
                    <a:pt x="40" y="113"/>
                  </a:cubicBezTo>
                  <a:lnTo>
                    <a:pt x="960" y="1349"/>
                  </a:lnTo>
                  <a:cubicBezTo>
                    <a:pt x="972" y="1368"/>
                    <a:pt x="993" y="1380"/>
                    <a:pt x="1015" y="1380"/>
                  </a:cubicBezTo>
                  <a:cubicBezTo>
                    <a:pt x="1030" y="1380"/>
                    <a:pt x="1046" y="1374"/>
                    <a:pt x="1058" y="1365"/>
                  </a:cubicBezTo>
                  <a:cubicBezTo>
                    <a:pt x="1089" y="1340"/>
                    <a:pt x="1095" y="1297"/>
                    <a:pt x="1074" y="1266"/>
                  </a:cubicBezTo>
                  <a:lnTo>
                    <a:pt x="155" y="29"/>
                  </a:lnTo>
                  <a:cubicBezTo>
                    <a:pt x="138" y="9"/>
                    <a:pt x="118" y="0"/>
                    <a:pt x="9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7" name="Google Shape;7517;p22"/>
            <p:cNvSpPr/>
            <p:nvPr/>
          </p:nvSpPr>
          <p:spPr>
            <a:xfrm>
              <a:off x="2134100" y="1687475"/>
              <a:ext cx="49525" cy="53675"/>
            </a:xfrm>
            <a:custGeom>
              <a:rect b="b" l="l" r="r" t="t"/>
              <a:pathLst>
                <a:path extrusionOk="0" h="2147" w="1981">
                  <a:moveTo>
                    <a:pt x="1818" y="0"/>
                  </a:moveTo>
                  <a:cubicBezTo>
                    <a:pt x="1499" y="0"/>
                    <a:pt x="1" y="1049"/>
                    <a:pt x="1" y="1049"/>
                  </a:cubicBezTo>
                  <a:cubicBezTo>
                    <a:pt x="1" y="1049"/>
                    <a:pt x="1264" y="2147"/>
                    <a:pt x="1437" y="2147"/>
                  </a:cubicBezTo>
                  <a:cubicBezTo>
                    <a:pt x="1443" y="2147"/>
                    <a:pt x="1447" y="2146"/>
                    <a:pt x="1450" y="2144"/>
                  </a:cubicBezTo>
                  <a:cubicBezTo>
                    <a:pt x="1555" y="2073"/>
                    <a:pt x="1981" y="235"/>
                    <a:pt x="1873" y="25"/>
                  </a:cubicBezTo>
                  <a:cubicBezTo>
                    <a:pt x="1864" y="8"/>
                    <a:pt x="1846" y="0"/>
                    <a:pt x="1818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8" name="Google Shape;7518;p22"/>
            <p:cNvSpPr/>
            <p:nvPr/>
          </p:nvSpPr>
          <p:spPr>
            <a:xfrm>
              <a:off x="1996300" y="1617375"/>
              <a:ext cx="51225" cy="26550"/>
            </a:xfrm>
            <a:custGeom>
              <a:rect b="b" l="l" r="r" t="t"/>
              <a:pathLst>
                <a:path extrusionOk="0" h="1062" w="2049">
                  <a:moveTo>
                    <a:pt x="1839" y="1"/>
                  </a:moveTo>
                  <a:cubicBezTo>
                    <a:pt x="1626" y="1"/>
                    <a:pt x="1" y="247"/>
                    <a:pt x="106" y="460"/>
                  </a:cubicBezTo>
                  <a:cubicBezTo>
                    <a:pt x="214" y="673"/>
                    <a:pt x="991" y="1062"/>
                    <a:pt x="991" y="1062"/>
                  </a:cubicBezTo>
                  <a:cubicBezTo>
                    <a:pt x="991" y="1062"/>
                    <a:pt x="2049" y="1"/>
                    <a:pt x="1839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9" name="Google Shape;7519;p22"/>
            <p:cNvSpPr/>
            <p:nvPr/>
          </p:nvSpPr>
          <p:spPr>
            <a:xfrm>
              <a:off x="1778350" y="1941625"/>
              <a:ext cx="16200" cy="19450"/>
            </a:xfrm>
            <a:custGeom>
              <a:rect b="b" l="l" r="r" t="t"/>
              <a:pathLst>
                <a:path extrusionOk="0" h="778" w="648">
                  <a:moveTo>
                    <a:pt x="101" y="1"/>
                  </a:moveTo>
                  <a:cubicBezTo>
                    <a:pt x="23" y="1"/>
                    <a:pt x="0" y="119"/>
                    <a:pt x="83" y="142"/>
                  </a:cubicBezTo>
                  <a:cubicBezTo>
                    <a:pt x="101" y="145"/>
                    <a:pt x="478" y="244"/>
                    <a:pt x="379" y="694"/>
                  </a:cubicBezTo>
                  <a:cubicBezTo>
                    <a:pt x="370" y="731"/>
                    <a:pt x="394" y="768"/>
                    <a:pt x="435" y="777"/>
                  </a:cubicBezTo>
                  <a:lnTo>
                    <a:pt x="450" y="777"/>
                  </a:lnTo>
                  <a:cubicBezTo>
                    <a:pt x="481" y="777"/>
                    <a:pt x="509" y="756"/>
                    <a:pt x="518" y="725"/>
                  </a:cubicBezTo>
                  <a:cubicBezTo>
                    <a:pt x="647" y="142"/>
                    <a:pt x="123" y="3"/>
                    <a:pt x="120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0" name="Google Shape;7520;p22"/>
            <p:cNvSpPr/>
            <p:nvPr/>
          </p:nvSpPr>
          <p:spPr>
            <a:xfrm>
              <a:off x="1752550" y="1935775"/>
              <a:ext cx="16100" cy="19400"/>
            </a:xfrm>
            <a:custGeom>
              <a:rect b="b" l="l" r="r" t="t"/>
              <a:pathLst>
                <a:path extrusionOk="0" h="776" w="644">
                  <a:moveTo>
                    <a:pt x="96" y="1"/>
                  </a:moveTo>
                  <a:cubicBezTo>
                    <a:pt x="23" y="1"/>
                    <a:pt x="1" y="112"/>
                    <a:pt x="79" y="138"/>
                  </a:cubicBezTo>
                  <a:cubicBezTo>
                    <a:pt x="119" y="148"/>
                    <a:pt x="470" y="252"/>
                    <a:pt x="375" y="690"/>
                  </a:cubicBezTo>
                  <a:cubicBezTo>
                    <a:pt x="365" y="727"/>
                    <a:pt x="390" y="768"/>
                    <a:pt x="427" y="774"/>
                  </a:cubicBezTo>
                  <a:cubicBezTo>
                    <a:pt x="430" y="775"/>
                    <a:pt x="433" y="776"/>
                    <a:pt x="436" y="776"/>
                  </a:cubicBezTo>
                  <a:cubicBezTo>
                    <a:pt x="439" y="776"/>
                    <a:pt x="441" y="775"/>
                    <a:pt x="443" y="774"/>
                  </a:cubicBezTo>
                  <a:cubicBezTo>
                    <a:pt x="476" y="774"/>
                    <a:pt x="504" y="752"/>
                    <a:pt x="513" y="721"/>
                  </a:cubicBezTo>
                  <a:cubicBezTo>
                    <a:pt x="643" y="141"/>
                    <a:pt x="119" y="3"/>
                    <a:pt x="113" y="3"/>
                  </a:cubicBezTo>
                  <a:cubicBezTo>
                    <a:pt x="107" y="1"/>
                    <a:pt x="101" y="1"/>
                    <a:pt x="9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1" name="Google Shape;7521;p22"/>
            <p:cNvSpPr/>
            <p:nvPr/>
          </p:nvSpPr>
          <p:spPr>
            <a:xfrm>
              <a:off x="1766550" y="1912175"/>
              <a:ext cx="16200" cy="19425"/>
            </a:xfrm>
            <a:custGeom>
              <a:rect b="b" l="l" r="r" t="t"/>
              <a:pathLst>
                <a:path extrusionOk="0" h="777" w="648">
                  <a:moveTo>
                    <a:pt x="101" y="1"/>
                  </a:moveTo>
                  <a:cubicBezTo>
                    <a:pt x="23" y="1"/>
                    <a:pt x="0" y="119"/>
                    <a:pt x="86" y="142"/>
                  </a:cubicBezTo>
                  <a:cubicBezTo>
                    <a:pt x="102" y="145"/>
                    <a:pt x="481" y="243"/>
                    <a:pt x="379" y="694"/>
                  </a:cubicBezTo>
                  <a:cubicBezTo>
                    <a:pt x="373" y="731"/>
                    <a:pt x="395" y="768"/>
                    <a:pt x="435" y="777"/>
                  </a:cubicBezTo>
                  <a:lnTo>
                    <a:pt x="450" y="777"/>
                  </a:lnTo>
                  <a:cubicBezTo>
                    <a:pt x="481" y="777"/>
                    <a:pt x="509" y="755"/>
                    <a:pt x="518" y="725"/>
                  </a:cubicBezTo>
                  <a:cubicBezTo>
                    <a:pt x="647" y="142"/>
                    <a:pt x="126" y="3"/>
                    <a:pt x="120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2" name="Google Shape;7522;p22"/>
            <p:cNvSpPr/>
            <p:nvPr/>
          </p:nvSpPr>
          <p:spPr>
            <a:xfrm>
              <a:off x="1957525" y="2058525"/>
              <a:ext cx="21500" cy="11025"/>
            </a:xfrm>
            <a:custGeom>
              <a:rect b="b" l="l" r="r" t="t"/>
              <a:pathLst>
                <a:path extrusionOk="0" h="441" w="860">
                  <a:moveTo>
                    <a:pt x="526" y="0"/>
                  </a:moveTo>
                  <a:cubicBezTo>
                    <a:pt x="161" y="0"/>
                    <a:pt x="16" y="340"/>
                    <a:pt x="16" y="342"/>
                  </a:cubicBezTo>
                  <a:cubicBezTo>
                    <a:pt x="1" y="379"/>
                    <a:pt x="19" y="419"/>
                    <a:pt x="53" y="435"/>
                  </a:cubicBezTo>
                  <a:cubicBezTo>
                    <a:pt x="62" y="438"/>
                    <a:pt x="71" y="441"/>
                    <a:pt x="81" y="441"/>
                  </a:cubicBezTo>
                  <a:cubicBezTo>
                    <a:pt x="108" y="441"/>
                    <a:pt x="136" y="422"/>
                    <a:pt x="149" y="398"/>
                  </a:cubicBezTo>
                  <a:cubicBezTo>
                    <a:pt x="161" y="365"/>
                    <a:pt x="264" y="141"/>
                    <a:pt x="523" y="141"/>
                  </a:cubicBezTo>
                  <a:cubicBezTo>
                    <a:pt x="585" y="141"/>
                    <a:pt x="655" y="154"/>
                    <a:pt x="735" y="185"/>
                  </a:cubicBezTo>
                  <a:cubicBezTo>
                    <a:pt x="743" y="187"/>
                    <a:pt x="750" y="188"/>
                    <a:pt x="757" y="188"/>
                  </a:cubicBezTo>
                  <a:cubicBezTo>
                    <a:pt x="828" y="188"/>
                    <a:pt x="860" y="86"/>
                    <a:pt x="787" y="52"/>
                  </a:cubicBezTo>
                  <a:cubicBezTo>
                    <a:pt x="690" y="16"/>
                    <a:pt x="603" y="0"/>
                    <a:pt x="52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3" name="Google Shape;7523;p22"/>
            <p:cNvSpPr/>
            <p:nvPr/>
          </p:nvSpPr>
          <p:spPr>
            <a:xfrm>
              <a:off x="1946875" y="2083275"/>
              <a:ext cx="21525" cy="11025"/>
            </a:xfrm>
            <a:custGeom>
              <a:rect b="b" l="l" r="r" t="t"/>
              <a:pathLst>
                <a:path extrusionOk="0" h="441" w="861">
                  <a:moveTo>
                    <a:pt x="526" y="0"/>
                  </a:moveTo>
                  <a:cubicBezTo>
                    <a:pt x="163" y="0"/>
                    <a:pt x="16" y="337"/>
                    <a:pt x="16" y="342"/>
                  </a:cubicBezTo>
                  <a:cubicBezTo>
                    <a:pt x="1" y="379"/>
                    <a:pt x="19" y="419"/>
                    <a:pt x="56" y="435"/>
                  </a:cubicBezTo>
                  <a:cubicBezTo>
                    <a:pt x="66" y="438"/>
                    <a:pt x="72" y="441"/>
                    <a:pt x="84" y="441"/>
                  </a:cubicBezTo>
                  <a:cubicBezTo>
                    <a:pt x="112" y="441"/>
                    <a:pt x="137" y="422"/>
                    <a:pt x="149" y="398"/>
                  </a:cubicBezTo>
                  <a:cubicBezTo>
                    <a:pt x="161" y="365"/>
                    <a:pt x="265" y="141"/>
                    <a:pt x="525" y="141"/>
                  </a:cubicBezTo>
                  <a:cubicBezTo>
                    <a:pt x="587" y="141"/>
                    <a:pt x="658" y="154"/>
                    <a:pt x="738" y="185"/>
                  </a:cubicBezTo>
                  <a:cubicBezTo>
                    <a:pt x="746" y="187"/>
                    <a:pt x="753" y="188"/>
                    <a:pt x="760" y="188"/>
                  </a:cubicBezTo>
                  <a:cubicBezTo>
                    <a:pt x="829" y="188"/>
                    <a:pt x="860" y="86"/>
                    <a:pt x="787" y="52"/>
                  </a:cubicBezTo>
                  <a:cubicBezTo>
                    <a:pt x="690" y="15"/>
                    <a:pt x="603" y="0"/>
                    <a:pt x="52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4" name="Google Shape;7524;p22"/>
            <p:cNvSpPr/>
            <p:nvPr/>
          </p:nvSpPr>
          <p:spPr>
            <a:xfrm>
              <a:off x="1968775" y="2067625"/>
              <a:ext cx="21625" cy="11025"/>
            </a:xfrm>
            <a:custGeom>
              <a:rect b="b" l="l" r="r" t="t"/>
              <a:pathLst>
                <a:path extrusionOk="0" h="441" w="865">
                  <a:moveTo>
                    <a:pt x="526" y="0"/>
                  </a:moveTo>
                  <a:cubicBezTo>
                    <a:pt x="161" y="0"/>
                    <a:pt x="16" y="339"/>
                    <a:pt x="16" y="342"/>
                  </a:cubicBezTo>
                  <a:cubicBezTo>
                    <a:pt x="1" y="379"/>
                    <a:pt x="16" y="419"/>
                    <a:pt x="53" y="435"/>
                  </a:cubicBezTo>
                  <a:cubicBezTo>
                    <a:pt x="63" y="438"/>
                    <a:pt x="72" y="441"/>
                    <a:pt x="81" y="441"/>
                  </a:cubicBezTo>
                  <a:cubicBezTo>
                    <a:pt x="109" y="441"/>
                    <a:pt x="137" y="425"/>
                    <a:pt x="146" y="398"/>
                  </a:cubicBezTo>
                  <a:cubicBezTo>
                    <a:pt x="161" y="365"/>
                    <a:pt x="262" y="141"/>
                    <a:pt x="522" y="141"/>
                  </a:cubicBezTo>
                  <a:cubicBezTo>
                    <a:pt x="584" y="141"/>
                    <a:pt x="654" y="154"/>
                    <a:pt x="735" y="185"/>
                  </a:cubicBezTo>
                  <a:cubicBezTo>
                    <a:pt x="745" y="188"/>
                    <a:pt x="754" y="190"/>
                    <a:pt x="763" y="190"/>
                  </a:cubicBezTo>
                  <a:cubicBezTo>
                    <a:pt x="834" y="190"/>
                    <a:pt x="864" y="82"/>
                    <a:pt x="787" y="52"/>
                  </a:cubicBezTo>
                  <a:cubicBezTo>
                    <a:pt x="690" y="16"/>
                    <a:pt x="603" y="0"/>
                    <a:pt x="52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5" name="Google Shape;7525;p22"/>
            <p:cNvSpPr/>
            <p:nvPr/>
          </p:nvSpPr>
          <p:spPr>
            <a:xfrm>
              <a:off x="2164950" y="2333150"/>
              <a:ext cx="18625" cy="14000"/>
            </a:xfrm>
            <a:custGeom>
              <a:rect b="b" l="l" r="r" t="t"/>
              <a:pathLst>
                <a:path extrusionOk="0" h="560" w="745">
                  <a:moveTo>
                    <a:pt x="666" y="0"/>
                  </a:moveTo>
                  <a:cubicBezTo>
                    <a:pt x="635" y="0"/>
                    <a:pt x="604" y="20"/>
                    <a:pt x="599" y="63"/>
                  </a:cubicBezTo>
                  <a:cubicBezTo>
                    <a:pt x="593" y="103"/>
                    <a:pt x="533" y="419"/>
                    <a:pt x="162" y="419"/>
                  </a:cubicBezTo>
                  <a:cubicBezTo>
                    <a:pt x="136" y="419"/>
                    <a:pt x="109" y="417"/>
                    <a:pt x="80" y="414"/>
                  </a:cubicBezTo>
                  <a:cubicBezTo>
                    <a:pt x="78" y="414"/>
                    <a:pt x="76" y="414"/>
                    <a:pt x="74" y="414"/>
                  </a:cubicBezTo>
                  <a:cubicBezTo>
                    <a:pt x="37" y="414"/>
                    <a:pt x="6" y="441"/>
                    <a:pt x="3" y="476"/>
                  </a:cubicBezTo>
                  <a:cubicBezTo>
                    <a:pt x="0" y="513"/>
                    <a:pt x="28" y="547"/>
                    <a:pt x="65" y="553"/>
                  </a:cubicBezTo>
                  <a:cubicBezTo>
                    <a:pt x="99" y="556"/>
                    <a:pt x="130" y="559"/>
                    <a:pt x="164" y="559"/>
                  </a:cubicBezTo>
                  <a:cubicBezTo>
                    <a:pt x="666" y="559"/>
                    <a:pt x="737" y="84"/>
                    <a:pt x="737" y="81"/>
                  </a:cubicBezTo>
                  <a:cubicBezTo>
                    <a:pt x="744" y="30"/>
                    <a:pt x="705" y="0"/>
                    <a:pt x="66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6" name="Google Shape;7526;p22"/>
            <p:cNvSpPr/>
            <p:nvPr/>
          </p:nvSpPr>
          <p:spPr>
            <a:xfrm>
              <a:off x="2192325" y="2318175"/>
              <a:ext cx="18625" cy="14000"/>
            </a:xfrm>
            <a:custGeom>
              <a:rect b="b" l="l" r="r" t="t"/>
              <a:pathLst>
                <a:path extrusionOk="0" h="560" w="745">
                  <a:moveTo>
                    <a:pt x="665" y="1"/>
                  </a:moveTo>
                  <a:cubicBezTo>
                    <a:pt x="634" y="1"/>
                    <a:pt x="604" y="19"/>
                    <a:pt x="599" y="60"/>
                  </a:cubicBezTo>
                  <a:cubicBezTo>
                    <a:pt x="593" y="100"/>
                    <a:pt x="536" y="417"/>
                    <a:pt x="166" y="417"/>
                  </a:cubicBezTo>
                  <a:cubicBezTo>
                    <a:pt x="139" y="417"/>
                    <a:pt x="111" y="415"/>
                    <a:pt x="80" y="412"/>
                  </a:cubicBezTo>
                  <a:cubicBezTo>
                    <a:pt x="79" y="412"/>
                    <a:pt x="77" y="412"/>
                    <a:pt x="75" y="412"/>
                  </a:cubicBezTo>
                  <a:cubicBezTo>
                    <a:pt x="40" y="412"/>
                    <a:pt x="9" y="438"/>
                    <a:pt x="3" y="477"/>
                  </a:cubicBezTo>
                  <a:cubicBezTo>
                    <a:pt x="0" y="514"/>
                    <a:pt x="28" y="547"/>
                    <a:pt x="65" y="554"/>
                  </a:cubicBezTo>
                  <a:cubicBezTo>
                    <a:pt x="99" y="557"/>
                    <a:pt x="133" y="557"/>
                    <a:pt x="164" y="560"/>
                  </a:cubicBezTo>
                  <a:cubicBezTo>
                    <a:pt x="666" y="560"/>
                    <a:pt x="737" y="85"/>
                    <a:pt x="737" y="82"/>
                  </a:cubicBezTo>
                  <a:cubicBezTo>
                    <a:pt x="744" y="30"/>
                    <a:pt x="704" y="1"/>
                    <a:pt x="665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7" name="Google Shape;7527;p22"/>
            <p:cNvSpPr/>
            <p:nvPr/>
          </p:nvSpPr>
          <p:spPr>
            <a:xfrm>
              <a:off x="2197900" y="229585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622" y="0"/>
                  </a:moveTo>
                  <a:cubicBezTo>
                    <a:pt x="582" y="0"/>
                    <a:pt x="551" y="34"/>
                    <a:pt x="551" y="71"/>
                  </a:cubicBezTo>
                  <a:cubicBezTo>
                    <a:pt x="551" y="90"/>
                    <a:pt x="551" y="481"/>
                    <a:pt x="92" y="500"/>
                  </a:cubicBezTo>
                  <a:cubicBezTo>
                    <a:pt x="0" y="500"/>
                    <a:pt x="2" y="639"/>
                    <a:pt x="92" y="639"/>
                  </a:cubicBezTo>
                  <a:cubicBezTo>
                    <a:pt x="93" y="639"/>
                    <a:pt x="94" y="639"/>
                    <a:pt x="95" y="639"/>
                  </a:cubicBezTo>
                  <a:lnTo>
                    <a:pt x="98" y="639"/>
                  </a:lnTo>
                  <a:cubicBezTo>
                    <a:pt x="693" y="617"/>
                    <a:pt x="693" y="74"/>
                    <a:pt x="693" y="71"/>
                  </a:cubicBezTo>
                  <a:cubicBezTo>
                    <a:pt x="690" y="31"/>
                    <a:pt x="659" y="0"/>
                    <a:pt x="62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8" name="Google Shape;7528;p22"/>
            <p:cNvSpPr/>
            <p:nvPr/>
          </p:nvSpPr>
          <p:spPr>
            <a:xfrm>
              <a:off x="2192700" y="2278250"/>
              <a:ext cx="17225" cy="16000"/>
            </a:xfrm>
            <a:custGeom>
              <a:rect b="b" l="l" r="r" t="t"/>
              <a:pathLst>
                <a:path extrusionOk="0" h="640" w="689">
                  <a:moveTo>
                    <a:pt x="617" y="1"/>
                  </a:moveTo>
                  <a:cubicBezTo>
                    <a:pt x="577" y="1"/>
                    <a:pt x="547" y="32"/>
                    <a:pt x="547" y="72"/>
                  </a:cubicBezTo>
                  <a:cubicBezTo>
                    <a:pt x="547" y="87"/>
                    <a:pt x="547" y="476"/>
                    <a:pt x="90" y="494"/>
                  </a:cubicBezTo>
                  <a:cubicBezTo>
                    <a:pt x="1" y="504"/>
                    <a:pt x="4" y="633"/>
                    <a:pt x="93" y="636"/>
                  </a:cubicBezTo>
                  <a:lnTo>
                    <a:pt x="93" y="639"/>
                  </a:lnTo>
                  <a:cubicBezTo>
                    <a:pt x="688" y="615"/>
                    <a:pt x="688" y="75"/>
                    <a:pt x="688" y="69"/>
                  </a:cubicBezTo>
                  <a:cubicBezTo>
                    <a:pt x="688" y="32"/>
                    <a:pt x="654" y="1"/>
                    <a:pt x="617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9" name="Google Shape;7529;p22"/>
            <p:cNvSpPr/>
            <p:nvPr/>
          </p:nvSpPr>
          <p:spPr>
            <a:xfrm>
              <a:off x="2221375" y="2266025"/>
              <a:ext cx="15850" cy="20975"/>
            </a:xfrm>
            <a:custGeom>
              <a:rect b="b" l="l" r="r" t="t"/>
              <a:pathLst>
                <a:path extrusionOk="0" h="839" w="634">
                  <a:moveTo>
                    <a:pt x="290" y="0"/>
                  </a:moveTo>
                  <a:cubicBezTo>
                    <a:pt x="277" y="0"/>
                    <a:pt x="263" y="4"/>
                    <a:pt x="251" y="12"/>
                  </a:cubicBezTo>
                  <a:cubicBezTo>
                    <a:pt x="220" y="30"/>
                    <a:pt x="208" y="77"/>
                    <a:pt x="229" y="107"/>
                  </a:cubicBezTo>
                  <a:cubicBezTo>
                    <a:pt x="238" y="123"/>
                    <a:pt x="442" y="456"/>
                    <a:pt x="60" y="709"/>
                  </a:cubicBezTo>
                  <a:cubicBezTo>
                    <a:pt x="1" y="749"/>
                    <a:pt x="26" y="838"/>
                    <a:pt x="97" y="838"/>
                  </a:cubicBezTo>
                  <a:cubicBezTo>
                    <a:pt x="112" y="838"/>
                    <a:pt x="124" y="835"/>
                    <a:pt x="137" y="829"/>
                  </a:cubicBezTo>
                  <a:cubicBezTo>
                    <a:pt x="633" y="499"/>
                    <a:pt x="353" y="40"/>
                    <a:pt x="349" y="33"/>
                  </a:cubicBezTo>
                  <a:cubicBezTo>
                    <a:pt x="336" y="12"/>
                    <a:pt x="313" y="0"/>
                    <a:pt x="29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0" name="Google Shape;7530;p22"/>
            <p:cNvSpPr/>
            <p:nvPr/>
          </p:nvSpPr>
          <p:spPr>
            <a:xfrm>
              <a:off x="2217850" y="2293350"/>
              <a:ext cx="15825" cy="21100"/>
            </a:xfrm>
            <a:custGeom>
              <a:rect b="b" l="l" r="r" t="t"/>
              <a:pathLst>
                <a:path extrusionOk="0" h="844" w="633">
                  <a:moveTo>
                    <a:pt x="291" y="1"/>
                  </a:moveTo>
                  <a:cubicBezTo>
                    <a:pt x="242" y="1"/>
                    <a:pt x="194" y="54"/>
                    <a:pt x="228" y="109"/>
                  </a:cubicBezTo>
                  <a:cubicBezTo>
                    <a:pt x="238" y="125"/>
                    <a:pt x="441" y="461"/>
                    <a:pt x="59" y="714"/>
                  </a:cubicBezTo>
                  <a:cubicBezTo>
                    <a:pt x="0" y="751"/>
                    <a:pt x="28" y="840"/>
                    <a:pt x="96" y="843"/>
                  </a:cubicBezTo>
                  <a:cubicBezTo>
                    <a:pt x="111" y="843"/>
                    <a:pt x="123" y="837"/>
                    <a:pt x="136" y="831"/>
                  </a:cubicBezTo>
                  <a:cubicBezTo>
                    <a:pt x="632" y="504"/>
                    <a:pt x="352" y="42"/>
                    <a:pt x="349" y="35"/>
                  </a:cubicBezTo>
                  <a:cubicBezTo>
                    <a:pt x="334" y="11"/>
                    <a:pt x="312" y="1"/>
                    <a:pt x="29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1" name="Google Shape;7531;p22"/>
            <p:cNvSpPr/>
            <p:nvPr/>
          </p:nvSpPr>
          <p:spPr>
            <a:xfrm>
              <a:off x="2169475" y="2310150"/>
              <a:ext cx="19425" cy="14025"/>
            </a:xfrm>
            <a:custGeom>
              <a:rect b="b" l="l" r="r" t="t"/>
              <a:pathLst>
                <a:path extrusionOk="0" h="561" w="777">
                  <a:moveTo>
                    <a:pt x="697" y="1"/>
                  </a:moveTo>
                  <a:cubicBezTo>
                    <a:pt x="666" y="1"/>
                    <a:pt x="636" y="19"/>
                    <a:pt x="630" y="60"/>
                  </a:cubicBezTo>
                  <a:cubicBezTo>
                    <a:pt x="625" y="101"/>
                    <a:pt x="568" y="417"/>
                    <a:pt x="198" y="417"/>
                  </a:cubicBezTo>
                  <a:cubicBezTo>
                    <a:pt x="171" y="417"/>
                    <a:pt x="142" y="416"/>
                    <a:pt x="112" y="412"/>
                  </a:cubicBezTo>
                  <a:cubicBezTo>
                    <a:pt x="107" y="411"/>
                    <a:pt x="103" y="411"/>
                    <a:pt x="98" y="411"/>
                  </a:cubicBezTo>
                  <a:cubicBezTo>
                    <a:pt x="12" y="411"/>
                    <a:pt x="0" y="548"/>
                    <a:pt x="97" y="554"/>
                  </a:cubicBezTo>
                  <a:cubicBezTo>
                    <a:pt x="128" y="557"/>
                    <a:pt x="162" y="560"/>
                    <a:pt x="196" y="560"/>
                  </a:cubicBezTo>
                  <a:cubicBezTo>
                    <a:pt x="695" y="560"/>
                    <a:pt x="769" y="88"/>
                    <a:pt x="769" y="82"/>
                  </a:cubicBezTo>
                  <a:cubicBezTo>
                    <a:pt x="776" y="30"/>
                    <a:pt x="736" y="1"/>
                    <a:pt x="697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2" name="Google Shape;7532;p22"/>
            <p:cNvSpPr/>
            <p:nvPr/>
          </p:nvSpPr>
          <p:spPr>
            <a:xfrm>
              <a:off x="1898625" y="2092125"/>
              <a:ext cx="18225" cy="14975"/>
            </a:xfrm>
            <a:custGeom>
              <a:rect b="b" l="l" r="r" t="t"/>
              <a:pathLst>
                <a:path extrusionOk="0" h="599" w="729">
                  <a:moveTo>
                    <a:pt x="605" y="0"/>
                  </a:moveTo>
                  <a:cubicBezTo>
                    <a:pt x="43" y="0"/>
                    <a:pt x="3" y="519"/>
                    <a:pt x="3" y="525"/>
                  </a:cubicBezTo>
                  <a:cubicBezTo>
                    <a:pt x="0" y="565"/>
                    <a:pt x="31" y="599"/>
                    <a:pt x="68" y="599"/>
                  </a:cubicBezTo>
                  <a:lnTo>
                    <a:pt x="74" y="599"/>
                  </a:lnTo>
                  <a:cubicBezTo>
                    <a:pt x="111" y="599"/>
                    <a:pt x="142" y="571"/>
                    <a:pt x="145" y="534"/>
                  </a:cubicBezTo>
                  <a:cubicBezTo>
                    <a:pt x="145" y="516"/>
                    <a:pt x="180" y="142"/>
                    <a:pt x="602" y="142"/>
                  </a:cubicBezTo>
                  <a:cubicBezTo>
                    <a:pt x="612" y="142"/>
                    <a:pt x="622" y="142"/>
                    <a:pt x="632" y="142"/>
                  </a:cubicBezTo>
                  <a:lnTo>
                    <a:pt x="636" y="142"/>
                  </a:lnTo>
                  <a:cubicBezTo>
                    <a:pt x="725" y="139"/>
                    <a:pt x="728" y="10"/>
                    <a:pt x="63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3" name="Google Shape;7533;p22"/>
            <p:cNvSpPr/>
            <p:nvPr/>
          </p:nvSpPr>
          <p:spPr>
            <a:xfrm>
              <a:off x="1928000" y="2073825"/>
              <a:ext cx="21075" cy="11075"/>
            </a:xfrm>
            <a:custGeom>
              <a:rect b="b" l="l" r="r" t="t"/>
              <a:pathLst>
                <a:path extrusionOk="0" h="443" w="843">
                  <a:moveTo>
                    <a:pt x="524" y="1"/>
                  </a:moveTo>
                  <a:cubicBezTo>
                    <a:pt x="162" y="1"/>
                    <a:pt x="16" y="339"/>
                    <a:pt x="16" y="344"/>
                  </a:cubicBezTo>
                  <a:cubicBezTo>
                    <a:pt x="0" y="381"/>
                    <a:pt x="19" y="421"/>
                    <a:pt x="56" y="436"/>
                  </a:cubicBezTo>
                  <a:cubicBezTo>
                    <a:pt x="65" y="439"/>
                    <a:pt x="74" y="439"/>
                    <a:pt x="84" y="443"/>
                  </a:cubicBezTo>
                  <a:cubicBezTo>
                    <a:pt x="111" y="443"/>
                    <a:pt x="136" y="424"/>
                    <a:pt x="148" y="396"/>
                  </a:cubicBezTo>
                  <a:cubicBezTo>
                    <a:pt x="161" y="366"/>
                    <a:pt x="265" y="141"/>
                    <a:pt x="527" y="141"/>
                  </a:cubicBezTo>
                  <a:cubicBezTo>
                    <a:pt x="588" y="141"/>
                    <a:pt x="658" y="154"/>
                    <a:pt x="737" y="183"/>
                  </a:cubicBezTo>
                  <a:cubicBezTo>
                    <a:pt x="746" y="187"/>
                    <a:pt x="755" y="189"/>
                    <a:pt x="764" y="189"/>
                  </a:cubicBezTo>
                  <a:cubicBezTo>
                    <a:pt x="792" y="189"/>
                    <a:pt x="818" y="171"/>
                    <a:pt x="830" y="143"/>
                  </a:cubicBezTo>
                  <a:cubicBezTo>
                    <a:pt x="842" y="106"/>
                    <a:pt x="824" y="66"/>
                    <a:pt x="787" y="54"/>
                  </a:cubicBezTo>
                  <a:cubicBezTo>
                    <a:pt x="689" y="16"/>
                    <a:pt x="602" y="1"/>
                    <a:pt x="52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4" name="Google Shape;7534;p22"/>
            <p:cNvSpPr/>
            <p:nvPr/>
          </p:nvSpPr>
          <p:spPr>
            <a:xfrm>
              <a:off x="1921600" y="2094750"/>
              <a:ext cx="18150" cy="15125"/>
            </a:xfrm>
            <a:custGeom>
              <a:rect b="b" l="l" r="r" t="t"/>
              <a:pathLst>
                <a:path extrusionOk="0" h="605" w="726">
                  <a:moveTo>
                    <a:pt x="617" y="0"/>
                  </a:moveTo>
                  <a:cubicBezTo>
                    <a:pt x="40" y="0"/>
                    <a:pt x="3" y="525"/>
                    <a:pt x="3" y="531"/>
                  </a:cubicBezTo>
                  <a:cubicBezTo>
                    <a:pt x="0" y="568"/>
                    <a:pt x="31" y="602"/>
                    <a:pt x="68" y="605"/>
                  </a:cubicBezTo>
                  <a:lnTo>
                    <a:pt x="71" y="605"/>
                  </a:lnTo>
                  <a:cubicBezTo>
                    <a:pt x="111" y="605"/>
                    <a:pt x="142" y="577"/>
                    <a:pt x="145" y="537"/>
                  </a:cubicBezTo>
                  <a:cubicBezTo>
                    <a:pt x="148" y="497"/>
                    <a:pt x="182" y="142"/>
                    <a:pt x="611" y="142"/>
                  </a:cubicBezTo>
                  <a:lnTo>
                    <a:pt x="633" y="142"/>
                  </a:lnTo>
                  <a:cubicBezTo>
                    <a:pt x="725" y="142"/>
                    <a:pt x="725" y="0"/>
                    <a:pt x="633" y="0"/>
                  </a:cubicBezTo>
                  <a:cubicBezTo>
                    <a:pt x="627" y="0"/>
                    <a:pt x="622" y="0"/>
                    <a:pt x="617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5" name="Google Shape;7535;p22"/>
            <p:cNvSpPr/>
            <p:nvPr/>
          </p:nvSpPr>
          <p:spPr>
            <a:xfrm>
              <a:off x="1898925" y="2111700"/>
              <a:ext cx="17375" cy="17625"/>
            </a:xfrm>
            <a:custGeom>
              <a:rect b="b" l="l" r="r" t="t"/>
              <a:pathLst>
                <a:path extrusionOk="0" h="705" w="695">
                  <a:moveTo>
                    <a:pt x="595" y="0"/>
                  </a:moveTo>
                  <a:cubicBezTo>
                    <a:pt x="593" y="0"/>
                    <a:pt x="590" y="1"/>
                    <a:pt x="586" y="1"/>
                  </a:cubicBezTo>
                  <a:cubicBezTo>
                    <a:pt x="0" y="106"/>
                    <a:pt x="74" y="639"/>
                    <a:pt x="74" y="645"/>
                  </a:cubicBezTo>
                  <a:cubicBezTo>
                    <a:pt x="78" y="679"/>
                    <a:pt x="108" y="704"/>
                    <a:pt x="142" y="704"/>
                  </a:cubicBezTo>
                  <a:lnTo>
                    <a:pt x="152" y="704"/>
                  </a:lnTo>
                  <a:cubicBezTo>
                    <a:pt x="192" y="698"/>
                    <a:pt x="219" y="661"/>
                    <a:pt x="213" y="624"/>
                  </a:cubicBezTo>
                  <a:cubicBezTo>
                    <a:pt x="207" y="584"/>
                    <a:pt x="170" y="217"/>
                    <a:pt x="611" y="140"/>
                  </a:cubicBezTo>
                  <a:cubicBezTo>
                    <a:pt x="695" y="122"/>
                    <a:pt x="677" y="0"/>
                    <a:pt x="595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6" name="Google Shape;7536;p22"/>
            <p:cNvSpPr/>
            <p:nvPr/>
          </p:nvSpPr>
          <p:spPr>
            <a:xfrm>
              <a:off x="1746500" y="1912175"/>
              <a:ext cx="16200" cy="19425"/>
            </a:xfrm>
            <a:custGeom>
              <a:rect b="b" l="l" r="r" t="t"/>
              <a:pathLst>
                <a:path extrusionOk="0" h="777" w="648">
                  <a:moveTo>
                    <a:pt x="101" y="1"/>
                  </a:moveTo>
                  <a:cubicBezTo>
                    <a:pt x="23" y="1"/>
                    <a:pt x="0" y="119"/>
                    <a:pt x="86" y="142"/>
                  </a:cubicBezTo>
                  <a:cubicBezTo>
                    <a:pt x="102" y="145"/>
                    <a:pt x="481" y="243"/>
                    <a:pt x="382" y="694"/>
                  </a:cubicBezTo>
                  <a:cubicBezTo>
                    <a:pt x="373" y="731"/>
                    <a:pt x="398" y="768"/>
                    <a:pt x="435" y="777"/>
                  </a:cubicBezTo>
                  <a:lnTo>
                    <a:pt x="450" y="777"/>
                  </a:lnTo>
                  <a:cubicBezTo>
                    <a:pt x="484" y="777"/>
                    <a:pt x="512" y="755"/>
                    <a:pt x="518" y="725"/>
                  </a:cubicBezTo>
                  <a:cubicBezTo>
                    <a:pt x="648" y="142"/>
                    <a:pt x="126" y="3"/>
                    <a:pt x="120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7" name="Google Shape;7537;p22"/>
            <p:cNvSpPr/>
            <p:nvPr/>
          </p:nvSpPr>
          <p:spPr>
            <a:xfrm>
              <a:off x="1743050" y="1886250"/>
              <a:ext cx="16175" cy="19450"/>
            </a:xfrm>
            <a:custGeom>
              <a:rect b="b" l="l" r="r" t="t"/>
              <a:pathLst>
                <a:path extrusionOk="0" h="778" w="647">
                  <a:moveTo>
                    <a:pt x="98" y="1"/>
                  </a:moveTo>
                  <a:cubicBezTo>
                    <a:pt x="22" y="1"/>
                    <a:pt x="0" y="119"/>
                    <a:pt x="82" y="139"/>
                  </a:cubicBezTo>
                  <a:cubicBezTo>
                    <a:pt x="101" y="145"/>
                    <a:pt x="477" y="244"/>
                    <a:pt x="378" y="691"/>
                  </a:cubicBezTo>
                  <a:cubicBezTo>
                    <a:pt x="369" y="731"/>
                    <a:pt x="394" y="768"/>
                    <a:pt x="434" y="778"/>
                  </a:cubicBezTo>
                  <a:lnTo>
                    <a:pt x="449" y="778"/>
                  </a:lnTo>
                  <a:cubicBezTo>
                    <a:pt x="480" y="778"/>
                    <a:pt x="508" y="756"/>
                    <a:pt x="517" y="722"/>
                  </a:cubicBezTo>
                  <a:cubicBezTo>
                    <a:pt x="647" y="142"/>
                    <a:pt x="122" y="4"/>
                    <a:pt x="119" y="4"/>
                  </a:cubicBezTo>
                  <a:cubicBezTo>
                    <a:pt x="112" y="2"/>
                    <a:pt x="105" y="1"/>
                    <a:pt x="98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8" name="Google Shape;7538;p22"/>
            <p:cNvSpPr/>
            <p:nvPr/>
          </p:nvSpPr>
          <p:spPr>
            <a:xfrm>
              <a:off x="1724250" y="1886300"/>
              <a:ext cx="16100" cy="19400"/>
            </a:xfrm>
            <a:custGeom>
              <a:rect b="b" l="l" r="r" t="t"/>
              <a:pathLst>
                <a:path extrusionOk="0" h="776" w="644">
                  <a:moveTo>
                    <a:pt x="101" y="0"/>
                  </a:moveTo>
                  <a:cubicBezTo>
                    <a:pt x="26" y="0"/>
                    <a:pt x="0" y="114"/>
                    <a:pt x="82" y="137"/>
                  </a:cubicBezTo>
                  <a:cubicBezTo>
                    <a:pt x="122" y="150"/>
                    <a:pt x="473" y="254"/>
                    <a:pt x="375" y="689"/>
                  </a:cubicBezTo>
                  <a:cubicBezTo>
                    <a:pt x="369" y="729"/>
                    <a:pt x="390" y="766"/>
                    <a:pt x="430" y="776"/>
                  </a:cubicBezTo>
                  <a:lnTo>
                    <a:pt x="446" y="776"/>
                  </a:lnTo>
                  <a:cubicBezTo>
                    <a:pt x="477" y="776"/>
                    <a:pt x="507" y="754"/>
                    <a:pt x="514" y="720"/>
                  </a:cubicBezTo>
                  <a:cubicBezTo>
                    <a:pt x="643" y="140"/>
                    <a:pt x="122" y="2"/>
                    <a:pt x="116" y="2"/>
                  </a:cubicBezTo>
                  <a:cubicBezTo>
                    <a:pt x="111" y="1"/>
                    <a:pt x="106" y="0"/>
                    <a:pt x="10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9" name="Google Shape;7539;p22"/>
            <p:cNvSpPr/>
            <p:nvPr/>
          </p:nvSpPr>
          <p:spPr>
            <a:xfrm>
              <a:off x="1777075" y="1963475"/>
              <a:ext cx="15775" cy="20425"/>
            </a:xfrm>
            <a:custGeom>
              <a:rect b="b" l="l" r="r" t="t"/>
              <a:pathLst>
                <a:path extrusionOk="0" h="817" w="631">
                  <a:moveTo>
                    <a:pt x="100" y="1"/>
                  </a:moveTo>
                  <a:cubicBezTo>
                    <a:pt x="30" y="1"/>
                    <a:pt x="0" y="104"/>
                    <a:pt x="72" y="138"/>
                  </a:cubicBezTo>
                  <a:cubicBezTo>
                    <a:pt x="88" y="144"/>
                    <a:pt x="452" y="289"/>
                    <a:pt x="297" y="721"/>
                  </a:cubicBezTo>
                  <a:cubicBezTo>
                    <a:pt x="285" y="758"/>
                    <a:pt x="304" y="798"/>
                    <a:pt x="341" y="813"/>
                  </a:cubicBezTo>
                  <a:cubicBezTo>
                    <a:pt x="350" y="813"/>
                    <a:pt x="356" y="816"/>
                    <a:pt x="365" y="816"/>
                  </a:cubicBezTo>
                  <a:cubicBezTo>
                    <a:pt x="396" y="816"/>
                    <a:pt x="421" y="798"/>
                    <a:pt x="433" y="770"/>
                  </a:cubicBezTo>
                  <a:cubicBezTo>
                    <a:pt x="630" y="209"/>
                    <a:pt x="128" y="5"/>
                    <a:pt x="125" y="5"/>
                  </a:cubicBezTo>
                  <a:cubicBezTo>
                    <a:pt x="116" y="2"/>
                    <a:pt x="108" y="1"/>
                    <a:pt x="10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0" name="Google Shape;7540;p22"/>
            <p:cNvSpPr/>
            <p:nvPr/>
          </p:nvSpPr>
          <p:spPr>
            <a:xfrm>
              <a:off x="2148200" y="1704125"/>
              <a:ext cx="26325" cy="25475"/>
            </a:xfrm>
            <a:custGeom>
              <a:rect b="b" l="l" r="r" t="t"/>
              <a:pathLst>
                <a:path extrusionOk="0" h="1019" w="1053">
                  <a:moveTo>
                    <a:pt x="485" y="0"/>
                  </a:moveTo>
                  <a:cubicBezTo>
                    <a:pt x="461" y="0"/>
                    <a:pt x="437" y="13"/>
                    <a:pt x="424" y="44"/>
                  </a:cubicBezTo>
                  <a:cubicBezTo>
                    <a:pt x="1" y="842"/>
                    <a:pt x="44" y="938"/>
                    <a:pt x="56" y="969"/>
                  </a:cubicBezTo>
                  <a:cubicBezTo>
                    <a:pt x="69" y="990"/>
                    <a:pt x="90" y="1009"/>
                    <a:pt x="115" y="1015"/>
                  </a:cubicBezTo>
                  <a:cubicBezTo>
                    <a:pt x="121" y="1018"/>
                    <a:pt x="127" y="1018"/>
                    <a:pt x="134" y="1018"/>
                  </a:cubicBezTo>
                  <a:cubicBezTo>
                    <a:pt x="189" y="1018"/>
                    <a:pt x="346" y="960"/>
                    <a:pt x="1003" y="389"/>
                  </a:cubicBezTo>
                  <a:cubicBezTo>
                    <a:pt x="1053" y="337"/>
                    <a:pt x="1008" y="266"/>
                    <a:pt x="953" y="266"/>
                  </a:cubicBezTo>
                  <a:cubicBezTo>
                    <a:pt x="939" y="266"/>
                    <a:pt x="925" y="270"/>
                    <a:pt x="911" y="281"/>
                  </a:cubicBezTo>
                  <a:cubicBezTo>
                    <a:pt x="655" y="503"/>
                    <a:pt x="356" y="744"/>
                    <a:pt x="208" y="839"/>
                  </a:cubicBezTo>
                  <a:cubicBezTo>
                    <a:pt x="260" y="688"/>
                    <a:pt x="408" y="374"/>
                    <a:pt x="547" y="108"/>
                  </a:cubicBezTo>
                  <a:cubicBezTo>
                    <a:pt x="582" y="51"/>
                    <a:pt x="533" y="0"/>
                    <a:pt x="48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1" name="Google Shape;7541;p22"/>
            <p:cNvSpPr/>
            <p:nvPr/>
          </p:nvSpPr>
          <p:spPr>
            <a:xfrm>
              <a:off x="2009575" y="1623575"/>
              <a:ext cx="17300" cy="15650"/>
            </a:xfrm>
            <a:custGeom>
              <a:rect b="b" l="l" r="r" t="t"/>
              <a:pathLst>
                <a:path extrusionOk="0" h="626" w="692">
                  <a:moveTo>
                    <a:pt x="277" y="1"/>
                  </a:moveTo>
                  <a:cubicBezTo>
                    <a:pt x="256" y="1"/>
                    <a:pt x="235" y="10"/>
                    <a:pt x="219" y="33"/>
                  </a:cubicBezTo>
                  <a:cubicBezTo>
                    <a:pt x="170" y="126"/>
                    <a:pt x="0" y="434"/>
                    <a:pt x="0" y="539"/>
                  </a:cubicBezTo>
                  <a:cubicBezTo>
                    <a:pt x="0" y="573"/>
                    <a:pt x="19" y="601"/>
                    <a:pt x="47" y="616"/>
                  </a:cubicBezTo>
                  <a:cubicBezTo>
                    <a:pt x="56" y="622"/>
                    <a:pt x="68" y="625"/>
                    <a:pt x="78" y="625"/>
                  </a:cubicBezTo>
                  <a:cubicBezTo>
                    <a:pt x="130" y="625"/>
                    <a:pt x="250" y="564"/>
                    <a:pt x="660" y="166"/>
                  </a:cubicBezTo>
                  <a:cubicBezTo>
                    <a:pt x="688" y="141"/>
                    <a:pt x="691" y="95"/>
                    <a:pt x="664" y="67"/>
                  </a:cubicBezTo>
                  <a:cubicBezTo>
                    <a:pt x="649" y="53"/>
                    <a:pt x="630" y="46"/>
                    <a:pt x="611" y="46"/>
                  </a:cubicBezTo>
                  <a:cubicBezTo>
                    <a:pt x="593" y="46"/>
                    <a:pt x="575" y="52"/>
                    <a:pt x="562" y="64"/>
                  </a:cubicBezTo>
                  <a:cubicBezTo>
                    <a:pt x="438" y="184"/>
                    <a:pt x="297" y="311"/>
                    <a:pt x="195" y="394"/>
                  </a:cubicBezTo>
                  <a:cubicBezTo>
                    <a:pt x="235" y="308"/>
                    <a:pt x="290" y="200"/>
                    <a:pt x="343" y="104"/>
                  </a:cubicBezTo>
                  <a:cubicBezTo>
                    <a:pt x="370" y="49"/>
                    <a:pt x="325" y="1"/>
                    <a:pt x="27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2" name="Google Shape;7542;p22"/>
            <p:cNvSpPr/>
            <p:nvPr/>
          </p:nvSpPr>
          <p:spPr>
            <a:xfrm>
              <a:off x="2031175" y="1667800"/>
              <a:ext cx="14275" cy="12900"/>
            </a:xfrm>
            <a:custGeom>
              <a:rect b="b" l="l" r="r" t="t"/>
              <a:pathLst>
                <a:path extrusionOk="0" h="516" w="571">
                  <a:moveTo>
                    <a:pt x="478" y="1"/>
                  </a:moveTo>
                  <a:cubicBezTo>
                    <a:pt x="342" y="1"/>
                    <a:pt x="74" y="90"/>
                    <a:pt x="9" y="432"/>
                  </a:cubicBezTo>
                  <a:cubicBezTo>
                    <a:pt x="0" y="473"/>
                    <a:pt x="28" y="510"/>
                    <a:pt x="65" y="516"/>
                  </a:cubicBezTo>
                  <a:lnTo>
                    <a:pt x="77" y="516"/>
                  </a:lnTo>
                  <a:cubicBezTo>
                    <a:pt x="111" y="516"/>
                    <a:pt x="139" y="491"/>
                    <a:pt x="148" y="460"/>
                  </a:cubicBezTo>
                  <a:cubicBezTo>
                    <a:pt x="207" y="149"/>
                    <a:pt x="466" y="139"/>
                    <a:pt x="478" y="139"/>
                  </a:cubicBezTo>
                  <a:cubicBezTo>
                    <a:pt x="571" y="139"/>
                    <a:pt x="571" y="1"/>
                    <a:pt x="478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3" name="Google Shape;7543;p22"/>
            <p:cNvSpPr/>
            <p:nvPr/>
          </p:nvSpPr>
          <p:spPr>
            <a:xfrm>
              <a:off x="2036475" y="1681925"/>
              <a:ext cx="14150" cy="12900"/>
            </a:xfrm>
            <a:custGeom>
              <a:rect b="b" l="l" r="r" t="t"/>
              <a:pathLst>
                <a:path extrusionOk="0" h="516" w="566">
                  <a:moveTo>
                    <a:pt x="479" y="0"/>
                  </a:moveTo>
                  <a:cubicBezTo>
                    <a:pt x="343" y="0"/>
                    <a:pt x="72" y="90"/>
                    <a:pt x="7" y="435"/>
                  </a:cubicBezTo>
                  <a:cubicBezTo>
                    <a:pt x="1" y="472"/>
                    <a:pt x="26" y="509"/>
                    <a:pt x="66" y="515"/>
                  </a:cubicBezTo>
                  <a:lnTo>
                    <a:pt x="78" y="515"/>
                  </a:lnTo>
                  <a:cubicBezTo>
                    <a:pt x="112" y="515"/>
                    <a:pt x="140" y="494"/>
                    <a:pt x="146" y="460"/>
                  </a:cubicBezTo>
                  <a:cubicBezTo>
                    <a:pt x="204" y="148"/>
                    <a:pt x="467" y="142"/>
                    <a:pt x="479" y="142"/>
                  </a:cubicBezTo>
                  <a:cubicBezTo>
                    <a:pt x="565" y="136"/>
                    <a:pt x="565" y="6"/>
                    <a:pt x="47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4" name="Google Shape;7544;p22"/>
            <p:cNvSpPr/>
            <p:nvPr/>
          </p:nvSpPr>
          <p:spPr>
            <a:xfrm>
              <a:off x="2056525" y="1680675"/>
              <a:ext cx="14400" cy="12975"/>
            </a:xfrm>
            <a:custGeom>
              <a:rect b="b" l="l" r="r" t="t"/>
              <a:pathLst>
                <a:path extrusionOk="0" h="519" w="576">
                  <a:moveTo>
                    <a:pt x="482" y="1"/>
                  </a:moveTo>
                  <a:cubicBezTo>
                    <a:pt x="480" y="1"/>
                    <a:pt x="478" y="1"/>
                    <a:pt x="476" y="1"/>
                  </a:cubicBezTo>
                  <a:cubicBezTo>
                    <a:pt x="343" y="1"/>
                    <a:pt x="72" y="93"/>
                    <a:pt x="7" y="436"/>
                  </a:cubicBezTo>
                  <a:cubicBezTo>
                    <a:pt x="1" y="476"/>
                    <a:pt x="25" y="513"/>
                    <a:pt x="62" y="519"/>
                  </a:cubicBezTo>
                  <a:lnTo>
                    <a:pt x="78" y="519"/>
                  </a:lnTo>
                  <a:cubicBezTo>
                    <a:pt x="109" y="519"/>
                    <a:pt x="140" y="494"/>
                    <a:pt x="146" y="463"/>
                  </a:cubicBezTo>
                  <a:cubicBezTo>
                    <a:pt x="204" y="152"/>
                    <a:pt x="466" y="143"/>
                    <a:pt x="476" y="143"/>
                  </a:cubicBezTo>
                  <a:cubicBezTo>
                    <a:pt x="479" y="143"/>
                    <a:pt x="481" y="143"/>
                    <a:pt x="484" y="143"/>
                  </a:cubicBezTo>
                  <a:cubicBezTo>
                    <a:pt x="576" y="143"/>
                    <a:pt x="575" y="1"/>
                    <a:pt x="48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5" name="Google Shape;7545;p22"/>
            <p:cNvSpPr/>
            <p:nvPr/>
          </p:nvSpPr>
          <p:spPr>
            <a:xfrm>
              <a:off x="2037650" y="1698425"/>
              <a:ext cx="14125" cy="12900"/>
            </a:xfrm>
            <a:custGeom>
              <a:rect b="b" l="l" r="r" t="t"/>
              <a:pathLst>
                <a:path extrusionOk="0" h="516" w="565">
                  <a:moveTo>
                    <a:pt x="478" y="0"/>
                  </a:moveTo>
                  <a:cubicBezTo>
                    <a:pt x="342" y="0"/>
                    <a:pt x="74" y="90"/>
                    <a:pt x="9" y="435"/>
                  </a:cubicBezTo>
                  <a:cubicBezTo>
                    <a:pt x="0" y="472"/>
                    <a:pt x="28" y="509"/>
                    <a:pt x="65" y="515"/>
                  </a:cubicBezTo>
                  <a:lnTo>
                    <a:pt x="77" y="515"/>
                  </a:lnTo>
                  <a:cubicBezTo>
                    <a:pt x="111" y="515"/>
                    <a:pt x="139" y="491"/>
                    <a:pt x="148" y="460"/>
                  </a:cubicBezTo>
                  <a:cubicBezTo>
                    <a:pt x="207" y="148"/>
                    <a:pt x="466" y="142"/>
                    <a:pt x="478" y="142"/>
                  </a:cubicBezTo>
                  <a:cubicBezTo>
                    <a:pt x="565" y="133"/>
                    <a:pt x="565" y="6"/>
                    <a:pt x="478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6" name="Google Shape;7546;p22"/>
            <p:cNvSpPr/>
            <p:nvPr/>
          </p:nvSpPr>
          <p:spPr>
            <a:xfrm>
              <a:off x="2057075" y="1693625"/>
              <a:ext cx="14475" cy="13000"/>
            </a:xfrm>
            <a:custGeom>
              <a:rect b="b" l="l" r="r" t="t"/>
              <a:pathLst>
                <a:path extrusionOk="0" h="520" w="579">
                  <a:moveTo>
                    <a:pt x="484" y="1"/>
                  </a:moveTo>
                  <a:cubicBezTo>
                    <a:pt x="482" y="1"/>
                    <a:pt x="480" y="1"/>
                    <a:pt x="478" y="1"/>
                  </a:cubicBezTo>
                  <a:cubicBezTo>
                    <a:pt x="346" y="1"/>
                    <a:pt x="74" y="93"/>
                    <a:pt x="10" y="436"/>
                  </a:cubicBezTo>
                  <a:cubicBezTo>
                    <a:pt x="0" y="476"/>
                    <a:pt x="28" y="513"/>
                    <a:pt x="65" y="519"/>
                  </a:cubicBezTo>
                  <a:lnTo>
                    <a:pt x="77" y="519"/>
                  </a:lnTo>
                  <a:cubicBezTo>
                    <a:pt x="111" y="519"/>
                    <a:pt x="139" y="494"/>
                    <a:pt x="148" y="464"/>
                  </a:cubicBezTo>
                  <a:cubicBezTo>
                    <a:pt x="207" y="152"/>
                    <a:pt x="466" y="143"/>
                    <a:pt x="478" y="143"/>
                  </a:cubicBezTo>
                  <a:cubicBezTo>
                    <a:pt x="481" y="143"/>
                    <a:pt x="484" y="143"/>
                    <a:pt x="487" y="143"/>
                  </a:cubicBezTo>
                  <a:cubicBezTo>
                    <a:pt x="578" y="143"/>
                    <a:pt x="577" y="1"/>
                    <a:pt x="48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7" name="Google Shape;7547;p22"/>
            <p:cNvSpPr/>
            <p:nvPr/>
          </p:nvSpPr>
          <p:spPr>
            <a:xfrm>
              <a:off x="2185750" y="1945375"/>
              <a:ext cx="11150" cy="16000"/>
            </a:xfrm>
            <a:custGeom>
              <a:rect b="b" l="l" r="r" t="t"/>
              <a:pathLst>
                <a:path extrusionOk="0" h="640" w="446">
                  <a:moveTo>
                    <a:pt x="101" y="0"/>
                  </a:moveTo>
                  <a:cubicBezTo>
                    <a:pt x="39" y="0"/>
                    <a:pt x="1" y="95"/>
                    <a:pt x="69" y="134"/>
                  </a:cubicBezTo>
                  <a:cubicBezTo>
                    <a:pt x="346" y="285"/>
                    <a:pt x="272" y="535"/>
                    <a:pt x="269" y="547"/>
                  </a:cubicBezTo>
                  <a:cubicBezTo>
                    <a:pt x="257" y="584"/>
                    <a:pt x="276" y="624"/>
                    <a:pt x="313" y="636"/>
                  </a:cubicBezTo>
                  <a:cubicBezTo>
                    <a:pt x="322" y="640"/>
                    <a:pt x="328" y="640"/>
                    <a:pt x="337" y="640"/>
                  </a:cubicBezTo>
                  <a:cubicBezTo>
                    <a:pt x="368" y="640"/>
                    <a:pt x="393" y="621"/>
                    <a:pt x="402" y="593"/>
                  </a:cubicBezTo>
                  <a:cubicBezTo>
                    <a:pt x="445" y="464"/>
                    <a:pt x="445" y="177"/>
                    <a:pt x="137" y="10"/>
                  </a:cubicBezTo>
                  <a:cubicBezTo>
                    <a:pt x="124" y="3"/>
                    <a:pt x="112" y="0"/>
                    <a:pt x="10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8" name="Google Shape;7548;p22"/>
            <p:cNvSpPr/>
            <p:nvPr/>
          </p:nvSpPr>
          <p:spPr>
            <a:xfrm>
              <a:off x="2177900" y="1960275"/>
              <a:ext cx="10200" cy="16900"/>
            </a:xfrm>
            <a:custGeom>
              <a:rect b="b" l="l" r="r" t="t"/>
              <a:pathLst>
                <a:path extrusionOk="0" h="676" w="408">
                  <a:moveTo>
                    <a:pt x="100" y="1"/>
                  </a:moveTo>
                  <a:cubicBezTo>
                    <a:pt x="46" y="1"/>
                    <a:pt x="1" y="71"/>
                    <a:pt x="50" y="121"/>
                  </a:cubicBezTo>
                  <a:cubicBezTo>
                    <a:pt x="287" y="330"/>
                    <a:pt x="164" y="559"/>
                    <a:pt x="158" y="571"/>
                  </a:cubicBezTo>
                  <a:cubicBezTo>
                    <a:pt x="136" y="602"/>
                    <a:pt x="148" y="645"/>
                    <a:pt x="182" y="667"/>
                  </a:cubicBezTo>
                  <a:cubicBezTo>
                    <a:pt x="192" y="673"/>
                    <a:pt x="204" y="676"/>
                    <a:pt x="216" y="676"/>
                  </a:cubicBezTo>
                  <a:cubicBezTo>
                    <a:pt x="241" y="676"/>
                    <a:pt x="266" y="663"/>
                    <a:pt x="278" y="642"/>
                  </a:cubicBezTo>
                  <a:cubicBezTo>
                    <a:pt x="346" y="525"/>
                    <a:pt x="408" y="247"/>
                    <a:pt x="142" y="16"/>
                  </a:cubicBezTo>
                  <a:cubicBezTo>
                    <a:pt x="129" y="5"/>
                    <a:pt x="114" y="1"/>
                    <a:pt x="10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9" name="Google Shape;7549;p22"/>
            <p:cNvSpPr/>
            <p:nvPr/>
          </p:nvSpPr>
          <p:spPr>
            <a:xfrm>
              <a:off x="2197150" y="1970750"/>
              <a:ext cx="10375" cy="17075"/>
            </a:xfrm>
            <a:custGeom>
              <a:rect b="b" l="l" r="r" t="t"/>
              <a:pathLst>
                <a:path extrusionOk="0" h="683" w="415">
                  <a:moveTo>
                    <a:pt x="104" y="1"/>
                  </a:moveTo>
                  <a:cubicBezTo>
                    <a:pt x="47" y="1"/>
                    <a:pt x="1" y="79"/>
                    <a:pt x="57" y="127"/>
                  </a:cubicBezTo>
                  <a:cubicBezTo>
                    <a:pt x="295" y="337"/>
                    <a:pt x="168" y="565"/>
                    <a:pt x="162" y="574"/>
                  </a:cubicBezTo>
                  <a:cubicBezTo>
                    <a:pt x="143" y="608"/>
                    <a:pt x="156" y="652"/>
                    <a:pt x="190" y="670"/>
                  </a:cubicBezTo>
                  <a:cubicBezTo>
                    <a:pt x="199" y="676"/>
                    <a:pt x="211" y="682"/>
                    <a:pt x="224" y="682"/>
                  </a:cubicBezTo>
                  <a:cubicBezTo>
                    <a:pt x="248" y="682"/>
                    <a:pt x="273" y="667"/>
                    <a:pt x="285" y="645"/>
                  </a:cubicBezTo>
                  <a:cubicBezTo>
                    <a:pt x="353" y="531"/>
                    <a:pt x="415" y="251"/>
                    <a:pt x="150" y="19"/>
                  </a:cubicBezTo>
                  <a:cubicBezTo>
                    <a:pt x="135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0" name="Google Shape;7550;p22"/>
            <p:cNvSpPr/>
            <p:nvPr/>
          </p:nvSpPr>
          <p:spPr>
            <a:xfrm>
              <a:off x="2202050" y="1995025"/>
              <a:ext cx="10175" cy="16925"/>
            </a:xfrm>
            <a:custGeom>
              <a:rect b="b" l="l" r="r" t="t"/>
              <a:pathLst>
                <a:path extrusionOk="0" h="677" w="407">
                  <a:moveTo>
                    <a:pt x="100" y="0"/>
                  </a:moveTo>
                  <a:cubicBezTo>
                    <a:pt x="44" y="0"/>
                    <a:pt x="0" y="73"/>
                    <a:pt x="49" y="122"/>
                  </a:cubicBezTo>
                  <a:cubicBezTo>
                    <a:pt x="290" y="331"/>
                    <a:pt x="160" y="560"/>
                    <a:pt x="157" y="569"/>
                  </a:cubicBezTo>
                  <a:cubicBezTo>
                    <a:pt x="129" y="615"/>
                    <a:pt x="163" y="677"/>
                    <a:pt x="216" y="677"/>
                  </a:cubicBezTo>
                  <a:cubicBezTo>
                    <a:pt x="240" y="677"/>
                    <a:pt x="265" y="661"/>
                    <a:pt x="277" y="640"/>
                  </a:cubicBezTo>
                  <a:cubicBezTo>
                    <a:pt x="345" y="526"/>
                    <a:pt x="407" y="248"/>
                    <a:pt x="145" y="17"/>
                  </a:cubicBezTo>
                  <a:cubicBezTo>
                    <a:pt x="130" y="5"/>
                    <a:pt x="115" y="0"/>
                    <a:pt x="10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1" name="Google Shape;7551;p22"/>
            <p:cNvSpPr/>
            <p:nvPr/>
          </p:nvSpPr>
          <p:spPr>
            <a:xfrm>
              <a:off x="2194075" y="2007175"/>
              <a:ext cx="10450" cy="17125"/>
            </a:xfrm>
            <a:custGeom>
              <a:rect b="b" l="l" r="r" t="t"/>
              <a:pathLst>
                <a:path extrusionOk="0" h="685" w="418">
                  <a:moveTo>
                    <a:pt x="105" y="1"/>
                  </a:moveTo>
                  <a:cubicBezTo>
                    <a:pt x="48" y="1"/>
                    <a:pt x="1" y="81"/>
                    <a:pt x="63" y="129"/>
                  </a:cubicBezTo>
                  <a:cubicBezTo>
                    <a:pt x="300" y="339"/>
                    <a:pt x="174" y="567"/>
                    <a:pt x="168" y="579"/>
                  </a:cubicBezTo>
                  <a:cubicBezTo>
                    <a:pt x="149" y="610"/>
                    <a:pt x="162" y="653"/>
                    <a:pt x="192" y="675"/>
                  </a:cubicBezTo>
                  <a:cubicBezTo>
                    <a:pt x="205" y="681"/>
                    <a:pt x="217" y="684"/>
                    <a:pt x="229" y="684"/>
                  </a:cubicBezTo>
                  <a:cubicBezTo>
                    <a:pt x="254" y="684"/>
                    <a:pt x="279" y="672"/>
                    <a:pt x="291" y="650"/>
                  </a:cubicBezTo>
                  <a:cubicBezTo>
                    <a:pt x="359" y="533"/>
                    <a:pt x="418" y="256"/>
                    <a:pt x="155" y="24"/>
                  </a:cubicBezTo>
                  <a:cubicBezTo>
                    <a:pt x="139" y="7"/>
                    <a:pt x="122" y="1"/>
                    <a:pt x="105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2" name="Google Shape;7552;p22"/>
            <p:cNvSpPr/>
            <p:nvPr/>
          </p:nvSpPr>
          <p:spPr>
            <a:xfrm>
              <a:off x="2183050" y="1987875"/>
              <a:ext cx="10300" cy="17000"/>
            </a:xfrm>
            <a:custGeom>
              <a:rect b="b" l="l" r="r" t="t"/>
              <a:pathLst>
                <a:path extrusionOk="0" h="680" w="412">
                  <a:moveTo>
                    <a:pt x="102" y="0"/>
                  </a:moveTo>
                  <a:cubicBezTo>
                    <a:pt x="46" y="0"/>
                    <a:pt x="1" y="75"/>
                    <a:pt x="57" y="124"/>
                  </a:cubicBezTo>
                  <a:cubicBezTo>
                    <a:pt x="294" y="334"/>
                    <a:pt x="168" y="562"/>
                    <a:pt x="161" y="574"/>
                  </a:cubicBezTo>
                  <a:cubicBezTo>
                    <a:pt x="143" y="605"/>
                    <a:pt x="152" y="648"/>
                    <a:pt x="186" y="670"/>
                  </a:cubicBezTo>
                  <a:cubicBezTo>
                    <a:pt x="198" y="676"/>
                    <a:pt x="211" y="679"/>
                    <a:pt x="223" y="679"/>
                  </a:cubicBezTo>
                  <a:cubicBezTo>
                    <a:pt x="248" y="679"/>
                    <a:pt x="272" y="667"/>
                    <a:pt x="285" y="645"/>
                  </a:cubicBezTo>
                  <a:cubicBezTo>
                    <a:pt x="353" y="528"/>
                    <a:pt x="411" y="250"/>
                    <a:pt x="149" y="19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3" name="Google Shape;7553;p22"/>
            <p:cNvSpPr/>
            <p:nvPr/>
          </p:nvSpPr>
          <p:spPr>
            <a:xfrm>
              <a:off x="2021600" y="1687050"/>
              <a:ext cx="11275" cy="16700"/>
            </a:xfrm>
            <a:custGeom>
              <a:rect b="b" l="l" r="r" t="t"/>
              <a:pathLst>
                <a:path extrusionOk="0" h="668" w="451">
                  <a:moveTo>
                    <a:pt x="349" y="1"/>
                  </a:moveTo>
                  <a:cubicBezTo>
                    <a:pt x="337" y="1"/>
                    <a:pt x="325" y="4"/>
                    <a:pt x="312" y="11"/>
                  </a:cubicBezTo>
                  <a:cubicBezTo>
                    <a:pt x="195" y="76"/>
                    <a:pt x="1" y="285"/>
                    <a:pt x="112" y="619"/>
                  </a:cubicBezTo>
                  <a:cubicBezTo>
                    <a:pt x="121" y="646"/>
                    <a:pt x="149" y="668"/>
                    <a:pt x="179" y="668"/>
                  </a:cubicBezTo>
                  <a:cubicBezTo>
                    <a:pt x="186" y="668"/>
                    <a:pt x="192" y="665"/>
                    <a:pt x="201" y="662"/>
                  </a:cubicBezTo>
                  <a:cubicBezTo>
                    <a:pt x="238" y="649"/>
                    <a:pt x="257" y="609"/>
                    <a:pt x="244" y="572"/>
                  </a:cubicBezTo>
                  <a:cubicBezTo>
                    <a:pt x="146" y="273"/>
                    <a:pt x="371" y="141"/>
                    <a:pt x="380" y="134"/>
                  </a:cubicBezTo>
                  <a:cubicBezTo>
                    <a:pt x="450" y="95"/>
                    <a:pt x="413" y="1"/>
                    <a:pt x="34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54" name="Google Shape;7554;p22"/>
          <p:cNvGrpSpPr/>
          <p:nvPr/>
        </p:nvGrpSpPr>
        <p:grpSpPr>
          <a:xfrm>
            <a:off x="7317097" y="3815343"/>
            <a:ext cx="1540941" cy="1136465"/>
            <a:chOff x="7274582" y="218313"/>
            <a:chExt cx="1403023" cy="1214692"/>
          </a:xfrm>
        </p:grpSpPr>
        <p:sp>
          <p:nvSpPr>
            <p:cNvPr id="7555" name="Google Shape;7555;p22"/>
            <p:cNvSpPr/>
            <p:nvPr/>
          </p:nvSpPr>
          <p:spPr>
            <a:xfrm flipH="1">
              <a:off x="7274582" y="218313"/>
              <a:ext cx="1403023" cy="1214692"/>
            </a:xfrm>
            <a:custGeom>
              <a:rect b="b" l="l" r="r" t="t"/>
              <a:pathLst>
                <a:path extrusionOk="0" h="29985" w="34634">
                  <a:moveTo>
                    <a:pt x="7900" y="1"/>
                  </a:moveTo>
                  <a:cubicBezTo>
                    <a:pt x="7088" y="1"/>
                    <a:pt x="6197" y="244"/>
                    <a:pt x="5185" y="856"/>
                  </a:cubicBezTo>
                  <a:cubicBezTo>
                    <a:pt x="0" y="3990"/>
                    <a:pt x="2893" y="8814"/>
                    <a:pt x="3976" y="10300"/>
                  </a:cubicBezTo>
                  <a:cubicBezTo>
                    <a:pt x="2458" y="12657"/>
                    <a:pt x="1894" y="15115"/>
                    <a:pt x="1894" y="15115"/>
                  </a:cubicBezTo>
                  <a:cubicBezTo>
                    <a:pt x="225" y="23399"/>
                    <a:pt x="8821" y="21151"/>
                    <a:pt x="13633" y="25361"/>
                  </a:cubicBezTo>
                  <a:cubicBezTo>
                    <a:pt x="17552" y="28790"/>
                    <a:pt x="24664" y="29985"/>
                    <a:pt x="27620" y="29985"/>
                  </a:cubicBezTo>
                  <a:cubicBezTo>
                    <a:pt x="28293" y="29985"/>
                    <a:pt x="28751" y="29923"/>
                    <a:pt x="28906" y="29811"/>
                  </a:cubicBezTo>
                  <a:cubicBezTo>
                    <a:pt x="29748" y="29210"/>
                    <a:pt x="24098" y="25722"/>
                    <a:pt x="23256" y="24762"/>
                  </a:cubicBezTo>
                  <a:cubicBezTo>
                    <a:pt x="22414" y="23800"/>
                    <a:pt x="23977" y="23078"/>
                    <a:pt x="24459" y="22958"/>
                  </a:cubicBezTo>
                  <a:cubicBezTo>
                    <a:pt x="24467" y="22956"/>
                    <a:pt x="24476" y="22955"/>
                    <a:pt x="24487" y="22955"/>
                  </a:cubicBezTo>
                  <a:cubicBezTo>
                    <a:pt x="25059" y="22955"/>
                    <a:pt x="29422" y="25700"/>
                    <a:pt x="31825" y="25700"/>
                  </a:cubicBezTo>
                  <a:cubicBezTo>
                    <a:pt x="32079" y="25700"/>
                    <a:pt x="32311" y="25669"/>
                    <a:pt x="32515" y="25601"/>
                  </a:cubicBezTo>
                  <a:cubicBezTo>
                    <a:pt x="34634" y="24898"/>
                    <a:pt x="30535" y="23387"/>
                    <a:pt x="26075" y="19828"/>
                  </a:cubicBezTo>
                  <a:cubicBezTo>
                    <a:pt x="26707" y="18171"/>
                    <a:pt x="26929" y="16225"/>
                    <a:pt x="26972" y="14640"/>
                  </a:cubicBezTo>
                  <a:lnTo>
                    <a:pt x="28308" y="14004"/>
                  </a:lnTo>
                  <a:lnTo>
                    <a:pt x="28314" y="14001"/>
                  </a:lnTo>
                  <a:cubicBezTo>
                    <a:pt x="28389" y="13965"/>
                    <a:pt x="28351" y="13866"/>
                    <a:pt x="28288" y="13866"/>
                  </a:cubicBezTo>
                  <a:cubicBezTo>
                    <a:pt x="28276" y="13866"/>
                    <a:pt x="28263" y="13869"/>
                    <a:pt x="28249" y="13878"/>
                  </a:cubicBezTo>
                  <a:lnTo>
                    <a:pt x="26975" y="14482"/>
                  </a:lnTo>
                  <a:cubicBezTo>
                    <a:pt x="26985" y="14038"/>
                    <a:pt x="26978" y="13628"/>
                    <a:pt x="26966" y="13261"/>
                  </a:cubicBezTo>
                  <a:lnTo>
                    <a:pt x="27719" y="12481"/>
                  </a:lnTo>
                  <a:cubicBezTo>
                    <a:pt x="27768" y="12429"/>
                    <a:pt x="27721" y="12359"/>
                    <a:pt x="27666" y="12359"/>
                  </a:cubicBezTo>
                  <a:cubicBezTo>
                    <a:pt x="27650" y="12359"/>
                    <a:pt x="27632" y="12366"/>
                    <a:pt x="27617" y="12382"/>
                  </a:cubicBezTo>
                  <a:lnTo>
                    <a:pt x="26957" y="13067"/>
                  </a:lnTo>
                  <a:cubicBezTo>
                    <a:pt x="26926" y="12444"/>
                    <a:pt x="26870" y="11975"/>
                    <a:pt x="26821" y="11744"/>
                  </a:cubicBezTo>
                  <a:cubicBezTo>
                    <a:pt x="26528" y="10433"/>
                    <a:pt x="21057" y="10180"/>
                    <a:pt x="21057" y="10180"/>
                  </a:cubicBezTo>
                  <a:cubicBezTo>
                    <a:pt x="21057" y="10180"/>
                    <a:pt x="20751" y="10094"/>
                    <a:pt x="20316" y="9986"/>
                  </a:cubicBezTo>
                  <a:cubicBezTo>
                    <a:pt x="19653" y="9695"/>
                    <a:pt x="18939" y="9544"/>
                    <a:pt x="18216" y="9544"/>
                  </a:cubicBezTo>
                  <a:cubicBezTo>
                    <a:pt x="18096" y="9544"/>
                    <a:pt x="17976" y="9548"/>
                    <a:pt x="17855" y="9557"/>
                  </a:cubicBezTo>
                  <a:cubicBezTo>
                    <a:pt x="16072" y="7635"/>
                    <a:pt x="13990" y="6207"/>
                    <a:pt x="11270" y="6072"/>
                  </a:cubicBezTo>
                  <a:cubicBezTo>
                    <a:pt x="11133" y="6065"/>
                    <a:pt x="10998" y="6061"/>
                    <a:pt x="10865" y="6061"/>
                  </a:cubicBezTo>
                  <a:cubicBezTo>
                    <a:pt x="8729" y="6061"/>
                    <a:pt x="7057" y="6930"/>
                    <a:pt x="5765" y="8129"/>
                  </a:cubicBezTo>
                  <a:cubicBezTo>
                    <a:pt x="3082" y="4793"/>
                    <a:pt x="4422" y="1768"/>
                    <a:pt x="6683" y="1768"/>
                  </a:cubicBezTo>
                  <a:cubicBezTo>
                    <a:pt x="6909" y="1768"/>
                    <a:pt x="7145" y="1798"/>
                    <a:pt x="7387" y="1862"/>
                  </a:cubicBezTo>
                  <a:cubicBezTo>
                    <a:pt x="11030" y="2818"/>
                    <a:pt x="13297" y="5748"/>
                    <a:pt x="15847" y="6383"/>
                  </a:cubicBezTo>
                  <a:cubicBezTo>
                    <a:pt x="16043" y="6432"/>
                    <a:pt x="16239" y="6454"/>
                    <a:pt x="16434" y="6454"/>
                  </a:cubicBezTo>
                  <a:cubicBezTo>
                    <a:pt x="18652" y="6454"/>
                    <a:pt x="20593" y="3557"/>
                    <a:pt x="17322" y="3557"/>
                  </a:cubicBezTo>
                  <a:cubicBezTo>
                    <a:pt x="17137" y="3557"/>
                    <a:pt x="16934" y="3566"/>
                    <a:pt x="16714" y="3586"/>
                  </a:cubicBezTo>
                  <a:cubicBezTo>
                    <a:pt x="16576" y="3598"/>
                    <a:pt x="16440" y="3604"/>
                    <a:pt x="16306" y="3604"/>
                  </a:cubicBezTo>
                  <a:cubicBezTo>
                    <a:pt x="13002" y="3604"/>
                    <a:pt x="11029" y="1"/>
                    <a:pt x="7900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6" name="Google Shape;7556;p22"/>
            <p:cNvSpPr/>
            <p:nvPr/>
          </p:nvSpPr>
          <p:spPr>
            <a:xfrm flipH="1">
              <a:off x="7274622" y="218313"/>
              <a:ext cx="1392859" cy="1205956"/>
            </a:xfrm>
            <a:custGeom>
              <a:rect b="b" l="l" r="r" t="t"/>
              <a:pathLst>
                <a:path extrusionOk="0" h="29984" w="34631">
                  <a:moveTo>
                    <a:pt x="7898" y="1"/>
                  </a:moveTo>
                  <a:cubicBezTo>
                    <a:pt x="7085" y="1"/>
                    <a:pt x="6194" y="244"/>
                    <a:pt x="5182" y="855"/>
                  </a:cubicBezTo>
                  <a:cubicBezTo>
                    <a:pt x="0" y="3992"/>
                    <a:pt x="2893" y="8813"/>
                    <a:pt x="3973" y="10302"/>
                  </a:cubicBezTo>
                  <a:cubicBezTo>
                    <a:pt x="2455" y="12656"/>
                    <a:pt x="1891" y="15114"/>
                    <a:pt x="1891" y="15114"/>
                  </a:cubicBezTo>
                  <a:cubicBezTo>
                    <a:pt x="222" y="23398"/>
                    <a:pt x="8818" y="21153"/>
                    <a:pt x="13630" y="25363"/>
                  </a:cubicBezTo>
                  <a:cubicBezTo>
                    <a:pt x="17549" y="28790"/>
                    <a:pt x="24661" y="29984"/>
                    <a:pt x="27618" y="29984"/>
                  </a:cubicBezTo>
                  <a:cubicBezTo>
                    <a:pt x="28292" y="29984"/>
                    <a:pt x="28750" y="29922"/>
                    <a:pt x="28906" y="29810"/>
                  </a:cubicBezTo>
                  <a:cubicBezTo>
                    <a:pt x="29748" y="29212"/>
                    <a:pt x="24095" y="25721"/>
                    <a:pt x="23253" y="24761"/>
                  </a:cubicBezTo>
                  <a:cubicBezTo>
                    <a:pt x="22411" y="23799"/>
                    <a:pt x="23974" y="23077"/>
                    <a:pt x="24456" y="22957"/>
                  </a:cubicBezTo>
                  <a:cubicBezTo>
                    <a:pt x="24464" y="22955"/>
                    <a:pt x="24473" y="22954"/>
                    <a:pt x="24484" y="22954"/>
                  </a:cubicBezTo>
                  <a:cubicBezTo>
                    <a:pt x="25059" y="22954"/>
                    <a:pt x="29422" y="25702"/>
                    <a:pt x="31823" y="25702"/>
                  </a:cubicBezTo>
                  <a:cubicBezTo>
                    <a:pt x="32077" y="25702"/>
                    <a:pt x="32309" y="25671"/>
                    <a:pt x="32512" y="25603"/>
                  </a:cubicBezTo>
                  <a:cubicBezTo>
                    <a:pt x="34631" y="24897"/>
                    <a:pt x="30532" y="23386"/>
                    <a:pt x="26072" y="19827"/>
                  </a:cubicBezTo>
                  <a:cubicBezTo>
                    <a:pt x="27256" y="16724"/>
                    <a:pt x="27006" y="12594"/>
                    <a:pt x="26818" y="11743"/>
                  </a:cubicBezTo>
                  <a:cubicBezTo>
                    <a:pt x="26525" y="10432"/>
                    <a:pt x="21054" y="10179"/>
                    <a:pt x="21054" y="10179"/>
                  </a:cubicBezTo>
                  <a:cubicBezTo>
                    <a:pt x="21054" y="10179"/>
                    <a:pt x="18910" y="9580"/>
                    <a:pt x="17918" y="9580"/>
                  </a:cubicBezTo>
                  <a:cubicBezTo>
                    <a:pt x="17903" y="9580"/>
                    <a:pt x="17888" y="9580"/>
                    <a:pt x="17874" y="9581"/>
                  </a:cubicBezTo>
                  <a:cubicBezTo>
                    <a:pt x="16088" y="7644"/>
                    <a:pt x="14000" y="6209"/>
                    <a:pt x="11267" y="6071"/>
                  </a:cubicBezTo>
                  <a:cubicBezTo>
                    <a:pt x="11134" y="6064"/>
                    <a:pt x="11002" y="6061"/>
                    <a:pt x="10872" y="6061"/>
                  </a:cubicBezTo>
                  <a:cubicBezTo>
                    <a:pt x="8733" y="6061"/>
                    <a:pt x="7056" y="6930"/>
                    <a:pt x="5762" y="8131"/>
                  </a:cubicBezTo>
                  <a:cubicBezTo>
                    <a:pt x="3079" y="4792"/>
                    <a:pt x="4419" y="1770"/>
                    <a:pt x="6679" y="1770"/>
                  </a:cubicBezTo>
                  <a:cubicBezTo>
                    <a:pt x="6906" y="1770"/>
                    <a:pt x="7142" y="1800"/>
                    <a:pt x="7384" y="1864"/>
                  </a:cubicBezTo>
                  <a:cubicBezTo>
                    <a:pt x="11027" y="2820"/>
                    <a:pt x="13297" y="5750"/>
                    <a:pt x="15844" y="6382"/>
                  </a:cubicBezTo>
                  <a:cubicBezTo>
                    <a:pt x="16040" y="6431"/>
                    <a:pt x="16236" y="6453"/>
                    <a:pt x="16431" y="6453"/>
                  </a:cubicBezTo>
                  <a:cubicBezTo>
                    <a:pt x="18650" y="6453"/>
                    <a:pt x="20591" y="3556"/>
                    <a:pt x="17316" y="3556"/>
                  </a:cubicBezTo>
                  <a:cubicBezTo>
                    <a:pt x="17131" y="3556"/>
                    <a:pt x="16930" y="3565"/>
                    <a:pt x="16711" y="3585"/>
                  </a:cubicBezTo>
                  <a:cubicBezTo>
                    <a:pt x="16573" y="3597"/>
                    <a:pt x="16437" y="3603"/>
                    <a:pt x="16303" y="3603"/>
                  </a:cubicBezTo>
                  <a:cubicBezTo>
                    <a:pt x="13001" y="3603"/>
                    <a:pt x="11029" y="1"/>
                    <a:pt x="7898" y="1"/>
                  </a:cubicBezTo>
                  <a:close/>
                </a:path>
              </a:pathLst>
            </a:custGeom>
            <a:solidFill>
              <a:srgbClr val="B6B7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7" name="Google Shape;7557;p22"/>
            <p:cNvSpPr/>
            <p:nvPr/>
          </p:nvSpPr>
          <p:spPr>
            <a:xfrm flipH="1">
              <a:off x="8077200" y="804214"/>
              <a:ext cx="114909" cy="78188"/>
            </a:xfrm>
            <a:custGeom>
              <a:rect b="b" l="l" r="r" t="t"/>
              <a:pathLst>
                <a:path extrusionOk="0" h="1944" w="2857">
                  <a:moveTo>
                    <a:pt x="343" y="1"/>
                  </a:moveTo>
                  <a:cubicBezTo>
                    <a:pt x="311" y="1"/>
                    <a:pt x="286" y="2"/>
                    <a:pt x="269" y="4"/>
                  </a:cubicBezTo>
                  <a:cubicBezTo>
                    <a:pt x="0" y="38"/>
                    <a:pt x="1262" y="1944"/>
                    <a:pt x="1262" y="1944"/>
                  </a:cubicBezTo>
                  <a:cubicBezTo>
                    <a:pt x="1262" y="1944"/>
                    <a:pt x="2856" y="504"/>
                    <a:pt x="2801" y="349"/>
                  </a:cubicBezTo>
                  <a:cubicBezTo>
                    <a:pt x="2752" y="202"/>
                    <a:pt x="810" y="1"/>
                    <a:pt x="343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8" name="Google Shape;7558;p22"/>
            <p:cNvSpPr/>
            <p:nvPr/>
          </p:nvSpPr>
          <p:spPr>
            <a:xfrm flipH="1">
              <a:off x="7609153" y="843107"/>
              <a:ext cx="359285" cy="307804"/>
            </a:xfrm>
            <a:custGeom>
              <a:rect b="b" l="l" r="r" t="t"/>
              <a:pathLst>
                <a:path extrusionOk="0" h="7653" w="8933">
                  <a:moveTo>
                    <a:pt x="3057" y="1"/>
                  </a:moveTo>
                  <a:cubicBezTo>
                    <a:pt x="2960" y="1"/>
                    <a:pt x="2859" y="4"/>
                    <a:pt x="2754" y="12"/>
                  </a:cubicBezTo>
                  <a:cubicBezTo>
                    <a:pt x="318" y="181"/>
                    <a:pt x="3007" y="3737"/>
                    <a:pt x="1502" y="4734"/>
                  </a:cubicBezTo>
                  <a:cubicBezTo>
                    <a:pt x="0" y="5730"/>
                    <a:pt x="583" y="6976"/>
                    <a:pt x="583" y="6976"/>
                  </a:cubicBezTo>
                  <a:cubicBezTo>
                    <a:pt x="529" y="7307"/>
                    <a:pt x="1466" y="7653"/>
                    <a:pt x="2701" y="7653"/>
                  </a:cubicBezTo>
                  <a:cubicBezTo>
                    <a:pt x="4073" y="7653"/>
                    <a:pt x="5814" y="7226"/>
                    <a:pt x="6971" y="5878"/>
                  </a:cubicBezTo>
                  <a:cubicBezTo>
                    <a:pt x="8932" y="3592"/>
                    <a:pt x="8531" y="1090"/>
                    <a:pt x="7158" y="1090"/>
                  </a:cubicBezTo>
                  <a:cubicBezTo>
                    <a:pt x="6992" y="1090"/>
                    <a:pt x="6811" y="1127"/>
                    <a:pt x="6619" y="1205"/>
                  </a:cubicBezTo>
                  <a:cubicBezTo>
                    <a:pt x="6457" y="1271"/>
                    <a:pt x="6313" y="1300"/>
                    <a:pt x="6181" y="1300"/>
                  </a:cubicBezTo>
                  <a:cubicBezTo>
                    <a:pt x="5292" y="1300"/>
                    <a:pt x="4925" y="1"/>
                    <a:pt x="3057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9" name="Google Shape;7559;p22"/>
            <p:cNvSpPr/>
            <p:nvPr/>
          </p:nvSpPr>
          <p:spPr>
            <a:xfrm flipH="1">
              <a:off x="7836436" y="623219"/>
              <a:ext cx="114909" cy="68173"/>
            </a:xfrm>
            <a:custGeom>
              <a:rect b="b" l="l" r="r" t="t"/>
              <a:pathLst>
                <a:path extrusionOk="0" h="1695" w="2857">
                  <a:moveTo>
                    <a:pt x="291" y="1"/>
                  </a:moveTo>
                  <a:cubicBezTo>
                    <a:pt x="1" y="1"/>
                    <a:pt x="1074" y="1694"/>
                    <a:pt x="1074" y="1694"/>
                  </a:cubicBezTo>
                  <a:cubicBezTo>
                    <a:pt x="1074" y="1694"/>
                    <a:pt x="2857" y="756"/>
                    <a:pt x="2579" y="553"/>
                  </a:cubicBezTo>
                  <a:cubicBezTo>
                    <a:pt x="2302" y="352"/>
                    <a:pt x="581" y="1"/>
                    <a:pt x="291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0" name="Google Shape;7560;p22"/>
            <p:cNvSpPr/>
            <p:nvPr/>
          </p:nvSpPr>
          <p:spPr>
            <a:xfrm flipH="1">
              <a:off x="7766933" y="911845"/>
              <a:ext cx="76619" cy="68575"/>
            </a:xfrm>
            <a:custGeom>
              <a:rect b="b" l="l" r="r" t="t"/>
              <a:pathLst>
                <a:path extrusionOk="0" h="1705" w="1905">
                  <a:moveTo>
                    <a:pt x="568" y="0"/>
                  </a:moveTo>
                  <a:cubicBezTo>
                    <a:pt x="521" y="0"/>
                    <a:pt x="475" y="48"/>
                    <a:pt x="504" y="104"/>
                  </a:cubicBezTo>
                  <a:lnTo>
                    <a:pt x="1281" y="1563"/>
                  </a:lnTo>
                  <a:cubicBezTo>
                    <a:pt x="1278" y="1563"/>
                    <a:pt x="1275" y="1563"/>
                    <a:pt x="1271" y="1563"/>
                  </a:cubicBezTo>
                  <a:cubicBezTo>
                    <a:pt x="922" y="1563"/>
                    <a:pt x="357" y="1076"/>
                    <a:pt x="152" y="869"/>
                  </a:cubicBezTo>
                  <a:cubicBezTo>
                    <a:pt x="136" y="853"/>
                    <a:pt x="118" y="846"/>
                    <a:pt x="101" y="846"/>
                  </a:cubicBezTo>
                  <a:cubicBezTo>
                    <a:pt x="47" y="846"/>
                    <a:pt x="1" y="916"/>
                    <a:pt x="50" y="967"/>
                  </a:cubicBezTo>
                  <a:cubicBezTo>
                    <a:pt x="134" y="1051"/>
                    <a:pt x="794" y="1704"/>
                    <a:pt x="1272" y="1704"/>
                  </a:cubicBezTo>
                  <a:cubicBezTo>
                    <a:pt x="1318" y="1704"/>
                    <a:pt x="1361" y="1698"/>
                    <a:pt x="1407" y="1683"/>
                  </a:cubicBezTo>
                  <a:lnTo>
                    <a:pt x="1411" y="1683"/>
                  </a:lnTo>
                  <a:cubicBezTo>
                    <a:pt x="1904" y="1513"/>
                    <a:pt x="1713" y="369"/>
                    <a:pt x="1688" y="239"/>
                  </a:cubicBezTo>
                  <a:cubicBezTo>
                    <a:pt x="1682" y="198"/>
                    <a:pt x="1652" y="180"/>
                    <a:pt x="1622" y="180"/>
                  </a:cubicBezTo>
                  <a:cubicBezTo>
                    <a:pt x="1582" y="180"/>
                    <a:pt x="1541" y="212"/>
                    <a:pt x="1549" y="264"/>
                  </a:cubicBezTo>
                  <a:cubicBezTo>
                    <a:pt x="1602" y="545"/>
                    <a:pt x="1676" y="1337"/>
                    <a:pt x="1420" y="1519"/>
                  </a:cubicBezTo>
                  <a:lnTo>
                    <a:pt x="630" y="39"/>
                  </a:lnTo>
                  <a:cubicBezTo>
                    <a:pt x="615" y="12"/>
                    <a:pt x="592" y="0"/>
                    <a:pt x="56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1" name="Google Shape;7561;p22"/>
            <p:cNvSpPr/>
            <p:nvPr/>
          </p:nvSpPr>
          <p:spPr>
            <a:xfrm flipH="1">
              <a:off x="7810491" y="892499"/>
              <a:ext cx="34670" cy="21357"/>
            </a:xfrm>
            <a:custGeom>
              <a:rect b="b" l="l" r="r" t="t"/>
              <a:pathLst>
                <a:path extrusionOk="0" h="531" w="862">
                  <a:moveTo>
                    <a:pt x="820" y="0"/>
                  </a:moveTo>
                  <a:cubicBezTo>
                    <a:pt x="356" y="0"/>
                    <a:pt x="1" y="492"/>
                    <a:pt x="1" y="492"/>
                  </a:cubicBezTo>
                  <a:cubicBezTo>
                    <a:pt x="1" y="492"/>
                    <a:pt x="409" y="530"/>
                    <a:pt x="571" y="530"/>
                  </a:cubicBezTo>
                  <a:cubicBezTo>
                    <a:pt x="599" y="530"/>
                    <a:pt x="620" y="529"/>
                    <a:pt x="630" y="526"/>
                  </a:cubicBezTo>
                  <a:cubicBezTo>
                    <a:pt x="695" y="505"/>
                    <a:pt x="861" y="2"/>
                    <a:pt x="861" y="2"/>
                  </a:cubicBezTo>
                  <a:cubicBezTo>
                    <a:pt x="848" y="1"/>
                    <a:pt x="834" y="0"/>
                    <a:pt x="820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2" name="Google Shape;7562;p22"/>
            <p:cNvSpPr/>
            <p:nvPr/>
          </p:nvSpPr>
          <p:spPr>
            <a:xfrm flipH="1">
              <a:off x="7922750" y="919206"/>
              <a:ext cx="102320" cy="28476"/>
            </a:xfrm>
            <a:custGeom>
              <a:rect b="b" l="l" r="r" t="t"/>
              <a:pathLst>
                <a:path extrusionOk="0" h="708" w="2544">
                  <a:moveTo>
                    <a:pt x="1107" y="0"/>
                  </a:moveTo>
                  <a:cubicBezTo>
                    <a:pt x="1018" y="0"/>
                    <a:pt x="931" y="9"/>
                    <a:pt x="847" y="26"/>
                  </a:cubicBezTo>
                  <a:cubicBezTo>
                    <a:pt x="511" y="93"/>
                    <a:pt x="218" y="294"/>
                    <a:pt x="33" y="581"/>
                  </a:cubicBezTo>
                  <a:cubicBezTo>
                    <a:pt x="1" y="638"/>
                    <a:pt x="49" y="689"/>
                    <a:pt x="97" y="689"/>
                  </a:cubicBezTo>
                  <a:cubicBezTo>
                    <a:pt x="119" y="689"/>
                    <a:pt x="141" y="678"/>
                    <a:pt x="156" y="652"/>
                  </a:cubicBezTo>
                  <a:cubicBezTo>
                    <a:pt x="323" y="402"/>
                    <a:pt x="582" y="226"/>
                    <a:pt x="875" y="164"/>
                  </a:cubicBezTo>
                  <a:cubicBezTo>
                    <a:pt x="950" y="149"/>
                    <a:pt x="1027" y="142"/>
                    <a:pt x="1106" y="142"/>
                  </a:cubicBezTo>
                  <a:cubicBezTo>
                    <a:pt x="1500" y="142"/>
                    <a:pt x="1939" y="327"/>
                    <a:pt x="2420" y="692"/>
                  </a:cubicBezTo>
                  <a:cubicBezTo>
                    <a:pt x="2432" y="701"/>
                    <a:pt x="2448" y="707"/>
                    <a:pt x="2463" y="707"/>
                  </a:cubicBezTo>
                  <a:cubicBezTo>
                    <a:pt x="2485" y="707"/>
                    <a:pt x="2506" y="698"/>
                    <a:pt x="2519" y="679"/>
                  </a:cubicBezTo>
                  <a:cubicBezTo>
                    <a:pt x="2543" y="649"/>
                    <a:pt x="2537" y="605"/>
                    <a:pt x="2506" y="581"/>
                  </a:cubicBezTo>
                  <a:cubicBezTo>
                    <a:pt x="2001" y="195"/>
                    <a:pt x="1531" y="0"/>
                    <a:pt x="110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3" name="Google Shape;7563;p22"/>
            <p:cNvSpPr/>
            <p:nvPr/>
          </p:nvSpPr>
          <p:spPr>
            <a:xfrm flipH="1">
              <a:off x="7728280" y="749875"/>
              <a:ext cx="49752" cy="97292"/>
            </a:xfrm>
            <a:custGeom>
              <a:rect b="b" l="l" r="r" t="t"/>
              <a:pathLst>
                <a:path extrusionOk="0" h="2419" w="1237">
                  <a:moveTo>
                    <a:pt x="1139" y="1"/>
                  </a:moveTo>
                  <a:cubicBezTo>
                    <a:pt x="1138" y="1"/>
                    <a:pt x="1137" y="1"/>
                    <a:pt x="1136" y="1"/>
                  </a:cubicBezTo>
                  <a:cubicBezTo>
                    <a:pt x="1111" y="4"/>
                    <a:pt x="519" y="63"/>
                    <a:pt x="241" y="559"/>
                  </a:cubicBezTo>
                  <a:cubicBezTo>
                    <a:pt x="1" y="991"/>
                    <a:pt x="78" y="1605"/>
                    <a:pt x="469" y="2382"/>
                  </a:cubicBezTo>
                  <a:cubicBezTo>
                    <a:pt x="481" y="2406"/>
                    <a:pt x="505" y="2418"/>
                    <a:pt x="533" y="2419"/>
                  </a:cubicBezTo>
                  <a:lnTo>
                    <a:pt x="533" y="2419"/>
                  </a:lnTo>
                  <a:cubicBezTo>
                    <a:pt x="584" y="2418"/>
                    <a:pt x="617" y="2363"/>
                    <a:pt x="596" y="2317"/>
                  </a:cubicBezTo>
                  <a:cubicBezTo>
                    <a:pt x="226" y="1586"/>
                    <a:pt x="149" y="1016"/>
                    <a:pt x="365" y="630"/>
                  </a:cubicBezTo>
                  <a:cubicBezTo>
                    <a:pt x="602" y="198"/>
                    <a:pt x="1142" y="143"/>
                    <a:pt x="1148" y="143"/>
                  </a:cubicBezTo>
                  <a:cubicBezTo>
                    <a:pt x="1236" y="131"/>
                    <a:pt x="1225" y="1"/>
                    <a:pt x="1139" y="1"/>
                  </a:cubicBezTo>
                  <a:close/>
                  <a:moveTo>
                    <a:pt x="533" y="2419"/>
                  </a:moveTo>
                  <a:cubicBezTo>
                    <a:pt x="532" y="2419"/>
                    <a:pt x="532" y="2419"/>
                    <a:pt x="531" y="2419"/>
                  </a:cubicBezTo>
                  <a:lnTo>
                    <a:pt x="534" y="2419"/>
                  </a:lnTo>
                  <a:cubicBezTo>
                    <a:pt x="534" y="2419"/>
                    <a:pt x="533" y="2419"/>
                    <a:pt x="533" y="2419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4" name="Google Shape;7564;p22"/>
            <p:cNvSpPr/>
            <p:nvPr/>
          </p:nvSpPr>
          <p:spPr>
            <a:xfrm flipH="1">
              <a:off x="7583380" y="602143"/>
              <a:ext cx="666928" cy="584678"/>
            </a:xfrm>
            <a:custGeom>
              <a:rect b="b" l="l" r="r" t="t"/>
              <a:pathLst>
                <a:path extrusionOk="0" h="14537" w="16582">
                  <a:moveTo>
                    <a:pt x="7844" y="1"/>
                  </a:moveTo>
                  <a:cubicBezTo>
                    <a:pt x="7379" y="1"/>
                    <a:pt x="7083" y="64"/>
                    <a:pt x="7076" y="65"/>
                  </a:cubicBezTo>
                  <a:cubicBezTo>
                    <a:pt x="7039" y="75"/>
                    <a:pt x="7014" y="108"/>
                    <a:pt x="7021" y="145"/>
                  </a:cubicBezTo>
                  <a:cubicBezTo>
                    <a:pt x="7212" y="1308"/>
                    <a:pt x="7391" y="2610"/>
                    <a:pt x="7357" y="2798"/>
                  </a:cubicBezTo>
                  <a:cubicBezTo>
                    <a:pt x="7119" y="2931"/>
                    <a:pt x="4664" y="4127"/>
                    <a:pt x="4470" y="4204"/>
                  </a:cubicBezTo>
                  <a:cubicBezTo>
                    <a:pt x="4459" y="4207"/>
                    <a:pt x="4436" y="4208"/>
                    <a:pt x="4404" y="4208"/>
                  </a:cubicBezTo>
                  <a:cubicBezTo>
                    <a:pt x="4245" y="4208"/>
                    <a:pt x="3851" y="4180"/>
                    <a:pt x="3437" y="4149"/>
                  </a:cubicBezTo>
                  <a:cubicBezTo>
                    <a:pt x="2528" y="4082"/>
                    <a:pt x="1698" y="4028"/>
                    <a:pt x="1082" y="4028"/>
                  </a:cubicBezTo>
                  <a:cubicBezTo>
                    <a:pt x="527" y="4028"/>
                    <a:pt x="148" y="4072"/>
                    <a:pt x="44" y="4192"/>
                  </a:cubicBezTo>
                  <a:cubicBezTo>
                    <a:pt x="13" y="4229"/>
                    <a:pt x="1" y="4275"/>
                    <a:pt x="13" y="4322"/>
                  </a:cubicBezTo>
                  <a:cubicBezTo>
                    <a:pt x="121" y="4793"/>
                    <a:pt x="935" y="7245"/>
                    <a:pt x="1018" y="7492"/>
                  </a:cubicBezTo>
                  <a:cubicBezTo>
                    <a:pt x="978" y="7757"/>
                    <a:pt x="503" y="10968"/>
                    <a:pt x="1154" y="12843"/>
                  </a:cubicBezTo>
                  <a:cubicBezTo>
                    <a:pt x="1173" y="12921"/>
                    <a:pt x="1595" y="14537"/>
                    <a:pt x="7283" y="14537"/>
                  </a:cubicBezTo>
                  <a:cubicBezTo>
                    <a:pt x="7884" y="14537"/>
                    <a:pt x="8544" y="14518"/>
                    <a:pt x="9269" y="14475"/>
                  </a:cubicBezTo>
                  <a:cubicBezTo>
                    <a:pt x="11428" y="14358"/>
                    <a:pt x="13134" y="13599"/>
                    <a:pt x="14340" y="12224"/>
                  </a:cubicBezTo>
                  <a:cubicBezTo>
                    <a:pt x="16582" y="9664"/>
                    <a:pt x="16307" y="5790"/>
                    <a:pt x="16304" y="5750"/>
                  </a:cubicBezTo>
                  <a:cubicBezTo>
                    <a:pt x="16304" y="5712"/>
                    <a:pt x="16271" y="5685"/>
                    <a:pt x="16233" y="5685"/>
                  </a:cubicBezTo>
                  <a:cubicBezTo>
                    <a:pt x="16231" y="5685"/>
                    <a:pt x="16229" y="5685"/>
                    <a:pt x="16227" y="5685"/>
                  </a:cubicBezTo>
                  <a:cubicBezTo>
                    <a:pt x="16187" y="5688"/>
                    <a:pt x="16159" y="5725"/>
                    <a:pt x="16162" y="5762"/>
                  </a:cubicBezTo>
                  <a:cubicBezTo>
                    <a:pt x="16165" y="5802"/>
                    <a:pt x="16434" y="9617"/>
                    <a:pt x="14229" y="12134"/>
                  </a:cubicBezTo>
                  <a:cubicBezTo>
                    <a:pt x="13050" y="13479"/>
                    <a:pt x="11382" y="14219"/>
                    <a:pt x="9260" y="14336"/>
                  </a:cubicBezTo>
                  <a:cubicBezTo>
                    <a:pt x="8546" y="14375"/>
                    <a:pt x="7896" y="14393"/>
                    <a:pt x="7304" y="14393"/>
                  </a:cubicBezTo>
                  <a:cubicBezTo>
                    <a:pt x="1739" y="14393"/>
                    <a:pt x="1295" y="12829"/>
                    <a:pt x="1290" y="12806"/>
                  </a:cubicBezTo>
                  <a:cubicBezTo>
                    <a:pt x="624" y="10882"/>
                    <a:pt x="1154" y="7529"/>
                    <a:pt x="1160" y="7495"/>
                  </a:cubicBezTo>
                  <a:cubicBezTo>
                    <a:pt x="1163" y="7483"/>
                    <a:pt x="1160" y="7474"/>
                    <a:pt x="1157" y="7461"/>
                  </a:cubicBezTo>
                  <a:cubicBezTo>
                    <a:pt x="1148" y="7437"/>
                    <a:pt x="260" y="4769"/>
                    <a:pt x="149" y="4288"/>
                  </a:cubicBezTo>
                  <a:cubicBezTo>
                    <a:pt x="177" y="4198"/>
                    <a:pt x="534" y="4168"/>
                    <a:pt x="1014" y="4168"/>
                  </a:cubicBezTo>
                  <a:cubicBezTo>
                    <a:pt x="1790" y="4168"/>
                    <a:pt x="2886" y="4248"/>
                    <a:pt x="3427" y="4288"/>
                  </a:cubicBezTo>
                  <a:cubicBezTo>
                    <a:pt x="3960" y="4326"/>
                    <a:pt x="4247" y="4347"/>
                    <a:pt x="4394" y="4347"/>
                  </a:cubicBezTo>
                  <a:cubicBezTo>
                    <a:pt x="4461" y="4347"/>
                    <a:pt x="4499" y="4343"/>
                    <a:pt x="4519" y="4334"/>
                  </a:cubicBezTo>
                  <a:cubicBezTo>
                    <a:pt x="4661" y="4278"/>
                    <a:pt x="7310" y="3002"/>
                    <a:pt x="7449" y="2909"/>
                  </a:cubicBezTo>
                  <a:cubicBezTo>
                    <a:pt x="7492" y="2878"/>
                    <a:pt x="7597" y="2810"/>
                    <a:pt x="7172" y="192"/>
                  </a:cubicBezTo>
                  <a:cubicBezTo>
                    <a:pt x="7281" y="174"/>
                    <a:pt x="7519" y="142"/>
                    <a:pt x="7843" y="142"/>
                  </a:cubicBezTo>
                  <a:cubicBezTo>
                    <a:pt x="8454" y="142"/>
                    <a:pt x="9368" y="254"/>
                    <a:pt x="10293" y="778"/>
                  </a:cubicBezTo>
                  <a:cubicBezTo>
                    <a:pt x="10306" y="786"/>
                    <a:pt x="10318" y="789"/>
                    <a:pt x="10330" y="789"/>
                  </a:cubicBezTo>
                  <a:cubicBezTo>
                    <a:pt x="10393" y="789"/>
                    <a:pt x="10433" y="694"/>
                    <a:pt x="10361" y="657"/>
                  </a:cubicBezTo>
                  <a:cubicBezTo>
                    <a:pt x="9412" y="116"/>
                    <a:pt x="8473" y="1"/>
                    <a:pt x="784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5" name="Google Shape;7565;p22"/>
            <p:cNvSpPr/>
            <p:nvPr/>
          </p:nvSpPr>
          <p:spPr>
            <a:xfrm flipH="1">
              <a:off x="8103864" y="822112"/>
              <a:ext cx="50798" cy="33423"/>
            </a:xfrm>
            <a:custGeom>
              <a:rect b="b" l="l" r="r" t="t"/>
              <a:pathLst>
                <a:path extrusionOk="0" h="831" w="1263">
                  <a:moveTo>
                    <a:pt x="133" y="0"/>
                  </a:moveTo>
                  <a:cubicBezTo>
                    <a:pt x="69" y="0"/>
                    <a:pt x="31" y="99"/>
                    <a:pt x="102" y="136"/>
                  </a:cubicBezTo>
                  <a:cubicBezTo>
                    <a:pt x="479" y="327"/>
                    <a:pt x="895" y="564"/>
                    <a:pt x="1055" y="688"/>
                  </a:cubicBezTo>
                  <a:cubicBezTo>
                    <a:pt x="917" y="675"/>
                    <a:pt x="661" y="614"/>
                    <a:pt x="491" y="574"/>
                  </a:cubicBezTo>
                  <a:cubicBezTo>
                    <a:pt x="340" y="537"/>
                    <a:pt x="198" y="500"/>
                    <a:pt x="109" y="487"/>
                  </a:cubicBezTo>
                  <a:cubicBezTo>
                    <a:pt x="106" y="487"/>
                    <a:pt x="102" y="487"/>
                    <a:pt x="100" y="487"/>
                  </a:cubicBezTo>
                  <a:cubicBezTo>
                    <a:pt x="15" y="487"/>
                    <a:pt x="1" y="611"/>
                    <a:pt x="87" y="629"/>
                  </a:cubicBezTo>
                  <a:cubicBezTo>
                    <a:pt x="173" y="641"/>
                    <a:pt x="312" y="672"/>
                    <a:pt x="457" y="709"/>
                  </a:cubicBezTo>
                  <a:cubicBezTo>
                    <a:pt x="772" y="786"/>
                    <a:pt x="975" y="830"/>
                    <a:pt x="1099" y="830"/>
                  </a:cubicBezTo>
                  <a:cubicBezTo>
                    <a:pt x="1104" y="830"/>
                    <a:pt x="1109" y="830"/>
                    <a:pt x="1115" y="830"/>
                  </a:cubicBezTo>
                  <a:cubicBezTo>
                    <a:pt x="1153" y="830"/>
                    <a:pt x="1190" y="821"/>
                    <a:pt x="1222" y="802"/>
                  </a:cubicBezTo>
                  <a:cubicBezTo>
                    <a:pt x="1247" y="786"/>
                    <a:pt x="1262" y="756"/>
                    <a:pt x="1259" y="725"/>
                  </a:cubicBezTo>
                  <a:cubicBezTo>
                    <a:pt x="1259" y="688"/>
                    <a:pt x="1253" y="567"/>
                    <a:pt x="167" y="9"/>
                  </a:cubicBezTo>
                  <a:cubicBezTo>
                    <a:pt x="155" y="3"/>
                    <a:pt x="144" y="0"/>
                    <a:pt x="13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6" name="Google Shape;7566;p22"/>
            <p:cNvSpPr/>
            <p:nvPr/>
          </p:nvSpPr>
          <p:spPr>
            <a:xfrm flipH="1">
              <a:off x="7881803" y="635687"/>
              <a:ext cx="33423" cy="39174"/>
            </a:xfrm>
            <a:custGeom>
              <a:rect b="b" l="l" r="r" t="t"/>
              <a:pathLst>
                <a:path extrusionOk="0" h="974" w="831">
                  <a:moveTo>
                    <a:pt x="616" y="0"/>
                  </a:moveTo>
                  <a:cubicBezTo>
                    <a:pt x="576" y="0"/>
                    <a:pt x="536" y="32"/>
                    <a:pt x="546" y="86"/>
                  </a:cubicBezTo>
                  <a:cubicBezTo>
                    <a:pt x="602" y="351"/>
                    <a:pt x="645" y="665"/>
                    <a:pt x="639" y="798"/>
                  </a:cubicBezTo>
                  <a:cubicBezTo>
                    <a:pt x="537" y="690"/>
                    <a:pt x="321" y="363"/>
                    <a:pt x="151" y="73"/>
                  </a:cubicBezTo>
                  <a:cubicBezTo>
                    <a:pt x="136" y="49"/>
                    <a:pt x="115" y="39"/>
                    <a:pt x="93" y="39"/>
                  </a:cubicBezTo>
                  <a:cubicBezTo>
                    <a:pt x="46" y="39"/>
                    <a:pt x="0" y="89"/>
                    <a:pt x="28" y="144"/>
                  </a:cubicBezTo>
                  <a:cubicBezTo>
                    <a:pt x="349" y="690"/>
                    <a:pt x="565" y="971"/>
                    <a:pt x="670" y="974"/>
                  </a:cubicBezTo>
                  <a:cubicBezTo>
                    <a:pt x="700" y="974"/>
                    <a:pt x="731" y="958"/>
                    <a:pt x="747" y="934"/>
                  </a:cubicBezTo>
                  <a:cubicBezTo>
                    <a:pt x="830" y="807"/>
                    <a:pt x="731" y="277"/>
                    <a:pt x="682" y="55"/>
                  </a:cubicBezTo>
                  <a:cubicBezTo>
                    <a:pt x="674" y="17"/>
                    <a:pt x="646" y="0"/>
                    <a:pt x="61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7" name="Google Shape;7567;p22"/>
            <p:cNvSpPr/>
            <p:nvPr/>
          </p:nvSpPr>
          <p:spPr>
            <a:xfrm flipH="1">
              <a:off x="7904410" y="745370"/>
              <a:ext cx="119735" cy="92385"/>
            </a:xfrm>
            <a:custGeom>
              <a:rect b="b" l="l" r="r" t="t"/>
              <a:pathLst>
                <a:path extrusionOk="0" h="2297" w="2977">
                  <a:moveTo>
                    <a:pt x="1860" y="739"/>
                  </a:moveTo>
                  <a:cubicBezTo>
                    <a:pt x="1947" y="761"/>
                    <a:pt x="2027" y="801"/>
                    <a:pt x="2098" y="856"/>
                  </a:cubicBezTo>
                  <a:cubicBezTo>
                    <a:pt x="2014" y="825"/>
                    <a:pt x="1934" y="785"/>
                    <a:pt x="1860" y="739"/>
                  </a:cubicBezTo>
                  <a:close/>
                  <a:moveTo>
                    <a:pt x="1037" y="1325"/>
                  </a:moveTo>
                  <a:cubicBezTo>
                    <a:pt x="1055" y="1325"/>
                    <a:pt x="1074" y="1337"/>
                    <a:pt x="1080" y="1353"/>
                  </a:cubicBezTo>
                  <a:cubicBezTo>
                    <a:pt x="1111" y="1408"/>
                    <a:pt x="1120" y="1501"/>
                    <a:pt x="1111" y="1603"/>
                  </a:cubicBezTo>
                  <a:cubicBezTo>
                    <a:pt x="1006" y="1513"/>
                    <a:pt x="947" y="1427"/>
                    <a:pt x="950" y="1377"/>
                  </a:cubicBezTo>
                  <a:cubicBezTo>
                    <a:pt x="950" y="1371"/>
                    <a:pt x="950" y="1353"/>
                    <a:pt x="993" y="1334"/>
                  </a:cubicBezTo>
                  <a:cubicBezTo>
                    <a:pt x="1006" y="1328"/>
                    <a:pt x="1021" y="1325"/>
                    <a:pt x="1037" y="1325"/>
                  </a:cubicBezTo>
                  <a:close/>
                  <a:moveTo>
                    <a:pt x="1821" y="1"/>
                  </a:moveTo>
                  <a:cubicBezTo>
                    <a:pt x="1736" y="1"/>
                    <a:pt x="1726" y="135"/>
                    <a:pt x="1817" y="144"/>
                  </a:cubicBezTo>
                  <a:cubicBezTo>
                    <a:pt x="1826" y="147"/>
                    <a:pt x="2702" y="258"/>
                    <a:pt x="2804" y="798"/>
                  </a:cubicBezTo>
                  <a:cubicBezTo>
                    <a:pt x="2822" y="902"/>
                    <a:pt x="2782" y="933"/>
                    <a:pt x="2733" y="949"/>
                  </a:cubicBezTo>
                  <a:cubicBezTo>
                    <a:pt x="2694" y="963"/>
                    <a:pt x="2647" y="970"/>
                    <a:pt x="2595" y="970"/>
                  </a:cubicBezTo>
                  <a:cubicBezTo>
                    <a:pt x="2538" y="970"/>
                    <a:pt x="2474" y="962"/>
                    <a:pt x="2409" y="949"/>
                  </a:cubicBezTo>
                  <a:cubicBezTo>
                    <a:pt x="2230" y="742"/>
                    <a:pt x="1999" y="597"/>
                    <a:pt x="1831" y="597"/>
                  </a:cubicBezTo>
                  <a:cubicBezTo>
                    <a:pt x="1811" y="597"/>
                    <a:pt x="1792" y="599"/>
                    <a:pt x="1774" y="603"/>
                  </a:cubicBezTo>
                  <a:cubicBezTo>
                    <a:pt x="1684" y="622"/>
                    <a:pt x="1663" y="683"/>
                    <a:pt x="1672" y="730"/>
                  </a:cubicBezTo>
                  <a:cubicBezTo>
                    <a:pt x="1697" y="850"/>
                    <a:pt x="2024" y="1001"/>
                    <a:pt x="2329" y="1072"/>
                  </a:cubicBezTo>
                  <a:cubicBezTo>
                    <a:pt x="2397" y="1152"/>
                    <a:pt x="2455" y="1242"/>
                    <a:pt x="2499" y="1340"/>
                  </a:cubicBezTo>
                  <a:cubicBezTo>
                    <a:pt x="2570" y="1504"/>
                    <a:pt x="2607" y="1729"/>
                    <a:pt x="2384" y="1883"/>
                  </a:cubicBezTo>
                  <a:cubicBezTo>
                    <a:pt x="2288" y="1950"/>
                    <a:pt x="2170" y="1977"/>
                    <a:pt x="2044" y="1977"/>
                  </a:cubicBezTo>
                  <a:cubicBezTo>
                    <a:pt x="1810" y="1977"/>
                    <a:pt x="1551" y="1883"/>
                    <a:pt x="1354" y="1772"/>
                  </a:cubicBezTo>
                  <a:cubicBezTo>
                    <a:pt x="1314" y="1748"/>
                    <a:pt x="1274" y="1723"/>
                    <a:pt x="1240" y="1701"/>
                  </a:cubicBezTo>
                  <a:cubicBezTo>
                    <a:pt x="1268" y="1535"/>
                    <a:pt x="1259" y="1374"/>
                    <a:pt x="1203" y="1279"/>
                  </a:cubicBezTo>
                  <a:cubicBezTo>
                    <a:pt x="1163" y="1215"/>
                    <a:pt x="1104" y="1182"/>
                    <a:pt x="1036" y="1182"/>
                  </a:cubicBezTo>
                  <a:cubicBezTo>
                    <a:pt x="1005" y="1182"/>
                    <a:pt x="972" y="1188"/>
                    <a:pt x="938" y="1202"/>
                  </a:cubicBezTo>
                  <a:cubicBezTo>
                    <a:pt x="867" y="1226"/>
                    <a:pt x="815" y="1291"/>
                    <a:pt x="808" y="1368"/>
                  </a:cubicBezTo>
                  <a:cubicBezTo>
                    <a:pt x="802" y="1498"/>
                    <a:pt x="929" y="1643"/>
                    <a:pt x="1083" y="1763"/>
                  </a:cubicBezTo>
                  <a:cubicBezTo>
                    <a:pt x="1046" y="1905"/>
                    <a:pt x="981" y="2044"/>
                    <a:pt x="898" y="2112"/>
                  </a:cubicBezTo>
                  <a:cubicBezTo>
                    <a:pt x="871" y="2133"/>
                    <a:pt x="838" y="2154"/>
                    <a:pt x="795" y="2154"/>
                  </a:cubicBezTo>
                  <a:cubicBezTo>
                    <a:pt x="753" y="2154"/>
                    <a:pt x="701" y="2134"/>
                    <a:pt x="639" y="2078"/>
                  </a:cubicBezTo>
                  <a:cubicBezTo>
                    <a:pt x="151" y="1621"/>
                    <a:pt x="287" y="764"/>
                    <a:pt x="287" y="758"/>
                  </a:cubicBezTo>
                  <a:cubicBezTo>
                    <a:pt x="293" y="717"/>
                    <a:pt x="269" y="680"/>
                    <a:pt x="229" y="674"/>
                  </a:cubicBezTo>
                  <a:cubicBezTo>
                    <a:pt x="225" y="674"/>
                    <a:pt x="221" y="673"/>
                    <a:pt x="217" y="673"/>
                  </a:cubicBezTo>
                  <a:cubicBezTo>
                    <a:pt x="184" y="673"/>
                    <a:pt x="154" y="697"/>
                    <a:pt x="148" y="733"/>
                  </a:cubicBezTo>
                  <a:cubicBezTo>
                    <a:pt x="142" y="770"/>
                    <a:pt x="0" y="1674"/>
                    <a:pt x="543" y="2179"/>
                  </a:cubicBezTo>
                  <a:cubicBezTo>
                    <a:pt x="611" y="2250"/>
                    <a:pt x="700" y="2290"/>
                    <a:pt x="796" y="2297"/>
                  </a:cubicBezTo>
                  <a:cubicBezTo>
                    <a:pt x="867" y="2293"/>
                    <a:pt x="932" y="2269"/>
                    <a:pt x="984" y="2223"/>
                  </a:cubicBezTo>
                  <a:cubicBezTo>
                    <a:pt x="1086" y="2142"/>
                    <a:pt x="1163" y="2000"/>
                    <a:pt x="1206" y="1849"/>
                  </a:cubicBezTo>
                  <a:cubicBezTo>
                    <a:pt x="1234" y="1865"/>
                    <a:pt x="1259" y="1880"/>
                    <a:pt x="1283" y="1896"/>
                  </a:cubicBezTo>
                  <a:cubicBezTo>
                    <a:pt x="1506" y="2021"/>
                    <a:pt x="1784" y="2120"/>
                    <a:pt x="2042" y="2120"/>
                  </a:cubicBezTo>
                  <a:cubicBezTo>
                    <a:pt x="2196" y="2120"/>
                    <a:pt x="2342" y="2086"/>
                    <a:pt x="2465" y="2000"/>
                  </a:cubicBezTo>
                  <a:cubicBezTo>
                    <a:pt x="2699" y="1837"/>
                    <a:pt x="2758" y="1584"/>
                    <a:pt x="2628" y="1285"/>
                  </a:cubicBezTo>
                  <a:cubicBezTo>
                    <a:pt x="2600" y="1220"/>
                    <a:pt x="2566" y="1162"/>
                    <a:pt x="2529" y="1103"/>
                  </a:cubicBezTo>
                  <a:lnTo>
                    <a:pt x="2529" y="1103"/>
                  </a:lnTo>
                  <a:cubicBezTo>
                    <a:pt x="2556" y="1105"/>
                    <a:pt x="2583" y="1107"/>
                    <a:pt x="2610" y="1107"/>
                  </a:cubicBezTo>
                  <a:cubicBezTo>
                    <a:pt x="2647" y="1107"/>
                    <a:pt x="2685" y="1104"/>
                    <a:pt x="2721" y="1097"/>
                  </a:cubicBezTo>
                  <a:cubicBezTo>
                    <a:pt x="2893" y="1063"/>
                    <a:pt x="2977" y="943"/>
                    <a:pt x="2943" y="770"/>
                  </a:cubicBezTo>
                  <a:cubicBezTo>
                    <a:pt x="2822" y="128"/>
                    <a:pt x="1873" y="8"/>
                    <a:pt x="1835" y="2"/>
                  </a:cubicBezTo>
                  <a:cubicBezTo>
                    <a:pt x="1831" y="1"/>
                    <a:pt x="1826" y="1"/>
                    <a:pt x="18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8" name="Google Shape;7568;p22"/>
            <p:cNvSpPr/>
            <p:nvPr/>
          </p:nvSpPr>
          <p:spPr>
            <a:xfrm flipH="1">
              <a:off x="7602308" y="696461"/>
              <a:ext cx="73361" cy="123315"/>
            </a:xfrm>
            <a:custGeom>
              <a:rect b="b" l="l" r="r" t="t"/>
              <a:pathLst>
                <a:path extrusionOk="0" h="3066" w="1824">
                  <a:moveTo>
                    <a:pt x="1728" y="1"/>
                  </a:moveTo>
                  <a:cubicBezTo>
                    <a:pt x="1706" y="1"/>
                    <a:pt x="1683" y="11"/>
                    <a:pt x="1669" y="37"/>
                  </a:cubicBezTo>
                  <a:lnTo>
                    <a:pt x="22" y="2957"/>
                  </a:lnTo>
                  <a:cubicBezTo>
                    <a:pt x="0" y="2991"/>
                    <a:pt x="12" y="3034"/>
                    <a:pt x="46" y="3056"/>
                  </a:cubicBezTo>
                  <a:cubicBezTo>
                    <a:pt x="59" y="3059"/>
                    <a:pt x="71" y="3062"/>
                    <a:pt x="83" y="3065"/>
                  </a:cubicBezTo>
                  <a:cubicBezTo>
                    <a:pt x="108" y="3062"/>
                    <a:pt x="133" y="3050"/>
                    <a:pt x="145" y="3028"/>
                  </a:cubicBezTo>
                  <a:lnTo>
                    <a:pt x="1792" y="108"/>
                  </a:lnTo>
                  <a:cubicBezTo>
                    <a:pt x="1824" y="51"/>
                    <a:pt x="1776" y="1"/>
                    <a:pt x="172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9" name="Google Shape;7569;p22"/>
            <p:cNvSpPr/>
            <p:nvPr/>
          </p:nvSpPr>
          <p:spPr>
            <a:xfrm flipH="1">
              <a:off x="7550705" y="715365"/>
              <a:ext cx="109599" cy="111972"/>
            </a:xfrm>
            <a:custGeom>
              <a:rect b="b" l="l" r="r" t="t"/>
              <a:pathLst>
                <a:path extrusionOk="0" h="2784" w="2725">
                  <a:moveTo>
                    <a:pt x="2622" y="0"/>
                  </a:moveTo>
                  <a:cubicBezTo>
                    <a:pt x="2606" y="0"/>
                    <a:pt x="2588" y="7"/>
                    <a:pt x="2573" y="23"/>
                  </a:cubicBezTo>
                  <a:lnTo>
                    <a:pt x="28" y="2663"/>
                  </a:lnTo>
                  <a:cubicBezTo>
                    <a:pt x="1" y="2691"/>
                    <a:pt x="1" y="2734"/>
                    <a:pt x="28" y="2762"/>
                  </a:cubicBezTo>
                  <a:cubicBezTo>
                    <a:pt x="41" y="2774"/>
                    <a:pt x="59" y="2783"/>
                    <a:pt x="78" y="2783"/>
                  </a:cubicBezTo>
                  <a:cubicBezTo>
                    <a:pt x="96" y="2783"/>
                    <a:pt x="115" y="2774"/>
                    <a:pt x="130" y="2762"/>
                  </a:cubicBezTo>
                  <a:lnTo>
                    <a:pt x="2675" y="122"/>
                  </a:lnTo>
                  <a:cubicBezTo>
                    <a:pt x="2724" y="70"/>
                    <a:pt x="2677" y="0"/>
                    <a:pt x="262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0" name="Google Shape;7570;p22"/>
            <p:cNvSpPr/>
            <p:nvPr/>
          </p:nvSpPr>
          <p:spPr>
            <a:xfrm flipH="1">
              <a:off x="7525809" y="776059"/>
              <a:ext cx="123315" cy="60692"/>
            </a:xfrm>
            <a:custGeom>
              <a:rect b="b" l="l" r="r" t="t"/>
              <a:pathLst>
                <a:path extrusionOk="0" h="1509" w="3066">
                  <a:moveTo>
                    <a:pt x="2960" y="0"/>
                  </a:moveTo>
                  <a:cubicBezTo>
                    <a:pt x="2949" y="0"/>
                    <a:pt x="2937" y="3"/>
                    <a:pt x="2924" y="10"/>
                  </a:cubicBezTo>
                  <a:lnTo>
                    <a:pt x="53" y="1376"/>
                  </a:lnTo>
                  <a:cubicBezTo>
                    <a:pt x="16" y="1392"/>
                    <a:pt x="0" y="1435"/>
                    <a:pt x="19" y="1472"/>
                  </a:cubicBezTo>
                  <a:cubicBezTo>
                    <a:pt x="31" y="1493"/>
                    <a:pt x="56" y="1509"/>
                    <a:pt x="83" y="1509"/>
                  </a:cubicBezTo>
                  <a:cubicBezTo>
                    <a:pt x="93" y="1509"/>
                    <a:pt x="102" y="1506"/>
                    <a:pt x="111" y="1503"/>
                  </a:cubicBezTo>
                  <a:lnTo>
                    <a:pt x="2986" y="136"/>
                  </a:lnTo>
                  <a:cubicBezTo>
                    <a:pt x="3065" y="105"/>
                    <a:pt x="3029" y="0"/>
                    <a:pt x="296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1" name="Google Shape;7571;p22"/>
            <p:cNvSpPr/>
            <p:nvPr/>
          </p:nvSpPr>
          <p:spPr>
            <a:xfrm flipH="1">
              <a:off x="7986381" y="1079245"/>
              <a:ext cx="148532" cy="81566"/>
            </a:xfrm>
            <a:custGeom>
              <a:rect b="b" l="l" r="r" t="t"/>
              <a:pathLst>
                <a:path extrusionOk="0" h="2028" w="3693">
                  <a:moveTo>
                    <a:pt x="3588" y="1"/>
                  </a:moveTo>
                  <a:cubicBezTo>
                    <a:pt x="3577" y="1"/>
                    <a:pt x="3565" y="4"/>
                    <a:pt x="3553" y="10"/>
                  </a:cubicBezTo>
                  <a:lnTo>
                    <a:pt x="65" y="1894"/>
                  </a:lnTo>
                  <a:cubicBezTo>
                    <a:pt x="0" y="1928"/>
                    <a:pt x="25" y="2027"/>
                    <a:pt x="99" y="2027"/>
                  </a:cubicBezTo>
                  <a:cubicBezTo>
                    <a:pt x="111" y="2027"/>
                    <a:pt x="123" y="2024"/>
                    <a:pt x="133" y="2018"/>
                  </a:cubicBezTo>
                  <a:lnTo>
                    <a:pt x="3621" y="133"/>
                  </a:lnTo>
                  <a:cubicBezTo>
                    <a:pt x="3692" y="96"/>
                    <a:pt x="3653" y="1"/>
                    <a:pt x="358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2" name="Google Shape;7572;p22"/>
            <p:cNvSpPr/>
            <p:nvPr/>
          </p:nvSpPr>
          <p:spPr>
            <a:xfrm flipH="1">
              <a:off x="7977050" y="1100040"/>
              <a:ext cx="146481" cy="117563"/>
            </a:xfrm>
            <a:custGeom>
              <a:rect b="b" l="l" r="r" t="t"/>
              <a:pathLst>
                <a:path extrusionOk="0" h="2923" w="3642">
                  <a:moveTo>
                    <a:pt x="3537" y="1"/>
                  </a:moveTo>
                  <a:cubicBezTo>
                    <a:pt x="3522" y="1"/>
                    <a:pt x="3507" y="6"/>
                    <a:pt x="3492" y="17"/>
                  </a:cubicBezTo>
                  <a:lnTo>
                    <a:pt x="53" y="2799"/>
                  </a:lnTo>
                  <a:cubicBezTo>
                    <a:pt x="1" y="2839"/>
                    <a:pt x="32" y="2923"/>
                    <a:pt x="100" y="2923"/>
                  </a:cubicBezTo>
                  <a:cubicBezTo>
                    <a:pt x="115" y="2923"/>
                    <a:pt x="130" y="2920"/>
                    <a:pt x="143" y="2907"/>
                  </a:cubicBezTo>
                  <a:lnTo>
                    <a:pt x="3582" y="128"/>
                  </a:lnTo>
                  <a:cubicBezTo>
                    <a:pt x="3641" y="81"/>
                    <a:pt x="3595" y="1"/>
                    <a:pt x="353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3" name="Google Shape;7573;p22"/>
            <p:cNvSpPr/>
            <p:nvPr/>
          </p:nvSpPr>
          <p:spPr>
            <a:xfrm flipH="1">
              <a:off x="7970372" y="1115646"/>
              <a:ext cx="86151" cy="122912"/>
            </a:xfrm>
            <a:custGeom>
              <a:rect b="b" l="l" r="r" t="t"/>
              <a:pathLst>
                <a:path extrusionOk="0" h="3056" w="2142">
                  <a:moveTo>
                    <a:pt x="2054" y="1"/>
                  </a:moveTo>
                  <a:cubicBezTo>
                    <a:pt x="2036" y="1"/>
                    <a:pt x="2017" y="8"/>
                    <a:pt x="2002" y="24"/>
                  </a:cubicBezTo>
                  <a:lnTo>
                    <a:pt x="25" y="2945"/>
                  </a:lnTo>
                  <a:cubicBezTo>
                    <a:pt x="0" y="2976"/>
                    <a:pt x="10" y="3019"/>
                    <a:pt x="44" y="3044"/>
                  </a:cubicBezTo>
                  <a:cubicBezTo>
                    <a:pt x="53" y="3050"/>
                    <a:pt x="68" y="3053"/>
                    <a:pt x="81" y="3056"/>
                  </a:cubicBezTo>
                  <a:cubicBezTo>
                    <a:pt x="105" y="3053"/>
                    <a:pt x="127" y="3044"/>
                    <a:pt x="139" y="3022"/>
                  </a:cubicBezTo>
                  <a:lnTo>
                    <a:pt x="2119" y="101"/>
                  </a:lnTo>
                  <a:cubicBezTo>
                    <a:pt x="2142" y="48"/>
                    <a:pt x="2100" y="1"/>
                    <a:pt x="205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4" name="Google Shape;7574;p22"/>
            <p:cNvSpPr/>
            <p:nvPr/>
          </p:nvSpPr>
          <p:spPr>
            <a:xfrm flipH="1">
              <a:off x="8175095" y="1005359"/>
              <a:ext cx="17657" cy="28516"/>
            </a:xfrm>
            <a:custGeom>
              <a:rect b="b" l="l" r="r" t="t"/>
              <a:pathLst>
                <a:path extrusionOk="0" h="709" w="439">
                  <a:moveTo>
                    <a:pt x="169" y="0"/>
                  </a:moveTo>
                  <a:cubicBezTo>
                    <a:pt x="140" y="0"/>
                    <a:pt x="111" y="17"/>
                    <a:pt x="103" y="55"/>
                  </a:cubicBezTo>
                  <a:cubicBezTo>
                    <a:pt x="96" y="73"/>
                    <a:pt x="1" y="484"/>
                    <a:pt x="318" y="696"/>
                  </a:cubicBezTo>
                  <a:cubicBezTo>
                    <a:pt x="331" y="703"/>
                    <a:pt x="343" y="709"/>
                    <a:pt x="359" y="709"/>
                  </a:cubicBezTo>
                  <a:cubicBezTo>
                    <a:pt x="383" y="709"/>
                    <a:pt x="405" y="696"/>
                    <a:pt x="417" y="678"/>
                  </a:cubicBezTo>
                  <a:cubicBezTo>
                    <a:pt x="439" y="644"/>
                    <a:pt x="430" y="601"/>
                    <a:pt x="399" y="579"/>
                  </a:cubicBezTo>
                  <a:cubicBezTo>
                    <a:pt x="161" y="419"/>
                    <a:pt x="235" y="101"/>
                    <a:pt x="238" y="89"/>
                  </a:cubicBezTo>
                  <a:cubicBezTo>
                    <a:pt x="253" y="34"/>
                    <a:pt x="211" y="0"/>
                    <a:pt x="16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5" name="Google Shape;7575;p22"/>
            <p:cNvSpPr/>
            <p:nvPr/>
          </p:nvSpPr>
          <p:spPr>
            <a:xfrm flipH="1">
              <a:off x="8150158" y="1014610"/>
              <a:ext cx="18501" cy="28476"/>
            </a:xfrm>
            <a:custGeom>
              <a:rect b="b" l="l" r="r" t="t"/>
              <a:pathLst>
                <a:path extrusionOk="0" h="708" w="460">
                  <a:moveTo>
                    <a:pt x="170" y="1"/>
                  </a:moveTo>
                  <a:cubicBezTo>
                    <a:pt x="142" y="1"/>
                    <a:pt x="114" y="17"/>
                    <a:pt x="105" y="53"/>
                  </a:cubicBezTo>
                  <a:cubicBezTo>
                    <a:pt x="99" y="72"/>
                    <a:pt x="0" y="482"/>
                    <a:pt x="321" y="695"/>
                  </a:cubicBezTo>
                  <a:cubicBezTo>
                    <a:pt x="333" y="704"/>
                    <a:pt x="346" y="707"/>
                    <a:pt x="361" y="707"/>
                  </a:cubicBezTo>
                  <a:cubicBezTo>
                    <a:pt x="432" y="707"/>
                    <a:pt x="460" y="618"/>
                    <a:pt x="401" y="578"/>
                  </a:cubicBezTo>
                  <a:cubicBezTo>
                    <a:pt x="164" y="420"/>
                    <a:pt x="238" y="103"/>
                    <a:pt x="241" y="87"/>
                  </a:cubicBezTo>
                  <a:cubicBezTo>
                    <a:pt x="253" y="34"/>
                    <a:pt x="211" y="1"/>
                    <a:pt x="1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6" name="Google Shape;7576;p22"/>
            <p:cNvSpPr/>
            <p:nvPr/>
          </p:nvSpPr>
          <p:spPr>
            <a:xfrm flipH="1">
              <a:off x="8171998" y="1049482"/>
              <a:ext cx="18381" cy="28436"/>
            </a:xfrm>
            <a:custGeom>
              <a:rect b="b" l="l" r="r" t="t"/>
              <a:pathLst>
                <a:path extrusionOk="0" h="707" w="457">
                  <a:moveTo>
                    <a:pt x="168" y="0"/>
                  </a:moveTo>
                  <a:cubicBezTo>
                    <a:pt x="136" y="0"/>
                    <a:pt x="110" y="22"/>
                    <a:pt x="102" y="53"/>
                  </a:cubicBezTo>
                  <a:cubicBezTo>
                    <a:pt x="99" y="71"/>
                    <a:pt x="0" y="482"/>
                    <a:pt x="321" y="694"/>
                  </a:cubicBezTo>
                  <a:cubicBezTo>
                    <a:pt x="330" y="704"/>
                    <a:pt x="346" y="707"/>
                    <a:pt x="358" y="707"/>
                  </a:cubicBezTo>
                  <a:cubicBezTo>
                    <a:pt x="429" y="707"/>
                    <a:pt x="457" y="614"/>
                    <a:pt x="398" y="577"/>
                  </a:cubicBezTo>
                  <a:cubicBezTo>
                    <a:pt x="161" y="420"/>
                    <a:pt x="235" y="102"/>
                    <a:pt x="238" y="87"/>
                  </a:cubicBezTo>
                  <a:cubicBezTo>
                    <a:pt x="247" y="50"/>
                    <a:pt x="226" y="13"/>
                    <a:pt x="189" y="4"/>
                  </a:cubicBezTo>
                  <a:cubicBezTo>
                    <a:pt x="181" y="1"/>
                    <a:pt x="174" y="0"/>
                    <a:pt x="16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7" name="Google Shape;7577;p22"/>
            <p:cNvSpPr/>
            <p:nvPr/>
          </p:nvSpPr>
          <p:spPr>
            <a:xfrm flipH="1">
              <a:off x="8151123" y="1053222"/>
              <a:ext cx="18421" cy="28436"/>
            </a:xfrm>
            <a:custGeom>
              <a:rect b="b" l="l" r="r" t="t"/>
              <a:pathLst>
                <a:path extrusionOk="0" h="707" w="458">
                  <a:moveTo>
                    <a:pt x="170" y="1"/>
                  </a:moveTo>
                  <a:cubicBezTo>
                    <a:pt x="138" y="1"/>
                    <a:pt x="110" y="22"/>
                    <a:pt x="102" y="55"/>
                  </a:cubicBezTo>
                  <a:cubicBezTo>
                    <a:pt x="99" y="71"/>
                    <a:pt x="1" y="481"/>
                    <a:pt x="321" y="697"/>
                  </a:cubicBezTo>
                  <a:cubicBezTo>
                    <a:pt x="331" y="703"/>
                    <a:pt x="346" y="706"/>
                    <a:pt x="358" y="706"/>
                  </a:cubicBezTo>
                  <a:lnTo>
                    <a:pt x="361" y="706"/>
                  </a:lnTo>
                  <a:cubicBezTo>
                    <a:pt x="429" y="706"/>
                    <a:pt x="457" y="617"/>
                    <a:pt x="398" y="577"/>
                  </a:cubicBezTo>
                  <a:cubicBezTo>
                    <a:pt x="164" y="419"/>
                    <a:pt x="235" y="102"/>
                    <a:pt x="241" y="89"/>
                  </a:cubicBezTo>
                  <a:cubicBezTo>
                    <a:pt x="247" y="49"/>
                    <a:pt x="226" y="12"/>
                    <a:pt x="189" y="3"/>
                  </a:cubicBezTo>
                  <a:cubicBezTo>
                    <a:pt x="182" y="2"/>
                    <a:pt x="176" y="1"/>
                    <a:pt x="1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8" name="Google Shape;7578;p22"/>
            <p:cNvSpPr/>
            <p:nvPr/>
          </p:nvSpPr>
          <p:spPr>
            <a:xfrm flipH="1">
              <a:off x="8164396" y="1084997"/>
              <a:ext cx="18421" cy="28395"/>
            </a:xfrm>
            <a:custGeom>
              <a:rect b="b" l="l" r="r" t="t"/>
              <a:pathLst>
                <a:path extrusionOk="0" h="706" w="458">
                  <a:moveTo>
                    <a:pt x="170" y="0"/>
                  </a:moveTo>
                  <a:cubicBezTo>
                    <a:pt x="138" y="0"/>
                    <a:pt x="110" y="21"/>
                    <a:pt x="102" y="55"/>
                  </a:cubicBezTo>
                  <a:cubicBezTo>
                    <a:pt x="99" y="70"/>
                    <a:pt x="1" y="481"/>
                    <a:pt x="321" y="693"/>
                  </a:cubicBezTo>
                  <a:cubicBezTo>
                    <a:pt x="331" y="703"/>
                    <a:pt x="346" y="706"/>
                    <a:pt x="358" y="706"/>
                  </a:cubicBezTo>
                  <a:lnTo>
                    <a:pt x="361" y="706"/>
                  </a:lnTo>
                  <a:cubicBezTo>
                    <a:pt x="429" y="706"/>
                    <a:pt x="457" y="616"/>
                    <a:pt x="398" y="576"/>
                  </a:cubicBezTo>
                  <a:cubicBezTo>
                    <a:pt x="161" y="419"/>
                    <a:pt x="235" y="101"/>
                    <a:pt x="238" y="89"/>
                  </a:cubicBezTo>
                  <a:cubicBezTo>
                    <a:pt x="247" y="49"/>
                    <a:pt x="226" y="12"/>
                    <a:pt x="189" y="3"/>
                  </a:cubicBezTo>
                  <a:cubicBezTo>
                    <a:pt x="182" y="1"/>
                    <a:pt x="176" y="0"/>
                    <a:pt x="17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9" name="Google Shape;7579;p22"/>
            <p:cNvSpPr/>
            <p:nvPr/>
          </p:nvSpPr>
          <p:spPr>
            <a:xfrm flipH="1">
              <a:off x="8136764" y="1091272"/>
              <a:ext cx="20995" cy="25218"/>
            </a:xfrm>
            <a:custGeom>
              <a:rect b="b" l="l" r="r" t="t"/>
              <a:pathLst>
                <a:path extrusionOk="0" h="627" w="522">
                  <a:moveTo>
                    <a:pt x="75" y="1"/>
                  </a:moveTo>
                  <a:cubicBezTo>
                    <a:pt x="38" y="1"/>
                    <a:pt x="0" y="26"/>
                    <a:pt x="4" y="75"/>
                  </a:cubicBezTo>
                  <a:cubicBezTo>
                    <a:pt x="4" y="93"/>
                    <a:pt x="31" y="513"/>
                    <a:pt x="402" y="624"/>
                  </a:cubicBezTo>
                  <a:cubicBezTo>
                    <a:pt x="408" y="624"/>
                    <a:pt x="414" y="624"/>
                    <a:pt x="423" y="627"/>
                  </a:cubicBezTo>
                  <a:cubicBezTo>
                    <a:pt x="503" y="627"/>
                    <a:pt x="522" y="510"/>
                    <a:pt x="442" y="488"/>
                  </a:cubicBezTo>
                  <a:cubicBezTo>
                    <a:pt x="167" y="408"/>
                    <a:pt x="146" y="81"/>
                    <a:pt x="146" y="66"/>
                  </a:cubicBezTo>
                  <a:cubicBezTo>
                    <a:pt x="143" y="22"/>
                    <a:pt x="109" y="1"/>
                    <a:pt x="7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0" name="Google Shape;7580;p22"/>
            <p:cNvSpPr/>
            <p:nvPr/>
          </p:nvSpPr>
          <p:spPr>
            <a:xfrm flipH="1">
              <a:off x="8168298" y="979216"/>
              <a:ext cx="20955" cy="25138"/>
            </a:xfrm>
            <a:custGeom>
              <a:rect b="b" l="l" r="r" t="t"/>
              <a:pathLst>
                <a:path extrusionOk="0" h="625" w="521">
                  <a:moveTo>
                    <a:pt x="74" y="0"/>
                  </a:moveTo>
                  <a:cubicBezTo>
                    <a:pt x="37" y="0"/>
                    <a:pt x="0" y="26"/>
                    <a:pt x="3" y="76"/>
                  </a:cubicBezTo>
                  <a:cubicBezTo>
                    <a:pt x="3" y="94"/>
                    <a:pt x="31" y="514"/>
                    <a:pt x="401" y="622"/>
                  </a:cubicBezTo>
                  <a:cubicBezTo>
                    <a:pt x="407" y="625"/>
                    <a:pt x="413" y="625"/>
                    <a:pt x="423" y="625"/>
                  </a:cubicBezTo>
                  <a:cubicBezTo>
                    <a:pt x="424" y="625"/>
                    <a:pt x="425" y="625"/>
                    <a:pt x="426" y="625"/>
                  </a:cubicBezTo>
                  <a:cubicBezTo>
                    <a:pt x="503" y="625"/>
                    <a:pt x="520" y="510"/>
                    <a:pt x="441" y="486"/>
                  </a:cubicBezTo>
                  <a:cubicBezTo>
                    <a:pt x="170" y="406"/>
                    <a:pt x="145" y="82"/>
                    <a:pt x="145" y="66"/>
                  </a:cubicBezTo>
                  <a:cubicBezTo>
                    <a:pt x="142" y="22"/>
                    <a:pt x="108" y="0"/>
                    <a:pt x="7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1" name="Google Shape;7581;p22"/>
            <p:cNvSpPr/>
            <p:nvPr/>
          </p:nvSpPr>
          <p:spPr>
            <a:xfrm flipH="1">
              <a:off x="7718546" y="644496"/>
              <a:ext cx="31573" cy="9894"/>
            </a:xfrm>
            <a:custGeom>
              <a:rect b="b" l="l" r="r" t="t"/>
              <a:pathLst>
                <a:path extrusionOk="0" h="246" w="785">
                  <a:moveTo>
                    <a:pt x="385" y="0"/>
                  </a:moveTo>
                  <a:cubicBezTo>
                    <a:pt x="278" y="0"/>
                    <a:pt x="159" y="30"/>
                    <a:pt x="50" y="123"/>
                  </a:cubicBezTo>
                  <a:cubicBezTo>
                    <a:pt x="1" y="166"/>
                    <a:pt x="28" y="246"/>
                    <a:pt x="96" y="246"/>
                  </a:cubicBezTo>
                  <a:cubicBezTo>
                    <a:pt x="112" y="246"/>
                    <a:pt x="130" y="240"/>
                    <a:pt x="142" y="231"/>
                  </a:cubicBezTo>
                  <a:cubicBezTo>
                    <a:pt x="221" y="163"/>
                    <a:pt x="309" y="142"/>
                    <a:pt x="389" y="142"/>
                  </a:cubicBezTo>
                  <a:cubicBezTo>
                    <a:pt x="531" y="142"/>
                    <a:pt x="650" y="208"/>
                    <a:pt x="657" y="212"/>
                  </a:cubicBezTo>
                  <a:cubicBezTo>
                    <a:pt x="667" y="216"/>
                    <a:pt x="676" y="218"/>
                    <a:pt x="685" y="218"/>
                  </a:cubicBezTo>
                  <a:cubicBezTo>
                    <a:pt x="745" y="218"/>
                    <a:pt x="785" y="134"/>
                    <a:pt x="725" y="89"/>
                  </a:cubicBezTo>
                  <a:cubicBezTo>
                    <a:pt x="716" y="85"/>
                    <a:pt x="567" y="0"/>
                    <a:pt x="38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2" name="Google Shape;7582;p22"/>
            <p:cNvSpPr/>
            <p:nvPr/>
          </p:nvSpPr>
          <p:spPr>
            <a:xfrm flipH="1">
              <a:off x="8266518" y="241923"/>
              <a:ext cx="29361" cy="15766"/>
            </a:xfrm>
            <a:custGeom>
              <a:rect b="b" l="l" r="r" t="t"/>
              <a:pathLst>
                <a:path extrusionOk="0" h="392" w="730">
                  <a:moveTo>
                    <a:pt x="217" y="1"/>
                  </a:moveTo>
                  <a:cubicBezTo>
                    <a:pt x="175" y="1"/>
                    <a:pt x="131" y="6"/>
                    <a:pt x="85" y="18"/>
                  </a:cubicBezTo>
                  <a:cubicBezTo>
                    <a:pt x="0" y="38"/>
                    <a:pt x="24" y="157"/>
                    <a:pt x="98" y="157"/>
                  </a:cubicBezTo>
                  <a:cubicBezTo>
                    <a:pt x="105" y="157"/>
                    <a:pt x="112" y="156"/>
                    <a:pt x="119" y="154"/>
                  </a:cubicBezTo>
                  <a:cubicBezTo>
                    <a:pt x="151" y="146"/>
                    <a:pt x="182" y="142"/>
                    <a:pt x="212" y="142"/>
                  </a:cubicBezTo>
                  <a:cubicBezTo>
                    <a:pt x="438" y="142"/>
                    <a:pt x="585" y="352"/>
                    <a:pt x="591" y="361"/>
                  </a:cubicBezTo>
                  <a:cubicBezTo>
                    <a:pt x="603" y="379"/>
                    <a:pt x="625" y="391"/>
                    <a:pt x="649" y="391"/>
                  </a:cubicBezTo>
                  <a:cubicBezTo>
                    <a:pt x="665" y="391"/>
                    <a:pt x="677" y="388"/>
                    <a:pt x="690" y="379"/>
                  </a:cubicBezTo>
                  <a:cubicBezTo>
                    <a:pt x="720" y="358"/>
                    <a:pt x="730" y="314"/>
                    <a:pt x="708" y="280"/>
                  </a:cubicBezTo>
                  <a:cubicBezTo>
                    <a:pt x="700" y="270"/>
                    <a:pt x="514" y="1"/>
                    <a:pt x="2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3" name="Google Shape;7583;p22"/>
            <p:cNvSpPr/>
            <p:nvPr/>
          </p:nvSpPr>
          <p:spPr>
            <a:xfrm flipH="1">
              <a:off x="8260042" y="264406"/>
              <a:ext cx="29401" cy="15847"/>
            </a:xfrm>
            <a:custGeom>
              <a:rect b="b" l="l" r="r" t="t"/>
              <a:pathLst>
                <a:path extrusionOk="0" h="394" w="731">
                  <a:moveTo>
                    <a:pt x="215" y="1"/>
                  </a:moveTo>
                  <a:cubicBezTo>
                    <a:pt x="174" y="1"/>
                    <a:pt x="131" y="6"/>
                    <a:pt x="85" y="18"/>
                  </a:cubicBezTo>
                  <a:cubicBezTo>
                    <a:pt x="1" y="40"/>
                    <a:pt x="25" y="156"/>
                    <a:pt x="101" y="156"/>
                  </a:cubicBezTo>
                  <a:cubicBezTo>
                    <a:pt x="107" y="156"/>
                    <a:pt x="115" y="155"/>
                    <a:pt x="122" y="153"/>
                  </a:cubicBezTo>
                  <a:cubicBezTo>
                    <a:pt x="154" y="145"/>
                    <a:pt x="185" y="141"/>
                    <a:pt x="215" y="141"/>
                  </a:cubicBezTo>
                  <a:cubicBezTo>
                    <a:pt x="438" y="141"/>
                    <a:pt x="586" y="352"/>
                    <a:pt x="591" y="363"/>
                  </a:cubicBezTo>
                  <a:cubicBezTo>
                    <a:pt x="604" y="381"/>
                    <a:pt x="628" y="394"/>
                    <a:pt x="650" y="394"/>
                  </a:cubicBezTo>
                  <a:cubicBezTo>
                    <a:pt x="665" y="394"/>
                    <a:pt x="678" y="388"/>
                    <a:pt x="690" y="381"/>
                  </a:cubicBezTo>
                  <a:cubicBezTo>
                    <a:pt x="724" y="360"/>
                    <a:pt x="730" y="314"/>
                    <a:pt x="708" y="283"/>
                  </a:cubicBezTo>
                  <a:cubicBezTo>
                    <a:pt x="700" y="269"/>
                    <a:pt x="514" y="1"/>
                    <a:pt x="21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4" name="Google Shape;7584;p22"/>
            <p:cNvSpPr/>
            <p:nvPr/>
          </p:nvSpPr>
          <p:spPr>
            <a:xfrm flipH="1">
              <a:off x="8231767" y="259218"/>
              <a:ext cx="28476" cy="15726"/>
            </a:xfrm>
            <a:custGeom>
              <a:rect b="b" l="l" r="r" t="t"/>
              <a:pathLst>
                <a:path extrusionOk="0" h="391" w="708">
                  <a:moveTo>
                    <a:pt x="192" y="0"/>
                  </a:moveTo>
                  <a:cubicBezTo>
                    <a:pt x="151" y="0"/>
                    <a:pt x="108" y="5"/>
                    <a:pt x="63" y="17"/>
                  </a:cubicBezTo>
                  <a:cubicBezTo>
                    <a:pt x="23" y="26"/>
                    <a:pt x="1" y="66"/>
                    <a:pt x="10" y="103"/>
                  </a:cubicBezTo>
                  <a:cubicBezTo>
                    <a:pt x="21" y="135"/>
                    <a:pt x="49" y="155"/>
                    <a:pt x="79" y="155"/>
                  </a:cubicBezTo>
                  <a:cubicBezTo>
                    <a:pt x="85" y="155"/>
                    <a:pt x="91" y="154"/>
                    <a:pt x="97" y="153"/>
                  </a:cubicBezTo>
                  <a:cubicBezTo>
                    <a:pt x="129" y="144"/>
                    <a:pt x="160" y="141"/>
                    <a:pt x="190" y="141"/>
                  </a:cubicBezTo>
                  <a:cubicBezTo>
                    <a:pt x="415" y="141"/>
                    <a:pt x="563" y="352"/>
                    <a:pt x="568" y="362"/>
                  </a:cubicBezTo>
                  <a:cubicBezTo>
                    <a:pt x="581" y="381"/>
                    <a:pt x="602" y="390"/>
                    <a:pt x="627" y="390"/>
                  </a:cubicBezTo>
                  <a:cubicBezTo>
                    <a:pt x="642" y="390"/>
                    <a:pt x="655" y="387"/>
                    <a:pt x="667" y="378"/>
                  </a:cubicBezTo>
                  <a:cubicBezTo>
                    <a:pt x="698" y="356"/>
                    <a:pt x="707" y="313"/>
                    <a:pt x="686" y="282"/>
                  </a:cubicBezTo>
                  <a:cubicBezTo>
                    <a:pt x="678" y="269"/>
                    <a:pt x="491" y="0"/>
                    <a:pt x="19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5" name="Google Shape;7585;p22"/>
            <p:cNvSpPr/>
            <p:nvPr/>
          </p:nvSpPr>
          <p:spPr>
            <a:xfrm flipH="1">
              <a:off x="8222717" y="275950"/>
              <a:ext cx="29280" cy="15847"/>
            </a:xfrm>
            <a:custGeom>
              <a:rect b="b" l="l" r="r" t="t"/>
              <a:pathLst>
                <a:path extrusionOk="0" h="394" w="728">
                  <a:moveTo>
                    <a:pt x="212" y="1"/>
                  </a:moveTo>
                  <a:cubicBezTo>
                    <a:pt x="171" y="1"/>
                    <a:pt x="128" y="6"/>
                    <a:pt x="83" y="17"/>
                  </a:cubicBezTo>
                  <a:cubicBezTo>
                    <a:pt x="1" y="40"/>
                    <a:pt x="22" y="156"/>
                    <a:pt x="98" y="156"/>
                  </a:cubicBezTo>
                  <a:cubicBezTo>
                    <a:pt x="105" y="156"/>
                    <a:pt x="112" y="155"/>
                    <a:pt x="120" y="153"/>
                  </a:cubicBezTo>
                  <a:cubicBezTo>
                    <a:pt x="152" y="145"/>
                    <a:pt x="183" y="141"/>
                    <a:pt x="212" y="141"/>
                  </a:cubicBezTo>
                  <a:cubicBezTo>
                    <a:pt x="436" y="141"/>
                    <a:pt x="584" y="352"/>
                    <a:pt x="592" y="363"/>
                  </a:cubicBezTo>
                  <a:cubicBezTo>
                    <a:pt x="604" y="381"/>
                    <a:pt x="626" y="394"/>
                    <a:pt x="650" y="394"/>
                  </a:cubicBezTo>
                  <a:cubicBezTo>
                    <a:pt x="663" y="391"/>
                    <a:pt x="678" y="387"/>
                    <a:pt x="687" y="378"/>
                  </a:cubicBezTo>
                  <a:cubicBezTo>
                    <a:pt x="721" y="357"/>
                    <a:pt x="727" y="313"/>
                    <a:pt x="706" y="283"/>
                  </a:cubicBezTo>
                  <a:cubicBezTo>
                    <a:pt x="698" y="269"/>
                    <a:pt x="511" y="1"/>
                    <a:pt x="2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6" name="Google Shape;7586;p22"/>
            <p:cNvSpPr/>
            <p:nvPr/>
          </p:nvSpPr>
          <p:spPr>
            <a:xfrm flipH="1">
              <a:off x="8084397" y="519207"/>
              <a:ext cx="30527" cy="13273"/>
            </a:xfrm>
            <a:custGeom>
              <a:rect b="b" l="l" r="r" t="t"/>
              <a:pathLst>
                <a:path extrusionOk="0" h="330" w="759">
                  <a:moveTo>
                    <a:pt x="276" y="1"/>
                  </a:moveTo>
                  <a:cubicBezTo>
                    <a:pt x="213" y="1"/>
                    <a:pt x="146" y="13"/>
                    <a:pt x="77" y="42"/>
                  </a:cubicBezTo>
                  <a:cubicBezTo>
                    <a:pt x="1" y="75"/>
                    <a:pt x="34" y="178"/>
                    <a:pt x="102" y="178"/>
                  </a:cubicBezTo>
                  <a:cubicBezTo>
                    <a:pt x="112" y="178"/>
                    <a:pt x="122" y="176"/>
                    <a:pt x="132" y="172"/>
                  </a:cubicBezTo>
                  <a:cubicBezTo>
                    <a:pt x="182" y="151"/>
                    <a:pt x="230" y="142"/>
                    <a:pt x="276" y="142"/>
                  </a:cubicBezTo>
                  <a:cubicBezTo>
                    <a:pt x="472" y="142"/>
                    <a:pt x="621" y="300"/>
                    <a:pt x="629" y="308"/>
                  </a:cubicBezTo>
                  <a:cubicBezTo>
                    <a:pt x="644" y="323"/>
                    <a:pt x="663" y="329"/>
                    <a:pt x="681" y="329"/>
                  </a:cubicBezTo>
                  <a:cubicBezTo>
                    <a:pt x="700" y="329"/>
                    <a:pt x="715" y="323"/>
                    <a:pt x="728" y="311"/>
                  </a:cubicBezTo>
                  <a:cubicBezTo>
                    <a:pt x="758" y="286"/>
                    <a:pt x="758" y="240"/>
                    <a:pt x="734" y="212"/>
                  </a:cubicBezTo>
                  <a:cubicBezTo>
                    <a:pt x="724" y="202"/>
                    <a:pt x="534" y="1"/>
                    <a:pt x="27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7" name="Google Shape;7587;p22"/>
            <p:cNvSpPr/>
            <p:nvPr/>
          </p:nvSpPr>
          <p:spPr>
            <a:xfrm flipH="1">
              <a:off x="8111828" y="531635"/>
              <a:ext cx="31130" cy="13232"/>
            </a:xfrm>
            <a:custGeom>
              <a:rect b="b" l="l" r="r" t="t"/>
              <a:pathLst>
                <a:path extrusionOk="0" h="329" w="774">
                  <a:moveTo>
                    <a:pt x="276" y="0"/>
                  </a:moveTo>
                  <a:cubicBezTo>
                    <a:pt x="213" y="0"/>
                    <a:pt x="146" y="12"/>
                    <a:pt x="77" y="42"/>
                  </a:cubicBezTo>
                  <a:cubicBezTo>
                    <a:pt x="1" y="74"/>
                    <a:pt x="34" y="178"/>
                    <a:pt x="102" y="178"/>
                  </a:cubicBezTo>
                  <a:cubicBezTo>
                    <a:pt x="111" y="178"/>
                    <a:pt x="122" y="176"/>
                    <a:pt x="132" y="171"/>
                  </a:cubicBezTo>
                  <a:cubicBezTo>
                    <a:pt x="182" y="150"/>
                    <a:pt x="230" y="142"/>
                    <a:pt x="276" y="142"/>
                  </a:cubicBezTo>
                  <a:cubicBezTo>
                    <a:pt x="472" y="142"/>
                    <a:pt x="621" y="299"/>
                    <a:pt x="629" y="307"/>
                  </a:cubicBezTo>
                  <a:cubicBezTo>
                    <a:pt x="641" y="322"/>
                    <a:pt x="663" y="329"/>
                    <a:pt x="681" y="329"/>
                  </a:cubicBezTo>
                  <a:cubicBezTo>
                    <a:pt x="743" y="329"/>
                    <a:pt x="774" y="258"/>
                    <a:pt x="734" y="211"/>
                  </a:cubicBezTo>
                  <a:cubicBezTo>
                    <a:pt x="724" y="201"/>
                    <a:pt x="534" y="0"/>
                    <a:pt x="2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8" name="Google Shape;7588;p22"/>
            <p:cNvSpPr/>
            <p:nvPr/>
          </p:nvSpPr>
          <p:spPr>
            <a:xfrm flipH="1">
              <a:off x="8122245" y="504969"/>
              <a:ext cx="30487" cy="13353"/>
            </a:xfrm>
            <a:custGeom>
              <a:rect b="b" l="l" r="r" t="t"/>
              <a:pathLst>
                <a:path extrusionOk="0" h="332" w="758">
                  <a:moveTo>
                    <a:pt x="276" y="0"/>
                  </a:moveTo>
                  <a:cubicBezTo>
                    <a:pt x="213" y="0"/>
                    <a:pt x="146" y="12"/>
                    <a:pt x="76" y="42"/>
                  </a:cubicBezTo>
                  <a:cubicBezTo>
                    <a:pt x="0" y="74"/>
                    <a:pt x="34" y="178"/>
                    <a:pt x="101" y="178"/>
                  </a:cubicBezTo>
                  <a:cubicBezTo>
                    <a:pt x="111" y="178"/>
                    <a:pt x="121" y="176"/>
                    <a:pt x="132" y="171"/>
                  </a:cubicBezTo>
                  <a:cubicBezTo>
                    <a:pt x="181" y="150"/>
                    <a:pt x="229" y="142"/>
                    <a:pt x="275" y="142"/>
                  </a:cubicBezTo>
                  <a:cubicBezTo>
                    <a:pt x="471" y="142"/>
                    <a:pt x="621" y="299"/>
                    <a:pt x="628" y="307"/>
                  </a:cubicBezTo>
                  <a:cubicBezTo>
                    <a:pt x="640" y="322"/>
                    <a:pt x="662" y="332"/>
                    <a:pt x="681" y="332"/>
                  </a:cubicBezTo>
                  <a:cubicBezTo>
                    <a:pt x="699" y="332"/>
                    <a:pt x="714" y="322"/>
                    <a:pt x="727" y="313"/>
                  </a:cubicBezTo>
                  <a:cubicBezTo>
                    <a:pt x="758" y="285"/>
                    <a:pt x="758" y="242"/>
                    <a:pt x="733" y="211"/>
                  </a:cubicBezTo>
                  <a:cubicBezTo>
                    <a:pt x="723" y="201"/>
                    <a:pt x="534" y="0"/>
                    <a:pt x="2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9" name="Google Shape;7589;p22"/>
            <p:cNvSpPr/>
            <p:nvPr/>
          </p:nvSpPr>
          <p:spPr>
            <a:xfrm flipH="1">
              <a:off x="8204497" y="500102"/>
              <a:ext cx="31412" cy="9894"/>
            </a:xfrm>
            <a:custGeom>
              <a:rect b="b" l="l" r="r" t="t"/>
              <a:pathLst>
                <a:path extrusionOk="0" h="246" w="781">
                  <a:moveTo>
                    <a:pt x="370" y="1"/>
                  </a:moveTo>
                  <a:cubicBezTo>
                    <a:pt x="263" y="1"/>
                    <a:pt x="144" y="30"/>
                    <a:pt x="34" y="123"/>
                  </a:cubicBezTo>
                  <a:cubicBezTo>
                    <a:pt x="4" y="147"/>
                    <a:pt x="0" y="190"/>
                    <a:pt x="25" y="221"/>
                  </a:cubicBezTo>
                  <a:cubicBezTo>
                    <a:pt x="41" y="237"/>
                    <a:pt x="59" y="246"/>
                    <a:pt x="81" y="246"/>
                  </a:cubicBezTo>
                  <a:cubicBezTo>
                    <a:pt x="96" y="246"/>
                    <a:pt x="111" y="240"/>
                    <a:pt x="124" y="230"/>
                  </a:cubicBezTo>
                  <a:cubicBezTo>
                    <a:pt x="203" y="163"/>
                    <a:pt x="291" y="142"/>
                    <a:pt x="371" y="142"/>
                  </a:cubicBezTo>
                  <a:cubicBezTo>
                    <a:pt x="513" y="142"/>
                    <a:pt x="631" y="209"/>
                    <a:pt x="639" y="215"/>
                  </a:cubicBezTo>
                  <a:cubicBezTo>
                    <a:pt x="652" y="222"/>
                    <a:pt x="664" y="225"/>
                    <a:pt x="676" y="225"/>
                  </a:cubicBezTo>
                  <a:cubicBezTo>
                    <a:pt x="740" y="225"/>
                    <a:pt x="780" y="131"/>
                    <a:pt x="710" y="92"/>
                  </a:cubicBezTo>
                  <a:cubicBezTo>
                    <a:pt x="700" y="86"/>
                    <a:pt x="552" y="1"/>
                    <a:pt x="3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0" name="Google Shape;7590;p22"/>
            <p:cNvSpPr/>
            <p:nvPr/>
          </p:nvSpPr>
          <p:spPr>
            <a:xfrm flipH="1">
              <a:off x="8144809" y="520212"/>
              <a:ext cx="30527" cy="13353"/>
            </a:xfrm>
            <a:custGeom>
              <a:rect b="b" l="l" r="r" t="t"/>
              <a:pathLst>
                <a:path extrusionOk="0" h="332" w="759">
                  <a:moveTo>
                    <a:pt x="276" y="0"/>
                  </a:moveTo>
                  <a:cubicBezTo>
                    <a:pt x="213" y="0"/>
                    <a:pt x="146" y="12"/>
                    <a:pt x="77" y="42"/>
                  </a:cubicBezTo>
                  <a:cubicBezTo>
                    <a:pt x="1" y="74"/>
                    <a:pt x="32" y="178"/>
                    <a:pt x="101" y="178"/>
                  </a:cubicBezTo>
                  <a:cubicBezTo>
                    <a:pt x="111" y="178"/>
                    <a:pt x="121" y="176"/>
                    <a:pt x="132" y="172"/>
                  </a:cubicBezTo>
                  <a:cubicBezTo>
                    <a:pt x="180" y="151"/>
                    <a:pt x="228" y="143"/>
                    <a:pt x="273" y="143"/>
                  </a:cubicBezTo>
                  <a:cubicBezTo>
                    <a:pt x="469" y="143"/>
                    <a:pt x="621" y="300"/>
                    <a:pt x="629" y="310"/>
                  </a:cubicBezTo>
                  <a:cubicBezTo>
                    <a:pt x="641" y="323"/>
                    <a:pt x="660" y="332"/>
                    <a:pt x="678" y="332"/>
                  </a:cubicBezTo>
                  <a:cubicBezTo>
                    <a:pt x="697" y="332"/>
                    <a:pt x="715" y="326"/>
                    <a:pt x="727" y="313"/>
                  </a:cubicBezTo>
                  <a:cubicBezTo>
                    <a:pt x="755" y="286"/>
                    <a:pt x="758" y="242"/>
                    <a:pt x="731" y="212"/>
                  </a:cubicBezTo>
                  <a:cubicBezTo>
                    <a:pt x="721" y="202"/>
                    <a:pt x="533" y="0"/>
                    <a:pt x="2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1" name="Google Shape;7591;p22"/>
            <p:cNvSpPr/>
            <p:nvPr/>
          </p:nvSpPr>
          <p:spPr>
            <a:xfrm flipH="1">
              <a:off x="8162064" y="497367"/>
              <a:ext cx="30487" cy="13393"/>
            </a:xfrm>
            <a:custGeom>
              <a:rect b="b" l="l" r="r" t="t"/>
              <a:pathLst>
                <a:path extrusionOk="0" h="333" w="758">
                  <a:moveTo>
                    <a:pt x="275" y="1"/>
                  </a:moveTo>
                  <a:cubicBezTo>
                    <a:pt x="213" y="1"/>
                    <a:pt x="146" y="13"/>
                    <a:pt x="76" y="42"/>
                  </a:cubicBezTo>
                  <a:cubicBezTo>
                    <a:pt x="0" y="75"/>
                    <a:pt x="34" y="179"/>
                    <a:pt x="101" y="179"/>
                  </a:cubicBezTo>
                  <a:cubicBezTo>
                    <a:pt x="111" y="179"/>
                    <a:pt x="121" y="177"/>
                    <a:pt x="132" y="172"/>
                  </a:cubicBezTo>
                  <a:cubicBezTo>
                    <a:pt x="180" y="151"/>
                    <a:pt x="228" y="143"/>
                    <a:pt x="274" y="143"/>
                  </a:cubicBezTo>
                  <a:cubicBezTo>
                    <a:pt x="469" y="143"/>
                    <a:pt x="621" y="300"/>
                    <a:pt x="628" y="308"/>
                  </a:cubicBezTo>
                  <a:cubicBezTo>
                    <a:pt x="640" y="323"/>
                    <a:pt x="659" y="332"/>
                    <a:pt x="681" y="332"/>
                  </a:cubicBezTo>
                  <a:cubicBezTo>
                    <a:pt x="696" y="332"/>
                    <a:pt x="714" y="323"/>
                    <a:pt x="727" y="314"/>
                  </a:cubicBezTo>
                  <a:cubicBezTo>
                    <a:pt x="755" y="286"/>
                    <a:pt x="758" y="243"/>
                    <a:pt x="730" y="212"/>
                  </a:cubicBezTo>
                  <a:cubicBezTo>
                    <a:pt x="722" y="202"/>
                    <a:pt x="534" y="1"/>
                    <a:pt x="27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2" name="Google Shape;7592;p22"/>
            <p:cNvSpPr/>
            <p:nvPr/>
          </p:nvSpPr>
          <p:spPr>
            <a:xfrm flipH="1">
              <a:off x="8181289" y="513214"/>
              <a:ext cx="31613" cy="11181"/>
            </a:xfrm>
            <a:custGeom>
              <a:rect b="b" l="l" r="r" t="t"/>
              <a:pathLst>
                <a:path extrusionOk="0" h="278" w="786">
                  <a:moveTo>
                    <a:pt x="323" y="1"/>
                  </a:moveTo>
                  <a:cubicBezTo>
                    <a:pt x="240" y="1"/>
                    <a:pt x="150" y="20"/>
                    <a:pt x="61" y="74"/>
                  </a:cubicBezTo>
                  <a:cubicBezTo>
                    <a:pt x="1" y="119"/>
                    <a:pt x="38" y="203"/>
                    <a:pt x="100" y="203"/>
                  </a:cubicBezTo>
                  <a:cubicBezTo>
                    <a:pt x="111" y="203"/>
                    <a:pt x="123" y="200"/>
                    <a:pt x="135" y="194"/>
                  </a:cubicBezTo>
                  <a:cubicBezTo>
                    <a:pt x="198" y="156"/>
                    <a:pt x="262" y="142"/>
                    <a:pt x="323" y="142"/>
                  </a:cubicBezTo>
                  <a:cubicBezTo>
                    <a:pt x="494" y="142"/>
                    <a:pt x="637" y="255"/>
                    <a:pt x="644" y="259"/>
                  </a:cubicBezTo>
                  <a:cubicBezTo>
                    <a:pt x="656" y="272"/>
                    <a:pt x="671" y="278"/>
                    <a:pt x="690" y="278"/>
                  </a:cubicBezTo>
                  <a:cubicBezTo>
                    <a:pt x="755" y="278"/>
                    <a:pt x="786" y="194"/>
                    <a:pt x="733" y="151"/>
                  </a:cubicBezTo>
                  <a:cubicBezTo>
                    <a:pt x="724" y="142"/>
                    <a:pt x="547" y="1"/>
                    <a:pt x="3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3" name="Google Shape;7593;p22"/>
            <p:cNvSpPr/>
            <p:nvPr/>
          </p:nvSpPr>
          <p:spPr>
            <a:xfrm flipH="1">
              <a:off x="8071888" y="541007"/>
              <a:ext cx="29924" cy="14640"/>
            </a:xfrm>
            <a:custGeom>
              <a:rect b="b" l="l" r="r" t="t"/>
              <a:pathLst>
                <a:path extrusionOk="0" h="364" w="744">
                  <a:moveTo>
                    <a:pt x="245" y="0"/>
                  </a:moveTo>
                  <a:cubicBezTo>
                    <a:pt x="193" y="0"/>
                    <a:pt x="138" y="8"/>
                    <a:pt x="81" y="28"/>
                  </a:cubicBezTo>
                  <a:cubicBezTo>
                    <a:pt x="0" y="53"/>
                    <a:pt x="30" y="165"/>
                    <a:pt x="101" y="165"/>
                  </a:cubicBezTo>
                  <a:cubicBezTo>
                    <a:pt x="109" y="165"/>
                    <a:pt x="118" y="163"/>
                    <a:pt x="127" y="160"/>
                  </a:cubicBezTo>
                  <a:cubicBezTo>
                    <a:pt x="167" y="147"/>
                    <a:pt x="206" y="141"/>
                    <a:pt x="243" y="141"/>
                  </a:cubicBezTo>
                  <a:cubicBezTo>
                    <a:pt x="453" y="141"/>
                    <a:pt x="603" y="326"/>
                    <a:pt x="611" y="336"/>
                  </a:cubicBezTo>
                  <a:cubicBezTo>
                    <a:pt x="624" y="352"/>
                    <a:pt x="645" y="364"/>
                    <a:pt x="667" y="364"/>
                  </a:cubicBezTo>
                  <a:cubicBezTo>
                    <a:pt x="682" y="361"/>
                    <a:pt x="698" y="358"/>
                    <a:pt x="710" y="348"/>
                  </a:cubicBezTo>
                  <a:cubicBezTo>
                    <a:pt x="741" y="324"/>
                    <a:pt x="744" y="278"/>
                    <a:pt x="722" y="250"/>
                  </a:cubicBezTo>
                  <a:cubicBezTo>
                    <a:pt x="712" y="237"/>
                    <a:pt x="524" y="0"/>
                    <a:pt x="24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4" name="Google Shape;7594;p22"/>
            <p:cNvSpPr/>
            <p:nvPr/>
          </p:nvSpPr>
          <p:spPr>
            <a:xfrm flipH="1">
              <a:off x="8298413" y="246991"/>
              <a:ext cx="30849" cy="12307"/>
            </a:xfrm>
            <a:custGeom>
              <a:rect b="b" l="l" r="r" t="t"/>
              <a:pathLst>
                <a:path extrusionOk="0" h="306" w="767">
                  <a:moveTo>
                    <a:pt x="302" y="1"/>
                  </a:moveTo>
                  <a:cubicBezTo>
                    <a:pt x="230" y="1"/>
                    <a:pt x="153" y="16"/>
                    <a:pt x="73" y="56"/>
                  </a:cubicBezTo>
                  <a:cubicBezTo>
                    <a:pt x="1" y="90"/>
                    <a:pt x="37" y="190"/>
                    <a:pt x="105" y="190"/>
                  </a:cubicBezTo>
                  <a:cubicBezTo>
                    <a:pt x="115" y="190"/>
                    <a:pt x="126" y="188"/>
                    <a:pt x="138" y="182"/>
                  </a:cubicBezTo>
                  <a:cubicBezTo>
                    <a:pt x="194" y="154"/>
                    <a:pt x="249" y="143"/>
                    <a:pt x="301" y="143"/>
                  </a:cubicBezTo>
                  <a:cubicBezTo>
                    <a:pt x="486" y="143"/>
                    <a:pt x="633" y="280"/>
                    <a:pt x="641" y="287"/>
                  </a:cubicBezTo>
                  <a:cubicBezTo>
                    <a:pt x="653" y="299"/>
                    <a:pt x="671" y="306"/>
                    <a:pt x="690" y="306"/>
                  </a:cubicBezTo>
                  <a:cubicBezTo>
                    <a:pt x="708" y="306"/>
                    <a:pt x="727" y="299"/>
                    <a:pt x="739" y="284"/>
                  </a:cubicBezTo>
                  <a:cubicBezTo>
                    <a:pt x="767" y="256"/>
                    <a:pt x="767" y="213"/>
                    <a:pt x="739" y="185"/>
                  </a:cubicBezTo>
                  <a:cubicBezTo>
                    <a:pt x="730" y="176"/>
                    <a:pt x="546" y="1"/>
                    <a:pt x="30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5" name="Google Shape;7595;p22"/>
            <p:cNvSpPr/>
            <p:nvPr/>
          </p:nvSpPr>
          <p:spPr>
            <a:xfrm flipH="1">
              <a:off x="8308710" y="229213"/>
              <a:ext cx="30286" cy="10739"/>
            </a:xfrm>
            <a:custGeom>
              <a:rect b="b" l="l" r="r" t="t"/>
              <a:pathLst>
                <a:path extrusionOk="0" h="267" w="753">
                  <a:moveTo>
                    <a:pt x="317" y="1"/>
                  </a:moveTo>
                  <a:cubicBezTo>
                    <a:pt x="230" y="1"/>
                    <a:pt x="136" y="22"/>
                    <a:pt x="44" y="81"/>
                  </a:cubicBezTo>
                  <a:cubicBezTo>
                    <a:pt x="10" y="103"/>
                    <a:pt x="0" y="146"/>
                    <a:pt x="22" y="180"/>
                  </a:cubicBezTo>
                  <a:cubicBezTo>
                    <a:pt x="34" y="202"/>
                    <a:pt x="57" y="213"/>
                    <a:pt x="80" y="213"/>
                  </a:cubicBezTo>
                  <a:cubicBezTo>
                    <a:pt x="93" y="213"/>
                    <a:pt x="106" y="209"/>
                    <a:pt x="118" y="202"/>
                  </a:cubicBezTo>
                  <a:cubicBezTo>
                    <a:pt x="185" y="159"/>
                    <a:pt x="254" y="143"/>
                    <a:pt x="319" y="143"/>
                  </a:cubicBezTo>
                  <a:cubicBezTo>
                    <a:pt x="485" y="143"/>
                    <a:pt x="623" y="247"/>
                    <a:pt x="630" y="251"/>
                  </a:cubicBezTo>
                  <a:cubicBezTo>
                    <a:pt x="642" y="260"/>
                    <a:pt x="657" y="266"/>
                    <a:pt x="673" y="266"/>
                  </a:cubicBezTo>
                  <a:cubicBezTo>
                    <a:pt x="694" y="266"/>
                    <a:pt x="716" y="257"/>
                    <a:pt x="728" y="239"/>
                  </a:cubicBezTo>
                  <a:cubicBezTo>
                    <a:pt x="753" y="208"/>
                    <a:pt x="747" y="165"/>
                    <a:pt x="716" y="140"/>
                  </a:cubicBezTo>
                  <a:cubicBezTo>
                    <a:pt x="707" y="133"/>
                    <a:pt x="533" y="1"/>
                    <a:pt x="3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6" name="Google Shape;7596;p22"/>
            <p:cNvSpPr/>
            <p:nvPr/>
          </p:nvSpPr>
          <p:spPr>
            <a:xfrm flipH="1">
              <a:off x="7699481" y="666818"/>
              <a:ext cx="31050" cy="11784"/>
            </a:xfrm>
            <a:custGeom>
              <a:rect b="b" l="l" r="r" t="t"/>
              <a:pathLst>
                <a:path extrusionOk="0" h="293" w="772">
                  <a:moveTo>
                    <a:pt x="316" y="1"/>
                  </a:moveTo>
                  <a:cubicBezTo>
                    <a:pt x="239" y="1"/>
                    <a:pt x="156" y="18"/>
                    <a:pt x="72" y="64"/>
                  </a:cubicBezTo>
                  <a:cubicBezTo>
                    <a:pt x="1" y="101"/>
                    <a:pt x="40" y="197"/>
                    <a:pt x="105" y="197"/>
                  </a:cubicBezTo>
                  <a:cubicBezTo>
                    <a:pt x="116" y="197"/>
                    <a:pt x="128" y="194"/>
                    <a:pt x="140" y="188"/>
                  </a:cubicBezTo>
                  <a:cubicBezTo>
                    <a:pt x="200" y="155"/>
                    <a:pt x="260" y="142"/>
                    <a:pt x="316" y="142"/>
                  </a:cubicBezTo>
                  <a:cubicBezTo>
                    <a:pt x="494" y="142"/>
                    <a:pt x="638" y="267"/>
                    <a:pt x="645" y="274"/>
                  </a:cubicBezTo>
                  <a:cubicBezTo>
                    <a:pt x="658" y="286"/>
                    <a:pt x="676" y="292"/>
                    <a:pt x="692" y="292"/>
                  </a:cubicBezTo>
                  <a:cubicBezTo>
                    <a:pt x="713" y="292"/>
                    <a:pt x="732" y="283"/>
                    <a:pt x="744" y="271"/>
                  </a:cubicBezTo>
                  <a:cubicBezTo>
                    <a:pt x="772" y="240"/>
                    <a:pt x="769" y="197"/>
                    <a:pt x="741" y="169"/>
                  </a:cubicBezTo>
                  <a:cubicBezTo>
                    <a:pt x="729" y="160"/>
                    <a:pt x="549" y="1"/>
                    <a:pt x="31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7" name="Google Shape;7597;p22"/>
            <p:cNvSpPr/>
            <p:nvPr/>
          </p:nvSpPr>
          <p:spPr>
            <a:xfrm flipH="1">
              <a:off x="7673297" y="654511"/>
              <a:ext cx="31693" cy="11825"/>
            </a:xfrm>
            <a:custGeom>
              <a:rect b="b" l="l" r="r" t="t"/>
              <a:pathLst>
                <a:path extrusionOk="0" h="294" w="788">
                  <a:moveTo>
                    <a:pt x="314" y="0"/>
                  </a:moveTo>
                  <a:cubicBezTo>
                    <a:pt x="237" y="0"/>
                    <a:pt x="155" y="17"/>
                    <a:pt x="72" y="62"/>
                  </a:cubicBezTo>
                  <a:cubicBezTo>
                    <a:pt x="1" y="101"/>
                    <a:pt x="40" y="197"/>
                    <a:pt x="105" y="197"/>
                  </a:cubicBezTo>
                  <a:cubicBezTo>
                    <a:pt x="116" y="197"/>
                    <a:pt x="128" y="194"/>
                    <a:pt x="140" y="188"/>
                  </a:cubicBezTo>
                  <a:cubicBezTo>
                    <a:pt x="200" y="156"/>
                    <a:pt x="260" y="143"/>
                    <a:pt x="316" y="143"/>
                  </a:cubicBezTo>
                  <a:cubicBezTo>
                    <a:pt x="495" y="143"/>
                    <a:pt x="639" y="268"/>
                    <a:pt x="646" y="275"/>
                  </a:cubicBezTo>
                  <a:cubicBezTo>
                    <a:pt x="658" y="287"/>
                    <a:pt x="677" y="293"/>
                    <a:pt x="695" y="293"/>
                  </a:cubicBezTo>
                  <a:cubicBezTo>
                    <a:pt x="757" y="293"/>
                    <a:pt x="788" y="213"/>
                    <a:pt x="741" y="170"/>
                  </a:cubicBezTo>
                  <a:cubicBezTo>
                    <a:pt x="730" y="160"/>
                    <a:pt x="548" y="0"/>
                    <a:pt x="3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8" name="Google Shape;7598;p22"/>
            <p:cNvSpPr/>
            <p:nvPr/>
          </p:nvSpPr>
          <p:spPr>
            <a:xfrm flipH="1">
              <a:off x="7512775" y="1097948"/>
              <a:ext cx="28878" cy="16329"/>
            </a:xfrm>
            <a:custGeom>
              <a:rect b="b" l="l" r="r" t="t"/>
              <a:pathLst>
                <a:path extrusionOk="0" h="406" w="718">
                  <a:moveTo>
                    <a:pt x="197" y="0"/>
                  </a:moveTo>
                  <a:cubicBezTo>
                    <a:pt x="160" y="0"/>
                    <a:pt x="120" y="4"/>
                    <a:pt x="79" y="14"/>
                  </a:cubicBezTo>
                  <a:cubicBezTo>
                    <a:pt x="1" y="37"/>
                    <a:pt x="21" y="151"/>
                    <a:pt x="96" y="151"/>
                  </a:cubicBezTo>
                  <a:cubicBezTo>
                    <a:pt x="100" y="151"/>
                    <a:pt x="105" y="150"/>
                    <a:pt x="110" y="149"/>
                  </a:cubicBezTo>
                  <a:cubicBezTo>
                    <a:pt x="138" y="143"/>
                    <a:pt x="166" y="140"/>
                    <a:pt x="192" y="140"/>
                  </a:cubicBezTo>
                  <a:cubicBezTo>
                    <a:pt x="423" y="140"/>
                    <a:pt x="570" y="360"/>
                    <a:pt x="576" y="371"/>
                  </a:cubicBezTo>
                  <a:cubicBezTo>
                    <a:pt x="588" y="393"/>
                    <a:pt x="613" y="405"/>
                    <a:pt x="634" y="405"/>
                  </a:cubicBezTo>
                  <a:cubicBezTo>
                    <a:pt x="650" y="405"/>
                    <a:pt x="662" y="399"/>
                    <a:pt x="675" y="393"/>
                  </a:cubicBezTo>
                  <a:cubicBezTo>
                    <a:pt x="709" y="371"/>
                    <a:pt x="718" y="328"/>
                    <a:pt x="696" y="294"/>
                  </a:cubicBezTo>
                  <a:cubicBezTo>
                    <a:pt x="688" y="281"/>
                    <a:pt x="503" y="0"/>
                    <a:pt x="19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9" name="Google Shape;7599;p22"/>
            <p:cNvSpPr/>
            <p:nvPr/>
          </p:nvSpPr>
          <p:spPr>
            <a:xfrm flipH="1">
              <a:off x="7541171" y="1104987"/>
              <a:ext cx="29160" cy="16370"/>
            </a:xfrm>
            <a:custGeom>
              <a:rect b="b" l="l" r="r" t="t"/>
              <a:pathLst>
                <a:path extrusionOk="0" h="407" w="725">
                  <a:moveTo>
                    <a:pt x="203" y="1"/>
                  </a:moveTo>
                  <a:cubicBezTo>
                    <a:pt x="166" y="1"/>
                    <a:pt x="127" y="5"/>
                    <a:pt x="86" y="15"/>
                  </a:cubicBezTo>
                  <a:cubicBezTo>
                    <a:pt x="0" y="35"/>
                    <a:pt x="21" y="156"/>
                    <a:pt x="98" y="156"/>
                  </a:cubicBezTo>
                  <a:cubicBezTo>
                    <a:pt x="104" y="156"/>
                    <a:pt x="110" y="155"/>
                    <a:pt x="117" y="153"/>
                  </a:cubicBezTo>
                  <a:cubicBezTo>
                    <a:pt x="146" y="146"/>
                    <a:pt x="174" y="143"/>
                    <a:pt x="201" y="143"/>
                  </a:cubicBezTo>
                  <a:cubicBezTo>
                    <a:pt x="430" y="143"/>
                    <a:pt x="574" y="364"/>
                    <a:pt x="583" y="375"/>
                  </a:cubicBezTo>
                  <a:cubicBezTo>
                    <a:pt x="595" y="394"/>
                    <a:pt x="617" y="406"/>
                    <a:pt x="641" y="406"/>
                  </a:cubicBezTo>
                  <a:cubicBezTo>
                    <a:pt x="657" y="406"/>
                    <a:pt x="669" y="403"/>
                    <a:pt x="681" y="394"/>
                  </a:cubicBezTo>
                  <a:cubicBezTo>
                    <a:pt x="715" y="375"/>
                    <a:pt x="724" y="332"/>
                    <a:pt x="703" y="298"/>
                  </a:cubicBezTo>
                  <a:cubicBezTo>
                    <a:pt x="692" y="285"/>
                    <a:pt x="509" y="1"/>
                    <a:pt x="20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0" name="Google Shape;7600;p22"/>
            <p:cNvSpPr/>
            <p:nvPr/>
          </p:nvSpPr>
          <p:spPr>
            <a:xfrm flipH="1">
              <a:off x="7552593" y="1073735"/>
              <a:ext cx="28918" cy="16329"/>
            </a:xfrm>
            <a:custGeom>
              <a:rect b="b" l="l" r="r" t="t"/>
              <a:pathLst>
                <a:path extrusionOk="0" h="406" w="719">
                  <a:moveTo>
                    <a:pt x="197" y="1"/>
                  </a:moveTo>
                  <a:cubicBezTo>
                    <a:pt x="160" y="1"/>
                    <a:pt x="121" y="5"/>
                    <a:pt x="80" y="14"/>
                  </a:cubicBezTo>
                  <a:cubicBezTo>
                    <a:pt x="1" y="38"/>
                    <a:pt x="22" y="154"/>
                    <a:pt x="102" y="154"/>
                  </a:cubicBezTo>
                  <a:cubicBezTo>
                    <a:pt x="106" y="154"/>
                    <a:pt x="110" y="154"/>
                    <a:pt x="114" y="153"/>
                  </a:cubicBezTo>
                  <a:cubicBezTo>
                    <a:pt x="143" y="146"/>
                    <a:pt x="172" y="143"/>
                    <a:pt x="199" y="143"/>
                  </a:cubicBezTo>
                  <a:cubicBezTo>
                    <a:pt x="428" y="143"/>
                    <a:pt x="571" y="364"/>
                    <a:pt x="577" y="372"/>
                  </a:cubicBezTo>
                  <a:cubicBezTo>
                    <a:pt x="589" y="394"/>
                    <a:pt x="614" y="406"/>
                    <a:pt x="639" y="406"/>
                  </a:cubicBezTo>
                  <a:cubicBezTo>
                    <a:pt x="651" y="406"/>
                    <a:pt x="663" y="403"/>
                    <a:pt x="676" y="394"/>
                  </a:cubicBezTo>
                  <a:cubicBezTo>
                    <a:pt x="709" y="372"/>
                    <a:pt x="719" y="329"/>
                    <a:pt x="697" y="298"/>
                  </a:cubicBezTo>
                  <a:cubicBezTo>
                    <a:pt x="689" y="284"/>
                    <a:pt x="504" y="1"/>
                    <a:pt x="19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1" name="Google Shape;7601;p22"/>
            <p:cNvSpPr/>
            <p:nvPr/>
          </p:nvSpPr>
          <p:spPr>
            <a:xfrm flipH="1">
              <a:off x="7573911" y="1083670"/>
              <a:ext cx="29079" cy="16329"/>
            </a:xfrm>
            <a:custGeom>
              <a:rect b="b" l="l" r="r" t="t"/>
              <a:pathLst>
                <a:path extrusionOk="0" h="406" w="723">
                  <a:moveTo>
                    <a:pt x="203" y="0"/>
                  </a:moveTo>
                  <a:cubicBezTo>
                    <a:pt x="166" y="0"/>
                    <a:pt x="127" y="5"/>
                    <a:pt x="87" y="14"/>
                  </a:cubicBezTo>
                  <a:cubicBezTo>
                    <a:pt x="0" y="34"/>
                    <a:pt x="22" y="155"/>
                    <a:pt x="101" y="155"/>
                  </a:cubicBezTo>
                  <a:cubicBezTo>
                    <a:pt x="106" y="155"/>
                    <a:pt x="112" y="154"/>
                    <a:pt x="118" y="153"/>
                  </a:cubicBezTo>
                  <a:cubicBezTo>
                    <a:pt x="147" y="146"/>
                    <a:pt x="175" y="143"/>
                    <a:pt x="202" y="143"/>
                  </a:cubicBezTo>
                  <a:cubicBezTo>
                    <a:pt x="431" y="143"/>
                    <a:pt x="575" y="364"/>
                    <a:pt x="580" y="375"/>
                  </a:cubicBezTo>
                  <a:cubicBezTo>
                    <a:pt x="596" y="393"/>
                    <a:pt x="617" y="406"/>
                    <a:pt x="642" y="406"/>
                  </a:cubicBezTo>
                  <a:cubicBezTo>
                    <a:pt x="654" y="406"/>
                    <a:pt x="670" y="403"/>
                    <a:pt x="682" y="393"/>
                  </a:cubicBezTo>
                  <a:cubicBezTo>
                    <a:pt x="713" y="375"/>
                    <a:pt x="722" y="329"/>
                    <a:pt x="704" y="298"/>
                  </a:cubicBezTo>
                  <a:cubicBezTo>
                    <a:pt x="693" y="284"/>
                    <a:pt x="508" y="0"/>
                    <a:pt x="20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2" name="Google Shape;7602;p22"/>
            <p:cNvSpPr/>
            <p:nvPr/>
          </p:nvSpPr>
          <p:spPr>
            <a:xfrm flipH="1">
              <a:off x="7512775" y="1117777"/>
              <a:ext cx="29200" cy="16329"/>
            </a:xfrm>
            <a:custGeom>
              <a:rect b="b" l="l" r="r" t="t"/>
              <a:pathLst>
                <a:path extrusionOk="0" h="406" w="726">
                  <a:moveTo>
                    <a:pt x="204" y="1"/>
                  </a:moveTo>
                  <a:cubicBezTo>
                    <a:pt x="167" y="1"/>
                    <a:pt x="128" y="5"/>
                    <a:pt x="87" y="14"/>
                  </a:cubicBezTo>
                  <a:cubicBezTo>
                    <a:pt x="1" y="34"/>
                    <a:pt x="25" y="155"/>
                    <a:pt x="102" y="155"/>
                  </a:cubicBezTo>
                  <a:cubicBezTo>
                    <a:pt x="107" y="155"/>
                    <a:pt x="112" y="154"/>
                    <a:pt x="118" y="153"/>
                  </a:cubicBezTo>
                  <a:cubicBezTo>
                    <a:pt x="147" y="146"/>
                    <a:pt x="176" y="143"/>
                    <a:pt x="203" y="143"/>
                  </a:cubicBezTo>
                  <a:cubicBezTo>
                    <a:pt x="432" y="143"/>
                    <a:pt x="578" y="364"/>
                    <a:pt x="584" y="375"/>
                  </a:cubicBezTo>
                  <a:cubicBezTo>
                    <a:pt x="596" y="394"/>
                    <a:pt x="621" y="406"/>
                    <a:pt x="642" y="406"/>
                  </a:cubicBezTo>
                  <a:cubicBezTo>
                    <a:pt x="658" y="406"/>
                    <a:pt x="670" y="403"/>
                    <a:pt x="683" y="394"/>
                  </a:cubicBezTo>
                  <a:cubicBezTo>
                    <a:pt x="717" y="375"/>
                    <a:pt x="726" y="329"/>
                    <a:pt x="704" y="298"/>
                  </a:cubicBezTo>
                  <a:cubicBezTo>
                    <a:pt x="696" y="284"/>
                    <a:pt x="511" y="1"/>
                    <a:pt x="2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3" name="Google Shape;7603;p22"/>
            <p:cNvSpPr/>
            <p:nvPr/>
          </p:nvSpPr>
          <p:spPr>
            <a:xfrm flipH="1">
              <a:off x="7484218" y="1120633"/>
              <a:ext cx="29200" cy="16329"/>
            </a:xfrm>
            <a:custGeom>
              <a:rect b="b" l="l" r="r" t="t"/>
              <a:pathLst>
                <a:path extrusionOk="0" h="406" w="726">
                  <a:moveTo>
                    <a:pt x="203" y="1"/>
                  </a:moveTo>
                  <a:cubicBezTo>
                    <a:pt x="166" y="1"/>
                    <a:pt x="127" y="5"/>
                    <a:pt x="87" y="14"/>
                  </a:cubicBezTo>
                  <a:cubicBezTo>
                    <a:pt x="0" y="34"/>
                    <a:pt x="22" y="155"/>
                    <a:pt x="101" y="155"/>
                  </a:cubicBezTo>
                  <a:cubicBezTo>
                    <a:pt x="106" y="155"/>
                    <a:pt x="112" y="154"/>
                    <a:pt x="118" y="153"/>
                  </a:cubicBezTo>
                  <a:cubicBezTo>
                    <a:pt x="146" y="146"/>
                    <a:pt x="174" y="143"/>
                    <a:pt x="201" y="143"/>
                  </a:cubicBezTo>
                  <a:cubicBezTo>
                    <a:pt x="428" y="143"/>
                    <a:pt x="575" y="364"/>
                    <a:pt x="580" y="372"/>
                  </a:cubicBezTo>
                  <a:cubicBezTo>
                    <a:pt x="593" y="394"/>
                    <a:pt x="617" y="406"/>
                    <a:pt x="642" y="406"/>
                  </a:cubicBezTo>
                  <a:cubicBezTo>
                    <a:pt x="654" y="406"/>
                    <a:pt x="670" y="403"/>
                    <a:pt x="682" y="394"/>
                  </a:cubicBezTo>
                  <a:cubicBezTo>
                    <a:pt x="716" y="372"/>
                    <a:pt x="725" y="329"/>
                    <a:pt x="704" y="298"/>
                  </a:cubicBezTo>
                  <a:cubicBezTo>
                    <a:pt x="693" y="284"/>
                    <a:pt x="507" y="1"/>
                    <a:pt x="20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4" name="Google Shape;7604;p22"/>
            <p:cNvSpPr/>
            <p:nvPr/>
          </p:nvSpPr>
          <p:spPr>
            <a:xfrm flipH="1">
              <a:off x="7774131" y="1344504"/>
              <a:ext cx="31573" cy="12669"/>
            </a:xfrm>
            <a:custGeom>
              <a:rect b="b" l="l" r="r" t="t"/>
              <a:pathLst>
                <a:path extrusionOk="0" h="315" w="785">
                  <a:moveTo>
                    <a:pt x="293" y="0"/>
                  </a:moveTo>
                  <a:cubicBezTo>
                    <a:pt x="225" y="0"/>
                    <a:pt x="152" y="14"/>
                    <a:pt x="78" y="49"/>
                  </a:cubicBezTo>
                  <a:cubicBezTo>
                    <a:pt x="0" y="84"/>
                    <a:pt x="37" y="186"/>
                    <a:pt x="104" y="186"/>
                  </a:cubicBezTo>
                  <a:cubicBezTo>
                    <a:pt x="114" y="186"/>
                    <a:pt x="125" y="184"/>
                    <a:pt x="136" y="179"/>
                  </a:cubicBezTo>
                  <a:cubicBezTo>
                    <a:pt x="191" y="153"/>
                    <a:pt x="245" y="142"/>
                    <a:pt x="296" y="142"/>
                  </a:cubicBezTo>
                  <a:cubicBezTo>
                    <a:pt x="485" y="142"/>
                    <a:pt x="632" y="286"/>
                    <a:pt x="639" y="293"/>
                  </a:cubicBezTo>
                  <a:cubicBezTo>
                    <a:pt x="652" y="305"/>
                    <a:pt x="670" y="314"/>
                    <a:pt x="689" y="314"/>
                  </a:cubicBezTo>
                  <a:cubicBezTo>
                    <a:pt x="750" y="314"/>
                    <a:pt x="784" y="237"/>
                    <a:pt x="738" y="194"/>
                  </a:cubicBezTo>
                  <a:cubicBezTo>
                    <a:pt x="728" y="184"/>
                    <a:pt x="540" y="0"/>
                    <a:pt x="29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5" name="Google Shape;7605;p22"/>
            <p:cNvSpPr/>
            <p:nvPr/>
          </p:nvSpPr>
          <p:spPr>
            <a:xfrm flipH="1">
              <a:off x="7800436" y="1357495"/>
              <a:ext cx="31492" cy="12710"/>
            </a:xfrm>
            <a:custGeom>
              <a:rect b="b" l="l" r="r" t="t"/>
              <a:pathLst>
                <a:path extrusionOk="0" h="316" w="783">
                  <a:moveTo>
                    <a:pt x="292" y="1"/>
                  </a:moveTo>
                  <a:cubicBezTo>
                    <a:pt x="224" y="1"/>
                    <a:pt x="151" y="15"/>
                    <a:pt x="76" y="50"/>
                  </a:cubicBezTo>
                  <a:cubicBezTo>
                    <a:pt x="1" y="85"/>
                    <a:pt x="38" y="187"/>
                    <a:pt x="105" y="187"/>
                  </a:cubicBezTo>
                  <a:cubicBezTo>
                    <a:pt x="115" y="187"/>
                    <a:pt x="126" y="185"/>
                    <a:pt x="138" y="180"/>
                  </a:cubicBezTo>
                  <a:cubicBezTo>
                    <a:pt x="192" y="153"/>
                    <a:pt x="245" y="143"/>
                    <a:pt x="296" y="143"/>
                  </a:cubicBezTo>
                  <a:cubicBezTo>
                    <a:pt x="483" y="143"/>
                    <a:pt x="630" y="286"/>
                    <a:pt x="637" y="294"/>
                  </a:cubicBezTo>
                  <a:cubicBezTo>
                    <a:pt x="653" y="306"/>
                    <a:pt x="668" y="315"/>
                    <a:pt x="687" y="315"/>
                  </a:cubicBezTo>
                  <a:lnTo>
                    <a:pt x="690" y="315"/>
                  </a:lnTo>
                  <a:cubicBezTo>
                    <a:pt x="751" y="315"/>
                    <a:pt x="782" y="238"/>
                    <a:pt x="739" y="195"/>
                  </a:cubicBezTo>
                  <a:cubicBezTo>
                    <a:pt x="729" y="185"/>
                    <a:pt x="541" y="1"/>
                    <a:pt x="29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6" name="Google Shape;7606;p22"/>
            <p:cNvSpPr/>
            <p:nvPr/>
          </p:nvSpPr>
          <p:spPr>
            <a:xfrm flipH="1">
              <a:off x="7818173" y="1329421"/>
              <a:ext cx="31492" cy="12629"/>
            </a:xfrm>
            <a:custGeom>
              <a:rect b="b" l="l" r="r" t="t"/>
              <a:pathLst>
                <a:path extrusionOk="0" h="314" w="783">
                  <a:moveTo>
                    <a:pt x="294" y="0"/>
                  </a:moveTo>
                  <a:cubicBezTo>
                    <a:pt x="225" y="0"/>
                    <a:pt x="151" y="15"/>
                    <a:pt x="76" y="51"/>
                  </a:cubicBezTo>
                  <a:cubicBezTo>
                    <a:pt x="1" y="83"/>
                    <a:pt x="38" y="185"/>
                    <a:pt x="103" y="185"/>
                  </a:cubicBezTo>
                  <a:cubicBezTo>
                    <a:pt x="113" y="185"/>
                    <a:pt x="124" y="183"/>
                    <a:pt x="135" y="177"/>
                  </a:cubicBezTo>
                  <a:cubicBezTo>
                    <a:pt x="189" y="151"/>
                    <a:pt x="243" y="141"/>
                    <a:pt x="294" y="141"/>
                  </a:cubicBezTo>
                  <a:cubicBezTo>
                    <a:pt x="483" y="141"/>
                    <a:pt x="630" y="285"/>
                    <a:pt x="637" y="295"/>
                  </a:cubicBezTo>
                  <a:cubicBezTo>
                    <a:pt x="650" y="307"/>
                    <a:pt x="668" y="313"/>
                    <a:pt x="687" y="313"/>
                  </a:cubicBezTo>
                  <a:cubicBezTo>
                    <a:pt x="748" y="313"/>
                    <a:pt x="782" y="239"/>
                    <a:pt x="736" y="193"/>
                  </a:cubicBezTo>
                  <a:cubicBezTo>
                    <a:pt x="726" y="183"/>
                    <a:pt x="540" y="0"/>
                    <a:pt x="29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7" name="Google Shape;7607;p22"/>
            <p:cNvSpPr/>
            <p:nvPr/>
          </p:nvSpPr>
          <p:spPr>
            <a:xfrm flipH="1">
              <a:off x="8553455" y="902192"/>
              <a:ext cx="17415" cy="29361"/>
            </a:xfrm>
            <a:custGeom>
              <a:rect b="b" l="l" r="r" t="t"/>
              <a:pathLst>
                <a:path extrusionOk="0" h="730" w="433">
                  <a:moveTo>
                    <a:pt x="227" y="0"/>
                  </a:moveTo>
                  <a:cubicBezTo>
                    <a:pt x="202" y="0"/>
                    <a:pt x="177" y="13"/>
                    <a:pt x="164" y="45"/>
                  </a:cubicBezTo>
                  <a:cubicBezTo>
                    <a:pt x="158" y="63"/>
                    <a:pt x="1" y="455"/>
                    <a:pt x="288" y="711"/>
                  </a:cubicBezTo>
                  <a:cubicBezTo>
                    <a:pt x="303" y="723"/>
                    <a:pt x="319" y="729"/>
                    <a:pt x="337" y="729"/>
                  </a:cubicBezTo>
                  <a:cubicBezTo>
                    <a:pt x="402" y="729"/>
                    <a:pt x="433" y="649"/>
                    <a:pt x="383" y="606"/>
                  </a:cubicBezTo>
                  <a:cubicBezTo>
                    <a:pt x="171" y="415"/>
                    <a:pt x="291" y="112"/>
                    <a:pt x="294" y="97"/>
                  </a:cubicBezTo>
                  <a:cubicBezTo>
                    <a:pt x="318" y="42"/>
                    <a:pt x="272" y="0"/>
                    <a:pt x="2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8" name="Google Shape;7608;p22"/>
            <p:cNvSpPr/>
            <p:nvPr/>
          </p:nvSpPr>
          <p:spPr>
            <a:xfrm flipH="1">
              <a:off x="8537085" y="875727"/>
              <a:ext cx="16651" cy="29280"/>
            </a:xfrm>
            <a:custGeom>
              <a:rect b="b" l="l" r="r" t="t"/>
              <a:pathLst>
                <a:path extrusionOk="0" h="728" w="414">
                  <a:moveTo>
                    <a:pt x="226" y="0"/>
                  </a:moveTo>
                  <a:cubicBezTo>
                    <a:pt x="198" y="0"/>
                    <a:pt x="173" y="17"/>
                    <a:pt x="161" y="43"/>
                  </a:cubicBezTo>
                  <a:cubicBezTo>
                    <a:pt x="155" y="61"/>
                    <a:pt x="1" y="453"/>
                    <a:pt x="287" y="709"/>
                  </a:cubicBezTo>
                  <a:cubicBezTo>
                    <a:pt x="300" y="721"/>
                    <a:pt x="318" y="727"/>
                    <a:pt x="334" y="727"/>
                  </a:cubicBezTo>
                  <a:cubicBezTo>
                    <a:pt x="355" y="727"/>
                    <a:pt x="374" y="718"/>
                    <a:pt x="386" y="703"/>
                  </a:cubicBezTo>
                  <a:cubicBezTo>
                    <a:pt x="414" y="675"/>
                    <a:pt x="411" y="629"/>
                    <a:pt x="380" y="604"/>
                  </a:cubicBezTo>
                  <a:cubicBezTo>
                    <a:pt x="167" y="416"/>
                    <a:pt x="287" y="110"/>
                    <a:pt x="294" y="98"/>
                  </a:cubicBezTo>
                  <a:cubicBezTo>
                    <a:pt x="306" y="61"/>
                    <a:pt x="290" y="21"/>
                    <a:pt x="253" y="6"/>
                  </a:cubicBezTo>
                  <a:cubicBezTo>
                    <a:pt x="244" y="2"/>
                    <a:pt x="235" y="0"/>
                    <a:pt x="22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9" name="Google Shape;7609;p22"/>
            <p:cNvSpPr/>
            <p:nvPr/>
          </p:nvSpPr>
          <p:spPr>
            <a:xfrm flipH="1">
              <a:off x="8530730" y="921096"/>
              <a:ext cx="17295" cy="29441"/>
            </a:xfrm>
            <a:custGeom>
              <a:rect b="b" l="l" r="r" t="t"/>
              <a:pathLst>
                <a:path extrusionOk="0" h="732" w="430">
                  <a:moveTo>
                    <a:pt x="226" y="1"/>
                  </a:moveTo>
                  <a:cubicBezTo>
                    <a:pt x="198" y="1"/>
                    <a:pt x="172" y="18"/>
                    <a:pt x="161" y="46"/>
                  </a:cubicBezTo>
                  <a:cubicBezTo>
                    <a:pt x="155" y="62"/>
                    <a:pt x="0" y="454"/>
                    <a:pt x="287" y="713"/>
                  </a:cubicBezTo>
                  <a:cubicBezTo>
                    <a:pt x="300" y="722"/>
                    <a:pt x="315" y="731"/>
                    <a:pt x="333" y="731"/>
                  </a:cubicBezTo>
                  <a:cubicBezTo>
                    <a:pt x="398" y="731"/>
                    <a:pt x="429" y="651"/>
                    <a:pt x="380" y="608"/>
                  </a:cubicBezTo>
                  <a:cubicBezTo>
                    <a:pt x="167" y="417"/>
                    <a:pt x="287" y="111"/>
                    <a:pt x="293" y="99"/>
                  </a:cubicBezTo>
                  <a:cubicBezTo>
                    <a:pt x="306" y="65"/>
                    <a:pt x="290" y="22"/>
                    <a:pt x="253" y="6"/>
                  </a:cubicBezTo>
                  <a:cubicBezTo>
                    <a:pt x="244" y="3"/>
                    <a:pt x="235" y="1"/>
                    <a:pt x="22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0" name="Google Shape;7610;p22"/>
            <p:cNvSpPr/>
            <p:nvPr/>
          </p:nvSpPr>
          <p:spPr>
            <a:xfrm flipH="1">
              <a:off x="8515004" y="956812"/>
              <a:ext cx="19627" cy="26103"/>
            </a:xfrm>
            <a:custGeom>
              <a:rect b="b" l="l" r="r" t="t"/>
              <a:pathLst>
                <a:path extrusionOk="0" h="649" w="488">
                  <a:moveTo>
                    <a:pt x="71" y="0"/>
                  </a:moveTo>
                  <a:cubicBezTo>
                    <a:pt x="34" y="0"/>
                    <a:pt x="4" y="31"/>
                    <a:pt x="4" y="68"/>
                  </a:cubicBezTo>
                  <a:cubicBezTo>
                    <a:pt x="0" y="87"/>
                    <a:pt x="0" y="509"/>
                    <a:pt x="364" y="642"/>
                  </a:cubicBezTo>
                  <a:cubicBezTo>
                    <a:pt x="371" y="645"/>
                    <a:pt x="380" y="648"/>
                    <a:pt x="386" y="648"/>
                  </a:cubicBezTo>
                  <a:lnTo>
                    <a:pt x="389" y="648"/>
                  </a:lnTo>
                  <a:cubicBezTo>
                    <a:pt x="466" y="648"/>
                    <a:pt x="488" y="537"/>
                    <a:pt x="414" y="509"/>
                  </a:cubicBezTo>
                  <a:cubicBezTo>
                    <a:pt x="142" y="411"/>
                    <a:pt x="142" y="84"/>
                    <a:pt x="142" y="71"/>
                  </a:cubicBezTo>
                  <a:cubicBezTo>
                    <a:pt x="142" y="31"/>
                    <a:pt x="112" y="0"/>
                    <a:pt x="7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1" name="Google Shape;7611;p22"/>
            <p:cNvSpPr/>
            <p:nvPr/>
          </p:nvSpPr>
          <p:spPr>
            <a:xfrm flipH="1">
              <a:off x="8504948" y="996873"/>
              <a:ext cx="19507" cy="26103"/>
            </a:xfrm>
            <a:custGeom>
              <a:rect b="b" l="l" r="r" t="t"/>
              <a:pathLst>
                <a:path extrusionOk="0" h="649" w="485">
                  <a:moveTo>
                    <a:pt x="71" y="1"/>
                  </a:moveTo>
                  <a:cubicBezTo>
                    <a:pt x="31" y="1"/>
                    <a:pt x="0" y="32"/>
                    <a:pt x="0" y="72"/>
                  </a:cubicBezTo>
                  <a:cubicBezTo>
                    <a:pt x="0" y="90"/>
                    <a:pt x="0" y="513"/>
                    <a:pt x="361" y="645"/>
                  </a:cubicBezTo>
                  <a:cubicBezTo>
                    <a:pt x="371" y="648"/>
                    <a:pt x="377" y="648"/>
                    <a:pt x="386" y="648"/>
                  </a:cubicBezTo>
                  <a:cubicBezTo>
                    <a:pt x="466" y="648"/>
                    <a:pt x="485" y="540"/>
                    <a:pt x="411" y="513"/>
                  </a:cubicBezTo>
                  <a:cubicBezTo>
                    <a:pt x="142" y="414"/>
                    <a:pt x="142" y="87"/>
                    <a:pt x="142" y="72"/>
                  </a:cubicBezTo>
                  <a:cubicBezTo>
                    <a:pt x="142" y="35"/>
                    <a:pt x="111" y="1"/>
                    <a:pt x="7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2" name="Google Shape;7612;p22"/>
            <p:cNvSpPr/>
            <p:nvPr/>
          </p:nvSpPr>
          <p:spPr>
            <a:xfrm flipH="1">
              <a:off x="8531414" y="978009"/>
              <a:ext cx="19587" cy="25982"/>
            </a:xfrm>
            <a:custGeom>
              <a:rect b="b" l="l" r="r" t="t"/>
              <a:pathLst>
                <a:path extrusionOk="0" h="646" w="487">
                  <a:moveTo>
                    <a:pt x="67" y="1"/>
                  </a:moveTo>
                  <a:cubicBezTo>
                    <a:pt x="31" y="1"/>
                    <a:pt x="0" y="33"/>
                    <a:pt x="0" y="69"/>
                  </a:cubicBezTo>
                  <a:cubicBezTo>
                    <a:pt x="0" y="87"/>
                    <a:pt x="0" y="510"/>
                    <a:pt x="361" y="642"/>
                  </a:cubicBezTo>
                  <a:cubicBezTo>
                    <a:pt x="370" y="645"/>
                    <a:pt x="377" y="645"/>
                    <a:pt x="386" y="645"/>
                  </a:cubicBezTo>
                  <a:cubicBezTo>
                    <a:pt x="387" y="646"/>
                    <a:pt x="388" y="646"/>
                    <a:pt x="389" y="646"/>
                  </a:cubicBezTo>
                  <a:cubicBezTo>
                    <a:pt x="467" y="646"/>
                    <a:pt x="487" y="537"/>
                    <a:pt x="411" y="510"/>
                  </a:cubicBezTo>
                  <a:cubicBezTo>
                    <a:pt x="142" y="411"/>
                    <a:pt x="142" y="84"/>
                    <a:pt x="142" y="72"/>
                  </a:cubicBezTo>
                  <a:cubicBezTo>
                    <a:pt x="142" y="32"/>
                    <a:pt x="111" y="1"/>
                    <a:pt x="71" y="1"/>
                  </a:cubicBezTo>
                  <a:cubicBezTo>
                    <a:pt x="70" y="1"/>
                    <a:pt x="68" y="1"/>
                    <a:pt x="6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3" name="Google Shape;7613;p22"/>
            <p:cNvSpPr/>
            <p:nvPr/>
          </p:nvSpPr>
          <p:spPr>
            <a:xfrm flipH="1">
              <a:off x="8544767" y="944947"/>
              <a:ext cx="19024" cy="27269"/>
            </a:xfrm>
            <a:custGeom>
              <a:rect b="b" l="l" r="r" t="t"/>
              <a:pathLst>
                <a:path extrusionOk="0" h="678" w="473">
                  <a:moveTo>
                    <a:pt x="122" y="1"/>
                  </a:moveTo>
                  <a:cubicBezTo>
                    <a:pt x="92" y="1"/>
                    <a:pt x="61" y="19"/>
                    <a:pt x="53" y="58"/>
                  </a:cubicBezTo>
                  <a:cubicBezTo>
                    <a:pt x="50" y="73"/>
                    <a:pt x="1" y="493"/>
                    <a:pt x="343" y="669"/>
                  </a:cubicBezTo>
                  <a:cubicBezTo>
                    <a:pt x="352" y="675"/>
                    <a:pt x="365" y="678"/>
                    <a:pt x="377" y="678"/>
                  </a:cubicBezTo>
                  <a:cubicBezTo>
                    <a:pt x="448" y="675"/>
                    <a:pt x="473" y="576"/>
                    <a:pt x="408" y="542"/>
                  </a:cubicBezTo>
                  <a:cubicBezTo>
                    <a:pt x="155" y="413"/>
                    <a:pt x="192" y="89"/>
                    <a:pt x="192" y="76"/>
                  </a:cubicBezTo>
                  <a:cubicBezTo>
                    <a:pt x="195" y="27"/>
                    <a:pt x="159" y="1"/>
                    <a:pt x="12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4" name="Google Shape;7614;p22"/>
            <p:cNvSpPr/>
            <p:nvPr/>
          </p:nvSpPr>
          <p:spPr>
            <a:xfrm flipH="1">
              <a:off x="8558442" y="860563"/>
              <a:ext cx="16772" cy="29562"/>
            </a:xfrm>
            <a:custGeom>
              <a:rect b="b" l="l" r="r" t="t"/>
              <a:pathLst>
                <a:path extrusionOk="0" h="735" w="417">
                  <a:moveTo>
                    <a:pt x="319" y="0"/>
                  </a:moveTo>
                  <a:cubicBezTo>
                    <a:pt x="300" y="0"/>
                    <a:pt x="282" y="8"/>
                    <a:pt x="266" y="25"/>
                  </a:cubicBezTo>
                  <a:cubicBezTo>
                    <a:pt x="257" y="40"/>
                    <a:pt x="1" y="376"/>
                    <a:pt x="211" y="700"/>
                  </a:cubicBezTo>
                  <a:cubicBezTo>
                    <a:pt x="223" y="722"/>
                    <a:pt x="245" y="731"/>
                    <a:pt x="269" y="734"/>
                  </a:cubicBezTo>
                  <a:cubicBezTo>
                    <a:pt x="282" y="734"/>
                    <a:pt x="297" y="728"/>
                    <a:pt x="306" y="722"/>
                  </a:cubicBezTo>
                  <a:cubicBezTo>
                    <a:pt x="340" y="700"/>
                    <a:pt x="349" y="657"/>
                    <a:pt x="328" y="623"/>
                  </a:cubicBezTo>
                  <a:cubicBezTo>
                    <a:pt x="174" y="386"/>
                    <a:pt x="371" y="123"/>
                    <a:pt x="380" y="111"/>
                  </a:cubicBezTo>
                  <a:cubicBezTo>
                    <a:pt x="417" y="57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5" name="Google Shape;7615;p22"/>
            <p:cNvSpPr/>
            <p:nvPr/>
          </p:nvSpPr>
          <p:spPr>
            <a:xfrm flipH="1">
              <a:off x="7836916" y="1343739"/>
              <a:ext cx="31452" cy="12669"/>
            </a:xfrm>
            <a:custGeom>
              <a:rect b="b" l="l" r="r" t="t"/>
              <a:pathLst>
                <a:path extrusionOk="0" h="315" w="782">
                  <a:moveTo>
                    <a:pt x="293" y="0"/>
                  </a:moveTo>
                  <a:cubicBezTo>
                    <a:pt x="224" y="0"/>
                    <a:pt x="151" y="14"/>
                    <a:pt x="75" y="50"/>
                  </a:cubicBezTo>
                  <a:cubicBezTo>
                    <a:pt x="0" y="84"/>
                    <a:pt x="37" y="184"/>
                    <a:pt x="104" y="184"/>
                  </a:cubicBezTo>
                  <a:cubicBezTo>
                    <a:pt x="114" y="184"/>
                    <a:pt x="125" y="182"/>
                    <a:pt x="137" y="176"/>
                  </a:cubicBezTo>
                  <a:cubicBezTo>
                    <a:pt x="191" y="151"/>
                    <a:pt x="243" y="141"/>
                    <a:pt x="293" y="141"/>
                  </a:cubicBezTo>
                  <a:cubicBezTo>
                    <a:pt x="481" y="141"/>
                    <a:pt x="629" y="284"/>
                    <a:pt x="637" y="293"/>
                  </a:cubicBezTo>
                  <a:cubicBezTo>
                    <a:pt x="649" y="306"/>
                    <a:pt x="667" y="312"/>
                    <a:pt x="686" y="312"/>
                  </a:cubicBezTo>
                  <a:lnTo>
                    <a:pt x="686" y="315"/>
                  </a:lnTo>
                  <a:cubicBezTo>
                    <a:pt x="751" y="312"/>
                    <a:pt x="782" y="238"/>
                    <a:pt x="738" y="195"/>
                  </a:cubicBezTo>
                  <a:cubicBezTo>
                    <a:pt x="729" y="183"/>
                    <a:pt x="541" y="0"/>
                    <a:pt x="29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6" name="Google Shape;7616;p22"/>
            <p:cNvSpPr/>
            <p:nvPr/>
          </p:nvSpPr>
          <p:spPr>
            <a:xfrm flipH="1">
              <a:off x="7764961" y="1365338"/>
              <a:ext cx="30728" cy="12669"/>
            </a:xfrm>
            <a:custGeom>
              <a:rect b="b" l="l" r="r" t="t"/>
              <a:pathLst>
                <a:path extrusionOk="0" h="315" w="764">
                  <a:moveTo>
                    <a:pt x="290" y="0"/>
                  </a:moveTo>
                  <a:cubicBezTo>
                    <a:pt x="222" y="0"/>
                    <a:pt x="150" y="14"/>
                    <a:pt x="76" y="49"/>
                  </a:cubicBezTo>
                  <a:cubicBezTo>
                    <a:pt x="1" y="84"/>
                    <a:pt x="37" y="186"/>
                    <a:pt x="105" y="186"/>
                  </a:cubicBezTo>
                  <a:cubicBezTo>
                    <a:pt x="115" y="186"/>
                    <a:pt x="126" y="184"/>
                    <a:pt x="137" y="179"/>
                  </a:cubicBezTo>
                  <a:cubicBezTo>
                    <a:pt x="192" y="153"/>
                    <a:pt x="245" y="142"/>
                    <a:pt x="295" y="142"/>
                  </a:cubicBezTo>
                  <a:cubicBezTo>
                    <a:pt x="483" y="142"/>
                    <a:pt x="630" y="286"/>
                    <a:pt x="637" y="293"/>
                  </a:cubicBezTo>
                  <a:cubicBezTo>
                    <a:pt x="649" y="305"/>
                    <a:pt x="668" y="315"/>
                    <a:pt x="686" y="315"/>
                  </a:cubicBezTo>
                  <a:cubicBezTo>
                    <a:pt x="705" y="315"/>
                    <a:pt x="723" y="308"/>
                    <a:pt x="739" y="293"/>
                  </a:cubicBezTo>
                  <a:cubicBezTo>
                    <a:pt x="763" y="265"/>
                    <a:pt x="763" y="222"/>
                    <a:pt x="739" y="194"/>
                  </a:cubicBezTo>
                  <a:cubicBezTo>
                    <a:pt x="727" y="185"/>
                    <a:pt x="538" y="0"/>
                    <a:pt x="29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7" name="Google Shape;7617;p22"/>
            <p:cNvSpPr/>
            <p:nvPr/>
          </p:nvSpPr>
          <p:spPr>
            <a:xfrm flipH="1">
              <a:off x="7735801" y="1362040"/>
              <a:ext cx="31291" cy="12629"/>
            </a:xfrm>
            <a:custGeom>
              <a:rect b="b" l="l" r="r" t="t"/>
              <a:pathLst>
                <a:path extrusionOk="0" h="314" w="778">
                  <a:moveTo>
                    <a:pt x="289" y="0"/>
                  </a:moveTo>
                  <a:cubicBezTo>
                    <a:pt x="220" y="0"/>
                    <a:pt x="146" y="15"/>
                    <a:pt x="71" y="51"/>
                  </a:cubicBezTo>
                  <a:cubicBezTo>
                    <a:pt x="0" y="86"/>
                    <a:pt x="37" y="184"/>
                    <a:pt x="102" y="184"/>
                  </a:cubicBezTo>
                  <a:cubicBezTo>
                    <a:pt x="110" y="184"/>
                    <a:pt x="120" y="182"/>
                    <a:pt x="130" y="178"/>
                  </a:cubicBezTo>
                  <a:cubicBezTo>
                    <a:pt x="184" y="152"/>
                    <a:pt x="238" y="141"/>
                    <a:pt x="289" y="141"/>
                  </a:cubicBezTo>
                  <a:cubicBezTo>
                    <a:pt x="478" y="141"/>
                    <a:pt x="625" y="285"/>
                    <a:pt x="632" y="295"/>
                  </a:cubicBezTo>
                  <a:cubicBezTo>
                    <a:pt x="645" y="307"/>
                    <a:pt x="663" y="313"/>
                    <a:pt x="682" y="313"/>
                  </a:cubicBezTo>
                  <a:cubicBezTo>
                    <a:pt x="743" y="313"/>
                    <a:pt x="777" y="239"/>
                    <a:pt x="731" y="193"/>
                  </a:cubicBezTo>
                  <a:cubicBezTo>
                    <a:pt x="721" y="183"/>
                    <a:pt x="535" y="0"/>
                    <a:pt x="28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8" name="Google Shape;7618;p22"/>
            <p:cNvSpPr/>
            <p:nvPr/>
          </p:nvSpPr>
          <p:spPr>
            <a:xfrm flipH="1">
              <a:off x="7663483" y="676270"/>
              <a:ext cx="31050" cy="11865"/>
            </a:xfrm>
            <a:custGeom>
              <a:rect b="b" l="l" r="r" t="t"/>
              <a:pathLst>
                <a:path extrusionOk="0" h="295" w="772">
                  <a:moveTo>
                    <a:pt x="314" y="1"/>
                  </a:moveTo>
                  <a:cubicBezTo>
                    <a:pt x="237" y="1"/>
                    <a:pt x="155" y="18"/>
                    <a:pt x="71" y="64"/>
                  </a:cubicBezTo>
                  <a:cubicBezTo>
                    <a:pt x="1" y="100"/>
                    <a:pt x="39" y="197"/>
                    <a:pt x="103" y="197"/>
                  </a:cubicBezTo>
                  <a:cubicBezTo>
                    <a:pt x="114" y="197"/>
                    <a:pt x="127" y="194"/>
                    <a:pt x="139" y="187"/>
                  </a:cubicBezTo>
                  <a:cubicBezTo>
                    <a:pt x="199" y="155"/>
                    <a:pt x="258" y="142"/>
                    <a:pt x="314" y="142"/>
                  </a:cubicBezTo>
                  <a:cubicBezTo>
                    <a:pt x="493" y="142"/>
                    <a:pt x="638" y="269"/>
                    <a:pt x="645" y="276"/>
                  </a:cubicBezTo>
                  <a:cubicBezTo>
                    <a:pt x="657" y="286"/>
                    <a:pt x="676" y="295"/>
                    <a:pt x="694" y="295"/>
                  </a:cubicBezTo>
                  <a:cubicBezTo>
                    <a:pt x="713" y="295"/>
                    <a:pt x="731" y="286"/>
                    <a:pt x="747" y="270"/>
                  </a:cubicBezTo>
                  <a:cubicBezTo>
                    <a:pt x="771" y="239"/>
                    <a:pt x="768" y="196"/>
                    <a:pt x="741" y="172"/>
                  </a:cubicBezTo>
                  <a:cubicBezTo>
                    <a:pt x="729" y="162"/>
                    <a:pt x="547" y="1"/>
                    <a:pt x="3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9" name="Google Shape;7619;p22"/>
            <p:cNvSpPr/>
            <p:nvPr/>
          </p:nvSpPr>
          <p:spPr>
            <a:xfrm flipH="1">
              <a:off x="7634081" y="659217"/>
              <a:ext cx="31050" cy="11825"/>
            </a:xfrm>
            <a:custGeom>
              <a:rect b="b" l="l" r="r" t="t"/>
              <a:pathLst>
                <a:path extrusionOk="0" h="294" w="772">
                  <a:moveTo>
                    <a:pt x="311" y="0"/>
                  </a:moveTo>
                  <a:cubicBezTo>
                    <a:pt x="235" y="0"/>
                    <a:pt x="154" y="17"/>
                    <a:pt x="71" y="62"/>
                  </a:cubicBezTo>
                  <a:cubicBezTo>
                    <a:pt x="0" y="102"/>
                    <a:pt x="39" y="197"/>
                    <a:pt x="104" y="197"/>
                  </a:cubicBezTo>
                  <a:cubicBezTo>
                    <a:pt x="115" y="197"/>
                    <a:pt x="127" y="195"/>
                    <a:pt x="139" y="188"/>
                  </a:cubicBezTo>
                  <a:cubicBezTo>
                    <a:pt x="199" y="156"/>
                    <a:pt x="259" y="143"/>
                    <a:pt x="316" y="143"/>
                  </a:cubicBezTo>
                  <a:cubicBezTo>
                    <a:pt x="494" y="143"/>
                    <a:pt x="638" y="268"/>
                    <a:pt x="645" y="275"/>
                  </a:cubicBezTo>
                  <a:cubicBezTo>
                    <a:pt x="657" y="287"/>
                    <a:pt x="676" y="293"/>
                    <a:pt x="691" y="293"/>
                  </a:cubicBezTo>
                  <a:cubicBezTo>
                    <a:pt x="713" y="293"/>
                    <a:pt x="731" y="284"/>
                    <a:pt x="744" y="269"/>
                  </a:cubicBezTo>
                  <a:cubicBezTo>
                    <a:pt x="771" y="241"/>
                    <a:pt x="768" y="198"/>
                    <a:pt x="740" y="170"/>
                  </a:cubicBezTo>
                  <a:cubicBezTo>
                    <a:pt x="729" y="161"/>
                    <a:pt x="545" y="0"/>
                    <a:pt x="31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0" name="Google Shape;7620;p22"/>
            <p:cNvSpPr/>
            <p:nvPr/>
          </p:nvSpPr>
          <p:spPr>
            <a:xfrm flipH="1">
              <a:off x="7627767" y="676310"/>
              <a:ext cx="31653" cy="11825"/>
            </a:xfrm>
            <a:custGeom>
              <a:rect b="b" l="l" r="r" t="t"/>
              <a:pathLst>
                <a:path extrusionOk="0" h="294" w="787">
                  <a:moveTo>
                    <a:pt x="311" y="1"/>
                  </a:moveTo>
                  <a:cubicBezTo>
                    <a:pt x="235" y="1"/>
                    <a:pt x="154" y="18"/>
                    <a:pt x="71" y="63"/>
                  </a:cubicBezTo>
                  <a:cubicBezTo>
                    <a:pt x="0" y="99"/>
                    <a:pt x="39" y="196"/>
                    <a:pt x="103" y="196"/>
                  </a:cubicBezTo>
                  <a:cubicBezTo>
                    <a:pt x="114" y="196"/>
                    <a:pt x="126" y="193"/>
                    <a:pt x="139" y="186"/>
                  </a:cubicBezTo>
                  <a:cubicBezTo>
                    <a:pt x="198" y="154"/>
                    <a:pt x="258" y="141"/>
                    <a:pt x="314" y="141"/>
                  </a:cubicBezTo>
                  <a:cubicBezTo>
                    <a:pt x="493" y="141"/>
                    <a:pt x="638" y="268"/>
                    <a:pt x="645" y="275"/>
                  </a:cubicBezTo>
                  <a:cubicBezTo>
                    <a:pt x="657" y="285"/>
                    <a:pt x="676" y="294"/>
                    <a:pt x="691" y="294"/>
                  </a:cubicBezTo>
                  <a:cubicBezTo>
                    <a:pt x="756" y="294"/>
                    <a:pt x="787" y="214"/>
                    <a:pt x="737" y="171"/>
                  </a:cubicBezTo>
                  <a:cubicBezTo>
                    <a:pt x="728" y="161"/>
                    <a:pt x="545" y="1"/>
                    <a:pt x="31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1" name="Google Shape;7621;p22"/>
            <p:cNvSpPr/>
            <p:nvPr/>
          </p:nvSpPr>
          <p:spPr>
            <a:xfrm flipH="1">
              <a:off x="7348874" y="1196731"/>
              <a:ext cx="58279" cy="38008"/>
            </a:xfrm>
            <a:custGeom>
              <a:rect b="b" l="l" r="r" t="t"/>
              <a:pathLst>
                <a:path extrusionOk="0" h="945" w="1449">
                  <a:moveTo>
                    <a:pt x="97" y="0"/>
                  </a:moveTo>
                  <a:cubicBezTo>
                    <a:pt x="7" y="0"/>
                    <a:pt x="0" y="136"/>
                    <a:pt x="91" y="142"/>
                  </a:cubicBezTo>
                  <a:cubicBezTo>
                    <a:pt x="714" y="186"/>
                    <a:pt x="1309" y="910"/>
                    <a:pt x="1315" y="916"/>
                  </a:cubicBezTo>
                  <a:cubicBezTo>
                    <a:pt x="1328" y="935"/>
                    <a:pt x="1346" y="944"/>
                    <a:pt x="1368" y="944"/>
                  </a:cubicBezTo>
                  <a:cubicBezTo>
                    <a:pt x="1386" y="944"/>
                    <a:pt x="1402" y="938"/>
                    <a:pt x="1414" y="929"/>
                  </a:cubicBezTo>
                  <a:cubicBezTo>
                    <a:pt x="1445" y="904"/>
                    <a:pt x="1448" y="858"/>
                    <a:pt x="1423" y="830"/>
                  </a:cubicBezTo>
                  <a:cubicBezTo>
                    <a:pt x="1399" y="796"/>
                    <a:pt x="785" y="50"/>
                    <a:pt x="103" y="0"/>
                  </a:cubicBezTo>
                  <a:cubicBezTo>
                    <a:pt x="101" y="0"/>
                    <a:pt x="99" y="0"/>
                    <a:pt x="9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2" name="Google Shape;7622;p22"/>
            <p:cNvSpPr/>
            <p:nvPr/>
          </p:nvSpPr>
          <p:spPr>
            <a:xfrm flipH="1">
              <a:off x="7359453" y="1211895"/>
              <a:ext cx="63427" cy="30527"/>
            </a:xfrm>
            <a:custGeom>
              <a:rect b="b" l="l" r="r" t="t"/>
              <a:pathLst>
                <a:path extrusionOk="0" h="759" w="1577">
                  <a:moveTo>
                    <a:pt x="106" y="0"/>
                  </a:moveTo>
                  <a:cubicBezTo>
                    <a:pt x="40" y="0"/>
                    <a:pt x="0" y="99"/>
                    <a:pt x="78" y="135"/>
                  </a:cubicBezTo>
                  <a:cubicBezTo>
                    <a:pt x="115" y="157"/>
                    <a:pt x="1031" y="660"/>
                    <a:pt x="1463" y="755"/>
                  </a:cubicBezTo>
                  <a:lnTo>
                    <a:pt x="1478" y="755"/>
                  </a:lnTo>
                  <a:lnTo>
                    <a:pt x="1478" y="758"/>
                  </a:lnTo>
                  <a:cubicBezTo>
                    <a:pt x="1565" y="758"/>
                    <a:pt x="1577" y="635"/>
                    <a:pt x="1494" y="617"/>
                  </a:cubicBezTo>
                  <a:cubicBezTo>
                    <a:pt x="1083" y="527"/>
                    <a:pt x="155" y="18"/>
                    <a:pt x="146" y="12"/>
                  </a:cubicBezTo>
                  <a:cubicBezTo>
                    <a:pt x="132" y="4"/>
                    <a:pt x="118" y="0"/>
                    <a:pt x="10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3" name="Google Shape;7623;p22"/>
            <p:cNvSpPr/>
            <p:nvPr/>
          </p:nvSpPr>
          <p:spPr>
            <a:xfrm flipH="1">
              <a:off x="7517602" y="1369320"/>
              <a:ext cx="54418" cy="37847"/>
            </a:xfrm>
            <a:custGeom>
              <a:rect b="b" l="l" r="r" t="t"/>
              <a:pathLst>
                <a:path extrusionOk="0" h="941" w="1353">
                  <a:moveTo>
                    <a:pt x="99" y="1"/>
                  </a:moveTo>
                  <a:cubicBezTo>
                    <a:pt x="25" y="1"/>
                    <a:pt x="1" y="110"/>
                    <a:pt x="76" y="135"/>
                  </a:cubicBezTo>
                  <a:cubicBezTo>
                    <a:pt x="85" y="138"/>
                    <a:pt x="992" y="416"/>
                    <a:pt x="1211" y="900"/>
                  </a:cubicBezTo>
                  <a:cubicBezTo>
                    <a:pt x="1223" y="925"/>
                    <a:pt x="1248" y="940"/>
                    <a:pt x="1275" y="940"/>
                  </a:cubicBezTo>
                  <a:cubicBezTo>
                    <a:pt x="1285" y="940"/>
                    <a:pt x="1294" y="937"/>
                    <a:pt x="1303" y="934"/>
                  </a:cubicBezTo>
                  <a:cubicBezTo>
                    <a:pt x="1337" y="919"/>
                    <a:pt x="1352" y="876"/>
                    <a:pt x="1337" y="842"/>
                  </a:cubicBezTo>
                  <a:cubicBezTo>
                    <a:pt x="1090" y="299"/>
                    <a:pt x="153" y="12"/>
                    <a:pt x="116" y="3"/>
                  </a:cubicBezTo>
                  <a:cubicBezTo>
                    <a:pt x="110" y="2"/>
                    <a:pt x="104" y="1"/>
                    <a:pt x="9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4" name="Google Shape;7624;p22"/>
            <p:cNvSpPr/>
            <p:nvPr/>
          </p:nvSpPr>
          <p:spPr>
            <a:xfrm flipH="1">
              <a:off x="7513862" y="1388224"/>
              <a:ext cx="71752" cy="32216"/>
            </a:xfrm>
            <a:custGeom>
              <a:rect b="b" l="l" r="r" t="t"/>
              <a:pathLst>
                <a:path extrusionOk="0" h="801" w="1784">
                  <a:moveTo>
                    <a:pt x="102" y="1"/>
                  </a:moveTo>
                  <a:cubicBezTo>
                    <a:pt x="39" y="1"/>
                    <a:pt x="1" y="95"/>
                    <a:pt x="71" y="134"/>
                  </a:cubicBezTo>
                  <a:cubicBezTo>
                    <a:pt x="114" y="156"/>
                    <a:pt x="1126" y="705"/>
                    <a:pt x="1697" y="800"/>
                  </a:cubicBezTo>
                  <a:lnTo>
                    <a:pt x="1706" y="800"/>
                  </a:lnTo>
                  <a:cubicBezTo>
                    <a:pt x="1743" y="800"/>
                    <a:pt x="1771" y="776"/>
                    <a:pt x="1777" y="742"/>
                  </a:cubicBezTo>
                  <a:cubicBezTo>
                    <a:pt x="1783" y="705"/>
                    <a:pt x="1758" y="668"/>
                    <a:pt x="1718" y="662"/>
                  </a:cubicBezTo>
                  <a:cubicBezTo>
                    <a:pt x="1172" y="569"/>
                    <a:pt x="148" y="14"/>
                    <a:pt x="139" y="11"/>
                  </a:cubicBezTo>
                  <a:cubicBezTo>
                    <a:pt x="126" y="4"/>
                    <a:pt x="114" y="1"/>
                    <a:pt x="10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625" name="Google Shape;7625;p22"/>
          <p:cNvSpPr txBox="1"/>
          <p:nvPr/>
        </p:nvSpPr>
        <p:spPr>
          <a:xfrm>
            <a:off x="2554941" y="547906"/>
            <a:ext cx="4161865" cy="6895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Dog Breeds and Their Personalities Infographics by Slidesgo">
  <a:themeElements>
    <a:clrScheme name="Simple Light">
      <a:dk1>
        <a:srgbClr val="3B2C27"/>
      </a:dk1>
      <a:lt1>
        <a:srgbClr val="FFF9E0"/>
      </a:lt1>
      <a:dk2>
        <a:srgbClr val="EADBC1"/>
      </a:dk2>
      <a:lt2>
        <a:srgbClr val="E0A565"/>
      </a:lt2>
      <a:accent1>
        <a:srgbClr val="EDBD8C"/>
      </a:accent1>
      <a:accent2>
        <a:srgbClr val="FCDEA2"/>
      </a:accent2>
      <a:accent3>
        <a:srgbClr val="7E6259"/>
      </a:accent3>
      <a:accent4>
        <a:srgbClr val="5C301C"/>
      </a:accent4>
      <a:accent5>
        <a:srgbClr val="FF9A87"/>
      </a:accent5>
      <a:accent6>
        <a:srgbClr val="D07C50"/>
      </a:accent6>
      <a:hlink>
        <a:srgbClr val="3B2C2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Szucs_Dominika</dc:creator>
</cp:coreProperties>
</file>